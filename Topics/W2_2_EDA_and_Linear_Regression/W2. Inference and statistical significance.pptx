
<file path=[Content_Types].xml><?xml version="1.0" encoding="utf-8"?>
<Types xmlns="http://schemas.openxmlformats.org/package/2006/content-types">
  <Default Extension="jpeg" ContentType="image/jpeg"/>
  <Default Extension="mp4" ContentType="video/mp4"/>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notesSlides/notesSlide3.xml" ContentType="application/vnd.openxmlformats-officedocument.presentationml.notesSlide+xml"/>
  <Override PartName="/ppt/notesSlides/notesSlide4.xml" ContentType="application/vnd.openxmlformats-officedocument.presentationml.notesSlide+xml"/>
  <Override PartName="/ppt/tags/tag160.xml" ContentType="application/vnd.openxmlformats-officedocument.presentationml.tags+xml"/>
  <Override PartName="/ppt/notesSlides/notesSlide5.xml" ContentType="application/vnd.openxmlformats-officedocument.presentationml.notesSlide+xml"/>
  <Override PartName="/ppt/notesSlides/notesSlide6.xml" ContentType="application/vnd.openxmlformats-officedocument.presentationml.notesSlide+xml"/>
  <Override PartName="/ppt/tags/tag161.xml" ContentType="application/vnd.openxmlformats-officedocument.presentationml.tags+xml"/>
  <Override PartName="/ppt/notesSlides/notesSlide7.xml" ContentType="application/vnd.openxmlformats-officedocument.presentationml.notesSlide+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notesSlides/notesSlide8.xml" ContentType="application/vnd.openxmlformats-officedocument.presentationml.notesSlide+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notesSlides/notesSlide9.xml" ContentType="application/vnd.openxmlformats-officedocument.presentationml.notesSlide+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notesSlides/notesSlide10.xml" ContentType="application/vnd.openxmlformats-officedocument.presentationml.notesSlide+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notesSlides/notesSlide11.xml" ContentType="application/vnd.openxmlformats-officedocument.presentationml.notesSlide+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notesSlides/notesSlide12.xml" ContentType="application/vnd.openxmlformats-officedocument.presentationml.notesSlide+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notesSlides/notesSlide13.xml" ContentType="application/vnd.openxmlformats-officedocument.presentationml.notesSlide+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notesSlides/notesSlide14.xml" ContentType="application/vnd.openxmlformats-officedocument.presentationml.notesSlide+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notesSlides/notesSlide15.xml" ContentType="application/vnd.openxmlformats-officedocument.presentationml.notesSlide+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notesSlides/notesSlide16.xml" ContentType="application/vnd.openxmlformats-officedocument.presentationml.notesSlide+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notesSlides/notesSlide17.xml" ContentType="application/vnd.openxmlformats-officedocument.presentationml.notesSlide+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notesSlides/notesSlide25.xml" ContentType="application/vnd.openxmlformats-officedocument.presentationml.notesSlide+xml"/>
  <Override PartName="/ppt/tags/tag1088.xml" ContentType="application/vnd.openxmlformats-officedocument.presentationml.tags+xml"/>
  <Override PartName="/ppt/tags/tag108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0.xml" ContentType="application/vnd.openxmlformats-officedocument.presentationml.tags+xml"/>
  <Override PartName="/ppt/notesSlides/notesSlide26.xml" ContentType="application/vnd.openxmlformats-officedocument.presentationml.notesSlide+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notesSlides/notesSlide27.xml" ContentType="application/vnd.openxmlformats-officedocument.presentationml.notesSlide+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notesSlides/notesSlide28.xml" ContentType="application/vnd.openxmlformats-officedocument.presentationml.notesSlide+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84" r:id="rId1"/>
  </p:sldMasterIdLst>
  <p:notesMasterIdLst>
    <p:notesMasterId r:id="rId49"/>
  </p:notesMasterIdLst>
  <p:handoutMasterIdLst>
    <p:handoutMasterId r:id="rId50"/>
  </p:handoutMasterIdLst>
  <p:sldIdLst>
    <p:sldId id="639" r:id="rId2"/>
    <p:sldId id="646" r:id="rId3"/>
    <p:sldId id="599" r:id="rId4"/>
    <p:sldId id="600" r:id="rId5"/>
    <p:sldId id="601" r:id="rId6"/>
    <p:sldId id="640" r:id="rId7"/>
    <p:sldId id="602" r:id="rId8"/>
    <p:sldId id="604" r:id="rId9"/>
    <p:sldId id="608" r:id="rId10"/>
    <p:sldId id="603" r:id="rId11"/>
    <p:sldId id="605" r:id="rId12"/>
    <p:sldId id="606" r:id="rId13"/>
    <p:sldId id="610" r:id="rId14"/>
    <p:sldId id="611" r:id="rId15"/>
    <p:sldId id="613" r:id="rId16"/>
    <p:sldId id="614" r:id="rId17"/>
    <p:sldId id="620" r:id="rId18"/>
    <p:sldId id="621" r:id="rId19"/>
    <p:sldId id="622" r:id="rId20"/>
    <p:sldId id="615" r:id="rId21"/>
    <p:sldId id="624" r:id="rId22"/>
    <p:sldId id="616" r:id="rId23"/>
    <p:sldId id="623" r:id="rId24"/>
    <p:sldId id="641" r:id="rId25"/>
    <p:sldId id="625" r:id="rId26"/>
    <p:sldId id="643" r:id="rId27"/>
    <p:sldId id="628" r:id="rId28"/>
    <p:sldId id="644" r:id="rId29"/>
    <p:sldId id="630" r:id="rId30"/>
    <p:sldId id="631" r:id="rId31"/>
    <p:sldId id="645" r:id="rId32"/>
    <p:sldId id="561" r:id="rId33"/>
    <p:sldId id="649" r:id="rId34"/>
    <p:sldId id="650" r:id="rId35"/>
    <p:sldId id="651" r:id="rId36"/>
    <p:sldId id="652" r:id="rId37"/>
    <p:sldId id="653" r:id="rId38"/>
    <p:sldId id="654" r:id="rId39"/>
    <p:sldId id="655" r:id="rId40"/>
    <p:sldId id="656" r:id="rId41"/>
    <p:sldId id="657" r:id="rId42"/>
    <p:sldId id="658" r:id="rId43"/>
    <p:sldId id="659" r:id="rId44"/>
    <p:sldId id="660" r:id="rId45"/>
    <p:sldId id="661" r:id="rId46"/>
    <p:sldId id="662" r:id="rId47"/>
    <p:sldId id="663" r:id="rId4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Variables dependientes categóricas con múltiples factores" id="{9E389257-85D8-4432-A634-5D15D04A37E4}">
          <p14:sldIdLst>
            <p14:sldId id="639"/>
            <p14:sldId id="646"/>
            <p14:sldId id="599"/>
            <p14:sldId id="600"/>
            <p14:sldId id="601"/>
            <p14:sldId id="640"/>
            <p14:sldId id="602"/>
            <p14:sldId id="604"/>
            <p14:sldId id="608"/>
            <p14:sldId id="603"/>
            <p14:sldId id="605"/>
            <p14:sldId id="606"/>
            <p14:sldId id="610"/>
            <p14:sldId id="611"/>
            <p14:sldId id="613"/>
            <p14:sldId id="614"/>
            <p14:sldId id="620"/>
            <p14:sldId id="621"/>
            <p14:sldId id="622"/>
            <p14:sldId id="615"/>
            <p14:sldId id="624"/>
            <p14:sldId id="616"/>
            <p14:sldId id="623"/>
            <p14:sldId id="641"/>
            <p14:sldId id="625"/>
            <p14:sldId id="643"/>
            <p14:sldId id="628"/>
            <p14:sldId id="644"/>
            <p14:sldId id="630"/>
            <p14:sldId id="631"/>
            <p14:sldId id="645"/>
            <p14:sldId id="561"/>
            <p14:sldId id="649"/>
            <p14:sldId id="650"/>
            <p14:sldId id="651"/>
            <p14:sldId id="652"/>
            <p14:sldId id="653"/>
            <p14:sldId id="654"/>
            <p14:sldId id="655"/>
            <p14:sldId id="656"/>
            <p14:sldId id="657"/>
            <p14:sldId id="658"/>
            <p14:sldId id="659"/>
            <p14:sldId id="660"/>
            <p14:sldId id="661"/>
            <p14:sldId id="662"/>
            <p14:sldId id="663"/>
          </p14:sldIdLst>
        </p14:section>
      </p14:sectionLst>
    </p:ex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0000"/>
    <a:srgbClr val="FFFFFF"/>
    <a:srgbClr val="FFC000"/>
    <a:srgbClr val="FEFFE5"/>
    <a:srgbClr val="63B8FF"/>
    <a:srgbClr val="00B050"/>
    <a:srgbClr val="F0D224"/>
    <a:srgbClr val="DF102C"/>
    <a:srgbClr val="D1D1D1"/>
    <a:srgbClr val="A9A9A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91EBBBCC-DAD2-459C-BE2E-F6DE35CF9A28}" styleName="Dark Style 2 - Accent 3/Accent 4">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3">
              <a:tint val="20000"/>
            </a:schemeClr>
          </a:solidFill>
        </a:fill>
      </a:tcStyle>
    </a:lastRow>
    <a:firstRow>
      <a:tcTxStyle b="on">
        <a:fontRef idx="minor">
          <a:scrgbClr r="0" g="0" b="0"/>
        </a:fontRef>
        <a:schemeClr val="lt1"/>
      </a:tcTxStyle>
      <a:tcStyle>
        <a:tcBdr/>
        <a:fill>
          <a:solidFill>
            <a:schemeClr val="accent4"/>
          </a:solidFill>
        </a:fill>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24" d="100"/>
          <a:sy n="124" d="100"/>
        </p:scale>
        <p:origin x="312" y="86"/>
      </p:cViewPr>
      <p:guideLst>
        <p:guide orient="horz" pos="2160"/>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handoutMaster" Target="handoutMasters/handoutMaster1.xml"/><Relationship Id="rId55" Type="http://schemas.microsoft.com/office/2016/11/relationships/changesInfo" Target="changesInfos/changesInfo1.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theme" Target="theme/theme1.xml"/><Relationship Id="rId5" Type="http://schemas.openxmlformats.org/officeDocument/2006/relationships/slide" Target="slides/slide4.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8" Type="http://schemas.openxmlformats.org/officeDocument/2006/relationships/slide" Target="slides/slide7.xml"/><Relationship Id="rId51" Type="http://schemas.openxmlformats.org/officeDocument/2006/relationships/presProps" Target="pres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notesMaster" Target="notesMasters/notesMaster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Luis Carlos Guevara Hernandez" userId="946bcc4c-b146-4724-978c-751fab731e0a" providerId="ADAL" clId="{E8E95438-7D72-4151-95E2-CCAFE31D1FDF}"/>
    <pc:docChg chg="undo custSel addSld delSld modSld sldOrd modMainMaster addSection delSection modSection">
      <pc:chgData name="Luis Carlos Guevara Hernandez" userId="946bcc4c-b146-4724-978c-751fab731e0a" providerId="ADAL" clId="{E8E95438-7D72-4151-95E2-CCAFE31D1FDF}" dt="2026-05-28T22:31:02.163" v="21260" actId="17851"/>
      <pc:docMkLst>
        <pc:docMk/>
      </pc:docMkLst>
      <pc:sldChg chg="del">
        <pc:chgData name="Luis Carlos Guevara Hernandez" userId="946bcc4c-b146-4724-978c-751fab731e0a" providerId="ADAL" clId="{E8E95438-7D72-4151-95E2-CCAFE31D1FDF}" dt="2026-05-28T22:30:54.497" v="21257" actId="47"/>
        <pc:sldMkLst>
          <pc:docMk/>
          <pc:sldMk cId="2617361237" sldId="382"/>
        </pc:sldMkLst>
      </pc:sldChg>
      <pc:sldChg chg="del">
        <pc:chgData name="Luis Carlos Guevara Hernandez" userId="946bcc4c-b146-4724-978c-751fab731e0a" providerId="ADAL" clId="{E8E95438-7D72-4151-95E2-CCAFE31D1FDF}" dt="2026-05-28T22:30:54.497" v="21257" actId="47"/>
        <pc:sldMkLst>
          <pc:docMk/>
          <pc:sldMk cId="1500461336" sldId="428"/>
        </pc:sldMkLst>
      </pc:sldChg>
      <pc:sldChg chg="del">
        <pc:chgData name="Luis Carlos Guevara Hernandez" userId="946bcc4c-b146-4724-978c-751fab731e0a" providerId="ADAL" clId="{E8E95438-7D72-4151-95E2-CCAFE31D1FDF}" dt="2026-05-28T22:30:54.497" v="21257" actId="47"/>
        <pc:sldMkLst>
          <pc:docMk/>
          <pc:sldMk cId="1101207993" sldId="568"/>
        </pc:sldMkLst>
      </pc:sldChg>
      <pc:sldChg chg="del">
        <pc:chgData name="Luis Carlos Guevara Hernandez" userId="946bcc4c-b146-4724-978c-751fab731e0a" providerId="ADAL" clId="{E8E95438-7D72-4151-95E2-CCAFE31D1FDF}" dt="2026-05-28T22:30:54.497" v="21257" actId="47"/>
        <pc:sldMkLst>
          <pc:docMk/>
          <pc:sldMk cId="1947921840" sldId="569"/>
        </pc:sldMkLst>
      </pc:sldChg>
      <pc:sldChg chg="del">
        <pc:chgData name="Luis Carlos Guevara Hernandez" userId="946bcc4c-b146-4724-978c-751fab731e0a" providerId="ADAL" clId="{E8E95438-7D72-4151-95E2-CCAFE31D1FDF}" dt="2026-05-28T22:30:54.497" v="21257" actId="47"/>
        <pc:sldMkLst>
          <pc:docMk/>
          <pc:sldMk cId="2490768191" sldId="570"/>
        </pc:sldMkLst>
      </pc:sldChg>
      <pc:sldChg chg="del">
        <pc:chgData name="Luis Carlos Guevara Hernandez" userId="946bcc4c-b146-4724-978c-751fab731e0a" providerId="ADAL" clId="{E8E95438-7D72-4151-95E2-CCAFE31D1FDF}" dt="2026-05-28T22:30:54.497" v="21257" actId="47"/>
        <pc:sldMkLst>
          <pc:docMk/>
          <pc:sldMk cId="2745213680" sldId="571"/>
        </pc:sldMkLst>
      </pc:sldChg>
      <pc:sldChg chg="del">
        <pc:chgData name="Luis Carlos Guevara Hernandez" userId="946bcc4c-b146-4724-978c-751fab731e0a" providerId="ADAL" clId="{E8E95438-7D72-4151-95E2-CCAFE31D1FDF}" dt="2026-05-28T22:30:54.497" v="21257" actId="47"/>
        <pc:sldMkLst>
          <pc:docMk/>
          <pc:sldMk cId="568986688" sldId="572"/>
        </pc:sldMkLst>
      </pc:sldChg>
      <pc:sldChg chg="del">
        <pc:chgData name="Luis Carlos Guevara Hernandez" userId="946bcc4c-b146-4724-978c-751fab731e0a" providerId="ADAL" clId="{E8E95438-7D72-4151-95E2-CCAFE31D1FDF}" dt="2026-05-28T22:30:54.497" v="21257" actId="47"/>
        <pc:sldMkLst>
          <pc:docMk/>
          <pc:sldMk cId="2762708158" sldId="573"/>
        </pc:sldMkLst>
      </pc:sldChg>
      <pc:sldChg chg="del">
        <pc:chgData name="Luis Carlos Guevara Hernandez" userId="946bcc4c-b146-4724-978c-751fab731e0a" providerId="ADAL" clId="{E8E95438-7D72-4151-95E2-CCAFE31D1FDF}" dt="2026-05-28T22:30:54.497" v="21257" actId="47"/>
        <pc:sldMkLst>
          <pc:docMk/>
          <pc:sldMk cId="3985388120" sldId="575"/>
        </pc:sldMkLst>
      </pc:sldChg>
      <pc:sldChg chg="del">
        <pc:chgData name="Luis Carlos Guevara Hernandez" userId="946bcc4c-b146-4724-978c-751fab731e0a" providerId="ADAL" clId="{E8E95438-7D72-4151-95E2-CCAFE31D1FDF}" dt="2026-05-28T22:30:54.497" v="21257" actId="47"/>
        <pc:sldMkLst>
          <pc:docMk/>
          <pc:sldMk cId="21704334" sldId="576"/>
        </pc:sldMkLst>
      </pc:sldChg>
      <pc:sldChg chg="del">
        <pc:chgData name="Luis Carlos Guevara Hernandez" userId="946bcc4c-b146-4724-978c-751fab731e0a" providerId="ADAL" clId="{E8E95438-7D72-4151-95E2-CCAFE31D1FDF}" dt="2026-05-28T22:30:54.497" v="21257" actId="47"/>
        <pc:sldMkLst>
          <pc:docMk/>
          <pc:sldMk cId="2205933981" sldId="577"/>
        </pc:sldMkLst>
      </pc:sldChg>
      <pc:sldChg chg="del">
        <pc:chgData name="Luis Carlos Guevara Hernandez" userId="946bcc4c-b146-4724-978c-751fab731e0a" providerId="ADAL" clId="{E8E95438-7D72-4151-95E2-CCAFE31D1FDF}" dt="2026-05-28T22:30:54.497" v="21257" actId="47"/>
        <pc:sldMkLst>
          <pc:docMk/>
          <pc:sldMk cId="259161432" sldId="578"/>
        </pc:sldMkLst>
      </pc:sldChg>
      <pc:sldChg chg="del">
        <pc:chgData name="Luis Carlos Guevara Hernandez" userId="946bcc4c-b146-4724-978c-751fab731e0a" providerId="ADAL" clId="{E8E95438-7D72-4151-95E2-CCAFE31D1FDF}" dt="2026-05-28T22:30:54.497" v="21257" actId="47"/>
        <pc:sldMkLst>
          <pc:docMk/>
          <pc:sldMk cId="2253098466" sldId="579"/>
        </pc:sldMkLst>
      </pc:sldChg>
      <pc:sldChg chg="del">
        <pc:chgData name="Luis Carlos Guevara Hernandez" userId="946bcc4c-b146-4724-978c-751fab731e0a" providerId="ADAL" clId="{E8E95438-7D72-4151-95E2-CCAFE31D1FDF}" dt="2026-05-28T22:30:54.497" v="21257" actId="47"/>
        <pc:sldMkLst>
          <pc:docMk/>
          <pc:sldMk cId="1637060025" sldId="580"/>
        </pc:sldMkLst>
      </pc:sldChg>
      <pc:sldChg chg="del">
        <pc:chgData name="Luis Carlos Guevara Hernandez" userId="946bcc4c-b146-4724-978c-751fab731e0a" providerId="ADAL" clId="{E8E95438-7D72-4151-95E2-CCAFE31D1FDF}" dt="2026-05-28T22:30:54.497" v="21257" actId="47"/>
        <pc:sldMkLst>
          <pc:docMk/>
          <pc:sldMk cId="1704885461" sldId="581"/>
        </pc:sldMkLst>
      </pc:sldChg>
      <pc:sldChg chg="del">
        <pc:chgData name="Luis Carlos Guevara Hernandez" userId="946bcc4c-b146-4724-978c-751fab731e0a" providerId="ADAL" clId="{E8E95438-7D72-4151-95E2-CCAFE31D1FDF}" dt="2026-05-28T22:30:54.497" v="21257" actId="47"/>
        <pc:sldMkLst>
          <pc:docMk/>
          <pc:sldMk cId="2046372682" sldId="585"/>
        </pc:sldMkLst>
      </pc:sldChg>
      <pc:sldChg chg="del">
        <pc:chgData name="Luis Carlos Guevara Hernandez" userId="946bcc4c-b146-4724-978c-751fab731e0a" providerId="ADAL" clId="{E8E95438-7D72-4151-95E2-CCAFE31D1FDF}" dt="2026-05-28T22:30:54.497" v="21257" actId="47"/>
        <pc:sldMkLst>
          <pc:docMk/>
          <pc:sldMk cId="2021300372" sldId="586"/>
        </pc:sldMkLst>
      </pc:sldChg>
      <pc:sldChg chg="del">
        <pc:chgData name="Luis Carlos Guevara Hernandez" userId="946bcc4c-b146-4724-978c-751fab731e0a" providerId="ADAL" clId="{E8E95438-7D72-4151-95E2-CCAFE31D1FDF}" dt="2026-05-28T22:30:54.497" v="21257" actId="47"/>
        <pc:sldMkLst>
          <pc:docMk/>
          <pc:sldMk cId="3030760361" sldId="587"/>
        </pc:sldMkLst>
      </pc:sldChg>
      <pc:sldChg chg="del">
        <pc:chgData name="Luis Carlos Guevara Hernandez" userId="946bcc4c-b146-4724-978c-751fab731e0a" providerId="ADAL" clId="{E8E95438-7D72-4151-95E2-CCAFE31D1FDF}" dt="2026-05-28T22:30:54.497" v="21257" actId="47"/>
        <pc:sldMkLst>
          <pc:docMk/>
          <pc:sldMk cId="916296861" sldId="588"/>
        </pc:sldMkLst>
      </pc:sldChg>
      <pc:sldChg chg="del">
        <pc:chgData name="Luis Carlos Guevara Hernandez" userId="946bcc4c-b146-4724-978c-751fab731e0a" providerId="ADAL" clId="{E8E95438-7D72-4151-95E2-CCAFE31D1FDF}" dt="2026-05-28T22:30:54.497" v="21257" actId="47"/>
        <pc:sldMkLst>
          <pc:docMk/>
          <pc:sldMk cId="1448920878" sldId="589"/>
        </pc:sldMkLst>
      </pc:sldChg>
      <pc:sldChg chg="del">
        <pc:chgData name="Luis Carlos Guevara Hernandez" userId="946bcc4c-b146-4724-978c-751fab731e0a" providerId="ADAL" clId="{E8E95438-7D72-4151-95E2-CCAFE31D1FDF}" dt="2026-05-28T22:30:54.497" v="21257" actId="47"/>
        <pc:sldMkLst>
          <pc:docMk/>
          <pc:sldMk cId="1876272199" sldId="590"/>
        </pc:sldMkLst>
      </pc:sldChg>
      <pc:sldChg chg="del">
        <pc:chgData name="Luis Carlos Guevara Hernandez" userId="946bcc4c-b146-4724-978c-751fab731e0a" providerId="ADAL" clId="{E8E95438-7D72-4151-95E2-CCAFE31D1FDF}" dt="2026-05-28T22:30:54.497" v="21257" actId="47"/>
        <pc:sldMkLst>
          <pc:docMk/>
          <pc:sldMk cId="3741968592" sldId="591"/>
        </pc:sldMkLst>
      </pc:sldChg>
      <pc:sldChg chg="del">
        <pc:chgData name="Luis Carlos Guevara Hernandez" userId="946bcc4c-b146-4724-978c-751fab731e0a" providerId="ADAL" clId="{E8E95438-7D72-4151-95E2-CCAFE31D1FDF}" dt="2026-05-28T22:30:54.497" v="21257" actId="47"/>
        <pc:sldMkLst>
          <pc:docMk/>
          <pc:sldMk cId="2141593356" sldId="592"/>
        </pc:sldMkLst>
      </pc:sldChg>
      <pc:sldChg chg="del">
        <pc:chgData name="Luis Carlos Guevara Hernandez" userId="946bcc4c-b146-4724-978c-751fab731e0a" providerId="ADAL" clId="{E8E95438-7D72-4151-95E2-CCAFE31D1FDF}" dt="2026-05-28T22:30:54.497" v="21257" actId="47"/>
        <pc:sldMkLst>
          <pc:docMk/>
          <pc:sldMk cId="2772059516" sldId="593"/>
        </pc:sldMkLst>
      </pc:sldChg>
      <pc:sldChg chg="del">
        <pc:chgData name="Luis Carlos Guevara Hernandez" userId="946bcc4c-b146-4724-978c-751fab731e0a" providerId="ADAL" clId="{E8E95438-7D72-4151-95E2-CCAFE31D1FDF}" dt="2026-05-28T22:30:54.497" v="21257" actId="47"/>
        <pc:sldMkLst>
          <pc:docMk/>
          <pc:sldMk cId="1303001937" sldId="595"/>
        </pc:sldMkLst>
      </pc:sldChg>
      <pc:sldChg chg="del">
        <pc:chgData name="Luis Carlos Guevara Hernandez" userId="946bcc4c-b146-4724-978c-751fab731e0a" providerId="ADAL" clId="{E8E95438-7D72-4151-95E2-CCAFE31D1FDF}" dt="2026-05-28T22:30:54.497" v="21257" actId="47"/>
        <pc:sldMkLst>
          <pc:docMk/>
          <pc:sldMk cId="2183303452" sldId="596"/>
        </pc:sldMkLst>
      </pc:sldChg>
      <pc:sldChg chg="del">
        <pc:chgData name="Luis Carlos Guevara Hernandez" userId="946bcc4c-b146-4724-978c-751fab731e0a" providerId="ADAL" clId="{E8E95438-7D72-4151-95E2-CCAFE31D1FDF}" dt="2026-05-28T22:30:54.497" v="21257" actId="47"/>
        <pc:sldMkLst>
          <pc:docMk/>
          <pc:sldMk cId="2379727433" sldId="598"/>
        </pc:sldMkLst>
      </pc:sldChg>
      <pc:sldChg chg="addSp delSp del mod">
        <pc:chgData name="Luis Carlos Guevara Hernandez" userId="946bcc4c-b146-4724-978c-751fab731e0a" providerId="ADAL" clId="{E8E95438-7D72-4151-95E2-CCAFE31D1FDF}" dt="2026-05-28T22:30:54.497" v="21257" actId="47"/>
        <pc:sldMkLst>
          <pc:docMk/>
          <pc:sldMk cId="2087681209" sldId="632"/>
        </pc:sldMkLst>
      </pc:sldChg>
      <pc:sldChg chg="del">
        <pc:chgData name="Luis Carlos Guevara Hernandez" userId="946bcc4c-b146-4724-978c-751fab731e0a" providerId="ADAL" clId="{E8E95438-7D72-4151-95E2-CCAFE31D1FDF}" dt="2026-05-28T22:30:54.497" v="21257" actId="47"/>
        <pc:sldMkLst>
          <pc:docMk/>
          <pc:sldMk cId="2574808474" sldId="633"/>
        </pc:sldMkLst>
      </pc:sldChg>
      <pc:sldChg chg="del">
        <pc:chgData name="Luis Carlos Guevara Hernandez" userId="946bcc4c-b146-4724-978c-751fab731e0a" providerId="ADAL" clId="{E8E95438-7D72-4151-95E2-CCAFE31D1FDF}" dt="2026-05-28T22:30:54.497" v="21257" actId="47"/>
        <pc:sldMkLst>
          <pc:docMk/>
          <pc:sldMk cId="2123169281" sldId="636"/>
        </pc:sldMkLst>
      </pc:sldChg>
      <pc:sldChg chg="del">
        <pc:chgData name="Luis Carlos Guevara Hernandez" userId="946bcc4c-b146-4724-978c-751fab731e0a" providerId="ADAL" clId="{E8E95438-7D72-4151-95E2-CCAFE31D1FDF}" dt="2026-05-28T22:30:54.497" v="21257" actId="47"/>
        <pc:sldMkLst>
          <pc:docMk/>
          <pc:sldMk cId="903404991" sldId="637"/>
        </pc:sldMkLst>
      </pc:sldChg>
      <pc:sldChg chg="del">
        <pc:chgData name="Luis Carlos Guevara Hernandez" userId="946bcc4c-b146-4724-978c-751fab731e0a" providerId="ADAL" clId="{E8E95438-7D72-4151-95E2-CCAFE31D1FDF}" dt="2026-05-28T22:30:54.497" v="21257" actId="47"/>
        <pc:sldMkLst>
          <pc:docMk/>
          <pc:sldMk cId="1073563220" sldId="638"/>
        </pc:sldMkLst>
      </pc:sldChg>
    </pc:docChg>
  </pc:docChgLst>
  <pc:docChgLst>
    <pc:chgData name="Luis Carlos Guevara Hernandez" userId="946bcc4c-b146-4724-978c-751fab731e0a" providerId="ADAL" clId="{8D45B6E4-1233-4CBF-9F60-0793E96FE6AE}"/>
    <pc:docChg chg="custSel modSld">
      <pc:chgData name="Luis Carlos Guevara Hernandez" userId="946bcc4c-b146-4724-978c-751fab731e0a" providerId="ADAL" clId="{8D45B6E4-1233-4CBF-9F60-0793E96FE6AE}" dt="2026-04-29T15:25:15.990" v="103"/>
      <pc:docMkLst>
        <pc:docMk/>
      </pc:docMkLst>
      <pc:sldChg chg="modAnim">
        <pc:chgData name="Luis Carlos Guevara Hernandez" userId="946bcc4c-b146-4724-978c-751fab731e0a" providerId="ADAL" clId="{8D45B6E4-1233-4CBF-9F60-0793E96FE6AE}" dt="2026-04-29T15:20:02.381" v="13"/>
        <pc:sldMkLst>
          <pc:docMk/>
          <pc:sldMk cId="1005345549" sldId="561"/>
        </pc:sldMkLst>
      </pc:sldChg>
      <pc:sldChg chg="modAnim">
        <pc:chgData name="Luis Carlos Guevara Hernandez" userId="946bcc4c-b146-4724-978c-751fab731e0a" providerId="ADAL" clId="{8D45B6E4-1233-4CBF-9F60-0793E96FE6AE}" dt="2026-04-29T15:20:25.019" v="17"/>
        <pc:sldMkLst>
          <pc:docMk/>
          <pc:sldMk cId="1387914262" sldId="649"/>
        </pc:sldMkLst>
      </pc:sldChg>
      <pc:sldChg chg="modAnim">
        <pc:chgData name="Luis Carlos Guevara Hernandez" userId="946bcc4c-b146-4724-978c-751fab731e0a" providerId="ADAL" clId="{8D45B6E4-1233-4CBF-9F60-0793E96FE6AE}" dt="2026-04-29T15:20:36.978" v="19"/>
        <pc:sldMkLst>
          <pc:docMk/>
          <pc:sldMk cId="96907653" sldId="650"/>
        </pc:sldMkLst>
      </pc:sldChg>
      <pc:sldChg chg="modAnim">
        <pc:chgData name="Luis Carlos Guevara Hernandez" userId="946bcc4c-b146-4724-978c-751fab731e0a" providerId="ADAL" clId="{8D45B6E4-1233-4CBF-9F60-0793E96FE6AE}" dt="2026-04-29T15:20:42.595" v="20"/>
        <pc:sldMkLst>
          <pc:docMk/>
          <pc:sldMk cId="435609481" sldId="651"/>
        </pc:sldMkLst>
      </pc:sldChg>
      <pc:sldChg chg="addSp delSp modSp mod delAnim modAnim">
        <pc:chgData name="Luis Carlos Guevara Hernandez" userId="946bcc4c-b146-4724-978c-751fab731e0a" providerId="ADAL" clId="{8D45B6E4-1233-4CBF-9F60-0793E96FE6AE}" dt="2026-04-29T15:25:15.990" v="103"/>
        <pc:sldMkLst>
          <pc:docMk/>
          <pc:sldMk cId="1466606313" sldId="652"/>
        </pc:sldMkLst>
        <pc:spChg chg="add mod">
          <ac:chgData name="Luis Carlos Guevara Hernandez" userId="946bcc4c-b146-4724-978c-751fab731e0a" providerId="ADAL" clId="{8D45B6E4-1233-4CBF-9F60-0793E96FE6AE}" dt="2026-04-29T15:24:54.852" v="102" actId="1036"/>
          <ac:spMkLst>
            <pc:docMk/>
            <pc:sldMk cId="1466606313" sldId="652"/>
            <ac:spMk id="11" creationId="{3BDF71AB-ABBB-D86F-5658-37AF1E1E438F}"/>
          </ac:spMkLst>
        </pc:spChg>
        <pc:spChg chg="add mod">
          <ac:chgData name="Luis Carlos Guevara Hernandez" userId="946bcc4c-b146-4724-978c-751fab731e0a" providerId="ADAL" clId="{8D45B6E4-1233-4CBF-9F60-0793E96FE6AE}" dt="2026-04-29T15:24:54.852" v="102" actId="1036"/>
          <ac:spMkLst>
            <pc:docMk/>
            <pc:sldMk cId="1466606313" sldId="652"/>
            <ac:spMk id="21" creationId="{FA204C90-5024-9451-AB07-8C9B6E4623D5}"/>
          </ac:spMkLst>
        </pc:spChg>
        <pc:spChg chg="add mod">
          <ac:chgData name="Luis Carlos Guevara Hernandez" userId="946bcc4c-b146-4724-978c-751fab731e0a" providerId="ADAL" clId="{8D45B6E4-1233-4CBF-9F60-0793E96FE6AE}" dt="2026-04-29T15:24:54.852" v="102" actId="1036"/>
          <ac:spMkLst>
            <pc:docMk/>
            <pc:sldMk cId="1466606313" sldId="652"/>
            <ac:spMk id="26" creationId="{D891AF48-90B1-6A91-5811-AC471E5FDADE}"/>
          </ac:spMkLst>
        </pc:spChg>
        <pc:spChg chg="add mod">
          <ac:chgData name="Luis Carlos Guevara Hernandez" userId="946bcc4c-b146-4724-978c-751fab731e0a" providerId="ADAL" clId="{8D45B6E4-1233-4CBF-9F60-0793E96FE6AE}" dt="2026-04-29T15:24:54.852" v="102" actId="1036"/>
          <ac:spMkLst>
            <pc:docMk/>
            <pc:sldMk cId="1466606313" sldId="652"/>
            <ac:spMk id="27" creationId="{76068826-8406-2C61-0B2A-1494D6DBB849}"/>
          </ac:spMkLst>
        </pc:spChg>
        <pc:spChg chg="add mod">
          <ac:chgData name="Luis Carlos Guevara Hernandez" userId="946bcc4c-b146-4724-978c-751fab731e0a" providerId="ADAL" clId="{8D45B6E4-1233-4CBF-9F60-0793E96FE6AE}" dt="2026-04-29T15:24:54.852" v="102" actId="1036"/>
          <ac:spMkLst>
            <pc:docMk/>
            <pc:sldMk cId="1466606313" sldId="652"/>
            <ac:spMk id="28" creationId="{8E2E2D99-6A12-A326-BE19-1EA6E5FB17CF}"/>
          </ac:spMkLst>
        </pc:spChg>
        <pc:spChg chg="add mod">
          <ac:chgData name="Luis Carlos Guevara Hernandez" userId="946bcc4c-b146-4724-978c-751fab731e0a" providerId="ADAL" clId="{8D45B6E4-1233-4CBF-9F60-0793E96FE6AE}" dt="2026-04-29T15:24:54.852" v="102" actId="1036"/>
          <ac:spMkLst>
            <pc:docMk/>
            <pc:sldMk cId="1466606313" sldId="652"/>
            <ac:spMk id="29" creationId="{80366BC7-5BA2-C54D-0784-63732EBD1BD7}"/>
          </ac:spMkLst>
        </pc:spChg>
        <pc:spChg chg="add mod">
          <ac:chgData name="Luis Carlos Guevara Hernandez" userId="946bcc4c-b146-4724-978c-751fab731e0a" providerId="ADAL" clId="{8D45B6E4-1233-4CBF-9F60-0793E96FE6AE}" dt="2026-04-29T15:24:54.852" v="102" actId="1036"/>
          <ac:spMkLst>
            <pc:docMk/>
            <pc:sldMk cId="1466606313" sldId="652"/>
            <ac:spMk id="30" creationId="{04F76478-B326-5731-997B-414E0F0AA12E}"/>
          </ac:spMkLst>
        </pc:spChg>
        <pc:spChg chg="add mod">
          <ac:chgData name="Luis Carlos Guevara Hernandez" userId="946bcc4c-b146-4724-978c-751fab731e0a" providerId="ADAL" clId="{8D45B6E4-1233-4CBF-9F60-0793E96FE6AE}" dt="2026-04-29T15:24:54.852" v="102" actId="1036"/>
          <ac:spMkLst>
            <pc:docMk/>
            <pc:sldMk cId="1466606313" sldId="652"/>
            <ac:spMk id="31" creationId="{2AE10770-97DD-3E8F-F917-5C738E8C09D9}"/>
          </ac:spMkLst>
        </pc:spChg>
        <pc:spChg chg="add mod">
          <ac:chgData name="Luis Carlos Guevara Hernandez" userId="946bcc4c-b146-4724-978c-751fab731e0a" providerId="ADAL" clId="{8D45B6E4-1233-4CBF-9F60-0793E96FE6AE}" dt="2026-04-29T15:24:54.852" v="102" actId="1036"/>
          <ac:spMkLst>
            <pc:docMk/>
            <pc:sldMk cId="1466606313" sldId="652"/>
            <ac:spMk id="32" creationId="{0000F49D-48C1-E430-4A7B-3BF9F055B21E}"/>
          </ac:spMkLst>
        </pc:spChg>
        <pc:spChg chg="add mod">
          <ac:chgData name="Luis Carlos Guevara Hernandez" userId="946bcc4c-b146-4724-978c-751fab731e0a" providerId="ADAL" clId="{8D45B6E4-1233-4CBF-9F60-0793E96FE6AE}" dt="2026-04-29T15:24:54.852" v="102" actId="1036"/>
          <ac:spMkLst>
            <pc:docMk/>
            <pc:sldMk cId="1466606313" sldId="652"/>
            <ac:spMk id="34" creationId="{AE57B7FA-4F27-DA84-4FCC-CAA73E5634C8}"/>
          </ac:spMkLst>
        </pc:spChg>
      </pc:sldChg>
      <pc:sldChg chg="modSp mod modAnim">
        <pc:chgData name="Luis Carlos Guevara Hernandez" userId="946bcc4c-b146-4724-978c-751fab731e0a" providerId="ADAL" clId="{8D45B6E4-1233-4CBF-9F60-0793E96FE6AE}" dt="2026-04-29T15:21:19.470" v="31"/>
        <pc:sldMkLst>
          <pc:docMk/>
          <pc:sldMk cId="2650863636" sldId="653"/>
        </pc:sldMkLst>
        <pc:spChg chg="mod">
          <ac:chgData name="Luis Carlos Guevara Hernandez" userId="946bcc4c-b146-4724-978c-751fab731e0a" providerId="ADAL" clId="{8D45B6E4-1233-4CBF-9F60-0793E96FE6AE}" dt="2026-04-29T15:21:01.248" v="25" actId="14100"/>
          <ac:spMkLst>
            <pc:docMk/>
            <pc:sldMk cId="2650863636" sldId="653"/>
            <ac:spMk id="28" creationId="{24FC3966-7D8E-85A0-E454-2701A0D8447A}"/>
          </ac:spMkLst>
        </pc:spChg>
        <pc:spChg chg="mod">
          <ac:chgData name="Luis Carlos Guevara Hernandez" userId="946bcc4c-b146-4724-978c-751fab731e0a" providerId="ADAL" clId="{8D45B6E4-1233-4CBF-9F60-0793E96FE6AE}" dt="2026-04-29T15:21:17.998" v="30" actId="1076"/>
          <ac:spMkLst>
            <pc:docMk/>
            <pc:sldMk cId="2650863636" sldId="653"/>
            <ac:spMk id="43" creationId="{A3DD6361-611B-6198-C2CF-B6BF97829151}"/>
          </ac:spMkLst>
        </pc:spChg>
      </pc:sldChg>
      <pc:sldChg chg="modAnim">
        <pc:chgData name="Luis Carlos Guevara Hernandez" userId="946bcc4c-b146-4724-978c-751fab731e0a" providerId="ADAL" clId="{8D45B6E4-1233-4CBF-9F60-0793E96FE6AE}" dt="2026-04-29T15:21:46.533" v="34"/>
        <pc:sldMkLst>
          <pc:docMk/>
          <pc:sldMk cId="2574727755" sldId="654"/>
        </pc:sldMkLst>
      </pc:sldChg>
      <pc:sldChg chg="modAnim">
        <pc:chgData name="Luis Carlos Guevara Hernandez" userId="946bcc4c-b146-4724-978c-751fab731e0a" providerId="ADAL" clId="{8D45B6E4-1233-4CBF-9F60-0793E96FE6AE}" dt="2026-04-29T15:22:13.409" v="39"/>
        <pc:sldMkLst>
          <pc:docMk/>
          <pc:sldMk cId="715301883" sldId="655"/>
        </pc:sldMkLst>
      </pc:sldChg>
      <pc:sldChg chg="addSp delSp modSp mod">
        <pc:chgData name="Luis Carlos Guevara Hernandez" userId="946bcc4c-b146-4724-978c-751fab731e0a" providerId="ADAL" clId="{8D45B6E4-1233-4CBF-9F60-0793E96FE6AE}" dt="2026-04-29T15:23:03.447" v="41"/>
        <pc:sldMkLst>
          <pc:docMk/>
          <pc:sldMk cId="2251123496" sldId="658"/>
        </pc:sldMkLst>
        <pc:graphicFrameChg chg="add mod">
          <ac:chgData name="Luis Carlos Guevara Hernandez" userId="946bcc4c-b146-4724-978c-751fab731e0a" providerId="ADAL" clId="{8D45B6E4-1233-4CBF-9F60-0793E96FE6AE}" dt="2026-04-29T15:23:03.447" v="41"/>
          <ac:graphicFrameMkLst>
            <pc:docMk/>
            <pc:sldMk cId="2251123496" sldId="658"/>
            <ac:graphicFrameMk id="9" creationId="{E59DC8B7-BE89-3FC5-358A-E758AC4A161A}"/>
          </ac:graphicFrameMkLst>
        </pc:graphicFrameChg>
      </pc:sldChg>
      <pc:sldChg chg="delSp modSp mod">
        <pc:chgData name="Luis Carlos Guevara Hernandez" userId="946bcc4c-b146-4724-978c-751fab731e0a" providerId="ADAL" clId="{8D45B6E4-1233-4CBF-9F60-0793E96FE6AE}" dt="2026-04-29T15:23:47.210" v="44" actId="14100"/>
        <pc:sldMkLst>
          <pc:docMk/>
          <pc:sldMk cId="582491116" sldId="659"/>
        </pc:sldMkLst>
        <pc:spChg chg="mod">
          <ac:chgData name="Luis Carlos Guevara Hernandez" userId="946bcc4c-b146-4724-978c-751fab731e0a" providerId="ADAL" clId="{8D45B6E4-1233-4CBF-9F60-0793E96FE6AE}" dt="2026-04-29T15:23:47.210" v="44" actId="14100"/>
          <ac:spMkLst>
            <pc:docMk/>
            <pc:sldMk cId="582491116" sldId="659"/>
            <ac:spMk id="15" creationId="{4D3E61E2-3300-18C0-35FE-9DEC03AEF019}"/>
          </ac:spMkLst>
        </pc:spChg>
        <pc:spChg chg="mod">
          <ac:chgData name="Luis Carlos Guevara Hernandez" userId="946bcc4c-b146-4724-978c-751fab731e0a" providerId="ADAL" clId="{8D45B6E4-1233-4CBF-9F60-0793E96FE6AE}" dt="2026-04-29T15:23:42.163" v="43" actId="14100"/>
          <ac:spMkLst>
            <pc:docMk/>
            <pc:sldMk cId="582491116" sldId="659"/>
            <ac:spMk id="20" creationId="{4F2B4FD0-17AB-3B7E-FD35-56ABB550BB10}"/>
          </ac:spMkLst>
        </pc:spChg>
      </pc:sldChg>
      <pc:sldChg chg="modTransition">
        <pc:chgData name="Luis Carlos Guevara Hernandez" userId="946bcc4c-b146-4724-978c-751fab731e0a" providerId="ADAL" clId="{8D45B6E4-1233-4CBF-9F60-0793E96FE6AE}" dt="2026-04-29T15:24:14.690" v="46"/>
        <pc:sldMkLst>
          <pc:docMk/>
          <pc:sldMk cId="943512436" sldId="662"/>
        </pc:sldMkLst>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42E701E5-B3C4-97DF-1176-2AFC85B6DD06}"/>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a:extLst>
              <a:ext uri="{FF2B5EF4-FFF2-40B4-BE49-F238E27FC236}">
                <a16:creationId xmlns:a16="http://schemas.microsoft.com/office/drawing/2014/main" id="{D9D20163-749A-1D0F-B680-5053BC53A41E}"/>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FD790100-FC31-4E00-A218-96376BE64108}" type="datetimeFigureOut">
              <a:rPr lang="en-GB" smtClean="0"/>
              <a:t>28/05/2026</a:t>
            </a:fld>
            <a:endParaRPr lang="en-GB"/>
          </a:p>
        </p:txBody>
      </p:sp>
      <p:sp>
        <p:nvSpPr>
          <p:cNvPr id="4" name="Footer Placeholder 3">
            <a:extLst>
              <a:ext uri="{FF2B5EF4-FFF2-40B4-BE49-F238E27FC236}">
                <a16:creationId xmlns:a16="http://schemas.microsoft.com/office/drawing/2014/main" id="{1737B271-DC03-A3C9-7588-BAB858DBB266}"/>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5" name="Slide Number Placeholder 4">
            <a:extLst>
              <a:ext uri="{FF2B5EF4-FFF2-40B4-BE49-F238E27FC236}">
                <a16:creationId xmlns:a16="http://schemas.microsoft.com/office/drawing/2014/main" id="{31754CDE-0013-785C-124F-0E09A6C2C34A}"/>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619A6E62-FD2E-4AD2-B3A8-40B3BB0A9FE6}" type="slidenum">
              <a:rPr lang="en-GB" smtClean="0"/>
              <a:t>‹#›</a:t>
            </a:fld>
            <a:endParaRPr lang="en-GB"/>
          </a:p>
        </p:txBody>
      </p:sp>
    </p:spTree>
    <p:extLst>
      <p:ext uri="{BB962C8B-B14F-4D97-AF65-F5344CB8AC3E}">
        <p14:creationId xmlns:p14="http://schemas.microsoft.com/office/powerpoint/2010/main" val="215849644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64FB681-422F-492A-A538-67B2BCA02B73}" type="datetimeFigureOut">
              <a:rPr lang="en-GB" smtClean="0"/>
              <a:t>28/05/2026</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528808D-F8FF-4F45-9B49-F778C5ECCDCA}" type="slidenum">
              <a:rPr lang="en-GB" smtClean="0"/>
              <a:t>‹#›</a:t>
            </a:fld>
            <a:endParaRPr lang="en-GB"/>
          </a:p>
        </p:txBody>
      </p:sp>
    </p:spTree>
    <p:extLst>
      <p:ext uri="{BB962C8B-B14F-4D97-AF65-F5344CB8AC3E}">
        <p14:creationId xmlns:p14="http://schemas.microsoft.com/office/powerpoint/2010/main" val="178589111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0FD897-0545-D465-648A-4851481C13A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5F9B948-CE54-47BF-F1D4-509A39ABAFB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5B11EF5-4799-BAA8-2F71-F26DDB9004F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5864C6F-30DE-A970-AB7F-6AD9389ACA0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65514010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3F1F59-53BA-2D38-71BC-43DDB19BCF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627D7C2-3DAF-4CE6-A7EB-317BC4016BA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18D64BB-D787-F68A-F6D6-D53F7D82854B}"/>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440A8033-3A64-87A1-59D6-0DE522B092B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22325449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5E8BEB-CE78-E241-2B6F-CA851A7872B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E4766F-C934-37B1-7DD1-1A6448301C8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6C71ACE-83B7-FDA1-8387-0F8034672FCA}"/>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8BF16B75-5CFE-6703-22A8-62439BFF601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66704825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2D3918-4CDE-384D-ABB3-C0EA5792E44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9B1EF1-8243-24D0-29B8-13E32427119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68E023DC-E09E-D288-5023-1837E48B2C4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CA2E188-8104-6028-3F8B-C02681971DB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3749819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BFD046-8440-48FE-FE53-F3E306FE3DD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60BE64E-9B86-CF03-B17C-BC155D9AC46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75BC3CB-2917-658A-7ED5-227CB171720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9050136-BD9A-54D6-3E96-B8053CFABC4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68356853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816628-14D7-9C57-AAA2-748462BCAB1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975B1F2-C779-D954-9A9F-C4507D69CDD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1022ED2-4250-86BF-A1FA-0433880D74B4}"/>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E298803A-9D1C-336A-0598-9488FA45AE1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7199641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61E914-6C2F-D11A-8B1F-30B103C6873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649D213-31CD-D998-190B-F57BA8FEB1C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ADACE45-4458-4826-42E7-BC75D608406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91F5BED-057F-E78F-0B97-D4DDF8FE31B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75142944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EFEDBD-27B9-E7F2-B208-1D130C2319F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EA151EC-1D74-110C-2EAD-022162EF1F2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B53DBE3-8B64-264F-C11A-19543F14D0F1}"/>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B403F65-419F-9C4F-0E7A-BF119662696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9059800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A2591A-C6F3-0AF3-E831-FE92DB0FE39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CA32A50-A0D7-424F-EEE8-C214BA125CD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410AF94-759D-10C2-ABF4-EFB28684B9F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11A1DBC-C6D4-72D4-7C81-F79222F6EFC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95357306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44A69A-208A-C5F3-3D8A-3B7D2D5C6B3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1757CA6-D59F-B69C-602F-BC7579A7F27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56C4A2A-CF30-7047-D773-FEEB3E27086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3338991-AA91-8CC5-38E6-F14375D2F97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79004863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2517C0-9B04-3C51-DDC8-7A955D5CA4E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61CE0EC-F964-8404-9F0D-58572CC83A6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8C87ABF-34D5-581C-B370-67C9A5410E6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8EAE22DC-CD08-95EF-0A29-00AEC307687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16724825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5AF56E-4EEA-4727-7052-71BD0B690C7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3B82AF6-54A9-EEBB-34A0-6BE088B14D4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0B600D6-4780-CEA1-1289-E25BC2BF870B}"/>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8AD2831-10D2-61D3-84FE-61592046167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53050290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E8E7B2-5E62-D0FA-809F-BF4A139E7B6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C594EF3-D963-6D1F-6790-3CF371EF242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13A1C63-18E7-E423-8BB3-79766DC75C8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F32FAA9-ADCA-8867-19FC-F520488D0BE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39993264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93C18E-D336-F824-8693-26329E3A526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0F9E243-C778-C417-BC0E-EDB7EB7A44A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BD9E633-1E57-2E8A-A50D-4AAA1F18C49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A0ABA507-1B9E-E48A-D821-8F93F91E059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70858921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044351-F19C-07F9-398D-D6A8E8BC13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758008C-2669-5036-A929-548E1AC2DD87}"/>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B38EB75-FBD0-B8A4-BCB5-CFB111695A4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5D0568C-2FD7-7EDB-4B57-9605D7C8E56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92718613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A62DE0-67BC-53F8-CC1D-543109C9C42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27C7B4-2EE8-A7F9-2D6C-67791DBDF56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4495C6D-8E5F-9A83-2250-3C4E1425CED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B7288B4-9B37-11F1-AB8C-1AAE929D531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84100593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A62DE0-67BC-53F8-CC1D-543109C9C42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27C7B4-2EE8-A7F9-2D6C-67791DBDF56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4495C6D-8E5F-9A83-2250-3C4E1425CED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B7288B4-9B37-11F1-AB8C-1AAE929D531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79225265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A62DE0-67BC-53F8-CC1D-543109C9C42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27C7B4-2EE8-A7F9-2D6C-67791DBDF56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4495C6D-8E5F-9A83-2250-3C4E1425CED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B7288B4-9B37-11F1-AB8C-1AAE929D531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33746845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A62DE0-67BC-53F8-CC1D-543109C9C42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27C7B4-2EE8-A7F9-2D6C-67791DBDF564}"/>
              </a:ext>
            </a:extLst>
          </p:cNvPr>
          <p:cNvSpPr>
            <a:spLocks noGrp="1" noRot="1" noChangeAspect="1"/>
          </p:cNvSpPr>
          <p:nvPr>
            <p:ph type="sldImg"/>
          </p:nvPr>
        </p:nvSpPr>
        <p:spPr/>
        <p:txBody>
          <a:bodyPr/>
          <a:lstStyle/>
          <a:p>
            <a:endParaRPr lang="en-US"/>
          </a:p>
        </p:txBody>
      </p:sp>
      <mc:AlternateContent xmlns:mc="http://schemas.openxmlformats.org/markup-compatibility/2006" xmlns:a14="http://schemas.microsoft.com/office/drawing/2010/main">
        <mc:Choice Requires="a14">
          <p:sp>
            <p:nvSpPr>
              <p:cNvPr id="3" name="Notes Placeholder 2">
                <a:extLst>
                  <a:ext uri="{FF2B5EF4-FFF2-40B4-BE49-F238E27FC236}">
                    <a16:creationId xmlns:a16="http://schemas.microsoft.com/office/drawing/2014/main" id="{F4495C6D-8E5F-9A83-2250-3C4E1425CED8}"/>
                  </a:ext>
                </a:extLst>
              </p:cNvPr>
              <p:cNvSpPr>
                <a:spLocks noGrp="1"/>
              </p:cNvSpPr>
              <p:nvPr>
                <p:ph type="body" idx="1"/>
              </p:nvPr>
            </p:nvSpPr>
            <p:spPr/>
            <p:txBody>
              <a:bodyPr/>
              <a:lstStyle/>
              <a:p>
                <a:pPr lvl="0">
                  <a:defRPr/>
                </a:pPr>
                <a:r>
                  <a:rPr kumimoji="0" lang="es-CO" sz="12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La pendiente, en ambos umbrales no es la misma: </a:t>
                </a:r>
                <a14:m>
                  <m:oMath xmlns:m="http://schemas.openxmlformats.org/officeDocument/2006/math">
                    <m:r>
                      <a:rPr kumimoji="0" lang="en-US" sz="1200" b="1" i="0" u="none" strike="noStrike" kern="1200" cap="none" spc="0" normalizeH="0" baseline="0" noProof="0" dirty="0" smtClean="0">
                        <a:ln>
                          <a:noFill/>
                        </a:ln>
                        <a:solidFill>
                          <a:prstClr val="black"/>
                        </a:solidFill>
                        <a:effectLst/>
                        <a:uLnTx/>
                        <a:uFillTx/>
                        <a:latin typeface="Cambria Math" panose="02040503050406030204" pitchFamily="18" charset="0"/>
                      </a:rPr>
                      <m:t> </m:t>
                    </m:r>
                    <m:r>
                      <a:rPr kumimoji="0" lang="en-US" sz="1200" b="1" i="1" u="none" strike="noStrike" kern="1200" cap="none" spc="0" normalizeH="0" baseline="0" noProof="0" dirty="0" smtClean="0">
                        <a:ln>
                          <a:noFill/>
                        </a:ln>
                        <a:solidFill>
                          <a:prstClr val="black"/>
                        </a:solidFill>
                        <a:effectLst/>
                        <a:uLnTx/>
                        <a:uFillTx/>
                        <a:latin typeface="Cambria Math" panose="02040503050406030204" pitchFamily="18" charset="0"/>
                      </a:rPr>
                      <m:t>−</m:t>
                    </m:r>
                    <m:r>
                      <a:rPr kumimoji="0" lang="es-CO" sz="1200" b="1" i="1" u="none" strike="noStrike" kern="1200" cap="none" spc="0" normalizeH="0" baseline="0" noProof="0" dirty="0" smtClean="0">
                        <a:ln>
                          <a:noFill/>
                        </a:ln>
                        <a:solidFill>
                          <a:prstClr val="black"/>
                        </a:solidFill>
                        <a:effectLst/>
                        <a:uLnTx/>
                        <a:uFillTx/>
                        <a:latin typeface="Cambria Math" panose="02040503050406030204" pitchFamily="18" charset="0"/>
                      </a:rPr>
                      <m:t>𝜷</m:t>
                    </m:r>
                    <m:r>
                      <a:rPr lang="es-ES" sz="1200" i="1" dirty="0" smtClean="0">
                        <a:solidFill>
                          <a:prstClr val="black"/>
                        </a:solidFill>
                        <a:latin typeface="Cambria Math" panose="02040503050406030204" pitchFamily="18" charset="0"/>
                      </a:rPr>
                      <m:t>= </m:t>
                    </m:r>
                    <m:r>
                      <a:rPr lang="es-ES" sz="1200" i="1" dirty="0">
                        <a:solidFill>
                          <a:prstClr val="black"/>
                        </a:solidFill>
                        <a:latin typeface="Cambria Math" panose="02040503050406030204" pitchFamily="18" charset="0"/>
                      </a:rPr>
                      <m:t>−</m:t>
                    </m:r>
                    <m:r>
                      <a:rPr lang="es-ES" sz="1200" i="1" dirty="0" smtClean="0">
                        <a:solidFill>
                          <a:prstClr val="black"/>
                        </a:solidFill>
                        <a:latin typeface="Cambria Math" panose="02040503050406030204" pitchFamily="18" charset="0"/>
                      </a:rPr>
                      <m:t>1.2</m:t>
                    </m:r>
                    <m:r>
                      <a:rPr lang="en-US" sz="1200" b="0" i="0" dirty="0" smtClean="0">
                        <a:solidFill>
                          <a:prstClr val="black"/>
                        </a:solidFill>
                        <a:latin typeface="Cambria Math" panose="02040503050406030204" pitchFamily="18" charset="0"/>
                      </a:rPr>
                      <m:t>,</m:t>
                    </m:r>
                  </m:oMath>
                </a14:m>
                <a:r>
                  <a:rPr lang="es-ES" sz="1200">
                    <a:solidFill>
                      <a:prstClr val="black"/>
                    </a:solidFill>
                  </a:rPr>
                  <a:t> para el umbral </a:t>
                </a:r>
                <a14:m>
                  <m:oMath xmlns:m="http://schemas.openxmlformats.org/officeDocument/2006/math">
                    <m:r>
                      <a:rPr lang="en-US" sz="1200" dirty="0" smtClean="0">
                        <a:latin typeface="Cambria Math" panose="02040503050406030204" pitchFamily="18" charset="0"/>
                      </a:rPr>
                      <m:t>𝜇</m:t>
                    </m:r>
                    <m:r>
                      <a:rPr lang="en-US" sz="1200" b="0" i="0" dirty="0" smtClean="0">
                        <a:latin typeface="Cambria Math" panose="02040503050406030204" pitchFamily="18" charset="0"/>
                      </a:rPr>
                      <m:t>2</m:t>
                    </m:r>
                  </m:oMath>
                </a14:m>
                <a:r>
                  <a:rPr lang="es-ES" sz="1200">
                    <a:solidFill>
                      <a:prstClr val="black"/>
                    </a:solidFill>
                  </a:rPr>
                  <a:t>, y </a:t>
                </a:r>
                <a14:m>
                  <m:oMath xmlns:m="http://schemas.openxmlformats.org/officeDocument/2006/math">
                    <m:r>
                      <a:rPr lang="en-US" sz="1200" b="1" i="1" dirty="0">
                        <a:solidFill>
                          <a:prstClr val="black"/>
                        </a:solidFill>
                        <a:latin typeface="Cambria Math" panose="02040503050406030204" pitchFamily="18" charset="0"/>
                      </a:rPr>
                      <m:t>−</m:t>
                    </m:r>
                    <m:r>
                      <a:rPr lang="es-CO" sz="1200" b="1" i="1" dirty="0">
                        <a:solidFill>
                          <a:prstClr val="black"/>
                        </a:solidFill>
                        <a:latin typeface="Cambria Math" panose="02040503050406030204" pitchFamily="18" charset="0"/>
                      </a:rPr>
                      <m:t>𝜷</m:t>
                    </m:r>
                    <m:r>
                      <a:rPr lang="es-ES" sz="1200" i="1" dirty="0">
                        <a:solidFill>
                          <a:prstClr val="black"/>
                        </a:solidFill>
                        <a:latin typeface="Cambria Math" panose="02040503050406030204" pitchFamily="18" charset="0"/>
                      </a:rPr>
                      <m:t>=</m:t>
                    </m:r>
                    <m:r>
                      <a:rPr lang="en-US" sz="1200" b="0" i="1" dirty="0" smtClean="0">
                        <a:solidFill>
                          <a:prstClr val="black"/>
                        </a:solidFill>
                        <a:latin typeface="Cambria Math" panose="02040503050406030204" pitchFamily="18" charset="0"/>
                      </a:rPr>
                      <m:t>2.5</m:t>
                    </m:r>
                  </m:oMath>
                </a14:m>
                <a:r>
                  <a:rPr lang="es-ES" sz="1200">
                    <a:solidFill>
                      <a:prstClr val="black"/>
                    </a:solidFill>
                  </a:rPr>
                  <a:t> para el umbral 𝜇1 </a:t>
                </a:r>
              </a:p>
              <a:p>
                <a:pPr lvl="0">
                  <a:defRPr/>
                </a:pPr>
                <a:endParaRPr lang="es-ES" sz="1200">
                  <a:solidFill>
                    <a:prstClr val="black"/>
                  </a:solidFill>
                </a:endParaRPr>
              </a:p>
              <a:p>
                <a:pPr lvl="0">
                  <a:defRPr/>
                </a:pPr>
                <a:r>
                  <a:rPr lang="es-ES" sz="1200">
                    <a:solidFill>
                      <a:prstClr val="black"/>
                    </a:solidFill>
                  </a:rPr>
                  <a:t>Dado que es negativa </a:t>
                </a:r>
                <a14:m>
                  <m:oMath xmlns:m="http://schemas.openxmlformats.org/officeDocument/2006/math">
                    <m:r>
                      <a:rPr lang="es-ES" sz="1200" i="1" dirty="0" smtClean="0">
                        <a:solidFill>
                          <a:prstClr val="black"/>
                        </a:solidFill>
                        <a:latin typeface="Cambria Math" panose="02040503050406030204" pitchFamily="18" charset="0"/>
                      </a:rPr>
                      <m:t>𝛽</m:t>
                    </m:r>
                  </m:oMath>
                </a14:m>
                <a:r>
                  <a:rPr lang="es-ES" sz="1200">
                    <a:solidFill>
                      <a:prstClr val="black"/>
                    </a:solidFill>
                  </a:rPr>
                  <a:t> del umbral 1es positivo (1.2), entonces la función de Logit </a:t>
                </a:r>
                <a14:m>
                  <m:oMath xmlns:m="http://schemas.openxmlformats.org/officeDocument/2006/math">
                    <m:r>
                      <a:rPr lang="es-ES" sz="1200" i="1" dirty="0" smtClean="0">
                        <a:solidFill>
                          <a:prstClr val="black"/>
                        </a:solidFill>
                        <a:latin typeface="Cambria Math" panose="02040503050406030204" pitchFamily="18" charset="0"/>
                      </a:rPr>
                      <m:t>𝑃</m:t>
                    </m:r>
                    <m:d>
                      <m:dPr>
                        <m:ctrlPr>
                          <a:rPr lang="es-ES" sz="1200" i="1" dirty="0" smtClean="0">
                            <a:solidFill>
                              <a:prstClr val="black"/>
                            </a:solidFill>
                            <a:latin typeface="Cambria Math" panose="02040503050406030204" pitchFamily="18" charset="0"/>
                          </a:rPr>
                        </m:ctrlPr>
                      </m:dPr>
                      <m:e>
                        <m:r>
                          <a:rPr lang="es-ES" sz="1200" i="1" dirty="0" smtClean="0">
                            <a:solidFill>
                              <a:prstClr val="black"/>
                            </a:solidFill>
                            <a:latin typeface="Cambria Math" panose="02040503050406030204" pitchFamily="18" charset="0"/>
                          </a:rPr>
                          <m:t>𝑌</m:t>
                        </m:r>
                        <m:r>
                          <a:rPr lang="es-ES" sz="1200" i="1" dirty="0" smtClean="0">
                            <a:solidFill>
                              <a:prstClr val="black"/>
                            </a:solidFill>
                            <a:latin typeface="Cambria Math" panose="02040503050406030204" pitchFamily="18" charset="0"/>
                          </a:rPr>
                          <m:t> ≤</m:t>
                        </m:r>
                        <m:r>
                          <a:rPr lang="es-ES" sz="1200" i="1" dirty="0" smtClean="0">
                            <a:solidFill>
                              <a:prstClr val="black"/>
                            </a:solidFill>
                            <a:latin typeface="Cambria Math" panose="02040503050406030204" pitchFamily="18" charset="0"/>
                          </a:rPr>
                          <m:t>𝑗</m:t>
                        </m:r>
                      </m:e>
                    </m:d>
                  </m:oMath>
                </a14:m>
                <a:r>
                  <a:rPr lang="es-ES" sz="1200">
                    <a:solidFill>
                      <a:prstClr val="black"/>
                    </a:solidFill>
                  </a:rPr>
                  <a:t> es decreciente respecto a </a:t>
                </a:r>
                <a14:m>
                  <m:oMath xmlns:m="http://schemas.openxmlformats.org/officeDocument/2006/math">
                    <m:r>
                      <a:rPr lang="es-ES" sz="1200" i="1" dirty="0" smtClean="0">
                        <a:solidFill>
                          <a:prstClr val="black"/>
                        </a:solidFill>
                        <a:latin typeface="Cambria Math" panose="02040503050406030204" pitchFamily="18" charset="0"/>
                      </a:rPr>
                      <m:t>𝑋</m:t>
                    </m:r>
                    <m:r>
                      <a:rPr lang="en-US" sz="1200" b="0" i="0" dirty="0" smtClean="0">
                        <a:solidFill>
                          <a:prstClr val="black"/>
                        </a:solidFill>
                        <a:latin typeface="Cambria Math" panose="02040503050406030204" pitchFamily="18" charset="0"/>
                      </a:rPr>
                      <m:t>,</m:t>
                    </m:r>
                  </m:oMath>
                </a14:m>
                <a: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t> pero en este caso, la</a:t>
                </a:r>
                <a:r>
                  <a:rPr kumimoji="0" lang="es-CO" sz="1200" i="0" u="none" strike="noStrike" kern="1200" cap="none" spc="0" normalizeH="0" noProof="0">
                    <a:ln>
                      <a:noFill/>
                    </a:ln>
                    <a:solidFill>
                      <a:prstClr val="black"/>
                    </a:solidFill>
                    <a:effectLst/>
                    <a:uLnTx/>
                    <a:uFillTx/>
                    <a:latin typeface="Aptos" panose="020B0004020202020204"/>
                    <a:ea typeface="+mn-ea"/>
                    <a:cs typeface="+mn-cs"/>
                  </a:rPr>
                  <a:t> pendiente del umbral 2 es negativa (-2.5), lo que indica que </a:t>
                </a:r>
                <a:r>
                  <a:rPr lang="es-ES" sz="1200">
                    <a:solidFill>
                      <a:prstClr val="black"/>
                    </a:solidFill>
                  </a:rPr>
                  <a:t>de Logit </a:t>
                </a:r>
                <a14:m>
                  <m:oMath xmlns:m="http://schemas.openxmlformats.org/officeDocument/2006/math">
                    <m:r>
                      <a:rPr lang="es-ES" sz="1200" i="1" dirty="0">
                        <a:solidFill>
                          <a:prstClr val="black"/>
                        </a:solidFill>
                        <a:latin typeface="Cambria Math" panose="02040503050406030204" pitchFamily="18" charset="0"/>
                      </a:rPr>
                      <m:t>𝑃</m:t>
                    </m:r>
                    <m:d>
                      <m:dPr>
                        <m:ctrlPr>
                          <a:rPr lang="es-ES" sz="1200" i="1" dirty="0">
                            <a:solidFill>
                              <a:prstClr val="black"/>
                            </a:solidFill>
                            <a:latin typeface="Cambria Math" panose="02040503050406030204" pitchFamily="18" charset="0"/>
                          </a:rPr>
                        </m:ctrlPr>
                      </m:dPr>
                      <m:e>
                        <m:r>
                          <a:rPr lang="es-ES" sz="1200" i="1" dirty="0">
                            <a:solidFill>
                              <a:prstClr val="black"/>
                            </a:solidFill>
                            <a:latin typeface="Cambria Math" panose="02040503050406030204" pitchFamily="18" charset="0"/>
                          </a:rPr>
                          <m:t>𝑌</m:t>
                        </m:r>
                        <m:r>
                          <a:rPr lang="es-ES" sz="1200" i="1" dirty="0">
                            <a:solidFill>
                              <a:prstClr val="black"/>
                            </a:solidFill>
                            <a:latin typeface="Cambria Math" panose="02040503050406030204" pitchFamily="18" charset="0"/>
                          </a:rPr>
                          <m:t> ≤</m:t>
                        </m:r>
                        <m:r>
                          <a:rPr lang="es-ES" sz="1200" i="1" dirty="0">
                            <a:solidFill>
                              <a:prstClr val="black"/>
                            </a:solidFill>
                            <a:latin typeface="Cambria Math" panose="02040503050406030204" pitchFamily="18" charset="0"/>
                          </a:rPr>
                          <m:t>𝑗</m:t>
                        </m:r>
                      </m:e>
                    </m:d>
                  </m:oMath>
                </a14:m>
                <a:r>
                  <a:rPr lang="es-ES" sz="1200">
                    <a:solidFill>
                      <a:prstClr val="black"/>
                    </a:solidFill>
                  </a:rPr>
                  <a:t> es decreciente respecto a </a:t>
                </a:r>
                <a14:m>
                  <m:oMath xmlns:m="http://schemas.openxmlformats.org/officeDocument/2006/math">
                    <m:r>
                      <a:rPr lang="es-ES" sz="1200" i="1" dirty="0">
                        <a:solidFill>
                          <a:prstClr val="black"/>
                        </a:solidFill>
                        <a:latin typeface="Cambria Math" panose="02040503050406030204" pitchFamily="18" charset="0"/>
                      </a:rPr>
                      <m:t>𝑋</m:t>
                    </m:r>
                  </m:oMath>
                </a14:m>
                <a: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t>.</a:t>
                </a:r>
                <a:b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br>
                <a:b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br>
                <a:r>
                  <a:rPr lang="es-ES" sz="1200">
                    <a:solidFill>
                      <a:prstClr val="black"/>
                    </a:solidFill>
                  </a:rPr>
                  <a:t>En este contexto el modelo logit ordenado, no es adecuado para estudiar la variable dependiente y se deben tomar decisiones sobre su aplicación</a:t>
                </a:r>
                <a:r>
                  <a:rPr lang="es-CO" sz="1200">
                    <a:solidFill>
                      <a:prstClr val="black"/>
                    </a:solidFill>
                  </a:rPr>
                  <a:t>:</a:t>
                </a:r>
              </a:p>
              <a:p>
                <a:pPr lvl="0">
                  <a:defRPr/>
                </a:pPr>
                <a:endParaRPr lang="es-CO" sz="1200">
                  <a:solidFill>
                    <a:prstClr val="black"/>
                  </a:solidFill>
                </a:endParaRPr>
              </a:p>
              <a:p>
                <a:pPr marL="285750" lvl="0" indent="-285750">
                  <a:buFont typeface="Arial" panose="020B0604020202020204" pitchFamily="34" charset="0"/>
                  <a:buChar char="•"/>
                  <a:defRPr/>
                </a:pPr>
                <a:r>
                  <a:rPr lang="es-CO" sz="1200">
                    <a:solidFill>
                      <a:prstClr val="black"/>
                    </a:solidFill>
                  </a:rPr>
                  <a:t>Recategorizar, si hace sentido teórico, los niveles de la variable ordena y aplicar, un modelo logit ordenado nuevo, o un logit para una recategorización binaria.</a:t>
                </a:r>
              </a:p>
              <a:p>
                <a:pPr lvl="0">
                  <a:defRPr/>
                </a:pPr>
                <a:endParaRPr lang="es-ES" sz="1200">
                  <a:solidFill>
                    <a:prstClr val="black"/>
                  </a:solidFill>
                </a:endParaRPr>
              </a:p>
              <a:p>
                <a:pPr lvl="0">
                  <a:defRPr/>
                </a:pPr>
                <a:endParaRPr kumimoji="0" lang="es-CO" sz="1200" i="0" u="none" strike="noStrike" kern="1200" cap="none" spc="0" normalizeH="0" baseline="0" noProof="0">
                  <a:ln>
                    <a:noFill/>
                  </a:ln>
                  <a:solidFill>
                    <a:prstClr val="black"/>
                  </a:solidFill>
                  <a:effectLst/>
                  <a:uLnTx/>
                  <a:uFillTx/>
                  <a:latin typeface="Aptos" panose="020B0004020202020204"/>
                  <a:ea typeface="+mn-ea"/>
                  <a:cs typeface="+mn-cs"/>
                </a:endParaRPr>
              </a:p>
              <a:p>
                <a:endParaRPr lang="en-GB"/>
              </a:p>
            </p:txBody>
          </p:sp>
        </mc:Choice>
        <mc:Fallback xmlns="">
          <p:sp>
            <p:nvSpPr>
              <p:cNvPr id="3" name="Notes Placeholder 2">
                <a:extLst>
                  <a:ext uri="{FF2B5EF4-FFF2-40B4-BE49-F238E27FC236}">
                    <a16:creationId xmlns:a16="http://schemas.microsoft.com/office/drawing/2014/main" id="{F4495C6D-8E5F-9A83-2250-3C4E1425CED8}"/>
                  </a:ext>
                </a:extLst>
              </p:cNvPr>
              <p:cNvSpPr>
                <a:spLocks noGrp="1"/>
              </p:cNvSpPr>
              <p:nvPr>
                <p:ph type="body" idx="1"/>
              </p:nvPr>
            </p:nvSpPr>
            <p:spPr/>
            <p:txBody>
              <a:bodyPr/>
              <a:lstStyle/>
              <a:p>
                <a:pPr lvl="0">
                  <a:defRPr/>
                </a:pPr>
                <a:r>
                  <a:rPr kumimoji="0" lang="es-CO" sz="12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La pendiente, en ambos umbrales no es la misma: </a:t>
                </a:r>
                <a:r>
                  <a:rPr kumimoji="0" lang="en-US" sz="1200" b="1" i="0" u="none" strike="noStrike" kern="1200" cap="none" spc="0" normalizeH="0" baseline="0" noProof="0" dirty="0">
                    <a:ln>
                      <a:noFill/>
                    </a:ln>
                    <a:solidFill>
                      <a:prstClr val="black"/>
                    </a:solidFill>
                    <a:effectLst/>
                    <a:uLnTx/>
                    <a:uFillTx/>
                    <a:latin typeface="Cambria Math" panose="02040503050406030204" pitchFamily="18" charset="0"/>
                  </a:rPr>
                  <a:t> −</a:t>
                </a:r>
                <a:r>
                  <a:rPr kumimoji="0" lang="es-CO" sz="1200" b="1" i="0" u="none" strike="noStrike" kern="1200" cap="none" spc="0" normalizeH="0" baseline="0" noProof="0" dirty="0">
                    <a:ln>
                      <a:noFill/>
                    </a:ln>
                    <a:solidFill>
                      <a:prstClr val="black"/>
                    </a:solidFill>
                    <a:effectLst/>
                    <a:uLnTx/>
                    <a:uFillTx/>
                    <a:latin typeface="Cambria Math" panose="02040503050406030204" pitchFamily="18" charset="0"/>
                  </a:rPr>
                  <a:t>𝜷</a:t>
                </a:r>
                <a:r>
                  <a:rPr lang="es-ES" sz="1200" i="0" dirty="0">
                    <a:solidFill>
                      <a:prstClr val="black"/>
                    </a:solidFill>
                    <a:latin typeface="Cambria Math" panose="02040503050406030204" pitchFamily="18" charset="0"/>
                  </a:rPr>
                  <a:t>= −1.2</a:t>
                </a:r>
                <a:r>
                  <a:rPr lang="en-US" sz="1200" b="0" i="0" dirty="0">
                    <a:solidFill>
                      <a:prstClr val="black"/>
                    </a:solidFill>
                    <a:latin typeface="Cambria Math" panose="02040503050406030204" pitchFamily="18" charset="0"/>
                  </a:rPr>
                  <a:t>,</a:t>
                </a:r>
                <a:r>
                  <a:rPr lang="es-ES" sz="1200">
                    <a:solidFill>
                      <a:prstClr val="black"/>
                    </a:solidFill>
                  </a:rPr>
                  <a:t> para el umbral </a:t>
                </a:r>
                <a:r>
                  <a:rPr lang="en-US" sz="1200" i="0" dirty="0">
                    <a:latin typeface="Cambria Math" panose="02040503050406030204" pitchFamily="18" charset="0"/>
                  </a:rPr>
                  <a:t>𝜇</a:t>
                </a:r>
                <a:r>
                  <a:rPr lang="en-US" sz="1200" b="0" i="0" dirty="0">
                    <a:latin typeface="Cambria Math" panose="02040503050406030204" pitchFamily="18" charset="0"/>
                  </a:rPr>
                  <a:t>2</a:t>
                </a:r>
                <a:r>
                  <a:rPr lang="es-ES" sz="1200">
                    <a:solidFill>
                      <a:prstClr val="black"/>
                    </a:solidFill>
                  </a:rPr>
                  <a:t>, y </a:t>
                </a:r>
                <a:r>
                  <a:rPr lang="en-US" sz="1200" b="1" i="0" dirty="0">
                    <a:solidFill>
                      <a:prstClr val="black"/>
                    </a:solidFill>
                    <a:latin typeface="Cambria Math" panose="02040503050406030204" pitchFamily="18" charset="0"/>
                  </a:rPr>
                  <a:t>−</a:t>
                </a:r>
                <a:r>
                  <a:rPr lang="es-CO" sz="1200" b="1" i="0" dirty="0">
                    <a:solidFill>
                      <a:prstClr val="black"/>
                    </a:solidFill>
                    <a:latin typeface="Cambria Math" panose="02040503050406030204" pitchFamily="18" charset="0"/>
                  </a:rPr>
                  <a:t>𝜷</a:t>
                </a:r>
                <a:r>
                  <a:rPr lang="es-ES" sz="1200" i="0" dirty="0">
                    <a:solidFill>
                      <a:prstClr val="black"/>
                    </a:solidFill>
                    <a:latin typeface="Cambria Math" panose="02040503050406030204" pitchFamily="18" charset="0"/>
                  </a:rPr>
                  <a:t>=</a:t>
                </a:r>
                <a:r>
                  <a:rPr lang="en-US" sz="1200" b="0" i="0" dirty="0">
                    <a:solidFill>
                      <a:prstClr val="black"/>
                    </a:solidFill>
                    <a:latin typeface="Cambria Math" panose="02040503050406030204" pitchFamily="18" charset="0"/>
                  </a:rPr>
                  <a:t>2.5</a:t>
                </a:r>
                <a:r>
                  <a:rPr lang="es-ES" sz="1200">
                    <a:solidFill>
                      <a:prstClr val="black"/>
                    </a:solidFill>
                  </a:rPr>
                  <a:t> para el umbral 𝜇1 </a:t>
                </a:r>
              </a:p>
              <a:p>
                <a:pPr lvl="0">
                  <a:defRPr/>
                </a:pPr>
                <a:endParaRPr lang="es-ES" sz="1200">
                  <a:solidFill>
                    <a:prstClr val="black"/>
                  </a:solidFill>
                </a:endParaRPr>
              </a:p>
              <a:p>
                <a:pPr lvl="0">
                  <a:defRPr/>
                </a:pPr>
                <a:r>
                  <a:rPr lang="es-ES" sz="1200">
                    <a:solidFill>
                      <a:prstClr val="black"/>
                    </a:solidFill>
                  </a:rPr>
                  <a:t>Dado que es negativa </a:t>
                </a:r>
                <a:r>
                  <a:rPr lang="es-ES" sz="1200" i="0" dirty="0">
                    <a:solidFill>
                      <a:prstClr val="black"/>
                    </a:solidFill>
                    <a:latin typeface="Cambria Math" panose="02040503050406030204" pitchFamily="18" charset="0"/>
                  </a:rPr>
                  <a:t>𝛽</a:t>
                </a:r>
                <a:r>
                  <a:rPr lang="es-ES" sz="1200">
                    <a:solidFill>
                      <a:prstClr val="black"/>
                    </a:solidFill>
                  </a:rPr>
                  <a:t> del umbral 1es positivo (1.2), entonces la función de Logit </a:t>
                </a:r>
                <a:r>
                  <a:rPr lang="es-ES" sz="1200" i="0" dirty="0">
                    <a:solidFill>
                      <a:prstClr val="black"/>
                    </a:solidFill>
                    <a:latin typeface="Cambria Math" panose="02040503050406030204" pitchFamily="18" charset="0"/>
                  </a:rPr>
                  <a:t>𝑃(𝑌 ≤𝑗)</a:t>
                </a:r>
                <a:r>
                  <a:rPr lang="es-ES" sz="1200">
                    <a:solidFill>
                      <a:prstClr val="black"/>
                    </a:solidFill>
                  </a:rPr>
                  <a:t> es decreciente respecto a </a:t>
                </a:r>
                <a:r>
                  <a:rPr lang="es-ES" sz="1200" i="0" dirty="0">
                    <a:solidFill>
                      <a:prstClr val="black"/>
                    </a:solidFill>
                    <a:latin typeface="Cambria Math" panose="02040503050406030204" pitchFamily="18" charset="0"/>
                  </a:rPr>
                  <a:t>𝑋</a:t>
                </a:r>
                <a:r>
                  <a:rPr lang="en-US" sz="1200" b="0" i="0" dirty="0">
                    <a:solidFill>
                      <a:prstClr val="black"/>
                    </a:solidFill>
                    <a:latin typeface="Cambria Math" panose="02040503050406030204" pitchFamily="18" charset="0"/>
                  </a:rPr>
                  <a:t>,</a:t>
                </a:r>
                <a: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t> pero en este caso, la</a:t>
                </a:r>
                <a:r>
                  <a:rPr kumimoji="0" lang="es-CO" sz="1200" i="0" u="none" strike="noStrike" kern="1200" cap="none" spc="0" normalizeH="0" noProof="0">
                    <a:ln>
                      <a:noFill/>
                    </a:ln>
                    <a:solidFill>
                      <a:prstClr val="black"/>
                    </a:solidFill>
                    <a:effectLst/>
                    <a:uLnTx/>
                    <a:uFillTx/>
                    <a:latin typeface="Aptos" panose="020B0004020202020204"/>
                    <a:ea typeface="+mn-ea"/>
                    <a:cs typeface="+mn-cs"/>
                  </a:rPr>
                  <a:t> pendiente del umbral 2 es negativa (-2.5), lo que indica que </a:t>
                </a:r>
                <a:r>
                  <a:rPr lang="es-ES" sz="1200">
                    <a:solidFill>
                      <a:prstClr val="black"/>
                    </a:solidFill>
                  </a:rPr>
                  <a:t>de Logit </a:t>
                </a:r>
                <a:r>
                  <a:rPr lang="es-ES" sz="1200" i="0" dirty="0">
                    <a:solidFill>
                      <a:prstClr val="black"/>
                    </a:solidFill>
                    <a:latin typeface="Cambria Math" panose="02040503050406030204" pitchFamily="18" charset="0"/>
                  </a:rPr>
                  <a:t>𝑃(𝑌 ≤𝑗)</a:t>
                </a:r>
                <a:r>
                  <a:rPr lang="es-ES" sz="1200">
                    <a:solidFill>
                      <a:prstClr val="black"/>
                    </a:solidFill>
                  </a:rPr>
                  <a:t> es decreciente respecto a </a:t>
                </a:r>
                <a:r>
                  <a:rPr lang="es-ES" sz="1200" i="0" dirty="0">
                    <a:solidFill>
                      <a:prstClr val="black"/>
                    </a:solidFill>
                    <a:latin typeface="Cambria Math" panose="02040503050406030204" pitchFamily="18" charset="0"/>
                  </a:rPr>
                  <a:t>𝑋</a:t>
                </a:r>
                <a: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t>.</a:t>
                </a:r>
                <a:b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br>
                <a:br>
                  <a:rPr kumimoji="0" lang="es-CO" sz="1200" i="0" u="none" strike="noStrike" kern="1200" cap="none" spc="0" normalizeH="0" baseline="0" noProof="0">
                    <a:ln>
                      <a:noFill/>
                    </a:ln>
                    <a:solidFill>
                      <a:prstClr val="black"/>
                    </a:solidFill>
                    <a:effectLst/>
                    <a:uLnTx/>
                    <a:uFillTx/>
                    <a:latin typeface="Aptos" panose="020B0004020202020204"/>
                    <a:ea typeface="+mn-ea"/>
                    <a:cs typeface="+mn-cs"/>
                  </a:rPr>
                </a:br>
                <a:r>
                  <a:rPr lang="es-ES" sz="1200">
                    <a:solidFill>
                      <a:prstClr val="black"/>
                    </a:solidFill>
                  </a:rPr>
                  <a:t>En este contexto el modelo logit ordenado, no es adecuado para estudiar la variable dependiente y se deben tomar decisiones sobre su aplicación</a:t>
                </a:r>
                <a:r>
                  <a:rPr lang="es-CO" sz="1200">
                    <a:solidFill>
                      <a:prstClr val="black"/>
                    </a:solidFill>
                  </a:rPr>
                  <a:t>:</a:t>
                </a:r>
              </a:p>
              <a:p>
                <a:pPr lvl="0">
                  <a:defRPr/>
                </a:pPr>
                <a:endParaRPr lang="es-CO" sz="1200">
                  <a:solidFill>
                    <a:prstClr val="black"/>
                  </a:solidFill>
                </a:endParaRPr>
              </a:p>
              <a:p>
                <a:pPr marL="285750" lvl="0" indent="-285750">
                  <a:buFont typeface="Arial" panose="020B0604020202020204" pitchFamily="34" charset="0"/>
                  <a:buChar char="•"/>
                  <a:defRPr/>
                </a:pPr>
                <a:r>
                  <a:rPr lang="es-CO" sz="1200">
                    <a:solidFill>
                      <a:prstClr val="black"/>
                    </a:solidFill>
                  </a:rPr>
                  <a:t>Recategorizar, si hace sentido teórico, los niveles de la variable ordena y aplicar, un modelo logit ordenado nuevo, o un logit para una recategorización binaria.</a:t>
                </a:r>
              </a:p>
              <a:p>
                <a:pPr lvl="0">
                  <a:defRPr/>
                </a:pPr>
                <a:endParaRPr lang="es-ES" sz="1200">
                  <a:solidFill>
                    <a:prstClr val="black"/>
                  </a:solidFill>
                </a:endParaRPr>
              </a:p>
              <a:p>
                <a:pPr lvl="0">
                  <a:defRPr/>
                </a:pPr>
                <a:endParaRPr kumimoji="0" lang="es-CO" sz="1200" i="0" u="none" strike="noStrike" kern="1200" cap="none" spc="0" normalizeH="0" baseline="0" noProof="0">
                  <a:ln>
                    <a:noFill/>
                  </a:ln>
                  <a:solidFill>
                    <a:prstClr val="black"/>
                  </a:solidFill>
                  <a:effectLst/>
                  <a:uLnTx/>
                  <a:uFillTx/>
                  <a:latin typeface="Aptos" panose="020B0004020202020204"/>
                  <a:ea typeface="+mn-ea"/>
                  <a:cs typeface="+mn-cs"/>
                </a:endParaRPr>
              </a:p>
              <a:p>
                <a:endParaRPr lang="en-GB"/>
              </a:p>
            </p:txBody>
          </p:sp>
        </mc:Fallback>
      </mc:AlternateContent>
      <p:sp>
        <p:nvSpPr>
          <p:cNvPr id="4" name="Slide Number Placeholder 3">
            <a:extLst>
              <a:ext uri="{FF2B5EF4-FFF2-40B4-BE49-F238E27FC236}">
                <a16:creationId xmlns:a16="http://schemas.microsoft.com/office/drawing/2014/main" id="{DB7288B4-9B37-11F1-AB8C-1AAE929D531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3740122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4DA609-44D7-93D6-169C-506672D0BF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56C761-4F71-166F-8E19-A0B011514D9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C7013C4-787D-DBDA-3C96-94E55890D76D}"/>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601D7C67-A550-62CF-E984-F7D199F8AD8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25420181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4DA609-44D7-93D6-169C-506672D0BF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56C761-4F71-166F-8E19-A0B011514D9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C7013C4-787D-DBDA-3C96-94E55890D76D}"/>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601D7C67-A550-62CF-E984-F7D199F8AD8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85090329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D4B54A-EFEC-A98B-6644-C7D75E70004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FECA01-81DB-EF85-4092-456F324AA1E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219B872-08E9-C9AE-58BA-5CF98F3307E7}"/>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52632893-501B-D6C7-DABD-2CFC3B983E5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6434814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D4B54A-EFEC-A98B-6644-C7D75E70004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FECA01-81DB-EF85-4092-456F324AA1E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219B872-08E9-C9AE-58BA-5CF98F3307E7}"/>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52632893-501B-D6C7-DABD-2CFC3B983E5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20649615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1D6A0C-A25B-ABD4-218D-E4F8C668557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42320F3-B87D-C26B-A9A9-48BD4CF511A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C7670FE-68D1-52F8-7A4F-3494DDA482C4}"/>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16AD877F-5DC6-2DF9-D5F9-C42E62EDD47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42511067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88EC68-413C-09B0-ADDD-577CE26EA90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30402E3-5498-1963-9325-EF577119C7D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D16E269-3C12-E61D-A3D1-63214D6918C4}"/>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5408988D-9022-5CF9-1FBF-3E765028DD3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9226532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3A093C-C477-1A9F-2CE9-82128160513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86D4660-81D8-50C0-6D25-21F327076C2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BB61968-8389-6AE3-0D05-3C98F5D94F64}"/>
              </a:ext>
            </a:extLst>
          </p:cNvPr>
          <p:cNvSpPr>
            <a:spLocks noGrp="1"/>
          </p:cNvSpPr>
          <p:nvPr>
            <p:ph type="body" idx="1"/>
          </p:nvPr>
        </p:nvSpPr>
        <p:spPr/>
        <p:txBody>
          <a:bodyPr/>
          <a:lstStyle/>
          <a:p>
            <a:r>
              <a:rPr lang="es-ES" b="0"/>
              <a:t>(*) Para los estudiantes de instituciones privadas, las probabilidades de estar en una categoría más alta de intención de aplicar son 1.06 veces mayores (es decir, 1 / 0.943) que las de los estudiantes de instituciones públicas, manteniendo constantes las demás variables.</a:t>
            </a:r>
            <a:br>
              <a:rPr lang="es-ES" b="0"/>
            </a:br>
            <a:r>
              <a:rPr lang="es-ES" b="0"/>
              <a:t>Para los estudiantes de instituciones privadas, las probabilidades de estar en una categoría más baja de intención de aplicar son 5.71 % menores que las de los estudiantes de instituciones públicas, manteniendo constantes las demás variables.</a:t>
            </a:r>
            <a:br>
              <a:rPr lang="es-ES" b="0"/>
            </a:br>
            <a:r>
              <a:rPr lang="es-ES" b="0"/>
              <a:t>Para los estudiantes de instituciones públicas, las probabilidades de estar en una categoría más baja son 1.06 veces mayores que las de los estudiantes de instituciones privadas, manteniendo constantes las demás variables.</a:t>
            </a:r>
          </a:p>
          <a:p>
            <a:r>
              <a:rPr lang="es-ES" b="0"/>
              <a:t>Promedio académico (GPA)</a:t>
            </a:r>
          </a:p>
          <a:p>
            <a:r>
              <a:rPr lang="es-ES" b="0"/>
              <a:t>(*) Por cada unidad adicional en el GPA del estudiante, las probabilidades de estar en una categoría más alta de intención de aplicar (es decir, “muy probable” o “algo probable” frente a “poco probable”) se multiplican por 1.85 (es decir, aumentan en un 85 %), manteniendo constantes las demás variables.</a:t>
            </a:r>
            <a:br>
              <a:rPr lang="es-ES" b="0"/>
            </a:br>
            <a:r>
              <a:rPr lang="es-ES" b="0"/>
              <a:t>Por cada unidad menos en el GPA del estudiante, las probabilidades de estar en una categoría más baja (es decir, “poco probable” frente a “algo probable” o “muy probable”) se multiplican por 1.85, manteniendo constantes las demás variables.</a:t>
            </a:r>
          </a:p>
        </p:txBody>
      </p:sp>
      <p:sp>
        <p:nvSpPr>
          <p:cNvPr id="4" name="Slide Number Placeholder 3">
            <a:extLst>
              <a:ext uri="{FF2B5EF4-FFF2-40B4-BE49-F238E27FC236}">
                <a16:creationId xmlns:a16="http://schemas.microsoft.com/office/drawing/2014/main" id="{B63B37C3-0413-C846-A02C-F2F58AA6E23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2669049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D552BE-EF4E-D2BA-619C-26EC9DC1DB2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57DF2BD-C0BD-3A32-D65E-0F6CAD97BA9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98A3AED5-754B-EF06-29D0-C1DA1F0D281C}"/>
              </a:ext>
            </a:extLst>
          </p:cNvPr>
          <p:cNvSpPr>
            <a:spLocks noGrp="1"/>
          </p:cNvSpPr>
          <p:nvPr>
            <p:ph type="body" idx="1"/>
          </p:nvPr>
        </p:nvSpPr>
        <p:spPr/>
        <p:txBody>
          <a:bodyPr/>
          <a:lstStyle/>
          <a:p>
            <a:r>
              <a:rPr lang="es-ES" b="0"/>
              <a:t>(*) Para los estudiantes de instituciones privadas, las probabilidades de estar en una categoría más alta de intención de aplicar son 1.06 veces mayores (es decir, 1 / 0.943) que las de los estudiantes de instituciones públicas, manteniendo constantes las demás variables.</a:t>
            </a:r>
            <a:br>
              <a:rPr lang="es-ES" b="0"/>
            </a:br>
            <a:r>
              <a:rPr lang="es-ES" b="0"/>
              <a:t>Para los estudiantes de instituciones privadas, las probabilidades de estar en una categoría más baja de intención de aplicar son 5.71 % menores que las de los estudiantes de instituciones públicas, manteniendo constantes las demás variables.</a:t>
            </a:r>
            <a:br>
              <a:rPr lang="es-ES" b="0"/>
            </a:br>
            <a:r>
              <a:rPr lang="es-ES" b="0"/>
              <a:t>Para los estudiantes de instituciones públicas, las probabilidades de estar en una categoría más baja son 1.06 veces mayores que las de los estudiantes de instituciones privadas, manteniendo constantes las demás variables.</a:t>
            </a:r>
          </a:p>
          <a:p>
            <a:r>
              <a:rPr lang="es-ES" b="0"/>
              <a:t>Promedio académico (GPA)</a:t>
            </a:r>
          </a:p>
          <a:p>
            <a:r>
              <a:rPr lang="es-ES" b="0"/>
              <a:t>(*) Por cada unidad adicional en el GPA del estudiante, las probabilidades de estar en una categoría más alta de intención de aplicar (es decir, “muy probable” o “algo probable” frente a “poco probable”) se multiplican por 1.85 (es decir, aumentan en un 85 %), manteniendo constantes las demás variables.</a:t>
            </a:r>
            <a:br>
              <a:rPr lang="es-ES" b="0"/>
            </a:br>
            <a:r>
              <a:rPr lang="es-ES" b="0"/>
              <a:t>Por cada unidad menos en el GPA del estudiante, las probabilidades de estar en una categoría más baja (es decir, “poco probable” frente a “algo probable” o “muy probable”) se multiplican por 1.85, manteniendo constantes las demás variables.</a:t>
            </a:r>
          </a:p>
        </p:txBody>
      </p:sp>
      <p:sp>
        <p:nvSpPr>
          <p:cNvPr id="4" name="Slide Number Placeholder 3">
            <a:extLst>
              <a:ext uri="{FF2B5EF4-FFF2-40B4-BE49-F238E27FC236}">
                <a16:creationId xmlns:a16="http://schemas.microsoft.com/office/drawing/2014/main" id="{D2EC9002-61F5-ADA0-1109-525084B4E0C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50154126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DCA913-42B7-FCFA-E45A-9DA30DF1CB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BD40BF3-07B1-2761-5101-AE1C86A1912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746989D-DB7D-09F5-D0F5-B3A43659D058}"/>
              </a:ext>
            </a:extLst>
          </p:cNvPr>
          <p:cNvSpPr>
            <a:spLocks noGrp="1"/>
          </p:cNvSpPr>
          <p:nvPr>
            <p:ph type="body" idx="1"/>
          </p:nvPr>
        </p:nvSpPr>
        <p:spPr/>
        <p:txBody>
          <a:bodyPr/>
          <a:lstStyle/>
          <a:p>
            <a:r>
              <a:rPr lang="es-ES" b="0"/>
              <a:t>(*) Para los estudiantes de instituciones privadas, las probabilidades de estar en una categoría más alta de intención de aplicar son 1.06 veces mayores (es decir, 1 / 0.943) que las de los estudiantes de instituciones públicas, manteniendo constantes las demás variables.</a:t>
            </a:r>
            <a:br>
              <a:rPr lang="es-ES" b="0"/>
            </a:br>
            <a:r>
              <a:rPr lang="es-ES" b="0"/>
              <a:t>Para los estudiantes de instituciones privadas, las probabilidades de estar en una categoría más baja de intención de aplicar son 5.71 % menores que las de los estudiantes de instituciones públicas, manteniendo constantes las demás variables.</a:t>
            </a:r>
            <a:br>
              <a:rPr lang="es-ES" b="0"/>
            </a:br>
            <a:r>
              <a:rPr lang="es-ES" b="0"/>
              <a:t>Para los estudiantes de instituciones públicas, las probabilidades de estar en una categoría más baja son 1.06 veces mayores que las de los estudiantes de instituciones privadas, manteniendo constantes las demás variables.</a:t>
            </a:r>
          </a:p>
          <a:p>
            <a:r>
              <a:rPr lang="es-ES" b="0"/>
              <a:t>Promedio académico (GPA)</a:t>
            </a:r>
          </a:p>
          <a:p>
            <a:r>
              <a:rPr lang="es-ES" b="0"/>
              <a:t>(*) Por cada unidad adicional en el GPA del estudiante, las probabilidades de estar en una categoría más alta de intención de aplicar (es decir, “muy probable” o “algo probable” frente a “poco probable”) se multiplican por 1.85 (es decir, aumentan en un 85 %), manteniendo constantes las demás variables.</a:t>
            </a:r>
            <a:br>
              <a:rPr lang="es-ES" b="0"/>
            </a:br>
            <a:r>
              <a:rPr lang="es-ES" b="0"/>
              <a:t>Por cada unidad menos en el GPA del estudiante, las probabilidades de estar en una categoría más baja (es decir, “poco probable” frente a “algo probable” o “muy probable”) se multiplican por 1.85, manteniendo constantes las demás variables.</a:t>
            </a:r>
          </a:p>
        </p:txBody>
      </p:sp>
      <p:sp>
        <p:nvSpPr>
          <p:cNvPr id="4" name="Slide Number Placeholder 3">
            <a:extLst>
              <a:ext uri="{FF2B5EF4-FFF2-40B4-BE49-F238E27FC236}">
                <a16:creationId xmlns:a16="http://schemas.microsoft.com/office/drawing/2014/main" id="{D64307DA-16CD-39CA-1D46-3637D244A36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30581877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0F3B39-C222-1FD3-365A-FDA38115996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B5FBC0-5C1E-52FB-AB86-13D0BC10A068}"/>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89DCCB4-C73D-2005-0FA5-D8B2C1B45E0C}"/>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A187EC81-2640-F210-2C04-5F3A8885058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80585419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B35DC0-ADAF-9085-6D21-2E9BE79489D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E393D56-210F-5B6A-098C-F3766874F87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6C61B08D-C41C-0CB5-B39C-1E33B875934A}"/>
              </a:ext>
            </a:extLst>
          </p:cNvPr>
          <p:cNvSpPr>
            <a:spLocks noGrp="1"/>
          </p:cNvSpPr>
          <p:nvPr>
            <p:ph type="body" idx="1"/>
          </p:nvPr>
        </p:nvSpPr>
        <p:spPr/>
        <p:txBody>
          <a:bodyPr/>
          <a:lstStyle/>
          <a:p>
            <a:r>
              <a:rPr lang="es-ES"/>
              <a:t>N</a:t>
            </a:r>
            <a:r>
              <a:rPr lang="es-ES" b="1"/>
              <a:t>o existe una forma cerrada</a:t>
            </a:r>
            <a:r>
              <a:rPr lang="es-ES"/>
              <a:t>  para la función normal. Por eso:</a:t>
            </a:r>
          </a:p>
          <a:p>
            <a:r>
              <a:rPr lang="es-ES"/>
              <a:t>Se deja expresada como una integral.</a:t>
            </a:r>
          </a:p>
          <a:p>
            <a:r>
              <a:rPr lang="es-ES"/>
              <a:t>Su evaluación requiere métodos numéricos o tablas </a:t>
            </a:r>
            <a:r>
              <a:rPr lang="es-ES" err="1"/>
              <a:t>precomputadas</a:t>
            </a:r>
            <a:r>
              <a:rPr lang="es-ES"/>
              <a:t>.</a:t>
            </a:r>
          </a:p>
          <a:p>
            <a:r>
              <a:rPr lang="es-ES"/>
              <a:t>En modelos probit, se usa esta forma acumulada para mapear el predictor lineal a una probabilidad.</a:t>
            </a:r>
          </a:p>
          <a:p>
            <a:endParaRPr lang="en-GB"/>
          </a:p>
          <a:p>
            <a:r>
              <a:rPr lang="en-GB" err="1"/>
              <a:t>Estas</a:t>
            </a:r>
            <a:r>
              <a:rPr lang="en-GB"/>
              <a:t> son </a:t>
            </a:r>
            <a:r>
              <a:rPr lang="en-GB" err="1"/>
              <a:t>funciones</a:t>
            </a:r>
            <a:r>
              <a:rPr lang="en-GB"/>
              <a:t> de </a:t>
            </a:r>
            <a:r>
              <a:rPr lang="en-GB" err="1"/>
              <a:t>distribucion</a:t>
            </a:r>
            <a:r>
              <a:rPr lang="en-GB"/>
              <a:t> </a:t>
            </a:r>
            <a:r>
              <a:rPr lang="en-GB" err="1"/>
              <a:t>acumulada</a:t>
            </a:r>
            <a:r>
              <a:rPr lang="en-GB"/>
              <a:t>.</a:t>
            </a:r>
          </a:p>
        </p:txBody>
      </p:sp>
      <p:sp>
        <p:nvSpPr>
          <p:cNvPr id="4" name="Slide Number Placeholder 3">
            <a:extLst>
              <a:ext uri="{FF2B5EF4-FFF2-40B4-BE49-F238E27FC236}">
                <a16:creationId xmlns:a16="http://schemas.microsoft.com/office/drawing/2014/main" id="{BDD2FA2F-AA5A-10BA-0EBE-DE91C177488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17372051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34399C-4AB0-9815-BED9-55F65256444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13C27CE-6CD6-FBA0-7B92-1342BD291121}"/>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35CE2A0-26AF-6F73-7C5F-8598A35E79F5}"/>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9C7A641-F5A6-7917-E4C4-0DE2C11B4E8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14930152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583962-F894-A785-1522-D35E2EF6573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DBC5236-2C37-1182-91B6-2309793E861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503469BF-D913-171A-AAE0-E67A3477FE9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7B00FAF-E54C-C7AD-32E5-C344CAC7C65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56027677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141F39-A29E-7DE9-A111-88D9F6C6340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2BE1BAC-2860-1679-9ED6-2E3458E97B6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91817AD-9BCA-A90D-B240-BC05FD600860}"/>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4533FEC-408C-BC9A-86B1-12D396EDC75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5664310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3A8B9A-BE81-A942-74FD-704A34BAFAF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5D16D8E-2F9B-5BBE-3B17-40C45CA1A99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35BF3A6-47BB-B4AF-E88A-961C4902657B}"/>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C9EAC1C-3BB5-BD7A-5D46-ABFAB99D98F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41827435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537FBF-2D42-5D02-FA1A-CAF2226E2C4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C4A79FA-5820-6983-57D4-E9887D1AE308}"/>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DB3007E9-84B3-BCFD-30B7-CD0F0F7C28C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FE20DBC-A453-299A-F248-0ACF403A9FD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51910509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C3115F-5352-81E1-9637-0289078298E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098CA66-753A-6560-109F-DEF18430D5B9}"/>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C3FA145-678F-5AEB-696E-351C2491E42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4DCC6E1-9C2A-A85B-C4BE-CA7294996D5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465847444"/>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E0C98F-6C26-4E27-C40C-29B190D85B8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B70ADCA-F45E-7BEE-6742-16D0FB70FA5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BCE7270-77B6-07C5-8022-842F395300C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FCD457B9-DDEF-D379-1D9A-1A339D44D15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90165049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C465B3-D7D3-8ABE-01C9-FB634C8484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DDCC71B-E3B4-4EB5-FA91-ACBFC26AB4E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EAADAB6-2D00-BA98-2237-502848B35A53}"/>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96CC0B7-94A6-05BB-04EA-B91AC58ABB8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54978231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9BE533-FAAC-C533-1E96-F56D5B611B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0F5875B-9C9B-BEAE-DF74-BF33E99405B1}"/>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6EB6FF22-1C6B-9F20-5206-0DB9A5FF1A1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96C85ACC-A802-C02D-1FAA-2375BBF41C5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48362428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EDB971-AB03-DCBD-7A49-D5A2BFACF23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690E368-55B1-ACD0-3418-41393BBCD3B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B654A57-DE5B-DEF8-44FB-0E9B44E39D7A}"/>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AC15C81-9739-DE3B-91B7-B109F8F92C4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75858837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CA0D02-690C-961F-DA20-A62C0316BF6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D42B52-021E-65C3-B0F2-BFF860F01F4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9E532B4-3CBA-0BFE-3B56-1116ACBE3EAE}"/>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E6DBF06B-B552-CEDF-A70C-3E0F153E7C7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76284760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568955-A73F-4CAE-EBA9-D0CA34D566F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B250FC6-E33C-350D-EEF7-5818BA5B4EB1}"/>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CD4A54D-F9A6-B92F-2F69-F96776D57771}"/>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3C0416C-2CBB-0D9C-BF14-2FF14708B1E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51521349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40CFE6-DE6B-185E-528A-7CCB91AD2ED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6A3713B-7B31-8ABA-2A5C-A7E171466D59}"/>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D9D9E465-D195-436B-B62A-3FA0457D1F83}"/>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B47C8733-3F1A-B901-5777-2C6BFEE898C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8200807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DB35AB-6052-CA41-B224-44456B3C796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D8D8207-8FC7-F6E7-FBF9-8274C9E08BE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1FEE053-D656-9DBB-5CBE-D1595545B42B}"/>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C0623B5B-D104-65F5-256E-0C429987553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85919497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9B2806-5820-FD88-B0D6-1B4B6BEC6F3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6E4D8B8-6CCE-6855-FE33-3EC5F819B1C3}"/>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33BB5FA-871A-F01D-2057-16C34F7521C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F75F7291-4999-21DC-FAC8-827669543AB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03005772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BAE9BB-25F0-D9E4-E7A1-F4E3DB332C3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D37EDD7-D0BA-E464-BD5E-068864913453}"/>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2A8F456-1AB8-A10E-1113-284EB3565B05}"/>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2C6D5B0-E2D3-766A-EB96-36F7D2D20F9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638492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FD14A9-22D7-115F-A30A-F96CCED778D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12F370B-A4C6-873A-5BD6-97A735E97543}"/>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2A3BC28-065F-508E-4012-CA972246B90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2DA12017-C393-A608-797C-15952D36847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28808D-F8FF-4F45-9B49-F778C5ECCDCA}"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382250868"/>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9377979" y="6355745"/>
            <a:ext cx="2743200" cy="365125"/>
          </a:xfrm>
        </p:spPr>
        <p:txBody>
          <a:bodyPr/>
          <a:lstStyle/>
          <a:p>
            <a:fld id="{330EA680-D336-4FF7-8B7A-9848BB0A1C32}" type="slidenum">
              <a:rPr lang="en-US" smtClean="0"/>
              <a:t>‹#›</a:t>
            </a:fld>
            <a:endParaRPr lang="en-US"/>
          </a:p>
        </p:txBody>
      </p:sp>
      <p:pic>
        <p:nvPicPr>
          <p:cNvPr id="9" name="Picture 4" descr="No hay ninguna descripción de la foto disponible.">
            <a:extLst>
              <a:ext uri="{FF2B5EF4-FFF2-40B4-BE49-F238E27FC236}">
                <a16:creationId xmlns:a16="http://schemas.microsoft.com/office/drawing/2014/main" id="{E28E3B34-B9FC-FA25-0EAB-BE6EF4ACA06F}"/>
              </a:ext>
            </a:extLst>
          </p:cNvPr>
          <p:cNvPicPr>
            <a:picLocks noChangeAspect="1" noChangeArrowheads="1"/>
          </p:cNvPicPr>
          <p:nvPr userDrawn="1"/>
        </p:nvPicPr>
        <p:blipFill rotWithShape="1">
          <a:blip r:embed="rId2" cstate="print">
            <a:clrChange>
              <a:clrFrom>
                <a:srgbClr val="FFFFFF"/>
              </a:clrFrom>
              <a:clrTo>
                <a:srgbClr val="FFFFFF">
                  <a:alpha val="0"/>
                </a:srgbClr>
              </a:clrTo>
            </a:clrChange>
            <a:alphaModFix amt="65000"/>
            <a:duotone>
              <a:schemeClr val="bg2">
                <a:shade val="45000"/>
                <a:satMod val="135000"/>
              </a:schemeClr>
              <a:prstClr val="white"/>
            </a:duotone>
            <a:extLst>
              <a:ext uri="{28A0092B-C50C-407E-A947-70E740481C1C}">
                <a14:useLocalDpi xmlns:a14="http://schemas.microsoft.com/office/drawing/2010/main" val="0"/>
              </a:ext>
            </a:extLst>
          </a:blip>
          <a:srcRect t="26703" b="28790"/>
          <a:stretch/>
        </p:blipFill>
        <p:spPr bwMode="auto">
          <a:xfrm>
            <a:off x="165202" y="6360118"/>
            <a:ext cx="2670890" cy="365125"/>
          </a:xfrm>
          <a:prstGeom prst="rect">
            <a:avLst/>
          </a:prstGeom>
          <a:noFill/>
          <a:extLst>
            <a:ext uri="{909E8E84-426E-40DD-AFC4-6F175D3DCCD1}">
              <a14:hiddenFill xmlns:a14="http://schemas.microsoft.com/office/drawing/2010/main">
                <a:solidFill>
                  <a:srgbClr val="FFFFFF"/>
                </a:solidFill>
              </a14:hiddenFill>
            </a:ext>
          </a:extLst>
        </p:spPr>
      </p:pic>
      <p:sp>
        <p:nvSpPr>
          <p:cNvPr id="10" name="Date Placeholder 3">
            <a:extLst>
              <a:ext uri="{FF2B5EF4-FFF2-40B4-BE49-F238E27FC236}">
                <a16:creationId xmlns:a16="http://schemas.microsoft.com/office/drawing/2014/main" id="{F0B7291D-A788-CC25-C55E-112D8F557E36}"/>
              </a:ext>
            </a:extLst>
          </p:cNvPr>
          <p:cNvSpPr>
            <a:spLocks noGrp="1"/>
          </p:cNvSpPr>
          <p:nvPr>
            <p:ph type="dt" sz="half" idx="10"/>
          </p:nvPr>
        </p:nvSpPr>
        <p:spPr>
          <a:xfrm>
            <a:off x="11003616" y="136525"/>
            <a:ext cx="1117563" cy="365125"/>
          </a:xfrm>
        </p:spPr>
        <p:txBody>
          <a:bodyPr/>
          <a:lstStyle/>
          <a:p>
            <a:fld id="{27AB8C26-330F-4C13-A9D7-A5B1D2394DAC}" type="datetime1">
              <a:rPr lang="es-CO" smtClean="0"/>
              <a:t>28/05/2026</a:t>
            </a:fld>
            <a:endParaRPr lang="en-US"/>
          </a:p>
        </p:txBody>
      </p:sp>
      <p:sp>
        <p:nvSpPr>
          <p:cNvPr id="2" name="Footer Placeholder 4">
            <a:extLst>
              <a:ext uri="{FF2B5EF4-FFF2-40B4-BE49-F238E27FC236}">
                <a16:creationId xmlns:a16="http://schemas.microsoft.com/office/drawing/2014/main" id="{07A85AC3-4D1F-3E00-0C1F-8EB4A3011757}"/>
              </a:ext>
            </a:extLst>
          </p:cNvPr>
          <p:cNvSpPr txBox="1">
            <a:spLocks/>
          </p:cNvSpPr>
          <p:nvPr userDrawn="1"/>
        </p:nvSpPr>
        <p:spPr>
          <a:xfrm>
            <a:off x="2707689" y="6355745"/>
            <a:ext cx="4114800"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lumMod val="85000"/>
                  </a:prstClr>
                </a:solidFill>
                <a:effectLst/>
                <a:uLnTx/>
                <a:uFillTx/>
                <a:latin typeface="Aptos" panose="020B0004020202020204"/>
                <a:ea typeface="+mn-ea"/>
                <a:cs typeface="+mn-cs"/>
              </a:rPr>
              <a:t>Data analysis</a:t>
            </a:r>
          </a:p>
        </p:txBody>
      </p:sp>
    </p:spTree>
    <p:extLst>
      <p:ext uri="{BB962C8B-B14F-4D97-AF65-F5344CB8AC3E}">
        <p14:creationId xmlns:p14="http://schemas.microsoft.com/office/powerpoint/2010/main" val="187121844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5C71F87-C591-4714-854C-3CA86352FD58}" type="datetime1">
              <a:rPr lang="es-CO" smtClean="0"/>
              <a:t>28/05/2026</a:t>
            </a:fld>
            <a:endParaRPr lang="en-US"/>
          </a:p>
        </p:txBody>
      </p:sp>
      <p:sp>
        <p:nvSpPr>
          <p:cNvPr id="5" name="Footer Placeholder 4"/>
          <p:cNvSpPr>
            <a:spLocks noGrp="1"/>
          </p:cNvSpPr>
          <p:nvPr>
            <p:ph type="ftr" sz="quarter" idx="11"/>
          </p:nvPr>
        </p:nvSpPr>
        <p:spPr/>
        <p:txBody>
          <a:bodyPr/>
          <a:lstStyle/>
          <a:p>
            <a:pPr algn="l"/>
            <a:r>
              <a:rPr lang="es-CO"/>
              <a:t>Data </a:t>
            </a:r>
            <a:r>
              <a:rPr lang="es-CO" err="1"/>
              <a:t>analysis</a:t>
            </a:r>
            <a:endParaRPr lang="es-CO"/>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01013975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0E0EB3F-1BCD-4DD3-9CD7-D2E330B0B7B7}" type="datetime1">
              <a:rPr lang="es-CO" smtClean="0"/>
              <a:t>28/05/2026</a:t>
            </a:fld>
            <a:endParaRPr lang="en-US"/>
          </a:p>
        </p:txBody>
      </p:sp>
      <p:sp>
        <p:nvSpPr>
          <p:cNvPr id="5" name="Footer Placeholder 4"/>
          <p:cNvSpPr>
            <a:spLocks noGrp="1"/>
          </p:cNvSpPr>
          <p:nvPr>
            <p:ph type="ftr" sz="quarter" idx="11"/>
          </p:nvPr>
        </p:nvSpPr>
        <p:spPr/>
        <p:txBody>
          <a:bodyPr/>
          <a:lstStyle/>
          <a:p>
            <a:pPr algn="l"/>
            <a:r>
              <a:rPr lang="en-US" noProof="0"/>
              <a:t>Data analysis</a:t>
            </a:r>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25532283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C6B202A2-6653-4181-A784-865996406F73}" type="datetime1">
              <a:rPr lang="es-CO" smtClean="0"/>
              <a:t>28/05/2026</a:t>
            </a:fld>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
        <p:nvSpPr>
          <p:cNvPr id="8" name="Footer Placeholder 4">
            <a:extLst>
              <a:ext uri="{FF2B5EF4-FFF2-40B4-BE49-F238E27FC236}">
                <a16:creationId xmlns:a16="http://schemas.microsoft.com/office/drawing/2014/main" id="{821618DE-C54F-193B-DBCC-D6A939FBAC56}"/>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109574327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8D4FD1B6-D0CC-4B10-AB91-7EFFCEBA57CD}" type="datetime1">
              <a:rPr lang="es-CO" smtClean="0"/>
              <a:t>28/05/2026</a:t>
            </a:fld>
            <a:endParaRPr lang="en-US"/>
          </a:p>
        </p:txBody>
      </p:sp>
      <p:sp>
        <p:nvSpPr>
          <p:cNvPr id="9" name="Slide Number Placeholder 8"/>
          <p:cNvSpPr>
            <a:spLocks noGrp="1"/>
          </p:cNvSpPr>
          <p:nvPr>
            <p:ph type="sldNum" sz="quarter" idx="12"/>
          </p:nvPr>
        </p:nvSpPr>
        <p:spPr/>
        <p:txBody>
          <a:bodyPr/>
          <a:lstStyle/>
          <a:p>
            <a:fld id="{330EA680-D336-4FF7-8B7A-9848BB0A1C32}" type="slidenum">
              <a:rPr lang="en-US" smtClean="0"/>
              <a:t>‹#›</a:t>
            </a:fld>
            <a:endParaRPr lang="en-US"/>
          </a:p>
        </p:txBody>
      </p:sp>
      <p:sp>
        <p:nvSpPr>
          <p:cNvPr id="10" name="Footer Placeholder 4">
            <a:extLst>
              <a:ext uri="{FF2B5EF4-FFF2-40B4-BE49-F238E27FC236}">
                <a16:creationId xmlns:a16="http://schemas.microsoft.com/office/drawing/2014/main" id="{274ED399-6FD4-2535-A835-ACCAD9E6CE43}"/>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126718510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DB65CA19-BCF1-4C0F-A446-7F22B1505ABE}" type="datetime1">
              <a:rPr lang="es-CO" smtClean="0"/>
              <a:t>28/05/2026</a:t>
            </a:fld>
            <a:endParaRPr lang="en-US"/>
          </a:p>
        </p:txBody>
      </p:sp>
      <p:sp>
        <p:nvSpPr>
          <p:cNvPr id="5" name="Slide Number Placeholder 4"/>
          <p:cNvSpPr>
            <a:spLocks noGrp="1"/>
          </p:cNvSpPr>
          <p:nvPr>
            <p:ph type="sldNum" sz="quarter" idx="12"/>
          </p:nvPr>
        </p:nvSpPr>
        <p:spPr/>
        <p:txBody>
          <a:bodyPr/>
          <a:lstStyle/>
          <a:p>
            <a:fld id="{330EA680-D336-4FF7-8B7A-9848BB0A1C32}" type="slidenum">
              <a:rPr lang="en-US" smtClean="0"/>
              <a:t>‹#›</a:t>
            </a:fld>
            <a:endParaRPr lang="en-US"/>
          </a:p>
        </p:txBody>
      </p:sp>
      <p:sp>
        <p:nvSpPr>
          <p:cNvPr id="6" name="Footer Placeholder 4">
            <a:extLst>
              <a:ext uri="{FF2B5EF4-FFF2-40B4-BE49-F238E27FC236}">
                <a16:creationId xmlns:a16="http://schemas.microsoft.com/office/drawing/2014/main" id="{1B0C23ED-7B40-1209-1274-53B29E23C1A2}"/>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337319384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34FFE650-671F-41ED-9F8D-C15C02353ABB}" type="datetime1">
              <a:rPr lang="es-CO" smtClean="0"/>
              <a:t>28/05/2026</a:t>
            </a:fld>
            <a:endParaRPr lang="en-US"/>
          </a:p>
        </p:txBody>
      </p:sp>
      <p:sp>
        <p:nvSpPr>
          <p:cNvPr id="4" name="Slide Number Placeholder 3"/>
          <p:cNvSpPr>
            <a:spLocks noGrp="1"/>
          </p:cNvSpPr>
          <p:nvPr>
            <p:ph type="sldNum" sz="quarter" idx="12"/>
          </p:nvPr>
        </p:nvSpPr>
        <p:spPr/>
        <p:txBody>
          <a:bodyPr/>
          <a:lstStyle/>
          <a:p>
            <a:fld id="{330EA680-D336-4FF7-8B7A-9848BB0A1C32}" type="slidenum">
              <a:rPr lang="en-US" smtClean="0"/>
              <a:t>‹#›</a:t>
            </a:fld>
            <a:endParaRPr lang="en-US"/>
          </a:p>
        </p:txBody>
      </p:sp>
      <p:sp>
        <p:nvSpPr>
          <p:cNvPr id="5" name="Footer Placeholder 4">
            <a:extLst>
              <a:ext uri="{FF2B5EF4-FFF2-40B4-BE49-F238E27FC236}">
                <a16:creationId xmlns:a16="http://schemas.microsoft.com/office/drawing/2014/main" id="{5E0E503D-13EA-A43F-9429-828FB64E4657}"/>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287769527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09043851-C385-434D-96BC-35CEBC800085}" type="datetime1">
              <a:rPr lang="es-CO" smtClean="0"/>
              <a:t>28/05/2026</a:t>
            </a:fld>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
        <p:nvSpPr>
          <p:cNvPr id="8" name="Footer Placeholder 4">
            <a:extLst>
              <a:ext uri="{FF2B5EF4-FFF2-40B4-BE49-F238E27FC236}">
                <a16:creationId xmlns:a16="http://schemas.microsoft.com/office/drawing/2014/main" id="{57C0C2EF-D2C8-DD6B-2319-FAFD5B820F8B}"/>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335315911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49CD80EE-F88A-471E-8595-71B363ABF8DF}" type="datetime1">
              <a:rPr lang="es-CO" smtClean="0"/>
              <a:t>28/05/2026</a:t>
            </a:fld>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
        <p:nvSpPr>
          <p:cNvPr id="8" name="Footer Placeholder 4">
            <a:extLst>
              <a:ext uri="{FF2B5EF4-FFF2-40B4-BE49-F238E27FC236}">
                <a16:creationId xmlns:a16="http://schemas.microsoft.com/office/drawing/2014/main" id="{F69FFDD5-6692-2401-BAB9-B10D4972078F}"/>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183145417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81A355F-924E-48DA-BA19-BB1737F1CEAA}" type="datetime1">
              <a:rPr lang="es-CO" smtClean="0"/>
              <a:t>28/05/2026</a:t>
            </a:fld>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
        <p:nvSpPr>
          <p:cNvPr id="7" name="Footer Placeholder 4">
            <a:extLst>
              <a:ext uri="{FF2B5EF4-FFF2-40B4-BE49-F238E27FC236}">
                <a16:creationId xmlns:a16="http://schemas.microsoft.com/office/drawing/2014/main" id="{AAF9FF4A-A10B-6320-ECE3-A7B5A7117A05}"/>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281100812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119B51F-332D-4F93-BF63-DCF118E76AC9}" type="datetime1">
              <a:rPr lang="es-CO" smtClean="0"/>
              <a:t>28/05/2026</a:t>
            </a:fld>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
        <p:nvSpPr>
          <p:cNvPr id="7" name="Footer Placeholder 4">
            <a:extLst>
              <a:ext uri="{FF2B5EF4-FFF2-40B4-BE49-F238E27FC236}">
                <a16:creationId xmlns:a16="http://schemas.microsoft.com/office/drawing/2014/main" id="{D5E806EC-8377-227F-578A-BEE63E0170FC}"/>
              </a:ext>
            </a:extLst>
          </p:cNvPr>
          <p:cNvSpPr>
            <a:spLocks noGrp="1"/>
          </p:cNvSpPr>
          <p:nvPr>
            <p:ph type="ftr" sz="quarter" idx="11"/>
          </p:nvPr>
        </p:nvSpPr>
        <p:spPr>
          <a:xfrm>
            <a:off x="4038600" y="6356350"/>
            <a:ext cx="4114800" cy="365125"/>
          </a:xfrm>
        </p:spPr>
        <p:txBody>
          <a:bodyPr/>
          <a:lstStyle/>
          <a:p>
            <a:pPr algn="l"/>
            <a:r>
              <a:rPr lang="en-US" noProof="0"/>
              <a:t>Data analysis</a:t>
            </a:r>
          </a:p>
        </p:txBody>
      </p:sp>
    </p:spTree>
    <p:extLst>
      <p:ext uri="{BB962C8B-B14F-4D97-AF65-F5344CB8AC3E}">
        <p14:creationId xmlns:p14="http://schemas.microsoft.com/office/powerpoint/2010/main" val="169109692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5" name="Footer Placeholder 4"/>
          <p:cNvSpPr>
            <a:spLocks noGrp="1"/>
          </p:cNvSpPr>
          <p:nvPr>
            <p:ph type="ftr" sz="quarter" idx="11"/>
          </p:nvPr>
        </p:nvSpPr>
        <p:spPr>
          <a:xfrm>
            <a:off x="3771900" y="6356348"/>
            <a:ext cx="2219325" cy="365125"/>
          </a:xfrm>
        </p:spPr>
        <p:txBody>
          <a:bodyPr/>
          <a:lstStyle>
            <a:lvl1pPr>
              <a:defRPr/>
            </a:lvl1pPr>
          </a:lstStyle>
          <a:p>
            <a:pPr algn="l"/>
            <a:r>
              <a:rPr lang="es-CO"/>
              <a:t>Análisis de datos</a:t>
            </a:r>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pic>
        <p:nvPicPr>
          <p:cNvPr id="9" name="Picture 4" descr="No hay ninguna descripción de la foto disponible.">
            <a:extLst>
              <a:ext uri="{FF2B5EF4-FFF2-40B4-BE49-F238E27FC236}">
                <a16:creationId xmlns:a16="http://schemas.microsoft.com/office/drawing/2014/main" id="{E28E3B34-B9FC-FA25-0EAB-BE6EF4ACA06F}"/>
              </a:ext>
            </a:extLst>
          </p:cNvPr>
          <p:cNvPicPr>
            <a:picLocks noChangeAspect="1" noChangeArrowheads="1"/>
          </p:cNvPicPr>
          <p:nvPr userDrawn="1"/>
        </p:nvPicPr>
        <p:blipFill rotWithShape="1">
          <a:blip r:embed="rId2" cstate="print">
            <a:clrChange>
              <a:clrFrom>
                <a:srgbClr val="FFFFFF"/>
              </a:clrFrom>
              <a:clrTo>
                <a:srgbClr val="FFFFFF">
                  <a:alpha val="0"/>
                </a:srgbClr>
              </a:clrTo>
            </a:clrChange>
            <a:grayscl/>
            <a:alphaModFix amt="65000"/>
            <a:extLst>
              <a:ext uri="{28A0092B-C50C-407E-A947-70E740481C1C}">
                <a14:useLocalDpi xmlns:a14="http://schemas.microsoft.com/office/drawing/2010/main" val="0"/>
              </a:ext>
            </a:extLst>
          </a:blip>
          <a:srcRect t="26703" b="28790"/>
          <a:stretch/>
        </p:blipFill>
        <p:spPr bwMode="auto">
          <a:xfrm>
            <a:off x="843835" y="6356349"/>
            <a:ext cx="2670890" cy="365125"/>
          </a:xfrm>
          <a:prstGeom prst="rect">
            <a:avLst/>
          </a:prstGeom>
          <a:noFill/>
          <a:extLst>
            <a:ext uri="{909E8E84-426E-40DD-AFC4-6F175D3DCCD1}">
              <a14:hiddenFill xmlns:a14="http://schemas.microsoft.com/office/drawing/2010/main">
                <a:solidFill>
                  <a:srgbClr val="FFFFFF"/>
                </a:solidFill>
              </a14:hiddenFill>
            </a:ext>
          </a:extLst>
        </p:spPr>
      </p:pic>
      <p:sp>
        <p:nvSpPr>
          <p:cNvPr id="10" name="Date Placeholder 3">
            <a:extLst>
              <a:ext uri="{FF2B5EF4-FFF2-40B4-BE49-F238E27FC236}">
                <a16:creationId xmlns:a16="http://schemas.microsoft.com/office/drawing/2014/main" id="{F0B7291D-A788-CC25-C55E-112D8F557E36}"/>
              </a:ext>
            </a:extLst>
          </p:cNvPr>
          <p:cNvSpPr>
            <a:spLocks noGrp="1"/>
          </p:cNvSpPr>
          <p:nvPr>
            <p:ph type="dt" sz="half" idx="10"/>
          </p:nvPr>
        </p:nvSpPr>
        <p:spPr>
          <a:xfrm>
            <a:off x="11003616" y="136525"/>
            <a:ext cx="1117563" cy="365125"/>
          </a:xfrm>
        </p:spPr>
        <p:txBody>
          <a:bodyPr/>
          <a:lstStyle/>
          <a:p>
            <a:fld id="{27AB8C26-330F-4C13-A9D7-A5B1D2394DAC}" type="datetime1">
              <a:rPr lang="es-CO" smtClean="0"/>
              <a:t>28/05/2026</a:t>
            </a:fld>
            <a:endParaRPr lang="en-US"/>
          </a:p>
        </p:txBody>
      </p:sp>
    </p:spTree>
    <p:extLst>
      <p:ext uri="{BB962C8B-B14F-4D97-AF65-F5344CB8AC3E}">
        <p14:creationId xmlns:p14="http://schemas.microsoft.com/office/powerpoint/2010/main" val="304164412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Footer Placeholder 4"/>
          <p:cNvSpPr>
            <a:spLocks noGrp="1"/>
          </p:cNvSpPr>
          <p:nvPr>
            <p:ph type="ftr" sz="quarter" idx="11"/>
          </p:nvPr>
        </p:nvSpPr>
        <p:spPr>
          <a:xfrm>
            <a:off x="3771900" y="6356348"/>
            <a:ext cx="2219325" cy="365125"/>
          </a:xfrm>
        </p:spPr>
        <p:txBody>
          <a:bodyPr/>
          <a:lstStyle>
            <a:lvl1pPr>
              <a:defRPr/>
            </a:lvl1pPr>
          </a:lstStyle>
          <a:p>
            <a:pPr algn="l"/>
            <a:r>
              <a:rPr lang="es-CO"/>
              <a:t>Análisis de datos</a:t>
            </a:r>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
        <p:nvSpPr>
          <p:cNvPr id="10" name="Date Placeholder 3">
            <a:extLst>
              <a:ext uri="{FF2B5EF4-FFF2-40B4-BE49-F238E27FC236}">
                <a16:creationId xmlns:a16="http://schemas.microsoft.com/office/drawing/2014/main" id="{F0B7291D-A788-CC25-C55E-112D8F557E36}"/>
              </a:ext>
            </a:extLst>
          </p:cNvPr>
          <p:cNvSpPr>
            <a:spLocks noGrp="1"/>
          </p:cNvSpPr>
          <p:nvPr>
            <p:ph type="dt" sz="half" idx="10"/>
          </p:nvPr>
        </p:nvSpPr>
        <p:spPr>
          <a:xfrm>
            <a:off x="11003616" y="136525"/>
            <a:ext cx="1117563" cy="365125"/>
          </a:xfrm>
        </p:spPr>
        <p:txBody>
          <a:bodyPr/>
          <a:lstStyle/>
          <a:p>
            <a:fld id="{27AB8C26-330F-4C13-A9D7-A5B1D2394DAC}" type="datetime1">
              <a:rPr lang="es-CO" smtClean="0"/>
              <a:t>28/05/2026</a:t>
            </a:fld>
            <a:endParaRPr lang="en-US"/>
          </a:p>
        </p:txBody>
      </p:sp>
      <p:grpSp>
        <p:nvGrpSpPr>
          <p:cNvPr id="17" name="Group 16">
            <a:extLst>
              <a:ext uri="{FF2B5EF4-FFF2-40B4-BE49-F238E27FC236}">
                <a16:creationId xmlns:a16="http://schemas.microsoft.com/office/drawing/2014/main" id="{8AF8FE18-98B4-630E-14C9-23E5CDD6008B}"/>
              </a:ext>
            </a:extLst>
          </p:cNvPr>
          <p:cNvGrpSpPr/>
          <p:nvPr userDrawn="1"/>
        </p:nvGrpSpPr>
        <p:grpSpPr>
          <a:xfrm>
            <a:off x="815859" y="6356348"/>
            <a:ext cx="2526218" cy="385624"/>
            <a:chOff x="2471736" y="4828853"/>
            <a:chExt cx="7323962" cy="1117993"/>
          </a:xfrm>
        </p:grpSpPr>
        <p:pic>
          <p:nvPicPr>
            <p:cNvPr id="18" name="Picture 2" descr="Foro Enseñanza e Investigación de las Políticas Públicas en Colombia – En  homenaje a Luis Fernando Aguilar Villanueva –">
              <a:extLst>
                <a:ext uri="{FF2B5EF4-FFF2-40B4-BE49-F238E27FC236}">
                  <a16:creationId xmlns:a16="http://schemas.microsoft.com/office/drawing/2014/main" id="{1C91932F-4EF4-9BF2-7847-351945CC9179}"/>
                </a:ext>
              </a:extLst>
            </p:cNvPr>
            <p:cNvPicPr>
              <a:picLocks noChangeAspect="1" noChangeArrowheads="1"/>
            </p:cNvPicPr>
            <p:nvPr/>
          </p:nvPicPr>
          <p:blipFill rotWithShape="1">
            <a:blip r:embed="rId2" cstate="print">
              <a:duotone>
                <a:prstClr val="black"/>
                <a:schemeClr val="accent6">
                  <a:tint val="45000"/>
                  <a:satMod val="400000"/>
                </a:schemeClr>
              </a:duotone>
              <a:alphaModFix amt="50000"/>
              <a:extLst>
                <a:ext uri="{28A0092B-C50C-407E-A947-70E740481C1C}">
                  <a14:useLocalDpi xmlns:a14="http://schemas.microsoft.com/office/drawing/2010/main" val="0"/>
                </a:ext>
              </a:extLst>
            </a:blip>
            <a:srcRect b="39150"/>
            <a:stretch/>
          </p:blipFill>
          <p:spPr bwMode="auto">
            <a:xfrm>
              <a:off x="2471736" y="4828853"/>
              <a:ext cx="3093245" cy="101767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Foro Enseñanza e Investigación de las Políticas Públicas en Colombia – En  homenaje a Luis Fernando Aguilar Villanueva –">
              <a:extLst>
                <a:ext uri="{FF2B5EF4-FFF2-40B4-BE49-F238E27FC236}">
                  <a16:creationId xmlns:a16="http://schemas.microsoft.com/office/drawing/2014/main" id="{501B4801-0B48-74BE-FC1B-559F3E76565C}"/>
                </a:ext>
              </a:extLst>
            </p:cNvPr>
            <p:cNvPicPr>
              <a:picLocks noChangeAspect="1" noChangeArrowheads="1"/>
            </p:cNvPicPr>
            <p:nvPr/>
          </p:nvPicPr>
          <p:blipFill rotWithShape="1">
            <a:blip r:embed="rId2" cstate="print">
              <a:duotone>
                <a:prstClr val="black"/>
                <a:schemeClr val="accent6">
                  <a:tint val="45000"/>
                  <a:satMod val="400000"/>
                </a:schemeClr>
              </a:duotone>
              <a:alphaModFix amt="50000"/>
              <a:extLst>
                <a:ext uri="{28A0092B-C50C-407E-A947-70E740481C1C}">
                  <a14:useLocalDpi xmlns:a14="http://schemas.microsoft.com/office/drawing/2010/main" val="0"/>
                </a:ext>
              </a:extLst>
            </a:blip>
            <a:srcRect t="65285"/>
            <a:stretch/>
          </p:blipFill>
          <p:spPr bwMode="auto">
            <a:xfrm>
              <a:off x="5369718" y="5116118"/>
              <a:ext cx="4425980" cy="830728"/>
            </a:xfrm>
            <a:prstGeom prst="rect">
              <a:avLst/>
            </a:prstGeom>
            <a:noFill/>
            <a:extLst>
              <a:ext uri="{909E8E84-426E-40DD-AFC4-6F175D3DCCD1}">
                <a14:hiddenFill xmlns:a14="http://schemas.microsoft.com/office/drawing/2010/main">
                  <a:solidFill>
                    <a:srgbClr val="FFFFFF"/>
                  </a:solidFill>
                </a14:hiddenFill>
              </a:ext>
            </a:extLst>
          </p:spPr>
        </p:pic>
        <p:cxnSp>
          <p:nvCxnSpPr>
            <p:cNvPr id="20" name="Straight Connector 19">
              <a:extLst>
                <a:ext uri="{FF2B5EF4-FFF2-40B4-BE49-F238E27FC236}">
                  <a16:creationId xmlns:a16="http://schemas.microsoft.com/office/drawing/2014/main" id="{0E3DE286-B4DF-001E-C83E-F2806F483E9E}"/>
                </a:ext>
              </a:extLst>
            </p:cNvPr>
            <p:cNvCxnSpPr>
              <a:cxnSpLocks/>
            </p:cNvCxnSpPr>
            <p:nvPr/>
          </p:nvCxnSpPr>
          <p:spPr>
            <a:xfrm flipV="1">
              <a:off x="5479261" y="5057775"/>
              <a:ext cx="0" cy="735249"/>
            </a:xfrm>
            <a:prstGeom prst="line">
              <a:avLst/>
            </a:prstGeom>
            <a:ln w="6350">
              <a:solidFill>
                <a:schemeClr val="bg1">
                  <a:lumMod val="65000"/>
                </a:schemeClr>
              </a:solidFill>
            </a:ln>
          </p:spPr>
          <p:style>
            <a:lnRef idx="2">
              <a:schemeClr val="accent1"/>
            </a:lnRef>
            <a:fillRef idx="0">
              <a:schemeClr val="accent1"/>
            </a:fillRef>
            <a:effectRef idx="1">
              <a:schemeClr val="accent1"/>
            </a:effectRef>
            <a:fontRef idx="minor">
              <a:schemeClr val="tx1"/>
            </a:fontRef>
          </p:style>
        </p:cxnSp>
      </p:grpSp>
    </p:spTree>
    <p:extLst>
      <p:ext uri="{BB962C8B-B14F-4D97-AF65-F5344CB8AC3E}">
        <p14:creationId xmlns:p14="http://schemas.microsoft.com/office/powerpoint/2010/main" val="238538789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6B334D46-9BD9-44D2-809B-EEF0D00AD165}" type="datetime1">
              <a:rPr lang="es-CO" smtClean="0"/>
              <a:t>28/05/2026</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pPr algn="l"/>
            <a:r>
              <a:rPr lang="en-US" noProof="0"/>
              <a:t>Data analysis</a:t>
            </a: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330EA680-D336-4FF7-8B7A-9848BB0A1C32}" type="slidenum">
              <a:rPr lang="en-US" smtClean="0"/>
              <a:t>‹#›</a:t>
            </a:fld>
            <a:endParaRPr lang="en-US"/>
          </a:p>
        </p:txBody>
      </p:sp>
    </p:spTree>
    <p:extLst>
      <p:ext uri="{BB962C8B-B14F-4D97-AF65-F5344CB8AC3E}">
        <p14:creationId xmlns:p14="http://schemas.microsoft.com/office/powerpoint/2010/main" val="2165197665"/>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 id="2147483673" r:id="rId12"/>
    <p:sldLayoutId id="2147483661" r:id="rId13"/>
  </p:sldLayoutIdLst>
  <p:hf hdr="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image" Target="../media/image4.png"/><Relationship Id="rId4" Type="http://schemas.microsoft.com/office/2007/relationships/hdphoto" Target="../media/hdphoto1.wdp"/></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17" Type="http://schemas.openxmlformats.org/officeDocument/2006/relationships/tags" Target="../tags/tag117.xml"/><Relationship Id="rId21" Type="http://schemas.openxmlformats.org/officeDocument/2006/relationships/tags" Target="../tags/tag21.xml"/><Relationship Id="rId42" Type="http://schemas.openxmlformats.org/officeDocument/2006/relationships/tags" Target="../tags/tag42.xml"/><Relationship Id="rId63" Type="http://schemas.openxmlformats.org/officeDocument/2006/relationships/tags" Target="../tags/tag63.xml"/><Relationship Id="rId84" Type="http://schemas.openxmlformats.org/officeDocument/2006/relationships/tags" Target="../tags/tag84.xml"/><Relationship Id="rId138" Type="http://schemas.openxmlformats.org/officeDocument/2006/relationships/tags" Target="../tags/tag138.xml"/><Relationship Id="rId159" Type="http://schemas.openxmlformats.org/officeDocument/2006/relationships/tags" Target="../tags/tag159.xml"/><Relationship Id="rId107" Type="http://schemas.openxmlformats.org/officeDocument/2006/relationships/tags" Target="../tags/tag107.xml"/><Relationship Id="rId11" Type="http://schemas.openxmlformats.org/officeDocument/2006/relationships/tags" Target="../tags/tag11.xml"/><Relationship Id="rId32" Type="http://schemas.openxmlformats.org/officeDocument/2006/relationships/tags" Target="../tags/tag32.xml"/><Relationship Id="rId53" Type="http://schemas.openxmlformats.org/officeDocument/2006/relationships/tags" Target="../tags/tag53.xml"/><Relationship Id="rId74" Type="http://schemas.openxmlformats.org/officeDocument/2006/relationships/tags" Target="../tags/tag74.xml"/><Relationship Id="rId128" Type="http://schemas.openxmlformats.org/officeDocument/2006/relationships/tags" Target="../tags/tag128.xml"/><Relationship Id="rId149" Type="http://schemas.openxmlformats.org/officeDocument/2006/relationships/tags" Target="../tags/tag149.xml"/><Relationship Id="rId5" Type="http://schemas.openxmlformats.org/officeDocument/2006/relationships/tags" Target="../tags/tag5.xml"/><Relationship Id="rId95" Type="http://schemas.openxmlformats.org/officeDocument/2006/relationships/tags" Target="../tags/tag95.xml"/><Relationship Id="rId160" Type="http://schemas.openxmlformats.org/officeDocument/2006/relationships/slideLayout" Target="../slideLayouts/slideLayout1.xml"/><Relationship Id="rId22" Type="http://schemas.openxmlformats.org/officeDocument/2006/relationships/tags" Target="../tags/tag22.xml"/><Relationship Id="rId43" Type="http://schemas.openxmlformats.org/officeDocument/2006/relationships/tags" Target="../tags/tag43.xml"/><Relationship Id="rId64" Type="http://schemas.openxmlformats.org/officeDocument/2006/relationships/tags" Target="../tags/tag64.xml"/><Relationship Id="rId118" Type="http://schemas.openxmlformats.org/officeDocument/2006/relationships/tags" Target="../tags/tag118.xml"/><Relationship Id="rId139" Type="http://schemas.openxmlformats.org/officeDocument/2006/relationships/tags" Target="../tags/tag139.xml"/><Relationship Id="rId85" Type="http://schemas.openxmlformats.org/officeDocument/2006/relationships/tags" Target="../tags/tag85.xml"/><Relationship Id="rId150" Type="http://schemas.openxmlformats.org/officeDocument/2006/relationships/tags" Target="../tags/tag150.xml"/><Relationship Id="rId12" Type="http://schemas.openxmlformats.org/officeDocument/2006/relationships/tags" Target="../tags/tag12.xml"/><Relationship Id="rId17" Type="http://schemas.openxmlformats.org/officeDocument/2006/relationships/tags" Target="../tags/tag17.xml"/><Relationship Id="rId33" Type="http://schemas.openxmlformats.org/officeDocument/2006/relationships/tags" Target="../tags/tag33.xml"/><Relationship Id="rId38" Type="http://schemas.openxmlformats.org/officeDocument/2006/relationships/tags" Target="../tags/tag38.xml"/><Relationship Id="rId59" Type="http://schemas.openxmlformats.org/officeDocument/2006/relationships/tags" Target="../tags/tag59.xml"/><Relationship Id="rId103" Type="http://schemas.openxmlformats.org/officeDocument/2006/relationships/tags" Target="../tags/tag103.xml"/><Relationship Id="rId108" Type="http://schemas.openxmlformats.org/officeDocument/2006/relationships/tags" Target="../tags/tag108.xml"/><Relationship Id="rId124" Type="http://schemas.openxmlformats.org/officeDocument/2006/relationships/tags" Target="../tags/tag124.xml"/><Relationship Id="rId129" Type="http://schemas.openxmlformats.org/officeDocument/2006/relationships/tags" Target="../tags/tag129.xml"/><Relationship Id="rId54" Type="http://schemas.openxmlformats.org/officeDocument/2006/relationships/tags" Target="../tags/tag54.xml"/><Relationship Id="rId70" Type="http://schemas.openxmlformats.org/officeDocument/2006/relationships/tags" Target="../tags/tag70.xml"/><Relationship Id="rId75" Type="http://schemas.openxmlformats.org/officeDocument/2006/relationships/tags" Target="../tags/tag75.xml"/><Relationship Id="rId91" Type="http://schemas.openxmlformats.org/officeDocument/2006/relationships/tags" Target="../tags/tag91.xml"/><Relationship Id="rId96" Type="http://schemas.openxmlformats.org/officeDocument/2006/relationships/tags" Target="../tags/tag96.xml"/><Relationship Id="rId140" Type="http://schemas.openxmlformats.org/officeDocument/2006/relationships/tags" Target="../tags/tag140.xml"/><Relationship Id="rId145" Type="http://schemas.openxmlformats.org/officeDocument/2006/relationships/tags" Target="../tags/tag145.xml"/><Relationship Id="rId161" Type="http://schemas.openxmlformats.org/officeDocument/2006/relationships/notesSlide" Target="../notesSlides/notesSlide3.xml"/><Relationship Id="rId1" Type="http://schemas.openxmlformats.org/officeDocument/2006/relationships/tags" Target="../tags/tag1.xml"/><Relationship Id="rId6" Type="http://schemas.openxmlformats.org/officeDocument/2006/relationships/tags" Target="../tags/tag6.xml"/><Relationship Id="rId23" Type="http://schemas.openxmlformats.org/officeDocument/2006/relationships/tags" Target="../tags/tag23.xml"/><Relationship Id="rId28" Type="http://schemas.openxmlformats.org/officeDocument/2006/relationships/tags" Target="../tags/tag28.xml"/><Relationship Id="rId49" Type="http://schemas.openxmlformats.org/officeDocument/2006/relationships/tags" Target="../tags/tag49.xml"/><Relationship Id="rId114" Type="http://schemas.openxmlformats.org/officeDocument/2006/relationships/tags" Target="../tags/tag114.xml"/><Relationship Id="rId119" Type="http://schemas.openxmlformats.org/officeDocument/2006/relationships/tags" Target="../tags/tag119.xml"/><Relationship Id="rId44" Type="http://schemas.openxmlformats.org/officeDocument/2006/relationships/tags" Target="../tags/tag44.xml"/><Relationship Id="rId60" Type="http://schemas.openxmlformats.org/officeDocument/2006/relationships/tags" Target="../tags/tag60.xml"/><Relationship Id="rId65" Type="http://schemas.openxmlformats.org/officeDocument/2006/relationships/tags" Target="../tags/tag65.xml"/><Relationship Id="rId81" Type="http://schemas.openxmlformats.org/officeDocument/2006/relationships/tags" Target="../tags/tag81.xml"/><Relationship Id="rId86" Type="http://schemas.openxmlformats.org/officeDocument/2006/relationships/tags" Target="../tags/tag86.xml"/><Relationship Id="rId130" Type="http://schemas.openxmlformats.org/officeDocument/2006/relationships/tags" Target="../tags/tag130.xml"/><Relationship Id="rId135" Type="http://schemas.openxmlformats.org/officeDocument/2006/relationships/tags" Target="../tags/tag135.xml"/><Relationship Id="rId151" Type="http://schemas.openxmlformats.org/officeDocument/2006/relationships/tags" Target="../tags/tag151.xml"/><Relationship Id="rId156" Type="http://schemas.openxmlformats.org/officeDocument/2006/relationships/tags" Target="../tags/tag156.xml"/><Relationship Id="rId13" Type="http://schemas.openxmlformats.org/officeDocument/2006/relationships/tags" Target="../tags/tag13.xml"/><Relationship Id="rId18" Type="http://schemas.openxmlformats.org/officeDocument/2006/relationships/tags" Target="../tags/tag18.xml"/><Relationship Id="rId39" Type="http://schemas.openxmlformats.org/officeDocument/2006/relationships/tags" Target="../tags/tag39.xml"/><Relationship Id="rId109" Type="http://schemas.openxmlformats.org/officeDocument/2006/relationships/tags" Target="../tags/tag109.xml"/><Relationship Id="rId34" Type="http://schemas.openxmlformats.org/officeDocument/2006/relationships/tags" Target="../tags/tag34.xml"/><Relationship Id="rId50" Type="http://schemas.openxmlformats.org/officeDocument/2006/relationships/tags" Target="../tags/tag50.xml"/><Relationship Id="rId55" Type="http://schemas.openxmlformats.org/officeDocument/2006/relationships/tags" Target="../tags/tag55.xml"/><Relationship Id="rId76" Type="http://schemas.openxmlformats.org/officeDocument/2006/relationships/tags" Target="../tags/tag76.xml"/><Relationship Id="rId97" Type="http://schemas.openxmlformats.org/officeDocument/2006/relationships/tags" Target="../tags/tag97.xml"/><Relationship Id="rId104" Type="http://schemas.openxmlformats.org/officeDocument/2006/relationships/tags" Target="../tags/tag104.xml"/><Relationship Id="rId120" Type="http://schemas.openxmlformats.org/officeDocument/2006/relationships/tags" Target="../tags/tag120.xml"/><Relationship Id="rId125" Type="http://schemas.openxmlformats.org/officeDocument/2006/relationships/tags" Target="../tags/tag125.xml"/><Relationship Id="rId141" Type="http://schemas.openxmlformats.org/officeDocument/2006/relationships/tags" Target="../tags/tag141.xml"/><Relationship Id="rId146" Type="http://schemas.openxmlformats.org/officeDocument/2006/relationships/tags" Target="../tags/tag146.xml"/><Relationship Id="rId7" Type="http://schemas.openxmlformats.org/officeDocument/2006/relationships/tags" Target="../tags/tag7.xml"/><Relationship Id="rId71" Type="http://schemas.openxmlformats.org/officeDocument/2006/relationships/tags" Target="../tags/tag71.xml"/><Relationship Id="rId92" Type="http://schemas.openxmlformats.org/officeDocument/2006/relationships/tags" Target="../tags/tag92.xml"/><Relationship Id="rId2" Type="http://schemas.openxmlformats.org/officeDocument/2006/relationships/tags" Target="../tags/tag2.xml"/><Relationship Id="rId29" Type="http://schemas.openxmlformats.org/officeDocument/2006/relationships/tags" Target="../tags/tag29.xml"/><Relationship Id="rId24" Type="http://schemas.openxmlformats.org/officeDocument/2006/relationships/tags" Target="../tags/tag24.xml"/><Relationship Id="rId40" Type="http://schemas.openxmlformats.org/officeDocument/2006/relationships/tags" Target="../tags/tag40.xml"/><Relationship Id="rId45" Type="http://schemas.openxmlformats.org/officeDocument/2006/relationships/tags" Target="../tags/tag45.xml"/><Relationship Id="rId66" Type="http://schemas.openxmlformats.org/officeDocument/2006/relationships/tags" Target="../tags/tag66.xml"/><Relationship Id="rId87" Type="http://schemas.openxmlformats.org/officeDocument/2006/relationships/tags" Target="../tags/tag87.xml"/><Relationship Id="rId110" Type="http://schemas.openxmlformats.org/officeDocument/2006/relationships/tags" Target="../tags/tag110.xml"/><Relationship Id="rId115" Type="http://schemas.openxmlformats.org/officeDocument/2006/relationships/tags" Target="../tags/tag115.xml"/><Relationship Id="rId131" Type="http://schemas.openxmlformats.org/officeDocument/2006/relationships/tags" Target="../tags/tag131.xml"/><Relationship Id="rId136" Type="http://schemas.openxmlformats.org/officeDocument/2006/relationships/tags" Target="../tags/tag136.xml"/><Relationship Id="rId157" Type="http://schemas.openxmlformats.org/officeDocument/2006/relationships/tags" Target="../tags/tag157.xml"/><Relationship Id="rId61" Type="http://schemas.openxmlformats.org/officeDocument/2006/relationships/tags" Target="../tags/tag61.xml"/><Relationship Id="rId82" Type="http://schemas.openxmlformats.org/officeDocument/2006/relationships/tags" Target="../tags/tag82.xml"/><Relationship Id="rId152" Type="http://schemas.openxmlformats.org/officeDocument/2006/relationships/tags" Target="../tags/tag152.xml"/><Relationship Id="rId19" Type="http://schemas.openxmlformats.org/officeDocument/2006/relationships/tags" Target="../tags/tag19.xml"/><Relationship Id="rId14" Type="http://schemas.openxmlformats.org/officeDocument/2006/relationships/tags" Target="../tags/tag14.xml"/><Relationship Id="rId30" Type="http://schemas.openxmlformats.org/officeDocument/2006/relationships/tags" Target="../tags/tag30.xml"/><Relationship Id="rId35" Type="http://schemas.openxmlformats.org/officeDocument/2006/relationships/tags" Target="../tags/tag35.xml"/><Relationship Id="rId56" Type="http://schemas.openxmlformats.org/officeDocument/2006/relationships/tags" Target="../tags/tag56.xml"/><Relationship Id="rId77" Type="http://schemas.openxmlformats.org/officeDocument/2006/relationships/tags" Target="../tags/tag77.xml"/><Relationship Id="rId100" Type="http://schemas.openxmlformats.org/officeDocument/2006/relationships/tags" Target="../tags/tag100.xml"/><Relationship Id="rId105" Type="http://schemas.openxmlformats.org/officeDocument/2006/relationships/tags" Target="../tags/tag105.xml"/><Relationship Id="rId126" Type="http://schemas.openxmlformats.org/officeDocument/2006/relationships/tags" Target="../tags/tag126.xml"/><Relationship Id="rId147" Type="http://schemas.openxmlformats.org/officeDocument/2006/relationships/tags" Target="../tags/tag147.xml"/><Relationship Id="rId8" Type="http://schemas.openxmlformats.org/officeDocument/2006/relationships/tags" Target="../tags/tag8.xml"/><Relationship Id="rId51" Type="http://schemas.openxmlformats.org/officeDocument/2006/relationships/tags" Target="../tags/tag51.xml"/><Relationship Id="rId72" Type="http://schemas.openxmlformats.org/officeDocument/2006/relationships/tags" Target="../tags/tag72.xml"/><Relationship Id="rId93" Type="http://schemas.openxmlformats.org/officeDocument/2006/relationships/tags" Target="../tags/tag93.xml"/><Relationship Id="rId98" Type="http://schemas.openxmlformats.org/officeDocument/2006/relationships/tags" Target="../tags/tag98.xml"/><Relationship Id="rId121" Type="http://schemas.openxmlformats.org/officeDocument/2006/relationships/tags" Target="../tags/tag121.xml"/><Relationship Id="rId142" Type="http://schemas.openxmlformats.org/officeDocument/2006/relationships/tags" Target="../tags/tag142.xml"/><Relationship Id="rId3" Type="http://schemas.openxmlformats.org/officeDocument/2006/relationships/tags" Target="../tags/tag3.xml"/><Relationship Id="rId25" Type="http://schemas.openxmlformats.org/officeDocument/2006/relationships/tags" Target="../tags/tag25.xml"/><Relationship Id="rId46" Type="http://schemas.openxmlformats.org/officeDocument/2006/relationships/tags" Target="../tags/tag46.xml"/><Relationship Id="rId67" Type="http://schemas.openxmlformats.org/officeDocument/2006/relationships/tags" Target="../tags/tag67.xml"/><Relationship Id="rId116" Type="http://schemas.openxmlformats.org/officeDocument/2006/relationships/tags" Target="../tags/tag116.xml"/><Relationship Id="rId137" Type="http://schemas.openxmlformats.org/officeDocument/2006/relationships/tags" Target="../tags/tag137.xml"/><Relationship Id="rId158" Type="http://schemas.openxmlformats.org/officeDocument/2006/relationships/tags" Target="../tags/tag158.xml"/><Relationship Id="rId20" Type="http://schemas.openxmlformats.org/officeDocument/2006/relationships/tags" Target="../tags/tag20.xml"/><Relationship Id="rId41" Type="http://schemas.openxmlformats.org/officeDocument/2006/relationships/tags" Target="../tags/tag41.xml"/><Relationship Id="rId62" Type="http://schemas.openxmlformats.org/officeDocument/2006/relationships/tags" Target="../tags/tag62.xml"/><Relationship Id="rId83" Type="http://schemas.openxmlformats.org/officeDocument/2006/relationships/tags" Target="../tags/tag83.xml"/><Relationship Id="rId88" Type="http://schemas.openxmlformats.org/officeDocument/2006/relationships/tags" Target="../tags/tag88.xml"/><Relationship Id="rId111" Type="http://schemas.openxmlformats.org/officeDocument/2006/relationships/tags" Target="../tags/tag111.xml"/><Relationship Id="rId132" Type="http://schemas.openxmlformats.org/officeDocument/2006/relationships/tags" Target="../tags/tag132.xml"/><Relationship Id="rId153" Type="http://schemas.openxmlformats.org/officeDocument/2006/relationships/tags" Target="../tags/tag153.xml"/><Relationship Id="rId15" Type="http://schemas.openxmlformats.org/officeDocument/2006/relationships/tags" Target="../tags/tag15.xml"/><Relationship Id="rId36" Type="http://schemas.openxmlformats.org/officeDocument/2006/relationships/tags" Target="../tags/tag36.xml"/><Relationship Id="rId57" Type="http://schemas.openxmlformats.org/officeDocument/2006/relationships/tags" Target="../tags/tag57.xml"/><Relationship Id="rId106" Type="http://schemas.openxmlformats.org/officeDocument/2006/relationships/tags" Target="../tags/tag106.xml"/><Relationship Id="rId127" Type="http://schemas.openxmlformats.org/officeDocument/2006/relationships/tags" Target="../tags/tag127.xml"/><Relationship Id="rId10" Type="http://schemas.openxmlformats.org/officeDocument/2006/relationships/tags" Target="../tags/tag10.xml"/><Relationship Id="rId31" Type="http://schemas.openxmlformats.org/officeDocument/2006/relationships/tags" Target="../tags/tag31.xml"/><Relationship Id="rId52" Type="http://schemas.openxmlformats.org/officeDocument/2006/relationships/tags" Target="../tags/tag52.xml"/><Relationship Id="rId73" Type="http://schemas.openxmlformats.org/officeDocument/2006/relationships/tags" Target="../tags/tag73.xml"/><Relationship Id="rId78" Type="http://schemas.openxmlformats.org/officeDocument/2006/relationships/tags" Target="../tags/tag78.xml"/><Relationship Id="rId94" Type="http://schemas.openxmlformats.org/officeDocument/2006/relationships/tags" Target="../tags/tag94.xml"/><Relationship Id="rId99" Type="http://schemas.openxmlformats.org/officeDocument/2006/relationships/tags" Target="../tags/tag99.xml"/><Relationship Id="rId101" Type="http://schemas.openxmlformats.org/officeDocument/2006/relationships/tags" Target="../tags/tag101.xml"/><Relationship Id="rId122" Type="http://schemas.openxmlformats.org/officeDocument/2006/relationships/tags" Target="../tags/tag122.xml"/><Relationship Id="rId143" Type="http://schemas.openxmlformats.org/officeDocument/2006/relationships/tags" Target="../tags/tag143.xml"/><Relationship Id="rId148" Type="http://schemas.openxmlformats.org/officeDocument/2006/relationships/tags" Target="../tags/tag148.xml"/><Relationship Id="rId4" Type="http://schemas.openxmlformats.org/officeDocument/2006/relationships/tags" Target="../tags/tag4.xml"/><Relationship Id="rId9" Type="http://schemas.openxmlformats.org/officeDocument/2006/relationships/tags" Target="../tags/tag9.xml"/><Relationship Id="rId26" Type="http://schemas.openxmlformats.org/officeDocument/2006/relationships/tags" Target="../tags/tag26.xml"/><Relationship Id="rId47" Type="http://schemas.openxmlformats.org/officeDocument/2006/relationships/tags" Target="../tags/tag47.xml"/><Relationship Id="rId68" Type="http://schemas.openxmlformats.org/officeDocument/2006/relationships/tags" Target="../tags/tag68.xml"/><Relationship Id="rId89" Type="http://schemas.openxmlformats.org/officeDocument/2006/relationships/tags" Target="../tags/tag89.xml"/><Relationship Id="rId112" Type="http://schemas.openxmlformats.org/officeDocument/2006/relationships/tags" Target="../tags/tag112.xml"/><Relationship Id="rId133" Type="http://schemas.openxmlformats.org/officeDocument/2006/relationships/tags" Target="../tags/tag133.xml"/><Relationship Id="rId154" Type="http://schemas.openxmlformats.org/officeDocument/2006/relationships/tags" Target="../tags/tag154.xml"/><Relationship Id="rId16" Type="http://schemas.openxmlformats.org/officeDocument/2006/relationships/tags" Target="../tags/tag16.xml"/><Relationship Id="rId37" Type="http://schemas.openxmlformats.org/officeDocument/2006/relationships/tags" Target="../tags/tag37.xml"/><Relationship Id="rId58" Type="http://schemas.openxmlformats.org/officeDocument/2006/relationships/tags" Target="../tags/tag58.xml"/><Relationship Id="rId79" Type="http://schemas.openxmlformats.org/officeDocument/2006/relationships/tags" Target="../tags/tag79.xml"/><Relationship Id="rId102" Type="http://schemas.openxmlformats.org/officeDocument/2006/relationships/tags" Target="../tags/tag102.xml"/><Relationship Id="rId123" Type="http://schemas.openxmlformats.org/officeDocument/2006/relationships/tags" Target="../tags/tag123.xml"/><Relationship Id="rId144" Type="http://schemas.openxmlformats.org/officeDocument/2006/relationships/tags" Target="../tags/tag144.xml"/><Relationship Id="rId90" Type="http://schemas.openxmlformats.org/officeDocument/2006/relationships/tags" Target="../tags/tag90.xml"/><Relationship Id="rId27" Type="http://schemas.openxmlformats.org/officeDocument/2006/relationships/tags" Target="../tags/tag27.xml"/><Relationship Id="rId48" Type="http://schemas.openxmlformats.org/officeDocument/2006/relationships/tags" Target="../tags/tag48.xml"/><Relationship Id="rId69" Type="http://schemas.openxmlformats.org/officeDocument/2006/relationships/tags" Target="../tags/tag69.xml"/><Relationship Id="rId113" Type="http://schemas.openxmlformats.org/officeDocument/2006/relationships/tags" Target="../tags/tag113.xml"/><Relationship Id="rId134" Type="http://schemas.openxmlformats.org/officeDocument/2006/relationships/tags" Target="../tags/tag134.xml"/><Relationship Id="rId80" Type="http://schemas.openxmlformats.org/officeDocument/2006/relationships/tags" Target="../tags/tag80.xml"/><Relationship Id="rId155" Type="http://schemas.openxmlformats.org/officeDocument/2006/relationships/tags" Target="../tags/tag155.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7" Type="http://schemas.openxmlformats.org/officeDocument/2006/relationships/image" Target="../media/image65.png"/><Relationship Id="rId2" Type="http://schemas.openxmlformats.org/officeDocument/2006/relationships/slideLayout" Target="../slideLayouts/slideLayout1.xml"/><Relationship Id="rId1" Type="http://schemas.openxmlformats.org/officeDocument/2006/relationships/tags" Target="../tags/tag160.xml"/><Relationship Id="rId6" Type="http://schemas.openxmlformats.org/officeDocument/2006/relationships/image" Target="../media/image5.png"/><Relationship Id="rId5" Type="http://schemas.openxmlformats.org/officeDocument/2006/relationships/image" Target="../media/image63.png"/><Relationship Id="rId4" Type="http://schemas.openxmlformats.org/officeDocument/2006/relationships/image" Target="../media/image62.png"/></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xml"/><Relationship Id="rId1" Type="http://schemas.openxmlformats.org/officeDocument/2006/relationships/slideLayout" Target="../slideLayouts/slideLayout1.xml"/><Relationship Id="rId4" Type="http://schemas.openxmlformats.org/officeDocument/2006/relationships/image" Target="../media/image66.png"/></Relationships>
</file>

<file path=ppt/slides/_rels/slide7.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notesSlide" Target="../notesSlides/notesSlide7.xml"/><Relationship Id="rId7" Type="http://schemas.openxmlformats.org/officeDocument/2006/relationships/image" Target="../media/image70.png"/><Relationship Id="rId2" Type="http://schemas.openxmlformats.org/officeDocument/2006/relationships/slideLayout" Target="../slideLayouts/slideLayout1.xml"/><Relationship Id="rId1" Type="http://schemas.openxmlformats.org/officeDocument/2006/relationships/tags" Target="../tags/tag161.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s/_rels/slide8.xml.rels><?xml version="1.0" encoding="UTF-8" standalone="yes"?>
<Relationships xmlns="http://schemas.openxmlformats.org/package/2006/relationships"><Relationship Id="rId117" Type="http://schemas.openxmlformats.org/officeDocument/2006/relationships/tags" Target="../tags/tag278.xml"/><Relationship Id="rId21" Type="http://schemas.openxmlformats.org/officeDocument/2006/relationships/tags" Target="../tags/tag182.xml"/><Relationship Id="rId42" Type="http://schemas.openxmlformats.org/officeDocument/2006/relationships/tags" Target="../tags/tag203.xml"/><Relationship Id="rId63" Type="http://schemas.openxmlformats.org/officeDocument/2006/relationships/tags" Target="../tags/tag224.xml"/><Relationship Id="rId84" Type="http://schemas.openxmlformats.org/officeDocument/2006/relationships/tags" Target="../tags/tag245.xml"/><Relationship Id="rId138" Type="http://schemas.openxmlformats.org/officeDocument/2006/relationships/tags" Target="../tags/tag299.xml"/><Relationship Id="rId159" Type="http://schemas.openxmlformats.org/officeDocument/2006/relationships/tags" Target="../tags/tag320.xml"/><Relationship Id="rId170" Type="http://schemas.openxmlformats.org/officeDocument/2006/relationships/tags" Target="../tags/tag331.xml"/><Relationship Id="rId107" Type="http://schemas.openxmlformats.org/officeDocument/2006/relationships/tags" Target="../tags/tag268.xml"/><Relationship Id="rId11" Type="http://schemas.openxmlformats.org/officeDocument/2006/relationships/tags" Target="../tags/tag172.xml"/><Relationship Id="rId32" Type="http://schemas.openxmlformats.org/officeDocument/2006/relationships/tags" Target="../tags/tag193.xml"/><Relationship Id="rId53" Type="http://schemas.openxmlformats.org/officeDocument/2006/relationships/tags" Target="../tags/tag214.xml"/><Relationship Id="rId74" Type="http://schemas.openxmlformats.org/officeDocument/2006/relationships/tags" Target="../tags/tag235.xml"/><Relationship Id="rId128" Type="http://schemas.openxmlformats.org/officeDocument/2006/relationships/tags" Target="../tags/tag289.xml"/><Relationship Id="rId149" Type="http://schemas.openxmlformats.org/officeDocument/2006/relationships/tags" Target="../tags/tag310.xml"/><Relationship Id="rId5" Type="http://schemas.openxmlformats.org/officeDocument/2006/relationships/tags" Target="../tags/tag166.xml"/><Relationship Id="rId95" Type="http://schemas.openxmlformats.org/officeDocument/2006/relationships/tags" Target="../tags/tag256.xml"/><Relationship Id="rId160" Type="http://schemas.openxmlformats.org/officeDocument/2006/relationships/tags" Target="../tags/tag321.xml"/><Relationship Id="rId181" Type="http://schemas.openxmlformats.org/officeDocument/2006/relationships/image" Target="../media/image76.png"/><Relationship Id="rId22" Type="http://schemas.openxmlformats.org/officeDocument/2006/relationships/tags" Target="../tags/tag183.xml"/><Relationship Id="rId43" Type="http://schemas.openxmlformats.org/officeDocument/2006/relationships/tags" Target="../tags/tag204.xml"/><Relationship Id="rId64" Type="http://schemas.openxmlformats.org/officeDocument/2006/relationships/tags" Target="../tags/tag225.xml"/><Relationship Id="rId118" Type="http://schemas.openxmlformats.org/officeDocument/2006/relationships/tags" Target="../tags/tag279.xml"/><Relationship Id="rId139" Type="http://schemas.openxmlformats.org/officeDocument/2006/relationships/tags" Target="../tags/tag300.xml"/><Relationship Id="rId85" Type="http://schemas.openxmlformats.org/officeDocument/2006/relationships/tags" Target="../tags/tag246.xml"/><Relationship Id="rId150" Type="http://schemas.openxmlformats.org/officeDocument/2006/relationships/tags" Target="../tags/tag311.xml"/><Relationship Id="rId171" Type="http://schemas.openxmlformats.org/officeDocument/2006/relationships/tags" Target="../tags/tag332.xml"/><Relationship Id="rId12" Type="http://schemas.openxmlformats.org/officeDocument/2006/relationships/tags" Target="../tags/tag173.xml"/><Relationship Id="rId33" Type="http://schemas.openxmlformats.org/officeDocument/2006/relationships/tags" Target="../tags/tag194.xml"/><Relationship Id="rId108" Type="http://schemas.openxmlformats.org/officeDocument/2006/relationships/tags" Target="../tags/tag269.xml"/><Relationship Id="rId129" Type="http://schemas.openxmlformats.org/officeDocument/2006/relationships/tags" Target="../tags/tag290.xml"/><Relationship Id="rId54" Type="http://schemas.openxmlformats.org/officeDocument/2006/relationships/tags" Target="../tags/tag215.xml"/><Relationship Id="rId75" Type="http://schemas.openxmlformats.org/officeDocument/2006/relationships/tags" Target="../tags/tag236.xml"/><Relationship Id="rId96" Type="http://schemas.openxmlformats.org/officeDocument/2006/relationships/tags" Target="../tags/tag257.xml"/><Relationship Id="rId140" Type="http://schemas.openxmlformats.org/officeDocument/2006/relationships/tags" Target="../tags/tag301.xml"/><Relationship Id="rId161" Type="http://schemas.openxmlformats.org/officeDocument/2006/relationships/tags" Target="../tags/tag322.xml"/><Relationship Id="rId182" Type="http://schemas.openxmlformats.org/officeDocument/2006/relationships/image" Target="../media/image77.png"/><Relationship Id="rId6" Type="http://schemas.openxmlformats.org/officeDocument/2006/relationships/tags" Target="../tags/tag167.xml"/><Relationship Id="rId23" Type="http://schemas.openxmlformats.org/officeDocument/2006/relationships/tags" Target="../tags/tag184.xml"/><Relationship Id="rId119" Type="http://schemas.openxmlformats.org/officeDocument/2006/relationships/tags" Target="../tags/tag280.xml"/><Relationship Id="rId44" Type="http://schemas.openxmlformats.org/officeDocument/2006/relationships/tags" Target="../tags/tag205.xml"/><Relationship Id="rId60" Type="http://schemas.openxmlformats.org/officeDocument/2006/relationships/tags" Target="../tags/tag221.xml"/><Relationship Id="rId65" Type="http://schemas.openxmlformats.org/officeDocument/2006/relationships/tags" Target="../tags/tag226.xml"/><Relationship Id="rId81" Type="http://schemas.openxmlformats.org/officeDocument/2006/relationships/tags" Target="../tags/tag242.xml"/><Relationship Id="rId86" Type="http://schemas.openxmlformats.org/officeDocument/2006/relationships/tags" Target="../tags/tag247.xml"/><Relationship Id="rId130" Type="http://schemas.openxmlformats.org/officeDocument/2006/relationships/tags" Target="../tags/tag291.xml"/><Relationship Id="rId135" Type="http://schemas.openxmlformats.org/officeDocument/2006/relationships/tags" Target="../tags/tag296.xml"/><Relationship Id="rId151" Type="http://schemas.openxmlformats.org/officeDocument/2006/relationships/tags" Target="../tags/tag312.xml"/><Relationship Id="rId156" Type="http://schemas.openxmlformats.org/officeDocument/2006/relationships/tags" Target="../tags/tag317.xml"/><Relationship Id="rId177" Type="http://schemas.openxmlformats.org/officeDocument/2006/relationships/image" Target="../media/image72.png"/><Relationship Id="rId172" Type="http://schemas.openxmlformats.org/officeDocument/2006/relationships/tags" Target="../tags/tag333.xml"/><Relationship Id="rId13" Type="http://schemas.openxmlformats.org/officeDocument/2006/relationships/tags" Target="../tags/tag174.xml"/><Relationship Id="rId18" Type="http://schemas.openxmlformats.org/officeDocument/2006/relationships/tags" Target="../tags/tag179.xml"/><Relationship Id="rId39" Type="http://schemas.openxmlformats.org/officeDocument/2006/relationships/tags" Target="../tags/tag200.xml"/><Relationship Id="rId109" Type="http://schemas.openxmlformats.org/officeDocument/2006/relationships/tags" Target="../tags/tag270.xml"/><Relationship Id="rId34" Type="http://schemas.openxmlformats.org/officeDocument/2006/relationships/tags" Target="../tags/tag195.xml"/><Relationship Id="rId50" Type="http://schemas.openxmlformats.org/officeDocument/2006/relationships/tags" Target="../tags/tag211.xml"/><Relationship Id="rId55" Type="http://schemas.openxmlformats.org/officeDocument/2006/relationships/tags" Target="../tags/tag216.xml"/><Relationship Id="rId76" Type="http://schemas.openxmlformats.org/officeDocument/2006/relationships/tags" Target="../tags/tag237.xml"/><Relationship Id="rId97" Type="http://schemas.openxmlformats.org/officeDocument/2006/relationships/tags" Target="../tags/tag258.xml"/><Relationship Id="rId104" Type="http://schemas.openxmlformats.org/officeDocument/2006/relationships/tags" Target="../tags/tag265.xml"/><Relationship Id="rId120" Type="http://schemas.openxmlformats.org/officeDocument/2006/relationships/tags" Target="../tags/tag281.xml"/><Relationship Id="rId125" Type="http://schemas.openxmlformats.org/officeDocument/2006/relationships/tags" Target="../tags/tag286.xml"/><Relationship Id="rId141" Type="http://schemas.openxmlformats.org/officeDocument/2006/relationships/tags" Target="../tags/tag302.xml"/><Relationship Id="rId146" Type="http://schemas.openxmlformats.org/officeDocument/2006/relationships/tags" Target="../tags/tag307.xml"/><Relationship Id="rId167" Type="http://schemas.openxmlformats.org/officeDocument/2006/relationships/tags" Target="../tags/tag328.xml"/><Relationship Id="rId7" Type="http://schemas.openxmlformats.org/officeDocument/2006/relationships/tags" Target="../tags/tag168.xml"/><Relationship Id="rId71" Type="http://schemas.openxmlformats.org/officeDocument/2006/relationships/tags" Target="../tags/tag232.xml"/><Relationship Id="rId92" Type="http://schemas.openxmlformats.org/officeDocument/2006/relationships/tags" Target="../tags/tag253.xml"/><Relationship Id="rId162" Type="http://schemas.openxmlformats.org/officeDocument/2006/relationships/tags" Target="../tags/tag323.xml"/><Relationship Id="rId183" Type="http://schemas.openxmlformats.org/officeDocument/2006/relationships/image" Target="../media/image8.png"/><Relationship Id="rId2" Type="http://schemas.openxmlformats.org/officeDocument/2006/relationships/tags" Target="../tags/tag163.xml"/><Relationship Id="rId29" Type="http://schemas.openxmlformats.org/officeDocument/2006/relationships/tags" Target="../tags/tag190.xml"/><Relationship Id="rId24" Type="http://schemas.openxmlformats.org/officeDocument/2006/relationships/tags" Target="../tags/tag185.xml"/><Relationship Id="rId40" Type="http://schemas.openxmlformats.org/officeDocument/2006/relationships/tags" Target="../tags/tag201.xml"/><Relationship Id="rId45" Type="http://schemas.openxmlformats.org/officeDocument/2006/relationships/tags" Target="../tags/tag206.xml"/><Relationship Id="rId66" Type="http://schemas.openxmlformats.org/officeDocument/2006/relationships/tags" Target="../tags/tag227.xml"/><Relationship Id="rId87" Type="http://schemas.openxmlformats.org/officeDocument/2006/relationships/tags" Target="../tags/tag248.xml"/><Relationship Id="rId110" Type="http://schemas.openxmlformats.org/officeDocument/2006/relationships/tags" Target="../tags/tag271.xml"/><Relationship Id="rId115" Type="http://schemas.openxmlformats.org/officeDocument/2006/relationships/tags" Target="../tags/tag276.xml"/><Relationship Id="rId131" Type="http://schemas.openxmlformats.org/officeDocument/2006/relationships/tags" Target="../tags/tag292.xml"/><Relationship Id="rId136" Type="http://schemas.openxmlformats.org/officeDocument/2006/relationships/tags" Target="../tags/tag297.xml"/><Relationship Id="rId157" Type="http://schemas.openxmlformats.org/officeDocument/2006/relationships/tags" Target="../tags/tag318.xml"/><Relationship Id="rId178" Type="http://schemas.openxmlformats.org/officeDocument/2006/relationships/image" Target="../media/image73.png"/><Relationship Id="rId61" Type="http://schemas.openxmlformats.org/officeDocument/2006/relationships/tags" Target="../tags/tag222.xml"/><Relationship Id="rId82" Type="http://schemas.openxmlformats.org/officeDocument/2006/relationships/tags" Target="../tags/tag243.xml"/><Relationship Id="rId152" Type="http://schemas.openxmlformats.org/officeDocument/2006/relationships/tags" Target="../tags/tag313.xml"/><Relationship Id="rId173" Type="http://schemas.openxmlformats.org/officeDocument/2006/relationships/tags" Target="../tags/tag334.xml"/><Relationship Id="rId19" Type="http://schemas.openxmlformats.org/officeDocument/2006/relationships/tags" Target="../tags/tag180.xml"/><Relationship Id="rId14" Type="http://schemas.openxmlformats.org/officeDocument/2006/relationships/tags" Target="../tags/tag175.xml"/><Relationship Id="rId30" Type="http://schemas.openxmlformats.org/officeDocument/2006/relationships/tags" Target="../tags/tag191.xml"/><Relationship Id="rId35" Type="http://schemas.openxmlformats.org/officeDocument/2006/relationships/tags" Target="../tags/tag196.xml"/><Relationship Id="rId56" Type="http://schemas.openxmlformats.org/officeDocument/2006/relationships/tags" Target="../tags/tag217.xml"/><Relationship Id="rId77" Type="http://schemas.openxmlformats.org/officeDocument/2006/relationships/tags" Target="../tags/tag238.xml"/><Relationship Id="rId100" Type="http://schemas.openxmlformats.org/officeDocument/2006/relationships/tags" Target="../tags/tag261.xml"/><Relationship Id="rId105" Type="http://schemas.openxmlformats.org/officeDocument/2006/relationships/tags" Target="../tags/tag266.xml"/><Relationship Id="rId126" Type="http://schemas.openxmlformats.org/officeDocument/2006/relationships/tags" Target="../tags/tag287.xml"/><Relationship Id="rId147" Type="http://schemas.openxmlformats.org/officeDocument/2006/relationships/tags" Target="../tags/tag308.xml"/><Relationship Id="rId168" Type="http://schemas.openxmlformats.org/officeDocument/2006/relationships/tags" Target="../tags/tag329.xml"/><Relationship Id="rId8" Type="http://schemas.openxmlformats.org/officeDocument/2006/relationships/tags" Target="../tags/tag169.xml"/><Relationship Id="rId51" Type="http://schemas.openxmlformats.org/officeDocument/2006/relationships/tags" Target="../tags/tag212.xml"/><Relationship Id="rId72" Type="http://schemas.openxmlformats.org/officeDocument/2006/relationships/tags" Target="../tags/tag233.xml"/><Relationship Id="rId93" Type="http://schemas.openxmlformats.org/officeDocument/2006/relationships/tags" Target="../tags/tag254.xml"/><Relationship Id="rId98" Type="http://schemas.openxmlformats.org/officeDocument/2006/relationships/tags" Target="../tags/tag259.xml"/><Relationship Id="rId121" Type="http://schemas.openxmlformats.org/officeDocument/2006/relationships/tags" Target="../tags/tag282.xml"/><Relationship Id="rId142" Type="http://schemas.openxmlformats.org/officeDocument/2006/relationships/tags" Target="../tags/tag303.xml"/><Relationship Id="rId163" Type="http://schemas.openxmlformats.org/officeDocument/2006/relationships/tags" Target="../tags/tag324.xml"/><Relationship Id="rId184" Type="http://schemas.openxmlformats.org/officeDocument/2006/relationships/image" Target="../media/image9.png"/><Relationship Id="rId3" Type="http://schemas.openxmlformats.org/officeDocument/2006/relationships/tags" Target="../tags/tag164.xml"/><Relationship Id="rId25" Type="http://schemas.openxmlformats.org/officeDocument/2006/relationships/tags" Target="../tags/tag186.xml"/><Relationship Id="rId46" Type="http://schemas.openxmlformats.org/officeDocument/2006/relationships/tags" Target="../tags/tag207.xml"/><Relationship Id="rId67" Type="http://schemas.openxmlformats.org/officeDocument/2006/relationships/tags" Target="../tags/tag228.xml"/><Relationship Id="rId116" Type="http://schemas.openxmlformats.org/officeDocument/2006/relationships/tags" Target="../tags/tag277.xml"/><Relationship Id="rId137" Type="http://schemas.openxmlformats.org/officeDocument/2006/relationships/tags" Target="../tags/tag298.xml"/><Relationship Id="rId158" Type="http://schemas.openxmlformats.org/officeDocument/2006/relationships/tags" Target="../tags/tag319.xml"/><Relationship Id="rId20" Type="http://schemas.openxmlformats.org/officeDocument/2006/relationships/tags" Target="../tags/tag181.xml"/><Relationship Id="rId41" Type="http://schemas.openxmlformats.org/officeDocument/2006/relationships/tags" Target="../tags/tag202.xml"/><Relationship Id="rId62" Type="http://schemas.openxmlformats.org/officeDocument/2006/relationships/tags" Target="../tags/tag223.xml"/><Relationship Id="rId83" Type="http://schemas.openxmlformats.org/officeDocument/2006/relationships/tags" Target="../tags/tag244.xml"/><Relationship Id="rId88" Type="http://schemas.openxmlformats.org/officeDocument/2006/relationships/tags" Target="../tags/tag249.xml"/><Relationship Id="rId111" Type="http://schemas.openxmlformats.org/officeDocument/2006/relationships/tags" Target="../tags/tag272.xml"/><Relationship Id="rId132" Type="http://schemas.openxmlformats.org/officeDocument/2006/relationships/tags" Target="../tags/tag293.xml"/><Relationship Id="rId153" Type="http://schemas.openxmlformats.org/officeDocument/2006/relationships/tags" Target="../tags/tag314.xml"/><Relationship Id="rId174" Type="http://schemas.openxmlformats.org/officeDocument/2006/relationships/tags" Target="../tags/tag335.xml"/><Relationship Id="rId179" Type="http://schemas.openxmlformats.org/officeDocument/2006/relationships/image" Target="../media/image7.png"/><Relationship Id="rId15" Type="http://schemas.openxmlformats.org/officeDocument/2006/relationships/tags" Target="../tags/tag176.xml"/><Relationship Id="rId36" Type="http://schemas.openxmlformats.org/officeDocument/2006/relationships/tags" Target="../tags/tag197.xml"/><Relationship Id="rId57" Type="http://schemas.openxmlformats.org/officeDocument/2006/relationships/tags" Target="../tags/tag218.xml"/><Relationship Id="rId106" Type="http://schemas.openxmlformats.org/officeDocument/2006/relationships/tags" Target="../tags/tag267.xml"/><Relationship Id="rId127" Type="http://schemas.openxmlformats.org/officeDocument/2006/relationships/tags" Target="../tags/tag288.xml"/><Relationship Id="rId10" Type="http://schemas.openxmlformats.org/officeDocument/2006/relationships/tags" Target="../tags/tag171.xml"/><Relationship Id="rId31" Type="http://schemas.openxmlformats.org/officeDocument/2006/relationships/tags" Target="../tags/tag192.xml"/><Relationship Id="rId52" Type="http://schemas.openxmlformats.org/officeDocument/2006/relationships/tags" Target="../tags/tag213.xml"/><Relationship Id="rId73" Type="http://schemas.openxmlformats.org/officeDocument/2006/relationships/tags" Target="../tags/tag234.xml"/><Relationship Id="rId78" Type="http://schemas.openxmlformats.org/officeDocument/2006/relationships/tags" Target="../tags/tag239.xml"/><Relationship Id="rId94" Type="http://schemas.openxmlformats.org/officeDocument/2006/relationships/tags" Target="../tags/tag255.xml"/><Relationship Id="rId99" Type="http://schemas.openxmlformats.org/officeDocument/2006/relationships/tags" Target="../tags/tag260.xml"/><Relationship Id="rId101" Type="http://schemas.openxmlformats.org/officeDocument/2006/relationships/tags" Target="../tags/tag262.xml"/><Relationship Id="rId122" Type="http://schemas.openxmlformats.org/officeDocument/2006/relationships/tags" Target="../tags/tag283.xml"/><Relationship Id="rId143" Type="http://schemas.openxmlformats.org/officeDocument/2006/relationships/tags" Target="../tags/tag304.xml"/><Relationship Id="rId148" Type="http://schemas.openxmlformats.org/officeDocument/2006/relationships/tags" Target="../tags/tag309.xml"/><Relationship Id="rId164" Type="http://schemas.openxmlformats.org/officeDocument/2006/relationships/tags" Target="../tags/tag325.xml"/><Relationship Id="rId169" Type="http://schemas.openxmlformats.org/officeDocument/2006/relationships/tags" Target="../tags/tag330.xml"/><Relationship Id="rId4" Type="http://schemas.openxmlformats.org/officeDocument/2006/relationships/tags" Target="../tags/tag165.xml"/><Relationship Id="rId9" Type="http://schemas.openxmlformats.org/officeDocument/2006/relationships/tags" Target="../tags/tag170.xml"/><Relationship Id="rId180" Type="http://schemas.openxmlformats.org/officeDocument/2006/relationships/image" Target="../media/image75.png"/><Relationship Id="rId26" Type="http://schemas.openxmlformats.org/officeDocument/2006/relationships/tags" Target="../tags/tag187.xml"/><Relationship Id="rId47" Type="http://schemas.openxmlformats.org/officeDocument/2006/relationships/tags" Target="../tags/tag208.xml"/><Relationship Id="rId68" Type="http://schemas.openxmlformats.org/officeDocument/2006/relationships/tags" Target="../tags/tag229.xml"/><Relationship Id="rId89" Type="http://schemas.openxmlformats.org/officeDocument/2006/relationships/tags" Target="../tags/tag250.xml"/><Relationship Id="rId112" Type="http://schemas.openxmlformats.org/officeDocument/2006/relationships/tags" Target="../tags/tag273.xml"/><Relationship Id="rId133" Type="http://schemas.openxmlformats.org/officeDocument/2006/relationships/tags" Target="../tags/tag294.xml"/><Relationship Id="rId154" Type="http://schemas.openxmlformats.org/officeDocument/2006/relationships/tags" Target="../tags/tag315.xml"/><Relationship Id="rId175" Type="http://schemas.openxmlformats.org/officeDocument/2006/relationships/slideLayout" Target="../slideLayouts/slideLayout1.xml"/><Relationship Id="rId16" Type="http://schemas.openxmlformats.org/officeDocument/2006/relationships/tags" Target="../tags/tag177.xml"/><Relationship Id="rId37" Type="http://schemas.openxmlformats.org/officeDocument/2006/relationships/tags" Target="../tags/tag198.xml"/><Relationship Id="rId58" Type="http://schemas.openxmlformats.org/officeDocument/2006/relationships/tags" Target="../tags/tag219.xml"/><Relationship Id="rId79" Type="http://schemas.openxmlformats.org/officeDocument/2006/relationships/tags" Target="../tags/tag240.xml"/><Relationship Id="rId102" Type="http://schemas.openxmlformats.org/officeDocument/2006/relationships/tags" Target="../tags/tag263.xml"/><Relationship Id="rId123" Type="http://schemas.openxmlformats.org/officeDocument/2006/relationships/tags" Target="../tags/tag284.xml"/><Relationship Id="rId144" Type="http://schemas.openxmlformats.org/officeDocument/2006/relationships/tags" Target="../tags/tag305.xml"/><Relationship Id="rId90" Type="http://schemas.openxmlformats.org/officeDocument/2006/relationships/tags" Target="../tags/tag251.xml"/><Relationship Id="rId165" Type="http://schemas.openxmlformats.org/officeDocument/2006/relationships/tags" Target="../tags/tag326.xml"/><Relationship Id="rId27" Type="http://schemas.openxmlformats.org/officeDocument/2006/relationships/tags" Target="../tags/tag188.xml"/><Relationship Id="rId48" Type="http://schemas.openxmlformats.org/officeDocument/2006/relationships/tags" Target="../tags/tag209.xml"/><Relationship Id="rId69" Type="http://schemas.openxmlformats.org/officeDocument/2006/relationships/tags" Target="../tags/tag230.xml"/><Relationship Id="rId113" Type="http://schemas.openxmlformats.org/officeDocument/2006/relationships/tags" Target="../tags/tag274.xml"/><Relationship Id="rId134" Type="http://schemas.openxmlformats.org/officeDocument/2006/relationships/tags" Target="../tags/tag295.xml"/><Relationship Id="rId80" Type="http://schemas.openxmlformats.org/officeDocument/2006/relationships/tags" Target="../tags/tag241.xml"/><Relationship Id="rId155" Type="http://schemas.openxmlformats.org/officeDocument/2006/relationships/tags" Target="../tags/tag316.xml"/><Relationship Id="rId176" Type="http://schemas.openxmlformats.org/officeDocument/2006/relationships/notesSlide" Target="../notesSlides/notesSlide8.xml"/><Relationship Id="rId17" Type="http://schemas.openxmlformats.org/officeDocument/2006/relationships/tags" Target="../tags/tag178.xml"/><Relationship Id="rId38" Type="http://schemas.openxmlformats.org/officeDocument/2006/relationships/tags" Target="../tags/tag199.xml"/><Relationship Id="rId59" Type="http://schemas.openxmlformats.org/officeDocument/2006/relationships/tags" Target="../tags/tag220.xml"/><Relationship Id="rId103" Type="http://schemas.openxmlformats.org/officeDocument/2006/relationships/tags" Target="../tags/tag264.xml"/><Relationship Id="rId124" Type="http://schemas.openxmlformats.org/officeDocument/2006/relationships/tags" Target="../tags/tag285.xml"/><Relationship Id="rId70" Type="http://schemas.openxmlformats.org/officeDocument/2006/relationships/tags" Target="../tags/tag231.xml"/><Relationship Id="rId91" Type="http://schemas.openxmlformats.org/officeDocument/2006/relationships/tags" Target="../tags/tag252.xml"/><Relationship Id="rId145" Type="http://schemas.openxmlformats.org/officeDocument/2006/relationships/tags" Target="../tags/tag306.xml"/><Relationship Id="rId166" Type="http://schemas.openxmlformats.org/officeDocument/2006/relationships/tags" Target="../tags/tag327.xml"/><Relationship Id="rId1" Type="http://schemas.openxmlformats.org/officeDocument/2006/relationships/tags" Target="../tags/tag162.xml"/><Relationship Id="rId28" Type="http://schemas.openxmlformats.org/officeDocument/2006/relationships/tags" Target="../tags/tag189.xml"/><Relationship Id="rId49" Type="http://schemas.openxmlformats.org/officeDocument/2006/relationships/tags" Target="../tags/tag210.xml"/><Relationship Id="rId114" Type="http://schemas.openxmlformats.org/officeDocument/2006/relationships/tags" Target="../tags/tag275.xml"/></Relationships>
</file>

<file path=ppt/slides/_rels/slide9.xml.rels><?xml version="1.0" encoding="UTF-8" standalone="yes"?>
<Relationships xmlns="http://schemas.openxmlformats.org/package/2006/relationships"><Relationship Id="rId8" Type="http://schemas.openxmlformats.org/officeDocument/2006/relationships/image" Target="../media/image81.png"/><Relationship Id="rId3" Type="http://schemas.openxmlformats.org/officeDocument/2006/relationships/tags" Target="../tags/tag338.xml"/><Relationship Id="rId7" Type="http://schemas.openxmlformats.org/officeDocument/2006/relationships/image" Target="../media/image80.png"/><Relationship Id="rId2" Type="http://schemas.openxmlformats.org/officeDocument/2006/relationships/tags" Target="../tags/tag337.xml"/><Relationship Id="rId1" Type="http://schemas.openxmlformats.org/officeDocument/2006/relationships/tags" Target="../tags/tag336.xml"/><Relationship Id="rId6" Type="http://schemas.openxmlformats.org/officeDocument/2006/relationships/image" Target="../media/image8.png"/><Relationship Id="rId5" Type="http://schemas.openxmlformats.org/officeDocument/2006/relationships/notesSlide" Target="../notesSlides/notesSlide9.xml"/><Relationship Id="rId10" Type="http://schemas.openxmlformats.org/officeDocument/2006/relationships/image" Target="../media/image11.png"/><Relationship Id="rId4" Type="http://schemas.openxmlformats.org/officeDocument/2006/relationships/slideLayout" Target="../slideLayouts/slideLayout1.xml"/><Relationship Id="rId9" Type="http://schemas.openxmlformats.org/officeDocument/2006/relationships/image" Target="../media/image10.png"/></Relationships>
</file>

<file path=ppt/slides/_rels/slide10.xml.rels><?xml version="1.0" encoding="UTF-8" standalone="yes"?>
<Relationships xmlns="http://schemas.openxmlformats.org/package/2006/relationships"><Relationship Id="rId13" Type="http://schemas.openxmlformats.org/officeDocument/2006/relationships/tags" Target="../tags/tag351.xml"/><Relationship Id="rId18" Type="http://schemas.openxmlformats.org/officeDocument/2006/relationships/tags" Target="../tags/tag356.xml"/><Relationship Id="rId26" Type="http://schemas.openxmlformats.org/officeDocument/2006/relationships/tags" Target="../tags/tag364.xml"/><Relationship Id="rId39" Type="http://schemas.openxmlformats.org/officeDocument/2006/relationships/image" Target="../media/image84.png"/><Relationship Id="rId21" Type="http://schemas.openxmlformats.org/officeDocument/2006/relationships/tags" Target="../tags/tag359.xml"/><Relationship Id="rId34" Type="http://schemas.openxmlformats.org/officeDocument/2006/relationships/tags" Target="../tags/tag372.xml"/><Relationship Id="rId7" Type="http://schemas.openxmlformats.org/officeDocument/2006/relationships/tags" Target="../tags/tag345.xml"/><Relationship Id="rId12" Type="http://schemas.openxmlformats.org/officeDocument/2006/relationships/tags" Target="../tags/tag350.xml"/><Relationship Id="rId17" Type="http://schemas.openxmlformats.org/officeDocument/2006/relationships/tags" Target="../tags/tag355.xml"/><Relationship Id="rId25" Type="http://schemas.openxmlformats.org/officeDocument/2006/relationships/tags" Target="../tags/tag363.xml"/><Relationship Id="rId33" Type="http://schemas.openxmlformats.org/officeDocument/2006/relationships/tags" Target="../tags/tag371.xml"/><Relationship Id="rId38" Type="http://schemas.openxmlformats.org/officeDocument/2006/relationships/image" Target="../media/image540.png"/><Relationship Id="rId2" Type="http://schemas.openxmlformats.org/officeDocument/2006/relationships/tags" Target="../tags/tag340.xml"/><Relationship Id="rId16" Type="http://schemas.openxmlformats.org/officeDocument/2006/relationships/tags" Target="../tags/tag354.xml"/><Relationship Id="rId20" Type="http://schemas.openxmlformats.org/officeDocument/2006/relationships/tags" Target="../tags/tag358.xml"/><Relationship Id="rId29" Type="http://schemas.openxmlformats.org/officeDocument/2006/relationships/tags" Target="../tags/tag367.xml"/><Relationship Id="rId1" Type="http://schemas.openxmlformats.org/officeDocument/2006/relationships/tags" Target="../tags/tag339.xml"/><Relationship Id="rId6" Type="http://schemas.openxmlformats.org/officeDocument/2006/relationships/tags" Target="../tags/tag344.xml"/><Relationship Id="rId11" Type="http://schemas.openxmlformats.org/officeDocument/2006/relationships/tags" Target="../tags/tag349.xml"/><Relationship Id="rId24" Type="http://schemas.openxmlformats.org/officeDocument/2006/relationships/tags" Target="../tags/tag362.xml"/><Relationship Id="rId32" Type="http://schemas.openxmlformats.org/officeDocument/2006/relationships/tags" Target="../tags/tag370.xml"/><Relationship Id="rId37" Type="http://schemas.openxmlformats.org/officeDocument/2006/relationships/notesSlide" Target="../notesSlides/notesSlide10.xml"/><Relationship Id="rId5" Type="http://schemas.openxmlformats.org/officeDocument/2006/relationships/tags" Target="../tags/tag343.xml"/><Relationship Id="rId15" Type="http://schemas.openxmlformats.org/officeDocument/2006/relationships/tags" Target="../tags/tag353.xml"/><Relationship Id="rId23" Type="http://schemas.openxmlformats.org/officeDocument/2006/relationships/tags" Target="../tags/tag361.xml"/><Relationship Id="rId28" Type="http://schemas.openxmlformats.org/officeDocument/2006/relationships/tags" Target="../tags/tag366.xml"/><Relationship Id="rId36" Type="http://schemas.openxmlformats.org/officeDocument/2006/relationships/slideLayout" Target="../slideLayouts/slideLayout1.xml"/><Relationship Id="rId10" Type="http://schemas.openxmlformats.org/officeDocument/2006/relationships/tags" Target="../tags/tag348.xml"/><Relationship Id="rId19" Type="http://schemas.openxmlformats.org/officeDocument/2006/relationships/tags" Target="../tags/tag357.xml"/><Relationship Id="rId31" Type="http://schemas.openxmlformats.org/officeDocument/2006/relationships/tags" Target="../tags/tag369.xml"/><Relationship Id="rId4" Type="http://schemas.openxmlformats.org/officeDocument/2006/relationships/tags" Target="../tags/tag342.xml"/><Relationship Id="rId9" Type="http://schemas.openxmlformats.org/officeDocument/2006/relationships/tags" Target="../tags/tag347.xml"/><Relationship Id="rId14" Type="http://schemas.openxmlformats.org/officeDocument/2006/relationships/tags" Target="../tags/tag352.xml"/><Relationship Id="rId22" Type="http://schemas.openxmlformats.org/officeDocument/2006/relationships/tags" Target="../tags/tag360.xml"/><Relationship Id="rId27" Type="http://schemas.openxmlformats.org/officeDocument/2006/relationships/tags" Target="../tags/tag365.xml"/><Relationship Id="rId30" Type="http://schemas.openxmlformats.org/officeDocument/2006/relationships/tags" Target="../tags/tag368.xml"/><Relationship Id="rId35" Type="http://schemas.openxmlformats.org/officeDocument/2006/relationships/tags" Target="../tags/tag373.xml"/><Relationship Id="rId8" Type="http://schemas.openxmlformats.org/officeDocument/2006/relationships/tags" Target="../tags/tag346.xml"/><Relationship Id="rId3" Type="http://schemas.openxmlformats.org/officeDocument/2006/relationships/tags" Target="../tags/tag341.xml"/></Relationships>
</file>

<file path=ppt/slides/_rels/slide11.xml.rels><?xml version="1.0" encoding="UTF-8" standalone="yes"?>
<Relationships xmlns="http://schemas.openxmlformats.org/package/2006/relationships"><Relationship Id="rId13" Type="http://schemas.openxmlformats.org/officeDocument/2006/relationships/tags" Target="../tags/tag386.xml"/><Relationship Id="rId18" Type="http://schemas.openxmlformats.org/officeDocument/2006/relationships/tags" Target="../tags/tag391.xml"/><Relationship Id="rId26" Type="http://schemas.openxmlformats.org/officeDocument/2006/relationships/tags" Target="../tags/tag399.xml"/><Relationship Id="rId39" Type="http://schemas.openxmlformats.org/officeDocument/2006/relationships/image" Target="../media/image540.png"/><Relationship Id="rId21" Type="http://schemas.openxmlformats.org/officeDocument/2006/relationships/tags" Target="../tags/tag394.xml"/><Relationship Id="rId34" Type="http://schemas.openxmlformats.org/officeDocument/2006/relationships/tags" Target="../tags/tag407.xml"/><Relationship Id="rId7" Type="http://schemas.openxmlformats.org/officeDocument/2006/relationships/tags" Target="../tags/tag380.xml"/><Relationship Id="rId2" Type="http://schemas.openxmlformats.org/officeDocument/2006/relationships/tags" Target="../tags/tag375.xml"/><Relationship Id="rId16" Type="http://schemas.openxmlformats.org/officeDocument/2006/relationships/tags" Target="../tags/tag389.xml"/><Relationship Id="rId20" Type="http://schemas.openxmlformats.org/officeDocument/2006/relationships/tags" Target="../tags/tag393.xml"/><Relationship Id="rId29" Type="http://schemas.openxmlformats.org/officeDocument/2006/relationships/tags" Target="../tags/tag402.xml"/><Relationship Id="rId41" Type="http://schemas.openxmlformats.org/officeDocument/2006/relationships/image" Target="../media/image87.png"/><Relationship Id="rId1" Type="http://schemas.openxmlformats.org/officeDocument/2006/relationships/tags" Target="../tags/tag374.xml"/><Relationship Id="rId6" Type="http://schemas.openxmlformats.org/officeDocument/2006/relationships/tags" Target="../tags/tag379.xml"/><Relationship Id="rId11" Type="http://schemas.openxmlformats.org/officeDocument/2006/relationships/tags" Target="../tags/tag384.xml"/><Relationship Id="rId24" Type="http://schemas.openxmlformats.org/officeDocument/2006/relationships/tags" Target="../tags/tag397.xml"/><Relationship Id="rId32" Type="http://schemas.openxmlformats.org/officeDocument/2006/relationships/tags" Target="../tags/tag405.xml"/><Relationship Id="rId37" Type="http://schemas.openxmlformats.org/officeDocument/2006/relationships/notesSlide" Target="../notesSlides/notesSlide11.xml"/><Relationship Id="rId40" Type="http://schemas.openxmlformats.org/officeDocument/2006/relationships/image" Target="../media/image86.png"/><Relationship Id="rId5" Type="http://schemas.openxmlformats.org/officeDocument/2006/relationships/tags" Target="../tags/tag378.xml"/><Relationship Id="rId15" Type="http://schemas.openxmlformats.org/officeDocument/2006/relationships/tags" Target="../tags/tag388.xml"/><Relationship Id="rId23" Type="http://schemas.openxmlformats.org/officeDocument/2006/relationships/tags" Target="../tags/tag396.xml"/><Relationship Id="rId28" Type="http://schemas.openxmlformats.org/officeDocument/2006/relationships/tags" Target="../tags/tag401.xml"/><Relationship Id="rId36" Type="http://schemas.openxmlformats.org/officeDocument/2006/relationships/slideLayout" Target="../slideLayouts/slideLayout1.xml"/><Relationship Id="rId10" Type="http://schemas.openxmlformats.org/officeDocument/2006/relationships/tags" Target="../tags/tag383.xml"/><Relationship Id="rId19" Type="http://schemas.openxmlformats.org/officeDocument/2006/relationships/tags" Target="../tags/tag392.xml"/><Relationship Id="rId31" Type="http://schemas.openxmlformats.org/officeDocument/2006/relationships/tags" Target="../tags/tag404.xml"/><Relationship Id="rId4" Type="http://schemas.openxmlformats.org/officeDocument/2006/relationships/tags" Target="../tags/tag377.xml"/><Relationship Id="rId9" Type="http://schemas.openxmlformats.org/officeDocument/2006/relationships/tags" Target="../tags/tag382.xml"/><Relationship Id="rId14" Type="http://schemas.openxmlformats.org/officeDocument/2006/relationships/tags" Target="../tags/tag387.xml"/><Relationship Id="rId22" Type="http://schemas.openxmlformats.org/officeDocument/2006/relationships/tags" Target="../tags/tag395.xml"/><Relationship Id="rId27" Type="http://schemas.openxmlformats.org/officeDocument/2006/relationships/tags" Target="../tags/tag400.xml"/><Relationship Id="rId30" Type="http://schemas.openxmlformats.org/officeDocument/2006/relationships/tags" Target="../tags/tag403.xml"/><Relationship Id="rId35" Type="http://schemas.openxmlformats.org/officeDocument/2006/relationships/tags" Target="../tags/tag408.xml"/><Relationship Id="rId8" Type="http://schemas.openxmlformats.org/officeDocument/2006/relationships/tags" Target="../tags/tag381.xml"/><Relationship Id="rId3" Type="http://schemas.openxmlformats.org/officeDocument/2006/relationships/tags" Target="../tags/tag376.xml"/><Relationship Id="rId12" Type="http://schemas.openxmlformats.org/officeDocument/2006/relationships/tags" Target="../tags/tag385.xml"/><Relationship Id="rId17" Type="http://schemas.openxmlformats.org/officeDocument/2006/relationships/tags" Target="../tags/tag390.xml"/><Relationship Id="rId25" Type="http://schemas.openxmlformats.org/officeDocument/2006/relationships/tags" Target="../tags/tag398.xml"/><Relationship Id="rId33" Type="http://schemas.openxmlformats.org/officeDocument/2006/relationships/tags" Target="../tags/tag406.xml"/><Relationship Id="rId38" Type="http://schemas.openxmlformats.org/officeDocument/2006/relationships/image" Target="../media/image85.png"/></Relationships>
</file>

<file path=ppt/slides/_rels/slide12.xml.rels><?xml version="1.0" encoding="UTF-8" standalone="yes"?>
<Relationships xmlns="http://schemas.openxmlformats.org/package/2006/relationships"><Relationship Id="rId26" Type="http://schemas.openxmlformats.org/officeDocument/2006/relationships/tags" Target="../tags/tag434.xml"/><Relationship Id="rId21" Type="http://schemas.openxmlformats.org/officeDocument/2006/relationships/tags" Target="../tags/tag429.xml"/><Relationship Id="rId42" Type="http://schemas.openxmlformats.org/officeDocument/2006/relationships/tags" Target="../tags/tag450.xml"/><Relationship Id="rId47" Type="http://schemas.openxmlformats.org/officeDocument/2006/relationships/tags" Target="../tags/tag455.xml"/><Relationship Id="rId63" Type="http://schemas.openxmlformats.org/officeDocument/2006/relationships/tags" Target="../tags/tag471.xml"/><Relationship Id="rId68" Type="http://schemas.openxmlformats.org/officeDocument/2006/relationships/tags" Target="../tags/tag476.xml"/><Relationship Id="rId16" Type="http://schemas.openxmlformats.org/officeDocument/2006/relationships/tags" Target="../tags/tag424.xml"/><Relationship Id="rId11" Type="http://schemas.openxmlformats.org/officeDocument/2006/relationships/tags" Target="../tags/tag419.xml"/><Relationship Id="rId24" Type="http://schemas.openxmlformats.org/officeDocument/2006/relationships/tags" Target="../tags/tag432.xml"/><Relationship Id="rId32" Type="http://schemas.openxmlformats.org/officeDocument/2006/relationships/tags" Target="../tags/tag440.xml"/><Relationship Id="rId37" Type="http://schemas.openxmlformats.org/officeDocument/2006/relationships/tags" Target="../tags/tag445.xml"/><Relationship Id="rId40" Type="http://schemas.openxmlformats.org/officeDocument/2006/relationships/tags" Target="../tags/tag448.xml"/><Relationship Id="rId45" Type="http://schemas.openxmlformats.org/officeDocument/2006/relationships/tags" Target="../tags/tag453.xml"/><Relationship Id="rId53" Type="http://schemas.openxmlformats.org/officeDocument/2006/relationships/tags" Target="../tags/tag461.xml"/><Relationship Id="rId58" Type="http://schemas.openxmlformats.org/officeDocument/2006/relationships/tags" Target="../tags/tag466.xml"/><Relationship Id="rId66" Type="http://schemas.openxmlformats.org/officeDocument/2006/relationships/tags" Target="../tags/tag474.xml"/><Relationship Id="rId74" Type="http://schemas.openxmlformats.org/officeDocument/2006/relationships/image" Target="../media/image89.png"/><Relationship Id="rId5" Type="http://schemas.openxmlformats.org/officeDocument/2006/relationships/tags" Target="../tags/tag413.xml"/><Relationship Id="rId61" Type="http://schemas.openxmlformats.org/officeDocument/2006/relationships/tags" Target="../tags/tag469.xml"/><Relationship Id="rId19" Type="http://schemas.openxmlformats.org/officeDocument/2006/relationships/tags" Target="../tags/tag427.xml"/><Relationship Id="rId14" Type="http://schemas.openxmlformats.org/officeDocument/2006/relationships/tags" Target="../tags/tag422.xml"/><Relationship Id="rId22" Type="http://schemas.openxmlformats.org/officeDocument/2006/relationships/tags" Target="../tags/tag430.xml"/><Relationship Id="rId27" Type="http://schemas.openxmlformats.org/officeDocument/2006/relationships/tags" Target="../tags/tag435.xml"/><Relationship Id="rId30" Type="http://schemas.openxmlformats.org/officeDocument/2006/relationships/tags" Target="../tags/tag438.xml"/><Relationship Id="rId35" Type="http://schemas.openxmlformats.org/officeDocument/2006/relationships/tags" Target="../tags/tag443.xml"/><Relationship Id="rId43" Type="http://schemas.openxmlformats.org/officeDocument/2006/relationships/tags" Target="../tags/tag451.xml"/><Relationship Id="rId48" Type="http://schemas.openxmlformats.org/officeDocument/2006/relationships/tags" Target="../tags/tag456.xml"/><Relationship Id="rId56" Type="http://schemas.openxmlformats.org/officeDocument/2006/relationships/tags" Target="../tags/tag464.xml"/><Relationship Id="rId64" Type="http://schemas.openxmlformats.org/officeDocument/2006/relationships/tags" Target="../tags/tag472.xml"/><Relationship Id="rId69" Type="http://schemas.openxmlformats.org/officeDocument/2006/relationships/tags" Target="../tags/tag477.xml"/><Relationship Id="rId77" Type="http://schemas.openxmlformats.org/officeDocument/2006/relationships/image" Target="../media/image85.png"/><Relationship Id="rId8" Type="http://schemas.openxmlformats.org/officeDocument/2006/relationships/tags" Target="../tags/tag416.xml"/><Relationship Id="rId51" Type="http://schemas.openxmlformats.org/officeDocument/2006/relationships/tags" Target="../tags/tag459.xml"/><Relationship Id="rId72" Type="http://schemas.openxmlformats.org/officeDocument/2006/relationships/notesSlide" Target="../notesSlides/notesSlide12.xml"/><Relationship Id="rId3" Type="http://schemas.openxmlformats.org/officeDocument/2006/relationships/tags" Target="../tags/tag411.xml"/><Relationship Id="rId12" Type="http://schemas.openxmlformats.org/officeDocument/2006/relationships/tags" Target="../tags/tag420.xml"/><Relationship Id="rId17" Type="http://schemas.openxmlformats.org/officeDocument/2006/relationships/tags" Target="../tags/tag425.xml"/><Relationship Id="rId25" Type="http://schemas.openxmlformats.org/officeDocument/2006/relationships/tags" Target="../tags/tag433.xml"/><Relationship Id="rId33" Type="http://schemas.openxmlformats.org/officeDocument/2006/relationships/tags" Target="../tags/tag441.xml"/><Relationship Id="rId38" Type="http://schemas.openxmlformats.org/officeDocument/2006/relationships/tags" Target="../tags/tag446.xml"/><Relationship Id="rId46" Type="http://schemas.openxmlformats.org/officeDocument/2006/relationships/tags" Target="../tags/tag454.xml"/><Relationship Id="rId59" Type="http://schemas.openxmlformats.org/officeDocument/2006/relationships/tags" Target="../tags/tag467.xml"/><Relationship Id="rId67" Type="http://schemas.openxmlformats.org/officeDocument/2006/relationships/tags" Target="../tags/tag475.xml"/><Relationship Id="rId20" Type="http://schemas.openxmlformats.org/officeDocument/2006/relationships/tags" Target="../tags/tag428.xml"/><Relationship Id="rId41" Type="http://schemas.openxmlformats.org/officeDocument/2006/relationships/tags" Target="../tags/tag449.xml"/><Relationship Id="rId54" Type="http://schemas.openxmlformats.org/officeDocument/2006/relationships/tags" Target="../tags/tag462.xml"/><Relationship Id="rId62" Type="http://schemas.openxmlformats.org/officeDocument/2006/relationships/tags" Target="../tags/tag470.xml"/><Relationship Id="rId70" Type="http://schemas.openxmlformats.org/officeDocument/2006/relationships/tags" Target="../tags/tag478.xml"/><Relationship Id="rId75" Type="http://schemas.openxmlformats.org/officeDocument/2006/relationships/image" Target="../media/image90.png"/><Relationship Id="rId1" Type="http://schemas.openxmlformats.org/officeDocument/2006/relationships/tags" Target="../tags/tag409.xml"/><Relationship Id="rId6" Type="http://schemas.openxmlformats.org/officeDocument/2006/relationships/tags" Target="../tags/tag414.xml"/><Relationship Id="rId15" Type="http://schemas.openxmlformats.org/officeDocument/2006/relationships/tags" Target="../tags/tag423.xml"/><Relationship Id="rId23" Type="http://schemas.openxmlformats.org/officeDocument/2006/relationships/tags" Target="../tags/tag431.xml"/><Relationship Id="rId28" Type="http://schemas.openxmlformats.org/officeDocument/2006/relationships/tags" Target="../tags/tag436.xml"/><Relationship Id="rId36" Type="http://schemas.openxmlformats.org/officeDocument/2006/relationships/tags" Target="../tags/tag444.xml"/><Relationship Id="rId49" Type="http://schemas.openxmlformats.org/officeDocument/2006/relationships/tags" Target="../tags/tag457.xml"/><Relationship Id="rId57" Type="http://schemas.openxmlformats.org/officeDocument/2006/relationships/tags" Target="../tags/tag465.xml"/><Relationship Id="rId10" Type="http://schemas.openxmlformats.org/officeDocument/2006/relationships/tags" Target="../tags/tag418.xml"/><Relationship Id="rId31" Type="http://schemas.openxmlformats.org/officeDocument/2006/relationships/tags" Target="../tags/tag439.xml"/><Relationship Id="rId44" Type="http://schemas.openxmlformats.org/officeDocument/2006/relationships/tags" Target="../tags/tag452.xml"/><Relationship Id="rId52" Type="http://schemas.openxmlformats.org/officeDocument/2006/relationships/tags" Target="../tags/tag460.xml"/><Relationship Id="rId60" Type="http://schemas.openxmlformats.org/officeDocument/2006/relationships/tags" Target="../tags/tag468.xml"/><Relationship Id="rId65" Type="http://schemas.openxmlformats.org/officeDocument/2006/relationships/tags" Target="../tags/tag473.xml"/><Relationship Id="rId73" Type="http://schemas.openxmlformats.org/officeDocument/2006/relationships/image" Target="../media/image88.png"/><Relationship Id="rId4" Type="http://schemas.openxmlformats.org/officeDocument/2006/relationships/tags" Target="../tags/tag412.xml"/><Relationship Id="rId9" Type="http://schemas.openxmlformats.org/officeDocument/2006/relationships/tags" Target="../tags/tag417.xml"/><Relationship Id="rId13" Type="http://schemas.openxmlformats.org/officeDocument/2006/relationships/tags" Target="../tags/tag421.xml"/><Relationship Id="rId18" Type="http://schemas.openxmlformats.org/officeDocument/2006/relationships/tags" Target="../tags/tag426.xml"/><Relationship Id="rId39" Type="http://schemas.openxmlformats.org/officeDocument/2006/relationships/tags" Target="../tags/tag447.xml"/><Relationship Id="rId34" Type="http://schemas.openxmlformats.org/officeDocument/2006/relationships/tags" Target="../tags/tag442.xml"/><Relationship Id="rId50" Type="http://schemas.openxmlformats.org/officeDocument/2006/relationships/tags" Target="../tags/tag458.xml"/><Relationship Id="rId55" Type="http://schemas.openxmlformats.org/officeDocument/2006/relationships/tags" Target="../tags/tag463.xml"/><Relationship Id="rId76" Type="http://schemas.openxmlformats.org/officeDocument/2006/relationships/image" Target="../media/image91.png"/><Relationship Id="rId7" Type="http://schemas.openxmlformats.org/officeDocument/2006/relationships/tags" Target="../tags/tag415.xml"/><Relationship Id="rId71" Type="http://schemas.openxmlformats.org/officeDocument/2006/relationships/slideLayout" Target="../slideLayouts/slideLayout1.xml"/><Relationship Id="rId2" Type="http://schemas.openxmlformats.org/officeDocument/2006/relationships/tags" Target="../tags/tag410.xml"/><Relationship Id="rId29" Type="http://schemas.openxmlformats.org/officeDocument/2006/relationships/tags" Target="../tags/tag437.xml"/></Relationships>
</file>

<file path=ppt/slides/_rels/slide13.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tags" Target="../tags/tag481.xml"/><Relationship Id="rId7" Type="http://schemas.openxmlformats.org/officeDocument/2006/relationships/image" Target="../media/image12.png"/><Relationship Id="rId2" Type="http://schemas.openxmlformats.org/officeDocument/2006/relationships/tags" Target="../tags/tag480.xml"/><Relationship Id="rId1" Type="http://schemas.openxmlformats.org/officeDocument/2006/relationships/tags" Target="../tags/tag479.xml"/><Relationship Id="rId6" Type="http://schemas.openxmlformats.org/officeDocument/2006/relationships/notesSlide" Target="../notesSlides/notesSlide13.xml"/><Relationship Id="rId5" Type="http://schemas.openxmlformats.org/officeDocument/2006/relationships/slideLayout" Target="../slideLayouts/slideLayout1.xml"/><Relationship Id="rId10" Type="http://schemas.openxmlformats.org/officeDocument/2006/relationships/image" Target="../media/image15.png"/><Relationship Id="rId4" Type="http://schemas.openxmlformats.org/officeDocument/2006/relationships/tags" Target="../tags/tag482.xml"/><Relationship Id="rId9" Type="http://schemas.openxmlformats.org/officeDocument/2006/relationships/image" Target="../media/image14.png"/></Relationships>
</file>

<file path=ppt/slides/_rels/slide14.xml.rels><?xml version="1.0" encoding="UTF-8" standalone="yes"?>
<Relationships xmlns="http://schemas.openxmlformats.org/package/2006/relationships"><Relationship Id="rId8" Type="http://schemas.openxmlformats.org/officeDocument/2006/relationships/tags" Target="../tags/tag490.xml"/><Relationship Id="rId13" Type="http://schemas.openxmlformats.org/officeDocument/2006/relationships/image" Target="../media/image540.png"/><Relationship Id="rId3" Type="http://schemas.openxmlformats.org/officeDocument/2006/relationships/tags" Target="../tags/tag485.xml"/><Relationship Id="rId7" Type="http://schemas.openxmlformats.org/officeDocument/2006/relationships/tags" Target="../tags/tag489.xml"/><Relationship Id="rId12" Type="http://schemas.openxmlformats.org/officeDocument/2006/relationships/notesSlide" Target="../notesSlides/notesSlide14.xml"/><Relationship Id="rId2" Type="http://schemas.openxmlformats.org/officeDocument/2006/relationships/tags" Target="../tags/tag484.xml"/><Relationship Id="rId16" Type="http://schemas.openxmlformats.org/officeDocument/2006/relationships/image" Target="../media/image17.png"/><Relationship Id="rId1" Type="http://schemas.openxmlformats.org/officeDocument/2006/relationships/tags" Target="../tags/tag483.xml"/><Relationship Id="rId6" Type="http://schemas.openxmlformats.org/officeDocument/2006/relationships/tags" Target="../tags/tag488.xml"/><Relationship Id="rId11" Type="http://schemas.openxmlformats.org/officeDocument/2006/relationships/slideLayout" Target="../slideLayouts/slideLayout1.xml"/><Relationship Id="rId5" Type="http://schemas.openxmlformats.org/officeDocument/2006/relationships/tags" Target="../tags/tag487.xml"/><Relationship Id="rId15" Type="http://schemas.openxmlformats.org/officeDocument/2006/relationships/image" Target="../media/image97.png"/><Relationship Id="rId10" Type="http://schemas.openxmlformats.org/officeDocument/2006/relationships/tags" Target="../tags/tag492.xml"/><Relationship Id="rId4" Type="http://schemas.openxmlformats.org/officeDocument/2006/relationships/tags" Target="../tags/tag486.xml"/><Relationship Id="rId9" Type="http://schemas.openxmlformats.org/officeDocument/2006/relationships/tags" Target="../tags/tag491.xml"/><Relationship Id="rId14" Type="http://schemas.openxmlformats.org/officeDocument/2006/relationships/image" Target="../media/image16.png"/></Relationships>
</file>

<file path=ppt/slides/_rels/slide15.xml.rels><?xml version="1.0" encoding="UTF-8" standalone="yes"?>
<Relationships xmlns="http://schemas.openxmlformats.org/package/2006/relationships"><Relationship Id="rId8" Type="http://schemas.openxmlformats.org/officeDocument/2006/relationships/tags" Target="../tags/tag500.xml"/><Relationship Id="rId13" Type="http://schemas.openxmlformats.org/officeDocument/2006/relationships/slideLayout" Target="../slideLayouts/slideLayout1.xml"/><Relationship Id="rId18" Type="http://schemas.openxmlformats.org/officeDocument/2006/relationships/image" Target="../media/image560.png"/><Relationship Id="rId3" Type="http://schemas.openxmlformats.org/officeDocument/2006/relationships/tags" Target="../tags/tag495.xml"/><Relationship Id="rId7" Type="http://schemas.openxmlformats.org/officeDocument/2006/relationships/tags" Target="../tags/tag499.xml"/><Relationship Id="rId12" Type="http://schemas.openxmlformats.org/officeDocument/2006/relationships/tags" Target="../tags/tag504.xml"/><Relationship Id="rId17" Type="http://schemas.openxmlformats.org/officeDocument/2006/relationships/image" Target="../media/image100.png"/><Relationship Id="rId2" Type="http://schemas.openxmlformats.org/officeDocument/2006/relationships/tags" Target="../tags/tag494.xml"/><Relationship Id="rId16" Type="http://schemas.openxmlformats.org/officeDocument/2006/relationships/image" Target="../media/image18.png"/><Relationship Id="rId1" Type="http://schemas.openxmlformats.org/officeDocument/2006/relationships/tags" Target="../tags/tag493.xml"/><Relationship Id="rId6" Type="http://schemas.openxmlformats.org/officeDocument/2006/relationships/tags" Target="../tags/tag498.xml"/><Relationship Id="rId11" Type="http://schemas.openxmlformats.org/officeDocument/2006/relationships/tags" Target="../tags/tag503.xml"/><Relationship Id="rId5" Type="http://schemas.openxmlformats.org/officeDocument/2006/relationships/tags" Target="../tags/tag497.xml"/><Relationship Id="rId15" Type="http://schemas.openxmlformats.org/officeDocument/2006/relationships/image" Target="../media/image540.png"/><Relationship Id="rId10" Type="http://schemas.openxmlformats.org/officeDocument/2006/relationships/tags" Target="../tags/tag502.xml"/><Relationship Id="rId19" Type="http://schemas.openxmlformats.org/officeDocument/2006/relationships/image" Target="../media/image19.png"/><Relationship Id="rId4" Type="http://schemas.openxmlformats.org/officeDocument/2006/relationships/tags" Target="../tags/tag496.xml"/><Relationship Id="rId9" Type="http://schemas.openxmlformats.org/officeDocument/2006/relationships/tags" Target="../tags/tag501.xml"/><Relationship Id="rId14"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17" Type="http://schemas.openxmlformats.org/officeDocument/2006/relationships/tags" Target="../tags/tag621.xml"/><Relationship Id="rId21" Type="http://schemas.openxmlformats.org/officeDocument/2006/relationships/tags" Target="../tags/tag525.xml"/><Relationship Id="rId42" Type="http://schemas.openxmlformats.org/officeDocument/2006/relationships/tags" Target="../tags/tag546.xml"/><Relationship Id="rId63" Type="http://schemas.openxmlformats.org/officeDocument/2006/relationships/tags" Target="../tags/tag567.xml"/><Relationship Id="rId84" Type="http://schemas.openxmlformats.org/officeDocument/2006/relationships/tags" Target="../tags/tag588.xml"/><Relationship Id="rId138" Type="http://schemas.openxmlformats.org/officeDocument/2006/relationships/tags" Target="../tags/tag642.xml"/><Relationship Id="rId159" Type="http://schemas.openxmlformats.org/officeDocument/2006/relationships/tags" Target="../tags/tag663.xml"/><Relationship Id="rId170" Type="http://schemas.openxmlformats.org/officeDocument/2006/relationships/tags" Target="../tags/tag674.xml"/><Relationship Id="rId191" Type="http://schemas.openxmlformats.org/officeDocument/2006/relationships/tags" Target="../tags/tag695.xml"/><Relationship Id="rId205" Type="http://schemas.openxmlformats.org/officeDocument/2006/relationships/tags" Target="../tags/tag709.xml"/><Relationship Id="rId226" Type="http://schemas.openxmlformats.org/officeDocument/2006/relationships/tags" Target="../tags/tag730.xml"/><Relationship Id="rId107" Type="http://schemas.openxmlformats.org/officeDocument/2006/relationships/tags" Target="../tags/tag611.xml"/><Relationship Id="rId11" Type="http://schemas.openxmlformats.org/officeDocument/2006/relationships/tags" Target="../tags/tag515.xml"/><Relationship Id="rId32" Type="http://schemas.openxmlformats.org/officeDocument/2006/relationships/tags" Target="../tags/tag536.xml"/><Relationship Id="rId53" Type="http://schemas.openxmlformats.org/officeDocument/2006/relationships/tags" Target="../tags/tag557.xml"/><Relationship Id="rId74" Type="http://schemas.openxmlformats.org/officeDocument/2006/relationships/tags" Target="../tags/tag578.xml"/><Relationship Id="rId128" Type="http://schemas.openxmlformats.org/officeDocument/2006/relationships/tags" Target="../tags/tag632.xml"/><Relationship Id="rId149" Type="http://schemas.openxmlformats.org/officeDocument/2006/relationships/tags" Target="../tags/tag653.xml"/><Relationship Id="rId5" Type="http://schemas.openxmlformats.org/officeDocument/2006/relationships/tags" Target="../tags/tag509.xml"/><Relationship Id="rId95" Type="http://schemas.openxmlformats.org/officeDocument/2006/relationships/tags" Target="../tags/tag599.xml"/><Relationship Id="rId160" Type="http://schemas.openxmlformats.org/officeDocument/2006/relationships/tags" Target="../tags/tag664.xml"/><Relationship Id="rId181" Type="http://schemas.openxmlformats.org/officeDocument/2006/relationships/tags" Target="../tags/tag685.xml"/><Relationship Id="rId216" Type="http://schemas.openxmlformats.org/officeDocument/2006/relationships/tags" Target="../tags/tag720.xml"/><Relationship Id="rId22" Type="http://schemas.openxmlformats.org/officeDocument/2006/relationships/tags" Target="../tags/tag526.xml"/><Relationship Id="rId43" Type="http://schemas.openxmlformats.org/officeDocument/2006/relationships/tags" Target="../tags/tag547.xml"/><Relationship Id="rId64" Type="http://schemas.openxmlformats.org/officeDocument/2006/relationships/tags" Target="../tags/tag568.xml"/><Relationship Id="rId118" Type="http://schemas.openxmlformats.org/officeDocument/2006/relationships/tags" Target="../tags/tag622.xml"/><Relationship Id="rId139" Type="http://schemas.openxmlformats.org/officeDocument/2006/relationships/tags" Target="../tags/tag643.xml"/><Relationship Id="rId85" Type="http://schemas.openxmlformats.org/officeDocument/2006/relationships/tags" Target="../tags/tag589.xml"/><Relationship Id="rId150" Type="http://schemas.openxmlformats.org/officeDocument/2006/relationships/tags" Target="../tags/tag654.xml"/><Relationship Id="rId171" Type="http://schemas.openxmlformats.org/officeDocument/2006/relationships/tags" Target="../tags/tag675.xml"/><Relationship Id="rId192" Type="http://schemas.openxmlformats.org/officeDocument/2006/relationships/tags" Target="../tags/tag696.xml"/><Relationship Id="rId206" Type="http://schemas.openxmlformats.org/officeDocument/2006/relationships/tags" Target="../tags/tag710.xml"/><Relationship Id="rId227" Type="http://schemas.openxmlformats.org/officeDocument/2006/relationships/tags" Target="../tags/tag731.xml"/><Relationship Id="rId12" Type="http://schemas.openxmlformats.org/officeDocument/2006/relationships/tags" Target="../tags/tag516.xml"/><Relationship Id="rId33" Type="http://schemas.openxmlformats.org/officeDocument/2006/relationships/tags" Target="../tags/tag537.xml"/><Relationship Id="rId108" Type="http://schemas.openxmlformats.org/officeDocument/2006/relationships/tags" Target="../tags/tag612.xml"/><Relationship Id="rId129" Type="http://schemas.openxmlformats.org/officeDocument/2006/relationships/tags" Target="../tags/tag633.xml"/><Relationship Id="rId54" Type="http://schemas.openxmlformats.org/officeDocument/2006/relationships/tags" Target="../tags/tag558.xml"/><Relationship Id="rId75" Type="http://schemas.openxmlformats.org/officeDocument/2006/relationships/tags" Target="../tags/tag579.xml"/><Relationship Id="rId96" Type="http://schemas.openxmlformats.org/officeDocument/2006/relationships/tags" Target="../tags/tag600.xml"/><Relationship Id="rId140" Type="http://schemas.openxmlformats.org/officeDocument/2006/relationships/tags" Target="../tags/tag644.xml"/><Relationship Id="rId161" Type="http://schemas.openxmlformats.org/officeDocument/2006/relationships/tags" Target="../tags/tag665.xml"/><Relationship Id="rId182" Type="http://schemas.openxmlformats.org/officeDocument/2006/relationships/tags" Target="../tags/tag686.xml"/><Relationship Id="rId217" Type="http://schemas.openxmlformats.org/officeDocument/2006/relationships/tags" Target="../tags/tag721.xml"/><Relationship Id="rId6" Type="http://schemas.openxmlformats.org/officeDocument/2006/relationships/tags" Target="../tags/tag510.xml"/><Relationship Id="rId23" Type="http://schemas.openxmlformats.org/officeDocument/2006/relationships/tags" Target="../tags/tag527.xml"/><Relationship Id="rId119" Type="http://schemas.openxmlformats.org/officeDocument/2006/relationships/tags" Target="../tags/tag623.xml"/><Relationship Id="rId44" Type="http://schemas.openxmlformats.org/officeDocument/2006/relationships/tags" Target="../tags/tag548.xml"/><Relationship Id="rId65" Type="http://schemas.openxmlformats.org/officeDocument/2006/relationships/tags" Target="../tags/tag569.xml"/><Relationship Id="rId86" Type="http://schemas.openxmlformats.org/officeDocument/2006/relationships/tags" Target="../tags/tag590.xml"/><Relationship Id="rId130" Type="http://schemas.openxmlformats.org/officeDocument/2006/relationships/tags" Target="../tags/tag634.xml"/><Relationship Id="rId151" Type="http://schemas.openxmlformats.org/officeDocument/2006/relationships/tags" Target="../tags/tag655.xml"/><Relationship Id="rId172" Type="http://schemas.openxmlformats.org/officeDocument/2006/relationships/tags" Target="../tags/tag676.xml"/><Relationship Id="rId193" Type="http://schemas.openxmlformats.org/officeDocument/2006/relationships/tags" Target="../tags/tag697.xml"/><Relationship Id="rId207" Type="http://schemas.openxmlformats.org/officeDocument/2006/relationships/tags" Target="../tags/tag711.xml"/><Relationship Id="rId228" Type="http://schemas.openxmlformats.org/officeDocument/2006/relationships/tags" Target="../tags/tag732.xml"/><Relationship Id="rId13" Type="http://schemas.openxmlformats.org/officeDocument/2006/relationships/tags" Target="../tags/tag517.xml"/><Relationship Id="rId109" Type="http://schemas.openxmlformats.org/officeDocument/2006/relationships/tags" Target="../tags/tag613.xml"/><Relationship Id="rId34" Type="http://schemas.openxmlformats.org/officeDocument/2006/relationships/tags" Target="../tags/tag538.xml"/><Relationship Id="rId55" Type="http://schemas.openxmlformats.org/officeDocument/2006/relationships/tags" Target="../tags/tag559.xml"/><Relationship Id="rId76" Type="http://schemas.openxmlformats.org/officeDocument/2006/relationships/tags" Target="../tags/tag580.xml"/><Relationship Id="rId97" Type="http://schemas.openxmlformats.org/officeDocument/2006/relationships/tags" Target="../tags/tag601.xml"/><Relationship Id="rId120" Type="http://schemas.openxmlformats.org/officeDocument/2006/relationships/tags" Target="../tags/tag624.xml"/><Relationship Id="rId141" Type="http://schemas.openxmlformats.org/officeDocument/2006/relationships/tags" Target="../tags/tag645.xml"/><Relationship Id="rId7" Type="http://schemas.openxmlformats.org/officeDocument/2006/relationships/tags" Target="../tags/tag511.xml"/><Relationship Id="rId162" Type="http://schemas.openxmlformats.org/officeDocument/2006/relationships/tags" Target="../tags/tag666.xml"/><Relationship Id="rId183" Type="http://schemas.openxmlformats.org/officeDocument/2006/relationships/tags" Target="../tags/tag687.xml"/><Relationship Id="rId218" Type="http://schemas.openxmlformats.org/officeDocument/2006/relationships/tags" Target="../tags/tag722.xml"/><Relationship Id="rId24" Type="http://schemas.openxmlformats.org/officeDocument/2006/relationships/tags" Target="../tags/tag528.xml"/><Relationship Id="rId45" Type="http://schemas.openxmlformats.org/officeDocument/2006/relationships/tags" Target="../tags/tag549.xml"/><Relationship Id="rId66" Type="http://schemas.openxmlformats.org/officeDocument/2006/relationships/tags" Target="../tags/tag570.xml"/><Relationship Id="rId87" Type="http://schemas.openxmlformats.org/officeDocument/2006/relationships/tags" Target="../tags/tag591.xml"/><Relationship Id="rId110" Type="http://schemas.openxmlformats.org/officeDocument/2006/relationships/tags" Target="../tags/tag614.xml"/><Relationship Id="rId131" Type="http://schemas.openxmlformats.org/officeDocument/2006/relationships/tags" Target="../tags/tag635.xml"/><Relationship Id="rId152" Type="http://schemas.openxmlformats.org/officeDocument/2006/relationships/tags" Target="../tags/tag656.xml"/><Relationship Id="rId173" Type="http://schemas.openxmlformats.org/officeDocument/2006/relationships/tags" Target="../tags/tag677.xml"/><Relationship Id="rId194" Type="http://schemas.openxmlformats.org/officeDocument/2006/relationships/tags" Target="../tags/tag698.xml"/><Relationship Id="rId208" Type="http://schemas.openxmlformats.org/officeDocument/2006/relationships/tags" Target="../tags/tag712.xml"/><Relationship Id="rId229" Type="http://schemas.openxmlformats.org/officeDocument/2006/relationships/slideLayout" Target="../slideLayouts/slideLayout1.xml"/><Relationship Id="rId14" Type="http://schemas.openxmlformats.org/officeDocument/2006/relationships/tags" Target="../tags/tag518.xml"/><Relationship Id="rId35" Type="http://schemas.openxmlformats.org/officeDocument/2006/relationships/tags" Target="../tags/tag539.xml"/><Relationship Id="rId56" Type="http://schemas.openxmlformats.org/officeDocument/2006/relationships/tags" Target="../tags/tag560.xml"/><Relationship Id="rId77" Type="http://schemas.openxmlformats.org/officeDocument/2006/relationships/tags" Target="../tags/tag581.xml"/><Relationship Id="rId100" Type="http://schemas.openxmlformats.org/officeDocument/2006/relationships/tags" Target="../tags/tag604.xml"/><Relationship Id="rId8" Type="http://schemas.openxmlformats.org/officeDocument/2006/relationships/tags" Target="../tags/tag512.xml"/><Relationship Id="rId98" Type="http://schemas.openxmlformats.org/officeDocument/2006/relationships/tags" Target="../tags/tag602.xml"/><Relationship Id="rId121" Type="http://schemas.openxmlformats.org/officeDocument/2006/relationships/tags" Target="../tags/tag625.xml"/><Relationship Id="rId142" Type="http://schemas.openxmlformats.org/officeDocument/2006/relationships/tags" Target="../tags/tag646.xml"/><Relationship Id="rId163" Type="http://schemas.openxmlformats.org/officeDocument/2006/relationships/tags" Target="../tags/tag667.xml"/><Relationship Id="rId184" Type="http://schemas.openxmlformats.org/officeDocument/2006/relationships/tags" Target="../tags/tag688.xml"/><Relationship Id="rId219" Type="http://schemas.openxmlformats.org/officeDocument/2006/relationships/tags" Target="../tags/tag723.xml"/><Relationship Id="rId230" Type="http://schemas.openxmlformats.org/officeDocument/2006/relationships/notesSlide" Target="../notesSlides/notesSlide16.xml"/><Relationship Id="rId25" Type="http://schemas.openxmlformats.org/officeDocument/2006/relationships/tags" Target="../tags/tag529.xml"/><Relationship Id="rId46" Type="http://schemas.openxmlformats.org/officeDocument/2006/relationships/tags" Target="../tags/tag550.xml"/><Relationship Id="rId67" Type="http://schemas.openxmlformats.org/officeDocument/2006/relationships/tags" Target="../tags/tag571.xml"/><Relationship Id="rId116" Type="http://schemas.openxmlformats.org/officeDocument/2006/relationships/tags" Target="../tags/tag620.xml"/><Relationship Id="rId137" Type="http://schemas.openxmlformats.org/officeDocument/2006/relationships/tags" Target="../tags/tag641.xml"/><Relationship Id="rId158" Type="http://schemas.openxmlformats.org/officeDocument/2006/relationships/tags" Target="../tags/tag662.xml"/><Relationship Id="rId20" Type="http://schemas.openxmlformats.org/officeDocument/2006/relationships/tags" Target="../tags/tag524.xml"/><Relationship Id="rId41" Type="http://schemas.openxmlformats.org/officeDocument/2006/relationships/tags" Target="../tags/tag545.xml"/><Relationship Id="rId62" Type="http://schemas.openxmlformats.org/officeDocument/2006/relationships/tags" Target="../tags/tag566.xml"/><Relationship Id="rId83" Type="http://schemas.openxmlformats.org/officeDocument/2006/relationships/tags" Target="../tags/tag587.xml"/><Relationship Id="rId88" Type="http://schemas.openxmlformats.org/officeDocument/2006/relationships/tags" Target="../tags/tag592.xml"/><Relationship Id="rId111" Type="http://schemas.openxmlformats.org/officeDocument/2006/relationships/tags" Target="../tags/tag615.xml"/><Relationship Id="rId132" Type="http://schemas.openxmlformats.org/officeDocument/2006/relationships/tags" Target="../tags/tag636.xml"/><Relationship Id="rId153" Type="http://schemas.openxmlformats.org/officeDocument/2006/relationships/tags" Target="../tags/tag657.xml"/><Relationship Id="rId174" Type="http://schemas.openxmlformats.org/officeDocument/2006/relationships/tags" Target="../tags/tag678.xml"/><Relationship Id="rId179" Type="http://schemas.openxmlformats.org/officeDocument/2006/relationships/tags" Target="../tags/tag683.xml"/><Relationship Id="rId195" Type="http://schemas.openxmlformats.org/officeDocument/2006/relationships/tags" Target="../tags/tag699.xml"/><Relationship Id="rId209" Type="http://schemas.openxmlformats.org/officeDocument/2006/relationships/tags" Target="../tags/tag713.xml"/><Relationship Id="rId190" Type="http://schemas.openxmlformats.org/officeDocument/2006/relationships/tags" Target="../tags/tag694.xml"/><Relationship Id="rId204" Type="http://schemas.openxmlformats.org/officeDocument/2006/relationships/tags" Target="../tags/tag708.xml"/><Relationship Id="rId220" Type="http://schemas.openxmlformats.org/officeDocument/2006/relationships/tags" Target="../tags/tag724.xml"/><Relationship Id="rId225" Type="http://schemas.openxmlformats.org/officeDocument/2006/relationships/tags" Target="../tags/tag729.xml"/><Relationship Id="rId15" Type="http://schemas.openxmlformats.org/officeDocument/2006/relationships/tags" Target="../tags/tag519.xml"/><Relationship Id="rId36" Type="http://schemas.openxmlformats.org/officeDocument/2006/relationships/tags" Target="../tags/tag540.xml"/><Relationship Id="rId57" Type="http://schemas.openxmlformats.org/officeDocument/2006/relationships/tags" Target="../tags/tag561.xml"/><Relationship Id="rId106" Type="http://schemas.openxmlformats.org/officeDocument/2006/relationships/tags" Target="../tags/tag610.xml"/><Relationship Id="rId127" Type="http://schemas.openxmlformats.org/officeDocument/2006/relationships/tags" Target="../tags/tag631.xml"/><Relationship Id="rId10" Type="http://schemas.openxmlformats.org/officeDocument/2006/relationships/tags" Target="../tags/tag514.xml"/><Relationship Id="rId31" Type="http://schemas.openxmlformats.org/officeDocument/2006/relationships/tags" Target="../tags/tag535.xml"/><Relationship Id="rId52" Type="http://schemas.openxmlformats.org/officeDocument/2006/relationships/tags" Target="../tags/tag556.xml"/><Relationship Id="rId73" Type="http://schemas.openxmlformats.org/officeDocument/2006/relationships/tags" Target="../tags/tag577.xml"/><Relationship Id="rId78" Type="http://schemas.openxmlformats.org/officeDocument/2006/relationships/tags" Target="../tags/tag582.xml"/><Relationship Id="rId94" Type="http://schemas.openxmlformats.org/officeDocument/2006/relationships/tags" Target="../tags/tag598.xml"/><Relationship Id="rId99" Type="http://schemas.openxmlformats.org/officeDocument/2006/relationships/tags" Target="../tags/tag603.xml"/><Relationship Id="rId101" Type="http://schemas.openxmlformats.org/officeDocument/2006/relationships/tags" Target="../tags/tag605.xml"/><Relationship Id="rId122" Type="http://schemas.openxmlformats.org/officeDocument/2006/relationships/tags" Target="../tags/tag626.xml"/><Relationship Id="rId143" Type="http://schemas.openxmlformats.org/officeDocument/2006/relationships/tags" Target="../tags/tag647.xml"/><Relationship Id="rId148" Type="http://schemas.openxmlformats.org/officeDocument/2006/relationships/tags" Target="../tags/tag652.xml"/><Relationship Id="rId164" Type="http://schemas.openxmlformats.org/officeDocument/2006/relationships/tags" Target="../tags/tag668.xml"/><Relationship Id="rId169" Type="http://schemas.openxmlformats.org/officeDocument/2006/relationships/tags" Target="../tags/tag673.xml"/><Relationship Id="rId185" Type="http://schemas.openxmlformats.org/officeDocument/2006/relationships/tags" Target="../tags/tag689.xml"/><Relationship Id="rId4" Type="http://schemas.openxmlformats.org/officeDocument/2006/relationships/tags" Target="../tags/tag508.xml"/><Relationship Id="rId9" Type="http://schemas.openxmlformats.org/officeDocument/2006/relationships/tags" Target="../tags/tag513.xml"/><Relationship Id="rId180" Type="http://schemas.openxmlformats.org/officeDocument/2006/relationships/tags" Target="../tags/tag684.xml"/><Relationship Id="rId210" Type="http://schemas.openxmlformats.org/officeDocument/2006/relationships/tags" Target="../tags/tag714.xml"/><Relationship Id="rId215" Type="http://schemas.openxmlformats.org/officeDocument/2006/relationships/tags" Target="../tags/tag719.xml"/><Relationship Id="rId26" Type="http://schemas.openxmlformats.org/officeDocument/2006/relationships/tags" Target="../tags/tag530.xml"/><Relationship Id="rId231" Type="http://schemas.openxmlformats.org/officeDocument/2006/relationships/image" Target="../media/image101.png"/><Relationship Id="rId47" Type="http://schemas.openxmlformats.org/officeDocument/2006/relationships/tags" Target="../tags/tag551.xml"/><Relationship Id="rId68" Type="http://schemas.openxmlformats.org/officeDocument/2006/relationships/tags" Target="../tags/tag572.xml"/><Relationship Id="rId89" Type="http://schemas.openxmlformats.org/officeDocument/2006/relationships/tags" Target="../tags/tag593.xml"/><Relationship Id="rId112" Type="http://schemas.openxmlformats.org/officeDocument/2006/relationships/tags" Target="../tags/tag616.xml"/><Relationship Id="rId133" Type="http://schemas.openxmlformats.org/officeDocument/2006/relationships/tags" Target="../tags/tag637.xml"/><Relationship Id="rId154" Type="http://schemas.openxmlformats.org/officeDocument/2006/relationships/tags" Target="../tags/tag658.xml"/><Relationship Id="rId175" Type="http://schemas.openxmlformats.org/officeDocument/2006/relationships/tags" Target="../tags/tag679.xml"/><Relationship Id="rId196" Type="http://schemas.openxmlformats.org/officeDocument/2006/relationships/tags" Target="../tags/tag700.xml"/><Relationship Id="rId200" Type="http://schemas.openxmlformats.org/officeDocument/2006/relationships/tags" Target="../tags/tag704.xml"/><Relationship Id="rId16" Type="http://schemas.openxmlformats.org/officeDocument/2006/relationships/tags" Target="../tags/tag520.xml"/><Relationship Id="rId221" Type="http://schemas.openxmlformats.org/officeDocument/2006/relationships/tags" Target="../tags/tag725.xml"/><Relationship Id="rId37" Type="http://schemas.openxmlformats.org/officeDocument/2006/relationships/tags" Target="../tags/tag541.xml"/><Relationship Id="rId58" Type="http://schemas.openxmlformats.org/officeDocument/2006/relationships/tags" Target="../tags/tag562.xml"/><Relationship Id="rId79" Type="http://schemas.openxmlformats.org/officeDocument/2006/relationships/tags" Target="../tags/tag583.xml"/><Relationship Id="rId102" Type="http://schemas.openxmlformats.org/officeDocument/2006/relationships/tags" Target="../tags/tag606.xml"/><Relationship Id="rId123" Type="http://schemas.openxmlformats.org/officeDocument/2006/relationships/tags" Target="../tags/tag627.xml"/><Relationship Id="rId144" Type="http://schemas.openxmlformats.org/officeDocument/2006/relationships/tags" Target="../tags/tag648.xml"/><Relationship Id="rId90" Type="http://schemas.openxmlformats.org/officeDocument/2006/relationships/tags" Target="../tags/tag594.xml"/><Relationship Id="rId165" Type="http://schemas.openxmlformats.org/officeDocument/2006/relationships/tags" Target="../tags/tag669.xml"/><Relationship Id="rId186" Type="http://schemas.openxmlformats.org/officeDocument/2006/relationships/tags" Target="../tags/tag690.xml"/><Relationship Id="rId211" Type="http://schemas.openxmlformats.org/officeDocument/2006/relationships/tags" Target="../tags/tag715.xml"/><Relationship Id="rId232" Type="http://schemas.openxmlformats.org/officeDocument/2006/relationships/image" Target="../media/image102.png"/><Relationship Id="rId27" Type="http://schemas.openxmlformats.org/officeDocument/2006/relationships/tags" Target="../tags/tag531.xml"/><Relationship Id="rId48" Type="http://schemas.openxmlformats.org/officeDocument/2006/relationships/tags" Target="../tags/tag552.xml"/><Relationship Id="rId69" Type="http://schemas.openxmlformats.org/officeDocument/2006/relationships/tags" Target="../tags/tag573.xml"/><Relationship Id="rId113" Type="http://schemas.openxmlformats.org/officeDocument/2006/relationships/tags" Target="../tags/tag617.xml"/><Relationship Id="rId134" Type="http://schemas.openxmlformats.org/officeDocument/2006/relationships/tags" Target="../tags/tag638.xml"/><Relationship Id="rId80" Type="http://schemas.openxmlformats.org/officeDocument/2006/relationships/tags" Target="../tags/tag584.xml"/><Relationship Id="rId155" Type="http://schemas.openxmlformats.org/officeDocument/2006/relationships/tags" Target="../tags/tag659.xml"/><Relationship Id="rId176" Type="http://schemas.openxmlformats.org/officeDocument/2006/relationships/tags" Target="../tags/tag680.xml"/><Relationship Id="rId197" Type="http://schemas.openxmlformats.org/officeDocument/2006/relationships/tags" Target="../tags/tag701.xml"/><Relationship Id="rId201" Type="http://schemas.openxmlformats.org/officeDocument/2006/relationships/tags" Target="../tags/tag705.xml"/><Relationship Id="rId222" Type="http://schemas.openxmlformats.org/officeDocument/2006/relationships/tags" Target="../tags/tag726.xml"/><Relationship Id="rId17" Type="http://schemas.openxmlformats.org/officeDocument/2006/relationships/tags" Target="../tags/tag521.xml"/><Relationship Id="rId38" Type="http://schemas.openxmlformats.org/officeDocument/2006/relationships/tags" Target="../tags/tag542.xml"/><Relationship Id="rId59" Type="http://schemas.openxmlformats.org/officeDocument/2006/relationships/tags" Target="../tags/tag563.xml"/><Relationship Id="rId103" Type="http://schemas.openxmlformats.org/officeDocument/2006/relationships/tags" Target="../tags/tag607.xml"/><Relationship Id="rId124" Type="http://schemas.openxmlformats.org/officeDocument/2006/relationships/tags" Target="../tags/tag628.xml"/><Relationship Id="rId70" Type="http://schemas.openxmlformats.org/officeDocument/2006/relationships/tags" Target="../tags/tag574.xml"/><Relationship Id="rId91" Type="http://schemas.openxmlformats.org/officeDocument/2006/relationships/tags" Target="../tags/tag595.xml"/><Relationship Id="rId145" Type="http://schemas.openxmlformats.org/officeDocument/2006/relationships/tags" Target="../tags/tag649.xml"/><Relationship Id="rId166" Type="http://schemas.openxmlformats.org/officeDocument/2006/relationships/tags" Target="../tags/tag670.xml"/><Relationship Id="rId187" Type="http://schemas.openxmlformats.org/officeDocument/2006/relationships/tags" Target="../tags/tag691.xml"/><Relationship Id="rId1" Type="http://schemas.openxmlformats.org/officeDocument/2006/relationships/tags" Target="../tags/tag505.xml"/><Relationship Id="rId212" Type="http://schemas.openxmlformats.org/officeDocument/2006/relationships/tags" Target="../tags/tag716.xml"/><Relationship Id="rId28" Type="http://schemas.openxmlformats.org/officeDocument/2006/relationships/tags" Target="../tags/tag532.xml"/><Relationship Id="rId49" Type="http://schemas.openxmlformats.org/officeDocument/2006/relationships/tags" Target="../tags/tag553.xml"/><Relationship Id="rId114" Type="http://schemas.openxmlformats.org/officeDocument/2006/relationships/tags" Target="../tags/tag618.xml"/><Relationship Id="rId60" Type="http://schemas.openxmlformats.org/officeDocument/2006/relationships/tags" Target="../tags/tag564.xml"/><Relationship Id="rId81" Type="http://schemas.openxmlformats.org/officeDocument/2006/relationships/tags" Target="../tags/tag585.xml"/><Relationship Id="rId135" Type="http://schemas.openxmlformats.org/officeDocument/2006/relationships/tags" Target="../tags/tag639.xml"/><Relationship Id="rId156" Type="http://schemas.openxmlformats.org/officeDocument/2006/relationships/tags" Target="../tags/tag660.xml"/><Relationship Id="rId177" Type="http://schemas.openxmlformats.org/officeDocument/2006/relationships/tags" Target="../tags/tag681.xml"/><Relationship Id="rId198" Type="http://schemas.openxmlformats.org/officeDocument/2006/relationships/tags" Target="../tags/tag702.xml"/><Relationship Id="rId202" Type="http://schemas.openxmlformats.org/officeDocument/2006/relationships/tags" Target="../tags/tag706.xml"/><Relationship Id="rId223" Type="http://schemas.openxmlformats.org/officeDocument/2006/relationships/tags" Target="../tags/tag727.xml"/><Relationship Id="rId18" Type="http://schemas.openxmlformats.org/officeDocument/2006/relationships/tags" Target="../tags/tag522.xml"/><Relationship Id="rId39" Type="http://schemas.openxmlformats.org/officeDocument/2006/relationships/tags" Target="../tags/tag543.xml"/><Relationship Id="rId50" Type="http://schemas.openxmlformats.org/officeDocument/2006/relationships/tags" Target="../tags/tag554.xml"/><Relationship Id="rId104" Type="http://schemas.openxmlformats.org/officeDocument/2006/relationships/tags" Target="../tags/tag608.xml"/><Relationship Id="rId125" Type="http://schemas.openxmlformats.org/officeDocument/2006/relationships/tags" Target="../tags/tag629.xml"/><Relationship Id="rId146" Type="http://schemas.openxmlformats.org/officeDocument/2006/relationships/tags" Target="../tags/tag650.xml"/><Relationship Id="rId167" Type="http://schemas.openxmlformats.org/officeDocument/2006/relationships/tags" Target="../tags/tag671.xml"/><Relationship Id="rId188" Type="http://schemas.openxmlformats.org/officeDocument/2006/relationships/tags" Target="../tags/tag692.xml"/><Relationship Id="rId71" Type="http://schemas.openxmlformats.org/officeDocument/2006/relationships/tags" Target="../tags/tag575.xml"/><Relationship Id="rId92" Type="http://schemas.openxmlformats.org/officeDocument/2006/relationships/tags" Target="../tags/tag596.xml"/><Relationship Id="rId213" Type="http://schemas.openxmlformats.org/officeDocument/2006/relationships/tags" Target="../tags/tag717.xml"/><Relationship Id="rId2" Type="http://schemas.openxmlformats.org/officeDocument/2006/relationships/tags" Target="../tags/tag506.xml"/><Relationship Id="rId29" Type="http://schemas.openxmlformats.org/officeDocument/2006/relationships/tags" Target="../tags/tag533.xml"/><Relationship Id="rId40" Type="http://schemas.openxmlformats.org/officeDocument/2006/relationships/tags" Target="../tags/tag544.xml"/><Relationship Id="rId115" Type="http://schemas.openxmlformats.org/officeDocument/2006/relationships/tags" Target="../tags/tag619.xml"/><Relationship Id="rId136" Type="http://schemas.openxmlformats.org/officeDocument/2006/relationships/tags" Target="../tags/tag640.xml"/><Relationship Id="rId157" Type="http://schemas.openxmlformats.org/officeDocument/2006/relationships/tags" Target="../tags/tag661.xml"/><Relationship Id="rId178" Type="http://schemas.openxmlformats.org/officeDocument/2006/relationships/tags" Target="../tags/tag682.xml"/><Relationship Id="rId61" Type="http://schemas.openxmlformats.org/officeDocument/2006/relationships/tags" Target="../tags/tag565.xml"/><Relationship Id="rId82" Type="http://schemas.openxmlformats.org/officeDocument/2006/relationships/tags" Target="../tags/tag586.xml"/><Relationship Id="rId199" Type="http://schemas.openxmlformats.org/officeDocument/2006/relationships/tags" Target="../tags/tag703.xml"/><Relationship Id="rId203" Type="http://schemas.openxmlformats.org/officeDocument/2006/relationships/tags" Target="../tags/tag707.xml"/><Relationship Id="rId19" Type="http://schemas.openxmlformats.org/officeDocument/2006/relationships/tags" Target="../tags/tag523.xml"/><Relationship Id="rId224" Type="http://schemas.openxmlformats.org/officeDocument/2006/relationships/tags" Target="../tags/tag728.xml"/><Relationship Id="rId30" Type="http://schemas.openxmlformats.org/officeDocument/2006/relationships/tags" Target="../tags/tag534.xml"/><Relationship Id="rId105" Type="http://schemas.openxmlformats.org/officeDocument/2006/relationships/tags" Target="../tags/tag609.xml"/><Relationship Id="rId126" Type="http://schemas.openxmlformats.org/officeDocument/2006/relationships/tags" Target="../tags/tag630.xml"/><Relationship Id="rId147" Type="http://schemas.openxmlformats.org/officeDocument/2006/relationships/tags" Target="../tags/tag651.xml"/><Relationship Id="rId168" Type="http://schemas.openxmlformats.org/officeDocument/2006/relationships/tags" Target="../tags/tag672.xml"/><Relationship Id="rId51" Type="http://schemas.openxmlformats.org/officeDocument/2006/relationships/tags" Target="../tags/tag555.xml"/><Relationship Id="rId72" Type="http://schemas.openxmlformats.org/officeDocument/2006/relationships/tags" Target="../tags/tag576.xml"/><Relationship Id="rId93" Type="http://schemas.openxmlformats.org/officeDocument/2006/relationships/tags" Target="../tags/tag597.xml"/><Relationship Id="rId189" Type="http://schemas.openxmlformats.org/officeDocument/2006/relationships/tags" Target="../tags/tag693.xml"/><Relationship Id="rId3" Type="http://schemas.openxmlformats.org/officeDocument/2006/relationships/tags" Target="../tags/tag507.xml"/><Relationship Id="rId214" Type="http://schemas.openxmlformats.org/officeDocument/2006/relationships/tags" Target="../tags/tag718.xml"/></Relationships>
</file>

<file path=ppt/slides/_rels/slide17.xml.rels><?xml version="1.0" encoding="UTF-8" standalone="yes"?>
<Relationships xmlns="http://schemas.openxmlformats.org/package/2006/relationships"><Relationship Id="rId13" Type="http://schemas.openxmlformats.org/officeDocument/2006/relationships/tags" Target="../tags/tag745.xml"/><Relationship Id="rId18" Type="http://schemas.openxmlformats.org/officeDocument/2006/relationships/tags" Target="../tags/tag750.xml"/><Relationship Id="rId26" Type="http://schemas.openxmlformats.org/officeDocument/2006/relationships/tags" Target="../tags/tag758.xml"/><Relationship Id="rId3" Type="http://schemas.openxmlformats.org/officeDocument/2006/relationships/tags" Target="../tags/tag735.xml"/><Relationship Id="rId21" Type="http://schemas.openxmlformats.org/officeDocument/2006/relationships/tags" Target="../tags/tag753.xml"/><Relationship Id="rId34" Type="http://schemas.openxmlformats.org/officeDocument/2006/relationships/image" Target="../media/image106.png"/><Relationship Id="rId7" Type="http://schemas.openxmlformats.org/officeDocument/2006/relationships/tags" Target="../tags/tag739.xml"/><Relationship Id="rId12" Type="http://schemas.openxmlformats.org/officeDocument/2006/relationships/tags" Target="../tags/tag744.xml"/><Relationship Id="rId17" Type="http://schemas.openxmlformats.org/officeDocument/2006/relationships/tags" Target="../tags/tag749.xml"/><Relationship Id="rId25" Type="http://schemas.openxmlformats.org/officeDocument/2006/relationships/tags" Target="../tags/tag757.xml"/><Relationship Id="rId33" Type="http://schemas.openxmlformats.org/officeDocument/2006/relationships/image" Target="../media/image105.png"/><Relationship Id="rId2" Type="http://schemas.openxmlformats.org/officeDocument/2006/relationships/tags" Target="../tags/tag734.xml"/><Relationship Id="rId16" Type="http://schemas.openxmlformats.org/officeDocument/2006/relationships/tags" Target="../tags/tag748.xml"/><Relationship Id="rId20" Type="http://schemas.openxmlformats.org/officeDocument/2006/relationships/tags" Target="../tags/tag752.xml"/><Relationship Id="rId29" Type="http://schemas.openxmlformats.org/officeDocument/2006/relationships/slideLayout" Target="../slideLayouts/slideLayout1.xml"/><Relationship Id="rId1" Type="http://schemas.openxmlformats.org/officeDocument/2006/relationships/tags" Target="../tags/tag733.xml"/><Relationship Id="rId6" Type="http://schemas.openxmlformats.org/officeDocument/2006/relationships/tags" Target="../tags/tag738.xml"/><Relationship Id="rId11" Type="http://schemas.openxmlformats.org/officeDocument/2006/relationships/tags" Target="../tags/tag743.xml"/><Relationship Id="rId24" Type="http://schemas.openxmlformats.org/officeDocument/2006/relationships/tags" Target="../tags/tag756.xml"/><Relationship Id="rId32" Type="http://schemas.openxmlformats.org/officeDocument/2006/relationships/image" Target="../media/image104.png"/><Relationship Id="rId5" Type="http://schemas.openxmlformats.org/officeDocument/2006/relationships/tags" Target="../tags/tag737.xml"/><Relationship Id="rId15" Type="http://schemas.openxmlformats.org/officeDocument/2006/relationships/tags" Target="../tags/tag747.xml"/><Relationship Id="rId23" Type="http://schemas.openxmlformats.org/officeDocument/2006/relationships/tags" Target="../tags/tag755.xml"/><Relationship Id="rId28" Type="http://schemas.openxmlformats.org/officeDocument/2006/relationships/tags" Target="../tags/tag760.xml"/><Relationship Id="rId10" Type="http://schemas.openxmlformats.org/officeDocument/2006/relationships/tags" Target="../tags/tag742.xml"/><Relationship Id="rId19" Type="http://schemas.openxmlformats.org/officeDocument/2006/relationships/tags" Target="../tags/tag751.xml"/><Relationship Id="rId31" Type="http://schemas.openxmlformats.org/officeDocument/2006/relationships/image" Target="../media/image103.png"/><Relationship Id="rId4" Type="http://schemas.openxmlformats.org/officeDocument/2006/relationships/tags" Target="../tags/tag736.xml"/><Relationship Id="rId9" Type="http://schemas.openxmlformats.org/officeDocument/2006/relationships/tags" Target="../tags/tag741.xml"/><Relationship Id="rId14" Type="http://schemas.openxmlformats.org/officeDocument/2006/relationships/tags" Target="../tags/tag746.xml"/><Relationship Id="rId22" Type="http://schemas.openxmlformats.org/officeDocument/2006/relationships/tags" Target="../tags/tag754.xml"/><Relationship Id="rId27" Type="http://schemas.openxmlformats.org/officeDocument/2006/relationships/tags" Target="../tags/tag759.xml"/><Relationship Id="rId30" Type="http://schemas.openxmlformats.org/officeDocument/2006/relationships/notesSlide" Target="../notesSlides/notesSlide17.xml"/><Relationship Id="rId35" Type="http://schemas.openxmlformats.org/officeDocument/2006/relationships/image" Target="../media/image107.png"/><Relationship Id="rId8" Type="http://schemas.openxmlformats.org/officeDocument/2006/relationships/tags" Target="../tags/tag740.xml"/></Relationships>
</file>

<file path=ppt/slides/_rels/slide18.xml.rels><?xml version="1.0" encoding="UTF-8" standalone="yes"?>
<Relationships xmlns="http://schemas.openxmlformats.org/package/2006/relationships"><Relationship Id="rId13" Type="http://schemas.openxmlformats.org/officeDocument/2006/relationships/tags" Target="../tags/tag773.xml"/><Relationship Id="rId18" Type="http://schemas.openxmlformats.org/officeDocument/2006/relationships/tags" Target="../tags/tag778.xml"/><Relationship Id="rId26" Type="http://schemas.openxmlformats.org/officeDocument/2006/relationships/tags" Target="../tags/tag786.xml"/><Relationship Id="rId3" Type="http://schemas.openxmlformats.org/officeDocument/2006/relationships/tags" Target="../tags/tag763.xml"/><Relationship Id="rId21" Type="http://schemas.openxmlformats.org/officeDocument/2006/relationships/tags" Target="../tags/tag781.xml"/><Relationship Id="rId34" Type="http://schemas.openxmlformats.org/officeDocument/2006/relationships/image" Target="../media/image107.png"/><Relationship Id="rId7" Type="http://schemas.openxmlformats.org/officeDocument/2006/relationships/tags" Target="../tags/tag767.xml"/><Relationship Id="rId12" Type="http://schemas.openxmlformats.org/officeDocument/2006/relationships/tags" Target="../tags/tag772.xml"/><Relationship Id="rId17" Type="http://schemas.openxmlformats.org/officeDocument/2006/relationships/tags" Target="../tags/tag777.xml"/><Relationship Id="rId25" Type="http://schemas.openxmlformats.org/officeDocument/2006/relationships/tags" Target="../tags/tag785.xml"/><Relationship Id="rId33" Type="http://schemas.openxmlformats.org/officeDocument/2006/relationships/image" Target="../media/image106.png"/><Relationship Id="rId2" Type="http://schemas.openxmlformats.org/officeDocument/2006/relationships/tags" Target="../tags/tag762.xml"/><Relationship Id="rId16" Type="http://schemas.openxmlformats.org/officeDocument/2006/relationships/tags" Target="../tags/tag776.xml"/><Relationship Id="rId20" Type="http://schemas.openxmlformats.org/officeDocument/2006/relationships/tags" Target="../tags/tag780.xml"/><Relationship Id="rId29" Type="http://schemas.openxmlformats.org/officeDocument/2006/relationships/slideLayout" Target="../slideLayouts/slideLayout1.xml"/><Relationship Id="rId1" Type="http://schemas.openxmlformats.org/officeDocument/2006/relationships/tags" Target="../tags/tag761.xml"/><Relationship Id="rId6" Type="http://schemas.openxmlformats.org/officeDocument/2006/relationships/tags" Target="../tags/tag766.xml"/><Relationship Id="rId11" Type="http://schemas.openxmlformats.org/officeDocument/2006/relationships/tags" Target="../tags/tag771.xml"/><Relationship Id="rId24" Type="http://schemas.openxmlformats.org/officeDocument/2006/relationships/tags" Target="../tags/tag784.xml"/><Relationship Id="rId32" Type="http://schemas.openxmlformats.org/officeDocument/2006/relationships/image" Target="../media/image105.png"/><Relationship Id="rId5" Type="http://schemas.openxmlformats.org/officeDocument/2006/relationships/tags" Target="../tags/tag765.xml"/><Relationship Id="rId15" Type="http://schemas.openxmlformats.org/officeDocument/2006/relationships/tags" Target="../tags/tag775.xml"/><Relationship Id="rId23" Type="http://schemas.openxmlformats.org/officeDocument/2006/relationships/tags" Target="../tags/tag783.xml"/><Relationship Id="rId28" Type="http://schemas.openxmlformats.org/officeDocument/2006/relationships/tags" Target="../tags/tag788.xml"/><Relationship Id="rId10" Type="http://schemas.openxmlformats.org/officeDocument/2006/relationships/tags" Target="../tags/tag770.xml"/><Relationship Id="rId19" Type="http://schemas.openxmlformats.org/officeDocument/2006/relationships/tags" Target="../tags/tag779.xml"/><Relationship Id="rId31" Type="http://schemas.openxmlformats.org/officeDocument/2006/relationships/image" Target="../media/image108.png"/><Relationship Id="rId4" Type="http://schemas.openxmlformats.org/officeDocument/2006/relationships/tags" Target="../tags/tag764.xml"/><Relationship Id="rId9" Type="http://schemas.openxmlformats.org/officeDocument/2006/relationships/tags" Target="../tags/tag769.xml"/><Relationship Id="rId14" Type="http://schemas.openxmlformats.org/officeDocument/2006/relationships/tags" Target="../tags/tag774.xml"/><Relationship Id="rId22" Type="http://schemas.openxmlformats.org/officeDocument/2006/relationships/tags" Target="../tags/tag782.xml"/><Relationship Id="rId27" Type="http://schemas.openxmlformats.org/officeDocument/2006/relationships/tags" Target="../tags/tag787.xml"/><Relationship Id="rId30" Type="http://schemas.openxmlformats.org/officeDocument/2006/relationships/notesSlide" Target="../notesSlides/notesSlide18.xml"/><Relationship Id="rId35" Type="http://schemas.openxmlformats.org/officeDocument/2006/relationships/image" Target="../media/image109.png"/><Relationship Id="rId8" Type="http://schemas.openxmlformats.org/officeDocument/2006/relationships/tags" Target="../tags/tag768.xml"/></Relationships>
</file>

<file path=ppt/slides/_rels/slide19.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notesSlide" Target="../notesSlides/notesSlide19.xml"/><Relationship Id="rId1" Type="http://schemas.openxmlformats.org/officeDocument/2006/relationships/slideLayout" Target="../slideLayouts/slideLayout1.xml"/><Relationship Id="rId6" Type="http://schemas.openxmlformats.org/officeDocument/2006/relationships/image" Target="../media/image107.png"/><Relationship Id="rId5" Type="http://schemas.openxmlformats.org/officeDocument/2006/relationships/image" Target="../media/image106.png"/><Relationship Id="rId4" Type="http://schemas.openxmlformats.org/officeDocument/2006/relationships/image" Target="../media/image105.png"/></Relationships>
</file>

<file path=ppt/slides/_rels/slide20.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20.xml"/><Relationship Id="rId1" Type="http://schemas.openxmlformats.org/officeDocument/2006/relationships/slideLayout" Target="../slideLayouts/slideLayout1.xml"/><Relationship Id="rId4" Type="http://schemas.openxmlformats.org/officeDocument/2006/relationships/image" Target="../media/image20.png"/></Relationships>
</file>

<file path=ppt/slides/_rels/slide21.xml.rels><?xml version="1.0" encoding="UTF-8" standalone="yes"?>
<Relationships xmlns="http://schemas.openxmlformats.org/package/2006/relationships"><Relationship Id="rId3" Type="http://schemas.openxmlformats.org/officeDocument/2006/relationships/image" Target="../media/image21.svg"/><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17" Type="http://schemas.openxmlformats.org/officeDocument/2006/relationships/tags" Target="../tags/tag905.xml"/><Relationship Id="rId299" Type="http://schemas.openxmlformats.org/officeDocument/2006/relationships/tags" Target="../tags/tag1087.xml"/><Relationship Id="rId21" Type="http://schemas.openxmlformats.org/officeDocument/2006/relationships/tags" Target="../tags/tag809.xml"/><Relationship Id="rId63" Type="http://schemas.openxmlformats.org/officeDocument/2006/relationships/tags" Target="../tags/tag851.xml"/><Relationship Id="rId159" Type="http://schemas.openxmlformats.org/officeDocument/2006/relationships/tags" Target="../tags/tag947.xml"/><Relationship Id="rId170" Type="http://schemas.openxmlformats.org/officeDocument/2006/relationships/tags" Target="../tags/tag958.xml"/><Relationship Id="rId226" Type="http://schemas.openxmlformats.org/officeDocument/2006/relationships/tags" Target="../tags/tag1014.xml"/><Relationship Id="rId268" Type="http://schemas.openxmlformats.org/officeDocument/2006/relationships/tags" Target="../tags/tag1056.xml"/><Relationship Id="rId32" Type="http://schemas.openxmlformats.org/officeDocument/2006/relationships/tags" Target="../tags/tag820.xml"/><Relationship Id="rId74" Type="http://schemas.openxmlformats.org/officeDocument/2006/relationships/tags" Target="../tags/tag862.xml"/><Relationship Id="rId128" Type="http://schemas.openxmlformats.org/officeDocument/2006/relationships/tags" Target="../tags/tag916.xml"/><Relationship Id="rId5" Type="http://schemas.openxmlformats.org/officeDocument/2006/relationships/tags" Target="../tags/tag793.xml"/><Relationship Id="rId181" Type="http://schemas.openxmlformats.org/officeDocument/2006/relationships/tags" Target="../tags/tag969.xml"/><Relationship Id="rId237" Type="http://schemas.openxmlformats.org/officeDocument/2006/relationships/tags" Target="../tags/tag1025.xml"/><Relationship Id="rId279" Type="http://schemas.openxmlformats.org/officeDocument/2006/relationships/tags" Target="../tags/tag1067.xml"/><Relationship Id="rId43" Type="http://schemas.openxmlformats.org/officeDocument/2006/relationships/tags" Target="../tags/tag831.xml"/><Relationship Id="rId139" Type="http://schemas.openxmlformats.org/officeDocument/2006/relationships/tags" Target="../tags/tag927.xml"/><Relationship Id="rId290" Type="http://schemas.openxmlformats.org/officeDocument/2006/relationships/tags" Target="../tags/tag1078.xml"/><Relationship Id="rId85" Type="http://schemas.openxmlformats.org/officeDocument/2006/relationships/tags" Target="../tags/tag873.xml"/><Relationship Id="rId150" Type="http://schemas.openxmlformats.org/officeDocument/2006/relationships/tags" Target="../tags/tag938.xml"/><Relationship Id="rId192" Type="http://schemas.openxmlformats.org/officeDocument/2006/relationships/tags" Target="../tags/tag980.xml"/><Relationship Id="rId206" Type="http://schemas.openxmlformats.org/officeDocument/2006/relationships/tags" Target="../tags/tag994.xml"/><Relationship Id="rId248" Type="http://schemas.openxmlformats.org/officeDocument/2006/relationships/tags" Target="../tags/tag1036.xml"/><Relationship Id="rId12" Type="http://schemas.openxmlformats.org/officeDocument/2006/relationships/tags" Target="../tags/tag800.xml"/><Relationship Id="rId108" Type="http://schemas.openxmlformats.org/officeDocument/2006/relationships/tags" Target="../tags/tag896.xml"/><Relationship Id="rId54" Type="http://schemas.openxmlformats.org/officeDocument/2006/relationships/tags" Target="../tags/tag842.xml"/><Relationship Id="rId96" Type="http://schemas.openxmlformats.org/officeDocument/2006/relationships/tags" Target="../tags/tag884.xml"/><Relationship Id="rId161" Type="http://schemas.openxmlformats.org/officeDocument/2006/relationships/tags" Target="../tags/tag949.xml"/><Relationship Id="rId217" Type="http://schemas.openxmlformats.org/officeDocument/2006/relationships/tags" Target="../tags/tag1005.xml"/><Relationship Id="rId6" Type="http://schemas.openxmlformats.org/officeDocument/2006/relationships/tags" Target="../tags/tag794.xml"/><Relationship Id="rId238" Type="http://schemas.openxmlformats.org/officeDocument/2006/relationships/tags" Target="../tags/tag1026.xml"/><Relationship Id="rId259" Type="http://schemas.openxmlformats.org/officeDocument/2006/relationships/tags" Target="../tags/tag1047.xml"/><Relationship Id="rId23" Type="http://schemas.openxmlformats.org/officeDocument/2006/relationships/tags" Target="../tags/tag811.xml"/><Relationship Id="rId119" Type="http://schemas.openxmlformats.org/officeDocument/2006/relationships/tags" Target="../tags/tag907.xml"/><Relationship Id="rId270" Type="http://schemas.openxmlformats.org/officeDocument/2006/relationships/tags" Target="../tags/tag1058.xml"/><Relationship Id="rId291" Type="http://schemas.openxmlformats.org/officeDocument/2006/relationships/tags" Target="../tags/tag1079.xml"/><Relationship Id="rId44" Type="http://schemas.openxmlformats.org/officeDocument/2006/relationships/tags" Target="../tags/tag832.xml"/><Relationship Id="rId65" Type="http://schemas.openxmlformats.org/officeDocument/2006/relationships/tags" Target="../tags/tag853.xml"/><Relationship Id="rId86" Type="http://schemas.openxmlformats.org/officeDocument/2006/relationships/tags" Target="../tags/tag874.xml"/><Relationship Id="rId130" Type="http://schemas.openxmlformats.org/officeDocument/2006/relationships/tags" Target="../tags/tag918.xml"/><Relationship Id="rId151" Type="http://schemas.openxmlformats.org/officeDocument/2006/relationships/tags" Target="../tags/tag939.xml"/><Relationship Id="rId172" Type="http://schemas.openxmlformats.org/officeDocument/2006/relationships/tags" Target="../tags/tag960.xml"/><Relationship Id="rId193" Type="http://schemas.openxmlformats.org/officeDocument/2006/relationships/tags" Target="../tags/tag981.xml"/><Relationship Id="rId207" Type="http://schemas.openxmlformats.org/officeDocument/2006/relationships/tags" Target="../tags/tag995.xml"/><Relationship Id="rId228" Type="http://schemas.openxmlformats.org/officeDocument/2006/relationships/tags" Target="../tags/tag1016.xml"/><Relationship Id="rId249" Type="http://schemas.openxmlformats.org/officeDocument/2006/relationships/tags" Target="../tags/tag1037.xml"/><Relationship Id="rId13" Type="http://schemas.openxmlformats.org/officeDocument/2006/relationships/tags" Target="../tags/tag801.xml"/><Relationship Id="rId109" Type="http://schemas.openxmlformats.org/officeDocument/2006/relationships/tags" Target="../tags/tag897.xml"/><Relationship Id="rId260" Type="http://schemas.openxmlformats.org/officeDocument/2006/relationships/tags" Target="../tags/tag1048.xml"/><Relationship Id="rId281" Type="http://schemas.openxmlformats.org/officeDocument/2006/relationships/tags" Target="../tags/tag1069.xml"/><Relationship Id="rId34" Type="http://schemas.openxmlformats.org/officeDocument/2006/relationships/tags" Target="../tags/tag822.xml"/><Relationship Id="rId55" Type="http://schemas.openxmlformats.org/officeDocument/2006/relationships/tags" Target="../tags/tag843.xml"/><Relationship Id="rId76" Type="http://schemas.openxmlformats.org/officeDocument/2006/relationships/tags" Target="../tags/tag864.xml"/><Relationship Id="rId97" Type="http://schemas.openxmlformats.org/officeDocument/2006/relationships/tags" Target="../tags/tag885.xml"/><Relationship Id="rId120" Type="http://schemas.openxmlformats.org/officeDocument/2006/relationships/tags" Target="../tags/tag908.xml"/><Relationship Id="rId141" Type="http://schemas.openxmlformats.org/officeDocument/2006/relationships/tags" Target="../tags/tag929.xml"/><Relationship Id="rId7" Type="http://schemas.openxmlformats.org/officeDocument/2006/relationships/tags" Target="../tags/tag795.xml"/><Relationship Id="rId162" Type="http://schemas.openxmlformats.org/officeDocument/2006/relationships/tags" Target="../tags/tag950.xml"/><Relationship Id="rId183" Type="http://schemas.openxmlformats.org/officeDocument/2006/relationships/tags" Target="../tags/tag971.xml"/><Relationship Id="rId218" Type="http://schemas.openxmlformats.org/officeDocument/2006/relationships/tags" Target="../tags/tag1006.xml"/><Relationship Id="rId239" Type="http://schemas.openxmlformats.org/officeDocument/2006/relationships/tags" Target="../tags/tag1027.xml"/><Relationship Id="rId250" Type="http://schemas.openxmlformats.org/officeDocument/2006/relationships/tags" Target="../tags/tag1038.xml"/><Relationship Id="rId271" Type="http://schemas.openxmlformats.org/officeDocument/2006/relationships/tags" Target="../tags/tag1059.xml"/><Relationship Id="rId292" Type="http://schemas.openxmlformats.org/officeDocument/2006/relationships/tags" Target="../tags/tag1080.xml"/><Relationship Id="rId24" Type="http://schemas.openxmlformats.org/officeDocument/2006/relationships/tags" Target="../tags/tag812.xml"/><Relationship Id="rId45" Type="http://schemas.openxmlformats.org/officeDocument/2006/relationships/tags" Target="../tags/tag833.xml"/><Relationship Id="rId66" Type="http://schemas.openxmlformats.org/officeDocument/2006/relationships/tags" Target="../tags/tag854.xml"/><Relationship Id="rId87" Type="http://schemas.openxmlformats.org/officeDocument/2006/relationships/tags" Target="../tags/tag875.xml"/><Relationship Id="rId110" Type="http://schemas.openxmlformats.org/officeDocument/2006/relationships/tags" Target="../tags/tag898.xml"/><Relationship Id="rId131" Type="http://schemas.openxmlformats.org/officeDocument/2006/relationships/tags" Target="../tags/tag919.xml"/><Relationship Id="rId152" Type="http://schemas.openxmlformats.org/officeDocument/2006/relationships/tags" Target="../tags/tag940.xml"/><Relationship Id="rId173" Type="http://schemas.openxmlformats.org/officeDocument/2006/relationships/tags" Target="../tags/tag961.xml"/><Relationship Id="rId194" Type="http://schemas.openxmlformats.org/officeDocument/2006/relationships/tags" Target="../tags/tag982.xml"/><Relationship Id="rId208" Type="http://schemas.openxmlformats.org/officeDocument/2006/relationships/tags" Target="../tags/tag996.xml"/><Relationship Id="rId229" Type="http://schemas.openxmlformats.org/officeDocument/2006/relationships/tags" Target="../tags/tag1017.xml"/><Relationship Id="rId240" Type="http://schemas.openxmlformats.org/officeDocument/2006/relationships/tags" Target="../tags/tag1028.xml"/><Relationship Id="rId261" Type="http://schemas.openxmlformats.org/officeDocument/2006/relationships/tags" Target="../tags/tag1049.xml"/><Relationship Id="rId14" Type="http://schemas.openxmlformats.org/officeDocument/2006/relationships/tags" Target="../tags/tag802.xml"/><Relationship Id="rId35" Type="http://schemas.openxmlformats.org/officeDocument/2006/relationships/tags" Target="../tags/tag823.xml"/><Relationship Id="rId56" Type="http://schemas.openxmlformats.org/officeDocument/2006/relationships/tags" Target="../tags/tag844.xml"/><Relationship Id="rId77" Type="http://schemas.openxmlformats.org/officeDocument/2006/relationships/tags" Target="../tags/tag865.xml"/><Relationship Id="rId100" Type="http://schemas.openxmlformats.org/officeDocument/2006/relationships/tags" Target="../tags/tag888.xml"/><Relationship Id="rId282" Type="http://schemas.openxmlformats.org/officeDocument/2006/relationships/tags" Target="../tags/tag1070.xml"/><Relationship Id="rId8" Type="http://schemas.openxmlformats.org/officeDocument/2006/relationships/tags" Target="../tags/tag796.xml"/><Relationship Id="rId98" Type="http://schemas.openxmlformats.org/officeDocument/2006/relationships/tags" Target="../tags/tag886.xml"/><Relationship Id="rId121" Type="http://schemas.openxmlformats.org/officeDocument/2006/relationships/tags" Target="../tags/tag909.xml"/><Relationship Id="rId142" Type="http://schemas.openxmlformats.org/officeDocument/2006/relationships/tags" Target="../tags/tag930.xml"/><Relationship Id="rId163" Type="http://schemas.openxmlformats.org/officeDocument/2006/relationships/tags" Target="../tags/tag951.xml"/><Relationship Id="rId184" Type="http://schemas.openxmlformats.org/officeDocument/2006/relationships/tags" Target="../tags/tag972.xml"/><Relationship Id="rId219" Type="http://schemas.openxmlformats.org/officeDocument/2006/relationships/tags" Target="../tags/tag1007.xml"/><Relationship Id="rId230" Type="http://schemas.openxmlformats.org/officeDocument/2006/relationships/tags" Target="../tags/tag1018.xml"/><Relationship Id="rId251" Type="http://schemas.openxmlformats.org/officeDocument/2006/relationships/tags" Target="../tags/tag1039.xml"/><Relationship Id="rId25" Type="http://schemas.openxmlformats.org/officeDocument/2006/relationships/tags" Target="../tags/tag813.xml"/><Relationship Id="rId46" Type="http://schemas.openxmlformats.org/officeDocument/2006/relationships/tags" Target="../tags/tag834.xml"/><Relationship Id="rId67" Type="http://schemas.openxmlformats.org/officeDocument/2006/relationships/tags" Target="../tags/tag855.xml"/><Relationship Id="rId272" Type="http://schemas.openxmlformats.org/officeDocument/2006/relationships/tags" Target="../tags/tag1060.xml"/><Relationship Id="rId293" Type="http://schemas.openxmlformats.org/officeDocument/2006/relationships/tags" Target="../tags/tag1081.xml"/><Relationship Id="rId88" Type="http://schemas.openxmlformats.org/officeDocument/2006/relationships/tags" Target="../tags/tag876.xml"/><Relationship Id="rId111" Type="http://schemas.openxmlformats.org/officeDocument/2006/relationships/tags" Target="../tags/tag899.xml"/><Relationship Id="rId132" Type="http://schemas.openxmlformats.org/officeDocument/2006/relationships/tags" Target="../tags/tag920.xml"/><Relationship Id="rId153" Type="http://schemas.openxmlformats.org/officeDocument/2006/relationships/tags" Target="../tags/tag941.xml"/><Relationship Id="rId174" Type="http://schemas.openxmlformats.org/officeDocument/2006/relationships/tags" Target="../tags/tag962.xml"/><Relationship Id="rId195" Type="http://schemas.openxmlformats.org/officeDocument/2006/relationships/tags" Target="../tags/tag983.xml"/><Relationship Id="rId209" Type="http://schemas.openxmlformats.org/officeDocument/2006/relationships/tags" Target="../tags/tag997.xml"/><Relationship Id="rId220" Type="http://schemas.openxmlformats.org/officeDocument/2006/relationships/tags" Target="../tags/tag1008.xml"/><Relationship Id="rId241" Type="http://schemas.openxmlformats.org/officeDocument/2006/relationships/tags" Target="../tags/tag1029.xml"/><Relationship Id="rId15" Type="http://schemas.openxmlformats.org/officeDocument/2006/relationships/tags" Target="../tags/tag803.xml"/><Relationship Id="rId36" Type="http://schemas.openxmlformats.org/officeDocument/2006/relationships/tags" Target="../tags/tag824.xml"/><Relationship Id="rId57" Type="http://schemas.openxmlformats.org/officeDocument/2006/relationships/tags" Target="../tags/tag845.xml"/><Relationship Id="rId262" Type="http://schemas.openxmlformats.org/officeDocument/2006/relationships/tags" Target="../tags/tag1050.xml"/><Relationship Id="rId283" Type="http://schemas.openxmlformats.org/officeDocument/2006/relationships/tags" Target="../tags/tag1071.xml"/><Relationship Id="rId78" Type="http://schemas.openxmlformats.org/officeDocument/2006/relationships/tags" Target="../tags/tag866.xml"/><Relationship Id="rId99" Type="http://schemas.openxmlformats.org/officeDocument/2006/relationships/tags" Target="../tags/tag887.xml"/><Relationship Id="rId101" Type="http://schemas.openxmlformats.org/officeDocument/2006/relationships/tags" Target="../tags/tag889.xml"/><Relationship Id="rId122" Type="http://schemas.openxmlformats.org/officeDocument/2006/relationships/tags" Target="../tags/tag910.xml"/><Relationship Id="rId143" Type="http://schemas.openxmlformats.org/officeDocument/2006/relationships/tags" Target="../tags/tag931.xml"/><Relationship Id="rId164" Type="http://schemas.openxmlformats.org/officeDocument/2006/relationships/tags" Target="../tags/tag952.xml"/><Relationship Id="rId185" Type="http://schemas.openxmlformats.org/officeDocument/2006/relationships/tags" Target="../tags/tag973.xml"/><Relationship Id="rId9" Type="http://schemas.openxmlformats.org/officeDocument/2006/relationships/tags" Target="../tags/tag797.xml"/><Relationship Id="rId210" Type="http://schemas.openxmlformats.org/officeDocument/2006/relationships/tags" Target="../tags/tag998.xml"/><Relationship Id="rId26" Type="http://schemas.openxmlformats.org/officeDocument/2006/relationships/tags" Target="../tags/tag814.xml"/><Relationship Id="rId231" Type="http://schemas.openxmlformats.org/officeDocument/2006/relationships/tags" Target="../tags/tag1019.xml"/><Relationship Id="rId252" Type="http://schemas.openxmlformats.org/officeDocument/2006/relationships/tags" Target="../tags/tag1040.xml"/><Relationship Id="rId273" Type="http://schemas.openxmlformats.org/officeDocument/2006/relationships/tags" Target="../tags/tag1061.xml"/><Relationship Id="rId294" Type="http://schemas.openxmlformats.org/officeDocument/2006/relationships/tags" Target="../tags/tag1082.xml"/><Relationship Id="rId47" Type="http://schemas.openxmlformats.org/officeDocument/2006/relationships/tags" Target="../tags/tag835.xml"/><Relationship Id="rId68" Type="http://schemas.openxmlformats.org/officeDocument/2006/relationships/tags" Target="../tags/tag856.xml"/><Relationship Id="rId89" Type="http://schemas.openxmlformats.org/officeDocument/2006/relationships/tags" Target="../tags/tag877.xml"/><Relationship Id="rId112" Type="http://schemas.openxmlformats.org/officeDocument/2006/relationships/tags" Target="../tags/tag900.xml"/><Relationship Id="rId133" Type="http://schemas.openxmlformats.org/officeDocument/2006/relationships/tags" Target="../tags/tag921.xml"/><Relationship Id="rId154" Type="http://schemas.openxmlformats.org/officeDocument/2006/relationships/tags" Target="../tags/tag942.xml"/><Relationship Id="rId175" Type="http://schemas.openxmlformats.org/officeDocument/2006/relationships/tags" Target="../tags/tag963.xml"/><Relationship Id="rId196" Type="http://schemas.openxmlformats.org/officeDocument/2006/relationships/tags" Target="../tags/tag984.xml"/><Relationship Id="rId200" Type="http://schemas.openxmlformats.org/officeDocument/2006/relationships/tags" Target="../tags/tag988.xml"/><Relationship Id="rId16" Type="http://schemas.openxmlformats.org/officeDocument/2006/relationships/tags" Target="../tags/tag804.xml"/><Relationship Id="rId221" Type="http://schemas.openxmlformats.org/officeDocument/2006/relationships/tags" Target="../tags/tag1009.xml"/><Relationship Id="rId242" Type="http://schemas.openxmlformats.org/officeDocument/2006/relationships/tags" Target="../tags/tag1030.xml"/><Relationship Id="rId263" Type="http://schemas.openxmlformats.org/officeDocument/2006/relationships/tags" Target="../tags/tag1051.xml"/><Relationship Id="rId284" Type="http://schemas.openxmlformats.org/officeDocument/2006/relationships/tags" Target="../tags/tag1072.xml"/><Relationship Id="rId37" Type="http://schemas.openxmlformats.org/officeDocument/2006/relationships/tags" Target="../tags/tag825.xml"/><Relationship Id="rId58" Type="http://schemas.openxmlformats.org/officeDocument/2006/relationships/tags" Target="../tags/tag846.xml"/><Relationship Id="rId79" Type="http://schemas.openxmlformats.org/officeDocument/2006/relationships/tags" Target="../tags/tag867.xml"/><Relationship Id="rId102" Type="http://schemas.openxmlformats.org/officeDocument/2006/relationships/tags" Target="../tags/tag890.xml"/><Relationship Id="rId123" Type="http://schemas.openxmlformats.org/officeDocument/2006/relationships/tags" Target="../tags/tag911.xml"/><Relationship Id="rId144" Type="http://schemas.openxmlformats.org/officeDocument/2006/relationships/tags" Target="../tags/tag932.xml"/><Relationship Id="rId90" Type="http://schemas.openxmlformats.org/officeDocument/2006/relationships/tags" Target="../tags/tag878.xml"/><Relationship Id="rId165" Type="http://schemas.openxmlformats.org/officeDocument/2006/relationships/tags" Target="../tags/tag953.xml"/><Relationship Id="rId186" Type="http://schemas.openxmlformats.org/officeDocument/2006/relationships/tags" Target="../tags/tag974.xml"/><Relationship Id="rId211" Type="http://schemas.openxmlformats.org/officeDocument/2006/relationships/tags" Target="../tags/tag999.xml"/><Relationship Id="rId232" Type="http://schemas.openxmlformats.org/officeDocument/2006/relationships/tags" Target="../tags/tag1020.xml"/><Relationship Id="rId253" Type="http://schemas.openxmlformats.org/officeDocument/2006/relationships/tags" Target="../tags/tag1041.xml"/><Relationship Id="rId274" Type="http://schemas.openxmlformats.org/officeDocument/2006/relationships/tags" Target="../tags/tag1062.xml"/><Relationship Id="rId295" Type="http://schemas.openxmlformats.org/officeDocument/2006/relationships/tags" Target="../tags/tag1083.xml"/><Relationship Id="rId27" Type="http://schemas.openxmlformats.org/officeDocument/2006/relationships/tags" Target="../tags/tag815.xml"/><Relationship Id="rId48" Type="http://schemas.openxmlformats.org/officeDocument/2006/relationships/tags" Target="../tags/tag836.xml"/><Relationship Id="rId69" Type="http://schemas.openxmlformats.org/officeDocument/2006/relationships/tags" Target="../tags/tag857.xml"/><Relationship Id="rId113" Type="http://schemas.openxmlformats.org/officeDocument/2006/relationships/tags" Target="../tags/tag901.xml"/><Relationship Id="rId134" Type="http://schemas.openxmlformats.org/officeDocument/2006/relationships/tags" Target="../tags/tag922.xml"/><Relationship Id="rId80" Type="http://schemas.openxmlformats.org/officeDocument/2006/relationships/tags" Target="../tags/tag868.xml"/><Relationship Id="rId155" Type="http://schemas.openxmlformats.org/officeDocument/2006/relationships/tags" Target="../tags/tag943.xml"/><Relationship Id="rId176" Type="http://schemas.openxmlformats.org/officeDocument/2006/relationships/tags" Target="../tags/tag964.xml"/><Relationship Id="rId197" Type="http://schemas.openxmlformats.org/officeDocument/2006/relationships/tags" Target="../tags/tag985.xml"/><Relationship Id="rId201" Type="http://schemas.openxmlformats.org/officeDocument/2006/relationships/tags" Target="../tags/tag989.xml"/><Relationship Id="rId222" Type="http://schemas.openxmlformats.org/officeDocument/2006/relationships/tags" Target="../tags/tag1010.xml"/><Relationship Id="rId243" Type="http://schemas.openxmlformats.org/officeDocument/2006/relationships/tags" Target="../tags/tag1031.xml"/><Relationship Id="rId264" Type="http://schemas.openxmlformats.org/officeDocument/2006/relationships/tags" Target="../tags/tag1052.xml"/><Relationship Id="rId285" Type="http://schemas.openxmlformats.org/officeDocument/2006/relationships/tags" Target="../tags/tag1073.xml"/><Relationship Id="rId17" Type="http://schemas.openxmlformats.org/officeDocument/2006/relationships/tags" Target="../tags/tag805.xml"/><Relationship Id="rId38" Type="http://schemas.openxmlformats.org/officeDocument/2006/relationships/tags" Target="../tags/tag826.xml"/><Relationship Id="rId59" Type="http://schemas.openxmlformats.org/officeDocument/2006/relationships/tags" Target="../tags/tag847.xml"/><Relationship Id="rId103" Type="http://schemas.openxmlformats.org/officeDocument/2006/relationships/tags" Target="../tags/tag891.xml"/><Relationship Id="rId124" Type="http://schemas.openxmlformats.org/officeDocument/2006/relationships/tags" Target="../tags/tag912.xml"/><Relationship Id="rId70" Type="http://schemas.openxmlformats.org/officeDocument/2006/relationships/tags" Target="../tags/tag858.xml"/><Relationship Id="rId91" Type="http://schemas.openxmlformats.org/officeDocument/2006/relationships/tags" Target="../tags/tag879.xml"/><Relationship Id="rId145" Type="http://schemas.openxmlformats.org/officeDocument/2006/relationships/tags" Target="../tags/tag933.xml"/><Relationship Id="rId166" Type="http://schemas.openxmlformats.org/officeDocument/2006/relationships/tags" Target="../tags/tag954.xml"/><Relationship Id="rId187" Type="http://schemas.openxmlformats.org/officeDocument/2006/relationships/tags" Target="../tags/tag975.xml"/><Relationship Id="rId1" Type="http://schemas.openxmlformats.org/officeDocument/2006/relationships/tags" Target="../tags/tag789.xml"/><Relationship Id="rId212" Type="http://schemas.openxmlformats.org/officeDocument/2006/relationships/tags" Target="../tags/tag1000.xml"/><Relationship Id="rId233" Type="http://schemas.openxmlformats.org/officeDocument/2006/relationships/tags" Target="../tags/tag1021.xml"/><Relationship Id="rId254" Type="http://schemas.openxmlformats.org/officeDocument/2006/relationships/tags" Target="../tags/tag1042.xml"/><Relationship Id="rId28" Type="http://schemas.openxmlformats.org/officeDocument/2006/relationships/tags" Target="../tags/tag816.xml"/><Relationship Id="rId49" Type="http://schemas.openxmlformats.org/officeDocument/2006/relationships/tags" Target="../tags/tag837.xml"/><Relationship Id="rId114" Type="http://schemas.openxmlformats.org/officeDocument/2006/relationships/tags" Target="../tags/tag902.xml"/><Relationship Id="rId275" Type="http://schemas.openxmlformats.org/officeDocument/2006/relationships/tags" Target="../tags/tag1063.xml"/><Relationship Id="rId296" Type="http://schemas.openxmlformats.org/officeDocument/2006/relationships/tags" Target="../tags/tag1084.xml"/><Relationship Id="rId300" Type="http://schemas.openxmlformats.org/officeDocument/2006/relationships/slideLayout" Target="../slideLayouts/slideLayout1.xml"/><Relationship Id="rId60" Type="http://schemas.openxmlformats.org/officeDocument/2006/relationships/tags" Target="../tags/tag848.xml"/><Relationship Id="rId81" Type="http://schemas.openxmlformats.org/officeDocument/2006/relationships/tags" Target="../tags/tag869.xml"/><Relationship Id="rId135" Type="http://schemas.openxmlformats.org/officeDocument/2006/relationships/tags" Target="../tags/tag923.xml"/><Relationship Id="rId156" Type="http://schemas.openxmlformats.org/officeDocument/2006/relationships/tags" Target="../tags/tag944.xml"/><Relationship Id="rId177" Type="http://schemas.openxmlformats.org/officeDocument/2006/relationships/tags" Target="../tags/tag965.xml"/><Relationship Id="rId198" Type="http://schemas.openxmlformats.org/officeDocument/2006/relationships/tags" Target="../tags/tag986.xml"/><Relationship Id="rId202" Type="http://schemas.openxmlformats.org/officeDocument/2006/relationships/tags" Target="../tags/tag990.xml"/><Relationship Id="rId223" Type="http://schemas.openxmlformats.org/officeDocument/2006/relationships/tags" Target="../tags/tag1011.xml"/><Relationship Id="rId244" Type="http://schemas.openxmlformats.org/officeDocument/2006/relationships/tags" Target="../tags/tag1032.xml"/><Relationship Id="rId18" Type="http://schemas.openxmlformats.org/officeDocument/2006/relationships/tags" Target="../tags/tag806.xml"/><Relationship Id="rId39" Type="http://schemas.openxmlformats.org/officeDocument/2006/relationships/tags" Target="../tags/tag827.xml"/><Relationship Id="rId265" Type="http://schemas.openxmlformats.org/officeDocument/2006/relationships/tags" Target="../tags/tag1053.xml"/><Relationship Id="rId286" Type="http://schemas.openxmlformats.org/officeDocument/2006/relationships/tags" Target="../tags/tag1074.xml"/><Relationship Id="rId50" Type="http://schemas.openxmlformats.org/officeDocument/2006/relationships/tags" Target="../tags/tag838.xml"/><Relationship Id="rId104" Type="http://schemas.openxmlformats.org/officeDocument/2006/relationships/tags" Target="../tags/tag892.xml"/><Relationship Id="rId125" Type="http://schemas.openxmlformats.org/officeDocument/2006/relationships/tags" Target="../tags/tag913.xml"/><Relationship Id="rId146" Type="http://schemas.openxmlformats.org/officeDocument/2006/relationships/tags" Target="../tags/tag934.xml"/><Relationship Id="rId167" Type="http://schemas.openxmlformats.org/officeDocument/2006/relationships/tags" Target="../tags/tag955.xml"/><Relationship Id="rId188" Type="http://schemas.openxmlformats.org/officeDocument/2006/relationships/tags" Target="../tags/tag976.xml"/><Relationship Id="rId71" Type="http://schemas.openxmlformats.org/officeDocument/2006/relationships/tags" Target="../tags/tag859.xml"/><Relationship Id="rId92" Type="http://schemas.openxmlformats.org/officeDocument/2006/relationships/tags" Target="../tags/tag880.xml"/><Relationship Id="rId213" Type="http://schemas.openxmlformats.org/officeDocument/2006/relationships/tags" Target="../tags/tag1001.xml"/><Relationship Id="rId234" Type="http://schemas.openxmlformats.org/officeDocument/2006/relationships/tags" Target="../tags/tag1022.xml"/><Relationship Id="rId2" Type="http://schemas.openxmlformats.org/officeDocument/2006/relationships/tags" Target="../tags/tag790.xml"/><Relationship Id="rId29" Type="http://schemas.openxmlformats.org/officeDocument/2006/relationships/tags" Target="../tags/tag817.xml"/><Relationship Id="rId255" Type="http://schemas.openxmlformats.org/officeDocument/2006/relationships/tags" Target="../tags/tag1043.xml"/><Relationship Id="rId276" Type="http://schemas.openxmlformats.org/officeDocument/2006/relationships/tags" Target="../tags/tag1064.xml"/><Relationship Id="rId297" Type="http://schemas.openxmlformats.org/officeDocument/2006/relationships/tags" Target="../tags/tag1085.xml"/><Relationship Id="rId40" Type="http://schemas.openxmlformats.org/officeDocument/2006/relationships/tags" Target="../tags/tag828.xml"/><Relationship Id="rId115" Type="http://schemas.openxmlformats.org/officeDocument/2006/relationships/tags" Target="../tags/tag903.xml"/><Relationship Id="rId136" Type="http://schemas.openxmlformats.org/officeDocument/2006/relationships/tags" Target="../tags/tag924.xml"/><Relationship Id="rId157" Type="http://schemas.openxmlformats.org/officeDocument/2006/relationships/tags" Target="../tags/tag945.xml"/><Relationship Id="rId178" Type="http://schemas.openxmlformats.org/officeDocument/2006/relationships/tags" Target="../tags/tag966.xml"/><Relationship Id="rId301" Type="http://schemas.openxmlformats.org/officeDocument/2006/relationships/notesSlide" Target="../notesSlides/notesSlide25.xml"/><Relationship Id="rId61" Type="http://schemas.openxmlformats.org/officeDocument/2006/relationships/tags" Target="../tags/tag849.xml"/><Relationship Id="rId82" Type="http://schemas.openxmlformats.org/officeDocument/2006/relationships/tags" Target="../tags/tag870.xml"/><Relationship Id="rId199" Type="http://schemas.openxmlformats.org/officeDocument/2006/relationships/tags" Target="../tags/tag987.xml"/><Relationship Id="rId203" Type="http://schemas.openxmlformats.org/officeDocument/2006/relationships/tags" Target="../tags/tag991.xml"/><Relationship Id="rId19" Type="http://schemas.openxmlformats.org/officeDocument/2006/relationships/tags" Target="../tags/tag807.xml"/><Relationship Id="rId224" Type="http://schemas.openxmlformats.org/officeDocument/2006/relationships/tags" Target="../tags/tag1012.xml"/><Relationship Id="rId245" Type="http://schemas.openxmlformats.org/officeDocument/2006/relationships/tags" Target="../tags/tag1033.xml"/><Relationship Id="rId266" Type="http://schemas.openxmlformats.org/officeDocument/2006/relationships/tags" Target="../tags/tag1054.xml"/><Relationship Id="rId287" Type="http://schemas.openxmlformats.org/officeDocument/2006/relationships/tags" Target="../tags/tag1075.xml"/><Relationship Id="rId30" Type="http://schemas.openxmlformats.org/officeDocument/2006/relationships/tags" Target="../tags/tag818.xml"/><Relationship Id="rId105" Type="http://schemas.openxmlformats.org/officeDocument/2006/relationships/tags" Target="../tags/tag893.xml"/><Relationship Id="rId126" Type="http://schemas.openxmlformats.org/officeDocument/2006/relationships/tags" Target="../tags/tag914.xml"/><Relationship Id="rId147" Type="http://schemas.openxmlformats.org/officeDocument/2006/relationships/tags" Target="../tags/tag935.xml"/><Relationship Id="rId168" Type="http://schemas.openxmlformats.org/officeDocument/2006/relationships/tags" Target="../tags/tag956.xml"/><Relationship Id="rId51" Type="http://schemas.openxmlformats.org/officeDocument/2006/relationships/tags" Target="../tags/tag839.xml"/><Relationship Id="rId72" Type="http://schemas.openxmlformats.org/officeDocument/2006/relationships/tags" Target="../tags/tag860.xml"/><Relationship Id="rId93" Type="http://schemas.openxmlformats.org/officeDocument/2006/relationships/tags" Target="../tags/tag881.xml"/><Relationship Id="rId189" Type="http://schemas.openxmlformats.org/officeDocument/2006/relationships/tags" Target="../tags/tag977.xml"/><Relationship Id="rId3" Type="http://schemas.openxmlformats.org/officeDocument/2006/relationships/tags" Target="../tags/tag791.xml"/><Relationship Id="rId214" Type="http://schemas.openxmlformats.org/officeDocument/2006/relationships/tags" Target="../tags/tag1002.xml"/><Relationship Id="rId235" Type="http://schemas.openxmlformats.org/officeDocument/2006/relationships/tags" Target="../tags/tag1023.xml"/><Relationship Id="rId256" Type="http://schemas.openxmlformats.org/officeDocument/2006/relationships/tags" Target="../tags/tag1044.xml"/><Relationship Id="rId277" Type="http://schemas.openxmlformats.org/officeDocument/2006/relationships/tags" Target="../tags/tag1065.xml"/><Relationship Id="rId298" Type="http://schemas.openxmlformats.org/officeDocument/2006/relationships/tags" Target="../tags/tag1086.xml"/><Relationship Id="rId116" Type="http://schemas.openxmlformats.org/officeDocument/2006/relationships/tags" Target="../tags/tag904.xml"/><Relationship Id="rId137" Type="http://schemas.openxmlformats.org/officeDocument/2006/relationships/tags" Target="../tags/tag925.xml"/><Relationship Id="rId158" Type="http://schemas.openxmlformats.org/officeDocument/2006/relationships/tags" Target="../tags/tag946.xml"/><Relationship Id="rId302" Type="http://schemas.openxmlformats.org/officeDocument/2006/relationships/image" Target="../media/image23.png"/><Relationship Id="rId20" Type="http://schemas.openxmlformats.org/officeDocument/2006/relationships/tags" Target="../tags/tag808.xml"/><Relationship Id="rId41" Type="http://schemas.openxmlformats.org/officeDocument/2006/relationships/tags" Target="../tags/tag829.xml"/><Relationship Id="rId62" Type="http://schemas.openxmlformats.org/officeDocument/2006/relationships/tags" Target="../tags/tag850.xml"/><Relationship Id="rId83" Type="http://schemas.openxmlformats.org/officeDocument/2006/relationships/tags" Target="../tags/tag871.xml"/><Relationship Id="rId179" Type="http://schemas.openxmlformats.org/officeDocument/2006/relationships/tags" Target="../tags/tag967.xml"/><Relationship Id="rId190" Type="http://schemas.openxmlformats.org/officeDocument/2006/relationships/tags" Target="../tags/tag978.xml"/><Relationship Id="rId204" Type="http://schemas.openxmlformats.org/officeDocument/2006/relationships/tags" Target="../tags/tag992.xml"/><Relationship Id="rId225" Type="http://schemas.openxmlformats.org/officeDocument/2006/relationships/tags" Target="../tags/tag1013.xml"/><Relationship Id="rId246" Type="http://schemas.openxmlformats.org/officeDocument/2006/relationships/tags" Target="../tags/tag1034.xml"/><Relationship Id="rId267" Type="http://schemas.openxmlformats.org/officeDocument/2006/relationships/tags" Target="../tags/tag1055.xml"/><Relationship Id="rId288" Type="http://schemas.openxmlformats.org/officeDocument/2006/relationships/tags" Target="../tags/tag1076.xml"/><Relationship Id="rId106" Type="http://schemas.openxmlformats.org/officeDocument/2006/relationships/tags" Target="../tags/tag894.xml"/><Relationship Id="rId127" Type="http://schemas.openxmlformats.org/officeDocument/2006/relationships/tags" Target="../tags/tag915.xml"/><Relationship Id="rId10" Type="http://schemas.openxmlformats.org/officeDocument/2006/relationships/tags" Target="../tags/tag798.xml"/><Relationship Id="rId31" Type="http://schemas.openxmlformats.org/officeDocument/2006/relationships/tags" Target="../tags/tag819.xml"/><Relationship Id="rId52" Type="http://schemas.openxmlformats.org/officeDocument/2006/relationships/tags" Target="../tags/tag840.xml"/><Relationship Id="rId73" Type="http://schemas.openxmlformats.org/officeDocument/2006/relationships/tags" Target="../tags/tag861.xml"/><Relationship Id="rId94" Type="http://schemas.openxmlformats.org/officeDocument/2006/relationships/tags" Target="../tags/tag882.xml"/><Relationship Id="rId148" Type="http://schemas.openxmlformats.org/officeDocument/2006/relationships/tags" Target="../tags/tag936.xml"/><Relationship Id="rId169" Type="http://schemas.openxmlformats.org/officeDocument/2006/relationships/tags" Target="../tags/tag957.xml"/><Relationship Id="rId4" Type="http://schemas.openxmlformats.org/officeDocument/2006/relationships/tags" Target="../tags/tag792.xml"/><Relationship Id="rId180" Type="http://schemas.openxmlformats.org/officeDocument/2006/relationships/tags" Target="../tags/tag968.xml"/><Relationship Id="rId215" Type="http://schemas.openxmlformats.org/officeDocument/2006/relationships/tags" Target="../tags/tag1003.xml"/><Relationship Id="rId236" Type="http://schemas.openxmlformats.org/officeDocument/2006/relationships/tags" Target="../tags/tag1024.xml"/><Relationship Id="rId257" Type="http://schemas.openxmlformats.org/officeDocument/2006/relationships/tags" Target="../tags/tag1045.xml"/><Relationship Id="rId278" Type="http://schemas.openxmlformats.org/officeDocument/2006/relationships/tags" Target="../tags/tag1066.xml"/><Relationship Id="rId42" Type="http://schemas.openxmlformats.org/officeDocument/2006/relationships/tags" Target="../tags/tag830.xml"/><Relationship Id="rId84" Type="http://schemas.openxmlformats.org/officeDocument/2006/relationships/tags" Target="../tags/tag872.xml"/><Relationship Id="rId138" Type="http://schemas.openxmlformats.org/officeDocument/2006/relationships/tags" Target="../tags/tag926.xml"/><Relationship Id="rId191" Type="http://schemas.openxmlformats.org/officeDocument/2006/relationships/tags" Target="../tags/tag979.xml"/><Relationship Id="rId205" Type="http://schemas.openxmlformats.org/officeDocument/2006/relationships/tags" Target="../tags/tag993.xml"/><Relationship Id="rId247" Type="http://schemas.openxmlformats.org/officeDocument/2006/relationships/tags" Target="../tags/tag1035.xml"/><Relationship Id="rId107" Type="http://schemas.openxmlformats.org/officeDocument/2006/relationships/tags" Target="../tags/tag895.xml"/><Relationship Id="rId289" Type="http://schemas.openxmlformats.org/officeDocument/2006/relationships/tags" Target="../tags/tag1077.xml"/><Relationship Id="rId11" Type="http://schemas.openxmlformats.org/officeDocument/2006/relationships/tags" Target="../tags/tag799.xml"/><Relationship Id="rId53" Type="http://schemas.openxmlformats.org/officeDocument/2006/relationships/tags" Target="../tags/tag841.xml"/><Relationship Id="rId149" Type="http://schemas.openxmlformats.org/officeDocument/2006/relationships/tags" Target="../tags/tag937.xml"/><Relationship Id="rId95" Type="http://schemas.openxmlformats.org/officeDocument/2006/relationships/tags" Target="../tags/tag883.xml"/><Relationship Id="rId160" Type="http://schemas.openxmlformats.org/officeDocument/2006/relationships/tags" Target="../tags/tag948.xml"/><Relationship Id="rId216" Type="http://schemas.openxmlformats.org/officeDocument/2006/relationships/tags" Target="../tags/tag1004.xml"/><Relationship Id="rId258" Type="http://schemas.openxmlformats.org/officeDocument/2006/relationships/tags" Target="../tags/tag1046.xml"/><Relationship Id="rId22" Type="http://schemas.openxmlformats.org/officeDocument/2006/relationships/tags" Target="../tags/tag810.xml"/><Relationship Id="rId64" Type="http://schemas.openxmlformats.org/officeDocument/2006/relationships/tags" Target="../tags/tag852.xml"/><Relationship Id="rId118" Type="http://schemas.openxmlformats.org/officeDocument/2006/relationships/tags" Target="../tags/tag906.xml"/><Relationship Id="rId171" Type="http://schemas.openxmlformats.org/officeDocument/2006/relationships/tags" Target="../tags/tag959.xml"/><Relationship Id="rId227" Type="http://schemas.openxmlformats.org/officeDocument/2006/relationships/tags" Target="../tags/tag1015.xml"/><Relationship Id="rId269" Type="http://schemas.openxmlformats.org/officeDocument/2006/relationships/tags" Target="../tags/tag1057.xml"/><Relationship Id="rId33" Type="http://schemas.openxmlformats.org/officeDocument/2006/relationships/tags" Target="../tags/tag821.xml"/><Relationship Id="rId129" Type="http://schemas.openxmlformats.org/officeDocument/2006/relationships/tags" Target="../tags/tag917.xml"/><Relationship Id="rId280" Type="http://schemas.openxmlformats.org/officeDocument/2006/relationships/tags" Target="../tags/tag1068.xml"/><Relationship Id="rId75" Type="http://schemas.openxmlformats.org/officeDocument/2006/relationships/tags" Target="../tags/tag863.xml"/><Relationship Id="rId140" Type="http://schemas.openxmlformats.org/officeDocument/2006/relationships/tags" Target="../tags/tag928.xml"/><Relationship Id="rId182" Type="http://schemas.openxmlformats.org/officeDocument/2006/relationships/tags" Target="../tags/tag970.xml"/></Relationships>
</file>

<file path=ppt/slides/_rels/slide26.xml.rels><?xml version="1.0" encoding="UTF-8" standalone="yes"?>
<Relationships xmlns="http://schemas.openxmlformats.org/package/2006/relationships"><Relationship Id="rId117" Type="http://schemas.openxmlformats.org/officeDocument/2006/relationships/tags" Target="../tags/tag1204.xml"/><Relationship Id="rId21" Type="http://schemas.openxmlformats.org/officeDocument/2006/relationships/tags" Target="../tags/tag1108.xml"/><Relationship Id="rId42" Type="http://schemas.openxmlformats.org/officeDocument/2006/relationships/tags" Target="../tags/tag1129.xml"/><Relationship Id="rId63" Type="http://schemas.openxmlformats.org/officeDocument/2006/relationships/tags" Target="../tags/tag1150.xml"/><Relationship Id="rId84" Type="http://schemas.openxmlformats.org/officeDocument/2006/relationships/tags" Target="../tags/tag1171.xml"/><Relationship Id="rId138" Type="http://schemas.openxmlformats.org/officeDocument/2006/relationships/tags" Target="../tags/tag1225.xml"/><Relationship Id="rId107" Type="http://schemas.openxmlformats.org/officeDocument/2006/relationships/tags" Target="../tags/tag1194.xml"/><Relationship Id="rId11" Type="http://schemas.openxmlformats.org/officeDocument/2006/relationships/tags" Target="../tags/tag1098.xml"/><Relationship Id="rId32" Type="http://schemas.openxmlformats.org/officeDocument/2006/relationships/tags" Target="../tags/tag1119.xml"/><Relationship Id="rId53" Type="http://schemas.openxmlformats.org/officeDocument/2006/relationships/tags" Target="../tags/tag1140.xml"/><Relationship Id="rId74" Type="http://schemas.openxmlformats.org/officeDocument/2006/relationships/tags" Target="../tags/tag1161.xml"/><Relationship Id="rId128" Type="http://schemas.openxmlformats.org/officeDocument/2006/relationships/tags" Target="../tags/tag1215.xml"/><Relationship Id="rId149" Type="http://schemas.openxmlformats.org/officeDocument/2006/relationships/image" Target="../media/image26.png"/><Relationship Id="rId5" Type="http://schemas.openxmlformats.org/officeDocument/2006/relationships/tags" Target="../tags/tag1092.xml"/><Relationship Id="rId95" Type="http://schemas.openxmlformats.org/officeDocument/2006/relationships/tags" Target="../tags/tag1182.xml"/><Relationship Id="rId22" Type="http://schemas.openxmlformats.org/officeDocument/2006/relationships/tags" Target="../tags/tag1109.xml"/><Relationship Id="rId27" Type="http://schemas.openxmlformats.org/officeDocument/2006/relationships/tags" Target="../tags/tag1114.xml"/><Relationship Id="rId43" Type="http://schemas.openxmlformats.org/officeDocument/2006/relationships/tags" Target="../tags/tag1130.xml"/><Relationship Id="rId48" Type="http://schemas.openxmlformats.org/officeDocument/2006/relationships/tags" Target="../tags/tag1135.xml"/><Relationship Id="rId64" Type="http://schemas.openxmlformats.org/officeDocument/2006/relationships/tags" Target="../tags/tag1151.xml"/><Relationship Id="rId69" Type="http://schemas.openxmlformats.org/officeDocument/2006/relationships/tags" Target="../tags/tag1156.xml"/><Relationship Id="rId113" Type="http://schemas.openxmlformats.org/officeDocument/2006/relationships/tags" Target="../tags/tag1200.xml"/><Relationship Id="rId118" Type="http://schemas.openxmlformats.org/officeDocument/2006/relationships/tags" Target="../tags/tag1205.xml"/><Relationship Id="rId134" Type="http://schemas.openxmlformats.org/officeDocument/2006/relationships/tags" Target="../tags/tag1221.xml"/><Relationship Id="rId139" Type="http://schemas.openxmlformats.org/officeDocument/2006/relationships/tags" Target="../tags/tag1226.xml"/><Relationship Id="rId80" Type="http://schemas.openxmlformats.org/officeDocument/2006/relationships/tags" Target="../tags/tag1167.xml"/><Relationship Id="rId85" Type="http://schemas.openxmlformats.org/officeDocument/2006/relationships/tags" Target="../tags/tag1172.xml"/><Relationship Id="rId150" Type="http://schemas.openxmlformats.org/officeDocument/2006/relationships/image" Target="../media/image120.png"/><Relationship Id="rId12" Type="http://schemas.openxmlformats.org/officeDocument/2006/relationships/tags" Target="../tags/tag1099.xml"/><Relationship Id="rId17" Type="http://schemas.openxmlformats.org/officeDocument/2006/relationships/tags" Target="../tags/tag1104.xml"/><Relationship Id="rId33" Type="http://schemas.openxmlformats.org/officeDocument/2006/relationships/tags" Target="../tags/tag1120.xml"/><Relationship Id="rId38" Type="http://schemas.openxmlformats.org/officeDocument/2006/relationships/tags" Target="../tags/tag1125.xml"/><Relationship Id="rId59" Type="http://schemas.openxmlformats.org/officeDocument/2006/relationships/tags" Target="../tags/tag1146.xml"/><Relationship Id="rId103" Type="http://schemas.openxmlformats.org/officeDocument/2006/relationships/tags" Target="../tags/tag1190.xml"/><Relationship Id="rId108" Type="http://schemas.openxmlformats.org/officeDocument/2006/relationships/tags" Target="../tags/tag1195.xml"/><Relationship Id="rId124" Type="http://schemas.openxmlformats.org/officeDocument/2006/relationships/tags" Target="../tags/tag1211.xml"/><Relationship Id="rId129" Type="http://schemas.openxmlformats.org/officeDocument/2006/relationships/tags" Target="../tags/tag1216.xml"/><Relationship Id="rId54" Type="http://schemas.openxmlformats.org/officeDocument/2006/relationships/tags" Target="../tags/tag1141.xml"/><Relationship Id="rId70" Type="http://schemas.openxmlformats.org/officeDocument/2006/relationships/tags" Target="../tags/tag1157.xml"/><Relationship Id="rId75" Type="http://schemas.openxmlformats.org/officeDocument/2006/relationships/tags" Target="../tags/tag1162.xml"/><Relationship Id="rId91" Type="http://schemas.openxmlformats.org/officeDocument/2006/relationships/tags" Target="../tags/tag1178.xml"/><Relationship Id="rId96" Type="http://schemas.openxmlformats.org/officeDocument/2006/relationships/tags" Target="../tags/tag1183.xml"/><Relationship Id="rId140" Type="http://schemas.openxmlformats.org/officeDocument/2006/relationships/tags" Target="../tags/tag1227.xml"/><Relationship Id="rId145" Type="http://schemas.openxmlformats.org/officeDocument/2006/relationships/notesSlide" Target="../notesSlides/notesSlide26.xml"/><Relationship Id="rId1" Type="http://schemas.openxmlformats.org/officeDocument/2006/relationships/tags" Target="../tags/tag1088.xml"/><Relationship Id="rId6" Type="http://schemas.openxmlformats.org/officeDocument/2006/relationships/tags" Target="../tags/tag1093.xml"/><Relationship Id="rId23" Type="http://schemas.openxmlformats.org/officeDocument/2006/relationships/tags" Target="../tags/tag1110.xml"/><Relationship Id="rId28" Type="http://schemas.openxmlformats.org/officeDocument/2006/relationships/tags" Target="../tags/tag1115.xml"/><Relationship Id="rId49" Type="http://schemas.openxmlformats.org/officeDocument/2006/relationships/tags" Target="../tags/tag1136.xml"/><Relationship Id="rId114" Type="http://schemas.openxmlformats.org/officeDocument/2006/relationships/tags" Target="../tags/tag1201.xml"/><Relationship Id="rId119" Type="http://schemas.openxmlformats.org/officeDocument/2006/relationships/tags" Target="../tags/tag1206.xml"/><Relationship Id="rId44" Type="http://schemas.openxmlformats.org/officeDocument/2006/relationships/tags" Target="../tags/tag1131.xml"/><Relationship Id="rId60" Type="http://schemas.openxmlformats.org/officeDocument/2006/relationships/tags" Target="../tags/tag1147.xml"/><Relationship Id="rId65" Type="http://schemas.openxmlformats.org/officeDocument/2006/relationships/tags" Target="../tags/tag1152.xml"/><Relationship Id="rId81" Type="http://schemas.openxmlformats.org/officeDocument/2006/relationships/tags" Target="../tags/tag1168.xml"/><Relationship Id="rId86" Type="http://schemas.openxmlformats.org/officeDocument/2006/relationships/tags" Target="../tags/tag1173.xml"/><Relationship Id="rId130" Type="http://schemas.openxmlformats.org/officeDocument/2006/relationships/tags" Target="../tags/tag1217.xml"/><Relationship Id="rId135" Type="http://schemas.openxmlformats.org/officeDocument/2006/relationships/tags" Target="../tags/tag1222.xml"/><Relationship Id="rId13" Type="http://schemas.openxmlformats.org/officeDocument/2006/relationships/tags" Target="../tags/tag1100.xml"/><Relationship Id="rId18" Type="http://schemas.openxmlformats.org/officeDocument/2006/relationships/tags" Target="../tags/tag1105.xml"/><Relationship Id="rId39" Type="http://schemas.openxmlformats.org/officeDocument/2006/relationships/tags" Target="../tags/tag1126.xml"/><Relationship Id="rId109" Type="http://schemas.openxmlformats.org/officeDocument/2006/relationships/tags" Target="../tags/tag1196.xml"/><Relationship Id="rId34" Type="http://schemas.openxmlformats.org/officeDocument/2006/relationships/tags" Target="../tags/tag1121.xml"/><Relationship Id="rId50" Type="http://schemas.openxmlformats.org/officeDocument/2006/relationships/tags" Target="../tags/tag1137.xml"/><Relationship Id="rId55" Type="http://schemas.openxmlformats.org/officeDocument/2006/relationships/tags" Target="../tags/tag1142.xml"/><Relationship Id="rId76" Type="http://schemas.openxmlformats.org/officeDocument/2006/relationships/tags" Target="../tags/tag1163.xml"/><Relationship Id="rId97" Type="http://schemas.openxmlformats.org/officeDocument/2006/relationships/tags" Target="../tags/tag1184.xml"/><Relationship Id="rId104" Type="http://schemas.openxmlformats.org/officeDocument/2006/relationships/tags" Target="../tags/tag1191.xml"/><Relationship Id="rId120" Type="http://schemas.openxmlformats.org/officeDocument/2006/relationships/tags" Target="../tags/tag1207.xml"/><Relationship Id="rId125" Type="http://schemas.openxmlformats.org/officeDocument/2006/relationships/tags" Target="../tags/tag1212.xml"/><Relationship Id="rId141" Type="http://schemas.openxmlformats.org/officeDocument/2006/relationships/tags" Target="../tags/tag1228.xml"/><Relationship Id="rId146" Type="http://schemas.openxmlformats.org/officeDocument/2006/relationships/image" Target="../media/image24.png"/><Relationship Id="rId7" Type="http://schemas.openxmlformats.org/officeDocument/2006/relationships/tags" Target="../tags/tag1094.xml"/><Relationship Id="rId71" Type="http://schemas.openxmlformats.org/officeDocument/2006/relationships/tags" Target="../tags/tag1158.xml"/><Relationship Id="rId92" Type="http://schemas.openxmlformats.org/officeDocument/2006/relationships/tags" Target="../tags/tag1179.xml"/><Relationship Id="rId2" Type="http://schemas.openxmlformats.org/officeDocument/2006/relationships/tags" Target="../tags/tag1089.xml"/><Relationship Id="rId29" Type="http://schemas.openxmlformats.org/officeDocument/2006/relationships/tags" Target="../tags/tag1116.xml"/><Relationship Id="rId24" Type="http://schemas.openxmlformats.org/officeDocument/2006/relationships/tags" Target="../tags/tag1111.xml"/><Relationship Id="rId40" Type="http://schemas.openxmlformats.org/officeDocument/2006/relationships/tags" Target="../tags/tag1127.xml"/><Relationship Id="rId45" Type="http://schemas.openxmlformats.org/officeDocument/2006/relationships/tags" Target="../tags/tag1132.xml"/><Relationship Id="rId66" Type="http://schemas.openxmlformats.org/officeDocument/2006/relationships/tags" Target="../tags/tag1153.xml"/><Relationship Id="rId87" Type="http://schemas.openxmlformats.org/officeDocument/2006/relationships/tags" Target="../tags/tag1174.xml"/><Relationship Id="rId110" Type="http://schemas.openxmlformats.org/officeDocument/2006/relationships/tags" Target="../tags/tag1197.xml"/><Relationship Id="rId115" Type="http://schemas.openxmlformats.org/officeDocument/2006/relationships/tags" Target="../tags/tag1202.xml"/><Relationship Id="rId131" Type="http://schemas.openxmlformats.org/officeDocument/2006/relationships/tags" Target="../tags/tag1218.xml"/><Relationship Id="rId136" Type="http://schemas.openxmlformats.org/officeDocument/2006/relationships/tags" Target="../tags/tag1223.xml"/><Relationship Id="rId61" Type="http://schemas.openxmlformats.org/officeDocument/2006/relationships/tags" Target="../tags/tag1148.xml"/><Relationship Id="rId82" Type="http://schemas.openxmlformats.org/officeDocument/2006/relationships/tags" Target="../tags/tag1169.xml"/><Relationship Id="rId19" Type="http://schemas.openxmlformats.org/officeDocument/2006/relationships/tags" Target="../tags/tag1106.xml"/><Relationship Id="rId14" Type="http://schemas.openxmlformats.org/officeDocument/2006/relationships/tags" Target="../tags/tag1101.xml"/><Relationship Id="rId30" Type="http://schemas.openxmlformats.org/officeDocument/2006/relationships/tags" Target="../tags/tag1117.xml"/><Relationship Id="rId35" Type="http://schemas.openxmlformats.org/officeDocument/2006/relationships/tags" Target="../tags/tag1122.xml"/><Relationship Id="rId56" Type="http://schemas.openxmlformats.org/officeDocument/2006/relationships/tags" Target="../tags/tag1143.xml"/><Relationship Id="rId77" Type="http://schemas.openxmlformats.org/officeDocument/2006/relationships/tags" Target="../tags/tag1164.xml"/><Relationship Id="rId100" Type="http://schemas.openxmlformats.org/officeDocument/2006/relationships/tags" Target="../tags/tag1187.xml"/><Relationship Id="rId105" Type="http://schemas.openxmlformats.org/officeDocument/2006/relationships/tags" Target="../tags/tag1192.xml"/><Relationship Id="rId126" Type="http://schemas.openxmlformats.org/officeDocument/2006/relationships/tags" Target="../tags/tag1213.xml"/><Relationship Id="rId147" Type="http://schemas.openxmlformats.org/officeDocument/2006/relationships/image" Target="../media/image117.png"/><Relationship Id="rId8" Type="http://schemas.openxmlformats.org/officeDocument/2006/relationships/tags" Target="../tags/tag1095.xml"/><Relationship Id="rId51" Type="http://schemas.openxmlformats.org/officeDocument/2006/relationships/tags" Target="../tags/tag1138.xml"/><Relationship Id="rId72" Type="http://schemas.openxmlformats.org/officeDocument/2006/relationships/tags" Target="../tags/tag1159.xml"/><Relationship Id="rId93" Type="http://schemas.openxmlformats.org/officeDocument/2006/relationships/tags" Target="../tags/tag1180.xml"/><Relationship Id="rId98" Type="http://schemas.openxmlformats.org/officeDocument/2006/relationships/tags" Target="../tags/tag1185.xml"/><Relationship Id="rId121" Type="http://schemas.openxmlformats.org/officeDocument/2006/relationships/tags" Target="../tags/tag1208.xml"/><Relationship Id="rId142" Type="http://schemas.openxmlformats.org/officeDocument/2006/relationships/tags" Target="../tags/tag1229.xml"/><Relationship Id="rId3" Type="http://schemas.openxmlformats.org/officeDocument/2006/relationships/tags" Target="../tags/tag1090.xml"/><Relationship Id="rId25" Type="http://schemas.openxmlformats.org/officeDocument/2006/relationships/tags" Target="../tags/tag1112.xml"/><Relationship Id="rId46" Type="http://schemas.openxmlformats.org/officeDocument/2006/relationships/tags" Target="../tags/tag1133.xml"/><Relationship Id="rId67" Type="http://schemas.openxmlformats.org/officeDocument/2006/relationships/tags" Target="../tags/tag1154.xml"/><Relationship Id="rId116" Type="http://schemas.openxmlformats.org/officeDocument/2006/relationships/tags" Target="../tags/tag1203.xml"/><Relationship Id="rId137" Type="http://schemas.openxmlformats.org/officeDocument/2006/relationships/tags" Target="../tags/tag1224.xml"/><Relationship Id="rId20" Type="http://schemas.openxmlformats.org/officeDocument/2006/relationships/tags" Target="../tags/tag1107.xml"/><Relationship Id="rId41" Type="http://schemas.openxmlformats.org/officeDocument/2006/relationships/tags" Target="../tags/tag1128.xml"/><Relationship Id="rId62" Type="http://schemas.openxmlformats.org/officeDocument/2006/relationships/tags" Target="../tags/tag1149.xml"/><Relationship Id="rId83" Type="http://schemas.openxmlformats.org/officeDocument/2006/relationships/tags" Target="../tags/tag1170.xml"/><Relationship Id="rId88" Type="http://schemas.openxmlformats.org/officeDocument/2006/relationships/tags" Target="../tags/tag1175.xml"/><Relationship Id="rId111" Type="http://schemas.openxmlformats.org/officeDocument/2006/relationships/tags" Target="../tags/tag1198.xml"/><Relationship Id="rId132" Type="http://schemas.openxmlformats.org/officeDocument/2006/relationships/tags" Target="../tags/tag1219.xml"/><Relationship Id="rId15" Type="http://schemas.openxmlformats.org/officeDocument/2006/relationships/tags" Target="../tags/tag1102.xml"/><Relationship Id="rId36" Type="http://schemas.openxmlformats.org/officeDocument/2006/relationships/tags" Target="../tags/tag1123.xml"/><Relationship Id="rId57" Type="http://schemas.openxmlformats.org/officeDocument/2006/relationships/tags" Target="../tags/tag1144.xml"/><Relationship Id="rId106" Type="http://schemas.openxmlformats.org/officeDocument/2006/relationships/tags" Target="../tags/tag1193.xml"/><Relationship Id="rId127" Type="http://schemas.openxmlformats.org/officeDocument/2006/relationships/tags" Target="../tags/tag1214.xml"/><Relationship Id="rId10" Type="http://schemas.openxmlformats.org/officeDocument/2006/relationships/tags" Target="../tags/tag1097.xml"/><Relationship Id="rId31" Type="http://schemas.openxmlformats.org/officeDocument/2006/relationships/tags" Target="../tags/tag1118.xml"/><Relationship Id="rId52" Type="http://schemas.openxmlformats.org/officeDocument/2006/relationships/tags" Target="../tags/tag1139.xml"/><Relationship Id="rId73" Type="http://schemas.openxmlformats.org/officeDocument/2006/relationships/tags" Target="../tags/tag1160.xml"/><Relationship Id="rId78" Type="http://schemas.openxmlformats.org/officeDocument/2006/relationships/tags" Target="../tags/tag1165.xml"/><Relationship Id="rId94" Type="http://schemas.openxmlformats.org/officeDocument/2006/relationships/tags" Target="../tags/tag1181.xml"/><Relationship Id="rId99" Type="http://schemas.openxmlformats.org/officeDocument/2006/relationships/tags" Target="../tags/tag1186.xml"/><Relationship Id="rId101" Type="http://schemas.openxmlformats.org/officeDocument/2006/relationships/tags" Target="../tags/tag1188.xml"/><Relationship Id="rId122" Type="http://schemas.openxmlformats.org/officeDocument/2006/relationships/tags" Target="../tags/tag1209.xml"/><Relationship Id="rId143" Type="http://schemas.openxmlformats.org/officeDocument/2006/relationships/tags" Target="../tags/tag1230.xml"/><Relationship Id="rId148" Type="http://schemas.openxmlformats.org/officeDocument/2006/relationships/image" Target="../media/image25.png"/><Relationship Id="rId4" Type="http://schemas.openxmlformats.org/officeDocument/2006/relationships/tags" Target="../tags/tag1091.xml"/><Relationship Id="rId9" Type="http://schemas.openxmlformats.org/officeDocument/2006/relationships/tags" Target="../tags/tag1096.xml"/><Relationship Id="rId26" Type="http://schemas.openxmlformats.org/officeDocument/2006/relationships/tags" Target="../tags/tag1113.xml"/><Relationship Id="rId47" Type="http://schemas.openxmlformats.org/officeDocument/2006/relationships/tags" Target="../tags/tag1134.xml"/><Relationship Id="rId68" Type="http://schemas.openxmlformats.org/officeDocument/2006/relationships/tags" Target="../tags/tag1155.xml"/><Relationship Id="rId89" Type="http://schemas.openxmlformats.org/officeDocument/2006/relationships/tags" Target="../tags/tag1176.xml"/><Relationship Id="rId112" Type="http://schemas.openxmlformats.org/officeDocument/2006/relationships/tags" Target="../tags/tag1199.xml"/><Relationship Id="rId133" Type="http://schemas.openxmlformats.org/officeDocument/2006/relationships/tags" Target="../tags/tag1220.xml"/><Relationship Id="rId16" Type="http://schemas.openxmlformats.org/officeDocument/2006/relationships/tags" Target="../tags/tag1103.xml"/><Relationship Id="rId37" Type="http://schemas.openxmlformats.org/officeDocument/2006/relationships/tags" Target="../tags/tag1124.xml"/><Relationship Id="rId58" Type="http://schemas.openxmlformats.org/officeDocument/2006/relationships/tags" Target="../tags/tag1145.xml"/><Relationship Id="rId79" Type="http://schemas.openxmlformats.org/officeDocument/2006/relationships/tags" Target="../tags/tag1166.xml"/><Relationship Id="rId102" Type="http://schemas.openxmlformats.org/officeDocument/2006/relationships/tags" Target="../tags/tag1189.xml"/><Relationship Id="rId123" Type="http://schemas.openxmlformats.org/officeDocument/2006/relationships/tags" Target="../tags/tag1210.xml"/><Relationship Id="rId144" Type="http://schemas.openxmlformats.org/officeDocument/2006/relationships/slideLayout" Target="../slideLayouts/slideLayout1.xml"/><Relationship Id="rId90" Type="http://schemas.openxmlformats.org/officeDocument/2006/relationships/tags" Target="../tags/tag1177.xml"/></Relationships>
</file>

<file path=ppt/slides/_rels/slide27.xml.rels><?xml version="1.0" encoding="UTF-8" standalone="yes"?>
<Relationships xmlns="http://schemas.openxmlformats.org/package/2006/relationships"><Relationship Id="rId117" Type="http://schemas.openxmlformats.org/officeDocument/2006/relationships/tags" Target="../tags/tag1347.xml"/><Relationship Id="rId21" Type="http://schemas.openxmlformats.org/officeDocument/2006/relationships/tags" Target="../tags/tag1251.xml"/><Relationship Id="rId42" Type="http://schemas.openxmlformats.org/officeDocument/2006/relationships/tags" Target="../tags/tag1272.xml"/><Relationship Id="rId63" Type="http://schemas.openxmlformats.org/officeDocument/2006/relationships/tags" Target="../tags/tag1293.xml"/><Relationship Id="rId84" Type="http://schemas.openxmlformats.org/officeDocument/2006/relationships/tags" Target="../tags/tag1314.xml"/><Relationship Id="rId138" Type="http://schemas.openxmlformats.org/officeDocument/2006/relationships/tags" Target="../tags/tag1368.xml"/><Relationship Id="rId107" Type="http://schemas.openxmlformats.org/officeDocument/2006/relationships/tags" Target="../tags/tag1337.xml"/><Relationship Id="rId11" Type="http://schemas.openxmlformats.org/officeDocument/2006/relationships/tags" Target="../tags/tag1241.xml"/><Relationship Id="rId32" Type="http://schemas.openxmlformats.org/officeDocument/2006/relationships/tags" Target="../tags/tag1262.xml"/><Relationship Id="rId53" Type="http://schemas.openxmlformats.org/officeDocument/2006/relationships/tags" Target="../tags/tag1283.xml"/><Relationship Id="rId74" Type="http://schemas.openxmlformats.org/officeDocument/2006/relationships/tags" Target="../tags/tag1304.xml"/><Relationship Id="rId128" Type="http://schemas.openxmlformats.org/officeDocument/2006/relationships/tags" Target="../tags/tag1358.xml"/><Relationship Id="rId149" Type="http://schemas.openxmlformats.org/officeDocument/2006/relationships/image" Target="../media/image122.png"/><Relationship Id="rId5" Type="http://schemas.openxmlformats.org/officeDocument/2006/relationships/tags" Target="../tags/tag1235.xml"/><Relationship Id="rId95" Type="http://schemas.openxmlformats.org/officeDocument/2006/relationships/tags" Target="../tags/tag1325.xml"/><Relationship Id="rId22" Type="http://schemas.openxmlformats.org/officeDocument/2006/relationships/tags" Target="../tags/tag1252.xml"/><Relationship Id="rId27" Type="http://schemas.openxmlformats.org/officeDocument/2006/relationships/tags" Target="../tags/tag1257.xml"/><Relationship Id="rId43" Type="http://schemas.openxmlformats.org/officeDocument/2006/relationships/tags" Target="../tags/tag1273.xml"/><Relationship Id="rId48" Type="http://schemas.openxmlformats.org/officeDocument/2006/relationships/tags" Target="../tags/tag1278.xml"/><Relationship Id="rId64" Type="http://schemas.openxmlformats.org/officeDocument/2006/relationships/tags" Target="../tags/tag1294.xml"/><Relationship Id="rId69" Type="http://schemas.openxmlformats.org/officeDocument/2006/relationships/tags" Target="../tags/tag1299.xml"/><Relationship Id="rId113" Type="http://schemas.openxmlformats.org/officeDocument/2006/relationships/tags" Target="../tags/tag1343.xml"/><Relationship Id="rId118" Type="http://schemas.openxmlformats.org/officeDocument/2006/relationships/tags" Target="../tags/tag1348.xml"/><Relationship Id="rId134" Type="http://schemas.openxmlformats.org/officeDocument/2006/relationships/tags" Target="../tags/tag1364.xml"/><Relationship Id="rId139" Type="http://schemas.openxmlformats.org/officeDocument/2006/relationships/tags" Target="../tags/tag1369.xml"/><Relationship Id="rId80" Type="http://schemas.openxmlformats.org/officeDocument/2006/relationships/tags" Target="../tags/tag1310.xml"/><Relationship Id="rId85" Type="http://schemas.openxmlformats.org/officeDocument/2006/relationships/tags" Target="../tags/tag1315.xml"/><Relationship Id="rId150" Type="http://schemas.openxmlformats.org/officeDocument/2006/relationships/image" Target="../media/image27.png"/><Relationship Id="rId12" Type="http://schemas.openxmlformats.org/officeDocument/2006/relationships/tags" Target="../tags/tag1242.xml"/><Relationship Id="rId17" Type="http://schemas.openxmlformats.org/officeDocument/2006/relationships/tags" Target="../tags/tag1247.xml"/><Relationship Id="rId33" Type="http://schemas.openxmlformats.org/officeDocument/2006/relationships/tags" Target="../tags/tag1263.xml"/><Relationship Id="rId38" Type="http://schemas.openxmlformats.org/officeDocument/2006/relationships/tags" Target="../tags/tag1268.xml"/><Relationship Id="rId59" Type="http://schemas.openxmlformats.org/officeDocument/2006/relationships/tags" Target="../tags/tag1289.xml"/><Relationship Id="rId103" Type="http://schemas.openxmlformats.org/officeDocument/2006/relationships/tags" Target="../tags/tag1333.xml"/><Relationship Id="rId108" Type="http://schemas.openxmlformats.org/officeDocument/2006/relationships/tags" Target="../tags/tag1338.xml"/><Relationship Id="rId124" Type="http://schemas.openxmlformats.org/officeDocument/2006/relationships/tags" Target="../tags/tag1354.xml"/><Relationship Id="rId129" Type="http://schemas.openxmlformats.org/officeDocument/2006/relationships/tags" Target="../tags/tag1359.xml"/><Relationship Id="rId54" Type="http://schemas.openxmlformats.org/officeDocument/2006/relationships/tags" Target="../tags/tag1284.xml"/><Relationship Id="rId70" Type="http://schemas.openxmlformats.org/officeDocument/2006/relationships/tags" Target="../tags/tag1300.xml"/><Relationship Id="rId75" Type="http://schemas.openxmlformats.org/officeDocument/2006/relationships/tags" Target="../tags/tag1305.xml"/><Relationship Id="rId91" Type="http://schemas.openxmlformats.org/officeDocument/2006/relationships/tags" Target="../tags/tag1321.xml"/><Relationship Id="rId96" Type="http://schemas.openxmlformats.org/officeDocument/2006/relationships/tags" Target="../tags/tag1326.xml"/><Relationship Id="rId140" Type="http://schemas.openxmlformats.org/officeDocument/2006/relationships/tags" Target="../tags/tag1370.xml"/><Relationship Id="rId145" Type="http://schemas.openxmlformats.org/officeDocument/2006/relationships/notesSlide" Target="../notesSlides/notesSlide27.xml"/><Relationship Id="rId1" Type="http://schemas.openxmlformats.org/officeDocument/2006/relationships/tags" Target="../tags/tag1231.xml"/><Relationship Id="rId6" Type="http://schemas.openxmlformats.org/officeDocument/2006/relationships/tags" Target="../tags/tag1236.xml"/><Relationship Id="rId23" Type="http://schemas.openxmlformats.org/officeDocument/2006/relationships/tags" Target="../tags/tag1253.xml"/><Relationship Id="rId28" Type="http://schemas.openxmlformats.org/officeDocument/2006/relationships/tags" Target="../tags/tag1258.xml"/><Relationship Id="rId49" Type="http://schemas.openxmlformats.org/officeDocument/2006/relationships/tags" Target="../tags/tag1279.xml"/><Relationship Id="rId114" Type="http://schemas.openxmlformats.org/officeDocument/2006/relationships/tags" Target="../tags/tag1344.xml"/><Relationship Id="rId119" Type="http://schemas.openxmlformats.org/officeDocument/2006/relationships/tags" Target="../tags/tag1349.xml"/><Relationship Id="rId44" Type="http://schemas.openxmlformats.org/officeDocument/2006/relationships/tags" Target="../tags/tag1274.xml"/><Relationship Id="rId60" Type="http://schemas.openxmlformats.org/officeDocument/2006/relationships/tags" Target="../tags/tag1290.xml"/><Relationship Id="rId65" Type="http://schemas.openxmlformats.org/officeDocument/2006/relationships/tags" Target="../tags/tag1295.xml"/><Relationship Id="rId81" Type="http://schemas.openxmlformats.org/officeDocument/2006/relationships/tags" Target="../tags/tag1311.xml"/><Relationship Id="rId86" Type="http://schemas.openxmlformats.org/officeDocument/2006/relationships/tags" Target="../tags/tag1316.xml"/><Relationship Id="rId130" Type="http://schemas.openxmlformats.org/officeDocument/2006/relationships/tags" Target="../tags/tag1360.xml"/><Relationship Id="rId135" Type="http://schemas.openxmlformats.org/officeDocument/2006/relationships/tags" Target="../tags/tag1365.xml"/><Relationship Id="rId13" Type="http://schemas.openxmlformats.org/officeDocument/2006/relationships/tags" Target="../tags/tag1243.xml"/><Relationship Id="rId18" Type="http://schemas.openxmlformats.org/officeDocument/2006/relationships/tags" Target="../tags/tag1248.xml"/><Relationship Id="rId39" Type="http://schemas.openxmlformats.org/officeDocument/2006/relationships/tags" Target="../tags/tag1269.xml"/><Relationship Id="rId109" Type="http://schemas.openxmlformats.org/officeDocument/2006/relationships/tags" Target="../tags/tag1339.xml"/><Relationship Id="rId34" Type="http://schemas.openxmlformats.org/officeDocument/2006/relationships/tags" Target="../tags/tag1264.xml"/><Relationship Id="rId50" Type="http://schemas.openxmlformats.org/officeDocument/2006/relationships/tags" Target="../tags/tag1280.xml"/><Relationship Id="rId55" Type="http://schemas.openxmlformats.org/officeDocument/2006/relationships/tags" Target="../tags/tag1285.xml"/><Relationship Id="rId76" Type="http://schemas.openxmlformats.org/officeDocument/2006/relationships/tags" Target="../tags/tag1306.xml"/><Relationship Id="rId97" Type="http://schemas.openxmlformats.org/officeDocument/2006/relationships/tags" Target="../tags/tag1327.xml"/><Relationship Id="rId104" Type="http://schemas.openxmlformats.org/officeDocument/2006/relationships/tags" Target="../tags/tag1334.xml"/><Relationship Id="rId120" Type="http://schemas.openxmlformats.org/officeDocument/2006/relationships/tags" Target="../tags/tag1350.xml"/><Relationship Id="rId125" Type="http://schemas.openxmlformats.org/officeDocument/2006/relationships/tags" Target="../tags/tag1355.xml"/><Relationship Id="rId141" Type="http://schemas.openxmlformats.org/officeDocument/2006/relationships/tags" Target="../tags/tag1371.xml"/><Relationship Id="rId146" Type="http://schemas.openxmlformats.org/officeDocument/2006/relationships/image" Target="../media/image24.png"/><Relationship Id="rId7" Type="http://schemas.openxmlformats.org/officeDocument/2006/relationships/tags" Target="../tags/tag1237.xml"/><Relationship Id="rId71" Type="http://schemas.openxmlformats.org/officeDocument/2006/relationships/tags" Target="../tags/tag1301.xml"/><Relationship Id="rId92" Type="http://schemas.openxmlformats.org/officeDocument/2006/relationships/tags" Target="../tags/tag1322.xml"/><Relationship Id="rId2" Type="http://schemas.openxmlformats.org/officeDocument/2006/relationships/tags" Target="../tags/tag1232.xml"/><Relationship Id="rId29" Type="http://schemas.openxmlformats.org/officeDocument/2006/relationships/tags" Target="../tags/tag1259.xml"/><Relationship Id="rId24" Type="http://schemas.openxmlformats.org/officeDocument/2006/relationships/tags" Target="../tags/tag1254.xml"/><Relationship Id="rId40" Type="http://schemas.openxmlformats.org/officeDocument/2006/relationships/tags" Target="../tags/tag1270.xml"/><Relationship Id="rId45" Type="http://schemas.openxmlformats.org/officeDocument/2006/relationships/tags" Target="../tags/tag1275.xml"/><Relationship Id="rId66" Type="http://schemas.openxmlformats.org/officeDocument/2006/relationships/tags" Target="../tags/tag1296.xml"/><Relationship Id="rId87" Type="http://schemas.openxmlformats.org/officeDocument/2006/relationships/tags" Target="../tags/tag1317.xml"/><Relationship Id="rId110" Type="http://schemas.openxmlformats.org/officeDocument/2006/relationships/tags" Target="../tags/tag1340.xml"/><Relationship Id="rId115" Type="http://schemas.openxmlformats.org/officeDocument/2006/relationships/tags" Target="../tags/tag1345.xml"/><Relationship Id="rId131" Type="http://schemas.openxmlformats.org/officeDocument/2006/relationships/tags" Target="../tags/tag1361.xml"/><Relationship Id="rId136" Type="http://schemas.openxmlformats.org/officeDocument/2006/relationships/tags" Target="../tags/tag1366.xml"/><Relationship Id="rId61" Type="http://schemas.openxmlformats.org/officeDocument/2006/relationships/tags" Target="../tags/tag1291.xml"/><Relationship Id="rId82" Type="http://schemas.openxmlformats.org/officeDocument/2006/relationships/tags" Target="../tags/tag1312.xml"/><Relationship Id="rId19" Type="http://schemas.openxmlformats.org/officeDocument/2006/relationships/tags" Target="../tags/tag1249.xml"/><Relationship Id="rId14" Type="http://schemas.openxmlformats.org/officeDocument/2006/relationships/tags" Target="../tags/tag1244.xml"/><Relationship Id="rId30" Type="http://schemas.openxmlformats.org/officeDocument/2006/relationships/tags" Target="../tags/tag1260.xml"/><Relationship Id="rId35" Type="http://schemas.openxmlformats.org/officeDocument/2006/relationships/tags" Target="../tags/tag1265.xml"/><Relationship Id="rId56" Type="http://schemas.openxmlformats.org/officeDocument/2006/relationships/tags" Target="../tags/tag1286.xml"/><Relationship Id="rId77" Type="http://schemas.openxmlformats.org/officeDocument/2006/relationships/tags" Target="../tags/tag1307.xml"/><Relationship Id="rId100" Type="http://schemas.openxmlformats.org/officeDocument/2006/relationships/tags" Target="../tags/tag1330.xml"/><Relationship Id="rId105" Type="http://schemas.openxmlformats.org/officeDocument/2006/relationships/tags" Target="../tags/tag1335.xml"/><Relationship Id="rId126" Type="http://schemas.openxmlformats.org/officeDocument/2006/relationships/tags" Target="../tags/tag1356.xml"/><Relationship Id="rId147" Type="http://schemas.openxmlformats.org/officeDocument/2006/relationships/image" Target="../media/image121.png"/><Relationship Id="rId8" Type="http://schemas.openxmlformats.org/officeDocument/2006/relationships/tags" Target="../tags/tag1238.xml"/><Relationship Id="rId51" Type="http://schemas.openxmlformats.org/officeDocument/2006/relationships/tags" Target="../tags/tag1281.xml"/><Relationship Id="rId72" Type="http://schemas.openxmlformats.org/officeDocument/2006/relationships/tags" Target="../tags/tag1302.xml"/><Relationship Id="rId93" Type="http://schemas.openxmlformats.org/officeDocument/2006/relationships/tags" Target="../tags/tag1323.xml"/><Relationship Id="rId98" Type="http://schemas.openxmlformats.org/officeDocument/2006/relationships/tags" Target="../tags/tag1328.xml"/><Relationship Id="rId121" Type="http://schemas.openxmlformats.org/officeDocument/2006/relationships/tags" Target="../tags/tag1351.xml"/><Relationship Id="rId142" Type="http://schemas.openxmlformats.org/officeDocument/2006/relationships/tags" Target="../tags/tag1372.xml"/><Relationship Id="rId3" Type="http://schemas.openxmlformats.org/officeDocument/2006/relationships/tags" Target="../tags/tag1233.xml"/><Relationship Id="rId25" Type="http://schemas.openxmlformats.org/officeDocument/2006/relationships/tags" Target="../tags/tag1255.xml"/><Relationship Id="rId46" Type="http://schemas.openxmlformats.org/officeDocument/2006/relationships/tags" Target="../tags/tag1276.xml"/><Relationship Id="rId67" Type="http://schemas.openxmlformats.org/officeDocument/2006/relationships/tags" Target="../tags/tag1297.xml"/><Relationship Id="rId116" Type="http://schemas.openxmlformats.org/officeDocument/2006/relationships/tags" Target="../tags/tag1346.xml"/><Relationship Id="rId137" Type="http://schemas.openxmlformats.org/officeDocument/2006/relationships/tags" Target="../tags/tag1367.xml"/><Relationship Id="rId20" Type="http://schemas.openxmlformats.org/officeDocument/2006/relationships/tags" Target="../tags/tag1250.xml"/><Relationship Id="rId41" Type="http://schemas.openxmlformats.org/officeDocument/2006/relationships/tags" Target="../tags/tag1271.xml"/><Relationship Id="rId62" Type="http://schemas.openxmlformats.org/officeDocument/2006/relationships/tags" Target="../tags/tag1292.xml"/><Relationship Id="rId83" Type="http://schemas.openxmlformats.org/officeDocument/2006/relationships/tags" Target="../tags/tag1313.xml"/><Relationship Id="rId88" Type="http://schemas.openxmlformats.org/officeDocument/2006/relationships/tags" Target="../tags/tag1318.xml"/><Relationship Id="rId111" Type="http://schemas.openxmlformats.org/officeDocument/2006/relationships/tags" Target="../tags/tag1341.xml"/><Relationship Id="rId132" Type="http://schemas.openxmlformats.org/officeDocument/2006/relationships/tags" Target="../tags/tag1362.xml"/><Relationship Id="rId15" Type="http://schemas.openxmlformats.org/officeDocument/2006/relationships/tags" Target="../tags/tag1245.xml"/><Relationship Id="rId36" Type="http://schemas.openxmlformats.org/officeDocument/2006/relationships/tags" Target="../tags/tag1266.xml"/><Relationship Id="rId57" Type="http://schemas.openxmlformats.org/officeDocument/2006/relationships/tags" Target="../tags/tag1287.xml"/><Relationship Id="rId106" Type="http://schemas.openxmlformats.org/officeDocument/2006/relationships/tags" Target="../tags/tag1336.xml"/><Relationship Id="rId127" Type="http://schemas.openxmlformats.org/officeDocument/2006/relationships/tags" Target="../tags/tag1357.xml"/><Relationship Id="rId10" Type="http://schemas.openxmlformats.org/officeDocument/2006/relationships/tags" Target="../tags/tag1240.xml"/><Relationship Id="rId31" Type="http://schemas.openxmlformats.org/officeDocument/2006/relationships/tags" Target="../tags/tag1261.xml"/><Relationship Id="rId52" Type="http://schemas.openxmlformats.org/officeDocument/2006/relationships/tags" Target="../tags/tag1282.xml"/><Relationship Id="rId73" Type="http://schemas.openxmlformats.org/officeDocument/2006/relationships/tags" Target="../tags/tag1303.xml"/><Relationship Id="rId78" Type="http://schemas.openxmlformats.org/officeDocument/2006/relationships/tags" Target="../tags/tag1308.xml"/><Relationship Id="rId94" Type="http://schemas.openxmlformats.org/officeDocument/2006/relationships/tags" Target="../tags/tag1324.xml"/><Relationship Id="rId99" Type="http://schemas.openxmlformats.org/officeDocument/2006/relationships/tags" Target="../tags/tag1329.xml"/><Relationship Id="rId101" Type="http://schemas.openxmlformats.org/officeDocument/2006/relationships/tags" Target="../tags/tag1331.xml"/><Relationship Id="rId122" Type="http://schemas.openxmlformats.org/officeDocument/2006/relationships/tags" Target="../tags/tag1352.xml"/><Relationship Id="rId143" Type="http://schemas.openxmlformats.org/officeDocument/2006/relationships/tags" Target="../tags/tag1373.xml"/><Relationship Id="rId148" Type="http://schemas.openxmlformats.org/officeDocument/2006/relationships/image" Target="../media/image25.png"/><Relationship Id="rId4" Type="http://schemas.openxmlformats.org/officeDocument/2006/relationships/tags" Target="../tags/tag1234.xml"/><Relationship Id="rId9" Type="http://schemas.openxmlformats.org/officeDocument/2006/relationships/tags" Target="../tags/tag1239.xml"/><Relationship Id="rId26" Type="http://schemas.openxmlformats.org/officeDocument/2006/relationships/tags" Target="../tags/tag1256.xml"/><Relationship Id="rId47" Type="http://schemas.openxmlformats.org/officeDocument/2006/relationships/tags" Target="../tags/tag1277.xml"/><Relationship Id="rId68" Type="http://schemas.openxmlformats.org/officeDocument/2006/relationships/tags" Target="../tags/tag1298.xml"/><Relationship Id="rId89" Type="http://schemas.openxmlformats.org/officeDocument/2006/relationships/tags" Target="../tags/tag1319.xml"/><Relationship Id="rId112" Type="http://schemas.openxmlformats.org/officeDocument/2006/relationships/tags" Target="../tags/tag1342.xml"/><Relationship Id="rId133" Type="http://schemas.openxmlformats.org/officeDocument/2006/relationships/tags" Target="../tags/tag1363.xml"/><Relationship Id="rId16" Type="http://schemas.openxmlformats.org/officeDocument/2006/relationships/tags" Target="../tags/tag1246.xml"/><Relationship Id="rId37" Type="http://schemas.openxmlformats.org/officeDocument/2006/relationships/tags" Target="../tags/tag1267.xml"/><Relationship Id="rId58" Type="http://schemas.openxmlformats.org/officeDocument/2006/relationships/tags" Target="../tags/tag1288.xml"/><Relationship Id="rId79" Type="http://schemas.openxmlformats.org/officeDocument/2006/relationships/tags" Target="../tags/tag1309.xml"/><Relationship Id="rId102" Type="http://schemas.openxmlformats.org/officeDocument/2006/relationships/tags" Target="../tags/tag1332.xml"/><Relationship Id="rId123" Type="http://schemas.openxmlformats.org/officeDocument/2006/relationships/tags" Target="../tags/tag1353.xml"/><Relationship Id="rId144" Type="http://schemas.openxmlformats.org/officeDocument/2006/relationships/slideLayout" Target="../slideLayouts/slideLayout1.xml"/><Relationship Id="rId90" Type="http://schemas.openxmlformats.org/officeDocument/2006/relationships/tags" Target="../tags/tag1320.xml"/></Relationships>
</file>

<file path=ppt/slides/_rels/slide28.xml.rels><?xml version="1.0" encoding="UTF-8" standalone="yes"?>
<Relationships xmlns="http://schemas.openxmlformats.org/package/2006/relationships"><Relationship Id="rId117" Type="http://schemas.openxmlformats.org/officeDocument/2006/relationships/tags" Target="../tags/tag1490.xml"/><Relationship Id="rId21" Type="http://schemas.openxmlformats.org/officeDocument/2006/relationships/tags" Target="../tags/tag1394.xml"/><Relationship Id="rId42" Type="http://schemas.openxmlformats.org/officeDocument/2006/relationships/tags" Target="../tags/tag1415.xml"/><Relationship Id="rId63" Type="http://schemas.openxmlformats.org/officeDocument/2006/relationships/tags" Target="../tags/tag1436.xml"/><Relationship Id="rId84" Type="http://schemas.openxmlformats.org/officeDocument/2006/relationships/tags" Target="../tags/tag1457.xml"/><Relationship Id="rId138" Type="http://schemas.openxmlformats.org/officeDocument/2006/relationships/tags" Target="../tags/tag1511.xml"/><Relationship Id="rId107" Type="http://schemas.openxmlformats.org/officeDocument/2006/relationships/tags" Target="../tags/tag1480.xml"/><Relationship Id="rId11" Type="http://schemas.openxmlformats.org/officeDocument/2006/relationships/tags" Target="../tags/tag1384.xml"/><Relationship Id="rId32" Type="http://schemas.openxmlformats.org/officeDocument/2006/relationships/tags" Target="../tags/tag1405.xml"/><Relationship Id="rId53" Type="http://schemas.openxmlformats.org/officeDocument/2006/relationships/tags" Target="../tags/tag1426.xml"/><Relationship Id="rId74" Type="http://schemas.openxmlformats.org/officeDocument/2006/relationships/tags" Target="../tags/tag1447.xml"/><Relationship Id="rId128" Type="http://schemas.openxmlformats.org/officeDocument/2006/relationships/tags" Target="../tags/tag1501.xml"/><Relationship Id="rId5" Type="http://schemas.openxmlformats.org/officeDocument/2006/relationships/tags" Target="../tags/tag1378.xml"/><Relationship Id="rId90" Type="http://schemas.openxmlformats.org/officeDocument/2006/relationships/tags" Target="../tags/tag1463.xml"/><Relationship Id="rId95" Type="http://schemas.openxmlformats.org/officeDocument/2006/relationships/tags" Target="../tags/tag1468.xml"/><Relationship Id="rId22" Type="http://schemas.openxmlformats.org/officeDocument/2006/relationships/tags" Target="../tags/tag1395.xml"/><Relationship Id="rId27" Type="http://schemas.openxmlformats.org/officeDocument/2006/relationships/tags" Target="../tags/tag1400.xml"/><Relationship Id="rId43" Type="http://schemas.openxmlformats.org/officeDocument/2006/relationships/tags" Target="../tags/tag1416.xml"/><Relationship Id="rId48" Type="http://schemas.openxmlformats.org/officeDocument/2006/relationships/tags" Target="../tags/tag1421.xml"/><Relationship Id="rId64" Type="http://schemas.openxmlformats.org/officeDocument/2006/relationships/tags" Target="../tags/tag1437.xml"/><Relationship Id="rId69" Type="http://schemas.openxmlformats.org/officeDocument/2006/relationships/tags" Target="../tags/tag1442.xml"/><Relationship Id="rId113" Type="http://schemas.openxmlformats.org/officeDocument/2006/relationships/tags" Target="../tags/tag1486.xml"/><Relationship Id="rId118" Type="http://schemas.openxmlformats.org/officeDocument/2006/relationships/tags" Target="../tags/tag1491.xml"/><Relationship Id="rId134" Type="http://schemas.openxmlformats.org/officeDocument/2006/relationships/tags" Target="../tags/tag1507.xml"/><Relationship Id="rId139" Type="http://schemas.openxmlformats.org/officeDocument/2006/relationships/tags" Target="../tags/tag1512.xml"/><Relationship Id="rId80" Type="http://schemas.openxmlformats.org/officeDocument/2006/relationships/tags" Target="../tags/tag1453.xml"/><Relationship Id="rId85" Type="http://schemas.openxmlformats.org/officeDocument/2006/relationships/tags" Target="../tags/tag1458.xml"/><Relationship Id="rId12" Type="http://schemas.openxmlformats.org/officeDocument/2006/relationships/tags" Target="../tags/tag1385.xml"/><Relationship Id="rId17" Type="http://schemas.openxmlformats.org/officeDocument/2006/relationships/tags" Target="../tags/tag1390.xml"/><Relationship Id="rId33" Type="http://schemas.openxmlformats.org/officeDocument/2006/relationships/tags" Target="../tags/tag1406.xml"/><Relationship Id="rId38" Type="http://schemas.openxmlformats.org/officeDocument/2006/relationships/tags" Target="../tags/tag1411.xml"/><Relationship Id="rId59" Type="http://schemas.openxmlformats.org/officeDocument/2006/relationships/tags" Target="../tags/tag1432.xml"/><Relationship Id="rId103" Type="http://schemas.openxmlformats.org/officeDocument/2006/relationships/tags" Target="../tags/tag1476.xml"/><Relationship Id="rId108" Type="http://schemas.openxmlformats.org/officeDocument/2006/relationships/tags" Target="../tags/tag1481.xml"/><Relationship Id="rId124" Type="http://schemas.openxmlformats.org/officeDocument/2006/relationships/tags" Target="../tags/tag1497.xml"/><Relationship Id="rId129" Type="http://schemas.openxmlformats.org/officeDocument/2006/relationships/tags" Target="../tags/tag1502.xml"/><Relationship Id="rId54" Type="http://schemas.openxmlformats.org/officeDocument/2006/relationships/tags" Target="../tags/tag1427.xml"/><Relationship Id="rId70" Type="http://schemas.openxmlformats.org/officeDocument/2006/relationships/tags" Target="../tags/tag1443.xml"/><Relationship Id="rId75" Type="http://schemas.openxmlformats.org/officeDocument/2006/relationships/tags" Target="../tags/tag1448.xml"/><Relationship Id="rId91" Type="http://schemas.openxmlformats.org/officeDocument/2006/relationships/tags" Target="../tags/tag1464.xml"/><Relationship Id="rId96" Type="http://schemas.openxmlformats.org/officeDocument/2006/relationships/tags" Target="../tags/tag1469.xml"/><Relationship Id="rId140" Type="http://schemas.openxmlformats.org/officeDocument/2006/relationships/tags" Target="../tags/tag1513.xml"/><Relationship Id="rId145" Type="http://schemas.openxmlformats.org/officeDocument/2006/relationships/image" Target="../media/image124.png"/><Relationship Id="rId1" Type="http://schemas.openxmlformats.org/officeDocument/2006/relationships/tags" Target="../tags/tag1374.xml"/><Relationship Id="rId6" Type="http://schemas.openxmlformats.org/officeDocument/2006/relationships/tags" Target="../tags/tag1379.xml"/><Relationship Id="rId23" Type="http://schemas.openxmlformats.org/officeDocument/2006/relationships/tags" Target="../tags/tag1396.xml"/><Relationship Id="rId28" Type="http://schemas.openxmlformats.org/officeDocument/2006/relationships/tags" Target="../tags/tag1401.xml"/><Relationship Id="rId49" Type="http://schemas.openxmlformats.org/officeDocument/2006/relationships/tags" Target="../tags/tag1422.xml"/><Relationship Id="rId114" Type="http://schemas.openxmlformats.org/officeDocument/2006/relationships/tags" Target="../tags/tag1487.xml"/><Relationship Id="rId119" Type="http://schemas.openxmlformats.org/officeDocument/2006/relationships/tags" Target="../tags/tag1492.xml"/><Relationship Id="rId44" Type="http://schemas.openxmlformats.org/officeDocument/2006/relationships/tags" Target="../tags/tag1417.xml"/><Relationship Id="rId60" Type="http://schemas.openxmlformats.org/officeDocument/2006/relationships/tags" Target="../tags/tag1433.xml"/><Relationship Id="rId65" Type="http://schemas.openxmlformats.org/officeDocument/2006/relationships/tags" Target="../tags/tag1438.xml"/><Relationship Id="rId81" Type="http://schemas.openxmlformats.org/officeDocument/2006/relationships/tags" Target="../tags/tag1454.xml"/><Relationship Id="rId86" Type="http://schemas.openxmlformats.org/officeDocument/2006/relationships/tags" Target="../tags/tag1459.xml"/><Relationship Id="rId130" Type="http://schemas.openxmlformats.org/officeDocument/2006/relationships/tags" Target="../tags/tag1503.xml"/><Relationship Id="rId135" Type="http://schemas.openxmlformats.org/officeDocument/2006/relationships/tags" Target="../tags/tag1508.xml"/><Relationship Id="rId13" Type="http://schemas.openxmlformats.org/officeDocument/2006/relationships/tags" Target="../tags/tag1386.xml"/><Relationship Id="rId18" Type="http://schemas.openxmlformats.org/officeDocument/2006/relationships/tags" Target="../tags/tag1391.xml"/><Relationship Id="rId39" Type="http://schemas.openxmlformats.org/officeDocument/2006/relationships/tags" Target="../tags/tag1412.xml"/><Relationship Id="rId109" Type="http://schemas.openxmlformats.org/officeDocument/2006/relationships/tags" Target="../tags/tag1482.xml"/><Relationship Id="rId34" Type="http://schemas.openxmlformats.org/officeDocument/2006/relationships/tags" Target="../tags/tag1407.xml"/><Relationship Id="rId50" Type="http://schemas.openxmlformats.org/officeDocument/2006/relationships/tags" Target="../tags/tag1423.xml"/><Relationship Id="rId55" Type="http://schemas.openxmlformats.org/officeDocument/2006/relationships/tags" Target="../tags/tag1428.xml"/><Relationship Id="rId76" Type="http://schemas.openxmlformats.org/officeDocument/2006/relationships/tags" Target="../tags/tag1449.xml"/><Relationship Id="rId97" Type="http://schemas.openxmlformats.org/officeDocument/2006/relationships/tags" Target="../tags/tag1470.xml"/><Relationship Id="rId104" Type="http://schemas.openxmlformats.org/officeDocument/2006/relationships/tags" Target="../tags/tag1477.xml"/><Relationship Id="rId120" Type="http://schemas.openxmlformats.org/officeDocument/2006/relationships/tags" Target="../tags/tag1493.xml"/><Relationship Id="rId125" Type="http://schemas.openxmlformats.org/officeDocument/2006/relationships/tags" Target="../tags/tag1498.xml"/><Relationship Id="rId141" Type="http://schemas.openxmlformats.org/officeDocument/2006/relationships/tags" Target="../tags/tag1514.xml"/><Relationship Id="rId146" Type="http://schemas.openxmlformats.org/officeDocument/2006/relationships/image" Target="../media/image28.png"/><Relationship Id="rId7" Type="http://schemas.openxmlformats.org/officeDocument/2006/relationships/tags" Target="../tags/tag1380.xml"/><Relationship Id="rId71" Type="http://schemas.openxmlformats.org/officeDocument/2006/relationships/tags" Target="../tags/tag1444.xml"/><Relationship Id="rId92" Type="http://schemas.openxmlformats.org/officeDocument/2006/relationships/tags" Target="../tags/tag1465.xml"/><Relationship Id="rId2" Type="http://schemas.openxmlformats.org/officeDocument/2006/relationships/tags" Target="../tags/tag1375.xml"/><Relationship Id="rId29" Type="http://schemas.openxmlformats.org/officeDocument/2006/relationships/tags" Target="../tags/tag1402.xml"/><Relationship Id="rId24" Type="http://schemas.openxmlformats.org/officeDocument/2006/relationships/tags" Target="../tags/tag1397.xml"/><Relationship Id="rId40" Type="http://schemas.openxmlformats.org/officeDocument/2006/relationships/tags" Target="../tags/tag1413.xml"/><Relationship Id="rId45" Type="http://schemas.openxmlformats.org/officeDocument/2006/relationships/tags" Target="../tags/tag1418.xml"/><Relationship Id="rId66" Type="http://schemas.openxmlformats.org/officeDocument/2006/relationships/tags" Target="../tags/tag1439.xml"/><Relationship Id="rId87" Type="http://schemas.openxmlformats.org/officeDocument/2006/relationships/tags" Target="../tags/tag1460.xml"/><Relationship Id="rId110" Type="http://schemas.openxmlformats.org/officeDocument/2006/relationships/tags" Target="../tags/tag1483.xml"/><Relationship Id="rId115" Type="http://schemas.openxmlformats.org/officeDocument/2006/relationships/tags" Target="../tags/tag1488.xml"/><Relationship Id="rId131" Type="http://schemas.openxmlformats.org/officeDocument/2006/relationships/tags" Target="../tags/tag1504.xml"/><Relationship Id="rId136" Type="http://schemas.openxmlformats.org/officeDocument/2006/relationships/tags" Target="../tags/tag1509.xml"/><Relationship Id="rId61" Type="http://schemas.openxmlformats.org/officeDocument/2006/relationships/tags" Target="../tags/tag1434.xml"/><Relationship Id="rId82" Type="http://schemas.openxmlformats.org/officeDocument/2006/relationships/tags" Target="../tags/tag1455.xml"/><Relationship Id="rId19" Type="http://schemas.openxmlformats.org/officeDocument/2006/relationships/tags" Target="../tags/tag1392.xml"/><Relationship Id="rId14" Type="http://schemas.openxmlformats.org/officeDocument/2006/relationships/tags" Target="../tags/tag1387.xml"/><Relationship Id="rId30" Type="http://schemas.openxmlformats.org/officeDocument/2006/relationships/tags" Target="../tags/tag1403.xml"/><Relationship Id="rId35" Type="http://schemas.openxmlformats.org/officeDocument/2006/relationships/tags" Target="../tags/tag1408.xml"/><Relationship Id="rId56" Type="http://schemas.openxmlformats.org/officeDocument/2006/relationships/tags" Target="../tags/tag1429.xml"/><Relationship Id="rId77" Type="http://schemas.openxmlformats.org/officeDocument/2006/relationships/tags" Target="../tags/tag1450.xml"/><Relationship Id="rId100" Type="http://schemas.openxmlformats.org/officeDocument/2006/relationships/tags" Target="../tags/tag1473.xml"/><Relationship Id="rId105" Type="http://schemas.openxmlformats.org/officeDocument/2006/relationships/tags" Target="../tags/tag1478.xml"/><Relationship Id="rId126" Type="http://schemas.openxmlformats.org/officeDocument/2006/relationships/tags" Target="../tags/tag1499.xml"/><Relationship Id="rId8" Type="http://schemas.openxmlformats.org/officeDocument/2006/relationships/tags" Target="../tags/tag1381.xml"/><Relationship Id="rId51" Type="http://schemas.openxmlformats.org/officeDocument/2006/relationships/tags" Target="../tags/tag1424.xml"/><Relationship Id="rId72" Type="http://schemas.openxmlformats.org/officeDocument/2006/relationships/tags" Target="../tags/tag1445.xml"/><Relationship Id="rId93" Type="http://schemas.openxmlformats.org/officeDocument/2006/relationships/tags" Target="../tags/tag1466.xml"/><Relationship Id="rId98" Type="http://schemas.openxmlformats.org/officeDocument/2006/relationships/tags" Target="../tags/tag1471.xml"/><Relationship Id="rId121" Type="http://schemas.openxmlformats.org/officeDocument/2006/relationships/tags" Target="../tags/tag1494.xml"/><Relationship Id="rId142" Type="http://schemas.openxmlformats.org/officeDocument/2006/relationships/slideLayout" Target="../slideLayouts/slideLayout1.xml"/><Relationship Id="rId3" Type="http://schemas.openxmlformats.org/officeDocument/2006/relationships/tags" Target="../tags/tag1376.xml"/><Relationship Id="rId25" Type="http://schemas.openxmlformats.org/officeDocument/2006/relationships/tags" Target="../tags/tag1398.xml"/><Relationship Id="rId46" Type="http://schemas.openxmlformats.org/officeDocument/2006/relationships/tags" Target="../tags/tag1419.xml"/><Relationship Id="rId67" Type="http://schemas.openxmlformats.org/officeDocument/2006/relationships/tags" Target="../tags/tag1440.xml"/><Relationship Id="rId116" Type="http://schemas.openxmlformats.org/officeDocument/2006/relationships/tags" Target="../tags/tag1489.xml"/><Relationship Id="rId137" Type="http://schemas.openxmlformats.org/officeDocument/2006/relationships/tags" Target="../tags/tag1510.xml"/><Relationship Id="rId20" Type="http://schemas.openxmlformats.org/officeDocument/2006/relationships/tags" Target="../tags/tag1393.xml"/><Relationship Id="rId41" Type="http://schemas.openxmlformats.org/officeDocument/2006/relationships/tags" Target="../tags/tag1414.xml"/><Relationship Id="rId62" Type="http://schemas.openxmlformats.org/officeDocument/2006/relationships/tags" Target="../tags/tag1435.xml"/><Relationship Id="rId83" Type="http://schemas.openxmlformats.org/officeDocument/2006/relationships/tags" Target="../tags/tag1456.xml"/><Relationship Id="rId88" Type="http://schemas.openxmlformats.org/officeDocument/2006/relationships/tags" Target="../tags/tag1461.xml"/><Relationship Id="rId111" Type="http://schemas.openxmlformats.org/officeDocument/2006/relationships/tags" Target="../tags/tag1484.xml"/><Relationship Id="rId132" Type="http://schemas.openxmlformats.org/officeDocument/2006/relationships/tags" Target="../tags/tag1505.xml"/><Relationship Id="rId15" Type="http://schemas.openxmlformats.org/officeDocument/2006/relationships/tags" Target="../tags/tag1388.xml"/><Relationship Id="rId36" Type="http://schemas.openxmlformats.org/officeDocument/2006/relationships/tags" Target="../tags/tag1409.xml"/><Relationship Id="rId57" Type="http://schemas.openxmlformats.org/officeDocument/2006/relationships/tags" Target="../tags/tag1430.xml"/><Relationship Id="rId106" Type="http://schemas.openxmlformats.org/officeDocument/2006/relationships/tags" Target="../tags/tag1479.xml"/><Relationship Id="rId127" Type="http://schemas.openxmlformats.org/officeDocument/2006/relationships/tags" Target="../tags/tag1500.xml"/><Relationship Id="rId10" Type="http://schemas.openxmlformats.org/officeDocument/2006/relationships/tags" Target="../tags/tag1383.xml"/><Relationship Id="rId31" Type="http://schemas.openxmlformats.org/officeDocument/2006/relationships/tags" Target="../tags/tag1404.xml"/><Relationship Id="rId52" Type="http://schemas.openxmlformats.org/officeDocument/2006/relationships/tags" Target="../tags/tag1425.xml"/><Relationship Id="rId73" Type="http://schemas.openxmlformats.org/officeDocument/2006/relationships/tags" Target="../tags/tag1446.xml"/><Relationship Id="rId78" Type="http://schemas.openxmlformats.org/officeDocument/2006/relationships/tags" Target="../tags/tag1451.xml"/><Relationship Id="rId94" Type="http://schemas.openxmlformats.org/officeDocument/2006/relationships/tags" Target="../tags/tag1467.xml"/><Relationship Id="rId99" Type="http://schemas.openxmlformats.org/officeDocument/2006/relationships/tags" Target="../tags/tag1472.xml"/><Relationship Id="rId101" Type="http://schemas.openxmlformats.org/officeDocument/2006/relationships/tags" Target="../tags/tag1474.xml"/><Relationship Id="rId122" Type="http://schemas.openxmlformats.org/officeDocument/2006/relationships/tags" Target="../tags/tag1495.xml"/><Relationship Id="rId143" Type="http://schemas.openxmlformats.org/officeDocument/2006/relationships/notesSlide" Target="../notesSlides/notesSlide28.xml"/><Relationship Id="rId4" Type="http://schemas.openxmlformats.org/officeDocument/2006/relationships/tags" Target="../tags/tag1377.xml"/><Relationship Id="rId9" Type="http://schemas.openxmlformats.org/officeDocument/2006/relationships/tags" Target="../tags/tag1382.xml"/><Relationship Id="rId26" Type="http://schemas.openxmlformats.org/officeDocument/2006/relationships/tags" Target="../tags/tag1399.xml"/><Relationship Id="rId47" Type="http://schemas.openxmlformats.org/officeDocument/2006/relationships/tags" Target="../tags/tag1420.xml"/><Relationship Id="rId68" Type="http://schemas.openxmlformats.org/officeDocument/2006/relationships/tags" Target="../tags/tag1441.xml"/><Relationship Id="rId89" Type="http://schemas.openxmlformats.org/officeDocument/2006/relationships/tags" Target="../tags/tag1462.xml"/><Relationship Id="rId112" Type="http://schemas.openxmlformats.org/officeDocument/2006/relationships/tags" Target="../tags/tag1485.xml"/><Relationship Id="rId133" Type="http://schemas.openxmlformats.org/officeDocument/2006/relationships/tags" Target="../tags/tag1506.xml"/><Relationship Id="rId16" Type="http://schemas.openxmlformats.org/officeDocument/2006/relationships/tags" Target="../tags/tag1389.xml"/><Relationship Id="rId37" Type="http://schemas.openxmlformats.org/officeDocument/2006/relationships/tags" Target="../tags/tag1410.xml"/><Relationship Id="rId58" Type="http://schemas.openxmlformats.org/officeDocument/2006/relationships/tags" Target="../tags/tag1431.xml"/><Relationship Id="rId79" Type="http://schemas.openxmlformats.org/officeDocument/2006/relationships/tags" Target="../tags/tag1452.xml"/><Relationship Id="rId102" Type="http://schemas.openxmlformats.org/officeDocument/2006/relationships/tags" Target="../tags/tag1475.xml"/><Relationship Id="rId123" Type="http://schemas.openxmlformats.org/officeDocument/2006/relationships/tags" Target="../tags/tag1496.xml"/><Relationship Id="rId144" Type="http://schemas.openxmlformats.org/officeDocument/2006/relationships/image" Target="../media/image24.png"/></Relationships>
</file>

<file path=ppt/slides/_rels/slide29.xml.rels><?xml version="1.0" encoding="UTF-8" standalone="yes"?>
<Relationships xmlns="http://schemas.openxmlformats.org/package/2006/relationships"><Relationship Id="rId117" Type="http://schemas.openxmlformats.org/officeDocument/2006/relationships/tags" Target="../tags/tag1631.xml"/><Relationship Id="rId21" Type="http://schemas.openxmlformats.org/officeDocument/2006/relationships/tags" Target="../tags/tag1535.xml"/><Relationship Id="rId42" Type="http://schemas.openxmlformats.org/officeDocument/2006/relationships/tags" Target="../tags/tag1556.xml"/><Relationship Id="rId63" Type="http://schemas.openxmlformats.org/officeDocument/2006/relationships/tags" Target="../tags/tag1577.xml"/><Relationship Id="rId84" Type="http://schemas.openxmlformats.org/officeDocument/2006/relationships/tags" Target="../tags/tag1598.xml"/><Relationship Id="rId138" Type="http://schemas.openxmlformats.org/officeDocument/2006/relationships/tags" Target="../tags/tag1652.xml"/><Relationship Id="rId107" Type="http://schemas.openxmlformats.org/officeDocument/2006/relationships/tags" Target="../tags/tag1621.xml"/><Relationship Id="rId11" Type="http://schemas.openxmlformats.org/officeDocument/2006/relationships/tags" Target="../tags/tag1525.xml"/><Relationship Id="rId32" Type="http://schemas.openxmlformats.org/officeDocument/2006/relationships/tags" Target="../tags/tag1546.xml"/><Relationship Id="rId53" Type="http://schemas.openxmlformats.org/officeDocument/2006/relationships/tags" Target="../tags/tag1567.xml"/><Relationship Id="rId74" Type="http://schemas.openxmlformats.org/officeDocument/2006/relationships/tags" Target="../tags/tag1588.xml"/><Relationship Id="rId128" Type="http://schemas.openxmlformats.org/officeDocument/2006/relationships/tags" Target="../tags/tag1642.xml"/><Relationship Id="rId5" Type="http://schemas.openxmlformats.org/officeDocument/2006/relationships/tags" Target="../tags/tag1519.xml"/><Relationship Id="rId90" Type="http://schemas.openxmlformats.org/officeDocument/2006/relationships/tags" Target="../tags/tag1604.xml"/><Relationship Id="rId95" Type="http://schemas.openxmlformats.org/officeDocument/2006/relationships/tags" Target="../tags/tag1609.xml"/><Relationship Id="rId22" Type="http://schemas.openxmlformats.org/officeDocument/2006/relationships/tags" Target="../tags/tag1536.xml"/><Relationship Id="rId27" Type="http://schemas.openxmlformats.org/officeDocument/2006/relationships/tags" Target="../tags/tag1541.xml"/><Relationship Id="rId43" Type="http://schemas.openxmlformats.org/officeDocument/2006/relationships/tags" Target="../tags/tag1557.xml"/><Relationship Id="rId48" Type="http://schemas.openxmlformats.org/officeDocument/2006/relationships/tags" Target="../tags/tag1562.xml"/><Relationship Id="rId64" Type="http://schemas.openxmlformats.org/officeDocument/2006/relationships/tags" Target="../tags/tag1578.xml"/><Relationship Id="rId69" Type="http://schemas.openxmlformats.org/officeDocument/2006/relationships/tags" Target="../tags/tag1583.xml"/><Relationship Id="rId113" Type="http://schemas.openxmlformats.org/officeDocument/2006/relationships/tags" Target="../tags/tag1627.xml"/><Relationship Id="rId118" Type="http://schemas.openxmlformats.org/officeDocument/2006/relationships/tags" Target="../tags/tag1632.xml"/><Relationship Id="rId134" Type="http://schemas.openxmlformats.org/officeDocument/2006/relationships/tags" Target="../tags/tag1648.xml"/><Relationship Id="rId139" Type="http://schemas.openxmlformats.org/officeDocument/2006/relationships/tags" Target="../tags/tag1653.xml"/><Relationship Id="rId80" Type="http://schemas.openxmlformats.org/officeDocument/2006/relationships/tags" Target="../tags/tag1594.xml"/><Relationship Id="rId85" Type="http://schemas.openxmlformats.org/officeDocument/2006/relationships/tags" Target="../tags/tag1599.xml"/><Relationship Id="rId12" Type="http://schemas.openxmlformats.org/officeDocument/2006/relationships/tags" Target="../tags/tag1526.xml"/><Relationship Id="rId17" Type="http://schemas.openxmlformats.org/officeDocument/2006/relationships/tags" Target="../tags/tag1531.xml"/><Relationship Id="rId33" Type="http://schemas.openxmlformats.org/officeDocument/2006/relationships/tags" Target="../tags/tag1547.xml"/><Relationship Id="rId38" Type="http://schemas.openxmlformats.org/officeDocument/2006/relationships/tags" Target="../tags/tag1552.xml"/><Relationship Id="rId59" Type="http://schemas.openxmlformats.org/officeDocument/2006/relationships/tags" Target="../tags/tag1573.xml"/><Relationship Id="rId103" Type="http://schemas.openxmlformats.org/officeDocument/2006/relationships/tags" Target="../tags/tag1617.xml"/><Relationship Id="rId108" Type="http://schemas.openxmlformats.org/officeDocument/2006/relationships/tags" Target="../tags/tag1622.xml"/><Relationship Id="rId124" Type="http://schemas.openxmlformats.org/officeDocument/2006/relationships/tags" Target="../tags/tag1638.xml"/><Relationship Id="rId129" Type="http://schemas.openxmlformats.org/officeDocument/2006/relationships/tags" Target="../tags/tag1643.xml"/><Relationship Id="rId54" Type="http://schemas.openxmlformats.org/officeDocument/2006/relationships/tags" Target="../tags/tag1568.xml"/><Relationship Id="rId70" Type="http://schemas.openxmlformats.org/officeDocument/2006/relationships/tags" Target="../tags/tag1584.xml"/><Relationship Id="rId75" Type="http://schemas.openxmlformats.org/officeDocument/2006/relationships/tags" Target="../tags/tag1589.xml"/><Relationship Id="rId91" Type="http://schemas.openxmlformats.org/officeDocument/2006/relationships/tags" Target="../tags/tag1605.xml"/><Relationship Id="rId96" Type="http://schemas.openxmlformats.org/officeDocument/2006/relationships/tags" Target="../tags/tag1610.xml"/><Relationship Id="rId140" Type="http://schemas.openxmlformats.org/officeDocument/2006/relationships/tags" Target="../tags/tag1654.xml"/><Relationship Id="rId145" Type="http://schemas.openxmlformats.org/officeDocument/2006/relationships/image" Target="../media/image29.png"/><Relationship Id="rId1" Type="http://schemas.openxmlformats.org/officeDocument/2006/relationships/tags" Target="../tags/tag1515.xml"/><Relationship Id="rId6" Type="http://schemas.openxmlformats.org/officeDocument/2006/relationships/tags" Target="../tags/tag1520.xml"/><Relationship Id="rId23" Type="http://schemas.openxmlformats.org/officeDocument/2006/relationships/tags" Target="../tags/tag1537.xml"/><Relationship Id="rId28" Type="http://schemas.openxmlformats.org/officeDocument/2006/relationships/tags" Target="../tags/tag1542.xml"/><Relationship Id="rId49" Type="http://schemas.openxmlformats.org/officeDocument/2006/relationships/tags" Target="../tags/tag1563.xml"/><Relationship Id="rId114" Type="http://schemas.openxmlformats.org/officeDocument/2006/relationships/tags" Target="../tags/tag1628.xml"/><Relationship Id="rId119" Type="http://schemas.openxmlformats.org/officeDocument/2006/relationships/tags" Target="../tags/tag1633.xml"/><Relationship Id="rId44" Type="http://schemas.openxmlformats.org/officeDocument/2006/relationships/tags" Target="../tags/tag1558.xml"/><Relationship Id="rId60" Type="http://schemas.openxmlformats.org/officeDocument/2006/relationships/tags" Target="../tags/tag1574.xml"/><Relationship Id="rId65" Type="http://schemas.openxmlformats.org/officeDocument/2006/relationships/tags" Target="../tags/tag1579.xml"/><Relationship Id="rId81" Type="http://schemas.openxmlformats.org/officeDocument/2006/relationships/tags" Target="../tags/tag1595.xml"/><Relationship Id="rId86" Type="http://schemas.openxmlformats.org/officeDocument/2006/relationships/tags" Target="../tags/tag1600.xml"/><Relationship Id="rId130" Type="http://schemas.openxmlformats.org/officeDocument/2006/relationships/tags" Target="../tags/tag1644.xml"/><Relationship Id="rId135" Type="http://schemas.openxmlformats.org/officeDocument/2006/relationships/tags" Target="../tags/tag1649.xml"/><Relationship Id="rId13" Type="http://schemas.openxmlformats.org/officeDocument/2006/relationships/tags" Target="../tags/tag1527.xml"/><Relationship Id="rId18" Type="http://schemas.openxmlformats.org/officeDocument/2006/relationships/tags" Target="../tags/tag1532.xml"/><Relationship Id="rId39" Type="http://schemas.openxmlformats.org/officeDocument/2006/relationships/tags" Target="../tags/tag1553.xml"/><Relationship Id="rId109" Type="http://schemas.openxmlformats.org/officeDocument/2006/relationships/tags" Target="../tags/tag1623.xml"/><Relationship Id="rId34" Type="http://schemas.openxmlformats.org/officeDocument/2006/relationships/tags" Target="../tags/tag1548.xml"/><Relationship Id="rId50" Type="http://schemas.openxmlformats.org/officeDocument/2006/relationships/tags" Target="../tags/tag1564.xml"/><Relationship Id="rId55" Type="http://schemas.openxmlformats.org/officeDocument/2006/relationships/tags" Target="../tags/tag1569.xml"/><Relationship Id="rId76" Type="http://schemas.openxmlformats.org/officeDocument/2006/relationships/tags" Target="../tags/tag1590.xml"/><Relationship Id="rId97" Type="http://schemas.openxmlformats.org/officeDocument/2006/relationships/tags" Target="../tags/tag1611.xml"/><Relationship Id="rId104" Type="http://schemas.openxmlformats.org/officeDocument/2006/relationships/tags" Target="../tags/tag1618.xml"/><Relationship Id="rId120" Type="http://schemas.openxmlformats.org/officeDocument/2006/relationships/tags" Target="../tags/tag1634.xml"/><Relationship Id="rId125" Type="http://schemas.openxmlformats.org/officeDocument/2006/relationships/tags" Target="../tags/tag1639.xml"/><Relationship Id="rId141" Type="http://schemas.openxmlformats.org/officeDocument/2006/relationships/tags" Target="../tags/tag1655.xml"/><Relationship Id="rId146" Type="http://schemas.openxmlformats.org/officeDocument/2006/relationships/image" Target="../media/image30.png"/><Relationship Id="rId7" Type="http://schemas.openxmlformats.org/officeDocument/2006/relationships/tags" Target="../tags/tag1521.xml"/><Relationship Id="rId71" Type="http://schemas.openxmlformats.org/officeDocument/2006/relationships/tags" Target="../tags/tag1585.xml"/><Relationship Id="rId92" Type="http://schemas.openxmlformats.org/officeDocument/2006/relationships/tags" Target="../tags/tag1606.xml"/><Relationship Id="rId2" Type="http://schemas.openxmlformats.org/officeDocument/2006/relationships/tags" Target="../tags/tag1516.xml"/><Relationship Id="rId29" Type="http://schemas.openxmlformats.org/officeDocument/2006/relationships/tags" Target="../tags/tag1543.xml"/><Relationship Id="rId24" Type="http://schemas.openxmlformats.org/officeDocument/2006/relationships/tags" Target="../tags/tag1538.xml"/><Relationship Id="rId40" Type="http://schemas.openxmlformats.org/officeDocument/2006/relationships/tags" Target="../tags/tag1554.xml"/><Relationship Id="rId45" Type="http://schemas.openxmlformats.org/officeDocument/2006/relationships/tags" Target="../tags/tag1559.xml"/><Relationship Id="rId66" Type="http://schemas.openxmlformats.org/officeDocument/2006/relationships/tags" Target="../tags/tag1580.xml"/><Relationship Id="rId87" Type="http://schemas.openxmlformats.org/officeDocument/2006/relationships/tags" Target="../tags/tag1601.xml"/><Relationship Id="rId110" Type="http://schemas.openxmlformats.org/officeDocument/2006/relationships/tags" Target="../tags/tag1624.xml"/><Relationship Id="rId115" Type="http://schemas.openxmlformats.org/officeDocument/2006/relationships/tags" Target="../tags/tag1629.xml"/><Relationship Id="rId131" Type="http://schemas.openxmlformats.org/officeDocument/2006/relationships/tags" Target="../tags/tag1645.xml"/><Relationship Id="rId136" Type="http://schemas.openxmlformats.org/officeDocument/2006/relationships/tags" Target="../tags/tag1650.xml"/><Relationship Id="rId61" Type="http://schemas.openxmlformats.org/officeDocument/2006/relationships/tags" Target="../tags/tag1575.xml"/><Relationship Id="rId82" Type="http://schemas.openxmlformats.org/officeDocument/2006/relationships/tags" Target="../tags/tag1596.xml"/><Relationship Id="rId19" Type="http://schemas.openxmlformats.org/officeDocument/2006/relationships/tags" Target="../tags/tag1533.xml"/><Relationship Id="rId14" Type="http://schemas.openxmlformats.org/officeDocument/2006/relationships/tags" Target="../tags/tag1528.xml"/><Relationship Id="rId30" Type="http://schemas.openxmlformats.org/officeDocument/2006/relationships/tags" Target="../tags/tag1544.xml"/><Relationship Id="rId35" Type="http://schemas.openxmlformats.org/officeDocument/2006/relationships/tags" Target="../tags/tag1549.xml"/><Relationship Id="rId56" Type="http://schemas.openxmlformats.org/officeDocument/2006/relationships/tags" Target="../tags/tag1570.xml"/><Relationship Id="rId77" Type="http://schemas.openxmlformats.org/officeDocument/2006/relationships/tags" Target="../tags/tag1591.xml"/><Relationship Id="rId100" Type="http://schemas.openxmlformats.org/officeDocument/2006/relationships/tags" Target="../tags/tag1614.xml"/><Relationship Id="rId105" Type="http://schemas.openxmlformats.org/officeDocument/2006/relationships/tags" Target="../tags/tag1619.xml"/><Relationship Id="rId126" Type="http://schemas.openxmlformats.org/officeDocument/2006/relationships/tags" Target="../tags/tag1640.xml"/><Relationship Id="rId147" Type="http://schemas.openxmlformats.org/officeDocument/2006/relationships/image" Target="../media/image31.png"/><Relationship Id="rId8" Type="http://schemas.openxmlformats.org/officeDocument/2006/relationships/tags" Target="../tags/tag1522.xml"/><Relationship Id="rId51" Type="http://schemas.openxmlformats.org/officeDocument/2006/relationships/tags" Target="../tags/tag1565.xml"/><Relationship Id="rId72" Type="http://schemas.openxmlformats.org/officeDocument/2006/relationships/tags" Target="../tags/tag1586.xml"/><Relationship Id="rId93" Type="http://schemas.openxmlformats.org/officeDocument/2006/relationships/tags" Target="../tags/tag1607.xml"/><Relationship Id="rId98" Type="http://schemas.openxmlformats.org/officeDocument/2006/relationships/tags" Target="../tags/tag1612.xml"/><Relationship Id="rId121" Type="http://schemas.openxmlformats.org/officeDocument/2006/relationships/tags" Target="../tags/tag1635.xml"/><Relationship Id="rId142" Type="http://schemas.openxmlformats.org/officeDocument/2006/relationships/tags" Target="../tags/tag1656.xml"/><Relationship Id="rId3" Type="http://schemas.openxmlformats.org/officeDocument/2006/relationships/tags" Target="../tags/tag1517.xml"/><Relationship Id="rId25" Type="http://schemas.openxmlformats.org/officeDocument/2006/relationships/tags" Target="../tags/tag1539.xml"/><Relationship Id="rId46" Type="http://schemas.openxmlformats.org/officeDocument/2006/relationships/tags" Target="../tags/tag1560.xml"/><Relationship Id="rId67" Type="http://schemas.openxmlformats.org/officeDocument/2006/relationships/tags" Target="../tags/tag1581.xml"/><Relationship Id="rId116" Type="http://schemas.openxmlformats.org/officeDocument/2006/relationships/tags" Target="../tags/tag1630.xml"/><Relationship Id="rId137" Type="http://schemas.openxmlformats.org/officeDocument/2006/relationships/tags" Target="../tags/tag1651.xml"/><Relationship Id="rId20" Type="http://schemas.openxmlformats.org/officeDocument/2006/relationships/tags" Target="../tags/tag1534.xml"/><Relationship Id="rId41" Type="http://schemas.openxmlformats.org/officeDocument/2006/relationships/tags" Target="../tags/tag1555.xml"/><Relationship Id="rId62" Type="http://schemas.openxmlformats.org/officeDocument/2006/relationships/tags" Target="../tags/tag1576.xml"/><Relationship Id="rId83" Type="http://schemas.openxmlformats.org/officeDocument/2006/relationships/tags" Target="../tags/tag1597.xml"/><Relationship Id="rId88" Type="http://schemas.openxmlformats.org/officeDocument/2006/relationships/tags" Target="../tags/tag1602.xml"/><Relationship Id="rId111" Type="http://schemas.openxmlformats.org/officeDocument/2006/relationships/tags" Target="../tags/tag1625.xml"/><Relationship Id="rId132" Type="http://schemas.openxmlformats.org/officeDocument/2006/relationships/tags" Target="../tags/tag1646.xml"/><Relationship Id="rId15" Type="http://schemas.openxmlformats.org/officeDocument/2006/relationships/tags" Target="../tags/tag1529.xml"/><Relationship Id="rId36" Type="http://schemas.openxmlformats.org/officeDocument/2006/relationships/tags" Target="../tags/tag1550.xml"/><Relationship Id="rId57" Type="http://schemas.openxmlformats.org/officeDocument/2006/relationships/tags" Target="../tags/tag1571.xml"/><Relationship Id="rId106" Type="http://schemas.openxmlformats.org/officeDocument/2006/relationships/tags" Target="../tags/tag1620.xml"/><Relationship Id="rId127" Type="http://schemas.openxmlformats.org/officeDocument/2006/relationships/tags" Target="../tags/tag1641.xml"/><Relationship Id="rId10" Type="http://schemas.openxmlformats.org/officeDocument/2006/relationships/tags" Target="../tags/tag1524.xml"/><Relationship Id="rId31" Type="http://schemas.openxmlformats.org/officeDocument/2006/relationships/tags" Target="../tags/tag1545.xml"/><Relationship Id="rId52" Type="http://schemas.openxmlformats.org/officeDocument/2006/relationships/tags" Target="../tags/tag1566.xml"/><Relationship Id="rId73" Type="http://schemas.openxmlformats.org/officeDocument/2006/relationships/tags" Target="../tags/tag1587.xml"/><Relationship Id="rId78" Type="http://schemas.openxmlformats.org/officeDocument/2006/relationships/tags" Target="../tags/tag1592.xml"/><Relationship Id="rId94" Type="http://schemas.openxmlformats.org/officeDocument/2006/relationships/tags" Target="../tags/tag1608.xml"/><Relationship Id="rId99" Type="http://schemas.openxmlformats.org/officeDocument/2006/relationships/tags" Target="../tags/tag1613.xml"/><Relationship Id="rId101" Type="http://schemas.openxmlformats.org/officeDocument/2006/relationships/tags" Target="../tags/tag1615.xml"/><Relationship Id="rId122" Type="http://schemas.openxmlformats.org/officeDocument/2006/relationships/tags" Target="../tags/tag1636.xml"/><Relationship Id="rId143" Type="http://schemas.openxmlformats.org/officeDocument/2006/relationships/slideLayout" Target="../slideLayouts/slideLayout1.xml"/><Relationship Id="rId4" Type="http://schemas.openxmlformats.org/officeDocument/2006/relationships/tags" Target="../tags/tag1518.xml"/><Relationship Id="rId9" Type="http://schemas.openxmlformats.org/officeDocument/2006/relationships/tags" Target="../tags/tag1523.xml"/><Relationship Id="rId26" Type="http://schemas.openxmlformats.org/officeDocument/2006/relationships/tags" Target="../tags/tag1540.xml"/><Relationship Id="rId47" Type="http://schemas.openxmlformats.org/officeDocument/2006/relationships/tags" Target="../tags/tag1561.xml"/><Relationship Id="rId68" Type="http://schemas.openxmlformats.org/officeDocument/2006/relationships/tags" Target="../tags/tag1582.xml"/><Relationship Id="rId89" Type="http://schemas.openxmlformats.org/officeDocument/2006/relationships/tags" Target="../tags/tag1603.xml"/><Relationship Id="rId112" Type="http://schemas.openxmlformats.org/officeDocument/2006/relationships/tags" Target="../tags/tag1626.xml"/><Relationship Id="rId133" Type="http://schemas.openxmlformats.org/officeDocument/2006/relationships/tags" Target="../tags/tag1647.xml"/><Relationship Id="rId16" Type="http://schemas.openxmlformats.org/officeDocument/2006/relationships/tags" Target="../tags/tag1530.xml"/><Relationship Id="rId37" Type="http://schemas.openxmlformats.org/officeDocument/2006/relationships/tags" Target="../tags/tag1551.xml"/><Relationship Id="rId58" Type="http://schemas.openxmlformats.org/officeDocument/2006/relationships/tags" Target="../tags/tag1572.xml"/><Relationship Id="rId79" Type="http://schemas.openxmlformats.org/officeDocument/2006/relationships/tags" Target="../tags/tag1593.xml"/><Relationship Id="rId102" Type="http://schemas.openxmlformats.org/officeDocument/2006/relationships/tags" Target="../tags/tag1616.xml"/><Relationship Id="rId123" Type="http://schemas.openxmlformats.org/officeDocument/2006/relationships/tags" Target="../tags/tag1637.xml"/><Relationship Id="rId144"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notesSlide" Target="../notesSlides/notesSlide30.xml"/><Relationship Id="rId1" Type="http://schemas.openxmlformats.org/officeDocument/2006/relationships/slideLayout" Target="../slideLayouts/slideLayout1.xml"/><Relationship Id="rId5" Type="http://schemas.openxmlformats.org/officeDocument/2006/relationships/image" Target="../media/image34.svg"/><Relationship Id="rId4" Type="http://schemas.openxmlformats.org/officeDocument/2006/relationships/image" Target="../media/image33.svg"/></Relationships>
</file>

<file path=ppt/slides/_rels/slide3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1.xml"/><Relationship Id="rId1" Type="http://schemas.openxmlformats.org/officeDocument/2006/relationships/slideLayout" Target="../slideLayouts/slideLayout1.xml"/><Relationship Id="rId5" Type="http://schemas.openxmlformats.org/officeDocument/2006/relationships/image" Target="../media/image4.png"/><Relationship Id="rId4" Type="http://schemas.microsoft.com/office/2007/relationships/hdphoto" Target="../media/hdphoto1.wdp"/></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3" Type="http://schemas.openxmlformats.org/officeDocument/2006/relationships/image" Target="../media/image35.svg"/><Relationship Id="rId2" Type="http://schemas.openxmlformats.org/officeDocument/2006/relationships/notesSlide" Target="../notesSlides/notesSlide33.xml"/><Relationship Id="rId1" Type="http://schemas.openxmlformats.org/officeDocument/2006/relationships/slideLayout" Target="../slideLayouts/slideLayout1.xml"/><Relationship Id="rId4" Type="http://schemas.openxmlformats.org/officeDocument/2006/relationships/image" Target="../media/image36.svg"/></Relationships>
</file>

<file path=ppt/slides/_rels/slide34.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video" Target="../media/media1.mp4"/><Relationship Id="rId1" Type="http://schemas.microsoft.com/office/2007/relationships/media" Target="../media/media1.mp4"/><Relationship Id="rId6" Type="http://schemas.openxmlformats.org/officeDocument/2006/relationships/image" Target="../media/image134.png"/><Relationship Id="rId5" Type="http://schemas.openxmlformats.org/officeDocument/2006/relationships/image" Target="../media/image37.png"/><Relationship Id="rId4"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37.xml"/><Relationship Id="rId1" Type="http://schemas.openxmlformats.org/officeDocument/2006/relationships/slideLayout" Target="../slideLayouts/slideLayout1.xml"/><Relationship Id="rId4" Type="http://schemas.openxmlformats.org/officeDocument/2006/relationships/hyperlink" Target="https://uexternadoedu-my.sharepoint.com/:b:/g/personal/luis_guevara_uexternado_edu_co/EfZbB57r4jFEmRpJQoVEBPIB2zVWRIqPZMsmGBucbVFtvg?e=9j5Ru9" TargetMode="External"/></Relationships>
</file>

<file path=ppt/slides/_rels/slide38.xml.rels><?xml version="1.0" encoding="UTF-8" standalone="yes"?>
<Relationships xmlns="http://schemas.openxmlformats.org/package/2006/relationships"><Relationship Id="rId3" Type="http://schemas.openxmlformats.org/officeDocument/2006/relationships/image" Target="../media/image39.svg"/><Relationship Id="rId2" Type="http://schemas.openxmlformats.org/officeDocument/2006/relationships/notesSlide" Target="../notesSlides/notesSlide38.xml"/><Relationship Id="rId1" Type="http://schemas.openxmlformats.org/officeDocument/2006/relationships/slideLayout" Target="../slideLayouts/slideLayout1.xml"/><Relationship Id="rId4" Type="http://schemas.openxmlformats.org/officeDocument/2006/relationships/image" Target="../media/image40.svg"/></Relationships>
</file>

<file path=ppt/slides/_rels/slide39.xml.rels><?xml version="1.0" encoding="UTF-8" standalone="yes"?>
<Relationships xmlns="http://schemas.openxmlformats.org/package/2006/relationships"><Relationship Id="rId3" Type="http://schemas.openxmlformats.org/officeDocument/2006/relationships/image" Target="../media/image39.svg"/><Relationship Id="rId2" Type="http://schemas.openxmlformats.org/officeDocument/2006/relationships/notesSlide" Target="../notesSlides/notesSlide39.xml"/><Relationship Id="rId1" Type="http://schemas.openxmlformats.org/officeDocument/2006/relationships/slideLayout" Target="../slideLayouts/slideLayout1.xml"/><Relationship Id="rId4" Type="http://schemas.openxmlformats.org/officeDocument/2006/relationships/image" Target="../media/image40.sv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3" Type="http://schemas.openxmlformats.org/officeDocument/2006/relationships/image" Target="../media/image137.png"/><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notesSlide" Target="../notesSlides/notesSlide43.xml"/><Relationship Id="rId1" Type="http://schemas.openxmlformats.org/officeDocument/2006/relationships/slideLayout" Target="../slideLayouts/slideLayout1.xml"/><Relationship Id="rId5" Type="http://schemas.openxmlformats.org/officeDocument/2006/relationships/image" Target="../media/image140.png"/><Relationship Id="rId4" Type="http://schemas.openxmlformats.org/officeDocument/2006/relationships/image" Target="../media/image139.png"/></Relationships>
</file>

<file path=ppt/slides/_rels/slide44.xml.rels><?xml version="1.0" encoding="UTF-8" standalone="yes"?>
<Relationships xmlns="http://schemas.openxmlformats.org/package/2006/relationships"><Relationship Id="rId3" Type="http://schemas.openxmlformats.org/officeDocument/2006/relationships/hyperlink" Target="https://es.wikipedia.org/wiki/Jerzy_Neyman" TargetMode="External"/><Relationship Id="rId2" Type="http://schemas.openxmlformats.org/officeDocument/2006/relationships/notesSlide" Target="../notesSlides/notesSlide44.xml"/><Relationship Id="rId1" Type="http://schemas.openxmlformats.org/officeDocument/2006/relationships/slideLayout" Target="../slideLayouts/slideLayout1.xml"/><Relationship Id="rId4" Type="http://schemas.openxmlformats.org/officeDocument/2006/relationships/image" Target="../media/image41.png"/></Relationships>
</file>

<file path=ppt/slides/_rels/slide45.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45.xml"/><Relationship Id="rId1" Type="http://schemas.openxmlformats.org/officeDocument/2006/relationships/slideLayout" Target="../slideLayouts/slideLayout1.xml"/><Relationship Id="rId4" Type="http://schemas.openxmlformats.org/officeDocument/2006/relationships/hyperlink" Target="https://doi.org/10.1177/0956797611417632" TargetMode="External"/></Relationships>
</file>

<file path=ppt/slides/_rels/slide46.xml.rels><?xml version="1.0" encoding="UTF-8" standalone="yes"?>
<Relationships xmlns="http://schemas.openxmlformats.org/package/2006/relationships"><Relationship Id="rId3" Type="http://schemas.openxmlformats.org/officeDocument/2006/relationships/hyperlink" Target="https://doi.org/10.1177/0956797611417632" TargetMode="External"/><Relationship Id="rId2" Type="http://schemas.openxmlformats.org/officeDocument/2006/relationships/notesSlide" Target="../notesSlides/notesSlide46.xml"/><Relationship Id="rId1" Type="http://schemas.openxmlformats.org/officeDocument/2006/relationships/slideLayout" Target="../slideLayouts/slideLayout1.xml"/><Relationship Id="rId4" Type="http://schemas.openxmlformats.org/officeDocument/2006/relationships/image" Target="../media/image43.png"/></Relationships>
</file>

<file path=ppt/slides/_rels/slide47.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47.xml"/><Relationship Id="rId1" Type="http://schemas.openxmlformats.org/officeDocument/2006/relationships/slideLayout" Target="../slideLayouts/slideLayout1.xml"/><Relationship Id="rId4" Type="http://schemas.openxmlformats.org/officeDocument/2006/relationships/hyperlink" Target="https://doi.org/10.1371/journal.pone.0149144" TargetMode="External"/></Relationships>
</file>

<file path=ppt/slides/slide1.xml><?xml version="1.0" encoding="utf-8"?>
<p:sld xmlns:a="http://schemas.openxmlformats.org/drawingml/2006/main" xmlns:r="http://schemas.openxmlformats.org/officeDocument/2006/relationships" xmlns:p="http://schemas.openxmlformats.org/presentationml/2006/main">
  <p:cSld>
    <p:bg>
      <p:bgPr>
        <a:gradFill>
          <a:gsLst>
            <a:gs pos="72000">
              <a:srgbClr val="F22D1C"/>
            </a:gs>
            <a:gs pos="0">
              <a:srgbClr val="DF102C"/>
            </a:gs>
            <a:gs pos="100000">
              <a:srgbClr val="F26665"/>
            </a:gs>
          </a:gsLst>
          <a:lin ang="3000000" scaled="0"/>
        </a:gradFill>
        <a:effectLst/>
      </p:bgPr>
    </p:bg>
    <p:spTree>
      <p:nvGrpSpPr>
        <p:cNvPr id="1" name="">
          <a:extLst>
            <a:ext uri="{FF2B5EF4-FFF2-40B4-BE49-F238E27FC236}">
              <a16:creationId xmlns:a16="http://schemas.microsoft.com/office/drawing/2014/main" id="{EAF2A98C-D4EC-CCC9-09DA-14493BAC8E09}"/>
            </a:ext>
          </a:extLst>
        </p:cNvPr>
        <p:cNvGrpSpPr/>
        <p:nvPr/>
      </p:nvGrpSpPr>
      <p:grpSpPr>
        <a:xfrm>
          <a:off x="0" y="0"/>
          <a:ext cx="0" cy="0"/>
          <a:chOff x="0" y="0"/>
          <a:chExt cx="0" cy="0"/>
        </a:xfrm>
      </p:grpSpPr>
      <p:sp>
        <p:nvSpPr>
          <p:cNvPr id="3" name="Date Placeholder 3">
            <a:extLst>
              <a:ext uri="{FF2B5EF4-FFF2-40B4-BE49-F238E27FC236}">
                <a16:creationId xmlns:a16="http://schemas.microsoft.com/office/drawing/2014/main" id="{3FDE572B-F78C-6BDC-7E16-11E4FEFF880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6" name="Picture 2" descr="Foro Enseñanza e Investigación de las Políticas Públicas en Colombia – En  homenaje a Luis Fernando Aguilar Villanueva">
            <a:extLst>
              <a:ext uri="{FF2B5EF4-FFF2-40B4-BE49-F238E27FC236}">
                <a16:creationId xmlns:a16="http://schemas.microsoft.com/office/drawing/2014/main" id="{C58265CB-4413-D57A-28E3-1536A7F9234E}"/>
              </a:ext>
            </a:extLst>
          </p:cNvPr>
          <p:cNvPicPr>
            <a:picLocks noChangeAspect="1" noChangeArrowheads="1"/>
          </p:cNvPicPr>
          <p:nvPr/>
        </p:nvPicPr>
        <p:blipFill rotWithShape="1">
          <a:blip r:embed="rId3" cstate="print">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val="0"/>
              </a:ext>
            </a:extLst>
          </a:blip>
          <a:srcRect t="1" b="39588"/>
          <a:stretch/>
        </p:blipFill>
        <p:spPr bwMode="auto">
          <a:xfrm>
            <a:off x="1071562" y="357805"/>
            <a:ext cx="1843086" cy="601994"/>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93CFBE7C-5853-D366-D2AB-13627E3265A5}"/>
              </a:ext>
            </a:extLst>
          </p:cNvPr>
          <p:cNvSpPr txBox="1"/>
          <p:nvPr/>
        </p:nvSpPr>
        <p:spPr>
          <a:xfrm>
            <a:off x="1071562" y="1394866"/>
            <a:ext cx="9584247" cy="1295163"/>
          </a:xfrm>
          <a:prstGeom prst="rect">
            <a:avLst/>
          </a:prstGeom>
          <a:noFill/>
        </p:spPr>
        <p:txBody>
          <a:bodyPr wrap="square" rtlCol="0">
            <a:spAutoFit/>
          </a:bodyPr>
          <a:lstStyle/>
          <a:p>
            <a:pPr marL="0" marR="0" lvl="0" indent="0" algn="l" defTabSz="914400" rtl="0" eaLnBrk="1" fontAlgn="auto" latinLnBrk="0" hangingPunct="1">
              <a:lnSpc>
                <a:spcPts val="4600"/>
              </a:lnSpc>
              <a:spcBef>
                <a:spcPts val="0"/>
              </a:spcBef>
              <a:spcAft>
                <a:spcPts val="0"/>
              </a:spcAft>
              <a:buClrTx/>
              <a:buSzTx/>
              <a:buFontTx/>
              <a:buNone/>
              <a:tabLst/>
              <a:defRPr/>
            </a:pPr>
            <a:r>
              <a:rPr kumimoji="0" lang="en-GB" sz="4800" b="0" i="0" u="none" strike="noStrike" kern="1200" cap="none" spc="0" normalizeH="0" baseline="0" noProof="0">
                <a:ln>
                  <a:noFill/>
                </a:ln>
                <a:solidFill>
                  <a:prstClr val="white"/>
                </a:solidFill>
                <a:effectLst/>
                <a:uLnTx/>
                <a:uFillTx/>
                <a:latin typeface="Aptos Black" panose="020F0502020204030204" pitchFamily="34" charset="0"/>
                <a:ea typeface="+mn-ea"/>
                <a:cs typeface="+mn-cs"/>
              </a:rPr>
              <a:t>Multinomial </a:t>
            </a:r>
            <a:br>
              <a:rPr kumimoji="0" lang="en-GB" sz="4800" b="0" i="0" u="none" strike="noStrike" kern="1200" cap="none" spc="0" normalizeH="0" baseline="0" noProof="0">
                <a:ln>
                  <a:noFill/>
                </a:ln>
                <a:solidFill>
                  <a:prstClr val="white"/>
                </a:solidFill>
                <a:effectLst/>
                <a:uLnTx/>
                <a:uFillTx/>
                <a:latin typeface="Aptos Black" panose="020F0502020204030204" pitchFamily="34" charset="0"/>
                <a:ea typeface="+mn-ea"/>
                <a:cs typeface="+mn-cs"/>
              </a:rPr>
            </a:br>
            <a:r>
              <a:rPr kumimoji="0" lang="en-GB" sz="4800" b="0" i="0" u="none" strike="noStrike" kern="1200" cap="none" spc="0" normalizeH="0" baseline="0" noProof="0">
                <a:ln>
                  <a:noFill/>
                </a:ln>
                <a:solidFill>
                  <a:prstClr val="white"/>
                </a:solidFill>
                <a:effectLst/>
                <a:uLnTx/>
                <a:uFillTx/>
                <a:latin typeface="Aptos Black" panose="020F0502020204030204" pitchFamily="34" charset="0"/>
                <a:ea typeface="+mn-ea"/>
                <a:cs typeface="+mn-cs"/>
              </a:rPr>
              <a:t>models</a:t>
            </a:r>
          </a:p>
        </p:txBody>
      </p:sp>
      <p:pic>
        <p:nvPicPr>
          <p:cNvPr id="18" name="Picture 17">
            <a:extLst>
              <a:ext uri="{FF2B5EF4-FFF2-40B4-BE49-F238E27FC236}">
                <a16:creationId xmlns:a16="http://schemas.microsoft.com/office/drawing/2014/main" id="{D921F6FE-315E-7415-5F63-AC666AC2ABCF}"/>
              </a:ext>
            </a:extLst>
          </p:cNvPr>
          <p:cNvPicPr>
            <a:picLocks noChangeAspect="1"/>
          </p:cNvPicPr>
          <p:nvPr/>
        </p:nvPicPr>
        <p:blipFill>
          <a:blip r:embed="rId5"/>
          <a:stretch>
            <a:fillRect/>
          </a:stretch>
        </p:blipFill>
        <p:spPr>
          <a:xfrm>
            <a:off x="143080" y="6102984"/>
            <a:ext cx="5249008" cy="609685"/>
          </a:xfrm>
          <a:prstGeom prst="rect">
            <a:avLst/>
          </a:prstGeom>
        </p:spPr>
      </p:pic>
      <p:sp>
        <p:nvSpPr>
          <p:cNvPr id="2" name="Título 1">
            <a:extLst>
              <a:ext uri="{FF2B5EF4-FFF2-40B4-BE49-F238E27FC236}">
                <a16:creationId xmlns:a16="http://schemas.microsoft.com/office/drawing/2014/main" id="{426A9CFA-CC09-F3E2-929E-3F0D69C3ADEE}"/>
              </a:ext>
            </a:extLst>
          </p:cNvPr>
          <p:cNvSpPr txBox="1">
            <a:spLocks/>
          </p:cNvSpPr>
          <p:nvPr/>
        </p:nvSpPr>
        <p:spPr>
          <a:xfrm>
            <a:off x="1071562" y="2690029"/>
            <a:ext cx="6136062"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4400" b="1" i="0" u="none" strike="noStrike" kern="1200" cap="none" spc="0" normalizeH="0" baseline="0" noProof="0">
                <a:ln>
                  <a:noFill/>
                </a:ln>
                <a:solidFill>
                  <a:prstClr val="white"/>
                </a:solidFill>
                <a:effectLst/>
                <a:uLnTx/>
                <a:uFillTx/>
                <a:latin typeface="Aptos SemiBold" panose="020F0502020204030204" pitchFamily="34" charset="0"/>
                <a:ea typeface="+mj-ea"/>
                <a:cs typeface="+mj-cs"/>
              </a:rPr>
              <a:t>The ordered logit model</a:t>
            </a:r>
          </a:p>
        </p:txBody>
      </p:sp>
    </p:spTree>
    <p:extLst>
      <p:ext uri="{BB962C8B-B14F-4D97-AF65-F5344CB8AC3E}">
        <p14:creationId xmlns:p14="http://schemas.microsoft.com/office/powerpoint/2010/main" val="9829646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605362-D13F-B829-E0A2-E714258B7094}"/>
            </a:ext>
          </a:extLst>
        </p:cNvPr>
        <p:cNvGrpSpPr/>
        <p:nvPr/>
      </p:nvGrpSpPr>
      <p:grpSpPr>
        <a:xfrm>
          <a:off x="0" y="0"/>
          <a:ext cx="0" cy="0"/>
          <a:chOff x="0" y="0"/>
          <a:chExt cx="0" cy="0"/>
        </a:xfrm>
      </p:grpSpPr>
      <p:cxnSp>
        <p:nvCxnSpPr>
          <p:cNvPr id="184" name="Connector: Elbow 183">
            <a:extLst>
              <a:ext uri="{FF2B5EF4-FFF2-40B4-BE49-F238E27FC236}">
                <a16:creationId xmlns:a16="http://schemas.microsoft.com/office/drawing/2014/main" id="{966D1834-7183-0D0B-27E6-B5A874081022}"/>
              </a:ext>
            </a:extLst>
          </p:cNvPr>
          <p:cNvCxnSpPr>
            <a:cxnSpLocks/>
            <a:stCxn id="67" idx="3"/>
            <a:endCxn id="32" idx="1"/>
          </p:cNvCxnSpPr>
          <p:nvPr/>
        </p:nvCxnSpPr>
        <p:spPr>
          <a:xfrm flipV="1">
            <a:off x="6264318" y="2145334"/>
            <a:ext cx="397226" cy="88860"/>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7" name="Slide Number Placeholder 2">
            <a:extLst>
              <a:ext uri="{FF2B5EF4-FFF2-40B4-BE49-F238E27FC236}">
                <a16:creationId xmlns:a16="http://schemas.microsoft.com/office/drawing/2014/main" id="{91743187-C9F2-9FB8-6C69-DA06C7BE195C}"/>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2" name="Date Placeholder 3 1">
            <a:extLst>
              <a:ext uri="{FF2B5EF4-FFF2-40B4-BE49-F238E27FC236}">
                <a16:creationId xmlns:a16="http://schemas.microsoft.com/office/drawing/2014/main" id="{5FC57C63-E03D-9B1E-C9D4-4D95087DF30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8" name="Date Placeholder 3 2">
            <a:extLst>
              <a:ext uri="{FF2B5EF4-FFF2-40B4-BE49-F238E27FC236}">
                <a16:creationId xmlns:a16="http://schemas.microsoft.com/office/drawing/2014/main" id="{12FB88CA-890E-BF3A-7417-0BD8DDD661A7}"/>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1" name="Título 1">
            <a:extLst>
              <a:ext uri="{FF2B5EF4-FFF2-40B4-BE49-F238E27FC236}">
                <a16:creationId xmlns:a16="http://schemas.microsoft.com/office/drawing/2014/main" id="{959F1CC8-DCB4-A25C-FF9B-04B565552362}"/>
              </a:ext>
            </a:extLst>
          </p:cNvPr>
          <p:cNvSpPr txBox="1">
            <a:spLocks/>
          </p:cNvSpPr>
          <p:nvPr/>
        </p:nvSpPr>
        <p:spPr>
          <a:xfrm>
            <a:off x="891590" y="501651"/>
            <a:ext cx="5985460"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Data types and </a:t>
            </a:r>
            <a:b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b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model selection</a:t>
            </a:r>
          </a:p>
        </p:txBody>
      </p:sp>
      <p:sp>
        <p:nvSpPr>
          <p:cNvPr id="34" name="Footer Placeholder 4">
            <a:extLst>
              <a:ext uri="{FF2B5EF4-FFF2-40B4-BE49-F238E27FC236}">
                <a16:creationId xmlns:a16="http://schemas.microsoft.com/office/drawing/2014/main" id="{916BE048-7F61-94B7-4DF1-70B1689926C0}"/>
              </a:ext>
            </a:extLst>
          </p:cNvPr>
          <p:cNvSpPr txBox="1">
            <a:spLocks/>
          </p:cNvSpPr>
          <p:nvPr/>
        </p:nvSpPr>
        <p:spPr>
          <a:xfrm>
            <a:off x="2707689" y="6355745"/>
            <a:ext cx="4114800" cy="365125"/>
          </a:xfrm>
          <a:prstGeom prst="rect">
            <a:avLst/>
          </a:prstGeom>
        </p:spPr>
        <p:txBody>
          <a:bodyPr vert="horz" lIns="91440" tIns="45720" rIns="91440" bIns="45720" rtlCol="0" anchor="ctr"/>
          <a:lstStyle>
            <a:defPPr>
              <a:defRPr lang="en-US"/>
            </a:defPPr>
            <a:lvl1pPr marL="0" algn="ct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white">
                    <a:lumMod val="85000"/>
                  </a:prstClr>
                </a:solidFill>
                <a:effectLst/>
                <a:uLnTx/>
                <a:uFillTx/>
                <a:latin typeface="Aptos" panose="020B0004020202020204"/>
                <a:ea typeface="+mn-ea"/>
                <a:cs typeface="+mn-cs"/>
              </a:rPr>
              <a:t>Data analysis</a:t>
            </a:r>
          </a:p>
        </p:txBody>
      </p:sp>
      <p:cxnSp>
        <p:nvCxnSpPr>
          <p:cNvPr id="10" name="Connector: Elbow 9">
            <a:extLst>
              <a:ext uri="{FF2B5EF4-FFF2-40B4-BE49-F238E27FC236}">
                <a16:creationId xmlns:a16="http://schemas.microsoft.com/office/drawing/2014/main" id="{053026E8-26D5-1285-2FB1-40D8809565AE}"/>
              </a:ext>
            </a:extLst>
          </p:cNvPr>
          <p:cNvCxnSpPr>
            <a:cxnSpLocks/>
            <a:stCxn id="136" idx="6"/>
            <a:endCxn id="58" idx="1"/>
          </p:cNvCxnSpPr>
          <p:nvPr/>
        </p:nvCxnSpPr>
        <p:spPr>
          <a:xfrm>
            <a:off x="2598385" y="3952599"/>
            <a:ext cx="1045249" cy="12700"/>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27" name="Connector: Elbow 26">
            <a:extLst>
              <a:ext uri="{FF2B5EF4-FFF2-40B4-BE49-F238E27FC236}">
                <a16:creationId xmlns:a16="http://schemas.microsoft.com/office/drawing/2014/main" id="{C3512D40-EFA6-EC27-3567-929D3E949241}"/>
              </a:ext>
            </a:extLst>
          </p:cNvPr>
          <p:cNvCxnSpPr>
            <a:cxnSpLocks/>
            <a:stCxn id="57" idx="3"/>
          </p:cNvCxnSpPr>
          <p:nvPr/>
        </p:nvCxnSpPr>
        <p:spPr>
          <a:xfrm flipV="1">
            <a:off x="4790462" y="3165855"/>
            <a:ext cx="314045" cy="313225"/>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32" name="Rectangle: Rounded Corners 31">
            <a:extLst>
              <a:ext uri="{FF2B5EF4-FFF2-40B4-BE49-F238E27FC236}">
                <a16:creationId xmlns:a16="http://schemas.microsoft.com/office/drawing/2014/main" id="{99D0BD93-E917-73BE-C838-FD952A1D8DE2}"/>
              </a:ext>
            </a:extLst>
          </p:cNvPr>
          <p:cNvSpPr/>
          <p:nvPr/>
        </p:nvSpPr>
        <p:spPr>
          <a:xfrm>
            <a:off x="6661544" y="1991253"/>
            <a:ext cx="1149725"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dirty="0">
                <a:solidFill>
                  <a:schemeClr val="bg1">
                    <a:lumMod val="85000"/>
                  </a:schemeClr>
                </a:solidFill>
              </a:rPr>
              <a:t>Binary</a:t>
            </a:r>
          </a:p>
        </p:txBody>
      </p:sp>
      <p:sp>
        <p:nvSpPr>
          <p:cNvPr id="41" name="Rectangle: Rounded Corners 40">
            <a:extLst>
              <a:ext uri="{FF2B5EF4-FFF2-40B4-BE49-F238E27FC236}">
                <a16:creationId xmlns:a16="http://schemas.microsoft.com/office/drawing/2014/main" id="{205823FC-43AF-432E-24C8-5C63E82F46D7}"/>
              </a:ext>
            </a:extLst>
          </p:cNvPr>
          <p:cNvSpPr/>
          <p:nvPr/>
        </p:nvSpPr>
        <p:spPr>
          <a:xfrm>
            <a:off x="8566384" y="2007828"/>
            <a:ext cx="2416720" cy="272089"/>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a:solidFill>
                  <a:schemeClr val="bg1">
                    <a:lumMod val="85000"/>
                  </a:schemeClr>
                </a:solidFill>
              </a:rPr>
              <a:t>Logit/probit regression</a:t>
            </a:r>
          </a:p>
        </p:txBody>
      </p:sp>
      <p:sp>
        <p:nvSpPr>
          <p:cNvPr id="43" name="Oval 42">
            <a:extLst>
              <a:ext uri="{FF2B5EF4-FFF2-40B4-BE49-F238E27FC236}">
                <a16:creationId xmlns:a16="http://schemas.microsoft.com/office/drawing/2014/main" id="{5CD9F9CA-8CF6-779B-DE1B-6CD212432F2B}"/>
              </a:ext>
            </a:extLst>
          </p:cNvPr>
          <p:cNvSpPr/>
          <p:nvPr/>
        </p:nvSpPr>
        <p:spPr>
          <a:xfrm>
            <a:off x="8566384" y="2131198"/>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45" name="Oval 44">
            <a:extLst>
              <a:ext uri="{FF2B5EF4-FFF2-40B4-BE49-F238E27FC236}">
                <a16:creationId xmlns:a16="http://schemas.microsoft.com/office/drawing/2014/main" id="{48C660A2-4F8F-C47B-827F-88D2B10A8B2B}"/>
              </a:ext>
            </a:extLst>
          </p:cNvPr>
          <p:cNvSpPr/>
          <p:nvPr/>
        </p:nvSpPr>
        <p:spPr>
          <a:xfrm>
            <a:off x="8566384" y="3026903"/>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47" name="Oval 46">
            <a:extLst>
              <a:ext uri="{FF2B5EF4-FFF2-40B4-BE49-F238E27FC236}">
                <a16:creationId xmlns:a16="http://schemas.microsoft.com/office/drawing/2014/main" id="{A6A98C43-7F17-0AEB-DBFB-505DD5AFBF6A}"/>
              </a:ext>
            </a:extLst>
          </p:cNvPr>
          <p:cNvSpPr/>
          <p:nvPr/>
        </p:nvSpPr>
        <p:spPr>
          <a:xfrm>
            <a:off x="8558461" y="3073406"/>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49" name="Oval 48">
            <a:extLst>
              <a:ext uri="{FF2B5EF4-FFF2-40B4-BE49-F238E27FC236}">
                <a16:creationId xmlns:a16="http://schemas.microsoft.com/office/drawing/2014/main" id="{2141F640-3C07-399F-2262-302F72AB2106}"/>
              </a:ext>
            </a:extLst>
          </p:cNvPr>
          <p:cNvSpPr/>
          <p:nvPr/>
        </p:nvSpPr>
        <p:spPr>
          <a:xfrm>
            <a:off x="8557882" y="3964529"/>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50" name="Oval 49">
            <a:extLst>
              <a:ext uri="{FF2B5EF4-FFF2-40B4-BE49-F238E27FC236}">
                <a16:creationId xmlns:a16="http://schemas.microsoft.com/office/drawing/2014/main" id="{89737EBE-935B-6338-1918-6AEC90C9BD50}"/>
              </a:ext>
            </a:extLst>
          </p:cNvPr>
          <p:cNvSpPr/>
          <p:nvPr/>
        </p:nvSpPr>
        <p:spPr>
          <a:xfrm>
            <a:off x="8549959" y="4011032"/>
            <a:ext cx="184897" cy="18489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56" name="Oval 55">
            <a:extLst>
              <a:ext uri="{FF2B5EF4-FFF2-40B4-BE49-F238E27FC236}">
                <a16:creationId xmlns:a16="http://schemas.microsoft.com/office/drawing/2014/main" id="{B29542BB-8FA5-7054-D7AB-55C1F9D90126}"/>
              </a:ext>
            </a:extLst>
          </p:cNvPr>
          <p:cNvSpPr/>
          <p:nvPr/>
        </p:nvSpPr>
        <p:spPr>
          <a:xfrm>
            <a:off x="891590" y="3621826"/>
            <a:ext cx="661546" cy="661546"/>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ysClr val="windowText" lastClr="000000"/>
                </a:solidFill>
              </a:rPr>
              <a:t>Objective</a:t>
            </a:r>
          </a:p>
        </p:txBody>
      </p:sp>
      <p:sp>
        <p:nvSpPr>
          <p:cNvPr id="57" name="Rectangle: Rounded Corners 56">
            <a:extLst>
              <a:ext uri="{FF2B5EF4-FFF2-40B4-BE49-F238E27FC236}">
                <a16:creationId xmlns:a16="http://schemas.microsoft.com/office/drawing/2014/main" id="{D987B0C4-43BE-A822-B0F1-29EDCA1AE7B1}"/>
              </a:ext>
            </a:extLst>
          </p:cNvPr>
          <p:cNvSpPr/>
          <p:nvPr/>
        </p:nvSpPr>
        <p:spPr>
          <a:xfrm>
            <a:off x="3643634" y="3213834"/>
            <a:ext cx="1146828" cy="530492"/>
          </a:xfrm>
          <a:prstGeom prst="round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solidFill>
              </a:rPr>
              <a:t>Outcome </a:t>
            </a:r>
            <a:br>
              <a:rPr lang="en-GB" sz="1200" b="1" noProof="0">
                <a:solidFill>
                  <a:schemeClr val="bg1"/>
                </a:solidFill>
              </a:rPr>
            </a:br>
            <a:r>
              <a:rPr lang="en-GB" sz="1200" b="1" noProof="0">
                <a:solidFill>
                  <a:schemeClr val="bg1"/>
                </a:solidFill>
              </a:rPr>
              <a:t>variable</a:t>
            </a:r>
          </a:p>
        </p:txBody>
      </p:sp>
      <p:sp>
        <p:nvSpPr>
          <p:cNvPr id="58" name="Rectangle: Rounded Corners 57">
            <a:extLst>
              <a:ext uri="{FF2B5EF4-FFF2-40B4-BE49-F238E27FC236}">
                <a16:creationId xmlns:a16="http://schemas.microsoft.com/office/drawing/2014/main" id="{95B0DE97-8212-810F-2566-90D1FD714858}"/>
              </a:ext>
            </a:extLst>
          </p:cNvPr>
          <p:cNvSpPr/>
          <p:nvPr/>
        </p:nvSpPr>
        <p:spPr>
          <a:xfrm>
            <a:off x="3643634" y="3798518"/>
            <a:ext cx="1146828"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Covariates</a:t>
            </a:r>
          </a:p>
        </p:txBody>
      </p:sp>
      <p:sp>
        <p:nvSpPr>
          <p:cNvPr id="67" name="Rectangle: Rounded Corners 66">
            <a:extLst>
              <a:ext uri="{FF2B5EF4-FFF2-40B4-BE49-F238E27FC236}">
                <a16:creationId xmlns:a16="http://schemas.microsoft.com/office/drawing/2014/main" id="{5FA23EC1-42E9-DC1A-A436-5AFEA04CEB06}"/>
              </a:ext>
            </a:extLst>
          </p:cNvPr>
          <p:cNvSpPr/>
          <p:nvPr/>
        </p:nvSpPr>
        <p:spPr>
          <a:xfrm>
            <a:off x="5114593" y="2080113"/>
            <a:ext cx="1149725" cy="308162"/>
          </a:xfrm>
          <a:prstGeom prst="roundRect">
            <a:avLst/>
          </a:prstGeom>
          <a:solidFill>
            <a:srgbClr val="FF5050"/>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solidFill>
              </a:rPr>
              <a:t>Categorical</a:t>
            </a:r>
          </a:p>
        </p:txBody>
      </p:sp>
      <p:sp>
        <p:nvSpPr>
          <p:cNvPr id="68" name="Rectangle: Rounded Corners 67">
            <a:extLst>
              <a:ext uri="{FF2B5EF4-FFF2-40B4-BE49-F238E27FC236}">
                <a16:creationId xmlns:a16="http://schemas.microsoft.com/office/drawing/2014/main" id="{46F76600-B12B-22DB-16ED-032955D7F48E}"/>
              </a:ext>
            </a:extLst>
          </p:cNvPr>
          <p:cNvSpPr/>
          <p:nvPr/>
        </p:nvSpPr>
        <p:spPr>
          <a:xfrm>
            <a:off x="5114592" y="3022321"/>
            <a:ext cx="1149725"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Numerical</a:t>
            </a:r>
          </a:p>
        </p:txBody>
      </p:sp>
      <p:sp>
        <p:nvSpPr>
          <p:cNvPr id="74" name="Rectangle: Rounded Corners 73">
            <a:extLst>
              <a:ext uri="{FF2B5EF4-FFF2-40B4-BE49-F238E27FC236}">
                <a16:creationId xmlns:a16="http://schemas.microsoft.com/office/drawing/2014/main" id="{77D74067-66CF-682F-3C27-A85355FE6815}"/>
              </a:ext>
            </a:extLst>
          </p:cNvPr>
          <p:cNvSpPr/>
          <p:nvPr/>
        </p:nvSpPr>
        <p:spPr>
          <a:xfrm>
            <a:off x="6642718" y="1621086"/>
            <a:ext cx="1149725" cy="308162"/>
          </a:xfrm>
          <a:prstGeom prst="roundRect">
            <a:avLst/>
          </a:prstGeom>
          <a:solidFill>
            <a:srgbClr val="FF5050">
              <a:alpha val="6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dirty="0">
                <a:solidFill>
                  <a:schemeClr val="bg1"/>
                </a:solidFill>
              </a:rPr>
              <a:t>Ordered</a:t>
            </a:r>
          </a:p>
        </p:txBody>
      </p:sp>
      <p:sp>
        <p:nvSpPr>
          <p:cNvPr id="75" name="Rectangle: Rounded Corners 74">
            <a:extLst>
              <a:ext uri="{FF2B5EF4-FFF2-40B4-BE49-F238E27FC236}">
                <a16:creationId xmlns:a16="http://schemas.microsoft.com/office/drawing/2014/main" id="{D43866A6-C272-DE1C-E874-3088C7503DD1}"/>
              </a:ext>
            </a:extLst>
          </p:cNvPr>
          <p:cNvSpPr/>
          <p:nvPr/>
        </p:nvSpPr>
        <p:spPr>
          <a:xfrm>
            <a:off x="6642718" y="1252001"/>
            <a:ext cx="1149725" cy="30816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Multinomial</a:t>
            </a:r>
          </a:p>
        </p:txBody>
      </p:sp>
      <p:cxnSp>
        <p:nvCxnSpPr>
          <p:cNvPr id="76" name="Connector: Elbow 75">
            <a:extLst>
              <a:ext uri="{FF2B5EF4-FFF2-40B4-BE49-F238E27FC236}">
                <a16:creationId xmlns:a16="http://schemas.microsoft.com/office/drawing/2014/main" id="{57630143-F93A-86AF-91A3-5CCE1CBBA5E8}"/>
              </a:ext>
            </a:extLst>
          </p:cNvPr>
          <p:cNvCxnSpPr>
            <a:cxnSpLocks/>
            <a:stCxn id="67" idx="3"/>
            <a:endCxn id="75" idx="1"/>
          </p:cNvCxnSpPr>
          <p:nvPr/>
        </p:nvCxnSpPr>
        <p:spPr>
          <a:xfrm flipV="1">
            <a:off x="6264318" y="1406082"/>
            <a:ext cx="378400" cy="828112"/>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79" name="Connector: Elbow 78">
            <a:extLst>
              <a:ext uri="{FF2B5EF4-FFF2-40B4-BE49-F238E27FC236}">
                <a16:creationId xmlns:a16="http://schemas.microsoft.com/office/drawing/2014/main" id="{DC9D5E0B-21C5-6393-CC28-729C0CA87D33}"/>
              </a:ext>
            </a:extLst>
          </p:cNvPr>
          <p:cNvCxnSpPr>
            <a:cxnSpLocks/>
            <a:stCxn id="67" idx="3"/>
            <a:endCxn id="74" idx="1"/>
          </p:cNvCxnSpPr>
          <p:nvPr/>
        </p:nvCxnSpPr>
        <p:spPr>
          <a:xfrm flipV="1">
            <a:off x="6264318" y="1775167"/>
            <a:ext cx="378400" cy="459027"/>
          </a:xfrm>
          <a:prstGeom prst="bentConnector3">
            <a:avLst>
              <a:gd name="adj1" fmla="val 50000"/>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87" name="Rectangle: Rounded Corners 86">
            <a:extLst>
              <a:ext uri="{FF2B5EF4-FFF2-40B4-BE49-F238E27FC236}">
                <a16:creationId xmlns:a16="http://schemas.microsoft.com/office/drawing/2014/main" id="{596CDF54-3B46-D5D8-1261-E6B7121B6C13}"/>
              </a:ext>
            </a:extLst>
          </p:cNvPr>
          <p:cNvSpPr/>
          <p:nvPr/>
        </p:nvSpPr>
        <p:spPr>
          <a:xfrm>
            <a:off x="8586274" y="1281450"/>
            <a:ext cx="2416720" cy="247581"/>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274320" tIns="0" rIns="91440" bIns="0" rtlCol="0" anchor="ctr"/>
          <a:lstStyle/>
          <a:p>
            <a:pPr algn="r"/>
            <a:r>
              <a:rPr lang="en-GB" sz="1200" noProof="0">
                <a:solidFill>
                  <a:schemeClr val="bg1">
                    <a:lumMod val="85000"/>
                  </a:schemeClr>
                </a:solidFill>
              </a:rPr>
              <a:t>Multinominal logit regression</a:t>
            </a:r>
          </a:p>
        </p:txBody>
      </p:sp>
      <p:sp>
        <p:nvSpPr>
          <p:cNvPr id="88" name="Rectangle: Rounded Corners 87">
            <a:extLst>
              <a:ext uri="{FF2B5EF4-FFF2-40B4-BE49-F238E27FC236}">
                <a16:creationId xmlns:a16="http://schemas.microsoft.com/office/drawing/2014/main" id="{8476712A-CAFA-500D-AC28-7C883F182C4B}"/>
              </a:ext>
            </a:extLst>
          </p:cNvPr>
          <p:cNvSpPr/>
          <p:nvPr/>
        </p:nvSpPr>
        <p:spPr>
          <a:xfrm>
            <a:off x="8586896" y="1651940"/>
            <a:ext cx="2416720" cy="247581"/>
          </a:xfrm>
          <a:prstGeom prst="roundRect">
            <a:avLst/>
          </a:prstGeom>
          <a:solidFill>
            <a:srgbClr val="FF5050">
              <a:alpha val="6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dirty="0">
                <a:solidFill>
                  <a:schemeClr val="bg1"/>
                </a:solidFill>
              </a:rPr>
              <a:t>Ordered logit regression</a:t>
            </a:r>
          </a:p>
        </p:txBody>
      </p:sp>
      <p:cxnSp>
        <p:nvCxnSpPr>
          <p:cNvPr id="93" name="Straight Arrow Connector 92">
            <a:extLst>
              <a:ext uri="{FF2B5EF4-FFF2-40B4-BE49-F238E27FC236}">
                <a16:creationId xmlns:a16="http://schemas.microsoft.com/office/drawing/2014/main" id="{1F51142F-2094-E510-828F-BA8F861420C8}"/>
              </a:ext>
            </a:extLst>
          </p:cNvPr>
          <p:cNvCxnSpPr>
            <a:cxnSpLocks/>
            <a:stCxn id="74" idx="3"/>
            <a:endCxn id="88" idx="1"/>
          </p:cNvCxnSpPr>
          <p:nvPr/>
        </p:nvCxnSpPr>
        <p:spPr>
          <a:xfrm>
            <a:off x="7792443" y="1775167"/>
            <a:ext cx="794453" cy="564"/>
          </a:xfrm>
          <a:prstGeom prst="straightConnector1">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96" name="Straight Arrow Connector 95">
            <a:extLst>
              <a:ext uri="{FF2B5EF4-FFF2-40B4-BE49-F238E27FC236}">
                <a16:creationId xmlns:a16="http://schemas.microsoft.com/office/drawing/2014/main" id="{5C37BD2D-41A1-F678-8D36-911CA516F5F0}"/>
              </a:ext>
            </a:extLst>
          </p:cNvPr>
          <p:cNvCxnSpPr>
            <a:cxnSpLocks/>
            <a:stCxn id="75" idx="3"/>
            <a:endCxn id="87" idx="1"/>
          </p:cNvCxnSpPr>
          <p:nvPr/>
        </p:nvCxnSpPr>
        <p:spPr>
          <a:xfrm flipV="1">
            <a:off x="7792443" y="1405241"/>
            <a:ext cx="793831" cy="841"/>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02" name="Rectangle: Rounded Corners 101">
            <a:extLst>
              <a:ext uri="{FF2B5EF4-FFF2-40B4-BE49-F238E27FC236}">
                <a16:creationId xmlns:a16="http://schemas.microsoft.com/office/drawing/2014/main" id="{4F92EA10-D28B-4A9B-5417-3FCB9893550D}"/>
              </a:ext>
            </a:extLst>
          </p:cNvPr>
          <p:cNvSpPr/>
          <p:nvPr/>
        </p:nvSpPr>
        <p:spPr>
          <a:xfrm>
            <a:off x="8566384" y="3035768"/>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Cox proportional hazards model</a:t>
            </a:r>
          </a:p>
        </p:txBody>
      </p:sp>
      <p:sp>
        <p:nvSpPr>
          <p:cNvPr id="103" name="Rectangle: Rounded Corners 102">
            <a:extLst>
              <a:ext uri="{FF2B5EF4-FFF2-40B4-BE49-F238E27FC236}">
                <a16:creationId xmlns:a16="http://schemas.microsoft.com/office/drawing/2014/main" id="{60D5A7BD-DA0D-D3A1-0DED-6EAA185CAF65}"/>
              </a:ext>
            </a:extLst>
          </p:cNvPr>
          <p:cNvSpPr/>
          <p:nvPr/>
        </p:nvSpPr>
        <p:spPr>
          <a:xfrm>
            <a:off x="8586274" y="3374118"/>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Linear regression</a:t>
            </a:r>
          </a:p>
        </p:txBody>
      </p:sp>
      <p:sp>
        <p:nvSpPr>
          <p:cNvPr id="113" name="Rectangle: Rounded Corners 112">
            <a:extLst>
              <a:ext uri="{FF2B5EF4-FFF2-40B4-BE49-F238E27FC236}">
                <a16:creationId xmlns:a16="http://schemas.microsoft.com/office/drawing/2014/main" id="{41E1BDF8-14C7-6213-FE24-F50505452CA3}"/>
              </a:ext>
            </a:extLst>
          </p:cNvPr>
          <p:cNvSpPr/>
          <p:nvPr/>
        </p:nvSpPr>
        <p:spPr>
          <a:xfrm>
            <a:off x="8586274" y="3715827"/>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Poisson regression</a:t>
            </a:r>
          </a:p>
        </p:txBody>
      </p:sp>
      <p:cxnSp>
        <p:nvCxnSpPr>
          <p:cNvPr id="114" name="Straight Arrow Connector 113">
            <a:extLst>
              <a:ext uri="{FF2B5EF4-FFF2-40B4-BE49-F238E27FC236}">
                <a16:creationId xmlns:a16="http://schemas.microsoft.com/office/drawing/2014/main" id="{93FFDF26-58CD-4F0C-1CBE-55DCA6FAF8BE}"/>
              </a:ext>
            </a:extLst>
          </p:cNvPr>
          <p:cNvCxnSpPr>
            <a:cxnSpLocks/>
            <a:stCxn id="109" idx="3"/>
            <a:endCxn id="113" idx="1"/>
          </p:cNvCxnSpPr>
          <p:nvPr/>
        </p:nvCxnSpPr>
        <p:spPr>
          <a:xfrm flipV="1">
            <a:off x="7811269" y="3855971"/>
            <a:ext cx="775005" cy="98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19" name="Rectangle: Rounded Corners 118">
            <a:extLst>
              <a:ext uri="{FF2B5EF4-FFF2-40B4-BE49-F238E27FC236}">
                <a16:creationId xmlns:a16="http://schemas.microsoft.com/office/drawing/2014/main" id="{9812DEA7-60A5-2504-2065-6A648CA9F6A6}"/>
              </a:ext>
            </a:extLst>
          </p:cNvPr>
          <p:cNvSpPr/>
          <p:nvPr/>
        </p:nvSpPr>
        <p:spPr>
          <a:xfrm>
            <a:off x="8586274" y="4086397"/>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Negative binomial regression</a:t>
            </a:r>
          </a:p>
        </p:txBody>
      </p:sp>
      <p:cxnSp>
        <p:nvCxnSpPr>
          <p:cNvPr id="120" name="Connector: Elbow 119">
            <a:extLst>
              <a:ext uri="{FF2B5EF4-FFF2-40B4-BE49-F238E27FC236}">
                <a16:creationId xmlns:a16="http://schemas.microsoft.com/office/drawing/2014/main" id="{52A737D1-271A-AAA5-3601-E40B50FEA607}"/>
              </a:ext>
            </a:extLst>
          </p:cNvPr>
          <p:cNvCxnSpPr>
            <a:cxnSpLocks/>
            <a:stCxn id="109" idx="3"/>
            <a:endCxn id="119" idx="1"/>
          </p:cNvCxnSpPr>
          <p:nvPr/>
        </p:nvCxnSpPr>
        <p:spPr>
          <a:xfrm>
            <a:off x="7811269" y="3856951"/>
            <a:ext cx="775005" cy="369590"/>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29" name="Rectangle: Rounded Corners 128">
            <a:extLst>
              <a:ext uri="{FF2B5EF4-FFF2-40B4-BE49-F238E27FC236}">
                <a16:creationId xmlns:a16="http://schemas.microsoft.com/office/drawing/2014/main" id="{FE5D4270-B95E-C71E-32BE-B023693A7040}"/>
              </a:ext>
            </a:extLst>
          </p:cNvPr>
          <p:cNvSpPr/>
          <p:nvPr/>
        </p:nvSpPr>
        <p:spPr>
          <a:xfrm>
            <a:off x="8586274" y="4436115"/>
            <a:ext cx="2416720" cy="280288"/>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Beta regression</a:t>
            </a:r>
          </a:p>
        </p:txBody>
      </p:sp>
      <p:cxnSp>
        <p:nvCxnSpPr>
          <p:cNvPr id="131" name="Straight Arrow Connector 130">
            <a:extLst>
              <a:ext uri="{FF2B5EF4-FFF2-40B4-BE49-F238E27FC236}">
                <a16:creationId xmlns:a16="http://schemas.microsoft.com/office/drawing/2014/main" id="{DB66136D-AF01-6CEA-7B12-45FF2681EAB1}"/>
              </a:ext>
            </a:extLst>
          </p:cNvPr>
          <p:cNvCxnSpPr>
            <a:cxnSpLocks/>
            <a:stCxn id="124" idx="3"/>
            <a:endCxn id="129" idx="1"/>
          </p:cNvCxnSpPr>
          <p:nvPr/>
        </p:nvCxnSpPr>
        <p:spPr>
          <a:xfrm>
            <a:off x="7792443" y="4576259"/>
            <a:ext cx="793831" cy="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36" name="Oval 135">
            <a:extLst>
              <a:ext uri="{FF2B5EF4-FFF2-40B4-BE49-F238E27FC236}">
                <a16:creationId xmlns:a16="http://schemas.microsoft.com/office/drawing/2014/main" id="{57624A19-D034-1797-CDF5-A620B318C6D8}"/>
              </a:ext>
            </a:extLst>
          </p:cNvPr>
          <p:cNvSpPr/>
          <p:nvPr/>
        </p:nvSpPr>
        <p:spPr>
          <a:xfrm>
            <a:off x="1936839" y="3621826"/>
            <a:ext cx="661546" cy="661546"/>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100" b="1" noProof="0">
                <a:solidFill>
                  <a:sysClr val="windowText" lastClr="000000"/>
                </a:solidFill>
              </a:rPr>
              <a:t>Data </a:t>
            </a:r>
            <a:br>
              <a:rPr lang="en-GB" sz="1100" b="1" noProof="0">
                <a:solidFill>
                  <a:sysClr val="windowText" lastClr="000000"/>
                </a:solidFill>
              </a:rPr>
            </a:br>
            <a:r>
              <a:rPr lang="en-GB" sz="1100" b="1" noProof="0">
                <a:solidFill>
                  <a:sysClr val="windowText" lastClr="000000"/>
                </a:solidFill>
              </a:rPr>
              <a:t>structure</a:t>
            </a:r>
          </a:p>
        </p:txBody>
      </p:sp>
      <p:sp>
        <p:nvSpPr>
          <p:cNvPr id="147" name="Rectangle: Rounded Corners 146">
            <a:extLst>
              <a:ext uri="{FF2B5EF4-FFF2-40B4-BE49-F238E27FC236}">
                <a16:creationId xmlns:a16="http://schemas.microsoft.com/office/drawing/2014/main" id="{088420CF-6627-2901-1BB7-4EE484C0C209}"/>
              </a:ext>
            </a:extLst>
          </p:cNvPr>
          <p:cNvSpPr/>
          <p:nvPr/>
        </p:nvSpPr>
        <p:spPr>
          <a:xfrm>
            <a:off x="2496806" y="4689033"/>
            <a:ext cx="1146828" cy="255442"/>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Cross section</a:t>
            </a:r>
          </a:p>
        </p:txBody>
      </p:sp>
      <p:sp>
        <p:nvSpPr>
          <p:cNvPr id="151" name="Rectangle: Rounded Corners 150">
            <a:extLst>
              <a:ext uri="{FF2B5EF4-FFF2-40B4-BE49-F238E27FC236}">
                <a16:creationId xmlns:a16="http://schemas.microsoft.com/office/drawing/2014/main" id="{443A1477-C6A8-7269-9D4D-13F25319B06A}"/>
              </a:ext>
            </a:extLst>
          </p:cNvPr>
          <p:cNvSpPr/>
          <p:nvPr/>
        </p:nvSpPr>
        <p:spPr>
          <a:xfrm>
            <a:off x="2496806" y="5013436"/>
            <a:ext cx="1146828" cy="255442"/>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Time series</a:t>
            </a:r>
          </a:p>
        </p:txBody>
      </p:sp>
      <p:sp>
        <p:nvSpPr>
          <p:cNvPr id="152" name="Rectangle: Rounded Corners 151">
            <a:extLst>
              <a:ext uri="{FF2B5EF4-FFF2-40B4-BE49-F238E27FC236}">
                <a16:creationId xmlns:a16="http://schemas.microsoft.com/office/drawing/2014/main" id="{ECA8F0C4-E7F6-FBA8-069A-5BAD93A02A96}"/>
              </a:ext>
            </a:extLst>
          </p:cNvPr>
          <p:cNvSpPr/>
          <p:nvPr/>
        </p:nvSpPr>
        <p:spPr>
          <a:xfrm>
            <a:off x="2496806" y="5337839"/>
            <a:ext cx="1146828" cy="255442"/>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Panel</a:t>
            </a:r>
          </a:p>
        </p:txBody>
      </p:sp>
      <p:sp>
        <p:nvSpPr>
          <p:cNvPr id="153" name="Rectangle: Rounded Corners 152">
            <a:extLst>
              <a:ext uri="{FF2B5EF4-FFF2-40B4-BE49-F238E27FC236}">
                <a16:creationId xmlns:a16="http://schemas.microsoft.com/office/drawing/2014/main" id="{8EBE57CA-6B3E-CB78-1824-D360971F1556}"/>
              </a:ext>
            </a:extLst>
          </p:cNvPr>
          <p:cNvSpPr/>
          <p:nvPr/>
        </p:nvSpPr>
        <p:spPr>
          <a:xfrm>
            <a:off x="2496806" y="5662242"/>
            <a:ext cx="1146828" cy="400616"/>
          </a:xfrm>
          <a:prstGeom prst="roundRect">
            <a:avLst/>
          </a:prstGeom>
          <a:solidFill>
            <a:schemeClr val="bg1">
              <a:lumMod val="85000"/>
              <a:alpha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91440" bIns="0" rtlCol="0" anchor="ctr"/>
          <a:lstStyle/>
          <a:p>
            <a:pPr algn="r"/>
            <a:r>
              <a:rPr lang="en-GB" sz="1200" noProof="0">
                <a:solidFill>
                  <a:schemeClr val="bg1">
                    <a:lumMod val="85000"/>
                  </a:schemeClr>
                </a:solidFill>
              </a:rPr>
              <a:t>Repeated </a:t>
            </a:r>
            <a:br>
              <a:rPr lang="en-GB" sz="1200" noProof="0">
                <a:solidFill>
                  <a:schemeClr val="bg1">
                    <a:lumMod val="85000"/>
                  </a:schemeClr>
                </a:solidFill>
              </a:rPr>
            </a:br>
            <a:r>
              <a:rPr lang="en-GB" sz="1200" noProof="0">
                <a:solidFill>
                  <a:schemeClr val="bg1">
                    <a:lumMod val="85000"/>
                  </a:schemeClr>
                </a:solidFill>
              </a:rPr>
              <a:t>cross section</a:t>
            </a:r>
          </a:p>
        </p:txBody>
      </p:sp>
      <p:cxnSp>
        <p:nvCxnSpPr>
          <p:cNvPr id="157" name="Connector: Elbow 156">
            <a:extLst>
              <a:ext uri="{FF2B5EF4-FFF2-40B4-BE49-F238E27FC236}">
                <a16:creationId xmlns:a16="http://schemas.microsoft.com/office/drawing/2014/main" id="{A039FA5E-8710-7ABE-9C9A-C81F620A9C01}"/>
              </a:ext>
            </a:extLst>
          </p:cNvPr>
          <p:cNvCxnSpPr>
            <a:cxnSpLocks/>
            <a:stCxn id="136" idx="4"/>
            <a:endCxn id="147" idx="1"/>
          </p:cNvCxnSpPr>
          <p:nvPr/>
        </p:nvCxnSpPr>
        <p:spPr>
          <a:xfrm rot="16200000" flipH="1">
            <a:off x="2115518" y="4435466"/>
            <a:ext cx="533382"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60" name="Connector: Elbow 159">
            <a:extLst>
              <a:ext uri="{FF2B5EF4-FFF2-40B4-BE49-F238E27FC236}">
                <a16:creationId xmlns:a16="http://schemas.microsoft.com/office/drawing/2014/main" id="{4AAD7992-59F2-7760-727D-847717FCEF22}"/>
              </a:ext>
            </a:extLst>
          </p:cNvPr>
          <p:cNvCxnSpPr>
            <a:cxnSpLocks/>
            <a:stCxn id="136" idx="4"/>
            <a:endCxn id="151" idx="1"/>
          </p:cNvCxnSpPr>
          <p:nvPr/>
        </p:nvCxnSpPr>
        <p:spPr>
          <a:xfrm rot="16200000" flipH="1">
            <a:off x="1953317" y="4597667"/>
            <a:ext cx="857785"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63" name="Connector: Elbow 162">
            <a:extLst>
              <a:ext uri="{FF2B5EF4-FFF2-40B4-BE49-F238E27FC236}">
                <a16:creationId xmlns:a16="http://schemas.microsoft.com/office/drawing/2014/main" id="{CC1B739C-0D58-D8DD-CC76-9409E1F800DF}"/>
              </a:ext>
            </a:extLst>
          </p:cNvPr>
          <p:cNvCxnSpPr>
            <a:cxnSpLocks/>
            <a:stCxn id="136" idx="4"/>
            <a:endCxn id="152" idx="1"/>
          </p:cNvCxnSpPr>
          <p:nvPr/>
        </p:nvCxnSpPr>
        <p:spPr>
          <a:xfrm rot="16200000" flipH="1">
            <a:off x="1791115" y="4759869"/>
            <a:ext cx="1182188"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66" name="Connector: Elbow 165">
            <a:extLst>
              <a:ext uri="{FF2B5EF4-FFF2-40B4-BE49-F238E27FC236}">
                <a16:creationId xmlns:a16="http://schemas.microsoft.com/office/drawing/2014/main" id="{47417B10-3FB3-EF41-EFB3-83DCDDF41DBD}"/>
              </a:ext>
            </a:extLst>
          </p:cNvPr>
          <p:cNvCxnSpPr>
            <a:cxnSpLocks/>
            <a:stCxn id="136" idx="4"/>
            <a:endCxn id="153" idx="1"/>
          </p:cNvCxnSpPr>
          <p:nvPr/>
        </p:nvCxnSpPr>
        <p:spPr>
          <a:xfrm rot="16200000" flipH="1">
            <a:off x="1592620" y="4958364"/>
            <a:ext cx="1579178" cy="229194"/>
          </a:xfrm>
          <a:prstGeom prst="bentConnector2">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73" name="Straight Arrow Connector 172">
            <a:extLst>
              <a:ext uri="{FF2B5EF4-FFF2-40B4-BE49-F238E27FC236}">
                <a16:creationId xmlns:a16="http://schemas.microsoft.com/office/drawing/2014/main" id="{565CDA8E-5388-B60B-8D9C-FDBABA6074C2}"/>
              </a:ext>
            </a:extLst>
          </p:cNvPr>
          <p:cNvCxnSpPr>
            <a:cxnSpLocks/>
            <a:stCxn id="134" idx="3"/>
            <a:endCxn id="102" idx="1"/>
          </p:cNvCxnSpPr>
          <p:nvPr/>
        </p:nvCxnSpPr>
        <p:spPr>
          <a:xfrm flipV="1">
            <a:off x="7800366" y="3175912"/>
            <a:ext cx="766018" cy="49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81" name="Rectangle: Rounded Corners 180">
            <a:extLst>
              <a:ext uri="{FF2B5EF4-FFF2-40B4-BE49-F238E27FC236}">
                <a16:creationId xmlns:a16="http://schemas.microsoft.com/office/drawing/2014/main" id="{45B84EEC-096F-0BC9-F64F-9C2A826E0BFC}"/>
              </a:ext>
            </a:extLst>
          </p:cNvPr>
          <p:cNvSpPr/>
          <p:nvPr/>
        </p:nvSpPr>
        <p:spPr>
          <a:xfrm>
            <a:off x="8566384" y="2364238"/>
            <a:ext cx="2416720" cy="272089"/>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dirty="0">
                <a:solidFill>
                  <a:schemeClr val="bg1">
                    <a:lumMod val="85000"/>
                  </a:schemeClr>
                </a:solidFill>
              </a:rPr>
              <a:t>Linear probability</a:t>
            </a:r>
          </a:p>
        </p:txBody>
      </p:sp>
      <p:sp>
        <p:nvSpPr>
          <p:cNvPr id="192" name="TextBox 191">
            <a:extLst>
              <a:ext uri="{FF2B5EF4-FFF2-40B4-BE49-F238E27FC236}">
                <a16:creationId xmlns:a16="http://schemas.microsoft.com/office/drawing/2014/main" id="{0FD07EC0-10D0-25E2-EF99-0FB7F8185035}"/>
              </a:ext>
            </a:extLst>
          </p:cNvPr>
          <p:cNvSpPr txBox="1"/>
          <p:nvPr/>
        </p:nvSpPr>
        <p:spPr>
          <a:xfrm>
            <a:off x="891591" y="1641622"/>
            <a:ext cx="3334408" cy="565283"/>
          </a:xfrm>
          <a:prstGeom prst="rect">
            <a:avLst/>
          </a:prstGeom>
          <a:noFill/>
        </p:spPr>
        <p:txBody>
          <a:bodyPr wrap="square">
            <a:spAutoFit/>
          </a:bodyPr>
          <a:lstStyle>
            <a:defPPr>
              <a:defRPr lang="en-US"/>
            </a:defPPr>
            <a:lvl1pPr lvl="0" indent="0">
              <a:lnSpc>
                <a:spcPct val="115000"/>
              </a:lnSpc>
              <a:spcBef>
                <a:spcPts val="0"/>
              </a:spcBef>
              <a:spcAft>
                <a:spcPts val="1200"/>
              </a:spcAft>
              <a:buNone/>
              <a:defRPr sz="1400" b="1">
                <a:solidFill>
                  <a:srgbClr val="FF0000"/>
                </a:solidFill>
              </a:defRPr>
            </a:lvl1pPr>
          </a:lstStyle>
          <a:p>
            <a:pPr>
              <a:lnSpc>
                <a:spcPts val="1200"/>
              </a:lnSpc>
            </a:pPr>
            <a:r>
              <a:rPr lang="en-GB" noProof="0">
                <a:solidFill>
                  <a:schemeClr val="tx1"/>
                </a:solidFill>
                <a:highlight>
                  <a:srgbClr val="FFC000"/>
                </a:highlight>
              </a:rPr>
              <a:t>In some cases, this framework is unsuitable, requiring the use of alternative methods</a:t>
            </a:r>
            <a:endParaRPr lang="en-GB" b="0" noProof="0">
              <a:solidFill>
                <a:schemeClr val="tx1"/>
              </a:solidFill>
            </a:endParaRPr>
          </a:p>
        </p:txBody>
      </p:sp>
      <p:grpSp>
        <p:nvGrpSpPr>
          <p:cNvPr id="3" name="Group 2">
            <a:extLst>
              <a:ext uri="{FF2B5EF4-FFF2-40B4-BE49-F238E27FC236}">
                <a16:creationId xmlns:a16="http://schemas.microsoft.com/office/drawing/2014/main" id="{E1321849-F578-C9D3-06A8-748A22BE52F3}"/>
              </a:ext>
            </a:extLst>
          </p:cNvPr>
          <p:cNvGrpSpPr/>
          <p:nvPr/>
        </p:nvGrpSpPr>
        <p:grpSpPr>
          <a:xfrm>
            <a:off x="6264317" y="3022321"/>
            <a:ext cx="1546952" cy="1708019"/>
            <a:chOff x="6264317" y="3022321"/>
            <a:chExt cx="1546952" cy="1708019"/>
          </a:xfrm>
        </p:grpSpPr>
        <p:cxnSp>
          <p:nvCxnSpPr>
            <p:cNvPr id="48" name="Straight Arrow Connector 47">
              <a:extLst>
                <a:ext uri="{FF2B5EF4-FFF2-40B4-BE49-F238E27FC236}">
                  <a16:creationId xmlns:a16="http://schemas.microsoft.com/office/drawing/2014/main" id="{2A8BB814-EEE7-D702-BC46-1D2105162D56}"/>
                </a:ext>
              </a:extLst>
            </p:cNvPr>
            <p:cNvCxnSpPr>
              <a:cxnSpLocks/>
              <a:endCxn id="134" idx="1"/>
            </p:cNvCxnSpPr>
            <p:nvPr/>
          </p:nvCxnSpPr>
          <p:spPr>
            <a:xfrm>
              <a:off x="6264317" y="3176402"/>
              <a:ext cx="386324" cy="0"/>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06" name="Connector: Elbow 105">
              <a:extLst>
                <a:ext uri="{FF2B5EF4-FFF2-40B4-BE49-F238E27FC236}">
                  <a16:creationId xmlns:a16="http://schemas.microsoft.com/office/drawing/2014/main" id="{65E2A78E-D246-A9BA-4EDC-764E76AB38F0}"/>
                </a:ext>
              </a:extLst>
            </p:cNvPr>
            <p:cNvCxnSpPr>
              <a:cxnSpLocks/>
              <a:stCxn id="68" idx="3"/>
              <a:endCxn id="193" idx="1"/>
            </p:cNvCxnSpPr>
            <p:nvPr/>
          </p:nvCxnSpPr>
          <p:spPr>
            <a:xfrm>
              <a:off x="6264317" y="3176402"/>
              <a:ext cx="386323" cy="337476"/>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09" name="Rectangle: Rounded Corners 108">
              <a:extLst>
                <a:ext uri="{FF2B5EF4-FFF2-40B4-BE49-F238E27FC236}">
                  <a16:creationId xmlns:a16="http://schemas.microsoft.com/office/drawing/2014/main" id="{4FE6D57F-44BA-50DE-CAF7-1F793FB0AB71}"/>
                </a:ext>
              </a:extLst>
            </p:cNvPr>
            <p:cNvSpPr/>
            <p:nvPr/>
          </p:nvSpPr>
          <p:spPr>
            <a:xfrm>
              <a:off x="6661544" y="3702870"/>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Count</a:t>
              </a:r>
            </a:p>
          </p:txBody>
        </p:sp>
        <p:cxnSp>
          <p:nvCxnSpPr>
            <p:cNvPr id="110" name="Connector: Elbow 109">
              <a:extLst>
                <a:ext uri="{FF2B5EF4-FFF2-40B4-BE49-F238E27FC236}">
                  <a16:creationId xmlns:a16="http://schemas.microsoft.com/office/drawing/2014/main" id="{9456B5AE-8406-2A93-60BE-06CB0615B3DA}"/>
                </a:ext>
              </a:extLst>
            </p:cNvPr>
            <p:cNvCxnSpPr>
              <a:cxnSpLocks/>
              <a:stCxn id="68" idx="3"/>
              <a:endCxn id="109" idx="1"/>
            </p:cNvCxnSpPr>
            <p:nvPr/>
          </p:nvCxnSpPr>
          <p:spPr>
            <a:xfrm>
              <a:off x="6264317" y="3176402"/>
              <a:ext cx="397227" cy="680549"/>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24" name="Rectangle: Rounded Corners 123">
              <a:extLst>
                <a:ext uri="{FF2B5EF4-FFF2-40B4-BE49-F238E27FC236}">
                  <a16:creationId xmlns:a16="http://schemas.microsoft.com/office/drawing/2014/main" id="{A4D434B8-318C-0ED2-F211-5EA0DF528895}"/>
                </a:ext>
              </a:extLst>
            </p:cNvPr>
            <p:cNvSpPr/>
            <p:nvPr/>
          </p:nvSpPr>
          <p:spPr>
            <a:xfrm>
              <a:off x="6642718" y="4422178"/>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Proportion</a:t>
              </a:r>
            </a:p>
          </p:txBody>
        </p:sp>
        <p:cxnSp>
          <p:nvCxnSpPr>
            <p:cNvPr id="125" name="Connector: Elbow 124">
              <a:extLst>
                <a:ext uri="{FF2B5EF4-FFF2-40B4-BE49-F238E27FC236}">
                  <a16:creationId xmlns:a16="http://schemas.microsoft.com/office/drawing/2014/main" id="{514F18BD-06FA-BA6D-F2C1-5824988048C9}"/>
                </a:ext>
              </a:extLst>
            </p:cNvPr>
            <p:cNvCxnSpPr>
              <a:cxnSpLocks/>
              <a:stCxn id="68" idx="3"/>
              <a:endCxn id="124" idx="1"/>
            </p:cNvCxnSpPr>
            <p:nvPr/>
          </p:nvCxnSpPr>
          <p:spPr>
            <a:xfrm>
              <a:off x="6264317" y="3176402"/>
              <a:ext cx="378401" cy="1399857"/>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34" name="Rectangle: Rounded Corners 133">
              <a:extLst>
                <a:ext uri="{FF2B5EF4-FFF2-40B4-BE49-F238E27FC236}">
                  <a16:creationId xmlns:a16="http://schemas.microsoft.com/office/drawing/2014/main" id="{C0770374-6FE4-015C-8398-83C0A34760EE}"/>
                </a:ext>
              </a:extLst>
            </p:cNvPr>
            <p:cNvSpPr/>
            <p:nvPr/>
          </p:nvSpPr>
          <p:spPr>
            <a:xfrm>
              <a:off x="6650641" y="3022321"/>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Time to event</a:t>
              </a:r>
            </a:p>
          </p:txBody>
        </p:sp>
        <p:sp>
          <p:nvSpPr>
            <p:cNvPr id="193" name="Rectangle: Rounded Corners 192">
              <a:extLst>
                <a:ext uri="{FF2B5EF4-FFF2-40B4-BE49-F238E27FC236}">
                  <a16:creationId xmlns:a16="http://schemas.microsoft.com/office/drawing/2014/main" id="{E3C09AE7-5B94-BB8C-7EBF-B490A589DC58}"/>
                </a:ext>
              </a:extLst>
            </p:cNvPr>
            <p:cNvSpPr/>
            <p:nvPr/>
          </p:nvSpPr>
          <p:spPr>
            <a:xfrm>
              <a:off x="6650640" y="3359797"/>
              <a:ext cx="1149725" cy="308162"/>
            </a:xfrm>
            <a:prstGeom prst="roundRect">
              <a:avLst/>
            </a:prstGeom>
            <a:solidFill>
              <a:schemeClr val="bg1">
                <a:lumMod val="95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1200" b="1" noProof="0">
                  <a:solidFill>
                    <a:schemeClr val="bg1">
                      <a:lumMod val="85000"/>
                    </a:schemeClr>
                  </a:solidFill>
                </a:rPr>
                <a:t>Continuous</a:t>
              </a:r>
            </a:p>
          </p:txBody>
        </p:sp>
      </p:grpSp>
      <p:cxnSp>
        <p:nvCxnSpPr>
          <p:cNvPr id="195" name="Connector: Elbow 194">
            <a:extLst>
              <a:ext uri="{FF2B5EF4-FFF2-40B4-BE49-F238E27FC236}">
                <a16:creationId xmlns:a16="http://schemas.microsoft.com/office/drawing/2014/main" id="{D8E5F9C5-FA8C-5849-E51B-7A850EBEBB4C}"/>
              </a:ext>
            </a:extLst>
          </p:cNvPr>
          <p:cNvCxnSpPr>
            <a:cxnSpLocks/>
            <a:stCxn id="193" idx="3"/>
            <a:endCxn id="103" idx="1"/>
          </p:cNvCxnSpPr>
          <p:nvPr/>
        </p:nvCxnSpPr>
        <p:spPr>
          <a:xfrm>
            <a:off x="7800365" y="3513878"/>
            <a:ext cx="785909" cy="384"/>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6" name="Connector: Elbow 5">
            <a:extLst>
              <a:ext uri="{FF2B5EF4-FFF2-40B4-BE49-F238E27FC236}">
                <a16:creationId xmlns:a16="http://schemas.microsoft.com/office/drawing/2014/main" id="{584866CE-BAC5-3F3E-AD71-0DE22E8D99F0}"/>
              </a:ext>
            </a:extLst>
          </p:cNvPr>
          <p:cNvCxnSpPr>
            <a:cxnSpLocks/>
            <a:stCxn id="136" idx="6"/>
            <a:endCxn id="57" idx="1"/>
          </p:cNvCxnSpPr>
          <p:nvPr/>
        </p:nvCxnSpPr>
        <p:spPr>
          <a:xfrm flipV="1">
            <a:off x="2598385" y="3479080"/>
            <a:ext cx="1045249" cy="473519"/>
          </a:xfrm>
          <a:prstGeom prst="bentConnector3">
            <a:avLst>
              <a:gd name="adj1" fmla="val 50000"/>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8" name="Connector: Elbow 17">
            <a:extLst>
              <a:ext uri="{FF2B5EF4-FFF2-40B4-BE49-F238E27FC236}">
                <a16:creationId xmlns:a16="http://schemas.microsoft.com/office/drawing/2014/main" id="{0FC4B00E-E72A-569B-BB43-8652515C0E14}"/>
              </a:ext>
            </a:extLst>
          </p:cNvPr>
          <p:cNvCxnSpPr>
            <a:cxnSpLocks/>
            <a:stCxn id="57" idx="3"/>
          </p:cNvCxnSpPr>
          <p:nvPr/>
        </p:nvCxnSpPr>
        <p:spPr>
          <a:xfrm flipV="1">
            <a:off x="4790462" y="2223647"/>
            <a:ext cx="314046" cy="1255433"/>
          </a:xfrm>
          <a:prstGeom prst="bentConnector3">
            <a:avLst>
              <a:gd name="adj1" fmla="val 50000"/>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42" name="Straight Arrow Connector 41">
            <a:extLst>
              <a:ext uri="{FF2B5EF4-FFF2-40B4-BE49-F238E27FC236}">
                <a16:creationId xmlns:a16="http://schemas.microsoft.com/office/drawing/2014/main" id="{1FAD13A5-91A7-6DB3-8DA7-09D55143B2C9}"/>
              </a:ext>
            </a:extLst>
          </p:cNvPr>
          <p:cNvCxnSpPr>
            <a:cxnSpLocks/>
            <a:stCxn id="32" idx="3"/>
            <a:endCxn id="41" idx="1"/>
          </p:cNvCxnSpPr>
          <p:nvPr/>
        </p:nvCxnSpPr>
        <p:spPr>
          <a:xfrm flipV="1">
            <a:off x="7811269" y="2143873"/>
            <a:ext cx="755115" cy="1461"/>
          </a:xfrm>
          <a:prstGeom prst="straightConnector1">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38" name="Straight Arrow Connector 137">
            <a:extLst>
              <a:ext uri="{FF2B5EF4-FFF2-40B4-BE49-F238E27FC236}">
                <a16:creationId xmlns:a16="http://schemas.microsoft.com/office/drawing/2014/main" id="{DC2B68EA-DA98-3867-3AB6-0F9EF1AEAA34}"/>
              </a:ext>
            </a:extLst>
          </p:cNvPr>
          <p:cNvCxnSpPr>
            <a:cxnSpLocks/>
            <a:stCxn id="56" idx="6"/>
            <a:endCxn id="136" idx="2"/>
          </p:cNvCxnSpPr>
          <p:nvPr/>
        </p:nvCxnSpPr>
        <p:spPr>
          <a:xfrm>
            <a:off x="1553136" y="3952599"/>
            <a:ext cx="383703" cy="0"/>
          </a:xfrm>
          <a:prstGeom prst="straightConnector1">
            <a:avLst/>
          </a:prstGeom>
          <a:ln w="19050" cap="flat" cmpd="sng" algn="ctr">
            <a:solidFill>
              <a:srgbClr val="FF00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88" name="Connector: Elbow 187">
            <a:extLst>
              <a:ext uri="{FF2B5EF4-FFF2-40B4-BE49-F238E27FC236}">
                <a16:creationId xmlns:a16="http://schemas.microsoft.com/office/drawing/2014/main" id="{79D90508-0228-654F-8EBF-07E3557AEE46}"/>
              </a:ext>
            </a:extLst>
          </p:cNvPr>
          <p:cNvCxnSpPr>
            <a:cxnSpLocks/>
            <a:stCxn id="32" idx="3"/>
            <a:endCxn id="181" idx="1"/>
          </p:cNvCxnSpPr>
          <p:nvPr/>
        </p:nvCxnSpPr>
        <p:spPr>
          <a:xfrm>
            <a:off x="7811269" y="2145334"/>
            <a:ext cx="755115" cy="354949"/>
          </a:xfrm>
          <a:prstGeom prst="bentConnector3">
            <a:avLst>
              <a:gd name="adj1" fmla="val 50000"/>
            </a:avLst>
          </a:prstGeom>
          <a:ln w="19050" cap="flat" cmpd="sng" algn="ctr">
            <a:solidFill>
              <a:schemeClr val="bg1">
                <a:lumMod val="85000"/>
              </a:schemeClr>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Tree>
    <p:extLst>
      <p:ext uri="{BB962C8B-B14F-4D97-AF65-F5344CB8AC3E}">
        <p14:creationId xmlns:p14="http://schemas.microsoft.com/office/powerpoint/2010/main" val="248152653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7"/>
                                        </p:tgtEl>
                                        <p:attrNameLst>
                                          <p:attrName>style.visibility</p:attrName>
                                        </p:attrNameLst>
                                      </p:cBhvr>
                                      <p:to>
                                        <p:strVal val="visible"/>
                                      </p:to>
                                    </p:set>
                                    <p:animEffect transition="in" filter="fade">
                                      <p:cBhvr>
                                        <p:cTn id="10" dur="500"/>
                                        <p:tgtEl>
                                          <p:spTgt spid="57"/>
                                        </p:tgtEl>
                                      </p:cBhvr>
                                    </p:animEffect>
                                  </p:childTnLst>
                                </p:cTn>
                              </p:par>
                              <p:par>
                                <p:cTn id="11" presetID="10" presetClass="entr" presetSubtype="0"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67"/>
                                        </p:tgtEl>
                                        <p:attrNameLst>
                                          <p:attrName>style.visibility</p:attrName>
                                        </p:attrNameLst>
                                      </p:cBhvr>
                                      <p:to>
                                        <p:strVal val="visible"/>
                                      </p:to>
                                    </p:set>
                                    <p:animEffect transition="in" filter="fade">
                                      <p:cBhvr>
                                        <p:cTn id="16" dur="500"/>
                                        <p:tgtEl>
                                          <p:spTgt spid="67"/>
                                        </p:tgtEl>
                                      </p:cBhvr>
                                    </p:animEffect>
                                  </p:childTnLst>
                                </p:cTn>
                              </p:par>
                              <p:par>
                                <p:cTn id="17" presetID="10" presetClass="entr" presetSubtype="0" fill="hold" nodeType="withEffect">
                                  <p:stCondLst>
                                    <p:cond delay="0"/>
                                  </p:stCondLst>
                                  <p:childTnLst>
                                    <p:set>
                                      <p:cBhvr>
                                        <p:cTn id="18" dur="1" fill="hold">
                                          <p:stCondLst>
                                            <p:cond delay="0"/>
                                          </p:stCondLst>
                                        </p:cTn>
                                        <p:tgtEl>
                                          <p:spTgt spid="184"/>
                                        </p:tgtEl>
                                        <p:attrNameLst>
                                          <p:attrName>style.visibility</p:attrName>
                                        </p:attrNameLst>
                                      </p:cBhvr>
                                      <p:to>
                                        <p:strVal val="visible"/>
                                      </p:to>
                                    </p:set>
                                    <p:animEffect transition="in" filter="fade">
                                      <p:cBhvr>
                                        <p:cTn id="19" dur="500"/>
                                        <p:tgtEl>
                                          <p:spTgt spid="18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fade">
                                      <p:cBhvr>
                                        <p:cTn id="22" dur="500"/>
                                        <p:tgtEl>
                                          <p:spTgt spid="32"/>
                                        </p:tgtEl>
                                      </p:cBhvr>
                                    </p:animEffect>
                                  </p:childTnLst>
                                </p:cTn>
                              </p:par>
                              <p:par>
                                <p:cTn id="23" presetID="10" presetClass="entr" presetSubtype="0" fill="hold" nodeType="withEffect">
                                  <p:stCondLst>
                                    <p:cond delay="0"/>
                                  </p:stCondLst>
                                  <p:childTnLst>
                                    <p:set>
                                      <p:cBhvr>
                                        <p:cTn id="24" dur="1" fill="hold">
                                          <p:stCondLst>
                                            <p:cond delay="0"/>
                                          </p:stCondLst>
                                        </p:cTn>
                                        <p:tgtEl>
                                          <p:spTgt spid="188"/>
                                        </p:tgtEl>
                                        <p:attrNameLst>
                                          <p:attrName>style.visibility</p:attrName>
                                        </p:attrNameLst>
                                      </p:cBhvr>
                                      <p:to>
                                        <p:strVal val="visible"/>
                                      </p:to>
                                    </p:set>
                                    <p:animEffect transition="in" filter="fade">
                                      <p:cBhvr>
                                        <p:cTn id="25" dur="500"/>
                                        <p:tgtEl>
                                          <p:spTgt spid="188"/>
                                        </p:tgtEl>
                                      </p:cBhvr>
                                    </p:animEffect>
                                  </p:childTnLst>
                                </p:cTn>
                              </p:par>
                              <p:par>
                                <p:cTn id="26" presetID="10" presetClass="entr" presetSubtype="0" fill="hold" nodeType="withEffect">
                                  <p:stCondLst>
                                    <p:cond delay="0"/>
                                  </p:stCondLst>
                                  <p:childTnLst>
                                    <p:set>
                                      <p:cBhvr>
                                        <p:cTn id="27" dur="1" fill="hold">
                                          <p:stCondLst>
                                            <p:cond delay="0"/>
                                          </p:stCondLst>
                                        </p:cTn>
                                        <p:tgtEl>
                                          <p:spTgt spid="42"/>
                                        </p:tgtEl>
                                        <p:attrNameLst>
                                          <p:attrName>style.visibility</p:attrName>
                                        </p:attrNameLst>
                                      </p:cBhvr>
                                      <p:to>
                                        <p:strVal val="visible"/>
                                      </p:to>
                                    </p:set>
                                    <p:animEffect transition="in" filter="fade">
                                      <p:cBhvr>
                                        <p:cTn id="28" dur="500"/>
                                        <p:tgtEl>
                                          <p:spTgt spid="42"/>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1"/>
                                        </p:tgtEl>
                                        <p:attrNameLst>
                                          <p:attrName>style.visibility</p:attrName>
                                        </p:attrNameLst>
                                      </p:cBhvr>
                                      <p:to>
                                        <p:strVal val="visible"/>
                                      </p:to>
                                    </p:set>
                                    <p:animEffect transition="in" filter="fade">
                                      <p:cBhvr>
                                        <p:cTn id="31"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41" grpId="0" animBg="1"/>
      <p:bldP spid="57" grpId="0" animBg="1"/>
      <p:bldP spid="67"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ED551A-B727-4310-0E5A-F19D2C42375A}"/>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7B8614AD-55CA-3CE1-40AE-B6E1B54631C7}"/>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F0A5D127-D8DB-4A9A-D982-9D797CD92853}"/>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6E606454-B0D4-AF96-58C4-756C89B1153C}"/>
              </a:ext>
            </a:extLst>
          </p:cNvPr>
          <p:cNvSpPr txBox="1">
            <a:spLocks/>
          </p:cNvSpPr>
          <p:nvPr/>
        </p:nvSpPr>
        <p:spPr>
          <a:xfrm>
            <a:off x="891590" y="501651"/>
            <a:ext cx="6353272"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Categorical dependent variables with multiple categories</a:t>
            </a:r>
            <a:endPar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endParaRPr>
          </a:p>
        </p:txBody>
      </p:sp>
      <p:sp>
        <p:nvSpPr>
          <p:cNvPr id="10" name="Date Placeholder 3 2">
            <a:extLst>
              <a:ext uri="{FF2B5EF4-FFF2-40B4-BE49-F238E27FC236}">
                <a16:creationId xmlns:a16="http://schemas.microsoft.com/office/drawing/2014/main" id="{FD90BA18-5DB8-6458-E2DA-823C66057A9D}"/>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39" name="TextBox 38">
            <a:extLst>
              <a:ext uri="{FF2B5EF4-FFF2-40B4-BE49-F238E27FC236}">
                <a16:creationId xmlns:a16="http://schemas.microsoft.com/office/drawing/2014/main" id="{3B9ACCC5-61D9-79A8-A490-3B9EFD210666}"/>
              </a:ext>
            </a:extLst>
          </p:cNvPr>
          <p:cNvSpPr txBox="1"/>
          <p:nvPr/>
        </p:nvSpPr>
        <p:spPr>
          <a:xfrm>
            <a:off x="891590" y="1667057"/>
            <a:ext cx="4202688" cy="2339102"/>
          </a:xfrm>
          <a:prstGeom prst="rect">
            <a:avLst/>
          </a:prstGeom>
          <a:noFill/>
        </p:spPr>
        <p:txBody>
          <a:bodyPr wrap="square">
            <a:spAutoFit/>
          </a:bodyPr>
          <a:lstStyle/>
          <a:p>
            <a:pPr lvl="0">
              <a:defRPr/>
            </a:pPr>
            <a:r>
              <a:rPr lang="en-US" sz="1400">
                <a:solidFill>
                  <a:prstClr val="black"/>
                </a:solidFill>
              </a:rPr>
              <a:t>So far, we have studied situations where </a:t>
            </a:r>
            <a:r>
              <a:rPr lang="en-US" sz="1400" b="1">
                <a:solidFill>
                  <a:prstClr val="black"/>
                </a:solidFill>
                <a:highlight>
                  <a:srgbClr val="FFC000"/>
                </a:highlight>
              </a:rPr>
              <a:t>the dependent variable is either continuous or binary</a:t>
            </a:r>
            <a:r>
              <a:rPr lang="en-US" sz="1400">
                <a:solidFill>
                  <a:prstClr val="black"/>
                </a:solidFill>
              </a:rPr>
              <a:t>.</a:t>
            </a:r>
          </a:p>
          <a:p>
            <a:pPr lvl="0">
              <a:defRPr/>
            </a:pP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a:p>
            <a:pPr marL="285750" lvl="0" indent="-285750">
              <a:buFont typeface="Arial" panose="020B0604020202020204" pitchFamily="34" charset="0"/>
              <a:buChar char="•"/>
              <a:defRPr/>
            </a:pPr>
            <a:r>
              <a:rPr lang="en-US" sz="1400" b="1">
                <a:solidFill>
                  <a:prstClr val="black"/>
                </a:solidFill>
              </a:rPr>
              <a:t>Continuous dependent variables </a:t>
            </a:r>
            <a:r>
              <a:rPr lang="en-US" sz="2400" b="1">
                <a:solidFill>
                  <a:srgbClr val="FF0000"/>
                </a:solidFill>
              </a:rPr>
              <a:t>⟩</a:t>
            </a:r>
            <a:r>
              <a:rPr lang="en-US" sz="1400" b="1">
                <a:solidFill>
                  <a:prstClr val="black"/>
                </a:solidFill>
              </a:rPr>
              <a:t> </a:t>
            </a:r>
            <a:br>
              <a:rPr lang="en-US" sz="1400" b="1">
                <a:solidFill>
                  <a:prstClr val="black"/>
                </a:solidFill>
              </a:rPr>
            </a:br>
            <a:r>
              <a:rPr lang="en-US" sz="1400">
                <a:solidFill>
                  <a:prstClr val="black"/>
                </a:solidFill>
              </a:rPr>
              <a:t>Simple linear regression approaches</a:t>
            </a:r>
          </a:p>
          <a:p>
            <a:pPr marL="285750" lvl="0" indent="-285750">
              <a:buFont typeface="Arial" panose="020B0604020202020204" pitchFamily="34" charset="0"/>
              <a:buChar char="•"/>
              <a:defRPr/>
            </a:pPr>
            <a:endParaRPr kumimoji="0" lang="en-US" sz="1400" b="1" i="0" u="none" strike="noStrike" kern="1200" cap="none" spc="0" normalizeH="0" baseline="0" noProof="0">
              <a:ln>
                <a:noFill/>
              </a:ln>
              <a:solidFill>
                <a:prstClr val="black"/>
              </a:solidFill>
              <a:effectLst/>
              <a:uLnTx/>
              <a:uFillTx/>
              <a:latin typeface="Aptos" panose="020B0004020202020204"/>
              <a:ea typeface="+mn-ea"/>
              <a:cs typeface="+mn-cs"/>
            </a:endParaRPr>
          </a:p>
          <a:p>
            <a:pPr marL="285750" lvl="0" indent="-285750">
              <a:buFont typeface="Arial" panose="020B0604020202020204" pitchFamily="34" charset="0"/>
              <a:buChar char="•"/>
              <a:defRPr/>
            </a:pPr>
            <a:r>
              <a:rPr lang="en-US" sz="1400" b="1">
                <a:solidFill>
                  <a:prstClr val="black"/>
                </a:solidFill>
              </a:rPr>
              <a:t>Binary dependent variables</a:t>
            </a:r>
            <a:r>
              <a:rPr lang="en-US" sz="2400" b="1">
                <a:solidFill>
                  <a:srgbClr val="FF0000"/>
                </a:solidFill>
              </a:rPr>
              <a:t> ⟩ </a:t>
            </a:r>
            <a:br>
              <a:rPr lang="en-US" sz="2400" b="1">
                <a:solidFill>
                  <a:srgbClr val="FF0000"/>
                </a:solidFill>
              </a:rPr>
            </a:br>
            <a:r>
              <a:rPr lang="en-US" sz="1400">
                <a:solidFill>
                  <a:prstClr val="black"/>
                </a:solidFill>
              </a:rPr>
              <a:t>Linear probability models and logistic (logit) models.</a:t>
            </a:r>
            <a:endParaRPr kumimoji="0" lang="en-GB" sz="1400" i="0" u="none" strike="noStrike" kern="1200" cap="none" spc="0" normalizeH="0" baseline="0" noProof="0">
              <a:ln>
                <a:noFill/>
              </a:ln>
              <a:solidFill>
                <a:prstClr val="black"/>
              </a:solidFill>
              <a:effectLst/>
              <a:uLnTx/>
              <a:uFillTx/>
              <a:latin typeface="Aptos" panose="020B0004020202020204"/>
            </a:endParaRPr>
          </a:p>
        </p:txBody>
      </p:sp>
      <p:sp>
        <p:nvSpPr>
          <p:cNvPr id="2" name="TextBox 1">
            <a:extLst>
              <a:ext uri="{FF2B5EF4-FFF2-40B4-BE49-F238E27FC236}">
                <a16:creationId xmlns:a16="http://schemas.microsoft.com/office/drawing/2014/main" id="{A9A31424-CCFB-8A2E-BD87-F9A08014F711}"/>
              </a:ext>
            </a:extLst>
          </p:cNvPr>
          <p:cNvSpPr txBox="1"/>
          <p:nvPr/>
        </p:nvSpPr>
        <p:spPr>
          <a:xfrm>
            <a:off x="891589" y="4227146"/>
            <a:ext cx="4442410" cy="1384995"/>
          </a:xfrm>
          <a:prstGeom prst="rect">
            <a:avLst/>
          </a:prstGeom>
          <a:noFill/>
        </p:spPr>
        <p:txBody>
          <a:bodyPr wrap="square">
            <a:spAutoFit/>
          </a:bodyPr>
          <a:lstStyle/>
          <a:p>
            <a:pPr lvl="0">
              <a:defRPr/>
            </a:pPr>
            <a:r>
              <a:rPr lang="en-US" sz="1400">
                <a:solidFill>
                  <a:prstClr val="black"/>
                </a:solidFill>
              </a:rPr>
              <a:t>In the case of logit models, we looked at scenarios where the dependent variable takes two values:</a:t>
            </a:r>
          </a:p>
          <a:p>
            <a:pPr lvl="0">
              <a:defRPr/>
            </a:pP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285750" lvl="0" indent="-285750">
              <a:buFont typeface="Arial" panose="020B0604020202020204" pitchFamily="34" charset="0"/>
              <a:buChar char="•"/>
              <a:defRPr/>
            </a:pPr>
            <a:r>
              <a:rPr lang="en-GB" sz="1400">
                <a:solidFill>
                  <a:prstClr val="black"/>
                </a:solidFill>
              </a:rPr>
              <a:t>Employed (Y = 1) or unemployed (Y = 0)</a:t>
            </a:r>
          </a:p>
          <a:p>
            <a:pPr marL="285750" lvl="0" indent="-285750">
              <a:buFont typeface="Arial" panose="020B0604020202020204" pitchFamily="34" charset="0"/>
              <a:buChar char="•"/>
              <a:defRPr/>
            </a:pPr>
            <a:r>
              <a:rPr lang="en-GB" sz="1400">
                <a:solidFill>
                  <a:prstClr val="black"/>
                </a:solidFill>
              </a:rPr>
              <a:t>Participation in elections (Y = 1) or non‑participation (Y = 0)</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7" name="Straight Connector 6">
            <a:extLst>
              <a:ext uri="{FF2B5EF4-FFF2-40B4-BE49-F238E27FC236}">
                <a16:creationId xmlns:a16="http://schemas.microsoft.com/office/drawing/2014/main" id="{6428027F-747A-FC65-0692-2D2D9053D531}"/>
              </a:ext>
            </a:extLst>
          </p:cNvPr>
          <p:cNvCxnSpPr/>
          <p:nvPr/>
        </p:nvCxnSpPr>
        <p:spPr>
          <a:xfrm>
            <a:off x="5689056" y="1701089"/>
            <a:ext cx="0" cy="402336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8" name="TextBox 7">
            <a:extLst>
              <a:ext uri="{FF2B5EF4-FFF2-40B4-BE49-F238E27FC236}">
                <a16:creationId xmlns:a16="http://schemas.microsoft.com/office/drawing/2014/main" id="{13690B6A-F2B1-303E-C4C6-364A54343DB3}"/>
              </a:ext>
            </a:extLst>
          </p:cNvPr>
          <p:cNvSpPr txBox="1"/>
          <p:nvPr/>
        </p:nvSpPr>
        <p:spPr>
          <a:xfrm>
            <a:off x="6079496" y="1667057"/>
            <a:ext cx="4924118" cy="523220"/>
          </a:xfrm>
          <a:prstGeom prst="rect">
            <a:avLst/>
          </a:prstGeom>
          <a:noFill/>
        </p:spPr>
        <p:txBody>
          <a:bodyPr wrap="square">
            <a:spAutoFit/>
          </a:bodyPr>
          <a:lstStyle/>
          <a:p>
            <a:pPr lvl="0">
              <a:defRPr/>
            </a:pPr>
            <a:r>
              <a:rPr lang="en-US" sz="1400">
                <a:solidFill>
                  <a:prstClr val="black"/>
                </a:solidFill>
              </a:rPr>
              <a:t>In many cases </a:t>
            </a:r>
            <a:r>
              <a:rPr lang="en-US" sz="1400" b="1">
                <a:solidFill>
                  <a:prstClr val="black"/>
                </a:solidFill>
                <a:highlight>
                  <a:srgbClr val="FFC000"/>
                </a:highlight>
              </a:rPr>
              <a:t>the variable of interest can take more than two values</a:t>
            </a:r>
            <a:r>
              <a:rPr lang="en-US" sz="1400">
                <a:solidFill>
                  <a:prstClr val="black"/>
                </a:solidFill>
              </a:rPr>
              <a: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 name="TextBox 8">
            <a:extLst>
              <a:ext uri="{FF2B5EF4-FFF2-40B4-BE49-F238E27FC236}">
                <a16:creationId xmlns:a16="http://schemas.microsoft.com/office/drawing/2014/main" id="{45895197-066A-326C-4EE8-0EE4A5C13E51}"/>
              </a:ext>
            </a:extLst>
          </p:cNvPr>
          <p:cNvSpPr txBox="1"/>
          <p:nvPr/>
        </p:nvSpPr>
        <p:spPr>
          <a:xfrm>
            <a:off x="6143156" y="2383861"/>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1.</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3" name="TextBox 12">
            <a:extLst>
              <a:ext uri="{FF2B5EF4-FFF2-40B4-BE49-F238E27FC236}">
                <a16:creationId xmlns:a16="http://schemas.microsoft.com/office/drawing/2014/main" id="{DA5A65B3-B3DB-D2D7-913E-206EB409DE7E}"/>
              </a:ext>
            </a:extLst>
          </p:cNvPr>
          <p:cNvSpPr txBox="1"/>
          <p:nvPr/>
        </p:nvSpPr>
        <p:spPr>
          <a:xfrm>
            <a:off x="6736830" y="2519078"/>
            <a:ext cx="2537799" cy="478721"/>
          </a:xfrm>
          <a:prstGeom prst="rect">
            <a:avLst/>
          </a:prstGeom>
          <a:noFill/>
        </p:spPr>
        <p:txBody>
          <a:bodyPr wrap="square">
            <a:spAutoFit/>
          </a:bodyPr>
          <a:lstStyle/>
          <a:p>
            <a:pPr lvl="0">
              <a:lnSpc>
                <a:spcPts val="1500"/>
              </a:lnSpc>
              <a:defRPr/>
            </a:pPr>
            <a:r>
              <a:rPr lang="en-GB" sz="1400" b="1">
                <a:solidFill>
                  <a:prstClr val="black"/>
                </a:solidFill>
              </a:rPr>
              <a:t>Nominal categorical dependent variables</a:t>
            </a: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grpSp>
        <p:nvGrpSpPr>
          <p:cNvPr id="2465" name="Group 2464" descr="\documentclass{article}&#10;\usepackage{amsmath}&#10;\pagestyle{empty}&#10;\begin{document}&#10;&#10;&#10;\[&#10;\text{Region}(x) =&#10;\begin{cases}&#10;\text{Caribe} &amp; \text{si } x \in \{\text{ATL}, \text{BOL}, \text{COR}, \text{LAG}, \text{MAG}, \text{SUC}, \text{SAP}\} \\&#10;\text{Andina} &amp; \text{si } x \in \{\text{ANT}, \text{BOY}, \text{CUN}, \text{NSA}, \text{SAN}, \text{TOL}, \text{CAL}, \text{RIS}, \text{QUI}, \text{HUI}\} \\&#10;\text{Pacífica} &amp; \text{si } x \in \{\text{CHO}, \text{VAC}, \text{CAU}, \text{NAR}\} \\&#10;\text{Orinoquía} &amp; \text{si } x \in \{\text{ARA}, \text{CAS}, \text{MET}, \text{VIC}\} \\&#10;\text{Amazonía} &amp; \text{si } x \in \{\text{AMA}, \text{CAQ}, \text{GUV}, \text{GUA}, \text{PUT}, \text{VAU}\}&#10;\end{cases}&#10;\]&#10;&#10;&#10;\end{document}" title="IguanaTex Shape Display">
            <a:extLst>
              <a:ext uri="{FF2B5EF4-FFF2-40B4-BE49-F238E27FC236}">
                <a16:creationId xmlns:a16="http://schemas.microsoft.com/office/drawing/2014/main" id="{59469DE7-8B6F-784F-DAE8-CB35438D51FF}"/>
              </a:ext>
            </a:extLst>
          </p:cNvPr>
          <p:cNvGrpSpPr>
            <a:grpSpLocks noChangeAspect="1"/>
          </p:cNvGrpSpPr>
          <p:nvPr>
            <p:custDataLst>
              <p:tags r:id="rId1"/>
            </p:custDataLst>
          </p:nvPr>
        </p:nvGrpSpPr>
        <p:grpSpPr>
          <a:xfrm>
            <a:off x="6438900" y="3230962"/>
            <a:ext cx="4477323" cy="804095"/>
            <a:chOff x="7944681" y="-4794074"/>
            <a:chExt cx="4477323" cy="804095"/>
          </a:xfrm>
        </p:grpSpPr>
        <p:sp>
          <p:nvSpPr>
            <p:cNvPr id="2340" name="Freeform: Shape 2339">
              <a:extLst>
                <a:ext uri="{FF2B5EF4-FFF2-40B4-BE49-F238E27FC236}">
                  <a16:creationId xmlns:a16="http://schemas.microsoft.com/office/drawing/2014/main" id="{22E5B65C-05D2-4E48-3DCF-93215A30F4F2}"/>
                </a:ext>
              </a:extLst>
            </p:cNvPr>
            <p:cNvSpPr/>
            <p:nvPr>
              <p:custDataLst>
                <p:tags r:id="rId35"/>
              </p:custDataLst>
            </p:nvPr>
          </p:nvSpPr>
          <p:spPr>
            <a:xfrm flipV="1">
              <a:off x="7944681" y="-4447866"/>
              <a:ext cx="369735" cy="111696"/>
            </a:xfrm>
            <a:custGeom>
              <a:avLst/>
              <a:gdLst>
                <a:gd name="csX0" fmla="*/ 21120 w 369735"/>
                <a:gd name="csY0" fmla="*/ 66032 h 111696"/>
                <a:gd name="csX1" fmla="*/ 21120 w 369735"/>
                <a:gd name="csY1" fmla="*/ 94962 h 111696"/>
                <a:gd name="csX2" fmla="*/ 23578 w 369735"/>
                <a:gd name="csY2" fmla="*/ 99206 h 111696"/>
                <a:gd name="csX3" fmla="*/ 30173 w 369735"/>
                <a:gd name="csY3" fmla="*/ 99430 h 111696"/>
                <a:gd name="csX4" fmla="*/ 52748 w 369735"/>
                <a:gd name="csY4" fmla="*/ 82789 h 111696"/>
                <a:gd name="csX5" fmla="*/ 33525 w 369735"/>
                <a:gd name="csY5" fmla="*/ 66032 h 111696"/>
                <a:gd name="csX6" fmla="*/ 21120 w 369735"/>
                <a:gd name="csY6" fmla="*/ 66032 h 111696"/>
                <a:gd name="csX7" fmla="*/ 44702 w 369735"/>
                <a:gd name="csY7" fmla="*/ 64581 h 111696"/>
                <a:gd name="csX8" fmla="*/ 64258 w 369735"/>
                <a:gd name="csY8" fmla="*/ 82789 h 111696"/>
                <a:gd name="csX9" fmla="*/ 35092 w 369735"/>
                <a:gd name="csY9" fmla="*/ 102892 h 111696"/>
                <a:gd name="csX10" fmla="*/ 0 w 369735"/>
                <a:gd name="csY10" fmla="*/ 102892 h 111696"/>
                <a:gd name="csX11" fmla="*/ 0 w 369735"/>
                <a:gd name="csY11" fmla="*/ 99430 h 111696"/>
                <a:gd name="csX12" fmla="*/ 2682 w 369735"/>
                <a:gd name="csY12" fmla="*/ 99430 h 111696"/>
                <a:gd name="csX13" fmla="*/ 11510 w 369735"/>
                <a:gd name="csY13" fmla="*/ 94181 h 111696"/>
                <a:gd name="csX14" fmla="*/ 11510 w 369735"/>
                <a:gd name="csY14" fmla="*/ 35315 h 111696"/>
                <a:gd name="csX15" fmla="*/ 2682 w 369735"/>
                <a:gd name="csY15" fmla="*/ 30066 h 111696"/>
                <a:gd name="csX16" fmla="*/ 0 w 369735"/>
                <a:gd name="csY16" fmla="*/ 30066 h 111696"/>
                <a:gd name="csX17" fmla="*/ 0 w 369735"/>
                <a:gd name="csY17" fmla="*/ 26604 h 111696"/>
                <a:gd name="csX18" fmla="*/ 16317 w 369735"/>
                <a:gd name="csY18" fmla="*/ 26940 h 111696"/>
                <a:gd name="csX19" fmla="*/ 32631 w 369735"/>
                <a:gd name="csY19" fmla="*/ 26604 h 111696"/>
                <a:gd name="csX20" fmla="*/ 32631 w 369735"/>
                <a:gd name="csY20" fmla="*/ 30066 h 111696"/>
                <a:gd name="csX21" fmla="*/ 29948 w 369735"/>
                <a:gd name="csY21" fmla="*/ 30066 h 111696"/>
                <a:gd name="csX22" fmla="*/ 21120 w 369735"/>
                <a:gd name="csY22" fmla="*/ 35315 h 111696"/>
                <a:gd name="csX23" fmla="*/ 21120 w 369735"/>
                <a:gd name="csY23" fmla="*/ 63576 h 111696"/>
                <a:gd name="csX24" fmla="*/ 33973 w 369735"/>
                <a:gd name="csY24" fmla="*/ 63576 h 111696"/>
                <a:gd name="csX25" fmla="*/ 44365 w 369735"/>
                <a:gd name="csY25" fmla="*/ 59777 h 111696"/>
                <a:gd name="csX26" fmla="*/ 48614 w 369735"/>
                <a:gd name="csY26" fmla="*/ 44811 h 111696"/>
                <a:gd name="csX27" fmla="*/ 53197 w 369735"/>
                <a:gd name="csY27" fmla="*/ 28839 h 111696"/>
                <a:gd name="csX28" fmla="*/ 67277 w 369735"/>
                <a:gd name="csY28" fmla="*/ 24147 h 111696"/>
                <a:gd name="csX29" fmla="*/ 77893 w 369735"/>
                <a:gd name="csY29" fmla="*/ 36433 h 111696"/>
                <a:gd name="csX30" fmla="*/ 76442 w 369735"/>
                <a:gd name="csY30" fmla="*/ 38332 h 111696"/>
                <a:gd name="csX31" fmla="*/ 75099 w 369735"/>
                <a:gd name="csY31" fmla="*/ 36545 h 111696"/>
                <a:gd name="csX32" fmla="*/ 67722 w 369735"/>
                <a:gd name="csY32" fmla="*/ 26604 h 111696"/>
                <a:gd name="csX33" fmla="*/ 59788 w 369735"/>
                <a:gd name="csY33" fmla="*/ 42687 h 111696"/>
                <a:gd name="csX34" fmla="*/ 58337 w 369735"/>
                <a:gd name="csY34" fmla="*/ 51623 h 111696"/>
                <a:gd name="csX35" fmla="*/ 44702 w 369735"/>
                <a:gd name="csY35" fmla="*/ 64581 h 111696"/>
                <a:gd name="csX36" fmla="*/ 90868 w 369735"/>
                <a:gd name="csY36" fmla="*/ 54752 h 111696"/>
                <a:gd name="csX37" fmla="*/ 104727 w 369735"/>
                <a:gd name="csY37" fmla="*/ 74186 h 111696"/>
                <a:gd name="csX38" fmla="*/ 117356 w 369735"/>
                <a:gd name="csY38" fmla="*/ 54752 h 111696"/>
                <a:gd name="csX39" fmla="*/ 90868 w 369735"/>
                <a:gd name="csY39" fmla="*/ 54752 h 111696"/>
                <a:gd name="csX40" fmla="*/ 90756 w 369735"/>
                <a:gd name="csY40" fmla="*/ 52404 h 111696"/>
                <a:gd name="csX41" fmla="*/ 121939 w 369735"/>
                <a:gd name="csY41" fmla="*/ 52404 h 111696"/>
                <a:gd name="csX42" fmla="*/ 124729 w 369735"/>
                <a:gd name="csY42" fmla="*/ 54752 h 111696"/>
                <a:gd name="csX43" fmla="*/ 104727 w 369735"/>
                <a:gd name="csY43" fmla="*/ 76642 h 111696"/>
                <a:gd name="csX44" fmla="*/ 81482 w 369735"/>
                <a:gd name="csY44" fmla="*/ 51178 h 111696"/>
                <a:gd name="csX45" fmla="*/ 106066 w 369735"/>
                <a:gd name="csY45" fmla="*/ 25374 h 111696"/>
                <a:gd name="csX46" fmla="*/ 124729 w 369735"/>
                <a:gd name="csY46" fmla="*/ 39895 h 111696"/>
                <a:gd name="csX47" fmla="*/ 123277 w 369735"/>
                <a:gd name="csY47" fmla="*/ 41237 h 111696"/>
                <a:gd name="csX48" fmla="*/ 121827 w 369735"/>
                <a:gd name="csY48" fmla="*/ 39671 h 111696"/>
                <a:gd name="csX49" fmla="*/ 106736 w 369735"/>
                <a:gd name="csY49" fmla="*/ 28167 h 111696"/>
                <a:gd name="csX50" fmla="*/ 94111 w 369735"/>
                <a:gd name="csY50" fmla="*/ 35651 h 111696"/>
                <a:gd name="csX51" fmla="*/ 90756 w 369735"/>
                <a:gd name="csY51" fmla="*/ 52404 h 111696"/>
                <a:gd name="csX52" fmla="*/ 152787 w 369735"/>
                <a:gd name="csY52" fmla="*/ 45817 h 111696"/>
                <a:gd name="csX53" fmla="*/ 143065 w 369735"/>
                <a:gd name="csY53" fmla="*/ 59553 h 111696"/>
                <a:gd name="csX54" fmla="*/ 144853 w 369735"/>
                <a:gd name="csY54" fmla="*/ 68937 h 111696"/>
                <a:gd name="csX55" fmla="*/ 152787 w 369735"/>
                <a:gd name="csY55" fmla="*/ 73404 h 111696"/>
                <a:gd name="csX56" fmla="*/ 162512 w 369735"/>
                <a:gd name="csY56" fmla="*/ 59665 h 111696"/>
                <a:gd name="csX57" fmla="*/ 160725 w 369735"/>
                <a:gd name="csY57" fmla="*/ 50285 h 111696"/>
                <a:gd name="csX58" fmla="*/ 152787 w 369735"/>
                <a:gd name="csY58" fmla="*/ 45817 h 111696"/>
                <a:gd name="csX59" fmla="*/ 139824 w 369735"/>
                <a:gd name="csY59" fmla="*/ 41458 h 111696"/>
                <a:gd name="csX60" fmla="*/ 141725 w 369735"/>
                <a:gd name="csY60" fmla="*/ 46710 h 111696"/>
                <a:gd name="csX61" fmla="*/ 152787 w 369735"/>
                <a:gd name="csY61" fmla="*/ 43249 h 111696"/>
                <a:gd name="csX62" fmla="*/ 170892 w 369735"/>
                <a:gd name="csY62" fmla="*/ 59553 h 111696"/>
                <a:gd name="csX63" fmla="*/ 166310 w 369735"/>
                <a:gd name="csY63" fmla="*/ 70388 h 111696"/>
                <a:gd name="csX64" fmla="*/ 176368 w 369735"/>
                <a:gd name="csY64" fmla="*/ 74747 h 111696"/>
                <a:gd name="csX65" fmla="*/ 177486 w 369735"/>
                <a:gd name="csY65" fmla="*/ 74634 h 111696"/>
                <a:gd name="csX66" fmla="*/ 175698 w 369735"/>
                <a:gd name="csY66" fmla="*/ 71618 h 111696"/>
                <a:gd name="csX67" fmla="*/ 178938 w 369735"/>
                <a:gd name="csY67" fmla="*/ 68380 h 111696"/>
                <a:gd name="csX68" fmla="*/ 182182 w 369735"/>
                <a:gd name="csY68" fmla="*/ 71730 h 111696"/>
                <a:gd name="csX69" fmla="*/ 176480 w 369735"/>
                <a:gd name="csY69" fmla="*/ 77203 h 111696"/>
                <a:gd name="csX70" fmla="*/ 164634 w 369735"/>
                <a:gd name="csY70" fmla="*/ 71954 h 111696"/>
                <a:gd name="csX71" fmla="*/ 152787 w 369735"/>
                <a:gd name="csY71" fmla="*/ 75973 h 111696"/>
                <a:gd name="csX72" fmla="*/ 134685 w 369735"/>
                <a:gd name="csY72" fmla="*/ 59665 h 111696"/>
                <a:gd name="csX73" fmla="*/ 139937 w 369735"/>
                <a:gd name="csY73" fmla="*/ 48161 h 111696"/>
                <a:gd name="csX74" fmla="*/ 136473 w 369735"/>
                <a:gd name="csY74" fmla="*/ 38889 h 111696"/>
                <a:gd name="csX75" fmla="*/ 141388 w 369735"/>
                <a:gd name="csY75" fmla="*/ 28948 h 111696"/>
                <a:gd name="csX76" fmla="*/ 131109 w 369735"/>
                <a:gd name="csY76" fmla="*/ 17780 h 111696"/>
                <a:gd name="csX77" fmla="*/ 155805 w 369735"/>
                <a:gd name="csY77" fmla="*/ 3596 h 111696"/>
                <a:gd name="csX78" fmla="*/ 180618 w 369735"/>
                <a:gd name="csY78" fmla="*/ 18005 h 111696"/>
                <a:gd name="csX79" fmla="*/ 173353 w 369735"/>
                <a:gd name="csY79" fmla="*/ 30735 h 111696"/>
                <a:gd name="csX80" fmla="*/ 154129 w 369735"/>
                <a:gd name="csY80" fmla="*/ 33864 h 111696"/>
                <a:gd name="csX81" fmla="*/ 145747 w 369735"/>
                <a:gd name="csY81" fmla="*/ 33976 h 111696"/>
                <a:gd name="csX82" fmla="*/ 139824 w 369735"/>
                <a:gd name="csY82" fmla="*/ 41458 h 111696"/>
                <a:gd name="csX83" fmla="*/ 155917 w 369735"/>
                <a:gd name="csY83" fmla="*/ 6165 h 111696"/>
                <a:gd name="csX84" fmla="*/ 136919 w 369735"/>
                <a:gd name="csY84" fmla="*/ 17780 h 111696"/>
                <a:gd name="csX85" fmla="*/ 146084 w 369735"/>
                <a:gd name="csY85" fmla="*/ 27385 h 111696"/>
                <a:gd name="csX86" fmla="*/ 152678 w 369735"/>
                <a:gd name="csY86" fmla="*/ 27385 h 111696"/>
                <a:gd name="csX87" fmla="*/ 174805 w 369735"/>
                <a:gd name="csY87" fmla="*/ 17780 h 111696"/>
                <a:gd name="csX88" fmla="*/ 155917 w 369735"/>
                <a:gd name="csY88" fmla="*/ 6165 h 111696"/>
                <a:gd name="csX89" fmla="*/ 203645 w 369735"/>
                <a:gd name="csY89" fmla="*/ 75973 h 111696"/>
                <a:gd name="csX90" fmla="*/ 187998 w 369735"/>
                <a:gd name="csY90" fmla="*/ 74747 h 111696"/>
                <a:gd name="csX91" fmla="*/ 187998 w 369735"/>
                <a:gd name="csY91" fmla="*/ 71281 h 111696"/>
                <a:gd name="csX92" fmla="*/ 196268 w 369735"/>
                <a:gd name="csY92" fmla="*/ 65138 h 111696"/>
                <a:gd name="csX93" fmla="*/ 196268 w 369735"/>
                <a:gd name="csY93" fmla="*/ 35094 h 111696"/>
                <a:gd name="csX94" fmla="*/ 187552 w 369735"/>
                <a:gd name="csY94" fmla="*/ 30066 h 111696"/>
                <a:gd name="csX95" fmla="*/ 187552 w 369735"/>
                <a:gd name="csY95" fmla="*/ 26604 h 111696"/>
                <a:gd name="csX96" fmla="*/ 199844 w 369735"/>
                <a:gd name="csY96" fmla="*/ 26940 h 111696"/>
                <a:gd name="csX97" fmla="*/ 211467 w 369735"/>
                <a:gd name="csY97" fmla="*/ 26604 h 111696"/>
                <a:gd name="csX98" fmla="*/ 211467 w 369735"/>
                <a:gd name="csY98" fmla="*/ 30066 h 111696"/>
                <a:gd name="csX99" fmla="*/ 203645 w 369735"/>
                <a:gd name="csY99" fmla="*/ 34982 h 111696"/>
                <a:gd name="csX100" fmla="*/ 203645 w 369735"/>
                <a:gd name="csY100" fmla="*/ 75973 h 111696"/>
                <a:gd name="csX101" fmla="*/ 204094 w 369735"/>
                <a:gd name="csY101" fmla="*/ 95411 h 111696"/>
                <a:gd name="csX102" fmla="*/ 198169 w 369735"/>
                <a:gd name="csY102" fmla="*/ 101329 h 111696"/>
                <a:gd name="csX103" fmla="*/ 192246 w 369735"/>
                <a:gd name="csY103" fmla="*/ 95411 h 111696"/>
                <a:gd name="csX104" fmla="*/ 198169 w 369735"/>
                <a:gd name="csY104" fmla="*/ 89488 h 111696"/>
                <a:gd name="csX105" fmla="*/ 204094 w 369735"/>
                <a:gd name="csY105" fmla="*/ 95411 h 111696"/>
                <a:gd name="csX106" fmla="*/ 267463 w 369735"/>
                <a:gd name="csY106" fmla="*/ 50505 h 111696"/>
                <a:gd name="csX107" fmla="*/ 242764 w 369735"/>
                <a:gd name="csY107" fmla="*/ 76642 h 111696"/>
                <a:gd name="csX108" fmla="*/ 217955 w 369735"/>
                <a:gd name="csY108" fmla="*/ 50505 h 111696"/>
                <a:gd name="csX109" fmla="*/ 242652 w 369735"/>
                <a:gd name="csY109" fmla="*/ 25374 h 111696"/>
                <a:gd name="csX110" fmla="*/ 267463 w 369735"/>
                <a:gd name="csY110" fmla="*/ 50505 h 111696"/>
                <a:gd name="csX111" fmla="*/ 242764 w 369735"/>
                <a:gd name="csY111" fmla="*/ 28167 h 111696"/>
                <a:gd name="csX112" fmla="*/ 230024 w 369735"/>
                <a:gd name="csY112" fmla="*/ 35651 h 111696"/>
                <a:gd name="csX113" fmla="*/ 227229 w 369735"/>
                <a:gd name="csY113" fmla="*/ 51399 h 111696"/>
                <a:gd name="csX114" fmla="*/ 229912 w 369735"/>
                <a:gd name="csY114" fmla="*/ 66702 h 111696"/>
                <a:gd name="csX115" fmla="*/ 242652 w 369735"/>
                <a:gd name="csY115" fmla="*/ 74186 h 111696"/>
                <a:gd name="csX116" fmla="*/ 255281 w 369735"/>
                <a:gd name="csY116" fmla="*/ 66925 h 111696"/>
                <a:gd name="csX117" fmla="*/ 258187 w 369735"/>
                <a:gd name="csY117" fmla="*/ 51399 h 111696"/>
                <a:gd name="csX118" fmla="*/ 255729 w 369735"/>
                <a:gd name="csY118" fmla="*/ 36433 h 111696"/>
                <a:gd name="csX119" fmla="*/ 242764 w 369735"/>
                <a:gd name="csY119" fmla="*/ 28167 h 111696"/>
                <a:gd name="csX120" fmla="*/ 283002 w 369735"/>
                <a:gd name="csY120" fmla="*/ 65026 h 111696"/>
                <a:gd name="csX121" fmla="*/ 283002 w 369735"/>
                <a:gd name="csY121" fmla="*/ 35094 h 111696"/>
                <a:gd name="csX122" fmla="*/ 274287 w 369735"/>
                <a:gd name="csY122" fmla="*/ 30066 h 111696"/>
                <a:gd name="csX123" fmla="*/ 274287 w 369735"/>
                <a:gd name="csY123" fmla="*/ 26604 h 111696"/>
                <a:gd name="csX124" fmla="*/ 286915 w 369735"/>
                <a:gd name="csY124" fmla="*/ 26940 h 111696"/>
                <a:gd name="csX125" fmla="*/ 299432 w 369735"/>
                <a:gd name="csY125" fmla="*/ 26604 h 111696"/>
                <a:gd name="csX126" fmla="*/ 299432 w 369735"/>
                <a:gd name="csY126" fmla="*/ 30066 h 111696"/>
                <a:gd name="csX127" fmla="*/ 290715 w 369735"/>
                <a:gd name="csY127" fmla="*/ 35094 h 111696"/>
                <a:gd name="csX128" fmla="*/ 290715 w 369735"/>
                <a:gd name="csY128" fmla="*/ 55646 h 111696"/>
                <a:gd name="csX129" fmla="*/ 305802 w 369735"/>
                <a:gd name="csY129" fmla="*/ 73517 h 111696"/>
                <a:gd name="csX130" fmla="*/ 314073 w 369735"/>
                <a:gd name="csY130" fmla="*/ 61120 h 111696"/>
                <a:gd name="csX131" fmla="*/ 314073 w 369735"/>
                <a:gd name="csY131" fmla="*/ 35094 h 111696"/>
                <a:gd name="csX132" fmla="*/ 305356 w 369735"/>
                <a:gd name="csY132" fmla="*/ 30066 h 111696"/>
                <a:gd name="csX133" fmla="*/ 305356 w 369735"/>
                <a:gd name="csY133" fmla="*/ 26604 h 111696"/>
                <a:gd name="csX134" fmla="*/ 317986 w 369735"/>
                <a:gd name="csY134" fmla="*/ 26940 h 111696"/>
                <a:gd name="csX135" fmla="*/ 330502 w 369735"/>
                <a:gd name="csY135" fmla="*/ 26604 h 111696"/>
                <a:gd name="csX136" fmla="*/ 330502 w 369735"/>
                <a:gd name="csY136" fmla="*/ 30066 h 111696"/>
                <a:gd name="csX137" fmla="*/ 321782 w 369735"/>
                <a:gd name="csY137" fmla="*/ 33416 h 111696"/>
                <a:gd name="csX138" fmla="*/ 321782 w 369735"/>
                <a:gd name="csY138" fmla="*/ 54752 h 111696"/>
                <a:gd name="csX139" fmla="*/ 318319 w 369735"/>
                <a:gd name="csY139" fmla="*/ 71842 h 111696"/>
                <a:gd name="csX140" fmla="*/ 306584 w 369735"/>
                <a:gd name="csY140" fmla="*/ 75973 h 111696"/>
                <a:gd name="csX141" fmla="*/ 290047 w 369735"/>
                <a:gd name="csY141" fmla="*/ 64245 h 111696"/>
                <a:gd name="csX142" fmla="*/ 290047 w 369735"/>
                <a:gd name="csY142" fmla="*/ 75973 h 111696"/>
                <a:gd name="csX143" fmla="*/ 274287 w 369735"/>
                <a:gd name="csY143" fmla="*/ 74747 h 111696"/>
                <a:gd name="csX144" fmla="*/ 274287 w 369735"/>
                <a:gd name="csY144" fmla="*/ 71281 h 111696"/>
                <a:gd name="csX145" fmla="*/ 283002 w 369735"/>
                <a:gd name="csY145" fmla="*/ 65026 h 111696"/>
                <a:gd name="csX146" fmla="*/ 369736 w 369735"/>
                <a:gd name="csY146" fmla="*/ -202 h 111696"/>
                <a:gd name="csX147" fmla="*/ 367836 w 369735"/>
                <a:gd name="csY147" fmla="*/ 2254 h 111696"/>
                <a:gd name="csX148" fmla="*/ 350292 w 369735"/>
                <a:gd name="csY148" fmla="*/ 54528 h 111696"/>
                <a:gd name="csX149" fmla="*/ 368285 w 369735"/>
                <a:gd name="csY149" fmla="*/ 107359 h 111696"/>
                <a:gd name="csX150" fmla="*/ 369736 w 369735"/>
                <a:gd name="csY150" fmla="*/ 109259 h 111696"/>
                <a:gd name="csX151" fmla="*/ 368617 w 369735"/>
                <a:gd name="csY151" fmla="*/ 110376 h 111696"/>
                <a:gd name="csX152" fmla="*/ 350849 w 369735"/>
                <a:gd name="csY152" fmla="*/ 88595 h 111696"/>
                <a:gd name="csX153" fmla="*/ 343809 w 369735"/>
                <a:gd name="csY153" fmla="*/ 54528 h 111696"/>
                <a:gd name="csX154" fmla="*/ 351186 w 369735"/>
                <a:gd name="csY154" fmla="*/ 19679 h 111696"/>
                <a:gd name="csX155" fmla="*/ 368617 w 369735"/>
                <a:gd name="csY155" fmla="*/ -1321 h 111696"/>
                <a:gd name="csX156" fmla="*/ 369736 w 369735"/>
                <a:gd name="csY156" fmla="*/ -202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Lst>
              <a:rect l="l" t="t" r="r" b="b"/>
              <a:pathLst>
                <a:path w="369735" h="111696">
                  <a:moveTo>
                    <a:pt x="21120" y="66032"/>
                  </a:moveTo>
                  <a:lnTo>
                    <a:pt x="21120" y="94962"/>
                  </a:lnTo>
                  <a:cubicBezTo>
                    <a:pt x="21120" y="97530"/>
                    <a:pt x="21120" y="98872"/>
                    <a:pt x="23578" y="99206"/>
                  </a:cubicBezTo>
                  <a:cubicBezTo>
                    <a:pt x="24696" y="99430"/>
                    <a:pt x="27939" y="99430"/>
                    <a:pt x="30173" y="99430"/>
                  </a:cubicBezTo>
                  <a:cubicBezTo>
                    <a:pt x="40231" y="99430"/>
                    <a:pt x="52748" y="98984"/>
                    <a:pt x="52748" y="82789"/>
                  </a:cubicBezTo>
                  <a:cubicBezTo>
                    <a:pt x="52748" y="75080"/>
                    <a:pt x="50066" y="66032"/>
                    <a:pt x="33525" y="66032"/>
                  </a:cubicBezTo>
                  <a:lnTo>
                    <a:pt x="21120" y="66032"/>
                  </a:lnTo>
                  <a:close/>
                  <a:moveTo>
                    <a:pt x="44702" y="64581"/>
                  </a:moveTo>
                  <a:cubicBezTo>
                    <a:pt x="55542" y="67262"/>
                    <a:pt x="64258" y="74074"/>
                    <a:pt x="64258" y="82789"/>
                  </a:cubicBezTo>
                  <a:cubicBezTo>
                    <a:pt x="64258" y="93511"/>
                    <a:pt x="51517" y="102892"/>
                    <a:pt x="35092" y="102892"/>
                  </a:cubicBezTo>
                  <a:lnTo>
                    <a:pt x="0" y="102892"/>
                  </a:lnTo>
                  <a:lnTo>
                    <a:pt x="0" y="99430"/>
                  </a:lnTo>
                  <a:lnTo>
                    <a:pt x="2682" y="99430"/>
                  </a:lnTo>
                  <a:cubicBezTo>
                    <a:pt x="11286" y="99430"/>
                    <a:pt x="11510" y="98199"/>
                    <a:pt x="11510" y="94181"/>
                  </a:cubicBezTo>
                  <a:lnTo>
                    <a:pt x="11510" y="35315"/>
                  </a:lnTo>
                  <a:cubicBezTo>
                    <a:pt x="11510" y="31296"/>
                    <a:pt x="11286" y="30066"/>
                    <a:pt x="2682" y="30066"/>
                  </a:cubicBezTo>
                  <a:lnTo>
                    <a:pt x="0" y="30066"/>
                  </a:lnTo>
                  <a:lnTo>
                    <a:pt x="0" y="26604"/>
                  </a:lnTo>
                  <a:cubicBezTo>
                    <a:pt x="4021" y="26940"/>
                    <a:pt x="11956" y="26940"/>
                    <a:pt x="16317" y="26940"/>
                  </a:cubicBezTo>
                  <a:cubicBezTo>
                    <a:pt x="20675" y="26940"/>
                    <a:pt x="28609" y="26940"/>
                    <a:pt x="32631" y="26604"/>
                  </a:cubicBezTo>
                  <a:lnTo>
                    <a:pt x="32631" y="30066"/>
                  </a:lnTo>
                  <a:lnTo>
                    <a:pt x="29948" y="30066"/>
                  </a:lnTo>
                  <a:cubicBezTo>
                    <a:pt x="21345" y="30066"/>
                    <a:pt x="21120" y="31296"/>
                    <a:pt x="21120" y="35315"/>
                  </a:cubicBezTo>
                  <a:lnTo>
                    <a:pt x="21120" y="63576"/>
                  </a:lnTo>
                  <a:lnTo>
                    <a:pt x="33973" y="63576"/>
                  </a:lnTo>
                  <a:cubicBezTo>
                    <a:pt x="35761" y="63576"/>
                    <a:pt x="40456" y="63576"/>
                    <a:pt x="44365" y="59777"/>
                  </a:cubicBezTo>
                  <a:cubicBezTo>
                    <a:pt x="48614" y="55758"/>
                    <a:pt x="48614" y="52292"/>
                    <a:pt x="48614" y="44811"/>
                  </a:cubicBezTo>
                  <a:cubicBezTo>
                    <a:pt x="48614" y="37550"/>
                    <a:pt x="48614" y="33083"/>
                    <a:pt x="53197" y="28839"/>
                  </a:cubicBezTo>
                  <a:cubicBezTo>
                    <a:pt x="57776" y="24816"/>
                    <a:pt x="63925" y="24147"/>
                    <a:pt x="67277" y="24147"/>
                  </a:cubicBezTo>
                  <a:cubicBezTo>
                    <a:pt x="75993" y="24147"/>
                    <a:pt x="77893" y="33307"/>
                    <a:pt x="77893" y="36433"/>
                  </a:cubicBezTo>
                  <a:cubicBezTo>
                    <a:pt x="77893" y="37102"/>
                    <a:pt x="77893" y="38332"/>
                    <a:pt x="76442" y="38332"/>
                  </a:cubicBezTo>
                  <a:cubicBezTo>
                    <a:pt x="75211" y="38332"/>
                    <a:pt x="75211" y="37327"/>
                    <a:pt x="75099" y="36545"/>
                  </a:cubicBezTo>
                  <a:cubicBezTo>
                    <a:pt x="74429" y="28615"/>
                    <a:pt x="70516" y="26604"/>
                    <a:pt x="67722" y="26604"/>
                  </a:cubicBezTo>
                  <a:cubicBezTo>
                    <a:pt x="62249" y="26604"/>
                    <a:pt x="61355" y="32302"/>
                    <a:pt x="59788" y="42687"/>
                  </a:cubicBezTo>
                  <a:lnTo>
                    <a:pt x="58337" y="51623"/>
                  </a:lnTo>
                  <a:cubicBezTo>
                    <a:pt x="56324" y="58771"/>
                    <a:pt x="50848" y="62458"/>
                    <a:pt x="44702" y="64581"/>
                  </a:cubicBezTo>
                  <a:close/>
                  <a:moveTo>
                    <a:pt x="90868" y="54752"/>
                  </a:moveTo>
                  <a:cubicBezTo>
                    <a:pt x="91538" y="71393"/>
                    <a:pt x="100927" y="74186"/>
                    <a:pt x="104727" y="74186"/>
                  </a:cubicBezTo>
                  <a:cubicBezTo>
                    <a:pt x="116237" y="74186"/>
                    <a:pt x="117356" y="59108"/>
                    <a:pt x="117356" y="54752"/>
                  </a:cubicBezTo>
                  <a:lnTo>
                    <a:pt x="90868" y="54752"/>
                  </a:lnTo>
                  <a:close/>
                  <a:moveTo>
                    <a:pt x="90756" y="52404"/>
                  </a:moveTo>
                  <a:lnTo>
                    <a:pt x="121939" y="52404"/>
                  </a:lnTo>
                  <a:cubicBezTo>
                    <a:pt x="124396" y="52404"/>
                    <a:pt x="124729" y="52404"/>
                    <a:pt x="124729" y="54752"/>
                  </a:cubicBezTo>
                  <a:cubicBezTo>
                    <a:pt x="124729" y="65808"/>
                    <a:pt x="118695" y="76642"/>
                    <a:pt x="104727" y="76642"/>
                  </a:cubicBezTo>
                  <a:cubicBezTo>
                    <a:pt x="91762" y="76642"/>
                    <a:pt x="81482" y="65138"/>
                    <a:pt x="81482" y="51178"/>
                  </a:cubicBezTo>
                  <a:cubicBezTo>
                    <a:pt x="81482" y="36208"/>
                    <a:pt x="93214" y="25374"/>
                    <a:pt x="106066" y="25374"/>
                  </a:cubicBezTo>
                  <a:cubicBezTo>
                    <a:pt x="119702" y="25374"/>
                    <a:pt x="124729" y="37775"/>
                    <a:pt x="124729" y="39895"/>
                  </a:cubicBezTo>
                  <a:cubicBezTo>
                    <a:pt x="124729" y="41013"/>
                    <a:pt x="123835" y="41237"/>
                    <a:pt x="123277" y="41237"/>
                  </a:cubicBezTo>
                  <a:cubicBezTo>
                    <a:pt x="122271" y="41237"/>
                    <a:pt x="122047" y="40564"/>
                    <a:pt x="121827" y="39671"/>
                  </a:cubicBezTo>
                  <a:cubicBezTo>
                    <a:pt x="117913" y="28167"/>
                    <a:pt x="107855" y="28167"/>
                    <a:pt x="106736" y="28167"/>
                  </a:cubicBezTo>
                  <a:cubicBezTo>
                    <a:pt x="101151" y="28167"/>
                    <a:pt x="96681" y="31520"/>
                    <a:pt x="94111" y="35651"/>
                  </a:cubicBezTo>
                  <a:cubicBezTo>
                    <a:pt x="90756" y="41013"/>
                    <a:pt x="90756" y="48385"/>
                    <a:pt x="90756" y="52404"/>
                  </a:cubicBezTo>
                  <a:close/>
                  <a:moveTo>
                    <a:pt x="152787" y="45817"/>
                  </a:moveTo>
                  <a:cubicBezTo>
                    <a:pt x="143065" y="45817"/>
                    <a:pt x="143065" y="56984"/>
                    <a:pt x="143065" y="59553"/>
                  </a:cubicBezTo>
                  <a:cubicBezTo>
                    <a:pt x="143065" y="62570"/>
                    <a:pt x="143177" y="66144"/>
                    <a:pt x="144853" y="68937"/>
                  </a:cubicBezTo>
                  <a:cubicBezTo>
                    <a:pt x="145747" y="70275"/>
                    <a:pt x="148316" y="73404"/>
                    <a:pt x="152787" y="73404"/>
                  </a:cubicBezTo>
                  <a:cubicBezTo>
                    <a:pt x="162512" y="73404"/>
                    <a:pt x="162512" y="62234"/>
                    <a:pt x="162512" y="59665"/>
                  </a:cubicBezTo>
                  <a:cubicBezTo>
                    <a:pt x="162512" y="56652"/>
                    <a:pt x="162400" y="53077"/>
                    <a:pt x="160725" y="50285"/>
                  </a:cubicBezTo>
                  <a:cubicBezTo>
                    <a:pt x="159831" y="48943"/>
                    <a:pt x="157257" y="45817"/>
                    <a:pt x="152787" y="45817"/>
                  </a:cubicBezTo>
                  <a:close/>
                  <a:moveTo>
                    <a:pt x="139824" y="41458"/>
                  </a:moveTo>
                  <a:cubicBezTo>
                    <a:pt x="139824" y="41907"/>
                    <a:pt x="139824" y="44475"/>
                    <a:pt x="141725" y="46710"/>
                  </a:cubicBezTo>
                  <a:cubicBezTo>
                    <a:pt x="146084" y="43581"/>
                    <a:pt x="150666" y="43249"/>
                    <a:pt x="152787" y="43249"/>
                  </a:cubicBezTo>
                  <a:cubicBezTo>
                    <a:pt x="163182" y="43249"/>
                    <a:pt x="170892" y="50954"/>
                    <a:pt x="170892" y="59553"/>
                  </a:cubicBezTo>
                  <a:cubicBezTo>
                    <a:pt x="170892" y="63688"/>
                    <a:pt x="169103" y="67819"/>
                    <a:pt x="166310" y="70388"/>
                  </a:cubicBezTo>
                  <a:cubicBezTo>
                    <a:pt x="170334" y="74186"/>
                    <a:pt x="174356" y="74747"/>
                    <a:pt x="176368" y="74747"/>
                  </a:cubicBezTo>
                  <a:cubicBezTo>
                    <a:pt x="176592" y="74747"/>
                    <a:pt x="177150" y="74747"/>
                    <a:pt x="177486" y="74634"/>
                  </a:cubicBezTo>
                  <a:cubicBezTo>
                    <a:pt x="176256" y="74186"/>
                    <a:pt x="175698" y="72956"/>
                    <a:pt x="175698" y="71618"/>
                  </a:cubicBezTo>
                  <a:cubicBezTo>
                    <a:pt x="175698" y="69718"/>
                    <a:pt x="177150" y="68380"/>
                    <a:pt x="178938" y="68380"/>
                  </a:cubicBezTo>
                  <a:cubicBezTo>
                    <a:pt x="180057" y="68380"/>
                    <a:pt x="182182" y="69161"/>
                    <a:pt x="182182" y="71730"/>
                  </a:cubicBezTo>
                  <a:cubicBezTo>
                    <a:pt x="182182" y="73629"/>
                    <a:pt x="180839" y="77203"/>
                    <a:pt x="176480" y="77203"/>
                  </a:cubicBezTo>
                  <a:cubicBezTo>
                    <a:pt x="174247" y="77203"/>
                    <a:pt x="169328" y="76534"/>
                    <a:pt x="164634" y="71954"/>
                  </a:cubicBezTo>
                  <a:cubicBezTo>
                    <a:pt x="159943" y="75640"/>
                    <a:pt x="155248" y="75973"/>
                    <a:pt x="152787" y="75973"/>
                  </a:cubicBezTo>
                  <a:cubicBezTo>
                    <a:pt x="142395" y="75973"/>
                    <a:pt x="134685" y="68267"/>
                    <a:pt x="134685" y="59665"/>
                  </a:cubicBezTo>
                  <a:cubicBezTo>
                    <a:pt x="134685" y="54752"/>
                    <a:pt x="137143" y="50505"/>
                    <a:pt x="139937" y="48161"/>
                  </a:cubicBezTo>
                  <a:cubicBezTo>
                    <a:pt x="138483" y="46487"/>
                    <a:pt x="136473" y="42800"/>
                    <a:pt x="136473" y="38889"/>
                  </a:cubicBezTo>
                  <a:cubicBezTo>
                    <a:pt x="136473" y="35427"/>
                    <a:pt x="137925" y="31183"/>
                    <a:pt x="141388" y="28948"/>
                  </a:cubicBezTo>
                  <a:cubicBezTo>
                    <a:pt x="134685" y="27052"/>
                    <a:pt x="131109" y="22248"/>
                    <a:pt x="131109" y="17780"/>
                  </a:cubicBezTo>
                  <a:cubicBezTo>
                    <a:pt x="131109" y="9739"/>
                    <a:pt x="142170" y="3596"/>
                    <a:pt x="155805" y="3596"/>
                  </a:cubicBezTo>
                  <a:cubicBezTo>
                    <a:pt x="168991" y="3596"/>
                    <a:pt x="180618" y="9290"/>
                    <a:pt x="180618" y="18005"/>
                  </a:cubicBezTo>
                  <a:cubicBezTo>
                    <a:pt x="180618" y="21912"/>
                    <a:pt x="179050" y="27610"/>
                    <a:pt x="173353" y="30735"/>
                  </a:cubicBezTo>
                  <a:cubicBezTo>
                    <a:pt x="167428" y="33864"/>
                    <a:pt x="160945" y="33864"/>
                    <a:pt x="154129" y="33864"/>
                  </a:cubicBezTo>
                  <a:cubicBezTo>
                    <a:pt x="151335" y="33864"/>
                    <a:pt x="146528" y="33864"/>
                    <a:pt x="145747" y="33976"/>
                  </a:cubicBezTo>
                  <a:cubicBezTo>
                    <a:pt x="142170" y="34421"/>
                    <a:pt x="139824" y="37884"/>
                    <a:pt x="139824" y="41458"/>
                  </a:cubicBezTo>
                  <a:close/>
                  <a:moveTo>
                    <a:pt x="155917" y="6165"/>
                  </a:moveTo>
                  <a:cubicBezTo>
                    <a:pt x="144632" y="6165"/>
                    <a:pt x="136919" y="11859"/>
                    <a:pt x="136919" y="17780"/>
                  </a:cubicBezTo>
                  <a:cubicBezTo>
                    <a:pt x="136919" y="22917"/>
                    <a:pt x="141164" y="27052"/>
                    <a:pt x="146084" y="27385"/>
                  </a:cubicBezTo>
                  <a:lnTo>
                    <a:pt x="152678" y="27385"/>
                  </a:lnTo>
                  <a:cubicBezTo>
                    <a:pt x="162288" y="27385"/>
                    <a:pt x="174805" y="27385"/>
                    <a:pt x="174805" y="17780"/>
                  </a:cubicBezTo>
                  <a:cubicBezTo>
                    <a:pt x="174805" y="11750"/>
                    <a:pt x="166871" y="6165"/>
                    <a:pt x="155917" y="6165"/>
                  </a:cubicBezTo>
                  <a:close/>
                  <a:moveTo>
                    <a:pt x="203645" y="75973"/>
                  </a:moveTo>
                  <a:lnTo>
                    <a:pt x="187998" y="74747"/>
                  </a:lnTo>
                  <a:lnTo>
                    <a:pt x="187998" y="71281"/>
                  </a:lnTo>
                  <a:cubicBezTo>
                    <a:pt x="195262" y="71281"/>
                    <a:pt x="196268" y="70612"/>
                    <a:pt x="196268" y="65138"/>
                  </a:cubicBezTo>
                  <a:lnTo>
                    <a:pt x="196268" y="35094"/>
                  </a:lnTo>
                  <a:cubicBezTo>
                    <a:pt x="196268" y="30066"/>
                    <a:pt x="195041" y="30066"/>
                    <a:pt x="187552" y="30066"/>
                  </a:cubicBezTo>
                  <a:lnTo>
                    <a:pt x="187552" y="26604"/>
                  </a:lnTo>
                  <a:cubicBezTo>
                    <a:pt x="191129" y="26716"/>
                    <a:pt x="197163" y="26940"/>
                    <a:pt x="199844" y="26940"/>
                  </a:cubicBezTo>
                  <a:cubicBezTo>
                    <a:pt x="203757" y="26940"/>
                    <a:pt x="207670" y="26716"/>
                    <a:pt x="211467" y="26604"/>
                  </a:cubicBezTo>
                  <a:lnTo>
                    <a:pt x="211467" y="30066"/>
                  </a:lnTo>
                  <a:cubicBezTo>
                    <a:pt x="204094" y="30066"/>
                    <a:pt x="203645" y="30626"/>
                    <a:pt x="203645" y="34982"/>
                  </a:cubicBezTo>
                  <a:lnTo>
                    <a:pt x="203645" y="75973"/>
                  </a:lnTo>
                  <a:close/>
                  <a:moveTo>
                    <a:pt x="204094" y="95411"/>
                  </a:moveTo>
                  <a:cubicBezTo>
                    <a:pt x="204094" y="98984"/>
                    <a:pt x="201299" y="101329"/>
                    <a:pt x="198169" y="101329"/>
                  </a:cubicBezTo>
                  <a:cubicBezTo>
                    <a:pt x="194704" y="101329"/>
                    <a:pt x="192246" y="98312"/>
                    <a:pt x="192246" y="95411"/>
                  </a:cubicBezTo>
                  <a:cubicBezTo>
                    <a:pt x="192246" y="92394"/>
                    <a:pt x="194704" y="89488"/>
                    <a:pt x="198169" y="89488"/>
                  </a:cubicBezTo>
                  <a:cubicBezTo>
                    <a:pt x="201299" y="89488"/>
                    <a:pt x="204094" y="91836"/>
                    <a:pt x="204094" y="95411"/>
                  </a:cubicBezTo>
                  <a:close/>
                  <a:moveTo>
                    <a:pt x="267463" y="50505"/>
                  </a:moveTo>
                  <a:cubicBezTo>
                    <a:pt x="267463" y="64806"/>
                    <a:pt x="256287" y="76642"/>
                    <a:pt x="242764" y="76642"/>
                  </a:cubicBezTo>
                  <a:cubicBezTo>
                    <a:pt x="228793" y="76642"/>
                    <a:pt x="217955" y="64469"/>
                    <a:pt x="217955" y="50505"/>
                  </a:cubicBezTo>
                  <a:cubicBezTo>
                    <a:pt x="217955" y="36097"/>
                    <a:pt x="229578" y="25374"/>
                    <a:pt x="242652" y="25374"/>
                  </a:cubicBezTo>
                  <a:cubicBezTo>
                    <a:pt x="256175" y="25374"/>
                    <a:pt x="267463" y="36320"/>
                    <a:pt x="267463" y="50505"/>
                  </a:cubicBezTo>
                  <a:close/>
                  <a:moveTo>
                    <a:pt x="242764" y="28167"/>
                  </a:moveTo>
                  <a:cubicBezTo>
                    <a:pt x="237957" y="28167"/>
                    <a:pt x="233042" y="30515"/>
                    <a:pt x="230024" y="35651"/>
                  </a:cubicBezTo>
                  <a:cubicBezTo>
                    <a:pt x="227229" y="40564"/>
                    <a:pt x="227229" y="47380"/>
                    <a:pt x="227229" y="51399"/>
                  </a:cubicBezTo>
                  <a:cubicBezTo>
                    <a:pt x="227229" y="55758"/>
                    <a:pt x="227229" y="61788"/>
                    <a:pt x="229912" y="66702"/>
                  </a:cubicBezTo>
                  <a:cubicBezTo>
                    <a:pt x="232930" y="71842"/>
                    <a:pt x="238181" y="74186"/>
                    <a:pt x="242652" y="74186"/>
                  </a:cubicBezTo>
                  <a:cubicBezTo>
                    <a:pt x="247571" y="74186"/>
                    <a:pt x="252374" y="71730"/>
                    <a:pt x="255281" y="66925"/>
                  </a:cubicBezTo>
                  <a:cubicBezTo>
                    <a:pt x="258187" y="62125"/>
                    <a:pt x="258187" y="55646"/>
                    <a:pt x="258187" y="51399"/>
                  </a:cubicBezTo>
                  <a:cubicBezTo>
                    <a:pt x="258187" y="47380"/>
                    <a:pt x="258187" y="41349"/>
                    <a:pt x="255729" y="36433"/>
                  </a:cubicBezTo>
                  <a:cubicBezTo>
                    <a:pt x="253268" y="31408"/>
                    <a:pt x="248353" y="28167"/>
                    <a:pt x="242764" y="28167"/>
                  </a:cubicBezTo>
                  <a:close/>
                  <a:moveTo>
                    <a:pt x="283002" y="65026"/>
                  </a:moveTo>
                  <a:lnTo>
                    <a:pt x="283002" y="35094"/>
                  </a:lnTo>
                  <a:cubicBezTo>
                    <a:pt x="283002" y="30066"/>
                    <a:pt x="281776" y="30066"/>
                    <a:pt x="274287" y="30066"/>
                  </a:cubicBezTo>
                  <a:lnTo>
                    <a:pt x="274287" y="26604"/>
                  </a:lnTo>
                  <a:cubicBezTo>
                    <a:pt x="278199" y="26716"/>
                    <a:pt x="283896" y="26940"/>
                    <a:pt x="286915" y="26940"/>
                  </a:cubicBezTo>
                  <a:cubicBezTo>
                    <a:pt x="289822" y="26940"/>
                    <a:pt x="295632" y="26716"/>
                    <a:pt x="299432" y="26604"/>
                  </a:cubicBezTo>
                  <a:lnTo>
                    <a:pt x="299432" y="30066"/>
                  </a:lnTo>
                  <a:cubicBezTo>
                    <a:pt x="291943" y="30066"/>
                    <a:pt x="290715" y="30066"/>
                    <a:pt x="290715" y="35094"/>
                  </a:cubicBezTo>
                  <a:lnTo>
                    <a:pt x="290715" y="55646"/>
                  </a:lnTo>
                  <a:cubicBezTo>
                    <a:pt x="290715" y="67262"/>
                    <a:pt x="298650" y="73517"/>
                    <a:pt x="305802" y="73517"/>
                  </a:cubicBezTo>
                  <a:cubicBezTo>
                    <a:pt x="312842" y="73517"/>
                    <a:pt x="314073" y="67487"/>
                    <a:pt x="314073" y="61120"/>
                  </a:cubicBezTo>
                  <a:lnTo>
                    <a:pt x="314073" y="35094"/>
                  </a:lnTo>
                  <a:cubicBezTo>
                    <a:pt x="314073" y="30066"/>
                    <a:pt x="312842" y="30066"/>
                    <a:pt x="305356" y="30066"/>
                  </a:cubicBezTo>
                  <a:lnTo>
                    <a:pt x="305356" y="26604"/>
                  </a:lnTo>
                  <a:cubicBezTo>
                    <a:pt x="309266" y="26716"/>
                    <a:pt x="314967" y="26940"/>
                    <a:pt x="317986" y="26940"/>
                  </a:cubicBezTo>
                  <a:cubicBezTo>
                    <a:pt x="320888" y="26940"/>
                    <a:pt x="326701" y="26716"/>
                    <a:pt x="330502" y="26604"/>
                  </a:cubicBezTo>
                  <a:lnTo>
                    <a:pt x="330502" y="30066"/>
                  </a:lnTo>
                  <a:cubicBezTo>
                    <a:pt x="324690" y="30066"/>
                    <a:pt x="321895" y="30066"/>
                    <a:pt x="321782" y="33416"/>
                  </a:cubicBezTo>
                  <a:lnTo>
                    <a:pt x="321782" y="54752"/>
                  </a:lnTo>
                  <a:cubicBezTo>
                    <a:pt x="321782" y="64357"/>
                    <a:pt x="321782" y="67819"/>
                    <a:pt x="318319" y="71842"/>
                  </a:cubicBezTo>
                  <a:cubicBezTo>
                    <a:pt x="316755" y="73741"/>
                    <a:pt x="313066" y="75973"/>
                    <a:pt x="306584" y="75973"/>
                  </a:cubicBezTo>
                  <a:cubicBezTo>
                    <a:pt x="298425" y="75973"/>
                    <a:pt x="293173" y="71169"/>
                    <a:pt x="290047" y="64245"/>
                  </a:cubicBezTo>
                  <a:lnTo>
                    <a:pt x="290047" y="75973"/>
                  </a:lnTo>
                  <a:lnTo>
                    <a:pt x="274287" y="74747"/>
                  </a:lnTo>
                  <a:lnTo>
                    <a:pt x="274287" y="71281"/>
                  </a:lnTo>
                  <a:cubicBezTo>
                    <a:pt x="282109" y="71281"/>
                    <a:pt x="283002" y="70500"/>
                    <a:pt x="283002" y="65026"/>
                  </a:cubicBezTo>
                  <a:close/>
                  <a:moveTo>
                    <a:pt x="369736" y="-202"/>
                  </a:moveTo>
                  <a:cubicBezTo>
                    <a:pt x="369736" y="130"/>
                    <a:pt x="369736" y="355"/>
                    <a:pt x="367836" y="2254"/>
                  </a:cubicBezTo>
                  <a:cubicBezTo>
                    <a:pt x="353868" y="16327"/>
                    <a:pt x="350292" y="37439"/>
                    <a:pt x="350292" y="54528"/>
                  </a:cubicBezTo>
                  <a:cubicBezTo>
                    <a:pt x="350292" y="73962"/>
                    <a:pt x="354537" y="93399"/>
                    <a:pt x="368285" y="107359"/>
                  </a:cubicBezTo>
                  <a:cubicBezTo>
                    <a:pt x="369736" y="108702"/>
                    <a:pt x="369736" y="108926"/>
                    <a:pt x="369736" y="109259"/>
                  </a:cubicBezTo>
                  <a:cubicBezTo>
                    <a:pt x="369736" y="110040"/>
                    <a:pt x="369287" y="110376"/>
                    <a:pt x="368617" y="110376"/>
                  </a:cubicBezTo>
                  <a:cubicBezTo>
                    <a:pt x="367500" y="110376"/>
                    <a:pt x="357444" y="102779"/>
                    <a:pt x="350849" y="88595"/>
                  </a:cubicBezTo>
                  <a:cubicBezTo>
                    <a:pt x="345149" y="76310"/>
                    <a:pt x="343809" y="63912"/>
                    <a:pt x="343809" y="54528"/>
                  </a:cubicBezTo>
                  <a:cubicBezTo>
                    <a:pt x="343809" y="45817"/>
                    <a:pt x="345037" y="32302"/>
                    <a:pt x="351186" y="19679"/>
                  </a:cubicBezTo>
                  <a:cubicBezTo>
                    <a:pt x="357889" y="5940"/>
                    <a:pt x="367500" y="-1321"/>
                    <a:pt x="368617" y="-1321"/>
                  </a:cubicBezTo>
                  <a:cubicBezTo>
                    <a:pt x="369287" y="-1321"/>
                    <a:pt x="369736" y="-984"/>
                    <a:pt x="369736" y="-202"/>
                  </a:cubicBezTo>
                  <a:close/>
                </a:path>
              </a:pathLst>
            </a:custGeom>
            <a:solidFill>
              <a:srgbClr val="000000"/>
            </a:solidFill>
            <a:ln w="25400" cap="flat">
              <a:noFill/>
              <a:prstDash val="solid"/>
              <a:miter/>
            </a:ln>
          </p:spPr>
          <p:txBody>
            <a:bodyPr/>
            <a:lstStyle/>
            <a:p>
              <a:endParaRPr lang="en-GB"/>
            </a:p>
          </p:txBody>
        </p:sp>
        <p:sp>
          <p:nvSpPr>
            <p:cNvPr id="2341" name="Freeform: Shape 2340">
              <a:extLst>
                <a:ext uri="{FF2B5EF4-FFF2-40B4-BE49-F238E27FC236}">
                  <a16:creationId xmlns:a16="http://schemas.microsoft.com/office/drawing/2014/main" id="{A2078690-F13D-3E0E-759B-E1BBF48340FB}"/>
                </a:ext>
              </a:extLst>
            </p:cNvPr>
            <p:cNvSpPr/>
            <p:nvPr>
              <p:custDataLst>
                <p:tags r:id="rId36"/>
              </p:custDataLst>
            </p:nvPr>
          </p:nvSpPr>
          <p:spPr>
            <a:xfrm flipV="1">
              <a:off x="8324351" y="-4413462"/>
              <a:ext cx="55657" cy="50599"/>
            </a:xfrm>
            <a:custGeom>
              <a:avLst/>
              <a:gdLst>
                <a:gd name="csX0" fmla="*/ 34089 w 55657"/>
                <a:gd name="csY0" fmla="*/ 33645 h 50599"/>
                <a:gd name="csX1" fmla="*/ 45150 w 55657"/>
                <a:gd name="csY1" fmla="*/ 46823 h 50599"/>
                <a:gd name="csX2" fmla="*/ 50739 w 55657"/>
                <a:gd name="csY2" fmla="*/ 45369 h 50599"/>
                <a:gd name="csX3" fmla="*/ 45375 w 55657"/>
                <a:gd name="csY3" fmla="*/ 39339 h 50599"/>
                <a:gd name="csX4" fmla="*/ 49621 w 55657"/>
                <a:gd name="csY4" fmla="*/ 35431 h 50599"/>
                <a:gd name="csX5" fmla="*/ 55658 w 55657"/>
                <a:gd name="csY5" fmla="*/ 41907 h 50599"/>
                <a:gd name="csX6" fmla="*/ 45262 w 55657"/>
                <a:gd name="csY6" fmla="*/ 49280 h 50599"/>
                <a:gd name="csX7" fmla="*/ 33528 w 55657"/>
                <a:gd name="csY7" fmla="*/ 40793 h 50599"/>
                <a:gd name="csX8" fmla="*/ 21460 w 55657"/>
                <a:gd name="csY8" fmla="*/ 49280 h 50599"/>
                <a:gd name="csX9" fmla="*/ 3467 w 55657"/>
                <a:gd name="csY9" fmla="*/ 32078 h 50599"/>
                <a:gd name="csX10" fmla="*/ 4807 w 55657"/>
                <a:gd name="csY10" fmla="*/ 30964 h 50599"/>
                <a:gd name="csX11" fmla="*/ 6258 w 55657"/>
                <a:gd name="csY11" fmla="*/ 32190 h 50599"/>
                <a:gd name="csX12" fmla="*/ 21236 w 55657"/>
                <a:gd name="csY12" fmla="*/ 46823 h 50599"/>
                <a:gd name="csX13" fmla="*/ 27270 w 55657"/>
                <a:gd name="csY13" fmla="*/ 39339 h 50599"/>
                <a:gd name="csX14" fmla="*/ 21236 w 55657"/>
                <a:gd name="csY14" fmla="*/ 12757 h 50599"/>
                <a:gd name="csX15" fmla="*/ 10620 w 55657"/>
                <a:gd name="csY15" fmla="*/ 1140 h 50599"/>
                <a:gd name="csX16" fmla="*/ 5031 w 55657"/>
                <a:gd name="csY16" fmla="*/ 2591 h 50599"/>
                <a:gd name="csX17" fmla="*/ 10283 w 55657"/>
                <a:gd name="csY17" fmla="*/ 8622 h 50599"/>
                <a:gd name="csX18" fmla="*/ 6150 w 55657"/>
                <a:gd name="csY18" fmla="*/ 12532 h 50599"/>
                <a:gd name="csX19" fmla="*/ 0 w 55657"/>
                <a:gd name="csY19" fmla="*/ 6053 h 50599"/>
                <a:gd name="csX20" fmla="*/ 10507 w 55657"/>
                <a:gd name="csY20" fmla="*/ -1320 h 50599"/>
                <a:gd name="csX21" fmla="*/ 22242 w 55657"/>
                <a:gd name="csY21" fmla="*/ 7171 h 50599"/>
                <a:gd name="csX22" fmla="*/ 34310 w 55657"/>
                <a:gd name="csY22" fmla="*/ -1320 h 50599"/>
                <a:gd name="csX23" fmla="*/ 52190 w 55657"/>
                <a:gd name="csY23" fmla="*/ 15882 h 50599"/>
                <a:gd name="csX24" fmla="*/ 50851 w 55657"/>
                <a:gd name="csY24" fmla="*/ 17000 h 50599"/>
                <a:gd name="csX25" fmla="*/ 49400 w 55657"/>
                <a:gd name="csY25" fmla="*/ 15770 h 50599"/>
                <a:gd name="csX26" fmla="*/ 34534 w 55657"/>
                <a:gd name="csY26" fmla="*/ 1140 h 50599"/>
                <a:gd name="csX27" fmla="*/ 28388 w 55657"/>
                <a:gd name="csY27" fmla="*/ 8509 h 50599"/>
                <a:gd name="csX28" fmla="*/ 30288 w 55657"/>
                <a:gd name="csY28" fmla="*/ 18342 h 50599"/>
                <a:gd name="csX29" fmla="*/ 34089 w 55657"/>
                <a:gd name="csY29" fmla="*/ 33645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645"/>
                  </a:moveTo>
                  <a:cubicBezTo>
                    <a:pt x="34758" y="36546"/>
                    <a:pt x="37329" y="46823"/>
                    <a:pt x="45150" y="46823"/>
                  </a:cubicBezTo>
                  <a:cubicBezTo>
                    <a:pt x="45711" y="46823"/>
                    <a:pt x="48393" y="46823"/>
                    <a:pt x="50739" y="45369"/>
                  </a:cubicBezTo>
                  <a:cubicBezTo>
                    <a:pt x="47612" y="44812"/>
                    <a:pt x="45375" y="42019"/>
                    <a:pt x="45375" y="39339"/>
                  </a:cubicBezTo>
                  <a:cubicBezTo>
                    <a:pt x="45375" y="37552"/>
                    <a:pt x="46605" y="35431"/>
                    <a:pt x="49621" y="35431"/>
                  </a:cubicBezTo>
                  <a:cubicBezTo>
                    <a:pt x="52082" y="35431"/>
                    <a:pt x="55658" y="37439"/>
                    <a:pt x="55658" y="41907"/>
                  </a:cubicBezTo>
                  <a:cubicBezTo>
                    <a:pt x="55658" y="47717"/>
                    <a:pt x="49063" y="49280"/>
                    <a:pt x="45262" y="49280"/>
                  </a:cubicBezTo>
                  <a:cubicBezTo>
                    <a:pt x="38780" y="49280"/>
                    <a:pt x="34871" y="43362"/>
                    <a:pt x="33528" y="40793"/>
                  </a:cubicBezTo>
                  <a:cubicBezTo>
                    <a:pt x="30734" y="48162"/>
                    <a:pt x="24700" y="49280"/>
                    <a:pt x="21460" y="49280"/>
                  </a:cubicBezTo>
                  <a:cubicBezTo>
                    <a:pt x="9834" y="49280"/>
                    <a:pt x="3467" y="34871"/>
                    <a:pt x="3467" y="32078"/>
                  </a:cubicBezTo>
                  <a:cubicBezTo>
                    <a:pt x="3467" y="30964"/>
                    <a:pt x="4582" y="30964"/>
                    <a:pt x="4807" y="30964"/>
                  </a:cubicBezTo>
                  <a:cubicBezTo>
                    <a:pt x="5701" y="30964"/>
                    <a:pt x="6037" y="31185"/>
                    <a:pt x="6258" y="32190"/>
                  </a:cubicBezTo>
                  <a:cubicBezTo>
                    <a:pt x="10059" y="44031"/>
                    <a:pt x="17435" y="46823"/>
                    <a:pt x="21236" y="46823"/>
                  </a:cubicBezTo>
                  <a:cubicBezTo>
                    <a:pt x="23357" y="46823"/>
                    <a:pt x="27270" y="45818"/>
                    <a:pt x="27270" y="39339"/>
                  </a:cubicBezTo>
                  <a:cubicBezTo>
                    <a:pt x="27270" y="35876"/>
                    <a:pt x="25369" y="28392"/>
                    <a:pt x="21236" y="12757"/>
                  </a:cubicBezTo>
                  <a:cubicBezTo>
                    <a:pt x="19448" y="5829"/>
                    <a:pt x="15535" y="1140"/>
                    <a:pt x="10620" y="1140"/>
                  </a:cubicBezTo>
                  <a:cubicBezTo>
                    <a:pt x="9946" y="1140"/>
                    <a:pt x="7377" y="1140"/>
                    <a:pt x="5031" y="2591"/>
                  </a:cubicBezTo>
                  <a:cubicBezTo>
                    <a:pt x="7825" y="3148"/>
                    <a:pt x="10283" y="5496"/>
                    <a:pt x="10283" y="8622"/>
                  </a:cubicBezTo>
                  <a:cubicBezTo>
                    <a:pt x="10283" y="11638"/>
                    <a:pt x="7825" y="12532"/>
                    <a:pt x="6150" y="12532"/>
                  </a:cubicBezTo>
                  <a:cubicBezTo>
                    <a:pt x="2794" y="12532"/>
                    <a:pt x="0" y="9627"/>
                    <a:pt x="0" y="6053"/>
                  </a:cubicBezTo>
                  <a:cubicBezTo>
                    <a:pt x="0" y="916"/>
                    <a:pt x="5589" y="-1320"/>
                    <a:pt x="10507" y="-1320"/>
                  </a:cubicBezTo>
                  <a:cubicBezTo>
                    <a:pt x="17884" y="-1320"/>
                    <a:pt x="21906" y="6501"/>
                    <a:pt x="22242" y="7171"/>
                  </a:cubicBezTo>
                  <a:cubicBezTo>
                    <a:pt x="23581" y="3040"/>
                    <a:pt x="27606" y="-1320"/>
                    <a:pt x="34310" y="-1320"/>
                  </a:cubicBezTo>
                  <a:cubicBezTo>
                    <a:pt x="45823" y="-1320"/>
                    <a:pt x="52190" y="13089"/>
                    <a:pt x="52190" y="15882"/>
                  </a:cubicBezTo>
                  <a:cubicBezTo>
                    <a:pt x="52190" y="17000"/>
                    <a:pt x="51188" y="17000"/>
                    <a:pt x="50851" y="17000"/>
                  </a:cubicBezTo>
                  <a:cubicBezTo>
                    <a:pt x="49845" y="17000"/>
                    <a:pt x="49621" y="16555"/>
                    <a:pt x="49400" y="15770"/>
                  </a:cubicBezTo>
                  <a:cubicBezTo>
                    <a:pt x="45711" y="3821"/>
                    <a:pt x="38110" y="1140"/>
                    <a:pt x="34534" y="1140"/>
                  </a:cubicBezTo>
                  <a:cubicBezTo>
                    <a:pt x="30176" y="1140"/>
                    <a:pt x="28388" y="4714"/>
                    <a:pt x="28388" y="8509"/>
                  </a:cubicBezTo>
                  <a:cubicBezTo>
                    <a:pt x="28388" y="10969"/>
                    <a:pt x="29058" y="13425"/>
                    <a:pt x="30288" y="18342"/>
                  </a:cubicBezTo>
                  <a:lnTo>
                    <a:pt x="34089" y="33645"/>
                  </a:lnTo>
                  <a:close/>
                </a:path>
              </a:pathLst>
            </a:custGeom>
            <a:solidFill>
              <a:srgbClr val="000000"/>
            </a:solidFill>
            <a:ln w="25400" cap="flat">
              <a:noFill/>
              <a:prstDash val="solid"/>
              <a:miter/>
            </a:ln>
          </p:spPr>
          <p:txBody>
            <a:bodyPr/>
            <a:lstStyle/>
            <a:p>
              <a:endParaRPr lang="en-GB"/>
            </a:p>
          </p:txBody>
        </p:sp>
        <p:sp>
          <p:nvSpPr>
            <p:cNvPr id="2342" name="Freeform: Shape 2341">
              <a:extLst>
                <a:ext uri="{FF2B5EF4-FFF2-40B4-BE49-F238E27FC236}">
                  <a16:creationId xmlns:a16="http://schemas.microsoft.com/office/drawing/2014/main" id="{0042D3DF-B9D6-D43D-BF82-DA2C75F5373D}"/>
                </a:ext>
              </a:extLst>
            </p:cNvPr>
            <p:cNvSpPr/>
            <p:nvPr>
              <p:custDataLst>
                <p:tags r:id="rId37"/>
              </p:custDataLst>
            </p:nvPr>
          </p:nvSpPr>
          <p:spPr>
            <a:xfrm flipV="1">
              <a:off x="8391364" y="-4447866"/>
              <a:ext cx="25927" cy="111696"/>
            </a:xfrm>
            <a:custGeom>
              <a:avLst/>
              <a:gdLst>
                <a:gd name="csX0" fmla="*/ 25927 w 25927"/>
                <a:gd name="csY0" fmla="*/ 54528 h 111696"/>
                <a:gd name="csX1" fmla="*/ 18550 w 25927"/>
                <a:gd name="csY1" fmla="*/ 89376 h 111696"/>
                <a:gd name="csX2" fmla="*/ 1118 w 25927"/>
                <a:gd name="csY2" fmla="*/ 110376 h 111696"/>
                <a:gd name="csX3" fmla="*/ 0 w 25927"/>
                <a:gd name="csY3" fmla="*/ 109259 h 111696"/>
                <a:gd name="csX4" fmla="*/ 2125 w 25927"/>
                <a:gd name="csY4" fmla="*/ 106690 h 111696"/>
                <a:gd name="csX5" fmla="*/ 19444 w 25927"/>
                <a:gd name="csY5" fmla="*/ 54528 h 111696"/>
                <a:gd name="csX6" fmla="*/ 1452 w 25927"/>
                <a:gd name="csY6" fmla="*/ 1697 h 111696"/>
                <a:gd name="csX7" fmla="*/ 0 w 25927"/>
                <a:gd name="csY7" fmla="*/ -202 h 111696"/>
                <a:gd name="csX8" fmla="*/ 1118 w 25927"/>
                <a:gd name="csY8" fmla="*/ -1321 h 111696"/>
                <a:gd name="csX9" fmla="*/ 18887 w 25927"/>
                <a:gd name="csY9" fmla="*/ 20461 h 111696"/>
                <a:gd name="csX10" fmla="*/ 25927 w 25927"/>
                <a:gd name="csY10" fmla="*/ 54528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927" h="111696">
                  <a:moveTo>
                    <a:pt x="25927" y="54528"/>
                  </a:moveTo>
                  <a:cubicBezTo>
                    <a:pt x="25927" y="63239"/>
                    <a:pt x="24700" y="76755"/>
                    <a:pt x="18550" y="89376"/>
                  </a:cubicBezTo>
                  <a:cubicBezTo>
                    <a:pt x="11847" y="103116"/>
                    <a:pt x="2233" y="110376"/>
                    <a:pt x="1118" y="110376"/>
                  </a:cubicBezTo>
                  <a:cubicBezTo>
                    <a:pt x="445" y="110376"/>
                    <a:pt x="0" y="109928"/>
                    <a:pt x="0" y="109259"/>
                  </a:cubicBezTo>
                  <a:cubicBezTo>
                    <a:pt x="0" y="108926"/>
                    <a:pt x="0" y="108702"/>
                    <a:pt x="2125" y="106690"/>
                  </a:cubicBezTo>
                  <a:cubicBezTo>
                    <a:pt x="13074" y="95631"/>
                    <a:pt x="19444" y="77872"/>
                    <a:pt x="19444" y="54528"/>
                  </a:cubicBezTo>
                  <a:cubicBezTo>
                    <a:pt x="19444" y="35427"/>
                    <a:pt x="15311" y="15769"/>
                    <a:pt x="1452" y="1697"/>
                  </a:cubicBezTo>
                  <a:cubicBezTo>
                    <a:pt x="0" y="355"/>
                    <a:pt x="0" y="130"/>
                    <a:pt x="0" y="-202"/>
                  </a:cubicBezTo>
                  <a:cubicBezTo>
                    <a:pt x="0" y="-872"/>
                    <a:pt x="445" y="-1321"/>
                    <a:pt x="1118" y="-1321"/>
                  </a:cubicBezTo>
                  <a:cubicBezTo>
                    <a:pt x="2233" y="-1321"/>
                    <a:pt x="12292" y="6276"/>
                    <a:pt x="18887" y="20461"/>
                  </a:cubicBezTo>
                  <a:cubicBezTo>
                    <a:pt x="24588" y="32747"/>
                    <a:pt x="25927" y="45144"/>
                    <a:pt x="25927" y="54528"/>
                  </a:cubicBezTo>
                  <a:close/>
                </a:path>
              </a:pathLst>
            </a:custGeom>
            <a:solidFill>
              <a:srgbClr val="000000"/>
            </a:solidFill>
            <a:ln w="25400" cap="flat">
              <a:noFill/>
              <a:prstDash val="solid"/>
              <a:miter/>
            </a:ln>
          </p:spPr>
          <p:txBody>
            <a:bodyPr/>
            <a:lstStyle/>
            <a:p>
              <a:endParaRPr lang="en-GB"/>
            </a:p>
          </p:txBody>
        </p:sp>
        <p:sp>
          <p:nvSpPr>
            <p:cNvPr id="2343" name="Freeform: Shape 2342">
              <a:extLst>
                <a:ext uri="{FF2B5EF4-FFF2-40B4-BE49-F238E27FC236}">
                  <a16:creationId xmlns:a16="http://schemas.microsoft.com/office/drawing/2014/main" id="{EF1D4551-1953-7D2E-CBCE-028E8D9B626F}"/>
                </a:ext>
              </a:extLst>
            </p:cNvPr>
            <p:cNvSpPr/>
            <p:nvPr>
              <p:custDataLst>
                <p:tags r:id="rId38"/>
              </p:custDataLst>
            </p:nvPr>
          </p:nvSpPr>
          <p:spPr>
            <a:xfrm flipV="1">
              <a:off x="8465556" y="-4405084"/>
              <a:ext cx="74320" cy="26137"/>
            </a:xfrm>
            <a:custGeom>
              <a:avLst/>
              <a:gdLst>
                <a:gd name="csX0" fmla="*/ 70519 w 74320"/>
                <a:gd name="csY0" fmla="*/ 20349 h 26137"/>
                <a:gd name="csX1" fmla="*/ 74321 w 74320"/>
                <a:gd name="csY1" fmla="*/ 22585 h 26137"/>
                <a:gd name="csX2" fmla="*/ 70632 w 74320"/>
                <a:gd name="csY2" fmla="*/ 24816 h 26137"/>
                <a:gd name="csX3" fmla="*/ 3688 w 74320"/>
                <a:gd name="csY3" fmla="*/ 24816 h 26137"/>
                <a:gd name="csX4" fmla="*/ 0 w 74320"/>
                <a:gd name="csY4" fmla="*/ 22585 h 26137"/>
                <a:gd name="csX5" fmla="*/ 3800 w 74320"/>
                <a:gd name="csY5" fmla="*/ 20349 h 26137"/>
                <a:gd name="csX6" fmla="*/ 70519 w 74320"/>
                <a:gd name="csY6" fmla="*/ 20349 h 26137"/>
                <a:gd name="csX7" fmla="*/ 70632 w 74320"/>
                <a:gd name="csY7" fmla="*/ -1321 h 26137"/>
                <a:gd name="csX8" fmla="*/ 74321 w 74320"/>
                <a:gd name="csY8" fmla="*/ 915 h 26137"/>
                <a:gd name="csX9" fmla="*/ 70519 w 74320"/>
                <a:gd name="csY9" fmla="*/ 3151 h 26137"/>
                <a:gd name="csX10" fmla="*/ 3800 w 74320"/>
                <a:gd name="csY10" fmla="*/ 3151 h 26137"/>
                <a:gd name="csX11" fmla="*/ 0 w 74320"/>
                <a:gd name="csY11" fmla="*/ 915 h 26137"/>
                <a:gd name="csX12" fmla="*/ 3688 w 74320"/>
                <a:gd name="csY12" fmla="*/ -1321 h 26137"/>
                <a:gd name="csX13" fmla="*/ 70632 w 74320"/>
                <a:gd name="csY13" fmla="*/ -1321 h 26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74320" h="26137">
                  <a:moveTo>
                    <a:pt x="70519" y="20349"/>
                  </a:moveTo>
                  <a:cubicBezTo>
                    <a:pt x="72196" y="20349"/>
                    <a:pt x="74321" y="20349"/>
                    <a:pt x="74321" y="22585"/>
                  </a:cubicBezTo>
                  <a:cubicBezTo>
                    <a:pt x="74321" y="24816"/>
                    <a:pt x="72196" y="24816"/>
                    <a:pt x="70632" y="24816"/>
                  </a:cubicBezTo>
                  <a:lnTo>
                    <a:pt x="3688" y="24816"/>
                  </a:lnTo>
                  <a:cubicBezTo>
                    <a:pt x="2124" y="24816"/>
                    <a:pt x="0" y="24816"/>
                    <a:pt x="0" y="22585"/>
                  </a:cubicBezTo>
                  <a:cubicBezTo>
                    <a:pt x="0" y="20349"/>
                    <a:pt x="2124" y="20349"/>
                    <a:pt x="3800" y="20349"/>
                  </a:cubicBezTo>
                  <a:lnTo>
                    <a:pt x="70519" y="20349"/>
                  </a:lnTo>
                  <a:close/>
                  <a:moveTo>
                    <a:pt x="70632" y="-1321"/>
                  </a:moveTo>
                  <a:cubicBezTo>
                    <a:pt x="72196" y="-1321"/>
                    <a:pt x="74321" y="-1321"/>
                    <a:pt x="74321" y="915"/>
                  </a:cubicBezTo>
                  <a:cubicBezTo>
                    <a:pt x="74321" y="3151"/>
                    <a:pt x="72196" y="3151"/>
                    <a:pt x="70519" y="3151"/>
                  </a:cubicBezTo>
                  <a:lnTo>
                    <a:pt x="3800" y="3151"/>
                  </a:lnTo>
                  <a:cubicBezTo>
                    <a:pt x="2124" y="3151"/>
                    <a:pt x="0" y="3151"/>
                    <a:pt x="0" y="915"/>
                  </a:cubicBezTo>
                  <a:cubicBezTo>
                    <a:pt x="0" y="-1321"/>
                    <a:pt x="2124" y="-1321"/>
                    <a:pt x="3688" y="-1321"/>
                  </a:cubicBezTo>
                  <a:lnTo>
                    <a:pt x="70632" y="-1321"/>
                  </a:lnTo>
                  <a:close/>
                </a:path>
              </a:pathLst>
            </a:custGeom>
            <a:solidFill>
              <a:srgbClr val="000000"/>
            </a:solidFill>
            <a:ln w="25400" cap="flat">
              <a:noFill/>
              <a:prstDash val="solid"/>
              <a:miter/>
            </a:ln>
          </p:spPr>
          <p:txBody>
            <a:bodyPr/>
            <a:lstStyle/>
            <a:p>
              <a:endParaRPr lang="en-GB"/>
            </a:p>
          </p:txBody>
        </p:sp>
        <p:sp>
          <p:nvSpPr>
            <p:cNvPr id="2344" name="Freeform: Shape 2343">
              <a:extLst>
                <a:ext uri="{FF2B5EF4-FFF2-40B4-BE49-F238E27FC236}">
                  <a16:creationId xmlns:a16="http://schemas.microsoft.com/office/drawing/2014/main" id="{500121B7-B697-1A56-810B-765A2365AEA1}"/>
                </a:ext>
              </a:extLst>
            </p:cNvPr>
            <p:cNvSpPr/>
            <p:nvPr>
              <p:custDataLst>
                <p:tags r:id="rId39"/>
              </p:custDataLst>
            </p:nvPr>
          </p:nvSpPr>
          <p:spPr>
            <a:xfrm flipV="1">
              <a:off x="8620407" y="-4794074"/>
              <a:ext cx="37328" cy="101531"/>
            </a:xfrm>
            <a:custGeom>
              <a:avLst/>
              <a:gdLst>
                <a:gd name="csX0" fmla="*/ 13410 w 37328"/>
                <a:gd name="csY0" fmla="*/ 49661 h 101531"/>
                <a:gd name="csX1" fmla="*/ 35765 w 37328"/>
                <a:gd name="csY1" fmla="*/ 94230 h 101531"/>
                <a:gd name="csX2" fmla="*/ 37329 w 37328"/>
                <a:gd name="csY2" fmla="*/ 97467 h 101531"/>
                <a:gd name="csX3" fmla="*/ 34422 w 37328"/>
                <a:gd name="csY3" fmla="*/ 100148 h 101531"/>
                <a:gd name="csX4" fmla="*/ 32634 w 37328"/>
                <a:gd name="csY4" fmla="*/ 100148 h 101531"/>
                <a:gd name="csX5" fmla="*/ 0 w 37328"/>
                <a:gd name="csY5" fmla="*/ 49661 h 101531"/>
                <a:gd name="csX6" fmla="*/ 0 w 37328"/>
                <a:gd name="csY6" fmla="*/ 1634 h 101531"/>
                <a:gd name="csX7" fmla="*/ 3131 w 37328"/>
                <a:gd name="csY7" fmla="*/ -1383 h 101531"/>
                <a:gd name="csX8" fmla="*/ 10283 w 37328"/>
                <a:gd name="csY8" fmla="*/ -1383 h 101531"/>
                <a:gd name="csX9" fmla="*/ 13410 w 37328"/>
                <a:gd name="csY9" fmla="*/ 1634 h 101531"/>
                <a:gd name="csX10" fmla="*/ 13410 w 37328"/>
                <a:gd name="csY10" fmla="*/ 49661 h 101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7328" h="101531">
                  <a:moveTo>
                    <a:pt x="13410" y="49661"/>
                  </a:moveTo>
                  <a:cubicBezTo>
                    <a:pt x="13410" y="58820"/>
                    <a:pt x="15872" y="80154"/>
                    <a:pt x="35765" y="94230"/>
                  </a:cubicBezTo>
                  <a:cubicBezTo>
                    <a:pt x="37216" y="95344"/>
                    <a:pt x="37329" y="95456"/>
                    <a:pt x="37329" y="97467"/>
                  </a:cubicBezTo>
                  <a:cubicBezTo>
                    <a:pt x="37329" y="100036"/>
                    <a:pt x="37216" y="100148"/>
                    <a:pt x="34422" y="100148"/>
                  </a:cubicBezTo>
                  <a:lnTo>
                    <a:pt x="32634" y="100148"/>
                  </a:lnTo>
                  <a:cubicBezTo>
                    <a:pt x="8607" y="87193"/>
                    <a:pt x="0" y="66081"/>
                    <a:pt x="0" y="49661"/>
                  </a:cubicBezTo>
                  <a:lnTo>
                    <a:pt x="0" y="1634"/>
                  </a:lnTo>
                  <a:cubicBezTo>
                    <a:pt x="0" y="-1272"/>
                    <a:pt x="112" y="-1383"/>
                    <a:pt x="3131" y="-1383"/>
                  </a:cubicBezTo>
                  <a:lnTo>
                    <a:pt x="10283" y="-1383"/>
                  </a:lnTo>
                  <a:cubicBezTo>
                    <a:pt x="13302" y="-1383"/>
                    <a:pt x="13410" y="-1272"/>
                    <a:pt x="13410" y="1634"/>
                  </a:cubicBezTo>
                  <a:lnTo>
                    <a:pt x="13410" y="49661"/>
                  </a:lnTo>
                  <a:close/>
                </a:path>
              </a:pathLst>
            </a:custGeom>
            <a:solidFill>
              <a:srgbClr val="000000"/>
            </a:solidFill>
            <a:ln w="25400" cap="flat">
              <a:noFill/>
              <a:prstDash val="solid"/>
              <a:miter/>
            </a:ln>
          </p:spPr>
          <p:txBody>
            <a:bodyPr/>
            <a:lstStyle/>
            <a:p>
              <a:endParaRPr lang="en-GB"/>
            </a:p>
          </p:txBody>
        </p:sp>
        <p:sp>
          <p:nvSpPr>
            <p:cNvPr id="2345" name="Freeform: Shape 2344">
              <a:extLst>
                <a:ext uri="{FF2B5EF4-FFF2-40B4-BE49-F238E27FC236}">
                  <a16:creationId xmlns:a16="http://schemas.microsoft.com/office/drawing/2014/main" id="{B7F7E5BE-EBCF-A1CE-1463-C03C9BDACEAA}"/>
                </a:ext>
              </a:extLst>
            </p:cNvPr>
            <p:cNvSpPr/>
            <p:nvPr>
              <p:custDataLst>
                <p:tags r:id="rId40"/>
              </p:custDataLst>
            </p:nvPr>
          </p:nvSpPr>
          <p:spPr>
            <a:xfrm flipV="1">
              <a:off x="8620407" y="-4694766"/>
              <a:ext cx="13410" cy="35745"/>
            </a:xfrm>
            <a:custGeom>
              <a:avLst/>
              <a:gdLst>
                <a:gd name="csX0" fmla="*/ 13410 w 13410"/>
                <a:gd name="csY0" fmla="*/ 31356 h 35745"/>
                <a:gd name="csX1" fmla="*/ 10283 w 13410"/>
                <a:gd name="csY1" fmla="*/ 34374 h 35745"/>
                <a:gd name="csX2" fmla="*/ 3131 w 13410"/>
                <a:gd name="csY2" fmla="*/ 34374 h 35745"/>
                <a:gd name="csX3" fmla="*/ 0 w 13410"/>
                <a:gd name="csY3" fmla="*/ 31356 h 35745"/>
                <a:gd name="csX4" fmla="*/ 0 w 13410"/>
                <a:gd name="csY4" fmla="*/ 1645 h 35745"/>
                <a:gd name="csX5" fmla="*/ 3131 w 13410"/>
                <a:gd name="csY5" fmla="*/ -1371 h 35745"/>
                <a:gd name="csX6" fmla="*/ 10283 w 13410"/>
                <a:gd name="csY6" fmla="*/ -1371 h 35745"/>
                <a:gd name="csX7" fmla="*/ 13410 w 13410"/>
                <a:gd name="csY7" fmla="*/ 1645 h 35745"/>
                <a:gd name="csX8" fmla="*/ 13410 w 13410"/>
                <a:gd name="csY8" fmla="*/ 31356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56"/>
                  </a:moveTo>
                  <a:cubicBezTo>
                    <a:pt x="13410" y="34262"/>
                    <a:pt x="13302" y="34374"/>
                    <a:pt x="10283" y="34374"/>
                  </a:cubicBezTo>
                  <a:lnTo>
                    <a:pt x="3131" y="34374"/>
                  </a:lnTo>
                  <a:cubicBezTo>
                    <a:pt x="112" y="34374"/>
                    <a:pt x="0" y="34262"/>
                    <a:pt x="0" y="31356"/>
                  </a:cubicBezTo>
                  <a:lnTo>
                    <a:pt x="0" y="1645"/>
                  </a:lnTo>
                  <a:cubicBezTo>
                    <a:pt x="0" y="-1259"/>
                    <a:pt x="112" y="-1371"/>
                    <a:pt x="3131" y="-1371"/>
                  </a:cubicBezTo>
                  <a:lnTo>
                    <a:pt x="10283" y="-1371"/>
                  </a:lnTo>
                  <a:cubicBezTo>
                    <a:pt x="13302" y="-1371"/>
                    <a:pt x="13410" y="-1259"/>
                    <a:pt x="13410" y="1645"/>
                  </a:cubicBezTo>
                  <a:lnTo>
                    <a:pt x="13410" y="31356"/>
                  </a:lnTo>
                  <a:close/>
                </a:path>
              </a:pathLst>
            </a:custGeom>
            <a:solidFill>
              <a:srgbClr val="000000"/>
            </a:solidFill>
            <a:ln w="25400" cap="flat">
              <a:noFill/>
              <a:prstDash val="solid"/>
              <a:miter/>
            </a:ln>
          </p:spPr>
          <p:txBody>
            <a:bodyPr/>
            <a:lstStyle/>
            <a:p>
              <a:endParaRPr lang="en-GB"/>
            </a:p>
          </p:txBody>
        </p:sp>
        <p:sp>
          <p:nvSpPr>
            <p:cNvPr id="2346" name="Freeform: Shape 2345">
              <a:extLst>
                <a:ext uri="{FF2B5EF4-FFF2-40B4-BE49-F238E27FC236}">
                  <a16:creationId xmlns:a16="http://schemas.microsoft.com/office/drawing/2014/main" id="{E24DFA1F-D605-98B9-2811-9952C7BBA9A8}"/>
                </a:ext>
              </a:extLst>
            </p:cNvPr>
            <p:cNvSpPr/>
            <p:nvPr>
              <p:custDataLst>
                <p:tags r:id="rId41"/>
              </p:custDataLst>
            </p:nvPr>
          </p:nvSpPr>
          <p:spPr>
            <a:xfrm flipV="1">
              <a:off x="8620407" y="-4661249"/>
              <a:ext cx="13410" cy="35745"/>
            </a:xfrm>
            <a:custGeom>
              <a:avLst/>
              <a:gdLst>
                <a:gd name="csX0" fmla="*/ 13410 w 13410"/>
                <a:gd name="csY0" fmla="*/ 31363 h 35745"/>
                <a:gd name="csX1" fmla="*/ 10283 w 13410"/>
                <a:gd name="csY1" fmla="*/ 34380 h 35745"/>
                <a:gd name="csX2" fmla="*/ 3131 w 13410"/>
                <a:gd name="csY2" fmla="*/ 34380 h 35745"/>
                <a:gd name="csX3" fmla="*/ 0 w 13410"/>
                <a:gd name="csY3" fmla="*/ 31363 h 35745"/>
                <a:gd name="csX4" fmla="*/ 0 w 13410"/>
                <a:gd name="csY4" fmla="*/ 1652 h 35745"/>
                <a:gd name="csX5" fmla="*/ 3131 w 13410"/>
                <a:gd name="csY5" fmla="*/ -1365 h 35745"/>
                <a:gd name="csX6" fmla="*/ 10283 w 13410"/>
                <a:gd name="csY6" fmla="*/ -1365 h 35745"/>
                <a:gd name="csX7" fmla="*/ 13410 w 13410"/>
                <a:gd name="csY7" fmla="*/ 1652 h 35745"/>
                <a:gd name="csX8" fmla="*/ 13410 w 13410"/>
                <a:gd name="csY8" fmla="*/ 31363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63"/>
                  </a:moveTo>
                  <a:cubicBezTo>
                    <a:pt x="13410" y="34268"/>
                    <a:pt x="13302" y="34380"/>
                    <a:pt x="10283" y="34380"/>
                  </a:cubicBezTo>
                  <a:lnTo>
                    <a:pt x="3131" y="34380"/>
                  </a:lnTo>
                  <a:cubicBezTo>
                    <a:pt x="112" y="34380"/>
                    <a:pt x="0" y="34268"/>
                    <a:pt x="0" y="31363"/>
                  </a:cubicBezTo>
                  <a:lnTo>
                    <a:pt x="0" y="1652"/>
                  </a:lnTo>
                  <a:cubicBezTo>
                    <a:pt x="0" y="-1253"/>
                    <a:pt x="112" y="-1365"/>
                    <a:pt x="3131" y="-1365"/>
                  </a:cubicBezTo>
                  <a:lnTo>
                    <a:pt x="10283" y="-1365"/>
                  </a:lnTo>
                  <a:cubicBezTo>
                    <a:pt x="13302" y="-1365"/>
                    <a:pt x="13410" y="-1253"/>
                    <a:pt x="13410" y="1652"/>
                  </a:cubicBezTo>
                  <a:lnTo>
                    <a:pt x="13410" y="31363"/>
                  </a:lnTo>
                  <a:close/>
                </a:path>
              </a:pathLst>
            </a:custGeom>
            <a:solidFill>
              <a:srgbClr val="000000"/>
            </a:solidFill>
            <a:ln w="25400" cap="flat">
              <a:noFill/>
              <a:prstDash val="solid"/>
              <a:miter/>
            </a:ln>
          </p:spPr>
          <p:txBody>
            <a:bodyPr/>
            <a:lstStyle/>
            <a:p>
              <a:endParaRPr lang="en-GB"/>
            </a:p>
          </p:txBody>
        </p:sp>
        <p:sp>
          <p:nvSpPr>
            <p:cNvPr id="2347" name="Freeform: Shape 2346">
              <a:extLst>
                <a:ext uri="{FF2B5EF4-FFF2-40B4-BE49-F238E27FC236}">
                  <a16:creationId xmlns:a16="http://schemas.microsoft.com/office/drawing/2014/main" id="{BA5FA5A4-8382-A429-D22A-C24C1CC9E252}"/>
                </a:ext>
              </a:extLst>
            </p:cNvPr>
            <p:cNvSpPr/>
            <p:nvPr>
              <p:custDataLst>
                <p:tags r:id="rId42"/>
              </p:custDataLst>
            </p:nvPr>
          </p:nvSpPr>
          <p:spPr>
            <a:xfrm flipV="1">
              <a:off x="8620407" y="-4627734"/>
              <a:ext cx="13410" cy="35745"/>
            </a:xfrm>
            <a:custGeom>
              <a:avLst/>
              <a:gdLst>
                <a:gd name="csX0" fmla="*/ 13410 w 13410"/>
                <a:gd name="csY0" fmla="*/ 31368 h 35745"/>
                <a:gd name="csX1" fmla="*/ 10283 w 13410"/>
                <a:gd name="csY1" fmla="*/ 34386 h 35745"/>
                <a:gd name="csX2" fmla="*/ 3131 w 13410"/>
                <a:gd name="csY2" fmla="*/ 34386 h 35745"/>
                <a:gd name="csX3" fmla="*/ 0 w 13410"/>
                <a:gd name="csY3" fmla="*/ 31368 h 35745"/>
                <a:gd name="csX4" fmla="*/ 0 w 13410"/>
                <a:gd name="csY4" fmla="*/ 1657 h 35745"/>
                <a:gd name="csX5" fmla="*/ 3131 w 13410"/>
                <a:gd name="csY5" fmla="*/ -1359 h 35745"/>
                <a:gd name="csX6" fmla="*/ 10283 w 13410"/>
                <a:gd name="csY6" fmla="*/ -1359 h 35745"/>
                <a:gd name="csX7" fmla="*/ 13410 w 13410"/>
                <a:gd name="csY7" fmla="*/ 1657 h 35745"/>
                <a:gd name="csX8" fmla="*/ 13410 w 13410"/>
                <a:gd name="csY8" fmla="*/ 31368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68"/>
                  </a:moveTo>
                  <a:cubicBezTo>
                    <a:pt x="13410" y="34274"/>
                    <a:pt x="13302" y="34386"/>
                    <a:pt x="10283" y="34386"/>
                  </a:cubicBezTo>
                  <a:lnTo>
                    <a:pt x="3131" y="34386"/>
                  </a:lnTo>
                  <a:cubicBezTo>
                    <a:pt x="112" y="34386"/>
                    <a:pt x="0" y="34274"/>
                    <a:pt x="0" y="31368"/>
                  </a:cubicBezTo>
                  <a:lnTo>
                    <a:pt x="0" y="1657"/>
                  </a:lnTo>
                  <a:cubicBezTo>
                    <a:pt x="0" y="-1248"/>
                    <a:pt x="112" y="-1359"/>
                    <a:pt x="3131" y="-1359"/>
                  </a:cubicBezTo>
                  <a:lnTo>
                    <a:pt x="10283" y="-1359"/>
                  </a:lnTo>
                  <a:cubicBezTo>
                    <a:pt x="13302" y="-1359"/>
                    <a:pt x="13410" y="-1248"/>
                    <a:pt x="13410" y="1657"/>
                  </a:cubicBezTo>
                  <a:lnTo>
                    <a:pt x="13410" y="31368"/>
                  </a:lnTo>
                  <a:close/>
                </a:path>
              </a:pathLst>
            </a:custGeom>
            <a:solidFill>
              <a:srgbClr val="000000"/>
            </a:solidFill>
            <a:ln w="25400" cap="flat">
              <a:noFill/>
              <a:prstDash val="solid"/>
              <a:miter/>
            </a:ln>
          </p:spPr>
          <p:txBody>
            <a:bodyPr/>
            <a:lstStyle/>
            <a:p>
              <a:endParaRPr lang="en-GB"/>
            </a:p>
          </p:txBody>
        </p:sp>
        <p:sp>
          <p:nvSpPr>
            <p:cNvPr id="2348" name="Freeform: Shape 2347">
              <a:extLst>
                <a:ext uri="{FF2B5EF4-FFF2-40B4-BE49-F238E27FC236}">
                  <a16:creationId xmlns:a16="http://schemas.microsoft.com/office/drawing/2014/main" id="{AD3EBFB8-5821-AC20-EDBD-21E0E76746DC}"/>
                </a:ext>
              </a:extLst>
            </p:cNvPr>
            <p:cNvSpPr/>
            <p:nvPr>
              <p:custDataLst>
                <p:tags r:id="rId43"/>
              </p:custDataLst>
            </p:nvPr>
          </p:nvSpPr>
          <p:spPr>
            <a:xfrm flipV="1">
              <a:off x="8620407" y="-4594229"/>
              <a:ext cx="13410" cy="35745"/>
            </a:xfrm>
            <a:custGeom>
              <a:avLst/>
              <a:gdLst>
                <a:gd name="csX0" fmla="*/ 13410 w 13410"/>
                <a:gd name="csY0" fmla="*/ 31375 h 35745"/>
                <a:gd name="csX1" fmla="*/ 10283 w 13410"/>
                <a:gd name="csY1" fmla="*/ 34392 h 35745"/>
                <a:gd name="csX2" fmla="*/ 3131 w 13410"/>
                <a:gd name="csY2" fmla="*/ 34392 h 35745"/>
                <a:gd name="csX3" fmla="*/ 0 w 13410"/>
                <a:gd name="csY3" fmla="*/ 31375 h 35745"/>
                <a:gd name="csX4" fmla="*/ 0 w 13410"/>
                <a:gd name="csY4" fmla="*/ 1663 h 35745"/>
                <a:gd name="csX5" fmla="*/ 3131 w 13410"/>
                <a:gd name="csY5" fmla="*/ -1353 h 35745"/>
                <a:gd name="csX6" fmla="*/ 10283 w 13410"/>
                <a:gd name="csY6" fmla="*/ -1353 h 35745"/>
                <a:gd name="csX7" fmla="*/ 13410 w 13410"/>
                <a:gd name="csY7" fmla="*/ 1663 h 35745"/>
                <a:gd name="csX8" fmla="*/ 13410 w 13410"/>
                <a:gd name="csY8" fmla="*/ 31375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75"/>
                  </a:moveTo>
                  <a:cubicBezTo>
                    <a:pt x="13410" y="34280"/>
                    <a:pt x="13302" y="34392"/>
                    <a:pt x="10283" y="34392"/>
                  </a:cubicBezTo>
                  <a:lnTo>
                    <a:pt x="3131" y="34392"/>
                  </a:lnTo>
                  <a:cubicBezTo>
                    <a:pt x="112" y="34392"/>
                    <a:pt x="0" y="34280"/>
                    <a:pt x="0" y="31375"/>
                  </a:cubicBezTo>
                  <a:lnTo>
                    <a:pt x="0" y="1663"/>
                  </a:lnTo>
                  <a:cubicBezTo>
                    <a:pt x="0" y="-1241"/>
                    <a:pt x="112" y="-1353"/>
                    <a:pt x="3131" y="-1353"/>
                  </a:cubicBezTo>
                  <a:lnTo>
                    <a:pt x="10283" y="-1353"/>
                  </a:lnTo>
                  <a:cubicBezTo>
                    <a:pt x="13302" y="-1353"/>
                    <a:pt x="13410" y="-1241"/>
                    <a:pt x="13410" y="1663"/>
                  </a:cubicBezTo>
                  <a:lnTo>
                    <a:pt x="13410" y="31375"/>
                  </a:lnTo>
                  <a:close/>
                </a:path>
              </a:pathLst>
            </a:custGeom>
            <a:solidFill>
              <a:srgbClr val="000000"/>
            </a:solidFill>
            <a:ln w="25400" cap="flat">
              <a:noFill/>
              <a:prstDash val="solid"/>
              <a:miter/>
            </a:ln>
          </p:spPr>
          <p:txBody>
            <a:bodyPr/>
            <a:lstStyle/>
            <a:p>
              <a:endParaRPr lang="en-GB"/>
            </a:p>
          </p:txBody>
        </p:sp>
        <p:sp>
          <p:nvSpPr>
            <p:cNvPr id="2349" name="Freeform: Shape 2348">
              <a:extLst>
                <a:ext uri="{FF2B5EF4-FFF2-40B4-BE49-F238E27FC236}">
                  <a16:creationId xmlns:a16="http://schemas.microsoft.com/office/drawing/2014/main" id="{4F2225E1-2B41-8694-1310-986AFC768B10}"/>
                </a:ext>
              </a:extLst>
            </p:cNvPr>
            <p:cNvSpPr/>
            <p:nvPr>
              <p:custDataLst>
                <p:tags r:id="rId44"/>
              </p:custDataLst>
            </p:nvPr>
          </p:nvSpPr>
          <p:spPr>
            <a:xfrm flipV="1">
              <a:off x="8620407" y="-4560713"/>
              <a:ext cx="13410" cy="35745"/>
            </a:xfrm>
            <a:custGeom>
              <a:avLst/>
              <a:gdLst>
                <a:gd name="csX0" fmla="*/ 13410 w 13410"/>
                <a:gd name="csY0" fmla="*/ 31380 h 35745"/>
                <a:gd name="csX1" fmla="*/ 10283 w 13410"/>
                <a:gd name="csY1" fmla="*/ 34398 h 35745"/>
                <a:gd name="csX2" fmla="*/ 3131 w 13410"/>
                <a:gd name="csY2" fmla="*/ 34398 h 35745"/>
                <a:gd name="csX3" fmla="*/ 0 w 13410"/>
                <a:gd name="csY3" fmla="*/ 31380 h 35745"/>
                <a:gd name="csX4" fmla="*/ 0 w 13410"/>
                <a:gd name="csY4" fmla="*/ 1669 h 35745"/>
                <a:gd name="csX5" fmla="*/ 3131 w 13410"/>
                <a:gd name="csY5" fmla="*/ -1348 h 35745"/>
                <a:gd name="csX6" fmla="*/ 10283 w 13410"/>
                <a:gd name="csY6" fmla="*/ -1348 h 35745"/>
                <a:gd name="csX7" fmla="*/ 13410 w 13410"/>
                <a:gd name="csY7" fmla="*/ 1669 h 35745"/>
                <a:gd name="csX8" fmla="*/ 13410 w 13410"/>
                <a:gd name="csY8" fmla="*/ 31380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80"/>
                  </a:moveTo>
                  <a:cubicBezTo>
                    <a:pt x="13410" y="34286"/>
                    <a:pt x="13302" y="34398"/>
                    <a:pt x="10283" y="34398"/>
                  </a:cubicBezTo>
                  <a:lnTo>
                    <a:pt x="3131" y="34398"/>
                  </a:lnTo>
                  <a:cubicBezTo>
                    <a:pt x="112" y="34398"/>
                    <a:pt x="0" y="34286"/>
                    <a:pt x="0" y="31380"/>
                  </a:cubicBezTo>
                  <a:lnTo>
                    <a:pt x="0" y="1669"/>
                  </a:lnTo>
                  <a:cubicBezTo>
                    <a:pt x="0" y="-1236"/>
                    <a:pt x="112" y="-1348"/>
                    <a:pt x="3131" y="-1348"/>
                  </a:cubicBezTo>
                  <a:lnTo>
                    <a:pt x="10283" y="-1348"/>
                  </a:lnTo>
                  <a:cubicBezTo>
                    <a:pt x="13302" y="-1348"/>
                    <a:pt x="13410" y="-1236"/>
                    <a:pt x="13410" y="1669"/>
                  </a:cubicBezTo>
                  <a:lnTo>
                    <a:pt x="13410" y="31380"/>
                  </a:lnTo>
                  <a:close/>
                </a:path>
              </a:pathLst>
            </a:custGeom>
            <a:solidFill>
              <a:srgbClr val="000000"/>
            </a:solidFill>
            <a:ln w="25400" cap="flat">
              <a:noFill/>
              <a:prstDash val="solid"/>
              <a:miter/>
            </a:ln>
          </p:spPr>
          <p:txBody>
            <a:bodyPr/>
            <a:lstStyle/>
            <a:p>
              <a:endParaRPr lang="en-GB"/>
            </a:p>
          </p:txBody>
        </p:sp>
        <p:sp>
          <p:nvSpPr>
            <p:cNvPr id="2350" name="Freeform: Shape 2349">
              <a:extLst>
                <a:ext uri="{FF2B5EF4-FFF2-40B4-BE49-F238E27FC236}">
                  <a16:creationId xmlns:a16="http://schemas.microsoft.com/office/drawing/2014/main" id="{63FD7B7E-9102-8316-E1BC-8BA6FCED9911}"/>
                </a:ext>
              </a:extLst>
            </p:cNvPr>
            <p:cNvSpPr/>
            <p:nvPr>
              <p:custDataLst>
                <p:tags r:id="rId45"/>
              </p:custDataLst>
            </p:nvPr>
          </p:nvSpPr>
          <p:spPr>
            <a:xfrm flipV="1">
              <a:off x="8620407" y="-4527197"/>
              <a:ext cx="13410" cy="35745"/>
            </a:xfrm>
            <a:custGeom>
              <a:avLst/>
              <a:gdLst>
                <a:gd name="csX0" fmla="*/ 13410 w 13410"/>
                <a:gd name="csY0" fmla="*/ 31387 h 35745"/>
                <a:gd name="csX1" fmla="*/ 10283 w 13410"/>
                <a:gd name="csY1" fmla="*/ 34404 h 35745"/>
                <a:gd name="csX2" fmla="*/ 3131 w 13410"/>
                <a:gd name="csY2" fmla="*/ 34404 h 35745"/>
                <a:gd name="csX3" fmla="*/ 0 w 13410"/>
                <a:gd name="csY3" fmla="*/ 31387 h 35745"/>
                <a:gd name="csX4" fmla="*/ 0 w 13410"/>
                <a:gd name="csY4" fmla="*/ 1675 h 35745"/>
                <a:gd name="csX5" fmla="*/ 3131 w 13410"/>
                <a:gd name="csY5" fmla="*/ -1342 h 35745"/>
                <a:gd name="csX6" fmla="*/ 10283 w 13410"/>
                <a:gd name="csY6" fmla="*/ -1342 h 35745"/>
                <a:gd name="csX7" fmla="*/ 13410 w 13410"/>
                <a:gd name="csY7" fmla="*/ 1675 h 35745"/>
                <a:gd name="csX8" fmla="*/ 13410 w 13410"/>
                <a:gd name="csY8" fmla="*/ 31387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87"/>
                  </a:moveTo>
                  <a:cubicBezTo>
                    <a:pt x="13410" y="34292"/>
                    <a:pt x="13302" y="34404"/>
                    <a:pt x="10283" y="34404"/>
                  </a:cubicBezTo>
                  <a:lnTo>
                    <a:pt x="3131" y="34404"/>
                  </a:lnTo>
                  <a:cubicBezTo>
                    <a:pt x="112" y="34404"/>
                    <a:pt x="0" y="34292"/>
                    <a:pt x="0" y="31387"/>
                  </a:cubicBezTo>
                  <a:lnTo>
                    <a:pt x="0" y="1675"/>
                  </a:lnTo>
                  <a:cubicBezTo>
                    <a:pt x="0" y="-1229"/>
                    <a:pt x="112" y="-1342"/>
                    <a:pt x="3131" y="-1342"/>
                  </a:cubicBezTo>
                  <a:lnTo>
                    <a:pt x="10283" y="-1342"/>
                  </a:lnTo>
                  <a:cubicBezTo>
                    <a:pt x="13302" y="-1342"/>
                    <a:pt x="13410" y="-1229"/>
                    <a:pt x="13410" y="1675"/>
                  </a:cubicBezTo>
                  <a:lnTo>
                    <a:pt x="13410" y="31387"/>
                  </a:lnTo>
                  <a:close/>
                </a:path>
              </a:pathLst>
            </a:custGeom>
            <a:solidFill>
              <a:srgbClr val="000000"/>
            </a:solidFill>
            <a:ln w="25400" cap="flat">
              <a:noFill/>
              <a:prstDash val="solid"/>
              <a:miter/>
            </a:ln>
          </p:spPr>
          <p:txBody>
            <a:bodyPr/>
            <a:lstStyle/>
            <a:p>
              <a:endParaRPr lang="en-GB"/>
            </a:p>
          </p:txBody>
        </p:sp>
        <p:sp>
          <p:nvSpPr>
            <p:cNvPr id="2351" name="Freeform: Shape 2350">
              <a:extLst>
                <a:ext uri="{FF2B5EF4-FFF2-40B4-BE49-F238E27FC236}">
                  <a16:creationId xmlns:a16="http://schemas.microsoft.com/office/drawing/2014/main" id="{1539C8BD-2AE5-30C5-4AAD-F6F30B109871}"/>
                </a:ext>
              </a:extLst>
            </p:cNvPr>
            <p:cNvSpPr/>
            <p:nvPr>
              <p:custDataLst>
                <p:tags r:id="rId46"/>
              </p:custDataLst>
            </p:nvPr>
          </p:nvSpPr>
          <p:spPr>
            <a:xfrm flipV="1">
              <a:off x="8596492" y="-4493680"/>
              <a:ext cx="37324" cy="203286"/>
            </a:xfrm>
            <a:custGeom>
              <a:avLst/>
              <a:gdLst>
                <a:gd name="csX0" fmla="*/ 23914 w 37324"/>
                <a:gd name="csY0" fmla="*/ 1692 h 203286"/>
                <a:gd name="csX1" fmla="*/ 27045 w 37324"/>
                <a:gd name="csY1" fmla="*/ -1321 h 203286"/>
                <a:gd name="csX2" fmla="*/ 34197 w 37324"/>
                <a:gd name="csY2" fmla="*/ -1321 h 203286"/>
                <a:gd name="csX3" fmla="*/ 37325 w 37324"/>
                <a:gd name="csY3" fmla="*/ 1692 h 203286"/>
                <a:gd name="csX4" fmla="*/ 37325 w 37324"/>
                <a:gd name="csY4" fmla="*/ 48830 h 203286"/>
                <a:gd name="csX5" fmla="*/ 6595 w 37324"/>
                <a:gd name="csY5" fmla="*/ 100322 h 203286"/>
                <a:gd name="csX6" fmla="*/ 37325 w 37324"/>
                <a:gd name="csY6" fmla="*/ 151812 h 203286"/>
                <a:gd name="csX7" fmla="*/ 37325 w 37324"/>
                <a:gd name="csY7" fmla="*/ 198949 h 203286"/>
                <a:gd name="csX8" fmla="*/ 34197 w 37324"/>
                <a:gd name="csY8" fmla="*/ 201966 h 203286"/>
                <a:gd name="csX9" fmla="*/ 27045 w 37324"/>
                <a:gd name="csY9" fmla="*/ 201966 h 203286"/>
                <a:gd name="csX10" fmla="*/ 23914 w 37324"/>
                <a:gd name="csY10" fmla="*/ 198949 h 203286"/>
                <a:gd name="csX11" fmla="*/ 23914 w 37324"/>
                <a:gd name="csY11" fmla="*/ 151704 h 203286"/>
                <a:gd name="csX12" fmla="*/ 1339 w 37324"/>
                <a:gd name="csY12" fmla="*/ 103449 h 203286"/>
                <a:gd name="csX13" fmla="*/ 0 w 37324"/>
                <a:gd name="csY13" fmla="*/ 100322 h 203286"/>
                <a:gd name="csX14" fmla="*/ 1339 w 37324"/>
                <a:gd name="csY14" fmla="*/ 97193 h 203286"/>
                <a:gd name="csX15" fmla="*/ 17323 w 37324"/>
                <a:gd name="csY15" fmla="*/ 77760 h 203286"/>
                <a:gd name="csX16" fmla="*/ 23914 w 37324"/>
                <a:gd name="csY16" fmla="*/ 48942 h 203286"/>
                <a:gd name="csX17" fmla="*/ 23914 w 37324"/>
                <a:gd name="csY17" fmla="*/ 1692 h 2032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7324" h="203286">
                  <a:moveTo>
                    <a:pt x="23914" y="1692"/>
                  </a:moveTo>
                  <a:cubicBezTo>
                    <a:pt x="23914" y="-1212"/>
                    <a:pt x="24027" y="-1321"/>
                    <a:pt x="27045" y="-1321"/>
                  </a:cubicBezTo>
                  <a:lnTo>
                    <a:pt x="34197" y="-1321"/>
                  </a:lnTo>
                  <a:cubicBezTo>
                    <a:pt x="37216" y="-1321"/>
                    <a:pt x="37325" y="-1212"/>
                    <a:pt x="37325" y="1692"/>
                  </a:cubicBezTo>
                  <a:lnTo>
                    <a:pt x="37325" y="48830"/>
                  </a:lnTo>
                  <a:cubicBezTo>
                    <a:pt x="37325" y="62345"/>
                    <a:pt x="31628" y="85133"/>
                    <a:pt x="6595" y="100322"/>
                  </a:cubicBezTo>
                  <a:cubicBezTo>
                    <a:pt x="31852" y="115626"/>
                    <a:pt x="37325" y="138633"/>
                    <a:pt x="37325" y="151812"/>
                  </a:cubicBezTo>
                  <a:lnTo>
                    <a:pt x="37325" y="198949"/>
                  </a:lnTo>
                  <a:cubicBezTo>
                    <a:pt x="37325" y="201855"/>
                    <a:pt x="37216" y="201966"/>
                    <a:pt x="34197" y="201966"/>
                  </a:cubicBezTo>
                  <a:lnTo>
                    <a:pt x="27045" y="201966"/>
                  </a:lnTo>
                  <a:cubicBezTo>
                    <a:pt x="24027" y="201966"/>
                    <a:pt x="23914" y="201855"/>
                    <a:pt x="23914" y="198949"/>
                  </a:cubicBezTo>
                  <a:lnTo>
                    <a:pt x="23914" y="151704"/>
                  </a:lnTo>
                  <a:cubicBezTo>
                    <a:pt x="23914" y="142320"/>
                    <a:pt x="21906" y="119087"/>
                    <a:pt x="1339" y="103449"/>
                  </a:cubicBezTo>
                  <a:cubicBezTo>
                    <a:pt x="112" y="102443"/>
                    <a:pt x="0" y="102330"/>
                    <a:pt x="0" y="100322"/>
                  </a:cubicBezTo>
                  <a:cubicBezTo>
                    <a:pt x="0" y="98312"/>
                    <a:pt x="112" y="98199"/>
                    <a:pt x="1339" y="97193"/>
                  </a:cubicBezTo>
                  <a:cubicBezTo>
                    <a:pt x="4246" y="94962"/>
                    <a:pt x="11959" y="89040"/>
                    <a:pt x="17323" y="77760"/>
                  </a:cubicBezTo>
                  <a:cubicBezTo>
                    <a:pt x="21681" y="68825"/>
                    <a:pt x="23914" y="58883"/>
                    <a:pt x="23914" y="48942"/>
                  </a:cubicBezTo>
                  <a:lnTo>
                    <a:pt x="23914" y="1692"/>
                  </a:lnTo>
                  <a:close/>
                </a:path>
              </a:pathLst>
            </a:custGeom>
            <a:solidFill>
              <a:srgbClr val="000000"/>
            </a:solidFill>
            <a:ln w="25400" cap="flat">
              <a:noFill/>
              <a:prstDash val="solid"/>
              <a:miter/>
            </a:ln>
          </p:spPr>
          <p:txBody>
            <a:bodyPr/>
            <a:lstStyle/>
            <a:p>
              <a:endParaRPr lang="en-GB"/>
            </a:p>
          </p:txBody>
        </p:sp>
        <p:sp>
          <p:nvSpPr>
            <p:cNvPr id="2352" name="Freeform: Shape 2351">
              <a:extLst>
                <a:ext uri="{FF2B5EF4-FFF2-40B4-BE49-F238E27FC236}">
                  <a16:creationId xmlns:a16="http://schemas.microsoft.com/office/drawing/2014/main" id="{E736B034-A15D-9571-8B89-065F3B0A9BAB}"/>
                </a:ext>
              </a:extLst>
            </p:cNvPr>
            <p:cNvSpPr/>
            <p:nvPr>
              <p:custDataLst>
                <p:tags r:id="rId47"/>
              </p:custDataLst>
            </p:nvPr>
          </p:nvSpPr>
          <p:spPr>
            <a:xfrm flipV="1">
              <a:off x="8620407" y="-4292595"/>
              <a:ext cx="13410" cy="35745"/>
            </a:xfrm>
            <a:custGeom>
              <a:avLst/>
              <a:gdLst>
                <a:gd name="csX0" fmla="*/ 13410 w 13410"/>
                <a:gd name="csY0" fmla="*/ 31429 h 35745"/>
                <a:gd name="csX1" fmla="*/ 10283 w 13410"/>
                <a:gd name="csY1" fmla="*/ 34446 h 35745"/>
                <a:gd name="csX2" fmla="*/ 3131 w 13410"/>
                <a:gd name="csY2" fmla="*/ 34446 h 35745"/>
                <a:gd name="csX3" fmla="*/ 0 w 13410"/>
                <a:gd name="csY3" fmla="*/ 31429 h 35745"/>
                <a:gd name="csX4" fmla="*/ 0 w 13410"/>
                <a:gd name="csY4" fmla="*/ 1717 h 35745"/>
                <a:gd name="csX5" fmla="*/ 3131 w 13410"/>
                <a:gd name="csY5" fmla="*/ -1300 h 35745"/>
                <a:gd name="csX6" fmla="*/ 10283 w 13410"/>
                <a:gd name="csY6" fmla="*/ -1300 h 35745"/>
                <a:gd name="csX7" fmla="*/ 13410 w 13410"/>
                <a:gd name="csY7" fmla="*/ 1717 h 35745"/>
                <a:gd name="csX8" fmla="*/ 13410 w 13410"/>
                <a:gd name="csY8" fmla="*/ 31429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29"/>
                  </a:moveTo>
                  <a:cubicBezTo>
                    <a:pt x="13410" y="34333"/>
                    <a:pt x="13302" y="34446"/>
                    <a:pt x="10283" y="34446"/>
                  </a:cubicBezTo>
                  <a:lnTo>
                    <a:pt x="3131" y="34446"/>
                  </a:lnTo>
                  <a:cubicBezTo>
                    <a:pt x="112" y="34446"/>
                    <a:pt x="0" y="34333"/>
                    <a:pt x="0" y="31429"/>
                  </a:cubicBezTo>
                  <a:lnTo>
                    <a:pt x="0" y="1717"/>
                  </a:lnTo>
                  <a:cubicBezTo>
                    <a:pt x="0" y="-1187"/>
                    <a:pt x="112" y="-1300"/>
                    <a:pt x="3131" y="-1300"/>
                  </a:cubicBezTo>
                  <a:lnTo>
                    <a:pt x="10283" y="-1300"/>
                  </a:lnTo>
                  <a:cubicBezTo>
                    <a:pt x="13302" y="-1300"/>
                    <a:pt x="13410" y="-1187"/>
                    <a:pt x="13410" y="1717"/>
                  </a:cubicBezTo>
                  <a:lnTo>
                    <a:pt x="13410" y="31429"/>
                  </a:lnTo>
                  <a:close/>
                </a:path>
              </a:pathLst>
            </a:custGeom>
            <a:solidFill>
              <a:srgbClr val="000000"/>
            </a:solidFill>
            <a:ln w="25400" cap="flat">
              <a:noFill/>
              <a:prstDash val="solid"/>
              <a:miter/>
            </a:ln>
          </p:spPr>
          <p:txBody>
            <a:bodyPr/>
            <a:lstStyle/>
            <a:p>
              <a:endParaRPr lang="en-GB"/>
            </a:p>
          </p:txBody>
        </p:sp>
        <p:sp>
          <p:nvSpPr>
            <p:cNvPr id="2353" name="Freeform: Shape 2352">
              <a:extLst>
                <a:ext uri="{FF2B5EF4-FFF2-40B4-BE49-F238E27FC236}">
                  <a16:creationId xmlns:a16="http://schemas.microsoft.com/office/drawing/2014/main" id="{E499DF1A-CC10-3D1A-AD7B-2A0563B34EDB}"/>
                </a:ext>
              </a:extLst>
            </p:cNvPr>
            <p:cNvSpPr/>
            <p:nvPr>
              <p:custDataLst>
                <p:tags r:id="rId48"/>
              </p:custDataLst>
            </p:nvPr>
          </p:nvSpPr>
          <p:spPr>
            <a:xfrm flipV="1">
              <a:off x="8620407" y="-4259078"/>
              <a:ext cx="13410" cy="35745"/>
            </a:xfrm>
            <a:custGeom>
              <a:avLst/>
              <a:gdLst>
                <a:gd name="csX0" fmla="*/ 13410 w 13410"/>
                <a:gd name="csY0" fmla="*/ 31435 h 35745"/>
                <a:gd name="csX1" fmla="*/ 10283 w 13410"/>
                <a:gd name="csY1" fmla="*/ 34452 h 35745"/>
                <a:gd name="csX2" fmla="*/ 3131 w 13410"/>
                <a:gd name="csY2" fmla="*/ 34452 h 35745"/>
                <a:gd name="csX3" fmla="*/ 0 w 13410"/>
                <a:gd name="csY3" fmla="*/ 31435 h 35745"/>
                <a:gd name="csX4" fmla="*/ 0 w 13410"/>
                <a:gd name="csY4" fmla="*/ 1724 h 35745"/>
                <a:gd name="csX5" fmla="*/ 3131 w 13410"/>
                <a:gd name="csY5" fmla="*/ -1294 h 35745"/>
                <a:gd name="csX6" fmla="*/ 10283 w 13410"/>
                <a:gd name="csY6" fmla="*/ -1294 h 35745"/>
                <a:gd name="csX7" fmla="*/ 13410 w 13410"/>
                <a:gd name="csY7" fmla="*/ 1724 h 35745"/>
                <a:gd name="csX8" fmla="*/ 13410 w 13410"/>
                <a:gd name="csY8" fmla="*/ 31435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35"/>
                  </a:moveTo>
                  <a:cubicBezTo>
                    <a:pt x="13410" y="34340"/>
                    <a:pt x="13302" y="34452"/>
                    <a:pt x="10283" y="34452"/>
                  </a:cubicBezTo>
                  <a:lnTo>
                    <a:pt x="3131" y="34452"/>
                  </a:lnTo>
                  <a:cubicBezTo>
                    <a:pt x="112" y="34452"/>
                    <a:pt x="0" y="34340"/>
                    <a:pt x="0" y="31435"/>
                  </a:cubicBezTo>
                  <a:lnTo>
                    <a:pt x="0" y="1724"/>
                  </a:lnTo>
                  <a:cubicBezTo>
                    <a:pt x="0" y="-1181"/>
                    <a:pt x="112" y="-1294"/>
                    <a:pt x="3131" y="-1294"/>
                  </a:cubicBezTo>
                  <a:lnTo>
                    <a:pt x="10283" y="-1294"/>
                  </a:lnTo>
                  <a:cubicBezTo>
                    <a:pt x="13302" y="-1294"/>
                    <a:pt x="13410" y="-1181"/>
                    <a:pt x="13410" y="1724"/>
                  </a:cubicBezTo>
                  <a:lnTo>
                    <a:pt x="13410" y="31435"/>
                  </a:lnTo>
                  <a:close/>
                </a:path>
              </a:pathLst>
            </a:custGeom>
            <a:solidFill>
              <a:srgbClr val="000000"/>
            </a:solidFill>
            <a:ln w="25400" cap="flat">
              <a:noFill/>
              <a:prstDash val="solid"/>
              <a:miter/>
            </a:ln>
          </p:spPr>
          <p:txBody>
            <a:bodyPr/>
            <a:lstStyle/>
            <a:p>
              <a:endParaRPr lang="en-GB"/>
            </a:p>
          </p:txBody>
        </p:sp>
        <p:sp>
          <p:nvSpPr>
            <p:cNvPr id="2354" name="Freeform: Shape 2353">
              <a:extLst>
                <a:ext uri="{FF2B5EF4-FFF2-40B4-BE49-F238E27FC236}">
                  <a16:creationId xmlns:a16="http://schemas.microsoft.com/office/drawing/2014/main" id="{2DB095FF-4FD6-D01F-2D29-74CC5A7FEE7B}"/>
                </a:ext>
              </a:extLst>
            </p:cNvPr>
            <p:cNvSpPr/>
            <p:nvPr>
              <p:custDataLst>
                <p:tags r:id="rId49"/>
              </p:custDataLst>
            </p:nvPr>
          </p:nvSpPr>
          <p:spPr>
            <a:xfrm flipV="1">
              <a:off x="8620407" y="-4225574"/>
              <a:ext cx="13410" cy="35745"/>
            </a:xfrm>
            <a:custGeom>
              <a:avLst/>
              <a:gdLst>
                <a:gd name="csX0" fmla="*/ 13410 w 13410"/>
                <a:gd name="csY0" fmla="*/ 31441 h 35745"/>
                <a:gd name="csX1" fmla="*/ 10283 w 13410"/>
                <a:gd name="csY1" fmla="*/ 34458 h 35745"/>
                <a:gd name="csX2" fmla="*/ 3131 w 13410"/>
                <a:gd name="csY2" fmla="*/ 34458 h 35745"/>
                <a:gd name="csX3" fmla="*/ 0 w 13410"/>
                <a:gd name="csY3" fmla="*/ 31441 h 35745"/>
                <a:gd name="csX4" fmla="*/ 0 w 13410"/>
                <a:gd name="csY4" fmla="*/ 1729 h 35745"/>
                <a:gd name="csX5" fmla="*/ 3131 w 13410"/>
                <a:gd name="csY5" fmla="*/ -1288 h 35745"/>
                <a:gd name="csX6" fmla="*/ 10283 w 13410"/>
                <a:gd name="csY6" fmla="*/ -1288 h 35745"/>
                <a:gd name="csX7" fmla="*/ 13410 w 13410"/>
                <a:gd name="csY7" fmla="*/ 1729 h 35745"/>
                <a:gd name="csX8" fmla="*/ 13410 w 13410"/>
                <a:gd name="csY8" fmla="*/ 31441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41"/>
                  </a:moveTo>
                  <a:cubicBezTo>
                    <a:pt x="13410" y="34345"/>
                    <a:pt x="13302" y="34458"/>
                    <a:pt x="10283" y="34458"/>
                  </a:cubicBezTo>
                  <a:lnTo>
                    <a:pt x="3131" y="34458"/>
                  </a:lnTo>
                  <a:cubicBezTo>
                    <a:pt x="112" y="34458"/>
                    <a:pt x="0" y="34345"/>
                    <a:pt x="0" y="31441"/>
                  </a:cubicBezTo>
                  <a:lnTo>
                    <a:pt x="0" y="1729"/>
                  </a:lnTo>
                  <a:cubicBezTo>
                    <a:pt x="0" y="-1175"/>
                    <a:pt x="112" y="-1288"/>
                    <a:pt x="3131" y="-1288"/>
                  </a:cubicBezTo>
                  <a:lnTo>
                    <a:pt x="10283" y="-1288"/>
                  </a:lnTo>
                  <a:cubicBezTo>
                    <a:pt x="13302" y="-1288"/>
                    <a:pt x="13410" y="-1175"/>
                    <a:pt x="13410" y="1729"/>
                  </a:cubicBezTo>
                  <a:lnTo>
                    <a:pt x="13410" y="31441"/>
                  </a:lnTo>
                  <a:close/>
                </a:path>
              </a:pathLst>
            </a:custGeom>
            <a:solidFill>
              <a:srgbClr val="000000"/>
            </a:solidFill>
            <a:ln w="25400" cap="flat">
              <a:noFill/>
              <a:prstDash val="solid"/>
              <a:miter/>
            </a:ln>
          </p:spPr>
          <p:txBody>
            <a:bodyPr/>
            <a:lstStyle/>
            <a:p>
              <a:endParaRPr lang="en-GB"/>
            </a:p>
          </p:txBody>
        </p:sp>
        <p:sp>
          <p:nvSpPr>
            <p:cNvPr id="2355" name="Freeform: Shape 2354">
              <a:extLst>
                <a:ext uri="{FF2B5EF4-FFF2-40B4-BE49-F238E27FC236}">
                  <a16:creationId xmlns:a16="http://schemas.microsoft.com/office/drawing/2014/main" id="{80DD0028-B55E-F27E-E5E8-90760470D2C2}"/>
                </a:ext>
              </a:extLst>
            </p:cNvPr>
            <p:cNvSpPr/>
            <p:nvPr>
              <p:custDataLst>
                <p:tags r:id="rId50"/>
              </p:custDataLst>
            </p:nvPr>
          </p:nvSpPr>
          <p:spPr>
            <a:xfrm flipV="1">
              <a:off x="8620407" y="-4192058"/>
              <a:ext cx="13410" cy="35745"/>
            </a:xfrm>
            <a:custGeom>
              <a:avLst/>
              <a:gdLst>
                <a:gd name="csX0" fmla="*/ 13410 w 13410"/>
                <a:gd name="csY0" fmla="*/ 31447 h 35745"/>
                <a:gd name="csX1" fmla="*/ 10283 w 13410"/>
                <a:gd name="csY1" fmla="*/ 34464 h 35745"/>
                <a:gd name="csX2" fmla="*/ 3131 w 13410"/>
                <a:gd name="csY2" fmla="*/ 34464 h 35745"/>
                <a:gd name="csX3" fmla="*/ 0 w 13410"/>
                <a:gd name="csY3" fmla="*/ 31447 h 35745"/>
                <a:gd name="csX4" fmla="*/ 0 w 13410"/>
                <a:gd name="csY4" fmla="*/ 1736 h 35745"/>
                <a:gd name="csX5" fmla="*/ 3131 w 13410"/>
                <a:gd name="csY5" fmla="*/ -1282 h 35745"/>
                <a:gd name="csX6" fmla="*/ 10283 w 13410"/>
                <a:gd name="csY6" fmla="*/ -1282 h 35745"/>
                <a:gd name="csX7" fmla="*/ 13410 w 13410"/>
                <a:gd name="csY7" fmla="*/ 1736 h 35745"/>
                <a:gd name="csX8" fmla="*/ 13410 w 13410"/>
                <a:gd name="csY8" fmla="*/ 31447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47"/>
                  </a:moveTo>
                  <a:cubicBezTo>
                    <a:pt x="13410" y="34351"/>
                    <a:pt x="13302" y="34464"/>
                    <a:pt x="10283" y="34464"/>
                  </a:cubicBezTo>
                  <a:lnTo>
                    <a:pt x="3131" y="34464"/>
                  </a:lnTo>
                  <a:cubicBezTo>
                    <a:pt x="112" y="34464"/>
                    <a:pt x="0" y="34351"/>
                    <a:pt x="0" y="31447"/>
                  </a:cubicBezTo>
                  <a:lnTo>
                    <a:pt x="0" y="1736"/>
                  </a:lnTo>
                  <a:cubicBezTo>
                    <a:pt x="0" y="-1170"/>
                    <a:pt x="112" y="-1282"/>
                    <a:pt x="3131" y="-1282"/>
                  </a:cubicBezTo>
                  <a:lnTo>
                    <a:pt x="10283" y="-1282"/>
                  </a:lnTo>
                  <a:cubicBezTo>
                    <a:pt x="13302" y="-1282"/>
                    <a:pt x="13410" y="-1170"/>
                    <a:pt x="13410" y="1736"/>
                  </a:cubicBezTo>
                  <a:lnTo>
                    <a:pt x="13410" y="31447"/>
                  </a:lnTo>
                  <a:close/>
                </a:path>
              </a:pathLst>
            </a:custGeom>
            <a:solidFill>
              <a:srgbClr val="000000"/>
            </a:solidFill>
            <a:ln w="25400" cap="flat">
              <a:noFill/>
              <a:prstDash val="solid"/>
              <a:miter/>
            </a:ln>
          </p:spPr>
          <p:txBody>
            <a:bodyPr/>
            <a:lstStyle/>
            <a:p>
              <a:endParaRPr lang="en-GB"/>
            </a:p>
          </p:txBody>
        </p:sp>
        <p:sp>
          <p:nvSpPr>
            <p:cNvPr id="2356" name="Freeform: Shape 2355">
              <a:extLst>
                <a:ext uri="{FF2B5EF4-FFF2-40B4-BE49-F238E27FC236}">
                  <a16:creationId xmlns:a16="http://schemas.microsoft.com/office/drawing/2014/main" id="{3F5EC794-9466-78E2-E301-59FE27F689D2}"/>
                </a:ext>
              </a:extLst>
            </p:cNvPr>
            <p:cNvSpPr/>
            <p:nvPr>
              <p:custDataLst>
                <p:tags r:id="rId51"/>
              </p:custDataLst>
            </p:nvPr>
          </p:nvSpPr>
          <p:spPr>
            <a:xfrm flipV="1">
              <a:off x="8620407" y="-4158542"/>
              <a:ext cx="13410" cy="35745"/>
            </a:xfrm>
            <a:custGeom>
              <a:avLst/>
              <a:gdLst>
                <a:gd name="csX0" fmla="*/ 13410 w 13410"/>
                <a:gd name="csY0" fmla="*/ 31452 h 35745"/>
                <a:gd name="csX1" fmla="*/ 10283 w 13410"/>
                <a:gd name="csY1" fmla="*/ 34470 h 35745"/>
                <a:gd name="csX2" fmla="*/ 3131 w 13410"/>
                <a:gd name="csY2" fmla="*/ 34470 h 35745"/>
                <a:gd name="csX3" fmla="*/ 0 w 13410"/>
                <a:gd name="csY3" fmla="*/ 31452 h 35745"/>
                <a:gd name="csX4" fmla="*/ 0 w 13410"/>
                <a:gd name="csY4" fmla="*/ 1741 h 35745"/>
                <a:gd name="csX5" fmla="*/ 3131 w 13410"/>
                <a:gd name="csY5" fmla="*/ -1276 h 35745"/>
                <a:gd name="csX6" fmla="*/ 10283 w 13410"/>
                <a:gd name="csY6" fmla="*/ -1276 h 35745"/>
                <a:gd name="csX7" fmla="*/ 13410 w 13410"/>
                <a:gd name="csY7" fmla="*/ 1741 h 35745"/>
                <a:gd name="csX8" fmla="*/ 13410 w 13410"/>
                <a:gd name="csY8" fmla="*/ 31452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52"/>
                  </a:moveTo>
                  <a:cubicBezTo>
                    <a:pt x="13410" y="34357"/>
                    <a:pt x="13302" y="34470"/>
                    <a:pt x="10283" y="34470"/>
                  </a:cubicBezTo>
                  <a:lnTo>
                    <a:pt x="3131" y="34470"/>
                  </a:lnTo>
                  <a:cubicBezTo>
                    <a:pt x="112" y="34470"/>
                    <a:pt x="0" y="34357"/>
                    <a:pt x="0" y="31452"/>
                  </a:cubicBezTo>
                  <a:lnTo>
                    <a:pt x="0" y="1741"/>
                  </a:lnTo>
                  <a:cubicBezTo>
                    <a:pt x="0" y="-1164"/>
                    <a:pt x="112" y="-1276"/>
                    <a:pt x="3131" y="-1276"/>
                  </a:cubicBezTo>
                  <a:lnTo>
                    <a:pt x="10283" y="-1276"/>
                  </a:lnTo>
                  <a:cubicBezTo>
                    <a:pt x="13302" y="-1276"/>
                    <a:pt x="13410" y="-1164"/>
                    <a:pt x="13410" y="1741"/>
                  </a:cubicBezTo>
                  <a:lnTo>
                    <a:pt x="13410" y="31452"/>
                  </a:lnTo>
                  <a:close/>
                </a:path>
              </a:pathLst>
            </a:custGeom>
            <a:solidFill>
              <a:srgbClr val="000000"/>
            </a:solidFill>
            <a:ln w="25400" cap="flat">
              <a:noFill/>
              <a:prstDash val="solid"/>
              <a:miter/>
            </a:ln>
          </p:spPr>
          <p:txBody>
            <a:bodyPr/>
            <a:lstStyle/>
            <a:p>
              <a:endParaRPr lang="en-GB"/>
            </a:p>
          </p:txBody>
        </p:sp>
        <p:sp>
          <p:nvSpPr>
            <p:cNvPr id="2357" name="Freeform: Shape 2356">
              <a:extLst>
                <a:ext uri="{FF2B5EF4-FFF2-40B4-BE49-F238E27FC236}">
                  <a16:creationId xmlns:a16="http://schemas.microsoft.com/office/drawing/2014/main" id="{AB0665AD-A4AE-6E01-AC89-CF0BA468DC04}"/>
                </a:ext>
              </a:extLst>
            </p:cNvPr>
            <p:cNvSpPr/>
            <p:nvPr>
              <p:custDataLst>
                <p:tags r:id="rId52"/>
              </p:custDataLst>
            </p:nvPr>
          </p:nvSpPr>
          <p:spPr>
            <a:xfrm flipV="1">
              <a:off x="8620407" y="-4125026"/>
              <a:ext cx="13410" cy="35745"/>
            </a:xfrm>
            <a:custGeom>
              <a:avLst/>
              <a:gdLst>
                <a:gd name="csX0" fmla="*/ 13410 w 13410"/>
                <a:gd name="csY0" fmla="*/ 31459 h 35745"/>
                <a:gd name="csX1" fmla="*/ 10283 w 13410"/>
                <a:gd name="csY1" fmla="*/ 34476 h 35745"/>
                <a:gd name="csX2" fmla="*/ 3131 w 13410"/>
                <a:gd name="csY2" fmla="*/ 34476 h 35745"/>
                <a:gd name="csX3" fmla="*/ 0 w 13410"/>
                <a:gd name="csY3" fmla="*/ 31459 h 35745"/>
                <a:gd name="csX4" fmla="*/ 0 w 13410"/>
                <a:gd name="csY4" fmla="*/ 1747 h 35745"/>
                <a:gd name="csX5" fmla="*/ 3131 w 13410"/>
                <a:gd name="csY5" fmla="*/ -1270 h 35745"/>
                <a:gd name="csX6" fmla="*/ 10283 w 13410"/>
                <a:gd name="csY6" fmla="*/ -1270 h 35745"/>
                <a:gd name="csX7" fmla="*/ 13410 w 13410"/>
                <a:gd name="csY7" fmla="*/ 1747 h 35745"/>
                <a:gd name="csX8" fmla="*/ 13410 w 13410"/>
                <a:gd name="csY8" fmla="*/ 31459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459"/>
                  </a:moveTo>
                  <a:cubicBezTo>
                    <a:pt x="13410" y="34363"/>
                    <a:pt x="13302" y="34476"/>
                    <a:pt x="10283" y="34476"/>
                  </a:cubicBezTo>
                  <a:lnTo>
                    <a:pt x="3131" y="34476"/>
                  </a:lnTo>
                  <a:cubicBezTo>
                    <a:pt x="112" y="34476"/>
                    <a:pt x="0" y="34363"/>
                    <a:pt x="0" y="31459"/>
                  </a:cubicBezTo>
                  <a:lnTo>
                    <a:pt x="0" y="1747"/>
                  </a:lnTo>
                  <a:cubicBezTo>
                    <a:pt x="0" y="-1158"/>
                    <a:pt x="112" y="-1270"/>
                    <a:pt x="3131" y="-1270"/>
                  </a:cubicBezTo>
                  <a:lnTo>
                    <a:pt x="10283" y="-1270"/>
                  </a:lnTo>
                  <a:cubicBezTo>
                    <a:pt x="13302" y="-1270"/>
                    <a:pt x="13410" y="-1158"/>
                    <a:pt x="13410" y="1747"/>
                  </a:cubicBezTo>
                  <a:lnTo>
                    <a:pt x="13410" y="31459"/>
                  </a:lnTo>
                  <a:close/>
                </a:path>
              </a:pathLst>
            </a:custGeom>
            <a:solidFill>
              <a:srgbClr val="000000"/>
            </a:solidFill>
            <a:ln w="25400" cap="flat">
              <a:noFill/>
              <a:prstDash val="solid"/>
              <a:miter/>
            </a:ln>
          </p:spPr>
          <p:txBody>
            <a:bodyPr/>
            <a:lstStyle/>
            <a:p>
              <a:endParaRPr lang="en-GB"/>
            </a:p>
          </p:txBody>
        </p:sp>
        <p:sp>
          <p:nvSpPr>
            <p:cNvPr id="2358" name="Freeform: Shape 2357">
              <a:extLst>
                <a:ext uri="{FF2B5EF4-FFF2-40B4-BE49-F238E27FC236}">
                  <a16:creationId xmlns:a16="http://schemas.microsoft.com/office/drawing/2014/main" id="{9F64ABC6-5A34-EB94-B289-3D45ECE093BC}"/>
                </a:ext>
              </a:extLst>
            </p:cNvPr>
            <p:cNvSpPr/>
            <p:nvPr>
              <p:custDataLst>
                <p:tags r:id="rId53"/>
              </p:custDataLst>
            </p:nvPr>
          </p:nvSpPr>
          <p:spPr>
            <a:xfrm flipV="1">
              <a:off x="8620407" y="-4091510"/>
              <a:ext cx="37328" cy="101531"/>
            </a:xfrm>
            <a:custGeom>
              <a:avLst/>
              <a:gdLst>
                <a:gd name="csX0" fmla="*/ 34422 w 37328"/>
                <a:gd name="csY0" fmla="*/ -1258 h 101531"/>
                <a:gd name="csX1" fmla="*/ 37329 w 37328"/>
                <a:gd name="csY1" fmla="*/ 1423 h 101531"/>
                <a:gd name="csX2" fmla="*/ 36771 w 37328"/>
                <a:gd name="csY2" fmla="*/ 3879 h 101531"/>
                <a:gd name="csX3" fmla="*/ 20005 w 37328"/>
                <a:gd name="csY3" fmla="*/ 22419 h 101531"/>
                <a:gd name="csX4" fmla="*/ 13410 w 37328"/>
                <a:gd name="csY4" fmla="*/ 49225 h 101531"/>
                <a:gd name="csX5" fmla="*/ 13410 w 37328"/>
                <a:gd name="csY5" fmla="*/ 97256 h 101531"/>
                <a:gd name="csX6" fmla="*/ 10283 w 37328"/>
                <a:gd name="csY6" fmla="*/ 100274 h 101531"/>
                <a:gd name="csX7" fmla="*/ 3131 w 37328"/>
                <a:gd name="csY7" fmla="*/ 100274 h 101531"/>
                <a:gd name="csX8" fmla="*/ 0 w 37328"/>
                <a:gd name="csY8" fmla="*/ 97256 h 101531"/>
                <a:gd name="csX9" fmla="*/ 0 w 37328"/>
                <a:gd name="csY9" fmla="*/ 49225 h 101531"/>
                <a:gd name="csX10" fmla="*/ 32634 w 37328"/>
                <a:gd name="csY10" fmla="*/ -1258 h 101531"/>
                <a:gd name="csX11" fmla="*/ 34422 w 37328"/>
                <a:gd name="csY11" fmla="*/ -1258 h 101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7328" h="101531">
                  <a:moveTo>
                    <a:pt x="34422" y="-1258"/>
                  </a:moveTo>
                  <a:cubicBezTo>
                    <a:pt x="37216" y="-1258"/>
                    <a:pt x="37329" y="-1150"/>
                    <a:pt x="37329" y="1423"/>
                  </a:cubicBezTo>
                  <a:cubicBezTo>
                    <a:pt x="37329" y="3430"/>
                    <a:pt x="37216" y="3542"/>
                    <a:pt x="36771" y="3879"/>
                  </a:cubicBezTo>
                  <a:cubicBezTo>
                    <a:pt x="33304" y="6448"/>
                    <a:pt x="25257" y="12145"/>
                    <a:pt x="20005" y="22419"/>
                  </a:cubicBezTo>
                  <a:cubicBezTo>
                    <a:pt x="15647" y="30909"/>
                    <a:pt x="13410" y="39509"/>
                    <a:pt x="13410" y="49225"/>
                  </a:cubicBezTo>
                  <a:lnTo>
                    <a:pt x="13410" y="97256"/>
                  </a:lnTo>
                  <a:cubicBezTo>
                    <a:pt x="13410" y="100161"/>
                    <a:pt x="13302" y="100274"/>
                    <a:pt x="10283" y="100274"/>
                  </a:cubicBezTo>
                  <a:lnTo>
                    <a:pt x="3131" y="100274"/>
                  </a:lnTo>
                  <a:cubicBezTo>
                    <a:pt x="112" y="100274"/>
                    <a:pt x="0" y="100161"/>
                    <a:pt x="0" y="97256"/>
                  </a:cubicBezTo>
                  <a:lnTo>
                    <a:pt x="0" y="49225"/>
                  </a:lnTo>
                  <a:cubicBezTo>
                    <a:pt x="0" y="32696"/>
                    <a:pt x="8607" y="11585"/>
                    <a:pt x="32634" y="-1258"/>
                  </a:cubicBezTo>
                  <a:lnTo>
                    <a:pt x="34422" y="-1258"/>
                  </a:lnTo>
                  <a:close/>
                </a:path>
              </a:pathLst>
            </a:custGeom>
            <a:solidFill>
              <a:srgbClr val="000000"/>
            </a:solidFill>
            <a:ln w="25400" cap="flat">
              <a:noFill/>
              <a:prstDash val="solid"/>
              <a:miter/>
            </a:ln>
          </p:spPr>
          <p:txBody>
            <a:bodyPr/>
            <a:lstStyle/>
            <a:p>
              <a:endParaRPr lang="en-GB"/>
            </a:p>
          </p:txBody>
        </p:sp>
        <p:sp>
          <p:nvSpPr>
            <p:cNvPr id="2359" name="Freeform: Shape 2358">
              <a:extLst>
                <a:ext uri="{FF2B5EF4-FFF2-40B4-BE49-F238E27FC236}">
                  <a16:creationId xmlns:a16="http://schemas.microsoft.com/office/drawing/2014/main" id="{ABC36F8E-0036-0BA4-E8A2-65E22D40FE9A}"/>
                </a:ext>
              </a:extLst>
            </p:cNvPr>
            <p:cNvSpPr/>
            <p:nvPr>
              <p:custDataLst>
                <p:tags r:id="rId54"/>
              </p:custDataLst>
            </p:nvPr>
          </p:nvSpPr>
          <p:spPr>
            <a:xfrm flipV="1">
              <a:off x="8683110" y="-4760331"/>
              <a:ext cx="263215" cy="81204"/>
            </a:xfrm>
            <a:custGeom>
              <a:avLst/>
              <a:gdLst>
                <a:gd name="csX0" fmla="*/ 0 w 263215"/>
                <a:gd name="csY0" fmla="*/ 39279 h 81204"/>
                <a:gd name="csX1" fmla="*/ 38892 w 263215"/>
                <a:gd name="csY1" fmla="*/ -1379 h 81204"/>
                <a:gd name="csX2" fmla="*/ 68059 w 263215"/>
                <a:gd name="csY2" fmla="*/ 27102 h 81204"/>
                <a:gd name="csX3" fmla="*/ 66607 w 263215"/>
                <a:gd name="csY3" fmla="*/ 29001 h 81204"/>
                <a:gd name="csX4" fmla="*/ 65268 w 263215"/>
                <a:gd name="csY4" fmla="*/ 27214 h 81204"/>
                <a:gd name="csX5" fmla="*/ 40231 w 263215"/>
                <a:gd name="csY5" fmla="*/ 2083 h 81204"/>
                <a:gd name="csX6" fmla="*/ 11510 w 263215"/>
                <a:gd name="csY6" fmla="*/ 39167 h 81204"/>
                <a:gd name="csX7" fmla="*/ 40119 w 263215"/>
                <a:gd name="csY7" fmla="*/ 76359 h 81204"/>
                <a:gd name="csX8" fmla="*/ 64483 w 263215"/>
                <a:gd name="csY8" fmla="*/ 49889 h 81204"/>
                <a:gd name="csX9" fmla="*/ 66271 w 263215"/>
                <a:gd name="csY9" fmla="*/ 47991 h 81204"/>
                <a:gd name="csX10" fmla="*/ 68059 w 263215"/>
                <a:gd name="csY10" fmla="*/ 50671 h 81204"/>
                <a:gd name="csX11" fmla="*/ 68059 w 263215"/>
                <a:gd name="csY11" fmla="*/ 77141 h 81204"/>
                <a:gd name="csX12" fmla="*/ 66832 w 263215"/>
                <a:gd name="csY12" fmla="*/ 79825 h 81204"/>
                <a:gd name="csX13" fmla="*/ 65044 w 263215"/>
                <a:gd name="csY13" fmla="*/ 78483 h 81204"/>
                <a:gd name="csX14" fmla="*/ 59455 w 263215"/>
                <a:gd name="csY14" fmla="*/ 70217 h 81204"/>
                <a:gd name="csX15" fmla="*/ 38892 w 263215"/>
                <a:gd name="csY15" fmla="*/ 79825 h 81204"/>
                <a:gd name="csX16" fmla="*/ 0 w 263215"/>
                <a:gd name="csY16" fmla="*/ 39279 h 81204"/>
                <a:gd name="csX17" fmla="*/ 111658 w 263215"/>
                <a:gd name="csY17" fmla="*/ 9568 h 81204"/>
                <a:gd name="csX18" fmla="*/ 120374 w 263215"/>
                <a:gd name="csY18" fmla="*/ 408 h 81204"/>
                <a:gd name="csX19" fmla="*/ 129538 w 263215"/>
                <a:gd name="csY19" fmla="*/ 11018 h 81204"/>
                <a:gd name="csX20" fmla="*/ 129538 w 263215"/>
                <a:gd name="csY20" fmla="*/ 17273 h 81204"/>
                <a:gd name="csX21" fmla="*/ 126744 w 263215"/>
                <a:gd name="csY21" fmla="*/ 17273 h 81204"/>
                <a:gd name="csX22" fmla="*/ 126744 w 263215"/>
                <a:gd name="csY22" fmla="*/ 11018 h 81204"/>
                <a:gd name="csX23" fmla="*/ 122719 w 263215"/>
                <a:gd name="csY23" fmla="*/ 3870 h 81204"/>
                <a:gd name="csX24" fmla="*/ 118586 w 263215"/>
                <a:gd name="csY24" fmla="*/ 9456 h 81204"/>
                <a:gd name="csX25" fmla="*/ 118586 w 263215"/>
                <a:gd name="csY25" fmla="*/ 31794 h 81204"/>
                <a:gd name="csX26" fmla="*/ 114560 w 263215"/>
                <a:gd name="csY26" fmla="*/ 44973 h 81204"/>
                <a:gd name="csX27" fmla="*/ 99250 w 263215"/>
                <a:gd name="csY27" fmla="*/ 51116 h 81204"/>
                <a:gd name="csX28" fmla="*/ 82376 w 263215"/>
                <a:gd name="csY28" fmla="*/ 38494 h 81204"/>
                <a:gd name="csX29" fmla="*/ 87515 w 263215"/>
                <a:gd name="csY29" fmla="*/ 33245 h 81204"/>
                <a:gd name="csX30" fmla="*/ 92659 w 263215"/>
                <a:gd name="csY30" fmla="*/ 38386 h 81204"/>
                <a:gd name="csX31" fmla="*/ 86958 w 263215"/>
                <a:gd name="csY31" fmla="*/ 43522 h 81204"/>
                <a:gd name="csX32" fmla="*/ 99029 w 263215"/>
                <a:gd name="csY32" fmla="*/ 48659 h 81204"/>
                <a:gd name="csX33" fmla="*/ 110876 w 263215"/>
                <a:gd name="csY33" fmla="*/ 34363 h 81204"/>
                <a:gd name="csX34" fmla="*/ 110876 w 263215"/>
                <a:gd name="csY34" fmla="*/ 30231 h 81204"/>
                <a:gd name="csX35" fmla="*/ 90310 w 263215"/>
                <a:gd name="csY35" fmla="*/ 26209 h 81204"/>
                <a:gd name="csX36" fmla="*/ 79136 w 263215"/>
                <a:gd name="csY36" fmla="*/ 11687 h 81204"/>
                <a:gd name="csX37" fmla="*/ 97017 w 263215"/>
                <a:gd name="csY37" fmla="*/ -153 h 81204"/>
                <a:gd name="csX38" fmla="*/ 111658 w 263215"/>
                <a:gd name="csY38" fmla="*/ 9568 h 81204"/>
                <a:gd name="csX39" fmla="*/ 110876 w 263215"/>
                <a:gd name="csY39" fmla="*/ 27884 h 81204"/>
                <a:gd name="csX40" fmla="*/ 110876 w 263215"/>
                <a:gd name="csY40" fmla="*/ 16716 h 81204"/>
                <a:gd name="csX41" fmla="*/ 97799 w 263215"/>
                <a:gd name="csY41" fmla="*/ 2307 h 81204"/>
                <a:gd name="csX42" fmla="*/ 87740 w 263215"/>
                <a:gd name="csY42" fmla="*/ 11800 h 81204"/>
                <a:gd name="csX43" fmla="*/ 110876 w 263215"/>
                <a:gd name="csY43" fmla="*/ 27884 h 81204"/>
                <a:gd name="csX44" fmla="*/ 148990 w 263215"/>
                <a:gd name="csY44" fmla="*/ 38161 h 81204"/>
                <a:gd name="csX45" fmla="*/ 148990 w 263215"/>
                <a:gd name="csY45" fmla="*/ 50447 h 81204"/>
                <a:gd name="csX46" fmla="*/ 133458 w 263215"/>
                <a:gd name="csY46" fmla="*/ 49220 h 81204"/>
                <a:gd name="csX47" fmla="*/ 133458 w 263215"/>
                <a:gd name="csY47" fmla="*/ 45755 h 81204"/>
                <a:gd name="csX48" fmla="*/ 142174 w 263215"/>
                <a:gd name="csY48" fmla="*/ 39500 h 81204"/>
                <a:gd name="csX49" fmla="*/ 142174 w 263215"/>
                <a:gd name="csY49" fmla="*/ 9568 h 81204"/>
                <a:gd name="csX50" fmla="*/ 133458 w 263215"/>
                <a:gd name="csY50" fmla="*/ 4540 h 81204"/>
                <a:gd name="csX51" fmla="*/ 133458 w 263215"/>
                <a:gd name="csY51" fmla="*/ 1077 h 81204"/>
                <a:gd name="csX52" fmla="*/ 146195 w 263215"/>
                <a:gd name="csY52" fmla="*/ 1413 h 81204"/>
                <a:gd name="csX53" fmla="*/ 160391 w 263215"/>
                <a:gd name="csY53" fmla="*/ 1077 h 81204"/>
                <a:gd name="csX54" fmla="*/ 160391 w 263215"/>
                <a:gd name="csY54" fmla="*/ 4540 h 81204"/>
                <a:gd name="csX55" fmla="*/ 158043 w 263215"/>
                <a:gd name="csY55" fmla="*/ 4540 h 81204"/>
                <a:gd name="csX56" fmla="*/ 149551 w 263215"/>
                <a:gd name="csY56" fmla="*/ 9788 h 81204"/>
                <a:gd name="csX57" fmla="*/ 149551 w 263215"/>
                <a:gd name="csY57" fmla="*/ 26990 h 81204"/>
                <a:gd name="csX58" fmla="*/ 162737 w 263215"/>
                <a:gd name="csY58" fmla="*/ 47991 h 81204"/>
                <a:gd name="csX59" fmla="*/ 163967 w 263215"/>
                <a:gd name="csY59" fmla="*/ 47878 h 81204"/>
                <a:gd name="csX60" fmla="*/ 161397 w 263215"/>
                <a:gd name="csY60" fmla="*/ 43522 h 81204"/>
                <a:gd name="csX61" fmla="*/ 166201 w 263215"/>
                <a:gd name="csY61" fmla="*/ 38718 h 81204"/>
                <a:gd name="csX62" fmla="*/ 171008 w 263215"/>
                <a:gd name="csY62" fmla="*/ 43634 h 81204"/>
                <a:gd name="csX63" fmla="*/ 162737 w 263215"/>
                <a:gd name="csY63" fmla="*/ 50447 h 81204"/>
                <a:gd name="csX64" fmla="*/ 148990 w 263215"/>
                <a:gd name="csY64" fmla="*/ 38161 h 81204"/>
                <a:gd name="csX65" fmla="*/ 193811 w 263215"/>
                <a:gd name="csY65" fmla="*/ 50447 h 81204"/>
                <a:gd name="csX66" fmla="*/ 178163 w 263215"/>
                <a:gd name="csY66" fmla="*/ 49220 h 81204"/>
                <a:gd name="csX67" fmla="*/ 178163 w 263215"/>
                <a:gd name="csY67" fmla="*/ 45755 h 81204"/>
                <a:gd name="csX68" fmla="*/ 186434 w 263215"/>
                <a:gd name="csY68" fmla="*/ 39612 h 81204"/>
                <a:gd name="csX69" fmla="*/ 186434 w 263215"/>
                <a:gd name="csY69" fmla="*/ 9568 h 81204"/>
                <a:gd name="csX70" fmla="*/ 177718 w 263215"/>
                <a:gd name="csY70" fmla="*/ 4540 h 81204"/>
                <a:gd name="csX71" fmla="*/ 177718 w 263215"/>
                <a:gd name="csY71" fmla="*/ 1077 h 81204"/>
                <a:gd name="csX72" fmla="*/ 190010 w 263215"/>
                <a:gd name="csY72" fmla="*/ 1413 h 81204"/>
                <a:gd name="csX73" fmla="*/ 201633 w 263215"/>
                <a:gd name="csY73" fmla="*/ 1077 h 81204"/>
                <a:gd name="csX74" fmla="*/ 201633 w 263215"/>
                <a:gd name="csY74" fmla="*/ 4540 h 81204"/>
                <a:gd name="csX75" fmla="*/ 193811 w 263215"/>
                <a:gd name="csY75" fmla="*/ 9456 h 81204"/>
                <a:gd name="csX76" fmla="*/ 193811 w 263215"/>
                <a:gd name="csY76" fmla="*/ 50447 h 81204"/>
                <a:gd name="csX77" fmla="*/ 194259 w 263215"/>
                <a:gd name="csY77" fmla="*/ 69884 h 81204"/>
                <a:gd name="csX78" fmla="*/ 188335 w 263215"/>
                <a:gd name="csY78" fmla="*/ 75802 h 81204"/>
                <a:gd name="csX79" fmla="*/ 182413 w 263215"/>
                <a:gd name="csY79" fmla="*/ 69884 h 81204"/>
                <a:gd name="csX80" fmla="*/ 188335 w 263215"/>
                <a:gd name="csY80" fmla="*/ 63962 h 81204"/>
                <a:gd name="csX81" fmla="*/ 194259 w 263215"/>
                <a:gd name="csY81" fmla="*/ 69884 h 81204"/>
                <a:gd name="csX82" fmla="*/ 224214 w 263215"/>
                <a:gd name="csY82" fmla="*/ 43186 h 81204"/>
                <a:gd name="csX83" fmla="*/ 224214 w 263215"/>
                <a:gd name="csY83" fmla="*/ 78595 h 81204"/>
                <a:gd name="csX84" fmla="*/ 208121 w 263215"/>
                <a:gd name="csY84" fmla="*/ 77366 h 81204"/>
                <a:gd name="csX85" fmla="*/ 208121 w 263215"/>
                <a:gd name="csY85" fmla="*/ 73903 h 81204"/>
                <a:gd name="csX86" fmla="*/ 216837 w 263215"/>
                <a:gd name="csY86" fmla="*/ 67648 h 81204"/>
                <a:gd name="csX87" fmla="*/ 216837 w 263215"/>
                <a:gd name="csY87" fmla="*/ 1077 h 81204"/>
                <a:gd name="csX88" fmla="*/ 219632 w 263215"/>
                <a:gd name="csY88" fmla="*/ 1077 h 81204"/>
                <a:gd name="csX89" fmla="*/ 223653 w 263215"/>
                <a:gd name="csY89" fmla="*/ 8001 h 81204"/>
                <a:gd name="csX90" fmla="*/ 238294 w 263215"/>
                <a:gd name="csY90" fmla="*/ -153 h 81204"/>
                <a:gd name="csX91" fmla="*/ 263215 w 263215"/>
                <a:gd name="csY91" fmla="*/ 25203 h 81204"/>
                <a:gd name="csX92" fmla="*/ 239525 w 263215"/>
                <a:gd name="csY92" fmla="*/ 50447 h 81204"/>
                <a:gd name="csX93" fmla="*/ 224214 w 263215"/>
                <a:gd name="csY93" fmla="*/ 43186 h 81204"/>
                <a:gd name="csX94" fmla="*/ 224547 w 263215"/>
                <a:gd name="csY94" fmla="*/ 13811 h 81204"/>
                <a:gd name="csX95" fmla="*/ 224547 w 263215"/>
                <a:gd name="csY95" fmla="*/ 36819 h 81204"/>
                <a:gd name="csX96" fmla="*/ 225778 w 263215"/>
                <a:gd name="csY96" fmla="*/ 40842 h 81204"/>
                <a:gd name="csX97" fmla="*/ 238964 w 263215"/>
                <a:gd name="csY97" fmla="*/ 47991 h 81204"/>
                <a:gd name="csX98" fmla="*/ 250698 w 263215"/>
                <a:gd name="csY98" fmla="*/ 40842 h 81204"/>
                <a:gd name="csX99" fmla="*/ 253941 w 263215"/>
                <a:gd name="csY99" fmla="*/ 25315 h 81204"/>
                <a:gd name="csX100" fmla="*/ 250473 w 263215"/>
                <a:gd name="csY100" fmla="*/ 9456 h 81204"/>
                <a:gd name="csX101" fmla="*/ 237848 w 263215"/>
                <a:gd name="csY101" fmla="*/ 2307 h 81204"/>
                <a:gd name="csX102" fmla="*/ 226114 w 263215"/>
                <a:gd name="csY102" fmla="*/ 9119 h 81204"/>
                <a:gd name="csX103" fmla="*/ 224547 w 263215"/>
                <a:gd name="csY103" fmla="*/ 13811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Lst>
              <a:rect l="l" t="t" r="r" b="b"/>
              <a:pathLst>
                <a:path w="263215" h="81204">
                  <a:moveTo>
                    <a:pt x="0" y="39279"/>
                  </a:moveTo>
                  <a:cubicBezTo>
                    <a:pt x="0" y="16155"/>
                    <a:pt x="18105" y="-1379"/>
                    <a:pt x="38892" y="-1379"/>
                  </a:cubicBezTo>
                  <a:cubicBezTo>
                    <a:pt x="57109" y="-1379"/>
                    <a:pt x="68059" y="14144"/>
                    <a:pt x="68059" y="27102"/>
                  </a:cubicBezTo>
                  <a:cubicBezTo>
                    <a:pt x="68059" y="28220"/>
                    <a:pt x="68059" y="29001"/>
                    <a:pt x="66607" y="29001"/>
                  </a:cubicBezTo>
                  <a:cubicBezTo>
                    <a:pt x="65377" y="29001"/>
                    <a:pt x="65377" y="28332"/>
                    <a:pt x="65268" y="27214"/>
                  </a:cubicBezTo>
                  <a:cubicBezTo>
                    <a:pt x="64374" y="11243"/>
                    <a:pt x="52415" y="2083"/>
                    <a:pt x="40231" y="2083"/>
                  </a:cubicBezTo>
                  <a:cubicBezTo>
                    <a:pt x="33416" y="2083"/>
                    <a:pt x="11510" y="5881"/>
                    <a:pt x="11510" y="39167"/>
                  </a:cubicBezTo>
                  <a:cubicBezTo>
                    <a:pt x="11510" y="72564"/>
                    <a:pt x="33304" y="76359"/>
                    <a:pt x="40119" y="76359"/>
                  </a:cubicBezTo>
                  <a:cubicBezTo>
                    <a:pt x="52303" y="76359"/>
                    <a:pt x="62249" y="66198"/>
                    <a:pt x="64483" y="49889"/>
                  </a:cubicBezTo>
                  <a:cubicBezTo>
                    <a:pt x="64707" y="48327"/>
                    <a:pt x="64707" y="47991"/>
                    <a:pt x="66271" y="47991"/>
                  </a:cubicBezTo>
                  <a:cubicBezTo>
                    <a:pt x="68059" y="47991"/>
                    <a:pt x="68059" y="48327"/>
                    <a:pt x="68059" y="50671"/>
                  </a:cubicBezTo>
                  <a:lnTo>
                    <a:pt x="68059" y="77141"/>
                  </a:lnTo>
                  <a:cubicBezTo>
                    <a:pt x="68059" y="79040"/>
                    <a:pt x="68059" y="79825"/>
                    <a:pt x="66832" y="79825"/>
                  </a:cubicBezTo>
                  <a:cubicBezTo>
                    <a:pt x="66383" y="79825"/>
                    <a:pt x="65938" y="79825"/>
                    <a:pt x="65044" y="78483"/>
                  </a:cubicBezTo>
                  <a:lnTo>
                    <a:pt x="59455" y="70217"/>
                  </a:lnTo>
                  <a:cubicBezTo>
                    <a:pt x="55321" y="74239"/>
                    <a:pt x="49621" y="79825"/>
                    <a:pt x="38892" y="79825"/>
                  </a:cubicBezTo>
                  <a:cubicBezTo>
                    <a:pt x="17993" y="79825"/>
                    <a:pt x="0" y="62062"/>
                    <a:pt x="0" y="39279"/>
                  </a:cubicBezTo>
                  <a:close/>
                  <a:moveTo>
                    <a:pt x="111658" y="9568"/>
                  </a:moveTo>
                  <a:cubicBezTo>
                    <a:pt x="112103" y="5100"/>
                    <a:pt x="115121" y="408"/>
                    <a:pt x="120374" y="408"/>
                  </a:cubicBezTo>
                  <a:cubicBezTo>
                    <a:pt x="122719" y="408"/>
                    <a:pt x="129538" y="1971"/>
                    <a:pt x="129538" y="11018"/>
                  </a:cubicBezTo>
                  <a:lnTo>
                    <a:pt x="129538" y="17273"/>
                  </a:lnTo>
                  <a:lnTo>
                    <a:pt x="126744" y="17273"/>
                  </a:lnTo>
                  <a:lnTo>
                    <a:pt x="126744" y="11018"/>
                  </a:lnTo>
                  <a:cubicBezTo>
                    <a:pt x="126744" y="4540"/>
                    <a:pt x="123950" y="3870"/>
                    <a:pt x="122719" y="3870"/>
                  </a:cubicBezTo>
                  <a:cubicBezTo>
                    <a:pt x="119031" y="3870"/>
                    <a:pt x="118586" y="8895"/>
                    <a:pt x="118586" y="9456"/>
                  </a:cubicBezTo>
                  <a:lnTo>
                    <a:pt x="118586" y="31794"/>
                  </a:lnTo>
                  <a:cubicBezTo>
                    <a:pt x="118586" y="36487"/>
                    <a:pt x="118586" y="40842"/>
                    <a:pt x="114560" y="44973"/>
                  </a:cubicBezTo>
                  <a:cubicBezTo>
                    <a:pt x="110203" y="49329"/>
                    <a:pt x="104614" y="51116"/>
                    <a:pt x="99250" y="51116"/>
                  </a:cubicBezTo>
                  <a:cubicBezTo>
                    <a:pt x="90089" y="51116"/>
                    <a:pt x="82376" y="45867"/>
                    <a:pt x="82376" y="38494"/>
                  </a:cubicBezTo>
                  <a:cubicBezTo>
                    <a:pt x="82376" y="35144"/>
                    <a:pt x="84612" y="33245"/>
                    <a:pt x="87515" y="33245"/>
                  </a:cubicBezTo>
                  <a:cubicBezTo>
                    <a:pt x="90646" y="33245"/>
                    <a:pt x="92659" y="35480"/>
                    <a:pt x="92659" y="38386"/>
                  </a:cubicBezTo>
                  <a:cubicBezTo>
                    <a:pt x="92659" y="39724"/>
                    <a:pt x="92098" y="43411"/>
                    <a:pt x="86958" y="43522"/>
                  </a:cubicBezTo>
                  <a:cubicBezTo>
                    <a:pt x="89977" y="47429"/>
                    <a:pt x="95453" y="48659"/>
                    <a:pt x="99029" y="48659"/>
                  </a:cubicBezTo>
                  <a:cubicBezTo>
                    <a:pt x="104505" y="48659"/>
                    <a:pt x="110876" y="44304"/>
                    <a:pt x="110876" y="34363"/>
                  </a:cubicBezTo>
                  <a:lnTo>
                    <a:pt x="110876" y="30231"/>
                  </a:lnTo>
                  <a:cubicBezTo>
                    <a:pt x="105175" y="29895"/>
                    <a:pt x="97353" y="29558"/>
                    <a:pt x="90310" y="26209"/>
                  </a:cubicBezTo>
                  <a:cubicBezTo>
                    <a:pt x="81930" y="22411"/>
                    <a:pt x="79136" y="16604"/>
                    <a:pt x="79136" y="11687"/>
                  </a:cubicBezTo>
                  <a:cubicBezTo>
                    <a:pt x="79136" y="2640"/>
                    <a:pt x="89977" y="-153"/>
                    <a:pt x="97017" y="-153"/>
                  </a:cubicBezTo>
                  <a:cubicBezTo>
                    <a:pt x="104393" y="-153"/>
                    <a:pt x="109533" y="4315"/>
                    <a:pt x="111658" y="9568"/>
                  </a:cubicBezTo>
                  <a:close/>
                  <a:moveTo>
                    <a:pt x="110876" y="27884"/>
                  </a:moveTo>
                  <a:lnTo>
                    <a:pt x="110876" y="16716"/>
                  </a:lnTo>
                  <a:cubicBezTo>
                    <a:pt x="110876" y="6102"/>
                    <a:pt x="102826" y="2307"/>
                    <a:pt x="97799" y="2307"/>
                  </a:cubicBezTo>
                  <a:cubicBezTo>
                    <a:pt x="92322" y="2307"/>
                    <a:pt x="87740" y="6214"/>
                    <a:pt x="87740" y="11800"/>
                  </a:cubicBezTo>
                  <a:cubicBezTo>
                    <a:pt x="87740" y="17942"/>
                    <a:pt x="92434" y="27214"/>
                    <a:pt x="110876" y="27884"/>
                  </a:cubicBezTo>
                  <a:close/>
                  <a:moveTo>
                    <a:pt x="148990" y="38161"/>
                  </a:moveTo>
                  <a:lnTo>
                    <a:pt x="148990" y="50447"/>
                  </a:lnTo>
                  <a:lnTo>
                    <a:pt x="133458" y="49220"/>
                  </a:lnTo>
                  <a:lnTo>
                    <a:pt x="133458" y="45755"/>
                  </a:lnTo>
                  <a:cubicBezTo>
                    <a:pt x="141280" y="45755"/>
                    <a:pt x="142174" y="44973"/>
                    <a:pt x="142174" y="39500"/>
                  </a:cubicBezTo>
                  <a:lnTo>
                    <a:pt x="142174" y="9568"/>
                  </a:lnTo>
                  <a:cubicBezTo>
                    <a:pt x="142174" y="4540"/>
                    <a:pt x="140943" y="4540"/>
                    <a:pt x="133458" y="4540"/>
                  </a:cubicBezTo>
                  <a:lnTo>
                    <a:pt x="133458" y="1077"/>
                  </a:lnTo>
                  <a:cubicBezTo>
                    <a:pt x="137817" y="1189"/>
                    <a:pt x="143068" y="1413"/>
                    <a:pt x="146195" y="1413"/>
                  </a:cubicBezTo>
                  <a:cubicBezTo>
                    <a:pt x="150666" y="1413"/>
                    <a:pt x="155921" y="1413"/>
                    <a:pt x="160391" y="1077"/>
                  </a:cubicBezTo>
                  <a:lnTo>
                    <a:pt x="160391" y="4540"/>
                  </a:lnTo>
                  <a:lnTo>
                    <a:pt x="158043" y="4540"/>
                  </a:lnTo>
                  <a:cubicBezTo>
                    <a:pt x="149772" y="4540"/>
                    <a:pt x="149551" y="5769"/>
                    <a:pt x="149551" y="9788"/>
                  </a:cubicBezTo>
                  <a:lnTo>
                    <a:pt x="149551" y="26990"/>
                  </a:lnTo>
                  <a:cubicBezTo>
                    <a:pt x="149551" y="38049"/>
                    <a:pt x="154242" y="47991"/>
                    <a:pt x="162737" y="47991"/>
                  </a:cubicBezTo>
                  <a:cubicBezTo>
                    <a:pt x="163519" y="47991"/>
                    <a:pt x="163743" y="47991"/>
                    <a:pt x="163967" y="47878"/>
                  </a:cubicBezTo>
                  <a:cubicBezTo>
                    <a:pt x="163631" y="47766"/>
                    <a:pt x="161397" y="46427"/>
                    <a:pt x="161397" y="43522"/>
                  </a:cubicBezTo>
                  <a:cubicBezTo>
                    <a:pt x="161397" y="40393"/>
                    <a:pt x="163743" y="38718"/>
                    <a:pt x="166201" y="38718"/>
                  </a:cubicBezTo>
                  <a:cubicBezTo>
                    <a:pt x="168213" y="38718"/>
                    <a:pt x="171008" y="40060"/>
                    <a:pt x="171008" y="43634"/>
                  </a:cubicBezTo>
                  <a:cubicBezTo>
                    <a:pt x="171008" y="47209"/>
                    <a:pt x="167543" y="50447"/>
                    <a:pt x="162737" y="50447"/>
                  </a:cubicBezTo>
                  <a:cubicBezTo>
                    <a:pt x="154578" y="50447"/>
                    <a:pt x="150557" y="42962"/>
                    <a:pt x="148990" y="38161"/>
                  </a:cubicBezTo>
                  <a:close/>
                  <a:moveTo>
                    <a:pt x="193811" y="50447"/>
                  </a:moveTo>
                  <a:lnTo>
                    <a:pt x="178163" y="49220"/>
                  </a:lnTo>
                  <a:lnTo>
                    <a:pt x="178163" y="45755"/>
                  </a:lnTo>
                  <a:cubicBezTo>
                    <a:pt x="185428" y="45755"/>
                    <a:pt x="186434" y="45085"/>
                    <a:pt x="186434" y="39612"/>
                  </a:cubicBezTo>
                  <a:lnTo>
                    <a:pt x="186434" y="9568"/>
                  </a:lnTo>
                  <a:cubicBezTo>
                    <a:pt x="186434" y="4540"/>
                    <a:pt x="185207" y="4540"/>
                    <a:pt x="177718" y="4540"/>
                  </a:cubicBezTo>
                  <a:lnTo>
                    <a:pt x="177718" y="1077"/>
                  </a:lnTo>
                  <a:cubicBezTo>
                    <a:pt x="181295" y="1189"/>
                    <a:pt x="187328" y="1413"/>
                    <a:pt x="190010" y="1413"/>
                  </a:cubicBezTo>
                  <a:cubicBezTo>
                    <a:pt x="193923" y="1413"/>
                    <a:pt x="197835" y="1189"/>
                    <a:pt x="201633" y="1077"/>
                  </a:cubicBezTo>
                  <a:lnTo>
                    <a:pt x="201633" y="4540"/>
                  </a:lnTo>
                  <a:cubicBezTo>
                    <a:pt x="194259" y="4540"/>
                    <a:pt x="193811" y="5100"/>
                    <a:pt x="193811" y="9456"/>
                  </a:cubicBezTo>
                  <a:lnTo>
                    <a:pt x="193811" y="50447"/>
                  </a:lnTo>
                  <a:close/>
                  <a:moveTo>
                    <a:pt x="194259" y="69884"/>
                  </a:moveTo>
                  <a:cubicBezTo>
                    <a:pt x="194259" y="73458"/>
                    <a:pt x="191465" y="75802"/>
                    <a:pt x="188335" y="75802"/>
                  </a:cubicBezTo>
                  <a:cubicBezTo>
                    <a:pt x="184870" y="75802"/>
                    <a:pt x="182413" y="72786"/>
                    <a:pt x="182413" y="69884"/>
                  </a:cubicBezTo>
                  <a:cubicBezTo>
                    <a:pt x="182413" y="66867"/>
                    <a:pt x="184870" y="63962"/>
                    <a:pt x="188335" y="63962"/>
                  </a:cubicBezTo>
                  <a:cubicBezTo>
                    <a:pt x="191465" y="63962"/>
                    <a:pt x="194259" y="66310"/>
                    <a:pt x="194259" y="69884"/>
                  </a:cubicBezTo>
                  <a:close/>
                  <a:moveTo>
                    <a:pt x="224214" y="43186"/>
                  </a:moveTo>
                  <a:lnTo>
                    <a:pt x="224214" y="78595"/>
                  </a:lnTo>
                  <a:lnTo>
                    <a:pt x="208121" y="77366"/>
                  </a:lnTo>
                  <a:lnTo>
                    <a:pt x="208121" y="73903"/>
                  </a:lnTo>
                  <a:cubicBezTo>
                    <a:pt x="215943" y="73903"/>
                    <a:pt x="216837" y="73122"/>
                    <a:pt x="216837" y="67648"/>
                  </a:cubicBezTo>
                  <a:lnTo>
                    <a:pt x="216837" y="1077"/>
                  </a:lnTo>
                  <a:lnTo>
                    <a:pt x="219632" y="1077"/>
                  </a:lnTo>
                  <a:cubicBezTo>
                    <a:pt x="219744" y="1189"/>
                    <a:pt x="220638" y="2752"/>
                    <a:pt x="223653" y="8001"/>
                  </a:cubicBezTo>
                  <a:cubicBezTo>
                    <a:pt x="225329" y="5433"/>
                    <a:pt x="230023" y="-153"/>
                    <a:pt x="238294" y="-153"/>
                  </a:cubicBezTo>
                  <a:cubicBezTo>
                    <a:pt x="251592" y="-153"/>
                    <a:pt x="263215" y="10794"/>
                    <a:pt x="263215" y="25203"/>
                  </a:cubicBezTo>
                  <a:cubicBezTo>
                    <a:pt x="263215" y="39388"/>
                    <a:pt x="252265" y="50447"/>
                    <a:pt x="239525" y="50447"/>
                  </a:cubicBezTo>
                  <a:cubicBezTo>
                    <a:pt x="230805" y="50447"/>
                    <a:pt x="226002" y="45198"/>
                    <a:pt x="224214" y="43186"/>
                  </a:cubicBezTo>
                  <a:close/>
                  <a:moveTo>
                    <a:pt x="224547" y="13811"/>
                  </a:moveTo>
                  <a:lnTo>
                    <a:pt x="224547" y="36819"/>
                  </a:lnTo>
                  <a:cubicBezTo>
                    <a:pt x="224547" y="38943"/>
                    <a:pt x="224547" y="39054"/>
                    <a:pt x="225778" y="40842"/>
                  </a:cubicBezTo>
                  <a:cubicBezTo>
                    <a:pt x="230135" y="47097"/>
                    <a:pt x="236281" y="47991"/>
                    <a:pt x="238964" y="47991"/>
                  </a:cubicBezTo>
                  <a:cubicBezTo>
                    <a:pt x="243994" y="47991"/>
                    <a:pt x="248016" y="45085"/>
                    <a:pt x="250698" y="40842"/>
                  </a:cubicBezTo>
                  <a:cubicBezTo>
                    <a:pt x="253605" y="36262"/>
                    <a:pt x="253941" y="29895"/>
                    <a:pt x="253941" y="25315"/>
                  </a:cubicBezTo>
                  <a:cubicBezTo>
                    <a:pt x="253941" y="21183"/>
                    <a:pt x="253717" y="14480"/>
                    <a:pt x="250473" y="9456"/>
                  </a:cubicBezTo>
                  <a:cubicBezTo>
                    <a:pt x="248129" y="5993"/>
                    <a:pt x="243882" y="2307"/>
                    <a:pt x="237848" y="2307"/>
                  </a:cubicBezTo>
                  <a:cubicBezTo>
                    <a:pt x="232818" y="2307"/>
                    <a:pt x="228797" y="4988"/>
                    <a:pt x="226114" y="9119"/>
                  </a:cubicBezTo>
                  <a:cubicBezTo>
                    <a:pt x="224547" y="11464"/>
                    <a:pt x="224547" y="11800"/>
                    <a:pt x="224547" y="13811"/>
                  </a:cubicBezTo>
                  <a:close/>
                </a:path>
              </a:pathLst>
            </a:custGeom>
            <a:solidFill>
              <a:srgbClr val="000000"/>
            </a:solidFill>
            <a:ln w="25400" cap="flat">
              <a:noFill/>
              <a:prstDash val="solid"/>
              <a:miter/>
            </a:ln>
          </p:spPr>
          <p:txBody>
            <a:bodyPr/>
            <a:lstStyle/>
            <a:p>
              <a:endParaRPr lang="en-GB"/>
            </a:p>
          </p:txBody>
        </p:sp>
        <p:sp>
          <p:nvSpPr>
            <p:cNvPr id="2360" name="Freeform: Shape 2359">
              <a:extLst>
                <a:ext uri="{FF2B5EF4-FFF2-40B4-BE49-F238E27FC236}">
                  <a16:creationId xmlns:a16="http://schemas.microsoft.com/office/drawing/2014/main" id="{BAAC5B9D-6986-8C56-CF82-7404EDAEE9AD}"/>
                </a:ext>
              </a:extLst>
            </p:cNvPr>
            <p:cNvSpPr/>
            <p:nvPr>
              <p:custDataLst>
                <p:tags r:id="rId55"/>
              </p:custDataLst>
            </p:nvPr>
          </p:nvSpPr>
          <p:spPr>
            <a:xfrm flipV="1">
              <a:off x="8956205" y="-4731622"/>
              <a:ext cx="43246" cy="51268"/>
            </a:xfrm>
            <a:custGeom>
              <a:avLst/>
              <a:gdLst>
                <a:gd name="csX0" fmla="*/ 9386 w 43246"/>
                <a:gd name="csY0" fmla="*/ 28002 h 51268"/>
                <a:gd name="csX1" fmla="*/ 23245 w 43246"/>
                <a:gd name="csY1" fmla="*/ 47435 h 51268"/>
                <a:gd name="csX2" fmla="*/ 35874 w 43246"/>
                <a:gd name="csY2" fmla="*/ 28002 h 51268"/>
                <a:gd name="csX3" fmla="*/ 9386 w 43246"/>
                <a:gd name="csY3" fmla="*/ 28002 h 51268"/>
                <a:gd name="csX4" fmla="*/ 9274 w 43246"/>
                <a:gd name="csY4" fmla="*/ 25654 h 51268"/>
                <a:gd name="csX5" fmla="*/ 40457 w 43246"/>
                <a:gd name="csY5" fmla="*/ 25654 h 51268"/>
                <a:gd name="csX6" fmla="*/ 43247 w 43246"/>
                <a:gd name="csY6" fmla="*/ 28002 h 51268"/>
                <a:gd name="csX7" fmla="*/ 23245 w 43246"/>
                <a:gd name="csY7" fmla="*/ 49892 h 51268"/>
                <a:gd name="csX8" fmla="*/ 0 w 43246"/>
                <a:gd name="csY8" fmla="*/ 24427 h 51268"/>
                <a:gd name="csX9" fmla="*/ 24585 w 43246"/>
                <a:gd name="csY9" fmla="*/ -1377 h 51268"/>
                <a:gd name="csX10" fmla="*/ 43247 w 43246"/>
                <a:gd name="csY10" fmla="*/ 13144 h 51268"/>
                <a:gd name="csX11" fmla="*/ 41796 w 43246"/>
                <a:gd name="csY11" fmla="*/ 14486 h 51268"/>
                <a:gd name="csX12" fmla="*/ 40344 w 43246"/>
                <a:gd name="csY12" fmla="*/ 12920 h 51268"/>
                <a:gd name="csX13" fmla="*/ 25255 w 43246"/>
                <a:gd name="csY13" fmla="*/ 1416 h 51268"/>
                <a:gd name="csX14" fmla="*/ 12630 w 43246"/>
                <a:gd name="csY14" fmla="*/ 8901 h 51268"/>
                <a:gd name="csX15" fmla="*/ 9274 w 43246"/>
                <a:gd name="csY15" fmla="*/ 25654 h 512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43246" h="51268">
                  <a:moveTo>
                    <a:pt x="9386" y="28002"/>
                  </a:moveTo>
                  <a:cubicBezTo>
                    <a:pt x="10056" y="44643"/>
                    <a:pt x="19445" y="47435"/>
                    <a:pt x="23245" y="47435"/>
                  </a:cubicBezTo>
                  <a:cubicBezTo>
                    <a:pt x="34756" y="47435"/>
                    <a:pt x="35874" y="32357"/>
                    <a:pt x="35874" y="28002"/>
                  </a:cubicBezTo>
                  <a:lnTo>
                    <a:pt x="9386" y="28002"/>
                  </a:lnTo>
                  <a:close/>
                  <a:moveTo>
                    <a:pt x="9274" y="25654"/>
                  </a:moveTo>
                  <a:lnTo>
                    <a:pt x="40457" y="25654"/>
                  </a:lnTo>
                  <a:cubicBezTo>
                    <a:pt x="42914" y="25654"/>
                    <a:pt x="43247" y="25654"/>
                    <a:pt x="43247" y="28002"/>
                  </a:cubicBezTo>
                  <a:cubicBezTo>
                    <a:pt x="43247" y="39058"/>
                    <a:pt x="37213" y="49892"/>
                    <a:pt x="23245" y="49892"/>
                  </a:cubicBezTo>
                  <a:cubicBezTo>
                    <a:pt x="10280" y="49892"/>
                    <a:pt x="0" y="38388"/>
                    <a:pt x="0" y="24427"/>
                  </a:cubicBezTo>
                  <a:cubicBezTo>
                    <a:pt x="0" y="9458"/>
                    <a:pt x="11732" y="-1377"/>
                    <a:pt x="24585" y="-1377"/>
                  </a:cubicBezTo>
                  <a:cubicBezTo>
                    <a:pt x="38219" y="-1377"/>
                    <a:pt x="43247" y="11025"/>
                    <a:pt x="43247" y="13144"/>
                  </a:cubicBezTo>
                  <a:cubicBezTo>
                    <a:pt x="43247" y="14262"/>
                    <a:pt x="42353" y="14486"/>
                    <a:pt x="41796" y="14486"/>
                  </a:cubicBezTo>
                  <a:cubicBezTo>
                    <a:pt x="40790" y="14486"/>
                    <a:pt x="40565" y="13814"/>
                    <a:pt x="40344" y="12920"/>
                  </a:cubicBezTo>
                  <a:cubicBezTo>
                    <a:pt x="36431" y="1416"/>
                    <a:pt x="26373" y="1416"/>
                    <a:pt x="25255" y="1416"/>
                  </a:cubicBezTo>
                  <a:cubicBezTo>
                    <a:pt x="19670" y="1416"/>
                    <a:pt x="15199" y="4769"/>
                    <a:pt x="12630" y="8901"/>
                  </a:cubicBezTo>
                  <a:cubicBezTo>
                    <a:pt x="9274" y="14262"/>
                    <a:pt x="9274" y="21635"/>
                    <a:pt x="9274" y="25654"/>
                  </a:cubicBezTo>
                  <a:close/>
                </a:path>
              </a:pathLst>
            </a:custGeom>
            <a:solidFill>
              <a:srgbClr val="000000"/>
            </a:solidFill>
            <a:ln w="25400" cap="flat">
              <a:noFill/>
              <a:prstDash val="solid"/>
              <a:miter/>
            </a:ln>
          </p:spPr>
          <p:txBody>
            <a:bodyPr/>
            <a:lstStyle/>
            <a:p>
              <a:endParaRPr lang="en-GB"/>
            </a:p>
          </p:txBody>
        </p:sp>
        <p:sp>
          <p:nvSpPr>
            <p:cNvPr id="2361" name="Freeform: Shape 2360">
              <a:extLst>
                <a:ext uri="{FF2B5EF4-FFF2-40B4-BE49-F238E27FC236}">
                  <a16:creationId xmlns:a16="http://schemas.microsoft.com/office/drawing/2014/main" id="{22E167F4-4E5C-ACAB-91EA-07CE663B2ACE}"/>
                </a:ext>
              </a:extLst>
            </p:cNvPr>
            <p:cNvSpPr/>
            <p:nvPr>
              <p:custDataLst>
                <p:tags r:id="rId56"/>
              </p:custDataLst>
            </p:nvPr>
          </p:nvSpPr>
          <p:spPr>
            <a:xfrm flipV="1">
              <a:off x="9282675" y="-4756308"/>
              <a:ext cx="67952" cy="75954"/>
            </a:xfrm>
            <a:custGeom>
              <a:avLst/>
              <a:gdLst>
                <a:gd name="csX0" fmla="*/ 19556 w 67952"/>
                <a:gd name="csY0" fmla="*/ 21520 h 75954"/>
                <a:gd name="csX1" fmla="*/ 31179 w 67952"/>
                <a:gd name="csY1" fmla="*/ 11243 h 75954"/>
                <a:gd name="csX2" fmla="*/ 18550 w 67952"/>
                <a:gd name="csY2" fmla="*/ 1081 h 75954"/>
                <a:gd name="csX3" fmla="*/ 3019 w 67952"/>
                <a:gd name="csY3" fmla="*/ 16940 h 75954"/>
                <a:gd name="csX4" fmla="*/ 1452 w 67952"/>
                <a:gd name="csY4" fmla="*/ 18840 h 75954"/>
                <a:gd name="csX5" fmla="*/ 0 w 67952"/>
                <a:gd name="csY5" fmla="*/ 16047 h 75954"/>
                <a:gd name="csX6" fmla="*/ 0 w 67952"/>
                <a:gd name="csY6" fmla="*/ 1302 h 75954"/>
                <a:gd name="csX7" fmla="*/ 1231 w 67952"/>
                <a:gd name="csY7" fmla="*/ -1379 h 75954"/>
                <a:gd name="csX8" fmla="*/ 4021 w 67952"/>
                <a:gd name="csY8" fmla="*/ 856 h 75954"/>
                <a:gd name="csX9" fmla="*/ 6258 w 67952"/>
                <a:gd name="csY9" fmla="*/ 3425 h 75954"/>
                <a:gd name="csX10" fmla="*/ 18550 w 67952"/>
                <a:gd name="csY10" fmla="*/ -1379 h 75954"/>
                <a:gd name="csX11" fmla="*/ 36543 w 67952"/>
                <a:gd name="csY11" fmla="*/ 14148 h 75954"/>
                <a:gd name="csX12" fmla="*/ 31853 w 67952"/>
                <a:gd name="csY12" fmla="*/ 24758 h 75954"/>
                <a:gd name="csX13" fmla="*/ 19111 w 67952"/>
                <a:gd name="csY13" fmla="*/ 30119 h 75954"/>
                <a:gd name="csX14" fmla="*/ 5364 w 67952"/>
                <a:gd name="csY14" fmla="*/ 39279 h 75954"/>
                <a:gd name="csX15" fmla="*/ 17881 w 67952"/>
                <a:gd name="csY15" fmla="*/ 47770 h 75954"/>
                <a:gd name="csX16" fmla="*/ 30958 w 67952"/>
                <a:gd name="csY16" fmla="*/ 34254 h 75954"/>
                <a:gd name="csX17" fmla="*/ 32298 w 67952"/>
                <a:gd name="csY17" fmla="*/ 33249 h 75954"/>
                <a:gd name="csX18" fmla="*/ 33748 w 67952"/>
                <a:gd name="csY18" fmla="*/ 35929 h 75954"/>
                <a:gd name="csX19" fmla="*/ 33748 w 67952"/>
                <a:gd name="csY19" fmla="*/ 47209 h 75954"/>
                <a:gd name="csX20" fmla="*/ 32522 w 67952"/>
                <a:gd name="csY20" fmla="*/ 49890 h 75954"/>
                <a:gd name="csX21" fmla="*/ 30285 w 67952"/>
                <a:gd name="csY21" fmla="*/ 48551 h 75954"/>
                <a:gd name="csX22" fmla="*/ 28385 w 67952"/>
                <a:gd name="csY22" fmla="*/ 46764 h 75954"/>
                <a:gd name="csX23" fmla="*/ 17881 w 67952"/>
                <a:gd name="csY23" fmla="*/ 49890 h 75954"/>
                <a:gd name="csX24" fmla="*/ 0 w 67952"/>
                <a:gd name="csY24" fmla="*/ 36153 h 75954"/>
                <a:gd name="csX25" fmla="*/ 4806 w 67952"/>
                <a:gd name="csY25" fmla="*/ 26657 h 75954"/>
                <a:gd name="csX26" fmla="*/ 19556 w 67952"/>
                <a:gd name="csY26" fmla="*/ 21520 h 75954"/>
                <a:gd name="csX27" fmla="*/ 60130 w 67952"/>
                <a:gd name="csY27" fmla="*/ 49221 h 75954"/>
                <a:gd name="csX28" fmla="*/ 44483 w 67952"/>
                <a:gd name="csY28" fmla="*/ 47994 h 75954"/>
                <a:gd name="csX29" fmla="*/ 44483 w 67952"/>
                <a:gd name="csY29" fmla="*/ 44528 h 75954"/>
                <a:gd name="csX30" fmla="*/ 52754 w 67952"/>
                <a:gd name="csY30" fmla="*/ 38386 h 75954"/>
                <a:gd name="csX31" fmla="*/ 52754 w 67952"/>
                <a:gd name="csY31" fmla="*/ 8342 h 75954"/>
                <a:gd name="csX32" fmla="*/ 44038 w 67952"/>
                <a:gd name="csY32" fmla="*/ 3313 h 75954"/>
                <a:gd name="csX33" fmla="*/ 44038 w 67952"/>
                <a:gd name="csY33" fmla="*/ -149 h 75954"/>
                <a:gd name="csX34" fmla="*/ 56331 w 67952"/>
                <a:gd name="csY34" fmla="*/ 187 h 75954"/>
                <a:gd name="csX35" fmla="*/ 67953 w 67952"/>
                <a:gd name="csY35" fmla="*/ -149 h 75954"/>
                <a:gd name="csX36" fmla="*/ 67953 w 67952"/>
                <a:gd name="csY36" fmla="*/ 3313 h 75954"/>
                <a:gd name="csX37" fmla="*/ 60130 w 67952"/>
                <a:gd name="csY37" fmla="*/ 8229 h 75954"/>
                <a:gd name="csX38" fmla="*/ 60130 w 67952"/>
                <a:gd name="csY38" fmla="*/ 49221 h 75954"/>
                <a:gd name="csX39" fmla="*/ 60579 w 67952"/>
                <a:gd name="csY39" fmla="*/ 68657 h 75954"/>
                <a:gd name="csX40" fmla="*/ 54654 w 67952"/>
                <a:gd name="csY40" fmla="*/ 74576 h 75954"/>
                <a:gd name="csX41" fmla="*/ 48733 w 67952"/>
                <a:gd name="csY41" fmla="*/ 68657 h 75954"/>
                <a:gd name="csX42" fmla="*/ 54654 w 67952"/>
                <a:gd name="csY42" fmla="*/ 62735 h 75954"/>
                <a:gd name="csX43" fmla="*/ 60579 w 67952"/>
                <a:gd name="csY43" fmla="*/ 68657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6" y="21520"/>
                  </a:moveTo>
                  <a:cubicBezTo>
                    <a:pt x="22014" y="21072"/>
                    <a:pt x="31179" y="19284"/>
                    <a:pt x="31179" y="11243"/>
                  </a:cubicBezTo>
                  <a:cubicBezTo>
                    <a:pt x="31179" y="5549"/>
                    <a:pt x="27270" y="1081"/>
                    <a:pt x="18550" y="1081"/>
                  </a:cubicBezTo>
                  <a:cubicBezTo>
                    <a:pt x="9165" y="1081"/>
                    <a:pt x="5140" y="7448"/>
                    <a:pt x="3019" y="16940"/>
                  </a:cubicBezTo>
                  <a:cubicBezTo>
                    <a:pt x="2683" y="18391"/>
                    <a:pt x="2570" y="18840"/>
                    <a:pt x="1452" y="18840"/>
                  </a:cubicBezTo>
                  <a:cubicBezTo>
                    <a:pt x="0" y="18840"/>
                    <a:pt x="0" y="18058"/>
                    <a:pt x="0" y="16047"/>
                  </a:cubicBezTo>
                  <a:lnTo>
                    <a:pt x="0" y="1302"/>
                  </a:lnTo>
                  <a:cubicBezTo>
                    <a:pt x="0" y="-597"/>
                    <a:pt x="0" y="-1379"/>
                    <a:pt x="1231" y="-1379"/>
                  </a:cubicBezTo>
                  <a:cubicBezTo>
                    <a:pt x="1788" y="-1379"/>
                    <a:pt x="1901" y="-1267"/>
                    <a:pt x="4021" y="856"/>
                  </a:cubicBezTo>
                  <a:cubicBezTo>
                    <a:pt x="4245" y="1081"/>
                    <a:pt x="4245" y="1302"/>
                    <a:pt x="6258" y="3425"/>
                  </a:cubicBezTo>
                  <a:cubicBezTo>
                    <a:pt x="11173" y="-1267"/>
                    <a:pt x="16205" y="-1379"/>
                    <a:pt x="18550" y="-1379"/>
                  </a:cubicBezTo>
                  <a:cubicBezTo>
                    <a:pt x="31404" y="-1379"/>
                    <a:pt x="36543" y="6106"/>
                    <a:pt x="36543" y="14148"/>
                  </a:cubicBezTo>
                  <a:cubicBezTo>
                    <a:pt x="36543" y="20069"/>
                    <a:pt x="33191" y="23420"/>
                    <a:pt x="31853" y="24758"/>
                  </a:cubicBezTo>
                  <a:cubicBezTo>
                    <a:pt x="28164" y="28332"/>
                    <a:pt x="23803" y="29226"/>
                    <a:pt x="19111" y="30119"/>
                  </a:cubicBezTo>
                  <a:cubicBezTo>
                    <a:pt x="12853" y="31350"/>
                    <a:pt x="5364" y="32800"/>
                    <a:pt x="5364" y="39279"/>
                  </a:cubicBezTo>
                  <a:cubicBezTo>
                    <a:pt x="5364" y="43190"/>
                    <a:pt x="8271" y="47770"/>
                    <a:pt x="17881" y="47770"/>
                  </a:cubicBezTo>
                  <a:cubicBezTo>
                    <a:pt x="30173" y="47770"/>
                    <a:pt x="30734" y="37717"/>
                    <a:pt x="30958" y="34254"/>
                  </a:cubicBezTo>
                  <a:cubicBezTo>
                    <a:pt x="31067" y="33249"/>
                    <a:pt x="32073" y="33249"/>
                    <a:pt x="32298" y="33249"/>
                  </a:cubicBezTo>
                  <a:cubicBezTo>
                    <a:pt x="33748" y="33249"/>
                    <a:pt x="33748" y="33806"/>
                    <a:pt x="33748" y="35929"/>
                  </a:cubicBezTo>
                  <a:lnTo>
                    <a:pt x="33748" y="47209"/>
                  </a:lnTo>
                  <a:cubicBezTo>
                    <a:pt x="33748" y="49108"/>
                    <a:pt x="33748" y="49890"/>
                    <a:pt x="32522" y="49890"/>
                  </a:cubicBezTo>
                  <a:cubicBezTo>
                    <a:pt x="31961" y="49890"/>
                    <a:pt x="31740" y="49890"/>
                    <a:pt x="30285" y="48551"/>
                  </a:cubicBezTo>
                  <a:cubicBezTo>
                    <a:pt x="29952" y="48102"/>
                    <a:pt x="28833" y="47100"/>
                    <a:pt x="28385" y="46764"/>
                  </a:cubicBezTo>
                  <a:cubicBezTo>
                    <a:pt x="24139" y="49890"/>
                    <a:pt x="19556" y="49890"/>
                    <a:pt x="17881" y="49890"/>
                  </a:cubicBezTo>
                  <a:cubicBezTo>
                    <a:pt x="4245" y="49890"/>
                    <a:pt x="0" y="42408"/>
                    <a:pt x="0" y="36153"/>
                  </a:cubicBezTo>
                  <a:cubicBezTo>
                    <a:pt x="0" y="32243"/>
                    <a:pt x="1788" y="29114"/>
                    <a:pt x="4806" y="26657"/>
                  </a:cubicBezTo>
                  <a:cubicBezTo>
                    <a:pt x="8383" y="23752"/>
                    <a:pt x="11510" y="23083"/>
                    <a:pt x="19556" y="21520"/>
                  </a:cubicBezTo>
                  <a:close/>
                  <a:moveTo>
                    <a:pt x="60130" y="49221"/>
                  </a:moveTo>
                  <a:lnTo>
                    <a:pt x="44483" y="47994"/>
                  </a:lnTo>
                  <a:lnTo>
                    <a:pt x="44483" y="44528"/>
                  </a:lnTo>
                  <a:cubicBezTo>
                    <a:pt x="51748" y="44528"/>
                    <a:pt x="52754" y="43859"/>
                    <a:pt x="52754" y="38386"/>
                  </a:cubicBezTo>
                  <a:lnTo>
                    <a:pt x="52754" y="8342"/>
                  </a:lnTo>
                  <a:cubicBezTo>
                    <a:pt x="52754" y="3313"/>
                    <a:pt x="51527" y="3313"/>
                    <a:pt x="44038" y="3313"/>
                  </a:cubicBezTo>
                  <a:lnTo>
                    <a:pt x="44038" y="-149"/>
                  </a:lnTo>
                  <a:cubicBezTo>
                    <a:pt x="47614" y="-37"/>
                    <a:pt x="53648" y="187"/>
                    <a:pt x="56331" y="187"/>
                  </a:cubicBezTo>
                  <a:cubicBezTo>
                    <a:pt x="60243" y="187"/>
                    <a:pt x="64156" y="-37"/>
                    <a:pt x="67953" y="-149"/>
                  </a:cubicBezTo>
                  <a:lnTo>
                    <a:pt x="67953" y="3313"/>
                  </a:lnTo>
                  <a:cubicBezTo>
                    <a:pt x="60579" y="3313"/>
                    <a:pt x="60130" y="3874"/>
                    <a:pt x="60130" y="8229"/>
                  </a:cubicBezTo>
                  <a:lnTo>
                    <a:pt x="60130" y="49221"/>
                  </a:lnTo>
                  <a:close/>
                  <a:moveTo>
                    <a:pt x="60579" y="68657"/>
                  </a:moveTo>
                  <a:cubicBezTo>
                    <a:pt x="60579" y="72232"/>
                    <a:pt x="57786" y="74576"/>
                    <a:pt x="54654" y="74576"/>
                  </a:cubicBezTo>
                  <a:cubicBezTo>
                    <a:pt x="51190" y="74576"/>
                    <a:pt x="48733" y="71559"/>
                    <a:pt x="48733" y="68657"/>
                  </a:cubicBezTo>
                  <a:cubicBezTo>
                    <a:pt x="48733" y="65641"/>
                    <a:pt x="51190" y="62735"/>
                    <a:pt x="54654" y="62735"/>
                  </a:cubicBezTo>
                  <a:cubicBezTo>
                    <a:pt x="57786" y="62735"/>
                    <a:pt x="60579" y="65084"/>
                    <a:pt x="60579" y="68657"/>
                  </a:cubicBezTo>
                  <a:close/>
                </a:path>
              </a:pathLst>
            </a:custGeom>
            <a:solidFill>
              <a:srgbClr val="000000"/>
            </a:solidFill>
            <a:ln w="25400" cap="flat">
              <a:noFill/>
              <a:prstDash val="solid"/>
              <a:miter/>
            </a:ln>
          </p:spPr>
          <p:txBody>
            <a:bodyPr/>
            <a:lstStyle/>
            <a:p>
              <a:endParaRPr lang="en-GB"/>
            </a:p>
          </p:txBody>
        </p:sp>
        <p:sp>
          <p:nvSpPr>
            <p:cNvPr id="2362" name="Freeform: Shape 2361">
              <a:extLst>
                <a:ext uri="{FF2B5EF4-FFF2-40B4-BE49-F238E27FC236}">
                  <a16:creationId xmlns:a16="http://schemas.microsoft.com/office/drawing/2014/main" id="{87224EF4-0A34-8AAD-2786-1410544AFAD9}"/>
                </a:ext>
              </a:extLst>
            </p:cNvPr>
            <p:cNvSpPr/>
            <p:nvPr>
              <p:custDataLst>
                <p:tags r:id="rId57"/>
              </p:custDataLst>
            </p:nvPr>
          </p:nvSpPr>
          <p:spPr>
            <a:xfrm flipV="1">
              <a:off x="9395126" y="-4730952"/>
              <a:ext cx="55657" cy="50599"/>
            </a:xfrm>
            <a:custGeom>
              <a:avLst/>
              <a:gdLst>
                <a:gd name="csX0" fmla="*/ 34089 w 55657"/>
                <a:gd name="csY0" fmla="*/ 33587 h 50599"/>
                <a:gd name="csX1" fmla="*/ 45150 w 55657"/>
                <a:gd name="csY1" fmla="*/ 46767 h 50599"/>
                <a:gd name="csX2" fmla="*/ 50739 w 55657"/>
                <a:gd name="csY2" fmla="*/ 45312 h 50599"/>
                <a:gd name="csX3" fmla="*/ 45375 w 55657"/>
                <a:gd name="csY3" fmla="*/ 39281 h 50599"/>
                <a:gd name="csX4" fmla="*/ 49621 w 55657"/>
                <a:gd name="csY4" fmla="*/ 35374 h 50599"/>
                <a:gd name="csX5" fmla="*/ 55658 w 55657"/>
                <a:gd name="csY5" fmla="*/ 41850 h 50599"/>
                <a:gd name="csX6" fmla="*/ 45262 w 55657"/>
                <a:gd name="csY6" fmla="*/ 49223 h 50599"/>
                <a:gd name="csX7" fmla="*/ 33528 w 55657"/>
                <a:gd name="csY7" fmla="*/ 40736 h 50599"/>
                <a:gd name="csX8" fmla="*/ 21460 w 55657"/>
                <a:gd name="csY8" fmla="*/ 49223 h 50599"/>
                <a:gd name="csX9" fmla="*/ 3467 w 55657"/>
                <a:gd name="csY9" fmla="*/ 32021 h 50599"/>
                <a:gd name="csX10" fmla="*/ 4807 w 55657"/>
                <a:gd name="csY10" fmla="*/ 30906 h 50599"/>
                <a:gd name="csX11" fmla="*/ 6258 w 55657"/>
                <a:gd name="csY11" fmla="*/ 32133 h 50599"/>
                <a:gd name="csX12" fmla="*/ 21236 w 55657"/>
                <a:gd name="csY12" fmla="*/ 46767 h 50599"/>
                <a:gd name="csX13" fmla="*/ 27270 w 55657"/>
                <a:gd name="csY13" fmla="*/ 39281 h 50599"/>
                <a:gd name="csX14" fmla="*/ 21236 w 55657"/>
                <a:gd name="csY14" fmla="*/ 12699 h 50599"/>
                <a:gd name="csX15" fmla="*/ 10620 w 55657"/>
                <a:gd name="csY15" fmla="*/ 1083 h 50599"/>
                <a:gd name="csX16" fmla="*/ 5031 w 55657"/>
                <a:gd name="csY16" fmla="*/ 2534 h 50599"/>
                <a:gd name="csX17" fmla="*/ 10283 w 55657"/>
                <a:gd name="csY17" fmla="*/ 8564 h 50599"/>
                <a:gd name="csX18" fmla="*/ 6150 w 55657"/>
                <a:gd name="csY18" fmla="*/ 12475 h 50599"/>
                <a:gd name="csX19" fmla="*/ 0 w 55657"/>
                <a:gd name="csY19" fmla="*/ 5996 h 50599"/>
                <a:gd name="csX20" fmla="*/ 10507 w 55657"/>
                <a:gd name="csY20" fmla="*/ -1377 h 50599"/>
                <a:gd name="csX21" fmla="*/ 22242 w 55657"/>
                <a:gd name="csY21" fmla="*/ 7114 h 50599"/>
                <a:gd name="csX22" fmla="*/ 34310 w 55657"/>
                <a:gd name="csY22" fmla="*/ -1377 h 50599"/>
                <a:gd name="csX23" fmla="*/ 52190 w 55657"/>
                <a:gd name="csY23" fmla="*/ 15825 h 50599"/>
                <a:gd name="csX24" fmla="*/ 50851 w 55657"/>
                <a:gd name="csY24" fmla="*/ 16943 h 50599"/>
                <a:gd name="csX25" fmla="*/ 49399 w 55657"/>
                <a:gd name="csY25" fmla="*/ 15713 h 50599"/>
                <a:gd name="csX26" fmla="*/ 34534 w 55657"/>
                <a:gd name="csY26" fmla="*/ 1083 h 50599"/>
                <a:gd name="csX27" fmla="*/ 28388 w 55657"/>
                <a:gd name="csY27" fmla="*/ 8452 h 50599"/>
                <a:gd name="csX28" fmla="*/ 30288 w 55657"/>
                <a:gd name="csY28" fmla="*/ 18285 h 50599"/>
                <a:gd name="csX29" fmla="*/ 34089 w 55657"/>
                <a:gd name="csY29" fmla="*/ 33587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587"/>
                  </a:moveTo>
                  <a:cubicBezTo>
                    <a:pt x="34758" y="36489"/>
                    <a:pt x="37328" y="46767"/>
                    <a:pt x="45150" y="46767"/>
                  </a:cubicBezTo>
                  <a:cubicBezTo>
                    <a:pt x="45711" y="46767"/>
                    <a:pt x="48393" y="46767"/>
                    <a:pt x="50739" y="45312"/>
                  </a:cubicBezTo>
                  <a:cubicBezTo>
                    <a:pt x="47612" y="44755"/>
                    <a:pt x="45375" y="41962"/>
                    <a:pt x="45375" y="39281"/>
                  </a:cubicBezTo>
                  <a:cubicBezTo>
                    <a:pt x="45375" y="37494"/>
                    <a:pt x="46605" y="35374"/>
                    <a:pt x="49621" y="35374"/>
                  </a:cubicBezTo>
                  <a:cubicBezTo>
                    <a:pt x="52082" y="35374"/>
                    <a:pt x="55658" y="37382"/>
                    <a:pt x="55658" y="41850"/>
                  </a:cubicBezTo>
                  <a:cubicBezTo>
                    <a:pt x="55658" y="47660"/>
                    <a:pt x="49063" y="49223"/>
                    <a:pt x="45262" y="49223"/>
                  </a:cubicBezTo>
                  <a:cubicBezTo>
                    <a:pt x="38780" y="49223"/>
                    <a:pt x="34871" y="43304"/>
                    <a:pt x="33528" y="40736"/>
                  </a:cubicBezTo>
                  <a:cubicBezTo>
                    <a:pt x="30734" y="48105"/>
                    <a:pt x="24700" y="49223"/>
                    <a:pt x="21460" y="49223"/>
                  </a:cubicBezTo>
                  <a:cubicBezTo>
                    <a:pt x="9834" y="49223"/>
                    <a:pt x="3467" y="34814"/>
                    <a:pt x="3467" y="32021"/>
                  </a:cubicBezTo>
                  <a:cubicBezTo>
                    <a:pt x="3467" y="30906"/>
                    <a:pt x="4582" y="30906"/>
                    <a:pt x="4807" y="30906"/>
                  </a:cubicBezTo>
                  <a:cubicBezTo>
                    <a:pt x="5701" y="30906"/>
                    <a:pt x="6037" y="31127"/>
                    <a:pt x="6258" y="32133"/>
                  </a:cubicBezTo>
                  <a:cubicBezTo>
                    <a:pt x="10059" y="43974"/>
                    <a:pt x="17435" y="46767"/>
                    <a:pt x="21236" y="46767"/>
                  </a:cubicBezTo>
                  <a:cubicBezTo>
                    <a:pt x="23357" y="46767"/>
                    <a:pt x="27270" y="45761"/>
                    <a:pt x="27270" y="39281"/>
                  </a:cubicBezTo>
                  <a:cubicBezTo>
                    <a:pt x="27270" y="35820"/>
                    <a:pt x="25370" y="28334"/>
                    <a:pt x="21236" y="12699"/>
                  </a:cubicBezTo>
                  <a:cubicBezTo>
                    <a:pt x="19448" y="5772"/>
                    <a:pt x="15535" y="1083"/>
                    <a:pt x="10620" y="1083"/>
                  </a:cubicBezTo>
                  <a:cubicBezTo>
                    <a:pt x="9947" y="1083"/>
                    <a:pt x="7377" y="1083"/>
                    <a:pt x="5031" y="2534"/>
                  </a:cubicBezTo>
                  <a:cubicBezTo>
                    <a:pt x="7825" y="3091"/>
                    <a:pt x="10283" y="5439"/>
                    <a:pt x="10283" y="8564"/>
                  </a:cubicBezTo>
                  <a:cubicBezTo>
                    <a:pt x="10283" y="11582"/>
                    <a:pt x="7825" y="12475"/>
                    <a:pt x="6150" y="12475"/>
                  </a:cubicBezTo>
                  <a:cubicBezTo>
                    <a:pt x="2794" y="12475"/>
                    <a:pt x="0" y="9570"/>
                    <a:pt x="0" y="5996"/>
                  </a:cubicBezTo>
                  <a:cubicBezTo>
                    <a:pt x="0" y="859"/>
                    <a:pt x="5588" y="-1377"/>
                    <a:pt x="10507" y="-1377"/>
                  </a:cubicBezTo>
                  <a:cubicBezTo>
                    <a:pt x="17884" y="-1377"/>
                    <a:pt x="21905" y="6445"/>
                    <a:pt x="22242" y="7114"/>
                  </a:cubicBezTo>
                  <a:cubicBezTo>
                    <a:pt x="23581" y="2982"/>
                    <a:pt x="27606" y="-1377"/>
                    <a:pt x="34310" y="-1377"/>
                  </a:cubicBezTo>
                  <a:cubicBezTo>
                    <a:pt x="45824" y="-1377"/>
                    <a:pt x="52190" y="13032"/>
                    <a:pt x="52190" y="15825"/>
                  </a:cubicBezTo>
                  <a:cubicBezTo>
                    <a:pt x="52190" y="16943"/>
                    <a:pt x="51188" y="16943"/>
                    <a:pt x="50851" y="16943"/>
                  </a:cubicBezTo>
                  <a:cubicBezTo>
                    <a:pt x="49845" y="16943"/>
                    <a:pt x="49621" y="16498"/>
                    <a:pt x="49399" y="15713"/>
                  </a:cubicBezTo>
                  <a:cubicBezTo>
                    <a:pt x="45711" y="3764"/>
                    <a:pt x="38110" y="1083"/>
                    <a:pt x="34534" y="1083"/>
                  </a:cubicBezTo>
                  <a:cubicBezTo>
                    <a:pt x="30176" y="1083"/>
                    <a:pt x="28388" y="4657"/>
                    <a:pt x="28388" y="8452"/>
                  </a:cubicBezTo>
                  <a:cubicBezTo>
                    <a:pt x="28388" y="10912"/>
                    <a:pt x="29058" y="13369"/>
                    <a:pt x="30288" y="18285"/>
                  </a:cubicBezTo>
                  <a:lnTo>
                    <a:pt x="34089" y="33587"/>
                  </a:lnTo>
                  <a:close/>
                </a:path>
              </a:pathLst>
            </a:custGeom>
            <a:solidFill>
              <a:srgbClr val="000000"/>
            </a:solidFill>
            <a:ln w="25400" cap="flat">
              <a:noFill/>
              <a:prstDash val="solid"/>
              <a:miter/>
            </a:ln>
          </p:spPr>
          <p:txBody>
            <a:bodyPr/>
            <a:lstStyle/>
            <a:p>
              <a:endParaRPr lang="en-GB"/>
            </a:p>
          </p:txBody>
        </p:sp>
        <p:sp>
          <p:nvSpPr>
            <p:cNvPr id="2363" name="Freeform: Shape 2362">
              <a:extLst>
                <a:ext uri="{FF2B5EF4-FFF2-40B4-BE49-F238E27FC236}">
                  <a16:creationId xmlns:a16="http://schemas.microsoft.com/office/drawing/2014/main" id="{91448FFE-81AE-1D81-E725-8861B6C6C7E4}"/>
                </a:ext>
              </a:extLst>
            </p:cNvPr>
            <p:cNvSpPr/>
            <p:nvPr>
              <p:custDataLst>
                <p:tags r:id="rId58"/>
              </p:custDataLst>
            </p:nvPr>
          </p:nvSpPr>
          <p:spPr>
            <a:xfrm flipV="1">
              <a:off x="9496089" y="-4741899"/>
              <a:ext cx="55878" cy="64783"/>
            </a:xfrm>
            <a:custGeom>
              <a:avLst/>
              <a:gdLst>
                <a:gd name="csX0" fmla="*/ 51966 w 55878"/>
                <a:gd name="csY0" fmla="*/ 28779 h 64783"/>
                <a:gd name="csX1" fmla="*/ 55879 w 55878"/>
                <a:gd name="csY1" fmla="*/ 31015 h 64783"/>
                <a:gd name="csX2" fmla="*/ 51966 w 55878"/>
                <a:gd name="csY2" fmla="*/ 33247 h 64783"/>
                <a:gd name="csX3" fmla="*/ 4582 w 55878"/>
                <a:gd name="csY3" fmla="*/ 33247 h 64783"/>
                <a:gd name="csX4" fmla="*/ 34531 w 55878"/>
                <a:gd name="csY4" fmla="*/ 58939 h 64783"/>
                <a:gd name="csX5" fmla="*/ 51966 w 55878"/>
                <a:gd name="csY5" fmla="*/ 58939 h 64783"/>
                <a:gd name="csX6" fmla="*/ 55879 w 55878"/>
                <a:gd name="csY6" fmla="*/ 61171 h 64783"/>
                <a:gd name="csX7" fmla="*/ 51966 w 55878"/>
                <a:gd name="csY7" fmla="*/ 63406 h 64783"/>
                <a:gd name="csX8" fmla="*/ 34310 w 55878"/>
                <a:gd name="csY8" fmla="*/ 63406 h 64783"/>
                <a:gd name="csX9" fmla="*/ 0 w 55878"/>
                <a:gd name="csY9" fmla="*/ 31015 h 64783"/>
                <a:gd name="csX10" fmla="*/ 34310 w 55878"/>
                <a:gd name="csY10" fmla="*/ -1377 h 64783"/>
                <a:gd name="csX11" fmla="*/ 51966 w 55878"/>
                <a:gd name="csY11" fmla="*/ -1377 h 64783"/>
                <a:gd name="csX12" fmla="*/ 55879 w 55878"/>
                <a:gd name="csY12" fmla="*/ 855 h 64783"/>
                <a:gd name="csX13" fmla="*/ 51966 w 55878"/>
                <a:gd name="csY13" fmla="*/ 3091 h 64783"/>
                <a:gd name="csX14" fmla="*/ 34531 w 55878"/>
                <a:gd name="csY14" fmla="*/ 3091 h 64783"/>
                <a:gd name="csX15" fmla="*/ 4582 w 55878"/>
                <a:gd name="csY15" fmla="*/ 28779 h 64783"/>
                <a:gd name="csX16" fmla="*/ 51966 w 55878"/>
                <a:gd name="csY16" fmla="*/ 28779 h 647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5878" h="64783">
                  <a:moveTo>
                    <a:pt x="51966" y="28779"/>
                  </a:moveTo>
                  <a:cubicBezTo>
                    <a:pt x="53866" y="28779"/>
                    <a:pt x="55879" y="28779"/>
                    <a:pt x="55879" y="31015"/>
                  </a:cubicBezTo>
                  <a:cubicBezTo>
                    <a:pt x="55879" y="33247"/>
                    <a:pt x="53866" y="33247"/>
                    <a:pt x="51966" y="33247"/>
                  </a:cubicBezTo>
                  <a:lnTo>
                    <a:pt x="4582" y="33247"/>
                  </a:lnTo>
                  <a:cubicBezTo>
                    <a:pt x="5922" y="48216"/>
                    <a:pt x="18775" y="58939"/>
                    <a:pt x="34531" y="58939"/>
                  </a:cubicBezTo>
                  <a:lnTo>
                    <a:pt x="51966" y="58939"/>
                  </a:lnTo>
                  <a:cubicBezTo>
                    <a:pt x="53866" y="58939"/>
                    <a:pt x="55879" y="58939"/>
                    <a:pt x="55879" y="61171"/>
                  </a:cubicBezTo>
                  <a:cubicBezTo>
                    <a:pt x="55879" y="63406"/>
                    <a:pt x="53866" y="63406"/>
                    <a:pt x="51966" y="63406"/>
                  </a:cubicBezTo>
                  <a:lnTo>
                    <a:pt x="34310" y="63406"/>
                  </a:lnTo>
                  <a:cubicBezTo>
                    <a:pt x="15199" y="63406"/>
                    <a:pt x="0" y="48885"/>
                    <a:pt x="0" y="31015"/>
                  </a:cubicBezTo>
                  <a:cubicBezTo>
                    <a:pt x="0" y="13144"/>
                    <a:pt x="15199" y="-1377"/>
                    <a:pt x="34310" y="-1377"/>
                  </a:cubicBezTo>
                  <a:lnTo>
                    <a:pt x="51966" y="-1377"/>
                  </a:lnTo>
                  <a:cubicBezTo>
                    <a:pt x="53866" y="-1377"/>
                    <a:pt x="55879" y="-1377"/>
                    <a:pt x="55879" y="855"/>
                  </a:cubicBezTo>
                  <a:cubicBezTo>
                    <a:pt x="55879" y="3091"/>
                    <a:pt x="53866" y="3091"/>
                    <a:pt x="51966" y="3091"/>
                  </a:cubicBezTo>
                  <a:lnTo>
                    <a:pt x="34531" y="3091"/>
                  </a:lnTo>
                  <a:cubicBezTo>
                    <a:pt x="18775" y="3091"/>
                    <a:pt x="5922" y="13813"/>
                    <a:pt x="4582" y="28779"/>
                  </a:cubicBezTo>
                  <a:lnTo>
                    <a:pt x="51966" y="28779"/>
                  </a:lnTo>
                  <a:close/>
                </a:path>
              </a:pathLst>
            </a:custGeom>
            <a:solidFill>
              <a:srgbClr val="000000"/>
            </a:solidFill>
            <a:ln w="25400" cap="flat">
              <a:noFill/>
              <a:prstDash val="solid"/>
              <a:miter/>
            </a:ln>
          </p:spPr>
          <p:txBody>
            <a:bodyPr/>
            <a:lstStyle/>
            <a:p>
              <a:endParaRPr lang="en-GB"/>
            </a:p>
          </p:txBody>
        </p:sp>
        <p:sp>
          <p:nvSpPr>
            <p:cNvPr id="2364" name="Freeform: Shape 2363">
              <a:extLst>
                <a:ext uri="{FF2B5EF4-FFF2-40B4-BE49-F238E27FC236}">
                  <a16:creationId xmlns:a16="http://schemas.microsoft.com/office/drawing/2014/main" id="{F53C8207-E052-D8E4-35C6-E37242C210E0}"/>
                </a:ext>
              </a:extLst>
            </p:cNvPr>
            <p:cNvSpPr/>
            <p:nvPr>
              <p:custDataLst>
                <p:tags r:id="rId59"/>
              </p:custDataLst>
            </p:nvPr>
          </p:nvSpPr>
          <p:spPr>
            <a:xfrm flipV="1">
              <a:off x="9600235" y="-4765356"/>
              <a:ext cx="39673" cy="111696"/>
            </a:xfrm>
            <a:custGeom>
              <a:avLst/>
              <a:gdLst>
                <a:gd name="csX0" fmla="*/ 23581 w 39673"/>
                <a:gd name="csY0" fmla="*/ 95462 h 111696"/>
                <a:gd name="csX1" fmla="*/ 38667 w 39673"/>
                <a:gd name="csY1" fmla="*/ 107863 h 111696"/>
                <a:gd name="csX2" fmla="*/ 39673 w 39673"/>
                <a:gd name="csY2" fmla="*/ 109090 h 111696"/>
                <a:gd name="csX3" fmla="*/ 37549 w 39673"/>
                <a:gd name="csY3" fmla="*/ 110320 h 111696"/>
                <a:gd name="csX4" fmla="*/ 16092 w 39673"/>
                <a:gd name="csY4" fmla="*/ 96356 h 111696"/>
                <a:gd name="csX5" fmla="*/ 16092 w 39673"/>
                <a:gd name="csY5" fmla="*/ 70892 h 111696"/>
                <a:gd name="csX6" fmla="*/ 11622 w 39673"/>
                <a:gd name="csY6" fmla="*/ 59275 h 111696"/>
                <a:gd name="csX7" fmla="*/ 1006 w 39673"/>
                <a:gd name="csY7" fmla="*/ 55701 h 111696"/>
                <a:gd name="csX8" fmla="*/ 0 w 39673"/>
                <a:gd name="csY8" fmla="*/ 54471 h 111696"/>
                <a:gd name="csX9" fmla="*/ 1787 w 39673"/>
                <a:gd name="csY9" fmla="*/ 53241 h 111696"/>
                <a:gd name="csX10" fmla="*/ 15760 w 39673"/>
                <a:gd name="csY10" fmla="*/ 43300 h 111696"/>
                <a:gd name="csX11" fmla="*/ 16092 w 39673"/>
                <a:gd name="csY11" fmla="*/ 37826 h 111696"/>
                <a:gd name="csX12" fmla="*/ 16092 w 39673"/>
                <a:gd name="csY12" fmla="*/ 15712 h 111696"/>
                <a:gd name="csX13" fmla="*/ 21457 w 39673"/>
                <a:gd name="csY13" fmla="*/ 3202 h 111696"/>
                <a:gd name="csX14" fmla="*/ 37549 w 39673"/>
                <a:gd name="csY14" fmla="*/ -1377 h 111696"/>
                <a:gd name="csX15" fmla="*/ 39673 w 39673"/>
                <a:gd name="csY15" fmla="*/ -147 h 111696"/>
                <a:gd name="csX16" fmla="*/ 37885 w 39673"/>
                <a:gd name="csY16" fmla="*/ 1079 h 111696"/>
                <a:gd name="csX17" fmla="*/ 23917 w 39673"/>
                <a:gd name="csY17" fmla="*/ 10796 h 111696"/>
                <a:gd name="csX18" fmla="*/ 23581 w 39673"/>
                <a:gd name="csY18" fmla="*/ 16048 h 111696"/>
                <a:gd name="csX19" fmla="*/ 23581 w 39673"/>
                <a:gd name="csY19" fmla="*/ 39505 h 111696"/>
                <a:gd name="csX20" fmla="*/ 19111 w 39673"/>
                <a:gd name="csY20" fmla="*/ 50115 h 111696"/>
                <a:gd name="csX21" fmla="*/ 10395 w 39673"/>
                <a:gd name="csY21" fmla="*/ 54471 h 111696"/>
                <a:gd name="csX22" fmla="*/ 23581 w 39673"/>
                <a:gd name="csY22" fmla="*/ 68656 h 111696"/>
                <a:gd name="csX23" fmla="*/ 23581 w 39673"/>
                <a:gd name="csY23" fmla="*/ 95462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23581" y="95462"/>
                  </a:moveTo>
                  <a:cubicBezTo>
                    <a:pt x="23581" y="99930"/>
                    <a:pt x="26488" y="107082"/>
                    <a:pt x="38667" y="107863"/>
                  </a:cubicBezTo>
                  <a:cubicBezTo>
                    <a:pt x="39228" y="107975"/>
                    <a:pt x="39673" y="108420"/>
                    <a:pt x="39673" y="109090"/>
                  </a:cubicBezTo>
                  <a:cubicBezTo>
                    <a:pt x="39673" y="110320"/>
                    <a:pt x="38779" y="110320"/>
                    <a:pt x="37549" y="110320"/>
                  </a:cubicBezTo>
                  <a:cubicBezTo>
                    <a:pt x="26375" y="110320"/>
                    <a:pt x="16204" y="104622"/>
                    <a:pt x="16092" y="96356"/>
                  </a:cubicBezTo>
                  <a:lnTo>
                    <a:pt x="16092" y="70892"/>
                  </a:lnTo>
                  <a:cubicBezTo>
                    <a:pt x="16092" y="66535"/>
                    <a:pt x="16092" y="62961"/>
                    <a:pt x="11622" y="59275"/>
                  </a:cubicBezTo>
                  <a:cubicBezTo>
                    <a:pt x="7713" y="56034"/>
                    <a:pt x="3464" y="55810"/>
                    <a:pt x="1006" y="55701"/>
                  </a:cubicBezTo>
                  <a:cubicBezTo>
                    <a:pt x="449" y="55589"/>
                    <a:pt x="0" y="55140"/>
                    <a:pt x="0" y="54471"/>
                  </a:cubicBezTo>
                  <a:cubicBezTo>
                    <a:pt x="0" y="53353"/>
                    <a:pt x="670" y="53353"/>
                    <a:pt x="1787" y="53241"/>
                  </a:cubicBezTo>
                  <a:cubicBezTo>
                    <a:pt x="9164" y="52796"/>
                    <a:pt x="14529" y="48773"/>
                    <a:pt x="15760" y="43300"/>
                  </a:cubicBezTo>
                  <a:cubicBezTo>
                    <a:pt x="16092" y="42074"/>
                    <a:pt x="16092" y="41849"/>
                    <a:pt x="16092" y="37826"/>
                  </a:cubicBezTo>
                  <a:lnTo>
                    <a:pt x="16092" y="15712"/>
                  </a:lnTo>
                  <a:cubicBezTo>
                    <a:pt x="16092" y="11020"/>
                    <a:pt x="16092" y="7446"/>
                    <a:pt x="21457" y="3202"/>
                  </a:cubicBezTo>
                  <a:cubicBezTo>
                    <a:pt x="25814" y="-147"/>
                    <a:pt x="33191" y="-1377"/>
                    <a:pt x="37549" y="-1377"/>
                  </a:cubicBezTo>
                  <a:cubicBezTo>
                    <a:pt x="38779" y="-1377"/>
                    <a:pt x="39673" y="-1377"/>
                    <a:pt x="39673" y="-147"/>
                  </a:cubicBezTo>
                  <a:cubicBezTo>
                    <a:pt x="39673" y="967"/>
                    <a:pt x="39004" y="967"/>
                    <a:pt x="37885" y="1079"/>
                  </a:cubicBezTo>
                  <a:cubicBezTo>
                    <a:pt x="30845" y="1527"/>
                    <a:pt x="25369" y="5102"/>
                    <a:pt x="23917" y="10796"/>
                  </a:cubicBezTo>
                  <a:cubicBezTo>
                    <a:pt x="23581" y="11802"/>
                    <a:pt x="23581" y="12026"/>
                    <a:pt x="23581" y="16048"/>
                  </a:cubicBezTo>
                  <a:lnTo>
                    <a:pt x="23581" y="39505"/>
                  </a:lnTo>
                  <a:cubicBezTo>
                    <a:pt x="23581" y="44642"/>
                    <a:pt x="22688" y="46541"/>
                    <a:pt x="19111" y="50115"/>
                  </a:cubicBezTo>
                  <a:cubicBezTo>
                    <a:pt x="16762" y="52459"/>
                    <a:pt x="13522" y="53578"/>
                    <a:pt x="10395" y="54471"/>
                  </a:cubicBezTo>
                  <a:cubicBezTo>
                    <a:pt x="19556" y="57039"/>
                    <a:pt x="23581" y="62176"/>
                    <a:pt x="23581" y="68656"/>
                  </a:cubicBezTo>
                  <a:lnTo>
                    <a:pt x="23581" y="95462"/>
                  </a:lnTo>
                  <a:close/>
                </a:path>
              </a:pathLst>
            </a:custGeom>
            <a:solidFill>
              <a:srgbClr val="000000"/>
            </a:solidFill>
            <a:ln w="25400" cap="flat">
              <a:noFill/>
              <a:prstDash val="solid"/>
              <a:miter/>
            </a:ln>
          </p:spPr>
          <p:txBody>
            <a:bodyPr/>
            <a:lstStyle/>
            <a:p>
              <a:endParaRPr lang="en-GB"/>
            </a:p>
          </p:txBody>
        </p:sp>
        <p:sp>
          <p:nvSpPr>
            <p:cNvPr id="2365" name="Freeform: Shape 2364">
              <a:extLst>
                <a:ext uri="{FF2B5EF4-FFF2-40B4-BE49-F238E27FC236}">
                  <a16:creationId xmlns:a16="http://schemas.microsoft.com/office/drawing/2014/main" id="{27372F87-9A2D-47B8-E0C0-BCF5199D6653}"/>
                </a:ext>
              </a:extLst>
            </p:cNvPr>
            <p:cNvSpPr/>
            <p:nvPr>
              <p:custDataLst>
                <p:tags r:id="rId60"/>
              </p:custDataLst>
            </p:nvPr>
          </p:nvSpPr>
          <p:spPr>
            <a:xfrm flipV="1">
              <a:off x="9651844" y="-4761557"/>
              <a:ext cx="76553" cy="79974"/>
            </a:xfrm>
            <a:custGeom>
              <a:avLst/>
              <a:gdLst>
                <a:gd name="csX0" fmla="*/ 40905 w 76553"/>
                <a:gd name="csY0" fmla="*/ 76363 h 79974"/>
                <a:gd name="csX1" fmla="*/ 38331 w 76553"/>
                <a:gd name="csY1" fmla="*/ 78595 h 79974"/>
                <a:gd name="csX2" fmla="*/ 35649 w 76553"/>
                <a:gd name="csY2" fmla="*/ 76363 h 79974"/>
                <a:gd name="csX3" fmla="*/ 12517 w 76553"/>
                <a:gd name="csY3" fmla="*/ 9568 h 79974"/>
                <a:gd name="csX4" fmla="*/ 0 w 76553"/>
                <a:gd name="csY4" fmla="*/ 2083 h 79974"/>
                <a:gd name="csX5" fmla="*/ 0 w 76553"/>
                <a:gd name="csY5" fmla="*/ -1379 h 79974"/>
                <a:gd name="csX6" fmla="*/ 11398 w 76553"/>
                <a:gd name="csY6" fmla="*/ -1043 h 79974"/>
                <a:gd name="csX7" fmla="*/ 24251 w 76553"/>
                <a:gd name="csY7" fmla="*/ -1379 h 79974"/>
                <a:gd name="csX8" fmla="*/ 24251 w 76553"/>
                <a:gd name="csY8" fmla="*/ 2083 h 79974"/>
                <a:gd name="csX9" fmla="*/ 15868 w 76553"/>
                <a:gd name="csY9" fmla="*/ 7781 h 79974"/>
                <a:gd name="csX10" fmla="*/ 16092 w 76553"/>
                <a:gd name="csY10" fmla="*/ 9455 h 79974"/>
                <a:gd name="csX11" fmla="*/ 21232 w 76553"/>
                <a:gd name="csY11" fmla="*/ 24088 h 79974"/>
                <a:gd name="csX12" fmla="*/ 48839 w 76553"/>
                <a:gd name="csY12" fmla="*/ 24088 h 79974"/>
                <a:gd name="csX13" fmla="*/ 54761 w 76553"/>
                <a:gd name="csY13" fmla="*/ 6999 h 79974"/>
                <a:gd name="csX14" fmla="*/ 55097 w 76553"/>
                <a:gd name="csY14" fmla="*/ 5432 h 79974"/>
                <a:gd name="csX15" fmla="*/ 45820 w 76553"/>
                <a:gd name="csY15" fmla="*/ 2083 h 79974"/>
                <a:gd name="csX16" fmla="*/ 45820 w 76553"/>
                <a:gd name="csY16" fmla="*/ -1379 h 79974"/>
                <a:gd name="csX17" fmla="*/ 61913 w 76553"/>
                <a:gd name="csY17" fmla="*/ -1043 h 79974"/>
                <a:gd name="csX18" fmla="*/ 76554 w 76553"/>
                <a:gd name="csY18" fmla="*/ -1379 h 79974"/>
                <a:gd name="csX19" fmla="*/ 76554 w 76553"/>
                <a:gd name="csY19" fmla="*/ 2083 h 79974"/>
                <a:gd name="csX20" fmla="*/ 74541 w 76553"/>
                <a:gd name="csY20" fmla="*/ 2083 h 79974"/>
                <a:gd name="csX21" fmla="*/ 65043 w 76553"/>
                <a:gd name="csY21" fmla="*/ 6550 h 79974"/>
                <a:gd name="csX22" fmla="*/ 40905 w 76553"/>
                <a:gd name="csY22" fmla="*/ 76363 h 79974"/>
                <a:gd name="csX23" fmla="*/ 34979 w 76553"/>
                <a:gd name="csY23" fmla="*/ 63853 h 79974"/>
                <a:gd name="csX24" fmla="*/ 47608 w 76553"/>
                <a:gd name="csY24" fmla="*/ 27551 h 79974"/>
                <a:gd name="csX25" fmla="*/ 22463 w 76553"/>
                <a:gd name="csY25" fmla="*/ 27551 h 79974"/>
                <a:gd name="csX26" fmla="*/ 34979 w 76553"/>
                <a:gd name="csY26" fmla="*/ 63853 h 79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76553" h="79974">
                  <a:moveTo>
                    <a:pt x="40905" y="76363"/>
                  </a:moveTo>
                  <a:cubicBezTo>
                    <a:pt x="40344" y="77813"/>
                    <a:pt x="40119" y="78595"/>
                    <a:pt x="38331" y="78595"/>
                  </a:cubicBezTo>
                  <a:cubicBezTo>
                    <a:pt x="36543" y="78595"/>
                    <a:pt x="36210" y="77926"/>
                    <a:pt x="35649" y="76363"/>
                  </a:cubicBezTo>
                  <a:lnTo>
                    <a:pt x="12517" y="9568"/>
                  </a:lnTo>
                  <a:cubicBezTo>
                    <a:pt x="10504" y="3870"/>
                    <a:pt x="6034" y="2195"/>
                    <a:pt x="0" y="2083"/>
                  </a:cubicBezTo>
                  <a:lnTo>
                    <a:pt x="0" y="-1379"/>
                  </a:lnTo>
                  <a:cubicBezTo>
                    <a:pt x="2570" y="-1267"/>
                    <a:pt x="7377" y="-1043"/>
                    <a:pt x="11398" y="-1043"/>
                  </a:cubicBezTo>
                  <a:cubicBezTo>
                    <a:pt x="14866" y="-1043"/>
                    <a:pt x="20675" y="-1267"/>
                    <a:pt x="24251" y="-1379"/>
                  </a:cubicBezTo>
                  <a:lnTo>
                    <a:pt x="24251" y="2083"/>
                  </a:lnTo>
                  <a:cubicBezTo>
                    <a:pt x="18663" y="2083"/>
                    <a:pt x="15868" y="4875"/>
                    <a:pt x="15868" y="7781"/>
                  </a:cubicBezTo>
                  <a:cubicBezTo>
                    <a:pt x="15868" y="8113"/>
                    <a:pt x="15980" y="9231"/>
                    <a:pt x="16092" y="9455"/>
                  </a:cubicBezTo>
                  <a:lnTo>
                    <a:pt x="21232" y="24088"/>
                  </a:lnTo>
                  <a:lnTo>
                    <a:pt x="48839" y="24088"/>
                  </a:lnTo>
                  <a:lnTo>
                    <a:pt x="54761" y="6999"/>
                  </a:lnTo>
                  <a:cubicBezTo>
                    <a:pt x="54872" y="6550"/>
                    <a:pt x="55097" y="5881"/>
                    <a:pt x="55097" y="5432"/>
                  </a:cubicBezTo>
                  <a:cubicBezTo>
                    <a:pt x="55097" y="2083"/>
                    <a:pt x="48839" y="2083"/>
                    <a:pt x="45820" y="2083"/>
                  </a:cubicBezTo>
                  <a:lnTo>
                    <a:pt x="45820" y="-1379"/>
                  </a:lnTo>
                  <a:cubicBezTo>
                    <a:pt x="49845" y="-1043"/>
                    <a:pt x="57667" y="-1043"/>
                    <a:pt x="61913" y="-1043"/>
                  </a:cubicBezTo>
                  <a:cubicBezTo>
                    <a:pt x="66719" y="-1043"/>
                    <a:pt x="71859" y="-1155"/>
                    <a:pt x="76554" y="-1379"/>
                  </a:cubicBezTo>
                  <a:lnTo>
                    <a:pt x="76554" y="2083"/>
                  </a:lnTo>
                  <a:lnTo>
                    <a:pt x="74541" y="2083"/>
                  </a:lnTo>
                  <a:cubicBezTo>
                    <a:pt x="67838" y="2083"/>
                    <a:pt x="66270" y="2864"/>
                    <a:pt x="65043" y="6550"/>
                  </a:cubicBezTo>
                  <a:lnTo>
                    <a:pt x="40905" y="76363"/>
                  </a:lnTo>
                  <a:close/>
                  <a:moveTo>
                    <a:pt x="34979" y="63853"/>
                  </a:moveTo>
                  <a:lnTo>
                    <a:pt x="47608" y="27551"/>
                  </a:lnTo>
                  <a:lnTo>
                    <a:pt x="22463" y="27551"/>
                  </a:lnTo>
                  <a:lnTo>
                    <a:pt x="34979" y="63853"/>
                  </a:lnTo>
                  <a:close/>
                </a:path>
              </a:pathLst>
            </a:custGeom>
            <a:solidFill>
              <a:srgbClr val="000000"/>
            </a:solidFill>
            <a:ln w="25400" cap="flat">
              <a:noFill/>
              <a:prstDash val="solid"/>
              <a:miter/>
            </a:ln>
          </p:spPr>
          <p:txBody>
            <a:bodyPr/>
            <a:lstStyle/>
            <a:p>
              <a:endParaRPr lang="en-GB"/>
            </a:p>
          </p:txBody>
        </p:sp>
        <p:sp>
          <p:nvSpPr>
            <p:cNvPr id="2366" name="Freeform: Shape 2365">
              <a:extLst>
                <a:ext uri="{FF2B5EF4-FFF2-40B4-BE49-F238E27FC236}">
                  <a16:creationId xmlns:a16="http://schemas.microsoft.com/office/drawing/2014/main" id="{1C0743A7-92F1-52B9-15F9-9B78F4446833}"/>
                </a:ext>
              </a:extLst>
            </p:cNvPr>
            <p:cNvSpPr/>
            <p:nvPr>
              <p:custDataLst>
                <p:tags r:id="rId61"/>
              </p:custDataLst>
            </p:nvPr>
          </p:nvSpPr>
          <p:spPr>
            <a:xfrm flipV="1">
              <a:off x="9726810" y="-4757871"/>
              <a:ext cx="141718" cy="76288"/>
            </a:xfrm>
            <a:custGeom>
              <a:avLst/>
              <a:gdLst>
                <a:gd name="csX0" fmla="*/ 70404 w 141718"/>
                <a:gd name="csY0" fmla="*/ 74240 h 76288"/>
                <a:gd name="csX1" fmla="*/ 2121 w 141718"/>
                <a:gd name="csY1" fmla="*/ 74240 h 76288"/>
                <a:gd name="csX2" fmla="*/ 0 w 141718"/>
                <a:gd name="csY2" fmla="*/ 49108 h 76288"/>
                <a:gd name="csX3" fmla="*/ 2791 w 141718"/>
                <a:gd name="csY3" fmla="*/ 49108 h 76288"/>
                <a:gd name="csX4" fmla="*/ 22909 w 141718"/>
                <a:gd name="csY4" fmla="*/ 70778 h 76288"/>
                <a:gd name="csX5" fmla="*/ 28942 w 141718"/>
                <a:gd name="csY5" fmla="*/ 70553 h 76288"/>
                <a:gd name="csX6" fmla="*/ 31291 w 141718"/>
                <a:gd name="csY6" fmla="*/ 66310 h 76288"/>
                <a:gd name="csX7" fmla="*/ 31291 w 141718"/>
                <a:gd name="csY7" fmla="*/ 7444 h 76288"/>
                <a:gd name="csX8" fmla="*/ 19557 w 141718"/>
                <a:gd name="csY8" fmla="*/ 2083 h 76288"/>
                <a:gd name="csX9" fmla="*/ 15086 w 141718"/>
                <a:gd name="csY9" fmla="*/ 2083 h 76288"/>
                <a:gd name="csX10" fmla="*/ 15086 w 141718"/>
                <a:gd name="csY10" fmla="*/ -1379 h 76288"/>
                <a:gd name="csX11" fmla="*/ 36207 w 141718"/>
                <a:gd name="csY11" fmla="*/ -1043 h 76288"/>
                <a:gd name="csX12" fmla="*/ 57443 w 141718"/>
                <a:gd name="csY12" fmla="*/ -1379 h 76288"/>
                <a:gd name="csX13" fmla="*/ 57443 w 141718"/>
                <a:gd name="csY13" fmla="*/ 2083 h 76288"/>
                <a:gd name="csX14" fmla="*/ 52973 w 141718"/>
                <a:gd name="csY14" fmla="*/ 2083 h 76288"/>
                <a:gd name="csX15" fmla="*/ 41238 w 141718"/>
                <a:gd name="csY15" fmla="*/ 7444 h 76288"/>
                <a:gd name="csX16" fmla="*/ 41238 w 141718"/>
                <a:gd name="csY16" fmla="*/ 66310 h 76288"/>
                <a:gd name="csX17" fmla="*/ 43250 w 141718"/>
                <a:gd name="csY17" fmla="*/ 70553 h 76288"/>
                <a:gd name="csX18" fmla="*/ 49617 w 141718"/>
                <a:gd name="csY18" fmla="*/ 70778 h 76288"/>
                <a:gd name="csX19" fmla="*/ 69734 w 141718"/>
                <a:gd name="csY19" fmla="*/ 49108 h 76288"/>
                <a:gd name="csX20" fmla="*/ 72529 w 141718"/>
                <a:gd name="csY20" fmla="*/ 49108 h 76288"/>
                <a:gd name="csX21" fmla="*/ 70404 w 141718"/>
                <a:gd name="csY21" fmla="*/ 74240 h 76288"/>
                <a:gd name="csX22" fmla="*/ 141718 w 141718"/>
                <a:gd name="csY22" fmla="*/ 27439 h 76288"/>
                <a:gd name="csX23" fmla="*/ 138925 w 141718"/>
                <a:gd name="csY23" fmla="*/ 27439 h 76288"/>
                <a:gd name="csX24" fmla="*/ 116462 w 141718"/>
                <a:gd name="csY24" fmla="*/ 2083 h 76288"/>
                <a:gd name="csX25" fmla="*/ 107297 w 141718"/>
                <a:gd name="csY25" fmla="*/ 2083 h 76288"/>
                <a:gd name="csX26" fmla="*/ 101820 w 141718"/>
                <a:gd name="csY26" fmla="*/ 6550 h 76288"/>
                <a:gd name="csX27" fmla="*/ 101820 w 141718"/>
                <a:gd name="csY27" fmla="*/ 66085 h 76288"/>
                <a:gd name="csX28" fmla="*/ 112436 w 141718"/>
                <a:gd name="csY28" fmla="*/ 71447 h 76288"/>
                <a:gd name="csX29" fmla="*/ 116125 w 141718"/>
                <a:gd name="csY29" fmla="*/ 71447 h 76288"/>
                <a:gd name="csX30" fmla="*/ 116125 w 141718"/>
                <a:gd name="csY30" fmla="*/ 74909 h 76288"/>
                <a:gd name="csX31" fmla="*/ 97349 w 141718"/>
                <a:gd name="csY31" fmla="*/ 74576 h 76288"/>
                <a:gd name="csX32" fmla="*/ 80364 w 141718"/>
                <a:gd name="csY32" fmla="*/ 74909 h 76288"/>
                <a:gd name="csX33" fmla="*/ 80364 w 141718"/>
                <a:gd name="csY33" fmla="*/ 71447 h 76288"/>
                <a:gd name="csX34" fmla="*/ 83045 w 141718"/>
                <a:gd name="csY34" fmla="*/ 71447 h 76288"/>
                <a:gd name="csX35" fmla="*/ 91873 w 141718"/>
                <a:gd name="csY35" fmla="*/ 66198 h 76288"/>
                <a:gd name="csX36" fmla="*/ 91873 w 141718"/>
                <a:gd name="csY36" fmla="*/ 7332 h 76288"/>
                <a:gd name="csX37" fmla="*/ 83045 w 141718"/>
                <a:gd name="csY37" fmla="*/ 2083 h 76288"/>
                <a:gd name="csX38" fmla="*/ 80364 w 141718"/>
                <a:gd name="csY38" fmla="*/ 2083 h 76288"/>
                <a:gd name="csX39" fmla="*/ 80364 w 141718"/>
                <a:gd name="csY39" fmla="*/ -1379 h 76288"/>
                <a:gd name="csX40" fmla="*/ 138588 w 141718"/>
                <a:gd name="csY40" fmla="*/ -1379 h 76288"/>
                <a:gd name="csX41" fmla="*/ 141718 w 141718"/>
                <a:gd name="csY41" fmla="*/ 27439 h 76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Lst>
              <a:rect l="l" t="t" r="r" b="b"/>
              <a:pathLst>
                <a:path w="141718" h="76288">
                  <a:moveTo>
                    <a:pt x="70404" y="74240"/>
                  </a:moveTo>
                  <a:lnTo>
                    <a:pt x="2121" y="74240"/>
                  </a:lnTo>
                  <a:lnTo>
                    <a:pt x="0" y="49108"/>
                  </a:lnTo>
                  <a:lnTo>
                    <a:pt x="2791" y="49108"/>
                  </a:lnTo>
                  <a:cubicBezTo>
                    <a:pt x="4358" y="67091"/>
                    <a:pt x="6034" y="70778"/>
                    <a:pt x="22909" y="70778"/>
                  </a:cubicBezTo>
                  <a:cubicBezTo>
                    <a:pt x="24921" y="70778"/>
                    <a:pt x="27828" y="70778"/>
                    <a:pt x="28942" y="70553"/>
                  </a:cubicBezTo>
                  <a:cubicBezTo>
                    <a:pt x="31291" y="70108"/>
                    <a:pt x="31291" y="68878"/>
                    <a:pt x="31291" y="66310"/>
                  </a:cubicBezTo>
                  <a:lnTo>
                    <a:pt x="31291" y="7444"/>
                  </a:lnTo>
                  <a:cubicBezTo>
                    <a:pt x="31291" y="3646"/>
                    <a:pt x="31291" y="2083"/>
                    <a:pt x="19557" y="2083"/>
                  </a:cubicBezTo>
                  <a:lnTo>
                    <a:pt x="15086" y="2083"/>
                  </a:lnTo>
                  <a:lnTo>
                    <a:pt x="15086" y="-1379"/>
                  </a:lnTo>
                  <a:cubicBezTo>
                    <a:pt x="19669" y="-1043"/>
                    <a:pt x="31067" y="-1043"/>
                    <a:pt x="36207" y="-1043"/>
                  </a:cubicBezTo>
                  <a:cubicBezTo>
                    <a:pt x="41350" y="-1043"/>
                    <a:pt x="52861" y="-1043"/>
                    <a:pt x="57443" y="-1379"/>
                  </a:cubicBezTo>
                  <a:lnTo>
                    <a:pt x="57443" y="2083"/>
                  </a:lnTo>
                  <a:lnTo>
                    <a:pt x="52973" y="2083"/>
                  </a:lnTo>
                  <a:cubicBezTo>
                    <a:pt x="41238" y="2083"/>
                    <a:pt x="41238" y="3646"/>
                    <a:pt x="41238" y="7444"/>
                  </a:cubicBezTo>
                  <a:lnTo>
                    <a:pt x="41238" y="66310"/>
                  </a:lnTo>
                  <a:cubicBezTo>
                    <a:pt x="41238" y="68542"/>
                    <a:pt x="41238" y="70108"/>
                    <a:pt x="43250" y="70553"/>
                  </a:cubicBezTo>
                  <a:cubicBezTo>
                    <a:pt x="44478" y="70778"/>
                    <a:pt x="47496" y="70778"/>
                    <a:pt x="49617" y="70778"/>
                  </a:cubicBezTo>
                  <a:cubicBezTo>
                    <a:pt x="66495" y="70778"/>
                    <a:pt x="68172" y="67091"/>
                    <a:pt x="69734" y="49108"/>
                  </a:cubicBezTo>
                  <a:lnTo>
                    <a:pt x="72529" y="49108"/>
                  </a:lnTo>
                  <a:lnTo>
                    <a:pt x="70404" y="74240"/>
                  </a:lnTo>
                  <a:close/>
                  <a:moveTo>
                    <a:pt x="141718" y="27439"/>
                  </a:moveTo>
                  <a:lnTo>
                    <a:pt x="138925" y="27439"/>
                  </a:lnTo>
                  <a:cubicBezTo>
                    <a:pt x="137694" y="16047"/>
                    <a:pt x="136130" y="2083"/>
                    <a:pt x="116462" y="2083"/>
                  </a:cubicBezTo>
                  <a:lnTo>
                    <a:pt x="107297" y="2083"/>
                  </a:lnTo>
                  <a:cubicBezTo>
                    <a:pt x="102045" y="2083"/>
                    <a:pt x="101820" y="2864"/>
                    <a:pt x="101820" y="6550"/>
                  </a:cubicBezTo>
                  <a:lnTo>
                    <a:pt x="101820" y="66085"/>
                  </a:lnTo>
                  <a:cubicBezTo>
                    <a:pt x="101820" y="69884"/>
                    <a:pt x="101820" y="71447"/>
                    <a:pt x="112436" y="71447"/>
                  </a:cubicBezTo>
                  <a:lnTo>
                    <a:pt x="116125" y="71447"/>
                  </a:lnTo>
                  <a:lnTo>
                    <a:pt x="116125" y="74909"/>
                  </a:lnTo>
                  <a:cubicBezTo>
                    <a:pt x="112103" y="74576"/>
                    <a:pt x="101932" y="74576"/>
                    <a:pt x="97349" y="74576"/>
                  </a:cubicBezTo>
                  <a:cubicBezTo>
                    <a:pt x="92992" y="74576"/>
                    <a:pt x="84276" y="74576"/>
                    <a:pt x="80364" y="74909"/>
                  </a:cubicBezTo>
                  <a:lnTo>
                    <a:pt x="80364" y="71447"/>
                  </a:lnTo>
                  <a:lnTo>
                    <a:pt x="83045" y="71447"/>
                  </a:lnTo>
                  <a:cubicBezTo>
                    <a:pt x="91649" y="71447"/>
                    <a:pt x="91873" y="70217"/>
                    <a:pt x="91873" y="66198"/>
                  </a:cubicBezTo>
                  <a:lnTo>
                    <a:pt x="91873" y="7332"/>
                  </a:lnTo>
                  <a:cubicBezTo>
                    <a:pt x="91873" y="3313"/>
                    <a:pt x="91649" y="2083"/>
                    <a:pt x="83045" y="2083"/>
                  </a:cubicBezTo>
                  <a:lnTo>
                    <a:pt x="80364" y="2083"/>
                  </a:lnTo>
                  <a:lnTo>
                    <a:pt x="80364" y="-1379"/>
                  </a:lnTo>
                  <a:lnTo>
                    <a:pt x="138588" y="-1379"/>
                  </a:lnTo>
                  <a:lnTo>
                    <a:pt x="141718" y="27439"/>
                  </a:lnTo>
                  <a:close/>
                </a:path>
              </a:pathLst>
            </a:custGeom>
            <a:solidFill>
              <a:srgbClr val="000000"/>
            </a:solidFill>
            <a:ln w="25400" cap="flat">
              <a:noFill/>
              <a:prstDash val="solid"/>
              <a:miter/>
            </a:ln>
          </p:spPr>
          <p:txBody>
            <a:bodyPr/>
            <a:lstStyle/>
            <a:p>
              <a:endParaRPr lang="en-GB"/>
            </a:p>
          </p:txBody>
        </p:sp>
        <p:sp>
          <p:nvSpPr>
            <p:cNvPr id="2367" name="Freeform: Shape 2366">
              <a:extLst>
                <a:ext uri="{FF2B5EF4-FFF2-40B4-BE49-F238E27FC236}">
                  <a16:creationId xmlns:a16="http://schemas.microsoft.com/office/drawing/2014/main" id="{5C9AC04D-84AB-FAB2-3C68-491A663BFAF9}"/>
                </a:ext>
              </a:extLst>
            </p:cNvPr>
            <p:cNvSpPr/>
            <p:nvPr>
              <p:custDataLst>
                <p:tags r:id="rId62"/>
              </p:custDataLst>
            </p:nvPr>
          </p:nvSpPr>
          <p:spPr>
            <a:xfrm flipV="1">
              <a:off x="9882970"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9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9"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68" name="Freeform: Shape 2367">
              <a:extLst>
                <a:ext uri="{FF2B5EF4-FFF2-40B4-BE49-F238E27FC236}">
                  <a16:creationId xmlns:a16="http://schemas.microsoft.com/office/drawing/2014/main" id="{CF2FF9DA-7212-9483-C6A2-61CA449D9CEF}"/>
                </a:ext>
              </a:extLst>
            </p:cNvPr>
            <p:cNvSpPr/>
            <p:nvPr>
              <p:custDataLst>
                <p:tags r:id="rId63"/>
              </p:custDataLst>
            </p:nvPr>
          </p:nvSpPr>
          <p:spPr>
            <a:xfrm flipV="1">
              <a:off x="9927064" y="-4760331"/>
              <a:ext cx="227001" cy="81204"/>
            </a:xfrm>
            <a:custGeom>
              <a:avLst/>
              <a:gdLst>
                <a:gd name="csX0" fmla="*/ 20784 w 227001"/>
                <a:gd name="csY0" fmla="*/ 41960 h 81204"/>
                <a:gd name="csX1" fmla="*/ 20784 w 227001"/>
                <a:gd name="csY1" fmla="*/ 69435 h 81204"/>
                <a:gd name="csX2" fmla="*/ 26260 w 227001"/>
                <a:gd name="csY2" fmla="*/ 73903 h 81204"/>
                <a:gd name="csX3" fmla="*/ 40120 w 227001"/>
                <a:gd name="csY3" fmla="*/ 73903 h 81204"/>
                <a:gd name="csX4" fmla="*/ 54873 w 227001"/>
                <a:gd name="csY4" fmla="*/ 58488 h 81204"/>
                <a:gd name="csX5" fmla="*/ 36989 w 227001"/>
                <a:gd name="csY5" fmla="*/ 41960 h 81204"/>
                <a:gd name="csX6" fmla="*/ 20784 w 227001"/>
                <a:gd name="csY6" fmla="*/ 41960 h 81204"/>
                <a:gd name="csX7" fmla="*/ 47160 w 227001"/>
                <a:gd name="csY7" fmla="*/ 40954 h 81204"/>
                <a:gd name="csX8" fmla="*/ 65713 w 227001"/>
                <a:gd name="csY8" fmla="*/ 58488 h 81204"/>
                <a:gd name="csX9" fmla="*/ 40901 w 227001"/>
                <a:gd name="csY9" fmla="*/ 77366 h 81204"/>
                <a:gd name="csX10" fmla="*/ 0 w 227001"/>
                <a:gd name="csY10" fmla="*/ 77366 h 81204"/>
                <a:gd name="csX11" fmla="*/ 0 w 227001"/>
                <a:gd name="csY11" fmla="*/ 73903 h 81204"/>
                <a:gd name="csX12" fmla="*/ 2682 w 227001"/>
                <a:gd name="csY12" fmla="*/ 73903 h 81204"/>
                <a:gd name="csX13" fmla="*/ 11510 w 227001"/>
                <a:gd name="csY13" fmla="*/ 68654 h 81204"/>
                <a:gd name="csX14" fmla="*/ 11510 w 227001"/>
                <a:gd name="csY14" fmla="*/ 9788 h 81204"/>
                <a:gd name="csX15" fmla="*/ 2682 w 227001"/>
                <a:gd name="csY15" fmla="*/ 4540 h 81204"/>
                <a:gd name="csX16" fmla="*/ 0 w 227001"/>
                <a:gd name="csY16" fmla="*/ 4540 h 81204"/>
                <a:gd name="csX17" fmla="*/ 0 w 227001"/>
                <a:gd name="csY17" fmla="*/ 1077 h 81204"/>
                <a:gd name="csX18" fmla="*/ 43808 w 227001"/>
                <a:gd name="csY18" fmla="*/ 1077 h 81204"/>
                <a:gd name="csX19" fmla="*/ 68728 w 227001"/>
                <a:gd name="csY19" fmla="*/ 21517 h 81204"/>
                <a:gd name="csX20" fmla="*/ 47160 w 227001"/>
                <a:gd name="csY20" fmla="*/ 40954 h 81204"/>
                <a:gd name="csX21" fmla="*/ 40232 w 227001"/>
                <a:gd name="csY21" fmla="*/ 4540 h 81204"/>
                <a:gd name="csX22" fmla="*/ 26260 w 227001"/>
                <a:gd name="csY22" fmla="*/ 4540 h 81204"/>
                <a:gd name="csX23" fmla="*/ 20784 w 227001"/>
                <a:gd name="csY23" fmla="*/ 9007 h 81204"/>
                <a:gd name="csX24" fmla="*/ 20784 w 227001"/>
                <a:gd name="csY24" fmla="*/ 39500 h 81204"/>
                <a:gd name="csX25" fmla="*/ 41795 w 227001"/>
                <a:gd name="csY25" fmla="*/ 39500 h 81204"/>
                <a:gd name="csX26" fmla="*/ 57555 w 227001"/>
                <a:gd name="csY26" fmla="*/ 21629 h 81204"/>
                <a:gd name="csX27" fmla="*/ 40232 w 227001"/>
                <a:gd name="csY27" fmla="*/ 4540 h 81204"/>
                <a:gd name="csX28" fmla="*/ 155689 w 227001"/>
                <a:gd name="csY28" fmla="*/ 38943 h 81204"/>
                <a:gd name="csX29" fmla="*/ 118472 w 227001"/>
                <a:gd name="csY29" fmla="*/ 79825 h 81204"/>
                <a:gd name="csX30" fmla="*/ 81369 w 227001"/>
                <a:gd name="csY30" fmla="*/ 38943 h 81204"/>
                <a:gd name="csX31" fmla="*/ 118472 w 227001"/>
                <a:gd name="csY31" fmla="*/ -1379 h 81204"/>
                <a:gd name="csX32" fmla="*/ 155689 w 227001"/>
                <a:gd name="csY32" fmla="*/ 38943 h 81204"/>
                <a:gd name="csX33" fmla="*/ 118585 w 227001"/>
                <a:gd name="csY33" fmla="*/ 1526 h 81204"/>
                <a:gd name="csX34" fmla="*/ 92879 w 227001"/>
                <a:gd name="csY34" fmla="*/ 40505 h 81204"/>
                <a:gd name="csX35" fmla="*/ 118472 w 227001"/>
                <a:gd name="csY35" fmla="*/ 77032 h 81204"/>
                <a:gd name="csX36" fmla="*/ 144176 w 227001"/>
                <a:gd name="csY36" fmla="*/ 40505 h 81204"/>
                <a:gd name="csX37" fmla="*/ 118585 w 227001"/>
                <a:gd name="csY37" fmla="*/ 1526 h 81204"/>
                <a:gd name="csX38" fmla="*/ 227002 w 227001"/>
                <a:gd name="csY38" fmla="*/ 29895 h 81204"/>
                <a:gd name="csX39" fmla="*/ 224207 w 227001"/>
                <a:gd name="csY39" fmla="*/ 29895 h 81204"/>
                <a:gd name="csX40" fmla="*/ 201744 w 227001"/>
                <a:gd name="csY40" fmla="*/ 4540 h 81204"/>
                <a:gd name="csX41" fmla="*/ 192579 w 227001"/>
                <a:gd name="csY41" fmla="*/ 4540 h 81204"/>
                <a:gd name="csX42" fmla="*/ 187103 w 227001"/>
                <a:gd name="csY42" fmla="*/ 9007 h 81204"/>
                <a:gd name="csX43" fmla="*/ 187103 w 227001"/>
                <a:gd name="csY43" fmla="*/ 68542 h 81204"/>
                <a:gd name="csX44" fmla="*/ 197720 w 227001"/>
                <a:gd name="csY44" fmla="*/ 73903 h 81204"/>
                <a:gd name="csX45" fmla="*/ 201407 w 227001"/>
                <a:gd name="csY45" fmla="*/ 73903 h 81204"/>
                <a:gd name="csX46" fmla="*/ 201407 w 227001"/>
                <a:gd name="csY46" fmla="*/ 77366 h 81204"/>
                <a:gd name="csX47" fmla="*/ 182633 w 227001"/>
                <a:gd name="csY47" fmla="*/ 77032 h 81204"/>
                <a:gd name="csX48" fmla="*/ 165646 w 227001"/>
                <a:gd name="csY48" fmla="*/ 77366 h 81204"/>
                <a:gd name="csX49" fmla="*/ 165646 w 227001"/>
                <a:gd name="csY49" fmla="*/ 73903 h 81204"/>
                <a:gd name="csX50" fmla="*/ 168329 w 227001"/>
                <a:gd name="csY50" fmla="*/ 73903 h 81204"/>
                <a:gd name="csX51" fmla="*/ 177156 w 227001"/>
                <a:gd name="csY51" fmla="*/ 68654 h 81204"/>
                <a:gd name="csX52" fmla="*/ 177156 w 227001"/>
                <a:gd name="csY52" fmla="*/ 9788 h 81204"/>
                <a:gd name="csX53" fmla="*/ 168329 w 227001"/>
                <a:gd name="csY53" fmla="*/ 4540 h 81204"/>
                <a:gd name="csX54" fmla="*/ 165646 w 227001"/>
                <a:gd name="csY54" fmla="*/ 4540 h 81204"/>
                <a:gd name="csX55" fmla="*/ 165646 w 227001"/>
                <a:gd name="csY55" fmla="*/ 1077 h 81204"/>
                <a:gd name="csX56" fmla="*/ 223870 w 227001"/>
                <a:gd name="csY56" fmla="*/ 1077 h 81204"/>
                <a:gd name="csX57" fmla="*/ 227002 w 227001"/>
                <a:gd name="csY57" fmla="*/ 29895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Lst>
              <a:rect l="l" t="t" r="r" b="b"/>
              <a:pathLst>
                <a:path w="227001" h="81204">
                  <a:moveTo>
                    <a:pt x="20784" y="41960"/>
                  </a:moveTo>
                  <a:lnTo>
                    <a:pt x="20784" y="69435"/>
                  </a:lnTo>
                  <a:cubicBezTo>
                    <a:pt x="20784" y="73122"/>
                    <a:pt x="21008" y="73903"/>
                    <a:pt x="26260" y="73903"/>
                  </a:cubicBezTo>
                  <a:lnTo>
                    <a:pt x="40120" y="73903"/>
                  </a:lnTo>
                  <a:cubicBezTo>
                    <a:pt x="50960" y="73903"/>
                    <a:pt x="54873" y="64411"/>
                    <a:pt x="54873" y="58488"/>
                  </a:cubicBezTo>
                  <a:cubicBezTo>
                    <a:pt x="54873" y="51340"/>
                    <a:pt x="49396" y="41960"/>
                    <a:pt x="36989" y="41960"/>
                  </a:cubicBezTo>
                  <a:lnTo>
                    <a:pt x="20784" y="41960"/>
                  </a:lnTo>
                  <a:close/>
                  <a:moveTo>
                    <a:pt x="47160" y="40954"/>
                  </a:moveTo>
                  <a:cubicBezTo>
                    <a:pt x="58000" y="43074"/>
                    <a:pt x="65713" y="50222"/>
                    <a:pt x="65713" y="58488"/>
                  </a:cubicBezTo>
                  <a:cubicBezTo>
                    <a:pt x="65713" y="68206"/>
                    <a:pt x="55430" y="77366"/>
                    <a:pt x="40901" y="77366"/>
                  </a:cubicBezTo>
                  <a:lnTo>
                    <a:pt x="0" y="77366"/>
                  </a:lnTo>
                  <a:lnTo>
                    <a:pt x="0" y="73903"/>
                  </a:lnTo>
                  <a:lnTo>
                    <a:pt x="2682" y="73903"/>
                  </a:lnTo>
                  <a:cubicBezTo>
                    <a:pt x="11286" y="73903"/>
                    <a:pt x="11510" y="72673"/>
                    <a:pt x="11510" y="68654"/>
                  </a:cubicBezTo>
                  <a:lnTo>
                    <a:pt x="11510" y="9788"/>
                  </a:lnTo>
                  <a:cubicBezTo>
                    <a:pt x="11510" y="5769"/>
                    <a:pt x="11286" y="4540"/>
                    <a:pt x="2682" y="4540"/>
                  </a:cubicBezTo>
                  <a:lnTo>
                    <a:pt x="0" y="4540"/>
                  </a:lnTo>
                  <a:lnTo>
                    <a:pt x="0" y="1077"/>
                  </a:lnTo>
                  <a:lnTo>
                    <a:pt x="43808" y="1077"/>
                  </a:lnTo>
                  <a:cubicBezTo>
                    <a:pt x="58670" y="1077"/>
                    <a:pt x="68728" y="11018"/>
                    <a:pt x="68728" y="21517"/>
                  </a:cubicBezTo>
                  <a:cubicBezTo>
                    <a:pt x="68728" y="31234"/>
                    <a:pt x="59564" y="39612"/>
                    <a:pt x="47160" y="40954"/>
                  </a:cubicBezTo>
                  <a:close/>
                  <a:moveTo>
                    <a:pt x="40232" y="4540"/>
                  </a:moveTo>
                  <a:lnTo>
                    <a:pt x="26260" y="4540"/>
                  </a:lnTo>
                  <a:cubicBezTo>
                    <a:pt x="21008" y="4540"/>
                    <a:pt x="20784" y="5321"/>
                    <a:pt x="20784" y="9007"/>
                  </a:cubicBezTo>
                  <a:lnTo>
                    <a:pt x="20784" y="39500"/>
                  </a:lnTo>
                  <a:lnTo>
                    <a:pt x="41795" y="39500"/>
                  </a:lnTo>
                  <a:cubicBezTo>
                    <a:pt x="52860" y="39500"/>
                    <a:pt x="57555" y="29114"/>
                    <a:pt x="57555" y="21629"/>
                  </a:cubicBezTo>
                  <a:cubicBezTo>
                    <a:pt x="57555" y="13699"/>
                    <a:pt x="51742" y="4540"/>
                    <a:pt x="40232" y="4540"/>
                  </a:cubicBezTo>
                  <a:close/>
                  <a:moveTo>
                    <a:pt x="155689" y="38943"/>
                  </a:moveTo>
                  <a:cubicBezTo>
                    <a:pt x="155689" y="61730"/>
                    <a:pt x="138811" y="79825"/>
                    <a:pt x="118472" y="79825"/>
                  </a:cubicBezTo>
                  <a:cubicBezTo>
                    <a:pt x="98467" y="79825"/>
                    <a:pt x="81369" y="61951"/>
                    <a:pt x="81369" y="38943"/>
                  </a:cubicBezTo>
                  <a:cubicBezTo>
                    <a:pt x="81369" y="16044"/>
                    <a:pt x="98580" y="-1379"/>
                    <a:pt x="118472" y="-1379"/>
                  </a:cubicBezTo>
                  <a:cubicBezTo>
                    <a:pt x="138811" y="-1379"/>
                    <a:pt x="155689" y="16380"/>
                    <a:pt x="155689" y="38943"/>
                  </a:cubicBezTo>
                  <a:close/>
                  <a:moveTo>
                    <a:pt x="118585" y="1526"/>
                  </a:moveTo>
                  <a:cubicBezTo>
                    <a:pt x="107856" y="1526"/>
                    <a:pt x="92879" y="11355"/>
                    <a:pt x="92879" y="40505"/>
                  </a:cubicBezTo>
                  <a:cubicBezTo>
                    <a:pt x="92879" y="69435"/>
                    <a:pt x="109195" y="77032"/>
                    <a:pt x="118472" y="77032"/>
                  </a:cubicBezTo>
                  <a:cubicBezTo>
                    <a:pt x="128195" y="77032"/>
                    <a:pt x="144176" y="69099"/>
                    <a:pt x="144176" y="40505"/>
                  </a:cubicBezTo>
                  <a:cubicBezTo>
                    <a:pt x="144176" y="10907"/>
                    <a:pt x="128865" y="1526"/>
                    <a:pt x="118585" y="1526"/>
                  </a:cubicBezTo>
                  <a:close/>
                  <a:moveTo>
                    <a:pt x="227002" y="29895"/>
                  </a:moveTo>
                  <a:lnTo>
                    <a:pt x="224207" y="29895"/>
                  </a:lnTo>
                  <a:cubicBezTo>
                    <a:pt x="222976" y="18503"/>
                    <a:pt x="221412" y="4540"/>
                    <a:pt x="201744" y="4540"/>
                  </a:cubicBezTo>
                  <a:lnTo>
                    <a:pt x="192579" y="4540"/>
                  </a:lnTo>
                  <a:cubicBezTo>
                    <a:pt x="187327" y="4540"/>
                    <a:pt x="187103" y="5321"/>
                    <a:pt x="187103" y="9007"/>
                  </a:cubicBezTo>
                  <a:lnTo>
                    <a:pt x="187103" y="68542"/>
                  </a:lnTo>
                  <a:cubicBezTo>
                    <a:pt x="187103" y="72340"/>
                    <a:pt x="187103" y="73903"/>
                    <a:pt x="197720" y="73903"/>
                  </a:cubicBezTo>
                  <a:lnTo>
                    <a:pt x="201407" y="73903"/>
                  </a:lnTo>
                  <a:lnTo>
                    <a:pt x="201407" y="77366"/>
                  </a:lnTo>
                  <a:cubicBezTo>
                    <a:pt x="197386" y="77032"/>
                    <a:pt x="187215" y="77032"/>
                    <a:pt x="182633" y="77032"/>
                  </a:cubicBezTo>
                  <a:cubicBezTo>
                    <a:pt x="178275" y="77032"/>
                    <a:pt x="169559" y="77032"/>
                    <a:pt x="165646" y="77366"/>
                  </a:cubicBezTo>
                  <a:lnTo>
                    <a:pt x="165646" y="73903"/>
                  </a:lnTo>
                  <a:lnTo>
                    <a:pt x="168329" y="73903"/>
                  </a:lnTo>
                  <a:cubicBezTo>
                    <a:pt x="176931" y="73903"/>
                    <a:pt x="177156" y="72673"/>
                    <a:pt x="177156" y="68654"/>
                  </a:cubicBezTo>
                  <a:lnTo>
                    <a:pt x="177156" y="9788"/>
                  </a:lnTo>
                  <a:cubicBezTo>
                    <a:pt x="177156" y="5769"/>
                    <a:pt x="176931" y="4540"/>
                    <a:pt x="168329" y="4540"/>
                  </a:cubicBezTo>
                  <a:lnTo>
                    <a:pt x="165646" y="4540"/>
                  </a:lnTo>
                  <a:lnTo>
                    <a:pt x="165646" y="1077"/>
                  </a:lnTo>
                  <a:lnTo>
                    <a:pt x="223870" y="1077"/>
                  </a:lnTo>
                  <a:lnTo>
                    <a:pt x="227002" y="29895"/>
                  </a:lnTo>
                  <a:close/>
                </a:path>
              </a:pathLst>
            </a:custGeom>
            <a:solidFill>
              <a:srgbClr val="000000"/>
            </a:solidFill>
            <a:ln w="25400" cap="flat">
              <a:noFill/>
              <a:prstDash val="solid"/>
              <a:miter/>
            </a:ln>
          </p:spPr>
          <p:txBody>
            <a:bodyPr/>
            <a:lstStyle/>
            <a:p>
              <a:endParaRPr lang="en-GB"/>
            </a:p>
          </p:txBody>
        </p:sp>
        <p:sp>
          <p:nvSpPr>
            <p:cNvPr id="2369" name="Freeform: Shape 2368">
              <a:extLst>
                <a:ext uri="{FF2B5EF4-FFF2-40B4-BE49-F238E27FC236}">
                  <a16:creationId xmlns:a16="http://schemas.microsoft.com/office/drawing/2014/main" id="{B03717DB-6F7A-8120-6187-B9B1D022F102}"/>
                </a:ext>
              </a:extLst>
            </p:cNvPr>
            <p:cNvSpPr/>
            <p:nvPr>
              <p:custDataLst>
                <p:tags r:id="rId64"/>
              </p:custDataLst>
            </p:nvPr>
          </p:nvSpPr>
          <p:spPr>
            <a:xfrm flipV="1">
              <a:off x="10168612"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8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8"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70" name="Freeform: Shape 2369">
              <a:extLst>
                <a:ext uri="{FF2B5EF4-FFF2-40B4-BE49-F238E27FC236}">
                  <a16:creationId xmlns:a16="http://schemas.microsoft.com/office/drawing/2014/main" id="{BE37E958-ECA6-979C-BDB1-CD000C987CE0}"/>
                </a:ext>
              </a:extLst>
            </p:cNvPr>
            <p:cNvSpPr/>
            <p:nvPr>
              <p:custDataLst>
                <p:tags r:id="rId65"/>
              </p:custDataLst>
            </p:nvPr>
          </p:nvSpPr>
          <p:spPr>
            <a:xfrm flipV="1">
              <a:off x="10214939" y="-4760331"/>
              <a:ext cx="243094" cy="81204"/>
            </a:xfrm>
            <a:custGeom>
              <a:avLst/>
              <a:gdLst>
                <a:gd name="csX0" fmla="*/ 0 w 243094"/>
                <a:gd name="csY0" fmla="*/ 39279 h 81204"/>
                <a:gd name="csX1" fmla="*/ 38892 w 243094"/>
                <a:gd name="csY1" fmla="*/ -1379 h 81204"/>
                <a:gd name="csX2" fmla="*/ 68059 w 243094"/>
                <a:gd name="csY2" fmla="*/ 27102 h 81204"/>
                <a:gd name="csX3" fmla="*/ 66607 w 243094"/>
                <a:gd name="csY3" fmla="*/ 29001 h 81204"/>
                <a:gd name="csX4" fmla="*/ 65268 w 243094"/>
                <a:gd name="csY4" fmla="*/ 27214 h 81204"/>
                <a:gd name="csX5" fmla="*/ 40231 w 243094"/>
                <a:gd name="csY5" fmla="*/ 2083 h 81204"/>
                <a:gd name="csX6" fmla="*/ 11510 w 243094"/>
                <a:gd name="csY6" fmla="*/ 39167 h 81204"/>
                <a:gd name="csX7" fmla="*/ 40120 w 243094"/>
                <a:gd name="csY7" fmla="*/ 76359 h 81204"/>
                <a:gd name="csX8" fmla="*/ 64483 w 243094"/>
                <a:gd name="csY8" fmla="*/ 49889 h 81204"/>
                <a:gd name="csX9" fmla="*/ 66271 w 243094"/>
                <a:gd name="csY9" fmla="*/ 47991 h 81204"/>
                <a:gd name="csX10" fmla="*/ 68059 w 243094"/>
                <a:gd name="csY10" fmla="*/ 50671 h 81204"/>
                <a:gd name="csX11" fmla="*/ 68059 w 243094"/>
                <a:gd name="csY11" fmla="*/ 77141 h 81204"/>
                <a:gd name="csX12" fmla="*/ 66832 w 243094"/>
                <a:gd name="csY12" fmla="*/ 79825 h 81204"/>
                <a:gd name="csX13" fmla="*/ 65044 w 243094"/>
                <a:gd name="csY13" fmla="*/ 78483 h 81204"/>
                <a:gd name="csX14" fmla="*/ 59455 w 243094"/>
                <a:gd name="csY14" fmla="*/ 70217 h 81204"/>
                <a:gd name="csX15" fmla="*/ 38892 w 243094"/>
                <a:gd name="csY15" fmla="*/ 79825 h 81204"/>
                <a:gd name="csX16" fmla="*/ 0 w 243094"/>
                <a:gd name="csY16" fmla="*/ 39279 h 81204"/>
                <a:gd name="csX17" fmla="*/ 155020 w 243094"/>
                <a:gd name="csY17" fmla="*/ 38943 h 81204"/>
                <a:gd name="csX18" fmla="*/ 117804 w 243094"/>
                <a:gd name="csY18" fmla="*/ 79825 h 81204"/>
                <a:gd name="csX19" fmla="*/ 80700 w 243094"/>
                <a:gd name="csY19" fmla="*/ 38943 h 81204"/>
                <a:gd name="csX20" fmla="*/ 117804 w 243094"/>
                <a:gd name="csY20" fmla="*/ -1379 h 81204"/>
                <a:gd name="csX21" fmla="*/ 155020 w 243094"/>
                <a:gd name="csY21" fmla="*/ 38943 h 81204"/>
                <a:gd name="csX22" fmla="*/ 117916 w 243094"/>
                <a:gd name="csY22" fmla="*/ 1526 h 81204"/>
                <a:gd name="csX23" fmla="*/ 92210 w 243094"/>
                <a:gd name="csY23" fmla="*/ 40505 h 81204"/>
                <a:gd name="csX24" fmla="*/ 117804 w 243094"/>
                <a:gd name="csY24" fmla="*/ 77032 h 81204"/>
                <a:gd name="csX25" fmla="*/ 143506 w 243094"/>
                <a:gd name="csY25" fmla="*/ 40505 h 81204"/>
                <a:gd name="csX26" fmla="*/ 117916 w 243094"/>
                <a:gd name="csY26" fmla="*/ 1526 h 81204"/>
                <a:gd name="csX27" fmla="*/ 186322 w 243094"/>
                <a:gd name="csY27" fmla="*/ 40505 h 81204"/>
                <a:gd name="csX28" fmla="*/ 186322 w 243094"/>
                <a:gd name="csY28" fmla="*/ 69435 h 81204"/>
                <a:gd name="csX29" fmla="*/ 188779 w 243094"/>
                <a:gd name="csY29" fmla="*/ 73679 h 81204"/>
                <a:gd name="csX30" fmla="*/ 195375 w 243094"/>
                <a:gd name="csY30" fmla="*/ 73903 h 81204"/>
                <a:gd name="csX31" fmla="*/ 217949 w 243094"/>
                <a:gd name="csY31" fmla="*/ 57262 h 81204"/>
                <a:gd name="csX32" fmla="*/ 198726 w 243094"/>
                <a:gd name="csY32" fmla="*/ 40505 h 81204"/>
                <a:gd name="csX33" fmla="*/ 186322 w 243094"/>
                <a:gd name="csY33" fmla="*/ 40505 h 81204"/>
                <a:gd name="csX34" fmla="*/ 209904 w 243094"/>
                <a:gd name="csY34" fmla="*/ 39054 h 81204"/>
                <a:gd name="csX35" fmla="*/ 229460 w 243094"/>
                <a:gd name="csY35" fmla="*/ 57262 h 81204"/>
                <a:gd name="csX36" fmla="*/ 200293 w 243094"/>
                <a:gd name="csY36" fmla="*/ 77366 h 81204"/>
                <a:gd name="csX37" fmla="*/ 165202 w 243094"/>
                <a:gd name="csY37" fmla="*/ 77366 h 81204"/>
                <a:gd name="csX38" fmla="*/ 165202 w 243094"/>
                <a:gd name="csY38" fmla="*/ 73903 h 81204"/>
                <a:gd name="csX39" fmla="*/ 167883 w 243094"/>
                <a:gd name="csY39" fmla="*/ 73903 h 81204"/>
                <a:gd name="csX40" fmla="*/ 176712 w 243094"/>
                <a:gd name="csY40" fmla="*/ 68654 h 81204"/>
                <a:gd name="csX41" fmla="*/ 176712 w 243094"/>
                <a:gd name="csY41" fmla="*/ 9788 h 81204"/>
                <a:gd name="csX42" fmla="*/ 167883 w 243094"/>
                <a:gd name="csY42" fmla="*/ 4540 h 81204"/>
                <a:gd name="csX43" fmla="*/ 165202 w 243094"/>
                <a:gd name="csY43" fmla="*/ 4540 h 81204"/>
                <a:gd name="csX44" fmla="*/ 165202 w 243094"/>
                <a:gd name="csY44" fmla="*/ 1077 h 81204"/>
                <a:gd name="csX45" fmla="*/ 181519 w 243094"/>
                <a:gd name="csY45" fmla="*/ 1413 h 81204"/>
                <a:gd name="csX46" fmla="*/ 197832 w 243094"/>
                <a:gd name="csY46" fmla="*/ 1077 h 81204"/>
                <a:gd name="csX47" fmla="*/ 197832 w 243094"/>
                <a:gd name="csY47" fmla="*/ 4540 h 81204"/>
                <a:gd name="csX48" fmla="*/ 195151 w 243094"/>
                <a:gd name="csY48" fmla="*/ 4540 h 81204"/>
                <a:gd name="csX49" fmla="*/ 186322 w 243094"/>
                <a:gd name="csY49" fmla="*/ 9788 h 81204"/>
                <a:gd name="csX50" fmla="*/ 186322 w 243094"/>
                <a:gd name="csY50" fmla="*/ 38049 h 81204"/>
                <a:gd name="csX51" fmla="*/ 199175 w 243094"/>
                <a:gd name="csY51" fmla="*/ 38049 h 81204"/>
                <a:gd name="csX52" fmla="*/ 209567 w 243094"/>
                <a:gd name="csY52" fmla="*/ 34251 h 81204"/>
                <a:gd name="csX53" fmla="*/ 213816 w 243094"/>
                <a:gd name="csY53" fmla="*/ 19284 h 81204"/>
                <a:gd name="csX54" fmla="*/ 218398 w 243094"/>
                <a:gd name="csY54" fmla="*/ 3313 h 81204"/>
                <a:gd name="csX55" fmla="*/ 232478 w 243094"/>
                <a:gd name="csY55" fmla="*/ -1379 h 81204"/>
                <a:gd name="csX56" fmla="*/ 243095 w 243094"/>
                <a:gd name="csY56" fmla="*/ 10907 h 81204"/>
                <a:gd name="csX57" fmla="*/ 241643 w 243094"/>
                <a:gd name="csY57" fmla="*/ 12806 h 81204"/>
                <a:gd name="csX58" fmla="*/ 240300 w 243094"/>
                <a:gd name="csY58" fmla="*/ 11018 h 81204"/>
                <a:gd name="csX59" fmla="*/ 232923 w 243094"/>
                <a:gd name="csY59" fmla="*/ 1077 h 81204"/>
                <a:gd name="csX60" fmla="*/ 224989 w 243094"/>
                <a:gd name="csY60" fmla="*/ 17161 h 81204"/>
                <a:gd name="csX61" fmla="*/ 223538 w 243094"/>
                <a:gd name="csY61" fmla="*/ 26097 h 81204"/>
                <a:gd name="csX62" fmla="*/ 209904 w 243094"/>
                <a:gd name="csY62" fmla="*/ 39054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Lst>
              <a:rect l="l" t="t" r="r" b="b"/>
              <a:pathLst>
                <a:path w="243094" h="81204">
                  <a:moveTo>
                    <a:pt x="0" y="39279"/>
                  </a:moveTo>
                  <a:cubicBezTo>
                    <a:pt x="0" y="16155"/>
                    <a:pt x="18105" y="-1379"/>
                    <a:pt x="38892" y="-1379"/>
                  </a:cubicBezTo>
                  <a:cubicBezTo>
                    <a:pt x="57110" y="-1379"/>
                    <a:pt x="68059" y="14144"/>
                    <a:pt x="68059" y="27102"/>
                  </a:cubicBezTo>
                  <a:cubicBezTo>
                    <a:pt x="68059" y="28220"/>
                    <a:pt x="68059" y="29001"/>
                    <a:pt x="66607" y="29001"/>
                  </a:cubicBezTo>
                  <a:cubicBezTo>
                    <a:pt x="65377" y="29001"/>
                    <a:pt x="65377" y="28332"/>
                    <a:pt x="65268" y="27214"/>
                  </a:cubicBezTo>
                  <a:cubicBezTo>
                    <a:pt x="64374" y="11243"/>
                    <a:pt x="52415" y="2083"/>
                    <a:pt x="40231" y="2083"/>
                  </a:cubicBezTo>
                  <a:cubicBezTo>
                    <a:pt x="33416" y="2083"/>
                    <a:pt x="11510" y="5881"/>
                    <a:pt x="11510" y="39167"/>
                  </a:cubicBezTo>
                  <a:cubicBezTo>
                    <a:pt x="11510" y="72564"/>
                    <a:pt x="33304" y="76359"/>
                    <a:pt x="40120" y="76359"/>
                  </a:cubicBezTo>
                  <a:cubicBezTo>
                    <a:pt x="52303" y="76359"/>
                    <a:pt x="62249" y="66198"/>
                    <a:pt x="64483" y="49889"/>
                  </a:cubicBezTo>
                  <a:cubicBezTo>
                    <a:pt x="64707" y="48327"/>
                    <a:pt x="64707" y="47991"/>
                    <a:pt x="66271" y="47991"/>
                  </a:cubicBezTo>
                  <a:cubicBezTo>
                    <a:pt x="68059" y="47991"/>
                    <a:pt x="68059" y="48327"/>
                    <a:pt x="68059" y="50671"/>
                  </a:cubicBezTo>
                  <a:lnTo>
                    <a:pt x="68059" y="77141"/>
                  </a:lnTo>
                  <a:cubicBezTo>
                    <a:pt x="68059" y="79040"/>
                    <a:pt x="68059" y="79825"/>
                    <a:pt x="66832" y="79825"/>
                  </a:cubicBezTo>
                  <a:cubicBezTo>
                    <a:pt x="66383" y="79825"/>
                    <a:pt x="65938" y="79825"/>
                    <a:pt x="65044" y="78483"/>
                  </a:cubicBezTo>
                  <a:lnTo>
                    <a:pt x="59455" y="70217"/>
                  </a:lnTo>
                  <a:cubicBezTo>
                    <a:pt x="55321" y="74239"/>
                    <a:pt x="49621" y="79825"/>
                    <a:pt x="38892" y="79825"/>
                  </a:cubicBezTo>
                  <a:cubicBezTo>
                    <a:pt x="17993" y="79825"/>
                    <a:pt x="0" y="62062"/>
                    <a:pt x="0" y="39279"/>
                  </a:cubicBezTo>
                  <a:close/>
                  <a:moveTo>
                    <a:pt x="155020" y="38943"/>
                  </a:moveTo>
                  <a:cubicBezTo>
                    <a:pt x="155020" y="61730"/>
                    <a:pt x="138142" y="79825"/>
                    <a:pt x="117804" y="79825"/>
                  </a:cubicBezTo>
                  <a:cubicBezTo>
                    <a:pt x="97799" y="79825"/>
                    <a:pt x="80700" y="61951"/>
                    <a:pt x="80700" y="38943"/>
                  </a:cubicBezTo>
                  <a:cubicBezTo>
                    <a:pt x="80700" y="16044"/>
                    <a:pt x="97910" y="-1379"/>
                    <a:pt x="117804" y="-1379"/>
                  </a:cubicBezTo>
                  <a:cubicBezTo>
                    <a:pt x="138142" y="-1379"/>
                    <a:pt x="155020" y="16380"/>
                    <a:pt x="155020" y="38943"/>
                  </a:cubicBezTo>
                  <a:close/>
                  <a:moveTo>
                    <a:pt x="117916" y="1526"/>
                  </a:moveTo>
                  <a:cubicBezTo>
                    <a:pt x="107187" y="1526"/>
                    <a:pt x="92210" y="11355"/>
                    <a:pt x="92210" y="40505"/>
                  </a:cubicBezTo>
                  <a:cubicBezTo>
                    <a:pt x="92210" y="69435"/>
                    <a:pt x="108527" y="77032"/>
                    <a:pt x="117804" y="77032"/>
                  </a:cubicBezTo>
                  <a:cubicBezTo>
                    <a:pt x="127526" y="77032"/>
                    <a:pt x="143506" y="69099"/>
                    <a:pt x="143506" y="40505"/>
                  </a:cubicBezTo>
                  <a:cubicBezTo>
                    <a:pt x="143506" y="10907"/>
                    <a:pt x="128195" y="1526"/>
                    <a:pt x="117916" y="1526"/>
                  </a:cubicBezTo>
                  <a:close/>
                  <a:moveTo>
                    <a:pt x="186322" y="40505"/>
                  </a:moveTo>
                  <a:lnTo>
                    <a:pt x="186322" y="69435"/>
                  </a:lnTo>
                  <a:cubicBezTo>
                    <a:pt x="186322" y="72004"/>
                    <a:pt x="186322" y="73346"/>
                    <a:pt x="188779" y="73679"/>
                  </a:cubicBezTo>
                  <a:cubicBezTo>
                    <a:pt x="189898" y="73903"/>
                    <a:pt x="193141" y="73903"/>
                    <a:pt x="195375" y="73903"/>
                  </a:cubicBezTo>
                  <a:cubicBezTo>
                    <a:pt x="205433" y="73903"/>
                    <a:pt x="217949" y="73458"/>
                    <a:pt x="217949" y="57262"/>
                  </a:cubicBezTo>
                  <a:cubicBezTo>
                    <a:pt x="217949" y="49553"/>
                    <a:pt x="215268" y="40505"/>
                    <a:pt x="198726" y="40505"/>
                  </a:cubicBezTo>
                  <a:lnTo>
                    <a:pt x="186322" y="40505"/>
                  </a:lnTo>
                  <a:close/>
                  <a:moveTo>
                    <a:pt x="209904" y="39054"/>
                  </a:moveTo>
                  <a:cubicBezTo>
                    <a:pt x="220744" y="41735"/>
                    <a:pt x="229460" y="48548"/>
                    <a:pt x="229460" y="57262"/>
                  </a:cubicBezTo>
                  <a:cubicBezTo>
                    <a:pt x="229460" y="67984"/>
                    <a:pt x="216719" y="77366"/>
                    <a:pt x="200293" y="77366"/>
                  </a:cubicBezTo>
                  <a:lnTo>
                    <a:pt x="165202" y="77366"/>
                  </a:lnTo>
                  <a:lnTo>
                    <a:pt x="165202" y="73903"/>
                  </a:lnTo>
                  <a:lnTo>
                    <a:pt x="167883" y="73903"/>
                  </a:lnTo>
                  <a:cubicBezTo>
                    <a:pt x="176487" y="73903"/>
                    <a:pt x="176712" y="72673"/>
                    <a:pt x="176712" y="68654"/>
                  </a:cubicBezTo>
                  <a:lnTo>
                    <a:pt x="176712" y="9788"/>
                  </a:lnTo>
                  <a:cubicBezTo>
                    <a:pt x="176712" y="5769"/>
                    <a:pt x="176487" y="4540"/>
                    <a:pt x="167883" y="4540"/>
                  </a:cubicBezTo>
                  <a:lnTo>
                    <a:pt x="165202" y="4540"/>
                  </a:lnTo>
                  <a:lnTo>
                    <a:pt x="165202" y="1077"/>
                  </a:lnTo>
                  <a:cubicBezTo>
                    <a:pt x="169223" y="1413"/>
                    <a:pt x="177157" y="1413"/>
                    <a:pt x="181519" y="1413"/>
                  </a:cubicBezTo>
                  <a:cubicBezTo>
                    <a:pt x="185877" y="1413"/>
                    <a:pt x="193811" y="1413"/>
                    <a:pt x="197832" y="1077"/>
                  </a:cubicBezTo>
                  <a:lnTo>
                    <a:pt x="197832" y="4540"/>
                  </a:lnTo>
                  <a:lnTo>
                    <a:pt x="195151" y="4540"/>
                  </a:lnTo>
                  <a:cubicBezTo>
                    <a:pt x="186547" y="4540"/>
                    <a:pt x="186322" y="5769"/>
                    <a:pt x="186322" y="9788"/>
                  </a:cubicBezTo>
                  <a:lnTo>
                    <a:pt x="186322" y="38049"/>
                  </a:lnTo>
                  <a:lnTo>
                    <a:pt x="199175" y="38049"/>
                  </a:lnTo>
                  <a:cubicBezTo>
                    <a:pt x="200963" y="38049"/>
                    <a:pt x="205657" y="38049"/>
                    <a:pt x="209567" y="34251"/>
                  </a:cubicBezTo>
                  <a:cubicBezTo>
                    <a:pt x="213816" y="30231"/>
                    <a:pt x="213816" y="26766"/>
                    <a:pt x="213816" y="19284"/>
                  </a:cubicBezTo>
                  <a:cubicBezTo>
                    <a:pt x="213816" y="12024"/>
                    <a:pt x="213816" y="7556"/>
                    <a:pt x="218398" y="3313"/>
                  </a:cubicBezTo>
                  <a:cubicBezTo>
                    <a:pt x="222978" y="-710"/>
                    <a:pt x="229127" y="-1379"/>
                    <a:pt x="232478" y="-1379"/>
                  </a:cubicBezTo>
                  <a:cubicBezTo>
                    <a:pt x="241194" y="-1379"/>
                    <a:pt x="243095" y="7780"/>
                    <a:pt x="243095" y="10907"/>
                  </a:cubicBezTo>
                  <a:cubicBezTo>
                    <a:pt x="243095" y="11575"/>
                    <a:pt x="243095" y="12806"/>
                    <a:pt x="241643" y="12806"/>
                  </a:cubicBezTo>
                  <a:cubicBezTo>
                    <a:pt x="240412" y="12806"/>
                    <a:pt x="240412" y="11800"/>
                    <a:pt x="240300" y="11018"/>
                  </a:cubicBezTo>
                  <a:cubicBezTo>
                    <a:pt x="239630" y="3089"/>
                    <a:pt x="235718" y="1077"/>
                    <a:pt x="232923" y="1077"/>
                  </a:cubicBezTo>
                  <a:cubicBezTo>
                    <a:pt x="227451" y="1077"/>
                    <a:pt x="226556" y="6775"/>
                    <a:pt x="224989" y="17161"/>
                  </a:cubicBezTo>
                  <a:lnTo>
                    <a:pt x="223538" y="26097"/>
                  </a:lnTo>
                  <a:cubicBezTo>
                    <a:pt x="221526" y="33245"/>
                    <a:pt x="216050" y="36931"/>
                    <a:pt x="209904" y="39054"/>
                  </a:cubicBezTo>
                  <a:close/>
                </a:path>
              </a:pathLst>
            </a:custGeom>
            <a:solidFill>
              <a:srgbClr val="000000"/>
            </a:solidFill>
            <a:ln w="25400" cap="flat">
              <a:noFill/>
              <a:prstDash val="solid"/>
              <a:miter/>
            </a:ln>
          </p:spPr>
          <p:txBody>
            <a:bodyPr/>
            <a:lstStyle/>
            <a:p>
              <a:endParaRPr lang="en-GB"/>
            </a:p>
          </p:txBody>
        </p:sp>
        <p:sp>
          <p:nvSpPr>
            <p:cNvPr id="2371" name="Freeform: Shape 2370">
              <a:extLst>
                <a:ext uri="{FF2B5EF4-FFF2-40B4-BE49-F238E27FC236}">
                  <a16:creationId xmlns:a16="http://schemas.microsoft.com/office/drawing/2014/main" id="{5DB9F76F-C8DB-0EF5-A1E6-BBA25F5369F8}"/>
                </a:ext>
              </a:extLst>
            </p:cNvPr>
            <p:cNvSpPr/>
            <p:nvPr>
              <p:custDataLst>
                <p:tags r:id="rId66"/>
              </p:custDataLst>
            </p:nvPr>
          </p:nvSpPr>
          <p:spPr>
            <a:xfrm flipV="1">
              <a:off x="10468233"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8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8"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72" name="Freeform: Shape 2371">
              <a:extLst>
                <a:ext uri="{FF2B5EF4-FFF2-40B4-BE49-F238E27FC236}">
                  <a16:creationId xmlns:a16="http://schemas.microsoft.com/office/drawing/2014/main" id="{0032EC86-DF50-5284-CEA9-AD75F2261461}"/>
                </a:ext>
              </a:extLst>
            </p:cNvPr>
            <p:cNvSpPr/>
            <p:nvPr>
              <p:custDataLst>
                <p:tags r:id="rId67"/>
              </p:custDataLst>
            </p:nvPr>
          </p:nvSpPr>
          <p:spPr>
            <a:xfrm flipV="1">
              <a:off x="10511989" y="-4761557"/>
              <a:ext cx="146298" cy="79974"/>
            </a:xfrm>
            <a:custGeom>
              <a:avLst/>
              <a:gdLst>
                <a:gd name="csX0" fmla="*/ 61355 w 146298"/>
                <a:gd name="csY0" fmla="*/ 27438 h 79974"/>
                <a:gd name="csX1" fmla="*/ 58561 w 146298"/>
                <a:gd name="csY1" fmla="*/ 27438 h 79974"/>
                <a:gd name="csX2" fmla="*/ 36098 w 146298"/>
                <a:gd name="csY2" fmla="*/ 2083 h 79974"/>
                <a:gd name="csX3" fmla="*/ 26933 w 146298"/>
                <a:gd name="csY3" fmla="*/ 2083 h 79974"/>
                <a:gd name="csX4" fmla="*/ 21457 w 146298"/>
                <a:gd name="csY4" fmla="*/ 6550 h 79974"/>
                <a:gd name="csX5" fmla="*/ 21457 w 146298"/>
                <a:gd name="csY5" fmla="*/ 66085 h 79974"/>
                <a:gd name="csX6" fmla="*/ 32073 w 146298"/>
                <a:gd name="csY6" fmla="*/ 71447 h 79974"/>
                <a:gd name="csX7" fmla="*/ 35761 w 146298"/>
                <a:gd name="csY7" fmla="*/ 71447 h 79974"/>
                <a:gd name="csX8" fmla="*/ 35761 w 146298"/>
                <a:gd name="csY8" fmla="*/ 74909 h 79974"/>
                <a:gd name="csX9" fmla="*/ 16987 w 146298"/>
                <a:gd name="csY9" fmla="*/ 74576 h 79974"/>
                <a:gd name="csX10" fmla="*/ 0 w 146298"/>
                <a:gd name="csY10" fmla="*/ 74909 h 79974"/>
                <a:gd name="csX11" fmla="*/ 0 w 146298"/>
                <a:gd name="csY11" fmla="*/ 71447 h 79974"/>
                <a:gd name="csX12" fmla="*/ 2682 w 146298"/>
                <a:gd name="csY12" fmla="*/ 71447 h 79974"/>
                <a:gd name="csX13" fmla="*/ 11510 w 146298"/>
                <a:gd name="csY13" fmla="*/ 66197 h 79974"/>
                <a:gd name="csX14" fmla="*/ 11510 w 146298"/>
                <a:gd name="csY14" fmla="*/ 7332 h 79974"/>
                <a:gd name="csX15" fmla="*/ 2682 w 146298"/>
                <a:gd name="csY15" fmla="*/ 2083 h 79974"/>
                <a:gd name="csX16" fmla="*/ 0 w 146298"/>
                <a:gd name="csY16" fmla="*/ 2083 h 79974"/>
                <a:gd name="csX17" fmla="*/ 0 w 146298"/>
                <a:gd name="csY17" fmla="*/ -1379 h 79974"/>
                <a:gd name="csX18" fmla="*/ 58224 w 146298"/>
                <a:gd name="csY18" fmla="*/ -1379 h 79974"/>
                <a:gd name="csX19" fmla="*/ 61355 w 146298"/>
                <a:gd name="csY19" fmla="*/ 27438 h 79974"/>
                <a:gd name="csX20" fmla="*/ 110650 w 146298"/>
                <a:gd name="csY20" fmla="*/ 76363 h 79974"/>
                <a:gd name="csX21" fmla="*/ 108076 w 146298"/>
                <a:gd name="csY21" fmla="*/ 78595 h 79974"/>
                <a:gd name="csX22" fmla="*/ 105394 w 146298"/>
                <a:gd name="csY22" fmla="*/ 76363 h 79974"/>
                <a:gd name="csX23" fmla="*/ 82261 w 146298"/>
                <a:gd name="csY23" fmla="*/ 9568 h 79974"/>
                <a:gd name="csX24" fmla="*/ 69745 w 146298"/>
                <a:gd name="csY24" fmla="*/ 2083 h 79974"/>
                <a:gd name="csX25" fmla="*/ 69745 w 146298"/>
                <a:gd name="csY25" fmla="*/ -1379 h 79974"/>
                <a:gd name="csX26" fmla="*/ 81143 w 146298"/>
                <a:gd name="csY26" fmla="*/ -1043 h 79974"/>
                <a:gd name="csX27" fmla="*/ 93996 w 146298"/>
                <a:gd name="csY27" fmla="*/ -1379 h 79974"/>
                <a:gd name="csX28" fmla="*/ 93996 w 146298"/>
                <a:gd name="csY28" fmla="*/ 2083 h 79974"/>
                <a:gd name="csX29" fmla="*/ 85613 w 146298"/>
                <a:gd name="csY29" fmla="*/ 7781 h 79974"/>
                <a:gd name="csX30" fmla="*/ 85838 w 146298"/>
                <a:gd name="csY30" fmla="*/ 9455 h 79974"/>
                <a:gd name="csX31" fmla="*/ 90978 w 146298"/>
                <a:gd name="csY31" fmla="*/ 24088 h 79974"/>
                <a:gd name="csX32" fmla="*/ 118584 w 146298"/>
                <a:gd name="csY32" fmla="*/ 24088 h 79974"/>
                <a:gd name="csX33" fmla="*/ 124505 w 146298"/>
                <a:gd name="csY33" fmla="*/ 6999 h 79974"/>
                <a:gd name="csX34" fmla="*/ 124842 w 146298"/>
                <a:gd name="csY34" fmla="*/ 5432 h 79974"/>
                <a:gd name="csX35" fmla="*/ 115564 w 146298"/>
                <a:gd name="csY35" fmla="*/ 2083 h 79974"/>
                <a:gd name="csX36" fmla="*/ 115564 w 146298"/>
                <a:gd name="csY36" fmla="*/ -1379 h 79974"/>
                <a:gd name="csX37" fmla="*/ 131658 w 146298"/>
                <a:gd name="csY37" fmla="*/ -1043 h 79974"/>
                <a:gd name="csX38" fmla="*/ 146299 w 146298"/>
                <a:gd name="csY38" fmla="*/ -1379 h 79974"/>
                <a:gd name="csX39" fmla="*/ 146299 w 146298"/>
                <a:gd name="csY39" fmla="*/ 2083 h 79974"/>
                <a:gd name="csX40" fmla="*/ 144286 w 146298"/>
                <a:gd name="csY40" fmla="*/ 2083 h 79974"/>
                <a:gd name="csX41" fmla="*/ 134789 w 146298"/>
                <a:gd name="csY41" fmla="*/ 6550 h 79974"/>
                <a:gd name="csX42" fmla="*/ 110650 w 146298"/>
                <a:gd name="csY42" fmla="*/ 76363 h 79974"/>
                <a:gd name="csX43" fmla="*/ 104725 w 146298"/>
                <a:gd name="csY43" fmla="*/ 63853 h 79974"/>
                <a:gd name="csX44" fmla="*/ 117353 w 146298"/>
                <a:gd name="csY44" fmla="*/ 27551 h 79974"/>
                <a:gd name="csX45" fmla="*/ 92208 w 146298"/>
                <a:gd name="csY45" fmla="*/ 27551 h 79974"/>
                <a:gd name="csX46" fmla="*/ 104725 w 146298"/>
                <a:gd name="csY46" fmla="*/ 63853 h 79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Lst>
              <a:rect l="l" t="t" r="r" b="b"/>
              <a:pathLst>
                <a:path w="146298" h="79974">
                  <a:moveTo>
                    <a:pt x="61355" y="27438"/>
                  </a:moveTo>
                  <a:lnTo>
                    <a:pt x="58561" y="27438"/>
                  </a:lnTo>
                  <a:cubicBezTo>
                    <a:pt x="57330" y="16047"/>
                    <a:pt x="55766" y="2083"/>
                    <a:pt x="36098" y="2083"/>
                  </a:cubicBezTo>
                  <a:lnTo>
                    <a:pt x="26933" y="2083"/>
                  </a:lnTo>
                  <a:cubicBezTo>
                    <a:pt x="21681" y="2083"/>
                    <a:pt x="21457" y="2864"/>
                    <a:pt x="21457" y="6550"/>
                  </a:cubicBezTo>
                  <a:lnTo>
                    <a:pt x="21457" y="66085"/>
                  </a:lnTo>
                  <a:cubicBezTo>
                    <a:pt x="21457" y="69883"/>
                    <a:pt x="21457" y="71447"/>
                    <a:pt x="32073" y="71447"/>
                  </a:cubicBezTo>
                  <a:lnTo>
                    <a:pt x="35761" y="71447"/>
                  </a:lnTo>
                  <a:lnTo>
                    <a:pt x="35761" y="74909"/>
                  </a:lnTo>
                  <a:cubicBezTo>
                    <a:pt x="31740" y="74576"/>
                    <a:pt x="21569" y="74576"/>
                    <a:pt x="16987" y="74576"/>
                  </a:cubicBezTo>
                  <a:cubicBezTo>
                    <a:pt x="12628" y="74576"/>
                    <a:pt x="3912" y="74576"/>
                    <a:pt x="0" y="74909"/>
                  </a:cubicBezTo>
                  <a:lnTo>
                    <a:pt x="0" y="71447"/>
                  </a:lnTo>
                  <a:lnTo>
                    <a:pt x="2682" y="71447"/>
                  </a:lnTo>
                  <a:cubicBezTo>
                    <a:pt x="11286" y="71447"/>
                    <a:pt x="11510" y="70217"/>
                    <a:pt x="11510" y="66197"/>
                  </a:cubicBezTo>
                  <a:lnTo>
                    <a:pt x="11510" y="7332"/>
                  </a:lnTo>
                  <a:cubicBezTo>
                    <a:pt x="11510" y="3313"/>
                    <a:pt x="11286" y="2083"/>
                    <a:pt x="2682" y="2083"/>
                  </a:cubicBezTo>
                  <a:lnTo>
                    <a:pt x="0" y="2083"/>
                  </a:lnTo>
                  <a:lnTo>
                    <a:pt x="0" y="-1379"/>
                  </a:lnTo>
                  <a:lnTo>
                    <a:pt x="58224" y="-1379"/>
                  </a:lnTo>
                  <a:lnTo>
                    <a:pt x="61355" y="27438"/>
                  </a:lnTo>
                  <a:close/>
                  <a:moveTo>
                    <a:pt x="110650" y="76363"/>
                  </a:moveTo>
                  <a:cubicBezTo>
                    <a:pt x="110088" y="77813"/>
                    <a:pt x="109864" y="78595"/>
                    <a:pt x="108076" y="78595"/>
                  </a:cubicBezTo>
                  <a:cubicBezTo>
                    <a:pt x="106288" y="78595"/>
                    <a:pt x="105955" y="77926"/>
                    <a:pt x="105394" y="76363"/>
                  </a:cubicBezTo>
                  <a:lnTo>
                    <a:pt x="82261" y="9568"/>
                  </a:lnTo>
                  <a:cubicBezTo>
                    <a:pt x="80249" y="3870"/>
                    <a:pt x="75779" y="2195"/>
                    <a:pt x="69745" y="2083"/>
                  </a:cubicBezTo>
                  <a:lnTo>
                    <a:pt x="69745" y="-1379"/>
                  </a:lnTo>
                  <a:cubicBezTo>
                    <a:pt x="72315" y="-1267"/>
                    <a:pt x="77122" y="-1043"/>
                    <a:pt x="81143" y="-1043"/>
                  </a:cubicBezTo>
                  <a:cubicBezTo>
                    <a:pt x="84611" y="-1043"/>
                    <a:pt x="90420" y="-1267"/>
                    <a:pt x="93996" y="-1379"/>
                  </a:cubicBezTo>
                  <a:lnTo>
                    <a:pt x="93996" y="2083"/>
                  </a:lnTo>
                  <a:cubicBezTo>
                    <a:pt x="88407" y="2083"/>
                    <a:pt x="85613" y="4875"/>
                    <a:pt x="85613" y="7781"/>
                  </a:cubicBezTo>
                  <a:cubicBezTo>
                    <a:pt x="85613" y="8113"/>
                    <a:pt x="85725" y="9231"/>
                    <a:pt x="85838" y="9455"/>
                  </a:cubicBezTo>
                  <a:lnTo>
                    <a:pt x="90978" y="24088"/>
                  </a:lnTo>
                  <a:lnTo>
                    <a:pt x="118584" y="24088"/>
                  </a:lnTo>
                  <a:lnTo>
                    <a:pt x="124505" y="6999"/>
                  </a:lnTo>
                  <a:cubicBezTo>
                    <a:pt x="124617" y="6550"/>
                    <a:pt x="124842" y="5881"/>
                    <a:pt x="124842" y="5432"/>
                  </a:cubicBezTo>
                  <a:cubicBezTo>
                    <a:pt x="124842" y="2083"/>
                    <a:pt x="118584" y="2083"/>
                    <a:pt x="115564" y="2083"/>
                  </a:cubicBezTo>
                  <a:lnTo>
                    <a:pt x="115564" y="-1379"/>
                  </a:lnTo>
                  <a:cubicBezTo>
                    <a:pt x="119590" y="-1043"/>
                    <a:pt x="127412" y="-1043"/>
                    <a:pt x="131658" y="-1043"/>
                  </a:cubicBezTo>
                  <a:cubicBezTo>
                    <a:pt x="136465" y="-1043"/>
                    <a:pt x="141605" y="-1155"/>
                    <a:pt x="146299" y="-1379"/>
                  </a:cubicBezTo>
                  <a:lnTo>
                    <a:pt x="146299" y="2083"/>
                  </a:lnTo>
                  <a:lnTo>
                    <a:pt x="144286" y="2083"/>
                  </a:lnTo>
                  <a:cubicBezTo>
                    <a:pt x="137582" y="2083"/>
                    <a:pt x="136016" y="2864"/>
                    <a:pt x="134789" y="6550"/>
                  </a:cubicBezTo>
                  <a:lnTo>
                    <a:pt x="110650" y="76363"/>
                  </a:lnTo>
                  <a:close/>
                  <a:moveTo>
                    <a:pt x="104725" y="63853"/>
                  </a:moveTo>
                  <a:lnTo>
                    <a:pt x="117353" y="27551"/>
                  </a:lnTo>
                  <a:lnTo>
                    <a:pt x="92208" y="27551"/>
                  </a:lnTo>
                  <a:lnTo>
                    <a:pt x="104725" y="63853"/>
                  </a:lnTo>
                  <a:close/>
                </a:path>
              </a:pathLst>
            </a:custGeom>
            <a:solidFill>
              <a:srgbClr val="000000"/>
            </a:solidFill>
            <a:ln w="25400" cap="flat">
              <a:noFill/>
              <a:prstDash val="solid"/>
              <a:miter/>
            </a:ln>
          </p:spPr>
          <p:txBody>
            <a:bodyPr/>
            <a:lstStyle/>
            <a:p>
              <a:endParaRPr lang="en-GB"/>
            </a:p>
          </p:txBody>
        </p:sp>
        <p:sp>
          <p:nvSpPr>
            <p:cNvPr id="2373" name="Freeform: Shape 2372">
              <a:extLst>
                <a:ext uri="{FF2B5EF4-FFF2-40B4-BE49-F238E27FC236}">
                  <a16:creationId xmlns:a16="http://schemas.microsoft.com/office/drawing/2014/main" id="{10E76D9B-D290-98FE-D316-48D364EA0F0F}"/>
                </a:ext>
              </a:extLst>
            </p:cNvPr>
            <p:cNvSpPr/>
            <p:nvPr>
              <p:custDataLst>
                <p:tags r:id="rId68"/>
              </p:custDataLst>
            </p:nvPr>
          </p:nvSpPr>
          <p:spPr>
            <a:xfrm flipV="1">
              <a:off x="10665192" y="-4760331"/>
              <a:ext cx="75884" cy="81204"/>
            </a:xfrm>
            <a:custGeom>
              <a:avLst/>
              <a:gdLst>
                <a:gd name="csX0" fmla="*/ 60013 w 75884"/>
                <a:gd name="csY0" fmla="*/ 8114 h 81204"/>
                <a:gd name="csX1" fmla="*/ 67165 w 75884"/>
                <a:gd name="csY1" fmla="*/ 1189 h 81204"/>
                <a:gd name="csX2" fmla="*/ 68172 w 75884"/>
                <a:gd name="csY2" fmla="*/ 3758 h 81204"/>
                <a:gd name="csX3" fmla="*/ 68172 w 75884"/>
                <a:gd name="csY3" fmla="*/ 23191 h 81204"/>
                <a:gd name="csX4" fmla="*/ 75885 w 75884"/>
                <a:gd name="csY4" fmla="*/ 28108 h 81204"/>
                <a:gd name="csX5" fmla="*/ 75885 w 75884"/>
                <a:gd name="csY5" fmla="*/ 31570 h 81204"/>
                <a:gd name="csX6" fmla="*/ 62249 w 75884"/>
                <a:gd name="csY6" fmla="*/ 31234 h 81204"/>
                <a:gd name="csX7" fmla="*/ 44257 w 75884"/>
                <a:gd name="csY7" fmla="*/ 31570 h 81204"/>
                <a:gd name="csX8" fmla="*/ 44257 w 75884"/>
                <a:gd name="csY8" fmla="*/ 28108 h 81204"/>
                <a:gd name="csX9" fmla="*/ 47832 w 75884"/>
                <a:gd name="csY9" fmla="*/ 28108 h 81204"/>
                <a:gd name="csX10" fmla="*/ 58224 w 75884"/>
                <a:gd name="csY10" fmla="*/ 22747 h 81204"/>
                <a:gd name="csX11" fmla="*/ 58224 w 75884"/>
                <a:gd name="csY11" fmla="*/ 15598 h 81204"/>
                <a:gd name="csX12" fmla="*/ 40904 w 75884"/>
                <a:gd name="csY12" fmla="*/ 2083 h 81204"/>
                <a:gd name="csX13" fmla="*/ 11510 w 75884"/>
                <a:gd name="csY13" fmla="*/ 39279 h 81204"/>
                <a:gd name="csX14" fmla="*/ 40231 w 75884"/>
                <a:gd name="csY14" fmla="*/ 76359 h 81204"/>
                <a:gd name="csX15" fmla="*/ 64595 w 75884"/>
                <a:gd name="csY15" fmla="*/ 49889 h 81204"/>
                <a:gd name="csX16" fmla="*/ 66383 w 75884"/>
                <a:gd name="csY16" fmla="*/ 47991 h 81204"/>
                <a:gd name="csX17" fmla="*/ 68172 w 75884"/>
                <a:gd name="csY17" fmla="*/ 50671 h 81204"/>
                <a:gd name="csX18" fmla="*/ 68172 w 75884"/>
                <a:gd name="csY18" fmla="*/ 77141 h 81204"/>
                <a:gd name="csX19" fmla="*/ 66944 w 75884"/>
                <a:gd name="csY19" fmla="*/ 79825 h 81204"/>
                <a:gd name="csX20" fmla="*/ 65156 w 75884"/>
                <a:gd name="csY20" fmla="*/ 78483 h 81204"/>
                <a:gd name="csX21" fmla="*/ 59568 w 75884"/>
                <a:gd name="csY21" fmla="*/ 70217 h 81204"/>
                <a:gd name="csX22" fmla="*/ 38893 w 75884"/>
                <a:gd name="csY22" fmla="*/ 79825 h 81204"/>
                <a:gd name="csX23" fmla="*/ 0 w 75884"/>
                <a:gd name="csY23" fmla="*/ 39279 h 81204"/>
                <a:gd name="csX24" fmla="*/ 39117 w 75884"/>
                <a:gd name="csY24" fmla="*/ -1379 h 81204"/>
                <a:gd name="csX25" fmla="*/ 60013 w 75884"/>
                <a:gd name="csY25" fmla="*/ 8114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5884" h="81204">
                  <a:moveTo>
                    <a:pt x="60013" y="8114"/>
                  </a:moveTo>
                  <a:cubicBezTo>
                    <a:pt x="61468" y="5657"/>
                    <a:pt x="65938" y="1189"/>
                    <a:pt x="67165" y="1189"/>
                  </a:cubicBezTo>
                  <a:cubicBezTo>
                    <a:pt x="68172" y="1189"/>
                    <a:pt x="68172" y="2083"/>
                    <a:pt x="68172" y="3758"/>
                  </a:cubicBezTo>
                  <a:lnTo>
                    <a:pt x="68172" y="23191"/>
                  </a:lnTo>
                  <a:cubicBezTo>
                    <a:pt x="68172" y="27551"/>
                    <a:pt x="68620" y="28108"/>
                    <a:pt x="75885" y="28108"/>
                  </a:cubicBezTo>
                  <a:lnTo>
                    <a:pt x="75885" y="31570"/>
                  </a:lnTo>
                  <a:cubicBezTo>
                    <a:pt x="71747" y="31458"/>
                    <a:pt x="65601" y="31234"/>
                    <a:pt x="62249" y="31234"/>
                  </a:cubicBezTo>
                  <a:cubicBezTo>
                    <a:pt x="57779" y="31234"/>
                    <a:pt x="48277" y="31234"/>
                    <a:pt x="44257" y="31570"/>
                  </a:cubicBezTo>
                  <a:lnTo>
                    <a:pt x="44257" y="28108"/>
                  </a:lnTo>
                  <a:lnTo>
                    <a:pt x="47832" y="28108"/>
                  </a:lnTo>
                  <a:cubicBezTo>
                    <a:pt x="57891" y="28108"/>
                    <a:pt x="58224" y="26878"/>
                    <a:pt x="58224" y="22747"/>
                  </a:cubicBezTo>
                  <a:lnTo>
                    <a:pt x="58224" y="15598"/>
                  </a:lnTo>
                  <a:cubicBezTo>
                    <a:pt x="58224" y="3089"/>
                    <a:pt x="44032" y="2083"/>
                    <a:pt x="40904" y="2083"/>
                  </a:cubicBezTo>
                  <a:cubicBezTo>
                    <a:pt x="33640" y="2083"/>
                    <a:pt x="11510" y="5993"/>
                    <a:pt x="11510" y="39279"/>
                  </a:cubicBezTo>
                  <a:cubicBezTo>
                    <a:pt x="11510" y="72673"/>
                    <a:pt x="33528" y="76359"/>
                    <a:pt x="40231" y="76359"/>
                  </a:cubicBezTo>
                  <a:cubicBezTo>
                    <a:pt x="52191" y="76359"/>
                    <a:pt x="62361" y="66310"/>
                    <a:pt x="64595" y="49889"/>
                  </a:cubicBezTo>
                  <a:cubicBezTo>
                    <a:pt x="64819" y="48327"/>
                    <a:pt x="64819" y="47991"/>
                    <a:pt x="66383" y="47991"/>
                  </a:cubicBezTo>
                  <a:cubicBezTo>
                    <a:pt x="68172" y="47991"/>
                    <a:pt x="68172" y="48327"/>
                    <a:pt x="68172" y="50671"/>
                  </a:cubicBezTo>
                  <a:lnTo>
                    <a:pt x="68172" y="77141"/>
                  </a:lnTo>
                  <a:cubicBezTo>
                    <a:pt x="68172" y="79040"/>
                    <a:pt x="68172" y="79825"/>
                    <a:pt x="66944" y="79825"/>
                  </a:cubicBezTo>
                  <a:cubicBezTo>
                    <a:pt x="66495" y="79825"/>
                    <a:pt x="66050" y="79825"/>
                    <a:pt x="65156" y="78483"/>
                  </a:cubicBezTo>
                  <a:lnTo>
                    <a:pt x="59568" y="70217"/>
                  </a:lnTo>
                  <a:cubicBezTo>
                    <a:pt x="55991" y="73791"/>
                    <a:pt x="49957" y="79825"/>
                    <a:pt x="38893" y="79825"/>
                  </a:cubicBezTo>
                  <a:cubicBezTo>
                    <a:pt x="18106" y="79825"/>
                    <a:pt x="0" y="62175"/>
                    <a:pt x="0" y="39279"/>
                  </a:cubicBezTo>
                  <a:cubicBezTo>
                    <a:pt x="0" y="16380"/>
                    <a:pt x="17881" y="-1379"/>
                    <a:pt x="39117" y="-1379"/>
                  </a:cubicBezTo>
                  <a:cubicBezTo>
                    <a:pt x="47276" y="-1379"/>
                    <a:pt x="56215" y="1526"/>
                    <a:pt x="60013" y="8114"/>
                  </a:cubicBezTo>
                  <a:close/>
                </a:path>
              </a:pathLst>
            </a:custGeom>
            <a:solidFill>
              <a:srgbClr val="000000"/>
            </a:solidFill>
            <a:ln w="25400" cap="flat">
              <a:noFill/>
              <a:prstDash val="solid"/>
              <a:miter/>
            </a:ln>
          </p:spPr>
          <p:txBody>
            <a:bodyPr/>
            <a:lstStyle/>
            <a:p>
              <a:endParaRPr lang="en-GB"/>
            </a:p>
          </p:txBody>
        </p:sp>
        <p:sp>
          <p:nvSpPr>
            <p:cNvPr id="2374" name="Freeform: Shape 2373">
              <a:extLst>
                <a:ext uri="{FF2B5EF4-FFF2-40B4-BE49-F238E27FC236}">
                  <a16:creationId xmlns:a16="http://schemas.microsoft.com/office/drawing/2014/main" id="{6CAC0E96-D502-FEFF-603C-A54255B849EE}"/>
                </a:ext>
              </a:extLst>
            </p:cNvPr>
            <p:cNvSpPr/>
            <p:nvPr>
              <p:custDataLst>
                <p:tags r:id="rId69"/>
              </p:custDataLst>
            </p:nvPr>
          </p:nvSpPr>
          <p:spPr>
            <a:xfrm flipV="1">
              <a:off x="10756197"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8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8"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75" name="Freeform: Shape 2374">
              <a:extLst>
                <a:ext uri="{FF2B5EF4-FFF2-40B4-BE49-F238E27FC236}">
                  <a16:creationId xmlns:a16="http://schemas.microsoft.com/office/drawing/2014/main" id="{072FE960-26E9-F450-1843-1C279C722A91}"/>
                </a:ext>
              </a:extLst>
            </p:cNvPr>
            <p:cNvSpPr/>
            <p:nvPr>
              <p:custDataLst>
                <p:tags r:id="rId70"/>
              </p:custDataLst>
            </p:nvPr>
          </p:nvSpPr>
          <p:spPr>
            <a:xfrm flipV="1">
              <a:off x="10800399" y="-4761557"/>
              <a:ext cx="178379" cy="79974"/>
            </a:xfrm>
            <a:custGeom>
              <a:avLst/>
              <a:gdLst>
                <a:gd name="csX0" fmla="*/ 22800 w 178379"/>
                <a:gd name="csY0" fmla="*/ 72452 h 79974"/>
                <a:gd name="csX1" fmla="*/ 18887 w 178379"/>
                <a:gd name="csY1" fmla="*/ 74909 h 79974"/>
                <a:gd name="csX2" fmla="*/ 0 w 178379"/>
                <a:gd name="csY2" fmla="*/ 74909 h 79974"/>
                <a:gd name="csX3" fmla="*/ 0 w 178379"/>
                <a:gd name="csY3" fmla="*/ 71447 h 79974"/>
                <a:gd name="csX4" fmla="*/ 2682 w 178379"/>
                <a:gd name="csY4" fmla="*/ 71447 h 79974"/>
                <a:gd name="csX5" fmla="*/ 11514 w 178379"/>
                <a:gd name="csY5" fmla="*/ 66197 h 79974"/>
                <a:gd name="csX6" fmla="*/ 11514 w 178379"/>
                <a:gd name="csY6" fmla="*/ 10349 h 79974"/>
                <a:gd name="csX7" fmla="*/ 0 w 178379"/>
                <a:gd name="csY7" fmla="*/ 2083 h 79974"/>
                <a:gd name="csX8" fmla="*/ 0 w 178379"/>
                <a:gd name="csY8" fmla="*/ -1379 h 79974"/>
                <a:gd name="csX9" fmla="*/ 13077 w 178379"/>
                <a:gd name="csY9" fmla="*/ -1043 h 79974"/>
                <a:gd name="csX10" fmla="*/ 26151 w 178379"/>
                <a:gd name="csY10" fmla="*/ -1379 h 79974"/>
                <a:gd name="csX11" fmla="*/ 26151 w 178379"/>
                <a:gd name="csY11" fmla="*/ 2083 h 79974"/>
                <a:gd name="csX12" fmla="*/ 14641 w 178379"/>
                <a:gd name="csY12" fmla="*/ 10349 h 79974"/>
                <a:gd name="csX13" fmla="*/ 14641 w 178379"/>
                <a:gd name="csY13" fmla="*/ 70553 h 79974"/>
                <a:gd name="csX14" fmla="*/ 14753 w 178379"/>
                <a:gd name="csY14" fmla="*/ 70553 h 79974"/>
                <a:gd name="csX15" fmla="*/ 41686 w 178379"/>
                <a:gd name="csY15" fmla="*/ 1077 h 79974"/>
                <a:gd name="csX16" fmla="*/ 43923 w 178379"/>
                <a:gd name="csY16" fmla="*/ -1379 h 79974"/>
                <a:gd name="csX17" fmla="*/ 45932 w 178379"/>
                <a:gd name="csY17" fmla="*/ 744 h 79974"/>
                <a:gd name="csX18" fmla="*/ 73426 w 178379"/>
                <a:gd name="csY18" fmla="*/ 71447 h 79974"/>
                <a:gd name="csX19" fmla="*/ 73539 w 178379"/>
                <a:gd name="csY19" fmla="*/ 71447 h 79974"/>
                <a:gd name="csX20" fmla="*/ 73539 w 178379"/>
                <a:gd name="csY20" fmla="*/ 7332 h 79974"/>
                <a:gd name="csX21" fmla="*/ 64711 w 178379"/>
                <a:gd name="csY21" fmla="*/ 2083 h 79974"/>
                <a:gd name="csX22" fmla="*/ 62028 w 178379"/>
                <a:gd name="csY22" fmla="*/ 2083 h 79974"/>
                <a:gd name="csX23" fmla="*/ 62028 w 178379"/>
                <a:gd name="csY23" fmla="*/ -1379 h 79974"/>
                <a:gd name="csX24" fmla="*/ 78121 w 178379"/>
                <a:gd name="csY24" fmla="*/ -1043 h 79974"/>
                <a:gd name="csX25" fmla="*/ 94101 w 178379"/>
                <a:gd name="csY25" fmla="*/ -1379 h 79974"/>
                <a:gd name="csX26" fmla="*/ 94101 w 178379"/>
                <a:gd name="csY26" fmla="*/ 2083 h 79974"/>
                <a:gd name="csX27" fmla="*/ 91419 w 178379"/>
                <a:gd name="csY27" fmla="*/ 2083 h 79974"/>
                <a:gd name="csX28" fmla="*/ 82591 w 178379"/>
                <a:gd name="csY28" fmla="*/ 7332 h 79974"/>
                <a:gd name="csX29" fmla="*/ 82591 w 178379"/>
                <a:gd name="csY29" fmla="*/ 66197 h 79974"/>
                <a:gd name="csX30" fmla="*/ 91419 w 178379"/>
                <a:gd name="csY30" fmla="*/ 71447 h 79974"/>
                <a:gd name="csX31" fmla="*/ 94101 w 178379"/>
                <a:gd name="csY31" fmla="*/ 71447 h 79974"/>
                <a:gd name="csX32" fmla="*/ 94101 w 178379"/>
                <a:gd name="csY32" fmla="*/ 74909 h 79974"/>
                <a:gd name="csX33" fmla="*/ 75215 w 178379"/>
                <a:gd name="csY33" fmla="*/ 74909 h 79974"/>
                <a:gd name="csX34" fmla="*/ 71526 w 178379"/>
                <a:gd name="csY34" fmla="*/ 72789 h 79974"/>
                <a:gd name="csX35" fmla="*/ 47051 w 178379"/>
                <a:gd name="csY35" fmla="*/ 9900 h 79974"/>
                <a:gd name="csX36" fmla="*/ 22800 w 178379"/>
                <a:gd name="csY36" fmla="*/ 72452 h 79974"/>
                <a:gd name="csX37" fmla="*/ 142731 w 178379"/>
                <a:gd name="csY37" fmla="*/ 76363 h 79974"/>
                <a:gd name="csX38" fmla="*/ 140157 w 178379"/>
                <a:gd name="csY38" fmla="*/ 78595 h 79974"/>
                <a:gd name="csX39" fmla="*/ 137475 w 178379"/>
                <a:gd name="csY39" fmla="*/ 76363 h 79974"/>
                <a:gd name="csX40" fmla="*/ 114343 w 178379"/>
                <a:gd name="csY40" fmla="*/ 9568 h 79974"/>
                <a:gd name="csX41" fmla="*/ 101826 w 178379"/>
                <a:gd name="csY41" fmla="*/ 2083 h 79974"/>
                <a:gd name="csX42" fmla="*/ 101826 w 178379"/>
                <a:gd name="csY42" fmla="*/ -1379 h 79974"/>
                <a:gd name="csX43" fmla="*/ 113224 w 178379"/>
                <a:gd name="csY43" fmla="*/ -1043 h 79974"/>
                <a:gd name="csX44" fmla="*/ 126077 w 178379"/>
                <a:gd name="csY44" fmla="*/ -1379 h 79974"/>
                <a:gd name="csX45" fmla="*/ 126077 w 178379"/>
                <a:gd name="csY45" fmla="*/ 2083 h 79974"/>
                <a:gd name="csX46" fmla="*/ 117694 w 178379"/>
                <a:gd name="csY46" fmla="*/ 7781 h 79974"/>
                <a:gd name="csX47" fmla="*/ 117918 w 178379"/>
                <a:gd name="csY47" fmla="*/ 9455 h 79974"/>
                <a:gd name="csX48" fmla="*/ 123058 w 178379"/>
                <a:gd name="csY48" fmla="*/ 24088 h 79974"/>
                <a:gd name="csX49" fmla="*/ 150665 w 178379"/>
                <a:gd name="csY49" fmla="*/ 24088 h 79974"/>
                <a:gd name="csX50" fmla="*/ 156587 w 178379"/>
                <a:gd name="csY50" fmla="*/ 6999 h 79974"/>
                <a:gd name="csX51" fmla="*/ 156923 w 178379"/>
                <a:gd name="csY51" fmla="*/ 5432 h 79974"/>
                <a:gd name="csX52" fmla="*/ 147646 w 178379"/>
                <a:gd name="csY52" fmla="*/ 2083 h 79974"/>
                <a:gd name="csX53" fmla="*/ 147646 w 178379"/>
                <a:gd name="csY53" fmla="*/ -1379 h 79974"/>
                <a:gd name="csX54" fmla="*/ 163739 w 178379"/>
                <a:gd name="csY54" fmla="*/ -1043 h 79974"/>
                <a:gd name="csX55" fmla="*/ 178380 w 178379"/>
                <a:gd name="csY55" fmla="*/ -1379 h 79974"/>
                <a:gd name="csX56" fmla="*/ 178380 w 178379"/>
                <a:gd name="csY56" fmla="*/ 2083 h 79974"/>
                <a:gd name="csX57" fmla="*/ 176367 w 178379"/>
                <a:gd name="csY57" fmla="*/ 2083 h 79974"/>
                <a:gd name="csX58" fmla="*/ 166869 w 178379"/>
                <a:gd name="csY58" fmla="*/ 6550 h 79974"/>
                <a:gd name="csX59" fmla="*/ 142731 w 178379"/>
                <a:gd name="csY59" fmla="*/ 76363 h 79974"/>
                <a:gd name="csX60" fmla="*/ 136805 w 178379"/>
                <a:gd name="csY60" fmla="*/ 63853 h 79974"/>
                <a:gd name="csX61" fmla="*/ 149434 w 178379"/>
                <a:gd name="csY61" fmla="*/ 27551 h 79974"/>
                <a:gd name="csX62" fmla="*/ 124289 w 178379"/>
                <a:gd name="csY62" fmla="*/ 27551 h 79974"/>
                <a:gd name="csX63" fmla="*/ 136805 w 178379"/>
                <a:gd name="csY63" fmla="*/ 63853 h 79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Lst>
              <a:rect l="l" t="t" r="r" b="b"/>
              <a:pathLst>
                <a:path w="178379" h="79974">
                  <a:moveTo>
                    <a:pt x="22800" y="72452"/>
                  </a:moveTo>
                  <a:cubicBezTo>
                    <a:pt x="21793" y="74909"/>
                    <a:pt x="21460" y="74909"/>
                    <a:pt x="18887" y="74909"/>
                  </a:cubicBezTo>
                  <a:lnTo>
                    <a:pt x="0" y="74909"/>
                  </a:lnTo>
                  <a:lnTo>
                    <a:pt x="0" y="71447"/>
                  </a:lnTo>
                  <a:lnTo>
                    <a:pt x="2682" y="71447"/>
                  </a:lnTo>
                  <a:cubicBezTo>
                    <a:pt x="11289" y="71447"/>
                    <a:pt x="11514" y="70217"/>
                    <a:pt x="11514" y="66197"/>
                  </a:cubicBezTo>
                  <a:lnTo>
                    <a:pt x="11514" y="10349"/>
                  </a:lnTo>
                  <a:cubicBezTo>
                    <a:pt x="11514" y="7332"/>
                    <a:pt x="11514" y="2083"/>
                    <a:pt x="0" y="2083"/>
                  </a:cubicBezTo>
                  <a:lnTo>
                    <a:pt x="0" y="-1379"/>
                  </a:lnTo>
                  <a:cubicBezTo>
                    <a:pt x="3913" y="-1267"/>
                    <a:pt x="9389" y="-1043"/>
                    <a:pt x="13077" y="-1043"/>
                  </a:cubicBezTo>
                  <a:cubicBezTo>
                    <a:pt x="16766" y="-1043"/>
                    <a:pt x="22242" y="-1267"/>
                    <a:pt x="26151" y="-1379"/>
                  </a:cubicBezTo>
                  <a:lnTo>
                    <a:pt x="26151" y="2083"/>
                  </a:lnTo>
                  <a:cubicBezTo>
                    <a:pt x="14641" y="2083"/>
                    <a:pt x="14641" y="7332"/>
                    <a:pt x="14641" y="10349"/>
                  </a:cubicBezTo>
                  <a:lnTo>
                    <a:pt x="14641" y="70553"/>
                  </a:lnTo>
                  <a:lnTo>
                    <a:pt x="14753" y="70553"/>
                  </a:lnTo>
                  <a:lnTo>
                    <a:pt x="41686" y="1077"/>
                  </a:lnTo>
                  <a:cubicBezTo>
                    <a:pt x="42244" y="-374"/>
                    <a:pt x="42805" y="-1379"/>
                    <a:pt x="43923" y="-1379"/>
                  </a:cubicBezTo>
                  <a:cubicBezTo>
                    <a:pt x="45151" y="-1379"/>
                    <a:pt x="45487" y="-486"/>
                    <a:pt x="45932" y="744"/>
                  </a:cubicBezTo>
                  <a:lnTo>
                    <a:pt x="73426" y="71447"/>
                  </a:lnTo>
                  <a:lnTo>
                    <a:pt x="73539" y="71447"/>
                  </a:lnTo>
                  <a:lnTo>
                    <a:pt x="73539" y="7332"/>
                  </a:lnTo>
                  <a:cubicBezTo>
                    <a:pt x="73539" y="3313"/>
                    <a:pt x="73314" y="2083"/>
                    <a:pt x="64711" y="2083"/>
                  </a:cubicBezTo>
                  <a:lnTo>
                    <a:pt x="62028" y="2083"/>
                  </a:lnTo>
                  <a:lnTo>
                    <a:pt x="62028" y="-1379"/>
                  </a:lnTo>
                  <a:cubicBezTo>
                    <a:pt x="66162" y="-1043"/>
                    <a:pt x="73763" y="-1043"/>
                    <a:pt x="78121" y="-1043"/>
                  </a:cubicBezTo>
                  <a:cubicBezTo>
                    <a:pt x="82479" y="-1043"/>
                    <a:pt x="89968" y="-1043"/>
                    <a:pt x="94101" y="-1379"/>
                  </a:cubicBezTo>
                  <a:lnTo>
                    <a:pt x="94101" y="2083"/>
                  </a:lnTo>
                  <a:lnTo>
                    <a:pt x="91419" y="2083"/>
                  </a:lnTo>
                  <a:cubicBezTo>
                    <a:pt x="82812" y="2083"/>
                    <a:pt x="82591" y="3313"/>
                    <a:pt x="82591" y="7332"/>
                  </a:cubicBezTo>
                  <a:lnTo>
                    <a:pt x="82591" y="66197"/>
                  </a:lnTo>
                  <a:cubicBezTo>
                    <a:pt x="82591" y="70217"/>
                    <a:pt x="82812" y="71447"/>
                    <a:pt x="91419" y="71447"/>
                  </a:cubicBezTo>
                  <a:lnTo>
                    <a:pt x="94101" y="71447"/>
                  </a:lnTo>
                  <a:lnTo>
                    <a:pt x="94101" y="74909"/>
                  </a:lnTo>
                  <a:lnTo>
                    <a:pt x="75215" y="74909"/>
                  </a:lnTo>
                  <a:cubicBezTo>
                    <a:pt x="72308" y="74909"/>
                    <a:pt x="72308" y="74797"/>
                    <a:pt x="71526" y="72789"/>
                  </a:cubicBezTo>
                  <a:lnTo>
                    <a:pt x="47051" y="9900"/>
                  </a:lnTo>
                  <a:lnTo>
                    <a:pt x="22800" y="72452"/>
                  </a:lnTo>
                  <a:close/>
                  <a:moveTo>
                    <a:pt x="142731" y="76363"/>
                  </a:moveTo>
                  <a:cubicBezTo>
                    <a:pt x="142170" y="77813"/>
                    <a:pt x="141946" y="78595"/>
                    <a:pt x="140157" y="78595"/>
                  </a:cubicBezTo>
                  <a:cubicBezTo>
                    <a:pt x="138369" y="78595"/>
                    <a:pt x="138035" y="77926"/>
                    <a:pt x="137475" y="76363"/>
                  </a:cubicBezTo>
                  <a:lnTo>
                    <a:pt x="114343" y="9568"/>
                  </a:lnTo>
                  <a:cubicBezTo>
                    <a:pt x="112330" y="3870"/>
                    <a:pt x="107860" y="2195"/>
                    <a:pt x="101826" y="2083"/>
                  </a:cubicBezTo>
                  <a:lnTo>
                    <a:pt x="101826" y="-1379"/>
                  </a:lnTo>
                  <a:cubicBezTo>
                    <a:pt x="104396" y="-1267"/>
                    <a:pt x="109202" y="-1043"/>
                    <a:pt x="113224" y="-1043"/>
                  </a:cubicBezTo>
                  <a:cubicBezTo>
                    <a:pt x="116691" y="-1043"/>
                    <a:pt x="122501" y="-1267"/>
                    <a:pt x="126077" y="-1379"/>
                  </a:cubicBezTo>
                  <a:lnTo>
                    <a:pt x="126077" y="2083"/>
                  </a:lnTo>
                  <a:cubicBezTo>
                    <a:pt x="120489" y="2083"/>
                    <a:pt x="117694" y="4875"/>
                    <a:pt x="117694" y="7781"/>
                  </a:cubicBezTo>
                  <a:cubicBezTo>
                    <a:pt x="117694" y="8113"/>
                    <a:pt x="117806" y="9231"/>
                    <a:pt x="117918" y="9455"/>
                  </a:cubicBezTo>
                  <a:lnTo>
                    <a:pt x="123058" y="24088"/>
                  </a:lnTo>
                  <a:lnTo>
                    <a:pt x="150665" y="24088"/>
                  </a:lnTo>
                  <a:lnTo>
                    <a:pt x="156587" y="6999"/>
                  </a:lnTo>
                  <a:cubicBezTo>
                    <a:pt x="156699" y="6550"/>
                    <a:pt x="156923" y="5881"/>
                    <a:pt x="156923" y="5432"/>
                  </a:cubicBezTo>
                  <a:cubicBezTo>
                    <a:pt x="156923" y="2083"/>
                    <a:pt x="150665" y="2083"/>
                    <a:pt x="147646" y="2083"/>
                  </a:cubicBezTo>
                  <a:lnTo>
                    <a:pt x="147646" y="-1379"/>
                  </a:lnTo>
                  <a:cubicBezTo>
                    <a:pt x="151670" y="-1043"/>
                    <a:pt x="159492" y="-1043"/>
                    <a:pt x="163739" y="-1043"/>
                  </a:cubicBezTo>
                  <a:cubicBezTo>
                    <a:pt x="168545" y="-1043"/>
                    <a:pt x="173685" y="-1155"/>
                    <a:pt x="178380" y="-1379"/>
                  </a:cubicBezTo>
                  <a:lnTo>
                    <a:pt x="178380" y="2083"/>
                  </a:lnTo>
                  <a:lnTo>
                    <a:pt x="176367" y="2083"/>
                  </a:lnTo>
                  <a:cubicBezTo>
                    <a:pt x="169664" y="2083"/>
                    <a:pt x="168096" y="2864"/>
                    <a:pt x="166869" y="6550"/>
                  </a:cubicBezTo>
                  <a:lnTo>
                    <a:pt x="142731" y="76363"/>
                  </a:lnTo>
                  <a:close/>
                  <a:moveTo>
                    <a:pt x="136805" y="63853"/>
                  </a:moveTo>
                  <a:lnTo>
                    <a:pt x="149434" y="27551"/>
                  </a:lnTo>
                  <a:lnTo>
                    <a:pt x="124289" y="27551"/>
                  </a:lnTo>
                  <a:lnTo>
                    <a:pt x="136805" y="63853"/>
                  </a:lnTo>
                  <a:close/>
                </a:path>
              </a:pathLst>
            </a:custGeom>
            <a:solidFill>
              <a:srgbClr val="000000"/>
            </a:solidFill>
            <a:ln w="25400" cap="flat">
              <a:noFill/>
              <a:prstDash val="solid"/>
              <a:miter/>
            </a:ln>
          </p:spPr>
          <p:txBody>
            <a:bodyPr/>
            <a:lstStyle/>
            <a:p>
              <a:endParaRPr lang="en-GB"/>
            </a:p>
          </p:txBody>
        </p:sp>
        <p:sp>
          <p:nvSpPr>
            <p:cNvPr id="2376" name="Freeform: Shape 2375">
              <a:extLst>
                <a:ext uri="{FF2B5EF4-FFF2-40B4-BE49-F238E27FC236}">
                  <a16:creationId xmlns:a16="http://schemas.microsoft.com/office/drawing/2014/main" id="{F80F7530-FCA7-0214-AB10-A2E93B5E7308}"/>
                </a:ext>
              </a:extLst>
            </p:cNvPr>
            <p:cNvSpPr/>
            <p:nvPr>
              <p:custDataLst>
                <p:tags r:id="rId71"/>
              </p:custDataLst>
            </p:nvPr>
          </p:nvSpPr>
          <p:spPr>
            <a:xfrm flipV="1">
              <a:off x="10985675" y="-4760331"/>
              <a:ext cx="75883" cy="81204"/>
            </a:xfrm>
            <a:custGeom>
              <a:avLst/>
              <a:gdLst>
                <a:gd name="csX0" fmla="*/ 60012 w 75883"/>
                <a:gd name="csY0" fmla="*/ 8114 h 81204"/>
                <a:gd name="csX1" fmla="*/ 67164 w 75883"/>
                <a:gd name="csY1" fmla="*/ 1189 h 81204"/>
                <a:gd name="csX2" fmla="*/ 68170 w 75883"/>
                <a:gd name="csY2" fmla="*/ 3758 h 81204"/>
                <a:gd name="csX3" fmla="*/ 68170 w 75883"/>
                <a:gd name="csY3" fmla="*/ 23191 h 81204"/>
                <a:gd name="csX4" fmla="*/ 75884 w 75883"/>
                <a:gd name="csY4" fmla="*/ 28108 h 81204"/>
                <a:gd name="csX5" fmla="*/ 75884 w 75883"/>
                <a:gd name="csY5" fmla="*/ 31570 h 81204"/>
                <a:gd name="csX6" fmla="*/ 62249 w 75883"/>
                <a:gd name="csY6" fmla="*/ 31234 h 81204"/>
                <a:gd name="csX7" fmla="*/ 44255 w 75883"/>
                <a:gd name="csY7" fmla="*/ 31570 h 81204"/>
                <a:gd name="csX8" fmla="*/ 44255 w 75883"/>
                <a:gd name="csY8" fmla="*/ 28108 h 81204"/>
                <a:gd name="csX9" fmla="*/ 47832 w 75883"/>
                <a:gd name="csY9" fmla="*/ 28108 h 81204"/>
                <a:gd name="csX10" fmla="*/ 58223 w 75883"/>
                <a:gd name="csY10" fmla="*/ 22747 h 81204"/>
                <a:gd name="csX11" fmla="*/ 58223 w 75883"/>
                <a:gd name="csY11" fmla="*/ 15598 h 81204"/>
                <a:gd name="csX12" fmla="*/ 40904 w 75883"/>
                <a:gd name="csY12" fmla="*/ 2083 h 81204"/>
                <a:gd name="csX13" fmla="*/ 11510 w 75883"/>
                <a:gd name="csY13" fmla="*/ 39279 h 81204"/>
                <a:gd name="csX14" fmla="*/ 40231 w 75883"/>
                <a:gd name="csY14" fmla="*/ 76359 h 81204"/>
                <a:gd name="csX15" fmla="*/ 64594 w 75883"/>
                <a:gd name="csY15" fmla="*/ 49889 h 81204"/>
                <a:gd name="csX16" fmla="*/ 66382 w 75883"/>
                <a:gd name="csY16" fmla="*/ 47991 h 81204"/>
                <a:gd name="csX17" fmla="*/ 68170 w 75883"/>
                <a:gd name="csY17" fmla="*/ 50671 h 81204"/>
                <a:gd name="csX18" fmla="*/ 68170 w 75883"/>
                <a:gd name="csY18" fmla="*/ 77141 h 81204"/>
                <a:gd name="csX19" fmla="*/ 66943 w 75883"/>
                <a:gd name="csY19" fmla="*/ 79825 h 81204"/>
                <a:gd name="csX20" fmla="*/ 65156 w 75883"/>
                <a:gd name="csY20" fmla="*/ 78483 h 81204"/>
                <a:gd name="csX21" fmla="*/ 59566 w 75883"/>
                <a:gd name="csY21" fmla="*/ 70217 h 81204"/>
                <a:gd name="csX22" fmla="*/ 38891 w 75883"/>
                <a:gd name="csY22" fmla="*/ 79825 h 81204"/>
                <a:gd name="csX23" fmla="*/ 0 w 75883"/>
                <a:gd name="csY23" fmla="*/ 39279 h 81204"/>
                <a:gd name="csX24" fmla="*/ 39116 w 75883"/>
                <a:gd name="csY24" fmla="*/ -1379 h 81204"/>
                <a:gd name="csX25" fmla="*/ 60012 w 75883"/>
                <a:gd name="csY25" fmla="*/ 8114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5883" h="81204">
                  <a:moveTo>
                    <a:pt x="60012" y="8114"/>
                  </a:moveTo>
                  <a:cubicBezTo>
                    <a:pt x="61467" y="5657"/>
                    <a:pt x="65936" y="1189"/>
                    <a:pt x="67164" y="1189"/>
                  </a:cubicBezTo>
                  <a:cubicBezTo>
                    <a:pt x="68170" y="1189"/>
                    <a:pt x="68170" y="2083"/>
                    <a:pt x="68170" y="3758"/>
                  </a:cubicBezTo>
                  <a:lnTo>
                    <a:pt x="68170" y="23191"/>
                  </a:lnTo>
                  <a:cubicBezTo>
                    <a:pt x="68170" y="27551"/>
                    <a:pt x="68619" y="28108"/>
                    <a:pt x="75884" y="28108"/>
                  </a:cubicBezTo>
                  <a:lnTo>
                    <a:pt x="75884" y="31570"/>
                  </a:lnTo>
                  <a:cubicBezTo>
                    <a:pt x="71747" y="31458"/>
                    <a:pt x="65600" y="31234"/>
                    <a:pt x="62249" y="31234"/>
                  </a:cubicBezTo>
                  <a:cubicBezTo>
                    <a:pt x="57779" y="31234"/>
                    <a:pt x="48277" y="31234"/>
                    <a:pt x="44255" y="31570"/>
                  </a:cubicBezTo>
                  <a:lnTo>
                    <a:pt x="44255" y="28108"/>
                  </a:lnTo>
                  <a:lnTo>
                    <a:pt x="47832" y="28108"/>
                  </a:lnTo>
                  <a:cubicBezTo>
                    <a:pt x="57891" y="28108"/>
                    <a:pt x="58223" y="26878"/>
                    <a:pt x="58223" y="22747"/>
                  </a:cubicBezTo>
                  <a:lnTo>
                    <a:pt x="58223" y="15598"/>
                  </a:lnTo>
                  <a:cubicBezTo>
                    <a:pt x="58223" y="3089"/>
                    <a:pt x="44031" y="2083"/>
                    <a:pt x="40904" y="2083"/>
                  </a:cubicBezTo>
                  <a:cubicBezTo>
                    <a:pt x="33640" y="2083"/>
                    <a:pt x="11510" y="5993"/>
                    <a:pt x="11510" y="39279"/>
                  </a:cubicBezTo>
                  <a:cubicBezTo>
                    <a:pt x="11510" y="72673"/>
                    <a:pt x="33528" y="76359"/>
                    <a:pt x="40231" y="76359"/>
                  </a:cubicBezTo>
                  <a:cubicBezTo>
                    <a:pt x="52190" y="76359"/>
                    <a:pt x="62361" y="66310"/>
                    <a:pt x="64594" y="49889"/>
                  </a:cubicBezTo>
                  <a:cubicBezTo>
                    <a:pt x="64819" y="48327"/>
                    <a:pt x="64819" y="47991"/>
                    <a:pt x="66382" y="47991"/>
                  </a:cubicBezTo>
                  <a:cubicBezTo>
                    <a:pt x="68170" y="47991"/>
                    <a:pt x="68170" y="48327"/>
                    <a:pt x="68170" y="50671"/>
                  </a:cubicBezTo>
                  <a:lnTo>
                    <a:pt x="68170" y="77141"/>
                  </a:lnTo>
                  <a:cubicBezTo>
                    <a:pt x="68170" y="79040"/>
                    <a:pt x="68170" y="79825"/>
                    <a:pt x="66943" y="79825"/>
                  </a:cubicBezTo>
                  <a:cubicBezTo>
                    <a:pt x="66494" y="79825"/>
                    <a:pt x="66049" y="79825"/>
                    <a:pt x="65156" y="78483"/>
                  </a:cubicBezTo>
                  <a:lnTo>
                    <a:pt x="59566" y="70217"/>
                  </a:lnTo>
                  <a:cubicBezTo>
                    <a:pt x="55991" y="73791"/>
                    <a:pt x="49957" y="79825"/>
                    <a:pt x="38891" y="79825"/>
                  </a:cubicBezTo>
                  <a:cubicBezTo>
                    <a:pt x="18104" y="79825"/>
                    <a:pt x="0" y="62175"/>
                    <a:pt x="0" y="39279"/>
                  </a:cubicBezTo>
                  <a:cubicBezTo>
                    <a:pt x="0" y="16380"/>
                    <a:pt x="17880" y="-1379"/>
                    <a:pt x="39116" y="-1379"/>
                  </a:cubicBezTo>
                  <a:cubicBezTo>
                    <a:pt x="47274" y="-1379"/>
                    <a:pt x="56215" y="1526"/>
                    <a:pt x="60012" y="8114"/>
                  </a:cubicBezTo>
                  <a:close/>
                </a:path>
              </a:pathLst>
            </a:custGeom>
            <a:solidFill>
              <a:srgbClr val="000000"/>
            </a:solidFill>
            <a:ln w="25400" cap="flat">
              <a:noFill/>
              <a:prstDash val="solid"/>
              <a:miter/>
            </a:ln>
          </p:spPr>
          <p:txBody>
            <a:bodyPr/>
            <a:lstStyle/>
            <a:p>
              <a:endParaRPr lang="en-GB"/>
            </a:p>
          </p:txBody>
        </p:sp>
        <p:sp>
          <p:nvSpPr>
            <p:cNvPr id="2377" name="Freeform: Shape 2376">
              <a:extLst>
                <a:ext uri="{FF2B5EF4-FFF2-40B4-BE49-F238E27FC236}">
                  <a16:creationId xmlns:a16="http://schemas.microsoft.com/office/drawing/2014/main" id="{CB3470ED-C07C-B7C4-FD86-8F20E7A1BF35}"/>
                </a:ext>
              </a:extLst>
            </p:cNvPr>
            <p:cNvSpPr/>
            <p:nvPr>
              <p:custDataLst>
                <p:tags r:id="rId72"/>
              </p:custDataLst>
            </p:nvPr>
          </p:nvSpPr>
          <p:spPr>
            <a:xfrm flipV="1">
              <a:off x="11076776"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8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8"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78" name="Freeform: Shape 2377">
              <a:extLst>
                <a:ext uri="{FF2B5EF4-FFF2-40B4-BE49-F238E27FC236}">
                  <a16:creationId xmlns:a16="http://schemas.microsoft.com/office/drawing/2014/main" id="{9090EA87-1F8A-3AE0-723C-FC9E5F885D56}"/>
                </a:ext>
              </a:extLst>
            </p:cNvPr>
            <p:cNvSpPr/>
            <p:nvPr>
              <p:custDataLst>
                <p:tags r:id="rId73"/>
              </p:custDataLst>
            </p:nvPr>
          </p:nvSpPr>
          <p:spPr>
            <a:xfrm flipV="1">
              <a:off x="11123102" y="-4760331"/>
              <a:ext cx="213920" cy="81204"/>
            </a:xfrm>
            <a:custGeom>
              <a:avLst/>
              <a:gdLst>
                <a:gd name="csX0" fmla="*/ 32746 w 213920"/>
                <a:gd name="csY0" fmla="*/ 44416 h 81204"/>
                <a:gd name="csX1" fmla="*/ 18442 w 213920"/>
                <a:gd name="csY1" fmla="*/ 47878 h 81204"/>
                <a:gd name="csX2" fmla="*/ 7152 w 213920"/>
                <a:gd name="csY2" fmla="*/ 62062 h 81204"/>
                <a:gd name="csX3" fmla="*/ 21906 w 213920"/>
                <a:gd name="csY3" fmla="*/ 76696 h 81204"/>
                <a:gd name="csX4" fmla="*/ 43699 w 213920"/>
                <a:gd name="csY4" fmla="*/ 53351 h 81204"/>
                <a:gd name="csX5" fmla="*/ 45038 w 213920"/>
                <a:gd name="csY5" fmla="*/ 52009 h 81204"/>
                <a:gd name="csX6" fmla="*/ 46490 w 213920"/>
                <a:gd name="csY6" fmla="*/ 54690 h 81204"/>
                <a:gd name="csX7" fmla="*/ 46490 w 213920"/>
                <a:gd name="csY7" fmla="*/ 77141 h 81204"/>
                <a:gd name="csX8" fmla="*/ 45263 w 213920"/>
                <a:gd name="csY8" fmla="*/ 79825 h 81204"/>
                <a:gd name="csX9" fmla="*/ 43587 w 213920"/>
                <a:gd name="csY9" fmla="*/ 78371 h 81204"/>
                <a:gd name="csX10" fmla="*/ 39674 w 213920"/>
                <a:gd name="csY10" fmla="*/ 72004 h 81204"/>
                <a:gd name="csX11" fmla="*/ 21793 w 213920"/>
                <a:gd name="csY11" fmla="*/ 79825 h 81204"/>
                <a:gd name="csX12" fmla="*/ 0 w 213920"/>
                <a:gd name="csY12" fmla="*/ 58156 h 81204"/>
                <a:gd name="csX13" fmla="*/ 14641 w 213920"/>
                <a:gd name="csY13" fmla="*/ 37713 h 81204"/>
                <a:gd name="csX14" fmla="*/ 29391 w 213920"/>
                <a:gd name="csY14" fmla="*/ 34026 h 81204"/>
                <a:gd name="csX15" fmla="*/ 38892 w 213920"/>
                <a:gd name="csY15" fmla="*/ 28332 h 81204"/>
                <a:gd name="csX16" fmla="*/ 42356 w 213920"/>
                <a:gd name="csY16" fmla="*/ 18054 h 81204"/>
                <a:gd name="csX17" fmla="*/ 27382 w 213920"/>
                <a:gd name="csY17" fmla="*/ 2083 h 81204"/>
                <a:gd name="csX18" fmla="*/ 9722 w 213920"/>
                <a:gd name="csY18" fmla="*/ 8114 h 81204"/>
                <a:gd name="csX19" fmla="*/ 2795 w 213920"/>
                <a:gd name="csY19" fmla="*/ 25315 h 81204"/>
                <a:gd name="csX20" fmla="*/ 1452 w 213920"/>
                <a:gd name="csY20" fmla="*/ 26433 h 81204"/>
                <a:gd name="csX21" fmla="*/ 0 w 213920"/>
                <a:gd name="csY21" fmla="*/ 23640 h 81204"/>
                <a:gd name="csX22" fmla="*/ 0 w 213920"/>
                <a:gd name="csY22" fmla="*/ 1302 h 81204"/>
                <a:gd name="csX23" fmla="*/ 1231 w 213920"/>
                <a:gd name="csY23" fmla="*/ -1379 h 81204"/>
                <a:gd name="csX24" fmla="*/ 2906 w 213920"/>
                <a:gd name="csY24" fmla="*/ 71 h 81204"/>
                <a:gd name="csX25" fmla="*/ 6928 w 213920"/>
                <a:gd name="csY25" fmla="*/ 6439 h 81204"/>
                <a:gd name="csX26" fmla="*/ 27494 w 213920"/>
                <a:gd name="csY26" fmla="*/ -1379 h 81204"/>
                <a:gd name="csX27" fmla="*/ 49508 w 213920"/>
                <a:gd name="csY27" fmla="*/ 21853 h 81204"/>
                <a:gd name="csX28" fmla="*/ 32746 w 213920"/>
                <a:gd name="csY28" fmla="*/ 44416 h 81204"/>
                <a:gd name="csX29" fmla="*/ 120819 w 213920"/>
                <a:gd name="csY29" fmla="*/ 26878 h 81204"/>
                <a:gd name="csX30" fmla="*/ 99362 w 213920"/>
                <a:gd name="csY30" fmla="*/ 2083 h 81204"/>
                <a:gd name="csX31" fmla="*/ 80921 w 213920"/>
                <a:gd name="csY31" fmla="*/ 26097 h 81204"/>
                <a:gd name="csX32" fmla="*/ 80921 w 213920"/>
                <a:gd name="csY32" fmla="*/ 68654 h 81204"/>
                <a:gd name="csX33" fmla="*/ 89749 w 213920"/>
                <a:gd name="csY33" fmla="*/ 73903 h 81204"/>
                <a:gd name="csX34" fmla="*/ 92431 w 213920"/>
                <a:gd name="csY34" fmla="*/ 73903 h 81204"/>
                <a:gd name="csX35" fmla="*/ 92431 w 213920"/>
                <a:gd name="csY35" fmla="*/ 77366 h 81204"/>
                <a:gd name="csX36" fmla="*/ 76005 w 213920"/>
                <a:gd name="csY36" fmla="*/ 77032 h 81204"/>
                <a:gd name="csX37" fmla="*/ 59464 w 213920"/>
                <a:gd name="csY37" fmla="*/ 77366 h 81204"/>
                <a:gd name="csX38" fmla="*/ 59464 w 213920"/>
                <a:gd name="csY38" fmla="*/ 73903 h 81204"/>
                <a:gd name="csX39" fmla="*/ 62146 w 213920"/>
                <a:gd name="csY39" fmla="*/ 73903 h 81204"/>
                <a:gd name="csX40" fmla="*/ 70974 w 213920"/>
                <a:gd name="csY40" fmla="*/ 68654 h 81204"/>
                <a:gd name="csX41" fmla="*/ 70974 w 213920"/>
                <a:gd name="csY41" fmla="*/ 26545 h 81204"/>
                <a:gd name="csX42" fmla="*/ 99138 w 213920"/>
                <a:gd name="csY42" fmla="*/ -1379 h 81204"/>
                <a:gd name="csX43" fmla="*/ 123947 w 213920"/>
                <a:gd name="csY43" fmla="*/ 21741 h 81204"/>
                <a:gd name="csX44" fmla="*/ 124284 w 213920"/>
                <a:gd name="csY44" fmla="*/ 29446 h 81204"/>
                <a:gd name="csX45" fmla="*/ 124284 w 213920"/>
                <a:gd name="csY45" fmla="*/ 65192 h 81204"/>
                <a:gd name="csX46" fmla="*/ 135793 w 213920"/>
                <a:gd name="csY46" fmla="*/ 73903 h 81204"/>
                <a:gd name="csX47" fmla="*/ 135793 w 213920"/>
                <a:gd name="csY47" fmla="*/ 77366 h 81204"/>
                <a:gd name="csX48" fmla="*/ 122607 w 213920"/>
                <a:gd name="csY48" fmla="*/ 77032 h 81204"/>
                <a:gd name="csX49" fmla="*/ 109309 w 213920"/>
                <a:gd name="csY49" fmla="*/ 77366 h 81204"/>
                <a:gd name="csX50" fmla="*/ 109309 w 213920"/>
                <a:gd name="csY50" fmla="*/ 73903 h 81204"/>
                <a:gd name="csX51" fmla="*/ 120819 w 213920"/>
                <a:gd name="csY51" fmla="*/ 65637 h 81204"/>
                <a:gd name="csX52" fmla="*/ 120819 w 213920"/>
                <a:gd name="csY52" fmla="*/ 26878 h 81204"/>
                <a:gd name="csX53" fmla="*/ 145863 w 213920"/>
                <a:gd name="csY53" fmla="*/ 39279 h 81204"/>
                <a:gd name="csX54" fmla="*/ 184755 w 213920"/>
                <a:gd name="csY54" fmla="*/ -1379 h 81204"/>
                <a:gd name="csX55" fmla="*/ 213921 w 213920"/>
                <a:gd name="csY55" fmla="*/ 27102 h 81204"/>
                <a:gd name="csX56" fmla="*/ 212470 w 213920"/>
                <a:gd name="csY56" fmla="*/ 29001 h 81204"/>
                <a:gd name="csX57" fmla="*/ 211130 w 213920"/>
                <a:gd name="csY57" fmla="*/ 27214 h 81204"/>
                <a:gd name="csX58" fmla="*/ 186094 w 213920"/>
                <a:gd name="csY58" fmla="*/ 2083 h 81204"/>
                <a:gd name="csX59" fmla="*/ 157372 w 213920"/>
                <a:gd name="csY59" fmla="*/ 39167 h 81204"/>
                <a:gd name="csX60" fmla="*/ 185982 w 213920"/>
                <a:gd name="csY60" fmla="*/ 76359 h 81204"/>
                <a:gd name="csX61" fmla="*/ 210345 w 213920"/>
                <a:gd name="csY61" fmla="*/ 49889 h 81204"/>
                <a:gd name="csX62" fmla="*/ 212134 w 213920"/>
                <a:gd name="csY62" fmla="*/ 47991 h 81204"/>
                <a:gd name="csX63" fmla="*/ 213921 w 213920"/>
                <a:gd name="csY63" fmla="*/ 50671 h 81204"/>
                <a:gd name="csX64" fmla="*/ 213921 w 213920"/>
                <a:gd name="csY64" fmla="*/ 77141 h 81204"/>
                <a:gd name="csX65" fmla="*/ 212694 w 213920"/>
                <a:gd name="csY65" fmla="*/ 79825 h 81204"/>
                <a:gd name="csX66" fmla="*/ 210906 w 213920"/>
                <a:gd name="csY66" fmla="*/ 78483 h 81204"/>
                <a:gd name="csX67" fmla="*/ 205318 w 213920"/>
                <a:gd name="csY67" fmla="*/ 70217 h 81204"/>
                <a:gd name="csX68" fmla="*/ 184755 w 213920"/>
                <a:gd name="csY68" fmla="*/ 79825 h 81204"/>
                <a:gd name="csX69" fmla="*/ 145863 w 213920"/>
                <a:gd name="csY69" fmla="*/ 39279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Lst>
              <a:rect l="l" t="t" r="r" b="b"/>
              <a:pathLst>
                <a:path w="213920" h="81204">
                  <a:moveTo>
                    <a:pt x="32746" y="44416"/>
                  </a:moveTo>
                  <a:lnTo>
                    <a:pt x="18442" y="47878"/>
                  </a:lnTo>
                  <a:cubicBezTo>
                    <a:pt x="11510" y="49553"/>
                    <a:pt x="7152" y="55584"/>
                    <a:pt x="7152" y="62062"/>
                  </a:cubicBezTo>
                  <a:cubicBezTo>
                    <a:pt x="7152" y="69884"/>
                    <a:pt x="13186" y="76696"/>
                    <a:pt x="21906" y="76696"/>
                  </a:cubicBezTo>
                  <a:cubicBezTo>
                    <a:pt x="40568" y="76696"/>
                    <a:pt x="43026" y="58376"/>
                    <a:pt x="43699" y="53351"/>
                  </a:cubicBezTo>
                  <a:cubicBezTo>
                    <a:pt x="43808" y="52682"/>
                    <a:pt x="43808" y="52009"/>
                    <a:pt x="45038" y="52009"/>
                  </a:cubicBezTo>
                  <a:cubicBezTo>
                    <a:pt x="46490" y="52009"/>
                    <a:pt x="46490" y="52570"/>
                    <a:pt x="46490" y="54690"/>
                  </a:cubicBezTo>
                  <a:lnTo>
                    <a:pt x="46490" y="77141"/>
                  </a:lnTo>
                  <a:cubicBezTo>
                    <a:pt x="46490" y="79040"/>
                    <a:pt x="46490" y="79825"/>
                    <a:pt x="45263" y="79825"/>
                  </a:cubicBezTo>
                  <a:cubicBezTo>
                    <a:pt x="44481" y="79825"/>
                    <a:pt x="44369" y="79713"/>
                    <a:pt x="43587" y="78371"/>
                  </a:cubicBezTo>
                  <a:lnTo>
                    <a:pt x="39674" y="72004"/>
                  </a:lnTo>
                  <a:cubicBezTo>
                    <a:pt x="36322" y="75245"/>
                    <a:pt x="31740" y="79825"/>
                    <a:pt x="21793" y="79825"/>
                  </a:cubicBezTo>
                  <a:cubicBezTo>
                    <a:pt x="9389" y="79825"/>
                    <a:pt x="0" y="69993"/>
                    <a:pt x="0" y="58156"/>
                  </a:cubicBezTo>
                  <a:cubicBezTo>
                    <a:pt x="0" y="48884"/>
                    <a:pt x="5922" y="40730"/>
                    <a:pt x="14641" y="37713"/>
                  </a:cubicBezTo>
                  <a:cubicBezTo>
                    <a:pt x="15868" y="37267"/>
                    <a:pt x="21569" y="35925"/>
                    <a:pt x="29391" y="34026"/>
                  </a:cubicBezTo>
                  <a:cubicBezTo>
                    <a:pt x="32410" y="33245"/>
                    <a:pt x="35761" y="32464"/>
                    <a:pt x="38892" y="28332"/>
                  </a:cubicBezTo>
                  <a:cubicBezTo>
                    <a:pt x="41238" y="25427"/>
                    <a:pt x="42356" y="21741"/>
                    <a:pt x="42356" y="18054"/>
                  </a:cubicBezTo>
                  <a:cubicBezTo>
                    <a:pt x="42356" y="10125"/>
                    <a:pt x="36768" y="2083"/>
                    <a:pt x="27382" y="2083"/>
                  </a:cubicBezTo>
                  <a:cubicBezTo>
                    <a:pt x="24139" y="2083"/>
                    <a:pt x="15648" y="2640"/>
                    <a:pt x="9722" y="8114"/>
                  </a:cubicBezTo>
                  <a:cubicBezTo>
                    <a:pt x="3240" y="14144"/>
                    <a:pt x="2906" y="21296"/>
                    <a:pt x="2795" y="25315"/>
                  </a:cubicBezTo>
                  <a:cubicBezTo>
                    <a:pt x="2682" y="26433"/>
                    <a:pt x="1788" y="26433"/>
                    <a:pt x="1452" y="26433"/>
                  </a:cubicBezTo>
                  <a:cubicBezTo>
                    <a:pt x="0" y="26433"/>
                    <a:pt x="0" y="25651"/>
                    <a:pt x="0" y="23640"/>
                  </a:cubicBezTo>
                  <a:lnTo>
                    <a:pt x="0" y="1302"/>
                  </a:lnTo>
                  <a:cubicBezTo>
                    <a:pt x="0" y="-597"/>
                    <a:pt x="0" y="-1379"/>
                    <a:pt x="1231" y="-1379"/>
                  </a:cubicBezTo>
                  <a:cubicBezTo>
                    <a:pt x="2013" y="-1379"/>
                    <a:pt x="2125" y="-1159"/>
                    <a:pt x="2906" y="71"/>
                  </a:cubicBezTo>
                  <a:cubicBezTo>
                    <a:pt x="2906" y="183"/>
                    <a:pt x="3240" y="520"/>
                    <a:pt x="6928" y="6439"/>
                  </a:cubicBezTo>
                  <a:cubicBezTo>
                    <a:pt x="10395" y="2640"/>
                    <a:pt x="17548" y="-1379"/>
                    <a:pt x="27494" y="-1379"/>
                  </a:cubicBezTo>
                  <a:cubicBezTo>
                    <a:pt x="40568" y="-1379"/>
                    <a:pt x="49508" y="9568"/>
                    <a:pt x="49508" y="21853"/>
                  </a:cubicBezTo>
                  <a:cubicBezTo>
                    <a:pt x="49508" y="33024"/>
                    <a:pt x="42132" y="42180"/>
                    <a:pt x="32746" y="44416"/>
                  </a:cubicBezTo>
                  <a:close/>
                  <a:moveTo>
                    <a:pt x="120819" y="26878"/>
                  </a:moveTo>
                  <a:cubicBezTo>
                    <a:pt x="120819" y="11018"/>
                    <a:pt x="109979" y="2083"/>
                    <a:pt x="99362" y="2083"/>
                  </a:cubicBezTo>
                  <a:cubicBezTo>
                    <a:pt x="94107" y="2083"/>
                    <a:pt x="80921" y="4876"/>
                    <a:pt x="80921" y="26097"/>
                  </a:cubicBezTo>
                  <a:lnTo>
                    <a:pt x="80921" y="68654"/>
                  </a:lnTo>
                  <a:cubicBezTo>
                    <a:pt x="80921" y="72673"/>
                    <a:pt x="81145" y="73903"/>
                    <a:pt x="89749" y="73903"/>
                  </a:cubicBezTo>
                  <a:lnTo>
                    <a:pt x="92431" y="73903"/>
                  </a:lnTo>
                  <a:lnTo>
                    <a:pt x="92431" y="77366"/>
                  </a:lnTo>
                  <a:cubicBezTo>
                    <a:pt x="88522" y="77032"/>
                    <a:pt x="80251" y="77032"/>
                    <a:pt x="76005" y="77032"/>
                  </a:cubicBezTo>
                  <a:cubicBezTo>
                    <a:pt x="71756" y="77032"/>
                    <a:pt x="63377" y="77032"/>
                    <a:pt x="59464" y="77366"/>
                  </a:cubicBezTo>
                  <a:lnTo>
                    <a:pt x="59464" y="73903"/>
                  </a:lnTo>
                  <a:lnTo>
                    <a:pt x="62146" y="73903"/>
                  </a:lnTo>
                  <a:cubicBezTo>
                    <a:pt x="70750" y="73903"/>
                    <a:pt x="70974" y="72673"/>
                    <a:pt x="70974" y="68654"/>
                  </a:cubicBezTo>
                  <a:lnTo>
                    <a:pt x="70974" y="26545"/>
                  </a:lnTo>
                  <a:cubicBezTo>
                    <a:pt x="70974" y="10794"/>
                    <a:pt x="83939" y="-1379"/>
                    <a:pt x="99138" y="-1379"/>
                  </a:cubicBezTo>
                  <a:cubicBezTo>
                    <a:pt x="111991" y="-1379"/>
                    <a:pt x="122047" y="9007"/>
                    <a:pt x="123947" y="21741"/>
                  </a:cubicBezTo>
                  <a:cubicBezTo>
                    <a:pt x="124284" y="23976"/>
                    <a:pt x="124284" y="24978"/>
                    <a:pt x="124284" y="29446"/>
                  </a:cubicBezTo>
                  <a:lnTo>
                    <a:pt x="124284" y="65192"/>
                  </a:lnTo>
                  <a:cubicBezTo>
                    <a:pt x="124284" y="68878"/>
                    <a:pt x="124284" y="73903"/>
                    <a:pt x="135793" y="73903"/>
                  </a:cubicBezTo>
                  <a:lnTo>
                    <a:pt x="135793" y="77366"/>
                  </a:lnTo>
                  <a:cubicBezTo>
                    <a:pt x="131772" y="77253"/>
                    <a:pt x="126407" y="77032"/>
                    <a:pt x="122607" y="77032"/>
                  </a:cubicBezTo>
                  <a:cubicBezTo>
                    <a:pt x="118694" y="77032"/>
                    <a:pt x="113330" y="77253"/>
                    <a:pt x="109309" y="77366"/>
                  </a:cubicBezTo>
                  <a:lnTo>
                    <a:pt x="109309" y="73903"/>
                  </a:lnTo>
                  <a:cubicBezTo>
                    <a:pt x="120819" y="73903"/>
                    <a:pt x="120819" y="68654"/>
                    <a:pt x="120819" y="65637"/>
                  </a:cubicBezTo>
                  <a:lnTo>
                    <a:pt x="120819" y="26878"/>
                  </a:lnTo>
                  <a:close/>
                  <a:moveTo>
                    <a:pt x="145863" y="39279"/>
                  </a:moveTo>
                  <a:cubicBezTo>
                    <a:pt x="145863" y="16155"/>
                    <a:pt x="163967" y="-1379"/>
                    <a:pt x="184755" y="-1379"/>
                  </a:cubicBezTo>
                  <a:cubicBezTo>
                    <a:pt x="202972" y="-1379"/>
                    <a:pt x="213921" y="14144"/>
                    <a:pt x="213921" y="27102"/>
                  </a:cubicBezTo>
                  <a:cubicBezTo>
                    <a:pt x="213921" y="28220"/>
                    <a:pt x="213921" y="29001"/>
                    <a:pt x="212470" y="29001"/>
                  </a:cubicBezTo>
                  <a:cubicBezTo>
                    <a:pt x="211239" y="29001"/>
                    <a:pt x="211239" y="28332"/>
                    <a:pt x="211130" y="27214"/>
                  </a:cubicBezTo>
                  <a:cubicBezTo>
                    <a:pt x="210236" y="11243"/>
                    <a:pt x="198278" y="2083"/>
                    <a:pt x="186094" y="2083"/>
                  </a:cubicBezTo>
                  <a:cubicBezTo>
                    <a:pt x="179278" y="2083"/>
                    <a:pt x="157372" y="5881"/>
                    <a:pt x="157372" y="39167"/>
                  </a:cubicBezTo>
                  <a:cubicBezTo>
                    <a:pt x="157372" y="72564"/>
                    <a:pt x="179166" y="76359"/>
                    <a:pt x="185982" y="76359"/>
                  </a:cubicBezTo>
                  <a:cubicBezTo>
                    <a:pt x="198166" y="76359"/>
                    <a:pt x="208111" y="66198"/>
                    <a:pt x="210345" y="49889"/>
                  </a:cubicBezTo>
                  <a:cubicBezTo>
                    <a:pt x="210570" y="48327"/>
                    <a:pt x="210570" y="47991"/>
                    <a:pt x="212134" y="47991"/>
                  </a:cubicBezTo>
                  <a:cubicBezTo>
                    <a:pt x="213921" y="47991"/>
                    <a:pt x="213921" y="48327"/>
                    <a:pt x="213921" y="50671"/>
                  </a:cubicBezTo>
                  <a:lnTo>
                    <a:pt x="213921" y="77141"/>
                  </a:lnTo>
                  <a:cubicBezTo>
                    <a:pt x="213921" y="79040"/>
                    <a:pt x="213921" y="79825"/>
                    <a:pt x="212694" y="79825"/>
                  </a:cubicBezTo>
                  <a:cubicBezTo>
                    <a:pt x="212245" y="79825"/>
                    <a:pt x="211800" y="79825"/>
                    <a:pt x="210906" y="78483"/>
                  </a:cubicBezTo>
                  <a:lnTo>
                    <a:pt x="205318" y="70217"/>
                  </a:lnTo>
                  <a:cubicBezTo>
                    <a:pt x="201183" y="74239"/>
                    <a:pt x="195483" y="79825"/>
                    <a:pt x="184755" y="79825"/>
                  </a:cubicBezTo>
                  <a:cubicBezTo>
                    <a:pt x="163855" y="79825"/>
                    <a:pt x="145863" y="62062"/>
                    <a:pt x="145863" y="39279"/>
                  </a:cubicBezTo>
                  <a:close/>
                </a:path>
              </a:pathLst>
            </a:custGeom>
            <a:solidFill>
              <a:srgbClr val="000000"/>
            </a:solidFill>
            <a:ln w="25400" cap="flat">
              <a:noFill/>
              <a:prstDash val="solid"/>
              <a:miter/>
            </a:ln>
          </p:spPr>
          <p:txBody>
            <a:bodyPr/>
            <a:lstStyle/>
            <a:p>
              <a:endParaRPr lang="en-GB"/>
            </a:p>
          </p:txBody>
        </p:sp>
        <p:sp>
          <p:nvSpPr>
            <p:cNvPr id="2379" name="Freeform: Shape 2378">
              <a:extLst>
                <a:ext uri="{FF2B5EF4-FFF2-40B4-BE49-F238E27FC236}">
                  <a16:creationId xmlns:a16="http://schemas.microsoft.com/office/drawing/2014/main" id="{BF2D5262-AFF0-4CC2-0989-2D5717F560D0}"/>
                </a:ext>
              </a:extLst>
            </p:cNvPr>
            <p:cNvSpPr/>
            <p:nvPr>
              <p:custDataLst>
                <p:tags r:id="rId74"/>
              </p:custDataLst>
            </p:nvPr>
          </p:nvSpPr>
          <p:spPr>
            <a:xfrm flipV="1">
              <a:off x="11353105" y="-4693423"/>
              <a:ext cx="13077" cy="33397"/>
            </a:xfrm>
            <a:custGeom>
              <a:avLst/>
              <a:gdLst>
                <a:gd name="csX0" fmla="*/ 13077 w 13077"/>
                <a:gd name="csY0" fmla="*/ 20298 h 33397"/>
                <a:gd name="csX1" fmla="*/ 5925 w 13077"/>
                <a:gd name="csY1" fmla="*/ 32026 h 33397"/>
                <a:gd name="csX2" fmla="*/ 0 w 13077"/>
                <a:gd name="csY2" fmla="*/ 26104 h 33397"/>
                <a:gd name="csX3" fmla="*/ 5925 w 13077"/>
                <a:gd name="csY3" fmla="*/ 20186 h 33397"/>
                <a:gd name="csX4" fmla="*/ 9834 w 13077"/>
                <a:gd name="csY4" fmla="*/ 21637 h 33397"/>
                <a:gd name="csX5" fmla="*/ 10395 w 13077"/>
                <a:gd name="csY5" fmla="*/ 21973 h 33397"/>
                <a:gd name="csX6" fmla="*/ 10620 w 13077"/>
                <a:gd name="csY6" fmla="*/ 20298 h 33397"/>
                <a:gd name="csX7" fmla="*/ 3018 w 13077"/>
                <a:gd name="csY7" fmla="*/ 1645 h 33397"/>
                <a:gd name="csX8" fmla="*/ 1788 w 13077"/>
                <a:gd name="csY8" fmla="*/ -142 h 33397"/>
                <a:gd name="csX9" fmla="*/ 2906 w 13077"/>
                <a:gd name="csY9" fmla="*/ -1371 h 33397"/>
                <a:gd name="csX10" fmla="*/ 13077 w 13077"/>
                <a:gd name="csY10" fmla="*/ 20298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298"/>
                  </a:moveTo>
                  <a:cubicBezTo>
                    <a:pt x="13077" y="27670"/>
                    <a:pt x="10283" y="32026"/>
                    <a:pt x="5925" y="32026"/>
                  </a:cubicBezTo>
                  <a:cubicBezTo>
                    <a:pt x="2237" y="32026"/>
                    <a:pt x="0" y="29233"/>
                    <a:pt x="0" y="26104"/>
                  </a:cubicBezTo>
                  <a:cubicBezTo>
                    <a:pt x="0" y="23090"/>
                    <a:pt x="2237" y="20186"/>
                    <a:pt x="5925" y="20186"/>
                  </a:cubicBezTo>
                  <a:cubicBezTo>
                    <a:pt x="7264" y="20186"/>
                    <a:pt x="8719" y="20634"/>
                    <a:pt x="9834" y="21637"/>
                  </a:cubicBezTo>
                  <a:cubicBezTo>
                    <a:pt x="10171" y="21860"/>
                    <a:pt x="10283" y="21973"/>
                    <a:pt x="10395" y="21973"/>
                  </a:cubicBezTo>
                  <a:cubicBezTo>
                    <a:pt x="10507" y="21973"/>
                    <a:pt x="10620" y="21860"/>
                    <a:pt x="10620" y="20298"/>
                  </a:cubicBezTo>
                  <a:cubicBezTo>
                    <a:pt x="10620" y="12032"/>
                    <a:pt x="6707" y="5332"/>
                    <a:pt x="3018" y="1645"/>
                  </a:cubicBezTo>
                  <a:cubicBezTo>
                    <a:pt x="1788" y="416"/>
                    <a:pt x="1788" y="191"/>
                    <a:pt x="1788" y="-142"/>
                  </a:cubicBezTo>
                  <a:cubicBezTo>
                    <a:pt x="1788" y="-927"/>
                    <a:pt x="2349" y="-1371"/>
                    <a:pt x="2906" y="-1371"/>
                  </a:cubicBezTo>
                  <a:cubicBezTo>
                    <a:pt x="4137" y="-1371"/>
                    <a:pt x="13077" y="7227"/>
                    <a:pt x="13077" y="20298"/>
                  </a:cubicBezTo>
                  <a:close/>
                </a:path>
              </a:pathLst>
            </a:custGeom>
            <a:solidFill>
              <a:srgbClr val="000000"/>
            </a:solidFill>
            <a:ln w="25400" cap="flat">
              <a:noFill/>
              <a:prstDash val="solid"/>
              <a:miter/>
            </a:ln>
          </p:spPr>
          <p:txBody>
            <a:bodyPr/>
            <a:lstStyle/>
            <a:p>
              <a:endParaRPr lang="en-GB"/>
            </a:p>
          </p:txBody>
        </p:sp>
        <p:sp>
          <p:nvSpPr>
            <p:cNvPr id="2380" name="Freeform: Shape 2379">
              <a:extLst>
                <a:ext uri="{FF2B5EF4-FFF2-40B4-BE49-F238E27FC236}">
                  <a16:creationId xmlns:a16="http://schemas.microsoft.com/office/drawing/2014/main" id="{E9CCA178-1055-E5C4-DA79-9B479DA646DD}"/>
                </a:ext>
              </a:extLst>
            </p:cNvPr>
            <p:cNvSpPr/>
            <p:nvPr>
              <p:custDataLst>
                <p:tags r:id="rId75"/>
              </p:custDataLst>
            </p:nvPr>
          </p:nvSpPr>
          <p:spPr>
            <a:xfrm flipV="1">
              <a:off x="11399432" y="-4761557"/>
              <a:ext cx="209342" cy="82430"/>
            </a:xfrm>
            <a:custGeom>
              <a:avLst/>
              <a:gdLst>
                <a:gd name="csX0" fmla="*/ 32746 w 209342"/>
                <a:gd name="csY0" fmla="*/ 44416 h 82430"/>
                <a:gd name="csX1" fmla="*/ 18441 w 209342"/>
                <a:gd name="csY1" fmla="*/ 47878 h 82430"/>
                <a:gd name="csX2" fmla="*/ 7152 w 209342"/>
                <a:gd name="csY2" fmla="*/ 62062 h 82430"/>
                <a:gd name="csX3" fmla="*/ 21905 w 209342"/>
                <a:gd name="csY3" fmla="*/ 76696 h 82430"/>
                <a:gd name="csX4" fmla="*/ 43699 w 209342"/>
                <a:gd name="csY4" fmla="*/ 53351 h 82430"/>
                <a:gd name="csX5" fmla="*/ 45038 w 209342"/>
                <a:gd name="csY5" fmla="*/ 52009 h 82430"/>
                <a:gd name="csX6" fmla="*/ 46490 w 209342"/>
                <a:gd name="csY6" fmla="*/ 54690 h 82430"/>
                <a:gd name="csX7" fmla="*/ 46490 w 209342"/>
                <a:gd name="csY7" fmla="*/ 77141 h 82430"/>
                <a:gd name="csX8" fmla="*/ 45262 w 209342"/>
                <a:gd name="csY8" fmla="*/ 79825 h 82430"/>
                <a:gd name="csX9" fmla="*/ 43586 w 209342"/>
                <a:gd name="csY9" fmla="*/ 78371 h 82430"/>
                <a:gd name="csX10" fmla="*/ 39674 w 209342"/>
                <a:gd name="csY10" fmla="*/ 72004 h 82430"/>
                <a:gd name="csX11" fmla="*/ 21793 w 209342"/>
                <a:gd name="csY11" fmla="*/ 79825 h 82430"/>
                <a:gd name="csX12" fmla="*/ 0 w 209342"/>
                <a:gd name="csY12" fmla="*/ 58156 h 82430"/>
                <a:gd name="csX13" fmla="*/ 14641 w 209342"/>
                <a:gd name="csY13" fmla="*/ 37713 h 82430"/>
                <a:gd name="csX14" fmla="*/ 29391 w 209342"/>
                <a:gd name="csY14" fmla="*/ 34026 h 82430"/>
                <a:gd name="csX15" fmla="*/ 38892 w 209342"/>
                <a:gd name="csY15" fmla="*/ 28332 h 82430"/>
                <a:gd name="csX16" fmla="*/ 42356 w 209342"/>
                <a:gd name="csY16" fmla="*/ 18054 h 82430"/>
                <a:gd name="csX17" fmla="*/ 27382 w 209342"/>
                <a:gd name="csY17" fmla="*/ 2083 h 82430"/>
                <a:gd name="csX18" fmla="*/ 9722 w 209342"/>
                <a:gd name="csY18" fmla="*/ 8113 h 82430"/>
                <a:gd name="csX19" fmla="*/ 2794 w 209342"/>
                <a:gd name="csY19" fmla="*/ 25315 h 82430"/>
                <a:gd name="csX20" fmla="*/ 1451 w 209342"/>
                <a:gd name="csY20" fmla="*/ 26433 h 82430"/>
                <a:gd name="csX21" fmla="*/ 0 w 209342"/>
                <a:gd name="csY21" fmla="*/ 23640 h 82430"/>
                <a:gd name="csX22" fmla="*/ 0 w 209342"/>
                <a:gd name="csY22" fmla="*/ 1302 h 82430"/>
                <a:gd name="csX23" fmla="*/ 1231 w 209342"/>
                <a:gd name="csY23" fmla="*/ -1379 h 82430"/>
                <a:gd name="csX24" fmla="*/ 2906 w 209342"/>
                <a:gd name="csY24" fmla="*/ 71 h 82430"/>
                <a:gd name="csX25" fmla="*/ 6928 w 209342"/>
                <a:gd name="csY25" fmla="*/ 6439 h 82430"/>
                <a:gd name="csX26" fmla="*/ 27494 w 209342"/>
                <a:gd name="csY26" fmla="*/ -1379 h 82430"/>
                <a:gd name="csX27" fmla="*/ 49508 w 209342"/>
                <a:gd name="csY27" fmla="*/ 21853 h 82430"/>
                <a:gd name="csX28" fmla="*/ 32746 w 209342"/>
                <a:gd name="csY28" fmla="*/ 44416 h 82430"/>
                <a:gd name="csX29" fmla="*/ 100256 w 209342"/>
                <a:gd name="csY29" fmla="*/ 78819 h 82430"/>
                <a:gd name="csX30" fmla="*/ 97682 w 209342"/>
                <a:gd name="csY30" fmla="*/ 81052 h 82430"/>
                <a:gd name="csX31" fmla="*/ 95001 w 209342"/>
                <a:gd name="csY31" fmla="*/ 78819 h 82430"/>
                <a:gd name="csX32" fmla="*/ 71868 w 209342"/>
                <a:gd name="csY32" fmla="*/ 12024 h 82430"/>
                <a:gd name="csX33" fmla="*/ 59351 w 209342"/>
                <a:gd name="csY33" fmla="*/ 4539 h 82430"/>
                <a:gd name="csX34" fmla="*/ 59351 w 209342"/>
                <a:gd name="csY34" fmla="*/ 1077 h 82430"/>
                <a:gd name="csX35" fmla="*/ 70750 w 209342"/>
                <a:gd name="csY35" fmla="*/ 1413 h 82430"/>
                <a:gd name="csX36" fmla="*/ 83602 w 209342"/>
                <a:gd name="csY36" fmla="*/ 1077 h 82430"/>
                <a:gd name="csX37" fmla="*/ 83602 w 209342"/>
                <a:gd name="csY37" fmla="*/ 4539 h 82430"/>
                <a:gd name="csX38" fmla="*/ 75220 w 209342"/>
                <a:gd name="csY38" fmla="*/ 10237 h 82430"/>
                <a:gd name="csX39" fmla="*/ 75444 w 209342"/>
                <a:gd name="csY39" fmla="*/ 11912 h 82430"/>
                <a:gd name="csX40" fmla="*/ 80584 w 209342"/>
                <a:gd name="csY40" fmla="*/ 26545 h 82430"/>
                <a:gd name="csX41" fmla="*/ 108191 w 209342"/>
                <a:gd name="csY41" fmla="*/ 26545 h 82430"/>
                <a:gd name="csX42" fmla="*/ 114112 w 209342"/>
                <a:gd name="csY42" fmla="*/ 9456 h 82430"/>
                <a:gd name="csX43" fmla="*/ 114449 w 209342"/>
                <a:gd name="csY43" fmla="*/ 7889 h 82430"/>
                <a:gd name="csX44" fmla="*/ 105171 w 209342"/>
                <a:gd name="csY44" fmla="*/ 4539 h 82430"/>
                <a:gd name="csX45" fmla="*/ 105171 w 209342"/>
                <a:gd name="csY45" fmla="*/ 1077 h 82430"/>
                <a:gd name="csX46" fmla="*/ 121265 w 209342"/>
                <a:gd name="csY46" fmla="*/ 1413 h 82430"/>
                <a:gd name="csX47" fmla="*/ 135906 w 209342"/>
                <a:gd name="csY47" fmla="*/ 1077 h 82430"/>
                <a:gd name="csX48" fmla="*/ 135906 w 209342"/>
                <a:gd name="csY48" fmla="*/ 4539 h 82430"/>
                <a:gd name="csX49" fmla="*/ 133893 w 209342"/>
                <a:gd name="csY49" fmla="*/ 4539 h 82430"/>
                <a:gd name="csX50" fmla="*/ 124395 w 209342"/>
                <a:gd name="csY50" fmla="*/ 9007 h 82430"/>
                <a:gd name="csX51" fmla="*/ 100256 w 209342"/>
                <a:gd name="csY51" fmla="*/ 78819 h 82430"/>
                <a:gd name="csX52" fmla="*/ 94331 w 209342"/>
                <a:gd name="csY52" fmla="*/ 66310 h 82430"/>
                <a:gd name="csX53" fmla="*/ 106960 w 209342"/>
                <a:gd name="csY53" fmla="*/ 30007 h 82430"/>
                <a:gd name="csX54" fmla="*/ 81814 w 209342"/>
                <a:gd name="csY54" fmla="*/ 30007 h 82430"/>
                <a:gd name="csX55" fmla="*/ 94331 w 209342"/>
                <a:gd name="csY55" fmla="*/ 66310 h 82430"/>
                <a:gd name="csX56" fmla="*/ 164973 w 209342"/>
                <a:gd name="csY56" fmla="*/ 36374 h 82430"/>
                <a:gd name="csX57" fmla="*/ 183860 w 209342"/>
                <a:gd name="csY57" fmla="*/ 36374 h 82430"/>
                <a:gd name="csX58" fmla="*/ 209342 w 209342"/>
                <a:gd name="csY58" fmla="*/ 56589 h 82430"/>
                <a:gd name="csX59" fmla="*/ 182967 w 209342"/>
                <a:gd name="csY59" fmla="*/ 77365 h 82430"/>
                <a:gd name="csX60" fmla="*/ 143517 w 209342"/>
                <a:gd name="csY60" fmla="*/ 77365 h 82430"/>
                <a:gd name="csX61" fmla="*/ 143517 w 209342"/>
                <a:gd name="csY61" fmla="*/ 73903 h 82430"/>
                <a:gd name="csX62" fmla="*/ 146199 w 209342"/>
                <a:gd name="csY62" fmla="*/ 73903 h 82430"/>
                <a:gd name="csX63" fmla="*/ 155026 w 209342"/>
                <a:gd name="csY63" fmla="*/ 68654 h 82430"/>
                <a:gd name="csX64" fmla="*/ 155026 w 209342"/>
                <a:gd name="csY64" fmla="*/ 9788 h 82430"/>
                <a:gd name="csX65" fmla="*/ 146199 w 209342"/>
                <a:gd name="csY65" fmla="*/ 4539 h 82430"/>
                <a:gd name="csX66" fmla="*/ 143517 w 209342"/>
                <a:gd name="csY66" fmla="*/ 4539 h 82430"/>
                <a:gd name="csX67" fmla="*/ 143517 w 209342"/>
                <a:gd name="csY67" fmla="*/ 1077 h 82430"/>
                <a:gd name="csX68" fmla="*/ 159943 w 209342"/>
                <a:gd name="csY68" fmla="*/ 1413 h 82430"/>
                <a:gd name="csX69" fmla="*/ 176483 w 209342"/>
                <a:gd name="csY69" fmla="*/ 1077 h 82430"/>
                <a:gd name="csX70" fmla="*/ 176483 w 209342"/>
                <a:gd name="csY70" fmla="*/ 4539 h 82430"/>
                <a:gd name="csX71" fmla="*/ 173802 w 209342"/>
                <a:gd name="csY71" fmla="*/ 4539 h 82430"/>
                <a:gd name="csX72" fmla="*/ 164973 w 209342"/>
                <a:gd name="csY72" fmla="*/ 9788 h 82430"/>
                <a:gd name="csX73" fmla="*/ 164973 w 209342"/>
                <a:gd name="csY73" fmla="*/ 36374 h 82430"/>
                <a:gd name="csX74" fmla="*/ 164637 w 209342"/>
                <a:gd name="csY74" fmla="*/ 39279 h 82430"/>
                <a:gd name="csX75" fmla="*/ 164637 w 209342"/>
                <a:gd name="csY75" fmla="*/ 69435 h 82430"/>
                <a:gd name="csX76" fmla="*/ 170113 w 209342"/>
                <a:gd name="csY76" fmla="*/ 73903 h 82430"/>
                <a:gd name="csX77" fmla="*/ 180060 w 209342"/>
                <a:gd name="csY77" fmla="*/ 73903 h 82430"/>
                <a:gd name="csX78" fmla="*/ 197828 w 209342"/>
                <a:gd name="csY78" fmla="*/ 56589 h 82430"/>
                <a:gd name="csX79" fmla="*/ 180060 w 209342"/>
                <a:gd name="csY79" fmla="*/ 39279 h 82430"/>
                <a:gd name="csX80" fmla="*/ 164637 w 209342"/>
                <a:gd name="csY80" fmla="*/ 39279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Lst>
              <a:rect l="l" t="t" r="r" b="b"/>
              <a:pathLst>
                <a:path w="209342" h="82430">
                  <a:moveTo>
                    <a:pt x="32746" y="44416"/>
                  </a:moveTo>
                  <a:lnTo>
                    <a:pt x="18441" y="47878"/>
                  </a:lnTo>
                  <a:cubicBezTo>
                    <a:pt x="11510" y="49553"/>
                    <a:pt x="7152" y="55584"/>
                    <a:pt x="7152" y="62062"/>
                  </a:cubicBezTo>
                  <a:cubicBezTo>
                    <a:pt x="7152" y="69884"/>
                    <a:pt x="13186" y="76696"/>
                    <a:pt x="21905" y="76696"/>
                  </a:cubicBezTo>
                  <a:cubicBezTo>
                    <a:pt x="40568" y="76696"/>
                    <a:pt x="43026" y="58376"/>
                    <a:pt x="43699" y="53351"/>
                  </a:cubicBezTo>
                  <a:cubicBezTo>
                    <a:pt x="43807" y="52682"/>
                    <a:pt x="43807" y="52009"/>
                    <a:pt x="45038" y="52009"/>
                  </a:cubicBezTo>
                  <a:cubicBezTo>
                    <a:pt x="46490" y="52009"/>
                    <a:pt x="46490" y="52570"/>
                    <a:pt x="46490" y="54690"/>
                  </a:cubicBezTo>
                  <a:lnTo>
                    <a:pt x="46490" y="77141"/>
                  </a:lnTo>
                  <a:cubicBezTo>
                    <a:pt x="46490" y="79040"/>
                    <a:pt x="46490" y="79825"/>
                    <a:pt x="45262" y="79825"/>
                  </a:cubicBezTo>
                  <a:cubicBezTo>
                    <a:pt x="44480" y="79825"/>
                    <a:pt x="44369" y="79713"/>
                    <a:pt x="43586" y="78371"/>
                  </a:cubicBezTo>
                  <a:lnTo>
                    <a:pt x="39674" y="72004"/>
                  </a:lnTo>
                  <a:cubicBezTo>
                    <a:pt x="36322" y="75245"/>
                    <a:pt x="31740" y="79825"/>
                    <a:pt x="21793" y="79825"/>
                  </a:cubicBezTo>
                  <a:cubicBezTo>
                    <a:pt x="9389" y="79825"/>
                    <a:pt x="0" y="69992"/>
                    <a:pt x="0" y="58156"/>
                  </a:cubicBezTo>
                  <a:cubicBezTo>
                    <a:pt x="0" y="48884"/>
                    <a:pt x="5922" y="40730"/>
                    <a:pt x="14641" y="37713"/>
                  </a:cubicBezTo>
                  <a:cubicBezTo>
                    <a:pt x="15868" y="37267"/>
                    <a:pt x="21569" y="35925"/>
                    <a:pt x="29391" y="34026"/>
                  </a:cubicBezTo>
                  <a:cubicBezTo>
                    <a:pt x="32409" y="33245"/>
                    <a:pt x="35761" y="32464"/>
                    <a:pt x="38892" y="28332"/>
                  </a:cubicBezTo>
                  <a:cubicBezTo>
                    <a:pt x="41237" y="25427"/>
                    <a:pt x="42356" y="21741"/>
                    <a:pt x="42356" y="18054"/>
                  </a:cubicBezTo>
                  <a:cubicBezTo>
                    <a:pt x="42356" y="10125"/>
                    <a:pt x="36767" y="2083"/>
                    <a:pt x="27382" y="2083"/>
                  </a:cubicBezTo>
                  <a:cubicBezTo>
                    <a:pt x="24139" y="2083"/>
                    <a:pt x="15647" y="2640"/>
                    <a:pt x="9722" y="8113"/>
                  </a:cubicBezTo>
                  <a:cubicBezTo>
                    <a:pt x="3239" y="14144"/>
                    <a:pt x="2906" y="21296"/>
                    <a:pt x="2794" y="25315"/>
                  </a:cubicBezTo>
                  <a:cubicBezTo>
                    <a:pt x="2682" y="26433"/>
                    <a:pt x="1788" y="26433"/>
                    <a:pt x="1451" y="26433"/>
                  </a:cubicBezTo>
                  <a:cubicBezTo>
                    <a:pt x="0" y="26433"/>
                    <a:pt x="0" y="25651"/>
                    <a:pt x="0" y="23640"/>
                  </a:cubicBezTo>
                  <a:lnTo>
                    <a:pt x="0" y="1302"/>
                  </a:lnTo>
                  <a:cubicBezTo>
                    <a:pt x="0" y="-598"/>
                    <a:pt x="0" y="-1379"/>
                    <a:pt x="1231" y="-1379"/>
                  </a:cubicBezTo>
                  <a:cubicBezTo>
                    <a:pt x="2012" y="-1379"/>
                    <a:pt x="2124" y="-1159"/>
                    <a:pt x="2906" y="71"/>
                  </a:cubicBezTo>
                  <a:cubicBezTo>
                    <a:pt x="2906" y="183"/>
                    <a:pt x="3239" y="520"/>
                    <a:pt x="6928" y="6439"/>
                  </a:cubicBezTo>
                  <a:cubicBezTo>
                    <a:pt x="10395" y="2640"/>
                    <a:pt x="17548" y="-1379"/>
                    <a:pt x="27494" y="-1379"/>
                  </a:cubicBezTo>
                  <a:cubicBezTo>
                    <a:pt x="40568" y="-1379"/>
                    <a:pt x="49508" y="9568"/>
                    <a:pt x="49508" y="21853"/>
                  </a:cubicBezTo>
                  <a:cubicBezTo>
                    <a:pt x="49508" y="33024"/>
                    <a:pt x="42132" y="42180"/>
                    <a:pt x="32746" y="44416"/>
                  </a:cubicBezTo>
                  <a:close/>
                  <a:moveTo>
                    <a:pt x="100256" y="78819"/>
                  </a:moveTo>
                  <a:cubicBezTo>
                    <a:pt x="99695" y="80270"/>
                    <a:pt x="99471" y="81052"/>
                    <a:pt x="97682" y="81052"/>
                  </a:cubicBezTo>
                  <a:cubicBezTo>
                    <a:pt x="95895" y="81052"/>
                    <a:pt x="95561" y="80382"/>
                    <a:pt x="95001" y="78819"/>
                  </a:cubicBezTo>
                  <a:lnTo>
                    <a:pt x="71868" y="12024"/>
                  </a:lnTo>
                  <a:cubicBezTo>
                    <a:pt x="69855" y="6326"/>
                    <a:pt x="65385" y="4651"/>
                    <a:pt x="59351" y="4539"/>
                  </a:cubicBezTo>
                  <a:lnTo>
                    <a:pt x="59351" y="1077"/>
                  </a:lnTo>
                  <a:cubicBezTo>
                    <a:pt x="61921" y="1189"/>
                    <a:pt x="66728" y="1413"/>
                    <a:pt x="70750" y="1413"/>
                  </a:cubicBezTo>
                  <a:cubicBezTo>
                    <a:pt x="74217" y="1413"/>
                    <a:pt x="80026" y="1189"/>
                    <a:pt x="83602" y="1077"/>
                  </a:cubicBezTo>
                  <a:lnTo>
                    <a:pt x="83602" y="4539"/>
                  </a:lnTo>
                  <a:cubicBezTo>
                    <a:pt x="78014" y="4539"/>
                    <a:pt x="75220" y="7332"/>
                    <a:pt x="75220" y="10237"/>
                  </a:cubicBezTo>
                  <a:cubicBezTo>
                    <a:pt x="75220" y="10570"/>
                    <a:pt x="75332" y="11687"/>
                    <a:pt x="75444" y="11912"/>
                  </a:cubicBezTo>
                  <a:lnTo>
                    <a:pt x="80584" y="26545"/>
                  </a:lnTo>
                  <a:lnTo>
                    <a:pt x="108191" y="26545"/>
                  </a:lnTo>
                  <a:lnTo>
                    <a:pt x="114112" y="9456"/>
                  </a:lnTo>
                  <a:cubicBezTo>
                    <a:pt x="114224" y="9007"/>
                    <a:pt x="114449" y="8338"/>
                    <a:pt x="114449" y="7889"/>
                  </a:cubicBezTo>
                  <a:cubicBezTo>
                    <a:pt x="114449" y="4539"/>
                    <a:pt x="108191" y="4539"/>
                    <a:pt x="105171" y="4539"/>
                  </a:cubicBezTo>
                  <a:lnTo>
                    <a:pt x="105171" y="1077"/>
                  </a:lnTo>
                  <a:cubicBezTo>
                    <a:pt x="109196" y="1413"/>
                    <a:pt x="117018" y="1413"/>
                    <a:pt x="121265" y="1413"/>
                  </a:cubicBezTo>
                  <a:cubicBezTo>
                    <a:pt x="126071" y="1413"/>
                    <a:pt x="131210" y="1302"/>
                    <a:pt x="135906" y="1077"/>
                  </a:cubicBezTo>
                  <a:lnTo>
                    <a:pt x="135906" y="4539"/>
                  </a:lnTo>
                  <a:lnTo>
                    <a:pt x="133893" y="4539"/>
                  </a:lnTo>
                  <a:cubicBezTo>
                    <a:pt x="127189" y="4539"/>
                    <a:pt x="125622" y="5320"/>
                    <a:pt x="124395" y="9007"/>
                  </a:cubicBezTo>
                  <a:lnTo>
                    <a:pt x="100256" y="78819"/>
                  </a:lnTo>
                  <a:close/>
                  <a:moveTo>
                    <a:pt x="94331" y="66310"/>
                  </a:moveTo>
                  <a:lnTo>
                    <a:pt x="106960" y="30007"/>
                  </a:lnTo>
                  <a:lnTo>
                    <a:pt x="81814" y="30007"/>
                  </a:lnTo>
                  <a:lnTo>
                    <a:pt x="94331" y="66310"/>
                  </a:lnTo>
                  <a:close/>
                  <a:moveTo>
                    <a:pt x="164973" y="36374"/>
                  </a:moveTo>
                  <a:lnTo>
                    <a:pt x="183860" y="36374"/>
                  </a:lnTo>
                  <a:cubicBezTo>
                    <a:pt x="197271" y="36374"/>
                    <a:pt x="209342" y="45422"/>
                    <a:pt x="209342" y="56589"/>
                  </a:cubicBezTo>
                  <a:cubicBezTo>
                    <a:pt x="209342" y="67536"/>
                    <a:pt x="198277" y="77365"/>
                    <a:pt x="182967" y="77365"/>
                  </a:cubicBezTo>
                  <a:lnTo>
                    <a:pt x="143517" y="77365"/>
                  </a:lnTo>
                  <a:lnTo>
                    <a:pt x="143517" y="73903"/>
                  </a:lnTo>
                  <a:lnTo>
                    <a:pt x="146199" y="73903"/>
                  </a:lnTo>
                  <a:cubicBezTo>
                    <a:pt x="154802" y="73903"/>
                    <a:pt x="155026" y="72673"/>
                    <a:pt x="155026" y="68654"/>
                  </a:cubicBezTo>
                  <a:lnTo>
                    <a:pt x="155026" y="9788"/>
                  </a:lnTo>
                  <a:cubicBezTo>
                    <a:pt x="155026" y="5769"/>
                    <a:pt x="154802" y="4539"/>
                    <a:pt x="146199" y="4539"/>
                  </a:cubicBezTo>
                  <a:lnTo>
                    <a:pt x="143517" y="4539"/>
                  </a:lnTo>
                  <a:lnTo>
                    <a:pt x="143517" y="1077"/>
                  </a:lnTo>
                  <a:cubicBezTo>
                    <a:pt x="147425" y="1413"/>
                    <a:pt x="155696" y="1413"/>
                    <a:pt x="159943" y="1413"/>
                  </a:cubicBezTo>
                  <a:cubicBezTo>
                    <a:pt x="164191" y="1413"/>
                    <a:pt x="172571" y="1413"/>
                    <a:pt x="176483" y="1077"/>
                  </a:cubicBezTo>
                  <a:lnTo>
                    <a:pt x="176483" y="4539"/>
                  </a:lnTo>
                  <a:lnTo>
                    <a:pt x="173802" y="4539"/>
                  </a:lnTo>
                  <a:cubicBezTo>
                    <a:pt x="165198" y="4539"/>
                    <a:pt x="164973" y="5769"/>
                    <a:pt x="164973" y="9788"/>
                  </a:cubicBezTo>
                  <a:lnTo>
                    <a:pt x="164973" y="36374"/>
                  </a:lnTo>
                  <a:close/>
                  <a:moveTo>
                    <a:pt x="164637" y="39279"/>
                  </a:moveTo>
                  <a:lnTo>
                    <a:pt x="164637" y="69435"/>
                  </a:lnTo>
                  <a:cubicBezTo>
                    <a:pt x="164637" y="73121"/>
                    <a:pt x="164861" y="73903"/>
                    <a:pt x="170113" y="73903"/>
                  </a:cubicBezTo>
                  <a:lnTo>
                    <a:pt x="180060" y="73903"/>
                  </a:lnTo>
                  <a:cubicBezTo>
                    <a:pt x="197828" y="73903"/>
                    <a:pt x="197828" y="62062"/>
                    <a:pt x="197828" y="56589"/>
                  </a:cubicBezTo>
                  <a:cubicBezTo>
                    <a:pt x="197828" y="51340"/>
                    <a:pt x="197828" y="39279"/>
                    <a:pt x="180060" y="39279"/>
                  </a:cubicBezTo>
                  <a:lnTo>
                    <a:pt x="164637" y="39279"/>
                  </a:lnTo>
                  <a:close/>
                </a:path>
              </a:pathLst>
            </a:custGeom>
            <a:solidFill>
              <a:srgbClr val="000000"/>
            </a:solidFill>
            <a:ln w="25400" cap="flat">
              <a:noFill/>
              <a:prstDash val="solid"/>
              <a:miter/>
            </a:ln>
          </p:spPr>
          <p:txBody>
            <a:bodyPr/>
            <a:lstStyle/>
            <a:p>
              <a:endParaRPr lang="en-GB"/>
            </a:p>
          </p:txBody>
        </p:sp>
        <p:sp>
          <p:nvSpPr>
            <p:cNvPr id="2381" name="Freeform: Shape 2380">
              <a:extLst>
                <a:ext uri="{FF2B5EF4-FFF2-40B4-BE49-F238E27FC236}">
                  <a16:creationId xmlns:a16="http://schemas.microsoft.com/office/drawing/2014/main" id="{416CB522-8E40-2F94-832A-224CF2451E1D}"/>
                </a:ext>
              </a:extLst>
            </p:cNvPr>
            <p:cNvSpPr/>
            <p:nvPr>
              <p:custDataLst>
                <p:tags r:id="rId76"/>
              </p:custDataLst>
            </p:nvPr>
          </p:nvSpPr>
          <p:spPr>
            <a:xfrm flipV="1">
              <a:off x="11623204" y="-4765356"/>
              <a:ext cx="39673" cy="111696"/>
            </a:xfrm>
            <a:custGeom>
              <a:avLst/>
              <a:gdLst>
                <a:gd name="csX0" fmla="*/ 16092 w 39673"/>
                <a:gd name="csY0" fmla="*/ 13480 h 111696"/>
                <a:gd name="csX1" fmla="*/ 1006 w 39673"/>
                <a:gd name="csY1" fmla="*/ 1079 h 111696"/>
                <a:gd name="csX2" fmla="*/ 0 w 39673"/>
                <a:gd name="csY2" fmla="*/ -147 h 111696"/>
                <a:gd name="csX3" fmla="*/ 2237 w 39673"/>
                <a:gd name="csY3" fmla="*/ -1377 h 111696"/>
                <a:gd name="csX4" fmla="*/ 23581 w 39673"/>
                <a:gd name="csY4" fmla="*/ 12587 h 111696"/>
                <a:gd name="csX5" fmla="*/ 23581 w 39673"/>
                <a:gd name="csY5" fmla="*/ 38051 h 111696"/>
                <a:gd name="csX6" fmla="*/ 28052 w 39673"/>
                <a:gd name="csY6" fmla="*/ 49667 h 111696"/>
                <a:gd name="csX7" fmla="*/ 38667 w 39673"/>
                <a:gd name="csY7" fmla="*/ 53241 h 111696"/>
                <a:gd name="csX8" fmla="*/ 39674 w 39673"/>
                <a:gd name="csY8" fmla="*/ 54471 h 111696"/>
                <a:gd name="csX9" fmla="*/ 37886 w 39673"/>
                <a:gd name="csY9" fmla="*/ 55701 h 111696"/>
                <a:gd name="csX10" fmla="*/ 23918 w 39673"/>
                <a:gd name="csY10" fmla="*/ 65642 h 111696"/>
                <a:gd name="csX11" fmla="*/ 23581 w 39673"/>
                <a:gd name="csY11" fmla="*/ 71112 h 111696"/>
                <a:gd name="csX12" fmla="*/ 23581 w 39673"/>
                <a:gd name="csY12" fmla="*/ 93230 h 111696"/>
                <a:gd name="csX13" fmla="*/ 18217 w 39673"/>
                <a:gd name="csY13" fmla="*/ 105740 h 111696"/>
                <a:gd name="csX14" fmla="*/ 2237 w 39673"/>
                <a:gd name="csY14" fmla="*/ 110320 h 111696"/>
                <a:gd name="csX15" fmla="*/ 0 w 39673"/>
                <a:gd name="csY15" fmla="*/ 109090 h 111696"/>
                <a:gd name="csX16" fmla="*/ 1788 w 39673"/>
                <a:gd name="csY16" fmla="*/ 107863 h 111696"/>
                <a:gd name="csX17" fmla="*/ 15759 w 39673"/>
                <a:gd name="csY17" fmla="*/ 98143 h 111696"/>
                <a:gd name="csX18" fmla="*/ 16092 w 39673"/>
                <a:gd name="csY18" fmla="*/ 92894 h 111696"/>
                <a:gd name="csX19" fmla="*/ 16092 w 39673"/>
                <a:gd name="csY19" fmla="*/ 69437 h 111696"/>
                <a:gd name="csX20" fmla="*/ 20563 w 39673"/>
                <a:gd name="csY20" fmla="*/ 58826 h 111696"/>
                <a:gd name="csX21" fmla="*/ 29282 w 39673"/>
                <a:gd name="csY21" fmla="*/ 54471 h 111696"/>
                <a:gd name="csX22" fmla="*/ 16092 w 39673"/>
                <a:gd name="csY22" fmla="*/ 40286 h 111696"/>
                <a:gd name="csX23" fmla="*/ 16092 w 39673"/>
                <a:gd name="csY23" fmla="*/ 13480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16092" y="13480"/>
                  </a:moveTo>
                  <a:cubicBezTo>
                    <a:pt x="16092" y="9008"/>
                    <a:pt x="13186" y="1861"/>
                    <a:pt x="1006" y="1079"/>
                  </a:cubicBezTo>
                  <a:cubicBezTo>
                    <a:pt x="449" y="967"/>
                    <a:pt x="0" y="522"/>
                    <a:pt x="0" y="-147"/>
                  </a:cubicBezTo>
                  <a:cubicBezTo>
                    <a:pt x="0" y="-1377"/>
                    <a:pt x="1231" y="-1377"/>
                    <a:pt x="2237" y="-1377"/>
                  </a:cubicBezTo>
                  <a:cubicBezTo>
                    <a:pt x="13077" y="-1377"/>
                    <a:pt x="23469" y="4096"/>
                    <a:pt x="23581" y="12587"/>
                  </a:cubicBezTo>
                  <a:lnTo>
                    <a:pt x="23581" y="38051"/>
                  </a:lnTo>
                  <a:cubicBezTo>
                    <a:pt x="23581" y="42406"/>
                    <a:pt x="23581" y="45980"/>
                    <a:pt x="28052" y="49667"/>
                  </a:cubicBezTo>
                  <a:cubicBezTo>
                    <a:pt x="31964" y="52908"/>
                    <a:pt x="36210" y="53129"/>
                    <a:pt x="38667" y="53241"/>
                  </a:cubicBezTo>
                  <a:cubicBezTo>
                    <a:pt x="39229" y="53353"/>
                    <a:pt x="39674" y="53802"/>
                    <a:pt x="39674" y="54471"/>
                  </a:cubicBezTo>
                  <a:cubicBezTo>
                    <a:pt x="39674" y="55589"/>
                    <a:pt x="39004" y="55589"/>
                    <a:pt x="37886" y="55701"/>
                  </a:cubicBezTo>
                  <a:cubicBezTo>
                    <a:pt x="30509" y="56146"/>
                    <a:pt x="25145" y="60168"/>
                    <a:pt x="23918" y="65642"/>
                  </a:cubicBezTo>
                  <a:cubicBezTo>
                    <a:pt x="23581" y="66869"/>
                    <a:pt x="23581" y="67093"/>
                    <a:pt x="23581" y="71112"/>
                  </a:cubicBezTo>
                  <a:lnTo>
                    <a:pt x="23581" y="93230"/>
                  </a:lnTo>
                  <a:cubicBezTo>
                    <a:pt x="23581" y="97922"/>
                    <a:pt x="23581" y="101496"/>
                    <a:pt x="18217" y="105740"/>
                  </a:cubicBezTo>
                  <a:cubicBezTo>
                    <a:pt x="13747" y="109202"/>
                    <a:pt x="6034" y="110320"/>
                    <a:pt x="2237" y="110320"/>
                  </a:cubicBezTo>
                  <a:cubicBezTo>
                    <a:pt x="1231" y="110320"/>
                    <a:pt x="0" y="110320"/>
                    <a:pt x="0" y="109090"/>
                  </a:cubicBezTo>
                  <a:cubicBezTo>
                    <a:pt x="0" y="107975"/>
                    <a:pt x="669" y="107975"/>
                    <a:pt x="1788" y="107863"/>
                  </a:cubicBezTo>
                  <a:cubicBezTo>
                    <a:pt x="8828" y="107414"/>
                    <a:pt x="14304" y="103840"/>
                    <a:pt x="15759" y="98143"/>
                  </a:cubicBezTo>
                  <a:cubicBezTo>
                    <a:pt x="16092" y="97140"/>
                    <a:pt x="16092" y="96916"/>
                    <a:pt x="16092" y="92894"/>
                  </a:cubicBezTo>
                  <a:lnTo>
                    <a:pt x="16092" y="69437"/>
                  </a:lnTo>
                  <a:cubicBezTo>
                    <a:pt x="16092" y="64300"/>
                    <a:pt x="16987" y="62401"/>
                    <a:pt x="20563" y="58826"/>
                  </a:cubicBezTo>
                  <a:cubicBezTo>
                    <a:pt x="22912" y="56482"/>
                    <a:pt x="26151" y="55365"/>
                    <a:pt x="29282" y="54471"/>
                  </a:cubicBezTo>
                  <a:cubicBezTo>
                    <a:pt x="20117" y="51902"/>
                    <a:pt x="16092" y="46765"/>
                    <a:pt x="16092" y="40286"/>
                  </a:cubicBezTo>
                  <a:lnTo>
                    <a:pt x="16092" y="13480"/>
                  </a:lnTo>
                  <a:close/>
                </a:path>
              </a:pathLst>
            </a:custGeom>
            <a:solidFill>
              <a:srgbClr val="000000"/>
            </a:solidFill>
            <a:ln w="25400" cap="flat">
              <a:noFill/>
              <a:prstDash val="solid"/>
              <a:miter/>
            </a:ln>
          </p:spPr>
          <p:txBody>
            <a:bodyPr/>
            <a:lstStyle/>
            <a:p>
              <a:endParaRPr lang="en-GB"/>
            </a:p>
          </p:txBody>
        </p:sp>
        <p:sp>
          <p:nvSpPr>
            <p:cNvPr id="2382" name="Freeform: Shape 2381">
              <a:extLst>
                <a:ext uri="{FF2B5EF4-FFF2-40B4-BE49-F238E27FC236}">
                  <a16:creationId xmlns:a16="http://schemas.microsoft.com/office/drawing/2014/main" id="{70D515E7-F534-C180-F49A-58C114E57665}"/>
                </a:ext>
              </a:extLst>
            </p:cNvPr>
            <p:cNvSpPr/>
            <p:nvPr>
              <p:custDataLst>
                <p:tags r:id="rId77"/>
              </p:custDataLst>
            </p:nvPr>
          </p:nvSpPr>
          <p:spPr>
            <a:xfrm flipV="1">
              <a:off x="8680428" y="-4600693"/>
              <a:ext cx="352410" cy="81204"/>
            </a:xfrm>
            <a:custGeom>
              <a:avLst/>
              <a:gdLst>
                <a:gd name="csX0" fmla="*/ 40905 w 352410"/>
                <a:gd name="csY0" fmla="*/ 77622 h 81204"/>
                <a:gd name="csX1" fmla="*/ 38331 w 352410"/>
                <a:gd name="csY1" fmla="*/ 79854 h 81204"/>
                <a:gd name="csX2" fmla="*/ 35649 w 352410"/>
                <a:gd name="csY2" fmla="*/ 77622 h 81204"/>
                <a:gd name="csX3" fmla="*/ 12517 w 352410"/>
                <a:gd name="csY3" fmla="*/ 10826 h 81204"/>
                <a:gd name="csX4" fmla="*/ 0 w 352410"/>
                <a:gd name="csY4" fmla="*/ 3342 h 81204"/>
                <a:gd name="csX5" fmla="*/ 0 w 352410"/>
                <a:gd name="csY5" fmla="*/ -120 h 81204"/>
                <a:gd name="csX6" fmla="*/ 11398 w 352410"/>
                <a:gd name="csY6" fmla="*/ 216 h 81204"/>
                <a:gd name="csX7" fmla="*/ 24251 w 352410"/>
                <a:gd name="csY7" fmla="*/ -120 h 81204"/>
                <a:gd name="csX8" fmla="*/ 24251 w 352410"/>
                <a:gd name="csY8" fmla="*/ 3342 h 81204"/>
                <a:gd name="csX9" fmla="*/ 15868 w 352410"/>
                <a:gd name="csY9" fmla="*/ 9039 h 81204"/>
                <a:gd name="csX10" fmla="*/ 16093 w 352410"/>
                <a:gd name="csY10" fmla="*/ 10715 h 81204"/>
                <a:gd name="csX11" fmla="*/ 21232 w 352410"/>
                <a:gd name="csY11" fmla="*/ 25348 h 81204"/>
                <a:gd name="csX12" fmla="*/ 48839 w 352410"/>
                <a:gd name="csY12" fmla="*/ 25348 h 81204"/>
                <a:gd name="csX13" fmla="*/ 54760 w 352410"/>
                <a:gd name="csY13" fmla="*/ 8258 h 81204"/>
                <a:gd name="csX14" fmla="*/ 55097 w 352410"/>
                <a:gd name="csY14" fmla="*/ 6692 h 81204"/>
                <a:gd name="csX15" fmla="*/ 45820 w 352410"/>
                <a:gd name="csY15" fmla="*/ 3342 h 81204"/>
                <a:gd name="csX16" fmla="*/ 45820 w 352410"/>
                <a:gd name="csY16" fmla="*/ -120 h 81204"/>
                <a:gd name="csX17" fmla="*/ 61913 w 352410"/>
                <a:gd name="csY17" fmla="*/ 216 h 81204"/>
                <a:gd name="csX18" fmla="*/ 76554 w 352410"/>
                <a:gd name="csY18" fmla="*/ -120 h 81204"/>
                <a:gd name="csX19" fmla="*/ 76554 w 352410"/>
                <a:gd name="csY19" fmla="*/ 3342 h 81204"/>
                <a:gd name="csX20" fmla="*/ 74541 w 352410"/>
                <a:gd name="csY20" fmla="*/ 3342 h 81204"/>
                <a:gd name="csX21" fmla="*/ 65044 w 352410"/>
                <a:gd name="csY21" fmla="*/ 7809 h 81204"/>
                <a:gd name="csX22" fmla="*/ 40905 w 352410"/>
                <a:gd name="csY22" fmla="*/ 77622 h 81204"/>
                <a:gd name="csX23" fmla="*/ 34979 w 352410"/>
                <a:gd name="csY23" fmla="*/ 65112 h 81204"/>
                <a:gd name="csX24" fmla="*/ 47608 w 352410"/>
                <a:gd name="csY24" fmla="*/ 28809 h 81204"/>
                <a:gd name="csX25" fmla="*/ 22463 w 352410"/>
                <a:gd name="csY25" fmla="*/ 28809 h 81204"/>
                <a:gd name="csX26" fmla="*/ 34979 w 352410"/>
                <a:gd name="csY26" fmla="*/ 65112 h 81204"/>
                <a:gd name="csX27" fmla="*/ 92545 w 352410"/>
                <a:gd name="csY27" fmla="*/ 38302 h 81204"/>
                <a:gd name="csX28" fmla="*/ 92545 w 352410"/>
                <a:gd name="csY28" fmla="*/ 8370 h 81204"/>
                <a:gd name="csX29" fmla="*/ 83829 w 352410"/>
                <a:gd name="csY29" fmla="*/ 3342 h 81204"/>
                <a:gd name="csX30" fmla="*/ 83829 w 352410"/>
                <a:gd name="csY30" fmla="*/ -120 h 81204"/>
                <a:gd name="csX31" fmla="*/ 96457 w 352410"/>
                <a:gd name="csY31" fmla="*/ 216 h 81204"/>
                <a:gd name="csX32" fmla="*/ 108974 w 352410"/>
                <a:gd name="csY32" fmla="*/ -120 h 81204"/>
                <a:gd name="csX33" fmla="*/ 108974 w 352410"/>
                <a:gd name="csY33" fmla="*/ 3342 h 81204"/>
                <a:gd name="csX34" fmla="*/ 100258 w 352410"/>
                <a:gd name="csY34" fmla="*/ 8370 h 81204"/>
                <a:gd name="csX35" fmla="*/ 100258 w 352410"/>
                <a:gd name="csY35" fmla="*/ 28922 h 81204"/>
                <a:gd name="csX36" fmla="*/ 115344 w 352410"/>
                <a:gd name="csY36" fmla="*/ 46793 h 81204"/>
                <a:gd name="csX37" fmla="*/ 123615 w 352410"/>
                <a:gd name="csY37" fmla="*/ 34395 h 81204"/>
                <a:gd name="csX38" fmla="*/ 123615 w 352410"/>
                <a:gd name="csY38" fmla="*/ 8370 h 81204"/>
                <a:gd name="csX39" fmla="*/ 114899 w 352410"/>
                <a:gd name="csY39" fmla="*/ 3342 h 81204"/>
                <a:gd name="csX40" fmla="*/ 114899 w 352410"/>
                <a:gd name="csY40" fmla="*/ -120 h 81204"/>
                <a:gd name="csX41" fmla="*/ 127528 w 352410"/>
                <a:gd name="csY41" fmla="*/ 216 h 81204"/>
                <a:gd name="csX42" fmla="*/ 140044 w 352410"/>
                <a:gd name="csY42" fmla="*/ -120 h 81204"/>
                <a:gd name="csX43" fmla="*/ 140044 w 352410"/>
                <a:gd name="csY43" fmla="*/ 3342 h 81204"/>
                <a:gd name="csX44" fmla="*/ 131325 w 352410"/>
                <a:gd name="csY44" fmla="*/ 6692 h 81204"/>
                <a:gd name="csX45" fmla="*/ 131325 w 352410"/>
                <a:gd name="csY45" fmla="*/ 28028 h 81204"/>
                <a:gd name="csX46" fmla="*/ 127860 w 352410"/>
                <a:gd name="csY46" fmla="*/ 45118 h 81204"/>
                <a:gd name="csX47" fmla="*/ 116126 w 352410"/>
                <a:gd name="csY47" fmla="*/ 49249 h 81204"/>
                <a:gd name="csX48" fmla="*/ 99588 w 352410"/>
                <a:gd name="csY48" fmla="*/ 37521 h 81204"/>
                <a:gd name="csX49" fmla="*/ 99588 w 352410"/>
                <a:gd name="csY49" fmla="*/ 49249 h 81204"/>
                <a:gd name="csX50" fmla="*/ 83829 w 352410"/>
                <a:gd name="csY50" fmla="*/ 48022 h 81204"/>
                <a:gd name="csX51" fmla="*/ 83829 w 352410"/>
                <a:gd name="csY51" fmla="*/ 44557 h 81204"/>
                <a:gd name="csX52" fmla="*/ 92545 w 352410"/>
                <a:gd name="csY52" fmla="*/ 38302 h 81204"/>
                <a:gd name="csX53" fmla="*/ 184754 w 352410"/>
                <a:gd name="csY53" fmla="*/ 6022 h 81204"/>
                <a:gd name="csX54" fmla="*/ 184754 w 352410"/>
                <a:gd name="csY54" fmla="*/ -1351 h 81204"/>
                <a:gd name="csX55" fmla="*/ 201184 w 352410"/>
                <a:gd name="csY55" fmla="*/ -120 h 81204"/>
                <a:gd name="csX56" fmla="*/ 201184 w 352410"/>
                <a:gd name="csY56" fmla="*/ 3342 h 81204"/>
                <a:gd name="csX57" fmla="*/ 192464 w 352410"/>
                <a:gd name="csY57" fmla="*/ 9596 h 81204"/>
                <a:gd name="csX58" fmla="*/ 192464 w 352410"/>
                <a:gd name="csY58" fmla="*/ 77397 h 81204"/>
                <a:gd name="csX59" fmla="*/ 176372 w 352410"/>
                <a:gd name="csY59" fmla="*/ 76168 h 81204"/>
                <a:gd name="csX60" fmla="*/ 176372 w 352410"/>
                <a:gd name="csY60" fmla="*/ 72705 h 81204"/>
                <a:gd name="csX61" fmla="*/ 185087 w 352410"/>
                <a:gd name="csY61" fmla="*/ 66450 h 81204"/>
                <a:gd name="csX62" fmla="*/ 185087 w 352410"/>
                <a:gd name="csY62" fmla="*/ 42325 h 81204"/>
                <a:gd name="csX63" fmla="*/ 171007 w 352410"/>
                <a:gd name="csY63" fmla="*/ 49249 h 81204"/>
                <a:gd name="csX64" fmla="*/ 146087 w 352410"/>
                <a:gd name="csY64" fmla="*/ 23893 h 81204"/>
                <a:gd name="csX65" fmla="*/ 169776 w 352410"/>
                <a:gd name="csY65" fmla="*/ -1351 h 81204"/>
                <a:gd name="csX66" fmla="*/ 184754 w 352410"/>
                <a:gd name="csY66" fmla="*/ 6022 h 81204"/>
                <a:gd name="csX67" fmla="*/ 184754 w 352410"/>
                <a:gd name="csY67" fmla="*/ 35958 h 81204"/>
                <a:gd name="csX68" fmla="*/ 184754 w 352410"/>
                <a:gd name="csY68" fmla="*/ 13059 h 81204"/>
                <a:gd name="csX69" fmla="*/ 183524 w 352410"/>
                <a:gd name="csY69" fmla="*/ 8927 h 81204"/>
                <a:gd name="csX70" fmla="*/ 170337 w 352410"/>
                <a:gd name="csY70" fmla="*/ 1110 h 81204"/>
                <a:gd name="csX71" fmla="*/ 158603 w 352410"/>
                <a:gd name="csY71" fmla="*/ 8258 h 81204"/>
                <a:gd name="csX72" fmla="*/ 155360 w 352410"/>
                <a:gd name="csY72" fmla="*/ 23781 h 81204"/>
                <a:gd name="csX73" fmla="*/ 158827 w 352410"/>
                <a:gd name="csY73" fmla="*/ 39644 h 81204"/>
                <a:gd name="csX74" fmla="*/ 171456 w 352410"/>
                <a:gd name="csY74" fmla="*/ 46793 h 81204"/>
                <a:gd name="csX75" fmla="*/ 183524 w 352410"/>
                <a:gd name="csY75" fmla="*/ 40089 h 81204"/>
                <a:gd name="csX76" fmla="*/ 184754 w 352410"/>
                <a:gd name="csY76" fmla="*/ 35958 h 81204"/>
                <a:gd name="csX77" fmla="*/ 224101 w 352410"/>
                <a:gd name="csY77" fmla="*/ 49249 h 81204"/>
                <a:gd name="csX78" fmla="*/ 208454 w 352410"/>
                <a:gd name="csY78" fmla="*/ 48022 h 81204"/>
                <a:gd name="csX79" fmla="*/ 208454 w 352410"/>
                <a:gd name="csY79" fmla="*/ 44557 h 81204"/>
                <a:gd name="csX80" fmla="*/ 216724 w 352410"/>
                <a:gd name="csY80" fmla="*/ 38414 h 81204"/>
                <a:gd name="csX81" fmla="*/ 216724 w 352410"/>
                <a:gd name="csY81" fmla="*/ 8370 h 81204"/>
                <a:gd name="csX82" fmla="*/ 208008 w 352410"/>
                <a:gd name="csY82" fmla="*/ 3342 h 81204"/>
                <a:gd name="csX83" fmla="*/ 208008 w 352410"/>
                <a:gd name="csY83" fmla="*/ -120 h 81204"/>
                <a:gd name="csX84" fmla="*/ 220300 w 352410"/>
                <a:gd name="csY84" fmla="*/ 216 h 81204"/>
                <a:gd name="csX85" fmla="*/ 231923 w 352410"/>
                <a:gd name="csY85" fmla="*/ -120 h 81204"/>
                <a:gd name="csX86" fmla="*/ 231923 w 352410"/>
                <a:gd name="csY86" fmla="*/ 3342 h 81204"/>
                <a:gd name="csX87" fmla="*/ 224101 w 352410"/>
                <a:gd name="csY87" fmla="*/ 8258 h 81204"/>
                <a:gd name="csX88" fmla="*/ 224101 w 352410"/>
                <a:gd name="csY88" fmla="*/ 49249 h 81204"/>
                <a:gd name="csX89" fmla="*/ 224550 w 352410"/>
                <a:gd name="csY89" fmla="*/ 68686 h 81204"/>
                <a:gd name="csX90" fmla="*/ 218624 w 352410"/>
                <a:gd name="csY90" fmla="*/ 74605 h 81204"/>
                <a:gd name="csX91" fmla="*/ 212702 w 352410"/>
                <a:gd name="csY91" fmla="*/ 68686 h 81204"/>
                <a:gd name="csX92" fmla="*/ 218624 w 352410"/>
                <a:gd name="csY92" fmla="*/ 62764 h 81204"/>
                <a:gd name="csX93" fmla="*/ 224550 w 352410"/>
                <a:gd name="csY93" fmla="*/ 68686 h 81204"/>
                <a:gd name="csX94" fmla="*/ 247573 w 352410"/>
                <a:gd name="csY94" fmla="*/ 38302 h 81204"/>
                <a:gd name="csX95" fmla="*/ 247573 w 352410"/>
                <a:gd name="csY95" fmla="*/ 8370 h 81204"/>
                <a:gd name="csX96" fmla="*/ 238857 w 352410"/>
                <a:gd name="csY96" fmla="*/ 3342 h 81204"/>
                <a:gd name="csX97" fmla="*/ 238857 w 352410"/>
                <a:gd name="csY97" fmla="*/ -120 h 81204"/>
                <a:gd name="csX98" fmla="*/ 251485 w 352410"/>
                <a:gd name="csY98" fmla="*/ 216 h 81204"/>
                <a:gd name="csX99" fmla="*/ 264002 w 352410"/>
                <a:gd name="csY99" fmla="*/ -120 h 81204"/>
                <a:gd name="csX100" fmla="*/ 264002 w 352410"/>
                <a:gd name="csY100" fmla="*/ 3342 h 81204"/>
                <a:gd name="csX101" fmla="*/ 255286 w 352410"/>
                <a:gd name="csY101" fmla="*/ 8370 h 81204"/>
                <a:gd name="csX102" fmla="*/ 255286 w 352410"/>
                <a:gd name="csY102" fmla="*/ 28922 h 81204"/>
                <a:gd name="csX103" fmla="*/ 270373 w 352410"/>
                <a:gd name="csY103" fmla="*/ 46793 h 81204"/>
                <a:gd name="csX104" fmla="*/ 278643 w 352410"/>
                <a:gd name="csY104" fmla="*/ 34395 h 81204"/>
                <a:gd name="csX105" fmla="*/ 278643 w 352410"/>
                <a:gd name="csY105" fmla="*/ 8370 h 81204"/>
                <a:gd name="csX106" fmla="*/ 269927 w 352410"/>
                <a:gd name="csY106" fmla="*/ 3342 h 81204"/>
                <a:gd name="csX107" fmla="*/ 269927 w 352410"/>
                <a:gd name="csY107" fmla="*/ -120 h 81204"/>
                <a:gd name="csX108" fmla="*/ 282556 w 352410"/>
                <a:gd name="csY108" fmla="*/ 216 h 81204"/>
                <a:gd name="csX109" fmla="*/ 295072 w 352410"/>
                <a:gd name="csY109" fmla="*/ -120 h 81204"/>
                <a:gd name="csX110" fmla="*/ 295072 w 352410"/>
                <a:gd name="csY110" fmla="*/ 3342 h 81204"/>
                <a:gd name="csX111" fmla="*/ 286352 w 352410"/>
                <a:gd name="csY111" fmla="*/ 6692 h 81204"/>
                <a:gd name="csX112" fmla="*/ 286352 w 352410"/>
                <a:gd name="csY112" fmla="*/ 28028 h 81204"/>
                <a:gd name="csX113" fmla="*/ 282889 w 352410"/>
                <a:gd name="csY113" fmla="*/ 45118 h 81204"/>
                <a:gd name="csX114" fmla="*/ 271155 w 352410"/>
                <a:gd name="csY114" fmla="*/ 49249 h 81204"/>
                <a:gd name="csX115" fmla="*/ 254616 w 352410"/>
                <a:gd name="csY115" fmla="*/ 37521 h 81204"/>
                <a:gd name="csX116" fmla="*/ 254616 w 352410"/>
                <a:gd name="csY116" fmla="*/ 49249 h 81204"/>
                <a:gd name="csX117" fmla="*/ 238857 w 352410"/>
                <a:gd name="csY117" fmla="*/ 48022 h 81204"/>
                <a:gd name="csX118" fmla="*/ 238857 w 352410"/>
                <a:gd name="csY118" fmla="*/ 44557 h 81204"/>
                <a:gd name="csX119" fmla="*/ 247573 w 352410"/>
                <a:gd name="csY119" fmla="*/ 38302 h 81204"/>
                <a:gd name="csX120" fmla="*/ 334531 w 352410"/>
                <a:gd name="csY120" fmla="*/ 8370 h 81204"/>
                <a:gd name="csX121" fmla="*/ 343246 w 352410"/>
                <a:gd name="csY121" fmla="*/ -789 h 81204"/>
                <a:gd name="csX122" fmla="*/ 352411 w 352410"/>
                <a:gd name="csY122" fmla="*/ 9821 h 81204"/>
                <a:gd name="csX123" fmla="*/ 352411 w 352410"/>
                <a:gd name="csY123" fmla="*/ 16076 h 81204"/>
                <a:gd name="csX124" fmla="*/ 349617 w 352410"/>
                <a:gd name="csY124" fmla="*/ 16076 h 81204"/>
                <a:gd name="csX125" fmla="*/ 349617 w 352410"/>
                <a:gd name="csY125" fmla="*/ 9821 h 81204"/>
                <a:gd name="csX126" fmla="*/ 345592 w 352410"/>
                <a:gd name="csY126" fmla="*/ 2672 h 81204"/>
                <a:gd name="csX127" fmla="*/ 341459 w 352410"/>
                <a:gd name="csY127" fmla="*/ 8258 h 81204"/>
                <a:gd name="csX128" fmla="*/ 341459 w 352410"/>
                <a:gd name="csY128" fmla="*/ 30596 h 81204"/>
                <a:gd name="csX129" fmla="*/ 337433 w 352410"/>
                <a:gd name="csY129" fmla="*/ 43776 h 81204"/>
                <a:gd name="csX130" fmla="*/ 322122 w 352410"/>
                <a:gd name="csY130" fmla="*/ 49918 h 81204"/>
                <a:gd name="csX131" fmla="*/ 305249 w 352410"/>
                <a:gd name="csY131" fmla="*/ 37297 h 81204"/>
                <a:gd name="csX132" fmla="*/ 310388 w 352410"/>
                <a:gd name="csY132" fmla="*/ 32047 h 81204"/>
                <a:gd name="csX133" fmla="*/ 315531 w 352410"/>
                <a:gd name="csY133" fmla="*/ 37188 h 81204"/>
                <a:gd name="csX134" fmla="*/ 309831 w 352410"/>
                <a:gd name="csY134" fmla="*/ 42325 h 81204"/>
                <a:gd name="csX135" fmla="*/ 321901 w 352410"/>
                <a:gd name="csY135" fmla="*/ 47462 h 81204"/>
                <a:gd name="csX136" fmla="*/ 333749 w 352410"/>
                <a:gd name="csY136" fmla="*/ 33165 h 81204"/>
                <a:gd name="csX137" fmla="*/ 333749 w 352410"/>
                <a:gd name="csY137" fmla="*/ 29034 h 81204"/>
                <a:gd name="csX138" fmla="*/ 313183 w 352410"/>
                <a:gd name="csY138" fmla="*/ 25011 h 81204"/>
                <a:gd name="csX139" fmla="*/ 302008 w 352410"/>
                <a:gd name="csY139" fmla="*/ 10490 h 81204"/>
                <a:gd name="csX140" fmla="*/ 319890 w 352410"/>
                <a:gd name="csY140" fmla="*/ -1351 h 81204"/>
                <a:gd name="csX141" fmla="*/ 334531 w 352410"/>
                <a:gd name="csY141" fmla="*/ 8370 h 81204"/>
                <a:gd name="csX142" fmla="*/ 333749 w 352410"/>
                <a:gd name="csY142" fmla="*/ 26686 h 81204"/>
                <a:gd name="csX143" fmla="*/ 333749 w 352410"/>
                <a:gd name="csY143" fmla="*/ 15518 h 81204"/>
                <a:gd name="csX144" fmla="*/ 320672 w 352410"/>
                <a:gd name="csY144" fmla="*/ 1110 h 81204"/>
                <a:gd name="csX145" fmla="*/ 310613 w 352410"/>
                <a:gd name="csY145" fmla="*/ 10602 h 81204"/>
                <a:gd name="csX146" fmla="*/ 333749 w 352410"/>
                <a:gd name="csY146" fmla="*/ 26686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Lst>
              <a:rect l="l" t="t" r="r" b="b"/>
              <a:pathLst>
                <a:path w="352410" h="81204">
                  <a:moveTo>
                    <a:pt x="40905" y="77622"/>
                  </a:moveTo>
                  <a:cubicBezTo>
                    <a:pt x="40344" y="79073"/>
                    <a:pt x="40119" y="79854"/>
                    <a:pt x="38331" y="79854"/>
                  </a:cubicBezTo>
                  <a:cubicBezTo>
                    <a:pt x="36543" y="79854"/>
                    <a:pt x="36210" y="79184"/>
                    <a:pt x="35649" y="77622"/>
                  </a:cubicBezTo>
                  <a:lnTo>
                    <a:pt x="12517" y="10826"/>
                  </a:lnTo>
                  <a:cubicBezTo>
                    <a:pt x="10504" y="5129"/>
                    <a:pt x="6034" y="3454"/>
                    <a:pt x="0" y="3342"/>
                  </a:cubicBezTo>
                  <a:lnTo>
                    <a:pt x="0" y="-120"/>
                  </a:lnTo>
                  <a:cubicBezTo>
                    <a:pt x="2570" y="-8"/>
                    <a:pt x="7377" y="216"/>
                    <a:pt x="11398" y="216"/>
                  </a:cubicBezTo>
                  <a:cubicBezTo>
                    <a:pt x="14865" y="216"/>
                    <a:pt x="20675" y="-8"/>
                    <a:pt x="24251" y="-120"/>
                  </a:cubicBezTo>
                  <a:lnTo>
                    <a:pt x="24251" y="3342"/>
                  </a:lnTo>
                  <a:cubicBezTo>
                    <a:pt x="18662" y="3342"/>
                    <a:pt x="15868" y="6135"/>
                    <a:pt x="15868" y="9039"/>
                  </a:cubicBezTo>
                  <a:cubicBezTo>
                    <a:pt x="15868" y="9373"/>
                    <a:pt x="15980" y="10490"/>
                    <a:pt x="16093" y="10715"/>
                  </a:cubicBezTo>
                  <a:lnTo>
                    <a:pt x="21232" y="25348"/>
                  </a:lnTo>
                  <a:lnTo>
                    <a:pt x="48839" y="25348"/>
                  </a:lnTo>
                  <a:lnTo>
                    <a:pt x="54760" y="8258"/>
                  </a:lnTo>
                  <a:cubicBezTo>
                    <a:pt x="54872" y="7809"/>
                    <a:pt x="55097" y="7140"/>
                    <a:pt x="55097" y="6692"/>
                  </a:cubicBezTo>
                  <a:cubicBezTo>
                    <a:pt x="55097" y="3342"/>
                    <a:pt x="48839" y="3342"/>
                    <a:pt x="45820" y="3342"/>
                  </a:cubicBezTo>
                  <a:lnTo>
                    <a:pt x="45820" y="-120"/>
                  </a:lnTo>
                  <a:cubicBezTo>
                    <a:pt x="49845" y="216"/>
                    <a:pt x="57667" y="216"/>
                    <a:pt x="61913" y="216"/>
                  </a:cubicBezTo>
                  <a:cubicBezTo>
                    <a:pt x="66719" y="216"/>
                    <a:pt x="71859" y="104"/>
                    <a:pt x="76554" y="-120"/>
                  </a:cubicBezTo>
                  <a:lnTo>
                    <a:pt x="76554" y="3342"/>
                  </a:lnTo>
                  <a:lnTo>
                    <a:pt x="74541" y="3342"/>
                  </a:lnTo>
                  <a:cubicBezTo>
                    <a:pt x="67838" y="3342"/>
                    <a:pt x="66271" y="4123"/>
                    <a:pt x="65044" y="7809"/>
                  </a:cubicBezTo>
                  <a:lnTo>
                    <a:pt x="40905" y="77622"/>
                  </a:lnTo>
                  <a:close/>
                  <a:moveTo>
                    <a:pt x="34979" y="65112"/>
                  </a:moveTo>
                  <a:lnTo>
                    <a:pt x="47608" y="28809"/>
                  </a:lnTo>
                  <a:lnTo>
                    <a:pt x="22463" y="28809"/>
                  </a:lnTo>
                  <a:lnTo>
                    <a:pt x="34979" y="65112"/>
                  </a:lnTo>
                  <a:close/>
                  <a:moveTo>
                    <a:pt x="92545" y="38302"/>
                  </a:moveTo>
                  <a:lnTo>
                    <a:pt x="92545" y="8370"/>
                  </a:lnTo>
                  <a:cubicBezTo>
                    <a:pt x="92545" y="3342"/>
                    <a:pt x="91318" y="3342"/>
                    <a:pt x="83829" y="3342"/>
                  </a:cubicBezTo>
                  <a:lnTo>
                    <a:pt x="83829" y="-120"/>
                  </a:lnTo>
                  <a:cubicBezTo>
                    <a:pt x="87741" y="-8"/>
                    <a:pt x="93439" y="216"/>
                    <a:pt x="96457" y="216"/>
                  </a:cubicBezTo>
                  <a:cubicBezTo>
                    <a:pt x="99364" y="216"/>
                    <a:pt x="105173" y="-8"/>
                    <a:pt x="108974" y="-120"/>
                  </a:cubicBezTo>
                  <a:lnTo>
                    <a:pt x="108974" y="3342"/>
                  </a:lnTo>
                  <a:cubicBezTo>
                    <a:pt x="101485" y="3342"/>
                    <a:pt x="100258" y="3342"/>
                    <a:pt x="100258" y="8370"/>
                  </a:cubicBezTo>
                  <a:lnTo>
                    <a:pt x="100258" y="28922"/>
                  </a:lnTo>
                  <a:cubicBezTo>
                    <a:pt x="100258" y="40538"/>
                    <a:pt x="108192" y="46793"/>
                    <a:pt x="115344" y="46793"/>
                  </a:cubicBezTo>
                  <a:cubicBezTo>
                    <a:pt x="122384" y="46793"/>
                    <a:pt x="123615" y="40762"/>
                    <a:pt x="123615" y="34395"/>
                  </a:cubicBezTo>
                  <a:lnTo>
                    <a:pt x="123615" y="8370"/>
                  </a:lnTo>
                  <a:cubicBezTo>
                    <a:pt x="123615" y="3342"/>
                    <a:pt x="122384" y="3342"/>
                    <a:pt x="114899" y="3342"/>
                  </a:cubicBezTo>
                  <a:lnTo>
                    <a:pt x="114899" y="-120"/>
                  </a:lnTo>
                  <a:cubicBezTo>
                    <a:pt x="118809" y="-8"/>
                    <a:pt x="124509" y="216"/>
                    <a:pt x="127528" y="216"/>
                  </a:cubicBezTo>
                  <a:cubicBezTo>
                    <a:pt x="130430" y="216"/>
                    <a:pt x="136243" y="-8"/>
                    <a:pt x="140044" y="-120"/>
                  </a:cubicBezTo>
                  <a:lnTo>
                    <a:pt x="140044" y="3342"/>
                  </a:lnTo>
                  <a:cubicBezTo>
                    <a:pt x="134232" y="3342"/>
                    <a:pt x="131437" y="3342"/>
                    <a:pt x="131325" y="6692"/>
                  </a:cubicBezTo>
                  <a:lnTo>
                    <a:pt x="131325" y="28028"/>
                  </a:lnTo>
                  <a:cubicBezTo>
                    <a:pt x="131325" y="37633"/>
                    <a:pt x="131325" y="41095"/>
                    <a:pt x="127860" y="45118"/>
                  </a:cubicBezTo>
                  <a:cubicBezTo>
                    <a:pt x="126297" y="47017"/>
                    <a:pt x="122609" y="49249"/>
                    <a:pt x="116126" y="49249"/>
                  </a:cubicBezTo>
                  <a:cubicBezTo>
                    <a:pt x="107968" y="49249"/>
                    <a:pt x="102716" y="44445"/>
                    <a:pt x="99588" y="37521"/>
                  </a:cubicBezTo>
                  <a:lnTo>
                    <a:pt x="99588" y="49249"/>
                  </a:lnTo>
                  <a:lnTo>
                    <a:pt x="83829" y="48022"/>
                  </a:lnTo>
                  <a:lnTo>
                    <a:pt x="83829" y="44557"/>
                  </a:lnTo>
                  <a:cubicBezTo>
                    <a:pt x="91651" y="44557"/>
                    <a:pt x="92545" y="43776"/>
                    <a:pt x="92545" y="38302"/>
                  </a:cubicBezTo>
                  <a:close/>
                  <a:moveTo>
                    <a:pt x="184754" y="6022"/>
                  </a:moveTo>
                  <a:lnTo>
                    <a:pt x="184754" y="-1351"/>
                  </a:lnTo>
                  <a:lnTo>
                    <a:pt x="201184" y="-120"/>
                  </a:lnTo>
                  <a:lnTo>
                    <a:pt x="201184" y="3342"/>
                  </a:lnTo>
                  <a:cubicBezTo>
                    <a:pt x="193358" y="3342"/>
                    <a:pt x="192464" y="4123"/>
                    <a:pt x="192464" y="9596"/>
                  </a:cubicBezTo>
                  <a:lnTo>
                    <a:pt x="192464" y="77397"/>
                  </a:lnTo>
                  <a:lnTo>
                    <a:pt x="176372" y="76168"/>
                  </a:lnTo>
                  <a:lnTo>
                    <a:pt x="176372" y="72705"/>
                  </a:lnTo>
                  <a:cubicBezTo>
                    <a:pt x="184193" y="72705"/>
                    <a:pt x="185087" y="71924"/>
                    <a:pt x="185087" y="66450"/>
                  </a:cubicBezTo>
                  <a:lnTo>
                    <a:pt x="185087" y="42325"/>
                  </a:lnTo>
                  <a:cubicBezTo>
                    <a:pt x="181848" y="46344"/>
                    <a:pt x="177041" y="49249"/>
                    <a:pt x="171007" y="49249"/>
                  </a:cubicBezTo>
                  <a:cubicBezTo>
                    <a:pt x="157821" y="49249"/>
                    <a:pt x="146087" y="38302"/>
                    <a:pt x="146087" y="23893"/>
                  </a:cubicBezTo>
                  <a:cubicBezTo>
                    <a:pt x="146087" y="9709"/>
                    <a:pt x="157039" y="-1351"/>
                    <a:pt x="169776" y="-1351"/>
                  </a:cubicBezTo>
                  <a:cubicBezTo>
                    <a:pt x="176933" y="-1351"/>
                    <a:pt x="181960" y="2448"/>
                    <a:pt x="184754" y="6022"/>
                  </a:cubicBezTo>
                  <a:close/>
                  <a:moveTo>
                    <a:pt x="184754" y="35958"/>
                  </a:moveTo>
                  <a:lnTo>
                    <a:pt x="184754" y="13059"/>
                  </a:lnTo>
                  <a:cubicBezTo>
                    <a:pt x="184754" y="11051"/>
                    <a:pt x="184754" y="10826"/>
                    <a:pt x="183524" y="8927"/>
                  </a:cubicBezTo>
                  <a:cubicBezTo>
                    <a:pt x="180172" y="3566"/>
                    <a:pt x="175145" y="1110"/>
                    <a:pt x="170337" y="1110"/>
                  </a:cubicBezTo>
                  <a:cubicBezTo>
                    <a:pt x="165307" y="1110"/>
                    <a:pt x="161286" y="4011"/>
                    <a:pt x="158603" y="8258"/>
                  </a:cubicBezTo>
                  <a:cubicBezTo>
                    <a:pt x="155696" y="12838"/>
                    <a:pt x="155360" y="19205"/>
                    <a:pt x="155360" y="23781"/>
                  </a:cubicBezTo>
                  <a:cubicBezTo>
                    <a:pt x="155360" y="27916"/>
                    <a:pt x="155584" y="34616"/>
                    <a:pt x="158827" y="39644"/>
                  </a:cubicBezTo>
                  <a:cubicBezTo>
                    <a:pt x="161173" y="43106"/>
                    <a:pt x="165419" y="46793"/>
                    <a:pt x="171456" y="46793"/>
                  </a:cubicBezTo>
                  <a:cubicBezTo>
                    <a:pt x="175366" y="46793"/>
                    <a:pt x="180060" y="45118"/>
                    <a:pt x="183524" y="40089"/>
                  </a:cubicBezTo>
                  <a:cubicBezTo>
                    <a:pt x="184754" y="38190"/>
                    <a:pt x="184754" y="37969"/>
                    <a:pt x="184754" y="35958"/>
                  </a:cubicBezTo>
                  <a:close/>
                  <a:moveTo>
                    <a:pt x="224101" y="49249"/>
                  </a:moveTo>
                  <a:lnTo>
                    <a:pt x="208454" y="48022"/>
                  </a:lnTo>
                  <a:lnTo>
                    <a:pt x="208454" y="44557"/>
                  </a:lnTo>
                  <a:cubicBezTo>
                    <a:pt x="215718" y="44557"/>
                    <a:pt x="216724" y="43888"/>
                    <a:pt x="216724" y="38414"/>
                  </a:cubicBezTo>
                  <a:lnTo>
                    <a:pt x="216724" y="8370"/>
                  </a:lnTo>
                  <a:cubicBezTo>
                    <a:pt x="216724" y="3342"/>
                    <a:pt x="215497" y="3342"/>
                    <a:pt x="208008" y="3342"/>
                  </a:cubicBezTo>
                  <a:lnTo>
                    <a:pt x="208008" y="-120"/>
                  </a:lnTo>
                  <a:cubicBezTo>
                    <a:pt x="211584" y="-8"/>
                    <a:pt x="217619" y="216"/>
                    <a:pt x="220300" y="216"/>
                  </a:cubicBezTo>
                  <a:cubicBezTo>
                    <a:pt x="224213" y="216"/>
                    <a:pt x="228125" y="-8"/>
                    <a:pt x="231923" y="-120"/>
                  </a:cubicBezTo>
                  <a:lnTo>
                    <a:pt x="231923" y="3342"/>
                  </a:lnTo>
                  <a:cubicBezTo>
                    <a:pt x="224550" y="3342"/>
                    <a:pt x="224101" y="3902"/>
                    <a:pt x="224101" y="8258"/>
                  </a:cubicBezTo>
                  <a:lnTo>
                    <a:pt x="224101" y="49249"/>
                  </a:lnTo>
                  <a:close/>
                  <a:moveTo>
                    <a:pt x="224550" y="68686"/>
                  </a:moveTo>
                  <a:cubicBezTo>
                    <a:pt x="224550" y="72260"/>
                    <a:pt x="221755" y="74605"/>
                    <a:pt x="218624" y="74605"/>
                  </a:cubicBezTo>
                  <a:cubicBezTo>
                    <a:pt x="215160" y="74605"/>
                    <a:pt x="212702" y="71588"/>
                    <a:pt x="212702" y="68686"/>
                  </a:cubicBezTo>
                  <a:cubicBezTo>
                    <a:pt x="212702" y="65669"/>
                    <a:pt x="215160" y="62764"/>
                    <a:pt x="218624" y="62764"/>
                  </a:cubicBezTo>
                  <a:cubicBezTo>
                    <a:pt x="221755" y="62764"/>
                    <a:pt x="224550" y="65112"/>
                    <a:pt x="224550" y="68686"/>
                  </a:cubicBezTo>
                  <a:close/>
                  <a:moveTo>
                    <a:pt x="247573" y="38302"/>
                  </a:moveTo>
                  <a:lnTo>
                    <a:pt x="247573" y="8370"/>
                  </a:lnTo>
                  <a:cubicBezTo>
                    <a:pt x="247573" y="3342"/>
                    <a:pt x="246345" y="3342"/>
                    <a:pt x="238857" y="3342"/>
                  </a:cubicBezTo>
                  <a:lnTo>
                    <a:pt x="238857" y="-120"/>
                  </a:lnTo>
                  <a:cubicBezTo>
                    <a:pt x="242770" y="-8"/>
                    <a:pt x="248467" y="216"/>
                    <a:pt x="251485" y="216"/>
                  </a:cubicBezTo>
                  <a:cubicBezTo>
                    <a:pt x="254392" y="216"/>
                    <a:pt x="260201" y="-8"/>
                    <a:pt x="264002" y="-120"/>
                  </a:cubicBezTo>
                  <a:lnTo>
                    <a:pt x="264002" y="3342"/>
                  </a:lnTo>
                  <a:cubicBezTo>
                    <a:pt x="256513" y="3342"/>
                    <a:pt x="255286" y="3342"/>
                    <a:pt x="255286" y="8370"/>
                  </a:cubicBezTo>
                  <a:lnTo>
                    <a:pt x="255286" y="28922"/>
                  </a:lnTo>
                  <a:cubicBezTo>
                    <a:pt x="255286" y="40538"/>
                    <a:pt x="263220" y="46793"/>
                    <a:pt x="270373" y="46793"/>
                  </a:cubicBezTo>
                  <a:cubicBezTo>
                    <a:pt x="277413" y="46793"/>
                    <a:pt x="278643" y="40762"/>
                    <a:pt x="278643" y="34395"/>
                  </a:cubicBezTo>
                  <a:lnTo>
                    <a:pt x="278643" y="8370"/>
                  </a:lnTo>
                  <a:cubicBezTo>
                    <a:pt x="278643" y="3342"/>
                    <a:pt x="277413" y="3342"/>
                    <a:pt x="269927" y="3342"/>
                  </a:cubicBezTo>
                  <a:lnTo>
                    <a:pt x="269927" y="-120"/>
                  </a:lnTo>
                  <a:cubicBezTo>
                    <a:pt x="273836" y="-8"/>
                    <a:pt x="279536" y="216"/>
                    <a:pt x="282556" y="216"/>
                  </a:cubicBezTo>
                  <a:cubicBezTo>
                    <a:pt x="285459" y="216"/>
                    <a:pt x="291272" y="-8"/>
                    <a:pt x="295072" y="-120"/>
                  </a:cubicBezTo>
                  <a:lnTo>
                    <a:pt x="295072" y="3342"/>
                  </a:lnTo>
                  <a:cubicBezTo>
                    <a:pt x="289259" y="3342"/>
                    <a:pt x="286464" y="3342"/>
                    <a:pt x="286352" y="6692"/>
                  </a:cubicBezTo>
                  <a:lnTo>
                    <a:pt x="286352" y="28028"/>
                  </a:lnTo>
                  <a:cubicBezTo>
                    <a:pt x="286352" y="37633"/>
                    <a:pt x="286352" y="41095"/>
                    <a:pt x="282889" y="45118"/>
                  </a:cubicBezTo>
                  <a:cubicBezTo>
                    <a:pt x="281325" y="47017"/>
                    <a:pt x="277637" y="49249"/>
                    <a:pt x="271155" y="49249"/>
                  </a:cubicBezTo>
                  <a:cubicBezTo>
                    <a:pt x="262996" y="49249"/>
                    <a:pt x="257743" y="44445"/>
                    <a:pt x="254616" y="37521"/>
                  </a:cubicBezTo>
                  <a:lnTo>
                    <a:pt x="254616" y="49249"/>
                  </a:lnTo>
                  <a:lnTo>
                    <a:pt x="238857" y="48022"/>
                  </a:lnTo>
                  <a:lnTo>
                    <a:pt x="238857" y="44557"/>
                  </a:lnTo>
                  <a:cubicBezTo>
                    <a:pt x="246679" y="44557"/>
                    <a:pt x="247573" y="43776"/>
                    <a:pt x="247573" y="38302"/>
                  </a:cubicBezTo>
                  <a:close/>
                  <a:moveTo>
                    <a:pt x="334531" y="8370"/>
                  </a:moveTo>
                  <a:cubicBezTo>
                    <a:pt x="334976" y="3902"/>
                    <a:pt x="337994" y="-789"/>
                    <a:pt x="343246" y="-789"/>
                  </a:cubicBezTo>
                  <a:cubicBezTo>
                    <a:pt x="345592" y="-789"/>
                    <a:pt x="352411" y="773"/>
                    <a:pt x="352411" y="9821"/>
                  </a:cubicBezTo>
                  <a:lnTo>
                    <a:pt x="352411" y="16076"/>
                  </a:lnTo>
                  <a:lnTo>
                    <a:pt x="349617" y="16076"/>
                  </a:lnTo>
                  <a:lnTo>
                    <a:pt x="349617" y="9821"/>
                  </a:lnTo>
                  <a:cubicBezTo>
                    <a:pt x="349617" y="3342"/>
                    <a:pt x="346823" y="2672"/>
                    <a:pt x="345592" y="2672"/>
                  </a:cubicBezTo>
                  <a:cubicBezTo>
                    <a:pt x="341904" y="2672"/>
                    <a:pt x="341459" y="7697"/>
                    <a:pt x="341459" y="8258"/>
                  </a:cubicBezTo>
                  <a:lnTo>
                    <a:pt x="341459" y="30596"/>
                  </a:lnTo>
                  <a:cubicBezTo>
                    <a:pt x="341459" y="35289"/>
                    <a:pt x="341459" y="39644"/>
                    <a:pt x="337433" y="43776"/>
                  </a:cubicBezTo>
                  <a:cubicBezTo>
                    <a:pt x="333076" y="48131"/>
                    <a:pt x="327487" y="49918"/>
                    <a:pt x="322122" y="49918"/>
                  </a:cubicBezTo>
                  <a:cubicBezTo>
                    <a:pt x="312962" y="49918"/>
                    <a:pt x="305249" y="44669"/>
                    <a:pt x="305249" y="37297"/>
                  </a:cubicBezTo>
                  <a:cubicBezTo>
                    <a:pt x="305249" y="33946"/>
                    <a:pt x="307485" y="32047"/>
                    <a:pt x="310388" y="32047"/>
                  </a:cubicBezTo>
                  <a:cubicBezTo>
                    <a:pt x="313519" y="32047"/>
                    <a:pt x="315531" y="34283"/>
                    <a:pt x="315531" y="37188"/>
                  </a:cubicBezTo>
                  <a:cubicBezTo>
                    <a:pt x="315531" y="38526"/>
                    <a:pt x="314970" y="42213"/>
                    <a:pt x="309831" y="42325"/>
                  </a:cubicBezTo>
                  <a:cubicBezTo>
                    <a:pt x="312850" y="46232"/>
                    <a:pt x="318326" y="47462"/>
                    <a:pt x="321901" y="47462"/>
                  </a:cubicBezTo>
                  <a:cubicBezTo>
                    <a:pt x="327379" y="47462"/>
                    <a:pt x="333749" y="43106"/>
                    <a:pt x="333749" y="33165"/>
                  </a:cubicBezTo>
                  <a:lnTo>
                    <a:pt x="333749" y="29034"/>
                  </a:lnTo>
                  <a:cubicBezTo>
                    <a:pt x="328048" y="28697"/>
                    <a:pt x="320226" y="28361"/>
                    <a:pt x="313183" y="25011"/>
                  </a:cubicBezTo>
                  <a:cubicBezTo>
                    <a:pt x="304803" y="21213"/>
                    <a:pt x="302008" y="15406"/>
                    <a:pt x="302008" y="10490"/>
                  </a:cubicBezTo>
                  <a:cubicBezTo>
                    <a:pt x="302008" y="1442"/>
                    <a:pt x="312850" y="-1351"/>
                    <a:pt x="319890" y="-1351"/>
                  </a:cubicBezTo>
                  <a:cubicBezTo>
                    <a:pt x="327266" y="-1351"/>
                    <a:pt x="332406" y="3117"/>
                    <a:pt x="334531" y="8370"/>
                  </a:cubicBezTo>
                  <a:close/>
                  <a:moveTo>
                    <a:pt x="333749" y="26686"/>
                  </a:moveTo>
                  <a:lnTo>
                    <a:pt x="333749" y="15518"/>
                  </a:lnTo>
                  <a:cubicBezTo>
                    <a:pt x="333749" y="4905"/>
                    <a:pt x="325699" y="1110"/>
                    <a:pt x="320672" y="1110"/>
                  </a:cubicBezTo>
                  <a:cubicBezTo>
                    <a:pt x="315195" y="1110"/>
                    <a:pt x="310613" y="5016"/>
                    <a:pt x="310613" y="10602"/>
                  </a:cubicBezTo>
                  <a:cubicBezTo>
                    <a:pt x="310613" y="16745"/>
                    <a:pt x="315307" y="26017"/>
                    <a:pt x="333749" y="26686"/>
                  </a:cubicBezTo>
                  <a:close/>
                </a:path>
              </a:pathLst>
            </a:custGeom>
            <a:solidFill>
              <a:srgbClr val="000000"/>
            </a:solidFill>
            <a:ln w="25400" cap="flat">
              <a:noFill/>
              <a:prstDash val="solid"/>
              <a:miter/>
            </a:ln>
          </p:spPr>
          <p:txBody>
            <a:bodyPr/>
            <a:lstStyle/>
            <a:p>
              <a:endParaRPr lang="en-GB"/>
            </a:p>
          </p:txBody>
        </p:sp>
        <p:sp>
          <p:nvSpPr>
            <p:cNvPr id="2383" name="Freeform: Shape 2382">
              <a:extLst>
                <a:ext uri="{FF2B5EF4-FFF2-40B4-BE49-F238E27FC236}">
                  <a16:creationId xmlns:a16="http://schemas.microsoft.com/office/drawing/2014/main" id="{735289CE-EAD8-9944-A6C5-58678841C28A}"/>
                </a:ext>
              </a:extLst>
            </p:cNvPr>
            <p:cNvSpPr/>
            <p:nvPr>
              <p:custDataLst>
                <p:tags r:id="rId78"/>
              </p:custDataLst>
            </p:nvPr>
          </p:nvSpPr>
          <p:spPr>
            <a:xfrm flipV="1">
              <a:off x="9282754" y="-4595444"/>
              <a:ext cx="67952" cy="75955"/>
            </a:xfrm>
            <a:custGeom>
              <a:avLst/>
              <a:gdLst>
                <a:gd name="csX0" fmla="*/ 19556 w 67952"/>
                <a:gd name="csY0" fmla="*/ 21550 h 75955"/>
                <a:gd name="csX1" fmla="*/ 31178 w 67952"/>
                <a:gd name="csY1" fmla="*/ 11272 h 75955"/>
                <a:gd name="csX2" fmla="*/ 18550 w 67952"/>
                <a:gd name="csY2" fmla="*/ 1110 h 75955"/>
                <a:gd name="csX3" fmla="*/ 3018 w 67952"/>
                <a:gd name="csY3" fmla="*/ 16970 h 75955"/>
                <a:gd name="csX4" fmla="*/ 1451 w 67952"/>
                <a:gd name="csY4" fmla="*/ 18869 h 75955"/>
                <a:gd name="csX5" fmla="*/ 0 w 67952"/>
                <a:gd name="csY5" fmla="*/ 16076 h 75955"/>
                <a:gd name="csX6" fmla="*/ 0 w 67952"/>
                <a:gd name="csY6" fmla="*/ 1331 h 75955"/>
                <a:gd name="csX7" fmla="*/ 1230 w 67952"/>
                <a:gd name="csY7" fmla="*/ -1350 h 75955"/>
                <a:gd name="csX8" fmla="*/ 4021 w 67952"/>
                <a:gd name="csY8" fmla="*/ 886 h 75955"/>
                <a:gd name="csX9" fmla="*/ 6258 w 67952"/>
                <a:gd name="csY9" fmla="*/ 3454 h 75955"/>
                <a:gd name="csX10" fmla="*/ 18550 w 67952"/>
                <a:gd name="csY10" fmla="*/ -1350 h 75955"/>
                <a:gd name="csX11" fmla="*/ 36542 w 67952"/>
                <a:gd name="csY11" fmla="*/ 14177 h 75955"/>
                <a:gd name="csX12" fmla="*/ 31851 w 67952"/>
                <a:gd name="csY12" fmla="*/ 24788 h 75955"/>
                <a:gd name="csX13" fmla="*/ 19111 w 67952"/>
                <a:gd name="csY13" fmla="*/ 30149 h 75955"/>
                <a:gd name="csX14" fmla="*/ 5364 w 67952"/>
                <a:gd name="csY14" fmla="*/ 39308 h 75955"/>
                <a:gd name="csX15" fmla="*/ 17880 w 67952"/>
                <a:gd name="csY15" fmla="*/ 47798 h 75955"/>
                <a:gd name="csX16" fmla="*/ 30957 w 67952"/>
                <a:gd name="csY16" fmla="*/ 34284 h 75955"/>
                <a:gd name="csX17" fmla="*/ 32297 w 67952"/>
                <a:gd name="csY17" fmla="*/ 33278 h 75955"/>
                <a:gd name="csX18" fmla="*/ 33749 w 67952"/>
                <a:gd name="csY18" fmla="*/ 35958 h 75955"/>
                <a:gd name="csX19" fmla="*/ 33749 w 67952"/>
                <a:gd name="csY19" fmla="*/ 47238 h 75955"/>
                <a:gd name="csX20" fmla="*/ 32521 w 67952"/>
                <a:gd name="csY20" fmla="*/ 49919 h 75955"/>
                <a:gd name="csX21" fmla="*/ 30284 w 67952"/>
                <a:gd name="csY21" fmla="*/ 48580 h 75955"/>
                <a:gd name="csX22" fmla="*/ 28385 w 67952"/>
                <a:gd name="csY22" fmla="*/ 46793 h 75955"/>
                <a:gd name="csX23" fmla="*/ 17880 w 67952"/>
                <a:gd name="csY23" fmla="*/ 49919 h 75955"/>
                <a:gd name="csX24" fmla="*/ 0 w 67952"/>
                <a:gd name="csY24" fmla="*/ 36183 h 75955"/>
                <a:gd name="csX25" fmla="*/ 4806 w 67952"/>
                <a:gd name="csY25" fmla="*/ 26687 h 75955"/>
                <a:gd name="csX26" fmla="*/ 19556 w 67952"/>
                <a:gd name="csY26" fmla="*/ 21550 h 75955"/>
                <a:gd name="csX27" fmla="*/ 60131 w 67952"/>
                <a:gd name="csY27" fmla="*/ 49249 h 75955"/>
                <a:gd name="csX28" fmla="*/ 44483 w 67952"/>
                <a:gd name="csY28" fmla="*/ 48023 h 75955"/>
                <a:gd name="csX29" fmla="*/ 44483 w 67952"/>
                <a:gd name="csY29" fmla="*/ 44558 h 75955"/>
                <a:gd name="csX30" fmla="*/ 52754 w 67952"/>
                <a:gd name="csY30" fmla="*/ 38415 h 75955"/>
                <a:gd name="csX31" fmla="*/ 52754 w 67952"/>
                <a:gd name="csY31" fmla="*/ 8370 h 75955"/>
                <a:gd name="csX32" fmla="*/ 44038 w 67952"/>
                <a:gd name="csY32" fmla="*/ 3342 h 75955"/>
                <a:gd name="csX33" fmla="*/ 44038 w 67952"/>
                <a:gd name="csY33" fmla="*/ -120 h 75955"/>
                <a:gd name="csX34" fmla="*/ 56330 w 67952"/>
                <a:gd name="csY34" fmla="*/ 216 h 75955"/>
                <a:gd name="csX35" fmla="*/ 67953 w 67952"/>
                <a:gd name="csY35" fmla="*/ -120 h 75955"/>
                <a:gd name="csX36" fmla="*/ 67953 w 67952"/>
                <a:gd name="csY36" fmla="*/ 3342 h 75955"/>
                <a:gd name="csX37" fmla="*/ 60131 w 67952"/>
                <a:gd name="csY37" fmla="*/ 8258 h 75955"/>
                <a:gd name="csX38" fmla="*/ 60131 w 67952"/>
                <a:gd name="csY38" fmla="*/ 49249 h 75955"/>
                <a:gd name="csX39" fmla="*/ 60579 w 67952"/>
                <a:gd name="csY39" fmla="*/ 68687 h 75955"/>
                <a:gd name="csX40" fmla="*/ 54653 w 67952"/>
                <a:gd name="csY40" fmla="*/ 74606 h 75955"/>
                <a:gd name="csX41" fmla="*/ 48732 w 67952"/>
                <a:gd name="csY41" fmla="*/ 68687 h 75955"/>
                <a:gd name="csX42" fmla="*/ 54653 w 67952"/>
                <a:gd name="csY42" fmla="*/ 62765 h 75955"/>
                <a:gd name="csX43" fmla="*/ 60579 w 67952"/>
                <a:gd name="csY43" fmla="*/ 68687 h 759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5">
                  <a:moveTo>
                    <a:pt x="19556" y="21550"/>
                  </a:moveTo>
                  <a:cubicBezTo>
                    <a:pt x="22013" y="21101"/>
                    <a:pt x="31178" y="19314"/>
                    <a:pt x="31178" y="11272"/>
                  </a:cubicBezTo>
                  <a:cubicBezTo>
                    <a:pt x="31178" y="5578"/>
                    <a:pt x="27269" y="1110"/>
                    <a:pt x="18550" y="1110"/>
                  </a:cubicBezTo>
                  <a:cubicBezTo>
                    <a:pt x="9164" y="1110"/>
                    <a:pt x="5140" y="7477"/>
                    <a:pt x="3018" y="16970"/>
                  </a:cubicBezTo>
                  <a:cubicBezTo>
                    <a:pt x="2681" y="18420"/>
                    <a:pt x="2569" y="18869"/>
                    <a:pt x="1451" y="18869"/>
                  </a:cubicBezTo>
                  <a:cubicBezTo>
                    <a:pt x="0" y="18869"/>
                    <a:pt x="0" y="18087"/>
                    <a:pt x="0" y="16076"/>
                  </a:cubicBezTo>
                  <a:lnTo>
                    <a:pt x="0" y="1331"/>
                  </a:lnTo>
                  <a:cubicBezTo>
                    <a:pt x="0" y="-569"/>
                    <a:pt x="0" y="-1350"/>
                    <a:pt x="1230" y="-1350"/>
                  </a:cubicBezTo>
                  <a:cubicBezTo>
                    <a:pt x="1787" y="-1350"/>
                    <a:pt x="1899" y="-1238"/>
                    <a:pt x="4021" y="886"/>
                  </a:cubicBezTo>
                  <a:cubicBezTo>
                    <a:pt x="4245" y="1110"/>
                    <a:pt x="4245" y="1331"/>
                    <a:pt x="6258" y="3454"/>
                  </a:cubicBezTo>
                  <a:cubicBezTo>
                    <a:pt x="11173" y="-1238"/>
                    <a:pt x="16204" y="-1350"/>
                    <a:pt x="18550" y="-1350"/>
                  </a:cubicBezTo>
                  <a:cubicBezTo>
                    <a:pt x="31403" y="-1350"/>
                    <a:pt x="36542" y="6135"/>
                    <a:pt x="36542" y="14177"/>
                  </a:cubicBezTo>
                  <a:cubicBezTo>
                    <a:pt x="36542" y="20099"/>
                    <a:pt x="33191" y="23449"/>
                    <a:pt x="31851" y="24788"/>
                  </a:cubicBezTo>
                  <a:cubicBezTo>
                    <a:pt x="28164" y="28362"/>
                    <a:pt x="23802" y="29255"/>
                    <a:pt x="19111" y="30149"/>
                  </a:cubicBezTo>
                  <a:cubicBezTo>
                    <a:pt x="12853" y="31378"/>
                    <a:pt x="5364" y="32829"/>
                    <a:pt x="5364" y="39308"/>
                  </a:cubicBezTo>
                  <a:cubicBezTo>
                    <a:pt x="5364" y="43219"/>
                    <a:pt x="8270" y="47798"/>
                    <a:pt x="17880" y="47798"/>
                  </a:cubicBezTo>
                  <a:cubicBezTo>
                    <a:pt x="30172" y="47798"/>
                    <a:pt x="30733" y="37745"/>
                    <a:pt x="30957" y="34284"/>
                  </a:cubicBezTo>
                  <a:cubicBezTo>
                    <a:pt x="31066" y="33278"/>
                    <a:pt x="32072" y="33278"/>
                    <a:pt x="32297" y="33278"/>
                  </a:cubicBezTo>
                  <a:cubicBezTo>
                    <a:pt x="33749" y="33278"/>
                    <a:pt x="33749" y="33835"/>
                    <a:pt x="33749" y="35958"/>
                  </a:cubicBezTo>
                  <a:lnTo>
                    <a:pt x="33749" y="47238"/>
                  </a:lnTo>
                  <a:cubicBezTo>
                    <a:pt x="33749" y="49137"/>
                    <a:pt x="33749" y="49919"/>
                    <a:pt x="32521" y="49919"/>
                  </a:cubicBezTo>
                  <a:cubicBezTo>
                    <a:pt x="31960" y="49919"/>
                    <a:pt x="31739" y="49919"/>
                    <a:pt x="30284" y="48580"/>
                  </a:cubicBezTo>
                  <a:cubicBezTo>
                    <a:pt x="29952" y="48132"/>
                    <a:pt x="28833" y="47130"/>
                    <a:pt x="28385" y="46793"/>
                  </a:cubicBezTo>
                  <a:cubicBezTo>
                    <a:pt x="24138" y="49919"/>
                    <a:pt x="19556" y="49919"/>
                    <a:pt x="17880" y="49919"/>
                  </a:cubicBezTo>
                  <a:cubicBezTo>
                    <a:pt x="4245" y="49919"/>
                    <a:pt x="0" y="42438"/>
                    <a:pt x="0" y="36183"/>
                  </a:cubicBezTo>
                  <a:cubicBezTo>
                    <a:pt x="0" y="32272"/>
                    <a:pt x="1787" y="29143"/>
                    <a:pt x="4806" y="26687"/>
                  </a:cubicBezTo>
                  <a:cubicBezTo>
                    <a:pt x="8382" y="23782"/>
                    <a:pt x="11510" y="23112"/>
                    <a:pt x="19556" y="21550"/>
                  </a:cubicBezTo>
                  <a:close/>
                  <a:moveTo>
                    <a:pt x="60131" y="49249"/>
                  </a:moveTo>
                  <a:lnTo>
                    <a:pt x="44483" y="48023"/>
                  </a:lnTo>
                  <a:lnTo>
                    <a:pt x="44483" y="44558"/>
                  </a:lnTo>
                  <a:cubicBezTo>
                    <a:pt x="51747" y="44558"/>
                    <a:pt x="52754" y="43888"/>
                    <a:pt x="52754" y="38415"/>
                  </a:cubicBezTo>
                  <a:lnTo>
                    <a:pt x="52754" y="8370"/>
                  </a:lnTo>
                  <a:cubicBezTo>
                    <a:pt x="52754" y="3342"/>
                    <a:pt x="51527" y="3342"/>
                    <a:pt x="44038" y="3342"/>
                  </a:cubicBezTo>
                  <a:lnTo>
                    <a:pt x="44038" y="-120"/>
                  </a:lnTo>
                  <a:cubicBezTo>
                    <a:pt x="47613" y="-8"/>
                    <a:pt x="53648" y="216"/>
                    <a:pt x="56330" y="216"/>
                  </a:cubicBezTo>
                  <a:cubicBezTo>
                    <a:pt x="60243" y="216"/>
                    <a:pt x="64155" y="-8"/>
                    <a:pt x="67953" y="-120"/>
                  </a:cubicBezTo>
                  <a:lnTo>
                    <a:pt x="67953" y="3342"/>
                  </a:lnTo>
                  <a:cubicBezTo>
                    <a:pt x="60579" y="3342"/>
                    <a:pt x="60131" y="3903"/>
                    <a:pt x="60131" y="8258"/>
                  </a:cubicBezTo>
                  <a:lnTo>
                    <a:pt x="60131" y="49249"/>
                  </a:lnTo>
                  <a:close/>
                  <a:moveTo>
                    <a:pt x="60579" y="68687"/>
                  </a:moveTo>
                  <a:cubicBezTo>
                    <a:pt x="60579" y="72261"/>
                    <a:pt x="57785" y="74606"/>
                    <a:pt x="54653" y="74606"/>
                  </a:cubicBezTo>
                  <a:cubicBezTo>
                    <a:pt x="51190" y="74606"/>
                    <a:pt x="48732" y="71588"/>
                    <a:pt x="48732" y="68687"/>
                  </a:cubicBezTo>
                  <a:cubicBezTo>
                    <a:pt x="48732" y="65669"/>
                    <a:pt x="51190" y="62765"/>
                    <a:pt x="54653" y="62765"/>
                  </a:cubicBezTo>
                  <a:cubicBezTo>
                    <a:pt x="57785" y="62765"/>
                    <a:pt x="60579" y="65113"/>
                    <a:pt x="60579" y="68687"/>
                  </a:cubicBezTo>
                  <a:close/>
                </a:path>
              </a:pathLst>
            </a:custGeom>
            <a:solidFill>
              <a:srgbClr val="000000"/>
            </a:solidFill>
            <a:ln w="25400" cap="flat">
              <a:noFill/>
              <a:prstDash val="solid"/>
              <a:miter/>
            </a:ln>
          </p:spPr>
          <p:txBody>
            <a:bodyPr/>
            <a:lstStyle/>
            <a:p>
              <a:endParaRPr lang="en-GB"/>
            </a:p>
          </p:txBody>
        </p:sp>
        <p:sp>
          <p:nvSpPr>
            <p:cNvPr id="2384" name="Freeform: Shape 2383">
              <a:extLst>
                <a:ext uri="{FF2B5EF4-FFF2-40B4-BE49-F238E27FC236}">
                  <a16:creationId xmlns:a16="http://schemas.microsoft.com/office/drawing/2014/main" id="{A2337730-59FF-0E9E-F457-27677484BF10}"/>
                </a:ext>
              </a:extLst>
            </p:cNvPr>
            <p:cNvSpPr/>
            <p:nvPr>
              <p:custDataLst>
                <p:tags r:id="rId79"/>
              </p:custDataLst>
            </p:nvPr>
          </p:nvSpPr>
          <p:spPr>
            <a:xfrm flipV="1">
              <a:off x="9395126" y="-4570088"/>
              <a:ext cx="55657" cy="50599"/>
            </a:xfrm>
            <a:custGeom>
              <a:avLst/>
              <a:gdLst>
                <a:gd name="csX0" fmla="*/ 34089 w 55657"/>
                <a:gd name="csY0" fmla="*/ 33617 h 50599"/>
                <a:gd name="csX1" fmla="*/ 45150 w 55657"/>
                <a:gd name="csY1" fmla="*/ 46795 h 50599"/>
                <a:gd name="csX2" fmla="*/ 50739 w 55657"/>
                <a:gd name="csY2" fmla="*/ 45341 h 50599"/>
                <a:gd name="csX3" fmla="*/ 45375 w 55657"/>
                <a:gd name="csY3" fmla="*/ 39311 h 50599"/>
                <a:gd name="csX4" fmla="*/ 49621 w 55657"/>
                <a:gd name="csY4" fmla="*/ 35404 h 50599"/>
                <a:gd name="csX5" fmla="*/ 55658 w 55657"/>
                <a:gd name="csY5" fmla="*/ 41879 h 50599"/>
                <a:gd name="csX6" fmla="*/ 45262 w 55657"/>
                <a:gd name="csY6" fmla="*/ 49252 h 50599"/>
                <a:gd name="csX7" fmla="*/ 33528 w 55657"/>
                <a:gd name="csY7" fmla="*/ 40765 h 50599"/>
                <a:gd name="csX8" fmla="*/ 21460 w 55657"/>
                <a:gd name="csY8" fmla="*/ 49252 h 50599"/>
                <a:gd name="csX9" fmla="*/ 3467 w 55657"/>
                <a:gd name="csY9" fmla="*/ 32050 h 50599"/>
                <a:gd name="csX10" fmla="*/ 4807 w 55657"/>
                <a:gd name="csY10" fmla="*/ 30936 h 50599"/>
                <a:gd name="csX11" fmla="*/ 6258 w 55657"/>
                <a:gd name="csY11" fmla="*/ 32162 h 50599"/>
                <a:gd name="csX12" fmla="*/ 21236 w 55657"/>
                <a:gd name="csY12" fmla="*/ 46795 h 50599"/>
                <a:gd name="csX13" fmla="*/ 27270 w 55657"/>
                <a:gd name="csY13" fmla="*/ 39311 h 50599"/>
                <a:gd name="csX14" fmla="*/ 21236 w 55657"/>
                <a:gd name="csY14" fmla="*/ 12728 h 50599"/>
                <a:gd name="csX15" fmla="*/ 10620 w 55657"/>
                <a:gd name="csY15" fmla="*/ 1113 h 50599"/>
                <a:gd name="csX16" fmla="*/ 5031 w 55657"/>
                <a:gd name="csY16" fmla="*/ 2563 h 50599"/>
                <a:gd name="csX17" fmla="*/ 10283 w 55657"/>
                <a:gd name="csY17" fmla="*/ 8594 h 50599"/>
                <a:gd name="csX18" fmla="*/ 6150 w 55657"/>
                <a:gd name="csY18" fmla="*/ 12504 h 50599"/>
                <a:gd name="csX19" fmla="*/ 0 w 55657"/>
                <a:gd name="csY19" fmla="*/ 6025 h 50599"/>
                <a:gd name="csX20" fmla="*/ 10507 w 55657"/>
                <a:gd name="csY20" fmla="*/ -1348 h 50599"/>
                <a:gd name="csX21" fmla="*/ 22242 w 55657"/>
                <a:gd name="csY21" fmla="*/ 7143 h 50599"/>
                <a:gd name="csX22" fmla="*/ 34310 w 55657"/>
                <a:gd name="csY22" fmla="*/ -1348 h 50599"/>
                <a:gd name="csX23" fmla="*/ 52190 w 55657"/>
                <a:gd name="csY23" fmla="*/ 15854 h 50599"/>
                <a:gd name="csX24" fmla="*/ 50851 w 55657"/>
                <a:gd name="csY24" fmla="*/ 16972 h 50599"/>
                <a:gd name="csX25" fmla="*/ 49399 w 55657"/>
                <a:gd name="csY25" fmla="*/ 15742 h 50599"/>
                <a:gd name="csX26" fmla="*/ 34534 w 55657"/>
                <a:gd name="csY26" fmla="*/ 1113 h 50599"/>
                <a:gd name="csX27" fmla="*/ 28388 w 55657"/>
                <a:gd name="csY27" fmla="*/ 8481 h 50599"/>
                <a:gd name="csX28" fmla="*/ 30288 w 55657"/>
                <a:gd name="csY28" fmla="*/ 18314 h 50599"/>
                <a:gd name="csX29" fmla="*/ 34089 w 55657"/>
                <a:gd name="csY29" fmla="*/ 33617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617"/>
                  </a:moveTo>
                  <a:cubicBezTo>
                    <a:pt x="34758" y="36518"/>
                    <a:pt x="37328" y="46795"/>
                    <a:pt x="45150" y="46795"/>
                  </a:cubicBezTo>
                  <a:cubicBezTo>
                    <a:pt x="45711" y="46795"/>
                    <a:pt x="48393" y="46795"/>
                    <a:pt x="50739" y="45341"/>
                  </a:cubicBezTo>
                  <a:cubicBezTo>
                    <a:pt x="47612" y="44784"/>
                    <a:pt x="45375" y="41992"/>
                    <a:pt x="45375" y="39311"/>
                  </a:cubicBezTo>
                  <a:cubicBezTo>
                    <a:pt x="45375" y="37524"/>
                    <a:pt x="46605" y="35404"/>
                    <a:pt x="49621" y="35404"/>
                  </a:cubicBezTo>
                  <a:cubicBezTo>
                    <a:pt x="52082" y="35404"/>
                    <a:pt x="55658" y="37412"/>
                    <a:pt x="55658" y="41879"/>
                  </a:cubicBezTo>
                  <a:cubicBezTo>
                    <a:pt x="55658" y="47689"/>
                    <a:pt x="49063" y="49252"/>
                    <a:pt x="45262" y="49252"/>
                  </a:cubicBezTo>
                  <a:cubicBezTo>
                    <a:pt x="38780" y="49252"/>
                    <a:pt x="34871" y="43334"/>
                    <a:pt x="33528" y="40765"/>
                  </a:cubicBezTo>
                  <a:cubicBezTo>
                    <a:pt x="30734" y="48134"/>
                    <a:pt x="24700" y="49252"/>
                    <a:pt x="21460" y="49252"/>
                  </a:cubicBezTo>
                  <a:cubicBezTo>
                    <a:pt x="9834" y="49252"/>
                    <a:pt x="3467" y="34843"/>
                    <a:pt x="3467" y="32050"/>
                  </a:cubicBezTo>
                  <a:cubicBezTo>
                    <a:pt x="3467" y="30936"/>
                    <a:pt x="4582" y="30936"/>
                    <a:pt x="4807" y="30936"/>
                  </a:cubicBezTo>
                  <a:cubicBezTo>
                    <a:pt x="5701" y="30936"/>
                    <a:pt x="6037" y="31157"/>
                    <a:pt x="6258" y="32162"/>
                  </a:cubicBezTo>
                  <a:cubicBezTo>
                    <a:pt x="10059" y="44002"/>
                    <a:pt x="17435" y="46795"/>
                    <a:pt x="21236" y="46795"/>
                  </a:cubicBezTo>
                  <a:cubicBezTo>
                    <a:pt x="23357" y="46795"/>
                    <a:pt x="27270" y="45790"/>
                    <a:pt x="27270" y="39311"/>
                  </a:cubicBezTo>
                  <a:cubicBezTo>
                    <a:pt x="27270" y="35848"/>
                    <a:pt x="25370" y="28364"/>
                    <a:pt x="21236" y="12728"/>
                  </a:cubicBezTo>
                  <a:cubicBezTo>
                    <a:pt x="19448" y="5801"/>
                    <a:pt x="15535" y="1113"/>
                    <a:pt x="10620" y="1113"/>
                  </a:cubicBezTo>
                  <a:cubicBezTo>
                    <a:pt x="9947" y="1113"/>
                    <a:pt x="7377" y="1113"/>
                    <a:pt x="5031" y="2563"/>
                  </a:cubicBezTo>
                  <a:cubicBezTo>
                    <a:pt x="7825" y="3120"/>
                    <a:pt x="10283" y="5468"/>
                    <a:pt x="10283" y="8594"/>
                  </a:cubicBezTo>
                  <a:cubicBezTo>
                    <a:pt x="10283" y="11611"/>
                    <a:pt x="7825" y="12504"/>
                    <a:pt x="6150" y="12504"/>
                  </a:cubicBezTo>
                  <a:cubicBezTo>
                    <a:pt x="2794" y="12504"/>
                    <a:pt x="0" y="9599"/>
                    <a:pt x="0" y="6025"/>
                  </a:cubicBezTo>
                  <a:cubicBezTo>
                    <a:pt x="0" y="888"/>
                    <a:pt x="5588" y="-1348"/>
                    <a:pt x="10507" y="-1348"/>
                  </a:cubicBezTo>
                  <a:cubicBezTo>
                    <a:pt x="17884" y="-1348"/>
                    <a:pt x="21905" y="6473"/>
                    <a:pt x="22242" y="7143"/>
                  </a:cubicBezTo>
                  <a:cubicBezTo>
                    <a:pt x="23581" y="3012"/>
                    <a:pt x="27606" y="-1348"/>
                    <a:pt x="34310" y="-1348"/>
                  </a:cubicBezTo>
                  <a:cubicBezTo>
                    <a:pt x="45824" y="-1348"/>
                    <a:pt x="52190" y="13061"/>
                    <a:pt x="52190" y="15854"/>
                  </a:cubicBezTo>
                  <a:cubicBezTo>
                    <a:pt x="52190" y="16972"/>
                    <a:pt x="51188" y="16972"/>
                    <a:pt x="50851" y="16972"/>
                  </a:cubicBezTo>
                  <a:cubicBezTo>
                    <a:pt x="49845" y="16972"/>
                    <a:pt x="49621" y="16527"/>
                    <a:pt x="49399" y="15742"/>
                  </a:cubicBezTo>
                  <a:cubicBezTo>
                    <a:pt x="45711" y="3793"/>
                    <a:pt x="38110" y="1113"/>
                    <a:pt x="34534" y="1113"/>
                  </a:cubicBezTo>
                  <a:cubicBezTo>
                    <a:pt x="30176" y="1113"/>
                    <a:pt x="28388" y="4686"/>
                    <a:pt x="28388" y="8481"/>
                  </a:cubicBezTo>
                  <a:cubicBezTo>
                    <a:pt x="28388" y="10941"/>
                    <a:pt x="29058" y="13397"/>
                    <a:pt x="30288" y="18314"/>
                  </a:cubicBezTo>
                  <a:lnTo>
                    <a:pt x="34089" y="33617"/>
                  </a:lnTo>
                  <a:close/>
                </a:path>
              </a:pathLst>
            </a:custGeom>
            <a:solidFill>
              <a:srgbClr val="000000"/>
            </a:solidFill>
            <a:ln w="25400" cap="flat">
              <a:noFill/>
              <a:prstDash val="solid"/>
              <a:miter/>
            </a:ln>
          </p:spPr>
          <p:txBody>
            <a:bodyPr/>
            <a:lstStyle/>
            <a:p>
              <a:endParaRPr lang="en-GB"/>
            </a:p>
          </p:txBody>
        </p:sp>
        <p:sp>
          <p:nvSpPr>
            <p:cNvPr id="2385" name="Freeform: Shape 2384">
              <a:extLst>
                <a:ext uri="{FF2B5EF4-FFF2-40B4-BE49-F238E27FC236}">
                  <a16:creationId xmlns:a16="http://schemas.microsoft.com/office/drawing/2014/main" id="{63B48C0D-06EE-2D11-12A4-748043F3C8E9}"/>
                </a:ext>
              </a:extLst>
            </p:cNvPr>
            <p:cNvSpPr/>
            <p:nvPr>
              <p:custDataLst>
                <p:tags r:id="rId80"/>
              </p:custDataLst>
            </p:nvPr>
          </p:nvSpPr>
          <p:spPr>
            <a:xfrm flipV="1">
              <a:off x="9496089" y="-4581035"/>
              <a:ext cx="55878" cy="64783"/>
            </a:xfrm>
            <a:custGeom>
              <a:avLst/>
              <a:gdLst>
                <a:gd name="csX0" fmla="*/ 51966 w 55878"/>
                <a:gd name="csY0" fmla="*/ 28807 h 64783"/>
                <a:gd name="csX1" fmla="*/ 55879 w 55878"/>
                <a:gd name="csY1" fmla="*/ 31043 h 64783"/>
                <a:gd name="csX2" fmla="*/ 51966 w 55878"/>
                <a:gd name="csY2" fmla="*/ 33275 h 64783"/>
                <a:gd name="csX3" fmla="*/ 4582 w 55878"/>
                <a:gd name="csY3" fmla="*/ 33275 h 64783"/>
                <a:gd name="csX4" fmla="*/ 34531 w 55878"/>
                <a:gd name="csY4" fmla="*/ 58967 h 64783"/>
                <a:gd name="csX5" fmla="*/ 51966 w 55878"/>
                <a:gd name="csY5" fmla="*/ 58967 h 64783"/>
                <a:gd name="csX6" fmla="*/ 55879 w 55878"/>
                <a:gd name="csY6" fmla="*/ 61199 h 64783"/>
                <a:gd name="csX7" fmla="*/ 51966 w 55878"/>
                <a:gd name="csY7" fmla="*/ 63435 h 64783"/>
                <a:gd name="csX8" fmla="*/ 34310 w 55878"/>
                <a:gd name="csY8" fmla="*/ 63435 h 64783"/>
                <a:gd name="csX9" fmla="*/ 0 w 55878"/>
                <a:gd name="csY9" fmla="*/ 31043 h 64783"/>
                <a:gd name="csX10" fmla="*/ 34310 w 55878"/>
                <a:gd name="csY10" fmla="*/ -1349 h 64783"/>
                <a:gd name="csX11" fmla="*/ 51966 w 55878"/>
                <a:gd name="csY11" fmla="*/ -1349 h 64783"/>
                <a:gd name="csX12" fmla="*/ 55879 w 55878"/>
                <a:gd name="csY12" fmla="*/ 883 h 64783"/>
                <a:gd name="csX13" fmla="*/ 51966 w 55878"/>
                <a:gd name="csY13" fmla="*/ 3119 h 64783"/>
                <a:gd name="csX14" fmla="*/ 34531 w 55878"/>
                <a:gd name="csY14" fmla="*/ 3119 h 64783"/>
                <a:gd name="csX15" fmla="*/ 4582 w 55878"/>
                <a:gd name="csY15" fmla="*/ 28807 h 64783"/>
                <a:gd name="csX16" fmla="*/ 51966 w 55878"/>
                <a:gd name="csY16" fmla="*/ 28807 h 647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5878" h="64783">
                  <a:moveTo>
                    <a:pt x="51966" y="28807"/>
                  </a:moveTo>
                  <a:cubicBezTo>
                    <a:pt x="53866" y="28807"/>
                    <a:pt x="55879" y="28807"/>
                    <a:pt x="55879" y="31043"/>
                  </a:cubicBezTo>
                  <a:cubicBezTo>
                    <a:pt x="55879" y="33275"/>
                    <a:pt x="53866" y="33275"/>
                    <a:pt x="51966" y="33275"/>
                  </a:cubicBezTo>
                  <a:lnTo>
                    <a:pt x="4582" y="33275"/>
                  </a:lnTo>
                  <a:cubicBezTo>
                    <a:pt x="5922" y="48245"/>
                    <a:pt x="18775" y="58967"/>
                    <a:pt x="34531" y="58967"/>
                  </a:cubicBezTo>
                  <a:lnTo>
                    <a:pt x="51966" y="58967"/>
                  </a:lnTo>
                  <a:cubicBezTo>
                    <a:pt x="53866" y="58967"/>
                    <a:pt x="55879" y="58967"/>
                    <a:pt x="55879" y="61199"/>
                  </a:cubicBezTo>
                  <a:cubicBezTo>
                    <a:pt x="55879" y="63435"/>
                    <a:pt x="53866" y="63435"/>
                    <a:pt x="51966" y="63435"/>
                  </a:cubicBezTo>
                  <a:lnTo>
                    <a:pt x="34310" y="63435"/>
                  </a:lnTo>
                  <a:cubicBezTo>
                    <a:pt x="15199" y="63435"/>
                    <a:pt x="0" y="48914"/>
                    <a:pt x="0" y="31043"/>
                  </a:cubicBezTo>
                  <a:cubicBezTo>
                    <a:pt x="0" y="13172"/>
                    <a:pt x="15199" y="-1349"/>
                    <a:pt x="34310" y="-1349"/>
                  </a:cubicBezTo>
                  <a:lnTo>
                    <a:pt x="51966" y="-1349"/>
                  </a:lnTo>
                  <a:cubicBezTo>
                    <a:pt x="53866" y="-1349"/>
                    <a:pt x="55879" y="-1349"/>
                    <a:pt x="55879" y="883"/>
                  </a:cubicBezTo>
                  <a:cubicBezTo>
                    <a:pt x="55879" y="3119"/>
                    <a:pt x="53866" y="3119"/>
                    <a:pt x="51966" y="3119"/>
                  </a:cubicBezTo>
                  <a:lnTo>
                    <a:pt x="34531" y="3119"/>
                  </a:lnTo>
                  <a:cubicBezTo>
                    <a:pt x="18775" y="3119"/>
                    <a:pt x="5922" y="13842"/>
                    <a:pt x="4582" y="28807"/>
                  </a:cubicBezTo>
                  <a:lnTo>
                    <a:pt x="51966" y="28807"/>
                  </a:lnTo>
                  <a:close/>
                </a:path>
              </a:pathLst>
            </a:custGeom>
            <a:solidFill>
              <a:srgbClr val="000000"/>
            </a:solidFill>
            <a:ln w="25400" cap="flat">
              <a:noFill/>
              <a:prstDash val="solid"/>
              <a:miter/>
            </a:ln>
          </p:spPr>
          <p:txBody>
            <a:bodyPr/>
            <a:lstStyle/>
            <a:p>
              <a:endParaRPr lang="en-GB"/>
            </a:p>
          </p:txBody>
        </p:sp>
        <p:sp>
          <p:nvSpPr>
            <p:cNvPr id="2386" name="Freeform: Shape 2385">
              <a:extLst>
                <a:ext uri="{FF2B5EF4-FFF2-40B4-BE49-F238E27FC236}">
                  <a16:creationId xmlns:a16="http://schemas.microsoft.com/office/drawing/2014/main" id="{2C09BF66-FCEB-5B51-E02E-C933C31774FF}"/>
                </a:ext>
              </a:extLst>
            </p:cNvPr>
            <p:cNvSpPr/>
            <p:nvPr>
              <p:custDataLst>
                <p:tags r:id="rId81"/>
              </p:custDataLst>
            </p:nvPr>
          </p:nvSpPr>
          <p:spPr>
            <a:xfrm flipV="1">
              <a:off x="9600235" y="-4604491"/>
              <a:ext cx="39673" cy="111696"/>
            </a:xfrm>
            <a:custGeom>
              <a:avLst/>
              <a:gdLst>
                <a:gd name="csX0" fmla="*/ 23581 w 39673"/>
                <a:gd name="csY0" fmla="*/ 95491 h 111696"/>
                <a:gd name="csX1" fmla="*/ 38667 w 39673"/>
                <a:gd name="csY1" fmla="*/ 107892 h 111696"/>
                <a:gd name="csX2" fmla="*/ 39673 w 39673"/>
                <a:gd name="csY2" fmla="*/ 109118 h 111696"/>
                <a:gd name="csX3" fmla="*/ 37549 w 39673"/>
                <a:gd name="csY3" fmla="*/ 110348 h 111696"/>
                <a:gd name="csX4" fmla="*/ 16092 w 39673"/>
                <a:gd name="csY4" fmla="*/ 96385 h 111696"/>
                <a:gd name="csX5" fmla="*/ 16092 w 39673"/>
                <a:gd name="csY5" fmla="*/ 70920 h 111696"/>
                <a:gd name="csX6" fmla="*/ 11622 w 39673"/>
                <a:gd name="csY6" fmla="*/ 59304 h 111696"/>
                <a:gd name="csX7" fmla="*/ 1006 w 39673"/>
                <a:gd name="csY7" fmla="*/ 55730 h 111696"/>
                <a:gd name="csX8" fmla="*/ 0 w 39673"/>
                <a:gd name="csY8" fmla="*/ 54500 h 111696"/>
                <a:gd name="csX9" fmla="*/ 1787 w 39673"/>
                <a:gd name="csY9" fmla="*/ 53270 h 111696"/>
                <a:gd name="csX10" fmla="*/ 15760 w 39673"/>
                <a:gd name="csY10" fmla="*/ 43329 h 111696"/>
                <a:gd name="csX11" fmla="*/ 16092 w 39673"/>
                <a:gd name="csY11" fmla="*/ 37856 h 111696"/>
                <a:gd name="csX12" fmla="*/ 16092 w 39673"/>
                <a:gd name="csY12" fmla="*/ 15741 h 111696"/>
                <a:gd name="csX13" fmla="*/ 21457 w 39673"/>
                <a:gd name="csY13" fmla="*/ 3231 h 111696"/>
                <a:gd name="csX14" fmla="*/ 37549 w 39673"/>
                <a:gd name="csY14" fmla="*/ -1349 h 111696"/>
                <a:gd name="csX15" fmla="*/ 39673 w 39673"/>
                <a:gd name="csY15" fmla="*/ -119 h 111696"/>
                <a:gd name="csX16" fmla="*/ 37885 w 39673"/>
                <a:gd name="csY16" fmla="*/ 1108 h 111696"/>
                <a:gd name="csX17" fmla="*/ 23917 w 39673"/>
                <a:gd name="csY17" fmla="*/ 10825 h 111696"/>
                <a:gd name="csX18" fmla="*/ 23581 w 39673"/>
                <a:gd name="csY18" fmla="*/ 16078 h 111696"/>
                <a:gd name="csX19" fmla="*/ 23581 w 39673"/>
                <a:gd name="csY19" fmla="*/ 39534 h 111696"/>
                <a:gd name="csX20" fmla="*/ 19111 w 39673"/>
                <a:gd name="csY20" fmla="*/ 50145 h 111696"/>
                <a:gd name="csX21" fmla="*/ 10395 w 39673"/>
                <a:gd name="csY21" fmla="*/ 54500 h 111696"/>
                <a:gd name="csX22" fmla="*/ 23581 w 39673"/>
                <a:gd name="csY22" fmla="*/ 68685 h 111696"/>
                <a:gd name="csX23" fmla="*/ 23581 w 39673"/>
                <a:gd name="csY23" fmla="*/ 95491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23581" y="95491"/>
                  </a:moveTo>
                  <a:cubicBezTo>
                    <a:pt x="23581" y="99959"/>
                    <a:pt x="26488" y="107110"/>
                    <a:pt x="38667" y="107892"/>
                  </a:cubicBezTo>
                  <a:cubicBezTo>
                    <a:pt x="39228" y="108004"/>
                    <a:pt x="39673" y="108449"/>
                    <a:pt x="39673" y="109118"/>
                  </a:cubicBezTo>
                  <a:cubicBezTo>
                    <a:pt x="39673" y="110348"/>
                    <a:pt x="38779" y="110348"/>
                    <a:pt x="37549" y="110348"/>
                  </a:cubicBezTo>
                  <a:cubicBezTo>
                    <a:pt x="26375" y="110348"/>
                    <a:pt x="16204" y="104651"/>
                    <a:pt x="16092" y="96385"/>
                  </a:cubicBezTo>
                  <a:lnTo>
                    <a:pt x="16092" y="70920"/>
                  </a:lnTo>
                  <a:cubicBezTo>
                    <a:pt x="16092" y="66565"/>
                    <a:pt x="16092" y="62991"/>
                    <a:pt x="11622" y="59304"/>
                  </a:cubicBezTo>
                  <a:cubicBezTo>
                    <a:pt x="7713" y="56063"/>
                    <a:pt x="3464" y="55839"/>
                    <a:pt x="1006" y="55730"/>
                  </a:cubicBezTo>
                  <a:cubicBezTo>
                    <a:pt x="449" y="55618"/>
                    <a:pt x="0" y="55170"/>
                    <a:pt x="0" y="54500"/>
                  </a:cubicBezTo>
                  <a:cubicBezTo>
                    <a:pt x="0" y="53383"/>
                    <a:pt x="670" y="53383"/>
                    <a:pt x="1787" y="53270"/>
                  </a:cubicBezTo>
                  <a:cubicBezTo>
                    <a:pt x="9164" y="52825"/>
                    <a:pt x="14529" y="48803"/>
                    <a:pt x="15760" y="43329"/>
                  </a:cubicBezTo>
                  <a:cubicBezTo>
                    <a:pt x="16092" y="42102"/>
                    <a:pt x="16092" y="41879"/>
                    <a:pt x="16092" y="37856"/>
                  </a:cubicBezTo>
                  <a:lnTo>
                    <a:pt x="16092" y="15741"/>
                  </a:lnTo>
                  <a:cubicBezTo>
                    <a:pt x="16092" y="11049"/>
                    <a:pt x="16092" y="7475"/>
                    <a:pt x="21457" y="3231"/>
                  </a:cubicBezTo>
                  <a:cubicBezTo>
                    <a:pt x="25814" y="-119"/>
                    <a:pt x="33191" y="-1349"/>
                    <a:pt x="37549" y="-1349"/>
                  </a:cubicBezTo>
                  <a:cubicBezTo>
                    <a:pt x="38779" y="-1349"/>
                    <a:pt x="39673" y="-1349"/>
                    <a:pt x="39673" y="-119"/>
                  </a:cubicBezTo>
                  <a:cubicBezTo>
                    <a:pt x="39673" y="996"/>
                    <a:pt x="39004" y="996"/>
                    <a:pt x="37885" y="1108"/>
                  </a:cubicBezTo>
                  <a:cubicBezTo>
                    <a:pt x="30845" y="1557"/>
                    <a:pt x="25369" y="5131"/>
                    <a:pt x="23917" y="10825"/>
                  </a:cubicBezTo>
                  <a:cubicBezTo>
                    <a:pt x="23581" y="11831"/>
                    <a:pt x="23581" y="12055"/>
                    <a:pt x="23581" y="16078"/>
                  </a:cubicBezTo>
                  <a:lnTo>
                    <a:pt x="23581" y="39534"/>
                  </a:lnTo>
                  <a:cubicBezTo>
                    <a:pt x="23581" y="44671"/>
                    <a:pt x="22688" y="46570"/>
                    <a:pt x="19111" y="50145"/>
                  </a:cubicBezTo>
                  <a:cubicBezTo>
                    <a:pt x="16762" y="52489"/>
                    <a:pt x="13522" y="53606"/>
                    <a:pt x="10395" y="54500"/>
                  </a:cubicBezTo>
                  <a:cubicBezTo>
                    <a:pt x="19556" y="57069"/>
                    <a:pt x="23581" y="62206"/>
                    <a:pt x="23581" y="68685"/>
                  </a:cubicBezTo>
                  <a:lnTo>
                    <a:pt x="23581" y="95491"/>
                  </a:lnTo>
                  <a:close/>
                </a:path>
              </a:pathLst>
            </a:custGeom>
            <a:solidFill>
              <a:srgbClr val="000000"/>
            </a:solidFill>
            <a:ln w="25400" cap="flat">
              <a:noFill/>
              <a:prstDash val="solid"/>
              <a:miter/>
            </a:ln>
          </p:spPr>
          <p:txBody>
            <a:bodyPr/>
            <a:lstStyle/>
            <a:p>
              <a:endParaRPr lang="en-GB"/>
            </a:p>
          </p:txBody>
        </p:sp>
        <p:sp>
          <p:nvSpPr>
            <p:cNvPr id="2387" name="Freeform: Shape 2386">
              <a:extLst>
                <a:ext uri="{FF2B5EF4-FFF2-40B4-BE49-F238E27FC236}">
                  <a16:creationId xmlns:a16="http://schemas.microsoft.com/office/drawing/2014/main" id="{D3CBE3D0-2A2E-0B63-8B14-7392DB564078}"/>
                </a:ext>
              </a:extLst>
            </p:cNvPr>
            <p:cNvSpPr/>
            <p:nvPr>
              <p:custDataLst>
                <p:tags r:id="rId82"/>
              </p:custDataLst>
            </p:nvPr>
          </p:nvSpPr>
          <p:spPr>
            <a:xfrm flipV="1">
              <a:off x="9651844" y="-4600693"/>
              <a:ext cx="240635" cy="79973"/>
            </a:xfrm>
            <a:custGeom>
              <a:avLst/>
              <a:gdLst>
                <a:gd name="csX0" fmla="*/ 40905 w 240635"/>
                <a:gd name="csY0" fmla="*/ 76391 h 79973"/>
                <a:gd name="csX1" fmla="*/ 38331 w 240635"/>
                <a:gd name="csY1" fmla="*/ 78623 h 79973"/>
                <a:gd name="csX2" fmla="*/ 35649 w 240635"/>
                <a:gd name="csY2" fmla="*/ 76391 h 79973"/>
                <a:gd name="csX3" fmla="*/ 12517 w 240635"/>
                <a:gd name="csY3" fmla="*/ 9596 h 79973"/>
                <a:gd name="csX4" fmla="*/ 0 w 240635"/>
                <a:gd name="csY4" fmla="*/ 2111 h 79973"/>
                <a:gd name="csX5" fmla="*/ 0 w 240635"/>
                <a:gd name="csY5" fmla="*/ -1351 h 79973"/>
                <a:gd name="csX6" fmla="*/ 11398 w 240635"/>
                <a:gd name="csY6" fmla="*/ -1015 h 79973"/>
                <a:gd name="csX7" fmla="*/ 24251 w 240635"/>
                <a:gd name="csY7" fmla="*/ -1351 h 79973"/>
                <a:gd name="csX8" fmla="*/ 24251 w 240635"/>
                <a:gd name="csY8" fmla="*/ 2111 h 79973"/>
                <a:gd name="csX9" fmla="*/ 15868 w 240635"/>
                <a:gd name="csY9" fmla="*/ 7809 h 79973"/>
                <a:gd name="csX10" fmla="*/ 16092 w 240635"/>
                <a:gd name="csY10" fmla="*/ 9484 h 79973"/>
                <a:gd name="csX11" fmla="*/ 21232 w 240635"/>
                <a:gd name="csY11" fmla="*/ 24117 h 79973"/>
                <a:gd name="csX12" fmla="*/ 48839 w 240635"/>
                <a:gd name="csY12" fmla="*/ 24117 h 79973"/>
                <a:gd name="csX13" fmla="*/ 54760 w 240635"/>
                <a:gd name="csY13" fmla="*/ 7027 h 79973"/>
                <a:gd name="csX14" fmla="*/ 55097 w 240635"/>
                <a:gd name="csY14" fmla="*/ 5461 h 79973"/>
                <a:gd name="csX15" fmla="*/ 45820 w 240635"/>
                <a:gd name="csY15" fmla="*/ 2111 h 79973"/>
                <a:gd name="csX16" fmla="*/ 45820 w 240635"/>
                <a:gd name="csY16" fmla="*/ -1351 h 79973"/>
                <a:gd name="csX17" fmla="*/ 61913 w 240635"/>
                <a:gd name="csY17" fmla="*/ -1015 h 79973"/>
                <a:gd name="csX18" fmla="*/ 76554 w 240635"/>
                <a:gd name="csY18" fmla="*/ -1351 h 79973"/>
                <a:gd name="csX19" fmla="*/ 76554 w 240635"/>
                <a:gd name="csY19" fmla="*/ 2111 h 79973"/>
                <a:gd name="csX20" fmla="*/ 74541 w 240635"/>
                <a:gd name="csY20" fmla="*/ 2111 h 79973"/>
                <a:gd name="csX21" fmla="*/ 65043 w 240635"/>
                <a:gd name="csY21" fmla="*/ 6579 h 79973"/>
                <a:gd name="csX22" fmla="*/ 40905 w 240635"/>
                <a:gd name="csY22" fmla="*/ 76391 h 79973"/>
                <a:gd name="csX23" fmla="*/ 34979 w 240635"/>
                <a:gd name="csY23" fmla="*/ 63882 h 79973"/>
                <a:gd name="csX24" fmla="*/ 47608 w 240635"/>
                <a:gd name="csY24" fmla="*/ 27579 h 79973"/>
                <a:gd name="csX25" fmla="*/ 22463 w 240635"/>
                <a:gd name="csY25" fmla="*/ 27579 h 79973"/>
                <a:gd name="csX26" fmla="*/ 34979 w 240635"/>
                <a:gd name="csY26" fmla="*/ 63882 h 79973"/>
                <a:gd name="csX27" fmla="*/ 106179 w 240635"/>
                <a:gd name="csY27" fmla="*/ 73486 h 79973"/>
                <a:gd name="csX28" fmla="*/ 102940 w 240635"/>
                <a:gd name="csY28" fmla="*/ 74937 h 79973"/>
                <a:gd name="csX29" fmla="*/ 83941 w 240635"/>
                <a:gd name="csY29" fmla="*/ 74937 h 79973"/>
                <a:gd name="csX30" fmla="*/ 83941 w 240635"/>
                <a:gd name="csY30" fmla="*/ 71475 h 79973"/>
                <a:gd name="csX31" fmla="*/ 87181 w 240635"/>
                <a:gd name="csY31" fmla="*/ 71475 h 79973"/>
                <a:gd name="csX32" fmla="*/ 92769 w 240635"/>
                <a:gd name="csY32" fmla="*/ 71251 h 79973"/>
                <a:gd name="csX33" fmla="*/ 95451 w 240635"/>
                <a:gd name="csY33" fmla="*/ 68682 h 79973"/>
                <a:gd name="csX34" fmla="*/ 95451 w 240635"/>
                <a:gd name="csY34" fmla="*/ 10377 h 79973"/>
                <a:gd name="csX35" fmla="*/ 83941 w 240635"/>
                <a:gd name="csY35" fmla="*/ 2111 h 79973"/>
                <a:gd name="csX36" fmla="*/ 83941 w 240635"/>
                <a:gd name="csY36" fmla="*/ -1351 h 79973"/>
                <a:gd name="csX37" fmla="*/ 97015 w 240635"/>
                <a:gd name="csY37" fmla="*/ -1015 h 79973"/>
                <a:gd name="csX38" fmla="*/ 110092 w 240635"/>
                <a:gd name="csY38" fmla="*/ -1351 h 79973"/>
                <a:gd name="csX39" fmla="*/ 110092 w 240635"/>
                <a:gd name="csY39" fmla="*/ 2111 h 79973"/>
                <a:gd name="csX40" fmla="*/ 98582 w 240635"/>
                <a:gd name="csY40" fmla="*/ 10377 h 79973"/>
                <a:gd name="csX41" fmla="*/ 98582 w 240635"/>
                <a:gd name="csY41" fmla="*/ 68458 h 79973"/>
                <a:gd name="csX42" fmla="*/ 99697 w 240635"/>
                <a:gd name="csY42" fmla="*/ 67119 h 79973"/>
                <a:gd name="csX43" fmla="*/ 145297 w 240635"/>
                <a:gd name="csY43" fmla="*/ 100 h 79973"/>
                <a:gd name="csX44" fmla="*/ 147196 w 240635"/>
                <a:gd name="csY44" fmla="*/ -1351 h 79973"/>
                <a:gd name="csX45" fmla="*/ 148760 w 240635"/>
                <a:gd name="csY45" fmla="*/ 1554 h 79973"/>
                <a:gd name="csX46" fmla="*/ 148760 w 240635"/>
                <a:gd name="csY46" fmla="*/ 63208 h 79973"/>
                <a:gd name="csX47" fmla="*/ 160270 w 240635"/>
                <a:gd name="csY47" fmla="*/ 71475 h 79973"/>
                <a:gd name="csX48" fmla="*/ 160270 w 240635"/>
                <a:gd name="csY48" fmla="*/ 74937 h 79973"/>
                <a:gd name="csX49" fmla="*/ 147196 w 240635"/>
                <a:gd name="csY49" fmla="*/ 74604 h 79973"/>
                <a:gd name="csX50" fmla="*/ 134119 w 240635"/>
                <a:gd name="csY50" fmla="*/ 74937 h 79973"/>
                <a:gd name="csX51" fmla="*/ 134119 w 240635"/>
                <a:gd name="csY51" fmla="*/ 71475 h 79973"/>
                <a:gd name="csX52" fmla="*/ 145629 w 240635"/>
                <a:gd name="csY52" fmla="*/ 63208 h 79973"/>
                <a:gd name="csX53" fmla="*/ 145629 w 240635"/>
                <a:gd name="csY53" fmla="*/ 15514 h 79973"/>
                <a:gd name="csX54" fmla="*/ 106179 w 240635"/>
                <a:gd name="csY54" fmla="*/ 73486 h 79973"/>
                <a:gd name="csX55" fmla="*/ 238510 w 240635"/>
                <a:gd name="csY55" fmla="*/ 74268 h 79973"/>
                <a:gd name="csX56" fmla="*/ 170227 w 240635"/>
                <a:gd name="csY56" fmla="*/ 74268 h 79973"/>
                <a:gd name="csX57" fmla="*/ 168106 w 240635"/>
                <a:gd name="csY57" fmla="*/ 49137 h 79973"/>
                <a:gd name="csX58" fmla="*/ 170897 w 240635"/>
                <a:gd name="csY58" fmla="*/ 49137 h 79973"/>
                <a:gd name="csX59" fmla="*/ 191015 w 240635"/>
                <a:gd name="csY59" fmla="*/ 70806 h 79973"/>
                <a:gd name="csX60" fmla="*/ 197049 w 240635"/>
                <a:gd name="csY60" fmla="*/ 70581 h 79973"/>
                <a:gd name="csX61" fmla="*/ 199397 w 240635"/>
                <a:gd name="csY61" fmla="*/ 66338 h 79973"/>
                <a:gd name="csX62" fmla="*/ 199397 w 240635"/>
                <a:gd name="csY62" fmla="*/ 7473 h 79973"/>
                <a:gd name="csX63" fmla="*/ 187663 w 240635"/>
                <a:gd name="csY63" fmla="*/ 2111 h 79973"/>
                <a:gd name="csX64" fmla="*/ 183193 w 240635"/>
                <a:gd name="csY64" fmla="*/ 2111 h 79973"/>
                <a:gd name="csX65" fmla="*/ 183193 w 240635"/>
                <a:gd name="csY65" fmla="*/ -1351 h 79973"/>
                <a:gd name="csX66" fmla="*/ 204313 w 240635"/>
                <a:gd name="csY66" fmla="*/ -1015 h 79973"/>
                <a:gd name="csX67" fmla="*/ 225549 w 240635"/>
                <a:gd name="csY67" fmla="*/ -1351 h 79973"/>
                <a:gd name="csX68" fmla="*/ 225549 w 240635"/>
                <a:gd name="csY68" fmla="*/ 2111 h 79973"/>
                <a:gd name="csX69" fmla="*/ 221078 w 240635"/>
                <a:gd name="csY69" fmla="*/ 2111 h 79973"/>
                <a:gd name="csX70" fmla="*/ 209344 w 240635"/>
                <a:gd name="csY70" fmla="*/ 7473 h 79973"/>
                <a:gd name="csX71" fmla="*/ 209344 w 240635"/>
                <a:gd name="csY71" fmla="*/ 66338 h 79973"/>
                <a:gd name="csX72" fmla="*/ 211357 w 240635"/>
                <a:gd name="csY72" fmla="*/ 70581 h 79973"/>
                <a:gd name="csX73" fmla="*/ 217724 w 240635"/>
                <a:gd name="csY73" fmla="*/ 70806 h 79973"/>
                <a:gd name="csX74" fmla="*/ 237841 w 240635"/>
                <a:gd name="csY74" fmla="*/ 49137 h 79973"/>
                <a:gd name="csX75" fmla="*/ 240635 w 240635"/>
                <a:gd name="csY75" fmla="*/ 49137 h 79973"/>
                <a:gd name="csX76" fmla="*/ 238510 w 240635"/>
                <a:gd name="csY76" fmla="*/ 74268 h 799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240635" h="79973">
                  <a:moveTo>
                    <a:pt x="40905" y="76391"/>
                  </a:moveTo>
                  <a:cubicBezTo>
                    <a:pt x="40343" y="77842"/>
                    <a:pt x="40119" y="78623"/>
                    <a:pt x="38331" y="78623"/>
                  </a:cubicBezTo>
                  <a:cubicBezTo>
                    <a:pt x="36543" y="78623"/>
                    <a:pt x="36210" y="77954"/>
                    <a:pt x="35649" y="76391"/>
                  </a:cubicBezTo>
                  <a:lnTo>
                    <a:pt x="12517" y="9596"/>
                  </a:lnTo>
                  <a:cubicBezTo>
                    <a:pt x="10504" y="3898"/>
                    <a:pt x="6034" y="2223"/>
                    <a:pt x="0" y="2111"/>
                  </a:cubicBezTo>
                  <a:lnTo>
                    <a:pt x="0" y="-1351"/>
                  </a:lnTo>
                  <a:cubicBezTo>
                    <a:pt x="2570" y="-1239"/>
                    <a:pt x="7377" y="-1015"/>
                    <a:pt x="11398" y="-1015"/>
                  </a:cubicBezTo>
                  <a:cubicBezTo>
                    <a:pt x="14866" y="-1015"/>
                    <a:pt x="20675" y="-1239"/>
                    <a:pt x="24251" y="-1351"/>
                  </a:cubicBezTo>
                  <a:lnTo>
                    <a:pt x="24251" y="2111"/>
                  </a:lnTo>
                  <a:cubicBezTo>
                    <a:pt x="18662" y="2111"/>
                    <a:pt x="15868" y="4904"/>
                    <a:pt x="15868" y="7809"/>
                  </a:cubicBezTo>
                  <a:cubicBezTo>
                    <a:pt x="15868" y="8142"/>
                    <a:pt x="15980" y="9260"/>
                    <a:pt x="16092" y="9484"/>
                  </a:cubicBezTo>
                  <a:lnTo>
                    <a:pt x="21232" y="24117"/>
                  </a:lnTo>
                  <a:lnTo>
                    <a:pt x="48839" y="24117"/>
                  </a:lnTo>
                  <a:lnTo>
                    <a:pt x="54760" y="7027"/>
                  </a:lnTo>
                  <a:cubicBezTo>
                    <a:pt x="54872" y="6579"/>
                    <a:pt x="55097" y="5909"/>
                    <a:pt x="55097" y="5461"/>
                  </a:cubicBezTo>
                  <a:cubicBezTo>
                    <a:pt x="55097" y="2111"/>
                    <a:pt x="48839" y="2111"/>
                    <a:pt x="45820" y="2111"/>
                  </a:cubicBezTo>
                  <a:lnTo>
                    <a:pt x="45820" y="-1351"/>
                  </a:lnTo>
                  <a:cubicBezTo>
                    <a:pt x="49845" y="-1015"/>
                    <a:pt x="57667" y="-1015"/>
                    <a:pt x="61913" y="-1015"/>
                  </a:cubicBezTo>
                  <a:cubicBezTo>
                    <a:pt x="66719" y="-1015"/>
                    <a:pt x="71859" y="-1127"/>
                    <a:pt x="76554" y="-1351"/>
                  </a:cubicBezTo>
                  <a:lnTo>
                    <a:pt x="76554" y="2111"/>
                  </a:lnTo>
                  <a:lnTo>
                    <a:pt x="74541" y="2111"/>
                  </a:lnTo>
                  <a:cubicBezTo>
                    <a:pt x="67838" y="2111"/>
                    <a:pt x="66270" y="2893"/>
                    <a:pt x="65043" y="6579"/>
                  </a:cubicBezTo>
                  <a:lnTo>
                    <a:pt x="40905" y="76391"/>
                  </a:lnTo>
                  <a:close/>
                  <a:moveTo>
                    <a:pt x="34979" y="63882"/>
                  </a:moveTo>
                  <a:lnTo>
                    <a:pt x="47608" y="27579"/>
                  </a:lnTo>
                  <a:lnTo>
                    <a:pt x="22463" y="27579"/>
                  </a:lnTo>
                  <a:lnTo>
                    <a:pt x="34979" y="63882"/>
                  </a:lnTo>
                  <a:close/>
                  <a:moveTo>
                    <a:pt x="106179" y="73486"/>
                  </a:moveTo>
                  <a:cubicBezTo>
                    <a:pt x="105173" y="74825"/>
                    <a:pt x="105061" y="74937"/>
                    <a:pt x="102940" y="74937"/>
                  </a:cubicBezTo>
                  <a:lnTo>
                    <a:pt x="83941" y="74937"/>
                  </a:lnTo>
                  <a:lnTo>
                    <a:pt x="83941" y="71475"/>
                  </a:lnTo>
                  <a:lnTo>
                    <a:pt x="87181" y="71475"/>
                  </a:lnTo>
                  <a:cubicBezTo>
                    <a:pt x="88856" y="71475"/>
                    <a:pt x="91093" y="71363"/>
                    <a:pt x="92769" y="71251"/>
                  </a:cubicBezTo>
                  <a:cubicBezTo>
                    <a:pt x="95339" y="70917"/>
                    <a:pt x="95451" y="70806"/>
                    <a:pt x="95451" y="68682"/>
                  </a:cubicBezTo>
                  <a:lnTo>
                    <a:pt x="95451" y="10377"/>
                  </a:lnTo>
                  <a:cubicBezTo>
                    <a:pt x="95451" y="7360"/>
                    <a:pt x="95451" y="2111"/>
                    <a:pt x="83941" y="2111"/>
                  </a:cubicBezTo>
                  <a:lnTo>
                    <a:pt x="83941" y="-1351"/>
                  </a:lnTo>
                  <a:cubicBezTo>
                    <a:pt x="87854" y="-1239"/>
                    <a:pt x="93326" y="-1015"/>
                    <a:pt x="97015" y="-1015"/>
                  </a:cubicBezTo>
                  <a:cubicBezTo>
                    <a:pt x="100703" y="-1015"/>
                    <a:pt x="106179" y="-1239"/>
                    <a:pt x="110092" y="-1351"/>
                  </a:cubicBezTo>
                  <a:lnTo>
                    <a:pt x="110092" y="2111"/>
                  </a:lnTo>
                  <a:cubicBezTo>
                    <a:pt x="98582" y="2111"/>
                    <a:pt x="98582" y="7360"/>
                    <a:pt x="98582" y="10377"/>
                  </a:cubicBezTo>
                  <a:lnTo>
                    <a:pt x="98582" y="68458"/>
                  </a:lnTo>
                  <a:cubicBezTo>
                    <a:pt x="99139" y="67901"/>
                    <a:pt x="99252" y="67788"/>
                    <a:pt x="99697" y="67119"/>
                  </a:cubicBezTo>
                  <a:lnTo>
                    <a:pt x="145297" y="100"/>
                  </a:lnTo>
                  <a:cubicBezTo>
                    <a:pt x="146302" y="-1239"/>
                    <a:pt x="146414" y="-1351"/>
                    <a:pt x="147196" y="-1351"/>
                  </a:cubicBezTo>
                  <a:cubicBezTo>
                    <a:pt x="148760" y="-1351"/>
                    <a:pt x="148760" y="-570"/>
                    <a:pt x="148760" y="1554"/>
                  </a:cubicBezTo>
                  <a:lnTo>
                    <a:pt x="148760" y="63208"/>
                  </a:lnTo>
                  <a:cubicBezTo>
                    <a:pt x="148760" y="66226"/>
                    <a:pt x="148760" y="71475"/>
                    <a:pt x="160270" y="71475"/>
                  </a:cubicBezTo>
                  <a:lnTo>
                    <a:pt x="160270" y="74937"/>
                  </a:lnTo>
                  <a:cubicBezTo>
                    <a:pt x="156357" y="74825"/>
                    <a:pt x="150885" y="74604"/>
                    <a:pt x="147196" y="74604"/>
                  </a:cubicBezTo>
                  <a:cubicBezTo>
                    <a:pt x="143508" y="74604"/>
                    <a:pt x="138032" y="74825"/>
                    <a:pt x="134119" y="74937"/>
                  </a:cubicBezTo>
                  <a:lnTo>
                    <a:pt x="134119" y="71475"/>
                  </a:lnTo>
                  <a:cubicBezTo>
                    <a:pt x="145629" y="71475"/>
                    <a:pt x="145629" y="66226"/>
                    <a:pt x="145629" y="63208"/>
                  </a:cubicBezTo>
                  <a:lnTo>
                    <a:pt x="145629" y="15514"/>
                  </a:lnTo>
                  <a:lnTo>
                    <a:pt x="106179" y="73486"/>
                  </a:lnTo>
                  <a:close/>
                  <a:moveTo>
                    <a:pt x="238510" y="74268"/>
                  </a:moveTo>
                  <a:lnTo>
                    <a:pt x="170227" y="74268"/>
                  </a:lnTo>
                  <a:lnTo>
                    <a:pt x="168106" y="49137"/>
                  </a:lnTo>
                  <a:lnTo>
                    <a:pt x="170897" y="49137"/>
                  </a:lnTo>
                  <a:cubicBezTo>
                    <a:pt x="172464" y="67119"/>
                    <a:pt x="174140" y="70806"/>
                    <a:pt x="191015" y="70806"/>
                  </a:cubicBezTo>
                  <a:cubicBezTo>
                    <a:pt x="193026" y="70806"/>
                    <a:pt x="195934" y="70806"/>
                    <a:pt x="197049" y="70581"/>
                  </a:cubicBezTo>
                  <a:cubicBezTo>
                    <a:pt x="199397" y="70137"/>
                    <a:pt x="199397" y="68907"/>
                    <a:pt x="199397" y="66338"/>
                  </a:cubicBezTo>
                  <a:lnTo>
                    <a:pt x="199397" y="7473"/>
                  </a:lnTo>
                  <a:cubicBezTo>
                    <a:pt x="199397" y="3674"/>
                    <a:pt x="199397" y="2111"/>
                    <a:pt x="187663" y="2111"/>
                  </a:cubicBezTo>
                  <a:lnTo>
                    <a:pt x="183193" y="2111"/>
                  </a:lnTo>
                  <a:lnTo>
                    <a:pt x="183193" y="-1351"/>
                  </a:lnTo>
                  <a:cubicBezTo>
                    <a:pt x="187775" y="-1015"/>
                    <a:pt x="199173" y="-1015"/>
                    <a:pt x="204313" y="-1015"/>
                  </a:cubicBezTo>
                  <a:cubicBezTo>
                    <a:pt x="209456" y="-1015"/>
                    <a:pt x="220966" y="-1015"/>
                    <a:pt x="225549" y="-1351"/>
                  </a:cubicBezTo>
                  <a:lnTo>
                    <a:pt x="225549" y="2111"/>
                  </a:lnTo>
                  <a:lnTo>
                    <a:pt x="221078" y="2111"/>
                  </a:lnTo>
                  <a:cubicBezTo>
                    <a:pt x="209344" y="2111"/>
                    <a:pt x="209344" y="3674"/>
                    <a:pt x="209344" y="7473"/>
                  </a:cubicBezTo>
                  <a:lnTo>
                    <a:pt x="209344" y="66338"/>
                  </a:lnTo>
                  <a:cubicBezTo>
                    <a:pt x="209344" y="68570"/>
                    <a:pt x="209344" y="70137"/>
                    <a:pt x="211357" y="70581"/>
                  </a:cubicBezTo>
                  <a:cubicBezTo>
                    <a:pt x="212584" y="70806"/>
                    <a:pt x="215602" y="70806"/>
                    <a:pt x="217724" y="70806"/>
                  </a:cubicBezTo>
                  <a:cubicBezTo>
                    <a:pt x="234602" y="70806"/>
                    <a:pt x="236277" y="67119"/>
                    <a:pt x="237841" y="49137"/>
                  </a:cubicBezTo>
                  <a:lnTo>
                    <a:pt x="240635" y="49137"/>
                  </a:lnTo>
                  <a:lnTo>
                    <a:pt x="238510" y="74268"/>
                  </a:lnTo>
                  <a:close/>
                </a:path>
              </a:pathLst>
            </a:custGeom>
            <a:solidFill>
              <a:srgbClr val="000000"/>
            </a:solidFill>
            <a:ln w="25400" cap="flat">
              <a:noFill/>
              <a:prstDash val="solid"/>
              <a:miter/>
            </a:ln>
          </p:spPr>
          <p:txBody>
            <a:bodyPr/>
            <a:lstStyle/>
            <a:p>
              <a:endParaRPr lang="en-GB"/>
            </a:p>
          </p:txBody>
        </p:sp>
        <p:sp>
          <p:nvSpPr>
            <p:cNvPr id="2388" name="Freeform: Shape 2387">
              <a:extLst>
                <a:ext uri="{FF2B5EF4-FFF2-40B4-BE49-F238E27FC236}">
                  <a16:creationId xmlns:a16="http://schemas.microsoft.com/office/drawing/2014/main" id="{0388F5D7-6418-85DC-6F75-B22F3B50A8E7}"/>
                </a:ext>
              </a:extLst>
            </p:cNvPr>
            <p:cNvSpPr/>
            <p:nvPr>
              <p:custDataLst>
                <p:tags r:id="rId83"/>
              </p:custDataLst>
            </p:nvPr>
          </p:nvSpPr>
          <p:spPr>
            <a:xfrm flipV="1">
              <a:off x="9906261"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389" name="Freeform: Shape 2388">
              <a:extLst>
                <a:ext uri="{FF2B5EF4-FFF2-40B4-BE49-F238E27FC236}">
                  <a16:creationId xmlns:a16="http://schemas.microsoft.com/office/drawing/2014/main" id="{6235A9EF-66ED-EAE4-7F6F-BF91E00476CD}"/>
                </a:ext>
              </a:extLst>
            </p:cNvPr>
            <p:cNvSpPr/>
            <p:nvPr>
              <p:custDataLst>
                <p:tags r:id="rId84"/>
              </p:custDataLst>
            </p:nvPr>
          </p:nvSpPr>
          <p:spPr>
            <a:xfrm flipV="1">
              <a:off x="9950355" y="-4599466"/>
              <a:ext cx="155689" cy="81204"/>
            </a:xfrm>
            <a:custGeom>
              <a:avLst/>
              <a:gdLst>
                <a:gd name="csX0" fmla="*/ 20783 w 155689"/>
                <a:gd name="csY0" fmla="*/ 41989 h 81204"/>
                <a:gd name="csX1" fmla="*/ 20783 w 155689"/>
                <a:gd name="csY1" fmla="*/ 69465 h 81204"/>
                <a:gd name="csX2" fmla="*/ 26260 w 155689"/>
                <a:gd name="csY2" fmla="*/ 73932 h 81204"/>
                <a:gd name="csX3" fmla="*/ 40119 w 155689"/>
                <a:gd name="csY3" fmla="*/ 73932 h 81204"/>
                <a:gd name="csX4" fmla="*/ 54872 w 155689"/>
                <a:gd name="csY4" fmla="*/ 58518 h 81204"/>
                <a:gd name="csX5" fmla="*/ 36988 w 155689"/>
                <a:gd name="csY5" fmla="*/ 41989 h 81204"/>
                <a:gd name="csX6" fmla="*/ 20783 w 155689"/>
                <a:gd name="csY6" fmla="*/ 41989 h 81204"/>
                <a:gd name="csX7" fmla="*/ 47159 w 155689"/>
                <a:gd name="csY7" fmla="*/ 40983 h 81204"/>
                <a:gd name="csX8" fmla="*/ 65713 w 155689"/>
                <a:gd name="csY8" fmla="*/ 58518 h 81204"/>
                <a:gd name="csX9" fmla="*/ 40901 w 155689"/>
                <a:gd name="csY9" fmla="*/ 77394 h 81204"/>
                <a:gd name="csX10" fmla="*/ 0 w 155689"/>
                <a:gd name="csY10" fmla="*/ 77394 h 81204"/>
                <a:gd name="csX11" fmla="*/ 0 w 155689"/>
                <a:gd name="csY11" fmla="*/ 73932 h 81204"/>
                <a:gd name="csX12" fmla="*/ 2682 w 155689"/>
                <a:gd name="csY12" fmla="*/ 73932 h 81204"/>
                <a:gd name="csX13" fmla="*/ 11510 w 155689"/>
                <a:gd name="csY13" fmla="*/ 68683 h 81204"/>
                <a:gd name="csX14" fmla="*/ 11510 w 155689"/>
                <a:gd name="csY14" fmla="*/ 9818 h 81204"/>
                <a:gd name="csX15" fmla="*/ 2682 w 155689"/>
                <a:gd name="csY15" fmla="*/ 4568 h 81204"/>
                <a:gd name="csX16" fmla="*/ 0 w 155689"/>
                <a:gd name="csY16" fmla="*/ 4568 h 81204"/>
                <a:gd name="csX17" fmla="*/ 0 w 155689"/>
                <a:gd name="csY17" fmla="*/ 1107 h 81204"/>
                <a:gd name="csX18" fmla="*/ 43807 w 155689"/>
                <a:gd name="csY18" fmla="*/ 1107 h 81204"/>
                <a:gd name="csX19" fmla="*/ 68728 w 155689"/>
                <a:gd name="csY19" fmla="*/ 21546 h 81204"/>
                <a:gd name="csX20" fmla="*/ 47159 w 155689"/>
                <a:gd name="csY20" fmla="*/ 40983 h 81204"/>
                <a:gd name="csX21" fmla="*/ 40231 w 155689"/>
                <a:gd name="csY21" fmla="*/ 4568 h 81204"/>
                <a:gd name="csX22" fmla="*/ 26260 w 155689"/>
                <a:gd name="csY22" fmla="*/ 4568 h 81204"/>
                <a:gd name="csX23" fmla="*/ 20783 w 155689"/>
                <a:gd name="csY23" fmla="*/ 9036 h 81204"/>
                <a:gd name="csX24" fmla="*/ 20783 w 155689"/>
                <a:gd name="csY24" fmla="*/ 39529 h 81204"/>
                <a:gd name="csX25" fmla="*/ 41795 w 155689"/>
                <a:gd name="csY25" fmla="*/ 39529 h 81204"/>
                <a:gd name="csX26" fmla="*/ 57554 w 155689"/>
                <a:gd name="csY26" fmla="*/ 21658 h 81204"/>
                <a:gd name="csX27" fmla="*/ 40231 w 155689"/>
                <a:gd name="csY27" fmla="*/ 4568 h 81204"/>
                <a:gd name="csX28" fmla="*/ 155689 w 155689"/>
                <a:gd name="csY28" fmla="*/ 38972 h 81204"/>
                <a:gd name="csX29" fmla="*/ 118473 w 155689"/>
                <a:gd name="csY29" fmla="*/ 79854 h 81204"/>
                <a:gd name="csX30" fmla="*/ 81368 w 155689"/>
                <a:gd name="csY30" fmla="*/ 38972 h 81204"/>
                <a:gd name="csX31" fmla="*/ 118473 w 155689"/>
                <a:gd name="csY31" fmla="*/ -1350 h 81204"/>
                <a:gd name="csX32" fmla="*/ 155689 w 155689"/>
                <a:gd name="csY32" fmla="*/ 38972 h 81204"/>
                <a:gd name="csX33" fmla="*/ 118585 w 155689"/>
                <a:gd name="csY33" fmla="*/ 1555 h 81204"/>
                <a:gd name="csX34" fmla="*/ 92878 w 155689"/>
                <a:gd name="csY34" fmla="*/ 40535 h 81204"/>
                <a:gd name="csX35" fmla="*/ 118473 w 155689"/>
                <a:gd name="csY35" fmla="*/ 77062 h 81204"/>
                <a:gd name="csX36" fmla="*/ 144175 w 155689"/>
                <a:gd name="csY36" fmla="*/ 40535 h 81204"/>
                <a:gd name="csX37" fmla="*/ 118585 w 155689"/>
                <a:gd name="csY37" fmla="*/ 1555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55689" h="81204">
                  <a:moveTo>
                    <a:pt x="20783" y="41989"/>
                  </a:moveTo>
                  <a:lnTo>
                    <a:pt x="20783" y="69465"/>
                  </a:lnTo>
                  <a:cubicBezTo>
                    <a:pt x="20783" y="73151"/>
                    <a:pt x="21008" y="73932"/>
                    <a:pt x="26260" y="73932"/>
                  </a:cubicBezTo>
                  <a:lnTo>
                    <a:pt x="40119" y="73932"/>
                  </a:lnTo>
                  <a:cubicBezTo>
                    <a:pt x="50960" y="73932"/>
                    <a:pt x="54872" y="64439"/>
                    <a:pt x="54872" y="58518"/>
                  </a:cubicBezTo>
                  <a:cubicBezTo>
                    <a:pt x="54872" y="51369"/>
                    <a:pt x="49396" y="41989"/>
                    <a:pt x="36988" y="41989"/>
                  </a:cubicBezTo>
                  <a:lnTo>
                    <a:pt x="20783" y="41989"/>
                  </a:lnTo>
                  <a:close/>
                  <a:moveTo>
                    <a:pt x="47159" y="40983"/>
                  </a:moveTo>
                  <a:cubicBezTo>
                    <a:pt x="58000" y="43103"/>
                    <a:pt x="65713" y="50252"/>
                    <a:pt x="65713" y="58518"/>
                  </a:cubicBezTo>
                  <a:cubicBezTo>
                    <a:pt x="65713" y="68234"/>
                    <a:pt x="55430" y="77394"/>
                    <a:pt x="40901" y="77394"/>
                  </a:cubicBezTo>
                  <a:lnTo>
                    <a:pt x="0" y="77394"/>
                  </a:lnTo>
                  <a:lnTo>
                    <a:pt x="0" y="73932"/>
                  </a:lnTo>
                  <a:lnTo>
                    <a:pt x="2682" y="73932"/>
                  </a:lnTo>
                  <a:cubicBezTo>
                    <a:pt x="11286" y="73932"/>
                    <a:pt x="11510" y="72702"/>
                    <a:pt x="11510" y="68683"/>
                  </a:cubicBezTo>
                  <a:lnTo>
                    <a:pt x="11510" y="9818"/>
                  </a:lnTo>
                  <a:cubicBezTo>
                    <a:pt x="11510" y="5798"/>
                    <a:pt x="11286" y="4568"/>
                    <a:pt x="2682" y="4568"/>
                  </a:cubicBezTo>
                  <a:lnTo>
                    <a:pt x="0" y="4568"/>
                  </a:lnTo>
                  <a:lnTo>
                    <a:pt x="0" y="1107"/>
                  </a:lnTo>
                  <a:lnTo>
                    <a:pt x="43807" y="1107"/>
                  </a:lnTo>
                  <a:cubicBezTo>
                    <a:pt x="58670" y="1107"/>
                    <a:pt x="68728" y="11047"/>
                    <a:pt x="68728" y="21546"/>
                  </a:cubicBezTo>
                  <a:cubicBezTo>
                    <a:pt x="68728" y="31262"/>
                    <a:pt x="59564" y="39641"/>
                    <a:pt x="47159" y="40983"/>
                  </a:cubicBezTo>
                  <a:close/>
                  <a:moveTo>
                    <a:pt x="40231" y="4568"/>
                  </a:moveTo>
                  <a:lnTo>
                    <a:pt x="26260" y="4568"/>
                  </a:lnTo>
                  <a:cubicBezTo>
                    <a:pt x="21008" y="4568"/>
                    <a:pt x="20783" y="5350"/>
                    <a:pt x="20783" y="9036"/>
                  </a:cubicBezTo>
                  <a:lnTo>
                    <a:pt x="20783" y="39529"/>
                  </a:lnTo>
                  <a:lnTo>
                    <a:pt x="41795" y="39529"/>
                  </a:lnTo>
                  <a:cubicBezTo>
                    <a:pt x="52860" y="39529"/>
                    <a:pt x="57554" y="29143"/>
                    <a:pt x="57554" y="21658"/>
                  </a:cubicBezTo>
                  <a:cubicBezTo>
                    <a:pt x="57554" y="13728"/>
                    <a:pt x="51742" y="4568"/>
                    <a:pt x="40231" y="4568"/>
                  </a:cubicBezTo>
                  <a:close/>
                  <a:moveTo>
                    <a:pt x="155689" y="38972"/>
                  </a:moveTo>
                  <a:cubicBezTo>
                    <a:pt x="155689" y="61759"/>
                    <a:pt x="138811" y="79854"/>
                    <a:pt x="118473" y="79854"/>
                  </a:cubicBezTo>
                  <a:cubicBezTo>
                    <a:pt x="98467" y="79854"/>
                    <a:pt x="81368" y="61980"/>
                    <a:pt x="81368" y="38972"/>
                  </a:cubicBezTo>
                  <a:cubicBezTo>
                    <a:pt x="81368" y="16072"/>
                    <a:pt x="98579" y="-1350"/>
                    <a:pt x="118473" y="-1350"/>
                  </a:cubicBezTo>
                  <a:cubicBezTo>
                    <a:pt x="138811" y="-1350"/>
                    <a:pt x="155689" y="16409"/>
                    <a:pt x="155689" y="38972"/>
                  </a:cubicBezTo>
                  <a:close/>
                  <a:moveTo>
                    <a:pt x="118585" y="1555"/>
                  </a:moveTo>
                  <a:cubicBezTo>
                    <a:pt x="107856" y="1555"/>
                    <a:pt x="92878" y="11384"/>
                    <a:pt x="92878" y="40535"/>
                  </a:cubicBezTo>
                  <a:cubicBezTo>
                    <a:pt x="92878" y="69465"/>
                    <a:pt x="109195" y="77062"/>
                    <a:pt x="118473" y="77062"/>
                  </a:cubicBezTo>
                  <a:cubicBezTo>
                    <a:pt x="128194" y="77062"/>
                    <a:pt x="144175" y="69128"/>
                    <a:pt x="144175" y="40535"/>
                  </a:cubicBezTo>
                  <a:cubicBezTo>
                    <a:pt x="144175" y="10935"/>
                    <a:pt x="128864" y="1555"/>
                    <a:pt x="118585" y="1555"/>
                  </a:cubicBezTo>
                  <a:close/>
                </a:path>
              </a:pathLst>
            </a:custGeom>
            <a:solidFill>
              <a:srgbClr val="000000"/>
            </a:solidFill>
            <a:ln w="25400" cap="flat">
              <a:noFill/>
              <a:prstDash val="solid"/>
              <a:miter/>
            </a:ln>
          </p:spPr>
          <p:txBody>
            <a:bodyPr/>
            <a:lstStyle/>
            <a:p>
              <a:endParaRPr lang="en-GB"/>
            </a:p>
          </p:txBody>
        </p:sp>
        <p:sp>
          <p:nvSpPr>
            <p:cNvPr id="2390" name="Freeform: Shape 2389">
              <a:extLst>
                <a:ext uri="{FF2B5EF4-FFF2-40B4-BE49-F238E27FC236}">
                  <a16:creationId xmlns:a16="http://schemas.microsoft.com/office/drawing/2014/main" id="{E3B8B571-2680-0E3F-4237-790605CE0E6A}"/>
                </a:ext>
              </a:extLst>
            </p:cNvPr>
            <p:cNvSpPr/>
            <p:nvPr>
              <p:custDataLst>
                <p:tags r:id="rId85"/>
              </p:custDataLst>
            </p:nvPr>
          </p:nvSpPr>
          <p:spPr>
            <a:xfrm flipV="1">
              <a:off x="10110464" y="-4597006"/>
              <a:ext cx="81245" cy="76287"/>
            </a:xfrm>
            <a:custGeom>
              <a:avLst/>
              <a:gdLst>
                <a:gd name="csX0" fmla="*/ 66941 w 81245"/>
                <a:gd name="csY0" fmla="*/ 64215 h 76287"/>
                <a:gd name="csX1" fmla="*/ 81245 w 81245"/>
                <a:gd name="csY1" fmla="*/ 71475 h 76287"/>
                <a:gd name="csX2" fmla="*/ 81245 w 81245"/>
                <a:gd name="csY2" fmla="*/ 74937 h 76287"/>
                <a:gd name="csX3" fmla="*/ 70297 w 81245"/>
                <a:gd name="csY3" fmla="*/ 74605 h 76287"/>
                <a:gd name="csX4" fmla="*/ 57442 w 81245"/>
                <a:gd name="csY4" fmla="*/ 74937 h 76287"/>
                <a:gd name="csX5" fmla="*/ 57442 w 81245"/>
                <a:gd name="csY5" fmla="*/ 71475 h 76287"/>
                <a:gd name="csX6" fmla="*/ 63813 w 81245"/>
                <a:gd name="csY6" fmla="*/ 67119 h 76287"/>
                <a:gd name="csX7" fmla="*/ 62695 w 81245"/>
                <a:gd name="csY7" fmla="*/ 63770 h 76287"/>
                <a:gd name="csX8" fmla="*/ 44253 w 81245"/>
                <a:gd name="csY8" fmla="*/ 33834 h 76287"/>
                <a:gd name="csX9" fmla="*/ 24027 w 81245"/>
                <a:gd name="csY9" fmla="*/ 66783 h 76287"/>
                <a:gd name="csX10" fmla="*/ 23245 w 81245"/>
                <a:gd name="csY10" fmla="*/ 68683 h 76287"/>
                <a:gd name="csX11" fmla="*/ 31067 w 81245"/>
                <a:gd name="csY11" fmla="*/ 71475 h 76287"/>
                <a:gd name="csX12" fmla="*/ 31067 w 81245"/>
                <a:gd name="csY12" fmla="*/ 74937 h 76287"/>
                <a:gd name="csX13" fmla="*/ 14529 w 81245"/>
                <a:gd name="csY13" fmla="*/ 74605 h 76287"/>
                <a:gd name="csX14" fmla="*/ 0 w 81245"/>
                <a:gd name="csY14" fmla="*/ 74937 h 76287"/>
                <a:gd name="csX15" fmla="*/ 0 w 81245"/>
                <a:gd name="csY15" fmla="*/ 71475 h 76287"/>
                <a:gd name="csX16" fmla="*/ 2009 w 81245"/>
                <a:gd name="csY16" fmla="*/ 71475 h 76287"/>
                <a:gd name="csX17" fmla="*/ 12293 w 81245"/>
                <a:gd name="csY17" fmla="*/ 67344 h 76287"/>
                <a:gd name="csX18" fmla="*/ 35761 w 81245"/>
                <a:gd name="csY18" fmla="*/ 29142 h 76287"/>
                <a:gd name="csX19" fmla="*/ 35761 w 81245"/>
                <a:gd name="csY19" fmla="*/ 7361 h 76287"/>
                <a:gd name="csX20" fmla="*/ 26934 w 81245"/>
                <a:gd name="csY20" fmla="*/ 2111 h 76287"/>
                <a:gd name="csX21" fmla="*/ 24252 w 81245"/>
                <a:gd name="csY21" fmla="*/ 2111 h 76287"/>
                <a:gd name="csX22" fmla="*/ 24252 w 81245"/>
                <a:gd name="csY22" fmla="*/ -1350 h 76287"/>
                <a:gd name="csX23" fmla="*/ 40569 w 81245"/>
                <a:gd name="csY23" fmla="*/ -1014 h 76287"/>
                <a:gd name="csX24" fmla="*/ 56882 w 81245"/>
                <a:gd name="csY24" fmla="*/ -1350 h 76287"/>
                <a:gd name="csX25" fmla="*/ 56882 w 81245"/>
                <a:gd name="csY25" fmla="*/ 2111 h 76287"/>
                <a:gd name="csX26" fmla="*/ 54312 w 81245"/>
                <a:gd name="csY26" fmla="*/ 2111 h 76287"/>
                <a:gd name="csX27" fmla="*/ 45372 w 81245"/>
                <a:gd name="csY27" fmla="*/ 7585 h 76287"/>
                <a:gd name="csX28" fmla="*/ 45372 w 81245"/>
                <a:gd name="csY28" fmla="*/ 29142 h 76287"/>
                <a:gd name="csX29" fmla="*/ 66941 w 81245"/>
                <a:gd name="csY29" fmla="*/ 64215 h 762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81245" h="76287">
                  <a:moveTo>
                    <a:pt x="66941" y="64215"/>
                  </a:moveTo>
                  <a:cubicBezTo>
                    <a:pt x="71077" y="71030"/>
                    <a:pt x="77669" y="71475"/>
                    <a:pt x="81245" y="71475"/>
                  </a:cubicBezTo>
                  <a:lnTo>
                    <a:pt x="81245" y="74937"/>
                  </a:lnTo>
                  <a:cubicBezTo>
                    <a:pt x="77781" y="74713"/>
                    <a:pt x="73311" y="74605"/>
                    <a:pt x="70297" y="74605"/>
                  </a:cubicBezTo>
                  <a:cubicBezTo>
                    <a:pt x="66829" y="74605"/>
                    <a:pt x="60350" y="74825"/>
                    <a:pt x="57442" y="74937"/>
                  </a:cubicBezTo>
                  <a:lnTo>
                    <a:pt x="57442" y="71475"/>
                  </a:lnTo>
                  <a:cubicBezTo>
                    <a:pt x="62026" y="71475"/>
                    <a:pt x="63813" y="69352"/>
                    <a:pt x="63813" y="67119"/>
                  </a:cubicBezTo>
                  <a:cubicBezTo>
                    <a:pt x="63813" y="65889"/>
                    <a:pt x="63144" y="64439"/>
                    <a:pt x="62695" y="63770"/>
                  </a:cubicBezTo>
                  <a:lnTo>
                    <a:pt x="44253" y="33834"/>
                  </a:lnTo>
                  <a:lnTo>
                    <a:pt x="24027" y="66783"/>
                  </a:lnTo>
                  <a:cubicBezTo>
                    <a:pt x="23245" y="67901"/>
                    <a:pt x="23245" y="68125"/>
                    <a:pt x="23245" y="68683"/>
                  </a:cubicBezTo>
                  <a:cubicBezTo>
                    <a:pt x="23245" y="71030"/>
                    <a:pt x="26040" y="71475"/>
                    <a:pt x="31067" y="71475"/>
                  </a:cubicBezTo>
                  <a:lnTo>
                    <a:pt x="31067" y="74937"/>
                  </a:lnTo>
                  <a:cubicBezTo>
                    <a:pt x="27046" y="74605"/>
                    <a:pt x="18888" y="74605"/>
                    <a:pt x="14529" y="74605"/>
                  </a:cubicBezTo>
                  <a:cubicBezTo>
                    <a:pt x="9835" y="74605"/>
                    <a:pt x="4692" y="74713"/>
                    <a:pt x="0" y="74937"/>
                  </a:cubicBezTo>
                  <a:lnTo>
                    <a:pt x="0" y="71475"/>
                  </a:lnTo>
                  <a:lnTo>
                    <a:pt x="2009" y="71475"/>
                  </a:lnTo>
                  <a:cubicBezTo>
                    <a:pt x="9610" y="71475"/>
                    <a:pt x="10505" y="70245"/>
                    <a:pt x="12293" y="67344"/>
                  </a:cubicBezTo>
                  <a:lnTo>
                    <a:pt x="35761" y="29142"/>
                  </a:lnTo>
                  <a:lnTo>
                    <a:pt x="35761" y="7361"/>
                  </a:lnTo>
                  <a:cubicBezTo>
                    <a:pt x="35761" y="3341"/>
                    <a:pt x="35537" y="2111"/>
                    <a:pt x="26934" y="2111"/>
                  </a:cubicBezTo>
                  <a:lnTo>
                    <a:pt x="24252" y="2111"/>
                  </a:lnTo>
                  <a:lnTo>
                    <a:pt x="24252" y="-1350"/>
                  </a:lnTo>
                  <a:cubicBezTo>
                    <a:pt x="28273" y="-1014"/>
                    <a:pt x="36207" y="-1014"/>
                    <a:pt x="40569" y="-1014"/>
                  </a:cubicBezTo>
                  <a:cubicBezTo>
                    <a:pt x="44926" y="-1014"/>
                    <a:pt x="52861" y="-1014"/>
                    <a:pt x="56882" y="-1350"/>
                  </a:cubicBezTo>
                  <a:lnTo>
                    <a:pt x="56882" y="2111"/>
                  </a:lnTo>
                  <a:lnTo>
                    <a:pt x="54312" y="2111"/>
                  </a:lnTo>
                  <a:cubicBezTo>
                    <a:pt x="45708" y="2111"/>
                    <a:pt x="45372" y="3229"/>
                    <a:pt x="45372" y="7585"/>
                  </a:cubicBezTo>
                  <a:lnTo>
                    <a:pt x="45372" y="29142"/>
                  </a:lnTo>
                  <a:lnTo>
                    <a:pt x="66941" y="64215"/>
                  </a:lnTo>
                  <a:close/>
                </a:path>
              </a:pathLst>
            </a:custGeom>
            <a:solidFill>
              <a:srgbClr val="000000"/>
            </a:solidFill>
            <a:ln w="25400" cap="flat">
              <a:noFill/>
              <a:prstDash val="solid"/>
              <a:miter/>
            </a:ln>
          </p:spPr>
          <p:txBody>
            <a:bodyPr/>
            <a:lstStyle/>
            <a:p>
              <a:endParaRPr lang="en-GB"/>
            </a:p>
          </p:txBody>
        </p:sp>
        <p:sp>
          <p:nvSpPr>
            <p:cNvPr id="2391" name="Freeform: Shape 2390">
              <a:extLst>
                <a:ext uri="{FF2B5EF4-FFF2-40B4-BE49-F238E27FC236}">
                  <a16:creationId xmlns:a16="http://schemas.microsoft.com/office/drawing/2014/main" id="{308CF852-237F-941A-B25B-9F92B40AE90D}"/>
                </a:ext>
              </a:extLst>
            </p:cNvPr>
            <p:cNvSpPr/>
            <p:nvPr>
              <p:custDataLst>
                <p:tags r:id="rId86"/>
              </p:custDataLst>
            </p:nvPr>
          </p:nvSpPr>
          <p:spPr>
            <a:xfrm flipV="1">
              <a:off x="10202775"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392" name="Freeform: Shape 2391">
              <a:extLst>
                <a:ext uri="{FF2B5EF4-FFF2-40B4-BE49-F238E27FC236}">
                  <a16:creationId xmlns:a16="http://schemas.microsoft.com/office/drawing/2014/main" id="{A96C19A8-548C-1BB6-4A2E-C14B0921106D}"/>
                </a:ext>
              </a:extLst>
            </p:cNvPr>
            <p:cNvSpPr/>
            <p:nvPr>
              <p:custDataLst>
                <p:tags r:id="rId87"/>
              </p:custDataLst>
            </p:nvPr>
          </p:nvSpPr>
          <p:spPr>
            <a:xfrm flipV="1">
              <a:off x="10249090" y="-4599466"/>
              <a:ext cx="238287" cy="81204"/>
            </a:xfrm>
            <a:custGeom>
              <a:avLst/>
              <a:gdLst>
                <a:gd name="csX0" fmla="*/ 0 w 238287"/>
                <a:gd name="csY0" fmla="*/ 39308 h 81204"/>
                <a:gd name="csX1" fmla="*/ 38892 w 238287"/>
                <a:gd name="csY1" fmla="*/ -1350 h 81204"/>
                <a:gd name="csX2" fmla="*/ 68059 w 238287"/>
                <a:gd name="csY2" fmla="*/ 27131 h 81204"/>
                <a:gd name="csX3" fmla="*/ 66607 w 238287"/>
                <a:gd name="csY3" fmla="*/ 29031 h 81204"/>
                <a:gd name="csX4" fmla="*/ 65268 w 238287"/>
                <a:gd name="csY4" fmla="*/ 27244 h 81204"/>
                <a:gd name="csX5" fmla="*/ 40231 w 238287"/>
                <a:gd name="csY5" fmla="*/ 2112 h 81204"/>
                <a:gd name="csX6" fmla="*/ 11510 w 238287"/>
                <a:gd name="csY6" fmla="*/ 39196 h 81204"/>
                <a:gd name="csX7" fmla="*/ 40120 w 238287"/>
                <a:gd name="csY7" fmla="*/ 76389 h 81204"/>
                <a:gd name="csX8" fmla="*/ 64483 w 238287"/>
                <a:gd name="csY8" fmla="*/ 49918 h 81204"/>
                <a:gd name="csX9" fmla="*/ 66271 w 238287"/>
                <a:gd name="csY9" fmla="*/ 48019 h 81204"/>
                <a:gd name="csX10" fmla="*/ 68059 w 238287"/>
                <a:gd name="csY10" fmla="*/ 50700 h 81204"/>
                <a:gd name="csX11" fmla="*/ 68059 w 238287"/>
                <a:gd name="csY11" fmla="*/ 77170 h 81204"/>
                <a:gd name="csX12" fmla="*/ 66832 w 238287"/>
                <a:gd name="csY12" fmla="*/ 79854 h 81204"/>
                <a:gd name="csX13" fmla="*/ 65044 w 238287"/>
                <a:gd name="csY13" fmla="*/ 78512 h 81204"/>
                <a:gd name="csX14" fmla="*/ 59455 w 238287"/>
                <a:gd name="csY14" fmla="*/ 70246 h 81204"/>
                <a:gd name="csX15" fmla="*/ 38892 w 238287"/>
                <a:gd name="csY15" fmla="*/ 79854 h 81204"/>
                <a:gd name="csX16" fmla="*/ 0 w 238287"/>
                <a:gd name="csY16" fmla="*/ 39308 h 81204"/>
                <a:gd name="csX17" fmla="*/ 139485 w 238287"/>
                <a:gd name="csY17" fmla="*/ 26907 h 81204"/>
                <a:gd name="csX18" fmla="*/ 118029 w 238287"/>
                <a:gd name="csY18" fmla="*/ 2112 h 81204"/>
                <a:gd name="csX19" fmla="*/ 99586 w 238287"/>
                <a:gd name="csY19" fmla="*/ 26125 h 81204"/>
                <a:gd name="csX20" fmla="*/ 99586 w 238287"/>
                <a:gd name="csY20" fmla="*/ 68683 h 81204"/>
                <a:gd name="csX21" fmla="*/ 108415 w 238287"/>
                <a:gd name="csY21" fmla="*/ 73932 h 81204"/>
                <a:gd name="csX22" fmla="*/ 111097 w 238287"/>
                <a:gd name="csY22" fmla="*/ 73932 h 81204"/>
                <a:gd name="csX23" fmla="*/ 111097 w 238287"/>
                <a:gd name="csY23" fmla="*/ 77394 h 81204"/>
                <a:gd name="csX24" fmla="*/ 94671 w 238287"/>
                <a:gd name="csY24" fmla="*/ 77062 h 81204"/>
                <a:gd name="csX25" fmla="*/ 78130 w 238287"/>
                <a:gd name="csY25" fmla="*/ 77394 h 81204"/>
                <a:gd name="csX26" fmla="*/ 78130 w 238287"/>
                <a:gd name="csY26" fmla="*/ 73932 h 81204"/>
                <a:gd name="csX27" fmla="*/ 80812 w 238287"/>
                <a:gd name="csY27" fmla="*/ 73932 h 81204"/>
                <a:gd name="csX28" fmla="*/ 89640 w 238287"/>
                <a:gd name="csY28" fmla="*/ 68683 h 81204"/>
                <a:gd name="csX29" fmla="*/ 89640 w 238287"/>
                <a:gd name="csY29" fmla="*/ 26574 h 81204"/>
                <a:gd name="csX30" fmla="*/ 117804 w 238287"/>
                <a:gd name="csY30" fmla="*/ -1350 h 81204"/>
                <a:gd name="csX31" fmla="*/ 142612 w 238287"/>
                <a:gd name="csY31" fmla="*/ 21770 h 81204"/>
                <a:gd name="csX32" fmla="*/ 142949 w 238287"/>
                <a:gd name="csY32" fmla="*/ 29476 h 81204"/>
                <a:gd name="csX33" fmla="*/ 142949 w 238287"/>
                <a:gd name="csY33" fmla="*/ 65221 h 81204"/>
                <a:gd name="csX34" fmla="*/ 154460 w 238287"/>
                <a:gd name="csY34" fmla="*/ 73932 h 81204"/>
                <a:gd name="csX35" fmla="*/ 154460 w 238287"/>
                <a:gd name="csY35" fmla="*/ 77394 h 81204"/>
                <a:gd name="csX36" fmla="*/ 141273 w 238287"/>
                <a:gd name="csY36" fmla="*/ 77062 h 81204"/>
                <a:gd name="csX37" fmla="*/ 127975 w 238287"/>
                <a:gd name="csY37" fmla="*/ 77394 h 81204"/>
                <a:gd name="csX38" fmla="*/ 127975 w 238287"/>
                <a:gd name="csY38" fmla="*/ 73932 h 81204"/>
                <a:gd name="csX39" fmla="*/ 139485 w 238287"/>
                <a:gd name="csY39" fmla="*/ 65666 h 81204"/>
                <a:gd name="csX40" fmla="*/ 139485 w 238287"/>
                <a:gd name="csY40" fmla="*/ 26907 h 81204"/>
                <a:gd name="csX41" fmla="*/ 184197 w 238287"/>
                <a:gd name="csY41" fmla="*/ 75943 h 81204"/>
                <a:gd name="csX42" fmla="*/ 180957 w 238287"/>
                <a:gd name="csY42" fmla="*/ 77394 h 81204"/>
                <a:gd name="csX43" fmla="*/ 161959 w 238287"/>
                <a:gd name="csY43" fmla="*/ 77394 h 81204"/>
                <a:gd name="csX44" fmla="*/ 161959 w 238287"/>
                <a:gd name="csY44" fmla="*/ 73932 h 81204"/>
                <a:gd name="csX45" fmla="*/ 165197 w 238287"/>
                <a:gd name="csY45" fmla="*/ 73932 h 81204"/>
                <a:gd name="csX46" fmla="*/ 170787 w 238287"/>
                <a:gd name="csY46" fmla="*/ 73708 h 81204"/>
                <a:gd name="csX47" fmla="*/ 173468 w 238287"/>
                <a:gd name="csY47" fmla="*/ 71139 h 81204"/>
                <a:gd name="csX48" fmla="*/ 173468 w 238287"/>
                <a:gd name="csY48" fmla="*/ 12834 h 81204"/>
                <a:gd name="csX49" fmla="*/ 161959 w 238287"/>
                <a:gd name="csY49" fmla="*/ 4568 h 81204"/>
                <a:gd name="csX50" fmla="*/ 161959 w 238287"/>
                <a:gd name="csY50" fmla="*/ 1107 h 81204"/>
                <a:gd name="csX51" fmla="*/ 175032 w 238287"/>
                <a:gd name="csY51" fmla="*/ 1443 h 81204"/>
                <a:gd name="csX52" fmla="*/ 188109 w 238287"/>
                <a:gd name="csY52" fmla="*/ 1107 h 81204"/>
                <a:gd name="csX53" fmla="*/ 188109 w 238287"/>
                <a:gd name="csY53" fmla="*/ 4568 h 81204"/>
                <a:gd name="csX54" fmla="*/ 176600 w 238287"/>
                <a:gd name="csY54" fmla="*/ 12834 h 81204"/>
                <a:gd name="csX55" fmla="*/ 176600 w 238287"/>
                <a:gd name="csY55" fmla="*/ 70915 h 81204"/>
                <a:gd name="csX56" fmla="*/ 177715 w 238287"/>
                <a:gd name="csY56" fmla="*/ 69576 h 81204"/>
                <a:gd name="csX57" fmla="*/ 223313 w 238287"/>
                <a:gd name="csY57" fmla="*/ 2557 h 81204"/>
                <a:gd name="csX58" fmla="*/ 225214 w 238287"/>
                <a:gd name="csY58" fmla="*/ 1107 h 81204"/>
                <a:gd name="csX59" fmla="*/ 226778 w 238287"/>
                <a:gd name="csY59" fmla="*/ 4011 h 81204"/>
                <a:gd name="csX60" fmla="*/ 226778 w 238287"/>
                <a:gd name="csY60" fmla="*/ 65666 h 81204"/>
                <a:gd name="csX61" fmla="*/ 238288 w 238287"/>
                <a:gd name="csY61" fmla="*/ 73932 h 81204"/>
                <a:gd name="csX62" fmla="*/ 238288 w 238287"/>
                <a:gd name="csY62" fmla="*/ 77394 h 81204"/>
                <a:gd name="csX63" fmla="*/ 225214 w 238287"/>
                <a:gd name="csY63" fmla="*/ 77062 h 81204"/>
                <a:gd name="csX64" fmla="*/ 212137 w 238287"/>
                <a:gd name="csY64" fmla="*/ 77394 h 81204"/>
                <a:gd name="csX65" fmla="*/ 212137 w 238287"/>
                <a:gd name="csY65" fmla="*/ 73932 h 81204"/>
                <a:gd name="csX66" fmla="*/ 223647 w 238287"/>
                <a:gd name="csY66" fmla="*/ 65666 h 81204"/>
                <a:gd name="csX67" fmla="*/ 223647 w 238287"/>
                <a:gd name="csY67" fmla="*/ 17972 h 81204"/>
                <a:gd name="csX68" fmla="*/ 184197 w 238287"/>
                <a:gd name="csY68" fmla="*/ 75943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238287" h="81204">
                  <a:moveTo>
                    <a:pt x="0" y="39308"/>
                  </a:moveTo>
                  <a:cubicBezTo>
                    <a:pt x="0" y="16185"/>
                    <a:pt x="18105" y="-1350"/>
                    <a:pt x="38892" y="-1350"/>
                  </a:cubicBezTo>
                  <a:cubicBezTo>
                    <a:pt x="57110" y="-1350"/>
                    <a:pt x="68059" y="14173"/>
                    <a:pt x="68059" y="27131"/>
                  </a:cubicBezTo>
                  <a:cubicBezTo>
                    <a:pt x="68059" y="28249"/>
                    <a:pt x="68059" y="29031"/>
                    <a:pt x="66607" y="29031"/>
                  </a:cubicBezTo>
                  <a:cubicBezTo>
                    <a:pt x="65377" y="29031"/>
                    <a:pt x="65377" y="28361"/>
                    <a:pt x="65268" y="27244"/>
                  </a:cubicBezTo>
                  <a:cubicBezTo>
                    <a:pt x="64374" y="11272"/>
                    <a:pt x="52415" y="2112"/>
                    <a:pt x="40231" y="2112"/>
                  </a:cubicBezTo>
                  <a:cubicBezTo>
                    <a:pt x="33416" y="2112"/>
                    <a:pt x="11510" y="5910"/>
                    <a:pt x="11510" y="39196"/>
                  </a:cubicBezTo>
                  <a:cubicBezTo>
                    <a:pt x="11510" y="72594"/>
                    <a:pt x="33304" y="76389"/>
                    <a:pt x="40120" y="76389"/>
                  </a:cubicBezTo>
                  <a:cubicBezTo>
                    <a:pt x="52303" y="76389"/>
                    <a:pt x="62250" y="66227"/>
                    <a:pt x="64483" y="49918"/>
                  </a:cubicBezTo>
                  <a:cubicBezTo>
                    <a:pt x="64707" y="48356"/>
                    <a:pt x="64707" y="48019"/>
                    <a:pt x="66271" y="48019"/>
                  </a:cubicBezTo>
                  <a:cubicBezTo>
                    <a:pt x="68059" y="48019"/>
                    <a:pt x="68059" y="48356"/>
                    <a:pt x="68059" y="50700"/>
                  </a:cubicBezTo>
                  <a:lnTo>
                    <a:pt x="68059" y="77170"/>
                  </a:lnTo>
                  <a:cubicBezTo>
                    <a:pt x="68059" y="79069"/>
                    <a:pt x="68059" y="79854"/>
                    <a:pt x="66832" y="79854"/>
                  </a:cubicBezTo>
                  <a:cubicBezTo>
                    <a:pt x="66383" y="79854"/>
                    <a:pt x="65938" y="79854"/>
                    <a:pt x="65044" y="78512"/>
                  </a:cubicBezTo>
                  <a:lnTo>
                    <a:pt x="59455" y="70246"/>
                  </a:lnTo>
                  <a:cubicBezTo>
                    <a:pt x="55321" y="74269"/>
                    <a:pt x="49621" y="79854"/>
                    <a:pt x="38892" y="79854"/>
                  </a:cubicBezTo>
                  <a:cubicBezTo>
                    <a:pt x="17993" y="79854"/>
                    <a:pt x="0" y="62092"/>
                    <a:pt x="0" y="39308"/>
                  </a:cubicBezTo>
                  <a:close/>
                  <a:moveTo>
                    <a:pt x="139485" y="26907"/>
                  </a:moveTo>
                  <a:cubicBezTo>
                    <a:pt x="139485" y="11047"/>
                    <a:pt x="128644" y="2112"/>
                    <a:pt x="118029" y="2112"/>
                  </a:cubicBezTo>
                  <a:cubicBezTo>
                    <a:pt x="112772" y="2112"/>
                    <a:pt x="99586" y="4905"/>
                    <a:pt x="99586" y="26125"/>
                  </a:cubicBezTo>
                  <a:lnTo>
                    <a:pt x="99586" y="68683"/>
                  </a:lnTo>
                  <a:cubicBezTo>
                    <a:pt x="99586" y="72702"/>
                    <a:pt x="99811" y="73932"/>
                    <a:pt x="108415" y="73932"/>
                  </a:cubicBezTo>
                  <a:lnTo>
                    <a:pt x="111097" y="73932"/>
                  </a:lnTo>
                  <a:lnTo>
                    <a:pt x="111097" y="77394"/>
                  </a:lnTo>
                  <a:cubicBezTo>
                    <a:pt x="107187" y="77062"/>
                    <a:pt x="98917" y="77062"/>
                    <a:pt x="94671" y="77062"/>
                  </a:cubicBezTo>
                  <a:cubicBezTo>
                    <a:pt x="90422" y="77062"/>
                    <a:pt x="82043" y="77062"/>
                    <a:pt x="78130" y="77394"/>
                  </a:cubicBezTo>
                  <a:lnTo>
                    <a:pt x="78130" y="73932"/>
                  </a:lnTo>
                  <a:lnTo>
                    <a:pt x="80812" y="73932"/>
                  </a:lnTo>
                  <a:cubicBezTo>
                    <a:pt x="89416" y="73932"/>
                    <a:pt x="89640" y="72702"/>
                    <a:pt x="89640" y="68683"/>
                  </a:cubicBezTo>
                  <a:lnTo>
                    <a:pt x="89640" y="26574"/>
                  </a:lnTo>
                  <a:cubicBezTo>
                    <a:pt x="89640" y="10823"/>
                    <a:pt x="102605" y="-1350"/>
                    <a:pt x="117804" y="-1350"/>
                  </a:cubicBezTo>
                  <a:cubicBezTo>
                    <a:pt x="130657" y="-1350"/>
                    <a:pt x="140712" y="9036"/>
                    <a:pt x="142612" y="21770"/>
                  </a:cubicBezTo>
                  <a:cubicBezTo>
                    <a:pt x="142949" y="24006"/>
                    <a:pt x="142949" y="25008"/>
                    <a:pt x="142949" y="29476"/>
                  </a:cubicBezTo>
                  <a:lnTo>
                    <a:pt x="142949" y="65221"/>
                  </a:lnTo>
                  <a:cubicBezTo>
                    <a:pt x="142949" y="68907"/>
                    <a:pt x="142949" y="73932"/>
                    <a:pt x="154460" y="73932"/>
                  </a:cubicBezTo>
                  <a:lnTo>
                    <a:pt x="154460" y="77394"/>
                  </a:lnTo>
                  <a:cubicBezTo>
                    <a:pt x="150438" y="77282"/>
                    <a:pt x="145074" y="77062"/>
                    <a:pt x="141273" y="77062"/>
                  </a:cubicBezTo>
                  <a:cubicBezTo>
                    <a:pt x="137360" y="77062"/>
                    <a:pt x="131997" y="77282"/>
                    <a:pt x="127975" y="77394"/>
                  </a:cubicBezTo>
                  <a:lnTo>
                    <a:pt x="127975" y="73932"/>
                  </a:lnTo>
                  <a:cubicBezTo>
                    <a:pt x="139485" y="73932"/>
                    <a:pt x="139485" y="68683"/>
                    <a:pt x="139485" y="65666"/>
                  </a:cubicBezTo>
                  <a:lnTo>
                    <a:pt x="139485" y="26907"/>
                  </a:lnTo>
                  <a:close/>
                  <a:moveTo>
                    <a:pt x="184197" y="75943"/>
                  </a:moveTo>
                  <a:cubicBezTo>
                    <a:pt x="183191" y="77282"/>
                    <a:pt x="183079" y="77394"/>
                    <a:pt x="180957" y="77394"/>
                  </a:cubicBezTo>
                  <a:lnTo>
                    <a:pt x="161959" y="77394"/>
                  </a:lnTo>
                  <a:lnTo>
                    <a:pt x="161959" y="73932"/>
                  </a:lnTo>
                  <a:lnTo>
                    <a:pt x="165197" y="73932"/>
                  </a:lnTo>
                  <a:cubicBezTo>
                    <a:pt x="166874" y="73932"/>
                    <a:pt x="169111" y="73820"/>
                    <a:pt x="170787" y="73708"/>
                  </a:cubicBezTo>
                  <a:cubicBezTo>
                    <a:pt x="173356" y="73375"/>
                    <a:pt x="173468" y="73263"/>
                    <a:pt x="173468" y="71139"/>
                  </a:cubicBezTo>
                  <a:lnTo>
                    <a:pt x="173468" y="12834"/>
                  </a:lnTo>
                  <a:cubicBezTo>
                    <a:pt x="173468" y="9818"/>
                    <a:pt x="173468" y="4568"/>
                    <a:pt x="161959" y="4568"/>
                  </a:cubicBezTo>
                  <a:lnTo>
                    <a:pt x="161959" y="1107"/>
                  </a:lnTo>
                  <a:cubicBezTo>
                    <a:pt x="165871" y="1218"/>
                    <a:pt x="171345" y="1443"/>
                    <a:pt x="175032" y="1443"/>
                  </a:cubicBezTo>
                  <a:cubicBezTo>
                    <a:pt x="178721" y="1443"/>
                    <a:pt x="184197" y="1218"/>
                    <a:pt x="188109" y="1107"/>
                  </a:cubicBezTo>
                  <a:lnTo>
                    <a:pt x="188109" y="4568"/>
                  </a:lnTo>
                  <a:cubicBezTo>
                    <a:pt x="176600" y="4568"/>
                    <a:pt x="176600" y="9818"/>
                    <a:pt x="176600" y="12834"/>
                  </a:cubicBezTo>
                  <a:lnTo>
                    <a:pt x="176600" y="70915"/>
                  </a:lnTo>
                  <a:cubicBezTo>
                    <a:pt x="177157" y="70358"/>
                    <a:pt x="177270" y="70246"/>
                    <a:pt x="177715" y="69576"/>
                  </a:cubicBezTo>
                  <a:lnTo>
                    <a:pt x="223313" y="2557"/>
                  </a:lnTo>
                  <a:cubicBezTo>
                    <a:pt x="224320" y="1218"/>
                    <a:pt x="224432" y="1107"/>
                    <a:pt x="225214" y="1107"/>
                  </a:cubicBezTo>
                  <a:cubicBezTo>
                    <a:pt x="226778" y="1107"/>
                    <a:pt x="226778" y="1888"/>
                    <a:pt x="226778" y="4011"/>
                  </a:cubicBezTo>
                  <a:lnTo>
                    <a:pt x="226778" y="65666"/>
                  </a:lnTo>
                  <a:cubicBezTo>
                    <a:pt x="226778" y="68683"/>
                    <a:pt x="226778" y="73932"/>
                    <a:pt x="238288" y="73932"/>
                  </a:cubicBezTo>
                  <a:lnTo>
                    <a:pt x="238288" y="77394"/>
                  </a:lnTo>
                  <a:cubicBezTo>
                    <a:pt x="234375" y="77282"/>
                    <a:pt x="228903" y="77062"/>
                    <a:pt x="225214" y="77062"/>
                  </a:cubicBezTo>
                  <a:cubicBezTo>
                    <a:pt x="221526" y="77062"/>
                    <a:pt x="216049" y="77282"/>
                    <a:pt x="212137" y="77394"/>
                  </a:cubicBezTo>
                  <a:lnTo>
                    <a:pt x="212137" y="73932"/>
                  </a:lnTo>
                  <a:cubicBezTo>
                    <a:pt x="223647" y="73932"/>
                    <a:pt x="223647" y="68683"/>
                    <a:pt x="223647" y="65666"/>
                  </a:cubicBezTo>
                  <a:lnTo>
                    <a:pt x="223647" y="17972"/>
                  </a:lnTo>
                  <a:lnTo>
                    <a:pt x="184197" y="75943"/>
                  </a:lnTo>
                  <a:close/>
                </a:path>
              </a:pathLst>
            </a:custGeom>
            <a:solidFill>
              <a:srgbClr val="000000"/>
            </a:solidFill>
            <a:ln w="25400" cap="flat">
              <a:noFill/>
              <a:prstDash val="solid"/>
              <a:miter/>
            </a:ln>
          </p:spPr>
          <p:txBody>
            <a:bodyPr/>
            <a:lstStyle/>
            <a:p>
              <a:endParaRPr lang="en-GB"/>
            </a:p>
          </p:txBody>
        </p:sp>
        <p:sp>
          <p:nvSpPr>
            <p:cNvPr id="2393" name="Freeform: Shape 2392">
              <a:extLst>
                <a:ext uri="{FF2B5EF4-FFF2-40B4-BE49-F238E27FC236}">
                  <a16:creationId xmlns:a16="http://schemas.microsoft.com/office/drawing/2014/main" id="{76078F6F-3FFA-7B5A-F6A4-20FADB8F215A}"/>
                </a:ext>
              </a:extLst>
            </p:cNvPr>
            <p:cNvSpPr/>
            <p:nvPr>
              <p:custDataLst>
                <p:tags r:id="rId88"/>
              </p:custDataLst>
            </p:nvPr>
          </p:nvSpPr>
          <p:spPr>
            <a:xfrm flipV="1">
              <a:off x="10500836"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394" name="Freeform: Shape 2393">
              <a:extLst>
                <a:ext uri="{FF2B5EF4-FFF2-40B4-BE49-F238E27FC236}">
                  <a16:creationId xmlns:a16="http://schemas.microsoft.com/office/drawing/2014/main" id="{D1D9D855-2C1A-6D9F-A268-8E18967C9AC3}"/>
                </a:ext>
              </a:extLst>
            </p:cNvPr>
            <p:cNvSpPr/>
            <p:nvPr>
              <p:custDataLst>
                <p:tags r:id="rId89"/>
              </p:custDataLst>
            </p:nvPr>
          </p:nvSpPr>
          <p:spPr>
            <a:xfrm flipV="1">
              <a:off x="10544581" y="-4600693"/>
              <a:ext cx="222304" cy="82430"/>
            </a:xfrm>
            <a:custGeom>
              <a:avLst/>
              <a:gdLst>
                <a:gd name="csX0" fmla="*/ 22239 w 222304"/>
                <a:gd name="csY0" fmla="*/ 75943 h 82430"/>
                <a:gd name="csX1" fmla="*/ 18999 w 222304"/>
                <a:gd name="csY1" fmla="*/ 77394 h 82430"/>
                <a:gd name="csX2" fmla="*/ 0 w 222304"/>
                <a:gd name="csY2" fmla="*/ 77394 h 82430"/>
                <a:gd name="csX3" fmla="*/ 0 w 222304"/>
                <a:gd name="csY3" fmla="*/ 73932 h 82430"/>
                <a:gd name="csX4" fmla="*/ 3240 w 222304"/>
                <a:gd name="csY4" fmla="*/ 73932 h 82430"/>
                <a:gd name="csX5" fmla="*/ 8828 w 222304"/>
                <a:gd name="csY5" fmla="*/ 73708 h 82430"/>
                <a:gd name="csX6" fmla="*/ 11510 w 222304"/>
                <a:gd name="csY6" fmla="*/ 71139 h 82430"/>
                <a:gd name="csX7" fmla="*/ 11510 w 222304"/>
                <a:gd name="csY7" fmla="*/ 12834 h 82430"/>
                <a:gd name="csX8" fmla="*/ 0 w 222304"/>
                <a:gd name="csY8" fmla="*/ 4568 h 82430"/>
                <a:gd name="csX9" fmla="*/ 0 w 222304"/>
                <a:gd name="csY9" fmla="*/ 1107 h 82430"/>
                <a:gd name="csX10" fmla="*/ 13074 w 222304"/>
                <a:gd name="csY10" fmla="*/ 1443 h 82430"/>
                <a:gd name="csX11" fmla="*/ 26151 w 222304"/>
                <a:gd name="csY11" fmla="*/ 1107 h 82430"/>
                <a:gd name="csX12" fmla="*/ 26151 w 222304"/>
                <a:gd name="csY12" fmla="*/ 4568 h 82430"/>
                <a:gd name="csX13" fmla="*/ 14641 w 222304"/>
                <a:gd name="csY13" fmla="*/ 12834 h 82430"/>
                <a:gd name="csX14" fmla="*/ 14641 w 222304"/>
                <a:gd name="csY14" fmla="*/ 70915 h 82430"/>
                <a:gd name="csX15" fmla="*/ 15756 w 222304"/>
                <a:gd name="csY15" fmla="*/ 69576 h 82430"/>
                <a:gd name="csX16" fmla="*/ 61356 w 222304"/>
                <a:gd name="csY16" fmla="*/ 2557 h 82430"/>
                <a:gd name="csX17" fmla="*/ 63256 w 222304"/>
                <a:gd name="csY17" fmla="*/ 1107 h 82430"/>
                <a:gd name="csX18" fmla="*/ 64819 w 222304"/>
                <a:gd name="csY18" fmla="*/ 4011 h 82430"/>
                <a:gd name="csX19" fmla="*/ 64819 w 222304"/>
                <a:gd name="csY19" fmla="*/ 65666 h 82430"/>
                <a:gd name="csX20" fmla="*/ 76329 w 222304"/>
                <a:gd name="csY20" fmla="*/ 73932 h 82430"/>
                <a:gd name="csX21" fmla="*/ 76329 w 222304"/>
                <a:gd name="csY21" fmla="*/ 77394 h 82430"/>
                <a:gd name="csX22" fmla="*/ 63256 w 222304"/>
                <a:gd name="csY22" fmla="*/ 77061 h 82430"/>
                <a:gd name="csX23" fmla="*/ 50178 w 222304"/>
                <a:gd name="csY23" fmla="*/ 77394 h 82430"/>
                <a:gd name="csX24" fmla="*/ 50178 w 222304"/>
                <a:gd name="csY24" fmla="*/ 73932 h 82430"/>
                <a:gd name="csX25" fmla="*/ 61688 w 222304"/>
                <a:gd name="csY25" fmla="*/ 65666 h 82430"/>
                <a:gd name="csX26" fmla="*/ 61688 w 222304"/>
                <a:gd name="csY26" fmla="*/ 17971 h 82430"/>
                <a:gd name="csX27" fmla="*/ 22239 w 222304"/>
                <a:gd name="csY27" fmla="*/ 75943 h 82430"/>
                <a:gd name="csX28" fmla="*/ 119145 w 222304"/>
                <a:gd name="csY28" fmla="*/ 44445 h 82430"/>
                <a:gd name="csX29" fmla="*/ 104840 w 222304"/>
                <a:gd name="csY29" fmla="*/ 47907 h 82430"/>
                <a:gd name="csX30" fmla="*/ 93551 w 222304"/>
                <a:gd name="csY30" fmla="*/ 62092 h 82430"/>
                <a:gd name="csX31" fmla="*/ 108304 w 222304"/>
                <a:gd name="csY31" fmla="*/ 76725 h 82430"/>
                <a:gd name="csX32" fmla="*/ 130098 w 222304"/>
                <a:gd name="csY32" fmla="*/ 53381 h 82430"/>
                <a:gd name="csX33" fmla="*/ 131436 w 222304"/>
                <a:gd name="csY33" fmla="*/ 52039 h 82430"/>
                <a:gd name="csX34" fmla="*/ 132888 w 222304"/>
                <a:gd name="csY34" fmla="*/ 54719 h 82430"/>
                <a:gd name="csX35" fmla="*/ 132888 w 222304"/>
                <a:gd name="csY35" fmla="*/ 77170 h 82430"/>
                <a:gd name="csX36" fmla="*/ 131661 w 222304"/>
                <a:gd name="csY36" fmla="*/ 79854 h 82430"/>
                <a:gd name="csX37" fmla="*/ 129986 w 222304"/>
                <a:gd name="csY37" fmla="*/ 78399 h 82430"/>
                <a:gd name="csX38" fmla="*/ 126073 w 222304"/>
                <a:gd name="csY38" fmla="*/ 72033 h 82430"/>
                <a:gd name="csX39" fmla="*/ 108192 w 222304"/>
                <a:gd name="csY39" fmla="*/ 79854 h 82430"/>
                <a:gd name="csX40" fmla="*/ 86399 w 222304"/>
                <a:gd name="csY40" fmla="*/ 58184 h 82430"/>
                <a:gd name="csX41" fmla="*/ 101040 w 222304"/>
                <a:gd name="csY41" fmla="*/ 37742 h 82430"/>
                <a:gd name="csX42" fmla="*/ 115790 w 222304"/>
                <a:gd name="csY42" fmla="*/ 34055 h 82430"/>
                <a:gd name="csX43" fmla="*/ 125291 w 222304"/>
                <a:gd name="csY43" fmla="*/ 28361 h 82430"/>
                <a:gd name="csX44" fmla="*/ 128755 w 222304"/>
                <a:gd name="csY44" fmla="*/ 18084 h 82430"/>
                <a:gd name="csX45" fmla="*/ 113781 w 222304"/>
                <a:gd name="csY45" fmla="*/ 2112 h 82430"/>
                <a:gd name="csX46" fmla="*/ 96121 w 222304"/>
                <a:gd name="csY46" fmla="*/ 8142 h 82430"/>
                <a:gd name="csX47" fmla="*/ 89193 w 222304"/>
                <a:gd name="csY47" fmla="*/ 25344 h 82430"/>
                <a:gd name="csX48" fmla="*/ 87850 w 222304"/>
                <a:gd name="csY48" fmla="*/ 26462 h 82430"/>
                <a:gd name="csX49" fmla="*/ 86399 w 222304"/>
                <a:gd name="csY49" fmla="*/ 23669 h 82430"/>
                <a:gd name="csX50" fmla="*/ 86399 w 222304"/>
                <a:gd name="csY50" fmla="*/ 1330 h 82430"/>
                <a:gd name="csX51" fmla="*/ 87629 w 222304"/>
                <a:gd name="csY51" fmla="*/ -1350 h 82430"/>
                <a:gd name="csX52" fmla="*/ 89305 w 222304"/>
                <a:gd name="csY52" fmla="*/ 100 h 82430"/>
                <a:gd name="csX53" fmla="*/ 93327 w 222304"/>
                <a:gd name="csY53" fmla="*/ 6467 h 82430"/>
                <a:gd name="csX54" fmla="*/ 113893 w 222304"/>
                <a:gd name="csY54" fmla="*/ -1350 h 82430"/>
                <a:gd name="csX55" fmla="*/ 135907 w 222304"/>
                <a:gd name="csY55" fmla="*/ 21882 h 82430"/>
                <a:gd name="csX56" fmla="*/ 119145 w 222304"/>
                <a:gd name="csY56" fmla="*/ 44445 h 82430"/>
                <a:gd name="csX57" fmla="*/ 186655 w 222304"/>
                <a:gd name="csY57" fmla="*/ 78848 h 82430"/>
                <a:gd name="csX58" fmla="*/ 184082 w 222304"/>
                <a:gd name="csY58" fmla="*/ 81080 h 82430"/>
                <a:gd name="csX59" fmla="*/ 181399 w 222304"/>
                <a:gd name="csY59" fmla="*/ 78848 h 82430"/>
                <a:gd name="csX60" fmla="*/ 158267 w 222304"/>
                <a:gd name="csY60" fmla="*/ 12053 h 82430"/>
                <a:gd name="csX61" fmla="*/ 145750 w 222304"/>
                <a:gd name="csY61" fmla="*/ 4568 h 82430"/>
                <a:gd name="csX62" fmla="*/ 145750 w 222304"/>
                <a:gd name="csY62" fmla="*/ 1107 h 82430"/>
                <a:gd name="csX63" fmla="*/ 157149 w 222304"/>
                <a:gd name="csY63" fmla="*/ 1443 h 82430"/>
                <a:gd name="csX64" fmla="*/ 170001 w 222304"/>
                <a:gd name="csY64" fmla="*/ 1107 h 82430"/>
                <a:gd name="csX65" fmla="*/ 170001 w 222304"/>
                <a:gd name="csY65" fmla="*/ 4568 h 82430"/>
                <a:gd name="csX66" fmla="*/ 161619 w 222304"/>
                <a:gd name="csY66" fmla="*/ 10266 h 82430"/>
                <a:gd name="csX67" fmla="*/ 161843 w 222304"/>
                <a:gd name="csY67" fmla="*/ 11941 h 82430"/>
                <a:gd name="csX68" fmla="*/ 166982 w 222304"/>
                <a:gd name="csY68" fmla="*/ 26574 h 82430"/>
                <a:gd name="csX69" fmla="*/ 194589 w 222304"/>
                <a:gd name="csY69" fmla="*/ 26574 h 82430"/>
                <a:gd name="csX70" fmla="*/ 200511 w 222304"/>
                <a:gd name="csY70" fmla="*/ 9484 h 82430"/>
                <a:gd name="csX71" fmla="*/ 200848 w 222304"/>
                <a:gd name="csY71" fmla="*/ 7918 h 82430"/>
                <a:gd name="csX72" fmla="*/ 191570 w 222304"/>
                <a:gd name="csY72" fmla="*/ 4568 h 82430"/>
                <a:gd name="csX73" fmla="*/ 191570 w 222304"/>
                <a:gd name="csY73" fmla="*/ 1107 h 82430"/>
                <a:gd name="csX74" fmla="*/ 207663 w 222304"/>
                <a:gd name="csY74" fmla="*/ 1443 h 82430"/>
                <a:gd name="csX75" fmla="*/ 222304 w 222304"/>
                <a:gd name="csY75" fmla="*/ 1107 h 82430"/>
                <a:gd name="csX76" fmla="*/ 222304 w 222304"/>
                <a:gd name="csY76" fmla="*/ 4568 h 82430"/>
                <a:gd name="csX77" fmla="*/ 220292 w 222304"/>
                <a:gd name="csY77" fmla="*/ 4568 h 82430"/>
                <a:gd name="csX78" fmla="*/ 210793 w 222304"/>
                <a:gd name="csY78" fmla="*/ 9036 h 82430"/>
                <a:gd name="csX79" fmla="*/ 186655 w 222304"/>
                <a:gd name="csY79" fmla="*/ 78848 h 82430"/>
                <a:gd name="csX80" fmla="*/ 180729 w 222304"/>
                <a:gd name="csY80" fmla="*/ 66339 h 82430"/>
                <a:gd name="csX81" fmla="*/ 193359 w 222304"/>
                <a:gd name="csY81" fmla="*/ 30036 h 82430"/>
                <a:gd name="csX82" fmla="*/ 168213 w 222304"/>
                <a:gd name="csY82" fmla="*/ 30036 h 82430"/>
                <a:gd name="csX83" fmla="*/ 180729 w 222304"/>
                <a:gd name="csY83" fmla="*/ 66339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222304" h="82430">
                  <a:moveTo>
                    <a:pt x="22239" y="75943"/>
                  </a:moveTo>
                  <a:cubicBezTo>
                    <a:pt x="21233" y="77282"/>
                    <a:pt x="21120" y="77394"/>
                    <a:pt x="18999" y="77394"/>
                  </a:cubicBezTo>
                  <a:lnTo>
                    <a:pt x="0" y="77394"/>
                  </a:lnTo>
                  <a:lnTo>
                    <a:pt x="0" y="73932"/>
                  </a:lnTo>
                  <a:lnTo>
                    <a:pt x="3240" y="73932"/>
                  </a:lnTo>
                  <a:cubicBezTo>
                    <a:pt x="4916" y="73932"/>
                    <a:pt x="7152" y="73820"/>
                    <a:pt x="8828" y="73708"/>
                  </a:cubicBezTo>
                  <a:cubicBezTo>
                    <a:pt x="11398" y="73375"/>
                    <a:pt x="11510" y="73263"/>
                    <a:pt x="11510" y="71139"/>
                  </a:cubicBezTo>
                  <a:lnTo>
                    <a:pt x="11510" y="12834"/>
                  </a:lnTo>
                  <a:cubicBezTo>
                    <a:pt x="11510" y="9818"/>
                    <a:pt x="11510" y="4568"/>
                    <a:pt x="0" y="4568"/>
                  </a:cubicBezTo>
                  <a:lnTo>
                    <a:pt x="0" y="1107"/>
                  </a:lnTo>
                  <a:cubicBezTo>
                    <a:pt x="3913" y="1218"/>
                    <a:pt x="9386" y="1443"/>
                    <a:pt x="13074" y="1443"/>
                  </a:cubicBezTo>
                  <a:cubicBezTo>
                    <a:pt x="16762" y="1443"/>
                    <a:pt x="22239" y="1218"/>
                    <a:pt x="26151" y="1107"/>
                  </a:cubicBezTo>
                  <a:lnTo>
                    <a:pt x="26151" y="4568"/>
                  </a:lnTo>
                  <a:cubicBezTo>
                    <a:pt x="14641" y="4568"/>
                    <a:pt x="14641" y="9818"/>
                    <a:pt x="14641" y="12834"/>
                  </a:cubicBezTo>
                  <a:lnTo>
                    <a:pt x="14641" y="70915"/>
                  </a:lnTo>
                  <a:cubicBezTo>
                    <a:pt x="15199" y="70358"/>
                    <a:pt x="15311" y="70246"/>
                    <a:pt x="15756" y="69576"/>
                  </a:cubicBezTo>
                  <a:lnTo>
                    <a:pt x="61356" y="2557"/>
                  </a:lnTo>
                  <a:cubicBezTo>
                    <a:pt x="62361" y="1218"/>
                    <a:pt x="62474" y="1107"/>
                    <a:pt x="63256" y="1107"/>
                  </a:cubicBezTo>
                  <a:cubicBezTo>
                    <a:pt x="64819" y="1107"/>
                    <a:pt x="64819" y="1887"/>
                    <a:pt x="64819" y="4011"/>
                  </a:cubicBezTo>
                  <a:lnTo>
                    <a:pt x="64819" y="65666"/>
                  </a:lnTo>
                  <a:cubicBezTo>
                    <a:pt x="64819" y="68683"/>
                    <a:pt x="64819" y="73932"/>
                    <a:pt x="76329" y="73932"/>
                  </a:cubicBezTo>
                  <a:lnTo>
                    <a:pt x="76329" y="77394"/>
                  </a:lnTo>
                  <a:cubicBezTo>
                    <a:pt x="72417" y="77282"/>
                    <a:pt x="66944" y="77061"/>
                    <a:pt x="63256" y="77061"/>
                  </a:cubicBezTo>
                  <a:cubicBezTo>
                    <a:pt x="59567" y="77061"/>
                    <a:pt x="54091" y="77282"/>
                    <a:pt x="50178" y="77394"/>
                  </a:cubicBezTo>
                  <a:lnTo>
                    <a:pt x="50178" y="73932"/>
                  </a:lnTo>
                  <a:cubicBezTo>
                    <a:pt x="61688" y="73932"/>
                    <a:pt x="61688" y="68683"/>
                    <a:pt x="61688" y="65666"/>
                  </a:cubicBezTo>
                  <a:lnTo>
                    <a:pt x="61688" y="17971"/>
                  </a:lnTo>
                  <a:lnTo>
                    <a:pt x="22239" y="75943"/>
                  </a:lnTo>
                  <a:close/>
                  <a:moveTo>
                    <a:pt x="119145" y="44445"/>
                  </a:moveTo>
                  <a:lnTo>
                    <a:pt x="104840" y="47907"/>
                  </a:lnTo>
                  <a:cubicBezTo>
                    <a:pt x="97909" y="49582"/>
                    <a:pt x="93551" y="55612"/>
                    <a:pt x="93551" y="62092"/>
                  </a:cubicBezTo>
                  <a:cubicBezTo>
                    <a:pt x="93551" y="69913"/>
                    <a:pt x="99585" y="76725"/>
                    <a:pt x="108304" y="76725"/>
                  </a:cubicBezTo>
                  <a:cubicBezTo>
                    <a:pt x="126967" y="76725"/>
                    <a:pt x="129425" y="58406"/>
                    <a:pt x="130098" y="53381"/>
                  </a:cubicBezTo>
                  <a:cubicBezTo>
                    <a:pt x="130207" y="52711"/>
                    <a:pt x="130207" y="52039"/>
                    <a:pt x="131436" y="52039"/>
                  </a:cubicBezTo>
                  <a:cubicBezTo>
                    <a:pt x="132888" y="52039"/>
                    <a:pt x="132888" y="52599"/>
                    <a:pt x="132888" y="54719"/>
                  </a:cubicBezTo>
                  <a:lnTo>
                    <a:pt x="132888" y="77170"/>
                  </a:lnTo>
                  <a:cubicBezTo>
                    <a:pt x="132888" y="79069"/>
                    <a:pt x="132888" y="79854"/>
                    <a:pt x="131661" y="79854"/>
                  </a:cubicBezTo>
                  <a:cubicBezTo>
                    <a:pt x="130880" y="79854"/>
                    <a:pt x="130768" y="79742"/>
                    <a:pt x="129986" y="78399"/>
                  </a:cubicBezTo>
                  <a:lnTo>
                    <a:pt x="126073" y="72033"/>
                  </a:lnTo>
                  <a:cubicBezTo>
                    <a:pt x="122721" y="75274"/>
                    <a:pt x="118138" y="79854"/>
                    <a:pt x="108192" y="79854"/>
                  </a:cubicBezTo>
                  <a:cubicBezTo>
                    <a:pt x="95788" y="79854"/>
                    <a:pt x="86399" y="70022"/>
                    <a:pt x="86399" y="58184"/>
                  </a:cubicBezTo>
                  <a:cubicBezTo>
                    <a:pt x="86399" y="48913"/>
                    <a:pt x="92320" y="40759"/>
                    <a:pt x="101040" y="37742"/>
                  </a:cubicBezTo>
                  <a:cubicBezTo>
                    <a:pt x="102267" y="37297"/>
                    <a:pt x="107968" y="35955"/>
                    <a:pt x="115790" y="34055"/>
                  </a:cubicBezTo>
                  <a:cubicBezTo>
                    <a:pt x="118808" y="33274"/>
                    <a:pt x="122161" y="32492"/>
                    <a:pt x="125291" y="28361"/>
                  </a:cubicBezTo>
                  <a:cubicBezTo>
                    <a:pt x="127637" y="25456"/>
                    <a:pt x="128755" y="21770"/>
                    <a:pt x="128755" y="18084"/>
                  </a:cubicBezTo>
                  <a:cubicBezTo>
                    <a:pt x="128755" y="10154"/>
                    <a:pt x="123167" y="2112"/>
                    <a:pt x="113781" y="2112"/>
                  </a:cubicBezTo>
                  <a:cubicBezTo>
                    <a:pt x="110537" y="2112"/>
                    <a:pt x="102046" y="2669"/>
                    <a:pt x="96121" y="8142"/>
                  </a:cubicBezTo>
                  <a:cubicBezTo>
                    <a:pt x="89638" y="14173"/>
                    <a:pt x="89305" y="21325"/>
                    <a:pt x="89193" y="25344"/>
                  </a:cubicBezTo>
                  <a:cubicBezTo>
                    <a:pt x="89081" y="26462"/>
                    <a:pt x="88187" y="26462"/>
                    <a:pt x="87850" y="26462"/>
                  </a:cubicBezTo>
                  <a:cubicBezTo>
                    <a:pt x="86399" y="26462"/>
                    <a:pt x="86399" y="25680"/>
                    <a:pt x="86399" y="23669"/>
                  </a:cubicBezTo>
                  <a:lnTo>
                    <a:pt x="86399" y="1330"/>
                  </a:lnTo>
                  <a:cubicBezTo>
                    <a:pt x="86399" y="-569"/>
                    <a:pt x="86399" y="-1350"/>
                    <a:pt x="87629" y="-1350"/>
                  </a:cubicBezTo>
                  <a:cubicBezTo>
                    <a:pt x="88411" y="-1350"/>
                    <a:pt x="88523" y="-1129"/>
                    <a:pt x="89305" y="100"/>
                  </a:cubicBezTo>
                  <a:cubicBezTo>
                    <a:pt x="89305" y="213"/>
                    <a:pt x="89638" y="549"/>
                    <a:pt x="93327" y="6467"/>
                  </a:cubicBezTo>
                  <a:cubicBezTo>
                    <a:pt x="96794" y="2669"/>
                    <a:pt x="103946" y="-1350"/>
                    <a:pt x="113893" y="-1350"/>
                  </a:cubicBezTo>
                  <a:cubicBezTo>
                    <a:pt x="126967" y="-1350"/>
                    <a:pt x="135907" y="9596"/>
                    <a:pt x="135907" y="21882"/>
                  </a:cubicBezTo>
                  <a:cubicBezTo>
                    <a:pt x="135907" y="33053"/>
                    <a:pt x="128531" y="42209"/>
                    <a:pt x="119145" y="44445"/>
                  </a:cubicBezTo>
                  <a:close/>
                  <a:moveTo>
                    <a:pt x="186655" y="78848"/>
                  </a:moveTo>
                  <a:cubicBezTo>
                    <a:pt x="186094" y="80299"/>
                    <a:pt x="185870" y="81080"/>
                    <a:pt x="184082" y="81080"/>
                  </a:cubicBezTo>
                  <a:cubicBezTo>
                    <a:pt x="182293" y="81080"/>
                    <a:pt x="181960" y="80411"/>
                    <a:pt x="181399" y="78848"/>
                  </a:cubicBezTo>
                  <a:lnTo>
                    <a:pt x="158267" y="12053"/>
                  </a:lnTo>
                  <a:cubicBezTo>
                    <a:pt x="156254" y="6355"/>
                    <a:pt x="151784" y="4680"/>
                    <a:pt x="145750" y="4568"/>
                  </a:cubicBezTo>
                  <a:lnTo>
                    <a:pt x="145750" y="1107"/>
                  </a:lnTo>
                  <a:cubicBezTo>
                    <a:pt x="148320" y="1218"/>
                    <a:pt x="153127" y="1443"/>
                    <a:pt x="157149" y="1443"/>
                  </a:cubicBezTo>
                  <a:cubicBezTo>
                    <a:pt x="160615" y="1443"/>
                    <a:pt x="166425" y="1218"/>
                    <a:pt x="170001" y="1107"/>
                  </a:cubicBezTo>
                  <a:lnTo>
                    <a:pt x="170001" y="4568"/>
                  </a:lnTo>
                  <a:cubicBezTo>
                    <a:pt x="164413" y="4568"/>
                    <a:pt x="161619" y="7361"/>
                    <a:pt x="161619" y="10266"/>
                  </a:cubicBezTo>
                  <a:cubicBezTo>
                    <a:pt x="161619" y="10599"/>
                    <a:pt x="161731" y="11717"/>
                    <a:pt x="161843" y="11941"/>
                  </a:cubicBezTo>
                  <a:lnTo>
                    <a:pt x="166982" y="26574"/>
                  </a:lnTo>
                  <a:lnTo>
                    <a:pt x="194589" y="26574"/>
                  </a:lnTo>
                  <a:lnTo>
                    <a:pt x="200511" y="9484"/>
                  </a:lnTo>
                  <a:cubicBezTo>
                    <a:pt x="200623" y="9036"/>
                    <a:pt x="200848" y="8367"/>
                    <a:pt x="200848" y="7918"/>
                  </a:cubicBezTo>
                  <a:cubicBezTo>
                    <a:pt x="200848" y="4568"/>
                    <a:pt x="194589" y="4568"/>
                    <a:pt x="191570" y="4568"/>
                  </a:cubicBezTo>
                  <a:lnTo>
                    <a:pt x="191570" y="1107"/>
                  </a:lnTo>
                  <a:cubicBezTo>
                    <a:pt x="195595" y="1443"/>
                    <a:pt x="203417" y="1443"/>
                    <a:pt x="207663" y="1443"/>
                  </a:cubicBezTo>
                  <a:cubicBezTo>
                    <a:pt x="212470" y="1443"/>
                    <a:pt x="217609" y="1330"/>
                    <a:pt x="222304" y="1107"/>
                  </a:cubicBezTo>
                  <a:lnTo>
                    <a:pt x="222304" y="4568"/>
                  </a:lnTo>
                  <a:lnTo>
                    <a:pt x="220292" y="4568"/>
                  </a:lnTo>
                  <a:cubicBezTo>
                    <a:pt x="213588" y="4568"/>
                    <a:pt x="212021" y="5350"/>
                    <a:pt x="210793" y="9036"/>
                  </a:cubicBezTo>
                  <a:lnTo>
                    <a:pt x="186655" y="78848"/>
                  </a:lnTo>
                  <a:close/>
                  <a:moveTo>
                    <a:pt x="180729" y="66339"/>
                  </a:moveTo>
                  <a:lnTo>
                    <a:pt x="193359" y="30036"/>
                  </a:lnTo>
                  <a:lnTo>
                    <a:pt x="168213" y="30036"/>
                  </a:lnTo>
                  <a:lnTo>
                    <a:pt x="180729" y="66339"/>
                  </a:lnTo>
                  <a:close/>
                </a:path>
              </a:pathLst>
            </a:custGeom>
            <a:solidFill>
              <a:srgbClr val="000000"/>
            </a:solidFill>
            <a:ln w="25400" cap="flat">
              <a:noFill/>
              <a:prstDash val="solid"/>
              <a:miter/>
            </a:ln>
          </p:spPr>
          <p:txBody>
            <a:bodyPr/>
            <a:lstStyle/>
            <a:p>
              <a:endParaRPr lang="en-GB"/>
            </a:p>
          </p:txBody>
        </p:sp>
        <p:sp>
          <p:nvSpPr>
            <p:cNvPr id="2395" name="Freeform: Shape 2394">
              <a:extLst>
                <a:ext uri="{FF2B5EF4-FFF2-40B4-BE49-F238E27FC236}">
                  <a16:creationId xmlns:a16="http://schemas.microsoft.com/office/drawing/2014/main" id="{DBD88402-86E8-5ABB-36D0-F323782099E4}"/>
                </a:ext>
              </a:extLst>
            </p:cNvPr>
            <p:cNvSpPr/>
            <p:nvPr>
              <p:custDataLst>
                <p:tags r:id="rId90"/>
              </p:custDataLst>
            </p:nvPr>
          </p:nvSpPr>
          <p:spPr>
            <a:xfrm flipV="1">
              <a:off x="10780262"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396" name="Freeform: Shape 2395">
              <a:extLst>
                <a:ext uri="{FF2B5EF4-FFF2-40B4-BE49-F238E27FC236}">
                  <a16:creationId xmlns:a16="http://schemas.microsoft.com/office/drawing/2014/main" id="{DA8F85E9-4B5B-CCF7-DF93-6566FC81C84A}"/>
                </a:ext>
              </a:extLst>
            </p:cNvPr>
            <p:cNvSpPr/>
            <p:nvPr>
              <p:custDataLst>
                <p:tags r:id="rId91"/>
              </p:custDataLst>
            </p:nvPr>
          </p:nvSpPr>
          <p:spPr>
            <a:xfrm flipV="1">
              <a:off x="10826589" y="-4600693"/>
              <a:ext cx="219622" cy="82430"/>
            </a:xfrm>
            <a:custGeom>
              <a:avLst/>
              <a:gdLst>
                <a:gd name="csX0" fmla="*/ 32746 w 219622"/>
                <a:gd name="csY0" fmla="*/ 44445 h 82430"/>
                <a:gd name="csX1" fmla="*/ 18442 w 219622"/>
                <a:gd name="csY1" fmla="*/ 47907 h 82430"/>
                <a:gd name="csX2" fmla="*/ 7152 w 219622"/>
                <a:gd name="csY2" fmla="*/ 62092 h 82430"/>
                <a:gd name="csX3" fmla="*/ 21906 w 219622"/>
                <a:gd name="csY3" fmla="*/ 76725 h 82430"/>
                <a:gd name="csX4" fmla="*/ 43699 w 219622"/>
                <a:gd name="csY4" fmla="*/ 53381 h 82430"/>
                <a:gd name="csX5" fmla="*/ 45039 w 219622"/>
                <a:gd name="csY5" fmla="*/ 52039 h 82430"/>
                <a:gd name="csX6" fmla="*/ 46490 w 219622"/>
                <a:gd name="csY6" fmla="*/ 54719 h 82430"/>
                <a:gd name="csX7" fmla="*/ 46490 w 219622"/>
                <a:gd name="csY7" fmla="*/ 77170 h 82430"/>
                <a:gd name="csX8" fmla="*/ 45263 w 219622"/>
                <a:gd name="csY8" fmla="*/ 79854 h 82430"/>
                <a:gd name="csX9" fmla="*/ 43587 w 219622"/>
                <a:gd name="csY9" fmla="*/ 78399 h 82430"/>
                <a:gd name="csX10" fmla="*/ 39674 w 219622"/>
                <a:gd name="csY10" fmla="*/ 72033 h 82430"/>
                <a:gd name="csX11" fmla="*/ 21793 w 219622"/>
                <a:gd name="csY11" fmla="*/ 79854 h 82430"/>
                <a:gd name="csX12" fmla="*/ 0 w 219622"/>
                <a:gd name="csY12" fmla="*/ 58184 h 82430"/>
                <a:gd name="csX13" fmla="*/ 14641 w 219622"/>
                <a:gd name="csY13" fmla="*/ 37742 h 82430"/>
                <a:gd name="csX14" fmla="*/ 29391 w 219622"/>
                <a:gd name="csY14" fmla="*/ 34055 h 82430"/>
                <a:gd name="csX15" fmla="*/ 38892 w 219622"/>
                <a:gd name="csY15" fmla="*/ 28361 h 82430"/>
                <a:gd name="csX16" fmla="*/ 42356 w 219622"/>
                <a:gd name="csY16" fmla="*/ 18084 h 82430"/>
                <a:gd name="csX17" fmla="*/ 27382 w 219622"/>
                <a:gd name="csY17" fmla="*/ 2112 h 82430"/>
                <a:gd name="csX18" fmla="*/ 9722 w 219622"/>
                <a:gd name="csY18" fmla="*/ 8142 h 82430"/>
                <a:gd name="csX19" fmla="*/ 2795 w 219622"/>
                <a:gd name="csY19" fmla="*/ 25344 h 82430"/>
                <a:gd name="csX20" fmla="*/ 1452 w 219622"/>
                <a:gd name="csY20" fmla="*/ 26462 h 82430"/>
                <a:gd name="csX21" fmla="*/ 0 w 219622"/>
                <a:gd name="csY21" fmla="*/ 23669 h 82430"/>
                <a:gd name="csX22" fmla="*/ 0 w 219622"/>
                <a:gd name="csY22" fmla="*/ 1330 h 82430"/>
                <a:gd name="csX23" fmla="*/ 1231 w 219622"/>
                <a:gd name="csY23" fmla="*/ -1350 h 82430"/>
                <a:gd name="csX24" fmla="*/ 2906 w 219622"/>
                <a:gd name="csY24" fmla="*/ 100 h 82430"/>
                <a:gd name="csX25" fmla="*/ 6928 w 219622"/>
                <a:gd name="csY25" fmla="*/ 6467 h 82430"/>
                <a:gd name="csX26" fmla="*/ 27494 w 219622"/>
                <a:gd name="csY26" fmla="*/ -1350 h 82430"/>
                <a:gd name="csX27" fmla="*/ 49509 w 219622"/>
                <a:gd name="csY27" fmla="*/ 21882 h 82430"/>
                <a:gd name="csX28" fmla="*/ 32746 w 219622"/>
                <a:gd name="csY28" fmla="*/ 44445 h 82430"/>
                <a:gd name="csX29" fmla="*/ 100256 w 219622"/>
                <a:gd name="csY29" fmla="*/ 78848 h 82430"/>
                <a:gd name="csX30" fmla="*/ 97683 w 219622"/>
                <a:gd name="csY30" fmla="*/ 81080 h 82430"/>
                <a:gd name="csX31" fmla="*/ 95001 w 219622"/>
                <a:gd name="csY31" fmla="*/ 78848 h 82430"/>
                <a:gd name="csX32" fmla="*/ 71868 w 219622"/>
                <a:gd name="csY32" fmla="*/ 12053 h 82430"/>
                <a:gd name="csX33" fmla="*/ 59352 w 219622"/>
                <a:gd name="csY33" fmla="*/ 4568 h 82430"/>
                <a:gd name="csX34" fmla="*/ 59352 w 219622"/>
                <a:gd name="csY34" fmla="*/ 1107 h 82430"/>
                <a:gd name="csX35" fmla="*/ 70750 w 219622"/>
                <a:gd name="csY35" fmla="*/ 1443 h 82430"/>
                <a:gd name="csX36" fmla="*/ 83603 w 219622"/>
                <a:gd name="csY36" fmla="*/ 1107 h 82430"/>
                <a:gd name="csX37" fmla="*/ 83603 w 219622"/>
                <a:gd name="csY37" fmla="*/ 4568 h 82430"/>
                <a:gd name="csX38" fmla="*/ 75220 w 219622"/>
                <a:gd name="csY38" fmla="*/ 10266 h 82430"/>
                <a:gd name="csX39" fmla="*/ 75444 w 219622"/>
                <a:gd name="csY39" fmla="*/ 11941 h 82430"/>
                <a:gd name="csX40" fmla="*/ 80584 w 219622"/>
                <a:gd name="csY40" fmla="*/ 26574 h 82430"/>
                <a:gd name="csX41" fmla="*/ 108191 w 219622"/>
                <a:gd name="csY41" fmla="*/ 26574 h 82430"/>
                <a:gd name="csX42" fmla="*/ 114112 w 219622"/>
                <a:gd name="csY42" fmla="*/ 9484 h 82430"/>
                <a:gd name="csX43" fmla="*/ 114449 w 219622"/>
                <a:gd name="csY43" fmla="*/ 7918 h 82430"/>
                <a:gd name="csX44" fmla="*/ 105172 w 219622"/>
                <a:gd name="csY44" fmla="*/ 4568 h 82430"/>
                <a:gd name="csX45" fmla="*/ 105172 w 219622"/>
                <a:gd name="csY45" fmla="*/ 1107 h 82430"/>
                <a:gd name="csX46" fmla="*/ 121265 w 219622"/>
                <a:gd name="csY46" fmla="*/ 1443 h 82430"/>
                <a:gd name="csX47" fmla="*/ 135906 w 219622"/>
                <a:gd name="csY47" fmla="*/ 1107 h 82430"/>
                <a:gd name="csX48" fmla="*/ 135906 w 219622"/>
                <a:gd name="csY48" fmla="*/ 4568 h 82430"/>
                <a:gd name="csX49" fmla="*/ 133893 w 219622"/>
                <a:gd name="csY49" fmla="*/ 4568 h 82430"/>
                <a:gd name="csX50" fmla="*/ 124395 w 219622"/>
                <a:gd name="csY50" fmla="*/ 9036 h 82430"/>
                <a:gd name="csX51" fmla="*/ 100256 w 219622"/>
                <a:gd name="csY51" fmla="*/ 78848 h 82430"/>
                <a:gd name="csX52" fmla="*/ 94331 w 219622"/>
                <a:gd name="csY52" fmla="*/ 66339 h 82430"/>
                <a:gd name="csX53" fmla="*/ 106960 w 219622"/>
                <a:gd name="csY53" fmla="*/ 30036 h 82430"/>
                <a:gd name="csX54" fmla="*/ 81815 w 219622"/>
                <a:gd name="csY54" fmla="*/ 30036 h 82430"/>
                <a:gd name="csX55" fmla="*/ 94331 w 219622"/>
                <a:gd name="csY55" fmla="*/ 66339 h 82430"/>
                <a:gd name="csX56" fmla="*/ 165531 w 219622"/>
                <a:gd name="csY56" fmla="*/ 75943 h 82430"/>
                <a:gd name="csX57" fmla="*/ 162292 w 219622"/>
                <a:gd name="csY57" fmla="*/ 77394 h 82430"/>
                <a:gd name="csX58" fmla="*/ 143292 w 219622"/>
                <a:gd name="csY58" fmla="*/ 77394 h 82430"/>
                <a:gd name="csX59" fmla="*/ 143292 w 219622"/>
                <a:gd name="csY59" fmla="*/ 73932 h 82430"/>
                <a:gd name="csX60" fmla="*/ 146532 w 219622"/>
                <a:gd name="csY60" fmla="*/ 73932 h 82430"/>
                <a:gd name="csX61" fmla="*/ 152121 w 219622"/>
                <a:gd name="csY61" fmla="*/ 73708 h 82430"/>
                <a:gd name="csX62" fmla="*/ 154803 w 219622"/>
                <a:gd name="csY62" fmla="*/ 71139 h 82430"/>
                <a:gd name="csX63" fmla="*/ 154803 w 219622"/>
                <a:gd name="csY63" fmla="*/ 12834 h 82430"/>
                <a:gd name="csX64" fmla="*/ 143292 w 219622"/>
                <a:gd name="csY64" fmla="*/ 4568 h 82430"/>
                <a:gd name="csX65" fmla="*/ 143292 w 219622"/>
                <a:gd name="csY65" fmla="*/ 1107 h 82430"/>
                <a:gd name="csX66" fmla="*/ 156366 w 219622"/>
                <a:gd name="csY66" fmla="*/ 1443 h 82430"/>
                <a:gd name="csX67" fmla="*/ 169444 w 219622"/>
                <a:gd name="csY67" fmla="*/ 1107 h 82430"/>
                <a:gd name="csX68" fmla="*/ 169444 w 219622"/>
                <a:gd name="csY68" fmla="*/ 4568 h 82430"/>
                <a:gd name="csX69" fmla="*/ 157933 w 219622"/>
                <a:gd name="csY69" fmla="*/ 12834 h 82430"/>
                <a:gd name="csX70" fmla="*/ 157933 w 219622"/>
                <a:gd name="csY70" fmla="*/ 70915 h 82430"/>
                <a:gd name="csX71" fmla="*/ 159049 w 219622"/>
                <a:gd name="csY71" fmla="*/ 69576 h 82430"/>
                <a:gd name="csX72" fmla="*/ 204648 w 219622"/>
                <a:gd name="csY72" fmla="*/ 2557 h 82430"/>
                <a:gd name="csX73" fmla="*/ 206548 w 219622"/>
                <a:gd name="csY73" fmla="*/ 1107 h 82430"/>
                <a:gd name="csX74" fmla="*/ 208112 w 219622"/>
                <a:gd name="csY74" fmla="*/ 4011 h 82430"/>
                <a:gd name="csX75" fmla="*/ 208112 w 219622"/>
                <a:gd name="csY75" fmla="*/ 65666 h 82430"/>
                <a:gd name="csX76" fmla="*/ 219622 w 219622"/>
                <a:gd name="csY76" fmla="*/ 73932 h 82430"/>
                <a:gd name="csX77" fmla="*/ 219622 w 219622"/>
                <a:gd name="csY77" fmla="*/ 77394 h 82430"/>
                <a:gd name="csX78" fmla="*/ 206548 w 219622"/>
                <a:gd name="csY78" fmla="*/ 77061 h 82430"/>
                <a:gd name="csX79" fmla="*/ 193471 w 219622"/>
                <a:gd name="csY79" fmla="*/ 77394 h 82430"/>
                <a:gd name="csX80" fmla="*/ 193471 w 219622"/>
                <a:gd name="csY80" fmla="*/ 73932 h 82430"/>
                <a:gd name="csX81" fmla="*/ 204981 w 219622"/>
                <a:gd name="csY81" fmla="*/ 65666 h 82430"/>
                <a:gd name="csX82" fmla="*/ 204981 w 219622"/>
                <a:gd name="csY82" fmla="*/ 17971 h 82430"/>
                <a:gd name="csX83" fmla="*/ 165531 w 219622"/>
                <a:gd name="csY83" fmla="*/ 75943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219622" h="82430">
                  <a:moveTo>
                    <a:pt x="32746" y="44445"/>
                  </a:moveTo>
                  <a:lnTo>
                    <a:pt x="18442" y="47907"/>
                  </a:lnTo>
                  <a:cubicBezTo>
                    <a:pt x="11510" y="49582"/>
                    <a:pt x="7152" y="55612"/>
                    <a:pt x="7152" y="62092"/>
                  </a:cubicBezTo>
                  <a:cubicBezTo>
                    <a:pt x="7152" y="69913"/>
                    <a:pt x="13186" y="76725"/>
                    <a:pt x="21906" y="76725"/>
                  </a:cubicBezTo>
                  <a:cubicBezTo>
                    <a:pt x="40568" y="76725"/>
                    <a:pt x="43026" y="58406"/>
                    <a:pt x="43699" y="53381"/>
                  </a:cubicBezTo>
                  <a:cubicBezTo>
                    <a:pt x="43808" y="52711"/>
                    <a:pt x="43808" y="52039"/>
                    <a:pt x="45039" y="52039"/>
                  </a:cubicBezTo>
                  <a:cubicBezTo>
                    <a:pt x="46490" y="52039"/>
                    <a:pt x="46490" y="52599"/>
                    <a:pt x="46490" y="54719"/>
                  </a:cubicBezTo>
                  <a:lnTo>
                    <a:pt x="46490" y="77170"/>
                  </a:lnTo>
                  <a:cubicBezTo>
                    <a:pt x="46490" y="79069"/>
                    <a:pt x="46490" y="79854"/>
                    <a:pt x="45263" y="79854"/>
                  </a:cubicBezTo>
                  <a:cubicBezTo>
                    <a:pt x="44481" y="79854"/>
                    <a:pt x="44369" y="79742"/>
                    <a:pt x="43587" y="78399"/>
                  </a:cubicBezTo>
                  <a:lnTo>
                    <a:pt x="39674" y="72033"/>
                  </a:lnTo>
                  <a:cubicBezTo>
                    <a:pt x="36322" y="75274"/>
                    <a:pt x="31740" y="79854"/>
                    <a:pt x="21793" y="79854"/>
                  </a:cubicBezTo>
                  <a:cubicBezTo>
                    <a:pt x="9389" y="79854"/>
                    <a:pt x="0" y="70022"/>
                    <a:pt x="0" y="58184"/>
                  </a:cubicBezTo>
                  <a:cubicBezTo>
                    <a:pt x="0" y="48913"/>
                    <a:pt x="5922" y="40759"/>
                    <a:pt x="14641" y="37742"/>
                  </a:cubicBezTo>
                  <a:cubicBezTo>
                    <a:pt x="15868" y="37297"/>
                    <a:pt x="21569" y="35955"/>
                    <a:pt x="29391" y="34055"/>
                  </a:cubicBezTo>
                  <a:cubicBezTo>
                    <a:pt x="32410" y="33274"/>
                    <a:pt x="35761" y="32492"/>
                    <a:pt x="38892" y="28361"/>
                  </a:cubicBezTo>
                  <a:cubicBezTo>
                    <a:pt x="41238" y="25456"/>
                    <a:pt x="42356" y="21770"/>
                    <a:pt x="42356" y="18084"/>
                  </a:cubicBezTo>
                  <a:cubicBezTo>
                    <a:pt x="42356" y="10154"/>
                    <a:pt x="36768" y="2112"/>
                    <a:pt x="27382" y="2112"/>
                  </a:cubicBezTo>
                  <a:cubicBezTo>
                    <a:pt x="24139" y="2112"/>
                    <a:pt x="15648" y="2669"/>
                    <a:pt x="9722" y="8142"/>
                  </a:cubicBezTo>
                  <a:cubicBezTo>
                    <a:pt x="3240" y="14173"/>
                    <a:pt x="2906" y="21325"/>
                    <a:pt x="2795" y="25344"/>
                  </a:cubicBezTo>
                  <a:cubicBezTo>
                    <a:pt x="2682" y="26462"/>
                    <a:pt x="1788" y="26462"/>
                    <a:pt x="1452" y="26462"/>
                  </a:cubicBezTo>
                  <a:cubicBezTo>
                    <a:pt x="0" y="26462"/>
                    <a:pt x="0" y="25680"/>
                    <a:pt x="0" y="23669"/>
                  </a:cubicBezTo>
                  <a:lnTo>
                    <a:pt x="0" y="1330"/>
                  </a:lnTo>
                  <a:cubicBezTo>
                    <a:pt x="0" y="-569"/>
                    <a:pt x="0" y="-1350"/>
                    <a:pt x="1231" y="-1350"/>
                  </a:cubicBezTo>
                  <a:cubicBezTo>
                    <a:pt x="2013" y="-1350"/>
                    <a:pt x="2125" y="-1129"/>
                    <a:pt x="2906" y="100"/>
                  </a:cubicBezTo>
                  <a:cubicBezTo>
                    <a:pt x="2906" y="213"/>
                    <a:pt x="3240" y="549"/>
                    <a:pt x="6928" y="6467"/>
                  </a:cubicBezTo>
                  <a:cubicBezTo>
                    <a:pt x="10395" y="2669"/>
                    <a:pt x="17548" y="-1350"/>
                    <a:pt x="27494" y="-1350"/>
                  </a:cubicBezTo>
                  <a:cubicBezTo>
                    <a:pt x="40568" y="-1350"/>
                    <a:pt x="49509" y="9596"/>
                    <a:pt x="49509" y="21882"/>
                  </a:cubicBezTo>
                  <a:cubicBezTo>
                    <a:pt x="49509" y="33053"/>
                    <a:pt x="42132" y="42209"/>
                    <a:pt x="32746" y="44445"/>
                  </a:cubicBezTo>
                  <a:close/>
                  <a:moveTo>
                    <a:pt x="100256" y="78848"/>
                  </a:moveTo>
                  <a:cubicBezTo>
                    <a:pt x="99695" y="80299"/>
                    <a:pt x="99471" y="81080"/>
                    <a:pt x="97683" y="81080"/>
                  </a:cubicBezTo>
                  <a:cubicBezTo>
                    <a:pt x="95895" y="81080"/>
                    <a:pt x="95562" y="80411"/>
                    <a:pt x="95001" y="78848"/>
                  </a:cubicBezTo>
                  <a:lnTo>
                    <a:pt x="71868" y="12053"/>
                  </a:lnTo>
                  <a:cubicBezTo>
                    <a:pt x="69856" y="6355"/>
                    <a:pt x="65385" y="4680"/>
                    <a:pt x="59352" y="4568"/>
                  </a:cubicBezTo>
                  <a:lnTo>
                    <a:pt x="59352" y="1107"/>
                  </a:lnTo>
                  <a:cubicBezTo>
                    <a:pt x="61921" y="1218"/>
                    <a:pt x="66728" y="1443"/>
                    <a:pt x="70750" y="1443"/>
                  </a:cubicBezTo>
                  <a:cubicBezTo>
                    <a:pt x="74217" y="1443"/>
                    <a:pt x="80027" y="1218"/>
                    <a:pt x="83603" y="1107"/>
                  </a:cubicBezTo>
                  <a:lnTo>
                    <a:pt x="83603" y="4568"/>
                  </a:lnTo>
                  <a:cubicBezTo>
                    <a:pt x="78014" y="4568"/>
                    <a:pt x="75220" y="7361"/>
                    <a:pt x="75220" y="10266"/>
                  </a:cubicBezTo>
                  <a:cubicBezTo>
                    <a:pt x="75220" y="10599"/>
                    <a:pt x="75332" y="11717"/>
                    <a:pt x="75444" y="11941"/>
                  </a:cubicBezTo>
                  <a:lnTo>
                    <a:pt x="80584" y="26574"/>
                  </a:lnTo>
                  <a:lnTo>
                    <a:pt x="108191" y="26574"/>
                  </a:lnTo>
                  <a:lnTo>
                    <a:pt x="114112" y="9484"/>
                  </a:lnTo>
                  <a:cubicBezTo>
                    <a:pt x="114224" y="9036"/>
                    <a:pt x="114449" y="8367"/>
                    <a:pt x="114449" y="7918"/>
                  </a:cubicBezTo>
                  <a:cubicBezTo>
                    <a:pt x="114449" y="4568"/>
                    <a:pt x="108191" y="4568"/>
                    <a:pt x="105172" y="4568"/>
                  </a:cubicBezTo>
                  <a:lnTo>
                    <a:pt x="105172" y="1107"/>
                  </a:lnTo>
                  <a:cubicBezTo>
                    <a:pt x="109197" y="1443"/>
                    <a:pt x="117018" y="1443"/>
                    <a:pt x="121265" y="1443"/>
                  </a:cubicBezTo>
                  <a:cubicBezTo>
                    <a:pt x="126071" y="1443"/>
                    <a:pt x="131210" y="1330"/>
                    <a:pt x="135906" y="1107"/>
                  </a:cubicBezTo>
                  <a:lnTo>
                    <a:pt x="135906" y="4568"/>
                  </a:lnTo>
                  <a:lnTo>
                    <a:pt x="133893" y="4568"/>
                  </a:lnTo>
                  <a:cubicBezTo>
                    <a:pt x="127189" y="4568"/>
                    <a:pt x="125622" y="5350"/>
                    <a:pt x="124395" y="9036"/>
                  </a:cubicBezTo>
                  <a:lnTo>
                    <a:pt x="100256" y="78848"/>
                  </a:lnTo>
                  <a:close/>
                  <a:moveTo>
                    <a:pt x="94331" y="66339"/>
                  </a:moveTo>
                  <a:lnTo>
                    <a:pt x="106960" y="30036"/>
                  </a:lnTo>
                  <a:lnTo>
                    <a:pt x="81815" y="30036"/>
                  </a:lnTo>
                  <a:lnTo>
                    <a:pt x="94331" y="66339"/>
                  </a:lnTo>
                  <a:close/>
                  <a:moveTo>
                    <a:pt x="165531" y="75943"/>
                  </a:moveTo>
                  <a:cubicBezTo>
                    <a:pt x="164525" y="77282"/>
                    <a:pt x="164413" y="77394"/>
                    <a:pt x="162292" y="77394"/>
                  </a:cubicBezTo>
                  <a:lnTo>
                    <a:pt x="143292" y="77394"/>
                  </a:lnTo>
                  <a:lnTo>
                    <a:pt x="143292" y="73932"/>
                  </a:lnTo>
                  <a:lnTo>
                    <a:pt x="146532" y="73932"/>
                  </a:lnTo>
                  <a:cubicBezTo>
                    <a:pt x="148208" y="73932"/>
                    <a:pt x="150445" y="73820"/>
                    <a:pt x="152121" y="73708"/>
                  </a:cubicBezTo>
                  <a:cubicBezTo>
                    <a:pt x="154691" y="73375"/>
                    <a:pt x="154803" y="73263"/>
                    <a:pt x="154803" y="71139"/>
                  </a:cubicBezTo>
                  <a:lnTo>
                    <a:pt x="154803" y="12834"/>
                  </a:lnTo>
                  <a:cubicBezTo>
                    <a:pt x="154803" y="9818"/>
                    <a:pt x="154803" y="4568"/>
                    <a:pt x="143292" y="4568"/>
                  </a:cubicBezTo>
                  <a:lnTo>
                    <a:pt x="143292" y="1107"/>
                  </a:lnTo>
                  <a:cubicBezTo>
                    <a:pt x="147206" y="1218"/>
                    <a:pt x="152679" y="1443"/>
                    <a:pt x="156366" y="1443"/>
                  </a:cubicBezTo>
                  <a:cubicBezTo>
                    <a:pt x="160055" y="1443"/>
                    <a:pt x="165531" y="1218"/>
                    <a:pt x="169444" y="1107"/>
                  </a:cubicBezTo>
                  <a:lnTo>
                    <a:pt x="169444" y="4568"/>
                  </a:lnTo>
                  <a:cubicBezTo>
                    <a:pt x="157933" y="4568"/>
                    <a:pt x="157933" y="9818"/>
                    <a:pt x="157933" y="12834"/>
                  </a:cubicBezTo>
                  <a:lnTo>
                    <a:pt x="157933" y="70915"/>
                  </a:lnTo>
                  <a:cubicBezTo>
                    <a:pt x="158491" y="70358"/>
                    <a:pt x="158603" y="70246"/>
                    <a:pt x="159049" y="69576"/>
                  </a:cubicBezTo>
                  <a:lnTo>
                    <a:pt x="204648" y="2557"/>
                  </a:lnTo>
                  <a:cubicBezTo>
                    <a:pt x="205655" y="1218"/>
                    <a:pt x="205767" y="1107"/>
                    <a:pt x="206548" y="1107"/>
                  </a:cubicBezTo>
                  <a:cubicBezTo>
                    <a:pt x="208112" y="1107"/>
                    <a:pt x="208112" y="1887"/>
                    <a:pt x="208112" y="4011"/>
                  </a:cubicBezTo>
                  <a:lnTo>
                    <a:pt x="208112" y="65666"/>
                  </a:lnTo>
                  <a:cubicBezTo>
                    <a:pt x="208112" y="68683"/>
                    <a:pt x="208112" y="73932"/>
                    <a:pt x="219622" y="73932"/>
                  </a:cubicBezTo>
                  <a:lnTo>
                    <a:pt x="219622" y="77394"/>
                  </a:lnTo>
                  <a:cubicBezTo>
                    <a:pt x="215709" y="77282"/>
                    <a:pt x="210236" y="77061"/>
                    <a:pt x="206548" y="77061"/>
                  </a:cubicBezTo>
                  <a:cubicBezTo>
                    <a:pt x="202860" y="77061"/>
                    <a:pt x="197384" y="77282"/>
                    <a:pt x="193471" y="77394"/>
                  </a:cubicBezTo>
                  <a:lnTo>
                    <a:pt x="193471" y="73932"/>
                  </a:lnTo>
                  <a:cubicBezTo>
                    <a:pt x="204981" y="73932"/>
                    <a:pt x="204981" y="68683"/>
                    <a:pt x="204981" y="65666"/>
                  </a:cubicBezTo>
                  <a:lnTo>
                    <a:pt x="204981" y="17971"/>
                  </a:lnTo>
                  <a:lnTo>
                    <a:pt x="165531" y="75943"/>
                  </a:lnTo>
                  <a:close/>
                </a:path>
              </a:pathLst>
            </a:custGeom>
            <a:solidFill>
              <a:srgbClr val="000000"/>
            </a:solidFill>
            <a:ln w="25400" cap="flat">
              <a:noFill/>
              <a:prstDash val="solid"/>
              <a:miter/>
            </a:ln>
          </p:spPr>
          <p:txBody>
            <a:bodyPr/>
            <a:lstStyle/>
            <a:p>
              <a:endParaRPr lang="en-GB"/>
            </a:p>
          </p:txBody>
        </p:sp>
        <p:sp>
          <p:nvSpPr>
            <p:cNvPr id="2397" name="Freeform: Shape 2396">
              <a:extLst>
                <a:ext uri="{FF2B5EF4-FFF2-40B4-BE49-F238E27FC236}">
                  <a16:creationId xmlns:a16="http://schemas.microsoft.com/office/drawing/2014/main" id="{F24E815E-D8BF-E4E2-6C75-8D0589834758}"/>
                </a:ext>
              </a:extLst>
            </p:cNvPr>
            <p:cNvSpPr/>
            <p:nvPr>
              <p:custDataLst>
                <p:tags r:id="rId92"/>
              </p:custDataLst>
            </p:nvPr>
          </p:nvSpPr>
          <p:spPr>
            <a:xfrm flipV="1">
              <a:off x="11059700"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9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9"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398" name="Freeform: Shape 2397">
              <a:extLst>
                <a:ext uri="{FF2B5EF4-FFF2-40B4-BE49-F238E27FC236}">
                  <a16:creationId xmlns:a16="http://schemas.microsoft.com/office/drawing/2014/main" id="{4D08761F-884F-86AB-C7CE-A026D811D50D}"/>
                </a:ext>
              </a:extLst>
            </p:cNvPr>
            <p:cNvSpPr/>
            <p:nvPr>
              <p:custDataLst>
                <p:tags r:id="rId93"/>
              </p:custDataLst>
            </p:nvPr>
          </p:nvSpPr>
          <p:spPr>
            <a:xfrm flipV="1">
              <a:off x="11103793" y="-4599466"/>
              <a:ext cx="228565" cy="81204"/>
            </a:xfrm>
            <a:custGeom>
              <a:avLst/>
              <a:gdLst>
                <a:gd name="csX0" fmla="*/ 70404 w 228565"/>
                <a:gd name="csY0" fmla="*/ 76725 h 81204"/>
                <a:gd name="csX1" fmla="*/ 2121 w 228565"/>
                <a:gd name="csY1" fmla="*/ 76725 h 81204"/>
                <a:gd name="csX2" fmla="*/ 0 w 228565"/>
                <a:gd name="csY2" fmla="*/ 51594 h 81204"/>
                <a:gd name="csX3" fmla="*/ 2791 w 228565"/>
                <a:gd name="csY3" fmla="*/ 51594 h 81204"/>
                <a:gd name="csX4" fmla="*/ 22908 w 228565"/>
                <a:gd name="csY4" fmla="*/ 73263 h 81204"/>
                <a:gd name="csX5" fmla="*/ 28942 w 228565"/>
                <a:gd name="csY5" fmla="*/ 73039 h 81204"/>
                <a:gd name="csX6" fmla="*/ 31291 w 228565"/>
                <a:gd name="csY6" fmla="*/ 68795 h 81204"/>
                <a:gd name="csX7" fmla="*/ 31291 w 228565"/>
                <a:gd name="csY7" fmla="*/ 9930 h 81204"/>
                <a:gd name="csX8" fmla="*/ 19557 w 228565"/>
                <a:gd name="csY8" fmla="*/ 4568 h 81204"/>
                <a:gd name="csX9" fmla="*/ 15086 w 228565"/>
                <a:gd name="csY9" fmla="*/ 4568 h 81204"/>
                <a:gd name="csX10" fmla="*/ 15086 w 228565"/>
                <a:gd name="csY10" fmla="*/ 1107 h 81204"/>
                <a:gd name="csX11" fmla="*/ 36207 w 228565"/>
                <a:gd name="csY11" fmla="*/ 1443 h 81204"/>
                <a:gd name="csX12" fmla="*/ 57442 w 228565"/>
                <a:gd name="csY12" fmla="*/ 1107 h 81204"/>
                <a:gd name="csX13" fmla="*/ 57442 w 228565"/>
                <a:gd name="csY13" fmla="*/ 4568 h 81204"/>
                <a:gd name="csX14" fmla="*/ 52972 w 228565"/>
                <a:gd name="csY14" fmla="*/ 4568 h 81204"/>
                <a:gd name="csX15" fmla="*/ 41238 w 228565"/>
                <a:gd name="csY15" fmla="*/ 9930 h 81204"/>
                <a:gd name="csX16" fmla="*/ 41238 w 228565"/>
                <a:gd name="csY16" fmla="*/ 68795 h 81204"/>
                <a:gd name="csX17" fmla="*/ 43250 w 228565"/>
                <a:gd name="csY17" fmla="*/ 73039 h 81204"/>
                <a:gd name="csX18" fmla="*/ 49617 w 228565"/>
                <a:gd name="csY18" fmla="*/ 73263 h 81204"/>
                <a:gd name="csX19" fmla="*/ 69735 w 228565"/>
                <a:gd name="csY19" fmla="*/ 51594 h 81204"/>
                <a:gd name="csX20" fmla="*/ 72529 w 228565"/>
                <a:gd name="csY20" fmla="*/ 51594 h 81204"/>
                <a:gd name="csX21" fmla="*/ 70404 w 228565"/>
                <a:gd name="csY21" fmla="*/ 76725 h 81204"/>
                <a:gd name="csX22" fmla="*/ 157254 w 228565"/>
                <a:gd name="csY22" fmla="*/ 38972 h 81204"/>
                <a:gd name="csX23" fmla="*/ 120037 w 228565"/>
                <a:gd name="csY23" fmla="*/ 79854 h 81204"/>
                <a:gd name="csX24" fmla="*/ 82933 w 228565"/>
                <a:gd name="csY24" fmla="*/ 38972 h 81204"/>
                <a:gd name="csX25" fmla="*/ 120037 w 228565"/>
                <a:gd name="csY25" fmla="*/ -1350 h 81204"/>
                <a:gd name="csX26" fmla="*/ 157254 w 228565"/>
                <a:gd name="csY26" fmla="*/ 38972 h 81204"/>
                <a:gd name="csX27" fmla="*/ 120149 w 228565"/>
                <a:gd name="csY27" fmla="*/ 1555 h 81204"/>
                <a:gd name="csX28" fmla="*/ 94443 w 228565"/>
                <a:gd name="csY28" fmla="*/ 40535 h 81204"/>
                <a:gd name="csX29" fmla="*/ 120037 w 228565"/>
                <a:gd name="csY29" fmla="*/ 77062 h 81204"/>
                <a:gd name="csX30" fmla="*/ 145739 w 228565"/>
                <a:gd name="csY30" fmla="*/ 40535 h 81204"/>
                <a:gd name="csX31" fmla="*/ 120149 w 228565"/>
                <a:gd name="csY31" fmla="*/ 1555 h 81204"/>
                <a:gd name="csX32" fmla="*/ 228565 w 228565"/>
                <a:gd name="csY32" fmla="*/ 29924 h 81204"/>
                <a:gd name="csX33" fmla="*/ 225772 w 228565"/>
                <a:gd name="csY33" fmla="*/ 29924 h 81204"/>
                <a:gd name="csX34" fmla="*/ 203309 w 228565"/>
                <a:gd name="csY34" fmla="*/ 4568 h 81204"/>
                <a:gd name="csX35" fmla="*/ 194144 w 228565"/>
                <a:gd name="csY35" fmla="*/ 4568 h 81204"/>
                <a:gd name="csX36" fmla="*/ 188668 w 228565"/>
                <a:gd name="csY36" fmla="*/ 9036 h 81204"/>
                <a:gd name="csX37" fmla="*/ 188668 w 228565"/>
                <a:gd name="csY37" fmla="*/ 68571 h 81204"/>
                <a:gd name="csX38" fmla="*/ 199283 w 228565"/>
                <a:gd name="csY38" fmla="*/ 73932 h 81204"/>
                <a:gd name="csX39" fmla="*/ 202972 w 228565"/>
                <a:gd name="csY39" fmla="*/ 73932 h 81204"/>
                <a:gd name="csX40" fmla="*/ 202972 w 228565"/>
                <a:gd name="csY40" fmla="*/ 77394 h 81204"/>
                <a:gd name="csX41" fmla="*/ 184198 w 228565"/>
                <a:gd name="csY41" fmla="*/ 77062 h 81204"/>
                <a:gd name="csX42" fmla="*/ 167211 w 228565"/>
                <a:gd name="csY42" fmla="*/ 77394 h 81204"/>
                <a:gd name="csX43" fmla="*/ 167211 w 228565"/>
                <a:gd name="csY43" fmla="*/ 73932 h 81204"/>
                <a:gd name="csX44" fmla="*/ 169893 w 228565"/>
                <a:gd name="csY44" fmla="*/ 73932 h 81204"/>
                <a:gd name="csX45" fmla="*/ 178720 w 228565"/>
                <a:gd name="csY45" fmla="*/ 68683 h 81204"/>
                <a:gd name="csX46" fmla="*/ 178720 w 228565"/>
                <a:gd name="csY46" fmla="*/ 9818 h 81204"/>
                <a:gd name="csX47" fmla="*/ 169893 w 228565"/>
                <a:gd name="csY47" fmla="*/ 4568 h 81204"/>
                <a:gd name="csX48" fmla="*/ 167211 w 228565"/>
                <a:gd name="csY48" fmla="*/ 4568 h 81204"/>
                <a:gd name="csX49" fmla="*/ 167211 w 228565"/>
                <a:gd name="csY49" fmla="*/ 1107 h 81204"/>
                <a:gd name="csX50" fmla="*/ 225435 w 228565"/>
                <a:gd name="csY50" fmla="*/ 1107 h 81204"/>
                <a:gd name="csX51" fmla="*/ 228565 w 228565"/>
                <a:gd name="csY51" fmla="*/ 29924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228565" h="81204">
                  <a:moveTo>
                    <a:pt x="70404" y="76725"/>
                  </a:moveTo>
                  <a:lnTo>
                    <a:pt x="2121" y="76725"/>
                  </a:lnTo>
                  <a:lnTo>
                    <a:pt x="0" y="51594"/>
                  </a:lnTo>
                  <a:lnTo>
                    <a:pt x="2791" y="51594"/>
                  </a:lnTo>
                  <a:cubicBezTo>
                    <a:pt x="4358" y="69576"/>
                    <a:pt x="6034" y="73263"/>
                    <a:pt x="22908" y="73263"/>
                  </a:cubicBezTo>
                  <a:cubicBezTo>
                    <a:pt x="24921" y="73263"/>
                    <a:pt x="27827" y="73263"/>
                    <a:pt x="28942" y="73039"/>
                  </a:cubicBezTo>
                  <a:cubicBezTo>
                    <a:pt x="31291" y="72594"/>
                    <a:pt x="31291" y="71364"/>
                    <a:pt x="31291" y="68795"/>
                  </a:cubicBezTo>
                  <a:lnTo>
                    <a:pt x="31291" y="9930"/>
                  </a:lnTo>
                  <a:cubicBezTo>
                    <a:pt x="31291" y="6131"/>
                    <a:pt x="31291" y="4568"/>
                    <a:pt x="19557" y="4568"/>
                  </a:cubicBezTo>
                  <a:lnTo>
                    <a:pt x="15086" y="4568"/>
                  </a:lnTo>
                  <a:lnTo>
                    <a:pt x="15086" y="1107"/>
                  </a:lnTo>
                  <a:cubicBezTo>
                    <a:pt x="19669" y="1443"/>
                    <a:pt x="31067" y="1443"/>
                    <a:pt x="36207" y="1443"/>
                  </a:cubicBezTo>
                  <a:cubicBezTo>
                    <a:pt x="41350" y="1443"/>
                    <a:pt x="52860" y="1443"/>
                    <a:pt x="57442" y="1107"/>
                  </a:cubicBezTo>
                  <a:lnTo>
                    <a:pt x="57442" y="4568"/>
                  </a:lnTo>
                  <a:lnTo>
                    <a:pt x="52972" y="4568"/>
                  </a:lnTo>
                  <a:cubicBezTo>
                    <a:pt x="41238" y="4568"/>
                    <a:pt x="41238" y="6131"/>
                    <a:pt x="41238" y="9930"/>
                  </a:cubicBezTo>
                  <a:lnTo>
                    <a:pt x="41238" y="68795"/>
                  </a:lnTo>
                  <a:cubicBezTo>
                    <a:pt x="41238" y="71027"/>
                    <a:pt x="41238" y="72594"/>
                    <a:pt x="43250" y="73039"/>
                  </a:cubicBezTo>
                  <a:cubicBezTo>
                    <a:pt x="44477" y="73263"/>
                    <a:pt x="47496" y="73263"/>
                    <a:pt x="49617" y="73263"/>
                  </a:cubicBezTo>
                  <a:cubicBezTo>
                    <a:pt x="66495" y="73263"/>
                    <a:pt x="68171" y="69576"/>
                    <a:pt x="69735" y="51594"/>
                  </a:cubicBezTo>
                  <a:lnTo>
                    <a:pt x="72529" y="51594"/>
                  </a:lnTo>
                  <a:lnTo>
                    <a:pt x="70404" y="76725"/>
                  </a:lnTo>
                  <a:close/>
                  <a:moveTo>
                    <a:pt x="157254" y="38972"/>
                  </a:moveTo>
                  <a:cubicBezTo>
                    <a:pt x="157254" y="61759"/>
                    <a:pt x="140375" y="79854"/>
                    <a:pt x="120037" y="79854"/>
                  </a:cubicBezTo>
                  <a:cubicBezTo>
                    <a:pt x="100032" y="79854"/>
                    <a:pt x="82933" y="61980"/>
                    <a:pt x="82933" y="38972"/>
                  </a:cubicBezTo>
                  <a:cubicBezTo>
                    <a:pt x="82933" y="16072"/>
                    <a:pt x="100144" y="-1350"/>
                    <a:pt x="120037" y="-1350"/>
                  </a:cubicBezTo>
                  <a:cubicBezTo>
                    <a:pt x="140375" y="-1350"/>
                    <a:pt x="157254" y="16409"/>
                    <a:pt x="157254" y="38972"/>
                  </a:cubicBezTo>
                  <a:close/>
                  <a:moveTo>
                    <a:pt x="120149" y="1555"/>
                  </a:moveTo>
                  <a:cubicBezTo>
                    <a:pt x="109421" y="1555"/>
                    <a:pt x="94443" y="11384"/>
                    <a:pt x="94443" y="40535"/>
                  </a:cubicBezTo>
                  <a:cubicBezTo>
                    <a:pt x="94443" y="69465"/>
                    <a:pt x="110760" y="77062"/>
                    <a:pt x="120037" y="77062"/>
                  </a:cubicBezTo>
                  <a:cubicBezTo>
                    <a:pt x="129760" y="77062"/>
                    <a:pt x="145739" y="69128"/>
                    <a:pt x="145739" y="40535"/>
                  </a:cubicBezTo>
                  <a:cubicBezTo>
                    <a:pt x="145739" y="10935"/>
                    <a:pt x="130429" y="1555"/>
                    <a:pt x="120149" y="1555"/>
                  </a:cubicBezTo>
                  <a:close/>
                  <a:moveTo>
                    <a:pt x="228565" y="29924"/>
                  </a:moveTo>
                  <a:lnTo>
                    <a:pt x="225772" y="29924"/>
                  </a:lnTo>
                  <a:cubicBezTo>
                    <a:pt x="224541" y="18532"/>
                    <a:pt x="222977" y="4568"/>
                    <a:pt x="203309" y="4568"/>
                  </a:cubicBezTo>
                  <a:lnTo>
                    <a:pt x="194144" y="4568"/>
                  </a:lnTo>
                  <a:cubicBezTo>
                    <a:pt x="188892" y="4568"/>
                    <a:pt x="188668" y="5350"/>
                    <a:pt x="188668" y="9036"/>
                  </a:cubicBezTo>
                  <a:lnTo>
                    <a:pt x="188668" y="68571"/>
                  </a:lnTo>
                  <a:cubicBezTo>
                    <a:pt x="188668" y="72369"/>
                    <a:pt x="188668" y="73932"/>
                    <a:pt x="199283" y="73932"/>
                  </a:cubicBezTo>
                  <a:lnTo>
                    <a:pt x="202972" y="73932"/>
                  </a:lnTo>
                  <a:lnTo>
                    <a:pt x="202972" y="77394"/>
                  </a:lnTo>
                  <a:cubicBezTo>
                    <a:pt x="198951" y="77062"/>
                    <a:pt x="188780" y="77062"/>
                    <a:pt x="184198" y="77062"/>
                  </a:cubicBezTo>
                  <a:cubicBezTo>
                    <a:pt x="179839" y="77062"/>
                    <a:pt x="171123" y="77062"/>
                    <a:pt x="167211" y="77394"/>
                  </a:cubicBezTo>
                  <a:lnTo>
                    <a:pt x="167211" y="73932"/>
                  </a:lnTo>
                  <a:lnTo>
                    <a:pt x="169893" y="73932"/>
                  </a:lnTo>
                  <a:cubicBezTo>
                    <a:pt x="178496" y="73932"/>
                    <a:pt x="178720" y="72702"/>
                    <a:pt x="178720" y="68683"/>
                  </a:cubicBezTo>
                  <a:lnTo>
                    <a:pt x="178720" y="9818"/>
                  </a:lnTo>
                  <a:cubicBezTo>
                    <a:pt x="178720" y="5798"/>
                    <a:pt x="178496" y="4568"/>
                    <a:pt x="169893" y="4568"/>
                  </a:cubicBezTo>
                  <a:lnTo>
                    <a:pt x="167211" y="4568"/>
                  </a:lnTo>
                  <a:lnTo>
                    <a:pt x="167211" y="1107"/>
                  </a:lnTo>
                  <a:lnTo>
                    <a:pt x="225435" y="1107"/>
                  </a:lnTo>
                  <a:lnTo>
                    <a:pt x="228565" y="29924"/>
                  </a:lnTo>
                  <a:close/>
                </a:path>
              </a:pathLst>
            </a:custGeom>
            <a:solidFill>
              <a:srgbClr val="000000"/>
            </a:solidFill>
            <a:ln w="25400" cap="flat">
              <a:noFill/>
              <a:prstDash val="solid"/>
              <a:miter/>
            </a:ln>
          </p:spPr>
          <p:txBody>
            <a:bodyPr/>
            <a:lstStyle/>
            <a:p>
              <a:endParaRPr lang="en-GB"/>
            </a:p>
          </p:txBody>
        </p:sp>
        <p:sp>
          <p:nvSpPr>
            <p:cNvPr id="2399" name="Freeform: Shape 2398">
              <a:extLst>
                <a:ext uri="{FF2B5EF4-FFF2-40B4-BE49-F238E27FC236}">
                  <a16:creationId xmlns:a16="http://schemas.microsoft.com/office/drawing/2014/main" id="{E4CCE64D-A6D6-5D71-2778-C6C1E1542382}"/>
                </a:ext>
              </a:extLst>
            </p:cNvPr>
            <p:cNvSpPr/>
            <p:nvPr>
              <p:custDataLst>
                <p:tags r:id="rId94"/>
              </p:custDataLst>
            </p:nvPr>
          </p:nvSpPr>
          <p:spPr>
            <a:xfrm flipV="1">
              <a:off x="11346889"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400" name="Freeform: Shape 2399">
              <a:extLst>
                <a:ext uri="{FF2B5EF4-FFF2-40B4-BE49-F238E27FC236}">
                  <a16:creationId xmlns:a16="http://schemas.microsoft.com/office/drawing/2014/main" id="{49C612B6-9A27-8861-DDC5-ABE5500C279F}"/>
                </a:ext>
              </a:extLst>
            </p:cNvPr>
            <p:cNvSpPr/>
            <p:nvPr>
              <p:custDataLst>
                <p:tags r:id="rId95"/>
              </p:custDataLst>
            </p:nvPr>
          </p:nvSpPr>
          <p:spPr>
            <a:xfrm flipV="1">
              <a:off x="11393217" y="-4600693"/>
              <a:ext cx="223314" cy="82430"/>
            </a:xfrm>
            <a:custGeom>
              <a:avLst/>
              <a:gdLst>
                <a:gd name="csX0" fmla="*/ 0 w 223314"/>
                <a:gd name="csY0" fmla="*/ 39308 h 82430"/>
                <a:gd name="csX1" fmla="*/ 38892 w 223314"/>
                <a:gd name="csY1" fmla="*/ -1350 h 82430"/>
                <a:gd name="csX2" fmla="*/ 68059 w 223314"/>
                <a:gd name="csY2" fmla="*/ 27131 h 82430"/>
                <a:gd name="csX3" fmla="*/ 66607 w 223314"/>
                <a:gd name="csY3" fmla="*/ 29031 h 82430"/>
                <a:gd name="csX4" fmla="*/ 65268 w 223314"/>
                <a:gd name="csY4" fmla="*/ 27244 h 82430"/>
                <a:gd name="csX5" fmla="*/ 40231 w 223314"/>
                <a:gd name="csY5" fmla="*/ 2112 h 82430"/>
                <a:gd name="csX6" fmla="*/ 11510 w 223314"/>
                <a:gd name="csY6" fmla="*/ 39196 h 82430"/>
                <a:gd name="csX7" fmla="*/ 40120 w 223314"/>
                <a:gd name="csY7" fmla="*/ 76389 h 82430"/>
                <a:gd name="csX8" fmla="*/ 64483 w 223314"/>
                <a:gd name="csY8" fmla="*/ 49918 h 82430"/>
                <a:gd name="csX9" fmla="*/ 66270 w 223314"/>
                <a:gd name="csY9" fmla="*/ 48019 h 82430"/>
                <a:gd name="csX10" fmla="*/ 68059 w 223314"/>
                <a:gd name="csY10" fmla="*/ 50700 h 82430"/>
                <a:gd name="csX11" fmla="*/ 68059 w 223314"/>
                <a:gd name="csY11" fmla="*/ 77170 h 82430"/>
                <a:gd name="csX12" fmla="*/ 66832 w 223314"/>
                <a:gd name="csY12" fmla="*/ 79854 h 82430"/>
                <a:gd name="csX13" fmla="*/ 65044 w 223314"/>
                <a:gd name="csY13" fmla="*/ 78512 h 82430"/>
                <a:gd name="csX14" fmla="*/ 59455 w 223314"/>
                <a:gd name="csY14" fmla="*/ 70246 h 82430"/>
                <a:gd name="csX15" fmla="*/ 38892 w 223314"/>
                <a:gd name="csY15" fmla="*/ 79854 h 82430"/>
                <a:gd name="csX16" fmla="*/ 0 w 223314"/>
                <a:gd name="csY16" fmla="*/ 39308 h 82430"/>
                <a:gd name="csX17" fmla="*/ 118922 w 223314"/>
                <a:gd name="csY17" fmla="*/ 78848 h 82430"/>
                <a:gd name="csX18" fmla="*/ 116349 w 223314"/>
                <a:gd name="csY18" fmla="*/ 81080 h 82430"/>
                <a:gd name="csX19" fmla="*/ 113666 w 223314"/>
                <a:gd name="csY19" fmla="*/ 78848 h 82430"/>
                <a:gd name="csX20" fmla="*/ 90534 w 223314"/>
                <a:gd name="csY20" fmla="*/ 12053 h 82430"/>
                <a:gd name="csX21" fmla="*/ 78018 w 223314"/>
                <a:gd name="csY21" fmla="*/ 4568 h 82430"/>
                <a:gd name="csX22" fmla="*/ 78018 w 223314"/>
                <a:gd name="csY22" fmla="*/ 1107 h 82430"/>
                <a:gd name="csX23" fmla="*/ 89416 w 223314"/>
                <a:gd name="csY23" fmla="*/ 1443 h 82430"/>
                <a:gd name="csX24" fmla="*/ 102269 w 223314"/>
                <a:gd name="csY24" fmla="*/ 1107 h 82430"/>
                <a:gd name="csX25" fmla="*/ 102269 w 223314"/>
                <a:gd name="csY25" fmla="*/ 4568 h 82430"/>
                <a:gd name="csX26" fmla="*/ 93886 w 223314"/>
                <a:gd name="csY26" fmla="*/ 10266 h 82430"/>
                <a:gd name="csX27" fmla="*/ 94110 w 223314"/>
                <a:gd name="csY27" fmla="*/ 11941 h 82430"/>
                <a:gd name="csX28" fmla="*/ 99250 w 223314"/>
                <a:gd name="csY28" fmla="*/ 26574 h 82430"/>
                <a:gd name="csX29" fmla="*/ 126857 w 223314"/>
                <a:gd name="csY29" fmla="*/ 26574 h 82430"/>
                <a:gd name="csX30" fmla="*/ 132778 w 223314"/>
                <a:gd name="csY30" fmla="*/ 9484 h 82430"/>
                <a:gd name="csX31" fmla="*/ 133115 w 223314"/>
                <a:gd name="csY31" fmla="*/ 7918 h 82430"/>
                <a:gd name="csX32" fmla="*/ 123838 w 223314"/>
                <a:gd name="csY32" fmla="*/ 4568 h 82430"/>
                <a:gd name="csX33" fmla="*/ 123838 w 223314"/>
                <a:gd name="csY33" fmla="*/ 1107 h 82430"/>
                <a:gd name="csX34" fmla="*/ 139930 w 223314"/>
                <a:gd name="csY34" fmla="*/ 1443 h 82430"/>
                <a:gd name="csX35" fmla="*/ 154572 w 223314"/>
                <a:gd name="csY35" fmla="*/ 1107 h 82430"/>
                <a:gd name="csX36" fmla="*/ 154572 w 223314"/>
                <a:gd name="csY36" fmla="*/ 4568 h 82430"/>
                <a:gd name="csX37" fmla="*/ 152559 w 223314"/>
                <a:gd name="csY37" fmla="*/ 4568 h 82430"/>
                <a:gd name="csX38" fmla="*/ 143061 w 223314"/>
                <a:gd name="csY38" fmla="*/ 9036 h 82430"/>
                <a:gd name="csX39" fmla="*/ 118922 w 223314"/>
                <a:gd name="csY39" fmla="*/ 78848 h 82430"/>
                <a:gd name="csX40" fmla="*/ 112998 w 223314"/>
                <a:gd name="csY40" fmla="*/ 66339 h 82430"/>
                <a:gd name="csX41" fmla="*/ 125626 w 223314"/>
                <a:gd name="csY41" fmla="*/ 30036 h 82430"/>
                <a:gd name="csX42" fmla="*/ 100480 w 223314"/>
                <a:gd name="csY42" fmla="*/ 30036 h 82430"/>
                <a:gd name="csX43" fmla="*/ 112998 w 223314"/>
                <a:gd name="csY43" fmla="*/ 66339 h 82430"/>
                <a:gd name="csX44" fmla="*/ 223314 w 223314"/>
                <a:gd name="csY44" fmla="*/ 29924 h 82430"/>
                <a:gd name="csX45" fmla="*/ 220519 w 223314"/>
                <a:gd name="csY45" fmla="*/ 29924 h 82430"/>
                <a:gd name="csX46" fmla="*/ 198056 w 223314"/>
                <a:gd name="csY46" fmla="*/ 4568 h 82430"/>
                <a:gd name="csX47" fmla="*/ 188891 w 223314"/>
                <a:gd name="csY47" fmla="*/ 4568 h 82430"/>
                <a:gd name="csX48" fmla="*/ 183415 w 223314"/>
                <a:gd name="csY48" fmla="*/ 9036 h 82430"/>
                <a:gd name="csX49" fmla="*/ 183415 w 223314"/>
                <a:gd name="csY49" fmla="*/ 68571 h 82430"/>
                <a:gd name="csX50" fmla="*/ 194032 w 223314"/>
                <a:gd name="csY50" fmla="*/ 73932 h 82430"/>
                <a:gd name="csX51" fmla="*/ 197720 w 223314"/>
                <a:gd name="csY51" fmla="*/ 73932 h 82430"/>
                <a:gd name="csX52" fmla="*/ 197720 w 223314"/>
                <a:gd name="csY52" fmla="*/ 77394 h 82430"/>
                <a:gd name="csX53" fmla="*/ 178945 w 223314"/>
                <a:gd name="csY53" fmla="*/ 77061 h 82430"/>
                <a:gd name="csX54" fmla="*/ 161958 w 223314"/>
                <a:gd name="csY54" fmla="*/ 77394 h 82430"/>
                <a:gd name="csX55" fmla="*/ 161958 w 223314"/>
                <a:gd name="csY55" fmla="*/ 73932 h 82430"/>
                <a:gd name="csX56" fmla="*/ 164641 w 223314"/>
                <a:gd name="csY56" fmla="*/ 73932 h 82430"/>
                <a:gd name="csX57" fmla="*/ 173469 w 223314"/>
                <a:gd name="csY57" fmla="*/ 68683 h 82430"/>
                <a:gd name="csX58" fmla="*/ 173469 w 223314"/>
                <a:gd name="csY58" fmla="*/ 9818 h 82430"/>
                <a:gd name="csX59" fmla="*/ 164641 w 223314"/>
                <a:gd name="csY59" fmla="*/ 4568 h 82430"/>
                <a:gd name="csX60" fmla="*/ 161958 w 223314"/>
                <a:gd name="csY60" fmla="*/ 4568 h 82430"/>
                <a:gd name="csX61" fmla="*/ 161958 w 223314"/>
                <a:gd name="csY61" fmla="*/ 1107 h 82430"/>
                <a:gd name="csX62" fmla="*/ 220183 w 223314"/>
                <a:gd name="csY62" fmla="*/ 1107 h 82430"/>
                <a:gd name="csX63" fmla="*/ 223314 w 223314"/>
                <a:gd name="csY63" fmla="*/ 29924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Lst>
              <a:rect l="l" t="t" r="r" b="b"/>
              <a:pathLst>
                <a:path w="223314" h="82430">
                  <a:moveTo>
                    <a:pt x="0" y="39308"/>
                  </a:moveTo>
                  <a:cubicBezTo>
                    <a:pt x="0" y="16184"/>
                    <a:pt x="18105" y="-1350"/>
                    <a:pt x="38892" y="-1350"/>
                  </a:cubicBezTo>
                  <a:cubicBezTo>
                    <a:pt x="57109" y="-1350"/>
                    <a:pt x="68059" y="14173"/>
                    <a:pt x="68059" y="27131"/>
                  </a:cubicBezTo>
                  <a:cubicBezTo>
                    <a:pt x="68059" y="28249"/>
                    <a:pt x="68059" y="29031"/>
                    <a:pt x="66607" y="29031"/>
                  </a:cubicBezTo>
                  <a:cubicBezTo>
                    <a:pt x="65377" y="29031"/>
                    <a:pt x="65377" y="28361"/>
                    <a:pt x="65268" y="27244"/>
                  </a:cubicBezTo>
                  <a:cubicBezTo>
                    <a:pt x="64374" y="11272"/>
                    <a:pt x="52415" y="2112"/>
                    <a:pt x="40231" y="2112"/>
                  </a:cubicBezTo>
                  <a:cubicBezTo>
                    <a:pt x="33416" y="2112"/>
                    <a:pt x="11510" y="5910"/>
                    <a:pt x="11510" y="39196"/>
                  </a:cubicBezTo>
                  <a:cubicBezTo>
                    <a:pt x="11510" y="72594"/>
                    <a:pt x="33304" y="76389"/>
                    <a:pt x="40120" y="76389"/>
                  </a:cubicBezTo>
                  <a:cubicBezTo>
                    <a:pt x="52303" y="76389"/>
                    <a:pt x="62249" y="66227"/>
                    <a:pt x="64483" y="49918"/>
                  </a:cubicBezTo>
                  <a:cubicBezTo>
                    <a:pt x="64707" y="48356"/>
                    <a:pt x="64707" y="48019"/>
                    <a:pt x="66270" y="48019"/>
                  </a:cubicBezTo>
                  <a:cubicBezTo>
                    <a:pt x="68059" y="48019"/>
                    <a:pt x="68059" y="48356"/>
                    <a:pt x="68059" y="50700"/>
                  </a:cubicBezTo>
                  <a:lnTo>
                    <a:pt x="68059" y="77170"/>
                  </a:lnTo>
                  <a:cubicBezTo>
                    <a:pt x="68059" y="79069"/>
                    <a:pt x="68059" y="79854"/>
                    <a:pt x="66832" y="79854"/>
                  </a:cubicBezTo>
                  <a:cubicBezTo>
                    <a:pt x="66383" y="79854"/>
                    <a:pt x="65938" y="79854"/>
                    <a:pt x="65044" y="78512"/>
                  </a:cubicBezTo>
                  <a:lnTo>
                    <a:pt x="59455" y="70246"/>
                  </a:lnTo>
                  <a:cubicBezTo>
                    <a:pt x="55321" y="74268"/>
                    <a:pt x="49621" y="79854"/>
                    <a:pt x="38892" y="79854"/>
                  </a:cubicBezTo>
                  <a:cubicBezTo>
                    <a:pt x="17993" y="79854"/>
                    <a:pt x="0" y="62092"/>
                    <a:pt x="0" y="39308"/>
                  </a:cubicBezTo>
                  <a:close/>
                  <a:moveTo>
                    <a:pt x="118922" y="78848"/>
                  </a:moveTo>
                  <a:cubicBezTo>
                    <a:pt x="118361" y="80299"/>
                    <a:pt x="118137" y="81080"/>
                    <a:pt x="116349" y="81080"/>
                  </a:cubicBezTo>
                  <a:cubicBezTo>
                    <a:pt x="114560" y="81080"/>
                    <a:pt x="114227" y="80411"/>
                    <a:pt x="113666" y="78848"/>
                  </a:cubicBezTo>
                  <a:lnTo>
                    <a:pt x="90534" y="12053"/>
                  </a:lnTo>
                  <a:cubicBezTo>
                    <a:pt x="88522" y="6355"/>
                    <a:pt x="84051" y="4680"/>
                    <a:pt x="78018" y="4568"/>
                  </a:cubicBezTo>
                  <a:lnTo>
                    <a:pt x="78018" y="1107"/>
                  </a:lnTo>
                  <a:cubicBezTo>
                    <a:pt x="80588" y="1218"/>
                    <a:pt x="85394" y="1443"/>
                    <a:pt x="89416" y="1443"/>
                  </a:cubicBezTo>
                  <a:cubicBezTo>
                    <a:pt x="92883" y="1443"/>
                    <a:pt x="98693" y="1218"/>
                    <a:pt x="102269" y="1107"/>
                  </a:cubicBezTo>
                  <a:lnTo>
                    <a:pt x="102269" y="4568"/>
                  </a:lnTo>
                  <a:cubicBezTo>
                    <a:pt x="96680" y="4568"/>
                    <a:pt x="93886" y="7361"/>
                    <a:pt x="93886" y="10266"/>
                  </a:cubicBezTo>
                  <a:cubicBezTo>
                    <a:pt x="93886" y="10599"/>
                    <a:pt x="93998" y="11717"/>
                    <a:pt x="94110" y="11941"/>
                  </a:cubicBezTo>
                  <a:lnTo>
                    <a:pt x="99250" y="26574"/>
                  </a:lnTo>
                  <a:lnTo>
                    <a:pt x="126857" y="26574"/>
                  </a:lnTo>
                  <a:lnTo>
                    <a:pt x="132778" y="9484"/>
                  </a:lnTo>
                  <a:cubicBezTo>
                    <a:pt x="132890" y="9036"/>
                    <a:pt x="133115" y="8367"/>
                    <a:pt x="133115" y="7918"/>
                  </a:cubicBezTo>
                  <a:cubicBezTo>
                    <a:pt x="133115" y="4568"/>
                    <a:pt x="126857" y="4568"/>
                    <a:pt x="123838" y="4568"/>
                  </a:cubicBezTo>
                  <a:lnTo>
                    <a:pt x="123838" y="1107"/>
                  </a:lnTo>
                  <a:cubicBezTo>
                    <a:pt x="127863" y="1443"/>
                    <a:pt x="135684" y="1443"/>
                    <a:pt x="139930" y="1443"/>
                  </a:cubicBezTo>
                  <a:cubicBezTo>
                    <a:pt x="144737" y="1443"/>
                    <a:pt x="149876" y="1330"/>
                    <a:pt x="154572" y="1107"/>
                  </a:cubicBezTo>
                  <a:lnTo>
                    <a:pt x="154572" y="4568"/>
                  </a:lnTo>
                  <a:lnTo>
                    <a:pt x="152559" y="4568"/>
                  </a:lnTo>
                  <a:cubicBezTo>
                    <a:pt x="145855" y="4568"/>
                    <a:pt x="144288" y="5350"/>
                    <a:pt x="143061" y="9036"/>
                  </a:cubicBezTo>
                  <a:lnTo>
                    <a:pt x="118922" y="78848"/>
                  </a:lnTo>
                  <a:close/>
                  <a:moveTo>
                    <a:pt x="112998" y="66339"/>
                  </a:moveTo>
                  <a:lnTo>
                    <a:pt x="125626" y="30036"/>
                  </a:lnTo>
                  <a:lnTo>
                    <a:pt x="100480" y="30036"/>
                  </a:lnTo>
                  <a:lnTo>
                    <a:pt x="112998" y="66339"/>
                  </a:lnTo>
                  <a:close/>
                  <a:moveTo>
                    <a:pt x="223314" y="29924"/>
                  </a:moveTo>
                  <a:lnTo>
                    <a:pt x="220519" y="29924"/>
                  </a:lnTo>
                  <a:cubicBezTo>
                    <a:pt x="219289" y="18532"/>
                    <a:pt x="217725" y="4568"/>
                    <a:pt x="198056" y="4568"/>
                  </a:cubicBezTo>
                  <a:lnTo>
                    <a:pt x="188891" y="4568"/>
                  </a:lnTo>
                  <a:cubicBezTo>
                    <a:pt x="183639" y="4568"/>
                    <a:pt x="183415" y="5350"/>
                    <a:pt x="183415" y="9036"/>
                  </a:cubicBezTo>
                  <a:lnTo>
                    <a:pt x="183415" y="68571"/>
                  </a:lnTo>
                  <a:cubicBezTo>
                    <a:pt x="183415" y="72369"/>
                    <a:pt x="183415" y="73932"/>
                    <a:pt x="194032" y="73932"/>
                  </a:cubicBezTo>
                  <a:lnTo>
                    <a:pt x="197720" y="73932"/>
                  </a:lnTo>
                  <a:lnTo>
                    <a:pt x="197720" y="77394"/>
                  </a:lnTo>
                  <a:cubicBezTo>
                    <a:pt x="193699" y="77061"/>
                    <a:pt x="183527" y="77061"/>
                    <a:pt x="178945" y="77061"/>
                  </a:cubicBezTo>
                  <a:cubicBezTo>
                    <a:pt x="174587" y="77061"/>
                    <a:pt x="165872" y="77061"/>
                    <a:pt x="161958" y="77394"/>
                  </a:cubicBezTo>
                  <a:lnTo>
                    <a:pt x="161958" y="73932"/>
                  </a:lnTo>
                  <a:lnTo>
                    <a:pt x="164641" y="73932"/>
                  </a:lnTo>
                  <a:cubicBezTo>
                    <a:pt x="173245" y="73932"/>
                    <a:pt x="173469" y="72702"/>
                    <a:pt x="173469" y="68683"/>
                  </a:cubicBezTo>
                  <a:lnTo>
                    <a:pt x="173469" y="9818"/>
                  </a:lnTo>
                  <a:cubicBezTo>
                    <a:pt x="173469" y="5798"/>
                    <a:pt x="173245" y="4568"/>
                    <a:pt x="164641" y="4568"/>
                  </a:cubicBezTo>
                  <a:lnTo>
                    <a:pt x="161958" y="4568"/>
                  </a:lnTo>
                  <a:lnTo>
                    <a:pt x="161958" y="1107"/>
                  </a:lnTo>
                  <a:lnTo>
                    <a:pt x="220183" y="1107"/>
                  </a:lnTo>
                  <a:lnTo>
                    <a:pt x="223314" y="29924"/>
                  </a:lnTo>
                  <a:close/>
                </a:path>
              </a:pathLst>
            </a:custGeom>
            <a:solidFill>
              <a:srgbClr val="000000"/>
            </a:solidFill>
            <a:ln w="25400" cap="flat">
              <a:noFill/>
              <a:prstDash val="solid"/>
              <a:miter/>
            </a:ln>
          </p:spPr>
          <p:txBody>
            <a:bodyPr/>
            <a:lstStyle/>
            <a:p>
              <a:endParaRPr lang="en-GB"/>
            </a:p>
          </p:txBody>
        </p:sp>
        <p:sp>
          <p:nvSpPr>
            <p:cNvPr id="2401" name="Freeform: Shape 2400">
              <a:extLst>
                <a:ext uri="{FF2B5EF4-FFF2-40B4-BE49-F238E27FC236}">
                  <a16:creationId xmlns:a16="http://schemas.microsoft.com/office/drawing/2014/main" id="{F028B9F5-77CA-C98B-F326-E4F41D987559}"/>
                </a:ext>
              </a:extLst>
            </p:cNvPr>
            <p:cNvSpPr/>
            <p:nvPr>
              <p:custDataLst>
                <p:tags r:id="rId96"/>
              </p:custDataLst>
            </p:nvPr>
          </p:nvSpPr>
          <p:spPr>
            <a:xfrm flipV="1">
              <a:off x="11630984"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19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6" y="32055"/>
                    <a:pt x="0" y="29262"/>
                    <a:pt x="0" y="26133"/>
                  </a:cubicBezTo>
                  <a:cubicBezTo>
                    <a:pt x="0" y="23120"/>
                    <a:pt x="2236" y="20215"/>
                    <a:pt x="5925" y="20215"/>
                  </a:cubicBezTo>
                  <a:cubicBezTo>
                    <a:pt x="7264" y="20215"/>
                    <a:pt x="8719" y="20663"/>
                    <a:pt x="9834" y="21665"/>
                  </a:cubicBezTo>
                  <a:cubicBezTo>
                    <a:pt x="10171" y="21890"/>
                    <a:pt x="10283" y="22002"/>
                    <a:pt x="10395" y="22002"/>
                  </a:cubicBezTo>
                  <a:cubicBezTo>
                    <a:pt x="10507" y="22002"/>
                    <a:pt x="10619" y="21890"/>
                    <a:pt x="10619" y="20327"/>
                  </a:cubicBezTo>
                  <a:cubicBezTo>
                    <a:pt x="10619"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402" name="Freeform: Shape 2401">
              <a:extLst>
                <a:ext uri="{FF2B5EF4-FFF2-40B4-BE49-F238E27FC236}">
                  <a16:creationId xmlns:a16="http://schemas.microsoft.com/office/drawing/2014/main" id="{34A1FF35-F3C7-55C9-F4DD-112EEC858BD2}"/>
                </a:ext>
              </a:extLst>
            </p:cNvPr>
            <p:cNvSpPr/>
            <p:nvPr>
              <p:custDataLst>
                <p:tags r:id="rId97"/>
              </p:custDataLst>
            </p:nvPr>
          </p:nvSpPr>
          <p:spPr>
            <a:xfrm flipV="1">
              <a:off x="11674964" y="-4599466"/>
              <a:ext cx="174467" cy="81204"/>
            </a:xfrm>
            <a:custGeom>
              <a:avLst/>
              <a:gdLst>
                <a:gd name="csX0" fmla="*/ 21120 w 174467"/>
                <a:gd name="csY0" fmla="*/ 40535 h 81204"/>
                <a:gd name="csX1" fmla="*/ 21120 w 174467"/>
                <a:gd name="csY1" fmla="*/ 69465 h 81204"/>
                <a:gd name="csX2" fmla="*/ 23578 w 174467"/>
                <a:gd name="csY2" fmla="*/ 73708 h 81204"/>
                <a:gd name="csX3" fmla="*/ 30173 w 174467"/>
                <a:gd name="csY3" fmla="*/ 73932 h 81204"/>
                <a:gd name="csX4" fmla="*/ 52748 w 174467"/>
                <a:gd name="csY4" fmla="*/ 57291 h 81204"/>
                <a:gd name="csX5" fmla="*/ 33525 w 174467"/>
                <a:gd name="csY5" fmla="*/ 40535 h 81204"/>
                <a:gd name="csX6" fmla="*/ 21120 w 174467"/>
                <a:gd name="csY6" fmla="*/ 40535 h 81204"/>
                <a:gd name="csX7" fmla="*/ 44702 w 174467"/>
                <a:gd name="csY7" fmla="*/ 39084 h 81204"/>
                <a:gd name="csX8" fmla="*/ 64258 w 174467"/>
                <a:gd name="csY8" fmla="*/ 57291 h 81204"/>
                <a:gd name="csX9" fmla="*/ 35092 w 174467"/>
                <a:gd name="csY9" fmla="*/ 77394 h 81204"/>
                <a:gd name="csX10" fmla="*/ 0 w 174467"/>
                <a:gd name="csY10" fmla="*/ 77394 h 81204"/>
                <a:gd name="csX11" fmla="*/ 0 w 174467"/>
                <a:gd name="csY11" fmla="*/ 73932 h 81204"/>
                <a:gd name="csX12" fmla="*/ 2682 w 174467"/>
                <a:gd name="csY12" fmla="*/ 73932 h 81204"/>
                <a:gd name="csX13" fmla="*/ 11510 w 174467"/>
                <a:gd name="csY13" fmla="*/ 68683 h 81204"/>
                <a:gd name="csX14" fmla="*/ 11510 w 174467"/>
                <a:gd name="csY14" fmla="*/ 9818 h 81204"/>
                <a:gd name="csX15" fmla="*/ 2682 w 174467"/>
                <a:gd name="csY15" fmla="*/ 4568 h 81204"/>
                <a:gd name="csX16" fmla="*/ 0 w 174467"/>
                <a:gd name="csY16" fmla="*/ 4568 h 81204"/>
                <a:gd name="csX17" fmla="*/ 0 w 174467"/>
                <a:gd name="csY17" fmla="*/ 1107 h 81204"/>
                <a:gd name="csX18" fmla="*/ 16317 w 174467"/>
                <a:gd name="csY18" fmla="*/ 1443 h 81204"/>
                <a:gd name="csX19" fmla="*/ 32630 w 174467"/>
                <a:gd name="csY19" fmla="*/ 1107 h 81204"/>
                <a:gd name="csX20" fmla="*/ 32630 w 174467"/>
                <a:gd name="csY20" fmla="*/ 4568 h 81204"/>
                <a:gd name="csX21" fmla="*/ 29948 w 174467"/>
                <a:gd name="csY21" fmla="*/ 4568 h 81204"/>
                <a:gd name="csX22" fmla="*/ 21120 w 174467"/>
                <a:gd name="csY22" fmla="*/ 9818 h 81204"/>
                <a:gd name="csX23" fmla="*/ 21120 w 174467"/>
                <a:gd name="csY23" fmla="*/ 38078 h 81204"/>
                <a:gd name="csX24" fmla="*/ 33973 w 174467"/>
                <a:gd name="csY24" fmla="*/ 38078 h 81204"/>
                <a:gd name="csX25" fmla="*/ 44365 w 174467"/>
                <a:gd name="csY25" fmla="*/ 34280 h 81204"/>
                <a:gd name="csX26" fmla="*/ 48614 w 174467"/>
                <a:gd name="csY26" fmla="*/ 19314 h 81204"/>
                <a:gd name="csX27" fmla="*/ 53197 w 174467"/>
                <a:gd name="csY27" fmla="*/ 3342 h 81204"/>
                <a:gd name="csX28" fmla="*/ 67277 w 174467"/>
                <a:gd name="csY28" fmla="*/ -1350 h 81204"/>
                <a:gd name="csX29" fmla="*/ 77893 w 174467"/>
                <a:gd name="csY29" fmla="*/ 10935 h 81204"/>
                <a:gd name="csX30" fmla="*/ 76441 w 174467"/>
                <a:gd name="csY30" fmla="*/ 12834 h 81204"/>
                <a:gd name="csX31" fmla="*/ 75098 w 174467"/>
                <a:gd name="csY31" fmla="*/ 11047 h 81204"/>
                <a:gd name="csX32" fmla="*/ 67722 w 174467"/>
                <a:gd name="csY32" fmla="*/ 1107 h 81204"/>
                <a:gd name="csX33" fmla="*/ 59788 w 174467"/>
                <a:gd name="csY33" fmla="*/ 17190 h 81204"/>
                <a:gd name="csX34" fmla="*/ 58336 w 174467"/>
                <a:gd name="csY34" fmla="*/ 26125 h 81204"/>
                <a:gd name="csX35" fmla="*/ 44702 w 174467"/>
                <a:gd name="csY35" fmla="*/ 39084 h 81204"/>
                <a:gd name="csX36" fmla="*/ 103496 w 174467"/>
                <a:gd name="csY36" fmla="*/ 68683 h 81204"/>
                <a:gd name="csX37" fmla="*/ 112661 w 174467"/>
                <a:gd name="csY37" fmla="*/ 73932 h 81204"/>
                <a:gd name="csX38" fmla="*/ 115568 w 174467"/>
                <a:gd name="csY38" fmla="*/ 73932 h 81204"/>
                <a:gd name="csX39" fmla="*/ 115568 w 174467"/>
                <a:gd name="csY39" fmla="*/ 77394 h 81204"/>
                <a:gd name="csX40" fmla="*/ 98581 w 174467"/>
                <a:gd name="csY40" fmla="*/ 77062 h 81204"/>
                <a:gd name="csX41" fmla="*/ 81482 w 174467"/>
                <a:gd name="csY41" fmla="*/ 77394 h 81204"/>
                <a:gd name="csX42" fmla="*/ 81482 w 174467"/>
                <a:gd name="csY42" fmla="*/ 73932 h 81204"/>
                <a:gd name="csX43" fmla="*/ 84385 w 174467"/>
                <a:gd name="csY43" fmla="*/ 73932 h 81204"/>
                <a:gd name="csX44" fmla="*/ 93550 w 174467"/>
                <a:gd name="csY44" fmla="*/ 68683 h 81204"/>
                <a:gd name="csX45" fmla="*/ 93550 w 174467"/>
                <a:gd name="csY45" fmla="*/ 9818 h 81204"/>
                <a:gd name="csX46" fmla="*/ 84385 w 174467"/>
                <a:gd name="csY46" fmla="*/ 4568 h 81204"/>
                <a:gd name="csX47" fmla="*/ 81482 w 174467"/>
                <a:gd name="csY47" fmla="*/ 4568 h 81204"/>
                <a:gd name="csX48" fmla="*/ 81482 w 174467"/>
                <a:gd name="csY48" fmla="*/ 1107 h 81204"/>
                <a:gd name="csX49" fmla="*/ 98469 w 174467"/>
                <a:gd name="csY49" fmla="*/ 1443 h 81204"/>
                <a:gd name="csX50" fmla="*/ 115568 w 174467"/>
                <a:gd name="csY50" fmla="*/ 1107 h 81204"/>
                <a:gd name="csX51" fmla="*/ 115568 w 174467"/>
                <a:gd name="csY51" fmla="*/ 4568 h 81204"/>
                <a:gd name="csX52" fmla="*/ 112661 w 174467"/>
                <a:gd name="csY52" fmla="*/ 4568 h 81204"/>
                <a:gd name="csX53" fmla="*/ 103496 w 174467"/>
                <a:gd name="csY53" fmla="*/ 9818 h 81204"/>
                <a:gd name="csX54" fmla="*/ 103496 w 174467"/>
                <a:gd name="csY54" fmla="*/ 68683 h 81204"/>
                <a:gd name="csX55" fmla="*/ 157706 w 174467"/>
                <a:gd name="csY55" fmla="*/ 44445 h 81204"/>
                <a:gd name="csX56" fmla="*/ 143401 w 174467"/>
                <a:gd name="csY56" fmla="*/ 47907 h 81204"/>
                <a:gd name="csX57" fmla="*/ 132112 w 174467"/>
                <a:gd name="csY57" fmla="*/ 62092 h 81204"/>
                <a:gd name="csX58" fmla="*/ 146865 w 174467"/>
                <a:gd name="csY58" fmla="*/ 76725 h 81204"/>
                <a:gd name="csX59" fmla="*/ 168658 w 174467"/>
                <a:gd name="csY59" fmla="*/ 53381 h 81204"/>
                <a:gd name="csX60" fmla="*/ 169998 w 174467"/>
                <a:gd name="csY60" fmla="*/ 52039 h 81204"/>
                <a:gd name="csX61" fmla="*/ 171449 w 174467"/>
                <a:gd name="csY61" fmla="*/ 54719 h 81204"/>
                <a:gd name="csX62" fmla="*/ 171449 w 174467"/>
                <a:gd name="csY62" fmla="*/ 77170 h 81204"/>
                <a:gd name="csX63" fmla="*/ 170222 w 174467"/>
                <a:gd name="csY63" fmla="*/ 79854 h 81204"/>
                <a:gd name="csX64" fmla="*/ 168546 w 174467"/>
                <a:gd name="csY64" fmla="*/ 78400 h 81204"/>
                <a:gd name="csX65" fmla="*/ 164634 w 174467"/>
                <a:gd name="csY65" fmla="*/ 72033 h 81204"/>
                <a:gd name="csX66" fmla="*/ 146753 w 174467"/>
                <a:gd name="csY66" fmla="*/ 79854 h 81204"/>
                <a:gd name="csX67" fmla="*/ 124959 w 174467"/>
                <a:gd name="csY67" fmla="*/ 58185 h 81204"/>
                <a:gd name="csX68" fmla="*/ 139601 w 174467"/>
                <a:gd name="csY68" fmla="*/ 37742 h 81204"/>
                <a:gd name="csX69" fmla="*/ 154350 w 174467"/>
                <a:gd name="csY69" fmla="*/ 34055 h 81204"/>
                <a:gd name="csX70" fmla="*/ 163852 w 174467"/>
                <a:gd name="csY70" fmla="*/ 28361 h 81204"/>
                <a:gd name="csX71" fmla="*/ 167315 w 174467"/>
                <a:gd name="csY71" fmla="*/ 18084 h 81204"/>
                <a:gd name="csX72" fmla="*/ 152341 w 174467"/>
                <a:gd name="csY72" fmla="*/ 2112 h 81204"/>
                <a:gd name="csX73" fmla="*/ 134682 w 174467"/>
                <a:gd name="csY73" fmla="*/ 8142 h 81204"/>
                <a:gd name="csX74" fmla="*/ 127754 w 174467"/>
                <a:gd name="csY74" fmla="*/ 25345 h 81204"/>
                <a:gd name="csX75" fmla="*/ 126411 w 174467"/>
                <a:gd name="csY75" fmla="*/ 26462 h 81204"/>
                <a:gd name="csX76" fmla="*/ 124959 w 174467"/>
                <a:gd name="csY76" fmla="*/ 23669 h 81204"/>
                <a:gd name="csX77" fmla="*/ 124959 w 174467"/>
                <a:gd name="csY77" fmla="*/ 1330 h 81204"/>
                <a:gd name="csX78" fmla="*/ 126190 w 174467"/>
                <a:gd name="csY78" fmla="*/ -1350 h 81204"/>
                <a:gd name="csX79" fmla="*/ 127866 w 174467"/>
                <a:gd name="csY79" fmla="*/ 101 h 81204"/>
                <a:gd name="csX80" fmla="*/ 131887 w 174467"/>
                <a:gd name="csY80" fmla="*/ 6467 h 81204"/>
                <a:gd name="csX81" fmla="*/ 152453 w 174467"/>
                <a:gd name="csY81" fmla="*/ -1350 h 81204"/>
                <a:gd name="csX82" fmla="*/ 174468 w 174467"/>
                <a:gd name="csY82" fmla="*/ 21882 h 81204"/>
                <a:gd name="csX83" fmla="*/ 157706 w 174467"/>
                <a:gd name="csY83" fmla="*/ 44445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174467" h="81204">
                  <a:moveTo>
                    <a:pt x="21120" y="40535"/>
                  </a:moveTo>
                  <a:lnTo>
                    <a:pt x="21120" y="69465"/>
                  </a:lnTo>
                  <a:cubicBezTo>
                    <a:pt x="21120" y="72033"/>
                    <a:pt x="21120" y="73375"/>
                    <a:pt x="23578" y="73708"/>
                  </a:cubicBezTo>
                  <a:cubicBezTo>
                    <a:pt x="24696" y="73932"/>
                    <a:pt x="27939" y="73932"/>
                    <a:pt x="30173" y="73932"/>
                  </a:cubicBezTo>
                  <a:cubicBezTo>
                    <a:pt x="40231" y="73932"/>
                    <a:pt x="52748" y="73487"/>
                    <a:pt x="52748" y="57291"/>
                  </a:cubicBezTo>
                  <a:cubicBezTo>
                    <a:pt x="52748" y="49582"/>
                    <a:pt x="50066" y="40535"/>
                    <a:pt x="33525" y="40535"/>
                  </a:cubicBezTo>
                  <a:lnTo>
                    <a:pt x="21120" y="40535"/>
                  </a:lnTo>
                  <a:close/>
                  <a:moveTo>
                    <a:pt x="44702" y="39084"/>
                  </a:moveTo>
                  <a:cubicBezTo>
                    <a:pt x="55542" y="41765"/>
                    <a:pt x="64258" y="48576"/>
                    <a:pt x="64258" y="57291"/>
                  </a:cubicBezTo>
                  <a:cubicBezTo>
                    <a:pt x="64258" y="68014"/>
                    <a:pt x="51517" y="77394"/>
                    <a:pt x="35092" y="77394"/>
                  </a:cubicBezTo>
                  <a:lnTo>
                    <a:pt x="0" y="77394"/>
                  </a:lnTo>
                  <a:lnTo>
                    <a:pt x="0" y="73932"/>
                  </a:lnTo>
                  <a:lnTo>
                    <a:pt x="2682" y="73932"/>
                  </a:lnTo>
                  <a:cubicBezTo>
                    <a:pt x="11286" y="73932"/>
                    <a:pt x="11510" y="72702"/>
                    <a:pt x="11510" y="68683"/>
                  </a:cubicBezTo>
                  <a:lnTo>
                    <a:pt x="11510" y="9818"/>
                  </a:lnTo>
                  <a:cubicBezTo>
                    <a:pt x="11510" y="5798"/>
                    <a:pt x="11286" y="4568"/>
                    <a:pt x="2682" y="4568"/>
                  </a:cubicBezTo>
                  <a:lnTo>
                    <a:pt x="0" y="4568"/>
                  </a:lnTo>
                  <a:lnTo>
                    <a:pt x="0" y="1107"/>
                  </a:lnTo>
                  <a:cubicBezTo>
                    <a:pt x="4021" y="1443"/>
                    <a:pt x="11955" y="1443"/>
                    <a:pt x="16317" y="1443"/>
                  </a:cubicBezTo>
                  <a:cubicBezTo>
                    <a:pt x="20675" y="1443"/>
                    <a:pt x="28609" y="1443"/>
                    <a:pt x="32630" y="1107"/>
                  </a:cubicBezTo>
                  <a:lnTo>
                    <a:pt x="32630" y="4568"/>
                  </a:lnTo>
                  <a:lnTo>
                    <a:pt x="29948" y="4568"/>
                  </a:lnTo>
                  <a:cubicBezTo>
                    <a:pt x="21345" y="4568"/>
                    <a:pt x="21120" y="5798"/>
                    <a:pt x="21120" y="9818"/>
                  </a:cubicBezTo>
                  <a:lnTo>
                    <a:pt x="21120" y="38078"/>
                  </a:lnTo>
                  <a:lnTo>
                    <a:pt x="33973" y="38078"/>
                  </a:lnTo>
                  <a:cubicBezTo>
                    <a:pt x="35761" y="38078"/>
                    <a:pt x="40456" y="38078"/>
                    <a:pt x="44365" y="34280"/>
                  </a:cubicBezTo>
                  <a:cubicBezTo>
                    <a:pt x="48614" y="30261"/>
                    <a:pt x="48614" y="26795"/>
                    <a:pt x="48614" y="19314"/>
                  </a:cubicBezTo>
                  <a:cubicBezTo>
                    <a:pt x="48614" y="12053"/>
                    <a:pt x="48614" y="7585"/>
                    <a:pt x="53197" y="3342"/>
                  </a:cubicBezTo>
                  <a:cubicBezTo>
                    <a:pt x="57776" y="-681"/>
                    <a:pt x="63925" y="-1350"/>
                    <a:pt x="67277" y="-1350"/>
                  </a:cubicBezTo>
                  <a:cubicBezTo>
                    <a:pt x="75993" y="-1350"/>
                    <a:pt x="77893" y="7810"/>
                    <a:pt x="77893" y="10935"/>
                  </a:cubicBezTo>
                  <a:cubicBezTo>
                    <a:pt x="77893" y="11605"/>
                    <a:pt x="77893" y="12834"/>
                    <a:pt x="76441" y="12834"/>
                  </a:cubicBezTo>
                  <a:cubicBezTo>
                    <a:pt x="75211" y="12834"/>
                    <a:pt x="75211" y="11829"/>
                    <a:pt x="75098" y="11047"/>
                  </a:cubicBezTo>
                  <a:cubicBezTo>
                    <a:pt x="74429" y="3117"/>
                    <a:pt x="70516" y="1107"/>
                    <a:pt x="67722" y="1107"/>
                  </a:cubicBezTo>
                  <a:cubicBezTo>
                    <a:pt x="62249" y="1107"/>
                    <a:pt x="61355" y="6804"/>
                    <a:pt x="59788" y="17190"/>
                  </a:cubicBezTo>
                  <a:lnTo>
                    <a:pt x="58336" y="26125"/>
                  </a:lnTo>
                  <a:cubicBezTo>
                    <a:pt x="56324" y="33274"/>
                    <a:pt x="50847" y="36960"/>
                    <a:pt x="44702" y="39084"/>
                  </a:cubicBezTo>
                  <a:close/>
                  <a:moveTo>
                    <a:pt x="103496" y="68683"/>
                  </a:moveTo>
                  <a:cubicBezTo>
                    <a:pt x="103496" y="72702"/>
                    <a:pt x="103833" y="73932"/>
                    <a:pt x="112661" y="73932"/>
                  </a:cubicBezTo>
                  <a:lnTo>
                    <a:pt x="115568" y="73932"/>
                  </a:lnTo>
                  <a:lnTo>
                    <a:pt x="115568" y="77394"/>
                  </a:lnTo>
                  <a:cubicBezTo>
                    <a:pt x="111655" y="77062"/>
                    <a:pt x="102827" y="77062"/>
                    <a:pt x="98581" y="77062"/>
                  </a:cubicBezTo>
                  <a:cubicBezTo>
                    <a:pt x="94220" y="77062"/>
                    <a:pt x="85391" y="77062"/>
                    <a:pt x="81482" y="77394"/>
                  </a:cubicBezTo>
                  <a:lnTo>
                    <a:pt x="81482" y="73932"/>
                  </a:lnTo>
                  <a:lnTo>
                    <a:pt x="84385" y="73932"/>
                  </a:lnTo>
                  <a:cubicBezTo>
                    <a:pt x="93213" y="73932"/>
                    <a:pt x="93550" y="72702"/>
                    <a:pt x="93550" y="68683"/>
                  </a:cubicBezTo>
                  <a:lnTo>
                    <a:pt x="93550" y="9818"/>
                  </a:lnTo>
                  <a:cubicBezTo>
                    <a:pt x="93550" y="5798"/>
                    <a:pt x="93213" y="4568"/>
                    <a:pt x="84385" y="4568"/>
                  </a:cubicBezTo>
                  <a:lnTo>
                    <a:pt x="81482" y="4568"/>
                  </a:lnTo>
                  <a:lnTo>
                    <a:pt x="81482" y="1107"/>
                  </a:lnTo>
                  <a:cubicBezTo>
                    <a:pt x="85391" y="1443"/>
                    <a:pt x="94220" y="1443"/>
                    <a:pt x="98469" y="1443"/>
                  </a:cubicBezTo>
                  <a:cubicBezTo>
                    <a:pt x="102827" y="1443"/>
                    <a:pt x="111655" y="1443"/>
                    <a:pt x="115568" y="1107"/>
                  </a:cubicBezTo>
                  <a:lnTo>
                    <a:pt x="115568" y="4568"/>
                  </a:lnTo>
                  <a:lnTo>
                    <a:pt x="112661" y="4568"/>
                  </a:lnTo>
                  <a:cubicBezTo>
                    <a:pt x="103833" y="4568"/>
                    <a:pt x="103496" y="5798"/>
                    <a:pt x="103496" y="9818"/>
                  </a:cubicBezTo>
                  <a:lnTo>
                    <a:pt x="103496" y="68683"/>
                  </a:lnTo>
                  <a:close/>
                  <a:moveTo>
                    <a:pt x="157706" y="44445"/>
                  </a:moveTo>
                  <a:lnTo>
                    <a:pt x="143401" y="47907"/>
                  </a:lnTo>
                  <a:cubicBezTo>
                    <a:pt x="136469" y="49582"/>
                    <a:pt x="132112" y="55613"/>
                    <a:pt x="132112" y="62092"/>
                  </a:cubicBezTo>
                  <a:cubicBezTo>
                    <a:pt x="132112" y="69913"/>
                    <a:pt x="138145" y="76725"/>
                    <a:pt x="146865" y="76725"/>
                  </a:cubicBezTo>
                  <a:cubicBezTo>
                    <a:pt x="165527" y="76725"/>
                    <a:pt x="167985" y="58406"/>
                    <a:pt x="168658" y="53381"/>
                  </a:cubicBezTo>
                  <a:cubicBezTo>
                    <a:pt x="168767" y="52711"/>
                    <a:pt x="168767" y="52039"/>
                    <a:pt x="169998" y="52039"/>
                  </a:cubicBezTo>
                  <a:cubicBezTo>
                    <a:pt x="171449" y="52039"/>
                    <a:pt x="171449" y="52599"/>
                    <a:pt x="171449" y="54719"/>
                  </a:cubicBezTo>
                  <a:lnTo>
                    <a:pt x="171449" y="77170"/>
                  </a:lnTo>
                  <a:cubicBezTo>
                    <a:pt x="171449" y="79069"/>
                    <a:pt x="171449" y="79854"/>
                    <a:pt x="170222" y="79854"/>
                  </a:cubicBezTo>
                  <a:cubicBezTo>
                    <a:pt x="169440" y="79854"/>
                    <a:pt x="169328" y="79742"/>
                    <a:pt x="168546" y="78400"/>
                  </a:cubicBezTo>
                  <a:lnTo>
                    <a:pt x="164634" y="72033"/>
                  </a:lnTo>
                  <a:cubicBezTo>
                    <a:pt x="161282" y="75274"/>
                    <a:pt x="156700" y="79854"/>
                    <a:pt x="146753" y="79854"/>
                  </a:cubicBezTo>
                  <a:cubicBezTo>
                    <a:pt x="134349" y="79854"/>
                    <a:pt x="124959" y="70022"/>
                    <a:pt x="124959" y="58185"/>
                  </a:cubicBezTo>
                  <a:cubicBezTo>
                    <a:pt x="124959" y="48913"/>
                    <a:pt x="130881" y="40759"/>
                    <a:pt x="139601" y="37742"/>
                  </a:cubicBezTo>
                  <a:cubicBezTo>
                    <a:pt x="140828" y="37297"/>
                    <a:pt x="146528" y="35955"/>
                    <a:pt x="154350" y="34055"/>
                  </a:cubicBezTo>
                  <a:cubicBezTo>
                    <a:pt x="157370" y="33274"/>
                    <a:pt x="160720" y="32492"/>
                    <a:pt x="163852" y="28361"/>
                  </a:cubicBezTo>
                  <a:cubicBezTo>
                    <a:pt x="166197" y="25456"/>
                    <a:pt x="167315" y="21770"/>
                    <a:pt x="167315" y="18084"/>
                  </a:cubicBezTo>
                  <a:cubicBezTo>
                    <a:pt x="167315" y="10154"/>
                    <a:pt x="161727" y="2112"/>
                    <a:pt x="152341" y="2112"/>
                  </a:cubicBezTo>
                  <a:cubicBezTo>
                    <a:pt x="149099" y="2112"/>
                    <a:pt x="140607" y="2669"/>
                    <a:pt x="134682" y="8142"/>
                  </a:cubicBezTo>
                  <a:cubicBezTo>
                    <a:pt x="128199" y="14173"/>
                    <a:pt x="127866" y="21325"/>
                    <a:pt x="127754" y="25345"/>
                  </a:cubicBezTo>
                  <a:cubicBezTo>
                    <a:pt x="127642" y="26462"/>
                    <a:pt x="126748" y="26462"/>
                    <a:pt x="126411" y="26462"/>
                  </a:cubicBezTo>
                  <a:cubicBezTo>
                    <a:pt x="124959" y="26462"/>
                    <a:pt x="124959" y="25681"/>
                    <a:pt x="124959" y="23669"/>
                  </a:cubicBezTo>
                  <a:lnTo>
                    <a:pt x="124959" y="1330"/>
                  </a:lnTo>
                  <a:cubicBezTo>
                    <a:pt x="124959" y="-569"/>
                    <a:pt x="124959" y="-1350"/>
                    <a:pt x="126190" y="-1350"/>
                  </a:cubicBezTo>
                  <a:cubicBezTo>
                    <a:pt x="126972" y="-1350"/>
                    <a:pt x="127084" y="-1129"/>
                    <a:pt x="127866" y="101"/>
                  </a:cubicBezTo>
                  <a:cubicBezTo>
                    <a:pt x="127866" y="213"/>
                    <a:pt x="128199" y="549"/>
                    <a:pt x="131887" y="6467"/>
                  </a:cubicBezTo>
                  <a:cubicBezTo>
                    <a:pt x="135355" y="2669"/>
                    <a:pt x="142507" y="-1350"/>
                    <a:pt x="152453" y="-1350"/>
                  </a:cubicBezTo>
                  <a:cubicBezTo>
                    <a:pt x="165527" y="-1350"/>
                    <a:pt x="174468" y="9597"/>
                    <a:pt x="174468" y="21882"/>
                  </a:cubicBezTo>
                  <a:cubicBezTo>
                    <a:pt x="174468" y="33054"/>
                    <a:pt x="167091" y="42209"/>
                    <a:pt x="157706" y="44445"/>
                  </a:cubicBezTo>
                  <a:close/>
                </a:path>
              </a:pathLst>
            </a:custGeom>
            <a:solidFill>
              <a:srgbClr val="000000"/>
            </a:solidFill>
            <a:ln w="25400" cap="flat">
              <a:noFill/>
              <a:prstDash val="solid"/>
              <a:miter/>
            </a:ln>
          </p:spPr>
          <p:txBody>
            <a:bodyPr/>
            <a:lstStyle/>
            <a:p>
              <a:endParaRPr lang="en-GB"/>
            </a:p>
          </p:txBody>
        </p:sp>
        <p:sp>
          <p:nvSpPr>
            <p:cNvPr id="2403" name="Freeform: Shape 2402">
              <a:extLst>
                <a:ext uri="{FF2B5EF4-FFF2-40B4-BE49-F238E27FC236}">
                  <a16:creationId xmlns:a16="http://schemas.microsoft.com/office/drawing/2014/main" id="{3945D780-DC99-CBF4-A24B-BA3F885B6F73}"/>
                </a:ext>
              </a:extLst>
            </p:cNvPr>
            <p:cNvSpPr/>
            <p:nvPr>
              <p:custDataLst>
                <p:tags r:id="rId98"/>
              </p:custDataLst>
            </p:nvPr>
          </p:nvSpPr>
          <p:spPr>
            <a:xfrm flipV="1">
              <a:off x="11865397"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8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8"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404" name="Freeform: Shape 2403">
              <a:extLst>
                <a:ext uri="{FF2B5EF4-FFF2-40B4-BE49-F238E27FC236}">
                  <a16:creationId xmlns:a16="http://schemas.microsoft.com/office/drawing/2014/main" id="{1F6F2252-58BE-16B1-6357-9939B2EA6F33}"/>
                </a:ext>
              </a:extLst>
            </p:cNvPr>
            <p:cNvSpPr/>
            <p:nvPr>
              <p:custDataLst>
                <p:tags r:id="rId99"/>
              </p:custDataLst>
            </p:nvPr>
          </p:nvSpPr>
          <p:spPr>
            <a:xfrm flipV="1">
              <a:off x="11911725" y="-4599466"/>
              <a:ext cx="201634" cy="100416"/>
            </a:xfrm>
            <a:custGeom>
              <a:avLst/>
              <a:gdLst>
                <a:gd name="csX0" fmla="*/ 29727 w 201634"/>
                <a:gd name="csY0" fmla="*/ 22108 h 100416"/>
                <a:gd name="csX1" fmla="*/ 11177 w 201634"/>
                <a:gd name="csY1" fmla="*/ 58186 h 100416"/>
                <a:gd name="csX2" fmla="*/ 37104 w 201634"/>
                <a:gd name="csY2" fmla="*/ 96276 h 100416"/>
                <a:gd name="csX3" fmla="*/ 63143 w 201634"/>
                <a:gd name="csY3" fmla="*/ 58186 h 100416"/>
                <a:gd name="csX4" fmla="*/ 49957 w 201634"/>
                <a:gd name="csY4" fmla="*/ 25012 h 100416"/>
                <a:gd name="csX5" fmla="*/ 37328 w 201634"/>
                <a:gd name="csY5" fmla="*/ 36853 h 100416"/>
                <a:gd name="csX6" fmla="*/ 28164 w 201634"/>
                <a:gd name="csY6" fmla="*/ 27469 h 100416"/>
                <a:gd name="csX7" fmla="*/ 29727 w 201634"/>
                <a:gd name="csY7" fmla="*/ 22108 h 100416"/>
                <a:gd name="csX8" fmla="*/ 47051 w 201634"/>
                <a:gd name="csY8" fmla="*/ 23225 h 100416"/>
                <a:gd name="csX9" fmla="*/ 37216 w 201634"/>
                <a:gd name="csY9" fmla="*/ 20657 h 100416"/>
                <a:gd name="csX10" fmla="*/ 30621 w 201634"/>
                <a:gd name="csY10" fmla="*/ 27469 h 100416"/>
                <a:gd name="csX11" fmla="*/ 37328 w 201634"/>
                <a:gd name="csY11" fmla="*/ 34393 h 100416"/>
                <a:gd name="csX12" fmla="*/ 47051 w 201634"/>
                <a:gd name="csY12" fmla="*/ 23225 h 100416"/>
                <a:gd name="csX13" fmla="*/ 51633 w 201634"/>
                <a:gd name="csY13" fmla="*/ 21102 h 100416"/>
                <a:gd name="csX14" fmla="*/ 74321 w 201634"/>
                <a:gd name="csY14" fmla="*/ 58186 h 100416"/>
                <a:gd name="csX15" fmla="*/ 37104 w 201634"/>
                <a:gd name="csY15" fmla="*/ 99068 h 100416"/>
                <a:gd name="csX16" fmla="*/ 0 w 201634"/>
                <a:gd name="csY16" fmla="*/ 58186 h 100416"/>
                <a:gd name="csX17" fmla="*/ 37216 w 201634"/>
                <a:gd name="csY17" fmla="*/ 17864 h 100416"/>
                <a:gd name="csX18" fmla="*/ 47832 w 201634"/>
                <a:gd name="csY18" fmla="*/ 19539 h 100416"/>
                <a:gd name="csX19" fmla="*/ 61467 w 201634"/>
                <a:gd name="csY19" fmla="*/ -1349 h 100416"/>
                <a:gd name="csX20" fmla="*/ 74990 w 201634"/>
                <a:gd name="csY20" fmla="*/ 19202 h 100416"/>
                <a:gd name="csX21" fmla="*/ 73759 w 201634"/>
                <a:gd name="csY21" fmla="*/ 21551 h 100416"/>
                <a:gd name="csX22" fmla="*/ 72533 w 201634"/>
                <a:gd name="csY22" fmla="*/ 19539 h 100416"/>
                <a:gd name="csX23" fmla="*/ 62361 w 201634"/>
                <a:gd name="csY23" fmla="*/ 10155 h 100416"/>
                <a:gd name="csX24" fmla="*/ 51633 w 201634"/>
                <a:gd name="csY24" fmla="*/ 21102 h 100416"/>
                <a:gd name="csX25" fmla="*/ 145632 w 201634"/>
                <a:gd name="csY25" fmla="*/ 46121 h 100416"/>
                <a:gd name="csX26" fmla="*/ 124175 w 201634"/>
                <a:gd name="csY26" fmla="*/ 21326 h 100416"/>
                <a:gd name="csX27" fmla="*/ 105734 w 201634"/>
                <a:gd name="csY27" fmla="*/ 45339 h 100416"/>
                <a:gd name="csX28" fmla="*/ 105734 w 201634"/>
                <a:gd name="csY28" fmla="*/ 87897 h 100416"/>
                <a:gd name="csX29" fmla="*/ 114563 w 201634"/>
                <a:gd name="csY29" fmla="*/ 93146 h 100416"/>
                <a:gd name="csX30" fmla="*/ 117244 w 201634"/>
                <a:gd name="csY30" fmla="*/ 93146 h 100416"/>
                <a:gd name="csX31" fmla="*/ 117244 w 201634"/>
                <a:gd name="csY31" fmla="*/ 96608 h 100416"/>
                <a:gd name="csX32" fmla="*/ 100819 w 201634"/>
                <a:gd name="csY32" fmla="*/ 96276 h 100416"/>
                <a:gd name="csX33" fmla="*/ 84277 w 201634"/>
                <a:gd name="csY33" fmla="*/ 96608 h 100416"/>
                <a:gd name="csX34" fmla="*/ 84277 w 201634"/>
                <a:gd name="csY34" fmla="*/ 93146 h 100416"/>
                <a:gd name="csX35" fmla="*/ 86960 w 201634"/>
                <a:gd name="csY35" fmla="*/ 93146 h 100416"/>
                <a:gd name="csX36" fmla="*/ 95788 w 201634"/>
                <a:gd name="csY36" fmla="*/ 87897 h 100416"/>
                <a:gd name="csX37" fmla="*/ 95788 w 201634"/>
                <a:gd name="csY37" fmla="*/ 45788 h 100416"/>
                <a:gd name="csX38" fmla="*/ 123951 w 201634"/>
                <a:gd name="csY38" fmla="*/ 17864 h 100416"/>
                <a:gd name="csX39" fmla="*/ 148760 w 201634"/>
                <a:gd name="csY39" fmla="*/ 40984 h 100416"/>
                <a:gd name="csX40" fmla="*/ 149097 w 201634"/>
                <a:gd name="csY40" fmla="*/ 48690 h 100416"/>
                <a:gd name="csX41" fmla="*/ 149097 w 201634"/>
                <a:gd name="csY41" fmla="*/ 84435 h 100416"/>
                <a:gd name="csX42" fmla="*/ 160606 w 201634"/>
                <a:gd name="csY42" fmla="*/ 93146 h 100416"/>
                <a:gd name="csX43" fmla="*/ 160606 w 201634"/>
                <a:gd name="csY43" fmla="*/ 96608 h 100416"/>
                <a:gd name="csX44" fmla="*/ 147421 w 201634"/>
                <a:gd name="csY44" fmla="*/ 96276 h 100416"/>
                <a:gd name="csX45" fmla="*/ 134122 w 201634"/>
                <a:gd name="csY45" fmla="*/ 96608 h 100416"/>
                <a:gd name="csX46" fmla="*/ 134122 w 201634"/>
                <a:gd name="csY46" fmla="*/ 93146 h 100416"/>
                <a:gd name="csX47" fmla="*/ 145632 w 201634"/>
                <a:gd name="csY47" fmla="*/ 84880 h 100416"/>
                <a:gd name="csX48" fmla="*/ 145632 w 201634"/>
                <a:gd name="csY48" fmla="*/ 46121 h 100416"/>
                <a:gd name="csX49" fmla="*/ 189564 w 201634"/>
                <a:gd name="csY49" fmla="*/ 87897 h 100416"/>
                <a:gd name="csX50" fmla="*/ 198727 w 201634"/>
                <a:gd name="csY50" fmla="*/ 93146 h 100416"/>
                <a:gd name="csX51" fmla="*/ 201634 w 201634"/>
                <a:gd name="csY51" fmla="*/ 93146 h 100416"/>
                <a:gd name="csX52" fmla="*/ 201634 w 201634"/>
                <a:gd name="csY52" fmla="*/ 96608 h 100416"/>
                <a:gd name="csX53" fmla="*/ 184647 w 201634"/>
                <a:gd name="csY53" fmla="*/ 96276 h 100416"/>
                <a:gd name="csX54" fmla="*/ 167549 w 201634"/>
                <a:gd name="csY54" fmla="*/ 96608 h 100416"/>
                <a:gd name="csX55" fmla="*/ 167549 w 201634"/>
                <a:gd name="csY55" fmla="*/ 93146 h 100416"/>
                <a:gd name="csX56" fmla="*/ 170451 w 201634"/>
                <a:gd name="csY56" fmla="*/ 93146 h 100416"/>
                <a:gd name="csX57" fmla="*/ 179617 w 201634"/>
                <a:gd name="csY57" fmla="*/ 87897 h 100416"/>
                <a:gd name="csX58" fmla="*/ 179617 w 201634"/>
                <a:gd name="csY58" fmla="*/ 29032 h 100416"/>
                <a:gd name="csX59" fmla="*/ 170451 w 201634"/>
                <a:gd name="csY59" fmla="*/ 23782 h 100416"/>
                <a:gd name="csX60" fmla="*/ 167549 w 201634"/>
                <a:gd name="csY60" fmla="*/ 23782 h 100416"/>
                <a:gd name="csX61" fmla="*/ 167549 w 201634"/>
                <a:gd name="csY61" fmla="*/ 20321 h 100416"/>
                <a:gd name="csX62" fmla="*/ 184535 w 201634"/>
                <a:gd name="csY62" fmla="*/ 20657 h 100416"/>
                <a:gd name="csX63" fmla="*/ 201634 w 201634"/>
                <a:gd name="csY63" fmla="*/ 20321 h 100416"/>
                <a:gd name="csX64" fmla="*/ 201634 w 201634"/>
                <a:gd name="csY64" fmla="*/ 23782 h 100416"/>
                <a:gd name="csX65" fmla="*/ 198727 w 201634"/>
                <a:gd name="csY65" fmla="*/ 23782 h 100416"/>
                <a:gd name="csX66" fmla="*/ 189564 w 201634"/>
                <a:gd name="csY66" fmla="*/ 29032 h 100416"/>
                <a:gd name="csX67" fmla="*/ 189564 w 201634"/>
                <a:gd name="csY67" fmla="*/ 87897 h 1004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01634" h="100416">
                  <a:moveTo>
                    <a:pt x="29727" y="22108"/>
                  </a:moveTo>
                  <a:cubicBezTo>
                    <a:pt x="23694" y="24343"/>
                    <a:pt x="11177" y="32493"/>
                    <a:pt x="11177" y="58186"/>
                  </a:cubicBezTo>
                  <a:cubicBezTo>
                    <a:pt x="11177" y="87228"/>
                    <a:pt x="26821" y="96276"/>
                    <a:pt x="37104" y="96276"/>
                  </a:cubicBezTo>
                  <a:cubicBezTo>
                    <a:pt x="47945" y="96276"/>
                    <a:pt x="63143" y="86667"/>
                    <a:pt x="63143" y="58186"/>
                  </a:cubicBezTo>
                  <a:cubicBezTo>
                    <a:pt x="63143" y="49475"/>
                    <a:pt x="61801" y="33724"/>
                    <a:pt x="49957" y="25012"/>
                  </a:cubicBezTo>
                  <a:cubicBezTo>
                    <a:pt x="47496" y="31267"/>
                    <a:pt x="43920" y="36853"/>
                    <a:pt x="37328" y="36853"/>
                  </a:cubicBezTo>
                  <a:cubicBezTo>
                    <a:pt x="31628" y="36853"/>
                    <a:pt x="28164" y="32049"/>
                    <a:pt x="28164" y="27469"/>
                  </a:cubicBezTo>
                  <a:cubicBezTo>
                    <a:pt x="28164" y="24452"/>
                    <a:pt x="29615" y="22331"/>
                    <a:pt x="29727" y="22108"/>
                  </a:cubicBezTo>
                  <a:close/>
                  <a:moveTo>
                    <a:pt x="47051" y="23225"/>
                  </a:moveTo>
                  <a:cubicBezTo>
                    <a:pt x="43250" y="21102"/>
                    <a:pt x="39674" y="20657"/>
                    <a:pt x="37216" y="20657"/>
                  </a:cubicBezTo>
                  <a:cubicBezTo>
                    <a:pt x="31516" y="20657"/>
                    <a:pt x="30621" y="25794"/>
                    <a:pt x="30621" y="27469"/>
                  </a:cubicBezTo>
                  <a:cubicBezTo>
                    <a:pt x="30621" y="30706"/>
                    <a:pt x="32967" y="34393"/>
                    <a:pt x="37328" y="34393"/>
                  </a:cubicBezTo>
                  <a:cubicBezTo>
                    <a:pt x="43363" y="34393"/>
                    <a:pt x="45820" y="29704"/>
                    <a:pt x="47051" y="23225"/>
                  </a:cubicBezTo>
                  <a:close/>
                  <a:moveTo>
                    <a:pt x="51633" y="21102"/>
                  </a:moveTo>
                  <a:cubicBezTo>
                    <a:pt x="64819" y="27024"/>
                    <a:pt x="74321" y="41321"/>
                    <a:pt x="74321" y="58186"/>
                  </a:cubicBezTo>
                  <a:cubicBezTo>
                    <a:pt x="74321" y="80973"/>
                    <a:pt x="57443" y="99068"/>
                    <a:pt x="37104" y="99068"/>
                  </a:cubicBezTo>
                  <a:cubicBezTo>
                    <a:pt x="17099" y="99068"/>
                    <a:pt x="0" y="81194"/>
                    <a:pt x="0" y="58186"/>
                  </a:cubicBezTo>
                  <a:cubicBezTo>
                    <a:pt x="0" y="35623"/>
                    <a:pt x="16874" y="17864"/>
                    <a:pt x="37216" y="17864"/>
                  </a:cubicBezTo>
                  <a:cubicBezTo>
                    <a:pt x="40680" y="17864"/>
                    <a:pt x="44593" y="18533"/>
                    <a:pt x="47832" y="19539"/>
                  </a:cubicBezTo>
                  <a:cubicBezTo>
                    <a:pt x="49508" y="8928"/>
                    <a:pt x="51072" y="-1349"/>
                    <a:pt x="61467" y="-1349"/>
                  </a:cubicBezTo>
                  <a:cubicBezTo>
                    <a:pt x="72865" y="-1349"/>
                    <a:pt x="74990" y="13508"/>
                    <a:pt x="74990" y="19202"/>
                  </a:cubicBezTo>
                  <a:cubicBezTo>
                    <a:pt x="74990" y="20321"/>
                    <a:pt x="74990" y="21551"/>
                    <a:pt x="73759" y="21551"/>
                  </a:cubicBezTo>
                  <a:cubicBezTo>
                    <a:pt x="72753" y="21551"/>
                    <a:pt x="72641" y="20657"/>
                    <a:pt x="72533" y="19539"/>
                  </a:cubicBezTo>
                  <a:cubicBezTo>
                    <a:pt x="71859" y="13508"/>
                    <a:pt x="67165" y="10155"/>
                    <a:pt x="62361" y="10155"/>
                  </a:cubicBezTo>
                  <a:cubicBezTo>
                    <a:pt x="57110" y="10155"/>
                    <a:pt x="54315" y="13953"/>
                    <a:pt x="51633" y="21102"/>
                  </a:cubicBezTo>
                  <a:close/>
                  <a:moveTo>
                    <a:pt x="145632" y="46121"/>
                  </a:moveTo>
                  <a:cubicBezTo>
                    <a:pt x="145632" y="30262"/>
                    <a:pt x="134792" y="21326"/>
                    <a:pt x="124175" y="21326"/>
                  </a:cubicBezTo>
                  <a:cubicBezTo>
                    <a:pt x="118921" y="21326"/>
                    <a:pt x="105734" y="24119"/>
                    <a:pt x="105734" y="45339"/>
                  </a:cubicBezTo>
                  <a:lnTo>
                    <a:pt x="105734" y="87897"/>
                  </a:lnTo>
                  <a:cubicBezTo>
                    <a:pt x="105734" y="91916"/>
                    <a:pt x="105959" y="93146"/>
                    <a:pt x="114563" y="93146"/>
                  </a:cubicBezTo>
                  <a:lnTo>
                    <a:pt x="117244" y="93146"/>
                  </a:lnTo>
                  <a:lnTo>
                    <a:pt x="117244" y="96608"/>
                  </a:lnTo>
                  <a:cubicBezTo>
                    <a:pt x="113336" y="96276"/>
                    <a:pt x="105065" y="96276"/>
                    <a:pt x="100819" y="96276"/>
                  </a:cubicBezTo>
                  <a:cubicBezTo>
                    <a:pt x="96570" y="96276"/>
                    <a:pt x="88190" y="96276"/>
                    <a:pt x="84277" y="96608"/>
                  </a:cubicBezTo>
                  <a:lnTo>
                    <a:pt x="84277" y="93146"/>
                  </a:lnTo>
                  <a:lnTo>
                    <a:pt x="86960" y="93146"/>
                  </a:lnTo>
                  <a:cubicBezTo>
                    <a:pt x="95563" y="93146"/>
                    <a:pt x="95788" y="91916"/>
                    <a:pt x="95788" y="87897"/>
                  </a:cubicBezTo>
                  <a:lnTo>
                    <a:pt x="95788" y="45788"/>
                  </a:lnTo>
                  <a:cubicBezTo>
                    <a:pt x="95788" y="30037"/>
                    <a:pt x="108753" y="17864"/>
                    <a:pt x="123951" y="17864"/>
                  </a:cubicBezTo>
                  <a:cubicBezTo>
                    <a:pt x="136805" y="17864"/>
                    <a:pt x="146860" y="28250"/>
                    <a:pt x="148760" y="40984"/>
                  </a:cubicBezTo>
                  <a:cubicBezTo>
                    <a:pt x="149097" y="43220"/>
                    <a:pt x="149097" y="44222"/>
                    <a:pt x="149097" y="48690"/>
                  </a:cubicBezTo>
                  <a:lnTo>
                    <a:pt x="149097" y="84435"/>
                  </a:lnTo>
                  <a:cubicBezTo>
                    <a:pt x="149097" y="88121"/>
                    <a:pt x="149097" y="93146"/>
                    <a:pt x="160606" y="93146"/>
                  </a:cubicBezTo>
                  <a:lnTo>
                    <a:pt x="160606" y="96608"/>
                  </a:lnTo>
                  <a:cubicBezTo>
                    <a:pt x="156586" y="96496"/>
                    <a:pt x="151222" y="96276"/>
                    <a:pt x="147421" y="96276"/>
                  </a:cubicBezTo>
                  <a:cubicBezTo>
                    <a:pt x="143509" y="96276"/>
                    <a:pt x="138143" y="96496"/>
                    <a:pt x="134122" y="96608"/>
                  </a:cubicBezTo>
                  <a:lnTo>
                    <a:pt x="134122" y="93146"/>
                  </a:lnTo>
                  <a:cubicBezTo>
                    <a:pt x="145632" y="93146"/>
                    <a:pt x="145632" y="87897"/>
                    <a:pt x="145632" y="84880"/>
                  </a:cubicBezTo>
                  <a:lnTo>
                    <a:pt x="145632" y="46121"/>
                  </a:lnTo>
                  <a:close/>
                  <a:moveTo>
                    <a:pt x="189564" y="87897"/>
                  </a:moveTo>
                  <a:cubicBezTo>
                    <a:pt x="189564" y="91916"/>
                    <a:pt x="189900" y="93146"/>
                    <a:pt x="198727" y="93146"/>
                  </a:cubicBezTo>
                  <a:lnTo>
                    <a:pt x="201634" y="93146"/>
                  </a:lnTo>
                  <a:lnTo>
                    <a:pt x="201634" y="96608"/>
                  </a:lnTo>
                  <a:cubicBezTo>
                    <a:pt x="197722" y="96276"/>
                    <a:pt x="188894" y="96276"/>
                    <a:pt x="184647" y="96276"/>
                  </a:cubicBezTo>
                  <a:cubicBezTo>
                    <a:pt x="180286" y="96276"/>
                    <a:pt x="171458" y="96276"/>
                    <a:pt x="167549" y="96608"/>
                  </a:cubicBezTo>
                  <a:lnTo>
                    <a:pt x="167549" y="93146"/>
                  </a:lnTo>
                  <a:lnTo>
                    <a:pt x="170451" y="93146"/>
                  </a:lnTo>
                  <a:cubicBezTo>
                    <a:pt x="179280" y="93146"/>
                    <a:pt x="179617" y="91916"/>
                    <a:pt x="179617" y="87897"/>
                  </a:cubicBezTo>
                  <a:lnTo>
                    <a:pt x="179617" y="29032"/>
                  </a:lnTo>
                  <a:cubicBezTo>
                    <a:pt x="179617" y="25012"/>
                    <a:pt x="179280" y="23782"/>
                    <a:pt x="170451" y="23782"/>
                  </a:cubicBezTo>
                  <a:lnTo>
                    <a:pt x="167549" y="23782"/>
                  </a:lnTo>
                  <a:lnTo>
                    <a:pt x="167549" y="20321"/>
                  </a:lnTo>
                  <a:cubicBezTo>
                    <a:pt x="171458" y="20657"/>
                    <a:pt x="180286" y="20657"/>
                    <a:pt x="184535" y="20657"/>
                  </a:cubicBezTo>
                  <a:cubicBezTo>
                    <a:pt x="188894" y="20657"/>
                    <a:pt x="197722" y="20657"/>
                    <a:pt x="201634" y="20321"/>
                  </a:cubicBezTo>
                  <a:lnTo>
                    <a:pt x="201634" y="23782"/>
                  </a:lnTo>
                  <a:lnTo>
                    <a:pt x="198727" y="23782"/>
                  </a:lnTo>
                  <a:cubicBezTo>
                    <a:pt x="189900" y="23782"/>
                    <a:pt x="189564" y="25012"/>
                    <a:pt x="189564" y="29032"/>
                  </a:cubicBezTo>
                  <a:lnTo>
                    <a:pt x="189564" y="87897"/>
                  </a:lnTo>
                  <a:close/>
                </a:path>
              </a:pathLst>
            </a:custGeom>
            <a:solidFill>
              <a:srgbClr val="000000"/>
            </a:solidFill>
            <a:ln w="25400" cap="flat">
              <a:noFill/>
              <a:prstDash val="solid"/>
              <a:miter/>
            </a:ln>
          </p:spPr>
          <p:txBody>
            <a:bodyPr/>
            <a:lstStyle/>
            <a:p>
              <a:endParaRPr lang="en-GB"/>
            </a:p>
          </p:txBody>
        </p:sp>
        <p:sp>
          <p:nvSpPr>
            <p:cNvPr id="2405" name="Freeform: Shape 2404">
              <a:extLst>
                <a:ext uri="{FF2B5EF4-FFF2-40B4-BE49-F238E27FC236}">
                  <a16:creationId xmlns:a16="http://schemas.microsoft.com/office/drawing/2014/main" id="{D5AC361A-E691-581C-9947-33CBD0D8D741}"/>
                </a:ext>
              </a:extLst>
            </p:cNvPr>
            <p:cNvSpPr/>
            <p:nvPr>
              <p:custDataLst>
                <p:tags r:id="rId100"/>
              </p:custDataLst>
            </p:nvPr>
          </p:nvSpPr>
          <p:spPr>
            <a:xfrm flipV="1">
              <a:off x="12126200" y="-4532559"/>
              <a:ext cx="13077" cy="33397"/>
            </a:xfrm>
            <a:custGeom>
              <a:avLst/>
              <a:gdLst>
                <a:gd name="csX0" fmla="*/ 13077 w 13077"/>
                <a:gd name="csY0" fmla="*/ 20327 h 33397"/>
                <a:gd name="csX1" fmla="*/ 5925 w 13077"/>
                <a:gd name="csY1" fmla="*/ 32055 h 33397"/>
                <a:gd name="csX2" fmla="*/ 0 w 13077"/>
                <a:gd name="csY2" fmla="*/ 26133 h 33397"/>
                <a:gd name="csX3" fmla="*/ 5925 w 13077"/>
                <a:gd name="csY3" fmla="*/ 20215 h 33397"/>
                <a:gd name="csX4" fmla="*/ 9834 w 13077"/>
                <a:gd name="csY4" fmla="*/ 21665 h 33397"/>
                <a:gd name="csX5" fmla="*/ 10395 w 13077"/>
                <a:gd name="csY5" fmla="*/ 22002 h 33397"/>
                <a:gd name="csX6" fmla="*/ 10620 w 13077"/>
                <a:gd name="csY6" fmla="*/ 20327 h 33397"/>
                <a:gd name="csX7" fmla="*/ 3019 w 13077"/>
                <a:gd name="csY7" fmla="*/ 1675 h 33397"/>
                <a:gd name="csX8" fmla="*/ 1788 w 13077"/>
                <a:gd name="csY8" fmla="*/ -113 h 33397"/>
                <a:gd name="csX9" fmla="*/ 2906 w 13077"/>
                <a:gd name="csY9" fmla="*/ -1343 h 33397"/>
                <a:gd name="csX10" fmla="*/ 13077 w 13077"/>
                <a:gd name="csY10" fmla="*/ 20327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27"/>
                  </a:moveTo>
                  <a:cubicBezTo>
                    <a:pt x="13077" y="27700"/>
                    <a:pt x="10283" y="32055"/>
                    <a:pt x="5925" y="32055"/>
                  </a:cubicBezTo>
                  <a:cubicBezTo>
                    <a:pt x="2237" y="32055"/>
                    <a:pt x="0" y="29262"/>
                    <a:pt x="0" y="26133"/>
                  </a:cubicBezTo>
                  <a:cubicBezTo>
                    <a:pt x="0" y="23120"/>
                    <a:pt x="2237" y="20215"/>
                    <a:pt x="5925" y="20215"/>
                  </a:cubicBezTo>
                  <a:cubicBezTo>
                    <a:pt x="7264" y="20215"/>
                    <a:pt x="8719" y="20663"/>
                    <a:pt x="9834" y="21665"/>
                  </a:cubicBezTo>
                  <a:cubicBezTo>
                    <a:pt x="10171" y="21890"/>
                    <a:pt x="10283" y="22002"/>
                    <a:pt x="10395" y="22002"/>
                  </a:cubicBezTo>
                  <a:cubicBezTo>
                    <a:pt x="10507" y="22002"/>
                    <a:pt x="10620" y="21890"/>
                    <a:pt x="10620" y="20327"/>
                  </a:cubicBezTo>
                  <a:cubicBezTo>
                    <a:pt x="10620" y="12061"/>
                    <a:pt x="6707" y="5361"/>
                    <a:pt x="3019" y="1675"/>
                  </a:cubicBezTo>
                  <a:cubicBezTo>
                    <a:pt x="1788" y="444"/>
                    <a:pt x="1788" y="220"/>
                    <a:pt x="1788" y="-113"/>
                  </a:cubicBezTo>
                  <a:cubicBezTo>
                    <a:pt x="1788" y="-898"/>
                    <a:pt x="2349" y="-1343"/>
                    <a:pt x="2906" y="-1343"/>
                  </a:cubicBezTo>
                  <a:cubicBezTo>
                    <a:pt x="4137" y="-1343"/>
                    <a:pt x="13077" y="7257"/>
                    <a:pt x="13077" y="20327"/>
                  </a:cubicBezTo>
                  <a:close/>
                </a:path>
              </a:pathLst>
            </a:custGeom>
            <a:solidFill>
              <a:srgbClr val="000000"/>
            </a:solidFill>
            <a:ln w="25400" cap="flat">
              <a:noFill/>
              <a:prstDash val="solid"/>
              <a:miter/>
            </a:ln>
          </p:spPr>
          <p:txBody>
            <a:bodyPr/>
            <a:lstStyle/>
            <a:p>
              <a:endParaRPr lang="en-GB"/>
            </a:p>
          </p:txBody>
        </p:sp>
        <p:sp>
          <p:nvSpPr>
            <p:cNvPr id="2406" name="Freeform: Shape 2405">
              <a:extLst>
                <a:ext uri="{FF2B5EF4-FFF2-40B4-BE49-F238E27FC236}">
                  <a16:creationId xmlns:a16="http://schemas.microsoft.com/office/drawing/2014/main" id="{0B0F504E-2396-33B7-3BB8-1760359887EE}"/>
                </a:ext>
              </a:extLst>
            </p:cNvPr>
            <p:cNvSpPr/>
            <p:nvPr>
              <p:custDataLst>
                <p:tags r:id="rId101"/>
              </p:custDataLst>
            </p:nvPr>
          </p:nvSpPr>
          <p:spPr>
            <a:xfrm flipV="1">
              <a:off x="12169957" y="-4597006"/>
              <a:ext cx="201184" cy="78744"/>
            </a:xfrm>
            <a:custGeom>
              <a:avLst/>
              <a:gdLst>
                <a:gd name="csX0" fmla="*/ 64819 w 201184"/>
                <a:gd name="csY0" fmla="*/ 68683 h 78744"/>
                <a:gd name="csX1" fmla="*/ 73647 w 201184"/>
                <a:gd name="csY1" fmla="*/ 73932 h 78744"/>
                <a:gd name="csX2" fmla="*/ 76330 w 201184"/>
                <a:gd name="csY2" fmla="*/ 73932 h 78744"/>
                <a:gd name="csX3" fmla="*/ 76330 w 201184"/>
                <a:gd name="csY3" fmla="*/ 77394 h 78744"/>
                <a:gd name="csX4" fmla="*/ 59900 w 201184"/>
                <a:gd name="csY4" fmla="*/ 77062 h 78744"/>
                <a:gd name="csX5" fmla="*/ 43362 w 201184"/>
                <a:gd name="csY5" fmla="*/ 77394 h 78744"/>
                <a:gd name="csX6" fmla="*/ 43362 w 201184"/>
                <a:gd name="csY6" fmla="*/ 73932 h 78744"/>
                <a:gd name="csX7" fmla="*/ 46044 w 201184"/>
                <a:gd name="csY7" fmla="*/ 73932 h 78744"/>
                <a:gd name="csX8" fmla="*/ 54872 w 201184"/>
                <a:gd name="csY8" fmla="*/ 68683 h 78744"/>
                <a:gd name="csX9" fmla="*/ 54872 w 201184"/>
                <a:gd name="csY9" fmla="*/ 42546 h 78744"/>
                <a:gd name="csX10" fmla="*/ 21457 w 201184"/>
                <a:gd name="csY10" fmla="*/ 42546 h 78744"/>
                <a:gd name="csX11" fmla="*/ 21457 w 201184"/>
                <a:gd name="csY11" fmla="*/ 68683 h 78744"/>
                <a:gd name="csX12" fmla="*/ 30285 w 201184"/>
                <a:gd name="csY12" fmla="*/ 73932 h 78744"/>
                <a:gd name="csX13" fmla="*/ 32967 w 201184"/>
                <a:gd name="csY13" fmla="*/ 73932 h 78744"/>
                <a:gd name="csX14" fmla="*/ 32967 w 201184"/>
                <a:gd name="csY14" fmla="*/ 77394 h 78744"/>
                <a:gd name="csX15" fmla="*/ 16541 w 201184"/>
                <a:gd name="csY15" fmla="*/ 77062 h 78744"/>
                <a:gd name="csX16" fmla="*/ 0 w 201184"/>
                <a:gd name="csY16" fmla="*/ 77394 h 78744"/>
                <a:gd name="csX17" fmla="*/ 0 w 201184"/>
                <a:gd name="csY17" fmla="*/ 73932 h 78744"/>
                <a:gd name="csX18" fmla="*/ 2682 w 201184"/>
                <a:gd name="csY18" fmla="*/ 73932 h 78744"/>
                <a:gd name="csX19" fmla="*/ 11510 w 201184"/>
                <a:gd name="csY19" fmla="*/ 68683 h 78744"/>
                <a:gd name="csX20" fmla="*/ 11510 w 201184"/>
                <a:gd name="csY20" fmla="*/ 9818 h 78744"/>
                <a:gd name="csX21" fmla="*/ 2682 w 201184"/>
                <a:gd name="csY21" fmla="*/ 4569 h 78744"/>
                <a:gd name="csX22" fmla="*/ 0 w 201184"/>
                <a:gd name="csY22" fmla="*/ 4569 h 78744"/>
                <a:gd name="csX23" fmla="*/ 0 w 201184"/>
                <a:gd name="csY23" fmla="*/ 1107 h 78744"/>
                <a:gd name="csX24" fmla="*/ 16429 w 201184"/>
                <a:gd name="csY24" fmla="*/ 1443 h 78744"/>
                <a:gd name="csX25" fmla="*/ 32967 w 201184"/>
                <a:gd name="csY25" fmla="*/ 1107 h 78744"/>
                <a:gd name="csX26" fmla="*/ 32967 w 201184"/>
                <a:gd name="csY26" fmla="*/ 4569 h 78744"/>
                <a:gd name="csX27" fmla="*/ 30285 w 201184"/>
                <a:gd name="csY27" fmla="*/ 4569 h 78744"/>
                <a:gd name="csX28" fmla="*/ 21457 w 201184"/>
                <a:gd name="csY28" fmla="*/ 9818 h 78744"/>
                <a:gd name="csX29" fmla="*/ 21457 w 201184"/>
                <a:gd name="csY29" fmla="*/ 39084 h 78744"/>
                <a:gd name="csX30" fmla="*/ 54872 w 201184"/>
                <a:gd name="csY30" fmla="*/ 39084 h 78744"/>
                <a:gd name="csX31" fmla="*/ 54872 w 201184"/>
                <a:gd name="csY31" fmla="*/ 9818 h 78744"/>
                <a:gd name="csX32" fmla="*/ 46044 w 201184"/>
                <a:gd name="csY32" fmla="*/ 4569 h 78744"/>
                <a:gd name="csX33" fmla="*/ 43362 w 201184"/>
                <a:gd name="csY33" fmla="*/ 4569 h 78744"/>
                <a:gd name="csX34" fmla="*/ 43362 w 201184"/>
                <a:gd name="csY34" fmla="*/ 1107 h 78744"/>
                <a:gd name="csX35" fmla="*/ 59792 w 201184"/>
                <a:gd name="csY35" fmla="*/ 1443 h 78744"/>
                <a:gd name="csX36" fmla="*/ 76330 w 201184"/>
                <a:gd name="csY36" fmla="*/ 1107 h 78744"/>
                <a:gd name="csX37" fmla="*/ 76330 w 201184"/>
                <a:gd name="csY37" fmla="*/ 4569 h 78744"/>
                <a:gd name="csX38" fmla="*/ 73647 w 201184"/>
                <a:gd name="csY38" fmla="*/ 4569 h 78744"/>
                <a:gd name="csX39" fmla="*/ 64819 w 201184"/>
                <a:gd name="csY39" fmla="*/ 9818 h 78744"/>
                <a:gd name="csX40" fmla="*/ 64819 w 201184"/>
                <a:gd name="csY40" fmla="*/ 68683 h 78744"/>
                <a:gd name="csX41" fmla="*/ 145184 w 201184"/>
                <a:gd name="csY41" fmla="*/ 26907 h 78744"/>
                <a:gd name="csX42" fmla="*/ 123727 w 201184"/>
                <a:gd name="csY42" fmla="*/ 2112 h 78744"/>
                <a:gd name="csX43" fmla="*/ 105286 w 201184"/>
                <a:gd name="csY43" fmla="*/ 26126 h 78744"/>
                <a:gd name="csX44" fmla="*/ 105286 w 201184"/>
                <a:gd name="csY44" fmla="*/ 68683 h 78744"/>
                <a:gd name="csX45" fmla="*/ 114114 w 201184"/>
                <a:gd name="csY45" fmla="*/ 73932 h 78744"/>
                <a:gd name="csX46" fmla="*/ 116796 w 201184"/>
                <a:gd name="csY46" fmla="*/ 73932 h 78744"/>
                <a:gd name="csX47" fmla="*/ 116796 w 201184"/>
                <a:gd name="csY47" fmla="*/ 77394 h 78744"/>
                <a:gd name="csX48" fmla="*/ 100371 w 201184"/>
                <a:gd name="csY48" fmla="*/ 77062 h 78744"/>
                <a:gd name="csX49" fmla="*/ 83829 w 201184"/>
                <a:gd name="csY49" fmla="*/ 77394 h 78744"/>
                <a:gd name="csX50" fmla="*/ 83829 w 201184"/>
                <a:gd name="csY50" fmla="*/ 73932 h 78744"/>
                <a:gd name="csX51" fmla="*/ 86511 w 201184"/>
                <a:gd name="csY51" fmla="*/ 73932 h 78744"/>
                <a:gd name="csX52" fmla="*/ 95339 w 201184"/>
                <a:gd name="csY52" fmla="*/ 68683 h 78744"/>
                <a:gd name="csX53" fmla="*/ 95339 w 201184"/>
                <a:gd name="csY53" fmla="*/ 26575 h 78744"/>
                <a:gd name="csX54" fmla="*/ 123503 w 201184"/>
                <a:gd name="csY54" fmla="*/ -1350 h 78744"/>
                <a:gd name="csX55" fmla="*/ 148311 w 201184"/>
                <a:gd name="csY55" fmla="*/ 21770 h 78744"/>
                <a:gd name="csX56" fmla="*/ 148647 w 201184"/>
                <a:gd name="csY56" fmla="*/ 29476 h 78744"/>
                <a:gd name="csX57" fmla="*/ 148647 w 201184"/>
                <a:gd name="csY57" fmla="*/ 65221 h 78744"/>
                <a:gd name="csX58" fmla="*/ 160158 w 201184"/>
                <a:gd name="csY58" fmla="*/ 73932 h 78744"/>
                <a:gd name="csX59" fmla="*/ 160158 w 201184"/>
                <a:gd name="csY59" fmla="*/ 77394 h 78744"/>
                <a:gd name="csX60" fmla="*/ 146972 w 201184"/>
                <a:gd name="csY60" fmla="*/ 77062 h 78744"/>
                <a:gd name="csX61" fmla="*/ 133674 w 201184"/>
                <a:gd name="csY61" fmla="*/ 77394 h 78744"/>
                <a:gd name="csX62" fmla="*/ 133674 w 201184"/>
                <a:gd name="csY62" fmla="*/ 73932 h 78744"/>
                <a:gd name="csX63" fmla="*/ 145184 w 201184"/>
                <a:gd name="csY63" fmla="*/ 65666 h 78744"/>
                <a:gd name="csX64" fmla="*/ 145184 w 201184"/>
                <a:gd name="csY64" fmla="*/ 26907 h 78744"/>
                <a:gd name="csX65" fmla="*/ 189114 w 201184"/>
                <a:gd name="csY65" fmla="*/ 68683 h 78744"/>
                <a:gd name="csX66" fmla="*/ 198279 w 201184"/>
                <a:gd name="csY66" fmla="*/ 73932 h 78744"/>
                <a:gd name="csX67" fmla="*/ 201185 w 201184"/>
                <a:gd name="csY67" fmla="*/ 73932 h 78744"/>
                <a:gd name="csX68" fmla="*/ 201185 w 201184"/>
                <a:gd name="csY68" fmla="*/ 77394 h 78744"/>
                <a:gd name="csX69" fmla="*/ 184199 w 201184"/>
                <a:gd name="csY69" fmla="*/ 77062 h 78744"/>
                <a:gd name="csX70" fmla="*/ 167100 w 201184"/>
                <a:gd name="csY70" fmla="*/ 77394 h 78744"/>
                <a:gd name="csX71" fmla="*/ 167100 w 201184"/>
                <a:gd name="csY71" fmla="*/ 73932 h 78744"/>
                <a:gd name="csX72" fmla="*/ 170003 w 201184"/>
                <a:gd name="csY72" fmla="*/ 73932 h 78744"/>
                <a:gd name="csX73" fmla="*/ 179167 w 201184"/>
                <a:gd name="csY73" fmla="*/ 68683 h 78744"/>
                <a:gd name="csX74" fmla="*/ 179167 w 201184"/>
                <a:gd name="csY74" fmla="*/ 9818 h 78744"/>
                <a:gd name="csX75" fmla="*/ 170003 w 201184"/>
                <a:gd name="csY75" fmla="*/ 4569 h 78744"/>
                <a:gd name="csX76" fmla="*/ 167100 w 201184"/>
                <a:gd name="csY76" fmla="*/ 4569 h 78744"/>
                <a:gd name="csX77" fmla="*/ 167100 w 201184"/>
                <a:gd name="csY77" fmla="*/ 1107 h 78744"/>
                <a:gd name="csX78" fmla="*/ 184087 w 201184"/>
                <a:gd name="csY78" fmla="*/ 1443 h 78744"/>
                <a:gd name="csX79" fmla="*/ 201185 w 201184"/>
                <a:gd name="csY79" fmla="*/ 1107 h 78744"/>
                <a:gd name="csX80" fmla="*/ 201185 w 201184"/>
                <a:gd name="csY80" fmla="*/ 4569 h 78744"/>
                <a:gd name="csX81" fmla="*/ 198279 w 201184"/>
                <a:gd name="csY81" fmla="*/ 4569 h 78744"/>
                <a:gd name="csX82" fmla="*/ 189114 w 201184"/>
                <a:gd name="csY82" fmla="*/ 9818 h 78744"/>
                <a:gd name="csX83" fmla="*/ 189114 w 201184"/>
                <a:gd name="csY83" fmla="*/ 68683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201184" h="78744">
                  <a:moveTo>
                    <a:pt x="64819" y="68683"/>
                  </a:moveTo>
                  <a:cubicBezTo>
                    <a:pt x="64819" y="72702"/>
                    <a:pt x="65043" y="73932"/>
                    <a:pt x="73647" y="73932"/>
                  </a:cubicBezTo>
                  <a:lnTo>
                    <a:pt x="76330" y="73932"/>
                  </a:lnTo>
                  <a:lnTo>
                    <a:pt x="76330" y="77394"/>
                  </a:lnTo>
                  <a:cubicBezTo>
                    <a:pt x="72417" y="77062"/>
                    <a:pt x="64150" y="77062"/>
                    <a:pt x="59900" y="77062"/>
                  </a:cubicBezTo>
                  <a:cubicBezTo>
                    <a:pt x="55655" y="77062"/>
                    <a:pt x="47272" y="77062"/>
                    <a:pt x="43362" y="77394"/>
                  </a:cubicBezTo>
                  <a:lnTo>
                    <a:pt x="43362" y="73932"/>
                  </a:lnTo>
                  <a:lnTo>
                    <a:pt x="46044" y="73932"/>
                  </a:lnTo>
                  <a:cubicBezTo>
                    <a:pt x="54649" y="73932"/>
                    <a:pt x="54872" y="72702"/>
                    <a:pt x="54872" y="68683"/>
                  </a:cubicBezTo>
                  <a:lnTo>
                    <a:pt x="54872" y="42546"/>
                  </a:lnTo>
                  <a:lnTo>
                    <a:pt x="21457" y="42546"/>
                  </a:lnTo>
                  <a:lnTo>
                    <a:pt x="21457" y="68683"/>
                  </a:lnTo>
                  <a:cubicBezTo>
                    <a:pt x="21457" y="72702"/>
                    <a:pt x="21681" y="73932"/>
                    <a:pt x="30285" y="73932"/>
                  </a:cubicBezTo>
                  <a:lnTo>
                    <a:pt x="32967" y="73932"/>
                  </a:lnTo>
                  <a:lnTo>
                    <a:pt x="32967" y="77394"/>
                  </a:lnTo>
                  <a:cubicBezTo>
                    <a:pt x="29058" y="77062"/>
                    <a:pt x="20787" y="77062"/>
                    <a:pt x="16541" y="77062"/>
                  </a:cubicBezTo>
                  <a:cubicBezTo>
                    <a:pt x="12292" y="77062"/>
                    <a:pt x="3913" y="77062"/>
                    <a:pt x="0" y="77394"/>
                  </a:cubicBezTo>
                  <a:lnTo>
                    <a:pt x="0" y="73932"/>
                  </a:lnTo>
                  <a:lnTo>
                    <a:pt x="2682" y="73932"/>
                  </a:lnTo>
                  <a:cubicBezTo>
                    <a:pt x="11286" y="73932"/>
                    <a:pt x="11510" y="72702"/>
                    <a:pt x="11510" y="68683"/>
                  </a:cubicBezTo>
                  <a:lnTo>
                    <a:pt x="11510" y="9818"/>
                  </a:lnTo>
                  <a:cubicBezTo>
                    <a:pt x="11510" y="5798"/>
                    <a:pt x="11286" y="4569"/>
                    <a:pt x="2682" y="4569"/>
                  </a:cubicBezTo>
                  <a:lnTo>
                    <a:pt x="0" y="4569"/>
                  </a:lnTo>
                  <a:lnTo>
                    <a:pt x="0" y="1107"/>
                  </a:lnTo>
                  <a:cubicBezTo>
                    <a:pt x="3913" y="1443"/>
                    <a:pt x="12180" y="1443"/>
                    <a:pt x="16429" y="1443"/>
                  </a:cubicBezTo>
                  <a:cubicBezTo>
                    <a:pt x="20675" y="1443"/>
                    <a:pt x="29058" y="1443"/>
                    <a:pt x="32967" y="1107"/>
                  </a:cubicBezTo>
                  <a:lnTo>
                    <a:pt x="32967" y="4569"/>
                  </a:lnTo>
                  <a:lnTo>
                    <a:pt x="30285" y="4569"/>
                  </a:lnTo>
                  <a:cubicBezTo>
                    <a:pt x="21681" y="4569"/>
                    <a:pt x="21457" y="5798"/>
                    <a:pt x="21457" y="9818"/>
                  </a:cubicBezTo>
                  <a:lnTo>
                    <a:pt x="21457" y="39084"/>
                  </a:lnTo>
                  <a:lnTo>
                    <a:pt x="54872" y="39084"/>
                  </a:lnTo>
                  <a:lnTo>
                    <a:pt x="54872" y="9818"/>
                  </a:lnTo>
                  <a:cubicBezTo>
                    <a:pt x="54872" y="5798"/>
                    <a:pt x="54649" y="4569"/>
                    <a:pt x="46044" y="4569"/>
                  </a:cubicBezTo>
                  <a:lnTo>
                    <a:pt x="43362" y="4569"/>
                  </a:lnTo>
                  <a:lnTo>
                    <a:pt x="43362" y="1107"/>
                  </a:lnTo>
                  <a:cubicBezTo>
                    <a:pt x="47272" y="1443"/>
                    <a:pt x="55542" y="1443"/>
                    <a:pt x="59792" y="1443"/>
                  </a:cubicBezTo>
                  <a:cubicBezTo>
                    <a:pt x="64037" y="1443"/>
                    <a:pt x="72417" y="1443"/>
                    <a:pt x="76330" y="1107"/>
                  </a:cubicBezTo>
                  <a:lnTo>
                    <a:pt x="76330" y="4569"/>
                  </a:lnTo>
                  <a:lnTo>
                    <a:pt x="73647" y="4569"/>
                  </a:lnTo>
                  <a:cubicBezTo>
                    <a:pt x="65043" y="4569"/>
                    <a:pt x="64819" y="5798"/>
                    <a:pt x="64819" y="9818"/>
                  </a:cubicBezTo>
                  <a:lnTo>
                    <a:pt x="64819" y="68683"/>
                  </a:lnTo>
                  <a:close/>
                  <a:moveTo>
                    <a:pt x="145184" y="26907"/>
                  </a:moveTo>
                  <a:cubicBezTo>
                    <a:pt x="145184" y="11048"/>
                    <a:pt x="134343" y="2112"/>
                    <a:pt x="123727" y="2112"/>
                  </a:cubicBezTo>
                  <a:cubicBezTo>
                    <a:pt x="118471" y="2112"/>
                    <a:pt x="105286" y="4905"/>
                    <a:pt x="105286" y="26126"/>
                  </a:cubicBezTo>
                  <a:lnTo>
                    <a:pt x="105286" y="68683"/>
                  </a:lnTo>
                  <a:cubicBezTo>
                    <a:pt x="105286" y="72702"/>
                    <a:pt x="105510" y="73932"/>
                    <a:pt x="114114" y="73932"/>
                  </a:cubicBezTo>
                  <a:lnTo>
                    <a:pt x="116796" y="73932"/>
                  </a:lnTo>
                  <a:lnTo>
                    <a:pt x="116796" y="77394"/>
                  </a:lnTo>
                  <a:cubicBezTo>
                    <a:pt x="112886" y="77062"/>
                    <a:pt x="104616" y="77062"/>
                    <a:pt x="100371" y="77062"/>
                  </a:cubicBezTo>
                  <a:cubicBezTo>
                    <a:pt x="96121" y="77062"/>
                    <a:pt x="87741" y="77062"/>
                    <a:pt x="83829" y="77394"/>
                  </a:cubicBezTo>
                  <a:lnTo>
                    <a:pt x="83829" y="73932"/>
                  </a:lnTo>
                  <a:lnTo>
                    <a:pt x="86511" y="73932"/>
                  </a:lnTo>
                  <a:cubicBezTo>
                    <a:pt x="95115" y="73932"/>
                    <a:pt x="95339" y="72702"/>
                    <a:pt x="95339" y="68683"/>
                  </a:cubicBezTo>
                  <a:lnTo>
                    <a:pt x="95339" y="26575"/>
                  </a:lnTo>
                  <a:cubicBezTo>
                    <a:pt x="95339" y="10823"/>
                    <a:pt x="108304" y="-1350"/>
                    <a:pt x="123503" y="-1350"/>
                  </a:cubicBezTo>
                  <a:cubicBezTo>
                    <a:pt x="136356" y="-1350"/>
                    <a:pt x="146412" y="9036"/>
                    <a:pt x="148311" y="21770"/>
                  </a:cubicBezTo>
                  <a:cubicBezTo>
                    <a:pt x="148647" y="24006"/>
                    <a:pt x="148647" y="25008"/>
                    <a:pt x="148647" y="29476"/>
                  </a:cubicBezTo>
                  <a:lnTo>
                    <a:pt x="148647" y="65221"/>
                  </a:lnTo>
                  <a:cubicBezTo>
                    <a:pt x="148647" y="68907"/>
                    <a:pt x="148647" y="73932"/>
                    <a:pt x="160158" y="73932"/>
                  </a:cubicBezTo>
                  <a:lnTo>
                    <a:pt x="160158" y="77394"/>
                  </a:lnTo>
                  <a:cubicBezTo>
                    <a:pt x="156137" y="77282"/>
                    <a:pt x="150773" y="77062"/>
                    <a:pt x="146972" y="77062"/>
                  </a:cubicBezTo>
                  <a:cubicBezTo>
                    <a:pt x="143060" y="77062"/>
                    <a:pt x="137695" y="77282"/>
                    <a:pt x="133674" y="77394"/>
                  </a:cubicBezTo>
                  <a:lnTo>
                    <a:pt x="133674" y="73932"/>
                  </a:lnTo>
                  <a:cubicBezTo>
                    <a:pt x="145184" y="73932"/>
                    <a:pt x="145184" y="68683"/>
                    <a:pt x="145184" y="65666"/>
                  </a:cubicBezTo>
                  <a:lnTo>
                    <a:pt x="145184" y="26907"/>
                  </a:lnTo>
                  <a:close/>
                  <a:moveTo>
                    <a:pt x="189114" y="68683"/>
                  </a:moveTo>
                  <a:cubicBezTo>
                    <a:pt x="189114" y="72702"/>
                    <a:pt x="189451" y="73932"/>
                    <a:pt x="198279" y="73932"/>
                  </a:cubicBezTo>
                  <a:lnTo>
                    <a:pt x="201185" y="73932"/>
                  </a:lnTo>
                  <a:lnTo>
                    <a:pt x="201185" y="77394"/>
                  </a:lnTo>
                  <a:cubicBezTo>
                    <a:pt x="197273" y="77062"/>
                    <a:pt x="188445" y="77062"/>
                    <a:pt x="184199" y="77062"/>
                  </a:cubicBezTo>
                  <a:cubicBezTo>
                    <a:pt x="179837" y="77062"/>
                    <a:pt x="171010" y="77062"/>
                    <a:pt x="167100" y="77394"/>
                  </a:cubicBezTo>
                  <a:lnTo>
                    <a:pt x="167100" y="73932"/>
                  </a:lnTo>
                  <a:lnTo>
                    <a:pt x="170003" y="73932"/>
                  </a:lnTo>
                  <a:cubicBezTo>
                    <a:pt x="178831" y="73932"/>
                    <a:pt x="179167" y="72702"/>
                    <a:pt x="179167" y="68683"/>
                  </a:cubicBezTo>
                  <a:lnTo>
                    <a:pt x="179167" y="9818"/>
                  </a:lnTo>
                  <a:cubicBezTo>
                    <a:pt x="179167" y="5798"/>
                    <a:pt x="178831" y="4569"/>
                    <a:pt x="170003" y="4569"/>
                  </a:cubicBezTo>
                  <a:lnTo>
                    <a:pt x="167100" y="4569"/>
                  </a:lnTo>
                  <a:lnTo>
                    <a:pt x="167100" y="1107"/>
                  </a:lnTo>
                  <a:cubicBezTo>
                    <a:pt x="171010" y="1443"/>
                    <a:pt x="179837" y="1443"/>
                    <a:pt x="184087" y="1443"/>
                  </a:cubicBezTo>
                  <a:cubicBezTo>
                    <a:pt x="188445" y="1443"/>
                    <a:pt x="197273" y="1443"/>
                    <a:pt x="201185" y="1107"/>
                  </a:cubicBezTo>
                  <a:lnTo>
                    <a:pt x="201185" y="4569"/>
                  </a:lnTo>
                  <a:lnTo>
                    <a:pt x="198279" y="4569"/>
                  </a:lnTo>
                  <a:cubicBezTo>
                    <a:pt x="189451" y="4569"/>
                    <a:pt x="189114" y="5798"/>
                    <a:pt x="189114" y="9818"/>
                  </a:cubicBezTo>
                  <a:lnTo>
                    <a:pt x="189114" y="68683"/>
                  </a:lnTo>
                  <a:close/>
                </a:path>
              </a:pathLst>
            </a:custGeom>
            <a:solidFill>
              <a:srgbClr val="000000"/>
            </a:solidFill>
            <a:ln w="25400" cap="flat">
              <a:noFill/>
              <a:prstDash val="solid"/>
              <a:miter/>
            </a:ln>
          </p:spPr>
          <p:txBody>
            <a:bodyPr/>
            <a:lstStyle/>
            <a:p>
              <a:endParaRPr lang="en-GB"/>
            </a:p>
          </p:txBody>
        </p:sp>
        <p:sp>
          <p:nvSpPr>
            <p:cNvPr id="2407" name="Freeform: Shape 2406">
              <a:extLst>
                <a:ext uri="{FF2B5EF4-FFF2-40B4-BE49-F238E27FC236}">
                  <a16:creationId xmlns:a16="http://schemas.microsoft.com/office/drawing/2014/main" id="{F2EFF683-25D2-E426-9010-B893EC2BEA16}"/>
                </a:ext>
              </a:extLst>
            </p:cNvPr>
            <p:cNvSpPr/>
            <p:nvPr>
              <p:custDataLst>
                <p:tags r:id="rId102"/>
              </p:custDataLst>
            </p:nvPr>
          </p:nvSpPr>
          <p:spPr>
            <a:xfrm flipV="1">
              <a:off x="12382330" y="-4604491"/>
              <a:ext cx="39674" cy="111696"/>
            </a:xfrm>
            <a:custGeom>
              <a:avLst/>
              <a:gdLst>
                <a:gd name="csX0" fmla="*/ 16093 w 39674"/>
                <a:gd name="csY0" fmla="*/ 13509 h 111696"/>
                <a:gd name="csX1" fmla="*/ 1007 w 39674"/>
                <a:gd name="csY1" fmla="*/ 1108 h 111696"/>
                <a:gd name="csX2" fmla="*/ 0 w 39674"/>
                <a:gd name="csY2" fmla="*/ -119 h 111696"/>
                <a:gd name="csX3" fmla="*/ 2237 w 39674"/>
                <a:gd name="csY3" fmla="*/ -1349 h 111696"/>
                <a:gd name="csX4" fmla="*/ 23582 w 39674"/>
                <a:gd name="csY4" fmla="*/ 12616 h 111696"/>
                <a:gd name="csX5" fmla="*/ 23582 w 39674"/>
                <a:gd name="csY5" fmla="*/ 38080 h 111696"/>
                <a:gd name="csX6" fmla="*/ 28052 w 39674"/>
                <a:gd name="csY6" fmla="*/ 49696 h 111696"/>
                <a:gd name="csX7" fmla="*/ 38668 w 39674"/>
                <a:gd name="csY7" fmla="*/ 53270 h 111696"/>
                <a:gd name="csX8" fmla="*/ 39674 w 39674"/>
                <a:gd name="csY8" fmla="*/ 54500 h 111696"/>
                <a:gd name="csX9" fmla="*/ 37886 w 39674"/>
                <a:gd name="csY9" fmla="*/ 55730 h 111696"/>
                <a:gd name="csX10" fmla="*/ 23918 w 39674"/>
                <a:gd name="csY10" fmla="*/ 65671 h 111696"/>
                <a:gd name="csX11" fmla="*/ 23582 w 39674"/>
                <a:gd name="csY11" fmla="*/ 71141 h 111696"/>
                <a:gd name="csX12" fmla="*/ 23582 w 39674"/>
                <a:gd name="csY12" fmla="*/ 93259 h 111696"/>
                <a:gd name="csX13" fmla="*/ 18218 w 39674"/>
                <a:gd name="csY13" fmla="*/ 105769 h 111696"/>
                <a:gd name="csX14" fmla="*/ 2237 w 39674"/>
                <a:gd name="csY14" fmla="*/ 110348 h 111696"/>
                <a:gd name="csX15" fmla="*/ 0 w 39674"/>
                <a:gd name="csY15" fmla="*/ 109118 h 111696"/>
                <a:gd name="csX16" fmla="*/ 1789 w 39674"/>
                <a:gd name="csY16" fmla="*/ 107892 h 111696"/>
                <a:gd name="csX17" fmla="*/ 15760 w 39674"/>
                <a:gd name="csY17" fmla="*/ 98172 h 111696"/>
                <a:gd name="csX18" fmla="*/ 16093 w 39674"/>
                <a:gd name="csY18" fmla="*/ 92923 h 111696"/>
                <a:gd name="csX19" fmla="*/ 16093 w 39674"/>
                <a:gd name="csY19" fmla="*/ 69466 h 111696"/>
                <a:gd name="csX20" fmla="*/ 20563 w 39674"/>
                <a:gd name="csY20" fmla="*/ 58856 h 111696"/>
                <a:gd name="csX21" fmla="*/ 29283 w 39674"/>
                <a:gd name="csY21" fmla="*/ 54500 h 111696"/>
                <a:gd name="csX22" fmla="*/ 16093 w 39674"/>
                <a:gd name="csY22" fmla="*/ 40315 h 111696"/>
                <a:gd name="csX23" fmla="*/ 16093 w 39674"/>
                <a:gd name="csY23" fmla="*/ 13509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4" h="111696">
                  <a:moveTo>
                    <a:pt x="16093" y="13509"/>
                  </a:moveTo>
                  <a:cubicBezTo>
                    <a:pt x="16093" y="9038"/>
                    <a:pt x="13187" y="1889"/>
                    <a:pt x="1007" y="1108"/>
                  </a:cubicBezTo>
                  <a:cubicBezTo>
                    <a:pt x="449" y="996"/>
                    <a:pt x="0" y="551"/>
                    <a:pt x="0" y="-119"/>
                  </a:cubicBezTo>
                  <a:cubicBezTo>
                    <a:pt x="0" y="-1349"/>
                    <a:pt x="1231" y="-1349"/>
                    <a:pt x="2237" y="-1349"/>
                  </a:cubicBezTo>
                  <a:cubicBezTo>
                    <a:pt x="13078" y="-1349"/>
                    <a:pt x="23470" y="4125"/>
                    <a:pt x="23582" y="12616"/>
                  </a:cubicBezTo>
                  <a:lnTo>
                    <a:pt x="23582" y="38080"/>
                  </a:lnTo>
                  <a:cubicBezTo>
                    <a:pt x="23582" y="42436"/>
                    <a:pt x="23582" y="46010"/>
                    <a:pt x="28052" y="49696"/>
                  </a:cubicBezTo>
                  <a:cubicBezTo>
                    <a:pt x="31965" y="52937"/>
                    <a:pt x="36211" y="53158"/>
                    <a:pt x="38668" y="53270"/>
                  </a:cubicBezTo>
                  <a:cubicBezTo>
                    <a:pt x="39229" y="53383"/>
                    <a:pt x="39674" y="53831"/>
                    <a:pt x="39674" y="54500"/>
                  </a:cubicBezTo>
                  <a:cubicBezTo>
                    <a:pt x="39674" y="55618"/>
                    <a:pt x="39004" y="55618"/>
                    <a:pt x="37886" y="55730"/>
                  </a:cubicBezTo>
                  <a:cubicBezTo>
                    <a:pt x="30510" y="56175"/>
                    <a:pt x="25145" y="60198"/>
                    <a:pt x="23918" y="65671"/>
                  </a:cubicBezTo>
                  <a:cubicBezTo>
                    <a:pt x="23582" y="66897"/>
                    <a:pt x="23582" y="67122"/>
                    <a:pt x="23582" y="71141"/>
                  </a:cubicBezTo>
                  <a:lnTo>
                    <a:pt x="23582" y="93259"/>
                  </a:lnTo>
                  <a:cubicBezTo>
                    <a:pt x="23582" y="97951"/>
                    <a:pt x="23582" y="101525"/>
                    <a:pt x="18218" y="105769"/>
                  </a:cubicBezTo>
                  <a:cubicBezTo>
                    <a:pt x="13747" y="109231"/>
                    <a:pt x="6034" y="110348"/>
                    <a:pt x="2237" y="110348"/>
                  </a:cubicBezTo>
                  <a:cubicBezTo>
                    <a:pt x="1231" y="110348"/>
                    <a:pt x="0" y="110348"/>
                    <a:pt x="0" y="109118"/>
                  </a:cubicBezTo>
                  <a:cubicBezTo>
                    <a:pt x="0" y="108004"/>
                    <a:pt x="670" y="108004"/>
                    <a:pt x="1789" y="107892"/>
                  </a:cubicBezTo>
                  <a:cubicBezTo>
                    <a:pt x="8829" y="107444"/>
                    <a:pt x="14305" y="103869"/>
                    <a:pt x="15760" y="98172"/>
                  </a:cubicBezTo>
                  <a:cubicBezTo>
                    <a:pt x="16093" y="97170"/>
                    <a:pt x="16093" y="96945"/>
                    <a:pt x="16093" y="92923"/>
                  </a:cubicBezTo>
                  <a:lnTo>
                    <a:pt x="16093" y="69466"/>
                  </a:lnTo>
                  <a:cubicBezTo>
                    <a:pt x="16093" y="64329"/>
                    <a:pt x="16987" y="62430"/>
                    <a:pt x="20563" y="58856"/>
                  </a:cubicBezTo>
                  <a:cubicBezTo>
                    <a:pt x="22912" y="56512"/>
                    <a:pt x="26151" y="55393"/>
                    <a:pt x="29283" y="54500"/>
                  </a:cubicBezTo>
                  <a:cubicBezTo>
                    <a:pt x="20118" y="51932"/>
                    <a:pt x="16093" y="46795"/>
                    <a:pt x="16093" y="40315"/>
                  </a:cubicBezTo>
                  <a:lnTo>
                    <a:pt x="16093" y="13509"/>
                  </a:lnTo>
                  <a:close/>
                </a:path>
              </a:pathLst>
            </a:custGeom>
            <a:solidFill>
              <a:srgbClr val="000000"/>
            </a:solidFill>
            <a:ln w="25400" cap="flat">
              <a:noFill/>
              <a:prstDash val="solid"/>
              <a:miter/>
            </a:ln>
          </p:spPr>
          <p:txBody>
            <a:bodyPr/>
            <a:lstStyle/>
            <a:p>
              <a:endParaRPr lang="en-GB"/>
            </a:p>
          </p:txBody>
        </p:sp>
        <p:sp>
          <p:nvSpPr>
            <p:cNvPr id="2408" name="Freeform: Shape 2407">
              <a:extLst>
                <a:ext uri="{FF2B5EF4-FFF2-40B4-BE49-F238E27FC236}">
                  <a16:creationId xmlns:a16="http://schemas.microsoft.com/office/drawing/2014/main" id="{812589D3-927D-A875-966D-FF0A6EF4E8B7}"/>
                </a:ext>
              </a:extLst>
            </p:cNvPr>
            <p:cNvSpPr/>
            <p:nvPr>
              <p:custDataLst>
                <p:tags r:id="rId103"/>
              </p:custDataLst>
            </p:nvPr>
          </p:nvSpPr>
          <p:spPr>
            <a:xfrm flipV="1">
              <a:off x="8680752" y="-4436132"/>
              <a:ext cx="65825" cy="76288"/>
            </a:xfrm>
            <a:custGeom>
              <a:avLst/>
              <a:gdLst>
                <a:gd name="csX0" fmla="*/ 21457 w 65825"/>
                <a:gd name="csY0" fmla="*/ 33975 h 76288"/>
                <a:gd name="csX1" fmla="*/ 40344 w 65825"/>
                <a:gd name="csY1" fmla="*/ 33975 h 76288"/>
                <a:gd name="csX2" fmla="*/ 65825 w 65825"/>
                <a:gd name="csY2" fmla="*/ 54190 h 76288"/>
                <a:gd name="csX3" fmla="*/ 39450 w 65825"/>
                <a:gd name="csY3" fmla="*/ 74967 h 76288"/>
                <a:gd name="csX4" fmla="*/ 0 w 65825"/>
                <a:gd name="csY4" fmla="*/ 74967 h 76288"/>
                <a:gd name="csX5" fmla="*/ 0 w 65825"/>
                <a:gd name="csY5" fmla="*/ 71504 h 76288"/>
                <a:gd name="csX6" fmla="*/ 2682 w 65825"/>
                <a:gd name="csY6" fmla="*/ 71504 h 76288"/>
                <a:gd name="csX7" fmla="*/ 11510 w 65825"/>
                <a:gd name="csY7" fmla="*/ 66255 h 76288"/>
                <a:gd name="csX8" fmla="*/ 11510 w 65825"/>
                <a:gd name="csY8" fmla="*/ 7389 h 76288"/>
                <a:gd name="csX9" fmla="*/ 2682 w 65825"/>
                <a:gd name="csY9" fmla="*/ 2141 h 76288"/>
                <a:gd name="csX10" fmla="*/ 0 w 65825"/>
                <a:gd name="csY10" fmla="*/ 2141 h 76288"/>
                <a:gd name="csX11" fmla="*/ 0 w 65825"/>
                <a:gd name="csY11" fmla="*/ -1322 h 76288"/>
                <a:gd name="csX12" fmla="*/ 16426 w 65825"/>
                <a:gd name="csY12" fmla="*/ -985 h 76288"/>
                <a:gd name="csX13" fmla="*/ 32967 w 65825"/>
                <a:gd name="csY13" fmla="*/ -1322 h 76288"/>
                <a:gd name="csX14" fmla="*/ 32967 w 65825"/>
                <a:gd name="csY14" fmla="*/ 2141 h 76288"/>
                <a:gd name="csX15" fmla="*/ 30285 w 65825"/>
                <a:gd name="csY15" fmla="*/ 2141 h 76288"/>
                <a:gd name="csX16" fmla="*/ 21457 w 65825"/>
                <a:gd name="csY16" fmla="*/ 7389 h 76288"/>
                <a:gd name="csX17" fmla="*/ 21457 w 65825"/>
                <a:gd name="csY17" fmla="*/ 33975 h 76288"/>
                <a:gd name="csX18" fmla="*/ 21120 w 65825"/>
                <a:gd name="csY18" fmla="*/ 36880 h 76288"/>
                <a:gd name="csX19" fmla="*/ 21120 w 65825"/>
                <a:gd name="csY19" fmla="*/ 67036 h 76288"/>
                <a:gd name="csX20" fmla="*/ 26597 w 65825"/>
                <a:gd name="csY20" fmla="*/ 71504 h 76288"/>
                <a:gd name="csX21" fmla="*/ 36543 w 65825"/>
                <a:gd name="csY21" fmla="*/ 71504 h 76288"/>
                <a:gd name="csX22" fmla="*/ 54312 w 65825"/>
                <a:gd name="csY22" fmla="*/ 54190 h 76288"/>
                <a:gd name="csX23" fmla="*/ 36543 w 65825"/>
                <a:gd name="csY23" fmla="*/ 36880 h 76288"/>
                <a:gd name="csX24" fmla="*/ 21120 w 65825"/>
                <a:gd name="csY24" fmla="*/ 36880 h 76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65825" h="76288">
                  <a:moveTo>
                    <a:pt x="21457" y="33975"/>
                  </a:moveTo>
                  <a:lnTo>
                    <a:pt x="40344" y="33975"/>
                  </a:lnTo>
                  <a:cubicBezTo>
                    <a:pt x="53754" y="33975"/>
                    <a:pt x="65825" y="43023"/>
                    <a:pt x="65825" y="54190"/>
                  </a:cubicBezTo>
                  <a:cubicBezTo>
                    <a:pt x="65825" y="65137"/>
                    <a:pt x="54760" y="74967"/>
                    <a:pt x="39450" y="74967"/>
                  </a:cubicBezTo>
                  <a:lnTo>
                    <a:pt x="0" y="74967"/>
                  </a:lnTo>
                  <a:lnTo>
                    <a:pt x="0" y="71504"/>
                  </a:lnTo>
                  <a:lnTo>
                    <a:pt x="2682" y="71504"/>
                  </a:lnTo>
                  <a:cubicBezTo>
                    <a:pt x="11286" y="71504"/>
                    <a:pt x="11510" y="70274"/>
                    <a:pt x="11510" y="66255"/>
                  </a:cubicBezTo>
                  <a:lnTo>
                    <a:pt x="11510" y="7389"/>
                  </a:lnTo>
                  <a:cubicBezTo>
                    <a:pt x="11510" y="3371"/>
                    <a:pt x="11286" y="2141"/>
                    <a:pt x="2682" y="2141"/>
                  </a:cubicBezTo>
                  <a:lnTo>
                    <a:pt x="0" y="2141"/>
                  </a:lnTo>
                  <a:lnTo>
                    <a:pt x="0" y="-1322"/>
                  </a:lnTo>
                  <a:cubicBezTo>
                    <a:pt x="3909" y="-985"/>
                    <a:pt x="12180" y="-985"/>
                    <a:pt x="16426" y="-985"/>
                  </a:cubicBezTo>
                  <a:cubicBezTo>
                    <a:pt x="20675" y="-985"/>
                    <a:pt x="29054" y="-985"/>
                    <a:pt x="32967" y="-1322"/>
                  </a:cubicBezTo>
                  <a:lnTo>
                    <a:pt x="32967" y="2141"/>
                  </a:lnTo>
                  <a:lnTo>
                    <a:pt x="30285" y="2141"/>
                  </a:lnTo>
                  <a:cubicBezTo>
                    <a:pt x="21681" y="2141"/>
                    <a:pt x="21457" y="3371"/>
                    <a:pt x="21457" y="7389"/>
                  </a:cubicBezTo>
                  <a:lnTo>
                    <a:pt x="21457" y="33975"/>
                  </a:lnTo>
                  <a:close/>
                  <a:moveTo>
                    <a:pt x="21120" y="36880"/>
                  </a:moveTo>
                  <a:lnTo>
                    <a:pt x="21120" y="67036"/>
                  </a:lnTo>
                  <a:cubicBezTo>
                    <a:pt x="21120" y="70723"/>
                    <a:pt x="21345" y="71504"/>
                    <a:pt x="26597" y="71504"/>
                  </a:cubicBezTo>
                  <a:lnTo>
                    <a:pt x="36543" y="71504"/>
                  </a:lnTo>
                  <a:cubicBezTo>
                    <a:pt x="54312" y="71504"/>
                    <a:pt x="54312" y="59663"/>
                    <a:pt x="54312" y="54190"/>
                  </a:cubicBezTo>
                  <a:cubicBezTo>
                    <a:pt x="54312" y="48941"/>
                    <a:pt x="54312" y="36880"/>
                    <a:pt x="36543" y="36880"/>
                  </a:cubicBezTo>
                  <a:lnTo>
                    <a:pt x="21120" y="36880"/>
                  </a:lnTo>
                  <a:close/>
                </a:path>
              </a:pathLst>
            </a:custGeom>
            <a:solidFill>
              <a:srgbClr val="000000"/>
            </a:solidFill>
            <a:ln w="25400" cap="flat">
              <a:noFill/>
              <a:prstDash val="solid"/>
              <a:miter/>
            </a:ln>
          </p:spPr>
          <p:txBody>
            <a:bodyPr/>
            <a:lstStyle/>
            <a:p>
              <a:endParaRPr lang="en-GB"/>
            </a:p>
          </p:txBody>
        </p:sp>
        <p:sp>
          <p:nvSpPr>
            <p:cNvPr id="2409" name="Freeform: Shape 2408">
              <a:extLst>
                <a:ext uri="{FF2B5EF4-FFF2-40B4-BE49-F238E27FC236}">
                  <a16:creationId xmlns:a16="http://schemas.microsoft.com/office/drawing/2014/main" id="{62BC16AE-C66C-39FC-E04D-D035BF465D60}"/>
                </a:ext>
              </a:extLst>
            </p:cNvPr>
            <p:cNvSpPr/>
            <p:nvPr>
              <p:custDataLst>
                <p:tags r:id="rId104"/>
              </p:custDataLst>
            </p:nvPr>
          </p:nvSpPr>
          <p:spPr>
            <a:xfrm flipV="1">
              <a:off x="8754509" y="-4409882"/>
              <a:ext cx="97568" cy="51268"/>
            </a:xfrm>
            <a:custGeom>
              <a:avLst/>
              <a:gdLst>
                <a:gd name="csX0" fmla="*/ 32522 w 97568"/>
                <a:gd name="csY0" fmla="*/ 8401 h 51268"/>
                <a:gd name="csX1" fmla="*/ 41238 w 97568"/>
                <a:gd name="csY1" fmla="*/ -759 h 51268"/>
                <a:gd name="csX2" fmla="*/ 50403 w 97568"/>
                <a:gd name="csY2" fmla="*/ 9852 h 51268"/>
                <a:gd name="csX3" fmla="*/ 50403 w 97568"/>
                <a:gd name="csY3" fmla="*/ 16107 h 51268"/>
                <a:gd name="csX4" fmla="*/ 47608 w 97568"/>
                <a:gd name="csY4" fmla="*/ 16107 h 51268"/>
                <a:gd name="csX5" fmla="*/ 47608 w 97568"/>
                <a:gd name="csY5" fmla="*/ 9852 h 51268"/>
                <a:gd name="csX6" fmla="*/ 43584 w 97568"/>
                <a:gd name="csY6" fmla="*/ 2704 h 51268"/>
                <a:gd name="csX7" fmla="*/ 39449 w 97568"/>
                <a:gd name="csY7" fmla="*/ 8289 h 51268"/>
                <a:gd name="csX8" fmla="*/ 39449 w 97568"/>
                <a:gd name="csY8" fmla="*/ 30628 h 51268"/>
                <a:gd name="csX9" fmla="*/ 35425 w 97568"/>
                <a:gd name="csY9" fmla="*/ 43806 h 51268"/>
                <a:gd name="csX10" fmla="*/ 20114 w 97568"/>
                <a:gd name="csY10" fmla="*/ 49950 h 51268"/>
                <a:gd name="csX11" fmla="*/ 3239 w 97568"/>
                <a:gd name="csY11" fmla="*/ 37327 h 51268"/>
                <a:gd name="csX12" fmla="*/ 8379 w 97568"/>
                <a:gd name="csY12" fmla="*/ 32079 h 51268"/>
                <a:gd name="csX13" fmla="*/ 13523 w 97568"/>
                <a:gd name="csY13" fmla="*/ 37219 h 51268"/>
                <a:gd name="csX14" fmla="*/ 7822 w 97568"/>
                <a:gd name="csY14" fmla="*/ 42356 h 51268"/>
                <a:gd name="csX15" fmla="*/ 19893 w 97568"/>
                <a:gd name="csY15" fmla="*/ 47493 h 51268"/>
                <a:gd name="csX16" fmla="*/ 31740 w 97568"/>
                <a:gd name="csY16" fmla="*/ 33196 h 51268"/>
                <a:gd name="csX17" fmla="*/ 31740 w 97568"/>
                <a:gd name="csY17" fmla="*/ 29065 h 51268"/>
                <a:gd name="csX18" fmla="*/ 11174 w 97568"/>
                <a:gd name="csY18" fmla="*/ 25042 h 51268"/>
                <a:gd name="csX19" fmla="*/ 0 w 97568"/>
                <a:gd name="csY19" fmla="*/ 10521 h 51268"/>
                <a:gd name="csX20" fmla="*/ 17881 w 97568"/>
                <a:gd name="csY20" fmla="*/ -1319 h 51268"/>
                <a:gd name="csX21" fmla="*/ 32522 w 97568"/>
                <a:gd name="csY21" fmla="*/ 8401 h 51268"/>
                <a:gd name="csX22" fmla="*/ 31740 w 97568"/>
                <a:gd name="csY22" fmla="*/ 26717 h 51268"/>
                <a:gd name="csX23" fmla="*/ 31740 w 97568"/>
                <a:gd name="csY23" fmla="*/ 15550 h 51268"/>
                <a:gd name="csX24" fmla="*/ 18662 w 97568"/>
                <a:gd name="csY24" fmla="*/ 1141 h 51268"/>
                <a:gd name="csX25" fmla="*/ 8604 w 97568"/>
                <a:gd name="csY25" fmla="*/ 10633 h 51268"/>
                <a:gd name="csX26" fmla="*/ 31740 w 97568"/>
                <a:gd name="csY26" fmla="*/ 26717 h 51268"/>
                <a:gd name="csX27" fmla="*/ 64265 w 97568"/>
                <a:gd name="csY27" fmla="*/ 24261 h 51268"/>
                <a:gd name="csX28" fmla="*/ 79355 w 97568"/>
                <a:gd name="csY28" fmla="*/ 47160 h 51268"/>
                <a:gd name="csX29" fmla="*/ 91310 w 97568"/>
                <a:gd name="csY29" fmla="*/ 43025 h 51268"/>
                <a:gd name="csX30" fmla="*/ 86059 w 97568"/>
                <a:gd name="csY30" fmla="*/ 37888 h 51268"/>
                <a:gd name="csX31" fmla="*/ 91201 w 97568"/>
                <a:gd name="csY31" fmla="*/ 32751 h 51268"/>
                <a:gd name="csX32" fmla="*/ 96342 w 97568"/>
                <a:gd name="csY32" fmla="*/ 38000 h 51268"/>
                <a:gd name="csX33" fmla="*/ 79243 w 97568"/>
                <a:gd name="csY33" fmla="*/ 49950 h 51268"/>
                <a:gd name="csX34" fmla="*/ 54991 w 97568"/>
                <a:gd name="csY34" fmla="*/ 24036 h 51268"/>
                <a:gd name="csX35" fmla="*/ 79018 w 97568"/>
                <a:gd name="csY35" fmla="*/ -1319 h 51268"/>
                <a:gd name="csX36" fmla="*/ 97568 w 97568"/>
                <a:gd name="csY36" fmla="*/ 13202 h 51268"/>
                <a:gd name="csX37" fmla="*/ 96118 w 97568"/>
                <a:gd name="csY37" fmla="*/ 14319 h 51268"/>
                <a:gd name="csX38" fmla="*/ 94666 w 97568"/>
                <a:gd name="csY38" fmla="*/ 13202 h 51268"/>
                <a:gd name="csX39" fmla="*/ 80025 w 97568"/>
                <a:gd name="csY39" fmla="*/ 1474 h 51268"/>
                <a:gd name="csX40" fmla="*/ 64265 w 97568"/>
                <a:gd name="csY40" fmla="*/ 24261 h 512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97568" h="51268">
                  <a:moveTo>
                    <a:pt x="32522" y="8401"/>
                  </a:moveTo>
                  <a:cubicBezTo>
                    <a:pt x="32967" y="3934"/>
                    <a:pt x="35986" y="-759"/>
                    <a:pt x="41238" y="-759"/>
                  </a:cubicBezTo>
                  <a:cubicBezTo>
                    <a:pt x="43584" y="-759"/>
                    <a:pt x="50403" y="804"/>
                    <a:pt x="50403" y="9852"/>
                  </a:cubicBezTo>
                  <a:lnTo>
                    <a:pt x="50403" y="16107"/>
                  </a:lnTo>
                  <a:lnTo>
                    <a:pt x="47608" y="16107"/>
                  </a:lnTo>
                  <a:lnTo>
                    <a:pt x="47608" y="9852"/>
                  </a:lnTo>
                  <a:cubicBezTo>
                    <a:pt x="47608" y="3373"/>
                    <a:pt x="44813" y="2704"/>
                    <a:pt x="43584" y="2704"/>
                  </a:cubicBezTo>
                  <a:cubicBezTo>
                    <a:pt x="39895" y="2704"/>
                    <a:pt x="39449" y="7729"/>
                    <a:pt x="39449" y="8289"/>
                  </a:cubicBezTo>
                  <a:lnTo>
                    <a:pt x="39449" y="30628"/>
                  </a:lnTo>
                  <a:cubicBezTo>
                    <a:pt x="39449" y="35320"/>
                    <a:pt x="39449" y="39675"/>
                    <a:pt x="35425" y="43806"/>
                  </a:cubicBezTo>
                  <a:cubicBezTo>
                    <a:pt x="31067" y="48162"/>
                    <a:pt x="25478" y="49950"/>
                    <a:pt x="20114" y="49950"/>
                  </a:cubicBezTo>
                  <a:cubicBezTo>
                    <a:pt x="10953" y="49950"/>
                    <a:pt x="3239" y="44700"/>
                    <a:pt x="3239" y="37327"/>
                  </a:cubicBezTo>
                  <a:cubicBezTo>
                    <a:pt x="3239" y="33978"/>
                    <a:pt x="5476" y="32079"/>
                    <a:pt x="8379" y="32079"/>
                  </a:cubicBezTo>
                  <a:cubicBezTo>
                    <a:pt x="11510" y="32079"/>
                    <a:pt x="13523" y="34314"/>
                    <a:pt x="13523" y="37219"/>
                  </a:cubicBezTo>
                  <a:cubicBezTo>
                    <a:pt x="13523" y="38558"/>
                    <a:pt x="12962" y="42244"/>
                    <a:pt x="7822" y="42356"/>
                  </a:cubicBezTo>
                  <a:cubicBezTo>
                    <a:pt x="10841" y="46263"/>
                    <a:pt x="16317" y="47493"/>
                    <a:pt x="19893" y="47493"/>
                  </a:cubicBezTo>
                  <a:cubicBezTo>
                    <a:pt x="25369" y="47493"/>
                    <a:pt x="31740" y="43137"/>
                    <a:pt x="31740" y="33196"/>
                  </a:cubicBezTo>
                  <a:lnTo>
                    <a:pt x="31740" y="29065"/>
                  </a:lnTo>
                  <a:cubicBezTo>
                    <a:pt x="26039" y="28729"/>
                    <a:pt x="18217" y="28392"/>
                    <a:pt x="11174" y="25042"/>
                  </a:cubicBezTo>
                  <a:cubicBezTo>
                    <a:pt x="2794" y="21244"/>
                    <a:pt x="0" y="15438"/>
                    <a:pt x="0" y="10521"/>
                  </a:cubicBezTo>
                  <a:cubicBezTo>
                    <a:pt x="0" y="1474"/>
                    <a:pt x="10841" y="-1319"/>
                    <a:pt x="17881" y="-1319"/>
                  </a:cubicBezTo>
                  <a:cubicBezTo>
                    <a:pt x="25257" y="-1319"/>
                    <a:pt x="30397" y="3149"/>
                    <a:pt x="32522" y="8401"/>
                  </a:cubicBezTo>
                  <a:close/>
                  <a:moveTo>
                    <a:pt x="31740" y="26717"/>
                  </a:moveTo>
                  <a:lnTo>
                    <a:pt x="31740" y="15550"/>
                  </a:lnTo>
                  <a:cubicBezTo>
                    <a:pt x="31740" y="4935"/>
                    <a:pt x="23690" y="1141"/>
                    <a:pt x="18662" y="1141"/>
                  </a:cubicBezTo>
                  <a:cubicBezTo>
                    <a:pt x="13186" y="1141"/>
                    <a:pt x="8604" y="5048"/>
                    <a:pt x="8604" y="10633"/>
                  </a:cubicBezTo>
                  <a:cubicBezTo>
                    <a:pt x="8604" y="16776"/>
                    <a:pt x="13298" y="26048"/>
                    <a:pt x="31740" y="26717"/>
                  </a:cubicBezTo>
                  <a:close/>
                  <a:moveTo>
                    <a:pt x="64265" y="24261"/>
                  </a:moveTo>
                  <a:cubicBezTo>
                    <a:pt x="64265" y="42468"/>
                    <a:pt x="73430" y="47160"/>
                    <a:pt x="79355" y="47160"/>
                  </a:cubicBezTo>
                  <a:cubicBezTo>
                    <a:pt x="80361" y="47160"/>
                    <a:pt x="87402" y="47048"/>
                    <a:pt x="91310" y="43025"/>
                  </a:cubicBezTo>
                  <a:cubicBezTo>
                    <a:pt x="86732" y="42689"/>
                    <a:pt x="86059" y="39339"/>
                    <a:pt x="86059" y="37888"/>
                  </a:cubicBezTo>
                  <a:cubicBezTo>
                    <a:pt x="86059" y="34983"/>
                    <a:pt x="88071" y="32751"/>
                    <a:pt x="91201" y="32751"/>
                  </a:cubicBezTo>
                  <a:cubicBezTo>
                    <a:pt x="94105" y="32751"/>
                    <a:pt x="96342" y="34647"/>
                    <a:pt x="96342" y="38000"/>
                  </a:cubicBezTo>
                  <a:cubicBezTo>
                    <a:pt x="96342" y="45594"/>
                    <a:pt x="87847" y="49950"/>
                    <a:pt x="79243" y="49950"/>
                  </a:cubicBezTo>
                  <a:cubicBezTo>
                    <a:pt x="65272" y="49950"/>
                    <a:pt x="54991" y="37888"/>
                    <a:pt x="54991" y="24036"/>
                  </a:cubicBezTo>
                  <a:cubicBezTo>
                    <a:pt x="54991" y="9740"/>
                    <a:pt x="66054" y="-1319"/>
                    <a:pt x="79018" y="-1319"/>
                  </a:cubicBezTo>
                  <a:cubicBezTo>
                    <a:pt x="93993" y="-1319"/>
                    <a:pt x="97568" y="12084"/>
                    <a:pt x="97568" y="13202"/>
                  </a:cubicBezTo>
                  <a:cubicBezTo>
                    <a:pt x="97568" y="14319"/>
                    <a:pt x="96454" y="14319"/>
                    <a:pt x="96118" y="14319"/>
                  </a:cubicBezTo>
                  <a:cubicBezTo>
                    <a:pt x="95111" y="14319"/>
                    <a:pt x="94887" y="13871"/>
                    <a:pt x="94666" y="13202"/>
                  </a:cubicBezTo>
                  <a:cubicBezTo>
                    <a:pt x="91422" y="2816"/>
                    <a:pt x="84158" y="1474"/>
                    <a:pt x="80025" y="1474"/>
                  </a:cubicBezTo>
                  <a:cubicBezTo>
                    <a:pt x="74103" y="1474"/>
                    <a:pt x="64265" y="6278"/>
                    <a:pt x="64265" y="24261"/>
                  </a:cubicBezTo>
                  <a:close/>
                </a:path>
              </a:pathLst>
            </a:custGeom>
            <a:solidFill>
              <a:srgbClr val="000000"/>
            </a:solidFill>
            <a:ln w="25400" cap="flat">
              <a:noFill/>
              <a:prstDash val="solid"/>
              <a:miter/>
            </a:ln>
          </p:spPr>
          <p:txBody>
            <a:bodyPr/>
            <a:lstStyle/>
            <a:p>
              <a:endParaRPr lang="en-GB"/>
            </a:p>
          </p:txBody>
        </p:sp>
        <p:sp>
          <p:nvSpPr>
            <p:cNvPr id="2410" name="Freeform: Shape 2409">
              <a:extLst>
                <a:ext uri="{FF2B5EF4-FFF2-40B4-BE49-F238E27FC236}">
                  <a16:creationId xmlns:a16="http://schemas.microsoft.com/office/drawing/2014/main" id="{02F7C935-83FA-42A4-6FF2-AB3D507BED5B}"/>
                </a:ext>
              </a:extLst>
            </p:cNvPr>
            <p:cNvSpPr/>
            <p:nvPr>
              <p:custDataLst>
                <p:tags r:id="rId105"/>
              </p:custDataLst>
            </p:nvPr>
          </p:nvSpPr>
          <p:spPr>
            <a:xfrm flipV="1">
              <a:off x="8865915" y="-4437806"/>
              <a:ext cx="20786" cy="20996"/>
            </a:xfrm>
            <a:custGeom>
              <a:avLst/>
              <a:gdLst>
                <a:gd name="csX0" fmla="*/ 18886 w 20786"/>
                <a:gd name="csY0" fmla="*/ 12301 h 20996"/>
                <a:gd name="csX1" fmla="*/ 20787 w 20786"/>
                <a:gd name="csY1" fmla="*/ 15650 h 20996"/>
                <a:gd name="csX2" fmla="*/ 16766 w 20786"/>
                <a:gd name="csY2" fmla="*/ 19670 h 20996"/>
                <a:gd name="csX3" fmla="*/ 13414 w 20786"/>
                <a:gd name="csY3" fmla="*/ 17770 h 20996"/>
                <a:gd name="csX4" fmla="*/ 0 w 20786"/>
                <a:gd name="csY4" fmla="*/ 681 h 20996"/>
                <a:gd name="csX5" fmla="*/ 1900 w 20786"/>
                <a:gd name="csY5" fmla="*/ -1327 h 20996"/>
                <a:gd name="csX6" fmla="*/ 18886 w 20786"/>
                <a:gd name="csY6" fmla="*/ 12301 h 2099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0786" h="20996">
                  <a:moveTo>
                    <a:pt x="18886" y="12301"/>
                  </a:moveTo>
                  <a:cubicBezTo>
                    <a:pt x="19893" y="13082"/>
                    <a:pt x="20787" y="14308"/>
                    <a:pt x="20787" y="15650"/>
                  </a:cubicBezTo>
                  <a:cubicBezTo>
                    <a:pt x="20787" y="17662"/>
                    <a:pt x="18778" y="19670"/>
                    <a:pt x="16766" y="19670"/>
                  </a:cubicBezTo>
                  <a:cubicBezTo>
                    <a:pt x="15090" y="19670"/>
                    <a:pt x="13859" y="18443"/>
                    <a:pt x="13414" y="17770"/>
                  </a:cubicBezTo>
                  <a:lnTo>
                    <a:pt x="0" y="681"/>
                  </a:lnTo>
                  <a:lnTo>
                    <a:pt x="1900" y="-1327"/>
                  </a:lnTo>
                  <a:lnTo>
                    <a:pt x="18886" y="12301"/>
                  </a:lnTo>
                  <a:close/>
                </a:path>
              </a:pathLst>
            </a:custGeom>
            <a:solidFill>
              <a:srgbClr val="000000"/>
            </a:solidFill>
            <a:ln w="25400" cap="flat">
              <a:noFill/>
              <a:prstDash val="solid"/>
              <a:miter/>
            </a:ln>
          </p:spPr>
          <p:txBody>
            <a:bodyPr/>
            <a:lstStyle/>
            <a:p>
              <a:endParaRPr lang="en-GB"/>
            </a:p>
          </p:txBody>
        </p:sp>
        <p:sp>
          <p:nvSpPr>
            <p:cNvPr id="2411" name="Freeform: Shape 2410">
              <a:extLst>
                <a:ext uri="{FF2B5EF4-FFF2-40B4-BE49-F238E27FC236}">
                  <a16:creationId xmlns:a16="http://schemas.microsoft.com/office/drawing/2014/main" id="{B2CAFA6B-AFDC-9AB3-E707-3323455A13B5}"/>
                </a:ext>
              </a:extLst>
            </p:cNvPr>
            <p:cNvSpPr/>
            <p:nvPr>
              <p:custDataLst>
                <p:tags r:id="rId106"/>
              </p:custDataLst>
            </p:nvPr>
          </p:nvSpPr>
          <p:spPr>
            <a:xfrm flipV="1">
              <a:off x="8858981" y="-4438591"/>
              <a:ext cx="194029" cy="79977"/>
            </a:xfrm>
            <a:custGeom>
              <a:avLst/>
              <a:gdLst>
                <a:gd name="csX0" fmla="*/ 16093 w 194029"/>
                <a:gd name="csY0" fmla="*/ 49278 h 79977"/>
                <a:gd name="csX1" fmla="*/ 445 w 194029"/>
                <a:gd name="csY1" fmla="*/ 48051 h 79977"/>
                <a:gd name="csX2" fmla="*/ 445 w 194029"/>
                <a:gd name="csY2" fmla="*/ 44585 h 79977"/>
                <a:gd name="csX3" fmla="*/ 8716 w 194029"/>
                <a:gd name="csY3" fmla="*/ 38443 h 79977"/>
                <a:gd name="csX4" fmla="*/ 8716 w 194029"/>
                <a:gd name="csY4" fmla="*/ 8399 h 79977"/>
                <a:gd name="csX5" fmla="*/ 0 w 194029"/>
                <a:gd name="csY5" fmla="*/ 3370 h 79977"/>
                <a:gd name="csX6" fmla="*/ 0 w 194029"/>
                <a:gd name="csY6" fmla="*/ -92 h 79977"/>
                <a:gd name="csX7" fmla="*/ 12293 w 194029"/>
                <a:gd name="csY7" fmla="*/ 245 h 79977"/>
                <a:gd name="csX8" fmla="*/ 23915 w 194029"/>
                <a:gd name="csY8" fmla="*/ -92 h 79977"/>
                <a:gd name="csX9" fmla="*/ 23915 w 194029"/>
                <a:gd name="csY9" fmla="*/ 3370 h 79977"/>
                <a:gd name="csX10" fmla="*/ 16093 w 194029"/>
                <a:gd name="csY10" fmla="*/ 8286 h 79977"/>
                <a:gd name="csX11" fmla="*/ 16093 w 194029"/>
                <a:gd name="csY11" fmla="*/ 49278 h 79977"/>
                <a:gd name="csX12" fmla="*/ 64153 w 194029"/>
                <a:gd name="csY12" fmla="*/ 44585 h 79977"/>
                <a:gd name="csX13" fmla="*/ 70074 w 194029"/>
                <a:gd name="csY13" fmla="*/ 38555 h 79977"/>
                <a:gd name="csX14" fmla="*/ 70074 w 194029"/>
                <a:gd name="csY14" fmla="*/ 8399 h 79977"/>
                <a:gd name="csX15" fmla="*/ 61358 w 194029"/>
                <a:gd name="csY15" fmla="*/ 3370 h 79977"/>
                <a:gd name="csX16" fmla="*/ 61358 w 194029"/>
                <a:gd name="csY16" fmla="*/ -92 h 79977"/>
                <a:gd name="csX17" fmla="*/ 73763 w 194029"/>
                <a:gd name="csY17" fmla="*/ 245 h 79977"/>
                <a:gd name="csX18" fmla="*/ 86170 w 194029"/>
                <a:gd name="csY18" fmla="*/ -92 h 79977"/>
                <a:gd name="csX19" fmla="*/ 86170 w 194029"/>
                <a:gd name="csY19" fmla="*/ 3370 h 79977"/>
                <a:gd name="csX20" fmla="*/ 77451 w 194029"/>
                <a:gd name="csY20" fmla="*/ 8399 h 79977"/>
                <a:gd name="csX21" fmla="*/ 77451 w 194029"/>
                <a:gd name="csY21" fmla="*/ 49390 h 79977"/>
                <a:gd name="csX22" fmla="*/ 63371 w 194029"/>
                <a:gd name="csY22" fmla="*/ 48384 h 79977"/>
                <a:gd name="csX23" fmla="*/ 61358 w 194029"/>
                <a:gd name="csY23" fmla="*/ 48159 h 79977"/>
                <a:gd name="csX24" fmla="*/ 59346 w 194029"/>
                <a:gd name="csY24" fmla="*/ 48051 h 79977"/>
                <a:gd name="csX25" fmla="*/ 46159 w 194029"/>
                <a:gd name="csY25" fmla="*/ 48051 h 79977"/>
                <a:gd name="csX26" fmla="*/ 46159 w 194029"/>
                <a:gd name="csY26" fmla="*/ 60669 h 79977"/>
                <a:gd name="csX27" fmla="*/ 62701 w 194029"/>
                <a:gd name="csY27" fmla="*/ 76196 h 79977"/>
                <a:gd name="csX28" fmla="*/ 72311 w 194029"/>
                <a:gd name="csY28" fmla="*/ 72509 h 79977"/>
                <a:gd name="csX29" fmla="*/ 67060 w 194029"/>
                <a:gd name="csY29" fmla="*/ 67372 h 79977"/>
                <a:gd name="csX30" fmla="*/ 72087 w 194029"/>
                <a:gd name="csY30" fmla="*/ 62235 h 79977"/>
                <a:gd name="csX31" fmla="*/ 77230 w 194029"/>
                <a:gd name="csY31" fmla="*/ 67372 h 79977"/>
                <a:gd name="csX32" fmla="*/ 62813 w 194029"/>
                <a:gd name="csY32" fmla="*/ 78656 h 79977"/>
                <a:gd name="csX33" fmla="*/ 39119 w 194029"/>
                <a:gd name="csY33" fmla="*/ 60782 h 79977"/>
                <a:gd name="csX34" fmla="*/ 39119 w 194029"/>
                <a:gd name="csY34" fmla="*/ 48051 h 79977"/>
                <a:gd name="csX35" fmla="*/ 30292 w 194029"/>
                <a:gd name="csY35" fmla="*/ 48051 h 79977"/>
                <a:gd name="csX36" fmla="*/ 30292 w 194029"/>
                <a:gd name="csY36" fmla="*/ 44585 h 79977"/>
                <a:gd name="csX37" fmla="*/ 39119 w 194029"/>
                <a:gd name="csY37" fmla="*/ 44585 h 79977"/>
                <a:gd name="csX38" fmla="*/ 39119 w 194029"/>
                <a:gd name="csY38" fmla="*/ 8399 h 79977"/>
                <a:gd name="csX39" fmla="*/ 30404 w 194029"/>
                <a:gd name="csY39" fmla="*/ 3370 h 79977"/>
                <a:gd name="csX40" fmla="*/ 30404 w 194029"/>
                <a:gd name="csY40" fmla="*/ -92 h 79977"/>
                <a:gd name="csX41" fmla="*/ 42808 w 194029"/>
                <a:gd name="csY41" fmla="*/ 245 h 79977"/>
                <a:gd name="csX42" fmla="*/ 55212 w 194029"/>
                <a:gd name="csY42" fmla="*/ -92 h 79977"/>
                <a:gd name="csX43" fmla="*/ 55212 w 194029"/>
                <a:gd name="csY43" fmla="*/ 3370 h 79977"/>
                <a:gd name="csX44" fmla="*/ 46496 w 194029"/>
                <a:gd name="csY44" fmla="*/ 8399 h 79977"/>
                <a:gd name="csX45" fmla="*/ 46496 w 194029"/>
                <a:gd name="csY45" fmla="*/ 44585 h 79977"/>
                <a:gd name="csX46" fmla="*/ 64153 w 194029"/>
                <a:gd name="csY46" fmla="*/ 44585 h 79977"/>
                <a:gd name="csX47" fmla="*/ 102380 w 194029"/>
                <a:gd name="csY47" fmla="*/ 24258 h 79977"/>
                <a:gd name="csX48" fmla="*/ 117470 w 194029"/>
                <a:gd name="csY48" fmla="*/ 47157 h 79977"/>
                <a:gd name="csX49" fmla="*/ 129426 w 194029"/>
                <a:gd name="csY49" fmla="*/ 43022 h 79977"/>
                <a:gd name="csX50" fmla="*/ 124173 w 194029"/>
                <a:gd name="csY50" fmla="*/ 37886 h 79977"/>
                <a:gd name="csX51" fmla="*/ 129317 w 194029"/>
                <a:gd name="csY51" fmla="*/ 32749 h 79977"/>
                <a:gd name="csX52" fmla="*/ 134457 w 194029"/>
                <a:gd name="csY52" fmla="*/ 37997 h 79977"/>
                <a:gd name="csX53" fmla="*/ 117358 w 194029"/>
                <a:gd name="csY53" fmla="*/ 49947 h 79977"/>
                <a:gd name="csX54" fmla="*/ 93107 w 194029"/>
                <a:gd name="csY54" fmla="*/ 24034 h 79977"/>
                <a:gd name="csX55" fmla="*/ 117133 w 194029"/>
                <a:gd name="csY55" fmla="*/ -1322 h 79977"/>
                <a:gd name="csX56" fmla="*/ 135684 w 194029"/>
                <a:gd name="csY56" fmla="*/ 13199 h 79977"/>
                <a:gd name="csX57" fmla="*/ 134232 w 194029"/>
                <a:gd name="csY57" fmla="*/ 14317 h 79977"/>
                <a:gd name="csX58" fmla="*/ 132781 w 194029"/>
                <a:gd name="csY58" fmla="*/ 13199 h 79977"/>
                <a:gd name="csX59" fmla="*/ 118140 w 194029"/>
                <a:gd name="csY59" fmla="*/ 1471 h 79977"/>
                <a:gd name="csX60" fmla="*/ 102380 w 194029"/>
                <a:gd name="csY60" fmla="*/ 24258 h 79977"/>
                <a:gd name="csX61" fmla="*/ 176150 w 194029"/>
                <a:gd name="csY61" fmla="*/ 8399 h 79977"/>
                <a:gd name="csX62" fmla="*/ 184865 w 194029"/>
                <a:gd name="csY62" fmla="*/ -761 h 79977"/>
                <a:gd name="csX63" fmla="*/ 194030 w 194029"/>
                <a:gd name="csY63" fmla="*/ 9850 h 79977"/>
                <a:gd name="csX64" fmla="*/ 194030 w 194029"/>
                <a:gd name="csY64" fmla="*/ 16104 h 79977"/>
                <a:gd name="csX65" fmla="*/ 191236 w 194029"/>
                <a:gd name="csY65" fmla="*/ 16104 h 79977"/>
                <a:gd name="csX66" fmla="*/ 191236 w 194029"/>
                <a:gd name="csY66" fmla="*/ 9850 h 79977"/>
                <a:gd name="csX67" fmla="*/ 187211 w 194029"/>
                <a:gd name="csY67" fmla="*/ 2701 h 79977"/>
                <a:gd name="csX68" fmla="*/ 183078 w 194029"/>
                <a:gd name="csY68" fmla="*/ 8286 h 79977"/>
                <a:gd name="csX69" fmla="*/ 183078 w 194029"/>
                <a:gd name="csY69" fmla="*/ 30625 h 79977"/>
                <a:gd name="csX70" fmla="*/ 179052 w 194029"/>
                <a:gd name="csY70" fmla="*/ 43804 h 79977"/>
                <a:gd name="csX71" fmla="*/ 163741 w 194029"/>
                <a:gd name="csY71" fmla="*/ 49947 h 79977"/>
                <a:gd name="csX72" fmla="*/ 146868 w 194029"/>
                <a:gd name="csY72" fmla="*/ 37325 h 79977"/>
                <a:gd name="csX73" fmla="*/ 152007 w 194029"/>
                <a:gd name="csY73" fmla="*/ 32076 h 79977"/>
                <a:gd name="csX74" fmla="*/ 157150 w 194029"/>
                <a:gd name="csY74" fmla="*/ 37217 h 79977"/>
                <a:gd name="csX75" fmla="*/ 151450 w 194029"/>
                <a:gd name="csY75" fmla="*/ 42354 h 79977"/>
                <a:gd name="csX76" fmla="*/ 163520 w 194029"/>
                <a:gd name="csY76" fmla="*/ 47491 h 79977"/>
                <a:gd name="csX77" fmla="*/ 175368 w 194029"/>
                <a:gd name="csY77" fmla="*/ 33194 h 79977"/>
                <a:gd name="csX78" fmla="*/ 175368 w 194029"/>
                <a:gd name="csY78" fmla="*/ 29062 h 79977"/>
                <a:gd name="csX79" fmla="*/ 154802 w 194029"/>
                <a:gd name="csY79" fmla="*/ 25040 h 79977"/>
                <a:gd name="csX80" fmla="*/ 143627 w 194029"/>
                <a:gd name="csY80" fmla="*/ 10518 h 79977"/>
                <a:gd name="csX81" fmla="*/ 161509 w 194029"/>
                <a:gd name="csY81" fmla="*/ -1322 h 79977"/>
                <a:gd name="csX82" fmla="*/ 176150 w 194029"/>
                <a:gd name="csY82" fmla="*/ 8399 h 79977"/>
                <a:gd name="csX83" fmla="*/ 175368 w 194029"/>
                <a:gd name="csY83" fmla="*/ 26715 h 79977"/>
                <a:gd name="csX84" fmla="*/ 175368 w 194029"/>
                <a:gd name="csY84" fmla="*/ 15547 h 79977"/>
                <a:gd name="csX85" fmla="*/ 162291 w 194029"/>
                <a:gd name="csY85" fmla="*/ 1138 h 79977"/>
                <a:gd name="csX86" fmla="*/ 152232 w 194029"/>
                <a:gd name="csY86" fmla="*/ 10631 h 79977"/>
                <a:gd name="csX87" fmla="*/ 175368 w 194029"/>
                <a:gd name="csY87" fmla="*/ 26715 h 799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194029" h="79977">
                  <a:moveTo>
                    <a:pt x="16093" y="49278"/>
                  </a:moveTo>
                  <a:lnTo>
                    <a:pt x="445" y="48051"/>
                  </a:lnTo>
                  <a:lnTo>
                    <a:pt x="445" y="44585"/>
                  </a:lnTo>
                  <a:cubicBezTo>
                    <a:pt x="7710" y="44585"/>
                    <a:pt x="8716" y="43916"/>
                    <a:pt x="8716" y="38443"/>
                  </a:cubicBezTo>
                  <a:lnTo>
                    <a:pt x="8716" y="8399"/>
                  </a:lnTo>
                  <a:cubicBezTo>
                    <a:pt x="8716" y="3370"/>
                    <a:pt x="7489" y="3370"/>
                    <a:pt x="0" y="3370"/>
                  </a:cubicBezTo>
                  <a:lnTo>
                    <a:pt x="0" y="-92"/>
                  </a:lnTo>
                  <a:cubicBezTo>
                    <a:pt x="3577" y="20"/>
                    <a:pt x="9610" y="245"/>
                    <a:pt x="12293" y="245"/>
                  </a:cubicBezTo>
                  <a:cubicBezTo>
                    <a:pt x="16205" y="245"/>
                    <a:pt x="20118" y="20"/>
                    <a:pt x="23915" y="-92"/>
                  </a:cubicBezTo>
                  <a:lnTo>
                    <a:pt x="23915" y="3370"/>
                  </a:lnTo>
                  <a:cubicBezTo>
                    <a:pt x="16542" y="3370"/>
                    <a:pt x="16093" y="3931"/>
                    <a:pt x="16093" y="8286"/>
                  </a:cubicBezTo>
                  <a:lnTo>
                    <a:pt x="16093" y="49278"/>
                  </a:lnTo>
                  <a:close/>
                  <a:moveTo>
                    <a:pt x="64153" y="44585"/>
                  </a:moveTo>
                  <a:cubicBezTo>
                    <a:pt x="69292" y="44585"/>
                    <a:pt x="70074" y="43135"/>
                    <a:pt x="70074" y="38555"/>
                  </a:cubicBezTo>
                  <a:lnTo>
                    <a:pt x="70074" y="8399"/>
                  </a:lnTo>
                  <a:cubicBezTo>
                    <a:pt x="70074" y="3370"/>
                    <a:pt x="68847" y="3370"/>
                    <a:pt x="61358" y="3370"/>
                  </a:cubicBezTo>
                  <a:lnTo>
                    <a:pt x="61358" y="-92"/>
                  </a:lnTo>
                  <a:cubicBezTo>
                    <a:pt x="65047" y="20"/>
                    <a:pt x="70968" y="245"/>
                    <a:pt x="73763" y="245"/>
                  </a:cubicBezTo>
                  <a:cubicBezTo>
                    <a:pt x="76557" y="245"/>
                    <a:pt x="82033" y="20"/>
                    <a:pt x="86170" y="-92"/>
                  </a:cubicBezTo>
                  <a:lnTo>
                    <a:pt x="86170" y="3370"/>
                  </a:lnTo>
                  <a:cubicBezTo>
                    <a:pt x="78682" y="3370"/>
                    <a:pt x="77451" y="3370"/>
                    <a:pt x="77451" y="8399"/>
                  </a:cubicBezTo>
                  <a:lnTo>
                    <a:pt x="77451" y="49390"/>
                  </a:lnTo>
                  <a:lnTo>
                    <a:pt x="63371" y="48384"/>
                  </a:lnTo>
                  <a:cubicBezTo>
                    <a:pt x="61582" y="48272"/>
                    <a:pt x="61470" y="48159"/>
                    <a:pt x="61358" y="48159"/>
                  </a:cubicBezTo>
                  <a:cubicBezTo>
                    <a:pt x="61134" y="48051"/>
                    <a:pt x="60912" y="48051"/>
                    <a:pt x="59346" y="48051"/>
                  </a:cubicBezTo>
                  <a:lnTo>
                    <a:pt x="46159" y="48051"/>
                  </a:lnTo>
                  <a:lnTo>
                    <a:pt x="46159" y="60669"/>
                  </a:lnTo>
                  <a:cubicBezTo>
                    <a:pt x="46159" y="71729"/>
                    <a:pt x="55770" y="76196"/>
                    <a:pt x="62701" y="76196"/>
                  </a:cubicBezTo>
                  <a:cubicBezTo>
                    <a:pt x="66053" y="76196"/>
                    <a:pt x="70074" y="75078"/>
                    <a:pt x="72311" y="72509"/>
                  </a:cubicBezTo>
                  <a:cubicBezTo>
                    <a:pt x="67728" y="72289"/>
                    <a:pt x="67060" y="69160"/>
                    <a:pt x="67060" y="67372"/>
                  </a:cubicBezTo>
                  <a:cubicBezTo>
                    <a:pt x="67060" y="63686"/>
                    <a:pt x="69965" y="62235"/>
                    <a:pt x="72087" y="62235"/>
                  </a:cubicBezTo>
                  <a:cubicBezTo>
                    <a:pt x="74656" y="62235"/>
                    <a:pt x="77230" y="64023"/>
                    <a:pt x="77230" y="67372"/>
                  </a:cubicBezTo>
                  <a:cubicBezTo>
                    <a:pt x="77230" y="73964"/>
                    <a:pt x="71081" y="78656"/>
                    <a:pt x="62813" y="78656"/>
                  </a:cubicBezTo>
                  <a:cubicBezTo>
                    <a:pt x="52418" y="78656"/>
                    <a:pt x="39119" y="72958"/>
                    <a:pt x="39119" y="60782"/>
                  </a:cubicBezTo>
                  <a:lnTo>
                    <a:pt x="39119" y="48051"/>
                  </a:lnTo>
                  <a:lnTo>
                    <a:pt x="30292" y="48051"/>
                  </a:lnTo>
                  <a:lnTo>
                    <a:pt x="30292" y="44585"/>
                  </a:lnTo>
                  <a:lnTo>
                    <a:pt x="39119" y="44585"/>
                  </a:lnTo>
                  <a:lnTo>
                    <a:pt x="39119" y="8399"/>
                  </a:lnTo>
                  <a:cubicBezTo>
                    <a:pt x="39119" y="3370"/>
                    <a:pt x="37890" y="3370"/>
                    <a:pt x="30404" y="3370"/>
                  </a:cubicBezTo>
                  <a:lnTo>
                    <a:pt x="30404" y="-92"/>
                  </a:lnTo>
                  <a:cubicBezTo>
                    <a:pt x="34088" y="20"/>
                    <a:pt x="40013" y="245"/>
                    <a:pt x="42808" y="245"/>
                  </a:cubicBezTo>
                  <a:cubicBezTo>
                    <a:pt x="45603" y="245"/>
                    <a:pt x="51079" y="20"/>
                    <a:pt x="55212" y="-92"/>
                  </a:cubicBezTo>
                  <a:lnTo>
                    <a:pt x="55212" y="3370"/>
                  </a:lnTo>
                  <a:cubicBezTo>
                    <a:pt x="47723" y="3370"/>
                    <a:pt x="46496" y="3370"/>
                    <a:pt x="46496" y="8399"/>
                  </a:cubicBezTo>
                  <a:lnTo>
                    <a:pt x="46496" y="44585"/>
                  </a:lnTo>
                  <a:lnTo>
                    <a:pt x="64153" y="44585"/>
                  </a:lnTo>
                  <a:close/>
                  <a:moveTo>
                    <a:pt x="102380" y="24258"/>
                  </a:moveTo>
                  <a:cubicBezTo>
                    <a:pt x="102380" y="42466"/>
                    <a:pt x="111545" y="47157"/>
                    <a:pt x="117470" y="47157"/>
                  </a:cubicBezTo>
                  <a:cubicBezTo>
                    <a:pt x="118476" y="47157"/>
                    <a:pt x="125516" y="47045"/>
                    <a:pt x="129426" y="43022"/>
                  </a:cubicBezTo>
                  <a:cubicBezTo>
                    <a:pt x="124847" y="42686"/>
                    <a:pt x="124173" y="39336"/>
                    <a:pt x="124173" y="37886"/>
                  </a:cubicBezTo>
                  <a:cubicBezTo>
                    <a:pt x="124173" y="34981"/>
                    <a:pt x="126186" y="32749"/>
                    <a:pt x="129317" y="32749"/>
                  </a:cubicBezTo>
                  <a:cubicBezTo>
                    <a:pt x="132220" y="32749"/>
                    <a:pt x="134457" y="34645"/>
                    <a:pt x="134457" y="37997"/>
                  </a:cubicBezTo>
                  <a:cubicBezTo>
                    <a:pt x="134457" y="45592"/>
                    <a:pt x="125962" y="49947"/>
                    <a:pt x="117358" y="49947"/>
                  </a:cubicBezTo>
                  <a:cubicBezTo>
                    <a:pt x="103386" y="49947"/>
                    <a:pt x="93107" y="37886"/>
                    <a:pt x="93107" y="24034"/>
                  </a:cubicBezTo>
                  <a:cubicBezTo>
                    <a:pt x="93107" y="9737"/>
                    <a:pt x="104168" y="-1322"/>
                    <a:pt x="117133" y="-1322"/>
                  </a:cubicBezTo>
                  <a:cubicBezTo>
                    <a:pt x="132108" y="-1322"/>
                    <a:pt x="135684" y="12081"/>
                    <a:pt x="135684" y="13199"/>
                  </a:cubicBezTo>
                  <a:cubicBezTo>
                    <a:pt x="135684" y="14317"/>
                    <a:pt x="134569" y="14317"/>
                    <a:pt x="134232" y="14317"/>
                  </a:cubicBezTo>
                  <a:cubicBezTo>
                    <a:pt x="133226" y="14317"/>
                    <a:pt x="133002" y="13868"/>
                    <a:pt x="132781" y="13199"/>
                  </a:cubicBezTo>
                  <a:cubicBezTo>
                    <a:pt x="129538" y="2813"/>
                    <a:pt x="122274" y="1471"/>
                    <a:pt x="118140" y="1471"/>
                  </a:cubicBezTo>
                  <a:cubicBezTo>
                    <a:pt x="112218" y="1471"/>
                    <a:pt x="102380" y="6275"/>
                    <a:pt x="102380" y="24258"/>
                  </a:cubicBezTo>
                  <a:close/>
                  <a:moveTo>
                    <a:pt x="176150" y="8399"/>
                  </a:moveTo>
                  <a:cubicBezTo>
                    <a:pt x="176595" y="3931"/>
                    <a:pt x="179613" y="-761"/>
                    <a:pt x="184865" y="-761"/>
                  </a:cubicBezTo>
                  <a:cubicBezTo>
                    <a:pt x="187211" y="-761"/>
                    <a:pt x="194030" y="802"/>
                    <a:pt x="194030" y="9850"/>
                  </a:cubicBezTo>
                  <a:lnTo>
                    <a:pt x="194030" y="16104"/>
                  </a:lnTo>
                  <a:lnTo>
                    <a:pt x="191236" y="16104"/>
                  </a:lnTo>
                  <a:lnTo>
                    <a:pt x="191236" y="9850"/>
                  </a:lnTo>
                  <a:cubicBezTo>
                    <a:pt x="191236" y="3370"/>
                    <a:pt x="188442" y="2701"/>
                    <a:pt x="187211" y="2701"/>
                  </a:cubicBezTo>
                  <a:cubicBezTo>
                    <a:pt x="183523" y="2701"/>
                    <a:pt x="183078" y="7726"/>
                    <a:pt x="183078" y="8286"/>
                  </a:cubicBezTo>
                  <a:lnTo>
                    <a:pt x="183078" y="30625"/>
                  </a:lnTo>
                  <a:cubicBezTo>
                    <a:pt x="183078" y="35317"/>
                    <a:pt x="183078" y="39673"/>
                    <a:pt x="179052" y="43804"/>
                  </a:cubicBezTo>
                  <a:cubicBezTo>
                    <a:pt x="174695" y="48159"/>
                    <a:pt x="169106" y="49947"/>
                    <a:pt x="163741" y="49947"/>
                  </a:cubicBezTo>
                  <a:cubicBezTo>
                    <a:pt x="154581" y="49947"/>
                    <a:pt x="146868" y="44698"/>
                    <a:pt x="146868" y="37325"/>
                  </a:cubicBezTo>
                  <a:cubicBezTo>
                    <a:pt x="146868" y="33975"/>
                    <a:pt x="149104" y="32076"/>
                    <a:pt x="152007" y="32076"/>
                  </a:cubicBezTo>
                  <a:cubicBezTo>
                    <a:pt x="155138" y="32076"/>
                    <a:pt x="157150" y="34311"/>
                    <a:pt x="157150" y="37217"/>
                  </a:cubicBezTo>
                  <a:cubicBezTo>
                    <a:pt x="157150" y="38555"/>
                    <a:pt x="156589" y="42241"/>
                    <a:pt x="151450" y="42354"/>
                  </a:cubicBezTo>
                  <a:cubicBezTo>
                    <a:pt x="154469" y="46260"/>
                    <a:pt x="159945" y="47491"/>
                    <a:pt x="163520" y="47491"/>
                  </a:cubicBezTo>
                  <a:cubicBezTo>
                    <a:pt x="168998" y="47491"/>
                    <a:pt x="175368" y="43135"/>
                    <a:pt x="175368" y="33194"/>
                  </a:cubicBezTo>
                  <a:lnTo>
                    <a:pt x="175368" y="29062"/>
                  </a:lnTo>
                  <a:cubicBezTo>
                    <a:pt x="169667" y="28726"/>
                    <a:pt x="161845" y="28389"/>
                    <a:pt x="154802" y="25040"/>
                  </a:cubicBezTo>
                  <a:cubicBezTo>
                    <a:pt x="146422" y="21241"/>
                    <a:pt x="143627" y="15435"/>
                    <a:pt x="143627" y="10518"/>
                  </a:cubicBezTo>
                  <a:cubicBezTo>
                    <a:pt x="143627" y="1471"/>
                    <a:pt x="154469" y="-1322"/>
                    <a:pt x="161509" y="-1322"/>
                  </a:cubicBezTo>
                  <a:cubicBezTo>
                    <a:pt x="168885" y="-1322"/>
                    <a:pt x="174025" y="3146"/>
                    <a:pt x="176150" y="8399"/>
                  </a:cubicBezTo>
                  <a:close/>
                  <a:moveTo>
                    <a:pt x="175368" y="26715"/>
                  </a:moveTo>
                  <a:lnTo>
                    <a:pt x="175368" y="15547"/>
                  </a:lnTo>
                  <a:cubicBezTo>
                    <a:pt x="175368" y="4933"/>
                    <a:pt x="167318" y="1138"/>
                    <a:pt x="162291" y="1138"/>
                  </a:cubicBezTo>
                  <a:cubicBezTo>
                    <a:pt x="156814" y="1138"/>
                    <a:pt x="152232" y="5045"/>
                    <a:pt x="152232" y="10631"/>
                  </a:cubicBezTo>
                  <a:cubicBezTo>
                    <a:pt x="152232" y="16774"/>
                    <a:pt x="156926" y="26045"/>
                    <a:pt x="175368" y="26715"/>
                  </a:cubicBezTo>
                  <a:close/>
                </a:path>
              </a:pathLst>
            </a:custGeom>
            <a:solidFill>
              <a:srgbClr val="000000"/>
            </a:solidFill>
            <a:ln w="25400" cap="flat">
              <a:noFill/>
              <a:prstDash val="solid"/>
              <a:miter/>
            </a:ln>
          </p:spPr>
          <p:txBody>
            <a:bodyPr/>
            <a:lstStyle/>
            <a:p>
              <a:endParaRPr lang="en-GB"/>
            </a:p>
          </p:txBody>
        </p:sp>
        <p:sp>
          <p:nvSpPr>
            <p:cNvPr id="2412" name="Freeform: Shape 2411">
              <a:extLst>
                <a:ext uri="{FF2B5EF4-FFF2-40B4-BE49-F238E27FC236}">
                  <a16:creationId xmlns:a16="http://schemas.microsoft.com/office/drawing/2014/main" id="{D80B9BCF-100A-F799-0922-92309FF7D8CB}"/>
                </a:ext>
              </a:extLst>
            </p:cNvPr>
            <p:cNvSpPr/>
            <p:nvPr>
              <p:custDataLst>
                <p:tags r:id="rId107"/>
              </p:custDataLst>
            </p:nvPr>
          </p:nvSpPr>
          <p:spPr>
            <a:xfrm flipV="1">
              <a:off x="9282643" y="-4434569"/>
              <a:ext cx="67952" cy="75954"/>
            </a:xfrm>
            <a:custGeom>
              <a:avLst/>
              <a:gdLst>
                <a:gd name="csX0" fmla="*/ 19557 w 67952"/>
                <a:gd name="csY0" fmla="*/ 21578 h 75954"/>
                <a:gd name="csX1" fmla="*/ 31179 w 67952"/>
                <a:gd name="csY1" fmla="*/ 11300 h 75954"/>
                <a:gd name="csX2" fmla="*/ 18551 w 67952"/>
                <a:gd name="csY2" fmla="*/ 1138 h 75954"/>
                <a:gd name="csX3" fmla="*/ 3019 w 67952"/>
                <a:gd name="csY3" fmla="*/ 16998 h 75954"/>
                <a:gd name="csX4" fmla="*/ 1452 w 67952"/>
                <a:gd name="csY4" fmla="*/ 18897 h 75954"/>
                <a:gd name="csX5" fmla="*/ 0 w 67952"/>
                <a:gd name="csY5" fmla="*/ 16105 h 75954"/>
                <a:gd name="csX6" fmla="*/ 0 w 67952"/>
                <a:gd name="csY6" fmla="*/ 1359 h 75954"/>
                <a:gd name="csX7" fmla="*/ 1231 w 67952"/>
                <a:gd name="csY7" fmla="*/ -1321 h 75954"/>
                <a:gd name="csX8" fmla="*/ 4022 w 67952"/>
                <a:gd name="csY8" fmla="*/ 915 h 75954"/>
                <a:gd name="csX9" fmla="*/ 6259 w 67952"/>
                <a:gd name="csY9" fmla="*/ 3482 h 75954"/>
                <a:gd name="csX10" fmla="*/ 18551 w 67952"/>
                <a:gd name="csY10" fmla="*/ -1321 h 75954"/>
                <a:gd name="csX11" fmla="*/ 36543 w 67952"/>
                <a:gd name="csY11" fmla="*/ 14205 h 75954"/>
                <a:gd name="csX12" fmla="*/ 31853 w 67952"/>
                <a:gd name="csY12" fmla="*/ 24816 h 75954"/>
                <a:gd name="csX13" fmla="*/ 19112 w 67952"/>
                <a:gd name="csY13" fmla="*/ 30177 h 75954"/>
                <a:gd name="csX14" fmla="*/ 5365 w 67952"/>
                <a:gd name="csY14" fmla="*/ 39336 h 75954"/>
                <a:gd name="csX15" fmla="*/ 17881 w 67952"/>
                <a:gd name="csY15" fmla="*/ 47827 h 75954"/>
                <a:gd name="csX16" fmla="*/ 30958 w 67952"/>
                <a:gd name="csY16" fmla="*/ 34312 h 75954"/>
                <a:gd name="csX17" fmla="*/ 32298 w 67952"/>
                <a:gd name="csY17" fmla="*/ 33306 h 75954"/>
                <a:gd name="csX18" fmla="*/ 33750 w 67952"/>
                <a:gd name="csY18" fmla="*/ 35987 h 75954"/>
                <a:gd name="csX19" fmla="*/ 33750 w 67952"/>
                <a:gd name="csY19" fmla="*/ 47267 h 75954"/>
                <a:gd name="csX20" fmla="*/ 32522 w 67952"/>
                <a:gd name="csY20" fmla="*/ 49947 h 75954"/>
                <a:gd name="csX21" fmla="*/ 30285 w 67952"/>
                <a:gd name="csY21" fmla="*/ 48609 h 75954"/>
                <a:gd name="csX22" fmla="*/ 28386 w 67952"/>
                <a:gd name="csY22" fmla="*/ 46822 h 75954"/>
                <a:gd name="csX23" fmla="*/ 17881 w 67952"/>
                <a:gd name="csY23" fmla="*/ 49947 h 75954"/>
                <a:gd name="csX24" fmla="*/ 0 w 67952"/>
                <a:gd name="csY24" fmla="*/ 36211 h 75954"/>
                <a:gd name="csX25" fmla="*/ 4807 w 67952"/>
                <a:gd name="csY25" fmla="*/ 26715 h 75954"/>
                <a:gd name="csX26" fmla="*/ 19557 w 67952"/>
                <a:gd name="csY26" fmla="*/ 21578 h 75954"/>
                <a:gd name="csX27" fmla="*/ 60132 w 67952"/>
                <a:gd name="csY27" fmla="*/ 49278 h 75954"/>
                <a:gd name="csX28" fmla="*/ 44484 w 67952"/>
                <a:gd name="csY28" fmla="*/ 48052 h 75954"/>
                <a:gd name="csX29" fmla="*/ 44484 w 67952"/>
                <a:gd name="csY29" fmla="*/ 44586 h 75954"/>
                <a:gd name="csX30" fmla="*/ 52755 w 67952"/>
                <a:gd name="csY30" fmla="*/ 38443 h 75954"/>
                <a:gd name="csX31" fmla="*/ 52755 w 67952"/>
                <a:gd name="csY31" fmla="*/ 8399 h 75954"/>
                <a:gd name="csX32" fmla="*/ 44039 w 67952"/>
                <a:gd name="csY32" fmla="*/ 3371 h 75954"/>
                <a:gd name="csX33" fmla="*/ 44039 w 67952"/>
                <a:gd name="csY33" fmla="*/ -92 h 75954"/>
                <a:gd name="csX34" fmla="*/ 56331 w 67952"/>
                <a:gd name="csY34" fmla="*/ 245 h 75954"/>
                <a:gd name="csX35" fmla="*/ 67953 w 67952"/>
                <a:gd name="csY35" fmla="*/ -92 h 75954"/>
                <a:gd name="csX36" fmla="*/ 67953 w 67952"/>
                <a:gd name="csY36" fmla="*/ 3371 h 75954"/>
                <a:gd name="csX37" fmla="*/ 60132 w 67952"/>
                <a:gd name="csY37" fmla="*/ 8287 h 75954"/>
                <a:gd name="csX38" fmla="*/ 60132 w 67952"/>
                <a:gd name="csY38" fmla="*/ 49278 h 75954"/>
                <a:gd name="csX39" fmla="*/ 60580 w 67952"/>
                <a:gd name="csY39" fmla="*/ 68715 h 75954"/>
                <a:gd name="csX40" fmla="*/ 54654 w 67952"/>
                <a:gd name="csY40" fmla="*/ 74634 h 75954"/>
                <a:gd name="csX41" fmla="*/ 48733 w 67952"/>
                <a:gd name="csY41" fmla="*/ 68715 h 75954"/>
                <a:gd name="csX42" fmla="*/ 54654 w 67952"/>
                <a:gd name="csY42" fmla="*/ 62793 h 75954"/>
                <a:gd name="csX43" fmla="*/ 60580 w 67952"/>
                <a:gd name="csY43" fmla="*/ 68715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7" y="21578"/>
                  </a:moveTo>
                  <a:cubicBezTo>
                    <a:pt x="22014" y="21130"/>
                    <a:pt x="31179" y="19343"/>
                    <a:pt x="31179" y="11300"/>
                  </a:cubicBezTo>
                  <a:cubicBezTo>
                    <a:pt x="31179" y="5606"/>
                    <a:pt x="27271" y="1138"/>
                    <a:pt x="18551" y="1138"/>
                  </a:cubicBezTo>
                  <a:cubicBezTo>
                    <a:pt x="9165" y="1138"/>
                    <a:pt x="5141" y="7505"/>
                    <a:pt x="3019" y="16998"/>
                  </a:cubicBezTo>
                  <a:cubicBezTo>
                    <a:pt x="2682" y="18449"/>
                    <a:pt x="2570" y="18897"/>
                    <a:pt x="1452" y="18897"/>
                  </a:cubicBezTo>
                  <a:cubicBezTo>
                    <a:pt x="0" y="18897"/>
                    <a:pt x="0" y="18116"/>
                    <a:pt x="0" y="16105"/>
                  </a:cubicBezTo>
                  <a:lnTo>
                    <a:pt x="0" y="1359"/>
                  </a:lnTo>
                  <a:cubicBezTo>
                    <a:pt x="0" y="-540"/>
                    <a:pt x="0" y="-1321"/>
                    <a:pt x="1231" y="-1321"/>
                  </a:cubicBezTo>
                  <a:cubicBezTo>
                    <a:pt x="1788" y="-1321"/>
                    <a:pt x="1901" y="-1209"/>
                    <a:pt x="4022" y="915"/>
                  </a:cubicBezTo>
                  <a:cubicBezTo>
                    <a:pt x="4246" y="1138"/>
                    <a:pt x="4246" y="1359"/>
                    <a:pt x="6259" y="3482"/>
                  </a:cubicBezTo>
                  <a:cubicBezTo>
                    <a:pt x="11174" y="-1209"/>
                    <a:pt x="16205" y="-1321"/>
                    <a:pt x="18551" y="-1321"/>
                  </a:cubicBezTo>
                  <a:cubicBezTo>
                    <a:pt x="31404" y="-1321"/>
                    <a:pt x="36543" y="6163"/>
                    <a:pt x="36543" y="14205"/>
                  </a:cubicBezTo>
                  <a:cubicBezTo>
                    <a:pt x="36543" y="20127"/>
                    <a:pt x="33192" y="23477"/>
                    <a:pt x="31853" y="24816"/>
                  </a:cubicBezTo>
                  <a:cubicBezTo>
                    <a:pt x="28165" y="28390"/>
                    <a:pt x="23803" y="29283"/>
                    <a:pt x="19112" y="30177"/>
                  </a:cubicBezTo>
                  <a:cubicBezTo>
                    <a:pt x="12854" y="31407"/>
                    <a:pt x="5365" y="32857"/>
                    <a:pt x="5365" y="39336"/>
                  </a:cubicBezTo>
                  <a:cubicBezTo>
                    <a:pt x="5365" y="43247"/>
                    <a:pt x="8271" y="47827"/>
                    <a:pt x="17881" y="47827"/>
                  </a:cubicBezTo>
                  <a:cubicBezTo>
                    <a:pt x="30173" y="47827"/>
                    <a:pt x="30734" y="37774"/>
                    <a:pt x="30958" y="34312"/>
                  </a:cubicBezTo>
                  <a:cubicBezTo>
                    <a:pt x="31067" y="33306"/>
                    <a:pt x="32073" y="33306"/>
                    <a:pt x="32298" y="33306"/>
                  </a:cubicBezTo>
                  <a:cubicBezTo>
                    <a:pt x="33750" y="33306"/>
                    <a:pt x="33750" y="33863"/>
                    <a:pt x="33750" y="35987"/>
                  </a:cubicBezTo>
                  <a:lnTo>
                    <a:pt x="33750" y="47267"/>
                  </a:lnTo>
                  <a:cubicBezTo>
                    <a:pt x="33750" y="49166"/>
                    <a:pt x="33750" y="49947"/>
                    <a:pt x="32522" y="49947"/>
                  </a:cubicBezTo>
                  <a:cubicBezTo>
                    <a:pt x="31961" y="49947"/>
                    <a:pt x="31740" y="49947"/>
                    <a:pt x="30285" y="48609"/>
                  </a:cubicBezTo>
                  <a:cubicBezTo>
                    <a:pt x="29952" y="48160"/>
                    <a:pt x="28833" y="47158"/>
                    <a:pt x="28386" y="46822"/>
                  </a:cubicBezTo>
                  <a:cubicBezTo>
                    <a:pt x="24139" y="49947"/>
                    <a:pt x="19557" y="49947"/>
                    <a:pt x="17881" y="49947"/>
                  </a:cubicBezTo>
                  <a:cubicBezTo>
                    <a:pt x="4246" y="49947"/>
                    <a:pt x="0" y="42466"/>
                    <a:pt x="0" y="36211"/>
                  </a:cubicBezTo>
                  <a:cubicBezTo>
                    <a:pt x="0" y="32300"/>
                    <a:pt x="1788" y="29171"/>
                    <a:pt x="4807" y="26715"/>
                  </a:cubicBezTo>
                  <a:cubicBezTo>
                    <a:pt x="8383" y="23810"/>
                    <a:pt x="11511" y="23141"/>
                    <a:pt x="19557" y="21578"/>
                  </a:cubicBezTo>
                  <a:close/>
                  <a:moveTo>
                    <a:pt x="60132" y="49278"/>
                  </a:moveTo>
                  <a:lnTo>
                    <a:pt x="44484" y="48052"/>
                  </a:lnTo>
                  <a:lnTo>
                    <a:pt x="44484" y="44586"/>
                  </a:lnTo>
                  <a:cubicBezTo>
                    <a:pt x="51749" y="44586"/>
                    <a:pt x="52755" y="43916"/>
                    <a:pt x="52755" y="38443"/>
                  </a:cubicBezTo>
                  <a:lnTo>
                    <a:pt x="52755" y="8399"/>
                  </a:lnTo>
                  <a:cubicBezTo>
                    <a:pt x="52755" y="3371"/>
                    <a:pt x="51528" y="3371"/>
                    <a:pt x="44039" y="3371"/>
                  </a:cubicBezTo>
                  <a:lnTo>
                    <a:pt x="44039" y="-92"/>
                  </a:lnTo>
                  <a:cubicBezTo>
                    <a:pt x="47614" y="21"/>
                    <a:pt x="53648" y="245"/>
                    <a:pt x="56331" y="245"/>
                  </a:cubicBezTo>
                  <a:cubicBezTo>
                    <a:pt x="60244" y="245"/>
                    <a:pt x="64156" y="21"/>
                    <a:pt x="67953" y="-92"/>
                  </a:cubicBezTo>
                  <a:lnTo>
                    <a:pt x="67953" y="3371"/>
                  </a:lnTo>
                  <a:cubicBezTo>
                    <a:pt x="60580" y="3371"/>
                    <a:pt x="60132" y="3931"/>
                    <a:pt x="60132" y="8287"/>
                  </a:cubicBezTo>
                  <a:lnTo>
                    <a:pt x="60132" y="49278"/>
                  </a:lnTo>
                  <a:close/>
                  <a:moveTo>
                    <a:pt x="60580" y="68715"/>
                  </a:moveTo>
                  <a:cubicBezTo>
                    <a:pt x="60580" y="72289"/>
                    <a:pt x="57786" y="74634"/>
                    <a:pt x="54654" y="74634"/>
                  </a:cubicBezTo>
                  <a:cubicBezTo>
                    <a:pt x="51191" y="74634"/>
                    <a:pt x="48733" y="71617"/>
                    <a:pt x="48733" y="68715"/>
                  </a:cubicBezTo>
                  <a:cubicBezTo>
                    <a:pt x="48733" y="65698"/>
                    <a:pt x="51191" y="62793"/>
                    <a:pt x="54654" y="62793"/>
                  </a:cubicBezTo>
                  <a:cubicBezTo>
                    <a:pt x="57786" y="62793"/>
                    <a:pt x="60580" y="65141"/>
                    <a:pt x="60580" y="68715"/>
                  </a:cubicBezTo>
                  <a:close/>
                </a:path>
              </a:pathLst>
            </a:custGeom>
            <a:solidFill>
              <a:srgbClr val="000000"/>
            </a:solidFill>
            <a:ln w="25400" cap="flat">
              <a:noFill/>
              <a:prstDash val="solid"/>
              <a:miter/>
            </a:ln>
          </p:spPr>
          <p:txBody>
            <a:bodyPr/>
            <a:lstStyle/>
            <a:p>
              <a:endParaRPr lang="en-GB"/>
            </a:p>
          </p:txBody>
        </p:sp>
        <p:sp>
          <p:nvSpPr>
            <p:cNvPr id="2413" name="Freeform: Shape 2412">
              <a:extLst>
                <a:ext uri="{FF2B5EF4-FFF2-40B4-BE49-F238E27FC236}">
                  <a16:creationId xmlns:a16="http://schemas.microsoft.com/office/drawing/2014/main" id="{BA96512D-8D19-0FB2-6857-9A8A421A785C}"/>
                </a:ext>
              </a:extLst>
            </p:cNvPr>
            <p:cNvSpPr/>
            <p:nvPr>
              <p:custDataLst>
                <p:tags r:id="rId108"/>
              </p:custDataLst>
            </p:nvPr>
          </p:nvSpPr>
          <p:spPr>
            <a:xfrm flipV="1">
              <a:off x="9395126" y="-4409213"/>
              <a:ext cx="55657" cy="50599"/>
            </a:xfrm>
            <a:custGeom>
              <a:avLst/>
              <a:gdLst>
                <a:gd name="csX0" fmla="*/ 34089 w 55657"/>
                <a:gd name="csY0" fmla="*/ 33645 h 50599"/>
                <a:gd name="csX1" fmla="*/ 45150 w 55657"/>
                <a:gd name="csY1" fmla="*/ 46824 h 50599"/>
                <a:gd name="csX2" fmla="*/ 50739 w 55657"/>
                <a:gd name="csY2" fmla="*/ 45370 h 50599"/>
                <a:gd name="csX3" fmla="*/ 45375 w 55657"/>
                <a:gd name="csY3" fmla="*/ 39339 h 50599"/>
                <a:gd name="csX4" fmla="*/ 49621 w 55657"/>
                <a:gd name="csY4" fmla="*/ 35432 h 50599"/>
                <a:gd name="csX5" fmla="*/ 55658 w 55657"/>
                <a:gd name="csY5" fmla="*/ 41907 h 50599"/>
                <a:gd name="csX6" fmla="*/ 45262 w 55657"/>
                <a:gd name="csY6" fmla="*/ 49280 h 50599"/>
                <a:gd name="csX7" fmla="*/ 33528 w 55657"/>
                <a:gd name="csY7" fmla="*/ 40793 h 50599"/>
                <a:gd name="csX8" fmla="*/ 21460 w 55657"/>
                <a:gd name="csY8" fmla="*/ 49280 h 50599"/>
                <a:gd name="csX9" fmla="*/ 3467 w 55657"/>
                <a:gd name="csY9" fmla="*/ 32079 h 50599"/>
                <a:gd name="csX10" fmla="*/ 4807 w 55657"/>
                <a:gd name="csY10" fmla="*/ 30964 h 50599"/>
                <a:gd name="csX11" fmla="*/ 6258 w 55657"/>
                <a:gd name="csY11" fmla="*/ 32190 h 50599"/>
                <a:gd name="csX12" fmla="*/ 21236 w 55657"/>
                <a:gd name="csY12" fmla="*/ 46824 h 50599"/>
                <a:gd name="csX13" fmla="*/ 27270 w 55657"/>
                <a:gd name="csY13" fmla="*/ 39339 h 50599"/>
                <a:gd name="csX14" fmla="*/ 21236 w 55657"/>
                <a:gd name="csY14" fmla="*/ 12757 h 50599"/>
                <a:gd name="csX15" fmla="*/ 10620 w 55657"/>
                <a:gd name="csY15" fmla="*/ 1141 h 50599"/>
                <a:gd name="csX16" fmla="*/ 5031 w 55657"/>
                <a:gd name="csY16" fmla="*/ 2591 h 50599"/>
                <a:gd name="csX17" fmla="*/ 10283 w 55657"/>
                <a:gd name="csY17" fmla="*/ 8622 h 50599"/>
                <a:gd name="csX18" fmla="*/ 6150 w 55657"/>
                <a:gd name="csY18" fmla="*/ 12532 h 50599"/>
                <a:gd name="csX19" fmla="*/ 0 w 55657"/>
                <a:gd name="csY19" fmla="*/ 6053 h 50599"/>
                <a:gd name="csX20" fmla="*/ 10507 w 55657"/>
                <a:gd name="csY20" fmla="*/ -1319 h 50599"/>
                <a:gd name="csX21" fmla="*/ 22242 w 55657"/>
                <a:gd name="csY21" fmla="*/ 7171 h 50599"/>
                <a:gd name="csX22" fmla="*/ 34310 w 55657"/>
                <a:gd name="csY22" fmla="*/ -1319 h 50599"/>
                <a:gd name="csX23" fmla="*/ 52190 w 55657"/>
                <a:gd name="csY23" fmla="*/ 15882 h 50599"/>
                <a:gd name="csX24" fmla="*/ 50851 w 55657"/>
                <a:gd name="csY24" fmla="*/ 17000 h 50599"/>
                <a:gd name="csX25" fmla="*/ 49399 w 55657"/>
                <a:gd name="csY25" fmla="*/ 15770 h 50599"/>
                <a:gd name="csX26" fmla="*/ 34534 w 55657"/>
                <a:gd name="csY26" fmla="*/ 1141 h 50599"/>
                <a:gd name="csX27" fmla="*/ 28388 w 55657"/>
                <a:gd name="csY27" fmla="*/ 8510 h 50599"/>
                <a:gd name="csX28" fmla="*/ 30288 w 55657"/>
                <a:gd name="csY28" fmla="*/ 18342 h 50599"/>
                <a:gd name="csX29" fmla="*/ 34089 w 55657"/>
                <a:gd name="csY29" fmla="*/ 33645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645"/>
                  </a:moveTo>
                  <a:cubicBezTo>
                    <a:pt x="34758" y="36546"/>
                    <a:pt x="37328" y="46824"/>
                    <a:pt x="45150" y="46824"/>
                  </a:cubicBezTo>
                  <a:cubicBezTo>
                    <a:pt x="45711" y="46824"/>
                    <a:pt x="48393" y="46824"/>
                    <a:pt x="50739" y="45370"/>
                  </a:cubicBezTo>
                  <a:cubicBezTo>
                    <a:pt x="47612" y="44813"/>
                    <a:pt x="45375" y="42020"/>
                    <a:pt x="45375" y="39339"/>
                  </a:cubicBezTo>
                  <a:cubicBezTo>
                    <a:pt x="45375" y="37552"/>
                    <a:pt x="46605" y="35432"/>
                    <a:pt x="49621" y="35432"/>
                  </a:cubicBezTo>
                  <a:cubicBezTo>
                    <a:pt x="52082" y="35432"/>
                    <a:pt x="55658" y="37440"/>
                    <a:pt x="55658" y="41907"/>
                  </a:cubicBezTo>
                  <a:cubicBezTo>
                    <a:pt x="55658" y="47717"/>
                    <a:pt x="49063" y="49280"/>
                    <a:pt x="45262" y="49280"/>
                  </a:cubicBezTo>
                  <a:cubicBezTo>
                    <a:pt x="38780" y="49280"/>
                    <a:pt x="34871" y="43362"/>
                    <a:pt x="33528" y="40793"/>
                  </a:cubicBezTo>
                  <a:cubicBezTo>
                    <a:pt x="30734" y="48162"/>
                    <a:pt x="24700" y="49280"/>
                    <a:pt x="21460" y="49280"/>
                  </a:cubicBezTo>
                  <a:cubicBezTo>
                    <a:pt x="9834" y="49280"/>
                    <a:pt x="3467" y="34871"/>
                    <a:pt x="3467" y="32079"/>
                  </a:cubicBezTo>
                  <a:cubicBezTo>
                    <a:pt x="3467" y="30964"/>
                    <a:pt x="4582" y="30964"/>
                    <a:pt x="4807" y="30964"/>
                  </a:cubicBezTo>
                  <a:cubicBezTo>
                    <a:pt x="5701" y="30964"/>
                    <a:pt x="6037" y="31185"/>
                    <a:pt x="6258" y="32190"/>
                  </a:cubicBezTo>
                  <a:cubicBezTo>
                    <a:pt x="10059" y="44031"/>
                    <a:pt x="17435" y="46824"/>
                    <a:pt x="21236" y="46824"/>
                  </a:cubicBezTo>
                  <a:cubicBezTo>
                    <a:pt x="23357" y="46824"/>
                    <a:pt x="27270" y="45818"/>
                    <a:pt x="27270" y="39339"/>
                  </a:cubicBezTo>
                  <a:cubicBezTo>
                    <a:pt x="27270" y="35877"/>
                    <a:pt x="25369" y="28392"/>
                    <a:pt x="21236" y="12757"/>
                  </a:cubicBezTo>
                  <a:cubicBezTo>
                    <a:pt x="19448" y="5829"/>
                    <a:pt x="15535" y="1141"/>
                    <a:pt x="10620" y="1141"/>
                  </a:cubicBezTo>
                  <a:cubicBezTo>
                    <a:pt x="9947" y="1141"/>
                    <a:pt x="7377" y="1141"/>
                    <a:pt x="5031" y="2591"/>
                  </a:cubicBezTo>
                  <a:cubicBezTo>
                    <a:pt x="7825" y="3149"/>
                    <a:pt x="10283" y="5496"/>
                    <a:pt x="10283" y="8622"/>
                  </a:cubicBezTo>
                  <a:cubicBezTo>
                    <a:pt x="10283" y="11639"/>
                    <a:pt x="7825" y="12532"/>
                    <a:pt x="6150" y="12532"/>
                  </a:cubicBezTo>
                  <a:cubicBezTo>
                    <a:pt x="2794" y="12532"/>
                    <a:pt x="0" y="9628"/>
                    <a:pt x="0" y="6053"/>
                  </a:cubicBezTo>
                  <a:cubicBezTo>
                    <a:pt x="0" y="917"/>
                    <a:pt x="5588" y="-1319"/>
                    <a:pt x="10507" y="-1319"/>
                  </a:cubicBezTo>
                  <a:cubicBezTo>
                    <a:pt x="17884" y="-1319"/>
                    <a:pt x="21905" y="6502"/>
                    <a:pt x="22242" y="7171"/>
                  </a:cubicBezTo>
                  <a:cubicBezTo>
                    <a:pt x="23581" y="3040"/>
                    <a:pt x="27606" y="-1319"/>
                    <a:pt x="34310" y="-1319"/>
                  </a:cubicBezTo>
                  <a:cubicBezTo>
                    <a:pt x="45824" y="-1319"/>
                    <a:pt x="52190" y="13089"/>
                    <a:pt x="52190" y="15882"/>
                  </a:cubicBezTo>
                  <a:cubicBezTo>
                    <a:pt x="52190" y="17000"/>
                    <a:pt x="51188" y="17000"/>
                    <a:pt x="50851" y="17000"/>
                  </a:cubicBezTo>
                  <a:cubicBezTo>
                    <a:pt x="49845" y="17000"/>
                    <a:pt x="49621" y="16555"/>
                    <a:pt x="49399" y="15770"/>
                  </a:cubicBezTo>
                  <a:cubicBezTo>
                    <a:pt x="45711" y="3821"/>
                    <a:pt x="38110" y="1141"/>
                    <a:pt x="34534" y="1141"/>
                  </a:cubicBezTo>
                  <a:cubicBezTo>
                    <a:pt x="30176" y="1141"/>
                    <a:pt x="28388" y="4715"/>
                    <a:pt x="28388" y="8510"/>
                  </a:cubicBezTo>
                  <a:cubicBezTo>
                    <a:pt x="28388" y="10970"/>
                    <a:pt x="29058" y="13426"/>
                    <a:pt x="30288" y="18342"/>
                  </a:cubicBezTo>
                  <a:lnTo>
                    <a:pt x="34089" y="33645"/>
                  </a:lnTo>
                  <a:close/>
                </a:path>
              </a:pathLst>
            </a:custGeom>
            <a:solidFill>
              <a:srgbClr val="000000"/>
            </a:solidFill>
            <a:ln w="25400" cap="flat">
              <a:noFill/>
              <a:prstDash val="solid"/>
              <a:miter/>
            </a:ln>
          </p:spPr>
          <p:txBody>
            <a:bodyPr/>
            <a:lstStyle/>
            <a:p>
              <a:endParaRPr lang="en-GB"/>
            </a:p>
          </p:txBody>
        </p:sp>
        <p:sp>
          <p:nvSpPr>
            <p:cNvPr id="2414" name="Freeform: Shape 2413">
              <a:extLst>
                <a:ext uri="{FF2B5EF4-FFF2-40B4-BE49-F238E27FC236}">
                  <a16:creationId xmlns:a16="http://schemas.microsoft.com/office/drawing/2014/main" id="{E4A35BDD-B969-7DA0-3DF4-6D4E48D84F49}"/>
                </a:ext>
              </a:extLst>
            </p:cNvPr>
            <p:cNvSpPr/>
            <p:nvPr>
              <p:custDataLst>
                <p:tags r:id="rId109"/>
              </p:custDataLst>
            </p:nvPr>
          </p:nvSpPr>
          <p:spPr>
            <a:xfrm flipV="1">
              <a:off x="9496089" y="-4420160"/>
              <a:ext cx="55878" cy="64784"/>
            </a:xfrm>
            <a:custGeom>
              <a:avLst/>
              <a:gdLst>
                <a:gd name="csX0" fmla="*/ 51966 w 55878"/>
                <a:gd name="csY0" fmla="*/ 28837 h 64784"/>
                <a:gd name="csX1" fmla="*/ 55879 w 55878"/>
                <a:gd name="csY1" fmla="*/ 31072 h 64784"/>
                <a:gd name="csX2" fmla="*/ 51966 w 55878"/>
                <a:gd name="csY2" fmla="*/ 33304 h 64784"/>
                <a:gd name="csX3" fmla="*/ 4582 w 55878"/>
                <a:gd name="csY3" fmla="*/ 33304 h 64784"/>
                <a:gd name="csX4" fmla="*/ 34531 w 55878"/>
                <a:gd name="csY4" fmla="*/ 58997 h 64784"/>
                <a:gd name="csX5" fmla="*/ 51966 w 55878"/>
                <a:gd name="csY5" fmla="*/ 58997 h 64784"/>
                <a:gd name="csX6" fmla="*/ 55879 w 55878"/>
                <a:gd name="csY6" fmla="*/ 61228 h 64784"/>
                <a:gd name="csX7" fmla="*/ 51966 w 55878"/>
                <a:gd name="csY7" fmla="*/ 63464 h 64784"/>
                <a:gd name="csX8" fmla="*/ 34310 w 55878"/>
                <a:gd name="csY8" fmla="*/ 63464 h 64784"/>
                <a:gd name="csX9" fmla="*/ 0 w 55878"/>
                <a:gd name="csY9" fmla="*/ 31072 h 64784"/>
                <a:gd name="csX10" fmla="*/ 34310 w 55878"/>
                <a:gd name="csY10" fmla="*/ -1320 h 64784"/>
                <a:gd name="csX11" fmla="*/ 51966 w 55878"/>
                <a:gd name="csY11" fmla="*/ -1320 h 64784"/>
                <a:gd name="csX12" fmla="*/ 55879 w 55878"/>
                <a:gd name="csY12" fmla="*/ 913 h 64784"/>
                <a:gd name="csX13" fmla="*/ 51966 w 55878"/>
                <a:gd name="csY13" fmla="*/ 3148 h 64784"/>
                <a:gd name="csX14" fmla="*/ 34531 w 55878"/>
                <a:gd name="csY14" fmla="*/ 3148 h 64784"/>
                <a:gd name="csX15" fmla="*/ 4582 w 55878"/>
                <a:gd name="csY15" fmla="*/ 28837 h 64784"/>
                <a:gd name="csX16" fmla="*/ 51966 w 55878"/>
                <a:gd name="csY16" fmla="*/ 28837 h 64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5878" h="64784">
                  <a:moveTo>
                    <a:pt x="51966" y="28837"/>
                  </a:moveTo>
                  <a:cubicBezTo>
                    <a:pt x="53866" y="28837"/>
                    <a:pt x="55879" y="28837"/>
                    <a:pt x="55879" y="31072"/>
                  </a:cubicBezTo>
                  <a:cubicBezTo>
                    <a:pt x="55879" y="33304"/>
                    <a:pt x="53866" y="33304"/>
                    <a:pt x="51966" y="33304"/>
                  </a:cubicBezTo>
                  <a:lnTo>
                    <a:pt x="4582" y="33304"/>
                  </a:lnTo>
                  <a:cubicBezTo>
                    <a:pt x="5922" y="48274"/>
                    <a:pt x="18775" y="58997"/>
                    <a:pt x="34531" y="58997"/>
                  </a:cubicBezTo>
                  <a:lnTo>
                    <a:pt x="51966" y="58997"/>
                  </a:lnTo>
                  <a:cubicBezTo>
                    <a:pt x="53866" y="58997"/>
                    <a:pt x="55879" y="58997"/>
                    <a:pt x="55879" y="61228"/>
                  </a:cubicBezTo>
                  <a:cubicBezTo>
                    <a:pt x="55879" y="63464"/>
                    <a:pt x="53866" y="63464"/>
                    <a:pt x="51966" y="63464"/>
                  </a:cubicBezTo>
                  <a:lnTo>
                    <a:pt x="34310" y="63464"/>
                  </a:lnTo>
                  <a:cubicBezTo>
                    <a:pt x="15198" y="63464"/>
                    <a:pt x="0" y="48943"/>
                    <a:pt x="0" y="31072"/>
                  </a:cubicBezTo>
                  <a:cubicBezTo>
                    <a:pt x="0" y="13201"/>
                    <a:pt x="15198" y="-1320"/>
                    <a:pt x="34310" y="-1320"/>
                  </a:cubicBezTo>
                  <a:lnTo>
                    <a:pt x="51966" y="-1320"/>
                  </a:lnTo>
                  <a:cubicBezTo>
                    <a:pt x="53866" y="-1320"/>
                    <a:pt x="55879" y="-1320"/>
                    <a:pt x="55879" y="913"/>
                  </a:cubicBezTo>
                  <a:cubicBezTo>
                    <a:pt x="55879" y="3148"/>
                    <a:pt x="53866" y="3148"/>
                    <a:pt x="51966" y="3148"/>
                  </a:cubicBezTo>
                  <a:lnTo>
                    <a:pt x="34531" y="3148"/>
                  </a:lnTo>
                  <a:cubicBezTo>
                    <a:pt x="18775" y="3148"/>
                    <a:pt x="5922" y="13870"/>
                    <a:pt x="4582" y="28837"/>
                  </a:cubicBezTo>
                  <a:lnTo>
                    <a:pt x="51966" y="28837"/>
                  </a:lnTo>
                  <a:close/>
                </a:path>
              </a:pathLst>
            </a:custGeom>
            <a:solidFill>
              <a:srgbClr val="000000"/>
            </a:solidFill>
            <a:ln w="25400" cap="flat">
              <a:noFill/>
              <a:prstDash val="solid"/>
              <a:miter/>
            </a:ln>
          </p:spPr>
          <p:txBody>
            <a:bodyPr/>
            <a:lstStyle/>
            <a:p>
              <a:endParaRPr lang="en-GB"/>
            </a:p>
          </p:txBody>
        </p:sp>
        <p:sp>
          <p:nvSpPr>
            <p:cNvPr id="2415" name="Freeform: Shape 2414">
              <a:extLst>
                <a:ext uri="{FF2B5EF4-FFF2-40B4-BE49-F238E27FC236}">
                  <a16:creationId xmlns:a16="http://schemas.microsoft.com/office/drawing/2014/main" id="{236DF6CC-2509-D5D7-13B3-BC886CC62720}"/>
                </a:ext>
              </a:extLst>
            </p:cNvPr>
            <p:cNvSpPr/>
            <p:nvPr>
              <p:custDataLst>
                <p:tags r:id="rId110"/>
              </p:custDataLst>
            </p:nvPr>
          </p:nvSpPr>
          <p:spPr>
            <a:xfrm flipV="1">
              <a:off x="9600235" y="-4443616"/>
              <a:ext cx="39673" cy="111696"/>
            </a:xfrm>
            <a:custGeom>
              <a:avLst/>
              <a:gdLst>
                <a:gd name="csX0" fmla="*/ 23581 w 39673"/>
                <a:gd name="csY0" fmla="*/ 95519 h 111696"/>
                <a:gd name="csX1" fmla="*/ 38667 w 39673"/>
                <a:gd name="csY1" fmla="*/ 107921 h 111696"/>
                <a:gd name="csX2" fmla="*/ 39673 w 39673"/>
                <a:gd name="csY2" fmla="*/ 109147 h 111696"/>
                <a:gd name="csX3" fmla="*/ 37549 w 39673"/>
                <a:gd name="csY3" fmla="*/ 110377 h 111696"/>
                <a:gd name="csX4" fmla="*/ 16092 w 39673"/>
                <a:gd name="csY4" fmla="*/ 96413 h 111696"/>
                <a:gd name="csX5" fmla="*/ 16092 w 39673"/>
                <a:gd name="csY5" fmla="*/ 70949 h 111696"/>
                <a:gd name="csX6" fmla="*/ 11622 w 39673"/>
                <a:gd name="csY6" fmla="*/ 59333 h 111696"/>
                <a:gd name="csX7" fmla="*/ 1006 w 39673"/>
                <a:gd name="csY7" fmla="*/ 55758 h 111696"/>
                <a:gd name="csX8" fmla="*/ 0 w 39673"/>
                <a:gd name="csY8" fmla="*/ 54528 h 111696"/>
                <a:gd name="csX9" fmla="*/ 1787 w 39673"/>
                <a:gd name="csY9" fmla="*/ 53298 h 111696"/>
                <a:gd name="csX10" fmla="*/ 15760 w 39673"/>
                <a:gd name="csY10" fmla="*/ 43358 h 111696"/>
                <a:gd name="csX11" fmla="*/ 16092 w 39673"/>
                <a:gd name="csY11" fmla="*/ 37884 h 111696"/>
                <a:gd name="csX12" fmla="*/ 16092 w 39673"/>
                <a:gd name="csY12" fmla="*/ 15770 h 111696"/>
                <a:gd name="csX13" fmla="*/ 21457 w 39673"/>
                <a:gd name="csY13" fmla="*/ 3260 h 111696"/>
                <a:gd name="csX14" fmla="*/ 37549 w 39673"/>
                <a:gd name="csY14" fmla="*/ -1320 h 111696"/>
                <a:gd name="csX15" fmla="*/ 39673 w 39673"/>
                <a:gd name="csY15" fmla="*/ -90 h 111696"/>
                <a:gd name="csX16" fmla="*/ 37885 w 39673"/>
                <a:gd name="csY16" fmla="*/ 1136 h 111696"/>
                <a:gd name="csX17" fmla="*/ 23917 w 39673"/>
                <a:gd name="csY17" fmla="*/ 10854 h 111696"/>
                <a:gd name="csX18" fmla="*/ 23581 w 39673"/>
                <a:gd name="csY18" fmla="*/ 16106 h 111696"/>
                <a:gd name="csX19" fmla="*/ 23581 w 39673"/>
                <a:gd name="csY19" fmla="*/ 39563 h 111696"/>
                <a:gd name="csX20" fmla="*/ 19111 w 39673"/>
                <a:gd name="csY20" fmla="*/ 50173 h 111696"/>
                <a:gd name="csX21" fmla="*/ 10395 w 39673"/>
                <a:gd name="csY21" fmla="*/ 54528 h 111696"/>
                <a:gd name="csX22" fmla="*/ 23581 w 39673"/>
                <a:gd name="csY22" fmla="*/ 68713 h 111696"/>
                <a:gd name="csX23" fmla="*/ 23581 w 39673"/>
                <a:gd name="csY23" fmla="*/ 95519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23581" y="95519"/>
                  </a:moveTo>
                  <a:cubicBezTo>
                    <a:pt x="23581" y="99987"/>
                    <a:pt x="26488" y="107139"/>
                    <a:pt x="38667" y="107921"/>
                  </a:cubicBezTo>
                  <a:cubicBezTo>
                    <a:pt x="39228" y="108033"/>
                    <a:pt x="39673" y="108478"/>
                    <a:pt x="39673" y="109147"/>
                  </a:cubicBezTo>
                  <a:cubicBezTo>
                    <a:pt x="39673" y="110377"/>
                    <a:pt x="38779" y="110377"/>
                    <a:pt x="37549" y="110377"/>
                  </a:cubicBezTo>
                  <a:cubicBezTo>
                    <a:pt x="26375" y="110377"/>
                    <a:pt x="16204" y="104679"/>
                    <a:pt x="16092" y="96413"/>
                  </a:cubicBezTo>
                  <a:lnTo>
                    <a:pt x="16092" y="70949"/>
                  </a:lnTo>
                  <a:cubicBezTo>
                    <a:pt x="16092" y="66593"/>
                    <a:pt x="16092" y="63019"/>
                    <a:pt x="11622" y="59333"/>
                  </a:cubicBezTo>
                  <a:cubicBezTo>
                    <a:pt x="7713" y="56091"/>
                    <a:pt x="3464" y="55867"/>
                    <a:pt x="1006" y="55758"/>
                  </a:cubicBezTo>
                  <a:cubicBezTo>
                    <a:pt x="449" y="55647"/>
                    <a:pt x="0" y="55198"/>
                    <a:pt x="0" y="54528"/>
                  </a:cubicBezTo>
                  <a:cubicBezTo>
                    <a:pt x="0" y="53411"/>
                    <a:pt x="670" y="53411"/>
                    <a:pt x="1787" y="53298"/>
                  </a:cubicBezTo>
                  <a:cubicBezTo>
                    <a:pt x="9164" y="52854"/>
                    <a:pt x="14529" y="48831"/>
                    <a:pt x="15760" y="43358"/>
                  </a:cubicBezTo>
                  <a:cubicBezTo>
                    <a:pt x="16092" y="42131"/>
                    <a:pt x="16092" y="41907"/>
                    <a:pt x="16092" y="37884"/>
                  </a:cubicBezTo>
                  <a:lnTo>
                    <a:pt x="16092" y="15770"/>
                  </a:lnTo>
                  <a:cubicBezTo>
                    <a:pt x="16092" y="11077"/>
                    <a:pt x="16092" y="7503"/>
                    <a:pt x="21457" y="3260"/>
                  </a:cubicBezTo>
                  <a:cubicBezTo>
                    <a:pt x="25814" y="-90"/>
                    <a:pt x="33191" y="-1320"/>
                    <a:pt x="37549" y="-1320"/>
                  </a:cubicBezTo>
                  <a:cubicBezTo>
                    <a:pt x="38779" y="-1320"/>
                    <a:pt x="39673" y="-1320"/>
                    <a:pt x="39673" y="-90"/>
                  </a:cubicBezTo>
                  <a:cubicBezTo>
                    <a:pt x="39673" y="1024"/>
                    <a:pt x="39004" y="1024"/>
                    <a:pt x="37885" y="1136"/>
                  </a:cubicBezTo>
                  <a:cubicBezTo>
                    <a:pt x="30845" y="1585"/>
                    <a:pt x="25369" y="5159"/>
                    <a:pt x="23917" y="10854"/>
                  </a:cubicBezTo>
                  <a:cubicBezTo>
                    <a:pt x="23581" y="11859"/>
                    <a:pt x="23581" y="12083"/>
                    <a:pt x="23581" y="16106"/>
                  </a:cubicBezTo>
                  <a:lnTo>
                    <a:pt x="23581" y="39563"/>
                  </a:lnTo>
                  <a:cubicBezTo>
                    <a:pt x="23581" y="44700"/>
                    <a:pt x="22688" y="46599"/>
                    <a:pt x="19111" y="50173"/>
                  </a:cubicBezTo>
                  <a:cubicBezTo>
                    <a:pt x="16762" y="52517"/>
                    <a:pt x="13522" y="53635"/>
                    <a:pt x="10395" y="54528"/>
                  </a:cubicBezTo>
                  <a:cubicBezTo>
                    <a:pt x="19556" y="57097"/>
                    <a:pt x="23581" y="62234"/>
                    <a:pt x="23581" y="68713"/>
                  </a:cubicBezTo>
                  <a:lnTo>
                    <a:pt x="23581" y="95519"/>
                  </a:lnTo>
                  <a:close/>
                </a:path>
              </a:pathLst>
            </a:custGeom>
            <a:solidFill>
              <a:srgbClr val="000000"/>
            </a:solidFill>
            <a:ln w="25400" cap="flat">
              <a:noFill/>
              <a:prstDash val="solid"/>
              <a:miter/>
            </a:ln>
          </p:spPr>
          <p:txBody>
            <a:bodyPr/>
            <a:lstStyle/>
            <a:p>
              <a:endParaRPr lang="en-GB"/>
            </a:p>
          </p:txBody>
        </p:sp>
        <p:sp>
          <p:nvSpPr>
            <p:cNvPr id="2416" name="Freeform: Shape 2415">
              <a:extLst>
                <a:ext uri="{FF2B5EF4-FFF2-40B4-BE49-F238E27FC236}">
                  <a16:creationId xmlns:a16="http://schemas.microsoft.com/office/drawing/2014/main" id="{E4C7C272-6D61-0C64-275D-2D2D99A98693}"/>
                </a:ext>
              </a:extLst>
            </p:cNvPr>
            <p:cNvSpPr/>
            <p:nvPr>
              <p:custDataLst>
                <p:tags r:id="rId111"/>
              </p:custDataLst>
            </p:nvPr>
          </p:nvSpPr>
          <p:spPr>
            <a:xfrm flipV="1">
              <a:off x="9654526" y="-4438591"/>
              <a:ext cx="238848" cy="81204"/>
            </a:xfrm>
            <a:custGeom>
              <a:avLst/>
              <a:gdLst>
                <a:gd name="csX0" fmla="*/ 0 w 238848"/>
                <a:gd name="csY0" fmla="*/ 39336 h 81204"/>
                <a:gd name="csX1" fmla="*/ 38892 w 238848"/>
                <a:gd name="csY1" fmla="*/ -1322 h 81204"/>
                <a:gd name="csX2" fmla="*/ 68059 w 238848"/>
                <a:gd name="csY2" fmla="*/ 27159 h 81204"/>
                <a:gd name="csX3" fmla="*/ 66607 w 238848"/>
                <a:gd name="csY3" fmla="*/ 29059 h 81204"/>
                <a:gd name="csX4" fmla="*/ 65268 w 238848"/>
                <a:gd name="csY4" fmla="*/ 27272 h 81204"/>
                <a:gd name="csX5" fmla="*/ 40231 w 238848"/>
                <a:gd name="csY5" fmla="*/ 2141 h 81204"/>
                <a:gd name="csX6" fmla="*/ 11510 w 238848"/>
                <a:gd name="csY6" fmla="*/ 39224 h 81204"/>
                <a:gd name="csX7" fmla="*/ 40120 w 238848"/>
                <a:gd name="csY7" fmla="*/ 76417 h 81204"/>
                <a:gd name="csX8" fmla="*/ 64483 w 238848"/>
                <a:gd name="csY8" fmla="*/ 49947 h 81204"/>
                <a:gd name="csX9" fmla="*/ 66271 w 238848"/>
                <a:gd name="csY9" fmla="*/ 48048 h 81204"/>
                <a:gd name="csX10" fmla="*/ 68059 w 238848"/>
                <a:gd name="csY10" fmla="*/ 50728 h 81204"/>
                <a:gd name="csX11" fmla="*/ 68059 w 238848"/>
                <a:gd name="csY11" fmla="*/ 77198 h 81204"/>
                <a:gd name="csX12" fmla="*/ 66832 w 238848"/>
                <a:gd name="csY12" fmla="*/ 79883 h 81204"/>
                <a:gd name="csX13" fmla="*/ 65044 w 238848"/>
                <a:gd name="csY13" fmla="*/ 78541 h 81204"/>
                <a:gd name="csX14" fmla="*/ 59455 w 238848"/>
                <a:gd name="csY14" fmla="*/ 70274 h 81204"/>
                <a:gd name="csX15" fmla="*/ 38892 w 238848"/>
                <a:gd name="csY15" fmla="*/ 79883 h 81204"/>
                <a:gd name="csX16" fmla="*/ 0 w 238848"/>
                <a:gd name="csY16" fmla="*/ 39336 h 81204"/>
                <a:gd name="csX17" fmla="*/ 142949 w 238848"/>
                <a:gd name="csY17" fmla="*/ 68711 h 81204"/>
                <a:gd name="csX18" fmla="*/ 151777 w 238848"/>
                <a:gd name="csY18" fmla="*/ 73961 h 81204"/>
                <a:gd name="csX19" fmla="*/ 154459 w 238848"/>
                <a:gd name="csY19" fmla="*/ 73961 h 81204"/>
                <a:gd name="csX20" fmla="*/ 154459 w 238848"/>
                <a:gd name="csY20" fmla="*/ 77423 h 81204"/>
                <a:gd name="csX21" fmla="*/ 138031 w 238848"/>
                <a:gd name="csY21" fmla="*/ 77090 h 81204"/>
                <a:gd name="csX22" fmla="*/ 121492 w 238848"/>
                <a:gd name="csY22" fmla="*/ 77423 h 81204"/>
                <a:gd name="csX23" fmla="*/ 121492 w 238848"/>
                <a:gd name="csY23" fmla="*/ 73961 h 81204"/>
                <a:gd name="csX24" fmla="*/ 124175 w 238848"/>
                <a:gd name="csY24" fmla="*/ 73961 h 81204"/>
                <a:gd name="csX25" fmla="*/ 133002 w 238848"/>
                <a:gd name="csY25" fmla="*/ 68711 h 81204"/>
                <a:gd name="csX26" fmla="*/ 133002 w 238848"/>
                <a:gd name="csY26" fmla="*/ 42574 h 81204"/>
                <a:gd name="csX27" fmla="*/ 99586 w 238848"/>
                <a:gd name="csY27" fmla="*/ 42574 h 81204"/>
                <a:gd name="csX28" fmla="*/ 99586 w 238848"/>
                <a:gd name="csY28" fmla="*/ 68711 h 81204"/>
                <a:gd name="csX29" fmla="*/ 108415 w 238848"/>
                <a:gd name="csY29" fmla="*/ 73961 h 81204"/>
                <a:gd name="csX30" fmla="*/ 111096 w 238848"/>
                <a:gd name="csY30" fmla="*/ 73961 h 81204"/>
                <a:gd name="csX31" fmla="*/ 111096 w 238848"/>
                <a:gd name="csY31" fmla="*/ 77423 h 81204"/>
                <a:gd name="csX32" fmla="*/ 94671 w 238848"/>
                <a:gd name="csY32" fmla="*/ 77090 h 81204"/>
                <a:gd name="csX33" fmla="*/ 78130 w 238848"/>
                <a:gd name="csY33" fmla="*/ 77423 h 81204"/>
                <a:gd name="csX34" fmla="*/ 78130 w 238848"/>
                <a:gd name="csY34" fmla="*/ 73961 h 81204"/>
                <a:gd name="csX35" fmla="*/ 80812 w 238848"/>
                <a:gd name="csY35" fmla="*/ 73961 h 81204"/>
                <a:gd name="csX36" fmla="*/ 89640 w 238848"/>
                <a:gd name="csY36" fmla="*/ 68711 h 81204"/>
                <a:gd name="csX37" fmla="*/ 89640 w 238848"/>
                <a:gd name="csY37" fmla="*/ 9846 h 81204"/>
                <a:gd name="csX38" fmla="*/ 80812 w 238848"/>
                <a:gd name="csY38" fmla="*/ 4597 h 81204"/>
                <a:gd name="csX39" fmla="*/ 78130 w 238848"/>
                <a:gd name="csY39" fmla="*/ 4597 h 81204"/>
                <a:gd name="csX40" fmla="*/ 78130 w 238848"/>
                <a:gd name="csY40" fmla="*/ 1135 h 81204"/>
                <a:gd name="csX41" fmla="*/ 94559 w 238848"/>
                <a:gd name="csY41" fmla="*/ 1471 h 81204"/>
                <a:gd name="csX42" fmla="*/ 111096 w 238848"/>
                <a:gd name="csY42" fmla="*/ 1135 h 81204"/>
                <a:gd name="csX43" fmla="*/ 111096 w 238848"/>
                <a:gd name="csY43" fmla="*/ 4597 h 81204"/>
                <a:gd name="csX44" fmla="*/ 108415 w 238848"/>
                <a:gd name="csY44" fmla="*/ 4597 h 81204"/>
                <a:gd name="csX45" fmla="*/ 99586 w 238848"/>
                <a:gd name="csY45" fmla="*/ 9846 h 81204"/>
                <a:gd name="csX46" fmla="*/ 99586 w 238848"/>
                <a:gd name="csY46" fmla="*/ 39112 h 81204"/>
                <a:gd name="csX47" fmla="*/ 133002 w 238848"/>
                <a:gd name="csY47" fmla="*/ 39112 h 81204"/>
                <a:gd name="csX48" fmla="*/ 133002 w 238848"/>
                <a:gd name="csY48" fmla="*/ 9846 h 81204"/>
                <a:gd name="csX49" fmla="*/ 124175 w 238848"/>
                <a:gd name="csY49" fmla="*/ 4597 h 81204"/>
                <a:gd name="csX50" fmla="*/ 121492 w 238848"/>
                <a:gd name="csY50" fmla="*/ 4597 h 81204"/>
                <a:gd name="csX51" fmla="*/ 121492 w 238848"/>
                <a:gd name="csY51" fmla="*/ 1135 h 81204"/>
                <a:gd name="csX52" fmla="*/ 137922 w 238848"/>
                <a:gd name="csY52" fmla="*/ 1471 h 81204"/>
                <a:gd name="csX53" fmla="*/ 154459 w 238848"/>
                <a:gd name="csY53" fmla="*/ 1135 h 81204"/>
                <a:gd name="csX54" fmla="*/ 154459 w 238848"/>
                <a:gd name="csY54" fmla="*/ 4597 h 81204"/>
                <a:gd name="csX55" fmla="*/ 151777 w 238848"/>
                <a:gd name="csY55" fmla="*/ 4597 h 81204"/>
                <a:gd name="csX56" fmla="*/ 142949 w 238848"/>
                <a:gd name="csY56" fmla="*/ 9846 h 81204"/>
                <a:gd name="csX57" fmla="*/ 142949 w 238848"/>
                <a:gd name="csY57" fmla="*/ 68711 h 81204"/>
                <a:gd name="csX58" fmla="*/ 238849 w 238848"/>
                <a:gd name="csY58" fmla="*/ 39000 h 81204"/>
                <a:gd name="csX59" fmla="*/ 201632 w 238848"/>
                <a:gd name="csY59" fmla="*/ 79883 h 81204"/>
                <a:gd name="csX60" fmla="*/ 164528 w 238848"/>
                <a:gd name="csY60" fmla="*/ 39000 h 81204"/>
                <a:gd name="csX61" fmla="*/ 201632 w 238848"/>
                <a:gd name="csY61" fmla="*/ -1322 h 81204"/>
                <a:gd name="csX62" fmla="*/ 238849 w 238848"/>
                <a:gd name="csY62" fmla="*/ 39000 h 81204"/>
                <a:gd name="csX63" fmla="*/ 201745 w 238848"/>
                <a:gd name="csY63" fmla="*/ 1583 h 81204"/>
                <a:gd name="csX64" fmla="*/ 176039 w 238848"/>
                <a:gd name="csY64" fmla="*/ 40563 h 81204"/>
                <a:gd name="csX65" fmla="*/ 201632 w 238848"/>
                <a:gd name="csY65" fmla="*/ 77090 h 81204"/>
                <a:gd name="csX66" fmla="*/ 227336 w 238848"/>
                <a:gd name="csY66" fmla="*/ 40563 h 81204"/>
                <a:gd name="csX67" fmla="*/ 201745 w 238848"/>
                <a:gd name="csY67" fmla="*/ 1583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238848" h="81204">
                  <a:moveTo>
                    <a:pt x="0" y="39336"/>
                  </a:moveTo>
                  <a:cubicBezTo>
                    <a:pt x="0" y="16213"/>
                    <a:pt x="18105" y="-1322"/>
                    <a:pt x="38892" y="-1322"/>
                  </a:cubicBezTo>
                  <a:cubicBezTo>
                    <a:pt x="57110" y="-1322"/>
                    <a:pt x="68059" y="14202"/>
                    <a:pt x="68059" y="27159"/>
                  </a:cubicBezTo>
                  <a:cubicBezTo>
                    <a:pt x="68059" y="28278"/>
                    <a:pt x="68059" y="29059"/>
                    <a:pt x="66607" y="29059"/>
                  </a:cubicBezTo>
                  <a:cubicBezTo>
                    <a:pt x="65377" y="29059"/>
                    <a:pt x="65377" y="28389"/>
                    <a:pt x="65268" y="27272"/>
                  </a:cubicBezTo>
                  <a:cubicBezTo>
                    <a:pt x="64374" y="11300"/>
                    <a:pt x="52415" y="2141"/>
                    <a:pt x="40231" y="2141"/>
                  </a:cubicBezTo>
                  <a:cubicBezTo>
                    <a:pt x="33416" y="2141"/>
                    <a:pt x="11510" y="5939"/>
                    <a:pt x="11510" y="39224"/>
                  </a:cubicBezTo>
                  <a:cubicBezTo>
                    <a:pt x="11510" y="72622"/>
                    <a:pt x="33304" y="76417"/>
                    <a:pt x="40120" y="76417"/>
                  </a:cubicBezTo>
                  <a:cubicBezTo>
                    <a:pt x="52303" y="76417"/>
                    <a:pt x="62249" y="66255"/>
                    <a:pt x="64483" y="49947"/>
                  </a:cubicBezTo>
                  <a:cubicBezTo>
                    <a:pt x="64707" y="48384"/>
                    <a:pt x="64707" y="48048"/>
                    <a:pt x="66271" y="48048"/>
                  </a:cubicBezTo>
                  <a:cubicBezTo>
                    <a:pt x="68059" y="48048"/>
                    <a:pt x="68059" y="48384"/>
                    <a:pt x="68059" y="50728"/>
                  </a:cubicBezTo>
                  <a:lnTo>
                    <a:pt x="68059" y="77198"/>
                  </a:lnTo>
                  <a:cubicBezTo>
                    <a:pt x="68059" y="79098"/>
                    <a:pt x="68059" y="79883"/>
                    <a:pt x="66832" y="79883"/>
                  </a:cubicBezTo>
                  <a:cubicBezTo>
                    <a:pt x="66383" y="79883"/>
                    <a:pt x="65938" y="79883"/>
                    <a:pt x="65044" y="78541"/>
                  </a:cubicBezTo>
                  <a:lnTo>
                    <a:pt x="59455" y="70274"/>
                  </a:lnTo>
                  <a:cubicBezTo>
                    <a:pt x="55321" y="74297"/>
                    <a:pt x="49621" y="79883"/>
                    <a:pt x="38892" y="79883"/>
                  </a:cubicBezTo>
                  <a:cubicBezTo>
                    <a:pt x="17993" y="79883"/>
                    <a:pt x="0" y="62120"/>
                    <a:pt x="0" y="39336"/>
                  </a:cubicBezTo>
                  <a:close/>
                  <a:moveTo>
                    <a:pt x="142949" y="68711"/>
                  </a:moveTo>
                  <a:cubicBezTo>
                    <a:pt x="142949" y="72731"/>
                    <a:pt x="143173" y="73961"/>
                    <a:pt x="151777" y="73961"/>
                  </a:cubicBezTo>
                  <a:lnTo>
                    <a:pt x="154459" y="73961"/>
                  </a:lnTo>
                  <a:lnTo>
                    <a:pt x="154459" y="77423"/>
                  </a:lnTo>
                  <a:cubicBezTo>
                    <a:pt x="150547" y="77090"/>
                    <a:pt x="142279" y="77090"/>
                    <a:pt x="138031" y="77090"/>
                  </a:cubicBezTo>
                  <a:cubicBezTo>
                    <a:pt x="133784" y="77090"/>
                    <a:pt x="125401" y="77090"/>
                    <a:pt x="121492" y="77423"/>
                  </a:cubicBezTo>
                  <a:lnTo>
                    <a:pt x="121492" y="73961"/>
                  </a:lnTo>
                  <a:lnTo>
                    <a:pt x="124175" y="73961"/>
                  </a:lnTo>
                  <a:cubicBezTo>
                    <a:pt x="132778" y="73961"/>
                    <a:pt x="133002" y="72731"/>
                    <a:pt x="133002" y="68711"/>
                  </a:cubicBezTo>
                  <a:lnTo>
                    <a:pt x="133002" y="42574"/>
                  </a:lnTo>
                  <a:lnTo>
                    <a:pt x="99586" y="42574"/>
                  </a:lnTo>
                  <a:lnTo>
                    <a:pt x="99586" y="68711"/>
                  </a:lnTo>
                  <a:cubicBezTo>
                    <a:pt x="99586" y="72731"/>
                    <a:pt x="99811" y="73961"/>
                    <a:pt x="108415" y="73961"/>
                  </a:cubicBezTo>
                  <a:lnTo>
                    <a:pt x="111096" y="73961"/>
                  </a:lnTo>
                  <a:lnTo>
                    <a:pt x="111096" y="77423"/>
                  </a:lnTo>
                  <a:cubicBezTo>
                    <a:pt x="107188" y="77090"/>
                    <a:pt x="98917" y="77090"/>
                    <a:pt x="94671" y="77090"/>
                  </a:cubicBezTo>
                  <a:cubicBezTo>
                    <a:pt x="90422" y="77090"/>
                    <a:pt x="82042" y="77090"/>
                    <a:pt x="78130" y="77423"/>
                  </a:cubicBezTo>
                  <a:lnTo>
                    <a:pt x="78130" y="73961"/>
                  </a:lnTo>
                  <a:lnTo>
                    <a:pt x="80812" y="73961"/>
                  </a:lnTo>
                  <a:cubicBezTo>
                    <a:pt x="89416" y="73961"/>
                    <a:pt x="89640" y="72731"/>
                    <a:pt x="89640" y="68711"/>
                  </a:cubicBezTo>
                  <a:lnTo>
                    <a:pt x="89640" y="9846"/>
                  </a:lnTo>
                  <a:cubicBezTo>
                    <a:pt x="89640" y="5827"/>
                    <a:pt x="89416" y="4597"/>
                    <a:pt x="80812" y="4597"/>
                  </a:cubicBezTo>
                  <a:lnTo>
                    <a:pt x="78130" y="4597"/>
                  </a:lnTo>
                  <a:lnTo>
                    <a:pt x="78130" y="1135"/>
                  </a:lnTo>
                  <a:cubicBezTo>
                    <a:pt x="82042" y="1471"/>
                    <a:pt x="90310" y="1471"/>
                    <a:pt x="94559" y="1471"/>
                  </a:cubicBezTo>
                  <a:cubicBezTo>
                    <a:pt x="98805" y="1471"/>
                    <a:pt x="107188" y="1471"/>
                    <a:pt x="111096" y="1135"/>
                  </a:cubicBezTo>
                  <a:lnTo>
                    <a:pt x="111096" y="4597"/>
                  </a:lnTo>
                  <a:lnTo>
                    <a:pt x="108415" y="4597"/>
                  </a:lnTo>
                  <a:cubicBezTo>
                    <a:pt x="99811" y="4597"/>
                    <a:pt x="99586" y="5827"/>
                    <a:pt x="99586" y="9846"/>
                  </a:cubicBezTo>
                  <a:lnTo>
                    <a:pt x="99586" y="39112"/>
                  </a:lnTo>
                  <a:lnTo>
                    <a:pt x="133002" y="39112"/>
                  </a:lnTo>
                  <a:lnTo>
                    <a:pt x="133002" y="9846"/>
                  </a:lnTo>
                  <a:cubicBezTo>
                    <a:pt x="133002" y="5827"/>
                    <a:pt x="132778" y="4597"/>
                    <a:pt x="124175" y="4597"/>
                  </a:cubicBezTo>
                  <a:lnTo>
                    <a:pt x="121492" y="4597"/>
                  </a:lnTo>
                  <a:lnTo>
                    <a:pt x="121492" y="1135"/>
                  </a:lnTo>
                  <a:cubicBezTo>
                    <a:pt x="125401" y="1471"/>
                    <a:pt x="133672" y="1471"/>
                    <a:pt x="137922" y="1471"/>
                  </a:cubicBezTo>
                  <a:cubicBezTo>
                    <a:pt x="142167" y="1471"/>
                    <a:pt x="150547" y="1471"/>
                    <a:pt x="154459" y="1135"/>
                  </a:cubicBezTo>
                  <a:lnTo>
                    <a:pt x="154459" y="4597"/>
                  </a:lnTo>
                  <a:lnTo>
                    <a:pt x="151777" y="4597"/>
                  </a:lnTo>
                  <a:cubicBezTo>
                    <a:pt x="143173" y="4597"/>
                    <a:pt x="142949" y="5827"/>
                    <a:pt x="142949" y="9846"/>
                  </a:cubicBezTo>
                  <a:lnTo>
                    <a:pt x="142949" y="68711"/>
                  </a:lnTo>
                  <a:close/>
                  <a:moveTo>
                    <a:pt x="238849" y="39000"/>
                  </a:moveTo>
                  <a:cubicBezTo>
                    <a:pt x="238849" y="61787"/>
                    <a:pt x="221971" y="79883"/>
                    <a:pt x="201632" y="79883"/>
                  </a:cubicBezTo>
                  <a:cubicBezTo>
                    <a:pt x="181627" y="79883"/>
                    <a:pt x="164528" y="62008"/>
                    <a:pt x="164528" y="39000"/>
                  </a:cubicBezTo>
                  <a:cubicBezTo>
                    <a:pt x="164528" y="16101"/>
                    <a:pt x="181739" y="-1322"/>
                    <a:pt x="201632" y="-1322"/>
                  </a:cubicBezTo>
                  <a:cubicBezTo>
                    <a:pt x="221971" y="-1322"/>
                    <a:pt x="238849" y="16437"/>
                    <a:pt x="238849" y="39000"/>
                  </a:cubicBezTo>
                  <a:close/>
                  <a:moveTo>
                    <a:pt x="201745" y="1583"/>
                  </a:moveTo>
                  <a:cubicBezTo>
                    <a:pt x="191017" y="1583"/>
                    <a:pt x="176039" y="11412"/>
                    <a:pt x="176039" y="40563"/>
                  </a:cubicBezTo>
                  <a:cubicBezTo>
                    <a:pt x="176039" y="69493"/>
                    <a:pt x="192355" y="77090"/>
                    <a:pt x="201632" y="77090"/>
                  </a:cubicBezTo>
                  <a:cubicBezTo>
                    <a:pt x="211355" y="77090"/>
                    <a:pt x="227336" y="69156"/>
                    <a:pt x="227336" y="40563"/>
                  </a:cubicBezTo>
                  <a:cubicBezTo>
                    <a:pt x="227336" y="10964"/>
                    <a:pt x="212025" y="1583"/>
                    <a:pt x="201745" y="1583"/>
                  </a:cubicBezTo>
                  <a:close/>
                </a:path>
              </a:pathLst>
            </a:custGeom>
            <a:solidFill>
              <a:srgbClr val="000000"/>
            </a:solidFill>
            <a:ln w="25400" cap="flat">
              <a:noFill/>
              <a:prstDash val="solid"/>
              <a:miter/>
            </a:ln>
          </p:spPr>
          <p:txBody>
            <a:bodyPr/>
            <a:lstStyle/>
            <a:p>
              <a:endParaRPr lang="en-GB"/>
            </a:p>
          </p:txBody>
        </p:sp>
        <p:sp>
          <p:nvSpPr>
            <p:cNvPr id="2417" name="Freeform: Shape 2416">
              <a:extLst>
                <a:ext uri="{FF2B5EF4-FFF2-40B4-BE49-F238E27FC236}">
                  <a16:creationId xmlns:a16="http://schemas.microsoft.com/office/drawing/2014/main" id="{EF2F4C51-9C43-96F1-F325-D42FEB0172DA}"/>
                </a:ext>
              </a:extLst>
            </p:cNvPr>
            <p:cNvSpPr/>
            <p:nvPr>
              <p:custDataLst>
                <p:tags r:id="rId112"/>
              </p:custDataLst>
            </p:nvPr>
          </p:nvSpPr>
          <p:spPr>
            <a:xfrm flipV="1">
              <a:off x="9909369" y="-4371684"/>
              <a:ext cx="13077" cy="33397"/>
            </a:xfrm>
            <a:custGeom>
              <a:avLst/>
              <a:gdLst>
                <a:gd name="csX0" fmla="*/ 13077 w 13077"/>
                <a:gd name="csY0" fmla="*/ 20355 h 33397"/>
                <a:gd name="csX1" fmla="*/ 5925 w 13077"/>
                <a:gd name="csY1" fmla="*/ 32084 h 33397"/>
                <a:gd name="csX2" fmla="*/ 0 w 13077"/>
                <a:gd name="csY2" fmla="*/ 26162 h 33397"/>
                <a:gd name="csX3" fmla="*/ 5925 w 13077"/>
                <a:gd name="csY3" fmla="*/ 20243 h 33397"/>
                <a:gd name="csX4" fmla="*/ 9834 w 13077"/>
                <a:gd name="csY4" fmla="*/ 21694 h 33397"/>
                <a:gd name="csX5" fmla="*/ 10395 w 13077"/>
                <a:gd name="csY5" fmla="*/ 22030 h 33397"/>
                <a:gd name="csX6" fmla="*/ 10620 w 13077"/>
                <a:gd name="csY6" fmla="*/ 20355 h 33397"/>
                <a:gd name="csX7" fmla="*/ 3018 w 13077"/>
                <a:gd name="csY7" fmla="*/ 1703 h 33397"/>
                <a:gd name="csX8" fmla="*/ 1788 w 13077"/>
                <a:gd name="csY8" fmla="*/ -84 h 33397"/>
                <a:gd name="csX9" fmla="*/ 2906 w 13077"/>
                <a:gd name="csY9" fmla="*/ -1314 h 33397"/>
                <a:gd name="csX10" fmla="*/ 13077 w 13077"/>
                <a:gd name="csY10" fmla="*/ 20355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55"/>
                  </a:moveTo>
                  <a:cubicBezTo>
                    <a:pt x="13077" y="27728"/>
                    <a:pt x="10283" y="32084"/>
                    <a:pt x="5925" y="32084"/>
                  </a:cubicBezTo>
                  <a:cubicBezTo>
                    <a:pt x="2237" y="32084"/>
                    <a:pt x="0" y="29291"/>
                    <a:pt x="0" y="26162"/>
                  </a:cubicBezTo>
                  <a:cubicBezTo>
                    <a:pt x="0" y="23148"/>
                    <a:pt x="2237" y="20243"/>
                    <a:pt x="5925" y="20243"/>
                  </a:cubicBezTo>
                  <a:cubicBezTo>
                    <a:pt x="7264" y="20243"/>
                    <a:pt x="8719" y="20691"/>
                    <a:pt x="9834" y="21694"/>
                  </a:cubicBezTo>
                  <a:cubicBezTo>
                    <a:pt x="10171" y="21918"/>
                    <a:pt x="10283" y="22030"/>
                    <a:pt x="10395" y="22030"/>
                  </a:cubicBezTo>
                  <a:cubicBezTo>
                    <a:pt x="10507" y="22030"/>
                    <a:pt x="10620" y="21918"/>
                    <a:pt x="10620" y="20355"/>
                  </a:cubicBezTo>
                  <a:cubicBezTo>
                    <a:pt x="10620" y="12089"/>
                    <a:pt x="6707" y="5389"/>
                    <a:pt x="3018" y="1703"/>
                  </a:cubicBezTo>
                  <a:cubicBezTo>
                    <a:pt x="1788" y="473"/>
                    <a:pt x="1788" y="248"/>
                    <a:pt x="1788" y="-84"/>
                  </a:cubicBezTo>
                  <a:cubicBezTo>
                    <a:pt x="1788" y="-869"/>
                    <a:pt x="2349" y="-1314"/>
                    <a:pt x="2906" y="-1314"/>
                  </a:cubicBezTo>
                  <a:cubicBezTo>
                    <a:pt x="4137" y="-1314"/>
                    <a:pt x="13077" y="7285"/>
                    <a:pt x="13077" y="20355"/>
                  </a:cubicBezTo>
                  <a:close/>
                </a:path>
              </a:pathLst>
            </a:custGeom>
            <a:solidFill>
              <a:srgbClr val="000000"/>
            </a:solidFill>
            <a:ln w="25400" cap="flat">
              <a:noFill/>
              <a:prstDash val="solid"/>
              <a:miter/>
            </a:ln>
          </p:spPr>
          <p:txBody>
            <a:bodyPr/>
            <a:lstStyle/>
            <a:p>
              <a:endParaRPr lang="en-GB"/>
            </a:p>
          </p:txBody>
        </p:sp>
        <p:sp>
          <p:nvSpPr>
            <p:cNvPr id="2418" name="Freeform: Shape 2417">
              <a:extLst>
                <a:ext uri="{FF2B5EF4-FFF2-40B4-BE49-F238E27FC236}">
                  <a16:creationId xmlns:a16="http://schemas.microsoft.com/office/drawing/2014/main" id="{623E13B0-E5CE-19D5-0F77-F2725DAF4580}"/>
                </a:ext>
              </a:extLst>
            </p:cNvPr>
            <p:cNvSpPr/>
            <p:nvPr>
              <p:custDataLst>
                <p:tags r:id="rId113"/>
              </p:custDataLst>
            </p:nvPr>
          </p:nvSpPr>
          <p:spPr>
            <a:xfrm flipV="1">
              <a:off x="9951551" y="-4436132"/>
              <a:ext cx="79456" cy="78744"/>
            </a:xfrm>
            <a:custGeom>
              <a:avLst/>
              <a:gdLst>
                <a:gd name="csX0" fmla="*/ 67277 w 79456"/>
                <a:gd name="csY0" fmla="*/ 66476 h 78744"/>
                <a:gd name="csX1" fmla="*/ 79457 w 79456"/>
                <a:gd name="csY1" fmla="*/ 73961 h 78744"/>
                <a:gd name="csX2" fmla="*/ 79457 w 79456"/>
                <a:gd name="csY2" fmla="*/ 77423 h 78744"/>
                <a:gd name="csX3" fmla="*/ 68616 w 79456"/>
                <a:gd name="csY3" fmla="*/ 77090 h 78744"/>
                <a:gd name="csX4" fmla="*/ 55879 w 79456"/>
                <a:gd name="csY4" fmla="*/ 77423 h 78744"/>
                <a:gd name="csX5" fmla="*/ 55879 w 79456"/>
                <a:gd name="csY5" fmla="*/ 73961 h 78744"/>
                <a:gd name="csX6" fmla="*/ 64037 w 79456"/>
                <a:gd name="csY6" fmla="*/ 68375 h 78744"/>
                <a:gd name="csX7" fmla="*/ 63477 w 79456"/>
                <a:gd name="csY7" fmla="*/ 66143 h 78744"/>
                <a:gd name="csX8" fmla="*/ 43026 w 79456"/>
                <a:gd name="csY8" fmla="*/ 12306 h 78744"/>
                <a:gd name="csX9" fmla="*/ 21681 w 79456"/>
                <a:gd name="csY9" fmla="*/ 68711 h 78744"/>
                <a:gd name="csX10" fmla="*/ 21008 w 79456"/>
                <a:gd name="csY10" fmla="*/ 70723 h 78744"/>
                <a:gd name="csX11" fmla="*/ 30173 w 79456"/>
                <a:gd name="csY11" fmla="*/ 73961 h 78744"/>
                <a:gd name="csX12" fmla="*/ 30173 w 79456"/>
                <a:gd name="csY12" fmla="*/ 77423 h 78744"/>
                <a:gd name="csX13" fmla="*/ 14192 w 79456"/>
                <a:gd name="csY13" fmla="*/ 77090 h 78744"/>
                <a:gd name="csX14" fmla="*/ 0 w 79456"/>
                <a:gd name="csY14" fmla="*/ 77423 h 78744"/>
                <a:gd name="csX15" fmla="*/ 0 w 79456"/>
                <a:gd name="csY15" fmla="*/ 73961 h 78744"/>
                <a:gd name="csX16" fmla="*/ 10949 w 79456"/>
                <a:gd name="csY16" fmla="*/ 69717 h 78744"/>
                <a:gd name="csX17" fmla="*/ 36880 w 79456"/>
                <a:gd name="csY17" fmla="*/ 1135 h 78744"/>
                <a:gd name="csX18" fmla="*/ 39674 w 79456"/>
                <a:gd name="csY18" fmla="*/ -1321 h 78744"/>
                <a:gd name="csX19" fmla="*/ 42356 w 79456"/>
                <a:gd name="csY19" fmla="*/ 799 h 78744"/>
                <a:gd name="csX20" fmla="*/ 67277 w 79456"/>
                <a:gd name="csY20" fmla="*/ 66476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9456" h="78744">
                  <a:moveTo>
                    <a:pt x="67277" y="66476"/>
                  </a:moveTo>
                  <a:cubicBezTo>
                    <a:pt x="68841" y="70611"/>
                    <a:pt x="71859" y="73849"/>
                    <a:pt x="79457" y="73961"/>
                  </a:cubicBezTo>
                  <a:lnTo>
                    <a:pt x="79457" y="77423"/>
                  </a:lnTo>
                  <a:cubicBezTo>
                    <a:pt x="75993" y="77199"/>
                    <a:pt x="71523" y="77090"/>
                    <a:pt x="68616" y="77090"/>
                  </a:cubicBezTo>
                  <a:cubicBezTo>
                    <a:pt x="65265" y="77090"/>
                    <a:pt x="58782" y="77311"/>
                    <a:pt x="55879" y="77423"/>
                  </a:cubicBezTo>
                  <a:lnTo>
                    <a:pt x="55879" y="73961"/>
                  </a:lnTo>
                  <a:cubicBezTo>
                    <a:pt x="61688" y="73849"/>
                    <a:pt x="64037" y="70944"/>
                    <a:pt x="64037" y="68375"/>
                  </a:cubicBezTo>
                  <a:cubicBezTo>
                    <a:pt x="64037" y="67482"/>
                    <a:pt x="63701" y="66812"/>
                    <a:pt x="63477" y="66143"/>
                  </a:cubicBezTo>
                  <a:lnTo>
                    <a:pt x="43026" y="12306"/>
                  </a:lnTo>
                  <a:lnTo>
                    <a:pt x="21681" y="68711"/>
                  </a:lnTo>
                  <a:cubicBezTo>
                    <a:pt x="21008" y="70275"/>
                    <a:pt x="21008" y="70498"/>
                    <a:pt x="21008" y="70723"/>
                  </a:cubicBezTo>
                  <a:cubicBezTo>
                    <a:pt x="21008" y="73961"/>
                    <a:pt x="27379" y="73961"/>
                    <a:pt x="30173" y="73961"/>
                  </a:cubicBezTo>
                  <a:lnTo>
                    <a:pt x="30173" y="77423"/>
                  </a:lnTo>
                  <a:cubicBezTo>
                    <a:pt x="26151" y="77090"/>
                    <a:pt x="18438" y="77090"/>
                    <a:pt x="14192" y="77090"/>
                  </a:cubicBezTo>
                  <a:cubicBezTo>
                    <a:pt x="8828" y="77090"/>
                    <a:pt x="4022" y="77311"/>
                    <a:pt x="0" y="77423"/>
                  </a:cubicBezTo>
                  <a:lnTo>
                    <a:pt x="0" y="73961"/>
                  </a:lnTo>
                  <a:cubicBezTo>
                    <a:pt x="7265" y="73961"/>
                    <a:pt x="9386" y="73961"/>
                    <a:pt x="10949" y="69717"/>
                  </a:cubicBezTo>
                  <a:lnTo>
                    <a:pt x="36880" y="1135"/>
                  </a:lnTo>
                  <a:cubicBezTo>
                    <a:pt x="37662" y="-989"/>
                    <a:pt x="38219" y="-1321"/>
                    <a:pt x="39674" y="-1321"/>
                  </a:cubicBezTo>
                  <a:cubicBezTo>
                    <a:pt x="41571" y="-1321"/>
                    <a:pt x="41795" y="-764"/>
                    <a:pt x="42356" y="799"/>
                  </a:cubicBezTo>
                  <a:lnTo>
                    <a:pt x="67277" y="66476"/>
                  </a:lnTo>
                  <a:close/>
                </a:path>
              </a:pathLst>
            </a:custGeom>
            <a:solidFill>
              <a:srgbClr val="000000"/>
            </a:solidFill>
            <a:ln w="25400" cap="flat">
              <a:noFill/>
              <a:prstDash val="solid"/>
              <a:miter/>
            </a:ln>
          </p:spPr>
          <p:txBody>
            <a:bodyPr/>
            <a:lstStyle/>
            <a:p>
              <a:endParaRPr lang="en-GB"/>
            </a:p>
          </p:txBody>
        </p:sp>
        <p:sp>
          <p:nvSpPr>
            <p:cNvPr id="2419" name="Freeform: Shape 2418">
              <a:extLst>
                <a:ext uri="{FF2B5EF4-FFF2-40B4-BE49-F238E27FC236}">
                  <a16:creationId xmlns:a16="http://schemas.microsoft.com/office/drawing/2014/main" id="{2602A27D-88CB-4246-2DAC-5FA8DC122797}"/>
                </a:ext>
              </a:extLst>
            </p:cNvPr>
            <p:cNvSpPr/>
            <p:nvPr>
              <p:custDataLst>
                <p:tags r:id="rId114"/>
              </p:custDataLst>
            </p:nvPr>
          </p:nvSpPr>
          <p:spPr>
            <a:xfrm flipV="1">
              <a:off x="10024389" y="-4439818"/>
              <a:ext cx="76553" cy="79974"/>
            </a:xfrm>
            <a:custGeom>
              <a:avLst/>
              <a:gdLst>
                <a:gd name="csX0" fmla="*/ 40905 w 76553"/>
                <a:gd name="csY0" fmla="*/ 76420 h 79974"/>
                <a:gd name="csX1" fmla="*/ 38331 w 76553"/>
                <a:gd name="csY1" fmla="*/ 78652 h 79974"/>
                <a:gd name="csX2" fmla="*/ 35649 w 76553"/>
                <a:gd name="csY2" fmla="*/ 76420 h 79974"/>
                <a:gd name="csX3" fmla="*/ 12517 w 76553"/>
                <a:gd name="csY3" fmla="*/ 9625 h 79974"/>
                <a:gd name="csX4" fmla="*/ 0 w 76553"/>
                <a:gd name="csY4" fmla="*/ 2140 h 79974"/>
                <a:gd name="csX5" fmla="*/ 0 w 76553"/>
                <a:gd name="csY5" fmla="*/ -1322 h 79974"/>
                <a:gd name="csX6" fmla="*/ 11398 w 76553"/>
                <a:gd name="csY6" fmla="*/ -985 h 79974"/>
                <a:gd name="csX7" fmla="*/ 24251 w 76553"/>
                <a:gd name="csY7" fmla="*/ -1322 h 79974"/>
                <a:gd name="csX8" fmla="*/ 24251 w 76553"/>
                <a:gd name="csY8" fmla="*/ 2140 h 79974"/>
                <a:gd name="csX9" fmla="*/ 15868 w 76553"/>
                <a:gd name="csY9" fmla="*/ 7838 h 79974"/>
                <a:gd name="csX10" fmla="*/ 16092 w 76553"/>
                <a:gd name="csY10" fmla="*/ 9513 h 79974"/>
                <a:gd name="csX11" fmla="*/ 21232 w 76553"/>
                <a:gd name="csY11" fmla="*/ 24146 h 79974"/>
                <a:gd name="csX12" fmla="*/ 48839 w 76553"/>
                <a:gd name="csY12" fmla="*/ 24146 h 79974"/>
                <a:gd name="csX13" fmla="*/ 54761 w 76553"/>
                <a:gd name="csY13" fmla="*/ 7056 h 79974"/>
                <a:gd name="csX14" fmla="*/ 55097 w 76553"/>
                <a:gd name="csY14" fmla="*/ 5490 h 79974"/>
                <a:gd name="csX15" fmla="*/ 45820 w 76553"/>
                <a:gd name="csY15" fmla="*/ 2140 h 79974"/>
                <a:gd name="csX16" fmla="*/ 45820 w 76553"/>
                <a:gd name="csY16" fmla="*/ -1322 h 79974"/>
                <a:gd name="csX17" fmla="*/ 61913 w 76553"/>
                <a:gd name="csY17" fmla="*/ -985 h 79974"/>
                <a:gd name="csX18" fmla="*/ 76554 w 76553"/>
                <a:gd name="csY18" fmla="*/ -1322 h 79974"/>
                <a:gd name="csX19" fmla="*/ 76554 w 76553"/>
                <a:gd name="csY19" fmla="*/ 2140 h 79974"/>
                <a:gd name="csX20" fmla="*/ 74541 w 76553"/>
                <a:gd name="csY20" fmla="*/ 2140 h 79974"/>
                <a:gd name="csX21" fmla="*/ 65043 w 76553"/>
                <a:gd name="csY21" fmla="*/ 6608 h 79974"/>
                <a:gd name="csX22" fmla="*/ 40905 w 76553"/>
                <a:gd name="csY22" fmla="*/ 76420 h 79974"/>
                <a:gd name="csX23" fmla="*/ 34979 w 76553"/>
                <a:gd name="csY23" fmla="*/ 63911 h 79974"/>
                <a:gd name="csX24" fmla="*/ 47608 w 76553"/>
                <a:gd name="csY24" fmla="*/ 27608 h 79974"/>
                <a:gd name="csX25" fmla="*/ 22463 w 76553"/>
                <a:gd name="csY25" fmla="*/ 27608 h 79974"/>
                <a:gd name="csX26" fmla="*/ 34979 w 76553"/>
                <a:gd name="csY26" fmla="*/ 63911 h 79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76553" h="79974">
                  <a:moveTo>
                    <a:pt x="40905" y="76420"/>
                  </a:moveTo>
                  <a:cubicBezTo>
                    <a:pt x="40344" y="77871"/>
                    <a:pt x="40120" y="78652"/>
                    <a:pt x="38331" y="78652"/>
                  </a:cubicBezTo>
                  <a:cubicBezTo>
                    <a:pt x="36543" y="78652"/>
                    <a:pt x="36210" y="77983"/>
                    <a:pt x="35649" y="76420"/>
                  </a:cubicBezTo>
                  <a:lnTo>
                    <a:pt x="12517" y="9625"/>
                  </a:lnTo>
                  <a:cubicBezTo>
                    <a:pt x="10504" y="3927"/>
                    <a:pt x="6034" y="2252"/>
                    <a:pt x="0" y="2140"/>
                  </a:cubicBezTo>
                  <a:lnTo>
                    <a:pt x="0" y="-1322"/>
                  </a:lnTo>
                  <a:cubicBezTo>
                    <a:pt x="2570" y="-1210"/>
                    <a:pt x="7377" y="-985"/>
                    <a:pt x="11398" y="-985"/>
                  </a:cubicBezTo>
                  <a:cubicBezTo>
                    <a:pt x="14865" y="-985"/>
                    <a:pt x="20675" y="-1210"/>
                    <a:pt x="24251" y="-1322"/>
                  </a:cubicBezTo>
                  <a:lnTo>
                    <a:pt x="24251" y="2140"/>
                  </a:lnTo>
                  <a:cubicBezTo>
                    <a:pt x="18662" y="2140"/>
                    <a:pt x="15868" y="4933"/>
                    <a:pt x="15868" y="7838"/>
                  </a:cubicBezTo>
                  <a:cubicBezTo>
                    <a:pt x="15868" y="8171"/>
                    <a:pt x="15980" y="9288"/>
                    <a:pt x="16092" y="9513"/>
                  </a:cubicBezTo>
                  <a:lnTo>
                    <a:pt x="21232" y="24146"/>
                  </a:lnTo>
                  <a:lnTo>
                    <a:pt x="48839" y="24146"/>
                  </a:lnTo>
                  <a:lnTo>
                    <a:pt x="54761" y="7056"/>
                  </a:lnTo>
                  <a:cubicBezTo>
                    <a:pt x="54873" y="6608"/>
                    <a:pt x="55097" y="5939"/>
                    <a:pt x="55097" y="5490"/>
                  </a:cubicBezTo>
                  <a:cubicBezTo>
                    <a:pt x="55097" y="2140"/>
                    <a:pt x="48839" y="2140"/>
                    <a:pt x="45820" y="2140"/>
                  </a:cubicBezTo>
                  <a:lnTo>
                    <a:pt x="45820" y="-1322"/>
                  </a:lnTo>
                  <a:cubicBezTo>
                    <a:pt x="49845" y="-985"/>
                    <a:pt x="57666" y="-985"/>
                    <a:pt x="61913" y="-985"/>
                  </a:cubicBezTo>
                  <a:cubicBezTo>
                    <a:pt x="66719" y="-985"/>
                    <a:pt x="71859" y="-1098"/>
                    <a:pt x="76554" y="-1322"/>
                  </a:cubicBezTo>
                  <a:lnTo>
                    <a:pt x="76554" y="2140"/>
                  </a:lnTo>
                  <a:lnTo>
                    <a:pt x="74541" y="2140"/>
                  </a:lnTo>
                  <a:cubicBezTo>
                    <a:pt x="67838" y="2140"/>
                    <a:pt x="66270" y="2921"/>
                    <a:pt x="65043" y="6608"/>
                  </a:cubicBezTo>
                  <a:lnTo>
                    <a:pt x="40905" y="76420"/>
                  </a:lnTo>
                  <a:close/>
                  <a:moveTo>
                    <a:pt x="34979" y="63911"/>
                  </a:moveTo>
                  <a:lnTo>
                    <a:pt x="47608" y="27608"/>
                  </a:lnTo>
                  <a:lnTo>
                    <a:pt x="22463" y="27608"/>
                  </a:lnTo>
                  <a:lnTo>
                    <a:pt x="34979" y="63911"/>
                  </a:lnTo>
                  <a:close/>
                </a:path>
              </a:pathLst>
            </a:custGeom>
            <a:solidFill>
              <a:srgbClr val="000000"/>
            </a:solidFill>
            <a:ln w="25400" cap="flat">
              <a:noFill/>
              <a:prstDash val="solid"/>
              <a:miter/>
            </a:ln>
          </p:spPr>
          <p:txBody>
            <a:bodyPr/>
            <a:lstStyle/>
            <a:p>
              <a:endParaRPr lang="en-GB"/>
            </a:p>
          </p:txBody>
        </p:sp>
        <p:sp>
          <p:nvSpPr>
            <p:cNvPr id="2420" name="Freeform: Shape 2419">
              <a:extLst>
                <a:ext uri="{FF2B5EF4-FFF2-40B4-BE49-F238E27FC236}">
                  <a16:creationId xmlns:a16="http://schemas.microsoft.com/office/drawing/2014/main" id="{B6AA22BC-A46F-3805-2891-4BA1A06C363B}"/>
                </a:ext>
              </a:extLst>
            </p:cNvPr>
            <p:cNvSpPr/>
            <p:nvPr>
              <p:custDataLst>
                <p:tags r:id="rId115"/>
              </p:custDataLst>
            </p:nvPr>
          </p:nvSpPr>
          <p:spPr>
            <a:xfrm flipV="1">
              <a:off x="10107848" y="-4438591"/>
              <a:ext cx="68058" cy="81204"/>
            </a:xfrm>
            <a:custGeom>
              <a:avLst/>
              <a:gdLst>
                <a:gd name="csX0" fmla="*/ 0 w 68058"/>
                <a:gd name="csY0" fmla="*/ 39336 h 81204"/>
                <a:gd name="csX1" fmla="*/ 38891 w 68058"/>
                <a:gd name="csY1" fmla="*/ -1322 h 81204"/>
                <a:gd name="csX2" fmla="*/ 68058 w 68058"/>
                <a:gd name="csY2" fmla="*/ 27159 h 81204"/>
                <a:gd name="csX3" fmla="*/ 66606 w 68058"/>
                <a:gd name="csY3" fmla="*/ 29059 h 81204"/>
                <a:gd name="csX4" fmla="*/ 65268 w 68058"/>
                <a:gd name="csY4" fmla="*/ 27272 h 81204"/>
                <a:gd name="csX5" fmla="*/ 40231 w 68058"/>
                <a:gd name="csY5" fmla="*/ 2141 h 81204"/>
                <a:gd name="csX6" fmla="*/ 11510 w 68058"/>
                <a:gd name="csY6" fmla="*/ 39224 h 81204"/>
                <a:gd name="csX7" fmla="*/ 40119 w 68058"/>
                <a:gd name="csY7" fmla="*/ 76417 h 81204"/>
                <a:gd name="csX8" fmla="*/ 64483 w 68058"/>
                <a:gd name="csY8" fmla="*/ 49947 h 81204"/>
                <a:gd name="csX9" fmla="*/ 66270 w 68058"/>
                <a:gd name="csY9" fmla="*/ 48048 h 81204"/>
                <a:gd name="csX10" fmla="*/ 68058 w 68058"/>
                <a:gd name="csY10" fmla="*/ 50728 h 81204"/>
                <a:gd name="csX11" fmla="*/ 68058 w 68058"/>
                <a:gd name="csY11" fmla="*/ 77198 h 81204"/>
                <a:gd name="csX12" fmla="*/ 66831 w 68058"/>
                <a:gd name="csY12" fmla="*/ 79883 h 81204"/>
                <a:gd name="csX13" fmla="*/ 65043 w 68058"/>
                <a:gd name="csY13" fmla="*/ 78541 h 81204"/>
                <a:gd name="csX14" fmla="*/ 59454 w 68058"/>
                <a:gd name="csY14" fmla="*/ 70274 h 81204"/>
                <a:gd name="csX15" fmla="*/ 38891 w 68058"/>
                <a:gd name="csY15" fmla="*/ 79883 h 81204"/>
                <a:gd name="csX16" fmla="*/ 0 w 68058"/>
                <a:gd name="csY16" fmla="*/ 39336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68058" h="81204">
                  <a:moveTo>
                    <a:pt x="0" y="39336"/>
                  </a:moveTo>
                  <a:cubicBezTo>
                    <a:pt x="0" y="16213"/>
                    <a:pt x="18105" y="-1322"/>
                    <a:pt x="38891" y="-1322"/>
                  </a:cubicBezTo>
                  <a:cubicBezTo>
                    <a:pt x="57109" y="-1322"/>
                    <a:pt x="68058" y="14202"/>
                    <a:pt x="68058" y="27159"/>
                  </a:cubicBezTo>
                  <a:cubicBezTo>
                    <a:pt x="68058" y="28278"/>
                    <a:pt x="68058" y="29059"/>
                    <a:pt x="66606" y="29059"/>
                  </a:cubicBezTo>
                  <a:cubicBezTo>
                    <a:pt x="65375" y="29059"/>
                    <a:pt x="65375" y="28389"/>
                    <a:pt x="65268" y="27272"/>
                  </a:cubicBezTo>
                  <a:cubicBezTo>
                    <a:pt x="64374" y="11300"/>
                    <a:pt x="52414" y="2141"/>
                    <a:pt x="40231" y="2141"/>
                  </a:cubicBezTo>
                  <a:cubicBezTo>
                    <a:pt x="33415" y="2141"/>
                    <a:pt x="11510" y="5939"/>
                    <a:pt x="11510" y="39224"/>
                  </a:cubicBezTo>
                  <a:cubicBezTo>
                    <a:pt x="11510" y="72622"/>
                    <a:pt x="33303" y="76417"/>
                    <a:pt x="40119" y="76417"/>
                  </a:cubicBezTo>
                  <a:cubicBezTo>
                    <a:pt x="52302" y="76417"/>
                    <a:pt x="62249" y="66255"/>
                    <a:pt x="64483" y="49947"/>
                  </a:cubicBezTo>
                  <a:cubicBezTo>
                    <a:pt x="64707" y="48384"/>
                    <a:pt x="64707" y="48048"/>
                    <a:pt x="66270" y="48048"/>
                  </a:cubicBezTo>
                  <a:cubicBezTo>
                    <a:pt x="68058" y="48048"/>
                    <a:pt x="68058" y="48384"/>
                    <a:pt x="68058" y="50728"/>
                  </a:cubicBezTo>
                  <a:lnTo>
                    <a:pt x="68058" y="77198"/>
                  </a:lnTo>
                  <a:cubicBezTo>
                    <a:pt x="68058" y="79098"/>
                    <a:pt x="68058" y="79883"/>
                    <a:pt x="66831" y="79883"/>
                  </a:cubicBezTo>
                  <a:cubicBezTo>
                    <a:pt x="66382" y="79883"/>
                    <a:pt x="65937" y="79883"/>
                    <a:pt x="65043" y="78541"/>
                  </a:cubicBezTo>
                  <a:lnTo>
                    <a:pt x="59454" y="70274"/>
                  </a:lnTo>
                  <a:cubicBezTo>
                    <a:pt x="55321" y="74297"/>
                    <a:pt x="49620" y="79883"/>
                    <a:pt x="38891" y="79883"/>
                  </a:cubicBezTo>
                  <a:cubicBezTo>
                    <a:pt x="17992" y="79883"/>
                    <a:pt x="0" y="62120"/>
                    <a:pt x="0" y="39336"/>
                  </a:cubicBezTo>
                  <a:close/>
                </a:path>
              </a:pathLst>
            </a:custGeom>
            <a:solidFill>
              <a:srgbClr val="000000"/>
            </a:solidFill>
            <a:ln w="25400" cap="flat">
              <a:noFill/>
              <a:prstDash val="solid"/>
              <a:miter/>
            </a:ln>
          </p:spPr>
          <p:txBody>
            <a:bodyPr/>
            <a:lstStyle/>
            <a:p>
              <a:endParaRPr lang="en-GB"/>
            </a:p>
          </p:txBody>
        </p:sp>
        <p:sp>
          <p:nvSpPr>
            <p:cNvPr id="2421" name="Freeform: Shape 2420">
              <a:extLst>
                <a:ext uri="{FF2B5EF4-FFF2-40B4-BE49-F238E27FC236}">
                  <a16:creationId xmlns:a16="http://schemas.microsoft.com/office/drawing/2014/main" id="{802CDF32-8461-AAB9-D158-F615F327B5A2}"/>
                </a:ext>
              </a:extLst>
            </p:cNvPr>
            <p:cNvSpPr/>
            <p:nvPr>
              <p:custDataLst>
                <p:tags r:id="rId116"/>
              </p:custDataLst>
            </p:nvPr>
          </p:nvSpPr>
          <p:spPr>
            <a:xfrm flipV="1">
              <a:off x="10191903" y="-4371684"/>
              <a:ext cx="13077" cy="33397"/>
            </a:xfrm>
            <a:custGeom>
              <a:avLst/>
              <a:gdLst>
                <a:gd name="csX0" fmla="*/ 13077 w 13077"/>
                <a:gd name="csY0" fmla="*/ 20355 h 33397"/>
                <a:gd name="csX1" fmla="*/ 5925 w 13077"/>
                <a:gd name="csY1" fmla="*/ 32084 h 33397"/>
                <a:gd name="csX2" fmla="*/ 0 w 13077"/>
                <a:gd name="csY2" fmla="*/ 26162 h 33397"/>
                <a:gd name="csX3" fmla="*/ 5925 w 13077"/>
                <a:gd name="csY3" fmla="*/ 20243 h 33397"/>
                <a:gd name="csX4" fmla="*/ 9834 w 13077"/>
                <a:gd name="csY4" fmla="*/ 21694 h 33397"/>
                <a:gd name="csX5" fmla="*/ 10395 w 13077"/>
                <a:gd name="csY5" fmla="*/ 22030 h 33397"/>
                <a:gd name="csX6" fmla="*/ 10619 w 13077"/>
                <a:gd name="csY6" fmla="*/ 20355 h 33397"/>
                <a:gd name="csX7" fmla="*/ 3018 w 13077"/>
                <a:gd name="csY7" fmla="*/ 1703 h 33397"/>
                <a:gd name="csX8" fmla="*/ 1788 w 13077"/>
                <a:gd name="csY8" fmla="*/ -84 h 33397"/>
                <a:gd name="csX9" fmla="*/ 2906 w 13077"/>
                <a:gd name="csY9" fmla="*/ -1314 h 33397"/>
                <a:gd name="csX10" fmla="*/ 13077 w 13077"/>
                <a:gd name="csY10" fmla="*/ 20355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55"/>
                  </a:moveTo>
                  <a:cubicBezTo>
                    <a:pt x="13077" y="27728"/>
                    <a:pt x="10283" y="32084"/>
                    <a:pt x="5925" y="32084"/>
                  </a:cubicBezTo>
                  <a:cubicBezTo>
                    <a:pt x="2237" y="32084"/>
                    <a:pt x="0" y="29291"/>
                    <a:pt x="0" y="26162"/>
                  </a:cubicBezTo>
                  <a:cubicBezTo>
                    <a:pt x="0" y="23148"/>
                    <a:pt x="2237" y="20243"/>
                    <a:pt x="5925" y="20243"/>
                  </a:cubicBezTo>
                  <a:cubicBezTo>
                    <a:pt x="7264" y="20243"/>
                    <a:pt x="8719" y="20691"/>
                    <a:pt x="9834" y="21694"/>
                  </a:cubicBezTo>
                  <a:cubicBezTo>
                    <a:pt x="10171" y="21918"/>
                    <a:pt x="10283" y="22030"/>
                    <a:pt x="10395" y="22030"/>
                  </a:cubicBezTo>
                  <a:cubicBezTo>
                    <a:pt x="10507" y="22030"/>
                    <a:pt x="10619" y="21918"/>
                    <a:pt x="10619" y="20355"/>
                  </a:cubicBezTo>
                  <a:cubicBezTo>
                    <a:pt x="10619" y="12089"/>
                    <a:pt x="6707" y="5389"/>
                    <a:pt x="3018" y="1703"/>
                  </a:cubicBezTo>
                  <a:cubicBezTo>
                    <a:pt x="1788" y="473"/>
                    <a:pt x="1788" y="248"/>
                    <a:pt x="1788" y="-84"/>
                  </a:cubicBezTo>
                  <a:cubicBezTo>
                    <a:pt x="1788" y="-869"/>
                    <a:pt x="2349" y="-1314"/>
                    <a:pt x="2906" y="-1314"/>
                  </a:cubicBezTo>
                  <a:cubicBezTo>
                    <a:pt x="4137" y="-1314"/>
                    <a:pt x="13077" y="7285"/>
                    <a:pt x="13077" y="20355"/>
                  </a:cubicBezTo>
                  <a:close/>
                </a:path>
              </a:pathLst>
            </a:custGeom>
            <a:solidFill>
              <a:srgbClr val="000000"/>
            </a:solidFill>
            <a:ln w="25400" cap="flat">
              <a:noFill/>
              <a:prstDash val="solid"/>
              <a:miter/>
            </a:ln>
          </p:spPr>
          <p:txBody>
            <a:bodyPr/>
            <a:lstStyle/>
            <a:p>
              <a:endParaRPr lang="en-GB"/>
            </a:p>
          </p:txBody>
        </p:sp>
        <p:sp>
          <p:nvSpPr>
            <p:cNvPr id="2422" name="Freeform: Shape 2421">
              <a:extLst>
                <a:ext uri="{FF2B5EF4-FFF2-40B4-BE49-F238E27FC236}">
                  <a16:creationId xmlns:a16="http://schemas.microsoft.com/office/drawing/2014/main" id="{34526A13-ACBE-62A3-3813-F821B07BE6EB}"/>
                </a:ext>
              </a:extLst>
            </p:cNvPr>
            <p:cNvSpPr/>
            <p:nvPr>
              <p:custDataLst>
                <p:tags r:id="rId117"/>
              </p:custDataLst>
            </p:nvPr>
          </p:nvSpPr>
          <p:spPr>
            <a:xfrm flipV="1">
              <a:off x="10238230" y="-4439818"/>
              <a:ext cx="154570" cy="82430"/>
            </a:xfrm>
            <a:custGeom>
              <a:avLst/>
              <a:gdLst>
                <a:gd name="csX0" fmla="*/ 0 w 154570"/>
                <a:gd name="csY0" fmla="*/ 39336 h 82430"/>
                <a:gd name="csX1" fmla="*/ 38892 w 154570"/>
                <a:gd name="csY1" fmla="*/ -1322 h 82430"/>
                <a:gd name="csX2" fmla="*/ 68059 w 154570"/>
                <a:gd name="csY2" fmla="*/ 27159 h 82430"/>
                <a:gd name="csX3" fmla="*/ 66607 w 154570"/>
                <a:gd name="csY3" fmla="*/ 29059 h 82430"/>
                <a:gd name="csX4" fmla="*/ 65268 w 154570"/>
                <a:gd name="csY4" fmla="*/ 27272 h 82430"/>
                <a:gd name="csX5" fmla="*/ 40231 w 154570"/>
                <a:gd name="csY5" fmla="*/ 2141 h 82430"/>
                <a:gd name="csX6" fmla="*/ 11510 w 154570"/>
                <a:gd name="csY6" fmla="*/ 39224 h 82430"/>
                <a:gd name="csX7" fmla="*/ 40120 w 154570"/>
                <a:gd name="csY7" fmla="*/ 76417 h 82430"/>
                <a:gd name="csX8" fmla="*/ 64483 w 154570"/>
                <a:gd name="csY8" fmla="*/ 49947 h 82430"/>
                <a:gd name="csX9" fmla="*/ 66271 w 154570"/>
                <a:gd name="csY9" fmla="*/ 48048 h 82430"/>
                <a:gd name="csX10" fmla="*/ 68059 w 154570"/>
                <a:gd name="csY10" fmla="*/ 50728 h 82430"/>
                <a:gd name="csX11" fmla="*/ 68059 w 154570"/>
                <a:gd name="csY11" fmla="*/ 77198 h 82430"/>
                <a:gd name="csX12" fmla="*/ 66832 w 154570"/>
                <a:gd name="csY12" fmla="*/ 79882 h 82430"/>
                <a:gd name="csX13" fmla="*/ 65044 w 154570"/>
                <a:gd name="csY13" fmla="*/ 78540 h 82430"/>
                <a:gd name="csX14" fmla="*/ 59455 w 154570"/>
                <a:gd name="csY14" fmla="*/ 70274 h 82430"/>
                <a:gd name="csX15" fmla="*/ 38892 w 154570"/>
                <a:gd name="csY15" fmla="*/ 79882 h 82430"/>
                <a:gd name="csX16" fmla="*/ 0 w 154570"/>
                <a:gd name="csY16" fmla="*/ 39336 h 82430"/>
                <a:gd name="csX17" fmla="*/ 118922 w 154570"/>
                <a:gd name="csY17" fmla="*/ 78876 h 82430"/>
                <a:gd name="csX18" fmla="*/ 116349 w 154570"/>
                <a:gd name="csY18" fmla="*/ 81109 h 82430"/>
                <a:gd name="csX19" fmla="*/ 113667 w 154570"/>
                <a:gd name="csY19" fmla="*/ 78876 h 82430"/>
                <a:gd name="csX20" fmla="*/ 90534 w 154570"/>
                <a:gd name="csY20" fmla="*/ 12081 h 82430"/>
                <a:gd name="csX21" fmla="*/ 78018 w 154570"/>
                <a:gd name="csY21" fmla="*/ 4597 h 82430"/>
                <a:gd name="csX22" fmla="*/ 78018 w 154570"/>
                <a:gd name="csY22" fmla="*/ 1135 h 82430"/>
                <a:gd name="csX23" fmla="*/ 89416 w 154570"/>
                <a:gd name="csY23" fmla="*/ 1471 h 82430"/>
                <a:gd name="csX24" fmla="*/ 102269 w 154570"/>
                <a:gd name="csY24" fmla="*/ 1135 h 82430"/>
                <a:gd name="csX25" fmla="*/ 102269 w 154570"/>
                <a:gd name="csY25" fmla="*/ 4597 h 82430"/>
                <a:gd name="csX26" fmla="*/ 93886 w 154570"/>
                <a:gd name="csY26" fmla="*/ 10294 h 82430"/>
                <a:gd name="csX27" fmla="*/ 94110 w 154570"/>
                <a:gd name="csY27" fmla="*/ 11969 h 82430"/>
                <a:gd name="csX28" fmla="*/ 99250 w 154570"/>
                <a:gd name="csY28" fmla="*/ 26602 h 82430"/>
                <a:gd name="csX29" fmla="*/ 126856 w 154570"/>
                <a:gd name="csY29" fmla="*/ 26602 h 82430"/>
                <a:gd name="csX30" fmla="*/ 132778 w 154570"/>
                <a:gd name="csY30" fmla="*/ 9513 h 82430"/>
                <a:gd name="csX31" fmla="*/ 133114 w 154570"/>
                <a:gd name="csY31" fmla="*/ 7946 h 82430"/>
                <a:gd name="csX32" fmla="*/ 123838 w 154570"/>
                <a:gd name="csY32" fmla="*/ 4597 h 82430"/>
                <a:gd name="csX33" fmla="*/ 123838 w 154570"/>
                <a:gd name="csY33" fmla="*/ 1135 h 82430"/>
                <a:gd name="csX34" fmla="*/ 139930 w 154570"/>
                <a:gd name="csY34" fmla="*/ 1471 h 82430"/>
                <a:gd name="csX35" fmla="*/ 154571 w 154570"/>
                <a:gd name="csY35" fmla="*/ 1135 h 82430"/>
                <a:gd name="csX36" fmla="*/ 154571 w 154570"/>
                <a:gd name="csY36" fmla="*/ 4597 h 82430"/>
                <a:gd name="csX37" fmla="*/ 152559 w 154570"/>
                <a:gd name="csY37" fmla="*/ 4597 h 82430"/>
                <a:gd name="csX38" fmla="*/ 143061 w 154570"/>
                <a:gd name="csY38" fmla="*/ 9065 h 82430"/>
                <a:gd name="csX39" fmla="*/ 118922 w 154570"/>
                <a:gd name="csY39" fmla="*/ 78876 h 82430"/>
                <a:gd name="csX40" fmla="*/ 112997 w 154570"/>
                <a:gd name="csY40" fmla="*/ 66367 h 82430"/>
                <a:gd name="csX41" fmla="*/ 125625 w 154570"/>
                <a:gd name="csY41" fmla="*/ 30065 h 82430"/>
                <a:gd name="csX42" fmla="*/ 100481 w 154570"/>
                <a:gd name="csY42" fmla="*/ 30065 h 82430"/>
                <a:gd name="csX43" fmla="*/ 112997 w 154570"/>
                <a:gd name="csY43" fmla="*/ 66367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54570" h="82430">
                  <a:moveTo>
                    <a:pt x="0" y="39336"/>
                  </a:moveTo>
                  <a:cubicBezTo>
                    <a:pt x="0" y="16212"/>
                    <a:pt x="18105" y="-1322"/>
                    <a:pt x="38892" y="-1322"/>
                  </a:cubicBezTo>
                  <a:cubicBezTo>
                    <a:pt x="57110" y="-1322"/>
                    <a:pt x="68059" y="14202"/>
                    <a:pt x="68059" y="27159"/>
                  </a:cubicBezTo>
                  <a:cubicBezTo>
                    <a:pt x="68059" y="28278"/>
                    <a:pt x="68059" y="29059"/>
                    <a:pt x="66607" y="29059"/>
                  </a:cubicBezTo>
                  <a:cubicBezTo>
                    <a:pt x="65377" y="29059"/>
                    <a:pt x="65377" y="28389"/>
                    <a:pt x="65268" y="27272"/>
                  </a:cubicBezTo>
                  <a:cubicBezTo>
                    <a:pt x="64374" y="11300"/>
                    <a:pt x="52415" y="2141"/>
                    <a:pt x="40231" y="2141"/>
                  </a:cubicBezTo>
                  <a:cubicBezTo>
                    <a:pt x="33416" y="2141"/>
                    <a:pt x="11510" y="5939"/>
                    <a:pt x="11510" y="39224"/>
                  </a:cubicBezTo>
                  <a:cubicBezTo>
                    <a:pt x="11510" y="72622"/>
                    <a:pt x="33304" y="76417"/>
                    <a:pt x="40120" y="76417"/>
                  </a:cubicBezTo>
                  <a:cubicBezTo>
                    <a:pt x="52303" y="76417"/>
                    <a:pt x="62249" y="66255"/>
                    <a:pt x="64483" y="49947"/>
                  </a:cubicBezTo>
                  <a:cubicBezTo>
                    <a:pt x="64707" y="48384"/>
                    <a:pt x="64707" y="48048"/>
                    <a:pt x="66271" y="48048"/>
                  </a:cubicBezTo>
                  <a:cubicBezTo>
                    <a:pt x="68059" y="48048"/>
                    <a:pt x="68059" y="48384"/>
                    <a:pt x="68059" y="50728"/>
                  </a:cubicBezTo>
                  <a:lnTo>
                    <a:pt x="68059" y="77198"/>
                  </a:lnTo>
                  <a:cubicBezTo>
                    <a:pt x="68059" y="79097"/>
                    <a:pt x="68059" y="79882"/>
                    <a:pt x="66832" y="79882"/>
                  </a:cubicBezTo>
                  <a:cubicBezTo>
                    <a:pt x="66383" y="79882"/>
                    <a:pt x="65938" y="79882"/>
                    <a:pt x="65044" y="78540"/>
                  </a:cubicBezTo>
                  <a:lnTo>
                    <a:pt x="59455" y="70274"/>
                  </a:lnTo>
                  <a:cubicBezTo>
                    <a:pt x="55321" y="74297"/>
                    <a:pt x="49621" y="79882"/>
                    <a:pt x="38892" y="79882"/>
                  </a:cubicBezTo>
                  <a:cubicBezTo>
                    <a:pt x="17993" y="79882"/>
                    <a:pt x="0" y="62120"/>
                    <a:pt x="0" y="39336"/>
                  </a:cubicBezTo>
                  <a:close/>
                  <a:moveTo>
                    <a:pt x="118922" y="78876"/>
                  </a:moveTo>
                  <a:cubicBezTo>
                    <a:pt x="118361" y="80327"/>
                    <a:pt x="118136" y="81109"/>
                    <a:pt x="116349" y="81109"/>
                  </a:cubicBezTo>
                  <a:cubicBezTo>
                    <a:pt x="114561" y="81109"/>
                    <a:pt x="114228" y="80440"/>
                    <a:pt x="113667" y="78876"/>
                  </a:cubicBezTo>
                  <a:lnTo>
                    <a:pt x="90534" y="12081"/>
                  </a:lnTo>
                  <a:cubicBezTo>
                    <a:pt x="88522" y="6384"/>
                    <a:pt x="84051" y="4708"/>
                    <a:pt x="78018" y="4597"/>
                  </a:cubicBezTo>
                  <a:lnTo>
                    <a:pt x="78018" y="1135"/>
                  </a:lnTo>
                  <a:cubicBezTo>
                    <a:pt x="80588" y="1247"/>
                    <a:pt x="85394" y="1471"/>
                    <a:pt x="89416" y="1471"/>
                  </a:cubicBezTo>
                  <a:cubicBezTo>
                    <a:pt x="92883" y="1471"/>
                    <a:pt x="98693" y="1247"/>
                    <a:pt x="102269" y="1135"/>
                  </a:cubicBezTo>
                  <a:lnTo>
                    <a:pt x="102269" y="4597"/>
                  </a:lnTo>
                  <a:cubicBezTo>
                    <a:pt x="96680" y="4597"/>
                    <a:pt x="93886" y="7389"/>
                    <a:pt x="93886" y="10294"/>
                  </a:cubicBezTo>
                  <a:cubicBezTo>
                    <a:pt x="93886" y="10627"/>
                    <a:pt x="93998" y="11745"/>
                    <a:pt x="94110" y="11969"/>
                  </a:cubicBezTo>
                  <a:lnTo>
                    <a:pt x="99250" y="26602"/>
                  </a:lnTo>
                  <a:lnTo>
                    <a:pt x="126856" y="26602"/>
                  </a:lnTo>
                  <a:lnTo>
                    <a:pt x="132778" y="9513"/>
                  </a:lnTo>
                  <a:cubicBezTo>
                    <a:pt x="132890" y="9065"/>
                    <a:pt x="133114" y="8395"/>
                    <a:pt x="133114" y="7946"/>
                  </a:cubicBezTo>
                  <a:cubicBezTo>
                    <a:pt x="133114" y="4597"/>
                    <a:pt x="126856" y="4597"/>
                    <a:pt x="123838" y="4597"/>
                  </a:cubicBezTo>
                  <a:lnTo>
                    <a:pt x="123838" y="1135"/>
                  </a:lnTo>
                  <a:cubicBezTo>
                    <a:pt x="127863" y="1471"/>
                    <a:pt x="135684" y="1471"/>
                    <a:pt x="139930" y="1471"/>
                  </a:cubicBezTo>
                  <a:cubicBezTo>
                    <a:pt x="144737" y="1471"/>
                    <a:pt x="149877" y="1359"/>
                    <a:pt x="154571" y="1135"/>
                  </a:cubicBezTo>
                  <a:lnTo>
                    <a:pt x="154571" y="4597"/>
                  </a:lnTo>
                  <a:lnTo>
                    <a:pt x="152559" y="4597"/>
                  </a:lnTo>
                  <a:cubicBezTo>
                    <a:pt x="145856" y="4597"/>
                    <a:pt x="144288" y="5378"/>
                    <a:pt x="143061" y="9065"/>
                  </a:cubicBezTo>
                  <a:lnTo>
                    <a:pt x="118922" y="78876"/>
                  </a:lnTo>
                  <a:close/>
                  <a:moveTo>
                    <a:pt x="112997" y="66367"/>
                  </a:moveTo>
                  <a:lnTo>
                    <a:pt x="125625" y="30065"/>
                  </a:lnTo>
                  <a:lnTo>
                    <a:pt x="100481" y="30065"/>
                  </a:lnTo>
                  <a:lnTo>
                    <a:pt x="112997" y="66367"/>
                  </a:lnTo>
                  <a:close/>
                </a:path>
              </a:pathLst>
            </a:custGeom>
            <a:solidFill>
              <a:srgbClr val="000000"/>
            </a:solidFill>
            <a:ln w="25400" cap="flat">
              <a:noFill/>
              <a:prstDash val="solid"/>
              <a:miter/>
            </a:ln>
          </p:spPr>
          <p:txBody>
            <a:bodyPr/>
            <a:lstStyle/>
            <a:p>
              <a:endParaRPr lang="en-GB"/>
            </a:p>
          </p:txBody>
        </p:sp>
        <p:sp>
          <p:nvSpPr>
            <p:cNvPr id="2423" name="Freeform: Shape 2422">
              <a:extLst>
                <a:ext uri="{FF2B5EF4-FFF2-40B4-BE49-F238E27FC236}">
                  <a16:creationId xmlns:a16="http://schemas.microsoft.com/office/drawing/2014/main" id="{A5FB93C8-4DD7-5404-3E13-DC461DFD412E}"/>
                </a:ext>
              </a:extLst>
            </p:cNvPr>
            <p:cNvSpPr/>
            <p:nvPr>
              <p:custDataLst>
                <p:tags r:id="rId118"/>
              </p:custDataLst>
            </p:nvPr>
          </p:nvSpPr>
          <p:spPr>
            <a:xfrm flipV="1">
              <a:off x="10397118" y="-4436132"/>
              <a:ext cx="76329" cy="78744"/>
            </a:xfrm>
            <a:custGeom>
              <a:avLst/>
              <a:gdLst>
                <a:gd name="csX0" fmla="*/ 61356 w 76329"/>
                <a:gd name="csY0" fmla="*/ 26936 h 78744"/>
                <a:gd name="csX1" fmla="*/ 39899 w 76329"/>
                <a:gd name="csY1" fmla="*/ 2141 h 78744"/>
                <a:gd name="csX2" fmla="*/ 21457 w 76329"/>
                <a:gd name="csY2" fmla="*/ 26154 h 78744"/>
                <a:gd name="csX3" fmla="*/ 21457 w 76329"/>
                <a:gd name="csY3" fmla="*/ 68711 h 78744"/>
                <a:gd name="csX4" fmla="*/ 30285 w 76329"/>
                <a:gd name="csY4" fmla="*/ 73961 h 78744"/>
                <a:gd name="csX5" fmla="*/ 32967 w 76329"/>
                <a:gd name="csY5" fmla="*/ 73961 h 78744"/>
                <a:gd name="csX6" fmla="*/ 32967 w 76329"/>
                <a:gd name="csY6" fmla="*/ 77423 h 78744"/>
                <a:gd name="csX7" fmla="*/ 16542 w 76329"/>
                <a:gd name="csY7" fmla="*/ 77090 h 78744"/>
                <a:gd name="csX8" fmla="*/ 0 w 76329"/>
                <a:gd name="csY8" fmla="*/ 77423 h 78744"/>
                <a:gd name="csX9" fmla="*/ 0 w 76329"/>
                <a:gd name="csY9" fmla="*/ 73961 h 78744"/>
                <a:gd name="csX10" fmla="*/ 2683 w 76329"/>
                <a:gd name="csY10" fmla="*/ 73961 h 78744"/>
                <a:gd name="csX11" fmla="*/ 11510 w 76329"/>
                <a:gd name="csY11" fmla="*/ 68711 h 78744"/>
                <a:gd name="csX12" fmla="*/ 11510 w 76329"/>
                <a:gd name="csY12" fmla="*/ 26603 h 78744"/>
                <a:gd name="csX13" fmla="*/ 39675 w 76329"/>
                <a:gd name="csY13" fmla="*/ -1321 h 78744"/>
                <a:gd name="csX14" fmla="*/ 64483 w 76329"/>
                <a:gd name="csY14" fmla="*/ 21799 h 78744"/>
                <a:gd name="csX15" fmla="*/ 64819 w 76329"/>
                <a:gd name="csY15" fmla="*/ 29504 h 78744"/>
                <a:gd name="csX16" fmla="*/ 64819 w 76329"/>
                <a:gd name="csY16" fmla="*/ 65250 h 78744"/>
                <a:gd name="csX17" fmla="*/ 76329 w 76329"/>
                <a:gd name="csY17" fmla="*/ 73961 h 78744"/>
                <a:gd name="csX18" fmla="*/ 76329 w 76329"/>
                <a:gd name="csY18" fmla="*/ 77423 h 78744"/>
                <a:gd name="csX19" fmla="*/ 63143 w 76329"/>
                <a:gd name="csY19" fmla="*/ 77090 h 78744"/>
                <a:gd name="csX20" fmla="*/ 49845 w 76329"/>
                <a:gd name="csY20" fmla="*/ 77423 h 78744"/>
                <a:gd name="csX21" fmla="*/ 49845 w 76329"/>
                <a:gd name="csY21" fmla="*/ 73961 h 78744"/>
                <a:gd name="csX22" fmla="*/ 61356 w 76329"/>
                <a:gd name="csY22" fmla="*/ 65695 h 78744"/>
                <a:gd name="csX23" fmla="*/ 61356 w 76329"/>
                <a:gd name="csY23" fmla="*/ 26936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76329" h="78744">
                  <a:moveTo>
                    <a:pt x="61356" y="26936"/>
                  </a:moveTo>
                  <a:cubicBezTo>
                    <a:pt x="61356" y="11076"/>
                    <a:pt x="50515" y="2141"/>
                    <a:pt x="39899" y="2141"/>
                  </a:cubicBezTo>
                  <a:cubicBezTo>
                    <a:pt x="34643" y="2141"/>
                    <a:pt x="21457" y="4933"/>
                    <a:pt x="21457" y="26154"/>
                  </a:cubicBezTo>
                  <a:lnTo>
                    <a:pt x="21457" y="68711"/>
                  </a:lnTo>
                  <a:cubicBezTo>
                    <a:pt x="21457" y="72731"/>
                    <a:pt x="21681" y="73961"/>
                    <a:pt x="30285" y="73961"/>
                  </a:cubicBezTo>
                  <a:lnTo>
                    <a:pt x="32967" y="73961"/>
                  </a:lnTo>
                  <a:lnTo>
                    <a:pt x="32967" y="77423"/>
                  </a:lnTo>
                  <a:cubicBezTo>
                    <a:pt x="29058" y="77090"/>
                    <a:pt x="20787" y="77090"/>
                    <a:pt x="16542" y="77090"/>
                  </a:cubicBezTo>
                  <a:cubicBezTo>
                    <a:pt x="12292" y="77090"/>
                    <a:pt x="3913" y="77090"/>
                    <a:pt x="0" y="77423"/>
                  </a:cubicBezTo>
                  <a:lnTo>
                    <a:pt x="0" y="73961"/>
                  </a:lnTo>
                  <a:lnTo>
                    <a:pt x="2683" y="73961"/>
                  </a:lnTo>
                  <a:cubicBezTo>
                    <a:pt x="11286" y="73961"/>
                    <a:pt x="11510" y="72731"/>
                    <a:pt x="11510" y="68711"/>
                  </a:cubicBezTo>
                  <a:lnTo>
                    <a:pt x="11510" y="26603"/>
                  </a:lnTo>
                  <a:cubicBezTo>
                    <a:pt x="11510" y="10852"/>
                    <a:pt x="24476" y="-1321"/>
                    <a:pt x="39675" y="-1321"/>
                  </a:cubicBezTo>
                  <a:cubicBezTo>
                    <a:pt x="52528" y="-1321"/>
                    <a:pt x="62582" y="9065"/>
                    <a:pt x="64483" y="21799"/>
                  </a:cubicBezTo>
                  <a:cubicBezTo>
                    <a:pt x="64819" y="24034"/>
                    <a:pt x="64819" y="25037"/>
                    <a:pt x="64819" y="29504"/>
                  </a:cubicBezTo>
                  <a:lnTo>
                    <a:pt x="64819" y="65250"/>
                  </a:lnTo>
                  <a:cubicBezTo>
                    <a:pt x="64819" y="68936"/>
                    <a:pt x="64819" y="73961"/>
                    <a:pt x="76329" y="73961"/>
                  </a:cubicBezTo>
                  <a:lnTo>
                    <a:pt x="76329" y="77423"/>
                  </a:lnTo>
                  <a:cubicBezTo>
                    <a:pt x="72308" y="77311"/>
                    <a:pt x="66944" y="77090"/>
                    <a:pt x="63143" y="77090"/>
                  </a:cubicBezTo>
                  <a:cubicBezTo>
                    <a:pt x="59231" y="77090"/>
                    <a:pt x="53867" y="77311"/>
                    <a:pt x="49845" y="77423"/>
                  </a:cubicBezTo>
                  <a:lnTo>
                    <a:pt x="49845" y="73961"/>
                  </a:lnTo>
                  <a:cubicBezTo>
                    <a:pt x="61356" y="73961"/>
                    <a:pt x="61356" y="68711"/>
                    <a:pt x="61356" y="65695"/>
                  </a:cubicBezTo>
                  <a:lnTo>
                    <a:pt x="61356" y="26936"/>
                  </a:lnTo>
                  <a:close/>
                </a:path>
              </a:pathLst>
            </a:custGeom>
            <a:solidFill>
              <a:srgbClr val="000000"/>
            </a:solidFill>
            <a:ln w="25400" cap="flat">
              <a:noFill/>
              <a:prstDash val="solid"/>
              <a:miter/>
            </a:ln>
          </p:spPr>
          <p:txBody>
            <a:bodyPr/>
            <a:lstStyle/>
            <a:p>
              <a:endParaRPr lang="en-GB"/>
            </a:p>
          </p:txBody>
        </p:sp>
        <p:sp>
          <p:nvSpPr>
            <p:cNvPr id="2424" name="Freeform: Shape 2423">
              <a:extLst>
                <a:ext uri="{FF2B5EF4-FFF2-40B4-BE49-F238E27FC236}">
                  <a16:creationId xmlns:a16="http://schemas.microsoft.com/office/drawing/2014/main" id="{5458E5F6-2BC4-FFE4-6887-87DF354BC70B}"/>
                </a:ext>
              </a:extLst>
            </p:cNvPr>
            <p:cNvSpPr/>
            <p:nvPr>
              <p:custDataLst>
                <p:tags r:id="rId119"/>
              </p:custDataLst>
            </p:nvPr>
          </p:nvSpPr>
          <p:spPr>
            <a:xfrm flipV="1">
              <a:off x="10486857" y="-4371684"/>
              <a:ext cx="13077" cy="33397"/>
            </a:xfrm>
            <a:custGeom>
              <a:avLst/>
              <a:gdLst>
                <a:gd name="csX0" fmla="*/ 13077 w 13077"/>
                <a:gd name="csY0" fmla="*/ 20355 h 33397"/>
                <a:gd name="csX1" fmla="*/ 5925 w 13077"/>
                <a:gd name="csY1" fmla="*/ 32084 h 33397"/>
                <a:gd name="csX2" fmla="*/ 0 w 13077"/>
                <a:gd name="csY2" fmla="*/ 26162 h 33397"/>
                <a:gd name="csX3" fmla="*/ 5925 w 13077"/>
                <a:gd name="csY3" fmla="*/ 20243 h 33397"/>
                <a:gd name="csX4" fmla="*/ 9834 w 13077"/>
                <a:gd name="csY4" fmla="*/ 21694 h 33397"/>
                <a:gd name="csX5" fmla="*/ 10395 w 13077"/>
                <a:gd name="csY5" fmla="*/ 22030 h 33397"/>
                <a:gd name="csX6" fmla="*/ 10620 w 13077"/>
                <a:gd name="csY6" fmla="*/ 20355 h 33397"/>
                <a:gd name="csX7" fmla="*/ 3018 w 13077"/>
                <a:gd name="csY7" fmla="*/ 1703 h 33397"/>
                <a:gd name="csX8" fmla="*/ 1788 w 13077"/>
                <a:gd name="csY8" fmla="*/ -84 h 33397"/>
                <a:gd name="csX9" fmla="*/ 2906 w 13077"/>
                <a:gd name="csY9" fmla="*/ -1314 h 33397"/>
                <a:gd name="csX10" fmla="*/ 13077 w 13077"/>
                <a:gd name="csY10" fmla="*/ 20355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55"/>
                  </a:moveTo>
                  <a:cubicBezTo>
                    <a:pt x="13077" y="27728"/>
                    <a:pt x="10283" y="32084"/>
                    <a:pt x="5925" y="32084"/>
                  </a:cubicBezTo>
                  <a:cubicBezTo>
                    <a:pt x="2237" y="32084"/>
                    <a:pt x="0" y="29291"/>
                    <a:pt x="0" y="26162"/>
                  </a:cubicBezTo>
                  <a:cubicBezTo>
                    <a:pt x="0" y="23148"/>
                    <a:pt x="2237" y="20243"/>
                    <a:pt x="5925" y="20243"/>
                  </a:cubicBezTo>
                  <a:cubicBezTo>
                    <a:pt x="7264" y="20243"/>
                    <a:pt x="8719" y="20691"/>
                    <a:pt x="9834" y="21694"/>
                  </a:cubicBezTo>
                  <a:cubicBezTo>
                    <a:pt x="10171" y="21918"/>
                    <a:pt x="10283" y="22030"/>
                    <a:pt x="10395" y="22030"/>
                  </a:cubicBezTo>
                  <a:cubicBezTo>
                    <a:pt x="10507" y="22030"/>
                    <a:pt x="10620" y="21918"/>
                    <a:pt x="10620" y="20355"/>
                  </a:cubicBezTo>
                  <a:cubicBezTo>
                    <a:pt x="10620" y="12089"/>
                    <a:pt x="6707" y="5389"/>
                    <a:pt x="3018" y="1703"/>
                  </a:cubicBezTo>
                  <a:cubicBezTo>
                    <a:pt x="1788" y="473"/>
                    <a:pt x="1788" y="248"/>
                    <a:pt x="1788" y="-84"/>
                  </a:cubicBezTo>
                  <a:cubicBezTo>
                    <a:pt x="1788" y="-869"/>
                    <a:pt x="2349" y="-1314"/>
                    <a:pt x="2906" y="-1314"/>
                  </a:cubicBezTo>
                  <a:cubicBezTo>
                    <a:pt x="4137" y="-1314"/>
                    <a:pt x="13077" y="7285"/>
                    <a:pt x="13077" y="20355"/>
                  </a:cubicBezTo>
                  <a:close/>
                </a:path>
              </a:pathLst>
            </a:custGeom>
            <a:solidFill>
              <a:srgbClr val="000000"/>
            </a:solidFill>
            <a:ln w="25400" cap="flat">
              <a:noFill/>
              <a:prstDash val="solid"/>
              <a:miter/>
            </a:ln>
          </p:spPr>
          <p:txBody>
            <a:bodyPr/>
            <a:lstStyle/>
            <a:p>
              <a:endParaRPr lang="en-GB"/>
            </a:p>
          </p:txBody>
        </p:sp>
        <p:sp>
          <p:nvSpPr>
            <p:cNvPr id="2425" name="Freeform: Shape 2424">
              <a:extLst>
                <a:ext uri="{FF2B5EF4-FFF2-40B4-BE49-F238E27FC236}">
                  <a16:creationId xmlns:a16="http://schemas.microsoft.com/office/drawing/2014/main" id="{0A8BA9FF-7801-A4F8-2E70-AD1ACCBA8F95}"/>
                </a:ext>
              </a:extLst>
            </p:cNvPr>
            <p:cNvSpPr/>
            <p:nvPr>
              <p:custDataLst>
                <p:tags r:id="rId120"/>
              </p:custDataLst>
            </p:nvPr>
          </p:nvSpPr>
          <p:spPr>
            <a:xfrm flipV="1">
              <a:off x="10530613" y="-4439818"/>
              <a:ext cx="245775" cy="82430"/>
            </a:xfrm>
            <a:custGeom>
              <a:avLst/>
              <a:gdLst>
                <a:gd name="csX0" fmla="*/ 22239 w 245775"/>
                <a:gd name="csY0" fmla="*/ 75972 h 82430"/>
                <a:gd name="csX1" fmla="*/ 18999 w 245775"/>
                <a:gd name="csY1" fmla="*/ 77423 h 82430"/>
                <a:gd name="csX2" fmla="*/ 0 w 245775"/>
                <a:gd name="csY2" fmla="*/ 77423 h 82430"/>
                <a:gd name="csX3" fmla="*/ 0 w 245775"/>
                <a:gd name="csY3" fmla="*/ 73960 h 82430"/>
                <a:gd name="csX4" fmla="*/ 3239 w 245775"/>
                <a:gd name="csY4" fmla="*/ 73960 h 82430"/>
                <a:gd name="csX5" fmla="*/ 8828 w 245775"/>
                <a:gd name="csY5" fmla="*/ 73736 h 82430"/>
                <a:gd name="csX6" fmla="*/ 11510 w 245775"/>
                <a:gd name="csY6" fmla="*/ 71167 h 82430"/>
                <a:gd name="csX7" fmla="*/ 11510 w 245775"/>
                <a:gd name="csY7" fmla="*/ 12863 h 82430"/>
                <a:gd name="csX8" fmla="*/ 0 w 245775"/>
                <a:gd name="csY8" fmla="*/ 4597 h 82430"/>
                <a:gd name="csX9" fmla="*/ 0 w 245775"/>
                <a:gd name="csY9" fmla="*/ 1135 h 82430"/>
                <a:gd name="csX10" fmla="*/ 13074 w 245775"/>
                <a:gd name="csY10" fmla="*/ 1471 h 82430"/>
                <a:gd name="csX11" fmla="*/ 26151 w 245775"/>
                <a:gd name="csY11" fmla="*/ 1135 h 82430"/>
                <a:gd name="csX12" fmla="*/ 26151 w 245775"/>
                <a:gd name="csY12" fmla="*/ 4597 h 82430"/>
                <a:gd name="csX13" fmla="*/ 14641 w 245775"/>
                <a:gd name="csY13" fmla="*/ 12863 h 82430"/>
                <a:gd name="csX14" fmla="*/ 14641 w 245775"/>
                <a:gd name="csY14" fmla="*/ 70944 h 82430"/>
                <a:gd name="csX15" fmla="*/ 15756 w 245775"/>
                <a:gd name="csY15" fmla="*/ 69605 h 82430"/>
                <a:gd name="csX16" fmla="*/ 61355 w 245775"/>
                <a:gd name="csY16" fmla="*/ 2585 h 82430"/>
                <a:gd name="csX17" fmla="*/ 63255 w 245775"/>
                <a:gd name="csY17" fmla="*/ 1135 h 82430"/>
                <a:gd name="csX18" fmla="*/ 64819 w 245775"/>
                <a:gd name="csY18" fmla="*/ 4040 h 82430"/>
                <a:gd name="csX19" fmla="*/ 64819 w 245775"/>
                <a:gd name="csY19" fmla="*/ 65694 h 82430"/>
                <a:gd name="csX20" fmla="*/ 76329 w 245775"/>
                <a:gd name="csY20" fmla="*/ 73960 h 82430"/>
                <a:gd name="csX21" fmla="*/ 76329 w 245775"/>
                <a:gd name="csY21" fmla="*/ 77423 h 82430"/>
                <a:gd name="csX22" fmla="*/ 63255 w 245775"/>
                <a:gd name="csY22" fmla="*/ 77089 h 82430"/>
                <a:gd name="csX23" fmla="*/ 50178 w 245775"/>
                <a:gd name="csY23" fmla="*/ 77423 h 82430"/>
                <a:gd name="csX24" fmla="*/ 50178 w 245775"/>
                <a:gd name="csY24" fmla="*/ 73960 h 82430"/>
                <a:gd name="csX25" fmla="*/ 61688 w 245775"/>
                <a:gd name="csY25" fmla="*/ 65694 h 82430"/>
                <a:gd name="csX26" fmla="*/ 61688 w 245775"/>
                <a:gd name="csY26" fmla="*/ 18000 h 82430"/>
                <a:gd name="csX27" fmla="*/ 22239 w 245775"/>
                <a:gd name="csY27" fmla="*/ 75972 h 82430"/>
                <a:gd name="csX28" fmla="*/ 124621 w 245775"/>
                <a:gd name="csY28" fmla="*/ 78876 h 82430"/>
                <a:gd name="csX29" fmla="*/ 122047 w 245775"/>
                <a:gd name="csY29" fmla="*/ 81109 h 82430"/>
                <a:gd name="csX30" fmla="*/ 119366 w 245775"/>
                <a:gd name="csY30" fmla="*/ 78876 h 82430"/>
                <a:gd name="csX31" fmla="*/ 96233 w 245775"/>
                <a:gd name="csY31" fmla="*/ 12081 h 82430"/>
                <a:gd name="csX32" fmla="*/ 83716 w 245775"/>
                <a:gd name="csY32" fmla="*/ 4597 h 82430"/>
                <a:gd name="csX33" fmla="*/ 83716 w 245775"/>
                <a:gd name="csY33" fmla="*/ 1135 h 82430"/>
                <a:gd name="csX34" fmla="*/ 95114 w 245775"/>
                <a:gd name="csY34" fmla="*/ 1471 h 82430"/>
                <a:gd name="csX35" fmla="*/ 107967 w 245775"/>
                <a:gd name="csY35" fmla="*/ 1135 h 82430"/>
                <a:gd name="csX36" fmla="*/ 107967 w 245775"/>
                <a:gd name="csY36" fmla="*/ 4597 h 82430"/>
                <a:gd name="csX37" fmla="*/ 99584 w 245775"/>
                <a:gd name="csY37" fmla="*/ 10294 h 82430"/>
                <a:gd name="csX38" fmla="*/ 99809 w 245775"/>
                <a:gd name="csY38" fmla="*/ 11969 h 82430"/>
                <a:gd name="csX39" fmla="*/ 104949 w 245775"/>
                <a:gd name="csY39" fmla="*/ 26602 h 82430"/>
                <a:gd name="csX40" fmla="*/ 132555 w 245775"/>
                <a:gd name="csY40" fmla="*/ 26602 h 82430"/>
                <a:gd name="csX41" fmla="*/ 138476 w 245775"/>
                <a:gd name="csY41" fmla="*/ 9513 h 82430"/>
                <a:gd name="csX42" fmla="*/ 138813 w 245775"/>
                <a:gd name="csY42" fmla="*/ 7946 h 82430"/>
                <a:gd name="csX43" fmla="*/ 129536 w 245775"/>
                <a:gd name="csY43" fmla="*/ 4597 h 82430"/>
                <a:gd name="csX44" fmla="*/ 129536 w 245775"/>
                <a:gd name="csY44" fmla="*/ 1135 h 82430"/>
                <a:gd name="csX45" fmla="*/ 145629 w 245775"/>
                <a:gd name="csY45" fmla="*/ 1471 h 82430"/>
                <a:gd name="csX46" fmla="*/ 160270 w 245775"/>
                <a:gd name="csY46" fmla="*/ 1135 h 82430"/>
                <a:gd name="csX47" fmla="*/ 160270 w 245775"/>
                <a:gd name="csY47" fmla="*/ 4597 h 82430"/>
                <a:gd name="csX48" fmla="*/ 158257 w 245775"/>
                <a:gd name="csY48" fmla="*/ 4597 h 82430"/>
                <a:gd name="csX49" fmla="*/ 148760 w 245775"/>
                <a:gd name="csY49" fmla="*/ 9065 h 82430"/>
                <a:gd name="csX50" fmla="*/ 124621 w 245775"/>
                <a:gd name="csY50" fmla="*/ 78876 h 82430"/>
                <a:gd name="csX51" fmla="*/ 118696 w 245775"/>
                <a:gd name="csY51" fmla="*/ 66367 h 82430"/>
                <a:gd name="csX52" fmla="*/ 131324 w 245775"/>
                <a:gd name="csY52" fmla="*/ 30065 h 82430"/>
                <a:gd name="csX53" fmla="*/ 106179 w 245775"/>
                <a:gd name="csY53" fmla="*/ 30065 h 82430"/>
                <a:gd name="csX54" fmla="*/ 118696 w 245775"/>
                <a:gd name="csY54" fmla="*/ 66367 h 82430"/>
                <a:gd name="csX55" fmla="*/ 189002 w 245775"/>
                <a:gd name="csY55" fmla="*/ 40563 h 82430"/>
                <a:gd name="csX56" fmla="*/ 189002 w 245775"/>
                <a:gd name="csY56" fmla="*/ 69493 h 82430"/>
                <a:gd name="csX57" fmla="*/ 191459 w 245775"/>
                <a:gd name="csY57" fmla="*/ 73736 h 82430"/>
                <a:gd name="csX58" fmla="*/ 198054 w 245775"/>
                <a:gd name="csY58" fmla="*/ 73960 h 82430"/>
                <a:gd name="csX59" fmla="*/ 220629 w 245775"/>
                <a:gd name="csY59" fmla="*/ 57319 h 82430"/>
                <a:gd name="csX60" fmla="*/ 201406 w 245775"/>
                <a:gd name="csY60" fmla="*/ 40563 h 82430"/>
                <a:gd name="csX61" fmla="*/ 189002 w 245775"/>
                <a:gd name="csY61" fmla="*/ 40563 h 82430"/>
                <a:gd name="csX62" fmla="*/ 212583 w 245775"/>
                <a:gd name="csY62" fmla="*/ 39112 h 82430"/>
                <a:gd name="csX63" fmla="*/ 232140 w 245775"/>
                <a:gd name="csY63" fmla="*/ 57319 h 82430"/>
                <a:gd name="csX64" fmla="*/ 202974 w 245775"/>
                <a:gd name="csY64" fmla="*/ 77423 h 82430"/>
                <a:gd name="csX65" fmla="*/ 167882 w 245775"/>
                <a:gd name="csY65" fmla="*/ 77423 h 82430"/>
                <a:gd name="csX66" fmla="*/ 167882 w 245775"/>
                <a:gd name="csY66" fmla="*/ 73960 h 82430"/>
                <a:gd name="csX67" fmla="*/ 170563 w 245775"/>
                <a:gd name="csY67" fmla="*/ 73960 h 82430"/>
                <a:gd name="csX68" fmla="*/ 179392 w 245775"/>
                <a:gd name="csY68" fmla="*/ 68711 h 82430"/>
                <a:gd name="csX69" fmla="*/ 179392 w 245775"/>
                <a:gd name="csY69" fmla="*/ 9846 h 82430"/>
                <a:gd name="csX70" fmla="*/ 170563 w 245775"/>
                <a:gd name="csY70" fmla="*/ 4597 h 82430"/>
                <a:gd name="csX71" fmla="*/ 167882 w 245775"/>
                <a:gd name="csY71" fmla="*/ 4597 h 82430"/>
                <a:gd name="csX72" fmla="*/ 167882 w 245775"/>
                <a:gd name="csY72" fmla="*/ 1135 h 82430"/>
                <a:gd name="csX73" fmla="*/ 184198 w 245775"/>
                <a:gd name="csY73" fmla="*/ 1471 h 82430"/>
                <a:gd name="csX74" fmla="*/ 200512 w 245775"/>
                <a:gd name="csY74" fmla="*/ 1135 h 82430"/>
                <a:gd name="csX75" fmla="*/ 200512 w 245775"/>
                <a:gd name="csY75" fmla="*/ 4597 h 82430"/>
                <a:gd name="csX76" fmla="*/ 197830 w 245775"/>
                <a:gd name="csY76" fmla="*/ 4597 h 82430"/>
                <a:gd name="csX77" fmla="*/ 189002 w 245775"/>
                <a:gd name="csY77" fmla="*/ 9846 h 82430"/>
                <a:gd name="csX78" fmla="*/ 189002 w 245775"/>
                <a:gd name="csY78" fmla="*/ 38106 h 82430"/>
                <a:gd name="csX79" fmla="*/ 201855 w 245775"/>
                <a:gd name="csY79" fmla="*/ 38106 h 82430"/>
                <a:gd name="csX80" fmla="*/ 212246 w 245775"/>
                <a:gd name="csY80" fmla="*/ 34308 h 82430"/>
                <a:gd name="csX81" fmla="*/ 216496 w 245775"/>
                <a:gd name="csY81" fmla="*/ 19342 h 82430"/>
                <a:gd name="csX82" fmla="*/ 221078 w 245775"/>
                <a:gd name="csY82" fmla="*/ 3370 h 82430"/>
                <a:gd name="csX83" fmla="*/ 235158 w 245775"/>
                <a:gd name="csY83" fmla="*/ -1322 h 82430"/>
                <a:gd name="csX84" fmla="*/ 245775 w 245775"/>
                <a:gd name="csY84" fmla="*/ 10964 h 82430"/>
                <a:gd name="csX85" fmla="*/ 244323 w 245775"/>
                <a:gd name="csY85" fmla="*/ 12863 h 82430"/>
                <a:gd name="csX86" fmla="*/ 242980 w 245775"/>
                <a:gd name="csY86" fmla="*/ 11076 h 82430"/>
                <a:gd name="csX87" fmla="*/ 235604 w 245775"/>
                <a:gd name="csY87" fmla="*/ 1135 h 82430"/>
                <a:gd name="csX88" fmla="*/ 227670 w 245775"/>
                <a:gd name="csY88" fmla="*/ 17219 h 82430"/>
                <a:gd name="csX89" fmla="*/ 226217 w 245775"/>
                <a:gd name="csY89" fmla="*/ 26154 h 82430"/>
                <a:gd name="csX90" fmla="*/ 212583 w 245775"/>
                <a:gd name="csY90" fmla="*/ 39112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Lst>
              <a:rect l="l" t="t" r="r" b="b"/>
              <a:pathLst>
                <a:path w="245775" h="82430">
                  <a:moveTo>
                    <a:pt x="22239" y="75972"/>
                  </a:moveTo>
                  <a:cubicBezTo>
                    <a:pt x="21232" y="77311"/>
                    <a:pt x="21120" y="77423"/>
                    <a:pt x="18999" y="77423"/>
                  </a:cubicBezTo>
                  <a:lnTo>
                    <a:pt x="0" y="77423"/>
                  </a:lnTo>
                  <a:lnTo>
                    <a:pt x="0" y="73960"/>
                  </a:lnTo>
                  <a:lnTo>
                    <a:pt x="3239" y="73960"/>
                  </a:lnTo>
                  <a:cubicBezTo>
                    <a:pt x="4915" y="73960"/>
                    <a:pt x="7152" y="73848"/>
                    <a:pt x="8828" y="73736"/>
                  </a:cubicBezTo>
                  <a:cubicBezTo>
                    <a:pt x="11398" y="73403"/>
                    <a:pt x="11510" y="73291"/>
                    <a:pt x="11510" y="71167"/>
                  </a:cubicBezTo>
                  <a:lnTo>
                    <a:pt x="11510" y="12863"/>
                  </a:lnTo>
                  <a:cubicBezTo>
                    <a:pt x="11510" y="9846"/>
                    <a:pt x="11510" y="4597"/>
                    <a:pt x="0" y="4597"/>
                  </a:cubicBezTo>
                  <a:lnTo>
                    <a:pt x="0" y="1135"/>
                  </a:lnTo>
                  <a:cubicBezTo>
                    <a:pt x="3912" y="1247"/>
                    <a:pt x="9385" y="1471"/>
                    <a:pt x="13074" y="1471"/>
                  </a:cubicBezTo>
                  <a:cubicBezTo>
                    <a:pt x="16762" y="1471"/>
                    <a:pt x="22239" y="1247"/>
                    <a:pt x="26151" y="1135"/>
                  </a:cubicBezTo>
                  <a:lnTo>
                    <a:pt x="26151" y="4597"/>
                  </a:lnTo>
                  <a:cubicBezTo>
                    <a:pt x="14641" y="4597"/>
                    <a:pt x="14641" y="9846"/>
                    <a:pt x="14641" y="12863"/>
                  </a:cubicBezTo>
                  <a:lnTo>
                    <a:pt x="14641" y="70944"/>
                  </a:lnTo>
                  <a:cubicBezTo>
                    <a:pt x="15198" y="70387"/>
                    <a:pt x="15311" y="70274"/>
                    <a:pt x="15756" y="69605"/>
                  </a:cubicBezTo>
                  <a:lnTo>
                    <a:pt x="61355" y="2585"/>
                  </a:lnTo>
                  <a:cubicBezTo>
                    <a:pt x="62361" y="1247"/>
                    <a:pt x="62473" y="1135"/>
                    <a:pt x="63255" y="1135"/>
                  </a:cubicBezTo>
                  <a:cubicBezTo>
                    <a:pt x="64819" y="1135"/>
                    <a:pt x="64819" y="1916"/>
                    <a:pt x="64819" y="4040"/>
                  </a:cubicBezTo>
                  <a:lnTo>
                    <a:pt x="64819" y="65694"/>
                  </a:lnTo>
                  <a:cubicBezTo>
                    <a:pt x="64819" y="68711"/>
                    <a:pt x="64819" y="73960"/>
                    <a:pt x="76329" y="73960"/>
                  </a:cubicBezTo>
                  <a:lnTo>
                    <a:pt x="76329" y="77423"/>
                  </a:lnTo>
                  <a:cubicBezTo>
                    <a:pt x="72417" y="77311"/>
                    <a:pt x="66944" y="77089"/>
                    <a:pt x="63255" y="77089"/>
                  </a:cubicBezTo>
                  <a:cubicBezTo>
                    <a:pt x="59567" y="77089"/>
                    <a:pt x="54090" y="77311"/>
                    <a:pt x="50178" y="77423"/>
                  </a:cubicBezTo>
                  <a:lnTo>
                    <a:pt x="50178" y="73960"/>
                  </a:lnTo>
                  <a:cubicBezTo>
                    <a:pt x="61688" y="73960"/>
                    <a:pt x="61688" y="68711"/>
                    <a:pt x="61688" y="65694"/>
                  </a:cubicBezTo>
                  <a:lnTo>
                    <a:pt x="61688" y="18000"/>
                  </a:lnTo>
                  <a:lnTo>
                    <a:pt x="22239" y="75972"/>
                  </a:lnTo>
                  <a:close/>
                  <a:moveTo>
                    <a:pt x="124621" y="78876"/>
                  </a:moveTo>
                  <a:cubicBezTo>
                    <a:pt x="124060" y="80327"/>
                    <a:pt x="123835" y="81109"/>
                    <a:pt x="122047" y="81109"/>
                  </a:cubicBezTo>
                  <a:cubicBezTo>
                    <a:pt x="120260" y="81109"/>
                    <a:pt x="119926" y="80440"/>
                    <a:pt x="119366" y="78876"/>
                  </a:cubicBezTo>
                  <a:lnTo>
                    <a:pt x="96233" y="12081"/>
                  </a:lnTo>
                  <a:cubicBezTo>
                    <a:pt x="94220" y="6384"/>
                    <a:pt x="89750" y="4708"/>
                    <a:pt x="83716" y="4597"/>
                  </a:cubicBezTo>
                  <a:lnTo>
                    <a:pt x="83716" y="1135"/>
                  </a:lnTo>
                  <a:cubicBezTo>
                    <a:pt x="86286" y="1247"/>
                    <a:pt x="91093" y="1471"/>
                    <a:pt x="95114" y="1471"/>
                  </a:cubicBezTo>
                  <a:cubicBezTo>
                    <a:pt x="98582" y="1471"/>
                    <a:pt x="104391" y="1247"/>
                    <a:pt x="107967" y="1135"/>
                  </a:cubicBezTo>
                  <a:lnTo>
                    <a:pt x="107967" y="4597"/>
                  </a:lnTo>
                  <a:cubicBezTo>
                    <a:pt x="102379" y="4597"/>
                    <a:pt x="99584" y="7389"/>
                    <a:pt x="99584" y="10294"/>
                  </a:cubicBezTo>
                  <a:cubicBezTo>
                    <a:pt x="99584" y="10627"/>
                    <a:pt x="99697" y="11745"/>
                    <a:pt x="99809" y="11969"/>
                  </a:cubicBezTo>
                  <a:lnTo>
                    <a:pt x="104949" y="26602"/>
                  </a:lnTo>
                  <a:lnTo>
                    <a:pt x="132555" y="26602"/>
                  </a:lnTo>
                  <a:lnTo>
                    <a:pt x="138476" y="9513"/>
                  </a:lnTo>
                  <a:cubicBezTo>
                    <a:pt x="138589" y="9065"/>
                    <a:pt x="138813" y="8395"/>
                    <a:pt x="138813" y="7946"/>
                  </a:cubicBezTo>
                  <a:cubicBezTo>
                    <a:pt x="138813" y="4597"/>
                    <a:pt x="132555" y="4597"/>
                    <a:pt x="129536" y="4597"/>
                  </a:cubicBezTo>
                  <a:lnTo>
                    <a:pt x="129536" y="1135"/>
                  </a:lnTo>
                  <a:cubicBezTo>
                    <a:pt x="133561" y="1471"/>
                    <a:pt x="141383" y="1471"/>
                    <a:pt x="145629" y="1471"/>
                  </a:cubicBezTo>
                  <a:cubicBezTo>
                    <a:pt x="150436" y="1471"/>
                    <a:pt x="155576" y="1359"/>
                    <a:pt x="160270" y="1135"/>
                  </a:cubicBezTo>
                  <a:lnTo>
                    <a:pt x="160270" y="4597"/>
                  </a:lnTo>
                  <a:lnTo>
                    <a:pt x="158257" y="4597"/>
                  </a:lnTo>
                  <a:cubicBezTo>
                    <a:pt x="151553" y="4597"/>
                    <a:pt x="149987" y="5378"/>
                    <a:pt x="148760" y="9065"/>
                  </a:cubicBezTo>
                  <a:lnTo>
                    <a:pt x="124621" y="78876"/>
                  </a:lnTo>
                  <a:close/>
                  <a:moveTo>
                    <a:pt x="118696" y="66367"/>
                  </a:moveTo>
                  <a:lnTo>
                    <a:pt x="131324" y="30065"/>
                  </a:lnTo>
                  <a:lnTo>
                    <a:pt x="106179" y="30065"/>
                  </a:lnTo>
                  <a:lnTo>
                    <a:pt x="118696" y="66367"/>
                  </a:lnTo>
                  <a:close/>
                  <a:moveTo>
                    <a:pt x="189002" y="40563"/>
                  </a:moveTo>
                  <a:lnTo>
                    <a:pt x="189002" y="69493"/>
                  </a:lnTo>
                  <a:cubicBezTo>
                    <a:pt x="189002" y="72061"/>
                    <a:pt x="189002" y="73403"/>
                    <a:pt x="191459" y="73736"/>
                  </a:cubicBezTo>
                  <a:cubicBezTo>
                    <a:pt x="192578" y="73960"/>
                    <a:pt x="195821" y="73960"/>
                    <a:pt x="198054" y="73960"/>
                  </a:cubicBezTo>
                  <a:cubicBezTo>
                    <a:pt x="208113" y="73960"/>
                    <a:pt x="220629" y="73516"/>
                    <a:pt x="220629" y="57319"/>
                  </a:cubicBezTo>
                  <a:cubicBezTo>
                    <a:pt x="220629" y="49610"/>
                    <a:pt x="217948" y="40563"/>
                    <a:pt x="201406" y="40563"/>
                  </a:cubicBezTo>
                  <a:lnTo>
                    <a:pt x="189002" y="40563"/>
                  </a:lnTo>
                  <a:close/>
                  <a:moveTo>
                    <a:pt x="212583" y="39112"/>
                  </a:moveTo>
                  <a:cubicBezTo>
                    <a:pt x="223424" y="41792"/>
                    <a:pt x="232140" y="48605"/>
                    <a:pt x="232140" y="57319"/>
                  </a:cubicBezTo>
                  <a:cubicBezTo>
                    <a:pt x="232140" y="68042"/>
                    <a:pt x="219399" y="77423"/>
                    <a:pt x="202974" y="77423"/>
                  </a:cubicBezTo>
                  <a:lnTo>
                    <a:pt x="167882" y="77423"/>
                  </a:lnTo>
                  <a:lnTo>
                    <a:pt x="167882" y="73960"/>
                  </a:lnTo>
                  <a:lnTo>
                    <a:pt x="170563" y="73960"/>
                  </a:lnTo>
                  <a:cubicBezTo>
                    <a:pt x="179167" y="73960"/>
                    <a:pt x="179392" y="72731"/>
                    <a:pt x="179392" y="68711"/>
                  </a:cubicBezTo>
                  <a:lnTo>
                    <a:pt x="179392" y="9846"/>
                  </a:lnTo>
                  <a:cubicBezTo>
                    <a:pt x="179392" y="5827"/>
                    <a:pt x="179167" y="4597"/>
                    <a:pt x="170563" y="4597"/>
                  </a:cubicBezTo>
                  <a:lnTo>
                    <a:pt x="167882" y="4597"/>
                  </a:lnTo>
                  <a:lnTo>
                    <a:pt x="167882" y="1135"/>
                  </a:lnTo>
                  <a:cubicBezTo>
                    <a:pt x="171903" y="1471"/>
                    <a:pt x="179837" y="1471"/>
                    <a:pt x="184198" y="1471"/>
                  </a:cubicBezTo>
                  <a:cubicBezTo>
                    <a:pt x="188557" y="1471"/>
                    <a:pt x="196491" y="1471"/>
                    <a:pt x="200512" y="1135"/>
                  </a:cubicBezTo>
                  <a:lnTo>
                    <a:pt x="200512" y="4597"/>
                  </a:lnTo>
                  <a:lnTo>
                    <a:pt x="197830" y="4597"/>
                  </a:lnTo>
                  <a:cubicBezTo>
                    <a:pt x="189227" y="4597"/>
                    <a:pt x="189002" y="5827"/>
                    <a:pt x="189002" y="9846"/>
                  </a:cubicBezTo>
                  <a:lnTo>
                    <a:pt x="189002" y="38106"/>
                  </a:lnTo>
                  <a:lnTo>
                    <a:pt x="201855" y="38106"/>
                  </a:lnTo>
                  <a:cubicBezTo>
                    <a:pt x="203643" y="38106"/>
                    <a:pt x="208338" y="38106"/>
                    <a:pt x="212246" y="34308"/>
                  </a:cubicBezTo>
                  <a:cubicBezTo>
                    <a:pt x="216496" y="30288"/>
                    <a:pt x="216496" y="26823"/>
                    <a:pt x="216496" y="19342"/>
                  </a:cubicBezTo>
                  <a:cubicBezTo>
                    <a:pt x="216496" y="12081"/>
                    <a:pt x="216496" y="7614"/>
                    <a:pt x="221078" y="3370"/>
                  </a:cubicBezTo>
                  <a:cubicBezTo>
                    <a:pt x="225657" y="-652"/>
                    <a:pt x="231807" y="-1322"/>
                    <a:pt x="235158" y="-1322"/>
                  </a:cubicBezTo>
                  <a:cubicBezTo>
                    <a:pt x="243875" y="-1322"/>
                    <a:pt x="245775" y="7838"/>
                    <a:pt x="245775" y="10964"/>
                  </a:cubicBezTo>
                  <a:cubicBezTo>
                    <a:pt x="245775" y="11633"/>
                    <a:pt x="245775" y="12863"/>
                    <a:pt x="244323" y="12863"/>
                  </a:cubicBezTo>
                  <a:cubicBezTo>
                    <a:pt x="243093" y="12863"/>
                    <a:pt x="243093" y="11857"/>
                    <a:pt x="242980" y="11076"/>
                  </a:cubicBezTo>
                  <a:cubicBezTo>
                    <a:pt x="242311" y="3146"/>
                    <a:pt x="238398" y="1135"/>
                    <a:pt x="235604" y="1135"/>
                  </a:cubicBezTo>
                  <a:cubicBezTo>
                    <a:pt x="230131" y="1135"/>
                    <a:pt x="229237" y="6832"/>
                    <a:pt x="227670" y="17219"/>
                  </a:cubicBezTo>
                  <a:lnTo>
                    <a:pt x="226217" y="26154"/>
                  </a:lnTo>
                  <a:cubicBezTo>
                    <a:pt x="224206" y="33303"/>
                    <a:pt x="218729" y="36989"/>
                    <a:pt x="212583" y="39112"/>
                  </a:cubicBezTo>
                  <a:close/>
                </a:path>
              </a:pathLst>
            </a:custGeom>
            <a:solidFill>
              <a:srgbClr val="000000"/>
            </a:solidFill>
            <a:ln w="25400" cap="flat">
              <a:noFill/>
              <a:prstDash val="solid"/>
              <a:miter/>
            </a:ln>
          </p:spPr>
          <p:txBody>
            <a:bodyPr/>
            <a:lstStyle/>
            <a:p>
              <a:endParaRPr lang="en-GB"/>
            </a:p>
          </p:txBody>
        </p:sp>
        <p:sp>
          <p:nvSpPr>
            <p:cNvPr id="2426" name="Freeform: Shape 2425">
              <a:extLst>
                <a:ext uri="{FF2B5EF4-FFF2-40B4-BE49-F238E27FC236}">
                  <a16:creationId xmlns:a16="http://schemas.microsoft.com/office/drawing/2014/main" id="{6A55AD95-35E2-8983-A9D2-18709B1A330F}"/>
                </a:ext>
              </a:extLst>
            </p:cNvPr>
            <p:cNvSpPr/>
            <p:nvPr>
              <p:custDataLst>
                <p:tags r:id="rId121"/>
              </p:custDataLst>
            </p:nvPr>
          </p:nvSpPr>
          <p:spPr>
            <a:xfrm flipV="1">
              <a:off x="10784914" y="-4443616"/>
              <a:ext cx="39674" cy="111696"/>
            </a:xfrm>
            <a:custGeom>
              <a:avLst/>
              <a:gdLst>
                <a:gd name="csX0" fmla="*/ 16093 w 39674"/>
                <a:gd name="csY0" fmla="*/ 13538 h 111696"/>
                <a:gd name="csX1" fmla="*/ 1006 w 39674"/>
                <a:gd name="csY1" fmla="*/ 1136 h 111696"/>
                <a:gd name="csX2" fmla="*/ 0 w 39674"/>
                <a:gd name="csY2" fmla="*/ -90 h 111696"/>
                <a:gd name="csX3" fmla="*/ 2237 w 39674"/>
                <a:gd name="csY3" fmla="*/ -1320 h 111696"/>
                <a:gd name="csX4" fmla="*/ 23582 w 39674"/>
                <a:gd name="csY4" fmla="*/ 12644 h 111696"/>
                <a:gd name="csX5" fmla="*/ 23582 w 39674"/>
                <a:gd name="csY5" fmla="*/ 38108 h 111696"/>
                <a:gd name="csX6" fmla="*/ 28052 w 39674"/>
                <a:gd name="csY6" fmla="*/ 49724 h 111696"/>
                <a:gd name="csX7" fmla="*/ 38668 w 39674"/>
                <a:gd name="csY7" fmla="*/ 53298 h 111696"/>
                <a:gd name="csX8" fmla="*/ 39674 w 39674"/>
                <a:gd name="csY8" fmla="*/ 54528 h 111696"/>
                <a:gd name="csX9" fmla="*/ 37886 w 39674"/>
                <a:gd name="csY9" fmla="*/ 55758 h 111696"/>
                <a:gd name="csX10" fmla="*/ 23918 w 39674"/>
                <a:gd name="csY10" fmla="*/ 65700 h 111696"/>
                <a:gd name="csX11" fmla="*/ 23582 w 39674"/>
                <a:gd name="csY11" fmla="*/ 71169 h 111696"/>
                <a:gd name="csX12" fmla="*/ 23582 w 39674"/>
                <a:gd name="csY12" fmla="*/ 93288 h 111696"/>
                <a:gd name="csX13" fmla="*/ 18217 w 39674"/>
                <a:gd name="csY13" fmla="*/ 105797 h 111696"/>
                <a:gd name="csX14" fmla="*/ 2237 w 39674"/>
                <a:gd name="csY14" fmla="*/ 110377 h 111696"/>
                <a:gd name="csX15" fmla="*/ 0 w 39674"/>
                <a:gd name="csY15" fmla="*/ 109147 h 111696"/>
                <a:gd name="csX16" fmla="*/ 1788 w 39674"/>
                <a:gd name="csY16" fmla="*/ 107921 h 111696"/>
                <a:gd name="csX17" fmla="*/ 15760 w 39674"/>
                <a:gd name="csY17" fmla="*/ 98200 h 111696"/>
                <a:gd name="csX18" fmla="*/ 16093 w 39674"/>
                <a:gd name="csY18" fmla="*/ 92951 h 111696"/>
                <a:gd name="csX19" fmla="*/ 16093 w 39674"/>
                <a:gd name="csY19" fmla="*/ 69495 h 111696"/>
                <a:gd name="csX20" fmla="*/ 20563 w 39674"/>
                <a:gd name="csY20" fmla="*/ 58884 h 111696"/>
                <a:gd name="csX21" fmla="*/ 29282 w 39674"/>
                <a:gd name="csY21" fmla="*/ 54528 h 111696"/>
                <a:gd name="csX22" fmla="*/ 16093 w 39674"/>
                <a:gd name="csY22" fmla="*/ 40344 h 111696"/>
                <a:gd name="csX23" fmla="*/ 16093 w 39674"/>
                <a:gd name="csY23" fmla="*/ 13538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4" h="111696">
                  <a:moveTo>
                    <a:pt x="16093" y="13538"/>
                  </a:moveTo>
                  <a:cubicBezTo>
                    <a:pt x="16093" y="9066"/>
                    <a:pt x="13186" y="1918"/>
                    <a:pt x="1006" y="1136"/>
                  </a:cubicBezTo>
                  <a:cubicBezTo>
                    <a:pt x="449" y="1024"/>
                    <a:pt x="0" y="579"/>
                    <a:pt x="0" y="-90"/>
                  </a:cubicBezTo>
                  <a:cubicBezTo>
                    <a:pt x="0" y="-1320"/>
                    <a:pt x="1231" y="-1320"/>
                    <a:pt x="2237" y="-1320"/>
                  </a:cubicBezTo>
                  <a:cubicBezTo>
                    <a:pt x="13078" y="-1320"/>
                    <a:pt x="23469" y="4153"/>
                    <a:pt x="23582" y="12644"/>
                  </a:cubicBezTo>
                  <a:lnTo>
                    <a:pt x="23582" y="38108"/>
                  </a:lnTo>
                  <a:cubicBezTo>
                    <a:pt x="23582" y="42464"/>
                    <a:pt x="23582" y="46038"/>
                    <a:pt x="28052" y="49724"/>
                  </a:cubicBezTo>
                  <a:cubicBezTo>
                    <a:pt x="31965" y="52966"/>
                    <a:pt x="36210" y="53186"/>
                    <a:pt x="38668" y="53298"/>
                  </a:cubicBezTo>
                  <a:cubicBezTo>
                    <a:pt x="39229" y="53411"/>
                    <a:pt x="39674" y="53859"/>
                    <a:pt x="39674" y="54528"/>
                  </a:cubicBezTo>
                  <a:cubicBezTo>
                    <a:pt x="39674" y="55647"/>
                    <a:pt x="39005" y="55647"/>
                    <a:pt x="37886" y="55758"/>
                  </a:cubicBezTo>
                  <a:cubicBezTo>
                    <a:pt x="30509" y="56204"/>
                    <a:pt x="25145" y="60226"/>
                    <a:pt x="23918" y="65700"/>
                  </a:cubicBezTo>
                  <a:cubicBezTo>
                    <a:pt x="23582" y="66926"/>
                    <a:pt x="23582" y="67151"/>
                    <a:pt x="23582" y="71169"/>
                  </a:cubicBezTo>
                  <a:lnTo>
                    <a:pt x="23582" y="93288"/>
                  </a:lnTo>
                  <a:cubicBezTo>
                    <a:pt x="23582" y="97979"/>
                    <a:pt x="23582" y="101554"/>
                    <a:pt x="18217" y="105797"/>
                  </a:cubicBezTo>
                  <a:cubicBezTo>
                    <a:pt x="13747" y="109259"/>
                    <a:pt x="6034" y="110377"/>
                    <a:pt x="2237" y="110377"/>
                  </a:cubicBezTo>
                  <a:cubicBezTo>
                    <a:pt x="1231" y="110377"/>
                    <a:pt x="0" y="110377"/>
                    <a:pt x="0" y="109147"/>
                  </a:cubicBezTo>
                  <a:cubicBezTo>
                    <a:pt x="0" y="108033"/>
                    <a:pt x="670" y="108033"/>
                    <a:pt x="1788" y="107921"/>
                  </a:cubicBezTo>
                  <a:cubicBezTo>
                    <a:pt x="8828" y="107472"/>
                    <a:pt x="14305" y="103898"/>
                    <a:pt x="15760" y="98200"/>
                  </a:cubicBezTo>
                  <a:cubicBezTo>
                    <a:pt x="16093" y="97198"/>
                    <a:pt x="16093" y="96974"/>
                    <a:pt x="16093" y="92951"/>
                  </a:cubicBezTo>
                  <a:lnTo>
                    <a:pt x="16093" y="69495"/>
                  </a:lnTo>
                  <a:cubicBezTo>
                    <a:pt x="16093" y="64358"/>
                    <a:pt x="16987" y="62458"/>
                    <a:pt x="20563" y="58884"/>
                  </a:cubicBezTo>
                  <a:cubicBezTo>
                    <a:pt x="22912" y="56540"/>
                    <a:pt x="26152" y="55422"/>
                    <a:pt x="29282" y="54528"/>
                  </a:cubicBezTo>
                  <a:cubicBezTo>
                    <a:pt x="20118" y="51960"/>
                    <a:pt x="16093" y="46823"/>
                    <a:pt x="16093" y="40344"/>
                  </a:cubicBezTo>
                  <a:lnTo>
                    <a:pt x="16093" y="13538"/>
                  </a:lnTo>
                  <a:close/>
                </a:path>
              </a:pathLst>
            </a:custGeom>
            <a:solidFill>
              <a:srgbClr val="000000"/>
            </a:solidFill>
            <a:ln w="25400" cap="flat">
              <a:noFill/>
              <a:prstDash val="solid"/>
              <a:miter/>
            </a:ln>
          </p:spPr>
          <p:txBody>
            <a:bodyPr/>
            <a:lstStyle/>
            <a:p>
              <a:endParaRPr lang="en-GB"/>
            </a:p>
          </p:txBody>
        </p:sp>
        <p:sp>
          <p:nvSpPr>
            <p:cNvPr id="2427" name="Freeform: Shape 2426">
              <a:extLst>
                <a:ext uri="{FF2B5EF4-FFF2-40B4-BE49-F238E27FC236}">
                  <a16:creationId xmlns:a16="http://schemas.microsoft.com/office/drawing/2014/main" id="{EEAA6918-F524-A8FE-D569-602C56F471D4}"/>
                </a:ext>
              </a:extLst>
            </p:cNvPr>
            <p:cNvSpPr/>
            <p:nvPr>
              <p:custDataLst>
                <p:tags r:id="rId122"/>
              </p:custDataLst>
            </p:nvPr>
          </p:nvSpPr>
          <p:spPr>
            <a:xfrm flipV="1">
              <a:off x="8683098" y="-4277728"/>
              <a:ext cx="269924" cy="81204"/>
            </a:xfrm>
            <a:custGeom>
              <a:avLst/>
              <a:gdLst>
                <a:gd name="csX0" fmla="*/ 74320 w 269924"/>
                <a:gd name="csY0" fmla="*/ 39029 h 81204"/>
                <a:gd name="csX1" fmla="*/ 37104 w 269924"/>
                <a:gd name="csY1" fmla="*/ 79911 h 81204"/>
                <a:gd name="csX2" fmla="*/ 0 w 269924"/>
                <a:gd name="csY2" fmla="*/ 39029 h 81204"/>
                <a:gd name="csX3" fmla="*/ 37104 w 269924"/>
                <a:gd name="csY3" fmla="*/ -1293 h 81204"/>
                <a:gd name="csX4" fmla="*/ 74320 w 269924"/>
                <a:gd name="csY4" fmla="*/ 39029 h 81204"/>
                <a:gd name="csX5" fmla="*/ 37216 w 269924"/>
                <a:gd name="csY5" fmla="*/ 1612 h 81204"/>
                <a:gd name="csX6" fmla="*/ 11510 w 269924"/>
                <a:gd name="csY6" fmla="*/ 40591 h 81204"/>
                <a:gd name="csX7" fmla="*/ 37104 w 269924"/>
                <a:gd name="csY7" fmla="*/ 77118 h 81204"/>
                <a:gd name="csX8" fmla="*/ 62807 w 269924"/>
                <a:gd name="csY8" fmla="*/ 40591 h 81204"/>
                <a:gd name="csX9" fmla="*/ 37216 w 269924"/>
                <a:gd name="csY9" fmla="*/ 1612 h 81204"/>
                <a:gd name="csX10" fmla="*/ 99252 w 269924"/>
                <a:gd name="csY10" fmla="*/ 38247 h 81204"/>
                <a:gd name="csX11" fmla="*/ 99252 w 269924"/>
                <a:gd name="csY11" fmla="*/ 50533 h 81204"/>
                <a:gd name="csX12" fmla="*/ 83720 w 269924"/>
                <a:gd name="csY12" fmla="*/ 49306 h 81204"/>
                <a:gd name="csX13" fmla="*/ 83720 w 269924"/>
                <a:gd name="csY13" fmla="*/ 45841 h 81204"/>
                <a:gd name="csX14" fmla="*/ 92436 w 269924"/>
                <a:gd name="csY14" fmla="*/ 39586 h 81204"/>
                <a:gd name="csX15" fmla="*/ 92436 w 269924"/>
                <a:gd name="csY15" fmla="*/ 9654 h 81204"/>
                <a:gd name="csX16" fmla="*/ 83720 w 269924"/>
                <a:gd name="csY16" fmla="*/ 4625 h 81204"/>
                <a:gd name="csX17" fmla="*/ 83720 w 269924"/>
                <a:gd name="csY17" fmla="*/ 1163 h 81204"/>
                <a:gd name="csX18" fmla="*/ 96457 w 269924"/>
                <a:gd name="csY18" fmla="*/ 1499 h 81204"/>
                <a:gd name="csX19" fmla="*/ 110653 w 269924"/>
                <a:gd name="csY19" fmla="*/ 1163 h 81204"/>
                <a:gd name="csX20" fmla="*/ 110653 w 269924"/>
                <a:gd name="csY20" fmla="*/ 4625 h 81204"/>
                <a:gd name="csX21" fmla="*/ 108304 w 269924"/>
                <a:gd name="csY21" fmla="*/ 4625 h 81204"/>
                <a:gd name="csX22" fmla="*/ 99813 w 269924"/>
                <a:gd name="csY22" fmla="*/ 9874 h 81204"/>
                <a:gd name="csX23" fmla="*/ 99813 w 269924"/>
                <a:gd name="csY23" fmla="*/ 27076 h 81204"/>
                <a:gd name="csX24" fmla="*/ 112999 w 269924"/>
                <a:gd name="csY24" fmla="*/ 48077 h 81204"/>
                <a:gd name="csX25" fmla="*/ 114230 w 269924"/>
                <a:gd name="csY25" fmla="*/ 47964 h 81204"/>
                <a:gd name="csX26" fmla="*/ 111660 w 269924"/>
                <a:gd name="csY26" fmla="*/ 43608 h 81204"/>
                <a:gd name="csX27" fmla="*/ 116463 w 269924"/>
                <a:gd name="csY27" fmla="*/ 38804 h 81204"/>
                <a:gd name="csX28" fmla="*/ 121269 w 269924"/>
                <a:gd name="csY28" fmla="*/ 43720 h 81204"/>
                <a:gd name="csX29" fmla="*/ 112999 w 269924"/>
                <a:gd name="csY29" fmla="*/ 50533 h 81204"/>
                <a:gd name="csX30" fmla="*/ 99252 w 269924"/>
                <a:gd name="csY30" fmla="*/ 38247 h 81204"/>
                <a:gd name="csX31" fmla="*/ 144073 w 269924"/>
                <a:gd name="csY31" fmla="*/ 50533 h 81204"/>
                <a:gd name="csX32" fmla="*/ 128426 w 269924"/>
                <a:gd name="csY32" fmla="*/ 49306 h 81204"/>
                <a:gd name="csX33" fmla="*/ 128426 w 269924"/>
                <a:gd name="csY33" fmla="*/ 45841 h 81204"/>
                <a:gd name="csX34" fmla="*/ 136695 w 269924"/>
                <a:gd name="csY34" fmla="*/ 39698 h 81204"/>
                <a:gd name="csX35" fmla="*/ 136695 w 269924"/>
                <a:gd name="csY35" fmla="*/ 9654 h 81204"/>
                <a:gd name="csX36" fmla="*/ 127980 w 269924"/>
                <a:gd name="csY36" fmla="*/ 4625 h 81204"/>
                <a:gd name="csX37" fmla="*/ 127980 w 269924"/>
                <a:gd name="csY37" fmla="*/ 1163 h 81204"/>
                <a:gd name="csX38" fmla="*/ 140272 w 269924"/>
                <a:gd name="csY38" fmla="*/ 1499 h 81204"/>
                <a:gd name="csX39" fmla="*/ 151894 w 269924"/>
                <a:gd name="csY39" fmla="*/ 1163 h 81204"/>
                <a:gd name="csX40" fmla="*/ 151894 w 269924"/>
                <a:gd name="csY40" fmla="*/ 4625 h 81204"/>
                <a:gd name="csX41" fmla="*/ 144073 w 269924"/>
                <a:gd name="csY41" fmla="*/ 9542 h 81204"/>
                <a:gd name="csX42" fmla="*/ 144073 w 269924"/>
                <a:gd name="csY42" fmla="*/ 50533 h 81204"/>
                <a:gd name="csX43" fmla="*/ 144522 w 269924"/>
                <a:gd name="csY43" fmla="*/ 69970 h 81204"/>
                <a:gd name="csX44" fmla="*/ 138596 w 269924"/>
                <a:gd name="csY44" fmla="*/ 75888 h 81204"/>
                <a:gd name="csX45" fmla="*/ 132674 w 269924"/>
                <a:gd name="csY45" fmla="*/ 69970 h 81204"/>
                <a:gd name="csX46" fmla="*/ 138596 w 269924"/>
                <a:gd name="csY46" fmla="*/ 64048 h 81204"/>
                <a:gd name="csX47" fmla="*/ 144522 w 269924"/>
                <a:gd name="csY47" fmla="*/ 69970 h 81204"/>
                <a:gd name="csX48" fmla="*/ 167545 w 269924"/>
                <a:gd name="csY48" fmla="*/ 39586 h 81204"/>
                <a:gd name="csX49" fmla="*/ 167545 w 269924"/>
                <a:gd name="csY49" fmla="*/ 9654 h 81204"/>
                <a:gd name="csX50" fmla="*/ 158829 w 269924"/>
                <a:gd name="csY50" fmla="*/ 4625 h 81204"/>
                <a:gd name="csX51" fmla="*/ 158829 w 269924"/>
                <a:gd name="csY51" fmla="*/ 1163 h 81204"/>
                <a:gd name="csX52" fmla="*/ 171457 w 269924"/>
                <a:gd name="csY52" fmla="*/ 1499 h 81204"/>
                <a:gd name="csX53" fmla="*/ 183973 w 269924"/>
                <a:gd name="csY53" fmla="*/ 1163 h 81204"/>
                <a:gd name="csX54" fmla="*/ 183973 w 269924"/>
                <a:gd name="csY54" fmla="*/ 4625 h 81204"/>
                <a:gd name="csX55" fmla="*/ 175258 w 269924"/>
                <a:gd name="csY55" fmla="*/ 9654 h 81204"/>
                <a:gd name="csX56" fmla="*/ 175258 w 269924"/>
                <a:gd name="csY56" fmla="*/ 30206 h 81204"/>
                <a:gd name="csX57" fmla="*/ 190343 w 269924"/>
                <a:gd name="csY57" fmla="*/ 48077 h 81204"/>
                <a:gd name="csX58" fmla="*/ 198614 w 269924"/>
                <a:gd name="csY58" fmla="*/ 35679 h 81204"/>
                <a:gd name="csX59" fmla="*/ 198614 w 269924"/>
                <a:gd name="csY59" fmla="*/ 9654 h 81204"/>
                <a:gd name="csX60" fmla="*/ 189899 w 269924"/>
                <a:gd name="csY60" fmla="*/ 4625 h 81204"/>
                <a:gd name="csX61" fmla="*/ 189899 w 269924"/>
                <a:gd name="csY61" fmla="*/ 1163 h 81204"/>
                <a:gd name="csX62" fmla="*/ 202527 w 269924"/>
                <a:gd name="csY62" fmla="*/ 1499 h 81204"/>
                <a:gd name="csX63" fmla="*/ 215044 w 269924"/>
                <a:gd name="csY63" fmla="*/ 1163 h 81204"/>
                <a:gd name="csX64" fmla="*/ 215044 w 269924"/>
                <a:gd name="csY64" fmla="*/ 4625 h 81204"/>
                <a:gd name="csX65" fmla="*/ 206324 w 269924"/>
                <a:gd name="csY65" fmla="*/ 7975 h 81204"/>
                <a:gd name="csX66" fmla="*/ 206324 w 269924"/>
                <a:gd name="csY66" fmla="*/ 29312 h 81204"/>
                <a:gd name="csX67" fmla="*/ 202861 w 269924"/>
                <a:gd name="csY67" fmla="*/ 46401 h 81204"/>
                <a:gd name="csX68" fmla="*/ 191125 w 269924"/>
                <a:gd name="csY68" fmla="*/ 50533 h 81204"/>
                <a:gd name="csX69" fmla="*/ 174588 w 269924"/>
                <a:gd name="csY69" fmla="*/ 38804 h 81204"/>
                <a:gd name="csX70" fmla="*/ 174588 w 269924"/>
                <a:gd name="csY70" fmla="*/ 50533 h 81204"/>
                <a:gd name="csX71" fmla="*/ 158829 w 269924"/>
                <a:gd name="csY71" fmla="*/ 49306 h 81204"/>
                <a:gd name="csX72" fmla="*/ 158829 w 269924"/>
                <a:gd name="csY72" fmla="*/ 45841 h 81204"/>
                <a:gd name="csX73" fmla="*/ 167545 w 269924"/>
                <a:gd name="csY73" fmla="*/ 39586 h 81204"/>
                <a:gd name="csX74" fmla="*/ 269925 w 269924"/>
                <a:gd name="csY74" fmla="*/ 25064 h 81204"/>
                <a:gd name="csX75" fmla="*/ 245226 w 269924"/>
                <a:gd name="csY75" fmla="*/ 51202 h 81204"/>
                <a:gd name="csX76" fmla="*/ 220416 w 269924"/>
                <a:gd name="csY76" fmla="*/ 25064 h 81204"/>
                <a:gd name="csX77" fmla="*/ 245113 w 269924"/>
                <a:gd name="csY77" fmla="*/ -67 h 81204"/>
                <a:gd name="csX78" fmla="*/ 269925 w 269924"/>
                <a:gd name="csY78" fmla="*/ 25064 h 81204"/>
                <a:gd name="csX79" fmla="*/ 245226 w 269924"/>
                <a:gd name="csY79" fmla="*/ 2726 h 81204"/>
                <a:gd name="csX80" fmla="*/ 232484 w 269924"/>
                <a:gd name="csY80" fmla="*/ 10211 h 81204"/>
                <a:gd name="csX81" fmla="*/ 229690 w 269924"/>
                <a:gd name="csY81" fmla="*/ 25958 h 81204"/>
                <a:gd name="csX82" fmla="*/ 232372 w 269924"/>
                <a:gd name="csY82" fmla="*/ 41261 h 81204"/>
                <a:gd name="csX83" fmla="*/ 245113 w 269924"/>
                <a:gd name="csY83" fmla="*/ 48745 h 81204"/>
                <a:gd name="csX84" fmla="*/ 257742 w 269924"/>
                <a:gd name="csY84" fmla="*/ 41485 h 81204"/>
                <a:gd name="csX85" fmla="*/ 260649 w 269924"/>
                <a:gd name="csY85" fmla="*/ 25958 h 81204"/>
                <a:gd name="csX86" fmla="*/ 258191 w 269924"/>
                <a:gd name="csY86" fmla="*/ 10993 h 81204"/>
                <a:gd name="csX87" fmla="*/ 245226 w 269924"/>
                <a:gd name="csY87" fmla="*/ 2726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269924" h="81204">
                  <a:moveTo>
                    <a:pt x="74320" y="39029"/>
                  </a:moveTo>
                  <a:cubicBezTo>
                    <a:pt x="74320" y="61816"/>
                    <a:pt x="57442" y="79911"/>
                    <a:pt x="37104" y="79911"/>
                  </a:cubicBezTo>
                  <a:cubicBezTo>
                    <a:pt x="17099" y="79911"/>
                    <a:pt x="0" y="62037"/>
                    <a:pt x="0" y="39029"/>
                  </a:cubicBezTo>
                  <a:cubicBezTo>
                    <a:pt x="0" y="16130"/>
                    <a:pt x="17211" y="-1293"/>
                    <a:pt x="37104" y="-1293"/>
                  </a:cubicBezTo>
                  <a:cubicBezTo>
                    <a:pt x="57442" y="-1293"/>
                    <a:pt x="74320" y="16466"/>
                    <a:pt x="74320" y="39029"/>
                  </a:cubicBezTo>
                  <a:close/>
                  <a:moveTo>
                    <a:pt x="37216" y="1612"/>
                  </a:moveTo>
                  <a:cubicBezTo>
                    <a:pt x="26488" y="1612"/>
                    <a:pt x="11510" y="11441"/>
                    <a:pt x="11510" y="40591"/>
                  </a:cubicBezTo>
                  <a:cubicBezTo>
                    <a:pt x="11510" y="69521"/>
                    <a:pt x="27827" y="77118"/>
                    <a:pt x="37104" y="77118"/>
                  </a:cubicBezTo>
                  <a:cubicBezTo>
                    <a:pt x="46826" y="77118"/>
                    <a:pt x="62807" y="69185"/>
                    <a:pt x="62807" y="40591"/>
                  </a:cubicBezTo>
                  <a:cubicBezTo>
                    <a:pt x="62807" y="10993"/>
                    <a:pt x="47496" y="1612"/>
                    <a:pt x="37216" y="1612"/>
                  </a:cubicBezTo>
                  <a:close/>
                  <a:moveTo>
                    <a:pt x="99252" y="38247"/>
                  </a:moveTo>
                  <a:lnTo>
                    <a:pt x="99252" y="50533"/>
                  </a:lnTo>
                  <a:lnTo>
                    <a:pt x="83720" y="49306"/>
                  </a:lnTo>
                  <a:lnTo>
                    <a:pt x="83720" y="45841"/>
                  </a:lnTo>
                  <a:cubicBezTo>
                    <a:pt x="91542" y="45841"/>
                    <a:pt x="92436" y="45059"/>
                    <a:pt x="92436" y="39586"/>
                  </a:cubicBezTo>
                  <a:lnTo>
                    <a:pt x="92436" y="9654"/>
                  </a:lnTo>
                  <a:cubicBezTo>
                    <a:pt x="92436" y="4625"/>
                    <a:pt x="91205" y="4625"/>
                    <a:pt x="83720" y="4625"/>
                  </a:cubicBezTo>
                  <a:lnTo>
                    <a:pt x="83720" y="1163"/>
                  </a:lnTo>
                  <a:cubicBezTo>
                    <a:pt x="88078" y="1276"/>
                    <a:pt x="93330" y="1499"/>
                    <a:pt x="96457" y="1499"/>
                  </a:cubicBezTo>
                  <a:cubicBezTo>
                    <a:pt x="100928" y="1499"/>
                    <a:pt x="106183" y="1499"/>
                    <a:pt x="110653" y="1163"/>
                  </a:cubicBezTo>
                  <a:lnTo>
                    <a:pt x="110653" y="4625"/>
                  </a:lnTo>
                  <a:lnTo>
                    <a:pt x="108304" y="4625"/>
                  </a:lnTo>
                  <a:cubicBezTo>
                    <a:pt x="100033" y="4625"/>
                    <a:pt x="99813" y="5856"/>
                    <a:pt x="99813" y="9874"/>
                  </a:cubicBezTo>
                  <a:lnTo>
                    <a:pt x="99813" y="27076"/>
                  </a:lnTo>
                  <a:cubicBezTo>
                    <a:pt x="99813" y="38135"/>
                    <a:pt x="104504" y="48077"/>
                    <a:pt x="112999" y="48077"/>
                  </a:cubicBezTo>
                  <a:cubicBezTo>
                    <a:pt x="113781" y="48077"/>
                    <a:pt x="114004" y="48077"/>
                    <a:pt x="114230" y="47964"/>
                  </a:cubicBezTo>
                  <a:cubicBezTo>
                    <a:pt x="113892" y="47852"/>
                    <a:pt x="111660" y="46513"/>
                    <a:pt x="111660" y="43608"/>
                  </a:cubicBezTo>
                  <a:cubicBezTo>
                    <a:pt x="111660" y="40479"/>
                    <a:pt x="114004" y="38804"/>
                    <a:pt x="116463" y="38804"/>
                  </a:cubicBezTo>
                  <a:cubicBezTo>
                    <a:pt x="118475" y="38804"/>
                    <a:pt x="121269" y="40147"/>
                    <a:pt x="121269" y="43720"/>
                  </a:cubicBezTo>
                  <a:cubicBezTo>
                    <a:pt x="121269" y="47295"/>
                    <a:pt x="117805" y="50533"/>
                    <a:pt x="112999" y="50533"/>
                  </a:cubicBezTo>
                  <a:cubicBezTo>
                    <a:pt x="104840" y="50533"/>
                    <a:pt x="100819" y="43048"/>
                    <a:pt x="99252" y="38247"/>
                  </a:cubicBezTo>
                  <a:close/>
                  <a:moveTo>
                    <a:pt x="144073" y="50533"/>
                  </a:moveTo>
                  <a:lnTo>
                    <a:pt x="128426" y="49306"/>
                  </a:lnTo>
                  <a:lnTo>
                    <a:pt x="128426" y="45841"/>
                  </a:lnTo>
                  <a:cubicBezTo>
                    <a:pt x="135690" y="45841"/>
                    <a:pt x="136695" y="45171"/>
                    <a:pt x="136695" y="39698"/>
                  </a:cubicBezTo>
                  <a:lnTo>
                    <a:pt x="136695" y="9654"/>
                  </a:lnTo>
                  <a:cubicBezTo>
                    <a:pt x="136695" y="4625"/>
                    <a:pt x="135469" y="4625"/>
                    <a:pt x="127980" y="4625"/>
                  </a:cubicBezTo>
                  <a:lnTo>
                    <a:pt x="127980" y="1163"/>
                  </a:lnTo>
                  <a:cubicBezTo>
                    <a:pt x="131556" y="1276"/>
                    <a:pt x="137589" y="1499"/>
                    <a:pt x="140272" y="1499"/>
                  </a:cubicBezTo>
                  <a:cubicBezTo>
                    <a:pt x="144185" y="1499"/>
                    <a:pt x="148097" y="1276"/>
                    <a:pt x="151894" y="1163"/>
                  </a:cubicBezTo>
                  <a:lnTo>
                    <a:pt x="151894" y="4625"/>
                  </a:lnTo>
                  <a:cubicBezTo>
                    <a:pt x="144522" y="4625"/>
                    <a:pt x="144073" y="5186"/>
                    <a:pt x="144073" y="9542"/>
                  </a:cubicBezTo>
                  <a:lnTo>
                    <a:pt x="144073" y="50533"/>
                  </a:lnTo>
                  <a:close/>
                  <a:moveTo>
                    <a:pt x="144522" y="69970"/>
                  </a:moveTo>
                  <a:cubicBezTo>
                    <a:pt x="144522" y="73544"/>
                    <a:pt x="141727" y="75888"/>
                    <a:pt x="138596" y="75888"/>
                  </a:cubicBezTo>
                  <a:cubicBezTo>
                    <a:pt x="135132" y="75888"/>
                    <a:pt x="132674" y="72872"/>
                    <a:pt x="132674" y="69970"/>
                  </a:cubicBezTo>
                  <a:cubicBezTo>
                    <a:pt x="132674" y="66953"/>
                    <a:pt x="135132" y="64048"/>
                    <a:pt x="138596" y="64048"/>
                  </a:cubicBezTo>
                  <a:cubicBezTo>
                    <a:pt x="141727" y="64048"/>
                    <a:pt x="144522" y="66396"/>
                    <a:pt x="144522" y="69970"/>
                  </a:cubicBezTo>
                  <a:close/>
                  <a:moveTo>
                    <a:pt x="167545" y="39586"/>
                  </a:moveTo>
                  <a:lnTo>
                    <a:pt x="167545" y="9654"/>
                  </a:lnTo>
                  <a:cubicBezTo>
                    <a:pt x="167545" y="4625"/>
                    <a:pt x="166317" y="4625"/>
                    <a:pt x="158829" y="4625"/>
                  </a:cubicBezTo>
                  <a:lnTo>
                    <a:pt x="158829" y="1163"/>
                  </a:lnTo>
                  <a:cubicBezTo>
                    <a:pt x="162741" y="1276"/>
                    <a:pt x="168438" y="1499"/>
                    <a:pt x="171457" y="1499"/>
                  </a:cubicBezTo>
                  <a:cubicBezTo>
                    <a:pt x="174364" y="1499"/>
                    <a:pt x="180173" y="1276"/>
                    <a:pt x="183973" y="1163"/>
                  </a:cubicBezTo>
                  <a:lnTo>
                    <a:pt x="183973" y="4625"/>
                  </a:lnTo>
                  <a:cubicBezTo>
                    <a:pt x="176484" y="4625"/>
                    <a:pt x="175258" y="4625"/>
                    <a:pt x="175258" y="9654"/>
                  </a:cubicBezTo>
                  <a:lnTo>
                    <a:pt x="175258" y="30206"/>
                  </a:lnTo>
                  <a:cubicBezTo>
                    <a:pt x="175258" y="41821"/>
                    <a:pt x="183191" y="48077"/>
                    <a:pt x="190343" y="48077"/>
                  </a:cubicBezTo>
                  <a:cubicBezTo>
                    <a:pt x="197383" y="48077"/>
                    <a:pt x="198614" y="42046"/>
                    <a:pt x="198614" y="35679"/>
                  </a:cubicBezTo>
                  <a:lnTo>
                    <a:pt x="198614" y="9654"/>
                  </a:lnTo>
                  <a:cubicBezTo>
                    <a:pt x="198614" y="4625"/>
                    <a:pt x="197383" y="4625"/>
                    <a:pt x="189899" y="4625"/>
                  </a:cubicBezTo>
                  <a:lnTo>
                    <a:pt x="189899" y="1163"/>
                  </a:lnTo>
                  <a:cubicBezTo>
                    <a:pt x="193808" y="1276"/>
                    <a:pt x="199508" y="1499"/>
                    <a:pt x="202527" y="1499"/>
                  </a:cubicBezTo>
                  <a:cubicBezTo>
                    <a:pt x="205430" y="1499"/>
                    <a:pt x="211244" y="1276"/>
                    <a:pt x="215044" y="1163"/>
                  </a:cubicBezTo>
                  <a:lnTo>
                    <a:pt x="215044" y="4625"/>
                  </a:lnTo>
                  <a:cubicBezTo>
                    <a:pt x="209231" y="4625"/>
                    <a:pt x="206436" y="4625"/>
                    <a:pt x="206324" y="7975"/>
                  </a:cubicBezTo>
                  <a:lnTo>
                    <a:pt x="206324" y="29312"/>
                  </a:lnTo>
                  <a:cubicBezTo>
                    <a:pt x="206324" y="38917"/>
                    <a:pt x="206324" y="42378"/>
                    <a:pt x="202861" y="46401"/>
                  </a:cubicBezTo>
                  <a:cubicBezTo>
                    <a:pt x="201297" y="48300"/>
                    <a:pt x="197608" y="50533"/>
                    <a:pt x="191125" y="50533"/>
                  </a:cubicBezTo>
                  <a:cubicBezTo>
                    <a:pt x="182967" y="50533"/>
                    <a:pt x="177715" y="45728"/>
                    <a:pt x="174588" y="38804"/>
                  </a:cubicBezTo>
                  <a:lnTo>
                    <a:pt x="174588" y="50533"/>
                  </a:lnTo>
                  <a:lnTo>
                    <a:pt x="158829" y="49306"/>
                  </a:lnTo>
                  <a:lnTo>
                    <a:pt x="158829" y="45841"/>
                  </a:lnTo>
                  <a:cubicBezTo>
                    <a:pt x="166651" y="45841"/>
                    <a:pt x="167545" y="45059"/>
                    <a:pt x="167545" y="39586"/>
                  </a:cubicBezTo>
                  <a:close/>
                  <a:moveTo>
                    <a:pt x="269925" y="25064"/>
                  </a:moveTo>
                  <a:cubicBezTo>
                    <a:pt x="269925" y="39365"/>
                    <a:pt x="258748" y="51202"/>
                    <a:pt x="245226" y="51202"/>
                  </a:cubicBezTo>
                  <a:cubicBezTo>
                    <a:pt x="231254" y="51202"/>
                    <a:pt x="220416" y="39029"/>
                    <a:pt x="220416" y="25064"/>
                  </a:cubicBezTo>
                  <a:cubicBezTo>
                    <a:pt x="220416" y="10656"/>
                    <a:pt x="232040" y="-67"/>
                    <a:pt x="245113" y="-67"/>
                  </a:cubicBezTo>
                  <a:cubicBezTo>
                    <a:pt x="258636" y="-67"/>
                    <a:pt x="269925" y="10880"/>
                    <a:pt x="269925" y="25064"/>
                  </a:cubicBezTo>
                  <a:close/>
                  <a:moveTo>
                    <a:pt x="245226" y="2726"/>
                  </a:moveTo>
                  <a:cubicBezTo>
                    <a:pt x="240418" y="2726"/>
                    <a:pt x="235503" y="5074"/>
                    <a:pt x="232484" y="10211"/>
                  </a:cubicBezTo>
                  <a:cubicBezTo>
                    <a:pt x="229690" y="15124"/>
                    <a:pt x="229690" y="21939"/>
                    <a:pt x="229690" y="25958"/>
                  </a:cubicBezTo>
                  <a:cubicBezTo>
                    <a:pt x="229690" y="30317"/>
                    <a:pt x="229690" y="36348"/>
                    <a:pt x="232372" y="41261"/>
                  </a:cubicBezTo>
                  <a:cubicBezTo>
                    <a:pt x="235391" y="46401"/>
                    <a:pt x="240643" y="48745"/>
                    <a:pt x="245113" y="48745"/>
                  </a:cubicBezTo>
                  <a:cubicBezTo>
                    <a:pt x="250032" y="48745"/>
                    <a:pt x="254835" y="46289"/>
                    <a:pt x="257742" y="41485"/>
                  </a:cubicBezTo>
                  <a:cubicBezTo>
                    <a:pt x="260649" y="36684"/>
                    <a:pt x="260649" y="30206"/>
                    <a:pt x="260649" y="25958"/>
                  </a:cubicBezTo>
                  <a:cubicBezTo>
                    <a:pt x="260649" y="21939"/>
                    <a:pt x="260649" y="15909"/>
                    <a:pt x="258191" y="10993"/>
                  </a:cubicBezTo>
                  <a:cubicBezTo>
                    <a:pt x="255729" y="5967"/>
                    <a:pt x="250814" y="2726"/>
                    <a:pt x="245226" y="2726"/>
                  </a:cubicBezTo>
                  <a:close/>
                </a:path>
              </a:pathLst>
            </a:custGeom>
            <a:solidFill>
              <a:srgbClr val="000000"/>
            </a:solidFill>
            <a:ln w="25400" cap="flat">
              <a:noFill/>
              <a:prstDash val="solid"/>
              <a:miter/>
            </a:ln>
          </p:spPr>
          <p:txBody>
            <a:bodyPr/>
            <a:lstStyle/>
            <a:p>
              <a:endParaRPr lang="en-GB"/>
            </a:p>
          </p:txBody>
        </p:sp>
        <p:sp>
          <p:nvSpPr>
            <p:cNvPr id="2428" name="Freeform: Shape 2427">
              <a:extLst>
                <a:ext uri="{FF2B5EF4-FFF2-40B4-BE49-F238E27FC236}">
                  <a16:creationId xmlns:a16="http://schemas.microsoft.com/office/drawing/2014/main" id="{7AE7028C-B429-49AF-60F1-F272BFA24EE1}"/>
                </a:ext>
              </a:extLst>
            </p:cNvPr>
            <p:cNvSpPr/>
            <p:nvPr>
              <p:custDataLst>
                <p:tags r:id="rId123"/>
              </p:custDataLst>
            </p:nvPr>
          </p:nvSpPr>
          <p:spPr>
            <a:xfrm flipV="1">
              <a:off x="8962999" y="-4248350"/>
              <a:ext cx="114895" cy="71038"/>
            </a:xfrm>
            <a:custGeom>
              <a:avLst/>
              <a:gdLst>
                <a:gd name="csX0" fmla="*/ 38668 w 114895"/>
                <a:gd name="csY0" fmla="*/ 27192 h 71038"/>
                <a:gd name="csX1" fmla="*/ 38668 w 114895"/>
                <a:gd name="csY1" fmla="*/ 7202 h 71038"/>
                <a:gd name="csX2" fmla="*/ 29952 w 114895"/>
                <a:gd name="csY2" fmla="*/ 2173 h 71038"/>
                <a:gd name="csX3" fmla="*/ 29952 w 114895"/>
                <a:gd name="csY3" fmla="*/ -1289 h 71038"/>
                <a:gd name="csX4" fmla="*/ 42469 w 114895"/>
                <a:gd name="csY4" fmla="*/ -953 h 71038"/>
                <a:gd name="csX5" fmla="*/ 55098 w 114895"/>
                <a:gd name="csY5" fmla="*/ -1289 h 71038"/>
                <a:gd name="csX6" fmla="*/ 55098 w 114895"/>
                <a:gd name="csY6" fmla="*/ 2173 h 71038"/>
                <a:gd name="csX7" fmla="*/ 46378 w 114895"/>
                <a:gd name="csY7" fmla="*/ 7202 h 71038"/>
                <a:gd name="csX8" fmla="*/ 46378 w 114895"/>
                <a:gd name="csY8" fmla="*/ 69750 h 71038"/>
                <a:gd name="csX9" fmla="*/ 43920 w 114895"/>
                <a:gd name="csY9" fmla="*/ 69750 h 71038"/>
                <a:gd name="csX10" fmla="*/ 39675 w 114895"/>
                <a:gd name="csY10" fmla="*/ 59585 h 71038"/>
                <a:gd name="csX11" fmla="*/ 24697 w 114895"/>
                <a:gd name="csY11" fmla="*/ 69750 h 71038"/>
                <a:gd name="csX12" fmla="*/ 0 w 114895"/>
                <a:gd name="csY12" fmla="*/ 44394 h 71038"/>
                <a:gd name="csX13" fmla="*/ 23803 w 114895"/>
                <a:gd name="csY13" fmla="*/ 19151 h 71038"/>
                <a:gd name="csX14" fmla="*/ 38668 w 114895"/>
                <a:gd name="csY14" fmla="*/ 27192 h 71038"/>
                <a:gd name="csX15" fmla="*/ 39001 w 114895"/>
                <a:gd name="csY15" fmla="*/ 51322 h 71038"/>
                <a:gd name="csX16" fmla="*/ 39001 w 114895"/>
                <a:gd name="csY16" fmla="*/ 35571 h 71038"/>
                <a:gd name="csX17" fmla="*/ 34532 w 114895"/>
                <a:gd name="csY17" fmla="*/ 26191 h 71038"/>
                <a:gd name="csX18" fmla="*/ 24252 w 114895"/>
                <a:gd name="csY18" fmla="*/ 21611 h 71038"/>
                <a:gd name="csX19" fmla="*/ 9274 w 114895"/>
                <a:gd name="csY19" fmla="*/ 44394 h 71038"/>
                <a:gd name="csX20" fmla="*/ 25370 w 114895"/>
                <a:gd name="csY20" fmla="*/ 66957 h 71038"/>
                <a:gd name="csX21" fmla="*/ 39001 w 114895"/>
                <a:gd name="csY21" fmla="*/ 51322 h 71038"/>
                <a:gd name="csX22" fmla="*/ 98799 w 114895"/>
                <a:gd name="csY22" fmla="*/ 29204 h 71038"/>
                <a:gd name="csX23" fmla="*/ 98799 w 114895"/>
                <a:gd name="csY23" fmla="*/ 19151 h 71038"/>
                <a:gd name="csX24" fmla="*/ 114895 w 114895"/>
                <a:gd name="csY24" fmla="*/ 20381 h 71038"/>
                <a:gd name="csX25" fmla="*/ 114895 w 114895"/>
                <a:gd name="csY25" fmla="*/ 23842 h 71038"/>
                <a:gd name="csX26" fmla="*/ 106175 w 114895"/>
                <a:gd name="csY26" fmla="*/ 30098 h 71038"/>
                <a:gd name="csX27" fmla="*/ 106175 w 114895"/>
                <a:gd name="csY27" fmla="*/ 69750 h 71038"/>
                <a:gd name="csX28" fmla="*/ 89751 w 114895"/>
                <a:gd name="csY28" fmla="*/ 68524 h 71038"/>
                <a:gd name="csX29" fmla="*/ 89751 w 114895"/>
                <a:gd name="csY29" fmla="*/ 65058 h 71038"/>
                <a:gd name="csX30" fmla="*/ 98466 w 114895"/>
                <a:gd name="csY30" fmla="*/ 58803 h 71038"/>
                <a:gd name="csX31" fmla="*/ 98466 w 114895"/>
                <a:gd name="csY31" fmla="*/ 38921 h 71038"/>
                <a:gd name="csX32" fmla="*/ 84943 w 114895"/>
                <a:gd name="csY32" fmla="*/ 21611 h 71038"/>
                <a:gd name="csX33" fmla="*/ 75109 w 114895"/>
                <a:gd name="csY33" fmla="*/ 32666 h 71038"/>
                <a:gd name="csX34" fmla="*/ 75109 w 114895"/>
                <a:gd name="csY34" fmla="*/ 69750 h 71038"/>
                <a:gd name="csX35" fmla="*/ 58680 w 114895"/>
                <a:gd name="csY35" fmla="*/ 68524 h 71038"/>
                <a:gd name="csX36" fmla="*/ 58680 w 114895"/>
                <a:gd name="csY36" fmla="*/ 65058 h 71038"/>
                <a:gd name="csX37" fmla="*/ 67396 w 114895"/>
                <a:gd name="csY37" fmla="*/ 54784 h 71038"/>
                <a:gd name="csX38" fmla="*/ 67396 w 114895"/>
                <a:gd name="csY38" fmla="*/ 38027 h 71038"/>
                <a:gd name="csX39" fmla="*/ 84382 w 114895"/>
                <a:gd name="csY39" fmla="*/ 19151 h 71038"/>
                <a:gd name="csX40" fmla="*/ 98799 w 114895"/>
                <a:gd name="csY40" fmla="*/ 29204 h 710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114895" h="71038">
                  <a:moveTo>
                    <a:pt x="38668" y="27192"/>
                  </a:moveTo>
                  <a:lnTo>
                    <a:pt x="38668" y="7202"/>
                  </a:lnTo>
                  <a:cubicBezTo>
                    <a:pt x="38668" y="2173"/>
                    <a:pt x="37437" y="2173"/>
                    <a:pt x="29952" y="2173"/>
                  </a:cubicBezTo>
                  <a:lnTo>
                    <a:pt x="29952" y="-1289"/>
                  </a:lnTo>
                  <a:cubicBezTo>
                    <a:pt x="33750" y="-1176"/>
                    <a:pt x="39562" y="-953"/>
                    <a:pt x="42469" y="-953"/>
                  </a:cubicBezTo>
                  <a:cubicBezTo>
                    <a:pt x="45484" y="-953"/>
                    <a:pt x="51185" y="-1176"/>
                    <a:pt x="55098" y="-1289"/>
                  </a:cubicBezTo>
                  <a:lnTo>
                    <a:pt x="55098" y="2173"/>
                  </a:lnTo>
                  <a:cubicBezTo>
                    <a:pt x="47609" y="2173"/>
                    <a:pt x="46378" y="2173"/>
                    <a:pt x="46378" y="7202"/>
                  </a:cubicBezTo>
                  <a:lnTo>
                    <a:pt x="46378" y="69750"/>
                  </a:lnTo>
                  <a:lnTo>
                    <a:pt x="43920" y="69750"/>
                  </a:lnTo>
                  <a:lnTo>
                    <a:pt x="39675" y="59585"/>
                  </a:lnTo>
                  <a:cubicBezTo>
                    <a:pt x="38219" y="62714"/>
                    <a:pt x="33638" y="69750"/>
                    <a:pt x="24697" y="69750"/>
                  </a:cubicBezTo>
                  <a:cubicBezTo>
                    <a:pt x="11735" y="69750"/>
                    <a:pt x="0" y="58916"/>
                    <a:pt x="0" y="44394"/>
                  </a:cubicBezTo>
                  <a:cubicBezTo>
                    <a:pt x="0" y="30434"/>
                    <a:pt x="10841" y="19151"/>
                    <a:pt x="23803" y="19151"/>
                  </a:cubicBezTo>
                  <a:cubicBezTo>
                    <a:pt x="31628" y="19151"/>
                    <a:pt x="36210" y="23955"/>
                    <a:pt x="38668" y="27192"/>
                  </a:cubicBezTo>
                  <a:close/>
                  <a:moveTo>
                    <a:pt x="39001" y="51322"/>
                  </a:moveTo>
                  <a:lnTo>
                    <a:pt x="39001" y="35571"/>
                  </a:lnTo>
                  <a:cubicBezTo>
                    <a:pt x="39001" y="31997"/>
                    <a:pt x="36992" y="28871"/>
                    <a:pt x="34532" y="26191"/>
                  </a:cubicBezTo>
                  <a:cubicBezTo>
                    <a:pt x="33080" y="24624"/>
                    <a:pt x="29503" y="21611"/>
                    <a:pt x="24252" y="21611"/>
                  </a:cubicBezTo>
                  <a:cubicBezTo>
                    <a:pt x="16093" y="21611"/>
                    <a:pt x="9274" y="31551"/>
                    <a:pt x="9274" y="44394"/>
                  </a:cubicBezTo>
                  <a:cubicBezTo>
                    <a:pt x="9274" y="57689"/>
                    <a:pt x="17099" y="66957"/>
                    <a:pt x="25370" y="66957"/>
                  </a:cubicBezTo>
                  <a:cubicBezTo>
                    <a:pt x="34311" y="66957"/>
                    <a:pt x="39001" y="57240"/>
                    <a:pt x="39001" y="51322"/>
                  </a:cubicBezTo>
                  <a:close/>
                  <a:moveTo>
                    <a:pt x="98799" y="29204"/>
                  </a:moveTo>
                  <a:lnTo>
                    <a:pt x="98799" y="19151"/>
                  </a:lnTo>
                  <a:lnTo>
                    <a:pt x="114895" y="20381"/>
                  </a:lnTo>
                  <a:lnTo>
                    <a:pt x="114895" y="23842"/>
                  </a:lnTo>
                  <a:cubicBezTo>
                    <a:pt x="107070" y="23842"/>
                    <a:pt x="106175" y="24624"/>
                    <a:pt x="106175" y="30098"/>
                  </a:cubicBezTo>
                  <a:lnTo>
                    <a:pt x="106175" y="69750"/>
                  </a:lnTo>
                  <a:lnTo>
                    <a:pt x="89751" y="68524"/>
                  </a:lnTo>
                  <a:lnTo>
                    <a:pt x="89751" y="65058"/>
                  </a:lnTo>
                  <a:cubicBezTo>
                    <a:pt x="97572" y="65058"/>
                    <a:pt x="98466" y="64276"/>
                    <a:pt x="98466" y="58803"/>
                  </a:cubicBezTo>
                  <a:lnTo>
                    <a:pt x="98466" y="38921"/>
                  </a:lnTo>
                  <a:cubicBezTo>
                    <a:pt x="98466" y="29204"/>
                    <a:pt x="93102" y="21611"/>
                    <a:pt x="84943" y="21611"/>
                  </a:cubicBezTo>
                  <a:cubicBezTo>
                    <a:pt x="75554" y="21611"/>
                    <a:pt x="75109" y="26860"/>
                    <a:pt x="75109" y="32666"/>
                  </a:cubicBezTo>
                  <a:lnTo>
                    <a:pt x="75109" y="69750"/>
                  </a:lnTo>
                  <a:lnTo>
                    <a:pt x="58680" y="68524"/>
                  </a:lnTo>
                  <a:lnTo>
                    <a:pt x="58680" y="65058"/>
                  </a:lnTo>
                  <a:cubicBezTo>
                    <a:pt x="67396" y="65058"/>
                    <a:pt x="67396" y="64725"/>
                    <a:pt x="67396" y="54784"/>
                  </a:cubicBezTo>
                  <a:lnTo>
                    <a:pt x="67396" y="38027"/>
                  </a:lnTo>
                  <a:cubicBezTo>
                    <a:pt x="67396" y="29316"/>
                    <a:pt x="67396" y="19151"/>
                    <a:pt x="84382" y="19151"/>
                  </a:cubicBezTo>
                  <a:cubicBezTo>
                    <a:pt x="90644" y="19151"/>
                    <a:pt x="95560" y="22280"/>
                    <a:pt x="98799" y="29204"/>
                  </a:cubicBezTo>
                  <a:close/>
                </a:path>
              </a:pathLst>
            </a:custGeom>
            <a:solidFill>
              <a:srgbClr val="000000"/>
            </a:solidFill>
            <a:ln w="25400" cap="flat">
              <a:noFill/>
              <a:prstDash val="solid"/>
              <a:miter/>
            </a:ln>
          </p:spPr>
          <p:txBody>
            <a:bodyPr/>
            <a:lstStyle/>
            <a:p>
              <a:endParaRPr lang="en-GB"/>
            </a:p>
          </p:txBody>
        </p:sp>
        <p:sp>
          <p:nvSpPr>
            <p:cNvPr id="2429" name="Freeform: Shape 2428">
              <a:extLst>
                <a:ext uri="{FF2B5EF4-FFF2-40B4-BE49-F238E27FC236}">
                  <a16:creationId xmlns:a16="http://schemas.microsoft.com/office/drawing/2014/main" id="{23B81B0A-F440-BA0E-C06A-659E351B23BB}"/>
                </a:ext>
              </a:extLst>
            </p:cNvPr>
            <p:cNvSpPr/>
            <p:nvPr>
              <p:custDataLst>
                <p:tags r:id="rId124"/>
              </p:custDataLst>
            </p:nvPr>
          </p:nvSpPr>
          <p:spPr>
            <a:xfrm flipV="1">
              <a:off x="9090838" y="-4276943"/>
              <a:ext cx="20786" cy="20996"/>
            </a:xfrm>
            <a:custGeom>
              <a:avLst/>
              <a:gdLst>
                <a:gd name="csX0" fmla="*/ 18887 w 20786"/>
                <a:gd name="csY0" fmla="*/ 12329 h 20996"/>
                <a:gd name="csX1" fmla="*/ 20787 w 20786"/>
                <a:gd name="csY1" fmla="*/ 15679 h 20996"/>
                <a:gd name="csX2" fmla="*/ 16765 w 20786"/>
                <a:gd name="csY2" fmla="*/ 19698 h 20996"/>
                <a:gd name="csX3" fmla="*/ 13414 w 20786"/>
                <a:gd name="csY3" fmla="*/ 17799 h 20996"/>
                <a:gd name="csX4" fmla="*/ 0 w 20786"/>
                <a:gd name="csY4" fmla="*/ 709 h 20996"/>
                <a:gd name="csX5" fmla="*/ 1900 w 20786"/>
                <a:gd name="csY5" fmla="*/ -1298 h 20996"/>
                <a:gd name="csX6" fmla="*/ 18887 w 20786"/>
                <a:gd name="csY6" fmla="*/ 12329 h 2099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0786" h="20996">
                  <a:moveTo>
                    <a:pt x="18887" y="12329"/>
                  </a:moveTo>
                  <a:cubicBezTo>
                    <a:pt x="19893" y="13110"/>
                    <a:pt x="20787" y="14337"/>
                    <a:pt x="20787" y="15679"/>
                  </a:cubicBezTo>
                  <a:cubicBezTo>
                    <a:pt x="20787" y="17690"/>
                    <a:pt x="18778" y="19698"/>
                    <a:pt x="16765" y="19698"/>
                  </a:cubicBezTo>
                  <a:cubicBezTo>
                    <a:pt x="15090" y="19698"/>
                    <a:pt x="13859" y="18472"/>
                    <a:pt x="13414" y="17799"/>
                  </a:cubicBezTo>
                  <a:lnTo>
                    <a:pt x="0" y="709"/>
                  </a:lnTo>
                  <a:lnTo>
                    <a:pt x="1900" y="-1298"/>
                  </a:lnTo>
                  <a:lnTo>
                    <a:pt x="18887" y="12329"/>
                  </a:lnTo>
                  <a:close/>
                </a:path>
              </a:pathLst>
            </a:custGeom>
            <a:solidFill>
              <a:srgbClr val="000000"/>
            </a:solidFill>
            <a:ln w="25400" cap="flat">
              <a:noFill/>
              <a:prstDash val="solid"/>
              <a:miter/>
            </a:ln>
          </p:spPr>
          <p:txBody>
            <a:bodyPr/>
            <a:lstStyle/>
            <a:p>
              <a:endParaRPr lang="en-GB"/>
            </a:p>
          </p:txBody>
        </p:sp>
        <p:sp>
          <p:nvSpPr>
            <p:cNvPr id="2430" name="Freeform: Shape 2429">
              <a:extLst>
                <a:ext uri="{FF2B5EF4-FFF2-40B4-BE49-F238E27FC236}">
                  <a16:creationId xmlns:a16="http://schemas.microsoft.com/office/drawing/2014/main" id="{100A2826-3EA8-5C41-EFA6-407AA344034D}"/>
                </a:ext>
              </a:extLst>
            </p:cNvPr>
            <p:cNvSpPr/>
            <p:nvPr>
              <p:custDataLst>
                <p:tags r:id="rId125"/>
              </p:custDataLst>
            </p:nvPr>
          </p:nvSpPr>
          <p:spPr>
            <a:xfrm flipV="1">
              <a:off x="9083903" y="-4249019"/>
              <a:ext cx="82369" cy="51268"/>
            </a:xfrm>
            <a:custGeom>
              <a:avLst/>
              <a:gdLst>
                <a:gd name="csX0" fmla="*/ 16093 w 82369"/>
                <a:gd name="csY0" fmla="*/ 49309 h 51268"/>
                <a:gd name="csX1" fmla="*/ 445 w 82369"/>
                <a:gd name="csY1" fmla="*/ 48082 h 51268"/>
                <a:gd name="csX2" fmla="*/ 445 w 82369"/>
                <a:gd name="csY2" fmla="*/ 44617 h 51268"/>
                <a:gd name="csX3" fmla="*/ 8716 w 82369"/>
                <a:gd name="csY3" fmla="*/ 38474 h 51268"/>
                <a:gd name="csX4" fmla="*/ 8716 w 82369"/>
                <a:gd name="csY4" fmla="*/ 8430 h 51268"/>
                <a:gd name="csX5" fmla="*/ 0 w 82369"/>
                <a:gd name="csY5" fmla="*/ 3401 h 51268"/>
                <a:gd name="csX6" fmla="*/ 0 w 82369"/>
                <a:gd name="csY6" fmla="*/ -61 h 51268"/>
                <a:gd name="csX7" fmla="*/ 12293 w 82369"/>
                <a:gd name="csY7" fmla="*/ 275 h 51268"/>
                <a:gd name="csX8" fmla="*/ 23915 w 82369"/>
                <a:gd name="csY8" fmla="*/ -61 h 51268"/>
                <a:gd name="csX9" fmla="*/ 23915 w 82369"/>
                <a:gd name="csY9" fmla="*/ 3401 h 51268"/>
                <a:gd name="csX10" fmla="*/ 16093 w 82369"/>
                <a:gd name="csY10" fmla="*/ 8318 h 51268"/>
                <a:gd name="csX11" fmla="*/ 16093 w 82369"/>
                <a:gd name="csY11" fmla="*/ 49309 h 51268"/>
                <a:gd name="csX12" fmla="*/ 64489 w 82369"/>
                <a:gd name="csY12" fmla="*/ 8430 h 51268"/>
                <a:gd name="csX13" fmla="*/ 73205 w 82369"/>
                <a:gd name="csY13" fmla="*/ -730 h 51268"/>
                <a:gd name="csX14" fmla="*/ 82369 w 82369"/>
                <a:gd name="csY14" fmla="*/ 9880 h 51268"/>
                <a:gd name="csX15" fmla="*/ 82369 w 82369"/>
                <a:gd name="csY15" fmla="*/ 16136 h 51268"/>
                <a:gd name="csX16" fmla="*/ 79576 w 82369"/>
                <a:gd name="csY16" fmla="*/ 16136 h 51268"/>
                <a:gd name="csX17" fmla="*/ 79576 w 82369"/>
                <a:gd name="csY17" fmla="*/ 9880 h 51268"/>
                <a:gd name="csX18" fmla="*/ 75550 w 82369"/>
                <a:gd name="csY18" fmla="*/ 2732 h 51268"/>
                <a:gd name="csX19" fmla="*/ 71417 w 82369"/>
                <a:gd name="csY19" fmla="*/ 8318 h 51268"/>
                <a:gd name="csX20" fmla="*/ 71417 w 82369"/>
                <a:gd name="csY20" fmla="*/ 30656 h 51268"/>
                <a:gd name="csX21" fmla="*/ 67392 w 82369"/>
                <a:gd name="csY21" fmla="*/ 43835 h 51268"/>
                <a:gd name="csX22" fmla="*/ 52081 w 82369"/>
                <a:gd name="csY22" fmla="*/ 49978 h 51268"/>
                <a:gd name="csX23" fmla="*/ 35207 w 82369"/>
                <a:gd name="csY23" fmla="*/ 37356 h 51268"/>
                <a:gd name="csX24" fmla="*/ 40347 w 82369"/>
                <a:gd name="csY24" fmla="*/ 32107 h 51268"/>
                <a:gd name="csX25" fmla="*/ 45489 w 82369"/>
                <a:gd name="csY25" fmla="*/ 37248 h 51268"/>
                <a:gd name="csX26" fmla="*/ 39789 w 82369"/>
                <a:gd name="csY26" fmla="*/ 42384 h 51268"/>
                <a:gd name="csX27" fmla="*/ 51861 w 82369"/>
                <a:gd name="csY27" fmla="*/ 47521 h 51268"/>
                <a:gd name="csX28" fmla="*/ 63707 w 82369"/>
                <a:gd name="csY28" fmla="*/ 33225 h 51268"/>
                <a:gd name="csX29" fmla="*/ 63707 w 82369"/>
                <a:gd name="csY29" fmla="*/ 29093 h 51268"/>
                <a:gd name="csX30" fmla="*/ 43141 w 82369"/>
                <a:gd name="csY30" fmla="*/ 25071 h 51268"/>
                <a:gd name="csX31" fmla="*/ 31967 w 82369"/>
                <a:gd name="csY31" fmla="*/ 10550 h 51268"/>
                <a:gd name="csX32" fmla="*/ 49848 w 82369"/>
                <a:gd name="csY32" fmla="*/ -1291 h 51268"/>
                <a:gd name="csX33" fmla="*/ 64489 w 82369"/>
                <a:gd name="csY33" fmla="*/ 8430 h 51268"/>
                <a:gd name="csX34" fmla="*/ 63707 w 82369"/>
                <a:gd name="csY34" fmla="*/ 26746 h 51268"/>
                <a:gd name="csX35" fmla="*/ 63707 w 82369"/>
                <a:gd name="csY35" fmla="*/ 15578 h 51268"/>
                <a:gd name="csX36" fmla="*/ 50630 w 82369"/>
                <a:gd name="csY36" fmla="*/ 1169 h 51268"/>
                <a:gd name="csX37" fmla="*/ 40571 w 82369"/>
                <a:gd name="csY37" fmla="*/ 10662 h 51268"/>
                <a:gd name="csX38" fmla="*/ 63707 w 82369"/>
                <a:gd name="csY38" fmla="*/ 26746 h 512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82369" h="51268">
                  <a:moveTo>
                    <a:pt x="16093" y="49309"/>
                  </a:moveTo>
                  <a:lnTo>
                    <a:pt x="445" y="48082"/>
                  </a:lnTo>
                  <a:lnTo>
                    <a:pt x="445" y="44617"/>
                  </a:lnTo>
                  <a:cubicBezTo>
                    <a:pt x="7710" y="44617"/>
                    <a:pt x="8716" y="43947"/>
                    <a:pt x="8716" y="38474"/>
                  </a:cubicBezTo>
                  <a:lnTo>
                    <a:pt x="8716" y="8430"/>
                  </a:lnTo>
                  <a:cubicBezTo>
                    <a:pt x="8716" y="3401"/>
                    <a:pt x="7489" y="3401"/>
                    <a:pt x="0" y="3401"/>
                  </a:cubicBezTo>
                  <a:lnTo>
                    <a:pt x="0" y="-61"/>
                  </a:lnTo>
                  <a:cubicBezTo>
                    <a:pt x="3577" y="52"/>
                    <a:pt x="9610" y="275"/>
                    <a:pt x="12293" y="275"/>
                  </a:cubicBezTo>
                  <a:cubicBezTo>
                    <a:pt x="16205" y="275"/>
                    <a:pt x="20118" y="52"/>
                    <a:pt x="23915" y="-61"/>
                  </a:cubicBezTo>
                  <a:lnTo>
                    <a:pt x="23915" y="3401"/>
                  </a:lnTo>
                  <a:cubicBezTo>
                    <a:pt x="16542" y="3401"/>
                    <a:pt x="16093" y="3962"/>
                    <a:pt x="16093" y="8318"/>
                  </a:cubicBezTo>
                  <a:lnTo>
                    <a:pt x="16093" y="49309"/>
                  </a:lnTo>
                  <a:close/>
                  <a:moveTo>
                    <a:pt x="64489" y="8430"/>
                  </a:moveTo>
                  <a:cubicBezTo>
                    <a:pt x="64935" y="3962"/>
                    <a:pt x="67953" y="-730"/>
                    <a:pt x="73205" y="-730"/>
                  </a:cubicBezTo>
                  <a:cubicBezTo>
                    <a:pt x="75550" y="-730"/>
                    <a:pt x="82369" y="833"/>
                    <a:pt x="82369" y="9880"/>
                  </a:cubicBezTo>
                  <a:lnTo>
                    <a:pt x="82369" y="16136"/>
                  </a:lnTo>
                  <a:lnTo>
                    <a:pt x="79576" y="16136"/>
                  </a:lnTo>
                  <a:lnTo>
                    <a:pt x="79576" y="9880"/>
                  </a:lnTo>
                  <a:cubicBezTo>
                    <a:pt x="79576" y="3401"/>
                    <a:pt x="76781" y="2732"/>
                    <a:pt x="75550" y="2732"/>
                  </a:cubicBezTo>
                  <a:cubicBezTo>
                    <a:pt x="71863" y="2732"/>
                    <a:pt x="71417" y="7757"/>
                    <a:pt x="71417" y="8318"/>
                  </a:cubicBezTo>
                  <a:lnTo>
                    <a:pt x="71417" y="30656"/>
                  </a:lnTo>
                  <a:cubicBezTo>
                    <a:pt x="71417" y="35349"/>
                    <a:pt x="71417" y="39704"/>
                    <a:pt x="67392" y="43835"/>
                  </a:cubicBezTo>
                  <a:cubicBezTo>
                    <a:pt x="63034" y="48191"/>
                    <a:pt x="57446" y="49978"/>
                    <a:pt x="52081" y="49978"/>
                  </a:cubicBezTo>
                  <a:cubicBezTo>
                    <a:pt x="42920" y="49978"/>
                    <a:pt x="35207" y="44729"/>
                    <a:pt x="35207" y="37356"/>
                  </a:cubicBezTo>
                  <a:cubicBezTo>
                    <a:pt x="35207" y="34007"/>
                    <a:pt x="37444" y="32107"/>
                    <a:pt x="40347" y="32107"/>
                  </a:cubicBezTo>
                  <a:cubicBezTo>
                    <a:pt x="43478" y="32107"/>
                    <a:pt x="45489" y="34343"/>
                    <a:pt x="45489" y="37248"/>
                  </a:cubicBezTo>
                  <a:cubicBezTo>
                    <a:pt x="45489" y="38586"/>
                    <a:pt x="44928" y="42273"/>
                    <a:pt x="39789" y="42384"/>
                  </a:cubicBezTo>
                  <a:cubicBezTo>
                    <a:pt x="42808" y="46291"/>
                    <a:pt x="48284" y="47521"/>
                    <a:pt x="51861" y="47521"/>
                  </a:cubicBezTo>
                  <a:cubicBezTo>
                    <a:pt x="57337" y="47521"/>
                    <a:pt x="63707" y="43166"/>
                    <a:pt x="63707" y="33225"/>
                  </a:cubicBezTo>
                  <a:lnTo>
                    <a:pt x="63707" y="29093"/>
                  </a:lnTo>
                  <a:cubicBezTo>
                    <a:pt x="58007" y="28757"/>
                    <a:pt x="50185" y="28420"/>
                    <a:pt x="43141" y="25071"/>
                  </a:cubicBezTo>
                  <a:cubicBezTo>
                    <a:pt x="34762" y="21273"/>
                    <a:pt x="31967" y="15466"/>
                    <a:pt x="31967" y="10550"/>
                  </a:cubicBezTo>
                  <a:cubicBezTo>
                    <a:pt x="31967" y="1502"/>
                    <a:pt x="42808" y="-1291"/>
                    <a:pt x="49848" y="-1291"/>
                  </a:cubicBezTo>
                  <a:cubicBezTo>
                    <a:pt x="57225" y="-1291"/>
                    <a:pt x="62364" y="3177"/>
                    <a:pt x="64489" y="8430"/>
                  </a:cubicBezTo>
                  <a:close/>
                  <a:moveTo>
                    <a:pt x="63707" y="26746"/>
                  </a:moveTo>
                  <a:lnTo>
                    <a:pt x="63707" y="15578"/>
                  </a:lnTo>
                  <a:cubicBezTo>
                    <a:pt x="63707" y="4964"/>
                    <a:pt x="55658" y="1169"/>
                    <a:pt x="50630" y="1169"/>
                  </a:cubicBezTo>
                  <a:cubicBezTo>
                    <a:pt x="45153" y="1169"/>
                    <a:pt x="40571" y="5076"/>
                    <a:pt x="40571" y="10662"/>
                  </a:cubicBezTo>
                  <a:cubicBezTo>
                    <a:pt x="40571" y="16804"/>
                    <a:pt x="45265" y="26076"/>
                    <a:pt x="63707" y="26746"/>
                  </a:cubicBezTo>
                  <a:close/>
                </a:path>
              </a:pathLst>
            </a:custGeom>
            <a:solidFill>
              <a:srgbClr val="000000"/>
            </a:solidFill>
            <a:ln w="25400" cap="flat">
              <a:noFill/>
              <a:prstDash val="solid"/>
              <a:miter/>
            </a:ln>
          </p:spPr>
          <p:txBody>
            <a:bodyPr/>
            <a:lstStyle/>
            <a:p>
              <a:endParaRPr lang="en-GB"/>
            </a:p>
          </p:txBody>
        </p:sp>
        <p:sp>
          <p:nvSpPr>
            <p:cNvPr id="2431" name="Freeform: Shape 2430">
              <a:extLst>
                <a:ext uri="{FF2B5EF4-FFF2-40B4-BE49-F238E27FC236}">
                  <a16:creationId xmlns:a16="http://schemas.microsoft.com/office/drawing/2014/main" id="{523E58B3-0166-8E79-DF66-31D461ED77B0}"/>
                </a:ext>
              </a:extLst>
            </p:cNvPr>
            <p:cNvSpPr/>
            <p:nvPr>
              <p:custDataLst>
                <p:tags r:id="rId126"/>
              </p:custDataLst>
            </p:nvPr>
          </p:nvSpPr>
          <p:spPr>
            <a:xfrm flipV="1">
              <a:off x="9282382" y="-4273705"/>
              <a:ext cx="67952" cy="75954"/>
            </a:xfrm>
            <a:custGeom>
              <a:avLst/>
              <a:gdLst>
                <a:gd name="csX0" fmla="*/ 19556 w 67952"/>
                <a:gd name="csY0" fmla="*/ 21606 h 75954"/>
                <a:gd name="csX1" fmla="*/ 31178 w 67952"/>
                <a:gd name="csY1" fmla="*/ 11329 h 75954"/>
                <a:gd name="csX2" fmla="*/ 18550 w 67952"/>
                <a:gd name="csY2" fmla="*/ 1167 h 75954"/>
                <a:gd name="csX3" fmla="*/ 3018 w 67952"/>
                <a:gd name="csY3" fmla="*/ 17027 h 75954"/>
                <a:gd name="csX4" fmla="*/ 1451 w 67952"/>
                <a:gd name="csY4" fmla="*/ 18926 h 75954"/>
                <a:gd name="csX5" fmla="*/ 0 w 67952"/>
                <a:gd name="csY5" fmla="*/ 16133 h 75954"/>
                <a:gd name="csX6" fmla="*/ 0 w 67952"/>
                <a:gd name="csY6" fmla="*/ 1388 h 75954"/>
                <a:gd name="csX7" fmla="*/ 1231 w 67952"/>
                <a:gd name="csY7" fmla="*/ -1293 h 75954"/>
                <a:gd name="csX8" fmla="*/ 4021 w 67952"/>
                <a:gd name="csY8" fmla="*/ 943 h 75954"/>
                <a:gd name="csX9" fmla="*/ 6258 w 67952"/>
                <a:gd name="csY9" fmla="*/ 3511 h 75954"/>
                <a:gd name="csX10" fmla="*/ 18550 w 67952"/>
                <a:gd name="csY10" fmla="*/ -1293 h 75954"/>
                <a:gd name="csX11" fmla="*/ 36543 w 67952"/>
                <a:gd name="csY11" fmla="*/ 14234 h 75954"/>
                <a:gd name="csX12" fmla="*/ 31851 w 67952"/>
                <a:gd name="csY12" fmla="*/ 24844 h 75954"/>
                <a:gd name="csX13" fmla="*/ 19111 w 67952"/>
                <a:gd name="csY13" fmla="*/ 30205 h 75954"/>
                <a:gd name="csX14" fmla="*/ 5364 w 67952"/>
                <a:gd name="csY14" fmla="*/ 39365 h 75954"/>
                <a:gd name="csX15" fmla="*/ 17880 w 67952"/>
                <a:gd name="csY15" fmla="*/ 47856 h 75954"/>
                <a:gd name="csX16" fmla="*/ 30957 w 67952"/>
                <a:gd name="csY16" fmla="*/ 34340 h 75954"/>
                <a:gd name="csX17" fmla="*/ 32297 w 67952"/>
                <a:gd name="csY17" fmla="*/ 33335 h 75954"/>
                <a:gd name="csX18" fmla="*/ 33749 w 67952"/>
                <a:gd name="csY18" fmla="*/ 36015 h 75954"/>
                <a:gd name="csX19" fmla="*/ 33749 w 67952"/>
                <a:gd name="csY19" fmla="*/ 47295 h 75954"/>
                <a:gd name="csX20" fmla="*/ 32521 w 67952"/>
                <a:gd name="csY20" fmla="*/ 49976 h 75954"/>
                <a:gd name="csX21" fmla="*/ 30284 w 67952"/>
                <a:gd name="csY21" fmla="*/ 48637 h 75954"/>
                <a:gd name="csX22" fmla="*/ 28385 w 67952"/>
                <a:gd name="csY22" fmla="*/ 46850 h 75954"/>
                <a:gd name="csX23" fmla="*/ 17880 w 67952"/>
                <a:gd name="csY23" fmla="*/ 49976 h 75954"/>
                <a:gd name="csX24" fmla="*/ 0 w 67952"/>
                <a:gd name="csY24" fmla="*/ 36240 h 75954"/>
                <a:gd name="csX25" fmla="*/ 4806 w 67952"/>
                <a:gd name="csY25" fmla="*/ 26744 h 75954"/>
                <a:gd name="csX26" fmla="*/ 19556 w 67952"/>
                <a:gd name="csY26" fmla="*/ 21606 h 75954"/>
                <a:gd name="csX27" fmla="*/ 60131 w 67952"/>
                <a:gd name="csY27" fmla="*/ 49307 h 75954"/>
                <a:gd name="csX28" fmla="*/ 44483 w 67952"/>
                <a:gd name="csY28" fmla="*/ 48080 h 75954"/>
                <a:gd name="csX29" fmla="*/ 44483 w 67952"/>
                <a:gd name="csY29" fmla="*/ 44615 h 75954"/>
                <a:gd name="csX30" fmla="*/ 52754 w 67952"/>
                <a:gd name="csY30" fmla="*/ 38472 h 75954"/>
                <a:gd name="csX31" fmla="*/ 52754 w 67952"/>
                <a:gd name="csY31" fmla="*/ 8428 h 75954"/>
                <a:gd name="csX32" fmla="*/ 44038 w 67952"/>
                <a:gd name="csY32" fmla="*/ 3399 h 75954"/>
                <a:gd name="csX33" fmla="*/ 44038 w 67952"/>
                <a:gd name="csY33" fmla="*/ -63 h 75954"/>
                <a:gd name="csX34" fmla="*/ 56330 w 67952"/>
                <a:gd name="csY34" fmla="*/ 273 h 75954"/>
                <a:gd name="csX35" fmla="*/ 67953 w 67952"/>
                <a:gd name="csY35" fmla="*/ -63 h 75954"/>
                <a:gd name="csX36" fmla="*/ 67953 w 67952"/>
                <a:gd name="csY36" fmla="*/ 3399 h 75954"/>
                <a:gd name="csX37" fmla="*/ 60131 w 67952"/>
                <a:gd name="csY37" fmla="*/ 8316 h 75954"/>
                <a:gd name="csX38" fmla="*/ 60131 w 67952"/>
                <a:gd name="csY38" fmla="*/ 49307 h 75954"/>
                <a:gd name="csX39" fmla="*/ 60580 w 67952"/>
                <a:gd name="csY39" fmla="*/ 68744 h 75954"/>
                <a:gd name="csX40" fmla="*/ 54655 w 67952"/>
                <a:gd name="csY40" fmla="*/ 74662 h 75954"/>
                <a:gd name="csX41" fmla="*/ 48732 w 67952"/>
                <a:gd name="csY41" fmla="*/ 68744 h 75954"/>
                <a:gd name="csX42" fmla="*/ 54655 w 67952"/>
                <a:gd name="csY42" fmla="*/ 62821 h 75954"/>
                <a:gd name="csX43" fmla="*/ 60580 w 67952"/>
                <a:gd name="csY43" fmla="*/ 68744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6" y="21606"/>
                  </a:moveTo>
                  <a:cubicBezTo>
                    <a:pt x="22014" y="21158"/>
                    <a:pt x="31178" y="19371"/>
                    <a:pt x="31178" y="11329"/>
                  </a:cubicBezTo>
                  <a:cubicBezTo>
                    <a:pt x="31178" y="5635"/>
                    <a:pt x="27270" y="1167"/>
                    <a:pt x="18550" y="1167"/>
                  </a:cubicBezTo>
                  <a:cubicBezTo>
                    <a:pt x="9164" y="1167"/>
                    <a:pt x="5140" y="7534"/>
                    <a:pt x="3018" y="17027"/>
                  </a:cubicBezTo>
                  <a:cubicBezTo>
                    <a:pt x="2681" y="18477"/>
                    <a:pt x="2569" y="18926"/>
                    <a:pt x="1451" y="18926"/>
                  </a:cubicBezTo>
                  <a:cubicBezTo>
                    <a:pt x="0" y="18926"/>
                    <a:pt x="0" y="18144"/>
                    <a:pt x="0" y="16133"/>
                  </a:cubicBezTo>
                  <a:lnTo>
                    <a:pt x="0" y="1388"/>
                  </a:lnTo>
                  <a:cubicBezTo>
                    <a:pt x="0" y="-511"/>
                    <a:pt x="0" y="-1293"/>
                    <a:pt x="1231" y="-1293"/>
                  </a:cubicBezTo>
                  <a:cubicBezTo>
                    <a:pt x="1787" y="-1293"/>
                    <a:pt x="1900" y="-1180"/>
                    <a:pt x="4021" y="943"/>
                  </a:cubicBezTo>
                  <a:cubicBezTo>
                    <a:pt x="4245" y="1167"/>
                    <a:pt x="4245" y="1388"/>
                    <a:pt x="6258" y="3511"/>
                  </a:cubicBezTo>
                  <a:cubicBezTo>
                    <a:pt x="11173" y="-1180"/>
                    <a:pt x="16204" y="-1293"/>
                    <a:pt x="18550" y="-1293"/>
                  </a:cubicBezTo>
                  <a:cubicBezTo>
                    <a:pt x="31403" y="-1293"/>
                    <a:pt x="36543" y="6192"/>
                    <a:pt x="36543" y="14234"/>
                  </a:cubicBezTo>
                  <a:cubicBezTo>
                    <a:pt x="36543" y="20156"/>
                    <a:pt x="33191" y="23506"/>
                    <a:pt x="31851" y="24844"/>
                  </a:cubicBezTo>
                  <a:cubicBezTo>
                    <a:pt x="28164" y="28418"/>
                    <a:pt x="23802" y="29312"/>
                    <a:pt x="19111" y="30205"/>
                  </a:cubicBezTo>
                  <a:cubicBezTo>
                    <a:pt x="12853" y="31436"/>
                    <a:pt x="5364" y="32886"/>
                    <a:pt x="5364" y="39365"/>
                  </a:cubicBezTo>
                  <a:cubicBezTo>
                    <a:pt x="5364" y="43276"/>
                    <a:pt x="8271" y="47856"/>
                    <a:pt x="17880" y="47856"/>
                  </a:cubicBezTo>
                  <a:cubicBezTo>
                    <a:pt x="30172" y="47856"/>
                    <a:pt x="30733" y="37803"/>
                    <a:pt x="30957" y="34340"/>
                  </a:cubicBezTo>
                  <a:cubicBezTo>
                    <a:pt x="31066" y="33335"/>
                    <a:pt x="32073" y="33335"/>
                    <a:pt x="32297" y="33335"/>
                  </a:cubicBezTo>
                  <a:cubicBezTo>
                    <a:pt x="33749" y="33335"/>
                    <a:pt x="33749" y="33892"/>
                    <a:pt x="33749" y="36015"/>
                  </a:cubicBezTo>
                  <a:lnTo>
                    <a:pt x="33749" y="47295"/>
                  </a:lnTo>
                  <a:cubicBezTo>
                    <a:pt x="33749" y="49194"/>
                    <a:pt x="33749" y="49976"/>
                    <a:pt x="32521" y="49976"/>
                  </a:cubicBezTo>
                  <a:cubicBezTo>
                    <a:pt x="31960" y="49976"/>
                    <a:pt x="31739" y="49976"/>
                    <a:pt x="30284" y="48637"/>
                  </a:cubicBezTo>
                  <a:cubicBezTo>
                    <a:pt x="29952" y="48188"/>
                    <a:pt x="28834" y="47186"/>
                    <a:pt x="28385" y="46850"/>
                  </a:cubicBezTo>
                  <a:cubicBezTo>
                    <a:pt x="24138" y="49976"/>
                    <a:pt x="19556" y="49976"/>
                    <a:pt x="17880" y="49976"/>
                  </a:cubicBezTo>
                  <a:cubicBezTo>
                    <a:pt x="4245" y="49976"/>
                    <a:pt x="0" y="42494"/>
                    <a:pt x="0" y="36240"/>
                  </a:cubicBezTo>
                  <a:cubicBezTo>
                    <a:pt x="0" y="32329"/>
                    <a:pt x="1787" y="29200"/>
                    <a:pt x="4806" y="26744"/>
                  </a:cubicBezTo>
                  <a:cubicBezTo>
                    <a:pt x="8383" y="23838"/>
                    <a:pt x="11510" y="23169"/>
                    <a:pt x="19556" y="21606"/>
                  </a:cubicBezTo>
                  <a:close/>
                  <a:moveTo>
                    <a:pt x="60131" y="49307"/>
                  </a:moveTo>
                  <a:lnTo>
                    <a:pt x="44483" y="48080"/>
                  </a:lnTo>
                  <a:lnTo>
                    <a:pt x="44483" y="44615"/>
                  </a:lnTo>
                  <a:cubicBezTo>
                    <a:pt x="51748" y="44615"/>
                    <a:pt x="52754" y="43945"/>
                    <a:pt x="52754" y="38472"/>
                  </a:cubicBezTo>
                  <a:lnTo>
                    <a:pt x="52754" y="8428"/>
                  </a:lnTo>
                  <a:cubicBezTo>
                    <a:pt x="52754" y="3399"/>
                    <a:pt x="51527" y="3399"/>
                    <a:pt x="44038" y="3399"/>
                  </a:cubicBezTo>
                  <a:lnTo>
                    <a:pt x="44038" y="-63"/>
                  </a:lnTo>
                  <a:cubicBezTo>
                    <a:pt x="47614" y="49"/>
                    <a:pt x="53648" y="273"/>
                    <a:pt x="56330" y="273"/>
                  </a:cubicBezTo>
                  <a:cubicBezTo>
                    <a:pt x="60243" y="273"/>
                    <a:pt x="64155" y="49"/>
                    <a:pt x="67953" y="-63"/>
                  </a:cubicBezTo>
                  <a:lnTo>
                    <a:pt x="67953" y="3399"/>
                  </a:lnTo>
                  <a:cubicBezTo>
                    <a:pt x="60580" y="3399"/>
                    <a:pt x="60131" y="3960"/>
                    <a:pt x="60131" y="8316"/>
                  </a:cubicBezTo>
                  <a:lnTo>
                    <a:pt x="60131" y="49307"/>
                  </a:lnTo>
                  <a:close/>
                  <a:moveTo>
                    <a:pt x="60580" y="68744"/>
                  </a:moveTo>
                  <a:cubicBezTo>
                    <a:pt x="60580" y="72318"/>
                    <a:pt x="57785" y="74662"/>
                    <a:pt x="54655" y="74662"/>
                  </a:cubicBezTo>
                  <a:cubicBezTo>
                    <a:pt x="51190" y="74662"/>
                    <a:pt x="48732" y="71645"/>
                    <a:pt x="48732" y="68744"/>
                  </a:cubicBezTo>
                  <a:cubicBezTo>
                    <a:pt x="48732" y="65727"/>
                    <a:pt x="51190" y="62821"/>
                    <a:pt x="54655" y="62821"/>
                  </a:cubicBezTo>
                  <a:cubicBezTo>
                    <a:pt x="57785" y="62821"/>
                    <a:pt x="60580" y="65170"/>
                    <a:pt x="60580" y="68744"/>
                  </a:cubicBezTo>
                  <a:close/>
                </a:path>
              </a:pathLst>
            </a:custGeom>
            <a:solidFill>
              <a:srgbClr val="000000"/>
            </a:solidFill>
            <a:ln w="25400" cap="flat">
              <a:noFill/>
              <a:prstDash val="solid"/>
              <a:miter/>
            </a:ln>
          </p:spPr>
          <p:txBody>
            <a:bodyPr/>
            <a:lstStyle/>
            <a:p>
              <a:endParaRPr lang="en-GB"/>
            </a:p>
          </p:txBody>
        </p:sp>
        <p:sp>
          <p:nvSpPr>
            <p:cNvPr id="2432" name="Freeform: Shape 2431">
              <a:extLst>
                <a:ext uri="{FF2B5EF4-FFF2-40B4-BE49-F238E27FC236}">
                  <a16:creationId xmlns:a16="http://schemas.microsoft.com/office/drawing/2014/main" id="{2C43CB8F-7B02-B7B5-EC67-C88C98F224E2}"/>
                </a:ext>
              </a:extLst>
            </p:cNvPr>
            <p:cNvSpPr/>
            <p:nvPr>
              <p:custDataLst>
                <p:tags r:id="rId127"/>
              </p:custDataLst>
            </p:nvPr>
          </p:nvSpPr>
          <p:spPr>
            <a:xfrm flipV="1">
              <a:off x="9395126" y="-4248350"/>
              <a:ext cx="55657" cy="50599"/>
            </a:xfrm>
            <a:custGeom>
              <a:avLst/>
              <a:gdLst>
                <a:gd name="csX0" fmla="*/ 34089 w 55657"/>
                <a:gd name="csY0" fmla="*/ 33673 h 50599"/>
                <a:gd name="csX1" fmla="*/ 45150 w 55657"/>
                <a:gd name="csY1" fmla="*/ 46853 h 50599"/>
                <a:gd name="csX2" fmla="*/ 50739 w 55657"/>
                <a:gd name="csY2" fmla="*/ 45398 h 50599"/>
                <a:gd name="csX3" fmla="*/ 45375 w 55657"/>
                <a:gd name="csY3" fmla="*/ 39367 h 50599"/>
                <a:gd name="csX4" fmla="*/ 49620 w 55657"/>
                <a:gd name="csY4" fmla="*/ 35460 h 50599"/>
                <a:gd name="csX5" fmla="*/ 55658 w 55657"/>
                <a:gd name="csY5" fmla="*/ 41936 h 50599"/>
                <a:gd name="csX6" fmla="*/ 45262 w 55657"/>
                <a:gd name="csY6" fmla="*/ 49309 h 50599"/>
                <a:gd name="csX7" fmla="*/ 33528 w 55657"/>
                <a:gd name="csY7" fmla="*/ 40822 h 50599"/>
                <a:gd name="csX8" fmla="*/ 21460 w 55657"/>
                <a:gd name="csY8" fmla="*/ 49309 h 50599"/>
                <a:gd name="csX9" fmla="*/ 3467 w 55657"/>
                <a:gd name="csY9" fmla="*/ 32107 h 50599"/>
                <a:gd name="csX10" fmla="*/ 4807 w 55657"/>
                <a:gd name="csY10" fmla="*/ 30992 h 50599"/>
                <a:gd name="csX11" fmla="*/ 6258 w 55657"/>
                <a:gd name="csY11" fmla="*/ 32219 h 50599"/>
                <a:gd name="csX12" fmla="*/ 21236 w 55657"/>
                <a:gd name="csY12" fmla="*/ 46853 h 50599"/>
                <a:gd name="csX13" fmla="*/ 27270 w 55657"/>
                <a:gd name="csY13" fmla="*/ 39367 h 50599"/>
                <a:gd name="csX14" fmla="*/ 21236 w 55657"/>
                <a:gd name="csY14" fmla="*/ 12786 h 50599"/>
                <a:gd name="csX15" fmla="*/ 10619 w 55657"/>
                <a:gd name="csY15" fmla="*/ 1169 h 50599"/>
                <a:gd name="csX16" fmla="*/ 5031 w 55657"/>
                <a:gd name="csY16" fmla="*/ 2620 h 50599"/>
                <a:gd name="csX17" fmla="*/ 10283 w 55657"/>
                <a:gd name="csY17" fmla="*/ 8650 h 50599"/>
                <a:gd name="csX18" fmla="*/ 6150 w 55657"/>
                <a:gd name="csY18" fmla="*/ 12561 h 50599"/>
                <a:gd name="csX19" fmla="*/ 0 w 55657"/>
                <a:gd name="csY19" fmla="*/ 6082 h 50599"/>
                <a:gd name="csX20" fmla="*/ 10507 w 55657"/>
                <a:gd name="csY20" fmla="*/ -1290 h 50599"/>
                <a:gd name="csX21" fmla="*/ 22242 w 55657"/>
                <a:gd name="csY21" fmla="*/ 7200 h 50599"/>
                <a:gd name="csX22" fmla="*/ 34310 w 55657"/>
                <a:gd name="csY22" fmla="*/ -1290 h 50599"/>
                <a:gd name="csX23" fmla="*/ 52190 w 55657"/>
                <a:gd name="csY23" fmla="*/ 15911 h 50599"/>
                <a:gd name="csX24" fmla="*/ 50851 w 55657"/>
                <a:gd name="csY24" fmla="*/ 17029 h 50599"/>
                <a:gd name="csX25" fmla="*/ 49399 w 55657"/>
                <a:gd name="csY25" fmla="*/ 15799 h 50599"/>
                <a:gd name="csX26" fmla="*/ 34534 w 55657"/>
                <a:gd name="csY26" fmla="*/ 1169 h 50599"/>
                <a:gd name="csX27" fmla="*/ 28388 w 55657"/>
                <a:gd name="csY27" fmla="*/ 8538 h 50599"/>
                <a:gd name="csX28" fmla="*/ 30288 w 55657"/>
                <a:gd name="csY28" fmla="*/ 18371 h 50599"/>
                <a:gd name="csX29" fmla="*/ 34089 w 55657"/>
                <a:gd name="csY29" fmla="*/ 33673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673"/>
                  </a:moveTo>
                  <a:cubicBezTo>
                    <a:pt x="34758" y="36575"/>
                    <a:pt x="37328" y="46853"/>
                    <a:pt x="45150" y="46853"/>
                  </a:cubicBezTo>
                  <a:cubicBezTo>
                    <a:pt x="45711" y="46853"/>
                    <a:pt x="48393" y="46853"/>
                    <a:pt x="50739" y="45398"/>
                  </a:cubicBezTo>
                  <a:cubicBezTo>
                    <a:pt x="47612" y="44841"/>
                    <a:pt x="45375" y="42048"/>
                    <a:pt x="45375" y="39367"/>
                  </a:cubicBezTo>
                  <a:cubicBezTo>
                    <a:pt x="45375" y="37580"/>
                    <a:pt x="46605" y="35460"/>
                    <a:pt x="49620" y="35460"/>
                  </a:cubicBezTo>
                  <a:cubicBezTo>
                    <a:pt x="52082" y="35460"/>
                    <a:pt x="55658" y="37468"/>
                    <a:pt x="55658" y="41936"/>
                  </a:cubicBezTo>
                  <a:cubicBezTo>
                    <a:pt x="55658" y="47746"/>
                    <a:pt x="49063" y="49309"/>
                    <a:pt x="45262" y="49309"/>
                  </a:cubicBezTo>
                  <a:cubicBezTo>
                    <a:pt x="38780" y="49309"/>
                    <a:pt x="34871" y="43390"/>
                    <a:pt x="33528" y="40822"/>
                  </a:cubicBezTo>
                  <a:cubicBezTo>
                    <a:pt x="30734" y="48191"/>
                    <a:pt x="24700" y="49309"/>
                    <a:pt x="21460" y="49309"/>
                  </a:cubicBezTo>
                  <a:cubicBezTo>
                    <a:pt x="9834" y="49309"/>
                    <a:pt x="3467" y="34900"/>
                    <a:pt x="3467" y="32107"/>
                  </a:cubicBezTo>
                  <a:cubicBezTo>
                    <a:pt x="3467" y="30992"/>
                    <a:pt x="4582" y="30992"/>
                    <a:pt x="4807" y="30992"/>
                  </a:cubicBezTo>
                  <a:cubicBezTo>
                    <a:pt x="5701" y="30992"/>
                    <a:pt x="6037" y="31214"/>
                    <a:pt x="6258" y="32219"/>
                  </a:cubicBezTo>
                  <a:cubicBezTo>
                    <a:pt x="10059" y="44060"/>
                    <a:pt x="17435" y="46853"/>
                    <a:pt x="21236" y="46853"/>
                  </a:cubicBezTo>
                  <a:cubicBezTo>
                    <a:pt x="23357" y="46853"/>
                    <a:pt x="27270" y="45847"/>
                    <a:pt x="27270" y="39367"/>
                  </a:cubicBezTo>
                  <a:cubicBezTo>
                    <a:pt x="27270" y="35906"/>
                    <a:pt x="25369" y="28421"/>
                    <a:pt x="21236" y="12786"/>
                  </a:cubicBezTo>
                  <a:cubicBezTo>
                    <a:pt x="19448" y="5858"/>
                    <a:pt x="15535" y="1169"/>
                    <a:pt x="10619" y="1169"/>
                  </a:cubicBezTo>
                  <a:cubicBezTo>
                    <a:pt x="9946" y="1169"/>
                    <a:pt x="7377" y="1169"/>
                    <a:pt x="5031" y="2620"/>
                  </a:cubicBezTo>
                  <a:cubicBezTo>
                    <a:pt x="7825" y="3177"/>
                    <a:pt x="10283" y="5525"/>
                    <a:pt x="10283" y="8650"/>
                  </a:cubicBezTo>
                  <a:cubicBezTo>
                    <a:pt x="10283" y="11668"/>
                    <a:pt x="7825" y="12561"/>
                    <a:pt x="6150" y="12561"/>
                  </a:cubicBezTo>
                  <a:cubicBezTo>
                    <a:pt x="2794" y="12561"/>
                    <a:pt x="0" y="9656"/>
                    <a:pt x="0" y="6082"/>
                  </a:cubicBezTo>
                  <a:cubicBezTo>
                    <a:pt x="0" y="945"/>
                    <a:pt x="5588" y="-1290"/>
                    <a:pt x="10507" y="-1290"/>
                  </a:cubicBezTo>
                  <a:cubicBezTo>
                    <a:pt x="17884" y="-1290"/>
                    <a:pt x="21905" y="6531"/>
                    <a:pt x="22242" y="7200"/>
                  </a:cubicBezTo>
                  <a:cubicBezTo>
                    <a:pt x="23581" y="3068"/>
                    <a:pt x="27606" y="-1290"/>
                    <a:pt x="34310" y="-1290"/>
                  </a:cubicBezTo>
                  <a:cubicBezTo>
                    <a:pt x="45824" y="-1290"/>
                    <a:pt x="52190" y="13118"/>
                    <a:pt x="52190" y="15911"/>
                  </a:cubicBezTo>
                  <a:cubicBezTo>
                    <a:pt x="52190" y="17029"/>
                    <a:pt x="51188" y="17029"/>
                    <a:pt x="50851" y="17029"/>
                  </a:cubicBezTo>
                  <a:cubicBezTo>
                    <a:pt x="49845" y="17029"/>
                    <a:pt x="49620" y="16584"/>
                    <a:pt x="49399" y="15799"/>
                  </a:cubicBezTo>
                  <a:cubicBezTo>
                    <a:pt x="45711" y="3850"/>
                    <a:pt x="38110" y="1169"/>
                    <a:pt x="34534" y="1169"/>
                  </a:cubicBezTo>
                  <a:cubicBezTo>
                    <a:pt x="30176" y="1169"/>
                    <a:pt x="28388" y="4743"/>
                    <a:pt x="28388" y="8538"/>
                  </a:cubicBezTo>
                  <a:cubicBezTo>
                    <a:pt x="28388" y="10999"/>
                    <a:pt x="29058" y="13455"/>
                    <a:pt x="30288" y="18371"/>
                  </a:cubicBezTo>
                  <a:lnTo>
                    <a:pt x="34089" y="33673"/>
                  </a:lnTo>
                  <a:close/>
                </a:path>
              </a:pathLst>
            </a:custGeom>
            <a:solidFill>
              <a:srgbClr val="000000"/>
            </a:solidFill>
            <a:ln w="25400" cap="flat">
              <a:noFill/>
              <a:prstDash val="solid"/>
              <a:miter/>
            </a:ln>
          </p:spPr>
          <p:txBody>
            <a:bodyPr/>
            <a:lstStyle/>
            <a:p>
              <a:endParaRPr lang="en-GB"/>
            </a:p>
          </p:txBody>
        </p:sp>
        <p:sp>
          <p:nvSpPr>
            <p:cNvPr id="2433" name="Freeform: Shape 2432">
              <a:extLst>
                <a:ext uri="{FF2B5EF4-FFF2-40B4-BE49-F238E27FC236}">
                  <a16:creationId xmlns:a16="http://schemas.microsoft.com/office/drawing/2014/main" id="{749A6B47-9D8C-2FD4-603E-FECBE8BF3832}"/>
                </a:ext>
              </a:extLst>
            </p:cNvPr>
            <p:cNvSpPr/>
            <p:nvPr>
              <p:custDataLst>
                <p:tags r:id="rId128"/>
              </p:custDataLst>
            </p:nvPr>
          </p:nvSpPr>
          <p:spPr>
            <a:xfrm flipV="1">
              <a:off x="9496089" y="-4259296"/>
              <a:ext cx="55878" cy="64783"/>
            </a:xfrm>
            <a:custGeom>
              <a:avLst/>
              <a:gdLst>
                <a:gd name="csX0" fmla="*/ 51966 w 55878"/>
                <a:gd name="csY0" fmla="*/ 28865 h 64783"/>
                <a:gd name="csX1" fmla="*/ 55879 w 55878"/>
                <a:gd name="csY1" fmla="*/ 31101 h 64783"/>
                <a:gd name="csX2" fmla="*/ 51966 w 55878"/>
                <a:gd name="csY2" fmla="*/ 33333 h 64783"/>
                <a:gd name="csX3" fmla="*/ 4582 w 55878"/>
                <a:gd name="csY3" fmla="*/ 33333 h 64783"/>
                <a:gd name="csX4" fmla="*/ 34531 w 55878"/>
                <a:gd name="csY4" fmla="*/ 59025 h 64783"/>
                <a:gd name="csX5" fmla="*/ 51966 w 55878"/>
                <a:gd name="csY5" fmla="*/ 59025 h 64783"/>
                <a:gd name="csX6" fmla="*/ 55879 w 55878"/>
                <a:gd name="csY6" fmla="*/ 61257 h 64783"/>
                <a:gd name="csX7" fmla="*/ 51966 w 55878"/>
                <a:gd name="csY7" fmla="*/ 63492 h 64783"/>
                <a:gd name="csX8" fmla="*/ 34310 w 55878"/>
                <a:gd name="csY8" fmla="*/ 63492 h 64783"/>
                <a:gd name="csX9" fmla="*/ 0 w 55878"/>
                <a:gd name="csY9" fmla="*/ 31101 h 64783"/>
                <a:gd name="csX10" fmla="*/ 34310 w 55878"/>
                <a:gd name="csY10" fmla="*/ -1291 h 64783"/>
                <a:gd name="csX11" fmla="*/ 51966 w 55878"/>
                <a:gd name="csY11" fmla="*/ -1291 h 64783"/>
                <a:gd name="csX12" fmla="*/ 55879 w 55878"/>
                <a:gd name="csY12" fmla="*/ 941 h 64783"/>
                <a:gd name="csX13" fmla="*/ 51966 w 55878"/>
                <a:gd name="csY13" fmla="*/ 3177 h 64783"/>
                <a:gd name="csX14" fmla="*/ 34531 w 55878"/>
                <a:gd name="csY14" fmla="*/ 3177 h 64783"/>
                <a:gd name="csX15" fmla="*/ 4582 w 55878"/>
                <a:gd name="csY15" fmla="*/ 28865 h 64783"/>
                <a:gd name="csX16" fmla="*/ 51966 w 55878"/>
                <a:gd name="csY16" fmla="*/ 28865 h 647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5878" h="64783">
                  <a:moveTo>
                    <a:pt x="51966" y="28865"/>
                  </a:moveTo>
                  <a:cubicBezTo>
                    <a:pt x="53866" y="28865"/>
                    <a:pt x="55879" y="28865"/>
                    <a:pt x="55879" y="31101"/>
                  </a:cubicBezTo>
                  <a:cubicBezTo>
                    <a:pt x="55879" y="33333"/>
                    <a:pt x="53866" y="33333"/>
                    <a:pt x="51966" y="33333"/>
                  </a:cubicBezTo>
                  <a:lnTo>
                    <a:pt x="4582" y="33333"/>
                  </a:lnTo>
                  <a:cubicBezTo>
                    <a:pt x="5922" y="48302"/>
                    <a:pt x="18775" y="59025"/>
                    <a:pt x="34531" y="59025"/>
                  </a:cubicBezTo>
                  <a:lnTo>
                    <a:pt x="51966" y="59025"/>
                  </a:lnTo>
                  <a:cubicBezTo>
                    <a:pt x="53866" y="59025"/>
                    <a:pt x="55879" y="59025"/>
                    <a:pt x="55879" y="61257"/>
                  </a:cubicBezTo>
                  <a:cubicBezTo>
                    <a:pt x="55879" y="63492"/>
                    <a:pt x="53866" y="63492"/>
                    <a:pt x="51966" y="63492"/>
                  </a:cubicBezTo>
                  <a:lnTo>
                    <a:pt x="34310" y="63492"/>
                  </a:lnTo>
                  <a:cubicBezTo>
                    <a:pt x="15198" y="63492"/>
                    <a:pt x="0" y="48972"/>
                    <a:pt x="0" y="31101"/>
                  </a:cubicBezTo>
                  <a:cubicBezTo>
                    <a:pt x="0" y="13230"/>
                    <a:pt x="15198" y="-1291"/>
                    <a:pt x="34310" y="-1291"/>
                  </a:cubicBezTo>
                  <a:lnTo>
                    <a:pt x="51966" y="-1291"/>
                  </a:lnTo>
                  <a:cubicBezTo>
                    <a:pt x="53866" y="-1291"/>
                    <a:pt x="55879" y="-1291"/>
                    <a:pt x="55879" y="941"/>
                  </a:cubicBezTo>
                  <a:cubicBezTo>
                    <a:pt x="55879" y="3177"/>
                    <a:pt x="53866" y="3177"/>
                    <a:pt x="51966" y="3177"/>
                  </a:cubicBezTo>
                  <a:lnTo>
                    <a:pt x="34531" y="3177"/>
                  </a:lnTo>
                  <a:cubicBezTo>
                    <a:pt x="18775" y="3177"/>
                    <a:pt x="5922" y="13899"/>
                    <a:pt x="4582" y="28865"/>
                  </a:cubicBezTo>
                  <a:lnTo>
                    <a:pt x="51966" y="28865"/>
                  </a:lnTo>
                  <a:close/>
                </a:path>
              </a:pathLst>
            </a:custGeom>
            <a:solidFill>
              <a:srgbClr val="000000"/>
            </a:solidFill>
            <a:ln w="25400" cap="flat">
              <a:noFill/>
              <a:prstDash val="solid"/>
              <a:miter/>
            </a:ln>
          </p:spPr>
          <p:txBody>
            <a:bodyPr/>
            <a:lstStyle/>
            <a:p>
              <a:endParaRPr lang="en-GB"/>
            </a:p>
          </p:txBody>
        </p:sp>
        <p:sp>
          <p:nvSpPr>
            <p:cNvPr id="2434" name="Freeform: Shape 2433">
              <a:extLst>
                <a:ext uri="{FF2B5EF4-FFF2-40B4-BE49-F238E27FC236}">
                  <a16:creationId xmlns:a16="http://schemas.microsoft.com/office/drawing/2014/main" id="{CF866EC1-E3AD-8A6D-57D2-D5A0DE8514E6}"/>
                </a:ext>
              </a:extLst>
            </p:cNvPr>
            <p:cNvSpPr/>
            <p:nvPr>
              <p:custDataLst>
                <p:tags r:id="rId129"/>
              </p:custDataLst>
            </p:nvPr>
          </p:nvSpPr>
          <p:spPr>
            <a:xfrm flipV="1">
              <a:off x="9600235" y="-4282753"/>
              <a:ext cx="39673" cy="111696"/>
            </a:xfrm>
            <a:custGeom>
              <a:avLst/>
              <a:gdLst>
                <a:gd name="csX0" fmla="*/ 23581 w 39673"/>
                <a:gd name="csY0" fmla="*/ 95548 h 111696"/>
                <a:gd name="csX1" fmla="*/ 38667 w 39673"/>
                <a:gd name="csY1" fmla="*/ 107949 h 111696"/>
                <a:gd name="csX2" fmla="*/ 39673 w 39673"/>
                <a:gd name="csY2" fmla="*/ 109176 h 111696"/>
                <a:gd name="csX3" fmla="*/ 37549 w 39673"/>
                <a:gd name="csY3" fmla="*/ 110406 h 111696"/>
                <a:gd name="csX4" fmla="*/ 16092 w 39673"/>
                <a:gd name="csY4" fmla="*/ 96442 h 111696"/>
                <a:gd name="csX5" fmla="*/ 16092 w 39673"/>
                <a:gd name="csY5" fmla="*/ 70978 h 111696"/>
                <a:gd name="csX6" fmla="*/ 11622 w 39673"/>
                <a:gd name="csY6" fmla="*/ 59361 h 111696"/>
                <a:gd name="csX7" fmla="*/ 1006 w 39673"/>
                <a:gd name="csY7" fmla="*/ 55787 h 111696"/>
                <a:gd name="csX8" fmla="*/ 0 w 39673"/>
                <a:gd name="csY8" fmla="*/ 54557 h 111696"/>
                <a:gd name="csX9" fmla="*/ 1787 w 39673"/>
                <a:gd name="csY9" fmla="*/ 53327 h 111696"/>
                <a:gd name="csX10" fmla="*/ 15760 w 39673"/>
                <a:gd name="csY10" fmla="*/ 43386 h 111696"/>
                <a:gd name="csX11" fmla="*/ 16092 w 39673"/>
                <a:gd name="csY11" fmla="*/ 37912 h 111696"/>
                <a:gd name="csX12" fmla="*/ 16092 w 39673"/>
                <a:gd name="csY12" fmla="*/ 15798 h 111696"/>
                <a:gd name="csX13" fmla="*/ 21457 w 39673"/>
                <a:gd name="csY13" fmla="*/ 3288 h 111696"/>
                <a:gd name="csX14" fmla="*/ 37549 w 39673"/>
                <a:gd name="csY14" fmla="*/ -1291 h 111696"/>
                <a:gd name="csX15" fmla="*/ 39673 w 39673"/>
                <a:gd name="csY15" fmla="*/ -61 h 111696"/>
                <a:gd name="csX16" fmla="*/ 37885 w 39673"/>
                <a:gd name="csY16" fmla="*/ 1165 h 111696"/>
                <a:gd name="csX17" fmla="*/ 23917 w 39673"/>
                <a:gd name="csY17" fmla="*/ 10882 h 111696"/>
                <a:gd name="csX18" fmla="*/ 23581 w 39673"/>
                <a:gd name="csY18" fmla="*/ 16134 h 111696"/>
                <a:gd name="csX19" fmla="*/ 23581 w 39673"/>
                <a:gd name="csY19" fmla="*/ 39591 h 111696"/>
                <a:gd name="csX20" fmla="*/ 19111 w 39673"/>
                <a:gd name="csY20" fmla="*/ 50201 h 111696"/>
                <a:gd name="csX21" fmla="*/ 10395 w 39673"/>
                <a:gd name="csY21" fmla="*/ 54557 h 111696"/>
                <a:gd name="csX22" fmla="*/ 23581 w 39673"/>
                <a:gd name="csY22" fmla="*/ 68742 h 111696"/>
                <a:gd name="csX23" fmla="*/ 23581 w 39673"/>
                <a:gd name="csY23" fmla="*/ 95548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23581" y="95548"/>
                  </a:moveTo>
                  <a:cubicBezTo>
                    <a:pt x="23581" y="100016"/>
                    <a:pt x="26488" y="107168"/>
                    <a:pt x="38667" y="107949"/>
                  </a:cubicBezTo>
                  <a:cubicBezTo>
                    <a:pt x="39228" y="108061"/>
                    <a:pt x="39673" y="108506"/>
                    <a:pt x="39673" y="109176"/>
                  </a:cubicBezTo>
                  <a:cubicBezTo>
                    <a:pt x="39673" y="110406"/>
                    <a:pt x="38779" y="110406"/>
                    <a:pt x="37549" y="110406"/>
                  </a:cubicBezTo>
                  <a:cubicBezTo>
                    <a:pt x="26375" y="110406"/>
                    <a:pt x="16204" y="104708"/>
                    <a:pt x="16092" y="96442"/>
                  </a:cubicBezTo>
                  <a:lnTo>
                    <a:pt x="16092" y="70978"/>
                  </a:lnTo>
                  <a:cubicBezTo>
                    <a:pt x="16092" y="66621"/>
                    <a:pt x="16092" y="63048"/>
                    <a:pt x="11622" y="59361"/>
                  </a:cubicBezTo>
                  <a:cubicBezTo>
                    <a:pt x="7713" y="56120"/>
                    <a:pt x="3464" y="55896"/>
                    <a:pt x="1006" y="55787"/>
                  </a:cubicBezTo>
                  <a:cubicBezTo>
                    <a:pt x="449" y="55675"/>
                    <a:pt x="0" y="55226"/>
                    <a:pt x="0" y="54557"/>
                  </a:cubicBezTo>
                  <a:cubicBezTo>
                    <a:pt x="0" y="53439"/>
                    <a:pt x="670" y="53439"/>
                    <a:pt x="1787" y="53327"/>
                  </a:cubicBezTo>
                  <a:cubicBezTo>
                    <a:pt x="9164" y="52882"/>
                    <a:pt x="14529" y="48859"/>
                    <a:pt x="15760" y="43386"/>
                  </a:cubicBezTo>
                  <a:cubicBezTo>
                    <a:pt x="16092" y="42160"/>
                    <a:pt x="16092" y="41935"/>
                    <a:pt x="16092" y="37912"/>
                  </a:cubicBezTo>
                  <a:lnTo>
                    <a:pt x="16092" y="15798"/>
                  </a:lnTo>
                  <a:cubicBezTo>
                    <a:pt x="16092" y="11106"/>
                    <a:pt x="16092" y="7532"/>
                    <a:pt x="21457" y="3288"/>
                  </a:cubicBezTo>
                  <a:cubicBezTo>
                    <a:pt x="25814" y="-61"/>
                    <a:pt x="33191" y="-1291"/>
                    <a:pt x="37549" y="-1291"/>
                  </a:cubicBezTo>
                  <a:cubicBezTo>
                    <a:pt x="38779" y="-1291"/>
                    <a:pt x="39673" y="-1291"/>
                    <a:pt x="39673" y="-61"/>
                  </a:cubicBezTo>
                  <a:cubicBezTo>
                    <a:pt x="39673" y="1053"/>
                    <a:pt x="39004" y="1053"/>
                    <a:pt x="37885" y="1165"/>
                  </a:cubicBezTo>
                  <a:cubicBezTo>
                    <a:pt x="30845" y="1613"/>
                    <a:pt x="25369" y="5188"/>
                    <a:pt x="23917" y="10882"/>
                  </a:cubicBezTo>
                  <a:cubicBezTo>
                    <a:pt x="23581" y="11888"/>
                    <a:pt x="23581" y="12112"/>
                    <a:pt x="23581" y="16134"/>
                  </a:cubicBezTo>
                  <a:lnTo>
                    <a:pt x="23581" y="39591"/>
                  </a:lnTo>
                  <a:cubicBezTo>
                    <a:pt x="23581" y="44728"/>
                    <a:pt x="22688" y="46628"/>
                    <a:pt x="19111" y="50201"/>
                  </a:cubicBezTo>
                  <a:cubicBezTo>
                    <a:pt x="16762" y="52545"/>
                    <a:pt x="13522" y="53664"/>
                    <a:pt x="10395" y="54557"/>
                  </a:cubicBezTo>
                  <a:cubicBezTo>
                    <a:pt x="19556" y="57125"/>
                    <a:pt x="23581" y="62263"/>
                    <a:pt x="23581" y="68742"/>
                  </a:cubicBezTo>
                  <a:lnTo>
                    <a:pt x="23581" y="95548"/>
                  </a:lnTo>
                  <a:close/>
                </a:path>
              </a:pathLst>
            </a:custGeom>
            <a:solidFill>
              <a:srgbClr val="000000"/>
            </a:solidFill>
            <a:ln w="25400" cap="flat">
              <a:noFill/>
              <a:prstDash val="solid"/>
              <a:miter/>
            </a:ln>
          </p:spPr>
          <p:txBody>
            <a:bodyPr/>
            <a:lstStyle/>
            <a:p>
              <a:endParaRPr lang="en-GB"/>
            </a:p>
          </p:txBody>
        </p:sp>
        <p:sp>
          <p:nvSpPr>
            <p:cNvPr id="2435" name="Freeform: Shape 2434">
              <a:extLst>
                <a:ext uri="{FF2B5EF4-FFF2-40B4-BE49-F238E27FC236}">
                  <a16:creationId xmlns:a16="http://schemas.microsoft.com/office/drawing/2014/main" id="{2AF0B045-8861-D848-DFC4-F623599D25DC}"/>
                </a:ext>
              </a:extLst>
            </p:cNvPr>
            <p:cNvSpPr/>
            <p:nvPr>
              <p:custDataLst>
                <p:tags r:id="rId130"/>
              </p:custDataLst>
            </p:nvPr>
          </p:nvSpPr>
          <p:spPr>
            <a:xfrm flipV="1">
              <a:off x="9651844" y="-4278955"/>
              <a:ext cx="242647" cy="82430"/>
            </a:xfrm>
            <a:custGeom>
              <a:avLst/>
              <a:gdLst>
                <a:gd name="csX0" fmla="*/ 40905 w 242647"/>
                <a:gd name="csY0" fmla="*/ 78905 h 82430"/>
                <a:gd name="csX1" fmla="*/ 38331 w 242647"/>
                <a:gd name="csY1" fmla="*/ 81138 h 82430"/>
                <a:gd name="csX2" fmla="*/ 35649 w 242647"/>
                <a:gd name="csY2" fmla="*/ 78905 h 82430"/>
                <a:gd name="csX3" fmla="*/ 12517 w 242647"/>
                <a:gd name="csY3" fmla="*/ 12110 h 82430"/>
                <a:gd name="csX4" fmla="*/ 0 w 242647"/>
                <a:gd name="csY4" fmla="*/ 4625 h 82430"/>
                <a:gd name="csX5" fmla="*/ 0 w 242647"/>
                <a:gd name="csY5" fmla="*/ 1163 h 82430"/>
                <a:gd name="csX6" fmla="*/ 11398 w 242647"/>
                <a:gd name="csY6" fmla="*/ 1499 h 82430"/>
                <a:gd name="csX7" fmla="*/ 24251 w 242647"/>
                <a:gd name="csY7" fmla="*/ 1163 h 82430"/>
                <a:gd name="csX8" fmla="*/ 24251 w 242647"/>
                <a:gd name="csY8" fmla="*/ 4625 h 82430"/>
                <a:gd name="csX9" fmla="*/ 15868 w 242647"/>
                <a:gd name="csY9" fmla="*/ 10323 h 82430"/>
                <a:gd name="csX10" fmla="*/ 16092 w 242647"/>
                <a:gd name="csY10" fmla="*/ 11998 h 82430"/>
                <a:gd name="csX11" fmla="*/ 21232 w 242647"/>
                <a:gd name="csY11" fmla="*/ 26631 h 82430"/>
                <a:gd name="csX12" fmla="*/ 48839 w 242647"/>
                <a:gd name="csY12" fmla="*/ 26631 h 82430"/>
                <a:gd name="csX13" fmla="*/ 54760 w 242647"/>
                <a:gd name="csY13" fmla="*/ 9542 h 82430"/>
                <a:gd name="csX14" fmla="*/ 55097 w 242647"/>
                <a:gd name="csY14" fmla="*/ 7975 h 82430"/>
                <a:gd name="csX15" fmla="*/ 45820 w 242647"/>
                <a:gd name="csY15" fmla="*/ 4625 h 82430"/>
                <a:gd name="csX16" fmla="*/ 45820 w 242647"/>
                <a:gd name="csY16" fmla="*/ 1163 h 82430"/>
                <a:gd name="csX17" fmla="*/ 61913 w 242647"/>
                <a:gd name="csY17" fmla="*/ 1499 h 82430"/>
                <a:gd name="csX18" fmla="*/ 76554 w 242647"/>
                <a:gd name="csY18" fmla="*/ 1163 h 82430"/>
                <a:gd name="csX19" fmla="*/ 76554 w 242647"/>
                <a:gd name="csY19" fmla="*/ 4625 h 82430"/>
                <a:gd name="csX20" fmla="*/ 74541 w 242647"/>
                <a:gd name="csY20" fmla="*/ 4625 h 82430"/>
                <a:gd name="csX21" fmla="*/ 65043 w 242647"/>
                <a:gd name="csY21" fmla="*/ 9093 h 82430"/>
                <a:gd name="csX22" fmla="*/ 40905 w 242647"/>
                <a:gd name="csY22" fmla="*/ 78905 h 82430"/>
                <a:gd name="csX23" fmla="*/ 34979 w 242647"/>
                <a:gd name="csY23" fmla="*/ 66396 h 82430"/>
                <a:gd name="csX24" fmla="*/ 47608 w 242647"/>
                <a:gd name="csY24" fmla="*/ 30093 h 82430"/>
                <a:gd name="csX25" fmla="*/ 22463 w 242647"/>
                <a:gd name="csY25" fmla="*/ 30093 h 82430"/>
                <a:gd name="csX26" fmla="*/ 34979 w 242647"/>
                <a:gd name="csY26" fmla="*/ 66396 h 82430"/>
                <a:gd name="csX27" fmla="*/ 105285 w 242647"/>
                <a:gd name="csY27" fmla="*/ 40591 h 82430"/>
                <a:gd name="csX28" fmla="*/ 105285 w 242647"/>
                <a:gd name="csY28" fmla="*/ 69521 h 82430"/>
                <a:gd name="csX29" fmla="*/ 107743 w 242647"/>
                <a:gd name="csY29" fmla="*/ 73765 h 82430"/>
                <a:gd name="csX30" fmla="*/ 114338 w 242647"/>
                <a:gd name="csY30" fmla="*/ 73989 h 82430"/>
                <a:gd name="csX31" fmla="*/ 136914 w 242647"/>
                <a:gd name="csY31" fmla="*/ 57348 h 82430"/>
                <a:gd name="csX32" fmla="*/ 117689 w 242647"/>
                <a:gd name="csY32" fmla="*/ 40591 h 82430"/>
                <a:gd name="csX33" fmla="*/ 105285 w 242647"/>
                <a:gd name="csY33" fmla="*/ 40591 h 82430"/>
                <a:gd name="csX34" fmla="*/ 128867 w 242647"/>
                <a:gd name="csY34" fmla="*/ 39140 h 82430"/>
                <a:gd name="csX35" fmla="*/ 148423 w 242647"/>
                <a:gd name="csY35" fmla="*/ 57348 h 82430"/>
                <a:gd name="csX36" fmla="*/ 119257 w 242647"/>
                <a:gd name="csY36" fmla="*/ 77451 h 82430"/>
                <a:gd name="csX37" fmla="*/ 84165 w 242647"/>
                <a:gd name="csY37" fmla="*/ 77451 h 82430"/>
                <a:gd name="csX38" fmla="*/ 84165 w 242647"/>
                <a:gd name="csY38" fmla="*/ 73989 h 82430"/>
                <a:gd name="csX39" fmla="*/ 86847 w 242647"/>
                <a:gd name="csY39" fmla="*/ 73989 h 82430"/>
                <a:gd name="csX40" fmla="*/ 95675 w 242647"/>
                <a:gd name="csY40" fmla="*/ 68740 h 82430"/>
                <a:gd name="csX41" fmla="*/ 95675 w 242647"/>
                <a:gd name="csY41" fmla="*/ 9874 h 82430"/>
                <a:gd name="csX42" fmla="*/ 86847 w 242647"/>
                <a:gd name="csY42" fmla="*/ 4625 h 82430"/>
                <a:gd name="csX43" fmla="*/ 84165 w 242647"/>
                <a:gd name="csY43" fmla="*/ 4625 h 82430"/>
                <a:gd name="csX44" fmla="*/ 84165 w 242647"/>
                <a:gd name="csY44" fmla="*/ 1163 h 82430"/>
                <a:gd name="csX45" fmla="*/ 100482 w 242647"/>
                <a:gd name="csY45" fmla="*/ 1499 h 82430"/>
                <a:gd name="csX46" fmla="*/ 116795 w 242647"/>
                <a:gd name="csY46" fmla="*/ 1163 h 82430"/>
                <a:gd name="csX47" fmla="*/ 116795 w 242647"/>
                <a:gd name="csY47" fmla="*/ 4625 h 82430"/>
                <a:gd name="csX48" fmla="*/ 114114 w 242647"/>
                <a:gd name="csY48" fmla="*/ 4625 h 82430"/>
                <a:gd name="csX49" fmla="*/ 105285 w 242647"/>
                <a:gd name="csY49" fmla="*/ 9874 h 82430"/>
                <a:gd name="csX50" fmla="*/ 105285 w 242647"/>
                <a:gd name="csY50" fmla="*/ 38135 h 82430"/>
                <a:gd name="csX51" fmla="*/ 118138 w 242647"/>
                <a:gd name="csY51" fmla="*/ 38135 h 82430"/>
                <a:gd name="csX52" fmla="*/ 128531 w 242647"/>
                <a:gd name="csY52" fmla="*/ 34337 h 82430"/>
                <a:gd name="csX53" fmla="*/ 132779 w 242647"/>
                <a:gd name="csY53" fmla="*/ 19370 h 82430"/>
                <a:gd name="csX54" fmla="*/ 137362 w 242647"/>
                <a:gd name="csY54" fmla="*/ 3398 h 82430"/>
                <a:gd name="csX55" fmla="*/ 151443 w 242647"/>
                <a:gd name="csY55" fmla="*/ -1293 h 82430"/>
                <a:gd name="csX56" fmla="*/ 162058 w 242647"/>
                <a:gd name="csY56" fmla="*/ 10993 h 82430"/>
                <a:gd name="csX57" fmla="*/ 160606 w 242647"/>
                <a:gd name="csY57" fmla="*/ 12892 h 82430"/>
                <a:gd name="csX58" fmla="*/ 159263 w 242647"/>
                <a:gd name="csY58" fmla="*/ 11104 h 82430"/>
                <a:gd name="csX59" fmla="*/ 151887 w 242647"/>
                <a:gd name="csY59" fmla="*/ 1163 h 82430"/>
                <a:gd name="csX60" fmla="*/ 143954 w 242647"/>
                <a:gd name="csY60" fmla="*/ 17247 h 82430"/>
                <a:gd name="csX61" fmla="*/ 142502 w 242647"/>
                <a:gd name="csY61" fmla="*/ 26183 h 82430"/>
                <a:gd name="csX62" fmla="*/ 128867 w 242647"/>
                <a:gd name="csY62" fmla="*/ 39140 h 82430"/>
                <a:gd name="csX63" fmla="*/ 206998 w 242647"/>
                <a:gd name="csY63" fmla="*/ 78905 h 82430"/>
                <a:gd name="csX64" fmla="*/ 204424 w 242647"/>
                <a:gd name="csY64" fmla="*/ 81138 h 82430"/>
                <a:gd name="csX65" fmla="*/ 201742 w 242647"/>
                <a:gd name="csY65" fmla="*/ 78905 h 82430"/>
                <a:gd name="csX66" fmla="*/ 178609 w 242647"/>
                <a:gd name="csY66" fmla="*/ 12110 h 82430"/>
                <a:gd name="csX67" fmla="*/ 166092 w 242647"/>
                <a:gd name="csY67" fmla="*/ 4625 h 82430"/>
                <a:gd name="csX68" fmla="*/ 166092 w 242647"/>
                <a:gd name="csY68" fmla="*/ 1163 h 82430"/>
                <a:gd name="csX69" fmla="*/ 177491 w 242647"/>
                <a:gd name="csY69" fmla="*/ 1499 h 82430"/>
                <a:gd name="csX70" fmla="*/ 190344 w 242647"/>
                <a:gd name="csY70" fmla="*/ 1163 h 82430"/>
                <a:gd name="csX71" fmla="*/ 190344 w 242647"/>
                <a:gd name="csY71" fmla="*/ 4625 h 82430"/>
                <a:gd name="csX72" fmla="*/ 181961 w 242647"/>
                <a:gd name="csY72" fmla="*/ 10323 h 82430"/>
                <a:gd name="csX73" fmla="*/ 182186 w 242647"/>
                <a:gd name="csY73" fmla="*/ 11998 h 82430"/>
                <a:gd name="csX74" fmla="*/ 187325 w 242647"/>
                <a:gd name="csY74" fmla="*/ 26631 h 82430"/>
                <a:gd name="csX75" fmla="*/ 214931 w 242647"/>
                <a:gd name="csY75" fmla="*/ 26631 h 82430"/>
                <a:gd name="csX76" fmla="*/ 220854 w 242647"/>
                <a:gd name="csY76" fmla="*/ 9542 h 82430"/>
                <a:gd name="csX77" fmla="*/ 221190 w 242647"/>
                <a:gd name="csY77" fmla="*/ 7975 h 82430"/>
                <a:gd name="csX78" fmla="*/ 211913 w 242647"/>
                <a:gd name="csY78" fmla="*/ 4625 h 82430"/>
                <a:gd name="csX79" fmla="*/ 211913 w 242647"/>
                <a:gd name="csY79" fmla="*/ 1163 h 82430"/>
                <a:gd name="csX80" fmla="*/ 228006 w 242647"/>
                <a:gd name="csY80" fmla="*/ 1499 h 82430"/>
                <a:gd name="csX81" fmla="*/ 242647 w 242647"/>
                <a:gd name="csY81" fmla="*/ 1163 h 82430"/>
                <a:gd name="csX82" fmla="*/ 242647 w 242647"/>
                <a:gd name="csY82" fmla="*/ 4625 h 82430"/>
                <a:gd name="csX83" fmla="*/ 240634 w 242647"/>
                <a:gd name="csY83" fmla="*/ 4625 h 82430"/>
                <a:gd name="csX84" fmla="*/ 231136 w 242647"/>
                <a:gd name="csY84" fmla="*/ 9093 h 82430"/>
                <a:gd name="csX85" fmla="*/ 206998 w 242647"/>
                <a:gd name="csY85" fmla="*/ 78905 h 82430"/>
                <a:gd name="csX86" fmla="*/ 201072 w 242647"/>
                <a:gd name="csY86" fmla="*/ 66396 h 82430"/>
                <a:gd name="csX87" fmla="*/ 213701 w 242647"/>
                <a:gd name="csY87" fmla="*/ 30093 h 82430"/>
                <a:gd name="csX88" fmla="*/ 188556 w 242647"/>
                <a:gd name="csY88" fmla="*/ 30093 h 82430"/>
                <a:gd name="csX89" fmla="*/ 201072 w 242647"/>
                <a:gd name="csY89" fmla="*/ 66396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Lst>
              <a:rect l="l" t="t" r="r" b="b"/>
              <a:pathLst>
                <a:path w="242647" h="82430">
                  <a:moveTo>
                    <a:pt x="40905" y="78905"/>
                  </a:moveTo>
                  <a:cubicBezTo>
                    <a:pt x="40343" y="80356"/>
                    <a:pt x="40119" y="81138"/>
                    <a:pt x="38331" y="81138"/>
                  </a:cubicBezTo>
                  <a:cubicBezTo>
                    <a:pt x="36543" y="81138"/>
                    <a:pt x="36210" y="80468"/>
                    <a:pt x="35649" y="78905"/>
                  </a:cubicBezTo>
                  <a:lnTo>
                    <a:pt x="12517" y="12110"/>
                  </a:lnTo>
                  <a:cubicBezTo>
                    <a:pt x="10504" y="6413"/>
                    <a:pt x="6034" y="4737"/>
                    <a:pt x="0" y="4625"/>
                  </a:cubicBezTo>
                  <a:lnTo>
                    <a:pt x="0" y="1163"/>
                  </a:lnTo>
                  <a:cubicBezTo>
                    <a:pt x="2570" y="1275"/>
                    <a:pt x="7377" y="1499"/>
                    <a:pt x="11398" y="1499"/>
                  </a:cubicBezTo>
                  <a:cubicBezTo>
                    <a:pt x="14865" y="1499"/>
                    <a:pt x="20675" y="1275"/>
                    <a:pt x="24251" y="1163"/>
                  </a:cubicBezTo>
                  <a:lnTo>
                    <a:pt x="24251" y="4625"/>
                  </a:lnTo>
                  <a:cubicBezTo>
                    <a:pt x="18662" y="4625"/>
                    <a:pt x="15868" y="7418"/>
                    <a:pt x="15868" y="10323"/>
                  </a:cubicBezTo>
                  <a:cubicBezTo>
                    <a:pt x="15868" y="10656"/>
                    <a:pt x="15980" y="11773"/>
                    <a:pt x="16092" y="11998"/>
                  </a:cubicBezTo>
                  <a:lnTo>
                    <a:pt x="21232" y="26631"/>
                  </a:lnTo>
                  <a:lnTo>
                    <a:pt x="48839" y="26631"/>
                  </a:lnTo>
                  <a:lnTo>
                    <a:pt x="54760" y="9542"/>
                  </a:lnTo>
                  <a:cubicBezTo>
                    <a:pt x="54872" y="9093"/>
                    <a:pt x="55097" y="8424"/>
                    <a:pt x="55097" y="7975"/>
                  </a:cubicBezTo>
                  <a:cubicBezTo>
                    <a:pt x="55097" y="4625"/>
                    <a:pt x="48839" y="4625"/>
                    <a:pt x="45820" y="4625"/>
                  </a:cubicBezTo>
                  <a:lnTo>
                    <a:pt x="45820" y="1163"/>
                  </a:lnTo>
                  <a:cubicBezTo>
                    <a:pt x="49845" y="1499"/>
                    <a:pt x="57667" y="1499"/>
                    <a:pt x="61913" y="1499"/>
                  </a:cubicBezTo>
                  <a:cubicBezTo>
                    <a:pt x="66719" y="1499"/>
                    <a:pt x="71859" y="1388"/>
                    <a:pt x="76554" y="1163"/>
                  </a:cubicBezTo>
                  <a:lnTo>
                    <a:pt x="76554" y="4625"/>
                  </a:lnTo>
                  <a:lnTo>
                    <a:pt x="74541" y="4625"/>
                  </a:lnTo>
                  <a:cubicBezTo>
                    <a:pt x="67838" y="4625"/>
                    <a:pt x="66270" y="5406"/>
                    <a:pt x="65043" y="9093"/>
                  </a:cubicBezTo>
                  <a:lnTo>
                    <a:pt x="40905" y="78905"/>
                  </a:lnTo>
                  <a:close/>
                  <a:moveTo>
                    <a:pt x="34979" y="66396"/>
                  </a:moveTo>
                  <a:lnTo>
                    <a:pt x="47608" y="30093"/>
                  </a:lnTo>
                  <a:lnTo>
                    <a:pt x="22463" y="30093"/>
                  </a:lnTo>
                  <a:lnTo>
                    <a:pt x="34979" y="66396"/>
                  </a:lnTo>
                  <a:close/>
                  <a:moveTo>
                    <a:pt x="105285" y="40591"/>
                  </a:moveTo>
                  <a:lnTo>
                    <a:pt x="105285" y="69521"/>
                  </a:lnTo>
                  <a:cubicBezTo>
                    <a:pt x="105285" y="72090"/>
                    <a:pt x="105285" y="73432"/>
                    <a:pt x="107743" y="73765"/>
                  </a:cubicBezTo>
                  <a:cubicBezTo>
                    <a:pt x="108861" y="73989"/>
                    <a:pt x="112104" y="73989"/>
                    <a:pt x="114338" y="73989"/>
                  </a:cubicBezTo>
                  <a:cubicBezTo>
                    <a:pt x="124396" y="73989"/>
                    <a:pt x="136914" y="73544"/>
                    <a:pt x="136914" y="57348"/>
                  </a:cubicBezTo>
                  <a:cubicBezTo>
                    <a:pt x="136914" y="49639"/>
                    <a:pt x="134231" y="40591"/>
                    <a:pt x="117689" y="40591"/>
                  </a:cubicBezTo>
                  <a:lnTo>
                    <a:pt x="105285" y="40591"/>
                  </a:lnTo>
                  <a:close/>
                  <a:moveTo>
                    <a:pt x="128867" y="39140"/>
                  </a:moveTo>
                  <a:cubicBezTo>
                    <a:pt x="139707" y="41821"/>
                    <a:pt x="148423" y="48634"/>
                    <a:pt x="148423" y="57348"/>
                  </a:cubicBezTo>
                  <a:cubicBezTo>
                    <a:pt x="148423" y="68070"/>
                    <a:pt x="135683" y="77451"/>
                    <a:pt x="119257" y="77451"/>
                  </a:cubicBezTo>
                  <a:lnTo>
                    <a:pt x="84165" y="77451"/>
                  </a:lnTo>
                  <a:lnTo>
                    <a:pt x="84165" y="73989"/>
                  </a:lnTo>
                  <a:lnTo>
                    <a:pt x="86847" y="73989"/>
                  </a:lnTo>
                  <a:cubicBezTo>
                    <a:pt x="95451" y="73989"/>
                    <a:pt x="95675" y="72759"/>
                    <a:pt x="95675" y="68740"/>
                  </a:cubicBezTo>
                  <a:lnTo>
                    <a:pt x="95675" y="9874"/>
                  </a:lnTo>
                  <a:cubicBezTo>
                    <a:pt x="95675" y="5855"/>
                    <a:pt x="95451" y="4625"/>
                    <a:pt x="86847" y="4625"/>
                  </a:cubicBezTo>
                  <a:lnTo>
                    <a:pt x="84165" y="4625"/>
                  </a:lnTo>
                  <a:lnTo>
                    <a:pt x="84165" y="1163"/>
                  </a:lnTo>
                  <a:cubicBezTo>
                    <a:pt x="88187" y="1499"/>
                    <a:pt x="96121" y="1499"/>
                    <a:pt x="100482" y="1499"/>
                  </a:cubicBezTo>
                  <a:cubicBezTo>
                    <a:pt x="104840" y="1499"/>
                    <a:pt x="112774" y="1499"/>
                    <a:pt x="116795" y="1163"/>
                  </a:cubicBezTo>
                  <a:lnTo>
                    <a:pt x="116795" y="4625"/>
                  </a:lnTo>
                  <a:lnTo>
                    <a:pt x="114114" y="4625"/>
                  </a:lnTo>
                  <a:cubicBezTo>
                    <a:pt x="105510" y="4625"/>
                    <a:pt x="105285" y="5855"/>
                    <a:pt x="105285" y="9874"/>
                  </a:cubicBezTo>
                  <a:lnTo>
                    <a:pt x="105285" y="38135"/>
                  </a:lnTo>
                  <a:lnTo>
                    <a:pt x="118138" y="38135"/>
                  </a:lnTo>
                  <a:cubicBezTo>
                    <a:pt x="119926" y="38135"/>
                    <a:pt x="124621" y="38135"/>
                    <a:pt x="128531" y="34337"/>
                  </a:cubicBezTo>
                  <a:cubicBezTo>
                    <a:pt x="132779" y="30317"/>
                    <a:pt x="132779" y="26852"/>
                    <a:pt x="132779" y="19370"/>
                  </a:cubicBezTo>
                  <a:cubicBezTo>
                    <a:pt x="132779" y="12110"/>
                    <a:pt x="132779" y="7642"/>
                    <a:pt x="137362" y="3398"/>
                  </a:cubicBezTo>
                  <a:cubicBezTo>
                    <a:pt x="141941" y="-624"/>
                    <a:pt x="148090" y="-1293"/>
                    <a:pt x="151443" y="-1293"/>
                  </a:cubicBezTo>
                  <a:cubicBezTo>
                    <a:pt x="160158" y="-1293"/>
                    <a:pt x="162058" y="7867"/>
                    <a:pt x="162058" y="10993"/>
                  </a:cubicBezTo>
                  <a:cubicBezTo>
                    <a:pt x="162058" y="11661"/>
                    <a:pt x="162058" y="12892"/>
                    <a:pt x="160606" y="12892"/>
                  </a:cubicBezTo>
                  <a:cubicBezTo>
                    <a:pt x="159376" y="12892"/>
                    <a:pt x="159376" y="11886"/>
                    <a:pt x="159263" y="11104"/>
                  </a:cubicBezTo>
                  <a:cubicBezTo>
                    <a:pt x="158595" y="3175"/>
                    <a:pt x="154682" y="1163"/>
                    <a:pt x="151887" y="1163"/>
                  </a:cubicBezTo>
                  <a:cubicBezTo>
                    <a:pt x="146414" y="1163"/>
                    <a:pt x="145520" y="6861"/>
                    <a:pt x="143954" y="17247"/>
                  </a:cubicBezTo>
                  <a:lnTo>
                    <a:pt x="142502" y="26183"/>
                  </a:lnTo>
                  <a:cubicBezTo>
                    <a:pt x="140489" y="33331"/>
                    <a:pt x="135013" y="37017"/>
                    <a:pt x="128867" y="39140"/>
                  </a:cubicBezTo>
                  <a:close/>
                  <a:moveTo>
                    <a:pt x="206998" y="78905"/>
                  </a:moveTo>
                  <a:cubicBezTo>
                    <a:pt x="206437" y="80356"/>
                    <a:pt x="206213" y="81138"/>
                    <a:pt x="204424" y="81138"/>
                  </a:cubicBezTo>
                  <a:cubicBezTo>
                    <a:pt x="202636" y="81138"/>
                    <a:pt x="202303" y="80468"/>
                    <a:pt x="201742" y="78905"/>
                  </a:cubicBezTo>
                  <a:lnTo>
                    <a:pt x="178609" y="12110"/>
                  </a:lnTo>
                  <a:cubicBezTo>
                    <a:pt x="176597" y="6413"/>
                    <a:pt x="172126" y="4737"/>
                    <a:pt x="166092" y="4625"/>
                  </a:cubicBezTo>
                  <a:lnTo>
                    <a:pt x="166092" y="1163"/>
                  </a:lnTo>
                  <a:cubicBezTo>
                    <a:pt x="168663" y="1275"/>
                    <a:pt x="173469" y="1499"/>
                    <a:pt x="177491" y="1499"/>
                  </a:cubicBezTo>
                  <a:cubicBezTo>
                    <a:pt x="180958" y="1499"/>
                    <a:pt x="186767" y="1275"/>
                    <a:pt x="190344" y="1163"/>
                  </a:cubicBezTo>
                  <a:lnTo>
                    <a:pt x="190344" y="4625"/>
                  </a:lnTo>
                  <a:cubicBezTo>
                    <a:pt x="184756" y="4625"/>
                    <a:pt x="181961" y="7418"/>
                    <a:pt x="181961" y="10323"/>
                  </a:cubicBezTo>
                  <a:cubicBezTo>
                    <a:pt x="181961" y="10656"/>
                    <a:pt x="182073" y="11773"/>
                    <a:pt x="182186" y="11998"/>
                  </a:cubicBezTo>
                  <a:lnTo>
                    <a:pt x="187325" y="26631"/>
                  </a:lnTo>
                  <a:lnTo>
                    <a:pt x="214931" y="26631"/>
                  </a:lnTo>
                  <a:lnTo>
                    <a:pt x="220854" y="9542"/>
                  </a:lnTo>
                  <a:cubicBezTo>
                    <a:pt x="220966" y="9093"/>
                    <a:pt x="221190" y="8424"/>
                    <a:pt x="221190" y="7975"/>
                  </a:cubicBezTo>
                  <a:cubicBezTo>
                    <a:pt x="221190" y="4625"/>
                    <a:pt x="214931" y="4625"/>
                    <a:pt x="211913" y="4625"/>
                  </a:cubicBezTo>
                  <a:lnTo>
                    <a:pt x="211913" y="1163"/>
                  </a:lnTo>
                  <a:cubicBezTo>
                    <a:pt x="215937" y="1499"/>
                    <a:pt x="223760" y="1499"/>
                    <a:pt x="228006" y="1499"/>
                  </a:cubicBezTo>
                  <a:cubicBezTo>
                    <a:pt x="232812" y="1499"/>
                    <a:pt x="237952" y="1388"/>
                    <a:pt x="242647" y="1163"/>
                  </a:cubicBezTo>
                  <a:lnTo>
                    <a:pt x="242647" y="4625"/>
                  </a:lnTo>
                  <a:lnTo>
                    <a:pt x="240634" y="4625"/>
                  </a:lnTo>
                  <a:cubicBezTo>
                    <a:pt x="233931" y="4625"/>
                    <a:pt x="232364" y="5406"/>
                    <a:pt x="231136" y="9093"/>
                  </a:cubicBezTo>
                  <a:lnTo>
                    <a:pt x="206998" y="78905"/>
                  </a:lnTo>
                  <a:close/>
                  <a:moveTo>
                    <a:pt x="201072" y="66396"/>
                  </a:moveTo>
                  <a:lnTo>
                    <a:pt x="213701" y="30093"/>
                  </a:lnTo>
                  <a:lnTo>
                    <a:pt x="188556" y="30093"/>
                  </a:lnTo>
                  <a:lnTo>
                    <a:pt x="201072" y="66396"/>
                  </a:lnTo>
                  <a:close/>
                </a:path>
              </a:pathLst>
            </a:custGeom>
            <a:solidFill>
              <a:srgbClr val="000000"/>
            </a:solidFill>
            <a:ln w="25400" cap="flat">
              <a:noFill/>
              <a:prstDash val="solid"/>
              <a:miter/>
            </a:ln>
          </p:spPr>
          <p:txBody>
            <a:bodyPr/>
            <a:lstStyle/>
            <a:p>
              <a:endParaRPr lang="en-GB"/>
            </a:p>
          </p:txBody>
        </p:sp>
        <p:sp>
          <p:nvSpPr>
            <p:cNvPr id="2436" name="Freeform: Shape 2435">
              <a:extLst>
                <a:ext uri="{FF2B5EF4-FFF2-40B4-BE49-F238E27FC236}">
                  <a16:creationId xmlns:a16="http://schemas.microsoft.com/office/drawing/2014/main" id="{7DB514D8-1DAD-C845-AB25-AA269339E331}"/>
                </a:ext>
              </a:extLst>
            </p:cNvPr>
            <p:cNvSpPr/>
            <p:nvPr>
              <p:custDataLst>
                <p:tags r:id="rId131"/>
              </p:custDataLst>
            </p:nvPr>
          </p:nvSpPr>
          <p:spPr>
            <a:xfrm flipV="1">
              <a:off x="9907809" y="-4210820"/>
              <a:ext cx="13077" cy="33397"/>
            </a:xfrm>
            <a:custGeom>
              <a:avLst/>
              <a:gdLst>
                <a:gd name="csX0" fmla="*/ 13077 w 13077"/>
                <a:gd name="csY0" fmla="*/ 20384 h 33397"/>
                <a:gd name="csX1" fmla="*/ 5925 w 13077"/>
                <a:gd name="csY1" fmla="*/ 32112 h 33397"/>
                <a:gd name="csX2" fmla="*/ 0 w 13077"/>
                <a:gd name="csY2" fmla="*/ 26190 h 33397"/>
                <a:gd name="csX3" fmla="*/ 5925 w 13077"/>
                <a:gd name="csY3" fmla="*/ 20272 h 33397"/>
                <a:gd name="csX4" fmla="*/ 9834 w 13077"/>
                <a:gd name="csY4" fmla="*/ 21723 h 33397"/>
                <a:gd name="csX5" fmla="*/ 10395 w 13077"/>
                <a:gd name="csY5" fmla="*/ 22059 h 33397"/>
                <a:gd name="csX6" fmla="*/ 10620 w 13077"/>
                <a:gd name="csY6" fmla="*/ 20384 h 33397"/>
                <a:gd name="csX7" fmla="*/ 3019 w 13077"/>
                <a:gd name="csY7" fmla="*/ 1732 h 33397"/>
                <a:gd name="csX8" fmla="*/ 1788 w 13077"/>
                <a:gd name="csY8" fmla="*/ -55 h 33397"/>
                <a:gd name="csX9" fmla="*/ 2906 w 13077"/>
                <a:gd name="csY9" fmla="*/ -1285 h 33397"/>
                <a:gd name="csX10" fmla="*/ 13077 w 13077"/>
                <a:gd name="csY10" fmla="*/ 20384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84"/>
                  </a:moveTo>
                  <a:cubicBezTo>
                    <a:pt x="13077" y="27756"/>
                    <a:pt x="10283" y="32112"/>
                    <a:pt x="5925" y="32112"/>
                  </a:cubicBezTo>
                  <a:cubicBezTo>
                    <a:pt x="2237" y="32112"/>
                    <a:pt x="0" y="29320"/>
                    <a:pt x="0" y="26190"/>
                  </a:cubicBezTo>
                  <a:cubicBezTo>
                    <a:pt x="0" y="23176"/>
                    <a:pt x="2237" y="20272"/>
                    <a:pt x="5925" y="20272"/>
                  </a:cubicBezTo>
                  <a:cubicBezTo>
                    <a:pt x="7264" y="20272"/>
                    <a:pt x="8719" y="20720"/>
                    <a:pt x="9834" y="21723"/>
                  </a:cubicBezTo>
                  <a:cubicBezTo>
                    <a:pt x="10171" y="21947"/>
                    <a:pt x="10283" y="22059"/>
                    <a:pt x="10395" y="22059"/>
                  </a:cubicBezTo>
                  <a:cubicBezTo>
                    <a:pt x="10507" y="22059"/>
                    <a:pt x="10620" y="21947"/>
                    <a:pt x="10620" y="20384"/>
                  </a:cubicBezTo>
                  <a:cubicBezTo>
                    <a:pt x="10620" y="12118"/>
                    <a:pt x="6707" y="5418"/>
                    <a:pt x="3019" y="1732"/>
                  </a:cubicBezTo>
                  <a:cubicBezTo>
                    <a:pt x="1788" y="502"/>
                    <a:pt x="1788" y="277"/>
                    <a:pt x="1788" y="-55"/>
                  </a:cubicBezTo>
                  <a:cubicBezTo>
                    <a:pt x="1788" y="-840"/>
                    <a:pt x="2349" y="-1285"/>
                    <a:pt x="2906" y="-1285"/>
                  </a:cubicBezTo>
                  <a:cubicBezTo>
                    <a:pt x="4137" y="-1285"/>
                    <a:pt x="13077" y="7313"/>
                    <a:pt x="13077" y="20384"/>
                  </a:cubicBezTo>
                  <a:close/>
                </a:path>
              </a:pathLst>
            </a:custGeom>
            <a:solidFill>
              <a:srgbClr val="000000"/>
            </a:solidFill>
            <a:ln w="25400" cap="flat">
              <a:noFill/>
              <a:prstDash val="solid"/>
              <a:miter/>
            </a:ln>
          </p:spPr>
          <p:txBody>
            <a:bodyPr/>
            <a:lstStyle/>
            <a:p>
              <a:endParaRPr lang="en-GB"/>
            </a:p>
          </p:txBody>
        </p:sp>
        <p:sp>
          <p:nvSpPr>
            <p:cNvPr id="2437" name="Freeform: Shape 2436">
              <a:extLst>
                <a:ext uri="{FF2B5EF4-FFF2-40B4-BE49-F238E27FC236}">
                  <a16:creationId xmlns:a16="http://schemas.microsoft.com/office/drawing/2014/main" id="{D00585B3-F326-804B-1436-297161458800}"/>
                </a:ext>
              </a:extLst>
            </p:cNvPr>
            <p:cNvSpPr/>
            <p:nvPr>
              <p:custDataLst>
                <p:tags r:id="rId132"/>
              </p:custDataLst>
            </p:nvPr>
          </p:nvSpPr>
          <p:spPr>
            <a:xfrm flipV="1">
              <a:off x="9954136" y="-4278955"/>
              <a:ext cx="214036" cy="82430"/>
            </a:xfrm>
            <a:custGeom>
              <a:avLst/>
              <a:gdLst>
                <a:gd name="csX0" fmla="*/ 0 w 214036"/>
                <a:gd name="csY0" fmla="*/ 39365 h 82430"/>
                <a:gd name="csX1" fmla="*/ 38892 w 214036"/>
                <a:gd name="csY1" fmla="*/ -1293 h 82430"/>
                <a:gd name="csX2" fmla="*/ 68059 w 214036"/>
                <a:gd name="csY2" fmla="*/ 27188 h 82430"/>
                <a:gd name="csX3" fmla="*/ 66607 w 214036"/>
                <a:gd name="csY3" fmla="*/ 29087 h 82430"/>
                <a:gd name="csX4" fmla="*/ 65268 w 214036"/>
                <a:gd name="csY4" fmla="*/ 27300 h 82430"/>
                <a:gd name="csX5" fmla="*/ 40231 w 214036"/>
                <a:gd name="csY5" fmla="*/ 2169 h 82430"/>
                <a:gd name="csX6" fmla="*/ 11510 w 214036"/>
                <a:gd name="csY6" fmla="*/ 39253 h 82430"/>
                <a:gd name="csX7" fmla="*/ 40119 w 214036"/>
                <a:gd name="csY7" fmla="*/ 76445 h 82430"/>
                <a:gd name="csX8" fmla="*/ 64483 w 214036"/>
                <a:gd name="csY8" fmla="*/ 49975 h 82430"/>
                <a:gd name="csX9" fmla="*/ 66271 w 214036"/>
                <a:gd name="csY9" fmla="*/ 48077 h 82430"/>
                <a:gd name="csX10" fmla="*/ 68059 w 214036"/>
                <a:gd name="csY10" fmla="*/ 50757 h 82430"/>
                <a:gd name="csX11" fmla="*/ 68059 w 214036"/>
                <a:gd name="csY11" fmla="*/ 77227 h 82430"/>
                <a:gd name="csX12" fmla="*/ 66832 w 214036"/>
                <a:gd name="csY12" fmla="*/ 79911 h 82430"/>
                <a:gd name="csX13" fmla="*/ 65044 w 214036"/>
                <a:gd name="csY13" fmla="*/ 78569 h 82430"/>
                <a:gd name="csX14" fmla="*/ 59455 w 214036"/>
                <a:gd name="csY14" fmla="*/ 70303 h 82430"/>
                <a:gd name="csX15" fmla="*/ 38892 w 214036"/>
                <a:gd name="csY15" fmla="*/ 79911 h 82430"/>
                <a:gd name="csX16" fmla="*/ 0 w 214036"/>
                <a:gd name="csY16" fmla="*/ 39365 h 82430"/>
                <a:gd name="csX17" fmla="*/ 118923 w 214036"/>
                <a:gd name="csY17" fmla="*/ 78905 h 82430"/>
                <a:gd name="csX18" fmla="*/ 116349 w 214036"/>
                <a:gd name="csY18" fmla="*/ 81138 h 82430"/>
                <a:gd name="csX19" fmla="*/ 113666 w 214036"/>
                <a:gd name="csY19" fmla="*/ 78905 h 82430"/>
                <a:gd name="csX20" fmla="*/ 90534 w 214036"/>
                <a:gd name="csY20" fmla="*/ 12110 h 82430"/>
                <a:gd name="csX21" fmla="*/ 78018 w 214036"/>
                <a:gd name="csY21" fmla="*/ 4625 h 82430"/>
                <a:gd name="csX22" fmla="*/ 78018 w 214036"/>
                <a:gd name="csY22" fmla="*/ 1163 h 82430"/>
                <a:gd name="csX23" fmla="*/ 89416 w 214036"/>
                <a:gd name="csY23" fmla="*/ 1499 h 82430"/>
                <a:gd name="csX24" fmla="*/ 102269 w 214036"/>
                <a:gd name="csY24" fmla="*/ 1163 h 82430"/>
                <a:gd name="csX25" fmla="*/ 102269 w 214036"/>
                <a:gd name="csY25" fmla="*/ 4625 h 82430"/>
                <a:gd name="csX26" fmla="*/ 93886 w 214036"/>
                <a:gd name="csY26" fmla="*/ 10323 h 82430"/>
                <a:gd name="csX27" fmla="*/ 94110 w 214036"/>
                <a:gd name="csY27" fmla="*/ 11998 h 82430"/>
                <a:gd name="csX28" fmla="*/ 99250 w 214036"/>
                <a:gd name="csY28" fmla="*/ 26631 h 82430"/>
                <a:gd name="csX29" fmla="*/ 126857 w 214036"/>
                <a:gd name="csY29" fmla="*/ 26631 h 82430"/>
                <a:gd name="csX30" fmla="*/ 132778 w 214036"/>
                <a:gd name="csY30" fmla="*/ 9542 h 82430"/>
                <a:gd name="csX31" fmla="*/ 133115 w 214036"/>
                <a:gd name="csY31" fmla="*/ 7975 h 82430"/>
                <a:gd name="csX32" fmla="*/ 123838 w 214036"/>
                <a:gd name="csY32" fmla="*/ 4625 h 82430"/>
                <a:gd name="csX33" fmla="*/ 123838 w 214036"/>
                <a:gd name="csY33" fmla="*/ 1163 h 82430"/>
                <a:gd name="csX34" fmla="*/ 139931 w 214036"/>
                <a:gd name="csY34" fmla="*/ 1499 h 82430"/>
                <a:gd name="csX35" fmla="*/ 154572 w 214036"/>
                <a:gd name="csY35" fmla="*/ 1163 h 82430"/>
                <a:gd name="csX36" fmla="*/ 154572 w 214036"/>
                <a:gd name="csY36" fmla="*/ 4625 h 82430"/>
                <a:gd name="csX37" fmla="*/ 152559 w 214036"/>
                <a:gd name="csY37" fmla="*/ 4625 h 82430"/>
                <a:gd name="csX38" fmla="*/ 143061 w 214036"/>
                <a:gd name="csY38" fmla="*/ 9093 h 82430"/>
                <a:gd name="csX39" fmla="*/ 118923 w 214036"/>
                <a:gd name="csY39" fmla="*/ 78905 h 82430"/>
                <a:gd name="csX40" fmla="*/ 112997 w 214036"/>
                <a:gd name="csY40" fmla="*/ 66396 h 82430"/>
                <a:gd name="csX41" fmla="*/ 125626 w 214036"/>
                <a:gd name="csY41" fmla="*/ 30093 h 82430"/>
                <a:gd name="csX42" fmla="*/ 100480 w 214036"/>
                <a:gd name="csY42" fmla="*/ 30093 h 82430"/>
                <a:gd name="csX43" fmla="*/ 112997 w 214036"/>
                <a:gd name="csY43" fmla="*/ 66396 h 82430"/>
                <a:gd name="csX44" fmla="*/ 197274 w 214036"/>
                <a:gd name="csY44" fmla="*/ 44502 h 82430"/>
                <a:gd name="csX45" fmla="*/ 182970 w 214036"/>
                <a:gd name="csY45" fmla="*/ 47964 h 82430"/>
                <a:gd name="csX46" fmla="*/ 171681 w 214036"/>
                <a:gd name="csY46" fmla="*/ 62148 h 82430"/>
                <a:gd name="csX47" fmla="*/ 186434 w 214036"/>
                <a:gd name="csY47" fmla="*/ 76782 h 82430"/>
                <a:gd name="csX48" fmla="*/ 208228 w 214036"/>
                <a:gd name="csY48" fmla="*/ 53437 h 82430"/>
                <a:gd name="csX49" fmla="*/ 209566 w 214036"/>
                <a:gd name="csY49" fmla="*/ 52095 h 82430"/>
                <a:gd name="csX50" fmla="*/ 211018 w 214036"/>
                <a:gd name="csY50" fmla="*/ 54776 h 82430"/>
                <a:gd name="csX51" fmla="*/ 211018 w 214036"/>
                <a:gd name="csY51" fmla="*/ 77227 h 82430"/>
                <a:gd name="csX52" fmla="*/ 209791 w 214036"/>
                <a:gd name="csY52" fmla="*/ 79911 h 82430"/>
                <a:gd name="csX53" fmla="*/ 208115 w 214036"/>
                <a:gd name="csY53" fmla="*/ 78457 h 82430"/>
                <a:gd name="csX54" fmla="*/ 204202 w 214036"/>
                <a:gd name="csY54" fmla="*/ 72090 h 82430"/>
                <a:gd name="csX55" fmla="*/ 186322 w 214036"/>
                <a:gd name="csY55" fmla="*/ 79911 h 82430"/>
                <a:gd name="csX56" fmla="*/ 164529 w 214036"/>
                <a:gd name="csY56" fmla="*/ 58242 h 82430"/>
                <a:gd name="csX57" fmla="*/ 179170 w 214036"/>
                <a:gd name="csY57" fmla="*/ 37799 h 82430"/>
                <a:gd name="csX58" fmla="*/ 193920 w 214036"/>
                <a:gd name="csY58" fmla="*/ 34112 h 82430"/>
                <a:gd name="csX59" fmla="*/ 203420 w 214036"/>
                <a:gd name="csY59" fmla="*/ 28418 h 82430"/>
                <a:gd name="csX60" fmla="*/ 206885 w 214036"/>
                <a:gd name="csY60" fmla="*/ 18140 h 82430"/>
                <a:gd name="csX61" fmla="*/ 191910 w 214036"/>
                <a:gd name="csY61" fmla="*/ 2169 h 82430"/>
                <a:gd name="csX62" fmla="*/ 174250 w 214036"/>
                <a:gd name="csY62" fmla="*/ 8199 h 82430"/>
                <a:gd name="csX63" fmla="*/ 167322 w 214036"/>
                <a:gd name="csY63" fmla="*/ 25401 h 82430"/>
                <a:gd name="csX64" fmla="*/ 165980 w 214036"/>
                <a:gd name="csY64" fmla="*/ 26519 h 82430"/>
                <a:gd name="csX65" fmla="*/ 164529 w 214036"/>
                <a:gd name="csY65" fmla="*/ 23726 h 82430"/>
                <a:gd name="csX66" fmla="*/ 164529 w 214036"/>
                <a:gd name="csY66" fmla="*/ 1388 h 82430"/>
                <a:gd name="csX67" fmla="*/ 165759 w 214036"/>
                <a:gd name="csY67" fmla="*/ -1293 h 82430"/>
                <a:gd name="csX68" fmla="*/ 167435 w 214036"/>
                <a:gd name="csY68" fmla="*/ 158 h 82430"/>
                <a:gd name="csX69" fmla="*/ 171457 w 214036"/>
                <a:gd name="csY69" fmla="*/ 6525 h 82430"/>
                <a:gd name="csX70" fmla="*/ 192023 w 214036"/>
                <a:gd name="csY70" fmla="*/ -1293 h 82430"/>
                <a:gd name="csX71" fmla="*/ 214037 w 214036"/>
                <a:gd name="csY71" fmla="*/ 21939 h 82430"/>
                <a:gd name="csX72" fmla="*/ 197274 w 214036"/>
                <a:gd name="csY72" fmla="*/ 44502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214036" h="82430">
                  <a:moveTo>
                    <a:pt x="0" y="39365"/>
                  </a:moveTo>
                  <a:cubicBezTo>
                    <a:pt x="0" y="16241"/>
                    <a:pt x="18105" y="-1293"/>
                    <a:pt x="38892" y="-1293"/>
                  </a:cubicBezTo>
                  <a:cubicBezTo>
                    <a:pt x="57110" y="-1293"/>
                    <a:pt x="68059" y="14230"/>
                    <a:pt x="68059" y="27188"/>
                  </a:cubicBezTo>
                  <a:cubicBezTo>
                    <a:pt x="68059" y="28306"/>
                    <a:pt x="68059" y="29087"/>
                    <a:pt x="66607" y="29087"/>
                  </a:cubicBezTo>
                  <a:cubicBezTo>
                    <a:pt x="65376" y="29087"/>
                    <a:pt x="65376" y="28418"/>
                    <a:pt x="65268" y="27300"/>
                  </a:cubicBezTo>
                  <a:cubicBezTo>
                    <a:pt x="64374" y="11329"/>
                    <a:pt x="52415" y="2169"/>
                    <a:pt x="40231" y="2169"/>
                  </a:cubicBezTo>
                  <a:cubicBezTo>
                    <a:pt x="33416" y="2169"/>
                    <a:pt x="11510" y="5967"/>
                    <a:pt x="11510" y="39253"/>
                  </a:cubicBezTo>
                  <a:cubicBezTo>
                    <a:pt x="11510" y="72650"/>
                    <a:pt x="33304" y="76445"/>
                    <a:pt x="40119" y="76445"/>
                  </a:cubicBezTo>
                  <a:cubicBezTo>
                    <a:pt x="52303" y="76445"/>
                    <a:pt x="62249" y="66283"/>
                    <a:pt x="64483" y="49975"/>
                  </a:cubicBezTo>
                  <a:cubicBezTo>
                    <a:pt x="64707" y="48413"/>
                    <a:pt x="64707" y="48077"/>
                    <a:pt x="66271" y="48077"/>
                  </a:cubicBezTo>
                  <a:cubicBezTo>
                    <a:pt x="68059" y="48077"/>
                    <a:pt x="68059" y="48413"/>
                    <a:pt x="68059" y="50757"/>
                  </a:cubicBezTo>
                  <a:lnTo>
                    <a:pt x="68059" y="77227"/>
                  </a:lnTo>
                  <a:cubicBezTo>
                    <a:pt x="68059" y="79126"/>
                    <a:pt x="68059" y="79911"/>
                    <a:pt x="66832" y="79911"/>
                  </a:cubicBezTo>
                  <a:cubicBezTo>
                    <a:pt x="66383" y="79911"/>
                    <a:pt x="65938" y="79911"/>
                    <a:pt x="65044" y="78569"/>
                  </a:cubicBezTo>
                  <a:lnTo>
                    <a:pt x="59455" y="70303"/>
                  </a:lnTo>
                  <a:cubicBezTo>
                    <a:pt x="55321" y="74325"/>
                    <a:pt x="49621" y="79911"/>
                    <a:pt x="38892" y="79911"/>
                  </a:cubicBezTo>
                  <a:cubicBezTo>
                    <a:pt x="17993" y="79911"/>
                    <a:pt x="0" y="62148"/>
                    <a:pt x="0" y="39365"/>
                  </a:cubicBezTo>
                  <a:close/>
                  <a:moveTo>
                    <a:pt x="118923" y="78905"/>
                  </a:moveTo>
                  <a:cubicBezTo>
                    <a:pt x="118361" y="80356"/>
                    <a:pt x="118137" y="81138"/>
                    <a:pt x="116349" y="81138"/>
                  </a:cubicBezTo>
                  <a:cubicBezTo>
                    <a:pt x="114561" y="81138"/>
                    <a:pt x="114227" y="80468"/>
                    <a:pt x="113666" y="78905"/>
                  </a:cubicBezTo>
                  <a:lnTo>
                    <a:pt x="90534" y="12110"/>
                  </a:lnTo>
                  <a:cubicBezTo>
                    <a:pt x="88522" y="6413"/>
                    <a:pt x="84051" y="4737"/>
                    <a:pt x="78018" y="4625"/>
                  </a:cubicBezTo>
                  <a:lnTo>
                    <a:pt x="78018" y="1163"/>
                  </a:lnTo>
                  <a:cubicBezTo>
                    <a:pt x="80588" y="1275"/>
                    <a:pt x="85394" y="1499"/>
                    <a:pt x="89416" y="1499"/>
                  </a:cubicBezTo>
                  <a:cubicBezTo>
                    <a:pt x="92883" y="1499"/>
                    <a:pt x="98693" y="1275"/>
                    <a:pt x="102269" y="1163"/>
                  </a:cubicBezTo>
                  <a:lnTo>
                    <a:pt x="102269" y="4625"/>
                  </a:lnTo>
                  <a:cubicBezTo>
                    <a:pt x="96680" y="4625"/>
                    <a:pt x="93886" y="7418"/>
                    <a:pt x="93886" y="10323"/>
                  </a:cubicBezTo>
                  <a:cubicBezTo>
                    <a:pt x="93886" y="10656"/>
                    <a:pt x="93998" y="11773"/>
                    <a:pt x="94110" y="11998"/>
                  </a:cubicBezTo>
                  <a:lnTo>
                    <a:pt x="99250" y="26631"/>
                  </a:lnTo>
                  <a:lnTo>
                    <a:pt x="126857" y="26631"/>
                  </a:lnTo>
                  <a:lnTo>
                    <a:pt x="132778" y="9542"/>
                  </a:lnTo>
                  <a:cubicBezTo>
                    <a:pt x="132890" y="9093"/>
                    <a:pt x="133115" y="8424"/>
                    <a:pt x="133115" y="7975"/>
                  </a:cubicBezTo>
                  <a:cubicBezTo>
                    <a:pt x="133115" y="4625"/>
                    <a:pt x="126857" y="4625"/>
                    <a:pt x="123838" y="4625"/>
                  </a:cubicBezTo>
                  <a:lnTo>
                    <a:pt x="123838" y="1163"/>
                  </a:lnTo>
                  <a:cubicBezTo>
                    <a:pt x="127862" y="1499"/>
                    <a:pt x="135684" y="1499"/>
                    <a:pt x="139931" y="1499"/>
                  </a:cubicBezTo>
                  <a:cubicBezTo>
                    <a:pt x="144737" y="1499"/>
                    <a:pt x="149877" y="1388"/>
                    <a:pt x="154572" y="1163"/>
                  </a:cubicBezTo>
                  <a:lnTo>
                    <a:pt x="154572" y="4625"/>
                  </a:lnTo>
                  <a:lnTo>
                    <a:pt x="152559" y="4625"/>
                  </a:lnTo>
                  <a:cubicBezTo>
                    <a:pt x="145856" y="4625"/>
                    <a:pt x="144288" y="5406"/>
                    <a:pt x="143061" y="9093"/>
                  </a:cubicBezTo>
                  <a:lnTo>
                    <a:pt x="118923" y="78905"/>
                  </a:lnTo>
                  <a:close/>
                  <a:moveTo>
                    <a:pt x="112997" y="66396"/>
                  </a:moveTo>
                  <a:lnTo>
                    <a:pt x="125626" y="30093"/>
                  </a:lnTo>
                  <a:lnTo>
                    <a:pt x="100480" y="30093"/>
                  </a:lnTo>
                  <a:lnTo>
                    <a:pt x="112997" y="66396"/>
                  </a:lnTo>
                  <a:close/>
                  <a:moveTo>
                    <a:pt x="197274" y="44502"/>
                  </a:moveTo>
                  <a:lnTo>
                    <a:pt x="182970" y="47964"/>
                  </a:lnTo>
                  <a:cubicBezTo>
                    <a:pt x="176038" y="49639"/>
                    <a:pt x="171681" y="55670"/>
                    <a:pt x="171681" y="62148"/>
                  </a:cubicBezTo>
                  <a:cubicBezTo>
                    <a:pt x="171681" y="69970"/>
                    <a:pt x="177715" y="76782"/>
                    <a:pt x="186434" y="76782"/>
                  </a:cubicBezTo>
                  <a:cubicBezTo>
                    <a:pt x="205097" y="76782"/>
                    <a:pt x="207554" y="58462"/>
                    <a:pt x="208228" y="53437"/>
                  </a:cubicBezTo>
                  <a:cubicBezTo>
                    <a:pt x="208336" y="52768"/>
                    <a:pt x="208336" y="52095"/>
                    <a:pt x="209566" y="52095"/>
                  </a:cubicBezTo>
                  <a:cubicBezTo>
                    <a:pt x="211018" y="52095"/>
                    <a:pt x="211018" y="52656"/>
                    <a:pt x="211018" y="54776"/>
                  </a:cubicBezTo>
                  <a:lnTo>
                    <a:pt x="211018" y="77227"/>
                  </a:lnTo>
                  <a:cubicBezTo>
                    <a:pt x="211018" y="79126"/>
                    <a:pt x="211018" y="79911"/>
                    <a:pt x="209791" y="79911"/>
                  </a:cubicBezTo>
                  <a:cubicBezTo>
                    <a:pt x="209010" y="79911"/>
                    <a:pt x="208897" y="79799"/>
                    <a:pt x="208115" y="78457"/>
                  </a:cubicBezTo>
                  <a:lnTo>
                    <a:pt x="204202" y="72090"/>
                  </a:lnTo>
                  <a:cubicBezTo>
                    <a:pt x="200851" y="75331"/>
                    <a:pt x="196268" y="79911"/>
                    <a:pt x="186322" y="79911"/>
                  </a:cubicBezTo>
                  <a:cubicBezTo>
                    <a:pt x="173917" y="79911"/>
                    <a:pt x="164529" y="70078"/>
                    <a:pt x="164529" y="58242"/>
                  </a:cubicBezTo>
                  <a:cubicBezTo>
                    <a:pt x="164529" y="48970"/>
                    <a:pt x="170450" y="40816"/>
                    <a:pt x="179170" y="37799"/>
                  </a:cubicBezTo>
                  <a:cubicBezTo>
                    <a:pt x="180396" y="37353"/>
                    <a:pt x="186098" y="36011"/>
                    <a:pt x="193920" y="34112"/>
                  </a:cubicBezTo>
                  <a:cubicBezTo>
                    <a:pt x="196938" y="33331"/>
                    <a:pt x="200290" y="32550"/>
                    <a:pt x="203420" y="28418"/>
                  </a:cubicBezTo>
                  <a:cubicBezTo>
                    <a:pt x="205766" y="25513"/>
                    <a:pt x="206885" y="21827"/>
                    <a:pt x="206885" y="18140"/>
                  </a:cubicBezTo>
                  <a:cubicBezTo>
                    <a:pt x="206885" y="10211"/>
                    <a:pt x="201296" y="2169"/>
                    <a:pt x="191910" y="2169"/>
                  </a:cubicBezTo>
                  <a:cubicBezTo>
                    <a:pt x="188667" y="2169"/>
                    <a:pt x="180176" y="2726"/>
                    <a:pt x="174250" y="8199"/>
                  </a:cubicBezTo>
                  <a:cubicBezTo>
                    <a:pt x="167768" y="14230"/>
                    <a:pt x="167435" y="21382"/>
                    <a:pt x="167322" y="25401"/>
                  </a:cubicBezTo>
                  <a:cubicBezTo>
                    <a:pt x="167210" y="26519"/>
                    <a:pt x="166316" y="26519"/>
                    <a:pt x="165980" y="26519"/>
                  </a:cubicBezTo>
                  <a:cubicBezTo>
                    <a:pt x="164529" y="26519"/>
                    <a:pt x="164529" y="25737"/>
                    <a:pt x="164529" y="23726"/>
                  </a:cubicBezTo>
                  <a:lnTo>
                    <a:pt x="164529" y="1388"/>
                  </a:lnTo>
                  <a:cubicBezTo>
                    <a:pt x="164529" y="-512"/>
                    <a:pt x="164529" y="-1293"/>
                    <a:pt x="165759" y="-1293"/>
                  </a:cubicBezTo>
                  <a:cubicBezTo>
                    <a:pt x="166540" y="-1293"/>
                    <a:pt x="166653" y="-1073"/>
                    <a:pt x="167435" y="158"/>
                  </a:cubicBezTo>
                  <a:cubicBezTo>
                    <a:pt x="167435" y="269"/>
                    <a:pt x="167768" y="606"/>
                    <a:pt x="171457" y="6525"/>
                  </a:cubicBezTo>
                  <a:cubicBezTo>
                    <a:pt x="174923" y="2726"/>
                    <a:pt x="182076" y="-1293"/>
                    <a:pt x="192023" y="-1293"/>
                  </a:cubicBezTo>
                  <a:cubicBezTo>
                    <a:pt x="205097" y="-1293"/>
                    <a:pt x="214037" y="9654"/>
                    <a:pt x="214037" y="21939"/>
                  </a:cubicBezTo>
                  <a:cubicBezTo>
                    <a:pt x="214037" y="33110"/>
                    <a:pt x="206660" y="42266"/>
                    <a:pt x="197274" y="44502"/>
                  </a:cubicBezTo>
                  <a:close/>
                </a:path>
              </a:pathLst>
            </a:custGeom>
            <a:solidFill>
              <a:srgbClr val="000000"/>
            </a:solidFill>
            <a:ln w="25400" cap="flat">
              <a:noFill/>
              <a:prstDash val="solid"/>
              <a:miter/>
            </a:ln>
          </p:spPr>
          <p:txBody>
            <a:bodyPr/>
            <a:lstStyle/>
            <a:p>
              <a:endParaRPr lang="en-GB"/>
            </a:p>
          </p:txBody>
        </p:sp>
        <p:sp>
          <p:nvSpPr>
            <p:cNvPr id="2438" name="Freeform: Shape 2437">
              <a:extLst>
                <a:ext uri="{FF2B5EF4-FFF2-40B4-BE49-F238E27FC236}">
                  <a16:creationId xmlns:a16="http://schemas.microsoft.com/office/drawing/2014/main" id="{01E258AE-B10A-4591-3A2E-F0747077D494}"/>
                </a:ext>
              </a:extLst>
            </p:cNvPr>
            <p:cNvSpPr/>
            <p:nvPr>
              <p:custDataLst>
                <p:tags r:id="rId133"/>
              </p:custDataLst>
            </p:nvPr>
          </p:nvSpPr>
          <p:spPr>
            <a:xfrm flipV="1">
              <a:off x="10184139" y="-4210820"/>
              <a:ext cx="13077" cy="33397"/>
            </a:xfrm>
            <a:custGeom>
              <a:avLst/>
              <a:gdLst>
                <a:gd name="csX0" fmla="*/ 13077 w 13077"/>
                <a:gd name="csY0" fmla="*/ 20384 h 33397"/>
                <a:gd name="csX1" fmla="*/ 5925 w 13077"/>
                <a:gd name="csY1" fmla="*/ 32112 h 33397"/>
                <a:gd name="csX2" fmla="*/ 0 w 13077"/>
                <a:gd name="csY2" fmla="*/ 26190 h 33397"/>
                <a:gd name="csX3" fmla="*/ 5925 w 13077"/>
                <a:gd name="csY3" fmla="*/ 20272 h 33397"/>
                <a:gd name="csX4" fmla="*/ 9835 w 13077"/>
                <a:gd name="csY4" fmla="*/ 21723 h 33397"/>
                <a:gd name="csX5" fmla="*/ 10395 w 13077"/>
                <a:gd name="csY5" fmla="*/ 22059 h 33397"/>
                <a:gd name="csX6" fmla="*/ 10620 w 13077"/>
                <a:gd name="csY6" fmla="*/ 20384 h 33397"/>
                <a:gd name="csX7" fmla="*/ 3019 w 13077"/>
                <a:gd name="csY7" fmla="*/ 1732 h 33397"/>
                <a:gd name="csX8" fmla="*/ 1788 w 13077"/>
                <a:gd name="csY8" fmla="*/ -55 h 33397"/>
                <a:gd name="csX9" fmla="*/ 2906 w 13077"/>
                <a:gd name="csY9" fmla="*/ -1285 h 33397"/>
                <a:gd name="csX10" fmla="*/ 13077 w 13077"/>
                <a:gd name="csY10" fmla="*/ 20384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84"/>
                  </a:moveTo>
                  <a:cubicBezTo>
                    <a:pt x="13077" y="27756"/>
                    <a:pt x="10283" y="32112"/>
                    <a:pt x="5925" y="32112"/>
                  </a:cubicBezTo>
                  <a:cubicBezTo>
                    <a:pt x="2237" y="32112"/>
                    <a:pt x="0" y="29320"/>
                    <a:pt x="0" y="26190"/>
                  </a:cubicBezTo>
                  <a:cubicBezTo>
                    <a:pt x="0" y="23176"/>
                    <a:pt x="2237" y="20272"/>
                    <a:pt x="5925" y="20272"/>
                  </a:cubicBezTo>
                  <a:cubicBezTo>
                    <a:pt x="7265" y="20272"/>
                    <a:pt x="8719" y="20720"/>
                    <a:pt x="9835" y="21723"/>
                  </a:cubicBezTo>
                  <a:cubicBezTo>
                    <a:pt x="10171" y="21947"/>
                    <a:pt x="10283" y="22059"/>
                    <a:pt x="10395" y="22059"/>
                  </a:cubicBezTo>
                  <a:cubicBezTo>
                    <a:pt x="10508" y="22059"/>
                    <a:pt x="10620" y="21947"/>
                    <a:pt x="10620" y="20384"/>
                  </a:cubicBezTo>
                  <a:cubicBezTo>
                    <a:pt x="10620" y="12118"/>
                    <a:pt x="6707" y="5418"/>
                    <a:pt x="3019" y="1732"/>
                  </a:cubicBezTo>
                  <a:cubicBezTo>
                    <a:pt x="1788" y="502"/>
                    <a:pt x="1788" y="277"/>
                    <a:pt x="1788" y="-55"/>
                  </a:cubicBezTo>
                  <a:cubicBezTo>
                    <a:pt x="1788" y="-840"/>
                    <a:pt x="2349" y="-1285"/>
                    <a:pt x="2906" y="-1285"/>
                  </a:cubicBezTo>
                  <a:cubicBezTo>
                    <a:pt x="4137" y="-1285"/>
                    <a:pt x="13077" y="7313"/>
                    <a:pt x="13077" y="20384"/>
                  </a:cubicBezTo>
                  <a:close/>
                </a:path>
              </a:pathLst>
            </a:custGeom>
            <a:solidFill>
              <a:srgbClr val="000000"/>
            </a:solidFill>
            <a:ln w="25400" cap="flat">
              <a:noFill/>
              <a:prstDash val="solid"/>
              <a:miter/>
            </a:ln>
          </p:spPr>
          <p:txBody>
            <a:bodyPr/>
            <a:lstStyle/>
            <a:p>
              <a:endParaRPr lang="en-GB"/>
            </a:p>
          </p:txBody>
        </p:sp>
        <p:sp>
          <p:nvSpPr>
            <p:cNvPr id="2439" name="Freeform: Shape 2438">
              <a:extLst>
                <a:ext uri="{FF2B5EF4-FFF2-40B4-BE49-F238E27FC236}">
                  <a16:creationId xmlns:a16="http://schemas.microsoft.com/office/drawing/2014/main" id="{7D02D507-383A-E035-2AD2-9C5691F3317E}"/>
                </a:ext>
              </a:extLst>
            </p:cNvPr>
            <p:cNvSpPr/>
            <p:nvPr>
              <p:custDataLst>
                <p:tags r:id="rId134"/>
              </p:custDataLst>
            </p:nvPr>
          </p:nvSpPr>
          <p:spPr>
            <a:xfrm flipV="1">
              <a:off x="10228341" y="-4275269"/>
              <a:ext cx="250808" cy="76288"/>
            </a:xfrm>
            <a:custGeom>
              <a:avLst/>
              <a:gdLst>
                <a:gd name="csX0" fmla="*/ 22800 w 250808"/>
                <a:gd name="csY0" fmla="*/ 72538 h 76288"/>
                <a:gd name="csX1" fmla="*/ 18887 w 250808"/>
                <a:gd name="csY1" fmla="*/ 74995 h 76288"/>
                <a:gd name="csX2" fmla="*/ 0 w 250808"/>
                <a:gd name="csY2" fmla="*/ 74995 h 76288"/>
                <a:gd name="csX3" fmla="*/ 0 w 250808"/>
                <a:gd name="csY3" fmla="*/ 71533 h 76288"/>
                <a:gd name="csX4" fmla="*/ 2682 w 250808"/>
                <a:gd name="csY4" fmla="*/ 71533 h 76288"/>
                <a:gd name="csX5" fmla="*/ 11514 w 250808"/>
                <a:gd name="csY5" fmla="*/ 66284 h 76288"/>
                <a:gd name="csX6" fmla="*/ 11514 w 250808"/>
                <a:gd name="csY6" fmla="*/ 10436 h 76288"/>
                <a:gd name="csX7" fmla="*/ 0 w 250808"/>
                <a:gd name="csY7" fmla="*/ 2169 h 76288"/>
                <a:gd name="csX8" fmla="*/ 0 w 250808"/>
                <a:gd name="csY8" fmla="*/ -1293 h 76288"/>
                <a:gd name="csX9" fmla="*/ 13077 w 250808"/>
                <a:gd name="csY9" fmla="*/ -957 h 76288"/>
                <a:gd name="csX10" fmla="*/ 26151 w 250808"/>
                <a:gd name="csY10" fmla="*/ -1293 h 76288"/>
                <a:gd name="csX11" fmla="*/ 26151 w 250808"/>
                <a:gd name="csY11" fmla="*/ 2169 h 76288"/>
                <a:gd name="csX12" fmla="*/ 14641 w 250808"/>
                <a:gd name="csY12" fmla="*/ 10436 h 76288"/>
                <a:gd name="csX13" fmla="*/ 14641 w 250808"/>
                <a:gd name="csY13" fmla="*/ 70639 h 76288"/>
                <a:gd name="csX14" fmla="*/ 14753 w 250808"/>
                <a:gd name="csY14" fmla="*/ 70639 h 76288"/>
                <a:gd name="csX15" fmla="*/ 41686 w 250808"/>
                <a:gd name="csY15" fmla="*/ 1163 h 76288"/>
                <a:gd name="csX16" fmla="*/ 43923 w 250808"/>
                <a:gd name="csY16" fmla="*/ -1293 h 76288"/>
                <a:gd name="csX17" fmla="*/ 45932 w 250808"/>
                <a:gd name="csY17" fmla="*/ 831 h 76288"/>
                <a:gd name="csX18" fmla="*/ 73426 w 250808"/>
                <a:gd name="csY18" fmla="*/ 71533 h 76288"/>
                <a:gd name="csX19" fmla="*/ 73539 w 250808"/>
                <a:gd name="csY19" fmla="*/ 71533 h 76288"/>
                <a:gd name="csX20" fmla="*/ 73539 w 250808"/>
                <a:gd name="csY20" fmla="*/ 7418 h 76288"/>
                <a:gd name="csX21" fmla="*/ 64710 w 250808"/>
                <a:gd name="csY21" fmla="*/ 2169 h 76288"/>
                <a:gd name="csX22" fmla="*/ 62028 w 250808"/>
                <a:gd name="csY22" fmla="*/ 2169 h 76288"/>
                <a:gd name="csX23" fmla="*/ 62028 w 250808"/>
                <a:gd name="csY23" fmla="*/ -1293 h 76288"/>
                <a:gd name="csX24" fmla="*/ 78121 w 250808"/>
                <a:gd name="csY24" fmla="*/ -957 h 76288"/>
                <a:gd name="csX25" fmla="*/ 94101 w 250808"/>
                <a:gd name="csY25" fmla="*/ -1293 h 76288"/>
                <a:gd name="csX26" fmla="*/ 94101 w 250808"/>
                <a:gd name="csY26" fmla="*/ 2169 h 76288"/>
                <a:gd name="csX27" fmla="*/ 91419 w 250808"/>
                <a:gd name="csY27" fmla="*/ 2169 h 76288"/>
                <a:gd name="csX28" fmla="*/ 82591 w 250808"/>
                <a:gd name="csY28" fmla="*/ 7418 h 76288"/>
                <a:gd name="csX29" fmla="*/ 82591 w 250808"/>
                <a:gd name="csY29" fmla="*/ 66284 h 76288"/>
                <a:gd name="csX30" fmla="*/ 91419 w 250808"/>
                <a:gd name="csY30" fmla="*/ 71533 h 76288"/>
                <a:gd name="csX31" fmla="*/ 94101 w 250808"/>
                <a:gd name="csY31" fmla="*/ 71533 h 76288"/>
                <a:gd name="csX32" fmla="*/ 94101 w 250808"/>
                <a:gd name="csY32" fmla="*/ 74995 h 76288"/>
                <a:gd name="csX33" fmla="*/ 75214 w 250808"/>
                <a:gd name="csY33" fmla="*/ 74995 h 76288"/>
                <a:gd name="csX34" fmla="*/ 71526 w 250808"/>
                <a:gd name="csY34" fmla="*/ 72875 h 76288"/>
                <a:gd name="csX35" fmla="*/ 47051 w 250808"/>
                <a:gd name="csY35" fmla="*/ 9987 h 76288"/>
                <a:gd name="csX36" fmla="*/ 22800 w 250808"/>
                <a:gd name="csY36" fmla="*/ 72538 h 76288"/>
                <a:gd name="csX37" fmla="*/ 113449 w 250808"/>
                <a:gd name="csY37" fmla="*/ 7418 h 76288"/>
                <a:gd name="csX38" fmla="*/ 104620 w 250808"/>
                <a:gd name="csY38" fmla="*/ 2169 h 76288"/>
                <a:gd name="csX39" fmla="*/ 101938 w 250808"/>
                <a:gd name="csY39" fmla="*/ 2169 h 76288"/>
                <a:gd name="csX40" fmla="*/ 101938 w 250808"/>
                <a:gd name="csY40" fmla="*/ -1293 h 76288"/>
                <a:gd name="csX41" fmla="*/ 166420 w 250808"/>
                <a:gd name="csY41" fmla="*/ -1293 h 76288"/>
                <a:gd name="csX42" fmla="*/ 171115 w 250808"/>
                <a:gd name="csY42" fmla="*/ 27525 h 76288"/>
                <a:gd name="csX43" fmla="*/ 168321 w 250808"/>
                <a:gd name="csY43" fmla="*/ 27525 h 76288"/>
                <a:gd name="csX44" fmla="*/ 143734 w 250808"/>
                <a:gd name="csY44" fmla="*/ 2169 h 76288"/>
                <a:gd name="csX45" fmla="*/ 128872 w 250808"/>
                <a:gd name="csY45" fmla="*/ 2169 h 76288"/>
                <a:gd name="csX46" fmla="*/ 123394 w 250808"/>
                <a:gd name="csY46" fmla="*/ 6637 h 76288"/>
                <a:gd name="csX47" fmla="*/ 123394 w 250808"/>
                <a:gd name="csY47" fmla="*/ 36460 h 76288"/>
                <a:gd name="csX48" fmla="*/ 133453 w 250808"/>
                <a:gd name="csY48" fmla="*/ 36460 h 76288"/>
                <a:gd name="csX49" fmla="*/ 145524 w 250808"/>
                <a:gd name="csY49" fmla="*/ 23393 h 76288"/>
                <a:gd name="csX50" fmla="*/ 148316 w 250808"/>
                <a:gd name="csY50" fmla="*/ 23393 h 76288"/>
                <a:gd name="csX51" fmla="*/ 148316 w 250808"/>
                <a:gd name="csY51" fmla="*/ 52993 h 76288"/>
                <a:gd name="csX52" fmla="*/ 145524 w 250808"/>
                <a:gd name="csY52" fmla="*/ 52993 h 76288"/>
                <a:gd name="csX53" fmla="*/ 133453 w 250808"/>
                <a:gd name="csY53" fmla="*/ 39922 h 76288"/>
                <a:gd name="csX54" fmla="*/ 123394 w 250808"/>
                <a:gd name="csY54" fmla="*/ 39922 h 76288"/>
                <a:gd name="csX55" fmla="*/ 123394 w 250808"/>
                <a:gd name="csY55" fmla="*/ 66728 h 76288"/>
                <a:gd name="csX56" fmla="*/ 128872 w 250808"/>
                <a:gd name="csY56" fmla="*/ 71196 h 76288"/>
                <a:gd name="csX57" fmla="*/ 143288 w 250808"/>
                <a:gd name="csY57" fmla="*/ 71196 h 76288"/>
                <a:gd name="csX58" fmla="*/ 165194 w 250808"/>
                <a:gd name="csY58" fmla="*/ 49530 h 76288"/>
                <a:gd name="csX59" fmla="*/ 167988 w 250808"/>
                <a:gd name="csY59" fmla="*/ 49530 h 76288"/>
                <a:gd name="csX60" fmla="*/ 164857 w 250808"/>
                <a:gd name="csY60" fmla="*/ 74662 h 76288"/>
                <a:gd name="csX61" fmla="*/ 101938 w 250808"/>
                <a:gd name="csY61" fmla="*/ 74662 h 76288"/>
                <a:gd name="csX62" fmla="*/ 101938 w 250808"/>
                <a:gd name="csY62" fmla="*/ 71196 h 76288"/>
                <a:gd name="csX63" fmla="*/ 104620 w 250808"/>
                <a:gd name="csY63" fmla="*/ 71196 h 76288"/>
                <a:gd name="csX64" fmla="*/ 113449 w 250808"/>
                <a:gd name="csY64" fmla="*/ 65948 h 76288"/>
                <a:gd name="csX65" fmla="*/ 113449 w 250808"/>
                <a:gd name="csY65" fmla="*/ 7418 h 76288"/>
                <a:gd name="csX66" fmla="*/ 248684 w 250808"/>
                <a:gd name="csY66" fmla="*/ 74326 h 76288"/>
                <a:gd name="csX67" fmla="*/ 180400 w 250808"/>
                <a:gd name="csY67" fmla="*/ 74326 h 76288"/>
                <a:gd name="csX68" fmla="*/ 178280 w 250808"/>
                <a:gd name="csY68" fmla="*/ 49194 h 76288"/>
                <a:gd name="csX69" fmla="*/ 181070 w 250808"/>
                <a:gd name="csY69" fmla="*/ 49194 h 76288"/>
                <a:gd name="csX70" fmla="*/ 201189 w 250808"/>
                <a:gd name="csY70" fmla="*/ 70864 h 76288"/>
                <a:gd name="csX71" fmla="*/ 207222 w 250808"/>
                <a:gd name="csY71" fmla="*/ 70639 h 76288"/>
                <a:gd name="csX72" fmla="*/ 209570 w 250808"/>
                <a:gd name="csY72" fmla="*/ 66396 h 76288"/>
                <a:gd name="csX73" fmla="*/ 209570 w 250808"/>
                <a:gd name="csY73" fmla="*/ 7530 h 76288"/>
                <a:gd name="csX74" fmla="*/ 197836 w 250808"/>
                <a:gd name="csY74" fmla="*/ 2169 h 76288"/>
                <a:gd name="csX75" fmla="*/ 193366 w 250808"/>
                <a:gd name="csY75" fmla="*/ 2169 h 76288"/>
                <a:gd name="csX76" fmla="*/ 193366 w 250808"/>
                <a:gd name="csY76" fmla="*/ -1293 h 76288"/>
                <a:gd name="csX77" fmla="*/ 214487 w 250808"/>
                <a:gd name="csY77" fmla="*/ -957 h 76288"/>
                <a:gd name="csX78" fmla="*/ 235722 w 250808"/>
                <a:gd name="csY78" fmla="*/ -1293 h 76288"/>
                <a:gd name="csX79" fmla="*/ 235722 w 250808"/>
                <a:gd name="csY79" fmla="*/ 2169 h 76288"/>
                <a:gd name="csX80" fmla="*/ 231252 w 250808"/>
                <a:gd name="csY80" fmla="*/ 2169 h 76288"/>
                <a:gd name="csX81" fmla="*/ 219517 w 250808"/>
                <a:gd name="csY81" fmla="*/ 7530 h 76288"/>
                <a:gd name="csX82" fmla="*/ 219517 w 250808"/>
                <a:gd name="csY82" fmla="*/ 66396 h 76288"/>
                <a:gd name="csX83" fmla="*/ 221530 w 250808"/>
                <a:gd name="csY83" fmla="*/ 70639 h 76288"/>
                <a:gd name="csX84" fmla="*/ 227897 w 250808"/>
                <a:gd name="csY84" fmla="*/ 70864 h 76288"/>
                <a:gd name="csX85" fmla="*/ 248014 w 250808"/>
                <a:gd name="csY85" fmla="*/ 49194 h 76288"/>
                <a:gd name="csX86" fmla="*/ 250809 w 250808"/>
                <a:gd name="csY86" fmla="*/ 49194 h 76288"/>
                <a:gd name="csX87" fmla="*/ 248684 w 250808"/>
                <a:gd name="csY87" fmla="*/ 74326 h 76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250808" h="76288">
                  <a:moveTo>
                    <a:pt x="22800" y="72538"/>
                  </a:moveTo>
                  <a:cubicBezTo>
                    <a:pt x="21793" y="74995"/>
                    <a:pt x="21460" y="74995"/>
                    <a:pt x="18887" y="74995"/>
                  </a:cubicBezTo>
                  <a:lnTo>
                    <a:pt x="0" y="74995"/>
                  </a:lnTo>
                  <a:lnTo>
                    <a:pt x="0" y="71533"/>
                  </a:lnTo>
                  <a:lnTo>
                    <a:pt x="2682" y="71533"/>
                  </a:lnTo>
                  <a:cubicBezTo>
                    <a:pt x="11289" y="71533"/>
                    <a:pt x="11514" y="70303"/>
                    <a:pt x="11514" y="66284"/>
                  </a:cubicBezTo>
                  <a:lnTo>
                    <a:pt x="11514" y="10436"/>
                  </a:lnTo>
                  <a:cubicBezTo>
                    <a:pt x="11514" y="7418"/>
                    <a:pt x="11514" y="2169"/>
                    <a:pt x="0" y="2169"/>
                  </a:cubicBezTo>
                  <a:lnTo>
                    <a:pt x="0" y="-1293"/>
                  </a:lnTo>
                  <a:cubicBezTo>
                    <a:pt x="3913" y="-1181"/>
                    <a:pt x="9389" y="-957"/>
                    <a:pt x="13077" y="-957"/>
                  </a:cubicBezTo>
                  <a:cubicBezTo>
                    <a:pt x="16766" y="-957"/>
                    <a:pt x="22242" y="-1181"/>
                    <a:pt x="26151" y="-1293"/>
                  </a:cubicBezTo>
                  <a:lnTo>
                    <a:pt x="26151" y="2169"/>
                  </a:lnTo>
                  <a:cubicBezTo>
                    <a:pt x="14641" y="2169"/>
                    <a:pt x="14641" y="7418"/>
                    <a:pt x="14641" y="10436"/>
                  </a:cubicBezTo>
                  <a:lnTo>
                    <a:pt x="14641" y="70639"/>
                  </a:lnTo>
                  <a:lnTo>
                    <a:pt x="14753" y="70639"/>
                  </a:lnTo>
                  <a:lnTo>
                    <a:pt x="41686" y="1163"/>
                  </a:lnTo>
                  <a:cubicBezTo>
                    <a:pt x="42244" y="-288"/>
                    <a:pt x="42805" y="-1293"/>
                    <a:pt x="43923" y="-1293"/>
                  </a:cubicBezTo>
                  <a:cubicBezTo>
                    <a:pt x="45150" y="-1293"/>
                    <a:pt x="45487" y="-399"/>
                    <a:pt x="45932" y="831"/>
                  </a:cubicBezTo>
                  <a:lnTo>
                    <a:pt x="73426" y="71533"/>
                  </a:lnTo>
                  <a:lnTo>
                    <a:pt x="73539" y="71533"/>
                  </a:lnTo>
                  <a:lnTo>
                    <a:pt x="73539" y="7418"/>
                  </a:lnTo>
                  <a:cubicBezTo>
                    <a:pt x="73539" y="3399"/>
                    <a:pt x="73314" y="2169"/>
                    <a:pt x="64710" y="2169"/>
                  </a:cubicBezTo>
                  <a:lnTo>
                    <a:pt x="62028" y="2169"/>
                  </a:lnTo>
                  <a:lnTo>
                    <a:pt x="62028" y="-1293"/>
                  </a:lnTo>
                  <a:cubicBezTo>
                    <a:pt x="66162" y="-957"/>
                    <a:pt x="73763" y="-957"/>
                    <a:pt x="78121" y="-957"/>
                  </a:cubicBezTo>
                  <a:cubicBezTo>
                    <a:pt x="82479" y="-957"/>
                    <a:pt x="89968" y="-957"/>
                    <a:pt x="94101" y="-1293"/>
                  </a:cubicBezTo>
                  <a:lnTo>
                    <a:pt x="94101" y="2169"/>
                  </a:lnTo>
                  <a:lnTo>
                    <a:pt x="91419" y="2169"/>
                  </a:lnTo>
                  <a:cubicBezTo>
                    <a:pt x="82812" y="2169"/>
                    <a:pt x="82591" y="3399"/>
                    <a:pt x="82591" y="7418"/>
                  </a:cubicBezTo>
                  <a:lnTo>
                    <a:pt x="82591" y="66284"/>
                  </a:lnTo>
                  <a:cubicBezTo>
                    <a:pt x="82591" y="70303"/>
                    <a:pt x="82812" y="71533"/>
                    <a:pt x="91419" y="71533"/>
                  </a:cubicBezTo>
                  <a:lnTo>
                    <a:pt x="94101" y="71533"/>
                  </a:lnTo>
                  <a:lnTo>
                    <a:pt x="94101" y="74995"/>
                  </a:lnTo>
                  <a:lnTo>
                    <a:pt x="75214" y="74995"/>
                  </a:lnTo>
                  <a:cubicBezTo>
                    <a:pt x="72308" y="74995"/>
                    <a:pt x="72308" y="74883"/>
                    <a:pt x="71526" y="72875"/>
                  </a:cubicBezTo>
                  <a:lnTo>
                    <a:pt x="47051" y="9987"/>
                  </a:lnTo>
                  <a:lnTo>
                    <a:pt x="22800" y="72538"/>
                  </a:lnTo>
                  <a:close/>
                  <a:moveTo>
                    <a:pt x="113449" y="7418"/>
                  </a:moveTo>
                  <a:cubicBezTo>
                    <a:pt x="113449" y="3399"/>
                    <a:pt x="113224" y="2169"/>
                    <a:pt x="104620" y="2169"/>
                  </a:cubicBezTo>
                  <a:lnTo>
                    <a:pt x="101938" y="2169"/>
                  </a:lnTo>
                  <a:lnTo>
                    <a:pt x="101938" y="-1293"/>
                  </a:lnTo>
                  <a:lnTo>
                    <a:pt x="166420" y="-1293"/>
                  </a:lnTo>
                  <a:lnTo>
                    <a:pt x="171115" y="27525"/>
                  </a:lnTo>
                  <a:lnTo>
                    <a:pt x="168321" y="27525"/>
                  </a:lnTo>
                  <a:cubicBezTo>
                    <a:pt x="165527" y="10323"/>
                    <a:pt x="162957" y="2169"/>
                    <a:pt x="143734" y="2169"/>
                  </a:cubicBezTo>
                  <a:lnTo>
                    <a:pt x="128872" y="2169"/>
                  </a:lnTo>
                  <a:cubicBezTo>
                    <a:pt x="123619" y="2169"/>
                    <a:pt x="123394" y="2950"/>
                    <a:pt x="123394" y="6637"/>
                  </a:cubicBezTo>
                  <a:lnTo>
                    <a:pt x="123394" y="36460"/>
                  </a:lnTo>
                  <a:lnTo>
                    <a:pt x="133453" y="36460"/>
                  </a:lnTo>
                  <a:cubicBezTo>
                    <a:pt x="144295" y="36460"/>
                    <a:pt x="145524" y="32886"/>
                    <a:pt x="145524" y="23393"/>
                  </a:cubicBezTo>
                  <a:lnTo>
                    <a:pt x="148316" y="23393"/>
                  </a:lnTo>
                  <a:lnTo>
                    <a:pt x="148316" y="52993"/>
                  </a:lnTo>
                  <a:lnTo>
                    <a:pt x="145524" y="52993"/>
                  </a:lnTo>
                  <a:cubicBezTo>
                    <a:pt x="145524" y="43384"/>
                    <a:pt x="144295" y="39922"/>
                    <a:pt x="133453" y="39922"/>
                  </a:cubicBezTo>
                  <a:lnTo>
                    <a:pt x="123394" y="39922"/>
                  </a:lnTo>
                  <a:lnTo>
                    <a:pt x="123394" y="66728"/>
                  </a:lnTo>
                  <a:cubicBezTo>
                    <a:pt x="123394" y="70415"/>
                    <a:pt x="123619" y="71196"/>
                    <a:pt x="128872" y="71196"/>
                  </a:cubicBezTo>
                  <a:lnTo>
                    <a:pt x="143288" y="71196"/>
                  </a:lnTo>
                  <a:cubicBezTo>
                    <a:pt x="160386" y="71196"/>
                    <a:pt x="163405" y="65054"/>
                    <a:pt x="165194" y="49530"/>
                  </a:cubicBezTo>
                  <a:lnTo>
                    <a:pt x="167988" y="49530"/>
                  </a:lnTo>
                  <a:lnTo>
                    <a:pt x="164857" y="74662"/>
                  </a:lnTo>
                  <a:lnTo>
                    <a:pt x="101938" y="74662"/>
                  </a:lnTo>
                  <a:lnTo>
                    <a:pt x="101938" y="71196"/>
                  </a:lnTo>
                  <a:lnTo>
                    <a:pt x="104620" y="71196"/>
                  </a:lnTo>
                  <a:cubicBezTo>
                    <a:pt x="113224" y="71196"/>
                    <a:pt x="113449" y="69970"/>
                    <a:pt x="113449" y="65948"/>
                  </a:cubicBezTo>
                  <a:lnTo>
                    <a:pt x="113449" y="7418"/>
                  </a:lnTo>
                  <a:close/>
                  <a:moveTo>
                    <a:pt x="248684" y="74326"/>
                  </a:moveTo>
                  <a:lnTo>
                    <a:pt x="180400" y="74326"/>
                  </a:lnTo>
                  <a:lnTo>
                    <a:pt x="178280" y="49194"/>
                  </a:lnTo>
                  <a:lnTo>
                    <a:pt x="181070" y="49194"/>
                  </a:lnTo>
                  <a:cubicBezTo>
                    <a:pt x="182638" y="67177"/>
                    <a:pt x="184314" y="70864"/>
                    <a:pt x="201189" y="70864"/>
                  </a:cubicBezTo>
                  <a:cubicBezTo>
                    <a:pt x="203200" y="70864"/>
                    <a:pt x="206107" y="70864"/>
                    <a:pt x="207222" y="70639"/>
                  </a:cubicBezTo>
                  <a:cubicBezTo>
                    <a:pt x="209570" y="70194"/>
                    <a:pt x="209570" y="68964"/>
                    <a:pt x="209570" y="66396"/>
                  </a:cubicBezTo>
                  <a:lnTo>
                    <a:pt x="209570" y="7530"/>
                  </a:lnTo>
                  <a:cubicBezTo>
                    <a:pt x="209570" y="3732"/>
                    <a:pt x="209570" y="2169"/>
                    <a:pt x="197836" y="2169"/>
                  </a:cubicBezTo>
                  <a:lnTo>
                    <a:pt x="193366" y="2169"/>
                  </a:lnTo>
                  <a:lnTo>
                    <a:pt x="193366" y="-1293"/>
                  </a:lnTo>
                  <a:cubicBezTo>
                    <a:pt x="197949" y="-957"/>
                    <a:pt x="209346" y="-957"/>
                    <a:pt x="214487" y="-957"/>
                  </a:cubicBezTo>
                  <a:cubicBezTo>
                    <a:pt x="219630" y="-957"/>
                    <a:pt x="231139" y="-957"/>
                    <a:pt x="235722" y="-1293"/>
                  </a:cubicBezTo>
                  <a:lnTo>
                    <a:pt x="235722" y="2169"/>
                  </a:lnTo>
                  <a:lnTo>
                    <a:pt x="231252" y="2169"/>
                  </a:lnTo>
                  <a:cubicBezTo>
                    <a:pt x="219517" y="2169"/>
                    <a:pt x="219517" y="3732"/>
                    <a:pt x="219517" y="7530"/>
                  </a:cubicBezTo>
                  <a:lnTo>
                    <a:pt x="219517" y="66396"/>
                  </a:lnTo>
                  <a:cubicBezTo>
                    <a:pt x="219517" y="68628"/>
                    <a:pt x="219517" y="70194"/>
                    <a:pt x="221530" y="70639"/>
                  </a:cubicBezTo>
                  <a:cubicBezTo>
                    <a:pt x="222757" y="70864"/>
                    <a:pt x="225775" y="70864"/>
                    <a:pt x="227897" y="70864"/>
                  </a:cubicBezTo>
                  <a:cubicBezTo>
                    <a:pt x="244775" y="70864"/>
                    <a:pt x="246450" y="67177"/>
                    <a:pt x="248014" y="49194"/>
                  </a:cubicBezTo>
                  <a:lnTo>
                    <a:pt x="250809" y="49194"/>
                  </a:lnTo>
                  <a:lnTo>
                    <a:pt x="248684" y="74326"/>
                  </a:lnTo>
                  <a:close/>
                </a:path>
              </a:pathLst>
            </a:custGeom>
            <a:solidFill>
              <a:srgbClr val="000000"/>
            </a:solidFill>
            <a:ln w="25400" cap="flat">
              <a:noFill/>
              <a:prstDash val="solid"/>
              <a:miter/>
            </a:ln>
          </p:spPr>
          <p:txBody>
            <a:bodyPr/>
            <a:lstStyle/>
            <a:p>
              <a:endParaRPr lang="en-GB"/>
            </a:p>
          </p:txBody>
        </p:sp>
        <p:sp>
          <p:nvSpPr>
            <p:cNvPr id="2440" name="Freeform: Shape 2439">
              <a:extLst>
                <a:ext uri="{FF2B5EF4-FFF2-40B4-BE49-F238E27FC236}">
                  <a16:creationId xmlns:a16="http://schemas.microsoft.com/office/drawing/2014/main" id="{62229AC7-9639-413D-241C-14A776B693D0}"/>
                </a:ext>
              </a:extLst>
            </p:cNvPr>
            <p:cNvSpPr/>
            <p:nvPr>
              <p:custDataLst>
                <p:tags r:id="rId135"/>
              </p:custDataLst>
            </p:nvPr>
          </p:nvSpPr>
          <p:spPr>
            <a:xfrm flipV="1">
              <a:off x="10493072" y="-4210820"/>
              <a:ext cx="13077" cy="33397"/>
            </a:xfrm>
            <a:custGeom>
              <a:avLst/>
              <a:gdLst>
                <a:gd name="csX0" fmla="*/ 13077 w 13077"/>
                <a:gd name="csY0" fmla="*/ 20384 h 33397"/>
                <a:gd name="csX1" fmla="*/ 5925 w 13077"/>
                <a:gd name="csY1" fmla="*/ 32112 h 33397"/>
                <a:gd name="csX2" fmla="*/ 0 w 13077"/>
                <a:gd name="csY2" fmla="*/ 26190 h 33397"/>
                <a:gd name="csX3" fmla="*/ 5925 w 13077"/>
                <a:gd name="csY3" fmla="*/ 20272 h 33397"/>
                <a:gd name="csX4" fmla="*/ 9834 w 13077"/>
                <a:gd name="csY4" fmla="*/ 21723 h 33397"/>
                <a:gd name="csX5" fmla="*/ 10395 w 13077"/>
                <a:gd name="csY5" fmla="*/ 22059 h 33397"/>
                <a:gd name="csX6" fmla="*/ 10619 w 13077"/>
                <a:gd name="csY6" fmla="*/ 20384 h 33397"/>
                <a:gd name="csX7" fmla="*/ 3018 w 13077"/>
                <a:gd name="csY7" fmla="*/ 1732 h 33397"/>
                <a:gd name="csX8" fmla="*/ 1788 w 13077"/>
                <a:gd name="csY8" fmla="*/ -55 h 33397"/>
                <a:gd name="csX9" fmla="*/ 2906 w 13077"/>
                <a:gd name="csY9" fmla="*/ -1285 h 33397"/>
                <a:gd name="csX10" fmla="*/ 13077 w 13077"/>
                <a:gd name="csY10" fmla="*/ 20384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384"/>
                  </a:moveTo>
                  <a:cubicBezTo>
                    <a:pt x="13077" y="27756"/>
                    <a:pt x="10283" y="32112"/>
                    <a:pt x="5925" y="32112"/>
                  </a:cubicBezTo>
                  <a:cubicBezTo>
                    <a:pt x="2237" y="32112"/>
                    <a:pt x="0" y="29320"/>
                    <a:pt x="0" y="26190"/>
                  </a:cubicBezTo>
                  <a:cubicBezTo>
                    <a:pt x="0" y="23176"/>
                    <a:pt x="2237" y="20272"/>
                    <a:pt x="5925" y="20272"/>
                  </a:cubicBezTo>
                  <a:cubicBezTo>
                    <a:pt x="7264" y="20272"/>
                    <a:pt x="8719" y="20720"/>
                    <a:pt x="9834" y="21723"/>
                  </a:cubicBezTo>
                  <a:cubicBezTo>
                    <a:pt x="10171" y="21947"/>
                    <a:pt x="10283" y="22059"/>
                    <a:pt x="10395" y="22059"/>
                  </a:cubicBezTo>
                  <a:cubicBezTo>
                    <a:pt x="10507" y="22059"/>
                    <a:pt x="10619" y="21947"/>
                    <a:pt x="10619" y="20384"/>
                  </a:cubicBezTo>
                  <a:cubicBezTo>
                    <a:pt x="10619" y="12118"/>
                    <a:pt x="6707" y="5418"/>
                    <a:pt x="3018" y="1732"/>
                  </a:cubicBezTo>
                  <a:cubicBezTo>
                    <a:pt x="1788" y="502"/>
                    <a:pt x="1788" y="277"/>
                    <a:pt x="1788" y="-55"/>
                  </a:cubicBezTo>
                  <a:cubicBezTo>
                    <a:pt x="1788" y="-840"/>
                    <a:pt x="2349" y="-1285"/>
                    <a:pt x="2906" y="-1285"/>
                  </a:cubicBezTo>
                  <a:cubicBezTo>
                    <a:pt x="4137" y="-1285"/>
                    <a:pt x="13077" y="7313"/>
                    <a:pt x="13077" y="20384"/>
                  </a:cubicBezTo>
                  <a:close/>
                </a:path>
              </a:pathLst>
            </a:custGeom>
            <a:solidFill>
              <a:srgbClr val="000000"/>
            </a:solidFill>
            <a:ln w="25400" cap="flat">
              <a:noFill/>
              <a:prstDash val="solid"/>
              <a:miter/>
            </a:ln>
          </p:spPr>
          <p:txBody>
            <a:bodyPr/>
            <a:lstStyle/>
            <a:p>
              <a:endParaRPr lang="en-GB"/>
            </a:p>
          </p:txBody>
        </p:sp>
        <p:sp>
          <p:nvSpPr>
            <p:cNvPr id="2441" name="Freeform: Shape 2440">
              <a:extLst>
                <a:ext uri="{FF2B5EF4-FFF2-40B4-BE49-F238E27FC236}">
                  <a16:creationId xmlns:a16="http://schemas.microsoft.com/office/drawing/2014/main" id="{934985FD-0844-4F58-3E10-39226FF11468}"/>
                </a:ext>
              </a:extLst>
            </p:cNvPr>
            <p:cNvSpPr/>
            <p:nvPr>
              <p:custDataLst>
                <p:tags r:id="rId136"/>
              </p:custDataLst>
            </p:nvPr>
          </p:nvSpPr>
          <p:spPr>
            <a:xfrm flipV="1">
              <a:off x="10535254" y="-4277728"/>
              <a:ext cx="196370" cy="81204"/>
            </a:xfrm>
            <a:custGeom>
              <a:avLst/>
              <a:gdLst>
                <a:gd name="csX0" fmla="*/ 67277 w 196370"/>
                <a:gd name="csY0" fmla="*/ 66505 h 81204"/>
                <a:gd name="csX1" fmla="*/ 79457 w 196370"/>
                <a:gd name="csY1" fmla="*/ 73989 h 81204"/>
                <a:gd name="csX2" fmla="*/ 79457 w 196370"/>
                <a:gd name="csY2" fmla="*/ 77452 h 81204"/>
                <a:gd name="csX3" fmla="*/ 68616 w 196370"/>
                <a:gd name="csY3" fmla="*/ 77118 h 81204"/>
                <a:gd name="csX4" fmla="*/ 55879 w 196370"/>
                <a:gd name="csY4" fmla="*/ 77452 h 81204"/>
                <a:gd name="csX5" fmla="*/ 55879 w 196370"/>
                <a:gd name="csY5" fmla="*/ 73989 h 81204"/>
                <a:gd name="csX6" fmla="*/ 64037 w 196370"/>
                <a:gd name="csY6" fmla="*/ 68404 h 81204"/>
                <a:gd name="csX7" fmla="*/ 63476 w 196370"/>
                <a:gd name="csY7" fmla="*/ 66171 h 81204"/>
                <a:gd name="csX8" fmla="*/ 43026 w 196370"/>
                <a:gd name="csY8" fmla="*/ 12334 h 81204"/>
                <a:gd name="csX9" fmla="*/ 21681 w 196370"/>
                <a:gd name="csY9" fmla="*/ 68740 h 81204"/>
                <a:gd name="csX10" fmla="*/ 21008 w 196370"/>
                <a:gd name="csY10" fmla="*/ 70751 h 81204"/>
                <a:gd name="csX11" fmla="*/ 30173 w 196370"/>
                <a:gd name="csY11" fmla="*/ 73989 h 81204"/>
                <a:gd name="csX12" fmla="*/ 30173 w 196370"/>
                <a:gd name="csY12" fmla="*/ 77452 h 81204"/>
                <a:gd name="csX13" fmla="*/ 14192 w 196370"/>
                <a:gd name="csY13" fmla="*/ 77118 h 81204"/>
                <a:gd name="csX14" fmla="*/ 0 w 196370"/>
                <a:gd name="csY14" fmla="*/ 77452 h 81204"/>
                <a:gd name="csX15" fmla="*/ 0 w 196370"/>
                <a:gd name="csY15" fmla="*/ 73989 h 81204"/>
                <a:gd name="csX16" fmla="*/ 10949 w 196370"/>
                <a:gd name="csY16" fmla="*/ 69746 h 81204"/>
                <a:gd name="csX17" fmla="*/ 36880 w 196370"/>
                <a:gd name="csY17" fmla="*/ 1163 h 81204"/>
                <a:gd name="csX18" fmla="*/ 39674 w 196370"/>
                <a:gd name="csY18" fmla="*/ -1293 h 81204"/>
                <a:gd name="csX19" fmla="*/ 42356 w 196370"/>
                <a:gd name="csY19" fmla="*/ 827 h 81204"/>
                <a:gd name="csX20" fmla="*/ 67277 w 196370"/>
                <a:gd name="csY20" fmla="*/ 66505 h 81204"/>
                <a:gd name="csX21" fmla="*/ 106849 w 196370"/>
                <a:gd name="csY21" fmla="*/ 68740 h 81204"/>
                <a:gd name="csX22" fmla="*/ 116014 w 196370"/>
                <a:gd name="csY22" fmla="*/ 73989 h 81204"/>
                <a:gd name="csX23" fmla="*/ 118921 w 196370"/>
                <a:gd name="csY23" fmla="*/ 73989 h 81204"/>
                <a:gd name="csX24" fmla="*/ 118921 w 196370"/>
                <a:gd name="csY24" fmla="*/ 77452 h 81204"/>
                <a:gd name="csX25" fmla="*/ 101934 w 196370"/>
                <a:gd name="csY25" fmla="*/ 77118 h 81204"/>
                <a:gd name="csX26" fmla="*/ 84835 w 196370"/>
                <a:gd name="csY26" fmla="*/ 77452 h 81204"/>
                <a:gd name="csX27" fmla="*/ 84835 w 196370"/>
                <a:gd name="csY27" fmla="*/ 73989 h 81204"/>
                <a:gd name="csX28" fmla="*/ 87738 w 196370"/>
                <a:gd name="csY28" fmla="*/ 73989 h 81204"/>
                <a:gd name="csX29" fmla="*/ 96903 w 196370"/>
                <a:gd name="csY29" fmla="*/ 68740 h 81204"/>
                <a:gd name="csX30" fmla="*/ 96903 w 196370"/>
                <a:gd name="csY30" fmla="*/ 9874 h 81204"/>
                <a:gd name="csX31" fmla="*/ 87738 w 196370"/>
                <a:gd name="csY31" fmla="*/ 4625 h 81204"/>
                <a:gd name="csX32" fmla="*/ 84835 w 196370"/>
                <a:gd name="csY32" fmla="*/ 4625 h 81204"/>
                <a:gd name="csX33" fmla="*/ 84835 w 196370"/>
                <a:gd name="csY33" fmla="*/ 1163 h 81204"/>
                <a:gd name="csX34" fmla="*/ 101822 w 196370"/>
                <a:gd name="csY34" fmla="*/ 1499 h 81204"/>
                <a:gd name="csX35" fmla="*/ 118921 w 196370"/>
                <a:gd name="csY35" fmla="*/ 1163 h 81204"/>
                <a:gd name="csX36" fmla="*/ 118921 w 196370"/>
                <a:gd name="csY36" fmla="*/ 4625 h 81204"/>
                <a:gd name="csX37" fmla="*/ 116014 w 196370"/>
                <a:gd name="csY37" fmla="*/ 4625 h 81204"/>
                <a:gd name="csX38" fmla="*/ 106849 w 196370"/>
                <a:gd name="csY38" fmla="*/ 9874 h 81204"/>
                <a:gd name="csX39" fmla="*/ 106849 w 196370"/>
                <a:gd name="csY39" fmla="*/ 68740 h 81204"/>
                <a:gd name="csX40" fmla="*/ 128312 w 196370"/>
                <a:gd name="csY40" fmla="*/ 39365 h 81204"/>
                <a:gd name="csX41" fmla="*/ 167204 w 196370"/>
                <a:gd name="csY41" fmla="*/ -1293 h 81204"/>
                <a:gd name="csX42" fmla="*/ 196371 w 196370"/>
                <a:gd name="csY42" fmla="*/ 27188 h 81204"/>
                <a:gd name="csX43" fmla="*/ 194919 w 196370"/>
                <a:gd name="csY43" fmla="*/ 29087 h 81204"/>
                <a:gd name="csX44" fmla="*/ 193580 w 196370"/>
                <a:gd name="csY44" fmla="*/ 27300 h 81204"/>
                <a:gd name="csX45" fmla="*/ 168544 w 196370"/>
                <a:gd name="csY45" fmla="*/ 2169 h 81204"/>
                <a:gd name="csX46" fmla="*/ 139822 w 196370"/>
                <a:gd name="csY46" fmla="*/ 39253 h 81204"/>
                <a:gd name="csX47" fmla="*/ 168431 w 196370"/>
                <a:gd name="csY47" fmla="*/ 76446 h 81204"/>
                <a:gd name="csX48" fmla="*/ 192795 w 196370"/>
                <a:gd name="csY48" fmla="*/ 49975 h 81204"/>
                <a:gd name="csX49" fmla="*/ 194582 w 196370"/>
                <a:gd name="csY49" fmla="*/ 48077 h 81204"/>
                <a:gd name="csX50" fmla="*/ 196371 w 196370"/>
                <a:gd name="csY50" fmla="*/ 50757 h 81204"/>
                <a:gd name="csX51" fmla="*/ 196371 w 196370"/>
                <a:gd name="csY51" fmla="*/ 77227 h 81204"/>
                <a:gd name="csX52" fmla="*/ 195143 w 196370"/>
                <a:gd name="csY52" fmla="*/ 79911 h 81204"/>
                <a:gd name="csX53" fmla="*/ 193356 w 196370"/>
                <a:gd name="csY53" fmla="*/ 78569 h 81204"/>
                <a:gd name="csX54" fmla="*/ 187767 w 196370"/>
                <a:gd name="csY54" fmla="*/ 70303 h 81204"/>
                <a:gd name="csX55" fmla="*/ 167204 w 196370"/>
                <a:gd name="csY55" fmla="*/ 79911 h 81204"/>
                <a:gd name="csX56" fmla="*/ 128312 w 196370"/>
                <a:gd name="csY56" fmla="*/ 39365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196370" h="81204">
                  <a:moveTo>
                    <a:pt x="67277" y="66505"/>
                  </a:moveTo>
                  <a:cubicBezTo>
                    <a:pt x="68841" y="70639"/>
                    <a:pt x="71859" y="73877"/>
                    <a:pt x="79457" y="73989"/>
                  </a:cubicBezTo>
                  <a:lnTo>
                    <a:pt x="79457" y="77452"/>
                  </a:lnTo>
                  <a:cubicBezTo>
                    <a:pt x="75993" y="77227"/>
                    <a:pt x="71523" y="77118"/>
                    <a:pt x="68616" y="77118"/>
                  </a:cubicBezTo>
                  <a:cubicBezTo>
                    <a:pt x="65265" y="77118"/>
                    <a:pt x="58782" y="77339"/>
                    <a:pt x="55879" y="77452"/>
                  </a:cubicBezTo>
                  <a:lnTo>
                    <a:pt x="55879" y="73989"/>
                  </a:lnTo>
                  <a:cubicBezTo>
                    <a:pt x="61688" y="73877"/>
                    <a:pt x="64037" y="70972"/>
                    <a:pt x="64037" y="68404"/>
                  </a:cubicBezTo>
                  <a:cubicBezTo>
                    <a:pt x="64037" y="67510"/>
                    <a:pt x="63701" y="66841"/>
                    <a:pt x="63476" y="66171"/>
                  </a:cubicBezTo>
                  <a:lnTo>
                    <a:pt x="43026" y="12334"/>
                  </a:lnTo>
                  <a:lnTo>
                    <a:pt x="21681" y="68740"/>
                  </a:lnTo>
                  <a:cubicBezTo>
                    <a:pt x="21008" y="70303"/>
                    <a:pt x="21008" y="70527"/>
                    <a:pt x="21008" y="70751"/>
                  </a:cubicBezTo>
                  <a:cubicBezTo>
                    <a:pt x="21008" y="73989"/>
                    <a:pt x="27378" y="73989"/>
                    <a:pt x="30173" y="73989"/>
                  </a:cubicBezTo>
                  <a:lnTo>
                    <a:pt x="30173" y="77452"/>
                  </a:lnTo>
                  <a:cubicBezTo>
                    <a:pt x="26151" y="77118"/>
                    <a:pt x="18438" y="77118"/>
                    <a:pt x="14192" y="77118"/>
                  </a:cubicBezTo>
                  <a:cubicBezTo>
                    <a:pt x="8828" y="77118"/>
                    <a:pt x="4022" y="77339"/>
                    <a:pt x="0" y="77452"/>
                  </a:cubicBezTo>
                  <a:lnTo>
                    <a:pt x="0" y="73989"/>
                  </a:lnTo>
                  <a:cubicBezTo>
                    <a:pt x="7265" y="73989"/>
                    <a:pt x="9386" y="73989"/>
                    <a:pt x="10949" y="69746"/>
                  </a:cubicBezTo>
                  <a:lnTo>
                    <a:pt x="36880" y="1163"/>
                  </a:lnTo>
                  <a:cubicBezTo>
                    <a:pt x="37662" y="-960"/>
                    <a:pt x="38219" y="-1293"/>
                    <a:pt x="39674" y="-1293"/>
                  </a:cubicBezTo>
                  <a:cubicBezTo>
                    <a:pt x="41571" y="-1293"/>
                    <a:pt x="41795" y="-736"/>
                    <a:pt x="42356" y="827"/>
                  </a:cubicBezTo>
                  <a:lnTo>
                    <a:pt x="67277" y="66505"/>
                  </a:lnTo>
                  <a:close/>
                  <a:moveTo>
                    <a:pt x="106849" y="68740"/>
                  </a:moveTo>
                  <a:cubicBezTo>
                    <a:pt x="106849" y="72759"/>
                    <a:pt x="107186" y="73989"/>
                    <a:pt x="116014" y="73989"/>
                  </a:cubicBezTo>
                  <a:lnTo>
                    <a:pt x="118921" y="73989"/>
                  </a:lnTo>
                  <a:lnTo>
                    <a:pt x="118921" y="77452"/>
                  </a:lnTo>
                  <a:cubicBezTo>
                    <a:pt x="115008" y="77118"/>
                    <a:pt x="106180" y="77118"/>
                    <a:pt x="101934" y="77118"/>
                  </a:cubicBezTo>
                  <a:cubicBezTo>
                    <a:pt x="97572" y="77118"/>
                    <a:pt x="88744" y="77118"/>
                    <a:pt x="84835" y="77452"/>
                  </a:cubicBezTo>
                  <a:lnTo>
                    <a:pt x="84835" y="73989"/>
                  </a:lnTo>
                  <a:lnTo>
                    <a:pt x="87738" y="73989"/>
                  </a:lnTo>
                  <a:cubicBezTo>
                    <a:pt x="96566" y="73989"/>
                    <a:pt x="96903" y="72759"/>
                    <a:pt x="96903" y="68740"/>
                  </a:cubicBezTo>
                  <a:lnTo>
                    <a:pt x="96903" y="9874"/>
                  </a:lnTo>
                  <a:cubicBezTo>
                    <a:pt x="96903" y="5856"/>
                    <a:pt x="96566" y="4625"/>
                    <a:pt x="87738" y="4625"/>
                  </a:cubicBezTo>
                  <a:lnTo>
                    <a:pt x="84835" y="4625"/>
                  </a:lnTo>
                  <a:lnTo>
                    <a:pt x="84835" y="1163"/>
                  </a:lnTo>
                  <a:cubicBezTo>
                    <a:pt x="88744" y="1499"/>
                    <a:pt x="97572" y="1499"/>
                    <a:pt x="101822" y="1499"/>
                  </a:cubicBezTo>
                  <a:cubicBezTo>
                    <a:pt x="106180" y="1499"/>
                    <a:pt x="115008" y="1499"/>
                    <a:pt x="118921" y="1163"/>
                  </a:cubicBezTo>
                  <a:lnTo>
                    <a:pt x="118921" y="4625"/>
                  </a:lnTo>
                  <a:lnTo>
                    <a:pt x="116014" y="4625"/>
                  </a:lnTo>
                  <a:cubicBezTo>
                    <a:pt x="107186" y="4625"/>
                    <a:pt x="106849" y="5856"/>
                    <a:pt x="106849" y="9874"/>
                  </a:cubicBezTo>
                  <a:lnTo>
                    <a:pt x="106849" y="68740"/>
                  </a:lnTo>
                  <a:close/>
                  <a:moveTo>
                    <a:pt x="128312" y="39365"/>
                  </a:moveTo>
                  <a:cubicBezTo>
                    <a:pt x="128312" y="16241"/>
                    <a:pt x="146417" y="-1293"/>
                    <a:pt x="167204" y="-1293"/>
                  </a:cubicBezTo>
                  <a:cubicBezTo>
                    <a:pt x="185422" y="-1293"/>
                    <a:pt x="196371" y="14230"/>
                    <a:pt x="196371" y="27188"/>
                  </a:cubicBezTo>
                  <a:cubicBezTo>
                    <a:pt x="196371" y="28306"/>
                    <a:pt x="196371" y="29087"/>
                    <a:pt x="194919" y="29087"/>
                  </a:cubicBezTo>
                  <a:cubicBezTo>
                    <a:pt x="193689" y="29087"/>
                    <a:pt x="193689" y="28418"/>
                    <a:pt x="193580" y="27300"/>
                  </a:cubicBezTo>
                  <a:cubicBezTo>
                    <a:pt x="192686" y="11329"/>
                    <a:pt x="180727" y="2169"/>
                    <a:pt x="168544" y="2169"/>
                  </a:cubicBezTo>
                  <a:cubicBezTo>
                    <a:pt x="161728" y="2169"/>
                    <a:pt x="139822" y="5967"/>
                    <a:pt x="139822" y="39253"/>
                  </a:cubicBezTo>
                  <a:cubicBezTo>
                    <a:pt x="139822" y="72651"/>
                    <a:pt x="161616" y="76446"/>
                    <a:pt x="168431" y="76446"/>
                  </a:cubicBezTo>
                  <a:cubicBezTo>
                    <a:pt x="180614" y="76446"/>
                    <a:pt x="190561" y="66284"/>
                    <a:pt x="192795" y="49975"/>
                  </a:cubicBezTo>
                  <a:cubicBezTo>
                    <a:pt x="193020" y="48413"/>
                    <a:pt x="193020" y="48077"/>
                    <a:pt x="194582" y="48077"/>
                  </a:cubicBezTo>
                  <a:cubicBezTo>
                    <a:pt x="196371" y="48077"/>
                    <a:pt x="196371" y="48413"/>
                    <a:pt x="196371" y="50757"/>
                  </a:cubicBezTo>
                  <a:lnTo>
                    <a:pt x="196371" y="77227"/>
                  </a:lnTo>
                  <a:cubicBezTo>
                    <a:pt x="196371" y="79126"/>
                    <a:pt x="196371" y="79911"/>
                    <a:pt x="195143" y="79911"/>
                  </a:cubicBezTo>
                  <a:cubicBezTo>
                    <a:pt x="194695" y="79911"/>
                    <a:pt x="194250" y="79911"/>
                    <a:pt x="193356" y="78569"/>
                  </a:cubicBezTo>
                  <a:lnTo>
                    <a:pt x="187767" y="70303"/>
                  </a:lnTo>
                  <a:cubicBezTo>
                    <a:pt x="183633" y="74325"/>
                    <a:pt x="177933" y="79911"/>
                    <a:pt x="167204" y="79911"/>
                  </a:cubicBezTo>
                  <a:cubicBezTo>
                    <a:pt x="146305" y="79911"/>
                    <a:pt x="128312" y="62148"/>
                    <a:pt x="128312" y="39365"/>
                  </a:cubicBezTo>
                  <a:close/>
                </a:path>
              </a:pathLst>
            </a:custGeom>
            <a:solidFill>
              <a:srgbClr val="000000"/>
            </a:solidFill>
            <a:ln w="25400" cap="flat">
              <a:noFill/>
              <a:prstDash val="solid"/>
              <a:miter/>
            </a:ln>
          </p:spPr>
          <p:txBody>
            <a:bodyPr/>
            <a:lstStyle/>
            <a:p>
              <a:endParaRPr lang="en-GB"/>
            </a:p>
          </p:txBody>
        </p:sp>
        <p:sp>
          <p:nvSpPr>
            <p:cNvPr id="2442" name="Freeform: Shape 2441">
              <a:extLst>
                <a:ext uri="{FF2B5EF4-FFF2-40B4-BE49-F238E27FC236}">
                  <a16:creationId xmlns:a16="http://schemas.microsoft.com/office/drawing/2014/main" id="{5CB800B3-7B5C-48D8-72CC-FA494999C394}"/>
                </a:ext>
              </a:extLst>
            </p:cNvPr>
            <p:cNvSpPr/>
            <p:nvPr>
              <p:custDataLst>
                <p:tags r:id="rId137"/>
              </p:custDataLst>
            </p:nvPr>
          </p:nvSpPr>
          <p:spPr>
            <a:xfrm flipV="1">
              <a:off x="10746095" y="-4282753"/>
              <a:ext cx="39673" cy="111696"/>
            </a:xfrm>
            <a:custGeom>
              <a:avLst/>
              <a:gdLst>
                <a:gd name="csX0" fmla="*/ 16092 w 39673"/>
                <a:gd name="csY0" fmla="*/ 13566 h 111696"/>
                <a:gd name="csX1" fmla="*/ 1006 w 39673"/>
                <a:gd name="csY1" fmla="*/ 1165 h 111696"/>
                <a:gd name="csX2" fmla="*/ 0 w 39673"/>
                <a:gd name="csY2" fmla="*/ -61 h 111696"/>
                <a:gd name="csX3" fmla="*/ 2237 w 39673"/>
                <a:gd name="csY3" fmla="*/ -1291 h 111696"/>
                <a:gd name="csX4" fmla="*/ 23581 w 39673"/>
                <a:gd name="csY4" fmla="*/ 12673 h 111696"/>
                <a:gd name="csX5" fmla="*/ 23581 w 39673"/>
                <a:gd name="csY5" fmla="*/ 38137 h 111696"/>
                <a:gd name="csX6" fmla="*/ 28052 w 39673"/>
                <a:gd name="csY6" fmla="*/ 49753 h 111696"/>
                <a:gd name="csX7" fmla="*/ 38668 w 39673"/>
                <a:gd name="csY7" fmla="*/ 53327 h 111696"/>
                <a:gd name="csX8" fmla="*/ 39674 w 39673"/>
                <a:gd name="csY8" fmla="*/ 54557 h 111696"/>
                <a:gd name="csX9" fmla="*/ 37886 w 39673"/>
                <a:gd name="csY9" fmla="*/ 55787 h 111696"/>
                <a:gd name="csX10" fmla="*/ 23918 w 39673"/>
                <a:gd name="csY10" fmla="*/ 65728 h 111696"/>
                <a:gd name="csX11" fmla="*/ 23581 w 39673"/>
                <a:gd name="csY11" fmla="*/ 71198 h 111696"/>
                <a:gd name="csX12" fmla="*/ 23581 w 39673"/>
                <a:gd name="csY12" fmla="*/ 93316 h 111696"/>
                <a:gd name="csX13" fmla="*/ 18217 w 39673"/>
                <a:gd name="csY13" fmla="*/ 105826 h 111696"/>
                <a:gd name="csX14" fmla="*/ 2237 w 39673"/>
                <a:gd name="csY14" fmla="*/ 110406 h 111696"/>
                <a:gd name="csX15" fmla="*/ 0 w 39673"/>
                <a:gd name="csY15" fmla="*/ 109176 h 111696"/>
                <a:gd name="csX16" fmla="*/ 1788 w 39673"/>
                <a:gd name="csY16" fmla="*/ 107949 h 111696"/>
                <a:gd name="csX17" fmla="*/ 15759 w 39673"/>
                <a:gd name="csY17" fmla="*/ 98229 h 111696"/>
                <a:gd name="csX18" fmla="*/ 16092 w 39673"/>
                <a:gd name="csY18" fmla="*/ 92980 h 111696"/>
                <a:gd name="csX19" fmla="*/ 16092 w 39673"/>
                <a:gd name="csY19" fmla="*/ 69523 h 111696"/>
                <a:gd name="csX20" fmla="*/ 20563 w 39673"/>
                <a:gd name="csY20" fmla="*/ 58912 h 111696"/>
                <a:gd name="csX21" fmla="*/ 29282 w 39673"/>
                <a:gd name="csY21" fmla="*/ 54557 h 111696"/>
                <a:gd name="csX22" fmla="*/ 16092 w 39673"/>
                <a:gd name="csY22" fmla="*/ 40372 h 111696"/>
                <a:gd name="csX23" fmla="*/ 16092 w 39673"/>
                <a:gd name="csY23" fmla="*/ 13566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16092" y="13566"/>
                  </a:moveTo>
                  <a:cubicBezTo>
                    <a:pt x="16092" y="9095"/>
                    <a:pt x="13186" y="1947"/>
                    <a:pt x="1006" y="1165"/>
                  </a:cubicBezTo>
                  <a:cubicBezTo>
                    <a:pt x="449" y="1053"/>
                    <a:pt x="0" y="608"/>
                    <a:pt x="0" y="-61"/>
                  </a:cubicBezTo>
                  <a:cubicBezTo>
                    <a:pt x="0" y="-1291"/>
                    <a:pt x="1231" y="-1291"/>
                    <a:pt x="2237" y="-1291"/>
                  </a:cubicBezTo>
                  <a:cubicBezTo>
                    <a:pt x="13077" y="-1291"/>
                    <a:pt x="23469" y="4182"/>
                    <a:pt x="23581" y="12673"/>
                  </a:cubicBezTo>
                  <a:lnTo>
                    <a:pt x="23581" y="38137"/>
                  </a:lnTo>
                  <a:cubicBezTo>
                    <a:pt x="23581" y="42492"/>
                    <a:pt x="23581" y="46066"/>
                    <a:pt x="28052" y="49753"/>
                  </a:cubicBezTo>
                  <a:cubicBezTo>
                    <a:pt x="31964" y="52994"/>
                    <a:pt x="36210" y="53215"/>
                    <a:pt x="38668" y="53327"/>
                  </a:cubicBezTo>
                  <a:cubicBezTo>
                    <a:pt x="39229" y="53439"/>
                    <a:pt x="39674" y="53888"/>
                    <a:pt x="39674" y="54557"/>
                  </a:cubicBezTo>
                  <a:cubicBezTo>
                    <a:pt x="39674" y="55675"/>
                    <a:pt x="39004" y="55675"/>
                    <a:pt x="37886" y="55787"/>
                  </a:cubicBezTo>
                  <a:cubicBezTo>
                    <a:pt x="30509" y="56232"/>
                    <a:pt x="25145" y="60255"/>
                    <a:pt x="23918" y="65728"/>
                  </a:cubicBezTo>
                  <a:cubicBezTo>
                    <a:pt x="23581" y="66955"/>
                    <a:pt x="23581" y="67179"/>
                    <a:pt x="23581" y="71198"/>
                  </a:cubicBezTo>
                  <a:lnTo>
                    <a:pt x="23581" y="93316"/>
                  </a:lnTo>
                  <a:cubicBezTo>
                    <a:pt x="23581" y="98008"/>
                    <a:pt x="23581" y="101582"/>
                    <a:pt x="18217" y="105826"/>
                  </a:cubicBezTo>
                  <a:cubicBezTo>
                    <a:pt x="13747" y="109288"/>
                    <a:pt x="6034" y="110406"/>
                    <a:pt x="2237" y="110406"/>
                  </a:cubicBezTo>
                  <a:cubicBezTo>
                    <a:pt x="1231" y="110406"/>
                    <a:pt x="0" y="110406"/>
                    <a:pt x="0" y="109176"/>
                  </a:cubicBezTo>
                  <a:cubicBezTo>
                    <a:pt x="0" y="108061"/>
                    <a:pt x="669" y="108061"/>
                    <a:pt x="1788" y="107949"/>
                  </a:cubicBezTo>
                  <a:cubicBezTo>
                    <a:pt x="8828" y="107500"/>
                    <a:pt x="14304" y="103927"/>
                    <a:pt x="15759" y="98229"/>
                  </a:cubicBezTo>
                  <a:cubicBezTo>
                    <a:pt x="16092" y="97226"/>
                    <a:pt x="16092" y="97002"/>
                    <a:pt x="16092" y="92980"/>
                  </a:cubicBezTo>
                  <a:lnTo>
                    <a:pt x="16092" y="69523"/>
                  </a:lnTo>
                  <a:cubicBezTo>
                    <a:pt x="16092" y="64386"/>
                    <a:pt x="16986" y="62487"/>
                    <a:pt x="20563" y="58912"/>
                  </a:cubicBezTo>
                  <a:cubicBezTo>
                    <a:pt x="22912" y="56568"/>
                    <a:pt x="26151" y="55451"/>
                    <a:pt x="29282" y="54557"/>
                  </a:cubicBezTo>
                  <a:cubicBezTo>
                    <a:pt x="20117" y="51988"/>
                    <a:pt x="16092" y="46851"/>
                    <a:pt x="16092" y="40372"/>
                  </a:cubicBezTo>
                  <a:lnTo>
                    <a:pt x="16092" y="13566"/>
                  </a:lnTo>
                  <a:close/>
                </a:path>
              </a:pathLst>
            </a:custGeom>
            <a:solidFill>
              <a:srgbClr val="000000"/>
            </a:solidFill>
            <a:ln w="25400" cap="flat">
              <a:noFill/>
              <a:prstDash val="solid"/>
              <a:miter/>
            </a:ln>
          </p:spPr>
          <p:txBody>
            <a:bodyPr/>
            <a:lstStyle/>
            <a:p>
              <a:endParaRPr lang="en-GB"/>
            </a:p>
          </p:txBody>
        </p:sp>
        <p:sp>
          <p:nvSpPr>
            <p:cNvPr id="2443" name="Freeform: Shape 2442">
              <a:extLst>
                <a:ext uri="{FF2B5EF4-FFF2-40B4-BE49-F238E27FC236}">
                  <a16:creationId xmlns:a16="http://schemas.microsoft.com/office/drawing/2014/main" id="{DBC50187-553C-3CDB-6701-EC8461202D75}"/>
                </a:ext>
              </a:extLst>
            </p:cNvPr>
            <p:cNvSpPr/>
            <p:nvPr>
              <p:custDataLst>
                <p:tags r:id="rId138"/>
              </p:custDataLst>
            </p:nvPr>
          </p:nvSpPr>
          <p:spPr>
            <a:xfrm flipV="1">
              <a:off x="8680416" y="-4118090"/>
              <a:ext cx="394548" cy="81204"/>
            </a:xfrm>
            <a:custGeom>
              <a:avLst/>
              <a:gdLst>
                <a:gd name="csX0" fmla="*/ 40905 w 394548"/>
                <a:gd name="csY0" fmla="*/ 77708 h 81204"/>
                <a:gd name="csX1" fmla="*/ 38331 w 394548"/>
                <a:gd name="csY1" fmla="*/ 79940 h 81204"/>
                <a:gd name="csX2" fmla="*/ 35649 w 394548"/>
                <a:gd name="csY2" fmla="*/ 77708 h 81204"/>
                <a:gd name="csX3" fmla="*/ 12517 w 394548"/>
                <a:gd name="csY3" fmla="*/ 10912 h 81204"/>
                <a:gd name="csX4" fmla="*/ 0 w 394548"/>
                <a:gd name="csY4" fmla="*/ 3428 h 81204"/>
                <a:gd name="csX5" fmla="*/ 0 w 394548"/>
                <a:gd name="csY5" fmla="*/ -34 h 81204"/>
                <a:gd name="csX6" fmla="*/ 11398 w 394548"/>
                <a:gd name="csY6" fmla="*/ 302 h 81204"/>
                <a:gd name="csX7" fmla="*/ 24251 w 394548"/>
                <a:gd name="csY7" fmla="*/ -34 h 81204"/>
                <a:gd name="csX8" fmla="*/ 24251 w 394548"/>
                <a:gd name="csY8" fmla="*/ 3428 h 81204"/>
                <a:gd name="csX9" fmla="*/ 15868 w 394548"/>
                <a:gd name="csY9" fmla="*/ 9125 h 81204"/>
                <a:gd name="csX10" fmla="*/ 16093 w 394548"/>
                <a:gd name="csY10" fmla="*/ 10801 h 81204"/>
                <a:gd name="csX11" fmla="*/ 21232 w 394548"/>
                <a:gd name="csY11" fmla="*/ 25434 h 81204"/>
                <a:gd name="csX12" fmla="*/ 48839 w 394548"/>
                <a:gd name="csY12" fmla="*/ 25434 h 81204"/>
                <a:gd name="csX13" fmla="*/ 54760 w 394548"/>
                <a:gd name="csY13" fmla="*/ 8344 h 81204"/>
                <a:gd name="csX14" fmla="*/ 55097 w 394548"/>
                <a:gd name="csY14" fmla="*/ 6778 h 81204"/>
                <a:gd name="csX15" fmla="*/ 45820 w 394548"/>
                <a:gd name="csY15" fmla="*/ 3428 h 81204"/>
                <a:gd name="csX16" fmla="*/ 45820 w 394548"/>
                <a:gd name="csY16" fmla="*/ -34 h 81204"/>
                <a:gd name="csX17" fmla="*/ 61913 w 394548"/>
                <a:gd name="csY17" fmla="*/ 302 h 81204"/>
                <a:gd name="csX18" fmla="*/ 76554 w 394548"/>
                <a:gd name="csY18" fmla="*/ -34 h 81204"/>
                <a:gd name="csX19" fmla="*/ 76554 w 394548"/>
                <a:gd name="csY19" fmla="*/ 3428 h 81204"/>
                <a:gd name="csX20" fmla="*/ 74541 w 394548"/>
                <a:gd name="csY20" fmla="*/ 3428 h 81204"/>
                <a:gd name="csX21" fmla="*/ 65044 w 394548"/>
                <a:gd name="csY21" fmla="*/ 7895 h 81204"/>
                <a:gd name="csX22" fmla="*/ 40905 w 394548"/>
                <a:gd name="csY22" fmla="*/ 77708 h 81204"/>
                <a:gd name="csX23" fmla="*/ 34980 w 394548"/>
                <a:gd name="csY23" fmla="*/ 65199 h 81204"/>
                <a:gd name="csX24" fmla="*/ 47608 w 394548"/>
                <a:gd name="csY24" fmla="*/ 28895 h 81204"/>
                <a:gd name="csX25" fmla="*/ 22463 w 394548"/>
                <a:gd name="csY25" fmla="*/ 28895 h 81204"/>
                <a:gd name="csX26" fmla="*/ 34980 w 394548"/>
                <a:gd name="csY26" fmla="*/ 65199 h 81204"/>
                <a:gd name="csX27" fmla="*/ 92545 w 394548"/>
                <a:gd name="csY27" fmla="*/ 38388 h 81204"/>
                <a:gd name="csX28" fmla="*/ 92545 w 394548"/>
                <a:gd name="csY28" fmla="*/ 8456 h 81204"/>
                <a:gd name="csX29" fmla="*/ 83829 w 394548"/>
                <a:gd name="csY29" fmla="*/ 3428 h 81204"/>
                <a:gd name="csX30" fmla="*/ 83829 w 394548"/>
                <a:gd name="csY30" fmla="*/ -34 h 81204"/>
                <a:gd name="csX31" fmla="*/ 96457 w 394548"/>
                <a:gd name="csY31" fmla="*/ 302 h 81204"/>
                <a:gd name="csX32" fmla="*/ 108973 w 394548"/>
                <a:gd name="csY32" fmla="*/ -34 h 81204"/>
                <a:gd name="csX33" fmla="*/ 108973 w 394548"/>
                <a:gd name="csY33" fmla="*/ 3428 h 81204"/>
                <a:gd name="csX34" fmla="*/ 100258 w 394548"/>
                <a:gd name="csY34" fmla="*/ 8456 h 81204"/>
                <a:gd name="csX35" fmla="*/ 100258 w 394548"/>
                <a:gd name="csY35" fmla="*/ 29008 h 81204"/>
                <a:gd name="csX36" fmla="*/ 115345 w 394548"/>
                <a:gd name="csY36" fmla="*/ 46879 h 81204"/>
                <a:gd name="csX37" fmla="*/ 123614 w 394548"/>
                <a:gd name="csY37" fmla="*/ 34482 h 81204"/>
                <a:gd name="csX38" fmla="*/ 123614 w 394548"/>
                <a:gd name="csY38" fmla="*/ 8456 h 81204"/>
                <a:gd name="csX39" fmla="*/ 114899 w 394548"/>
                <a:gd name="csY39" fmla="*/ 3428 h 81204"/>
                <a:gd name="csX40" fmla="*/ 114899 w 394548"/>
                <a:gd name="csY40" fmla="*/ -34 h 81204"/>
                <a:gd name="csX41" fmla="*/ 127528 w 394548"/>
                <a:gd name="csY41" fmla="*/ 302 h 81204"/>
                <a:gd name="csX42" fmla="*/ 140044 w 394548"/>
                <a:gd name="csY42" fmla="*/ -34 h 81204"/>
                <a:gd name="csX43" fmla="*/ 140044 w 394548"/>
                <a:gd name="csY43" fmla="*/ 3428 h 81204"/>
                <a:gd name="csX44" fmla="*/ 131324 w 394548"/>
                <a:gd name="csY44" fmla="*/ 8456 h 81204"/>
                <a:gd name="csX45" fmla="*/ 131324 w 394548"/>
                <a:gd name="csY45" fmla="*/ 29008 h 81204"/>
                <a:gd name="csX46" fmla="*/ 146414 w 394548"/>
                <a:gd name="csY46" fmla="*/ 46879 h 81204"/>
                <a:gd name="csX47" fmla="*/ 154682 w 394548"/>
                <a:gd name="csY47" fmla="*/ 34482 h 81204"/>
                <a:gd name="csX48" fmla="*/ 154682 w 394548"/>
                <a:gd name="csY48" fmla="*/ 8456 h 81204"/>
                <a:gd name="csX49" fmla="*/ 145965 w 394548"/>
                <a:gd name="csY49" fmla="*/ 3428 h 81204"/>
                <a:gd name="csX50" fmla="*/ 145965 w 394548"/>
                <a:gd name="csY50" fmla="*/ -34 h 81204"/>
                <a:gd name="csX51" fmla="*/ 158595 w 394548"/>
                <a:gd name="csY51" fmla="*/ 302 h 81204"/>
                <a:gd name="csX52" fmla="*/ 171111 w 394548"/>
                <a:gd name="csY52" fmla="*/ -34 h 81204"/>
                <a:gd name="csX53" fmla="*/ 171111 w 394548"/>
                <a:gd name="csY53" fmla="*/ 3428 h 81204"/>
                <a:gd name="csX54" fmla="*/ 162395 w 394548"/>
                <a:gd name="csY54" fmla="*/ 6778 h 81204"/>
                <a:gd name="csX55" fmla="*/ 162395 w 394548"/>
                <a:gd name="csY55" fmla="*/ 28115 h 81204"/>
                <a:gd name="csX56" fmla="*/ 158932 w 394548"/>
                <a:gd name="csY56" fmla="*/ 45204 h 81204"/>
                <a:gd name="csX57" fmla="*/ 147196 w 394548"/>
                <a:gd name="csY57" fmla="*/ 49335 h 81204"/>
                <a:gd name="csX58" fmla="*/ 130991 w 394548"/>
                <a:gd name="csY58" fmla="*/ 38388 h 81204"/>
                <a:gd name="csX59" fmla="*/ 116126 w 394548"/>
                <a:gd name="csY59" fmla="*/ 49335 h 81204"/>
                <a:gd name="csX60" fmla="*/ 99588 w 394548"/>
                <a:gd name="csY60" fmla="*/ 37607 h 81204"/>
                <a:gd name="csX61" fmla="*/ 99588 w 394548"/>
                <a:gd name="csY61" fmla="*/ 49335 h 81204"/>
                <a:gd name="csX62" fmla="*/ 83829 w 394548"/>
                <a:gd name="csY62" fmla="*/ 48109 h 81204"/>
                <a:gd name="csX63" fmla="*/ 83829 w 394548"/>
                <a:gd name="csY63" fmla="*/ 44643 h 81204"/>
                <a:gd name="csX64" fmla="*/ 92545 w 394548"/>
                <a:gd name="csY64" fmla="*/ 38388 h 81204"/>
                <a:gd name="csX65" fmla="*/ 210576 w 394548"/>
                <a:gd name="csY65" fmla="*/ 8456 h 81204"/>
                <a:gd name="csX66" fmla="*/ 219291 w 394548"/>
                <a:gd name="csY66" fmla="*/ -703 h 81204"/>
                <a:gd name="csX67" fmla="*/ 228456 w 394548"/>
                <a:gd name="csY67" fmla="*/ 9907 h 81204"/>
                <a:gd name="csX68" fmla="*/ 228456 w 394548"/>
                <a:gd name="csY68" fmla="*/ 16162 h 81204"/>
                <a:gd name="csX69" fmla="*/ 225662 w 394548"/>
                <a:gd name="csY69" fmla="*/ 16162 h 81204"/>
                <a:gd name="csX70" fmla="*/ 225662 w 394548"/>
                <a:gd name="csY70" fmla="*/ 9907 h 81204"/>
                <a:gd name="csX71" fmla="*/ 221637 w 394548"/>
                <a:gd name="csY71" fmla="*/ 2758 h 81204"/>
                <a:gd name="csX72" fmla="*/ 217504 w 394548"/>
                <a:gd name="csY72" fmla="*/ 8344 h 81204"/>
                <a:gd name="csX73" fmla="*/ 217504 w 394548"/>
                <a:gd name="csY73" fmla="*/ 30682 h 81204"/>
                <a:gd name="csX74" fmla="*/ 213478 w 394548"/>
                <a:gd name="csY74" fmla="*/ 43862 h 81204"/>
                <a:gd name="csX75" fmla="*/ 198167 w 394548"/>
                <a:gd name="csY75" fmla="*/ 50004 h 81204"/>
                <a:gd name="csX76" fmla="*/ 181294 w 394548"/>
                <a:gd name="csY76" fmla="*/ 37383 h 81204"/>
                <a:gd name="csX77" fmla="*/ 186433 w 394548"/>
                <a:gd name="csY77" fmla="*/ 32133 h 81204"/>
                <a:gd name="csX78" fmla="*/ 191576 w 394548"/>
                <a:gd name="csY78" fmla="*/ 37274 h 81204"/>
                <a:gd name="csX79" fmla="*/ 185876 w 394548"/>
                <a:gd name="csY79" fmla="*/ 42411 h 81204"/>
                <a:gd name="csX80" fmla="*/ 197946 w 394548"/>
                <a:gd name="csY80" fmla="*/ 47548 h 81204"/>
                <a:gd name="csX81" fmla="*/ 209794 w 394548"/>
                <a:gd name="csY81" fmla="*/ 33251 h 81204"/>
                <a:gd name="csX82" fmla="*/ 209794 w 394548"/>
                <a:gd name="csY82" fmla="*/ 29120 h 81204"/>
                <a:gd name="csX83" fmla="*/ 189228 w 394548"/>
                <a:gd name="csY83" fmla="*/ 25097 h 81204"/>
                <a:gd name="csX84" fmla="*/ 178053 w 394548"/>
                <a:gd name="csY84" fmla="*/ 10576 h 81204"/>
                <a:gd name="csX85" fmla="*/ 195935 w 394548"/>
                <a:gd name="csY85" fmla="*/ -1265 h 81204"/>
                <a:gd name="csX86" fmla="*/ 210576 w 394548"/>
                <a:gd name="csY86" fmla="*/ 8456 h 81204"/>
                <a:gd name="csX87" fmla="*/ 209794 w 394548"/>
                <a:gd name="csY87" fmla="*/ 26772 h 81204"/>
                <a:gd name="csX88" fmla="*/ 209794 w 394548"/>
                <a:gd name="csY88" fmla="*/ 15604 h 81204"/>
                <a:gd name="csX89" fmla="*/ 196717 w 394548"/>
                <a:gd name="csY89" fmla="*/ 1196 h 81204"/>
                <a:gd name="csX90" fmla="*/ 186658 w 394548"/>
                <a:gd name="csY90" fmla="*/ 10688 h 81204"/>
                <a:gd name="csX91" fmla="*/ 209794 w 394548"/>
                <a:gd name="csY91" fmla="*/ 26772 h 81204"/>
                <a:gd name="csX92" fmla="*/ 272831 w 394548"/>
                <a:gd name="csY92" fmla="*/ 44755 h 81204"/>
                <a:gd name="csX93" fmla="*/ 273834 w 394548"/>
                <a:gd name="csY93" fmla="*/ 46654 h 81204"/>
                <a:gd name="csX94" fmla="*/ 270932 w 394548"/>
                <a:gd name="csY94" fmla="*/ 48109 h 81204"/>
                <a:gd name="csX95" fmla="*/ 235166 w 394548"/>
                <a:gd name="csY95" fmla="*/ 48109 h 81204"/>
                <a:gd name="csX96" fmla="*/ 233940 w 394548"/>
                <a:gd name="csY96" fmla="*/ 30122 h 81204"/>
                <a:gd name="csX97" fmla="*/ 236733 w 394548"/>
                <a:gd name="csY97" fmla="*/ 30122 h 81204"/>
                <a:gd name="csX98" fmla="*/ 251820 w 394548"/>
                <a:gd name="csY98" fmla="*/ 45649 h 81204"/>
                <a:gd name="csX99" fmla="*/ 264561 w 394548"/>
                <a:gd name="csY99" fmla="*/ 45649 h 81204"/>
                <a:gd name="csX100" fmla="*/ 233379 w 394548"/>
                <a:gd name="csY100" fmla="*/ 3540 h 81204"/>
                <a:gd name="csX101" fmla="*/ 232376 w 394548"/>
                <a:gd name="csY101" fmla="*/ 1529 h 81204"/>
                <a:gd name="csX102" fmla="*/ 235278 w 394548"/>
                <a:gd name="csY102" fmla="*/ -34 h 81204"/>
                <a:gd name="csX103" fmla="*/ 272158 w 394548"/>
                <a:gd name="csY103" fmla="*/ -34 h 81204"/>
                <a:gd name="csX104" fmla="*/ 274059 w 394548"/>
                <a:gd name="csY104" fmla="*/ 20854 h 81204"/>
                <a:gd name="csX105" fmla="*/ 271264 w 394548"/>
                <a:gd name="csY105" fmla="*/ 20854 h 81204"/>
                <a:gd name="csX106" fmla="*/ 254948 w 394548"/>
                <a:gd name="csY106" fmla="*/ 2758 h 81204"/>
                <a:gd name="csX107" fmla="*/ 241762 w 394548"/>
                <a:gd name="csY107" fmla="*/ 2758 h 81204"/>
                <a:gd name="csX108" fmla="*/ 272831 w 394548"/>
                <a:gd name="csY108" fmla="*/ 44755 h 81204"/>
                <a:gd name="csX109" fmla="*/ 331511 w 394548"/>
                <a:gd name="csY109" fmla="*/ 23867 h 81204"/>
                <a:gd name="csX110" fmla="*/ 306811 w 394548"/>
                <a:gd name="csY110" fmla="*/ 50004 h 81204"/>
                <a:gd name="csX111" fmla="*/ 282002 w 394548"/>
                <a:gd name="csY111" fmla="*/ 23867 h 81204"/>
                <a:gd name="csX112" fmla="*/ 306699 w 394548"/>
                <a:gd name="csY112" fmla="*/ -1265 h 81204"/>
                <a:gd name="csX113" fmla="*/ 331511 w 394548"/>
                <a:gd name="csY113" fmla="*/ 23867 h 81204"/>
                <a:gd name="csX114" fmla="*/ 306811 w 394548"/>
                <a:gd name="csY114" fmla="*/ 1529 h 81204"/>
                <a:gd name="csX115" fmla="*/ 294071 w 394548"/>
                <a:gd name="csY115" fmla="*/ 9013 h 81204"/>
                <a:gd name="csX116" fmla="*/ 291276 w 394548"/>
                <a:gd name="csY116" fmla="*/ 24761 h 81204"/>
                <a:gd name="csX117" fmla="*/ 293958 w 394548"/>
                <a:gd name="csY117" fmla="*/ 40063 h 81204"/>
                <a:gd name="csX118" fmla="*/ 306699 w 394548"/>
                <a:gd name="csY118" fmla="*/ 47548 h 81204"/>
                <a:gd name="csX119" fmla="*/ 319327 w 394548"/>
                <a:gd name="csY119" fmla="*/ 40287 h 81204"/>
                <a:gd name="csX120" fmla="*/ 322234 w 394548"/>
                <a:gd name="csY120" fmla="*/ 24761 h 81204"/>
                <a:gd name="csX121" fmla="*/ 319776 w 394548"/>
                <a:gd name="csY121" fmla="*/ 9795 h 81204"/>
                <a:gd name="csX122" fmla="*/ 306811 w 394548"/>
                <a:gd name="csY122" fmla="*/ 1529 h 81204"/>
                <a:gd name="csX123" fmla="*/ 347050 w 394548"/>
                <a:gd name="csY123" fmla="*/ 38388 h 81204"/>
                <a:gd name="csX124" fmla="*/ 347050 w 394548"/>
                <a:gd name="csY124" fmla="*/ 8456 h 81204"/>
                <a:gd name="csX125" fmla="*/ 338334 w 394548"/>
                <a:gd name="csY125" fmla="*/ 3428 h 81204"/>
                <a:gd name="csX126" fmla="*/ 338334 w 394548"/>
                <a:gd name="csY126" fmla="*/ -34 h 81204"/>
                <a:gd name="csX127" fmla="*/ 350962 w 394548"/>
                <a:gd name="csY127" fmla="*/ 302 h 81204"/>
                <a:gd name="csX128" fmla="*/ 363478 w 394548"/>
                <a:gd name="csY128" fmla="*/ -34 h 81204"/>
                <a:gd name="csX129" fmla="*/ 363478 w 394548"/>
                <a:gd name="csY129" fmla="*/ 3428 h 81204"/>
                <a:gd name="csX130" fmla="*/ 354763 w 394548"/>
                <a:gd name="csY130" fmla="*/ 8456 h 81204"/>
                <a:gd name="csX131" fmla="*/ 354763 w 394548"/>
                <a:gd name="csY131" fmla="*/ 29008 h 81204"/>
                <a:gd name="csX132" fmla="*/ 369849 w 394548"/>
                <a:gd name="csY132" fmla="*/ 46879 h 81204"/>
                <a:gd name="csX133" fmla="*/ 378120 w 394548"/>
                <a:gd name="csY133" fmla="*/ 34482 h 81204"/>
                <a:gd name="csX134" fmla="*/ 378120 w 394548"/>
                <a:gd name="csY134" fmla="*/ 8456 h 81204"/>
                <a:gd name="csX135" fmla="*/ 369404 w 394548"/>
                <a:gd name="csY135" fmla="*/ 3428 h 81204"/>
                <a:gd name="csX136" fmla="*/ 369404 w 394548"/>
                <a:gd name="csY136" fmla="*/ -34 h 81204"/>
                <a:gd name="csX137" fmla="*/ 382033 w 394548"/>
                <a:gd name="csY137" fmla="*/ 302 h 81204"/>
                <a:gd name="csX138" fmla="*/ 394549 w 394548"/>
                <a:gd name="csY138" fmla="*/ -34 h 81204"/>
                <a:gd name="csX139" fmla="*/ 394549 w 394548"/>
                <a:gd name="csY139" fmla="*/ 3428 h 81204"/>
                <a:gd name="csX140" fmla="*/ 385829 w 394548"/>
                <a:gd name="csY140" fmla="*/ 6778 h 81204"/>
                <a:gd name="csX141" fmla="*/ 385829 w 394548"/>
                <a:gd name="csY141" fmla="*/ 28115 h 81204"/>
                <a:gd name="csX142" fmla="*/ 382366 w 394548"/>
                <a:gd name="csY142" fmla="*/ 45204 h 81204"/>
                <a:gd name="csX143" fmla="*/ 370631 w 394548"/>
                <a:gd name="csY143" fmla="*/ 49335 h 81204"/>
                <a:gd name="csX144" fmla="*/ 354093 w 394548"/>
                <a:gd name="csY144" fmla="*/ 37607 h 81204"/>
                <a:gd name="csX145" fmla="*/ 354093 w 394548"/>
                <a:gd name="csY145" fmla="*/ 49335 h 81204"/>
                <a:gd name="csX146" fmla="*/ 338334 w 394548"/>
                <a:gd name="csY146" fmla="*/ 48109 h 81204"/>
                <a:gd name="csX147" fmla="*/ 338334 w 394548"/>
                <a:gd name="csY147" fmla="*/ 44643 h 81204"/>
                <a:gd name="csX148" fmla="*/ 347050 w 394548"/>
                <a:gd name="csY148" fmla="*/ 38388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Lst>
              <a:rect l="l" t="t" r="r" b="b"/>
              <a:pathLst>
                <a:path w="394548" h="81204">
                  <a:moveTo>
                    <a:pt x="40905" y="77708"/>
                  </a:moveTo>
                  <a:cubicBezTo>
                    <a:pt x="40344" y="79159"/>
                    <a:pt x="40119" y="79940"/>
                    <a:pt x="38331" y="79940"/>
                  </a:cubicBezTo>
                  <a:cubicBezTo>
                    <a:pt x="36543" y="79940"/>
                    <a:pt x="36210" y="79270"/>
                    <a:pt x="35649" y="77708"/>
                  </a:cubicBezTo>
                  <a:lnTo>
                    <a:pt x="12517" y="10912"/>
                  </a:lnTo>
                  <a:cubicBezTo>
                    <a:pt x="10504" y="5215"/>
                    <a:pt x="6034" y="3540"/>
                    <a:pt x="0" y="3428"/>
                  </a:cubicBezTo>
                  <a:lnTo>
                    <a:pt x="0" y="-34"/>
                  </a:lnTo>
                  <a:cubicBezTo>
                    <a:pt x="2570" y="78"/>
                    <a:pt x="7377" y="302"/>
                    <a:pt x="11398" y="302"/>
                  </a:cubicBezTo>
                  <a:cubicBezTo>
                    <a:pt x="14865" y="302"/>
                    <a:pt x="20675" y="78"/>
                    <a:pt x="24251" y="-34"/>
                  </a:cubicBezTo>
                  <a:lnTo>
                    <a:pt x="24251" y="3428"/>
                  </a:lnTo>
                  <a:cubicBezTo>
                    <a:pt x="18662" y="3428"/>
                    <a:pt x="15868" y="6221"/>
                    <a:pt x="15868" y="9125"/>
                  </a:cubicBezTo>
                  <a:cubicBezTo>
                    <a:pt x="15868" y="9459"/>
                    <a:pt x="15980" y="10576"/>
                    <a:pt x="16093" y="10801"/>
                  </a:cubicBezTo>
                  <a:lnTo>
                    <a:pt x="21232" y="25434"/>
                  </a:lnTo>
                  <a:lnTo>
                    <a:pt x="48839" y="25434"/>
                  </a:lnTo>
                  <a:lnTo>
                    <a:pt x="54760" y="8344"/>
                  </a:lnTo>
                  <a:cubicBezTo>
                    <a:pt x="54873" y="7895"/>
                    <a:pt x="55097" y="7226"/>
                    <a:pt x="55097" y="6778"/>
                  </a:cubicBezTo>
                  <a:cubicBezTo>
                    <a:pt x="55097" y="3428"/>
                    <a:pt x="48839" y="3428"/>
                    <a:pt x="45820" y="3428"/>
                  </a:cubicBezTo>
                  <a:lnTo>
                    <a:pt x="45820" y="-34"/>
                  </a:lnTo>
                  <a:cubicBezTo>
                    <a:pt x="49845" y="302"/>
                    <a:pt x="57667" y="302"/>
                    <a:pt x="61913" y="302"/>
                  </a:cubicBezTo>
                  <a:cubicBezTo>
                    <a:pt x="66719" y="302"/>
                    <a:pt x="71859" y="190"/>
                    <a:pt x="76554" y="-34"/>
                  </a:cubicBezTo>
                  <a:lnTo>
                    <a:pt x="76554" y="3428"/>
                  </a:lnTo>
                  <a:lnTo>
                    <a:pt x="74541" y="3428"/>
                  </a:lnTo>
                  <a:cubicBezTo>
                    <a:pt x="67838" y="3428"/>
                    <a:pt x="66271" y="4209"/>
                    <a:pt x="65044" y="7895"/>
                  </a:cubicBezTo>
                  <a:lnTo>
                    <a:pt x="40905" y="77708"/>
                  </a:lnTo>
                  <a:close/>
                  <a:moveTo>
                    <a:pt x="34980" y="65199"/>
                  </a:moveTo>
                  <a:lnTo>
                    <a:pt x="47608" y="28895"/>
                  </a:lnTo>
                  <a:lnTo>
                    <a:pt x="22463" y="28895"/>
                  </a:lnTo>
                  <a:lnTo>
                    <a:pt x="34980" y="65199"/>
                  </a:lnTo>
                  <a:close/>
                  <a:moveTo>
                    <a:pt x="92545" y="38388"/>
                  </a:moveTo>
                  <a:lnTo>
                    <a:pt x="92545" y="8456"/>
                  </a:lnTo>
                  <a:cubicBezTo>
                    <a:pt x="92545" y="3428"/>
                    <a:pt x="91318" y="3428"/>
                    <a:pt x="83829" y="3428"/>
                  </a:cubicBezTo>
                  <a:lnTo>
                    <a:pt x="83829" y="-34"/>
                  </a:lnTo>
                  <a:cubicBezTo>
                    <a:pt x="87742" y="78"/>
                    <a:pt x="93439" y="302"/>
                    <a:pt x="96457" y="302"/>
                  </a:cubicBezTo>
                  <a:cubicBezTo>
                    <a:pt x="99364" y="302"/>
                    <a:pt x="105173" y="78"/>
                    <a:pt x="108973" y="-34"/>
                  </a:cubicBezTo>
                  <a:lnTo>
                    <a:pt x="108973" y="3428"/>
                  </a:lnTo>
                  <a:cubicBezTo>
                    <a:pt x="101485" y="3428"/>
                    <a:pt x="100258" y="3428"/>
                    <a:pt x="100258" y="8456"/>
                  </a:cubicBezTo>
                  <a:lnTo>
                    <a:pt x="100258" y="29008"/>
                  </a:lnTo>
                  <a:cubicBezTo>
                    <a:pt x="100258" y="40624"/>
                    <a:pt x="108192" y="46879"/>
                    <a:pt x="115345" y="46879"/>
                  </a:cubicBezTo>
                  <a:cubicBezTo>
                    <a:pt x="122385" y="46879"/>
                    <a:pt x="123614" y="40848"/>
                    <a:pt x="123614" y="34482"/>
                  </a:cubicBezTo>
                  <a:lnTo>
                    <a:pt x="123614" y="8456"/>
                  </a:lnTo>
                  <a:cubicBezTo>
                    <a:pt x="123614" y="3428"/>
                    <a:pt x="122385" y="3428"/>
                    <a:pt x="114899" y="3428"/>
                  </a:cubicBezTo>
                  <a:lnTo>
                    <a:pt x="114899" y="-34"/>
                  </a:lnTo>
                  <a:cubicBezTo>
                    <a:pt x="118808" y="78"/>
                    <a:pt x="124509" y="302"/>
                    <a:pt x="127528" y="302"/>
                  </a:cubicBezTo>
                  <a:cubicBezTo>
                    <a:pt x="130430" y="302"/>
                    <a:pt x="136244" y="78"/>
                    <a:pt x="140044" y="-34"/>
                  </a:cubicBezTo>
                  <a:lnTo>
                    <a:pt x="140044" y="3428"/>
                  </a:lnTo>
                  <a:cubicBezTo>
                    <a:pt x="132555" y="3428"/>
                    <a:pt x="131324" y="3428"/>
                    <a:pt x="131324" y="8456"/>
                  </a:cubicBezTo>
                  <a:lnTo>
                    <a:pt x="131324" y="29008"/>
                  </a:lnTo>
                  <a:cubicBezTo>
                    <a:pt x="131324" y="40624"/>
                    <a:pt x="139258" y="46879"/>
                    <a:pt x="146414" y="46879"/>
                  </a:cubicBezTo>
                  <a:cubicBezTo>
                    <a:pt x="153454" y="46879"/>
                    <a:pt x="154682" y="40848"/>
                    <a:pt x="154682" y="34482"/>
                  </a:cubicBezTo>
                  <a:lnTo>
                    <a:pt x="154682" y="8456"/>
                  </a:lnTo>
                  <a:cubicBezTo>
                    <a:pt x="154682" y="3428"/>
                    <a:pt x="153454" y="3428"/>
                    <a:pt x="145965" y="3428"/>
                  </a:cubicBezTo>
                  <a:lnTo>
                    <a:pt x="145965" y="-34"/>
                  </a:lnTo>
                  <a:cubicBezTo>
                    <a:pt x="149879" y="78"/>
                    <a:pt x="155576" y="302"/>
                    <a:pt x="158595" y="302"/>
                  </a:cubicBezTo>
                  <a:cubicBezTo>
                    <a:pt x="161501" y="302"/>
                    <a:pt x="167310" y="78"/>
                    <a:pt x="171111" y="-34"/>
                  </a:cubicBezTo>
                  <a:lnTo>
                    <a:pt x="171111" y="3428"/>
                  </a:lnTo>
                  <a:cubicBezTo>
                    <a:pt x="165302" y="3428"/>
                    <a:pt x="162507" y="3428"/>
                    <a:pt x="162395" y="6778"/>
                  </a:cubicBezTo>
                  <a:lnTo>
                    <a:pt x="162395" y="28115"/>
                  </a:lnTo>
                  <a:cubicBezTo>
                    <a:pt x="162395" y="37719"/>
                    <a:pt x="162395" y="41181"/>
                    <a:pt x="158932" y="45204"/>
                  </a:cubicBezTo>
                  <a:cubicBezTo>
                    <a:pt x="157364" y="47103"/>
                    <a:pt x="153675" y="49335"/>
                    <a:pt x="147196" y="49335"/>
                  </a:cubicBezTo>
                  <a:cubicBezTo>
                    <a:pt x="137807" y="49335"/>
                    <a:pt x="132892" y="42635"/>
                    <a:pt x="130991" y="38388"/>
                  </a:cubicBezTo>
                  <a:cubicBezTo>
                    <a:pt x="129425" y="48109"/>
                    <a:pt x="121158" y="49335"/>
                    <a:pt x="116126" y="49335"/>
                  </a:cubicBezTo>
                  <a:cubicBezTo>
                    <a:pt x="107968" y="49335"/>
                    <a:pt x="102716" y="44531"/>
                    <a:pt x="99588" y="37607"/>
                  </a:cubicBezTo>
                  <a:lnTo>
                    <a:pt x="99588" y="49335"/>
                  </a:lnTo>
                  <a:lnTo>
                    <a:pt x="83829" y="48109"/>
                  </a:lnTo>
                  <a:lnTo>
                    <a:pt x="83829" y="44643"/>
                  </a:lnTo>
                  <a:cubicBezTo>
                    <a:pt x="91651" y="44643"/>
                    <a:pt x="92545" y="43862"/>
                    <a:pt x="92545" y="38388"/>
                  </a:cubicBezTo>
                  <a:close/>
                  <a:moveTo>
                    <a:pt x="210576" y="8456"/>
                  </a:moveTo>
                  <a:cubicBezTo>
                    <a:pt x="211021" y="3988"/>
                    <a:pt x="214039" y="-703"/>
                    <a:pt x="219291" y="-703"/>
                  </a:cubicBezTo>
                  <a:cubicBezTo>
                    <a:pt x="221637" y="-703"/>
                    <a:pt x="228456" y="859"/>
                    <a:pt x="228456" y="9907"/>
                  </a:cubicBezTo>
                  <a:lnTo>
                    <a:pt x="228456" y="16162"/>
                  </a:lnTo>
                  <a:lnTo>
                    <a:pt x="225662" y="16162"/>
                  </a:lnTo>
                  <a:lnTo>
                    <a:pt x="225662" y="9907"/>
                  </a:lnTo>
                  <a:cubicBezTo>
                    <a:pt x="225662" y="3428"/>
                    <a:pt x="222868" y="2758"/>
                    <a:pt x="221637" y="2758"/>
                  </a:cubicBezTo>
                  <a:cubicBezTo>
                    <a:pt x="217949" y="2758"/>
                    <a:pt x="217504" y="7783"/>
                    <a:pt x="217504" y="8344"/>
                  </a:cubicBezTo>
                  <a:lnTo>
                    <a:pt x="217504" y="30682"/>
                  </a:lnTo>
                  <a:cubicBezTo>
                    <a:pt x="217504" y="35375"/>
                    <a:pt x="217504" y="39730"/>
                    <a:pt x="213478" y="43862"/>
                  </a:cubicBezTo>
                  <a:cubicBezTo>
                    <a:pt x="209121" y="48217"/>
                    <a:pt x="203533" y="50004"/>
                    <a:pt x="198167" y="50004"/>
                  </a:cubicBezTo>
                  <a:cubicBezTo>
                    <a:pt x="189007" y="50004"/>
                    <a:pt x="181294" y="44755"/>
                    <a:pt x="181294" y="37383"/>
                  </a:cubicBezTo>
                  <a:cubicBezTo>
                    <a:pt x="181294" y="34033"/>
                    <a:pt x="183530" y="32133"/>
                    <a:pt x="186433" y="32133"/>
                  </a:cubicBezTo>
                  <a:cubicBezTo>
                    <a:pt x="189564" y="32133"/>
                    <a:pt x="191576" y="34369"/>
                    <a:pt x="191576" y="37274"/>
                  </a:cubicBezTo>
                  <a:cubicBezTo>
                    <a:pt x="191576" y="38613"/>
                    <a:pt x="191015" y="42299"/>
                    <a:pt x="185876" y="42411"/>
                  </a:cubicBezTo>
                  <a:cubicBezTo>
                    <a:pt x="188895" y="46318"/>
                    <a:pt x="194371" y="47548"/>
                    <a:pt x="197946" y="47548"/>
                  </a:cubicBezTo>
                  <a:cubicBezTo>
                    <a:pt x="203424" y="47548"/>
                    <a:pt x="209794" y="43192"/>
                    <a:pt x="209794" y="33251"/>
                  </a:cubicBezTo>
                  <a:lnTo>
                    <a:pt x="209794" y="29120"/>
                  </a:lnTo>
                  <a:cubicBezTo>
                    <a:pt x="204093" y="28783"/>
                    <a:pt x="196271" y="28447"/>
                    <a:pt x="189228" y="25097"/>
                  </a:cubicBezTo>
                  <a:cubicBezTo>
                    <a:pt x="180848" y="21299"/>
                    <a:pt x="178053" y="15492"/>
                    <a:pt x="178053" y="10576"/>
                  </a:cubicBezTo>
                  <a:cubicBezTo>
                    <a:pt x="178053" y="1529"/>
                    <a:pt x="188895" y="-1265"/>
                    <a:pt x="195935" y="-1265"/>
                  </a:cubicBezTo>
                  <a:cubicBezTo>
                    <a:pt x="203311" y="-1265"/>
                    <a:pt x="208451" y="3203"/>
                    <a:pt x="210576" y="8456"/>
                  </a:cubicBezTo>
                  <a:close/>
                  <a:moveTo>
                    <a:pt x="209794" y="26772"/>
                  </a:moveTo>
                  <a:lnTo>
                    <a:pt x="209794" y="15604"/>
                  </a:lnTo>
                  <a:cubicBezTo>
                    <a:pt x="209794" y="4991"/>
                    <a:pt x="201744" y="1196"/>
                    <a:pt x="196717" y="1196"/>
                  </a:cubicBezTo>
                  <a:cubicBezTo>
                    <a:pt x="191240" y="1196"/>
                    <a:pt x="186658" y="5102"/>
                    <a:pt x="186658" y="10688"/>
                  </a:cubicBezTo>
                  <a:cubicBezTo>
                    <a:pt x="186658" y="16831"/>
                    <a:pt x="191352" y="26103"/>
                    <a:pt x="209794" y="26772"/>
                  </a:cubicBezTo>
                  <a:close/>
                  <a:moveTo>
                    <a:pt x="272831" y="44755"/>
                  </a:moveTo>
                  <a:cubicBezTo>
                    <a:pt x="273834" y="45986"/>
                    <a:pt x="273834" y="46209"/>
                    <a:pt x="273834" y="46654"/>
                  </a:cubicBezTo>
                  <a:cubicBezTo>
                    <a:pt x="273834" y="48109"/>
                    <a:pt x="272940" y="48109"/>
                    <a:pt x="270932" y="48109"/>
                  </a:cubicBezTo>
                  <a:lnTo>
                    <a:pt x="235166" y="48109"/>
                  </a:lnTo>
                  <a:lnTo>
                    <a:pt x="233940" y="30122"/>
                  </a:lnTo>
                  <a:lnTo>
                    <a:pt x="236733" y="30122"/>
                  </a:lnTo>
                  <a:cubicBezTo>
                    <a:pt x="237403" y="41517"/>
                    <a:pt x="239528" y="45649"/>
                    <a:pt x="251820" y="45649"/>
                  </a:cubicBezTo>
                  <a:lnTo>
                    <a:pt x="264561" y="45649"/>
                  </a:lnTo>
                  <a:lnTo>
                    <a:pt x="233379" y="3540"/>
                  </a:lnTo>
                  <a:cubicBezTo>
                    <a:pt x="232376" y="2310"/>
                    <a:pt x="232376" y="2089"/>
                    <a:pt x="232376" y="1529"/>
                  </a:cubicBezTo>
                  <a:cubicBezTo>
                    <a:pt x="232376" y="-34"/>
                    <a:pt x="233158" y="-34"/>
                    <a:pt x="235278" y="-34"/>
                  </a:cubicBezTo>
                  <a:lnTo>
                    <a:pt x="272158" y="-34"/>
                  </a:lnTo>
                  <a:lnTo>
                    <a:pt x="274059" y="20854"/>
                  </a:lnTo>
                  <a:lnTo>
                    <a:pt x="271264" y="20854"/>
                  </a:lnTo>
                  <a:cubicBezTo>
                    <a:pt x="270259" y="7671"/>
                    <a:pt x="267913" y="2758"/>
                    <a:pt x="254948" y="2758"/>
                  </a:cubicBezTo>
                  <a:lnTo>
                    <a:pt x="241762" y="2758"/>
                  </a:lnTo>
                  <a:lnTo>
                    <a:pt x="272831" y="44755"/>
                  </a:lnTo>
                  <a:close/>
                  <a:moveTo>
                    <a:pt x="331511" y="23867"/>
                  </a:moveTo>
                  <a:cubicBezTo>
                    <a:pt x="331511" y="38168"/>
                    <a:pt x="320334" y="50004"/>
                    <a:pt x="306811" y="50004"/>
                  </a:cubicBezTo>
                  <a:cubicBezTo>
                    <a:pt x="292840" y="50004"/>
                    <a:pt x="282002" y="37831"/>
                    <a:pt x="282002" y="23867"/>
                  </a:cubicBezTo>
                  <a:cubicBezTo>
                    <a:pt x="282002" y="9459"/>
                    <a:pt x="293625" y="-1265"/>
                    <a:pt x="306699" y="-1265"/>
                  </a:cubicBezTo>
                  <a:cubicBezTo>
                    <a:pt x="320221" y="-1265"/>
                    <a:pt x="331511" y="9682"/>
                    <a:pt x="331511" y="23867"/>
                  </a:cubicBezTo>
                  <a:close/>
                  <a:moveTo>
                    <a:pt x="306811" y="1529"/>
                  </a:moveTo>
                  <a:cubicBezTo>
                    <a:pt x="302005" y="1529"/>
                    <a:pt x="297089" y="3876"/>
                    <a:pt x="294071" y="9013"/>
                  </a:cubicBezTo>
                  <a:cubicBezTo>
                    <a:pt x="291276" y="13926"/>
                    <a:pt x="291276" y="20742"/>
                    <a:pt x="291276" y="24761"/>
                  </a:cubicBezTo>
                  <a:cubicBezTo>
                    <a:pt x="291276" y="29120"/>
                    <a:pt x="291276" y="35150"/>
                    <a:pt x="293958" y="40063"/>
                  </a:cubicBezTo>
                  <a:cubicBezTo>
                    <a:pt x="296976" y="45204"/>
                    <a:pt x="302229" y="47548"/>
                    <a:pt x="306699" y="47548"/>
                  </a:cubicBezTo>
                  <a:cubicBezTo>
                    <a:pt x="311617" y="47548"/>
                    <a:pt x="316421" y="45092"/>
                    <a:pt x="319327" y="40287"/>
                  </a:cubicBezTo>
                  <a:cubicBezTo>
                    <a:pt x="322234" y="35487"/>
                    <a:pt x="322234" y="29008"/>
                    <a:pt x="322234" y="24761"/>
                  </a:cubicBezTo>
                  <a:cubicBezTo>
                    <a:pt x="322234" y="20742"/>
                    <a:pt x="322234" y="14711"/>
                    <a:pt x="319776" y="9795"/>
                  </a:cubicBezTo>
                  <a:cubicBezTo>
                    <a:pt x="317315" y="4770"/>
                    <a:pt x="312399" y="1529"/>
                    <a:pt x="306811" y="1529"/>
                  </a:cubicBezTo>
                  <a:close/>
                  <a:moveTo>
                    <a:pt x="347050" y="38388"/>
                  </a:moveTo>
                  <a:lnTo>
                    <a:pt x="347050" y="8456"/>
                  </a:lnTo>
                  <a:cubicBezTo>
                    <a:pt x="347050" y="3428"/>
                    <a:pt x="345823" y="3428"/>
                    <a:pt x="338334" y="3428"/>
                  </a:cubicBezTo>
                  <a:lnTo>
                    <a:pt x="338334" y="-34"/>
                  </a:lnTo>
                  <a:cubicBezTo>
                    <a:pt x="342246" y="78"/>
                    <a:pt x="347943" y="302"/>
                    <a:pt x="350962" y="302"/>
                  </a:cubicBezTo>
                  <a:cubicBezTo>
                    <a:pt x="353869" y="302"/>
                    <a:pt x="359678" y="78"/>
                    <a:pt x="363478" y="-34"/>
                  </a:cubicBezTo>
                  <a:lnTo>
                    <a:pt x="363478" y="3428"/>
                  </a:lnTo>
                  <a:cubicBezTo>
                    <a:pt x="355990" y="3428"/>
                    <a:pt x="354763" y="3428"/>
                    <a:pt x="354763" y="8456"/>
                  </a:cubicBezTo>
                  <a:lnTo>
                    <a:pt x="354763" y="29008"/>
                  </a:lnTo>
                  <a:cubicBezTo>
                    <a:pt x="354763" y="40624"/>
                    <a:pt x="362698" y="46879"/>
                    <a:pt x="369849" y="46879"/>
                  </a:cubicBezTo>
                  <a:cubicBezTo>
                    <a:pt x="376889" y="46879"/>
                    <a:pt x="378120" y="40848"/>
                    <a:pt x="378120" y="34482"/>
                  </a:cubicBezTo>
                  <a:lnTo>
                    <a:pt x="378120" y="8456"/>
                  </a:lnTo>
                  <a:cubicBezTo>
                    <a:pt x="378120" y="3428"/>
                    <a:pt x="376889" y="3428"/>
                    <a:pt x="369404" y="3428"/>
                  </a:cubicBezTo>
                  <a:lnTo>
                    <a:pt x="369404" y="-34"/>
                  </a:lnTo>
                  <a:cubicBezTo>
                    <a:pt x="373313" y="78"/>
                    <a:pt x="379014" y="302"/>
                    <a:pt x="382033" y="302"/>
                  </a:cubicBezTo>
                  <a:cubicBezTo>
                    <a:pt x="384935" y="302"/>
                    <a:pt x="390749" y="78"/>
                    <a:pt x="394549" y="-34"/>
                  </a:cubicBezTo>
                  <a:lnTo>
                    <a:pt x="394549" y="3428"/>
                  </a:lnTo>
                  <a:cubicBezTo>
                    <a:pt x="388736" y="3428"/>
                    <a:pt x="385941" y="3428"/>
                    <a:pt x="385829" y="6778"/>
                  </a:cubicBezTo>
                  <a:lnTo>
                    <a:pt x="385829" y="28115"/>
                  </a:lnTo>
                  <a:cubicBezTo>
                    <a:pt x="385829" y="37719"/>
                    <a:pt x="385829" y="41181"/>
                    <a:pt x="382366" y="45204"/>
                  </a:cubicBezTo>
                  <a:cubicBezTo>
                    <a:pt x="380802" y="47103"/>
                    <a:pt x="377114" y="49335"/>
                    <a:pt x="370631" y="49335"/>
                  </a:cubicBezTo>
                  <a:cubicBezTo>
                    <a:pt x="362473" y="49335"/>
                    <a:pt x="357220" y="44531"/>
                    <a:pt x="354093" y="37607"/>
                  </a:cubicBezTo>
                  <a:lnTo>
                    <a:pt x="354093" y="49335"/>
                  </a:lnTo>
                  <a:lnTo>
                    <a:pt x="338334" y="48109"/>
                  </a:lnTo>
                  <a:lnTo>
                    <a:pt x="338334" y="44643"/>
                  </a:lnTo>
                  <a:cubicBezTo>
                    <a:pt x="346156" y="44643"/>
                    <a:pt x="347050" y="43862"/>
                    <a:pt x="347050" y="38388"/>
                  </a:cubicBezTo>
                  <a:close/>
                </a:path>
              </a:pathLst>
            </a:custGeom>
            <a:solidFill>
              <a:srgbClr val="000000"/>
            </a:solidFill>
            <a:ln w="25400" cap="flat">
              <a:noFill/>
              <a:prstDash val="solid"/>
              <a:miter/>
            </a:ln>
          </p:spPr>
          <p:txBody>
            <a:bodyPr/>
            <a:lstStyle/>
            <a:p>
              <a:endParaRPr lang="en-GB"/>
            </a:p>
          </p:txBody>
        </p:sp>
        <p:sp>
          <p:nvSpPr>
            <p:cNvPr id="2444" name="Freeform: Shape 2443">
              <a:extLst>
                <a:ext uri="{FF2B5EF4-FFF2-40B4-BE49-F238E27FC236}">
                  <a16:creationId xmlns:a16="http://schemas.microsoft.com/office/drawing/2014/main" id="{3ECF49EB-D281-8CE8-E56A-537B9A3CC90F}"/>
                </a:ext>
              </a:extLst>
            </p:cNvPr>
            <p:cNvSpPr/>
            <p:nvPr>
              <p:custDataLst>
                <p:tags r:id="rId139"/>
              </p:custDataLst>
            </p:nvPr>
          </p:nvSpPr>
          <p:spPr>
            <a:xfrm flipV="1">
              <a:off x="9087708" y="-4116079"/>
              <a:ext cx="20786" cy="20996"/>
            </a:xfrm>
            <a:custGeom>
              <a:avLst/>
              <a:gdLst>
                <a:gd name="csX0" fmla="*/ 18886 w 20786"/>
                <a:gd name="csY0" fmla="*/ 12358 h 20996"/>
                <a:gd name="csX1" fmla="*/ 20787 w 20786"/>
                <a:gd name="csY1" fmla="*/ 15708 h 20996"/>
                <a:gd name="csX2" fmla="*/ 16765 w 20786"/>
                <a:gd name="csY2" fmla="*/ 19727 h 20996"/>
                <a:gd name="csX3" fmla="*/ 13414 w 20786"/>
                <a:gd name="csY3" fmla="*/ 17828 h 20996"/>
                <a:gd name="csX4" fmla="*/ 0 w 20786"/>
                <a:gd name="csY4" fmla="*/ 739 h 20996"/>
                <a:gd name="csX5" fmla="*/ 1899 w 20786"/>
                <a:gd name="csY5" fmla="*/ -1270 h 20996"/>
                <a:gd name="csX6" fmla="*/ 18886 w 20786"/>
                <a:gd name="csY6" fmla="*/ 12358 h 20996"/>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0786" h="20996">
                  <a:moveTo>
                    <a:pt x="18886" y="12358"/>
                  </a:moveTo>
                  <a:cubicBezTo>
                    <a:pt x="19893" y="13140"/>
                    <a:pt x="20787" y="14366"/>
                    <a:pt x="20787" y="15708"/>
                  </a:cubicBezTo>
                  <a:cubicBezTo>
                    <a:pt x="20787" y="17720"/>
                    <a:pt x="18778" y="19727"/>
                    <a:pt x="16765" y="19727"/>
                  </a:cubicBezTo>
                  <a:cubicBezTo>
                    <a:pt x="15090" y="19727"/>
                    <a:pt x="13859" y="18501"/>
                    <a:pt x="13414" y="17828"/>
                  </a:cubicBezTo>
                  <a:lnTo>
                    <a:pt x="0" y="739"/>
                  </a:lnTo>
                  <a:lnTo>
                    <a:pt x="1899" y="-1270"/>
                  </a:lnTo>
                  <a:lnTo>
                    <a:pt x="18886" y="12358"/>
                  </a:lnTo>
                  <a:close/>
                </a:path>
              </a:pathLst>
            </a:custGeom>
            <a:solidFill>
              <a:srgbClr val="000000"/>
            </a:solidFill>
            <a:ln w="25400" cap="flat">
              <a:noFill/>
              <a:prstDash val="solid"/>
              <a:miter/>
            </a:ln>
          </p:spPr>
          <p:txBody>
            <a:bodyPr/>
            <a:lstStyle/>
            <a:p>
              <a:endParaRPr lang="en-GB"/>
            </a:p>
          </p:txBody>
        </p:sp>
        <p:sp>
          <p:nvSpPr>
            <p:cNvPr id="2445" name="Freeform: Shape 2444">
              <a:extLst>
                <a:ext uri="{FF2B5EF4-FFF2-40B4-BE49-F238E27FC236}">
                  <a16:creationId xmlns:a16="http://schemas.microsoft.com/office/drawing/2014/main" id="{4AFC7D19-0ED7-E418-A66B-A85EA8BBC520}"/>
                </a:ext>
              </a:extLst>
            </p:cNvPr>
            <p:cNvSpPr/>
            <p:nvPr>
              <p:custDataLst>
                <p:tags r:id="rId140"/>
              </p:custDataLst>
            </p:nvPr>
          </p:nvSpPr>
          <p:spPr>
            <a:xfrm flipV="1">
              <a:off x="9080885" y="-4088155"/>
              <a:ext cx="82369" cy="51268"/>
            </a:xfrm>
            <a:custGeom>
              <a:avLst/>
              <a:gdLst>
                <a:gd name="csX0" fmla="*/ 16093 w 82369"/>
                <a:gd name="csY0" fmla="*/ 49338 h 51268"/>
                <a:gd name="csX1" fmla="*/ 445 w 82369"/>
                <a:gd name="csY1" fmla="*/ 48111 h 51268"/>
                <a:gd name="csX2" fmla="*/ 445 w 82369"/>
                <a:gd name="csY2" fmla="*/ 44646 h 51268"/>
                <a:gd name="csX3" fmla="*/ 8716 w 82369"/>
                <a:gd name="csY3" fmla="*/ 38503 h 51268"/>
                <a:gd name="csX4" fmla="*/ 8716 w 82369"/>
                <a:gd name="csY4" fmla="*/ 8459 h 51268"/>
                <a:gd name="csX5" fmla="*/ 0 w 82369"/>
                <a:gd name="csY5" fmla="*/ 3430 h 51268"/>
                <a:gd name="csX6" fmla="*/ 0 w 82369"/>
                <a:gd name="csY6" fmla="*/ -31 h 51268"/>
                <a:gd name="csX7" fmla="*/ 12293 w 82369"/>
                <a:gd name="csY7" fmla="*/ 305 h 51268"/>
                <a:gd name="csX8" fmla="*/ 23915 w 82369"/>
                <a:gd name="csY8" fmla="*/ -31 h 51268"/>
                <a:gd name="csX9" fmla="*/ 23915 w 82369"/>
                <a:gd name="csY9" fmla="*/ 3430 h 51268"/>
                <a:gd name="csX10" fmla="*/ 16093 w 82369"/>
                <a:gd name="csY10" fmla="*/ 8346 h 51268"/>
                <a:gd name="csX11" fmla="*/ 16093 w 82369"/>
                <a:gd name="csY11" fmla="*/ 49338 h 51268"/>
                <a:gd name="csX12" fmla="*/ 64489 w 82369"/>
                <a:gd name="csY12" fmla="*/ 8459 h 51268"/>
                <a:gd name="csX13" fmla="*/ 73205 w 82369"/>
                <a:gd name="csY13" fmla="*/ -701 h 51268"/>
                <a:gd name="csX14" fmla="*/ 82369 w 82369"/>
                <a:gd name="csY14" fmla="*/ 9910 h 51268"/>
                <a:gd name="csX15" fmla="*/ 82369 w 82369"/>
                <a:gd name="csY15" fmla="*/ 16164 h 51268"/>
                <a:gd name="csX16" fmla="*/ 79576 w 82369"/>
                <a:gd name="csY16" fmla="*/ 16164 h 51268"/>
                <a:gd name="csX17" fmla="*/ 79576 w 82369"/>
                <a:gd name="csY17" fmla="*/ 9910 h 51268"/>
                <a:gd name="csX18" fmla="*/ 75550 w 82369"/>
                <a:gd name="csY18" fmla="*/ 2761 h 51268"/>
                <a:gd name="csX19" fmla="*/ 71417 w 82369"/>
                <a:gd name="csY19" fmla="*/ 8346 h 51268"/>
                <a:gd name="csX20" fmla="*/ 71417 w 82369"/>
                <a:gd name="csY20" fmla="*/ 30685 h 51268"/>
                <a:gd name="csX21" fmla="*/ 67392 w 82369"/>
                <a:gd name="csY21" fmla="*/ 43865 h 51268"/>
                <a:gd name="csX22" fmla="*/ 52082 w 82369"/>
                <a:gd name="csY22" fmla="*/ 50007 h 51268"/>
                <a:gd name="csX23" fmla="*/ 35207 w 82369"/>
                <a:gd name="csY23" fmla="*/ 37385 h 51268"/>
                <a:gd name="csX24" fmla="*/ 40347 w 82369"/>
                <a:gd name="csY24" fmla="*/ 32136 h 51268"/>
                <a:gd name="csX25" fmla="*/ 45491 w 82369"/>
                <a:gd name="csY25" fmla="*/ 37277 h 51268"/>
                <a:gd name="csX26" fmla="*/ 39789 w 82369"/>
                <a:gd name="csY26" fmla="*/ 42414 h 51268"/>
                <a:gd name="csX27" fmla="*/ 51861 w 82369"/>
                <a:gd name="csY27" fmla="*/ 47551 h 51268"/>
                <a:gd name="csX28" fmla="*/ 63707 w 82369"/>
                <a:gd name="csY28" fmla="*/ 33254 h 51268"/>
                <a:gd name="csX29" fmla="*/ 63707 w 82369"/>
                <a:gd name="csY29" fmla="*/ 29123 h 51268"/>
                <a:gd name="csX30" fmla="*/ 43141 w 82369"/>
                <a:gd name="csY30" fmla="*/ 25100 h 51268"/>
                <a:gd name="csX31" fmla="*/ 31967 w 82369"/>
                <a:gd name="csY31" fmla="*/ 10579 h 51268"/>
                <a:gd name="csX32" fmla="*/ 49848 w 82369"/>
                <a:gd name="csY32" fmla="*/ -1262 h 51268"/>
                <a:gd name="csX33" fmla="*/ 64489 w 82369"/>
                <a:gd name="csY33" fmla="*/ 8459 h 51268"/>
                <a:gd name="csX34" fmla="*/ 63707 w 82369"/>
                <a:gd name="csY34" fmla="*/ 26775 h 51268"/>
                <a:gd name="csX35" fmla="*/ 63707 w 82369"/>
                <a:gd name="csY35" fmla="*/ 15607 h 51268"/>
                <a:gd name="csX36" fmla="*/ 50630 w 82369"/>
                <a:gd name="csY36" fmla="*/ 1199 h 51268"/>
                <a:gd name="csX37" fmla="*/ 40571 w 82369"/>
                <a:gd name="csY37" fmla="*/ 10691 h 51268"/>
                <a:gd name="csX38" fmla="*/ 63707 w 82369"/>
                <a:gd name="csY38" fmla="*/ 26775 h 512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82369" h="51268">
                  <a:moveTo>
                    <a:pt x="16093" y="49338"/>
                  </a:moveTo>
                  <a:lnTo>
                    <a:pt x="445" y="48111"/>
                  </a:lnTo>
                  <a:lnTo>
                    <a:pt x="445" y="44646"/>
                  </a:lnTo>
                  <a:cubicBezTo>
                    <a:pt x="7710" y="44646"/>
                    <a:pt x="8716" y="43977"/>
                    <a:pt x="8716" y="38503"/>
                  </a:cubicBezTo>
                  <a:lnTo>
                    <a:pt x="8716" y="8459"/>
                  </a:lnTo>
                  <a:cubicBezTo>
                    <a:pt x="8716" y="3430"/>
                    <a:pt x="7489" y="3430"/>
                    <a:pt x="0" y="3430"/>
                  </a:cubicBezTo>
                  <a:lnTo>
                    <a:pt x="0" y="-31"/>
                  </a:lnTo>
                  <a:cubicBezTo>
                    <a:pt x="3577" y="80"/>
                    <a:pt x="9610" y="305"/>
                    <a:pt x="12293" y="305"/>
                  </a:cubicBezTo>
                  <a:cubicBezTo>
                    <a:pt x="16205" y="305"/>
                    <a:pt x="20118" y="80"/>
                    <a:pt x="23915" y="-31"/>
                  </a:cubicBezTo>
                  <a:lnTo>
                    <a:pt x="23915" y="3430"/>
                  </a:lnTo>
                  <a:cubicBezTo>
                    <a:pt x="16542" y="3430"/>
                    <a:pt x="16093" y="3991"/>
                    <a:pt x="16093" y="8346"/>
                  </a:cubicBezTo>
                  <a:lnTo>
                    <a:pt x="16093" y="49338"/>
                  </a:lnTo>
                  <a:close/>
                  <a:moveTo>
                    <a:pt x="64489" y="8459"/>
                  </a:moveTo>
                  <a:cubicBezTo>
                    <a:pt x="64935" y="3991"/>
                    <a:pt x="67953" y="-701"/>
                    <a:pt x="73205" y="-701"/>
                  </a:cubicBezTo>
                  <a:cubicBezTo>
                    <a:pt x="75550" y="-701"/>
                    <a:pt x="82369" y="862"/>
                    <a:pt x="82369" y="9910"/>
                  </a:cubicBezTo>
                  <a:lnTo>
                    <a:pt x="82369" y="16164"/>
                  </a:lnTo>
                  <a:lnTo>
                    <a:pt x="79576" y="16164"/>
                  </a:lnTo>
                  <a:lnTo>
                    <a:pt x="79576" y="9910"/>
                  </a:lnTo>
                  <a:cubicBezTo>
                    <a:pt x="79576" y="3430"/>
                    <a:pt x="76781" y="2761"/>
                    <a:pt x="75550" y="2761"/>
                  </a:cubicBezTo>
                  <a:cubicBezTo>
                    <a:pt x="71863" y="2761"/>
                    <a:pt x="71417" y="7786"/>
                    <a:pt x="71417" y="8346"/>
                  </a:cubicBezTo>
                  <a:lnTo>
                    <a:pt x="71417" y="30685"/>
                  </a:lnTo>
                  <a:cubicBezTo>
                    <a:pt x="71417" y="35377"/>
                    <a:pt x="71417" y="39733"/>
                    <a:pt x="67392" y="43865"/>
                  </a:cubicBezTo>
                  <a:cubicBezTo>
                    <a:pt x="63034" y="48220"/>
                    <a:pt x="57446" y="50007"/>
                    <a:pt x="52082" y="50007"/>
                  </a:cubicBezTo>
                  <a:cubicBezTo>
                    <a:pt x="42920" y="50007"/>
                    <a:pt x="35207" y="44758"/>
                    <a:pt x="35207" y="37385"/>
                  </a:cubicBezTo>
                  <a:cubicBezTo>
                    <a:pt x="35207" y="34035"/>
                    <a:pt x="37444" y="32136"/>
                    <a:pt x="40347" y="32136"/>
                  </a:cubicBezTo>
                  <a:cubicBezTo>
                    <a:pt x="43478" y="32136"/>
                    <a:pt x="45491" y="34372"/>
                    <a:pt x="45491" y="37277"/>
                  </a:cubicBezTo>
                  <a:cubicBezTo>
                    <a:pt x="45491" y="38615"/>
                    <a:pt x="44930" y="42301"/>
                    <a:pt x="39789" y="42414"/>
                  </a:cubicBezTo>
                  <a:cubicBezTo>
                    <a:pt x="42808" y="46321"/>
                    <a:pt x="48284" y="47551"/>
                    <a:pt x="51861" y="47551"/>
                  </a:cubicBezTo>
                  <a:cubicBezTo>
                    <a:pt x="57337" y="47551"/>
                    <a:pt x="63707" y="43195"/>
                    <a:pt x="63707" y="33254"/>
                  </a:cubicBezTo>
                  <a:lnTo>
                    <a:pt x="63707" y="29123"/>
                  </a:lnTo>
                  <a:cubicBezTo>
                    <a:pt x="58007" y="28786"/>
                    <a:pt x="50185" y="28450"/>
                    <a:pt x="43141" y="25100"/>
                  </a:cubicBezTo>
                  <a:cubicBezTo>
                    <a:pt x="34762" y="21301"/>
                    <a:pt x="31967" y="15495"/>
                    <a:pt x="31967" y="10579"/>
                  </a:cubicBezTo>
                  <a:cubicBezTo>
                    <a:pt x="31967" y="1531"/>
                    <a:pt x="42808" y="-1262"/>
                    <a:pt x="49848" y="-1262"/>
                  </a:cubicBezTo>
                  <a:cubicBezTo>
                    <a:pt x="57225" y="-1262"/>
                    <a:pt x="62364" y="3206"/>
                    <a:pt x="64489" y="8459"/>
                  </a:cubicBezTo>
                  <a:close/>
                  <a:moveTo>
                    <a:pt x="63707" y="26775"/>
                  </a:moveTo>
                  <a:lnTo>
                    <a:pt x="63707" y="15607"/>
                  </a:lnTo>
                  <a:cubicBezTo>
                    <a:pt x="63707" y="4994"/>
                    <a:pt x="55657" y="1199"/>
                    <a:pt x="50630" y="1199"/>
                  </a:cubicBezTo>
                  <a:cubicBezTo>
                    <a:pt x="45154" y="1199"/>
                    <a:pt x="40571" y="5105"/>
                    <a:pt x="40571" y="10691"/>
                  </a:cubicBezTo>
                  <a:cubicBezTo>
                    <a:pt x="40571" y="16834"/>
                    <a:pt x="45266" y="26106"/>
                    <a:pt x="63707" y="26775"/>
                  </a:cubicBezTo>
                  <a:close/>
                </a:path>
              </a:pathLst>
            </a:custGeom>
            <a:solidFill>
              <a:srgbClr val="000000"/>
            </a:solidFill>
            <a:ln w="25400" cap="flat">
              <a:noFill/>
              <a:prstDash val="solid"/>
              <a:miter/>
            </a:ln>
          </p:spPr>
          <p:txBody>
            <a:bodyPr/>
            <a:lstStyle/>
            <a:p>
              <a:endParaRPr lang="en-GB"/>
            </a:p>
          </p:txBody>
        </p:sp>
        <p:sp>
          <p:nvSpPr>
            <p:cNvPr id="2446" name="Freeform: Shape 2445">
              <a:extLst>
                <a:ext uri="{FF2B5EF4-FFF2-40B4-BE49-F238E27FC236}">
                  <a16:creationId xmlns:a16="http://schemas.microsoft.com/office/drawing/2014/main" id="{B094C7BD-E494-9096-500C-F96469ADFE74}"/>
                </a:ext>
              </a:extLst>
            </p:cNvPr>
            <p:cNvSpPr/>
            <p:nvPr>
              <p:custDataLst>
                <p:tags r:id="rId141"/>
              </p:custDataLst>
            </p:nvPr>
          </p:nvSpPr>
          <p:spPr>
            <a:xfrm flipV="1">
              <a:off x="9282718" y="-4112842"/>
              <a:ext cx="67952" cy="75955"/>
            </a:xfrm>
            <a:custGeom>
              <a:avLst/>
              <a:gdLst>
                <a:gd name="csX0" fmla="*/ 19556 w 67952"/>
                <a:gd name="csY0" fmla="*/ 21636 h 75955"/>
                <a:gd name="csX1" fmla="*/ 31179 w 67952"/>
                <a:gd name="csY1" fmla="*/ 11358 h 75955"/>
                <a:gd name="csX2" fmla="*/ 18550 w 67952"/>
                <a:gd name="csY2" fmla="*/ 1196 h 75955"/>
                <a:gd name="csX3" fmla="*/ 3019 w 67952"/>
                <a:gd name="csY3" fmla="*/ 17056 h 75955"/>
                <a:gd name="csX4" fmla="*/ 1452 w 67952"/>
                <a:gd name="csY4" fmla="*/ 18955 h 75955"/>
                <a:gd name="csX5" fmla="*/ 0 w 67952"/>
                <a:gd name="csY5" fmla="*/ 16162 h 75955"/>
                <a:gd name="csX6" fmla="*/ 0 w 67952"/>
                <a:gd name="csY6" fmla="*/ 1417 h 75955"/>
                <a:gd name="csX7" fmla="*/ 1231 w 67952"/>
                <a:gd name="csY7" fmla="*/ -1264 h 75955"/>
                <a:gd name="csX8" fmla="*/ 4021 w 67952"/>
                <a:gd name="csY8" fmla="*/ 972 h 75955"/>
                <a:gd name="csX9" fmla="*/ 6258 w 67952"/>
                <a:gd name="csY9" fmla="*/ 3540 h 75955"/>
                <a:gd name="csX10" fmla="*/ 18550 w 67952"/>
                <a:gd name="csY10" fmla="*/ -1264 h 75955"/>
                <a:gd name="csX11" fmla="*/ 36543 w 67952"/>
                <a:gd name="csY11" fmla="*/ 14263 h 75955"/>
                <a:gd name="csX12" fmla="*/ 31852 w 67952"/>
                <a:gd name="csY12" fmla="*/ 24874 h 75955"/>
                <a:gd name="csX13" fmla="*/ 19111 w 67952"/>
                <a:gd name="csY13" fmla="*/ 30235 h 75955"/>
                <a:gd name="csX14" fmla="*/ 5364 w 67952"/>
                <a:gd name="csY14" fmla="*/ 39395 h 75955"/>
                <a:gd name="csX15" fmla="*/ 17880 w 67952"/>
                <a:gd name="csY15" fmla="*/ 47884 h 75955"/>
                <a:gd name="csX16" fmla="*/ 30958 w 67952"/>
                <a:gd name="csY16" fmla="*/ 34370 h 75955"/>
                <a:gd name="csX17" fmla="*/ 32297 w 67952"/>
                <a:gd name="csY17" fmla="*/ 33364 h 75955"/>
                <a:gd name="csX18" fmla="*/ 33749 w 67952"/>
                <a:gd name="csY18" fmla="*/ 36044 h 75955"/>
                <a:gd name="csX19" fmla="*/ 33749 w 67952"/>
                <a:gd name="csY19" fmla="*/ 47324 h 75955"/>
                <a:gd name="csX20" fmla="*/ 32521 w 67952"/>
                <a:gd name="csY20" fmla="*/ 50005 h 75955"/>
                <a:gd name="csX21" fmla="*/ 30285 w 67952"/>
                <a:gd name="csY21" fmla="*/ 48666 h 75955"/>
                <a:gd name="csX22" fmla="*/ 28385 w 67952"/>
                <a:gd name="csY22" fmla="*/ 46879 h 75955"/>
                <a:gd name="csX23" fmla="*/ 17880 w 67952"/>
                <a:gd name="csY23" fmla="*/ 50005 h 75955"/>
                <a:gd name="csX24" fmla="*/ 0 w 67952"/>
                <a:gd name="csY24" fmla="*/ 36269 h 75955"/>
                <a:gd name="csX25" fmla="*/ 4806 w 67952"/>
                <a:gd name="csY25" fmla="*/ 26773 h 75955"/>
                <a:gd name="csX26" fmla="*/ 19556 w 67952"/>
                <a:gd name="csY26" fmla="*/ 21636 h 75955"/>
                <a:gd name="csX27" fmla="*/ 60131 w 67952"/>
                <a:gd name="csY27" fmla="*/ 49335 h 75955"/>
                <a:gd name="csX28" fmla="*/ 44483 w 67952"/>
                <a:gd name="csY28" fmla="*/ 48109 h 75955"/>
                <a:gd name="csX29" fmla="*/ 44483 w 67952"/>
                <a:gd name="csY29" fmla="*/ 44644 h 75955"/>
                <a:gd name="csX30" fmla="*/ 52754 w 67952"/>
                <a:gd name="csY30" fmla="*/ 38501 h 75955"/>
                <a:gd name="csX31" fmla="*/ 52754 w 67952"/>
                <a:gd name="csY31" fmla="*/ 8456 h 75955"/>
                <a:gd name="csX32" fmla="*/ 44038 w 67952"/>
                <a:gd name="csY32" fmla="*/ 3428 h 75955"/>
                <a:gd name="csX33" fmla="*/ 44038 w 67952"/>
                <a:gd name="csY33" fmla="*/ -33 h 75955"/>
                <a:gd name="csX34" fmla="*/ 56330 w 67952"/>
                <a:gd name="csY34" fmla="*/ 303 h 75955"/>
                <a:gd name="csX35" fmla="*/ 67953 w 67952"/>
                <a:gd name="csY35" fmla="*/ -33 h 75955"/>
                <a:gd name="csX36" fmla="*/ 67953 w 67952"/>
                <a:gd name="csY36" fmla="*/ 3428 h 75955"/>
                <a:gd name="csX37" fmla="*/ 60131 w 67952"/>
                <a:gd name="csY37" fmla="*/ 8344 h 75955"/>
                <a:gd name="csX38" fmla="*/ 60131 w 67952"/>
                <a:gd name="csY38" fmla="*/ 49335 h 75955"/>
                <a:gd name="csX39" fmla="*/ 60580 w 67952"/>
                <a:gd name="csY39" fmla="*/ 68773 h 75955"/>
                <a:gd name="csX40" fmla="*/ 54655 w 67952"/>
                <a:gd name="csY40" fmla="*/ 74692 h 75955"/>
                <a:gd name="csX41" fmla="*/ 48733 w 67952"/>
                <a:gd name="csY41" fmla="*/ 68773 h 75955"/>
                <a:gd name="csX42" fmla="*/ 54655 w 67952"/>
                <a:gd name="csY42" fmla="*/ 62851 h 75955"/>
                <a:gd name="csX43" fmla="*/ 60580 w 67952"/>
                <a:gd name="csY43" fmla="*/ 68773 h 759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5">
                  <a:moveTo>
                    <a:pt x="19556" y="21636"/>
                  </a:moveTo>
                  <a:cubicBezTo>
                    <a:pt x="22014" y="21187"/>
                    <a:pt x="31179" y="19400"/>
                    <a:pt x="31179" y="11358"/>
                  </a:cubicBezTo>
                  <a:cubicBezTo>
                    <a:pt x="31179" y="5664"/>
                    <a:pt x="27270" y="1196"/>
                    <a:pt x="18550" y="1196"/>
                  </a:cubicBezTo>
                  <a:cubicBezTo>
                    <a:pt x="9165" y="1196"/>
                    <a:pt x="5140" y="7563"/>
                    <a:pt x="3019" y="17056"/>
                  </a:cubicBezTo>
                  <a:cubicBezTo>
                    <a:pt x="2683" y="18506"/>
                    <a:pt x="2570" y="18955"/>
                    <a:pt x="1452" y="18955"/>
                  </a:cubicBezTo>
                  <a:cubicBezTo>
                    <a:pt x="0" y="18955"/>
                    <a:pt x="0" y="18173"/>
                    <a:pt x="0" y="16162"/>
                  </a:cubicBezTo>
                  <a:lnTo>
                    <a:pt x="0" y="1417"/>
                  </a:lnTo>
                  <a:cubicBezTo>
                    <a:pt x="0" y="-482"/>
                    <a:pt x="0" y="-1264"/>
                    <a:pt x="1231" y="-1264"/>
                  </a:cubicBezTo>
                  <a:cubicBezTo>
                    <a:pt x="1788" y="-1264"/>
                    <a:pt x="1901" y="-1152"/>
                    <a:pt x="4021" y="972"/>
                  </a:cubicBezTo>
                  <a:cubicBezTo>
                    <a:pt x="4245" y="1196"/>
                    <a:pt x="4245" y="1417"/>
                    <a:pt x="6258" y="3540"/>
                  </a:cubicBezTo>
                  <a:cubicBezTo>
                    <a:pt x="11173" y="-1152"/>
                    <a:pt x="16205" y="-1264"/>
                    <a:pt x="18550" y="-1264"/>
                  </a:cubicBezTo>
                  <a:cubicBezTo>
                    <a:pt x="31404" y="-1264"/>
                    <a:pt x="36543" y="6221"/>
                    <a:pt x="36543" y="14263"/>
                  </a:cubicBezTo>
                  <a:cubicBezTo>
                    <a:pt x="36543" y="20185"/>
                    <a:pt x="33191" y="23535"/>
                    <a:pt x="31852" y="24874"/>
                  </a:cubicBezTo>
                  <a:cubicBezTo>
                    <a:pt x="28164" y="28448"/>
                    <a:pt x="23803" y="29341"/>
                    <a:pt x="19111" y="30235"/>
                  </a:cubicBezTo>
                  <a:cubicBezTo>
                    <a:pt x="12853" y="31464"/>
                    <a:pt x="5364" y="32915"/>
                    <a:pt x="5364" y="39395"/>
                  </a:cubicBezTo>
                  <a:cubicBezTo>
                    <a:pt x="5364" y="43305"/>
                    <a:pt x="8271" y="47884"/>
                    <a:pt x="17880" y="47884"/>
                  </a:cubicBezTo>
                  <a:cubicBezTo>
                    <a:pt x="30173" y="47884"/>
                    <a:pt x="30734" y="37831"/>
                    <a:pt x="30958" y="34370"/>
                  </a:cubicBezTo>
                  <a:cubicBezTo>
                    <a:pt x="31067" y="33364"/>
                    <a:pt x="32072" y="33364"/>
                    <a:pt x="32297" y="33364"/>
                  </a:cubicBezTo>
                  <a:cubicBezTo>
                    <a:pt x="33749" y="33364"/>
                    <a:pt x="33749" y="33921"/>
                    <a:pt x="33749" y="36044"/>
                  </a:cubicBezTo>
                  <a:lnTo>
                    <a:pt x="33749" y="47324"/>
                  </a:lnTo>
                  <a:cubicBezTo>
                    <a:pt x="33749" y="49223"/>
                    <a:pt x="33749" y="50005"/>
                    <a:pt x="32521" y="50005"/>
                  </a:cubicBezTo>
                  <a:cubicBezTo>
                    <a:pt x="31960" y="50005"/>
                    <a:pt x="31740" y="50005"/>
                    <a:pt x="30285" y="48666"/>
                  </a:cubicBezTo>
                  <a:cubicBezTo>
                    <a:pt x="29952" y="48218"/>
                    <a:pt x="28833" y="47216"/>
                    <a:pt x="28385" y="46879"/>
                  </a:cubicBezTo>
                  <a:cubicBezTo>
                    <a:pt x="24139" y="50005"/>
                    <a:pt x="19556" y="50005"/>
                    <a:pt x="17880" y="50005"/>
                  </a:cubicBezTo>
                  <a:cubicBezTo>
                    <a:pt x="4245" y="50005"/>
                    <a:pt x="0" y="42524"/>
                    <a:pt x="0" y="36269"/>
                  </a:cubicBezTo>
                  <a:cubicBezTo>
                    <a:pt x="0" y="32358"/>
                    <a:pt x="1788" y="29229"/>
                    <a:pt x="4806" y="26773"/>
                  </a:cubicBezTo>
                  <a:cubicBezTo>
                    <a:pt x="8383" y="23868"/>
                    <a:pt x="11510" y="23198"/>
                    <a:pt x="19556" y="21636"/>
                  </a:cubicBezTo>
                  <a:close/>
                  <a:moveTo>
                    <a:pt x="60131" y="49335"/>
                  </a:moveTo>
                  <a:lnTo>
                    <a:pt x="44483" y="48109"/>
                  </a:lnTo>
                  <a:lnTo>
                    <a:pt x="44483" y="44644"/>
                  </a:lnTo>
                  <a:cubicBezTo>
                    <a:pt x="51748" y="44644"/>
                    <a:pt x="52754" y="43975"/>
                    <a:pt x="52754" y="38501"/>
                  </a:cubicBezTo>
                  <a:lnTo>
                    <a:pt x="52754" y="8456"/>
                  </a:lnTo>
                  <a:cubicBezTo>
                    <a:pt x="52754" y="3428"/>
                    <a:pt x="51527" y="3428"/>
                    <a:pt x="44038" y="3428"/>
                  </a:cubicBezTo>
                  <a:lnTo>
                    <a:pt x="44038" y="-33"/>
                  </a:lnTo>
                  <a:cubicBezTo>
                    <a:pt x="47614" y="78"/>
                    <a:pt x="53648" y="303"/>
                    <a:pt x="56330" y="303"/>
                  </a:cubicBezTo>
                  <a:cubicBezTo>
                    <a:pt x="60243" y="303"/>
                    <a:pt x="64155" y="78"/>
                    <a:pt x="67953" y="-33"/>
                  </a:cubicBezTo>
                  <a:lnTo>
                    <a:pt x="67953" y="3428"/>
                  </a:lnTo>
                  <a:cubicBezTo>
                    <a:pt x="60580" y="3428"/>
                    <a:pt x="60131" y="3989"/>
                    <a:pt x="60131" y="8344"/>
                  </a:cubicBezTo>
                  <a:lnTo>
                    <a:pt x="60131" y="49335"/>
                  </a:lnTo>
                  <a:close/>
                  <a:moveTo>
                    <a:pt x="60580" y="68773"/>
                  </a:moveTo>
                  <a:cubicBezTo>
                    <a:pt x="60580" y="72347"/>
                    <a:pt x="57785" y="74692"/>
                    <a:pt x="54655" y="74692"/>
                  </a:cubicBezTo>
                  <a:cubicBezTo>
                    <a:pt x="51190" y="74692"/>
                    <a:pt x="48733" y="71674"/>
                    <a:pt x="48733" y="68773"/>
                  </a:cubicBezTo>
                  <a:cubicBezTo>
                    <a:pt x="48733" y="65755"/>
                    <a:pt x="51190" y="62851"/>
                    <a:pt x="54655" y="62851"/>
                  </a:cubicBezTo>
                  <a:cubicBezTo>
                    <a:pt x="57785" y="62851"/>
                    <a:pt x="60580" y="65199"/>
                    <a:pt x="60580" y="68773"/>
                  </a:cubicBezTo>
                  <a:close/>
                </a:path>
              </a:pathLst>
            </a:custGeom>
            <a:solidFill>
              <a:srgbClr val="000000"/>
            </a:solidFill>
            <a:ln w="25400" cap="flat">
              <a:noFill/>
              <a:prstDash val="solid"/>
              <a:miter/>
            </a:ln>
          </p:spPr>
          <p:txBody>
            <a:bodyPr/>
            <a:lstStyle/>
            <a:p>
              <a:endParaRPr lang="en-GB"/>
            </a:p>
          </p:txBody>
        </p:sp>
        <p:sp>
          <p:nvSpPr>
            <p:cNvPr id="2447" name="Freeform: Shape 2446">
              <a:extLst>
                <a:ext uri="{FF2B5EF4-FFF2-40B4-BE49-F238E27FC236}">
                  <a16:creationId xmlns:a16="http://schemas.microsoft.com/office/drawing/2014/main" id="{A69A86BE-23A8-9F43-4DB0-3B9AB9A50EDB}"/>
                </a:ext>
              </a:extLst>
            </p:cNvPr>
            <p:cNvSpPr/>
            <p:nvPr>
              <p:custDataLst>
                <p:tags r:id="rId142"/>
              </p:custDataLst>
            </p:nvPr>
          </p:nvSpPr>
          <p:spPr>
            <a:xfrm flipV="1">
              <a:off x="9395126" y="-4087485"/>
              <a:ext cx="55657" cy="50599"/>
            </a:xfrm>
            <a:custGeom>
              <a:avLst/>
              <a:gdLst>
                <a:gd name="csX0" fmla="*/ 34089 w 55657"/>
                <a:gd name="csY0" fmla="*/ 33703 h 50599"/>
                <a:gd name="csX1" fmla="*/ 45150 w 55657"/>
                <a:gd name="csY1" fmla="*/ 46881 h 50599"/>
                <a:gd name="csX2" fmla="*/ 50739 w 55657"/>
                <a:gd name="csY2" fmla="*/ 45427 h 50599"/>
                <a:gd name="csX3" fmla="*/ 45375 w 55657"/>
                <a:gd name="csY3" fmla="*/ 39397 h 50599"/>
                <a:gd name="csX4" fmla="*/ 49620 w 55657"/>
                <a:gd name="csY4" fmla="*/ 35490 h 50599"/>
                <a:gd name="csX5" fmla="*/ 55658 w 55657"/>
                <a:gd name="csY5" fmla="*/ 41965 h 50599"/>
                <a:gd name="csX6" fmla="*/ 45262 w 55657"/>
                <a:gd name="csY6" fmla="*/ 49338 h 50599"/>
                <a:gd name="csX7" fmla="*/ 33528 w 55657"/>
                <a:gd name="csY7" fmla="*/ 40851 h 50599"/>
                <a:gd name="csX8" fmla="*/ 21460 w 55657"/>
                <a:gd name="csY8" fmla="*/ 49338 h 50599"/>
                <a:gd name="csX9" fmla="*/ 3467 w 55657"/>
                <a:gd name="csY9" fmla="*/ 32136 h 50599"/>
                <a:gd name="csX10" fmla="*/ 4807 w 55657"/>
                <a:gd name="csY10" fmla="*/ 31022 h 50599"/>
                <a:gd name="csX11" fmla="*/ 6258 w 55657"/>
                <a:gd name="csY11" fmla="*/ 32248 h 50599"/>
                <a:gd name="csX12" fmla="*/ 21236 w 55657"/>
                <a:gd name="csY12" fmla="*/ 46881 h 50599"/>
                <a:gd name="csX13" fmla="*/ 27270 w 55657"/>
                <a:gd name="csY13" fmla="*/ 39397 h 50599"/>
                <a:gd name="csX14" fmla="*/ 21236 w 55657"/>
                <a:gd name="csY14" fmla="*/ 12814 h 50599"/>
                <a:gd name="csX15" fmla="*/ 10619 w 55657"/>
                <a:gd name="csY15" fmla="*/ 1199 h 50599"/>
                <a:gd name="csX16" fmla="*/ 5031 w 55657"/>
                <a:gd name="csY16" fmla="*/ 2649 h 50599"/>
                <a:gd name="csX17" fmla="*/ 10283 w 55657"/>
                <a:gd name="csY17" fmla="*/ 8680 h 50599"/>
                <a:gd name="csX18" fmla="*/ 6150 w 55657"/>
                <a:gd name="csY18" fmla="*/ 12590 h 50599"/>
                <a:gd name="csX19" fmla="*/ 0 w 55657"/>
                <a:gd name="csY19" fmla="*/ 6111 h 50599"/>
                <a:gd name="csX20" fmla="*/ 10507 w 55657"/>
                <a:gd name="csY20" fmla="*/ -1262 h 50599"/>
                <a:gd name="csX21" fmla="*/ 22242 w 55657"/>
                <a:gd name="csY21" fmla="*/ 7229 h 50599"/>
                <a:gd name="csX22" fmla="*/ 34310 w 55657"/>
                <a:gd name="csY22" fmla="*/ -1262 h 50599"/>
                <a:gd name="csX23" fmla="*/ 52190 w 55657"/>
                <a:gd name="csY23" fmla="*/ 15940 h 50599"/>
                <a:gd name="csX24" fmla="*/ 50851 w 55657"/>
                <a:gd name="csY24" fmla="*/ 17058 h 50599"/>
                <a:gd name="csX25" fmla="*/ 49399 w 55657"/>
                <a:gd name="csY25" fmla="*/ 15828 h 50599"/>
                <a:gd name="csX26" fmla="*/ 34534 w 55657"/>
                <a:gd name="csY26" fmla="*/ 1199 h 50599"/>
                <a:gd name="csX27" fmla="*/ 28388 w 55657"/>
                <a:gd name="csY27" fmla="*/ 8568 h 50599"/>
                <a:gd name="csX28" fmla="*/ 30288 w 55657"/>
                <a:gd name="csY28" fmla="*/ 18400 h 50599"/>
                <a:gd name="csX29" fmla="*/ 34089 w 55657"/>
                <a:gd name="csY29" fmla="*/ 33703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703"/>
                  </a:moveTo>
                  <a:cubicBezTo>
                    <a:pt x="34758" y="36604"/>
                    <a:pt x="37328" y="46881"/>
                    <a:pt x="45150" y="46881"/>
                  </a:cubicBezTo>
                  <a:cubicBezTo>
                    <a:pt x="45711" y="46881"/>
                    <a:pt x="48393" y="46881"/>
                    <a:pt x="50739" y="45427"/>
                  </a:cubicBezTo>
                  <a:cubicBezTo>
                    <a:pt x="47612" y="44870"/>
                    <a:pt x="45375" y="42078"/>
                    <a:pt x="45375" y="39397"/>
                  </a:cubicBezTo>
                  <a:cubicBezTo>
                    <a:pt x="45375" y="37610"/>
                    <a:pt x="46605" y="35490"/>
                    <a:pt x="49620" y="35490"/>
                  </a:cubicBezTo>
                  <a:cubicBezTo>
                    <a:pt x="52082" y="35490"/>
                    <a:pt x="55658" y="37498"/>
                    <a:pt x="55658" y="41965"/>
                  </a:cubicBezTo>
                  <a:cubicBezTo>
                    <a:pt x="55658" y="47775"/>
                    <a:pt x="49063" y="49338"/>
                    <a:pt x="45262" y="49338"/>
                  </a:cubicBezTo>
                  <a:cubicBezTo>
                    <a:pt x="38780" y="49338"/>
                    <a:pt x="34871" y="43420"/>
                    <a:pt x="33528" y="40851"/>
                  </a:cubicBezTo>
                  <a:cubicBezTo>
                    <a:pt x="30734" y="48220"/>
                    <a:pt x="24700" y="49338"/>
                    <a:pt x="21460" y="49338"/>
                  </a:cubicBezTo>
                  <a:cubicBezTo>
                    <a:pt x="9834" y="49338"/>
                    <a:pt x="3467" y="34929"/>
                    <a:pt x="3467" y="32136"/>
                  </a:cubicBezTo>
                  <a:cubicBezTo>
                    <a:pt x="3467" y="31022"/>
                    <a:pt x="4582" y="31022"/>
                    <a:pt x="4807" y="31022"/>
                  </a:cubicBezTo>
                  <a:cubicBezTo>
                    <a:pt x="5701" y="31022"/>
                    <a:pt x="6037" y="31243"/>
                    <a:pt x="6258" y="32248"/>
                  </a:cubicBezTo>
                  <a:cubicBezTo>
                    <a:pt x="10059" y="44088"/>
                    <a:pt x="17435" y="46881"/>
                    <a:pt x="21236" y="46881"/>
                  </a:cubicBezTo>
                  <a:cubicBezTo>
                    <a:pt x="23357" y="46881"/>
                    <a:pt x="27270" y="45876"/>
                    <a:pt x="27270" y="39397"/>
                  </a:cubicBezTo>
                  <a:cubicBezTo>
                    <a:pt x="27270" y="35934"/>
                    <a:pt x="25369" y="28450"/>
                    <a:pt x="21236" y="12814"/>
                  </a:cubicBezTo>
                  <a:cubicBezTo>
                    <a:pt x="19448" y="5887"/>
                    <a:pt x="15535" y="1199"/>
                    <a:pt x="10619" y="1199"/>
                  </a:cubicBezTo>
                  <a:cubicBezTo>
                    <a:pt x="9946" y="1199"/>
                    <a:pt x="7377" y="1199"/>
                    <a:pt x="5031" y="2649"/>
                  </a:cubicBezTo>
                  <a:cubicBezTo>
                    <a:pt x="7825" y="3206"/>
                    <a:pt x="10283" y="5554"/>
                    <a:pt x="10283" y="8680"/>
                  </a:cubicBezTo>
                  <a:cubicBezTo>
                    <a:pt x="10283" y="11697"/>
                    <a:pt x="7825" y="12590"/>
                    <a:pt x="6150" y="12590"/>
                  </a:cubicBezTo>
                  <a:cubicBezTo>
                    <a:pt x="2794" y="12590"/>
                    <a:pt x="0" y="9685"/>
                    <a:pt x="0" y="6111"/>
                  </a:cubicBezTo>
                  <a:cubicBezTo>
                    <a:pt x="0" y="974"/>
                    <a:pt x="5588" y="-1262"/>
                    <a:pt x="10507" y="-1262"/>
                  </a:cubicBezTo>
                  <a:cubicBezTo>
                    <a:pt x="17884" y="-1262"/>
                    <a:pt x="21905" y="6560"/>
                    <a:pt x="22242" y="7229"/>
                  </a:cubicBezTo>
                  <a:cubicBezTo>
                    <a:pt x="23581" y="3098"/>
                    <a:pt x="27606" y="-1262"/>
                    <a:pt x="34310" y="-1262"/>
                  </a:cubicBezTo>
                  <a:cubicBezTo>
                    <a:pt x="45824" y="-1262"/>
                    <a:pt x="52190" y="13148"/>
                    <a:pt x="52190" y="15940"/>
                  </a:cubicBezTo>
                  <a:cubicBezTo>
                    <a:pt x="52190" y="17058"/>
                    <a:pt x="51188" y="17058"/>
                    <a:pt x="50851" y="17058"/>
                  </a:cubicBezTo>
                  <a:cubicBezTo>
                    <a:pt x="49845" y="17058"/>
                    <a:pt x="49620" y="16613"/>
                    <a:pt x="49399" y="15828"/>
                  </a:cubicBezTo>
                  <a:cubicBezTo>
                    <a:pt x="45711" y="3879"/>
                    <a:pt x="38110" y="1199"/>
                    <a:pt x="34534" y="1199"/>
                  </a:cubicBezTo>
                  <a:cubicBezTo>
                    <a:pt x="30176" y="1199"/>
                    <a:pt x="28388" y="4773"/>
                    <a:pt x="28388" y="8568"/>
                  </a:cubicBezTo>
                  <a:cubicBezTo>
                    <a:pt x="28388" y="11027"/>
                    <a:pt x="29058" y="13484"/>
                    <a:pt x="30288" y="18400"/>
                  </a:cubicBezTo>
                  <a:lnTo>
                    <a:pt x="34089" y="33703"/>
                  </a:lnTo>
                  <a:close/>
                </a:path>
              </a:pathLst>
            </a:custGeom>
            <a:solidFill>
              <a:srgbClr val="000000"/>
            </a:solidFill>
            <a:ln w="25400" cap="flat">
              <a:noFill/>
              <a:prstDash val="solid"/>
              <a:miter/>
            </a:ln>
          </p:spPr>
          <p:txBody>
            <a:bodyPr/>
            <a:lstStyle/>
            <a:p>
              <a:endParaRPr lang="en-GB"/>
            </a:p>
          </p:txBody>
        </p:sp>
        <p:sp>
          <p:nvSpPr>
            <p:cNvPr id="2448" name="Freeform: Shape 2447">
              <a:extLst>
                <a:ext uri="{FF2B5EF4-FFF2-40B4-BE49-F238E27FC236}">
                  <a16:creationId xmlns:a16="http://schemas.microsoft.com/office/drawing/2014/main" id="{3C51FE3C-D61F-5443-EC8D-1FDBC61E6806}"/>
                </a:ext>
              </a:extLst>
            </p:cNvPr>
            <p:cNvSpPr/>
            <p:nvPr>
              <p:custDataLst>
                <p:tags r:id="rId143"/>
              </p:custDataLst>
            </p:nvPr>
          </p:nvSpPr>
          <p:spPr>
            <a:xfrm flipV="1">
              <a:off x="9496089" y="-4098432"/>
              <a:ext cx="55878" cy="64783"/>
            </a:xfrm>
            <a:custGeom>
              <a:avLst/>
              <a:gdLst>
                <a:gd name="csX0" fmla="*/ 51966 w 55878"/>
                <a:gd name="csY0" fmla="*/ 28893 h 64783"/>
                <a:gd name="csX1" fmla="*/ 55879 w 55878"/>
                <a:gd name="csY1" fmla="*/ 31129 h 64783"/>
                <a:gd name="csX2" fmla="*/ 51966 w 55878"/>
                <a:gd name="csY2" fmla="*/ 33361 h 64783"/>
                <a:gd name="csX3" fmla="*/ 4582 w 55878"/>
                <a:gd name="csY3" fmla="*/ 33361 h 64783"/>
                <a:gd name="csX4" fmla="*/ 34531 w 55878"/>
                <a:gd name="csY4" fmla="*/ 59053 h 64783"/>
                <a:gd name="csX5" fmla="*/ 51966 w 55878"/>
                <a:gd name="csY5" fmla="*/ 59053 h 64783"/>
                <a:gd name="csX6" fmla="*/ 55879 w 55878"/>
                <a:gd name="csY6" fmla="*/ 61285 h 64783"/>
                <a:gd name="csX7" fmla="*/ 51966 w 55878"/>
                <a:gd name="csY7" fmla="*/ 63521 h 64783"/>
                <a:gd name="csX8" fmla="*/ 34310 w 55878"/>
                <a:gd name="csY8" fmla="*/ 63521 h 64783"/>
                <a:gd name="csX9" fmla="*/ 0 w 55878"/>
                <a:gd name="csY9" fmla="*/ 31129 h 64783"/>
                <a:gd name="csX10" fmla="*/ 34310 w 55878"/>
                <a:gd name="csY10" fmla="*/ -1262 h 64783"/>
                <a:gd name="csX11" fmla="*/ 51966 w 55878"/>
                <a:gd name="csY11" fmla="*/ -1262 h 64783"/>
                <a:gd name="csX12" fmla="*/ 55879 w 55878"/>
                <a:gd name="csY12" fmla="*/ 969 h 64783"/>
                <a:gd name="csX13" fmla="*/ 51966 w 55878"/>
                <a:gd name="csY13" fmla="*/ 3205 h 64783"/>
                <a:gd name="csX14" fmla="*/ 34531 w 55878"/>
                <a:gd name="csY14" fmla="*/ 3205 h 64783"/>
                <a:gd name="csX15" fmla="*/ 4582 w 55878"/>
                <a:gd name="csY15" fmla="*/ 28893 h 64783"/>
                <a:gd name="csX16" fmla="*/ 51966 w 55878"/>
                <a:gd name="csY16" fmla="*/ 28893 h 647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55878" h="64783">
                  <a:moveTo>
                    <a:pt x="51966" y="28893"/>
                  </a:moveTo>
                  <a:cubicBezTo>
                    <a:pt x="53866" y="28893"/>
                    <a:pt x="55879" y="28893"/>
                    <a:pt x="55879" y="31129"/>
                  </a:cubicBezTo>
                  <a:cubicBezTo>
                    <a:pt x="55879" y="33361"/>
                    <a:pt x="53866" y="33361"/>
                    <a:pt x="51966" y="33361"/>
                  </a:cubicBezTo>
                  <a:lnTo>
                    <a:pt x="4582" y="33361"/>
                  </a:lnTo>
                  <a:cubicBezTo>
                    <a:pt x="5922" y="48331"/>
                    <a:pt x="18775" y="59053"/>
                    <a:pt x="34531" y="59053"/>
                  </a:cubicBezTo>
                  <a:lnTo>
                    <a:pt x="51966" y="59053"/>
                  </a:lnTo>
                  <a:cubicBezTo>
                    <a:pt x="53866" y="59053"/>
                    <a:pt x="55879" y="59053"/>
                    <a:pt x="55879" y="61285"/>
                  </a:cubicBezTo>
                  <a:cubicBezTo>
                    <a:pt x="55879" y="63521"/>
                    <a:pt x="53866" y="63521"/>
                    <a:pt x="51966" y="63521"/>
                  </a:cubicBezTo>
                  <a:lnTo>
                    <a:pt x="34310" y="63521"/>
                  </a:lnTo>
                  <a:cubicBezTo>
                    <a:pt x="15198" y="63521"/>
                    <a:pt x="0" y="49000"/>
                    <a:pt x="0" y="31129"/>
                  </a:cubicBezTo>
                  <a:cubicBezTo>
                    <a:pt x="0" y="13258"/>
                    <a:pt x="15198" y="-1262"/>
                    <a:pt x="34310" y="-1262"/>
                  </a:cubicBezTo>
                  <a:lnTo>
                    <a:pt x="51966" y="-1262"/>
                  </a:lnTo>
                  <a:cubicBezTo>
                    <a:pt x="53866" y="-1262"/>
                    <a:pt x="55879" y="-1262"/>
                    <a:pt x="55879" y="969"/>
                  </a:cubicBezTo>
                  <a:cubicBezTo>
                    <a:pt x="55879" y="3205"/>
                    <a:pt x="53866" y="3205"/>
                    <a:pt x="51966" y="3205"/>
                  </a:cubicBezTo>
                  <a:lnTo>
                    <a:pt x="34531" y="3205"/>
                  </a:lnTo>
                  <a:cubicBezTo>
                    <a:pt x="18775" y="3205"/>
                    <a:pt x="5922" y="13928"/>
                    <a:pt x="4582" y="28893"/>
                  </a:cubicBezTo>
                  <a:lnTo>
                    <a:pt x="51966" y="28893"/>
                  </a:lnTo>
                  <a:close/>
                </a:path>
              </a:pathLst>
            </a:custGeom>
            <a:solidFill>
              <a:srgbClr val="000000"/>
            </a:solidFill>
            <a:ln w="25400" cap="flat">
              <a:noFill/>
              <a:prstDash val="solid"/>
              <a:miter/>
            </a:ln>
          </p:spPr>
          <p:txBody>
            <a:bodyPr/>
            <a:lstStyle/>
            <a:p>
              <a:endParaRPr lang="en-GB"/>
            </a:p>
          </p:txBody>
        </p:sp>
        <p:sp>
          <p:nvSpPr>
            <p:cNvPr id="2449" name="Freeform: Shape 2448">
              <a:extLst>
                <a:ext uri="{FF2B5EF4-FFF2-40B4-BE49-F238E27FC236}">
                  <a16:creationId xmlns:a16="http://schemas.microsoft.com/office/drawing/2014/main" id="{FDB92A24-21C1-965C-3DD7-3CB2D580CBD8}"/>
                </a:ext>
              </a:extLst>
            </p:cNvPr>
            <p:cNvSpPr/>
            <p:nvPr>
              <p:custDataLst>
                <p:tags r:id="rId144"/>
              </p:custDataLst>
            </p:nvPr>
          </p:nvSpPr>
          <p:spPr>
            <a:xfrm flipV="1">
              <a:off x="9600235" y="-4121889"/>
              <a:ext cx="39673" cy="111696"/>
            </a:xfrm>
            <a:custGeom>
              <a:avLst/>
              <a:gdLst>
                <a:gd name="csX0" fmla="*/ 23581 w 39673"/>
                <a:gd name="csY0" fmla="*/ 95578 h 111696"/>
                <a:gd name="csX1" fmla="*/ 38667 w 39673"/>
                <a:gd name="csY1" fmla="*/ 107978 h 111696"/>
                <a:gd name="csX2" fmla="*/ 39673 w 39673"/>
                <a:gd name="csY2" fmla="*/ 109205 h 111696"/>
                <a:gd name="csX3" fmla="*/ 37549 w 39673"/>
                <a:gd name="csY3" fmla="*/ 110434 h 111696"/>
                <a:gd name="csX4" fmla="*/ 16092 w 39673"/>
                <a:gd name="csY4" fmla="*/ 96471 h 111696"/>
                <a:gd name="csX5" fmla="*/ 16092 w 39673"/>
                <a:gd name="csY5" fmla="*/ 71006 h 111696"/>
                <a:gd name="csX6" fmla="*/ 11622 w 39673"/>
                <a:gd name="csY6" fmla="*/ 59390 h 111696"/>
                <a:gd name="csX7" fmla="*/ 1006 w 39673"/>
                <a:gd name="csY7" fmla="*/ 55816 h 111696"/>
                <a:gd name="csX8" fmla="*/ 0 w 39673"/>
                <a:gd name="csY8" fmla="*/ 54586 h 111696"/>
                <a:gd name="csX9" fmla="*/ 1787 w 39673"/>
                <a:gd name="csY9" fmla="*/ 53356 h 111696"/>
                <a:gd name="csX10" fmla="*/ 15760 w 39673"/>
                <a:gd name="csY10" fmla="*/ 43415 h 111696"/>
                <a:gd name="csX11" fmla="*/ 16092 w 39673"/>
                <a:gd name="csY11" fmla="*/ 37942 h 111696"/>
                <a:gd name="csX12" fmla="*/ 16092 w 39673"/>
                <a:gd name="csY12" fmla="*/ 15827 h 111696"/>
                <a:gd name="csX13" fmla="*/ 21457 w 39673"/>
                <a:gd name="csY13" fmla="*/ 3318 h 111696"/>
                <a:gd name="csX14" fmla="*/ 37549 w 39673"/>
                <a:gd name="csY14" fmla="*/ -1262 h 111696"/>
                <a:gd name="csX15" fmla="*/ 39673 w 39673"/>
                <a:gd name="csY15" fmla="*/ -33 h 111696"/>
                <a:gd name="csX16" fmla="*/ 37885 w 39673"/>
                <a:gd name="csY16" fmla="*/ 1194 h 111696"/>
                <a:gd name="csX17" fmla="*/ 23917 w 39673"/>
                <a:gd name="csY17" fmla="*/ 10911 h 111696"/>
                <a:gd name="csX18" fmla="*/ 23581 w 39673"/>
                <a:gd name="csY18" fmla="*/ 16164 h 111696"/>
                <a:gd name="csX19" fmla="*/ 23581 w 39673"/>
                <a:gd name="csY19" fmla="*/ 39620 h 111696"/>
                <a:gd name="csX20" fmla="*/ 19111 w 39673"/>
                <a:gd name="csY20" fmla="*/ 50231 h 111696"/>
                <a:gd name="csX21" fmla="*/ 10395 w 39673"/>
                <a:gd name="csY21" fmla="*/ 54586 h 111696"/>
                <a:gd name="csX22" fmla="*/ 23581 w 39673"/>
                <a:gd name="csY22" fmla="*/ 68771 h 111696"/>
                <a:gd name="csX23" fmla="*/ 23581 w 39673"/>
                <a:gd name="csY23" fmla="*/ 95578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23581" y="95578"/>
                  </a:moveTo>
                  <a:cubicBezTo>
                    <a:pt x="23581" y="100045"/>
                    <a:pt x="26488" y="107197"/>
                    <a:pt x="38667" y="107978"/>
                  </a:cubicBezTo>
                  <a:cubicBezTo>
                    <a:pt x="39228" y="108090"/>
                    <a:pt x="39673" y="108535"/>
                    <a:pt x="39673" y="109205"/>
                  </a:cubicBezTo>
                  <a:cubicBezTo>
                    <a:pt x="39673" y="110434"/>
                    <a:pt x="38779" y="110434"/>
                    <a:pt x="37549" y="110434"/>
                  </a:cubicBezTo>
                  <a:cubicBezTo>
                    <a:pt x="26375" y="110434"/>
                    <a:pt x="16204" y="104737"/>
                    <a:pt x="16092" y="96471"/>
                  </a:cubicBezTo>
                  <a:lnTo>
                    <a:pt x="16092" y="71006"/>
                  </a:lnTo>
                  <a:cubicBezTo>
                    <a:pt x="16092" y="66651"/>
                    <a:pt x="16092" y="63077"/>
                    <a:pt x="11622" y="59390"/>
                  </a:cubicBezTo>
                  <a:cubicBezTo>
                    <a:pt x="7713" y="56149"/>
                    <a:pt x="3464" y="55925"/>
                    <a:pt x="1006" y="55816"/>
                  </a:cubicBezTo>
                  <a:cubicBezTo>
                    <a:pt x="449" y="55704"/>
                    <a:pt x="0" y="55256"/>
                    <a:pt x="0" y="54586"/>
                  </a:cubicBezTo>
                  <a:cubicBezTo>
                    <a:pt x="0" y="53469"/>
                    <a:pt x="670" y="53469"/>
                    <a:pt x="1787" y="53356"/>
                  </a:cubicBezTo>
                  <a:cubicBezTo>
                    <a:pt x="9164" y="52911"/>
                    <a:pt x="14529" y="48889"/>
                    <a:pt x="15760" y="43415"/>
                  </a:cubicBezTo>
                  <a:cubicBezTo>
                    <a:pt x="16092" y="42188"/>
                    <a:pt x="16092" y="41965"/>
                    <a:pt x="16092" y="37942"/>
                  </a:cubicBezTo>
                  <a:lnTo>
                    <a:pt x="16092" y="15827"/>
                  </a:lnTo>
                  <a:cubicBezTo>
                    <a:pt x="16092" y="11135"/>
                    <a:pt x="16092" y="7561"/>
                    <a:pt x="21457" y="3318"/>
                  </a:cubicBezTo>
                  <a:cubicBezTo>
                    <a:pt x="25814" y="-33"/>
                    <a:pt x="33191" y="-1262"/>
                    <a:pt x="37549" y="-1262"/>
                  </a:cubicBezTo>
                  <a:cubicBezTo>
                    <a:pt x="38779" y="-1262"/>
                    <a:pt x="39673" y="-1262"/>
                    <a:pt x="39673" y="-33"/>
                  </a:cubicBezTo>
                  <a:cubicBezTo>
                    <a:pt x="39673" y="1082"/>
                    <a:pt x="39004" y="1082"/>
                    <a:pt x="37885" y="1194"/>
                  </a:cubicBezTo>
                  <a:cubicBezTo>
                    <a:pt x="30845" y="1643"/>
                    <a:pt x="25369" y="5217"/>
                    <a:pt x="23917" y="10911"/>
                  </a:cubicBezTo>
                  <a:cubicBezTo>
                    <a:pt x="23581" y="11917"/>
                    <a:pt x="23581" y="12141"/>
                    <a:pt x="23581" y="16164"/>
                  </a:cubicBezTo>
                  <a:lnTo>
                    <a:pt x="23581" y="39620"/>
                  </a:lnTo>
                  <a:cubicBezTo>
                    <a:pt x="23581" y="44757"/>
                    <a:pt x="22688" y="46656"/>
                    <a:pt x="19111" y="50231"/>
                  </a:cubicBezTo>
                  <a:cubicBezTo>
                    <a:pt x="16762" y="52575"/>
                    <a:pt x="13522" y="53692"/>
                    <a:pt x="10395" y="54586"/>
                  </a:cubicBezTo>
                  <a:cubicBezTo>
                    <a:pt x="19556" y="57155"/>
                    <a:pt x="23581" y="62292"/>
                    <a:pt x="23581" y="68771"/>
                  </a:cubicBezTo>
                  <a:lnTo>
                    <a:pt x="23581" y="95578"/>
                  </a:lnTo>
                  <a:close/>
                </a:path>
              </a:pathLst>
            </a:custGeom>
            <a:solidFill>
              <a:srgbClr val="000000"/>
            </a:solidFill>
            <a:ln w="25400" cap="flat">
              <a:noFill/>
              <a:prstDash val="solid"/>
              <a:miter/>
            </a:ln>
          </p:spPr>
          <p:txBody>
            <a:bodyPr/>
            <a:lstStyle/>
            <a:p>
              <a:endParaRPr lang="en-GB"/>
            </a:p>
          </p:txBody>
        </p:sp>
        <p:sp>
          <p:nvSpPr>
            <p:cNvPr id="2450" name="Freeform: Shape 2449">
              <a:extLst>
                <a:ext uri="{FF2B5EF4-FFF2-40B4-BE49-F238E27FC236}">
                  <a16:creationId xmlns:a16="http://schemas.microsoft.com/office/drawing/2014/main" id="{21DD6259-8A2E-2D8D-EE1F-DB52618115F4}"/>
                </a:ext>
              </a:extLst>
            </p:cNvPr>
            <p:cNvSpPr/>
            <p:nvPr>
              <p:custDataLst>
                <p:tags r:id="rId145"/>
              </p:custDataLst>
            </p:nvPr>
          </p:nvSpPr>
          <p:spPr>
            <a:xfrm flipV="1">
              <a:off x="9651844" y="-4118090"/>
              <a:ext cx="262765" cy="79973"/>
            </a:xfrm>
            <a:custGeom>
              <a:avLst/>
              <a:gdLst>
                <a:gd name="csX0" fmla="*/ 40905 w 262765"/>
                <a:gd name="csY0" fmla="*/ 76477 h 79973"/>
                <a:gd name="csX1" fmla="*/ 38331 w 262765"/>
                <a:gd name="csY1" fmla="*/ 78709 h 79973"/>
                <a:gd name="csX2" fmla="*/ 35649 w 262765"/>
                <a:gd name="csY2" fmla="*/ 76477 h 79973"/>
                <a:gd name="csX3" fmla="*/ 12517 w 262765"/>
                <a:gd name="csY3" fmla="*/ 9682 h 79973"/>
                <a:gd name="csX4" fmla="*/ 0 w 262765"/>
                <a:gd name="csY4" fmla="*/ 2197 h 79973"/>
                <a:gd name="csX5" fmla="*/ 0 w 262765"/>
                <a:gd name="csY5" fmla="*/ -1265 h 79973"/>
                <a:gd name="csX6" fmla="*/ 11398 w 262765"/>
                <a:gd name="csY6" fmla="*/ -929 h 79973"/>
                <a:gd name="csX7" fmla="*/ 24251 w 262765"/>
                <a:gd name="csY7" fmla="*/ -1265 h 79973"/>
                <a:gd name="csX8" fmla="*/ 24251 w 262765"/>
                <a:gd name="csY8" fmla="*/ 2197 h 79973"/>
                <a:gd name="csX9" fmla="*/ 15868 w 262765"/>
                <a:gd name="csY9" fmla="*/ 7895 h 79973"/>
                <a:gd name="csX10" fmla="*/ 16092 w 262765"/>
                <a:gd name="csY10" fmla="*/ 9570 h 79973"/>
                <a:gd name="csX11" fmla="*/ 21232 w 262765"/>
                <a:gd name="csY11" fmla="*/ 24203 h 79973"/>
                <a:gd name="csX12" fmla="*/ 48839 w 262765"/>
                <a:gd name="csY12" fmla="*/ 24203 h 79973"/>
                <a:gd name="csX13" fmla="*/ 54760 w 262765"/>
                <a:gd name="csY13" fmla="*/ 7113 h 79973"/>
                <a:gd name="csX14" fmla="*/ 55097 w 262765"/>
                <a:gd name="csY14" fmla="*/ 5547 h 79973"/>
                <a:gd name="csX15" fmla="*/ 45820 w 262765"/>
                <a:gd name="csY15" fmla="*/ 2197 h 79973"/>
                <a:gd name="csX16" fmla="*/ 45820 w 262765"/>
                <a:gd name="csY16" fmla="*/ -1265 h 79973"/>
                <a:gd name="csX17" fmla="*/ 61913 w 262765"/>
                <a:gd name="csY17" fmla="*/ -929 h 79973"/>
                <a:gd name="csX18" fmla="*/ 76554 w 262765"/>
                <a:gd name="csY18" fmla="*/ -1265 h 79973"/>
                <a:gd name="csX19" fmla="*/ 76554 w 262765"/>
                <a:gd name="csY19" fmla="*/ 2197 h 79973"/>
                <a:gd name="csX20" fmla="*/ 74541 w 262765"/>
                <a:gd name="csY20" fmla="*/ 2197 h 79973"/>
                <a:gd name="csX21" fmla="*/ 65043 w 262765"/>
                <a:gd name="csY21" fmla="*/ 6665 h 79973"/>
                <a:gd name="csX22" fmla="*/ 40905 w 262765"/>
                <a:gd name="csY22" fmla="*/ 76477 h 79973"/>
                <a:gd name="csX23" fmla="*/ 34979 w 262765"/>
                <a:gd name="csY23" fmla="*/ 63968 h 79973"/>
                <a:gd name="csX24" fmla="*/ 47608 w 262765"/>
                <a:gd name="csY24" fmla="*/ 27665 h 79973"/>
                <a:gd name="csX25" fmla="*/ 22463 w 262765"/>
                <a:gd name="csY25" fmla="*/ 27665 h 79973"/>
                <a:gd name="csX26" fmla="*/ 34979 w 262765"/>
                <a:gd name="csY26" fmla="*/ 63968 h 79973"/>
                <a:gd name="csX27" fmla="*/ 107186 w 262765"/>
                <a:gd name="csY27" fmla="*/ 72567 h 79973"/>
                <a:gd name="csX28" fmla="*/ 103273 w 262765"/>
                <a:gd name="csY28" fmla="*/ 75023 h 79973"/>
                <a:gd name="csX29" fmla="*/ 84386 w 262765"/>
                <a:gd name="csY29" fmla="*/ 75023 h 79973"/>
                <a:gd name="csX30" fmla="*/ 84386 w 262765"/>
                <a:gd name="csY30" fmla="*/ 71561 h 79973"/>
                <a:gd name="csX31" fmla="*/ 87068 w 262765"/>
                <a:gd name="csY31" fmla="*/ 71561 h 79973"/>
                <a:gd name="csX32" fmla="*/ 95900 w 262765"/>
                <a:gd name="csY32" fmla="*/ 66312 h 79973"/>
                <a:gd name="csX33" fmla="*/ 95900 w 262765"/>
                <a:gd name="csY33" fmla="*/ 10463 h 79973"/>
                <a:gd name="csX34" fmla="*/ 84386 w 262765"/>
                <a:gd name="csY34" fmla="*/ 2197 h 79973"/>
                <a:gd name="csX35" fmla="*/ 84386 w 262765"/>
                <a:gd name="csY35" fmla="*/ -1265 h 79973"/>
                <a:gd name="csX36" fmla="*/ 97463 w 262765"/>
                <a:gd name="csY36" fmla="*/ -929 h 79973"/>
                <a:gd name="csX37" fmla="*/ 110537 w 262765"/>
                <a:gd name="csY37" fmla="*/ -1265 h 79973"/>
                <a:gd name="csX38" fmla="*/ 110537 w 262765"/>
                <a:gd name="csY38" fmla="*/ 2197 h 79973"/>
                <a:gd name="csX39" fmla="*/ 99027 w 262765"/>
                <a:gd name="csY39" fmla="*/ 10463 h 79973"/>
                <a:gd name="csX40" fmla="*/ 99027 w 262765"/>
                <a:gd name="csY40" fmla="*/ 70667 h 79973"/>
                <a:gd name="csX41" fmla="*/ 99139 w 262765"/>
                <a:gd name="csY41" fmla="*/ 70667 h 79973"/>
                <a:gd name="csX42" fmla="*/ 126073 w 262765"/>
                <a:gd name="csY42" fmla="*/ 1192 h 79973"/>
                <a:gd name="csX43" fmla="*/ 128309 w 262765"/>
                <a:gd name="csY43" fmla="*/ -1265 h 79973"/>
                <a:gd name="csX44" fmla="*/ 130318 w 262765"/>
                <a:gd name="csY44" fmla="*/ 858 h 79973"/>
                <a:gd name="csX45" fmla="*/ 157813 w 262765"/>
                <a:gd name="csY45" fmla="*/ 71561 h 79973"/>
                <a:gd name="csX46" fmla="*/ 157925 w 262765"/>
                <a:gd name="csY46" fmla="*/ 71561 h 79973"/>
                <a:gd name="csX47" fmla="*/ 157925 w 262765"/>
                <a:gd name="csY47" fmla="*/ 7446 h 79973"/>
                <a:gd name="csX48" fmla="*/ 149097 w 262765"/>
                <a:gd name="csY48" fmla="*/ 2197 h 79973"/>
                <a:gd name="csX49" fmla="*/ 146414 w 262765"/>
                <a:gd name="csY49" fmla="*/ 2197 h 79973"/>
                <a:gd name="csX50" fmla="*/ 146414 w 262765"/>
                <a:gd name="csY50" fmla="*/ -1265 h 79973"/>
                <a:gd name="csX51" fmla="*/ 162507 w 262765"/>
                <a:gd name="csY51" fmla="*/ -929 h 79973"/>
                <a:gd name="csX52" fmla="*/ 178487 w 262765"/>
                <a:gd name="csY52" fmla="*/ -1265 h 79973"/>
                <a:gd name="csX53" fmla="*/ 178487 w 262765"/>
                <a:gd name="csY53" fmla="*/ 2197 h 79973"/>
                <a:gd name="csX54" fmla="*/ 175805 w 262765"/>
                <a:gd name="csY54" fmla="*/ 2197 h 79973"/>
                <a:gd name="csX55" fmla="*/ 166977 w 262765"/>
                <a:gd name="csY55" fmla="*/ 7446 h 79973"/>
                <a:gd name="csX56" fmla="*/ 166977 w 262765"/>
                <a:gd name="csY56" fmla="*/ 66312 h 79973"/>
                <a:gd name="csX57" fmla="*/ 175805 w 262765"/>
                <a:gd name="csY57" fmla="*/ 71561 h 79973"/>
                <a:gd name="csX58" fmla="*/ 178487 w 262765"/>
                <a:gd name="csY58" fmla="*/ 71561 h 79973"/>
                <a:gd name="csX59" fmla="*/ 178487 w 262765"/>
                <a:gd name="csY59" fmla="*/ 75023 h 79973"/>
                <a:gd name="csX60" fmla="*/ 159600 w 262765"/>
                <a:gd name="csY60" fmla="*/ 75023 h 79973"/>
                <a:gd name="csX61" fmla="*/ 155912 w 262765"/>
                <a:gd name="csY61" fmla="*/ 72903 h 79973"/>
                <a:gd name="csX62" fmla="*/ 131436 w 262765"/>
                <a:gd name="csY62" fmla="*/ 10015 h 79973"/>
                <a:gd name="csX63" fmla="*/ 107186 w 262765"/>
                <a:gd name="csY63" fmla="*/ 72567 h 79973"/>
                <a:gd name="csX64" fmla="*/ 227116 w 262765"/>
                <a:gd name="csY64" fmla="*/ 76477 h 79973"/>
                <a:gd name="csX65" fmla="*/ 224544 w 262765"/>
                <a:gd name="csY65" fmla="*/ 78709 h 79973"/>
                <a:gd name="csX66" fmla="*/ 221861 w 262765"/>
                <a:gd name="csY66" fmla="*/ 76477 h 79973"/>
                <a:gd name="csX67" fmla="*/ 198728 w 262765"/>
                <a:gd name="csY67" fmla="*/ 9682 h 79973"/>
                <a:gd name="csX68" fmla="*/ 186212 w 262765"/>
                <a:gd name="csY68" fmla="*/ 2197 h 79973"/>
                <a:gd name="csX69" fmla="*/ 186212 w 262765"/>
                <a:gd name="csY69" fmla="*/ -1265 h 79973"/>
                <a:gd name="csX70" fmla="*/ 197610 w 262765"/>
                <a:gd name="csY70" fmla="*/ -929 h 79973"/>
                <a:gd name="csX71" fmla="*/ 210463 w 262765"/>
                <a:gd name="csY71" fmla="*/ -1265 h 79973"/>
                <a:gd name="csX72" fmla="*/ 210463 w 262765"/>
                <a:gd name="csY72" fmla="*/ 2197 h 79973"/>
                <a:gd name="csX73" fmla="*/ 202080 w 262765"/>
                <a:gd name="csY73" fmla="*/ 7895 h 79973"/>
                <a:gd name="csX74" fmla="*/ 202305 w 262765"/>
                <a:gd name="csY74" fmla="*/ 9570 h 79973"/>
                <a:gd name="csX75" fmla="*/ 207445 w 262765"/>
                <a:gd name="csY75" fmla="*/ 24203 h 79973"/>
                <a:gd name="csX76" fmla="*/ 235051 w 262765"/>
                <a:gd name="csY76" fmla="*/ 24203 h 79973"/>
                <a:gd name="csX77" fmla="*/ 240972 w 262765"/>
                <a:gd name="csY77" fmla="*/ 7113 h 79973"/>
                <a:gd name="csX78" fmla="*/ 241309 w 262765"/>
                <a:gd name="csY78" fmla="*/ 5547 h 79973"/>
                <a:gd name="csX79" fmla="*/ 232033 w 262765"/>
                <a:gd name="csY79" fmla="*/ 2197 h 79973"/>
                <a:gd name="csX80" fmla="*/ 232033 w 262765"/>
                <a:gd name="csY80" fmla="*/ -1265 h 79973"/>
                <a:gd name="csX81" fmla="*/ 248124 w 262765"/>
                <a:gd name="csY81" fmla="*/ -929 h 79973"/>
                <a:gd name="csX82" fmla="*/ 262765 w 262765"/>
                <a:gd name="csY82" fmla="*/ -1265 h 79973"/>
                <a:gd name="csX83" fmla="*/ 262765 w 262765"/>
                <a:gd name="csY83" fmla="*/ 2197 h 79973"/>
                <a:gd name="csX84" fmla="*/ 260754 w 262765"/>
                <a:gd name="csY84" fmla="*/ 2197 h 79973"/>
                <a:gd name="csX85" fmla="*/ 251256 w 262765"/>
                <a:gd name="csY85" fmla="*/ 6665 h 79973"/>
                <a:gd name="csX86" fmla="*/ 227116 w 262765"/>
                <a:gd name="csY86" fmla="*/ 76477 h 79973"/>
                <a:gd name="csX87" fmla="*/ 221191 w 262765"/>
                <a:gd name="csY87" fmla="*/ 63968 h 79973"/>
                <a:gd name="csX88" fmla="*/ 233820 w 262765"/>
                <a:gd name="csY88" fmla="*/ 27665 h 79973"/>
                <a:gd name="csX89" fmla="*/ 208675 w 262765"/>
                <a:gd name="csY89" fmla="*/ 27665 h 79973"/>
                <a:gd name="csX90" fmla="*/ 221191 w 262765"/>
                <a:gd name="csY90" fmla="*/ 63968 h 799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Lst>
              <a:rect l="l" t="t" r="r" b="b"/>
              <a:pathLst>
                <a:path w="262765" h="79973">
                  <a:moveTo>
                    <a:pt x="40905" y="76477"/>
                  </a:moveTo>
                  <a:cubicBezTo>
                    <a:pt x="40343" y="77928"/>
                    <a:pt x="40119" y="78709"/>
                    <a:pt x="38331" y="78709"/>
                  </a:cubicBezTo>
                  <a:cubicBezTo>
                    <a:pt x="36543" y="78709"/>
                    <a:pt x="36210" y="78040"/>
                    <a:pt x="35649" y="76477"/>
                  </a:cubicBezTo>
                  <a:lnTo>
                    <a:pt x="12517" y="9682"/>
                  </a:lnTo>
                  <a:cubicBezTo>
                    <a:pt x="10504" y="3984"/>
                    <a:pt x="6034" y="2309"/>
                    <a:pt x="0" y="2197"/>
                  </a:cubicBezTo>
                  <a:lnTo>
                    <a:pt x="0" y="-1265"/>
                  </a:lnTo>
                  <a:cubicBezTo>
                    <a:pt x="2570" y="-1153"/>
                    <a:pt x="7377" y="-929"/>
                    <a:pt x="11398" y="-929"/>
                  </a:cubicBezTo>
                  <a:cubicBezTo>
                    <a:pt x="14865" y="-929"/>
                    <a:pt x="20675" y="-1153"/>
                    <a:pt x="24251" y="-1265"/>
                  </a:cubicBezTo>
                  <a:lnTo>
                    <a:pt x="24251" y="2197"/>
                  </a:lnTo>
                  <a:cubicBezTo>
                    <a:pt x="18662" y="2197"/>
                    <a:pt x="15868" y="4990"/>
                    <a:pt x="15868" y="7895"/>
                  </a:cubicBezTo>
                  <a:cubicBezTo>
                    <a:pt x="15868" y="8228"/>
                    <a:pt x="15980" y="9346"/>
                    <a:pt x="16092" y="9570"/>
                  </a:cubicBezTo>
                  <a:lnTo>
                    <a:pt x="21232" y="24203"/>
                  </a:lnTo>
                  <a:lnTo>
                    <a:pt x="48839" y="24203"/>
                  </a:lnTo>
                  <a:lnTo>
                    <a:pt x="54760" y="7113"/>
                  </a:lnTo>
                  <a:cubicBezTo>
                    <a:pt x="54872" y="6665"/>
                    <a:pt x="55097" y="5995"/>
                    <a:pt x="55097" y="5547"/>
                  </a:cubicBezTo>
                  <a:cubicBezTo>
                    <a:pt x="55097" y="2197"/>
                    <a:pt x="48839" y="2197"/>
                    <a:pt x="45820" y="2197"/>
                  </a:cubicBezTo>
                  <a:lnTo>
                    <a:pt x="45820" y="-1265"/>
                  </a:lnTo>
                  <a:cubicBezTo>
                    <a:pt x="49845" y="-929"/>
                    <a:pt x="57667" y="-929"/>
                    <a:pt x="61913" y="-929"/>
                  </a:cubicBezTo>
                  <a:cubicBezTo>
                    <a:pt x="66719" y="-929"/>
                    <a:pt x="71859" y="-1041"/>
                    <a:pt x="76554" y="-1265"/>
                  </a:cubicBezTo>
                  <a:lnTo>
                    <a:pt x="76554" y="2197"/>
                  </a:lnTo>
                  <a:lnTo>
                    <a:pt x="74541" y="2197"/>
                  </a:lnTo>
                  <a:cubicBezTo>
                    <a:pt x="67838" y="2197"/>
                    <a:pt x="66270" y="2979"/>
                    <a:pt x="65043" y="6665"/>
                  </a:cubicBezTo>
                  <a:lnTo>
                    <a:pt x="40905" y="76477"/>
                  </a:lnTo>
                  <a:close/>
                  <a:moveTo>
                    <a:pt x="34979" y="63968"/>
                  </a:moveTo>
                  <a:lnTo>
                    <a:pt x="47608" y="27665"/>
                  </a:lnTo>
                  <a:lnTo>
                    <a:pt x="22463" y="27665"/>
                  </a:lnTo>
                  <a:lnTo>
                    <a:pt x="34979" y="63968"/>
                  </a:lnTo>
                  <a:close/>
                  <a:moveTo>
                    <a:pt x="107186" y="72567"/>
                  </a:moveTo>
                  <a:cubicBezTo>
                    <a:pt x="106179" y="75023"/>
                    <a:pt x="105846" y="75023"/>
                    <a:pt x="103273" y="75023"/>
                  </a:cubicBezTo>
                  <a:lnTo>
                    <a:pt x="84386" y="75023"/>
                  </a:lnTo>
                  <a:lnTo>
                    <a:pt x="84386" y="71561"/>
                  </a:lnTo>
                  <a:lnTo>
                    <a:pt x="87068" y="71561"/>
                  </a:lnTo>
                  <a:cubicBezTo>
                    <a:pt x="95675" y="71561"/>
                    <a:pt x="95900" y="70331"/>
                    <a:pt x="95900" y="66312"/>
                  </a:cubicBezTo>
                  <a:lnTo>
                    <a:pt x="95900" y="10463"/>
                  </a:lnTo>
                  <a:cubicBezTo>
                    <a:pt x="95900" y="7446"/>
                    <a:pt x="95900" y="2197"/>
                    <a:pt x="84386" y="2197"/>
                  </a:cubicBezTo>
                  <a:lnTo>
                    <a:pt x="84386" y="-1265"/>
                  </a:lnTo>
                  <a:cubicBezTo>
                    <a:pt x="88299" y="-1153"/>
                    <a:pt x="93775" y="-929"/>
                    <a:pt x="97463" y="-929"/>
                  </a:cubicBezTo>
                  <a:cubicBezTo>
                    <a:pt x="101152" y="-929"/>
                    <a:pt x="106628" y="-1153"/>
                    <a:pt x="110537" y="-1265"/>
                  </a:cubicBezTo>
                  <a:lnTo>
                    <a:pt x="110537" y="2197"/>
                  </a:lnTo>
                  <a:cubicBezTo>
                    <a:pt x="99027" y="2197"/>
                    <a:pt x="99027" y="7446"/>
                    <a:pt x="99027" y="10463"/>
                  </a:cubicBezTo>
                  <a:lnTo>
                    <a:pt x="99027" y="70667"/>
                  </a:lnTo>
                  <a:lnTo>
                    <a:pt x="99139" y="70667"/>
                  </a:lnTo>
                  <a:lnTo>
                    <a:pt x="126073" y="1192"/>
                  </a:lnTo>
                  <a:cubicBezTo>
                    <a:pt x="126630" y="-259"/>
                    <a:pt x="127191" y="-1265"/>
                    <a:pt x="128309" y="-1265"/>
                  </a:cubicBezTo>
                  <a:cubicBezTo>
                    <a:pt x="129537" y="-1265"/>
                    <a:pt x="129873" y="-371"/>
                    <a:pt x="130318" y="858"/>
                  </a:cubicBezTo>
                  <a:lnTo>
                    <a:pt x="157813" y="71561"/>
                  </a:lnTo>
                  <a:lnTo>
                    <a:pt x="157925" y="71561"/>
                  </a:lnTo>
                  <a:lnTo>
                    <a:pt x="157925" y="7446"/>
                  </a:lnTo>
                  <a:cubicBezTo>
                    <a:pt x="157925" y="3427"/>
                    <a:pt x="157701" y="2197"/>
                    <a:pt x="149097" y="2197"/>
                  </a:cubicBezTo>
                  <a:lnTo>
                    <a:pt x="146414" y="2197"/>
                  </a:lnTo>
                  <a:lnTo>
                    <a:pt x="146414" y="-1265"/>
                  </a:lnTo>
                  <a:cubicBezTo>
                    <a:pt x="150548" y="-929"/>
                    <a:pt x="158150" y="-929"/>
                    <a:pt x="162507" y="-929"/>
                  </a:cubicBezTo>
                  <a:cubicBezTo>
                    <a:pt x="166865" y="-929"/>
                    <a:pt x="174353" y="-929"/>
                    <a:pt x="178487" y="-1265"/>
                  </a:cubicBezTo>
                  <a:lnTo>
                    <a:pt x="178487" y="2197"/>
                  </a:lnTo>
                  <a:lnTo>
                    <a:pt x="175805" y="2197"/>
                  </a:lnTo>
                  <a:cubicBezTo>
                    <a:pt x="167198" y="2197"/>
                    <a:pt x="166977" y="3427"/>
                    <a:pt x="166977" y="7446"/>
                  </a:cubicBezTo>
                  <a:lnTo>
                    <a:pt x="166977" y="66312"/>
                  </a:lnTo>
                  <a:cubicBezTo>
                    <a:pt x="166977" y="70331"/>
                    <a:pt x="167198" y="71561"/>
                    <a:pt x="175805" y="71561"/>
                  </a:cubicBezTo>
                  <a:lnTo>
                    <a:pt x="178487" y="71561"/>
                  </a:lnTo>
                  <a:lnTo>
                    <a:pt x="178487" y="75023"/>
                  </a:lnTo>
                  <a:lnTo>
                    <a:pt x="159600" y="75023"/>
                  </a:lnTo>
                  <a:cubicBezTo>
                    <a:pt x="156694" y="75023"/>
                    <a:pt x="156694" y="74911"/>
                    <a:pt x="155912" y="72903"/>
                  </a:cubicBezTo>
                  <a:lnTo>
                    <a:pt x="131436" y="10015"/>
                  </a:lnTo>
                  <a:lnTo>
                    <a:pt x="107186" y="72567"/>
                  </a:lnTo>
                  <a:close/>
                  <a:moveTo>
                    <a:pt x="227116" y="76477"/>
                  </a:moveTo>
                  <a:cubicBezTo>
                    <a:pt x="226555" y="77928"/>
                    <a:pt x="226331" y="78709"/>
                    <a:pt x="224544" y="78709"/>
                  </a:cubicBezTo>
                  <a:cubicBezTo>
                    <a:pt x="222755" y="78709"/>
                    <a:pt x="222422" y="78040"/>
                    <a:pt x="221861" y="76477"/>
                  </a:cubicBezTo>
                  <a:lnTo>
                    <a:pt x="198728" y="9682"/>
                  </a:lnTo>
                  <a:cubicBezTo>
                    <a:pt x="196717" y="3984"/>
                    <a:pt x="192246" y="2309"/>
                    <a:pt x="186212" y="2197"/>
                  </a:cubicBezTo>
                  <a:lnTo>
                    <a:pt x="186212" y="-1265"/>
                  </a:lnTo>
                  <a:cubicBezTo>
                    <a:pt x="188782" y="-1153"/>
                    <a:pt x="193589" y="-929"/>
                    <a:pt x="197610" y="-929"/>
                  </a:cubicBezTo>
                  <a:cubicBezTo>
                    <a:pt x="201078" y="-929"/>
                    <a:pt x="206887" y="-1153"/>
                    <a:pt x="210463" y="-1265"/>
                  </a:cubicBezTo>
                  <a:lnTo>
                    <a:pt x="210463" y="2197"/>
                  </a:lnTo>
                  <a:cubicBezTo>
                    <a:pt x="204874" y="2197"/>
                    <a:pt x="202080" y="4990"/>
                    <a:pt x="202080" y="7895"/>
                  </a:cubicBezTo>
                  <a:cubicBezTo>
                    <a:pt x="202080" y="8228"/>
                    <a:pt x="202193" y="9346"/>
                    <a:pt x="202305" y="9570"/>
                  </a:cubicBezTo>
                  <a:lnTo>
                    <a:pt x="207445" y="24203"/>
                  </a:lnTo>
                  <a:lnTo>
                    <a:pt x="235051" y="24203"/>
                  </a:lnTo>
                  <a:lnTo>
                    <a:pt x="240972" y="7113"/>
                  </a:lnTo>
                  <a:cubicBezTo>
                    <a:pt x="241084" y="6665"/>
                    <a:pt x="241309" y="5995"/>
                    <a:pt x="241309" y="5547"/>
                  </a:cubicBezTo>
                  <a:cubicBezTo>
                    <a:pt x="241309" y="2197"/>
                    <a:pt x="235051" y="2197"/>
                    <a:pt x="232033" y="2197"/>
                  </a:cubicBezTo>
                  <a:lnTo>
                    <a:pt x="232033" y="-1265"/>
                  </a:lnTo>
                  <a:cubicBezTo>
                    <a:pt x="236057" y="-929"/>
                    <a:pt x="243879" y="-929"/>
                    <a:pt x="248124" y="-929"/>
                  </a:cubicBezTo>
                  <a:cubicBezTo>
                    <a:pt x="252932" y="-929"/>
                    <a:pt x="258071" y="-1041"/>
                    <a:pt x="262765" y="-1265"/>
                  </a:cubicBezTo>
                  <a:lnTo>
                    <a:pt x="262765" y="2197"/>
                  </a:lnTo>
                  <a:lnTo>
                    <a:pt x="260754" y="2197"/>
                  </a:lnTo>
                  <a:cubicBezTo>
                    <a:pt x="254050" y="2197"/>
                    <a:pt x="252483" y="2979"/>
                    <a:pt x="251256" y="6665"/>
                  </a:cubicBezTo>
                  <a:lnTo>
                    <a:pt x="227116" y="76477"/>
                  </a:lnTo>
                  <a:close/>
                  <a:moveTo>
                    <a:pt x="221191" y="63968"/>
                  </a:moveTo>
                  <a:lnTo>
                    <a:pt x="233820" y="27665"/>
                  </a:lnTo>
                  <a:lnTo>
                    <a:pt x="208675" y="27665"/>
                  </a:lnTo>
                  <a:lnTo>
                    <a:pt x="221191" y="63968"/>
                  </a:lnTo>
                  <a:close/>
                </a:path>
              </a:pathLst>
            </a:custGeom>
            <a:solidFill>
              <a:srgbClr val="000000"/>
            </a:solidFill>
            <a:ln w="25400" cap="flat">
              <a:noFill/>
              <a:prstDash val="solid"/>
              <a:miter/>
            </a:ln>
          </p:spPr>
          <p:txBody>
            <a:bodyPr/>
            <a:lstStyle/>
            <a:p>
              <a:endParaRPr lang="en-GB"/>
            </a:p>
          </p:txBody>
        </p:sp>
        <p:sp>
          <p:nvSpPr>
            <p:cNvPr id="2451" name="Freeform: Shape 2450">
              <a:extLst>
                <a:ext uri="{FF2B5EF4-FFF2-40B4-BE49-F238E27FC236}">
                  <a16:creationId xmlns:a16="http://schemas.microsoft.com/office/drawing/2014/main" id="{C64B1B14-CBF2-34A2-9B71-ECDE8F645439}"/>
                </a:ext>
              </a:extLst>
            </p:cNvPr>
            <p:cNvSpPr/>
            <p:nvPr>
              <p:custDataLst>
                <p:tags r:id="rId146"/>
              </p:custDataLst>
            </p:nvPr>
          </p:nvSpPr>
          <p:spPr>
            <a:xfrm flipV="1">
              <a:off x="9927993" y="-4049956"/>
              <a:ext cx="13077" cy="33397"/>
            </a:xfrm>
            <a:custGeom>
              <a:avLst/>
              <a:gdLst>
                <a:gd name="csX0" fmla="*/ 13077 w 13077"/>
                <a:gd name="csY0" fmla="*/ 20413 h 33397"/>
                <a:gd name="csX1" fmla="*/ 5925 w 13077"/>
                <a:gd name="csY1" fmla="*/ 32141 h 33397"/>
                <a:gd name="csX2" fmla="*/ 0 w 13077"/>
                <a:gd name="csY2" fmla="*/ 26219 h 33397"/>
                <a:gd name="csX3" fmla="*/ 5925 w 13077"/>
                <a:gd name="csY3" fmla="*/ 20301 h 33397"/>
                <a:gd name="csX4" fmla="*/ 9834 w 13077"/>
                <a:gd name="csY4" fmla="*/ 21751 h 33397"/>
                <a:gd name="csX5" fmla="*/ 10395 w 13077"/>
                <a:gd name="csY5" fmla="*/ 22088 h 33397"/>
                <a:gd name="csX6" fmla="*/ 10619 w 13077"/>
                <a:gd name="csY6" fmla="*/ 20413 h 33397"/>
                <a:gd name="csX7" fmla="*/ 3018 w 13077"/>
                <a:gd name="csY7" fmla="*/ 1761 h 33397"/>
                <a:gd name="csX8" fmla="*/ 1788 w 13077"/>
                <a:gd name="csY8" fmla="*/ -27 h 33397"/>
                <a:gd name="csX9" fmla="*/ 2906 w 13077"/>
                <a:gd name="csY9" fmla="*/ -1257 h 33397"/>
                <a:gd name="csX10" fmla="*/ 13077 w 13077"/>
                <a:gd name="csY10" fmla="*/ 20413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413"/>
                  </a:moveTo>
                  <a:cubicBezTo>
                    <a:pt x="13077" y="27786"/>
                    <a:pt x="10283" y="32141"/>
                    <a:pt x="5925" y="32141"/>
                  </a:cubicBezTo>
                  <a:cubicBezTo>
                    <a:pt x="2237" y="32141"/>
                    <a:pt x="0" y="29348"/>
                    <a:pt x="0" y="26219"/>
                  </a:cubicBezTo>
                  <a:cubicBezTo>
                    <a:pt x="0" y="23206"/>
                    <a:pt x="2237" y="20301"/>
                    <a:pt x="5925" y="20301"/>
                  </a:cubicBezTo>
                  <a:cubicBezTo>
                    <a:pt x="7264" y="20301"/>
                    <a:pt x="8719" y="20749"/>
                    <a:pt x="9834" y="21751"/>
                  </a:cubicBezTo>
                  <a:cubicBezTo>
                    <a:pt x="10171" y="21976"/>
                    <a:pt x="10283" y="22088"/>
                    <a:pt x="10395" y="22088"/>
                  </a:cubicBezTo>
                  <a:cubicBezTo>
                    <a:pt x="10507" y="22088"/>
                    <a:pt x="10619" y="21976"/>
                    <a:pt x="10619" y="20413"/>
                  </a:cubicBezTo>
                  <a:cubicBezTo>
                    <a:pt x="10619" y="12147"/>
                    <a:pt x="6707" y="5447"/>
                    <a:pt x="3018" y="1761"/>
                  </a:cubicBezTo>
                  <a:cubicBezTo>
                    <a:pt x="1788" y="530"/>
                    <a:pt x="1788" y="307"/>
                    <a:pt x="1788" y="-27"/>
                  </a:cubicBezTo>
                  <a:cubicBezTo>
                    <a:pt x="1788" y="-812"/>
                    <a:pt x="2349" y="-1257"/>
                    <a:pt x="2906" y="-1257"/>
                  </a:cubicBezTo>
                  <a:cubicBezTo>
                    <a:pt x="4137" y="-1257"/>
                    <a:pt x="13077" y="7343"/>
                    <a:pt x="13077" y="20413"/>
                  </a:cubicBezTo>
                  <a:close/>
                </a:path>
              </a:pathLst>
            </a:custGeom>
            <a:solidFill>
              <a:srgbClr val="000000"/>
            </a:solidFill>
            <a:ln w="25400" cap="flat">
              <a:noFill/>
              <a:prstDash val="solid"/>
              <a:miter/>
            </a:ln>
          </p:spPr>
          <p:txBody>
            <a:bodyPr/>
            <a:lstStyle/>
            <a:p>
              <a:endParaRPr lang="en-GB"/>
            </a:p>
          </p:txBody>
        </p:sp>
        <p:sp>
          <p:nvSpPr>
            <p:cNvPr id="2452" name="Freeform: Shape 2451">
              <a:extLst>
                <a:ext uri="{FF2B5EF4-FFF2-40B4-BE49-F238E27FC236}">
                  <a16:creationId xmlns:a16="http://schemas.microsoft.com/office/drawing/2014/main" id="{14FF1B1D-9C4D-8C5A-6B1C-7EBEE403257D}"/>
                </a:ext>
              </a:extLst>
            </p:cNvPr>
            <p:cNvSpPr/>
            <p:nvPr>
              <p:custDataLst>
                <p:tags r:id="rId147"/>
              </p:custDataLst>
            </p:nvPr>
          </p:nvSpPr>
          <p:spPr>
            <a:xfrm flipV="1">
              <a:off x="9974319" y="-4118090"/>
              <a:ext cx="154570" cy="82430"/>
            </a:xfrm>
            <a:custGeom>
              <a:avLst/>
              <a:gdLst>
                <a:gd name="csX0" fmla="*/ 0 w 154570"/>
                <a:gd name="csY0" fmla="*/ 39394 h 82430"/>
                <a:gd name="csX1" fmla="*/ 38892 w 154570"/>
                <a:gd name="csY1" fmla="*/ -1264 h 82430"/>
                <a:gd name="csX2" fmla="*/ 68059 w 154570"/>
                <a:gd name="csY2" fmla="*/ 27217 h 82430"/>
                <a:gd name="csX3" fmla="*/ 66607 w 154570"/>
                <a:gd name="csY3" fmla="*/ 29117 h 82430"/>
                <a:gd name="csX4" fmla="*/ 65268 w 154570"/>
                <a:gd name="csY4" fmla="*/ 27330 h 82430"/>
                <a:gd name="csX5" fmla="*/ 40231 w 154570"/>
                <a:gd name="csY5" fmla="*/ 2198 h 82430"/>
                <a:gd name="csX6" fmla="*/ 11510 w 154570"/>
                <a:gd name="csY6" fmla="*/ 39282 h 82430"/>
                <a:gd name="csX7" fmla="*/ 40120 w 154570"/>
                <a:gd name="csY7" fmla="*/ 76475 h 82430"/>
                <a:gd name="csX8" fmla="*/ 64483 w 154570"/>
                <a:gd name="csY8" fmla="*/ 50004 h 82430"/>
                <a:gd name="csX9" fmla="*/ 66271 w 154570"/>
                <a:gd name="csY9" fmla="*/ 48105 h 82430"/>
                <a:gd name="csX10" fmla="*/ 68059 w 154570"/>
                <a:gd name="csY10" fmla="*/ 50786 h 82430"/>
                <a:gd name="csX11" fmla="*/ 68059 w 154570"/>
                <a:gd name="csY11" fmla="*/ 77256 h 82430"/>
                <a:gd name="csX12" fmla="*/ 66832 w 154570"/>
                <a:gd name="csY12" fmla="*/ 79940 h 82430"/>
                <a:gd name="csX13" fmla="*/ 65044 w 154570"/>
                <a:gd name="csY13" fmla="*/ 78598 h 82430"/>
                <a:gd name="csX14" fmla="*/ 59455 w 154570"/>
                <a:gd name="csY14" fmla="*/ 70332 h 82430"/>
                <a:gd name="csX15" fmla="*/ 38892 w 154570"/>
                <a:gd name="csY15" fmla="*/ 79940 h 82430"/>
                <a:gd name="csX16" fmla="*/ 0 w 154570"/>
                <a:gd name="csY16" fmla="*/ 39394 h 82430"/>
                <a:gd name="csX17" fmla="*/ 118922 w 154570"/>
                <a:gd name="csY17" fmla="*/ 78935 h 82430"/>
                <a:gd name="csX18" fmla="*/ 116349 w 154570"/>
                <a:gd name="csY18" fmla="*/ 81166 h 82430"/>
                <a:gd name="csX19" fmla="*/ 113667 w 154570"/>
                <a:gd name="csY19" fmla="*/ 78935 h 82430"/>
                <a:gd name="csX20" fmla="*/ 90534 w 154570"/>
                <a:gd name="csY20" fmla="*/ 12139 h 82430"/>
                <a:gd name="csX21" fmla="*/ 78018 w 154570"/>
                <a:gd name="csY21" fmla="*/ 4654 h 82430"/>
                <a:gd name="csX22" fmla="*/ 78018 w 154570"/>
                <a:gd name="csY22" fmla="*/ 1193 h 82430"/>
                <a:gd name="csX23" fmla="*/ 89416 w 154570"/>
                <a:gd name="csY23" fmla="*/ 1529 h 82430"/>
                <a:gd name="csX24" fmla="*/ 102269 w 154570"/>
                <a:gd name="csY24" fmla="*/ 1193 h 82430"/>
                <a:gd name="csX25" fmla="*/ 102269 w 154570"/>
                <a:gd name="csY25" fmla="*/ 4654 h 82430"/>
                <a:gd name="csX26" fmla="*/ 93886 w 154570"/>
                <a:gd name="csY26" fmla="*/ 10352 h 82430"/>
                <a:gd name="csX27" fmla="*/ 94110 w 154570"/>
                <a:gd name="csY27" fmla="*/ 12027 h 82430"/>
                <a:gd name="csX28" fmla="*/ 99250 w 154570"/>
                <a:gd name="csY28" fmla="*/ 26660 h 82430"/>
                <a:gd name="csX29" fmla="*/ 126856 w 154570"/>
                <a:gd name="csY29" fmla="*/ 26660 h 82430"/>
                <a:gd name="csX30" fmla="*/ 132778 w 154570"/>
                <a:gd name="csY30" fmla="*/ 9570 h 82430"/>
                <a:gd name="csX31" fmla="*/ 133114 w 154570"/>
                <a:gd name="csY31" fmla="*/ 8004 h 82430"/>
                <a:gd name="csX32" fmla="*/ 123838 w 154570"/>
                <a:gd name="csY32" fmla="*/ 4654 h 82430"/>
                <a:gd name="csX33" fmla="*/ 123838 w 154570"/>
                <a:gd name="csY33" fmla="*/ 1193 h 82430"/>
                <a:gd name="csX34" fmla="*/ 139930 w 154570"/>
                <a:gd name="csY34" fmla="*/ 1529 h 82430"/>
                <a:gd name="csX35" fmla="*/ 154571 w 154570"/>
                <a:gd name="csY35" fmla="*/ 1193 h 82430"/>
                <a:gd name="csX36" fmla="*/ 154571 w 154570"/>
                <a:gd name="csY36" fmla="*/ 4654 h 82430"/>
                <a:gd name="csX37" fmla="*/ 152559 w 154570"/>
                <a:gd name="csY37" fmla="*/ 4654 h 82430"/>
                <a:gd name="csX38" fmla="*/ 143061 w 154570"/>
                <a:gd name="csY38" fmla="*/ 9122 h 82430"/>
                <a:gd name="csX39" fmla="*/ 118922 w 154570"/>
                <a:gd name="csY39" fmla="*/ 78935 h 82430"/>
                <a:gd name="csX40" fmla="*/ 112997 w 154570"/>
                <a:gd name="csY40" fmla="*/ 66425 h 82430"/>
                <a:gd name="csX41" fmla="*/ 125625 w 154570"/>
                <a:gd name="csY41" fmla="*/ 30122 h 82430"/>
                <a:gd name="csX42" fmla="*/ 100481 w 154570"/>
                <a:gd name="csY42" fmla="*/ 30122 h 82430"/>
                <a:gd name="csX43" fmla="*/ 112997 w 154570"/>
                <a:gd name="csY43" fmla="*/ 66425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54570" h="82430">
                  <a:moveTo>
                    <a:pt x="0" y="39394"/>
                  </a:moveTo>
                  <a:cubicBezTo>
                    <a:pt x="0" y="16271"/>
                    <a:pt x="18105" y="-1264"/>
                    <a:pt x="38892" y="-1264"/>
                  </a:cubicBezTo>
                  <a:cubicBezTo>
                    <a:pt x="57110" y="-1264"/>
                    <a:pt x="68059" y="14259"/>
                    <a:pt x="68059" y="27217"/>
                  </a:cubicBezTo>
                  <a:cubicBezTo>
                    <a:pt x="68059" y="28335"/>
                    <a:pt x="68059" y="29117"/>
                    <a:pt x="66607" y="29117"/>
                  </a:cubicBezTo>
                  <a:cubicBezTo>
                    <a:pt x="65377" y="29117"/>
                    <a:pt x="65377" y="28447"/>
                    <a:pt x="65268" y="27330"/>
                  </a:cubicBezTo>
                  <a:cubicBezTo>
                    <a:pt x="64374" y="11358"/>
                    <a:pt x="52415" y="2198"/>
                    <a:pt x="40231" y="2198"/>
                  </a:cubicBezTo>
                  <a:cubicBezTo>
                    <a:pt x="33416" y="2198"/>
                    <a:pt x="11510" y="5996"/>
                    <a:pt x="11510" y="39282"/>
                  </a:cubicBezTo>
                  <a:cubicBezTo>
                    <a:pt x="11510" y="72680"/>
                    <a:pt x="33304" y="76475"/>
                    <a:pt x="40120" y="76475"/>
                  </a:cubicBezTo>
                  <a:cubicBezTo>
                    <a:pt x="52303" y="76475"/>
                    <a:pt x="62250" y="66313"/>
                    <a:pt x="64483" y="50004"/>
                  </a:cubicBezTo>
                  <a:cubicBezTo>
                    <a:pt x="64707" y="48442"/>
                    <a:pt x="64707" y="48105"/>
                    <a:pt x="66271" y="48105"/>
                  </a:cubicBezTo>
                  <a:cubicBezTo>
                    <a:pt x="68059" y="48105"/>
                    <a:pt x="68059" y="48442"/>
                    <a:pt x="68059" y="50786"/>
                  </a:cubicBezTo>
                  <a:lnTo>
                    <a:pt x="68059" y="77256"/>
                  </a:lnTo>
                  <a:cubicBezTo>
                    <a:pt x="68059" y="79155"/>
                    <a:pt x="68059" y="79940"/>
                    <a:pt x="66832" y="79940"/>
                  </a:cubicBezTo>
                  <a:cubicBezTo>
                    <a:pt x="66383" y="79940"/>
                    <a:pt x="65938" y="79940"/>
                    <a:pt x="65044" y="78598"/>
                  </a:cubicBezTo>
                  <a:lnTo>
                    <a:pt x="59455" y="70332"/>
                  </a:lnTo>
                  <a:cubicBezTo>
                    <a:pt x="55321" y="74355"/>
                    <a:pt x="49621" y="79940"/>
                    <a:pt x="38892" y="79940"/>
                  </a:cubicBezTo>
                  <a:cubicBezTo>
                    <a:pt x="17993" y="79940"/>
                    <a:pt x="0" y="62178"/>
                    <a:pt x="0" y="39394"/>
                  </a:cubicBezTo>
                  <a:close/>
                  <a:moveTo>
                    <a:pt x="118922" y="78935"/>
                  </a:moveTo>
                  <a:cubicBezTo>
                    <a:pt x="118361" y="80385"/>
                    <a:pt x="118136" y="81166"/>
                    <a:pt x="116349" y="81166"/>
                  </a:cubicBezTo>
                  <a:cubicBezTo>
                    <a:pt x="114561" y="81166"/>
                    <a:pt x="114228" y="80497"/>
                    <a:pt x="113667" y="78935"/>
                  </a:cubicBezTo>
                  <a:lnTo>
                    <a:pt x="90534" y="12139"/>
                  </a:lnTo>
                  <a:cubicBezTo>
                    <a:pt x="88522" y="6441"/>
                    <a:pt x="84051" y="4767"/>
                    <a:pt x="78018" y="4654"/>
                  </a:cubicBezTo>
                  <a:lnTo>
                    <a:pt x="78018" y="1193"/>
                  </a:lnTo>
                  <a:cubicBezTo>
                    <a:pt x="80588" y="1304"/>
                    <a:pt x="85394" y="1529"/>
                    <a:pt x="89416" y="1529"/>
                  </a:cubicBezTo>
                  <a:cubicBezTo>
                    <a:pt x="92883" y="1529"/>
                    <a:pt x="98693" y="1304"/>
                    <a:pt x="102269" y="1193"/>
                  </a:cubicBezTo>
                  <a:lnTo>
                    <a:pt x="102269" y="4654"/>
                  </a:lnTo>
                  <a:cubicBezTo>
                    <a:pt x="96680" y="4654"/>
                    <a:pt x="93886" y="7447"/>
                    <a:pt x="93886" y="10352"/>
                  </a:cubicBezTo>
                  <a:cubicBezTo>
                    <a:pt x="93886" y="10685"/>
                    <a:pt x="93998" y="11803"/>
                    <a:pt x="94110" y="12027"/>
                  </a:cubicBezTo>
                  <a:lnTo>
                    <a:pt x="99250" y="26660"/>
                  </a:lnTo>
                  <a:lnTo>
                    <a:pt x="126856" y="26660"/>
                  </a:lnTo>
                  <a:lnTo>
                    <a:pt x="132778" y="9570"/>
                  </a:lnTo>
                  <a:cubicBezTo>
                    <a:pt x="132890" y="9122"/>
                    <a:pt x="133114" y="8453"/>
                    <a:pt x="133114" y="8004"/>
                  </a:cubicBezTo>
                  <a:cubicBezTo>
                    <a:pt x="133114" y="4654"/>
                    <a:pt x="126856" y="4654"/>
                    <a:pt x="123838" y="4654"/>
                  </a:cubicBezTo>
                  <a:lnTo>
                    <a:pt x="123838" y="1193"/>
                  </a:lnTo>
                  <a:cubicBezTo>
                    <a:pt x="127863" y="1529"/>
                    <a:pt x="135685" y="1529"/>
                    <a:pt x="139930" y="1529"/>
                  </a:cubicBezTo>
                  <a:cubicBezTo>
                    <a:pt x="144737" y="1529"/>
                    <a:pt x="149877" y="1416"/>
                    <a:pt x="154571" y="1193"/>
                  </a:cubicBezTo>
                  <a:lnTo>
                    <a:pt x="154571" y="4654"/>
                  </a:lnTo>
                  <a:lnTo>
                    <a:pt x="152559" y="4654"/>
                  </a:lnTo>
                  <a:cubicBezTo>
                    <a:pt x="145856" y="4654"/>
                    <a:pt x="144289" y="5436"/>
                    <a:pt x="143061" y="9122"/>
                  </a:cubicBezTo>
                  <a:lnTo>
                    <a:pt x="118922" y="78935"/>
                  </a:lnTo>
                  <a:close/>
                  <a:moveTo>
                    <a:pt x="112997" y="66425"/>
                  </a:moveTo>
                  <a:lnTo>
                    <a:pt x="125625" y="30122"/>
                  </a:lnTo>
                  <a:lnTo>
                    <a:pt x="100481" y="30122"/>
                  </a:lnTo>
                  <a:lnTo>
                    <a:pt x="112997" y="66425"/>
                  </a:lnTo>
                  <a:close/>
                </a:path>
              </a:pathLst>
            </a:custGeom>
            <a:solidFill>
              <a:srgbClr val="000000"/>
            </a:solidFill>
            <a:ln w="25400" cap="flat">
              <a:noFill/>
              <a:prstDash val="solid"/>
              <a:miter/>
            </a:ln>
          </p:spPr>
          <p:txBody>
            <a:bodyPr/>
            <a:lstStyle/>
            <a:p>
              <a:endParaRPr lang="en-GB"/>
            </a:p>
          </p:txBody>
        </p:sp>
        <p:sp>
          <p:nvSpPr>
            <p:cNvPr id="2453" name="Freeform: Shape 2452">
              <a:extLst>
                <a:ext uri="{FF2B5EF4-FFF2-40B4-BE49-F238E27FC236}">
                  <a16:creationId xmlns:a16="http://schemas.microsoft.com/office/drawing/2014/main" id="{BD86AEED-61D8-B00D-7F34-44209A755A4B}"/>
                </a:ext>
              </a:extLst>
            </p:cNvPr>
            <p:cNvSpPr/>
            <p:nvPr>
              <p:custDataLst>
                <p:tags r:id="rId148"/>
              </p:custDataLst>
            </p:nvPr>
          </p:nvSpPr>
          <p:spPr>
            <a:xfrm flipV="1">
              <a:off x="10135778" y="-4116864"/>
              <a:ext cx="74989" cy="100416"/>
            </a:xfrm>
            <a:custGeom>
              <a:avLst/>
              <a:gdLst>
                <a:gd name="csX0" fmla="*/ 29726 w 74989"/>
                <a:gd name="csY0" fmla="*/ 22194 h 100416"/>
                <a:gd name="csX1" fmla="*/ 11176 w 74989"/>
                <a:gd name="csY1" fmla="*/ 58272 h 100416"/>
                <a:gd name="csX2" fmla="*/ 37103 w 74989"/>
                <a:gd name="csY2" fmla="*/ 96362 h 100416"/>
                <a:gd name="csX3" fmla="*/ 63143 w 74989"/>
                <a:gd name="csY3" fmla="*/ 58272 h 100416"/>
                <a:gd name="csX4" fmla="*/ 49957 w 74989"/>
                <a:gd name="csY4" fmla="*/ 25098 h 100416"/>
                <a:gd name="csX5" fmla="*/ 37327 w 74989"/>
                <a:gd name="csY5" fmla="*/ 36939 h 100416"/>
                <a:gd name="csX6" fmla="*/ 28163 w 74989"/>
                <a:gd name="csY6" fmla="*/ 27555 h 100416"/>
                <a:gd name="csX7" fmla="*/ 29726 w 74989"/>
                <a:gd name="csY7" fmla="*/ 22194 h 100416"/>
                <a:gd name="csX8" fmla="*/ 47050 w 74989"/>
                <a:gd name="csY8" fmla="*/ 23311 h 100416"/>
                <a:gd name="csX9" fmla="*/ 37215 w 74989"/>
                <a:gd name="csY9" fmla="*/ 20743 h 100416"/>
                <a:gd name="csX10" fmla="*/ 30620 w 74989"/>
                <a:gd name="csY10" fmla="*/ 27555 h 100416"/>
                <a:gd name="csX11" fmla="*/ 37327 w 74989"/>
                <a:gd name="csY11" fmla="*/ 34479 h 100416"/>
                <a:gd name="csX12" fmla="*/ 47050 w 74989"/>
                <a:gd name="csY12" fmla="*/ 23311 h 100416"/>
                <a:gd name="csX13" fmla="*/ 51632 w 74989"/>
                <a:gd name="csY13" fmla="*/ 21188 h 100416"/>
                <a:gd name="csX14" fmla="*/ 74320 w 74989"/>
                <a:gd name="csY14" fmla="*/ 58272 h 100416"/>
                <a:gd name="csX15" fmla="*/ 37103 w 74989"/>
                <a:gd name="csY15" fmla="*/ 99154 h 100416"/>
                <a:gd name="csX16" fmla="*/ 0 w 74989"/>
                <a:gd name="csY16" fmla="*/ 58272 h 100416"/>
                <a:gd name="csX17" fmla="*/ 37215 w 74989"/>
                <a:gd name="csY17" fmla="*/ 17950 h 100416"/>
                <a:gd name="csX18" fmla="*/ 47832 w 74989"/>
                <a:gd name="csY18" fmla="*/ 19625 h 100416"/>
                <a:gd name="csX19" fmla="*/ 61467 w 74989"/>
                <a:gd name="csY19" fmla="*/ -1263 h 100416"/>
                <a:gd name="csX20" fmla="*/ 74989 w 74989"/>
                <a:gd name="csY20" fmla="*/ 19288 h 100416"/>
                <a:gd name="csX21" fmla="*/ 73758 w 74989"/>
                <a:gd name="csY21" fmla="*/ 21637 h 100416"/>
                <a:gd name="csX22" fmla="*/ 72532 w 74989"/>
                <a:gd name="csY22" fmla="*/ 19625 h 100416"/>
                <a:gd name="csX23" fmla="*/ 62361 w 74989"/>
                <a:gd name="csY23" fmla="*/ 10241 h 100416"/>
                <a:gd name="csX24" fmla="*/ 51632 w 74989"/>
                <a:gd name="csY24" fmla="*/ 21188 h 1004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74989" h="100416">
                  <a:moveTo>
                    <a:pt x="29726" y="22194"/>
                  </a:moveTo>
                  <a:cubicBezTo>
                    <a:pt x="23693" y="24429"/>
                    <a:pt x="11176" y="32579"/>
                    <a:pt x="11176" y="58272"/>
                  </a:cubicBezTo>
                  <a:cubicBezTo>
                    <a:pt x="11176" y="87314"/>
                    <a:pt x="26821" y="96362"/>
                    <a:pt x="37103" y="96362"/>
                  </a:cubicBezTo>
                  <a:cubicBezTo>
                    <a:pt x="47944" y="96362"/>
                    <a:pt x="63143" y="86753"/>
                    <a:pt x="63143" y="58272"/>
                  </a:cubicBezTo>
                  <a:cubicBezTo>
                    <a:pt x="63143" y="49561"/>
                    <a:pt x="61800" y="33810"/>
                    <a:pt x="49957" y="25098"/>
                  </a:cubicBezTo>
                  <a:cubicBezTo>
                    <a:pt x="47495" y="31353"/>
                    <a:pt x="43919" y="36939"/>
                    <a:pt x="37327" y="36939"/>
                  </a:cubicBezTo>
                  <a:cubicBezTo>
                    <a:pt x="31627" y="36939"/>
                    <a:pt x="28163" y="32135"/>
                    <a:pt x="28163" y="27555"/>
                  </a:cubicBezTo>
                  <a:cubicBezTo>
                    <a:pt x="28163" y="24538"/>
                    <a:pt x="29614" y="22418"/>
                    <a:pt x="29726" y="22194"/>
                  </a:cubicBezTo>
                  <a:close/>
                  <a:moveTo>
                    <a:pt x="47050" y="23311"/>
                  </a:moveTo>
                  <a:cubicBezTo>
                    <a:pt x="43250" y="21188"/>
                    <a:pt x="39673" y="20743"/>
                    <a:pt x="37215" y="20743"/>
                  </a:cubicBezTo>
                  <a:cubicBezTo>
                    <a:pt x="31515" y="20743"/>
                    <a:pt x="30620" y="25880"/>
                    <a:pt x="30620" y="27555"/>
                  </a:cubicBezTo>
                  <a:cubicBezTo>
                    <a:pt x="30620" y="30792"/>
                    <a:pt x="32966" y="34479"/>
                    <a:pt x="37327" y="34479"/>
                  </a:cubicBezTo>
                  <a:cubicBezTo>
                    <a:pt x="43362" y="34479"/>
                    <a:pt x="45819" y="29791"/>
                    <a:pt x="47050" y="23311"/>
                  </a:cubicBezTo>
                  <a:close/>
                  <a:moveTo>
                    <a:pt x="51632" y="21188"/>
                  </a:moveTo>
                  <a:cubicBezTo>
                    <a:pt x="64819" y="27110"/>
                    <a:pt x="74320" y="41407"/>
                    <a:pt x="74320" y="58272"/>
                  </a:cubicBezTo>
                  <a:cubicBezTo>
                    <a:pt x="74320" y="81059"/>
                    <a:pt x="57442" y="99154"/>
                    <a:pt x="37103" y="99154"/>
                  </a:cubicBezTo>
                  <a:cubicBezTo>
                    <a:pt x="17098" y="99154"/>
                    <a:pt x="0" y="81280"/>
                    <a:pt x="0" y="58272"/>
                  </a:cubicBezTo>
                  <a:cubicBezTo>
                    <a:pt x="0" y="35709"/>
                    <a:pt x="16874" y="17950"/>
                    <a:pt x="37215" y="17950"/>
                  </a:cubicBezTo>
                  <a:cubicBezTo>
                    <a:pt x="40680" y="17950"/>
                    <a:pt x="44592" y="18619"/>
                    <a:pt x="47832" y="19625"/>
                  </a:cubicBezTo>
                  <a:cubicBezTo>
                    <a:pt x="49508" y="9014"/>
                    <a:pt x="51071" y="-1263"/>
                    <a:pt x="61467" y="-1263"/>
                  </a:cubicBezTo>
                  <a:cubicBezTo>
                    <a:pt x="72864" y="-1263"/>
                    <a:pt x="74989" y="13594"/>
                    <a:pt x="74989" y="19288"/>
                  </a:cubicBezTo>
                  <a:cubicBezTo>
                    <a:pt x="74989" y="20407"/>
                    <a:pt x="74989" y="21637"/>
                    <a:pt x="73758" y="21637"/>
                  </a:cubicBezTo>
                  <a:cubicBezTo>
                    <a:pt x="72752" y="21637"/>
                    <a:pt x="72640" y="20743"/>
                    <a:pt x="72532" y="19625"/>
                  </a:cubicBezTo>
                  <a:cubicBezTo>
                    <a:pt x="71859" y="13594"/>
                    <a:pt x="67164" y="10241"/>
                    <a:pt x="62361" y="10241"/>
                  </a:cubicBezTo>
                  <a:cubicBezTo>
                    <a:pt x="57109" y="10241"/>
                    <a:pt x="54314" y="14039"/>
                    <a:pt x="51632" y="21188"/>
                  </a:cubicBezTo>
                  <a:close/>
                </a:path>
              </a:pathLst>
            </a:custGeom>
            <a:solidFill>
              <a:srgbClr val="000000"/>
            </a:solidFill>
            <a:ln w="25400" cap="flat">
              <a:noFill/>
              <a:prstDash val="solid"/>
              <a:miter/>
            </a:ln>
          </p:spPr>
          <p:txBody>
            <a:bodyPr/>
            <a:lstStyle/>
            <a:p>
              <a:endParaRPr lang="en-GB"/>
            </a:p>
          </p:txBody>
        </p:sp>
        <p:sp>
          <p:nvSpPr>
            <p:cNvPr id="2454" name="Freeform: Shape 2453">
              <a:extLst>
                <a:ext uri="{FF2B5EF4-FFF2-40B4-BE49-F238E27FC236}">
                  <a16:creationId xmlns:a16="http://schemas.microsoft.com/office/drawing/2014/main" id="{04AC60F2-2DFF-5D05-DAE5-7DF0B4E99FC0}"/>
                </a:ext>
              </a:extLst>
            </p:cNvPr>
            <p:cNvSpPr/>
            <p:nvPr>
              <p:custDataLst>
                <p:tags r:id="rId149"/>
              </p:custDataLst>
            </p:nvPr>
          </p:nvSpPr>
          <p:spPr>
            <a:xfrm flipV="1">
              <a:off x="10226054" y="-4049956"/>
              <a:ext cx="13077" cy="33397"/>
            </a:xfrm>
            <a:custGeom>
              <a:avLst/>
              <a:gdLst>
                <a:gd name="csX0" fmla="*/ 13077 w 13077"/>
                <a:gd name="csY0" fmla="*/ 20413 h 33397"/>
                <a:gd name="csX1" fmla="*/ 5925 w 13077"/>
                <a:gd name="csY1" fmla="*/ 32141 h 33397"/>
                <a:gd name="csX2" fmla="*/ 0 w 13077"/>
                <a:gd name="csY2" fmla="*/ 26219 h 33397"/>
                <a:gd name="csX3" fmla="*/ 5925 w 13077"/>
                <a:gd name="csY3" fmla="*/ 20301 h 33397"/>
                <a:gd name="csX4" fmla="*/ 9834 w 13077"/>
                <a:gd name="csY4" fmla="*/ 21751 h 33397"/>
                <a:gd name="csX5" fmla="*/ 10395 w 13077"/>
                <a:gd name="csY5" fmla="*/ 22088 h 33397"/>
                <a:gd name="csX6" fmla="*/ 10620 w 13077"/>
                <a:gd name="csY6" fmla="*/ 20413 h 33397"/>
                <a:gd name="csX7" fmla="*/ 3018 w 13077"/>
                <a:gd name="csY7" fmla="*/ 1761 h 33397"/>
                <a:gd name="csX8" fmla="*/ 1788 w 13077"/>
                <a:gd name="csY8" fmla="*/ -27 h 33397"/>
                <a:gd name="csX9" fmla="*/ 2906 w 13077"/>
                <a:gd name="csY9" fmla="*/ -1257 h 33397"/>
                <a:gd name="csX10" fmla="*/ 13077 w 13077"/>
                <a:gd name="csY10" fmla="*/ 20413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413"/>
                  </a:moveTo>
                  <a:cubicBezTo>
                    <a:pt x="13077" y="27786"/>
                    <a:pt x="10283" y="32141"/>
                    <a:pt x="5925" y="32141"/>
                  </a:cubicBezTo>
                  <a:cubicBezTo>
                    <a:pt x="2237" y="32141"/>
                    <a:pt x="0" y="29348"/>
                    <a:pt x="0" y="26219"/>
                  </a:cubicBezTo>
                  <a:cubicBezTo>
                    <a:pt x="0" y="23206"/>
                    <a:pt x="2237" y="20301"/>
                    <a:pt x="5925" y="20301"/>
                  </a:cubicBezTo>
                  <a:cubicBezTo>
                    <a:pt x="7264" y="20301"/>
                    <a:pt x="8719" y="20749"/>
                    <a:pt x="9834" y="21751"/>
                  </a:cubicBezTo>
                  <a:cubicBezTo>
                    <a:pt x="10171" y="21976"/>
                    <a:pt x="10283" y="22088"/>
                    <a:pt x="10395" y="22088"/>
                  </a:cubicBezTo>
                  <a:cubicBezTo>
                    <a:pt x="10507" y="22088"/>
                    <a:pt x="10620" y="21976"/>
                    <a:pt x="10620" y="20413"/>
                  </a:cubicBezTo>
                  <a:cubicBezTo>
                    <a:pt x="10620" y="12147"/>
                    <a:pt x="6707" y="5447"/>
                    <a:pt x="3018" y="1761"/>
                  </a:cubicBezTo>
                  <a:cubicBezTo>
                    <a:pt x="1788" y="530"/>
                    <a:pt x="1788" y="307"/>
                    <a:pt x="1788" y="-27"/>
                  </a:cubicBezTo>
                  <a:cubicBezTo>
                    <a:pt x="1788" y="-812"/>
                    <a:pt x="2349" y="-1257"/>
                    <a:pt x="2906" y="-1257"/>
                  </a:cubicBezTo>
                  <a:cubicBezTo>
                    <a:pt x="4137" y="-1257"/>
                    <a:pt x="13077" y="7343"/>
                    <a:pt x="13077" y="20413"/>
                  </a:cubicBezTo>
                  <a:close/>
                </a:path>
              </a:pathLst>
            </a:custGeom>
            <a:solidFill>
              <a:srgbClr val="000000"/>
            </a:solidFill>
            <a:ln w="25400" cap="flat">
              <a:noFill/>
              <a:prstDash val="solid"/>
              <a:miter/>
            </a:ln>
          </p:spPr>
          <p:txBody>
            <a:bodyPr/>
            <a:lstStyle/>
            <a:p>
              <a:endParaRPr lang="en-GB"/>
            </a:p>
          </p:txBody>
        </p:sp>
        <p:sp>
          <p:nvSpPr>
            <p:cNvPr id="2455" name="Freeform: Shape 2454">
              <a:extLst>
                <a:ext uri="{FF2B5EF4-FFF2-40B4-BE49-F238E27FC236}">
                  <a16:creationId xmlns:a16="http://schemas.microsoft.com/office/drawing/2014/main" id="{19B0BFC0-607B-9DA0-A88B-35FB19967131}"/>
                </a:ext>
              </a:extLst>
            </p:cNvPr>
            <p:cNvSpPr/>
            <p:nvPr>
              <p:custDataLst>
                <p:tags r:id="rId150"/>
              </p:custDataLst>
            </p:nvPr>
          </p:nvSpPr>
          <p:spPr>
            <a:xfrm flipV="1">
              <a:off x="10272382" y="-4116864"/>
              <a:ext cx="246781" cy="81204"/>
            </a:xfrm>
            <a:custGeom>
              <a:avLst/>
              <a:gdLst>
                <a:gd name="csX0" fmla="*/ 60012 w 246781"/>
                <a:gd name="csY0" fmla="*/ 8228 h 81204"/>
                <a:gd name="csX1" fmla="*/ 67165 w 246781"/>
                <a:gd name="csY1" fmla="*/ 1304 h 81204"/>
                <a:gd name="csX2" fmla="*/ 68171 w 246781"/>
                <a:gd name="csY2" fmla="*/ 3873 h 81204"/>
                <a:gd name="csX3" fmla="*/ 68171 w 246781"/>
                <a:gd name="csY3" fmla="*/ 23307 h 81204"/>
                <a:gd name="csX4" fmla="*/ 75884 w 246781"/>
                <a:gd name="csY4" fmla="*/ 28223 h 81204"/>
                <a:gd name="csX5" fmla="*/ 75884 w 246781"/>
                <a:gd name="csY5" fmla="*/ 31685 h 81204"/>
                <a:gd name="csX6" fmla="*/ 62249 w 246781"/>
                <a:gd name="csY6" fmla="*/ 31349 h 81204"/>
                <a:gd name="csX7" fmla="*/ 44257 w 246781"/>
                <a:gd name="csY7" fmla="*/ 31685 h 81204"/>
                <a:gd name="csX8" fmla="*/ 44257 w 246781"/>
                <a:gd name="csY8" fmla="*/ 28223 h 81204"/>
                <a:gd name="csX9" fmla="*/ 47832 w 246781"/>
                <a:gd name="csY9" fmla="*/ 28223 h 81204"/>
                <a:gd name="csX10" fmla="*/ 58224 w 246781"/>
                <a:gd name="csY10" fmla="*/ 22862 h 81204"/>
                <a:gd name="csX11" fmla="*/ 58224 w 246781"/>
                <a:gd name="csY11" fmla="*/ 15714 h 81204"/>
                <a:gd name="csX12" fmla="*/ 40905 w 246781"/>
                <a:gd name="csY12" fmla="*/ 2198 h 81204"/>
                <a:gd name="csX13" fmla="*/ 11510 w 246781"/>
                <a:gd name="csY13" fmla="*/ 39394 h 81204"/>
                <a:gd name="csX14" fmla="*/ 40231 w 246781"/>
                <a:gd name="csY14" fmla="*/ 76475 h 81204"/>
                <a:gd name="csX15" fmla="*/ 64595 w 246781"/>
                <a:gd name="csY15" fmla="*/ 50005 h 81204"/>
                <a:gd name="csX16" fmla="*/ 66383 w 246781"/>
                <a:gd name="csY16" fmla="*/ 48105 h 81204"/>
                <a:gd name="csX17" fmla="*/ 68171 w 246781"/>
                <a:gd name="csY17" fmla="*/ 50786 h 81204"/>
                <a:gd name="csX18" fmla="*/ 68171 w 246781"/>
                <a:gd name="csY18" fmla="*/ 77256 h 81204"/>
                <a:gd name="csX19" fmla="*/ 66944 w 246781"/>
                <a:gd name="csY19" fmla="*/ 79940 h 81204"/>
                <a:gd name="csX20" fmla="*/ 65156 w 246781"/>
                <a:gd name="csY20" fmla="*/ 78598 h 81204"/>
                <a:gd name="csX21" fmla="*/ 59567 w 246781"/>
                <a:gd name="csY21" fmla="*/ 70332 h 81204"/>
                <a:gd name="csX22" fmla="*/ 38892 w 246781"/>
                <a:gd name="csY22" fmla="*/ 79940 h 81204"/>
                <a:gd name="csX23" fmla="*/ 0 w 246781"/>
                <a:gd name="csY23" fmla="*/ 39394 h 81204"/>
                <a:gd name="csX24" fmla="*/ 39117 w 246781"/>
                <a:gd name="csY24" fmla="*/ -1264 h 81204"/>
                <a:gd name="csX25" fmla="*/ 60012 w 246781"/>
                <a:gd name="csY25" fmla="*/ 8228 h 81204"/>
                <a:gd name="csX26" fmla="*/ 146415 w 246781"/>
                <a:gd name="csY26" fmla="*/ 26993 h 81204"/>
                <a:gd name="csX27" fmla="*/ 124958 w 246781"/>
                <a:gd name="csY27" fmla="*/ 2198 h 81204"/>
                <a:gd name="csX28" fmla="*/ 106516 w 246781"/>
                <a:gd name="csY28" fmla="*/ 26211 h 81204"/>
                <a:gd name="csX29" fmla="*/ 106516 w 246781"/>
                <a:gd name="csY29" fmla="*/ 68769 h 81204"/>
                <a:gd name="csX30" fmla="*/ 115344 w 246781"/>
                <a:gd name="csY30" fmla="*/ 74018 h 81204"/>
                <a:gd name="csX31" fmla="*/ 118026 w 246781"/>
                <a:gd name="csY31" fmla="*/ 74018 h 81204"/>
                <a:gd name="csX32" fmla="*/ 118026 w 246781"/>
                <a:gd name="csY32" fmla="*/ 77480 h 81204"/>
                <a:gd name="csX33" fmla="*/ 101601 w 246781"/>
                <a:gd name="csY33" fmla="*/ 77148 h 81204"/>
                <a:gd name="csX34" fmla="*/ 85059 w 246781"/>
                <a:gd name="csY34" fmla="*/ 77480 h 81204"/>
                <a:gd name="csX35" fmla="*/ 85059 w 246781"/>
                <a:gd name="csY35" fmla="*/ 74018 h 81204"/>
                <a:gd name="csX36" fmla="*/ 87741 w 246781"/>
                <a:gd name="csY36" fmla="*/ 74018 h 81204"/>
                <a:gd name="csX37" fmla="*/ 96570 w 246781"/>
                <a:gd name="csY37" fmla="*/ 68769 h 81204"/>
                <a:gd name="csX38" fmla="*/ 96570 w 246781"/>
                <a:gd name="csY38" fmla="*/ 26660 h 81204"/>
                <a:gd name="csX39" fmla="*/ 124734 w 246781"/>
                <a:gd name="csY39" fmla="*/ -1264 h 81204"/>
                <a:gd name="csX40" fmla="*/ 149542 w 246781"/>
                <a:gd name="csY40" fmla="*/ 21856 h 81204"/>
                <a:gd name="csX41" fmla="*/ 149878 w 246781"/>
                <a:gd name="csY41" fmla="*/ 29562 h 81204"/>
                <a:gd name="csX42" fmla="*/ 149878 w 246781"/>
                <a:gd name="csY42" fmla="*/ 65307 h 81204"/>
                <a:gd name="csX43" fmla="*/ 161389 w 246781"/>
                <a:gd name="csY43" fmla="*/ 74018 h 81204"/>
                <a:gd name="csX44" fmla="*/ 161389 w 246781"/>
                <a:gd name="csY44" fmla="*/ 77480 h 81204"/>
                <a:gd name="csX45" fmla="*/ 148202 w 246781"/>
                <a:gd name="csY45" fmla="*/ 77148 h 81204"/>
                <a:gd name="csX46" fmla="*/ 134904 w 246781"/>
                <a:gd name="csY46" fmla="*/ 77480 h 81204"/>
                <a:gd name="csX47" fmla="*/ 134904 w 246781"/>
                <a:gd name="csY47" fmla="*/ 74018 h 81204"/>
                <a:gd name="csX48" fmla="*/ 146415 w 246781"/>
                <a:gd name="csY48" fmla="*/ 65752 h 81204"/>
                <a:gd name="csX49" fmla="*/ 146415 w 246781"/>
                <a:gd name="csY49" fmla="*/ 26993 h 81204"/>
                <a:gd name="csX50" fmla="*/ 234601 w 246781"/>
                <a:gd name="csY50" fmla="*/ 66533 h 81204"/>
                <a:gd name="csX51" fmla="*/ 246781 w 246781"/>
                <a:gd name="csY51" fmla="*/ 74018 h 81204"/>
                <a:gd name="csX52" fmla="*/ 246781 w 246781"/>
                <a:gd name="csY52" fmla="*/ 77480 h 81204"/>
                <a:gd name="csX53" fmla="*/ 235941 w 246781"/>
                <a:gd name="csY53" fmla="*/ 77148 h 81204"/>
                <a:gd name="csX54" fmla="*/ 223203 w 246781"/>
                <a:gd name="csY54" fmla="*/ 77480 h 81204"/>
                <a:gd name="csX55" fmla="*/ 223203 w 246781"/>
                <a:gd name="csY55" fmla="*/ 74018 h 81204"/>
                <a:gd name="csX56" fmla="*/ 231361 w 246781"/>
                <a:gd name="csY56" fmla="*/ 68433 h 81204"/>
                <a:gd name="csX57" fmla="*/ 230800 w 246781"/>
                <a:gd name="csY57" fmla="*/ 66201 h 81204"/>
                <a:gd name="csX58" fmla="*/ 210350 w 246781"/>
                <a:gd name="csY58" fmla="*/ 12363 h 81204"/>
                <a:gd name="csX59" fmla="*/ 189006 w 246781"/>
                <a:gd name="csY59" fmla="*/ 68769 h 81204"/>
                <a:gd name="csX60" fmla="*/ 188332 w 246781"/>
                <a:gd name="csY60" fmla="*/ 70781 h 81204"/>
                <a:gd name="csX61" fmla="*/ 197497 w 246781"/>
                <a:gd name="csY61" fmla="*/ 74018 h 81204"/>
                <a:gd name="csX62" fmla="*/ 197497 w 246781"/>
                <a:gd name="csY62" fmla="*/ 77480 h 81204"/>
                <a:gd name="csX63" fmla="*/ 181517 w 246781"/>
                <a:gd name="csY63" fmla="*/ 77148 h 81204"/>
                <a:gd name="csX64" fmla="*/ 167324 w 246781"/>
                <a:gd name="csY64" fmla="*/ 77480 h 81204"/>
                <a:gd name="csX65" fmla="*/ 167324 w 246781"/>
                <a:gd name="csY65" fmla="*/ 74018 h 81204"/>
                <a:gd name="csX66" fmla="*/ 178273 w 246781"/>
                <a:gd name="csY66" fmla="*/ 69775 h 81204"/>
                <a:gd name="csX67" fmla="*/ 204204 w 246781"/>
                <a:gd name="csY67" fmla="*/ 1193 h 81204"/>
                <a:gd name="csX68" fmla="*/ 206999 w 246781"/>
                <a:gd name="csY68" fmla="*/ -1264 h 81204"/>
                <a:gd name="csX69" fmla="*/ 209680 w 246781"/>
                <a:gd name="csY69" fmla="*/ 856 h 81204"/>
                <a:gd name="csX70" fmla="*/ 234601 w 246781"/>
                <a:gd name="csY70" fmla="*/ 66533 h 81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46781" h="81204">
                  <a:moveTo>
                    <a:pt x="60012" y="8228"/>
                  </a:moveTo>
                  <a:cubicBezTo>
                    <a:pt x="61467" y="5772"/>
                    <a:pt x="65938" y="1304"/>
                    <a:pt x="67165" y="1304"/>
                  </a:cubicBezTo>
                  <a:cubicBezTo>
                    <a:pt x="68171" y="1304"/>
                    <a:pt x="68171" y="2198"/>
                    <a:pt x="68171" y="3873"/>
                  </a:cubicBezTo>
                  <a:lnTo>
                    <a:pt x="68171" y="23307"/>
                  </a:lnTo>
                  <a:cubicBezTo>
                    <a:pt x="68171" y="27666"/>
                    <a:pt x="68620" y="28223"/>
                    <a:pt x="75884" y="28223"/>
                  </a:cubicBezTo>
                  <a:lnTo>
                    <a:pt x="75884" y="31685"/>
                  </a:lnTo>
                  <a:cubicBezTo>
                    <a:pt x="71747" y="31573"/>
                    <a:pt x="65601" y="31349"/>
                    <a:pt x="62249" y="31349"/>
                  </a:cubicBezTo>
                  <a:cubicBezTo>
                    <a:pt x="57779" y="31349"/>
                    <a:pt x="48278" y="31349"/>
                    <a:pt x="44257" y="31685"/>
                  </a:cubicBezTo>
                  <a:lnTo>
                    <a:pt x="44257" y="28223"/>
                  </a:lnTo>
                  <a:lnTo>
                    <a:pt x="47832" y="28223"/>
                  </a:lnTo>
                  <a:cubicBezTo>
                    <a:pt x="57891" y="28223"/>
                    <a:pt x="58224" y="26993"/>
                    <a:pt x="58224" y="22862"/>
                  </a:cubicBezTo>
                  <a:lnTo>
                    <a:pt x="58224" y="15714"/>
                  </a:lnTo>
                  <a:cubicBezTo>
                    <a:pt x="58224" y="3203"/>
                    <a:pt x="44032" y="2198"/>
                    <a:pt x="40905" y="2198"/>
                  </a:cubicBezTo>
                  <a:cubicBezTo>
                    <a:pt x="33640" y="2198"/>
                    <a:pt x="11510" y="6109"/>
                    <a:pt x="11510" y="39394"/>
                  </a:cubicBezTo>
                  <a:cubicBezTo>
                    <a:pt x="11510" y="72788"/>
                    <a:pt x="33528" y="76475"/>
                    <a:pt x="40231" y="76475"/>
                  </a:cubicBezTo>
                  <a:cubicBezTo>
                    <a:pt x="52190" y="76475"/>
                    <a:pt x="62361" y="66425"/>
                    <a:pt x="64595" y="50005"/>
                  </a:cubicBezTo>
                  <a:cubicBezTo>
                    <a:pt x="64819" y="48442"/>
                    <a:pt x="64819" y="48105"/>
                    <a:pt x="66383" y="48105"/>
                  </a:cubicBezTo>
                  <a:cubicBezTo>
                    <a:pt x="68171" y="48105"/>
                    <a:pt x="68171" y="48442"/>
                    <a:pt x="68171" y="50786"/>
                  </a:cubicBezTo>
                  <a:lnTo>
                    <a:pt x="68171" y="77256"/>
                  </a:lnTo>
                  <a:cubicBezTo>
                    <a:pt x="68171" y="79155"/>
                    <a:pt x="68171" y="79940"/>
                    <a:pt x="66944" y="79940"/>
                  </a:cubicBezTo>
                  <a:cubicBezTo>
                    <a:pt x="66495" y="79940"/>
                    <a:pt x="66050" y="79940"/>
                    <a:pt x="65156" y="78598"/>
                  </a:cubicBezTo>
                  <a:lnTo>
                    <a:pt x="59567" y="70332"/>
                  </a:lnTo>
                  <a:cubicBezTo>
                    <a:pt x="55991" y="73906"/>
                    <a:pt x="49957" y="79940"/>
                    <a:pt x="38892" y="79940"/>
                  </a:cubicBezTo>
                  <a:cubicBezTo>
                    <a:pt x="18105" y="79940"/>
                    <a:pt x="0" y="62290"/>
                    <a:pt x="0" y="39394"/>
                  </a:cubicBezTo>
                  <a:cubicBezTo>
                    <a:pt x="0" y="16495"/>
                    <a:pt x="17881" y="-1264"/>
                    <a:pt x="39117" y="-1264"/>
                  </a:cubicBezTo>
                  <a:cubicBezTo>
                    <a:pt x="47275" y="-1264"/>
                    <a:pt x="56215" y="1641"/>
                    <a:pt x="60012" y="8228"/>
                  </a:cubicBezTo>
                  <a:close/>
                  <a:moveTo>
                    <a:pt x="146415" y="26993"/>
                  </a:moveTo>
                  <a:cubicBezTo>
                    <a:pt x="146415" y="11134"/>
                    <a:pt x="135574" y="2198"/>
                    <a:pt x="124958" y="2198"/>
                  </a:cubicBezTo>
                  <a:cubicBezTo>
                    <a:pt x="119702" y="2198"/>
                    <a:pt x="106516" y="4991"/>
                    <a:pt x="106516" y="26211"/>
                  </a:cubicBezTo>
                  <a:lnTo>
                    <a:pt x="106516" y="68769"/>
                  </a:lnTo>
                  <a:cubicBezTo>
                    <a:pt x="106516" y="72788"/>
                    <a:pt x="106740" y="74018"/>
                    <a:pt x="115344" y="74018"/>
                  </a:cubicBezTo>
                  <a:lnTo>
                    <a:pt x="118026" y="74018"/>
                  </a:lnTo>
                  <a:lnTo>
                    <a:pt x="118026" y="77480"/>
                  </a:lnTo>
                  <a:cubicBezTo>
                    <a:pt x="114117" y="77148"/>
                    <a:pt x="105846" y="77148"/>
                    <a:pt x="101601" y="77148"/>
                  </a:cubicBezTo>
                  <a:cubicBezTo>
                    <a:pt x="97351" y="77148"/>
                    <a:pt x="88972" y="77148"/>
                    <a:pt x="85059" y="77480"/>
                  </a:cubicBezTo>
                  <a:lnTo>
                    <a:pt x="85059" y="74018"/>
                  </a:lnTo>
                  <a:lnTo>
                    <a:pt x="87741" y="74018"/>
                  </a:lnTo>
                  <a:cubicBezTo>
                    <a:pt x="96345" y="74018"/>
                    <a:pt x="96570" y="72788"/>
                    <a:pt x="96570" y="68769"/>
                  </a:cubicBezTo>
                  <a:lnTo>
                    <a:pt x="96570" y="26660"/>
                  </a:lnTo>
                  <a:cubicBezTo>
                    <a:pt x="96570" y="10909"/>
                    <a:pt x="109535" y="-1264"/>
                    <a:pt x="124734" y="-1264"/>
                  </a:cubicBezTo>
                  <a:cubicBezTo>
                    <a:pt x="137587" y="-1264"/>
                    <a:pt x="147641" y="9122"/>
                    <a:pt x="149542" y="21856"/>
                  </a:cubicBezTo>
                  <a:cubicBezTo>
                    <a:pt x="149878" y="24092"/>
                    <a:pt x="149878" y="25094"/>
                    <a:pt x="149878" y="29562"/>
                  </a:cubicBezTo>
                  <a:lnTo>
                    <a:pt x="149878" y="65307"/>
                  </a:lnTo>
                  <a:cubicBezTo>
                    <a:pt x="149878" y="68993"/>
                    <a:pt x="149878" y="74018"/>
                    <a:pt x="161389" y="74018"/>
                  </a:cubicBezTo>
                  <a:lnTo>
                    <a:pt x="161389" y="77480"/>
                  </a:lnTo>
                  <a:cubicBezTo>
                    <a:pt x="157367" y="77368"/>
                    <a:pt x="152003" y="77148"/>
                    <a:pt x="148202" y="77148"/>
                  </a:cubicBezTo>
                  <a:cubicBezTo>
                    <a:pt x="144290" y="77148"/>
                    <a:pt x="138926" y="77368"/>
                    <a:pt x="134904" y="77480"/>
                  </a:cubicBezTo>
                  <a:lnTo>
                    <a:pt x="134904" y="74018"/>
                  </a:lnTo>
                  <a:cubicBezTo>
                    <a:pt x="146415" y="74018"/>
                    <a:pt x="146415" y="68769"/>
                    <a:pt x="146415" y="65752"/>
                  </a:cubicBezTo>
                  <a:lnTo>
                    <a:pt x="146415" y="26993"/>
                  </a:lnTo>
                  <a:close/>
                  <a:moveTo>
                    <a:pt x="234601" y="66533"/>
                  </a:moveTo>
                  <a:cubicBezTo>
                    <a:pt x="236164" y="70668"/>
                    <a:pt x="239184" y="73906"/>
                    <a:pt x="246781" y="74018"/>
                  </a:cubicBezTo>
                  <a:lnTo>
                    <a:pt x="246781" y="77480"/>
                  </a:lnTo>
                  <a:cubicBezTo>
                    <a:pt x="243316" y="77256"/>
                    <a:pt x="238847" y="77148"/>
                    <a:pt x="235941" y="77148"/>
                  </a:cubicBezTo>
                  <a:cubicBezTo>
                    <a:pt x="232589" y="77148"/>
                    <a:pt x="226106" y="77368"/>
                    <a:pt x="223203" y="77480"/>
                  </a:cubicBezTo>
                  <a:lnTo>
                    <a:pt x="223203" y="74018"/>
                  </a:lnTo>
                  <a:cubicBezTo>
                    <a:pt x="229013" y="73906"/>
                    <a:pt x="231361" y="71001"/>
                    <a:pt x="231361" y="68433"/>
                  </a:cubicBezTo>
                  <a:cubicBezTo>
                    <a:pt x="231361" y="67539"/>
                    <a:pt x="231025" y="66870"/>
                    <a:pt x="230800" y="66201"/>
                  </a:cubicBezTo>
                  <a:lnTo>
                    <a:pt x="210350" y="12363"/>
                  </a:lnTo>
                  <a:lnTo>
                    <a:pt x="189006" y="68769"/>
                  </a:lnTo>
                  <a:cubicBezTo>
                    <a:pt x="188332" y="70332"/>
                    <a:pt x="188332" y="70556"/>
                    <a:pt x="188332" y="70781"/>
                  </a:cubicBezTo>
                  <a:cubicBezTo>
                    <a:pt x="188332" y="74018"/>
                    <a:pt x="194702" y="74018"/>
                    <a:pt x="197497" y="74018"/>
                  </a:cubicBezTo>
                  <a:lnTo>
                    <a:pt x="197497" y="77480"/>
                  </a:lnTo>
                  <a:cubicBezTo>
                    <a:pt x="193475" y="77148"/>
                    <a:pt x="185762" y="77148"/>
                    <a:pt x="181517" y="77148"/>
                  </a:cubicBezTo>
                  <a:cubicBezTo>
                    <a:pt x="176153" y="77148"/>
                    <a:pt x="171345" y="77368"/>
                    <a:pt x="167324" y="77480"/>
                  </a:cubicBezTo>
                  <a:lnTo>
                    <a:pt x="167324" y="74018"/>
                  </a:lnTo>
                  <a:cubicBezTo>
                    <a:pt x="174589" y="74018"/>
                    <a:pt x="176710" y="74018"/>
                    <a:pt x="178273" y="69775"/>
                  </a:cubicBezTo>
                  <a:lnTo>
                    <a:pt x="204204" y="1193"/>
                  </a:lnTo>
                  <a:cubicBezTo>
                    <a:pt x="204986" y="-931"/>
                    <a:pt x="205544" y="-1264"/>
                    <a:pt x="206999" y="-1264"/>
                  </a:cubicBezTo>
                  <a:cubicBezTo>
                    <a:pt x="208895" y="-1264"/>
                    <a:pt x="209119" y="-707"/>
                    <a:pt x="209680" y="856"/>
                  </a:cubicBezTo>
                  <a:lnTo>
                    <a:pt x="234601" y="66533"/>
                  </a:lnTo>
                  <a:close/>
                </a:path>
              </a:pathLst>
            </a:custGeom>
            <a:solidFill>
              <a:srgbClr val="000000"/>
            </a:solidFill>
            <a:ln w="25400" cap="flat">
              <a:noFill/>
              <a:prstDash val="solid"/>
              <a:miter/>
            </a:ln>
          </p:spPr>
          <p:txBody>
            <a:bodyPr/>
            <a:lstStyle/>
            <a:p>
              <a:endParaRPr lang="en-GB"/>
            </a:p>
          </p:txBody>
        </p:sp>
        <p:sp>
          <p:nvSpPr>
            <p:cNvPr id="2456" name="Freeform: Shape 2455">
              <a:extLst>
                <a:ext uri="{FF2B5EF4-FFF2-40B4-BE49-F238E27FC236}">
                  <a16:creationId xmlns:a16="http://schemas.microsoft.com/office/drawing/2014/main" id="{7724B78D-8E75-6203-4C21-7495E78F1584}"/>
                </a:ext>
              </a:extLst>
            </p:cNvPr>
            <p:cNvSpPr/>
            <p:nvPr>
              <p:custDataLst>
                <p:tags r:id="rId151"/>
              </p:custDataLst>
            </p:nvPr>
          </p:nvSpPr>
          <p:spPr>
            <a:xfrm flipV="1">
              <a:off x="10531105" y="-4049956"/>
              <a:ext cx="13077" cy="33397"/>
            </a:xfrm>
            <a:custGeom>
              <a:avLst/>
              <a:gdLst>
                <a:gd name="csX0" fmla="*/ 13078 w 13077"/>
                <a:gd name="csY0" fmla="*/ 20413 h 33397"/>
                <a:gd name="csX1" fmla="*/ 5925 w 13077"/>
                <a:gd name="csY1" fmla="*/ 32141 h 33397"/>
                <a:gd name="csX2" fmla="*/ 0 w 13077"/>
                <a:gd name="csY2" fmla="*/ 26219 h 33397"/>
                <a:gd name="csX3" fmla="*/ 5925 w 13077"/>
                <a:gd name="csY3" fmla="*/ 20301 h 33397"/>
                <a:gd name="csX4" fmla="*/ 9835 w 13077"/>
                <a:gd name="csY4" fmla="*/ 21751 h 33397"/>
                <a:gd name="csX5" fmla="*/ 10395 w 13077"/>
                <a:gd name="csY5" fmla="*/ 22088 h 33397"/>
                <a:gd name="csX6" fmla="*/ 10620 w 13077"/>
                <a:gd name="csY6" fmla="*/ 20413 h 33397"/>
                <a:gd name="csX7" fmla="*/ 3019 w 13077"/>
                <a:gd name="csY7" fmla="*/ 1761 h 33397"/>
                <a:gd name="csX8" fmla="*/ 1788 w 13077"/>
                <a:gd name="csY8" fmla="*/ -27 h 33397"/>
                <a:gd name="csX9" fmla="*/ 2907 w 13077"/>
                <a:gd name="csY9" fmla="*/ -1257 h 33397"/>
                <a:gd name="csX10" fmla="*/ 13078 w 13077"/>
                <a:gd name="csY10" fmla="*/ 20413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8" y="20413"/>
                  </a:moveTo>
                  <a:cubicBezTo>
                    <a:pt x="13078" y="27786"/>
                    <a:pt x="10283" y="32141"/>
                    <a:pt x="5925" y="32141"/>
                  </a:cubicBezTo>
                  <a:cubicBezTo>
                    <a:pt x="2237" y="32141"/>
                    <a:pt x="0" y="29348"/>
                    <a:pt x="0" y="26219"/>
                  </a:cubicBezTo>
                  <a:cubicBezTo>
                    <a:pt x="0" y="23206"/>
                    <a:pt x="2237" y="20301"/>
                    <a:pt x="5925" y="20301"/>
                  </a:cubicBezTo>
                  <a:cubicBezTo>
                    <a:pt x="7265" y="20301"/>
                    <a:pt x="8719" y="20749"/>
                    <a:pt x="9835" y="21751"/>
                  </a:cubicBezTo>
                  <a:cubicBezTo>
                    <a:pt x="10171" y="21976"/>
                    <a:pt x="10283" y="22088"/>
                    <a:pt x="10395" y="22088"/>
                  </a:cubicBezTo>
                  <a:cubicBezTo>
                    <a:pt x="10508" y="22088"/>
                    <a:pt x="10620" y="21976"/>
                    <a:pt x="10620" y="20413"/>
                  </a:cubicBezTo>
                  <a:cubicBezTo>
                    <a:pt x="10620" y="12147"/>
                    <a:pt x="6707" y="5447"/>
                    <a:pt x="3019" y="1761"/>
                  </a:cubicBezTo>
                  <a:cubicBezTo>
                    <a:pt x="1788" y="530"/>
                    <a:pt x="1788" y="307"/>
                    <a:pt x="1788" y="-27"/>
                  </a:cubicBezTo>
                  <a:cubicBezTo>
                    <a:pt x="1788" y="-812"/>
                    <a:pt x="2349" y="-1257"/>
                    <a:pt x="2907" y="-1257"/>
                  </a:cubicBezTo>
                  <a:cubicBezTo>
                    <a:pt x="4137" y="-1257"/>
                    <a:pt x="13078" y="7343"/>
                    <a:pt x="13078" y="20413"/>
                  </a:cubicBezTo>
                  <a:close/>
                </a:path>
              </a:pathLst>
            </a:custGeom>
            <a:solidFill>
              <a:srgbClr val="000000"/>
            </a:solidFill>
            <a:ln w="25400" cap="flat">
              <a:noFill/>
              <a:prstDash val="solid"/>
              <a:miter/>
            </a:ln>
          </p:spPr>
          <p:txBody>
            <a:bodyPr/>
            <a:lstStyle/>
            <a:p>
              <a:endParaRPr lang="en-GB"/>
            </a:p>
          </p:txBody>
        </p:sp>
        <p:sp>
          <p:nvSpPr>
            <p:cNvPr id="2457" name="Freeform: Shape 2456">
              <a:extLst>
                <a:ext uri="{FF2B5EF4-FFF2-40B4-BE49-F238E27FC236}">
                  <a16:creationId xmlns:a16="http://schemas.microsoft.com/office/drawing/2014/main" id="{005257DA-4E41-19A2-0139-0123D15D64C2}"/>
                </a:ext>
              </a:extLst>
            </p:cNvPr>
            <p:cNvSpPr/>
            <p:nvPr>
              <p:custDataLst>
                <p:tags r:id="rId152"/>
              </p:custDataLst>
            </p:nvPr>
          </p:nvSpPr>
          <p:spPr>
            <a:xfrm flipV="1">
              <a:off x="10577432" y="-4118090"/>
              <a:ext cx="245330" cy="82430"/>
            </a:xfrm>
            <a:custGeom>
              <a:avLst/>
              <a:gdLst>
                <a:gd name="csX0" fmla="*/ 60012 w 245330"/>
                <a:gd name="csY0" fmla="*/ 8228 h 82430"/>
                <a:gd name="csX1" fmla="*/ 67165 w 245330"/>
                <a:gd name="csY1" fmla="*/ 1304 h 82430"/>
                <a:gd name="csX2" fmla="*/ 68171 w 245330"/>
                <a:gd name="csY2" fmla="*/ 3873 h 82430"/>
                <a:gd name="csX3" fmla="*/ 68171 w 245330"/>
                <a:gd name="csY3" fmla="*/ 23307 h 82430"/>
                <a:gd name="csX4" fmla="*/ 75884 w 245330"/>
                <a:gd name="csY4" fmla="*/ 28223 h 82430"/>
                <a:gd name="csX5" fmla="*/ 75884 w 245330"/>
                <a:gd name="csY5" fmla="*/ 31685 h 82430"/>
                <a:gd name="csX6" fmla="*/ 62250 w 245330"/>
                <a:gd name="csY6" fmla="*/ 31348 h 82430"/>
                <a:gd name="csX7" fmla="*/ 44257 w 245330"/>
                <a:gd name="csY7" fmla="*/ 31685 h 82430"/>
                <a:gd name="csX8" fmla="*/ 44257 w 245330"/>
                <a:gd name="csY8" fmla="*/ 28223 h 82430"/>
                <a:gd name="csX9" fmla="*/ 47833 w 245330"/>
                <a:gd name="csY9" fmla="*/ 28223 h 82430"/>
                <a:gd name="csX10" fmla="*/ 58224 w 245330"/>
                <a:gd name="csY10" fmla="*/ 22862 h 82430"/>
                <a:gd name="csX11" fmla="*/ 58224 w 245330"/>
                <a:gd name="csY11" fmla="*/ 15713 h 82430"/>
                <a:gd name="csX12" fmla="*/ 40905 w 245330"/>
                <a:gd name="csY12" fmla="*/ 2198 h 82430"/>
                <a:gd name="csX13" fmla="*/ 11510 w 245330"/>
                <a:gd name="csY13" fmla="*/ 39394 h 82430"/>
                <a:gd name="csX14" fmla="*/ 40231 w 245330"/>
                <a:gd name="csY14" fmla="*/ 76475 h 82430"/>
                <a:gd name="csX15" fmla="*/ 64595 w 245330"/>
                <a:gd name="csY15" fmla="*/ 50004 h 82430"/>
                <a:gd name="csX16" fmla="*/ 66383 w 245330"/>
                <a:gd name="csY16" fmla="*/ 48105 h 82430"/>
                <a:gd name="csX17" fmla="*/ 68171 w 245330"/>
                <a:gd name="csY17" fmla="*/ 50786 h 82430"/>
                <a:gd name="csX18" fmla="*/ 68171 w 245330"/>
                <a:gd name="csY18" fmla="*/ 77256 h 82430"/>
                <a:gd name="csX19" fmla="*/ 66944 w 245330"/>
                <a:gd name="csY19" fmla="*/ 79940 h 82430"/>
                <a:gd name="csX20" fmla="*/ 65156 w 245330"/>
                <a:gd name="csY20" fmla="*/ 78598 h 82430"/>
                <a:gd name="csX21" fmla="*/ 59567 w 245330"/>
                <a:gd name="csY21" fmla="*/ 70332 h 82430"/>
                <a:gd name="csX22" fmla="*/ 38892 w 245330"/>
                <a:gd name="csY22" fmla="*/ 79940 h 82430"/>
                <a:gd name="csX23" fmla="*/ 0 w 245330"/>
                <a:gd name="csY23" fmla="*/ 39394 h 82430"/>
                <a:gd name="csX24" fmla="*/ 39117 w 245330"/>
                <a:gd name="csY24" fmla="*/ -1264 h 82430"/>
                <a:gd name="csX25" fmla="*/ 60012 w 245330"/>
                <a:gd name="csY25" fmla="*/ 8228 h 82430"/>
                <a:gd name="csX26" fmla="*/ 146414 w 245330"/>
                <a:gd name="csY26" fmla="*/ 26993 h 82430"/>
                <a:gd name="csX27" fmla="*/ 124958 w 245330"/>
                <a:gd name="csY27" fmla="*/ 2198 h 82430"/>
                <a:gd name="csX28" fmla="*/ 106517 w 245330"/>
                <a:gd name="csY28" fmla="*/ 26211 h 82430"/>
                <a:gd name="csX29" fmla="*/ 106517 w 245330"/>
                <a:gd name="csY29" fmla="*/ 68769 h 82430"/>
                <a:gd name="csX30" fmla="*/ 115344 w 245330"/>
                <a:gd name="csY30" fmla="*/ 74018 h 82430"/>
                <a:gd name="csX31" fmla="*/ 118027 w 245330"/>
                <a:gd name="csY31" fmla="*/ 74018 h 82430"/>
                <a:gd name="csX32" fmla="*/ 118027 w 245330"/>
                <a:gd name="csY32" fmla="*/ 77480 h 82430"/>
                <a:gd name="csX33" fmla="*/ 101601 w 245330"/>
                <a:gd name="csY33" fmla="*/ 77148 h 82430"/>
                <a:gd name="csX34" fmla="*/ 85059 w 245330"/>
                <a:gd name="csY34" fmla="*/ 77480 h 82430"/>
                <a:gd name="csX35" fmla="*/ 85059 w 245330"/>
                <a:gd name="csY35" fmla="*/ 74018 h 82430"/>
                <a:gd name="csX36" fmla="*/ 87741 w 245330"/>
                <a:gd name="csY36" fmla="*/ 74018 h 82430"/>
                <a:gd name="csX37" fmla="*/ 96570 w 245330"/>
                <a:gd name="csY37" fmla="*/ 68769 h 82430"/>
                <a:gd name="csX38" fmla="*/ 96570 w 245330"/>
                <a:gd name="csY38" fmla="*/ 26660 h 82430"/>
                <a:gd name="csX39" fmla="*/ 124733 w 245330"/>
                <a:gd name="csY39" fmla="*/ -1264 h 82430"/>
                <a:gd name="csX40" fmla="*/ 149542 w 245330"/>
                <a:gd name="csY40" fmla="*/ 21856 h 82430"/>
                <a:gd name="csX41" fmla="*/ 149879 w 245330"/>
                <a:gd name="csY41" fmla="*/ 29561 h 82430"/>
                <a:gd name="csX42" fmla="*/ 149879 w 245330"/>
                <a:gd name="csY42" fmla="*/ 65307 h 82430"/>
                <a:gd name="csX43" fmla="*/ 161389 w 245330"/>
                <a:gd name="csY43" fmla="*/ 74018 h 82430"/>
                <a:gd name="csX44" fmla="*/ 161389 w 245330"/>
                <a:gd name="csY44" fmla="*/ 77480 h 82430"/>
                <a:gd name="csX45" fmla="*/ 148203 w 245330"/>
                <a:gd name="csY45" fmla="*/ 77148 h 82430"/>
                <a:gd name="csX46" fmla="*/ 134905 w 245330"/>
                <a:gd name="csY46" fmla="*/ 77480 h 82430"/>
                <a:gd name="csX47" fmla="*/ 134905 w 245330"/>
                <a:gd name="csY47" fmla="*/ 74018 h 82430"/>
                <a:gd name="csX48" fmla="*/ 146414 w 245330"/>
                <a:gd name="csY48" fmla="*/ 65752 h 82430"/>
                <a:gd name="csX49" fmla="*/ 146414 w 245330"/>
                <a:gd name="csY49" fmla="*/ 26993 h 82430"/>
                <a:gd name="csX50" fmla="*/ 209681 w 245330"/>
                <a:gd name="csY50" fmla="*/ 78935 h 82430"/>
                <a:gd name="csX51" fmla="*/ 207107 w 245330"/>
                <a:gd name="csY51" fmla="*/ 81166 h 82430"/>
                <a:gd name="csX52" fmla="*/ 204425 w 245330"/>
                <a:gd name="csY52" fmla="*/ 78935 h 82430"/>
                <a:gd name="csX53" fmla="*/ 181293 w 245330"/>
                <a:gd name="csY53" fmla="*/ 12139 h 82430"/>
                <a:gd name="csX54" fmla="*/ 168775 w 245330"/>
                <a:gd name="csY54" fmla="*/ 4654 h 82430"/>
                <a:gd name="csX55" fmla="*/ 168775 w 245330"/>
                <a:gd name="csY55" fmla="*/ 1193 h 82430"/>
                <a:gd name="csX56" fmla="*/ 180174 w 245330"/>
                <a:gd name="csY56" fmla="*/ 1529 h 82430"/>
                <a:gd name="csX57" fmla="*/ 193027 w 245330"/>
                <a:gd name="csY57" fmla="*/ 1193 h 82430"/>
                <a:gd name="csX58" fmla="*/ 193027 w 245330"/>
                <a:gd name="csY58" fmla="*/ 4654 h 82430"/>
                <a:gd name="csX59" fmla="*/ 184644 w 245330"/>
                <a:gd name="csY59" fmla="*/ 10352 h 82430"/>
                <a:gd name="csX60" fmla="*/ 184868 w 245330"/>
                <a:gd name="csY60" fmla="*/ 12027 h 82430"/>
                <a:gd name="csX61" fmla="*/ 190008 w 245330"/>
                <a:gd name="csY61" fmla="*/ 26660 h 82430"/>
                <a:gd name="csX62" fmla="*/ 217615 w 245330"/>
                <a:gd name="csY62" fmla="*/ 26660 h 82430"/>
                <a:gd name="csX63" fmla="*/ 223537 w 245330"/>
                <a:gd name="csY63" fmla="*/ 9570 h 82430"/>
                <a:gd name="csX64" fmla="*/ 223873 w 245330"/>
                <a:gd name="csY64" fmla="*/ 8004 h 82430"/>
                <a:gd name="csX65" fmla="*/ 214596 w 245330"/>
                <a:gd name="csY65" fmla="*/ 4654 h 82430"/>
                <a:gd name="csX66" fmla="*/ 214596 w 245330"/>
                <a:gd name="csY66" fmla="*/ 1193 h 82430"/>
                <a:gd name="csX67" fmla="*/ 230689 w 245330"/>
                <a:gd name="csY67" fmla="*/ 1529 h 82430"/>
                <a:gd name="csX68" fmla="*/ 245330 w 245330"/>
                <a:gd name="csY68" fmla="*/ 1193 h 82430"/>
                <a:gd name="csX69" fmla="*/ 245330 w 245330"/>
                <a:gd name="csY69" fmla="*/ 4654 h 82430"/>
                <a:gd name="csX70" fmla="*/ 243317 w 245330"/>
                <a:gd name="csY70" fmla="*/ 4654 h 82430"/>
                <a:gd name="csX71" fmla="*/ 233819 w 245330"/>
                <a:gd name="csY71" fmla="*/ 9122 h 82430"/>
                <a:gd name="csX72" fmla="*/ 209681 w 245330"/>
                <a:gd name="csY72" fmla="*/ 78935 h 82430"/>
                <a:gd name="csX73" fmla="*/ 203755 w 245330"/>
                <a:gd name="csY73" fmla="*/ 66425 h 82430"/>
                <a:gd name="csX74" fmla="*/ 216384 w 245330"/>
                <a:gd name="csY74" fmla="*/ 30122 h 82430"/>
                <a:gd name="csX75" fmla="*/ 191239 w 245330"/>
                <a:gd name="csY75" fmla="*/ 30122 h 82430"/>
                <a:gd name="csX76" fmla="*/ 203755 w 245330"/>
                <a:gd name="csY76" fmla="*/ 66425 h 82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Lst>
              <a:rect l="l" t="t" r="r" b="b"/>
              <a:pathLst>
                <a:path w="245330" h="82430">
                  <a:moveTo>
                    <a:pt x="60012" y="8228"/>
                  </a:moveTo>
                  <a:cubicBezTo>
                    <a:pt x="61467" y="5772"/>
                    <a:pt x="65938" y="1304"/>
                    <a:pt x="67165" y="1304"/>
                  </a:cubicBezTo>
                  <a:cubicBezTo>
                    <a:pt x="68171" y="1304"/>
                    <a:pt x="68171" y="2198"/>
                    <a:pt x="68171" y="3873"/>
                  </a:cubicBezTo>
                  <a:lnTo>
                    <a:pt x="68171" y="23307"/>
                  </a:lnTo>
                  <a:cubicBezTo>
                    <a:pt x="68171" y="27666"/>
                    <a:pt x="68620" y="28223"/>
                    <a:pt x="75884" y="28223"/>
                  </a:cubicBezTo>
                  <a:lnTo>
                    <a:pt x="75884" y="31685"/>
                  </a:lnTo>
                  <a:cubicBezTo>
                    <a:pt x="71747" y="31573"/>
                    <a:pt x="65601" y="31348"/>
                    <a:pt x="62250" y="31348"/>
                  </a:cubicBezTo>
                  <a:cubicBezTo>
                    <a:pt x="57779" y="31348"/>
                    <a:pt x="48278" y="31348"/>
                    <a:pt x="44257" y="31685"/>
                  </a:cubicBezTo>
                  <a:lnTo>
                    <a:pt x="44257" y="28223"/>
                  </a:lnTo>
                  <a:lnTo>
                    <a:pt x="47833" y="28223"/>
                  </a:lnTo>
                  <a:cubicBezTo>
                    <a:pt x="57891" y="28223"/>
                    <a:pt x="58224" y="26993"/>
                    <a:pt x="58224" y="22862"/>
                  </a:cubicBezTo>
                  <a:lnTo>
                    <a:pt x="58224" y="15713"/>
                  </a:lnTo>
                  <a:cubicBezTo>
                    <a:pt x="58224" y="3203"/>
                    <a:pt x="44032" y="2198"/>
                    <a:pt x="40905" y="2198"/>
                  </a:cubicBezTo>
                  <a:cubicBezTo>
                    <a:pt x="33640" y="2198"/>
                    <a:pt x="11510" y="6109"/>
                    <a:pt x="11510" y="39394"/>
                  </a:cubicBezTo>
                  <a:cubicBezTo>
                    <a:pt x="11510" y="72788"/>
                    <a:pt x="33528" y="76475"/>
                    <a:pt x="40231" y="76475"/>
                  </a:cubicBezTo>
                  <a:cubicBezTo>
                    <a:pt x="52191" y="76475"/>
                    <a:pt x="62361" y="66425"/>
                    <a:pt x="64595" y="50004"/>
                  </a:cubicBezTo>
                  <a:cubicBezTo>
                    <a:pt x="64819" y="48442"/>
                    <a:pt x="64819" y="48105"/>
                    <a:pt x="66383" y="48105"/>
                  </a:cubicBezTo>
                  <a:cubicBezTo>
                    <a:pt x="68171" y="48105"/>
                    <a:pt x="68171" y="48442"/>
                    <a:pt x="68171" y="50786"/>
                  </a:cubicBezTo>
                  <a:lnTo>
                    <a:pt x="68171" y="77256"/>
                  </a:lnTo>
                  <a:cubicBezTo>
                    <a:pt x="68171" y="79155"/>
                    <a:pt x="68171" y="79940"/>
                    <a:pt x="66944" y="79940"/>
                  </a:cubicBezTo>
                  <a:cubicBezTo>
                    <a:pt x="66495" y="79940"/>
                    <a:pt x="66050" y="79940"/>
                    <a:pt x="65156" y="78598"/>
                  </a:cubicBezTo>
                  <a:lnTo>
                    <a:pt x="59567" y="70332"/>
                  </a:lnTo>
                  <a:cubicBezTo>
                    <a:pt x="55991" y="73906"/>
                    <a:pt x="49957" y="79940"/>
                    <a:pt x="38892" y="79940"/>
                  </a:cubicBezTo>
                  <a:cubicBezTo>
                    <a:pt x="18105" y="79940"/>
                    <a:pt x="0" y="62290"/>
                    <a:pt x="0" y="39394"/>
                  </a:cubicBezTo>
                  <a:cubicBezTo>
                    <a:pt x="0" y="16495"/>
                    <a:pt x="17881" y="-1264"/>
                    <a:pt x="39117" y="-1264"/>
                  </a:cubicBezTo>
                  <a:cubicBezTo>
                    <a:pt x="47275" y="-1264"/>
                    <a:pt x="56215" y="1641"/>
                    <a:pt x="60012" y="8228"/>
                  </a:cubicBezTo>
                  <a:close/>
                  <a:moveTo>
                    <a:pt x="146414" y="26993"/>
                  </a:moveTo>
                  <a:cubicBezTo>
                    <a:pt x="146414" y="11133"/>
                    <a:pt x="135574" y="2198"/>
                    <a:pt x="124958" y="2198"/>
                  </a:cubicBezTo>
                  <a:cubicBezTo>
                    <a:pt x="119703" y="2198"/>
                    <a:pt x="106517" y="4991"/>
                    <a:pt x="106517" y="26211"/>
                  </a:cubicBezTo>
                  <a:lnTo>
                    <a:pt x="106517" y="68769"/>
                  </a:lnTo>
                  <a:cubicBezTo>
                    <a:pt x="106517" y="72788"/>
                    <a:pt x="106741" y="74018"/>
                    <a:pt x="115344" y="74018"/>
                  </a:cubicBezTo>
                  <a:lnTo>
                    <a:pt x="118027" y="74018"/>
                  </a:lnTo>
                  <a:lnTo>
                    <a:pt x="118027" y="77480"/>
                  </a:lnTo>
                  <a:cubicBezTo>
                    <a:pt x="114118" y="77148"/>
                    <a:pt x="105847" y="77148"/>
                    <a:pt x="101601" y="77148"/>
                  </a:cubicBezTo>
                  <a:cubicBezTo>
                    <a:pt x="97351" y="77148"/>
                    <a:pt x="88972" y="77148"/>
                    <a:pt x="85059" y="77480"/>
                  </a:cubicBezTo>
                  <a:lnTo>
                    <a:pt x="85059" y="74018"/>
                  </a:lnTo>
                  <a:lnTo>
                    <a:pt x="87741" y="74018"/>
                  </a:lnTo>
                  <a:cubicBezTo>
                    <a:pt x="96345" y="74018"/>
                    <a:pt x="96570" y="72788"/>
                    <a:pt x="96570" y="68769"/>
                  </a:cubicBezTo>
                  <a:lnTo>
                    <a:pt x="96570" y="26660"/>
                  </a:lnTo>
                  <a:cubicBezTo>
                    <a:pt x="96570" y="10909"/>
                    <a:pt x="109535" y="-1264"/>
                    <a:pt x="124733" y="-1264"/>
                  </a:cubicBezTo>
                  <a:cubicBezTo>
                    <a:pt x="137586" y="-1264"/>
                    <a:pt x="147642" y="9122"/>
                    <a:pt x="149542" y="21856"/>
                  </a:cubicBezTo>
                  <a:cubicBezTo>
                    <a:pt x="149879" y="24092"/>
                    <a:pt x="149879" y="25094"/>
                    <a:pt x="149879" y="29561"/>
                  </a:cubicBezTo>
                  <a:lnTo>
                    <a:pt x="149879" y="65307"/>
                  </a:lnTo>
                  <a:cubicBezTo>
                    <a:pt x="149879" y="68993"/>
                    <a:pt x="149879" y="74018"/>
                    <a:pt x="161389" y="74018"/>
                  </a:cubicBezTo>
                  <a:lnTo>
                    <a:pt x="161389" y="77480"/>
                  </a:lnTo>
                  <a:cubicBezTo>
                    <a:pt x="157368" y="77368"/>
                    <a:pt x="152003" y="77148"/>
                    <a:pt x="148203" y="77148"/>
                  </a:cubicBezTo>
                  <a:cubicBezTo>
                    <a:pt x="144289" y="77148"/>
                    <a:pt x="138926" y="77368"/>
                    <a:pt x="134905" y="77480"/>
                  </a:cubicBezTo>
                  <a:lnTo>
                    <a:pt x="134905" y="74018"/>
                  </a:lnTo>
                  <a:cubicBezTo>
                    <a:pt x="146414" y="74018"/>
                    <a:pt x="146414" y="68769"/>
                    <a:pt x="146414" y="65752"/>
                  </a:cubicBezTo>
                  <a:lnTo>
                    <a:pt x="146414" y="26993"/>
                  </a:lnTo>
                  <a:close/>
                  <a:moveTo>
                    <a:pt x="209681" y="78935"/>
                  </a:moveTo>
                  <a:cubicBezTo>
                    <a:pt x="209120" y="80385"/>
                    <a:pt x="208896" y="81166"/>
                    <a:pt x="207107" y="81166"/>
                  </a:cubicBezTo>
                  <a:cubicBezTo>
                    <a:pt x="205319" y="81166"/>
                    <a:pt x="204986" y="80497"/>
                    <a:pt x="204425" y="78935"/>
                  </a:cubicBezTo>
                  <a:lnTo>
                    <a:pt x="181293" y="12139"/>
                  </a:lnTo>
                  <a:cubicBezTo>
                    <a:pt x="179280" y="6441"/>
                    <a:pt x="174809" y="4767"/>
                    <a:pt x="168775" y="4654"/>
                  </a:cubicBezTo>
                  <a:lnTo>
                    <a:pt x="168775" y="1193"/>
                  </a:lnTo>
                  <a:cubicBezTo>
                    <a:pt x="171346" y="1304"/>
                    <a:pt x="176152" y="1529"/>
                    <a:pt x="180174" y="1529"/>
                  </a:cubicBezTo>
                  <a:cubicBezTo>
                    <a:pt x="183641" y="1529"/>
                    <a:pt x="189450" y="1304"/>
                    <a:pt x="193027" y="1193"/>
                  </a:cubicBezTo>
                  <a:lnTo>
                    <a:pt x="193027" y="4654"/>
                  </a:lnTo>
                  <a:cubicBezTo>
                    <a:pt x="187439" y="4654"/>
                    <a:pt x="184644" y="7447"/>
                    <a:pt x="184644" y="10352"/>
                  </a:cubicBezTo>
                  <a:cubicBezTo>
                    <a:pt x="184644" y="10685"/>
                    <a:pt x="184756" y="11803"/>
                    <a:pt x="184868" y="12027"/>
                  </a:cubicBezTo>
                  <a:lnTo>
                    <a:pt x="190008" y="26660"/>
                  </a:lnTo>
                  <a:lnTo>
                    <a:pt x="217615" y="26660"/>
                  </a:lnTo>
                  <a:lnTo>
                    <a:pt x="223537" y="9570"/>
                  </a:lnTo>
                  <a:cubicBezTo>
                    <a:pt x="223649" y="9122"/>
                    <a:pt x="223873" y="8453"/>
                    <a:pt x="223873" y="8004"/>
                  </a:cubicBezTo>
                  <a:cubicBezTo>
                    <a:pt x="223873" y="4654"/>
                    <a:pt x="217615" y="4654"/>
                    <a:pt x="214596" y="4654"/>
                  </a:cubicBezTo>
                  <a:lnTo>
                    <a:pt x="214596" y="1193"/>
                  </a:lnTo>
                  <a:cubicBezTo>
                    <a:pt x="218621" y="1529"/>
                    <a:pt x="226442" y="1529"/>
                    <a:pt x="230689" y="1529"/>
                  </a:cubicBezTo>
                  <a:cubicBezTo>
                    <a:pt x="235495" y="1529"/>
                    <a:pt x="240635" y="1416"/>
                    <a:pt x="245330" y="1193"/>
                  </a:cubicBezTo>
                  <a:lnTo>
                    <a:pt x="245330" y="4654"/>
                  </a:lnTo>
                  <a:lnTo>
                    <a:pt x="243317" y="4654"/>
                  </a:lnTo>
                  <a:cubicBezTo>
                    <a:pt x="236614" y="4654"/>
                    <a:pt x="235047" y="5436"/>
                    <a:pt x="233819" y="9122"/>
                  </a:cubicBezTo>
                  <a:lnTo>
                    <a:pt x="209681" y="78935"/>
                  </a:lnTo>
                  <a:close/>
                  <a:moveTo>
                    <a:pt x="203755" y="66425"/>
                  </a:moveTo>
                  <a:lnTo>
                    <a:pt x="216384" y="30122"/>
                  </a:lnTo>
                  <a:lnTo>
                    <a:pt x="191239" y="30122"/>
                  </a:lnTo>
                  <a:lnTo>
                    <a:pt x="203755" y="66425"/>
                  </a:lnTo>
                  <a:close/>
                </a:path>
              </a:pathLst>
            </a:custGeom>
            <a:solidFill>
              <a:srgbClr val="000000"/>
            </a:solidFill>
            <a:ln w="25400" cap="flat">
              <a:noFill/>
              <a:prstDash val="solid"/>
              <a:miter/>
            </a:ln>
          </p:spPr>
          <p:txBody>
            <a:bodyPr/>
            <a:lstStyle/>
            <a:p>
              <a:endParaRPr lang="en-GB"/>
            </a:p>
          </p:txBody>
        </p:sp>
        <p:sp>
          <p:nvSpPr>
            <p:cNvPr id="2458" name="Freeform: Shape 2457">
              <a:extLst>
                <a:ext uri="{FF2B5EF4-FFF2-40B4-BE49-F238E27FC236}">
                  <a16:creationId xmlns:a16="http://schemas.microsoft.com/office/drawing/2014/main" id="{1ECFC547-B1B7-7242-489A-A0C683D96C83}"/>
                </a:ext>
              </a:extLst>
            </p:cNvPr>
            <p:cNvSpPr/>
            <p:nvPr>
              <p:custDataLst>
                <p:tags r:id="rId153"/>
              </p:custDataLst>
            </p:nvPr>
          </p:nvSpPr>
          <p:spPr>
            <a:xfrm flipV="1">
              <a:off x="10836145" y="-4049956"/>
              <a:ext cx="13077" cy="33397"/>
            </a:xfrm>
            <a:custGeom>
              <a:avLst/>
              <a:gdLst>
                <a:gd name="csX0" fmla="*/ 13077 w 13077"/>
                <a:gd name="csY0" fmla="*/ 20413 h 33397"/>
                <a:gd name="csX1" fmla="*/ 5925 w 13077"/>
                <a:gd name="csY1" fmla="*/ 32141 h 33397"/>
                <a:gd name="csX2" fmla="*/ 0 w 13077"/>
                <a:gd name="csY2" fmla="*/ 26219 h 33397"/>
                <a:gd name="csX3" fmla="*/ 5925 w 13077"/>
                <a:gd name="csY3" fmla="*/ 20301 h 33397"/>
                <a:gd name="csX4" fmla="*/ 9834 w 13077"/>
                <a:gd name="csY4" fmla="*/ 21751 h 33397"/>
                <a:gd name="csX5" fmla="*/ 10395 w 13077"/>
                <a:gd name="csY5" fmla="*/ 22088 h 33397"/>
                <a:gd name="csX6" fmla="*/ 10620 w 13077"/>
                <a:gd name="csY6" fmla="*/ 20413 h 33397"/>
                <a:gd name="csX7" fmla="*/ 3018 w 13077"/>
                <a:gd name="csY7" fmla="*/ 1761 h 33397"/>
                <a:gd name="csX8" fmla="*/ 1788 w 13077"/>
                <a:gd name="csY8" fmla="*/ -27 h 33397"/>
                <a:gd name="csX9" fmla="*/ 2906 w 13077"/>
                <a:gd name="csY9" fmla="*/ -1257 h 33397"/>
                <a:gd name="csX10" fmla="*/ 13077 w 13077"/>
                <a:gd name="csY10" fmla="*/ 20413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413"/>
                  </a:moveTo>
                  <a:cubicBezTo>
                    <a:pt x="13077" y="27786"/>
                    <a:pt x="10283" y="32141"/>
                    <a:pt x="5925" y="32141"/>
                  </a:cubicBezTo>
                  <a:cubicBezTo>
                    <a:pt x="2237" y="32141"/>
                    <a:pt x="0" y="29348"/>
                    <a:pt x="0" y="26219"/>
                  </a:cubicBezTo>
                  <a:cubicBezTo>
                    <a:pt x="0" y="23206"/>
                    <a:pt x="2237" y="20301"/>
                    <a:pt x="5925" y="20301"/>
                  </a:cubicBezTo>
                  <a:cubicBezTo>
                    <a:pt x="7264" y="20301"/>
                    <a:pt x="8719" y="20749"/>
                    <a:pt x="9834" y="21751"/>
                  </a:cubicBezTo>
                  <a:cubicBezTo>
                    <a:pt x="10171" y="21976"/>
                    <a:pt x="10283" y="22088"/>
                    <a:pt x="10395" y="22088"/>
                  </a:cubicBezTo>
                  <a:cubicBezTo>
                    <a:pt x="10507" y="22088"/>
                    <a:pt x="10620" y="21976"/>
                    <a:pt x="10620" y="20413"/>
                  </a:cubicBezTo>
                  <a:cubicBezTo>
                    <a:pt x="10620" y="12147"/>
                    <a:pt x="6707" y="5447"/>
                    <a:pt x="3018" y="1761"/>
                  </a:cubicBezTo>
                  <a:cubicBezTo>
                    <a:pt x="1788" y="530"/>
                    <a:pt x="1788" y="307"/>
                    <a:pt x="1788" y="-27"/>
                  </a:cubicBezTo>
                  <a:cubicBezTo>
                    <a:pt x="1788" y="-812"/>
                    <a:pt x="2349" y="-1257"/>
                    <a:pt x="2906" y="-1257"/>
                  </a:cubicBezTo>
                  <a:cubicBezTo>
                    <a:pt x="4137" y="-1257"/>
                    <a:pt x="13077" y="7343"/>
                    <a:pt x="13077" y="20413"/>
                  </a:cubicBezTo>
                  <a:close/>
                </a:path>
              </a:pathLst>
            </a:custGeom>
            <a:solidFill>
              <a:srgbClr val="000000"/>
            </a:solidFill>
            <a:ln w="25400" cap="flat">
              <a:noFill/>
              <a:prstDash val="solid"/>
              <a:miter/>
            </a:ln>
          </p:spPr>
          <p:txBody>
            <a:bodyPr/>
            <a:lstStyle/>
            <a:p>
              <a:endParaRPr lang="en-GB"/>
            </a:p>
          </p:txBody>
        </p:sp>
        <p:sp>
          <p:nvSpPr>
            <p:cNvPr id="2459" name="Freeform: Shape 2458">
              <a:extLst>
                <a:ext uri="{FF2B5EF4-FFF2-40B4-BE49-F238E27FC236}">
                  <a16:creationId xmlns:a16="http://schemas.microsoft.com/office/drawing/2014/main" id="{AACFC8CF-01AF-2F45-106D-3DFAA3121C09}"/>
                </a:ext>
              </a:extLst>
            </p:cNvPr>
            <p:cNvSpPr/>
            <p:nvPr>
              <p:custDataLst>
                <p:tags r:id="rId154"/>
              </p:custDataLst>
            </p:nvPr>
          </p:nvSpPr>
          <p:spPr>
            <a:xfrm flipV="1">
              <a:off x="10880127" y="-4114404"/>
              <a:ext cx="232475" cy="78744"/>
            </a:xfrm>
            <a:custGeom>
              <a:avLst/>
              <a:gdLst>
                <a:gd name="csX0" fmla="*/ 21457 w 232475"/>
                <a:gd name="csY0" fmla="*/ 36489 h 78744"/>
                <a:gd name="csX1" fmla="*/ 40344 w 232475"/>
                <a:gd name="csY1" fmla="*/ 36489 h 78744"/>
                <a:gd name="csX2" fmla="*/ 65825 w 232475"/>
                <a:gd name="csY2" fmla="*/ 56705 h 78744"/>
                <a:gd name="csX3" fmla="*/ 39450 w 232475"/>
                <a:gd name="csY3" fmla="*/ 77480 h 78744"/>
                <a:gd name="csX4" fmla="*/ 0 w 232475"/>
                <a:gd name="csY4" fmla="*/ 77480 h 78744"/>
                <a:gd name="csX5" fmla="*/ 0 w 232475"/>
                <a:gd name="csY5" fmla="*/ 74018 h 78744"/>
                <a:gd name="csX6" fmla="*/ 2682 w 232475"/>
                <a:gd name="csY6" fmla="*/ 74018 h 78744"/>
                <a:gd name="csX7" fmla="*/ 11510 w 232475"/>
                <a:gd name="csY7" fmla="*/ 68769 h 78744"/>
                <a:gd name="csX8" fmla="*/ 11510 w 232475"/>
                <a:gd name="csY8" fmla="*/ 9904 h 78744"/>
                <a:gd name="csX9" fmla="*/ 2682 w 232475"/>
                <a:gd name="csY9" fmla="*/ 4655 h 78744"/>
                <a:gd name="csX10" fmla="*/ 0 w 232475"/>
                <a:gd name="csY10" fmla="*/ 4655 h 78744"/>
                <a:gd name="csX11" fmla="*/ 0 w 232475"/>
                <a:gd name="csY11" fmla="*/ 1193 h 78744"/>
                <a:gd name="csX12" fmla="*/ 16426 w 232475"/>
                <a:gd name="csY12" fmla="*/ 1529 h 78744"/>
                <a:gd name="csX13" fmla="*/ 32967 w 232475"/>
                <a:gd name="csY13" fmla="*/ 1193 h 78744"/>
                <a:gd name="csX14" fmla="*/ 32967 w 232475"/>
                <a:gd name="csY14" fmla="*/ 4655 h 78744"/>
                <a:gd name="csX15" fmla="*/ 30285 w 232475"/>
                <a:gd name="csY15" fmla="*/ 4655 h 78744"/>
                <a:gd name="csX16" fmla="*/ 21457 w 232475"/>
                <a:gd name="csY16" fmla="*/ 9904 h 78744"/>
                <a:gd name="csX17" fmla="*/ 21457 w 232475"/>
                <a:gd name="csY17" fmla="*/ 36489 h 78744"/>
                <a:gd name="csX18" fmla="*/ 21120 w 232475"/>
                <a:gd name="csY18" fmla="*/ 39395 h 78744"/>
                <a:gd name="csX19" fmla="*/ 21120 w 232475"/>
                <a:gd name="csY19" fmla="*/ 69551 h 78744"/>
                <a:gd name="csX20" fmla="*/ 26597 w 232475"/>
                <a:gd name="csY20" fmla="*/ 74018 h 78744"/>
                <a:gd name="csX21" fmla="*/ 36543 w 232475"/>
                <a:gd name="csY21" fmla="*/ 74018 h 78744"/>
                <a:gd name="csX22" fmla="*/ 54312 w 232475"/>
                <a:gd name="csY22" fmla="*/ 56705 h 78744"/>
                <a:gd name="csX23" fmla="*/ 36543 w 232475"/>
                <a:gd name="csY23" fmla="*/ 39395 h 78744"/>
                <a:gd name="csX24" fmla="*/ 21120 w 232475"/>
                <a:gd name="csY24" fmla="*/ 39395 h 78744"/>
                <a:gd name="csX25" fmla="*/ 137136 w 232475"/>
                <a:gd name="csY25" fmla="*/ 26993 h 78744"/>
                <a:gd name="csX26" fmla="*/ 115680 w 232475"/>
                <a:gd name="csY26" fmla="*/ 2198 h 78744"/>
                <a:gd name="csX27" fmla="*/ 97238 w 232475"/>
                <a:gd name="csY27" fmla="*/ 26212 h 78744"/>
                <a:gd name="csX28" fmla="*/ 97238 w 232475"/>
                <a:gd name="csY28" fmla="*/ 68769 h 78744"/>
                <a:gd name="csX29" fmla="*/ 106066 w 232475"/>
                <a:gd name="csY29" fmla="*/ 74018 h 78744"/>
                <a:gd name="csX30" fmla="*/ 108748 w 232475"/>
                <a:gd name="csY30" fmla="*/ 74018 h 78744"/>
                <a:gd name="csX31" fmla="*/ 108748 w 232475"/>
                <a:gd name="csY31" fmla="*/ 77480 h 78744"/>
                <a:gd name="csX32" fmla="*/ 92322 w 232475"/>
                <a:gd name="csY32" fmla="*/ 77148 h 78744"/>
                <a:gd name="csX33" fmla="*/ 75781 w 232475"/>
                <a:gd name="csY33" fmla="*/ 77480 h 78744"/>
                <a:gd name="csX34" fmla="*/ 75781 w 232475"/>
                <a:gd name="csY34" fmla="*/ 74018 h 78744"/>
                <a:gd name="csX35" fmla="*/ 78463 w 232475"/>
                <a:gd name="csY35" fmla="*/ 74018 h 78744"/>
                <a:gd name="csX36" fmla="*/ 87291 w 232475"/>
                <a:gd name="csY36" fmla="*/ 68769 h 78744"/>
                <a:gd name="csX37" fmla="*/ 87291 w 232475"/>
                <a:gd name="csY37" fmla="*/ 26661 h 78744"/>
                <a:gd name="csX38" fmla="*/ 115455 w 232475"/>
                <a:gd name="csY38" fmla="*/ -1264 h 78744"/>
                <a:gd name="csX39" fmla="*/ 140263 w 232475"/>
                <a:gd name="csY39" fmla="*/ 21856 h 78744"/>
                <a:gd name="csX40" fmla="*/ 140600 w 232475"/>
                <a:gd name="csY40" fmla="*/ 29562 h 78744"/>
                <a:gd name="csX41" fmla="*/ 140600 w 232475"/>
                <a:gd name="csY41" fmla="*/ 65307 h 78744"/>
                <a:gd name="csX42" fmla="*/ 152111 w 232475"/>
                <a:gd name="csY42" fmla="*/ 74018 h 78744"/>
                <a:gd name="csX43" fmla="*/ 152111 w 232475"/>
                <a:gd name="csY43" fmla="*/ 77480 h 78744"/>
                <a:gd name="csX44" fmla="*/ 138924 w 232475"/>
                <a:gd name="csY44" fmla="*/ 77148 h 78744"/>
                <a:gd name="csX45" fmla="*/ 125625 w 232475"/>
                <a:gd name="csY45" fmla="*/ 77480 h 78744"/>
                <a:gd name="csX46" fmla="*/ 125625 w 232475"/>
                <a:gd name="csY46" fmla="*/ 74018 h 78744"/>
                <a:gd name="csX47" fmla="*/ 137136 w 232475"/>
                <a:gd name="csY47" fmla="*/ 65752 h 78744"/>
                <a:gd name="csX48" fmla="*/ 137136 w 232475"/>
                <a:gd name="csY48" fmla="*/ 26993 h 78744"/>
                <a:gd name="csX49" fmla="*/ 230350 w 232475"/>
                <a:gd name="csY49" fmla="*/ 76811 h 78744"/>
                <a:gd name="csX50" fmla="*/ 162068 w 232475"/>
                <a:gd name="csY50" fmla="*/ 76811 h 78744"/>
                <a:gd name="csX51" fmla="*/ 159946 w 232475"/>
                <a:gd name="csY51" fmla="*/ 51680 h 78744"/>
                <a:gd name="csX52" fmla="*/ 162736 w 232475"/>
                <a:gd name="csY52" fmla="*/ 51680 h 78744"/>
                <a:gd name="csX53" fmla="*/ 182855 w 232475"/>
                <a:gd name="csY53" fmla="*/ 73349 h 78744"/>
                <a:gd name="csX54" fmla="*/ 188888 w 232475"/>
                <a:gd name="csY54" fmla="*/ 73125 h 78744"/>
                <a:gd name="csX55" fmla="*/ 191238 w 232475"/>
                <a:gd name="csY55" fmla="*/ 68882 h 78744"/>
                <a:gd name="csX56" fmla="*/ 191238 w 232475"/>
                <a:gd name="csY56" fmla="*/ 10016 h 78744"/>
                <a:gd name="csX57" fmla="*/ 179503 w 232475"/>
                <a:gd name="csY57" fmla="*/ 4655 h 78744"/>
                <a:gd name="csX58" fmla="*/ 175033 w 232475"/>
                <a:gd name="csY58" fmla="*/ 4655 h 78744"/>
                <a:gd name="csX59" fmla="*/ 175033 w 232475"/>
                <a:gd name="csY59" fmla="*/ 1193 h 78744"/>
                <a:gd name="csX60" fmla="*/ 196153 w 232475"/>
                <a:gd name="csY60" fmla="*/ 1529 h 78744"/>
                <a:gd name="csX61" fmla="*/ 217389 w 232475"/>
                <a:gd name="csY61" fmla="*/ 1193 h 78744"/>
                <a:gd name="csX62" fmla="*/ 217389 w 232475"/>
                <a:gd name="csY62" fmla="*/ 4655 h 78744"/>
                <a:gd name="csX63" fmla="*/ 212919 w 232475"/>
                <a:gd name="csY63" fmla="*/ 4655 h 78744"/>
                <a:gd name="csX64" fmla="*/ 201184 w 232475"/>
                <a:gd name="csY64" fmla="*/ 10016 h 78744"/>
                <a:gd name="csX65" fmla="*/ 201184 w 232475"/>
                <a:gd name="csY65" fmla="*/ 68882 h 78744"/>
                <a:gd name="csX66" fmla="*/ 203196 w 232475"/>
                <a:gd name="csY66" fmla="*/ 73125 h 78744"/>
                <a:gd name="csX67" fmla="*/ 209563 w 232475"/>
                <a:gd name="csY67" fmla="*/ 73349 h 78744"/>
                <a:gd name="csX68" fmla="*/ 229680 w 232475"/>
                <a:gd name="csY68" fmla="*/ 51680 h 78744"/>
                <a:gd name="csX69" fmla="*/ 232475 w 232475"/>
                <a:gd name="csY69" fmla="*/ 51680 h 78744"/>
                <a:gd name="csX70" fmla="*/ 230350 w 232475"/>
                <a:gd name="csY70" fmla="*/ 76811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232475" h="78744">
                  <a:moveTo>
                    <a:pt x="21457" y="36489"/>
                  </a:moveTo>
                  <a:lnTo>
                    <a:pt x="40344" y="36489"/>
                  </a:lnTo>
                  <a:cubicBezTo>
                    <a:pt x="53754" y="36489"/>
                    <a:pt x="65825" y="45537"/>
                    <a:pt x="65825" y="56705"/>
                  </a:cubicBezTo>
                  <a:cubicBezTo>
                    <a:pt x="65825" y="67651"/>
                    <a:pt x="54761" y="77480"/>
                    <a:pt x="39450" y="77480"/>
                  </a:cubicBezTo>
                  <a:lnTo>
                    <a:pt x="0" y="77480"/>
                  </a:lnTo>
                  <a:lnTo>
                    <a:pt x="0" y="74018"/>
                  </a:lnTo>
                  <a:lnTo>
                    <a:pt x="2682" y="74018"/>
                  </a:lnTo>
                  <a:cubicBezTo>
                    <a:pt x="11286" y="74018"/>
                    <a:pt x="11510" y="72788"/>
                    <a:pt x="11510" y="68769"/>
                  </a:cubicBezTo>
                  <a:lnTo>
                    <a:pt x="11510" y="9904"/>
                  </a:lnTo>
                  <a:cubicBezTo>
                    <a:pt x="11510" y="5884"/>
                    <a:pt x="11286" y="4655"/>
                    <a:pt x="2682" y="4655"/>
                  </a:cubicBezTo>
                  <a:lnTo>
                    <a:pt x="0" y="4655"/>
                  </a:lnTo>
                  <a:lnTo>
                    <a:pt x="0" y="1193"/>
                  </a:lnTo>
                  <a:cubicBezTo>
                    <a:pt x="3909" y="1529"/>
                    <a:pt x="12180" y="1529"/>
                    <a:pt x="16426" y="1529"/>
                  </a:cubicBezTo>
                  <a:cubicBezTo>
                    <a:pt x="20675" y="1529"/>
                    <a:pt x="29054" y="1529"/>
                    <a:pt x="32967" y="1193"/>
                  </a:cubicBezTo>
                  <a:lnTo>
                    <a:pt x="32967" y="4655"/>
                  </a:lnTo>
                  <a:lnTo>
                    <a:pt x="30285" y="4655"/>
                  </a:lnTo>
                  <a:cubicBezTo>
                    <a:pt x="21681" y="4655"/>
                    <a:pt x="21457" y="5884"/>
                    <a:pt x="21457" y="9904"/>
                  </a:cubicBezTo>
                  <a:lnTo>
                    <a:pt x="21457" y="36489"/>
                  </a:lnTo>
                  <a:close/>
                  <a:moveTo>
                    <a:pt x="21120" y="39395"/>
                  </a:moveTo>
                  <a:lnTo>
                    <a:pt x="21120" y="69551"/>
                  </a:lnTo>
                  <a:cubicBezTo>
                    <a:pt x="21120" y="73237"/>
                    <a:pt x="21345" y="74018"/>
                    <a:pt x="26597" y="74018"/>
                  </a:cubicBezTo>
                  <a:lnTo>
                    <a:pt x="36543" y="74018"/>
                  </a:lnTo>
                  <a:cubicBezTo>
                    <a:pt x="54312" y="74018"/>
                    <a:pt x="54312" y="62178"/>
                    <a:pt x="54312" y="56705"/>
                  </a:cubicBezTo>
                  <a:cubicBezTo>
                    <a:pt x="54312" y="51456"/>
                    <a:pt x="54312" y="39395"/>
                    <a:pt x="36543" y="39395"/>
                  </a:cubicBezTo>
                  <a:lnTo>
                    <a:pt x="21120" y="39395"/>
                  </a:lnTo>
                  <a:close/>
                  <a:moveTo>
                    <a:pt x="137136" y="26993"/>
                  </a:moveTo>
                  <a:cubicBezTo>
                    <a:pt x="137136" y="11134"/>
                    <a:pt x="126295" y="2198"/>
                    <a:pt x="115680" y="2198"/>
                  </a:cubicBezTo>
                  <a:cubicBezTo>
                    <a:pt x="110423" y="2198"/>
                    <a:pt x="97238" y="4991"/>
                    <a:pt x="97238" y="26212"/>
                  </a:cubicBezTo>
                  <a:lnTo>
                    <a:pt x="97238" y="68769"/>
                  </a:lnTo>
                  <a:cubicBezTo>
                    <a:pt x="97238" y="72788"/>
                    <a:pt x="97462" y="74018"/>
                    <a:pt x="106066" y="74018"/>
                  </a:cubicBezTo>
                  <a:lnTo>
                    <a:pt x="108748" y="74018"/>
                  </a:lnTo>
                  <a:lnTo>
                    <a:pt x="108748" y="77480"/>
                  </a:lnTo>
                  <a:cubicBezTo>
                    <a:pt x="104839" y="77148"/>
                    <a:pt x="96568" y="77148"/>
                    <a:pt x="92322" y="77148"/>
                  </a:cubicBezTo>
                  <a:cubicBezTo>
                    <a:pt x="88073" y="77148"/>
                    <a:pt x="79694" y="77148"/>
                    <a:pt x="75781" y="77480"/>
                  </a:cubicBezTo>
                  <a:lnTo>
                    <a:pt x="75781" y="74018"/>
                  </a:lnTo>
                  <a:lnTo>
                    <a:pt x="78463" y="74018"/>
                  </a:lnTo>
                  <a:cubicBezTo>
                    <a:pt x="87067" y="74018"/>
                    <a:pt x="87291" y="72788"/>
                    <a:pt x="87291" y="68769"/>
                  </a:cubicBezTo>
                  <a:lnTo>
                    <a:pt x="87291" y="26661"/>
                  </a:lnTo>
                  <a:cubicBezTo>
                    <a:pt x="87291" y="10909"/>
                    <a:pt x="100256" y="-1264"/>
                    <a:pt x="115455" y="-1264"/>
                  </a:cubicBezTo>
                  <a:cubicBezTo>
                    <a:pt x="128308" y="-1264"/>
                    <a:pt x="138363" y="9122"/>
                    <a:pt x="140263" y="21856"/>
                  </a:cubicBezTo>
                  <a:cubicBezTo>
                    <a:pt x="140600" y="24092"/>
                    <a:pt x="140600" y="25094"/>
                    <a:pt x="140600" y="29562"/>
                  </a:cubicBezTo>
                  <a:lnTo>
                    <a:pt x="140600" y="65307"/>
                  </a:lnTo>
                  <a:cubicBezTo>
                    <a:pt x="140600" y="68993"/>
                    <a:pt x="140600" y="74018"/>
                    <a:pt x="152111" y="74018"/>
                  </a:cubicBezTo>
                  <a:lnTo>
                    <a:pt x="152111" y="77480"/>
                  </a:lnTo>
                  <a:cubicBezTo>
                    <a:pt x="148089" y="77368"/>
                    <a:pt x="142725" y="77148"/>
                    <a:pt x="138924" y="77148"/>
                  </a:cubicBezTo>
                  <a:cubicBezTo>
                    <a:pt x="135012" y="77148"/>
                    <a:pt x="129647" y="77368"/>
                    <a:pt x="125625" y="77480"/>
                  </a:cubicBezTo>
                  <a:lnTo>
                    <a:pt x="125625" y="74018"/>
                  </a:lnTo>
                  <a:cubicBezTo>
                    <a:pt x="137136" y="74018"/>
                    <a:pt x="137136" y="68769"/>
                    <a:pt x="137136" y="65752"/>
                  </a:cubicBezTo>
                  <a:lnTo>
                    <a:pt x="137136" y="26993"/>
                  </a:lnTo>
                  <a:close/>
                  <a:moveTo>
                    <a:pt x="230350" y="76811"/>
                  </a:moveTo>
                  <a:lnTo>
                    <a:pt x="162068" y="76811"/>
                  </a:lnTo>
                  <a:lnTo>
                    <a:pt x="159946" y="51680"/>
                  </a:lnTo>
                  <a:lnTo>
                    <a:pt x="162736" y="51680"/>
                  </a:lnTo>
                  <a:cubicBezTo>
                    <a:pt x="164304" y="69663"/>
                    <a:pt x="165980" y="73349"/>
                    <a:pt x="182855" y="73349"/>
                  </a:cubicBezTo>
                  <a:cubicBezTo>
                    <a:pt x="184866" y="73349"/>
                    <a:pt x="187773" y="73349"/>
                    <a:pt x="188888" y="73125"/>
                  </a:cubicBezTo>
                  <a:cubicBezTo>
                    <a:pt x="191238" y="72680"/>
                    <a:pt x="191238" y="71450"/>
                    <a:pt x="191238" y="68882"/>
                  </a:cubicBezTo>
                  <a:lnTo>
                    <a:pt x="191238" y="10016"/>
                  </a:lnTo>
                  <a:cubicBezTo>
                    <a:pt x="191238" y="6218"/>
                    <a:pt x="191238" y="4655"/>
                    <a:pt x="179503" y="4655"/>
                  </a:cubicBezTo>
                  <a:lnTo>
                    <a:pt x="175033" y="4655"/>
                  </a:lnTo>
                  <a:lnTo>
                    <a:pt x="175033" y="1193"/>
                  </a:lnTo>
                  <a:cubicBezTo>
                    <a:pt x="179615" y="1529"/>
                    <a:pt x="191013" y="1529"/>
                    <a:pt x="196153" y="1529"/>
                  </a:cubicBezTo>
                  <a:cubicBezTo>
                    <a:pt x="201296" y="1529"/>
                    <a:pt x="212807" y="1529"/>
                    <a:pt x="217389" y="1193"/>
                  </a:cubicBezTo>
                  <a:lnTo>
                    <a:pt x="217389" y="4655"/>
                  </a:lnTo>
                  <a:lnTo>
                    <a:pt x="212919" y="4655"/>
                  </a:lnTo>
                  <a:cubicBezTo>
                    <a:pt x="201184" y="4655"/>
                    <a:pt x="201184" y="6218"/>
                    <a:pt x="201184" y="10016"/>
                  </a:cubicBezTo>
                  <a:lnTo>
                    <a:pt x="201184" y="68882"/>
                  </a:lnTo>
                  <a:cubicBezTo>
                    <a:pt x="201184" y="71114"/>
                    <a:pt x="201184" y="72680"/>
                    <a:pt x="203196" y="73125"/>
                  </a:cubicBezTo>
                  <a:cubicBezTo>
                    <a:pt x="204424" y="73349"/>
                    <a:pt x="207442" y="73349"/>
                    <a:pt x="209563" y="73349"/>
                  </a:cubicBezTo>
                  <a:cubicBezTo>
                    <a:pt x="226441" y="73349"/>
                    <a:pt x="228117" y="69663"/>
                    <a:pt x="229680" y="51680"/>
                  </a:cubicBezTo>
                  <a:lnTo>
                    <a:pt x="232475" y="51680"/>
                  </a:lnTo>
                  <a:lnTo>
                    <a:pt x="230350" y="76811"/>
                  </a:lnTo>
                  <a:close/>
                </a:path>
              </a:pathLst>
            </a:custGeom>
            <a:solidFill>
              <a:srgbClr val="000000"/>
            </a:solidFill>
            <a:ln w="25400" cap="flat">
              <a:noFill/>
              <a:prstDash val="solid"/>
              <a:miter/>
            </a:ln>
          </p:spPr>
          <p:txBody>
            <a:bodyPr/>
            <a:lstStyle/>
            <a:p>
              <a:endParaRPr lang="en-GB"/>
            </a:p>
          </p:txBody>
        </p:sp>
        <p:sp>
          <p:nvSpPr>
            <p:cNvPr id="2460" name="Freeform: Shape 2459">
              <a:extLst>
                <a:ext uri="{FF2B5EF4-FFF2-40B4-BE49-F238E27FC236}">
                  <a16:creationId xmlns:a16="http://schemas.microsoft.com/office/drawing/2014/main" id="{3CE8F0C3-5199-F95D-78E8-09D3E8E37595}"/>
                </a:ext>
              </a:extLst>
            </p:cNvPr>
            <p:cNvSpPr/>
            <p:nvPr>
              <p:custDataLst>
                <p:tags r:id="rId155"/>
              </p:custDataLst>
            </p:nvPr>
          </p:nvSpPr>
          <p:spPr>
            <a:xfrm flipV="1">
              <a:off x="11126454" y="-4049956"/>
              <a:ext cx="13077" cy="33397"/>
            </a:xfrm>
            <a:custGeom>
              <a:avLst/>
              <a:gdLst>
                <a:gd name="csX0" fmla="*/ 13077 w 13077"/>
                <a:gd name="csY0" fmla="*/ 20413 h 33397"/>
                <a:gd name="csX1" fmla="*/ 5925 w 13077"/>
                <a:gd name="csY1" fmla="*/ 32141 h 33397"/>
                <a:gd name="csX2" fmla="*/ 0 w 13077"/>
                <a:gd name="csY2" fmla="*/ 26219 h 33397"/>
                <a:gd name="csX3" fmla="*/ 5925 w 13077"/>
                <a:gd name="csY3" fmla="*/ 20301 h 33397"/>
                <a:gd name="csX4" fmla="*/ 9834 w 13077"/>
                <a:gd name="csY4" fmla="*/ 21751 h 33397"/>
                <a:gd name="csX5" fmla="*/ 10395 w 13077"/>
                <a:gd name="csY5" fmla="*/ 22088 h 33397"/>
                <a:gd name="csX6" fmla="*/ 10620 w 13077"/>
                <a:gd name="csY6" fmla="*/ 20413 h 33397"/>
                <a:gd name="csX7" fmla="*/ 3018 w 13077"/>
                <a:gd name="csY7" fmla="*/ 1761 h 33397"/>
                <a:gd name="csX8" fmla="*/ 1788 w 13077"/>
                <a:gd name="csY8" fmla="*/ -27 h 33397"/>
                <a:gd name="csX9" fmla="*/ 2906 w 13077"/>
                <a:gd name="csY9" fmla="*/ -1257 h 33397"/>
                <a:gd name="csX10" fmla="*/ 13077 w 13077"/>
                <a:gd name="csY10" fmla="*/ 20413 h 333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3077" h="33397">
                  <a:moveTo>
                    <a:pt x="13077" y="20413"/>
                  </a:moveTo>
                  <a:cubicBezTo>
                    <a:pt x="13077" y="27786"/>
                    <a:pt x="10283" y="32141"/>
                    <a:pt x="5925" y="32141"/>
                  </a:cubicBezTo>
                  <a:cubicBezTo>
                    <a:pt x="2237" y="32141"/>
                    <a:pt x="0" y="29348"/>
                    <a:pt x="0" y="26219"/>
                  </a:cubicBezTo>
                  <a:cubicBezTo>
                    <a:pt x="0" y="23206"/>
                    <a:pt x="2237" y="20301"/>
                    <a:pt x="5925" y="20301"/>
                  </a:cubicBezTo>
                  <a:cubicBezTo>
                    <a:pt x="7264" y="20301"/>
                    <a:pt x="8719" y="20749"/>
                    <a:pt x="9834" y="21751"/>
                  </a:cubicBezTo>
                  <a:cubicBezTo>
                    <a:pt x="10171" y="21976"/>
                    <a:pt x="10283" y="22088"/>
                    <a:pt x="10395" y="22088"/>
                  </a:cubicBezTo>
                  <a:cubicBezTo>
                    <a:pt x="10507" y="22088"/>
                    <a:pt x="10620" y="21976"/>
                    <a:pt x="10620" y="20413"/>
                  </a:cubicBezTo>
                  <a:cubicBezTo>
                    <a:pt x="10620" y="12147"/>
                    <a:pt x="6707" y="5447"/>
                    <a:pt x="3018" y="1761"/>
                  </a:cubicBezTo>
                  <a:cubicBezTo>
                    <a:pt x="1788" y="530"/>
                    <a:pt x="1788" y="307"/>
                    <a:pt x="1788" y="-27"/>
                  </a:cubicBezTo>
                  <a:cubicBezTo>
                    <a:pt x="1788" y="-812"/>
                    <a:pt x="2349" y="-1257"/>
                    <a:pt x="2906" y="-1257"/>
                  </a:cubicBezTo>
                  <a:cubicBezTo>
                    <a:pt x="4137" y="-1257"/>
                    <a:pt x="13077" y="7343"/>
                    <a:pt x="13077" y="20413"/>
                  </a:cubicBezTo>
                  <a:close/>
                </a:path>
              </a:pathLst>
            </a:custGeom>
            <a:solidFill>
              <a:srgbClr val="000000"/>
            </a:solidFill>
            <a:ln w="25400" cap="flat">
              <a:noFill/>
              <a:prstDash val="solid"/>
              <a:miter/>
            </a:ln>
          </p:spPr>
          <p:txBody>
            <a:bodyPr/>
            <a:lstStyle/>
            <a:p>
              <a:endParaRPr lang="en-GB"/>
            </a:p>
          </p:txBody>
        </p:sp>
        <p:sp>
          <p:nvSpPr>
            <p:cNvPr id="2461" name="Freeform: Shape 2460">
              <a:extLst>
                <a:ext uri="{FF2B5EF4-FFF2-40B4-BE49-F238E27FC236}">
                  <a16:creationId xmlns:a16="http://schemas.microsoft.com/office/drawing/2014/main" id="{CDDBE91D-41FF-8038-CB86-633B27689010}"/>
                </a:ext>
              </a:extLst>
            </p:cNvPr>
            <p:cNvSpPr/>
            <p:nvPr>
              <p:custDataLst>
                <p:tags r:id="rId156"/>
              </p:custDataLst>
            </p:nvPr>
          </p:nvSpPr>
          <p:spPr>
            <a:xfrm flipV="1">
              <a:off x="11168637" y="-4114404"/>
              <a:ext cx="79456" cy="78744"/>
            </a:xfrm>
            <a:custGeom>
              <a:avLst/>
              <a:gdLst>
                <a:gd name="csX0" fmla="*/ 67277 w 79456"/>
                <a:gd name="csY0" fmla="*/ 66534 h 78744"/>
                <a:gd name="csX1" fmla="*/ 79457 w 79456"/>
                <a:gd name="csY1" fmla="*/ 74018 h 78744"/>
                <a:gd name="csX2" fmla="*/ 79457 w 79456"/>
                <a:gd name="csY2" fmla="*/ 77480 h 78744"/>
                <a:gd name="csX3" fmla="*/ 68616 w 79456"/>
                <a:gd name="csY3" fmla="*/ 77148 h 78744"/>
                <a:gd name="csX4" fmla="*/ 55879 w 79456"/>
                <a:gd name="csY4" fmla="*/ 77480 h 78744"/>
                <a:gd name="csX5" fmla="*/ 55879 w 79456"/>
                <a:gd name="csY5" fmla="*/ 74018 h 78744"/>
                <a:gd name="csX6" fmla="*/ 64037 w 79456"/>
                <a:gd name="csY6" fmla="*/ 68433 h 78744"/>
                <a:gd name="csX7" fmla="*/ 63476 w 79456"/>
                <a:gd name="csY7" fmla="*/ 66201 h 78744"/>
                <a:gd name="csX8" fmla="*/ 43026 w 79456"/>
                <a:gd name="csY8" fmla="*/ 12364 h 78744"/>
                <a:gd name="csX9" fmla="*/ 21681 w 79456"/>
                <a:gd name="csY9" fmla="*/ 68769 h 78744"/>
                <a:gd name="csX10" fmla="*/ 21008 w 79456"/>
                <a:gd name="csY10" fmla="*/ 70781 h 78744"/>
                <a:gd name="csX11" fmla="*/ 30173 w 79456"/>
                <a:gd name="csY11" fmla="*/ 74018 h 78744"/>
                <a:gd name="csX12" fmla="*/ 30173 w 79456"/>
                <a:gd name="csY12" fmla="*/ 77480 h 78744"/>
                <a:gd name="csX13" fmla="*/ 14192 w 79456"/>
                <a:gd name="csY13" fmla="*/ 77148 h 78744"/>
                <a:gd name="csX14" fmla="*/ 0 w 79456"/>
                <a:gd name="csY14" fmla="*/ 77480 h 78744"/>
                <a:gd name="csX15" fmla="*/ 0 w 79456"/>
                <a:gd name="csY15" fmla="*/ 74018 h 78744"/>
                <a:gd name="csX16" fmla="*/ 10949 w 79456"/>
                <a:gd name="csY16" fmla="*/ 69775 h 78744"/>
                <a:gd name="csX17" fmla="*/ 36880 w 79456"/>
                <a:gd name="csY17" fmla="*/ 1193 h 78744"/>
                <a:gd name="csX18" fmla="*/ 39674 w 79456"/>
                <a:gd name="csY18" fmla="*/ -1264 h 78744"/>
                <a:gd name="csX19" fmla="*/ 42356 w 79456"/>
                <a:gd name="csY19" fmla="*/ 856 h 78744"/>
                <a:gd name="csX20" fmla="*/ 67277 w 79456"/>
                <a:gd name="csY20" fmla="*/ 66534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79456" h="78744">
                  <a:moveTo>
                    <a:pt x="67277" y="66534"/>
                  </a:moveTo>
                  <a:cubicBezTo>
                    <a:pt x="68840" y="70669"/>
                    <a:pt x="71859" y="73907"/>
                    <a:pt x="79457" y="74018"/>
                  </a:cubicBezTo>
                  <a:lnTo>
                    <a:pt x="79457" y="77480"/>
                  </a:lnTo>
                  <a:cubicBezTo>
                    <a:pt x="75993" y="77256"/>
                    <a:pt x="71523" y="77148"/>
                    <a:pt x="68616" y="77148"/>
                  </a:cubicBezTo>
                  <a:cubicBezTo>
                    <a:pt x="65265" y="77148"/>
                    <a:pt x="58782" y="77368"/>
                    <a:pt x="55879" y="77480"/>
                  </a:cubicBezTo>
                  <a:lnTo>
                    <a:pt x="55879" y="74018"/>
                  </a:lnTo>
                  <a:cubicBezTo>
                    <a:pt x="61688" y="73907"/>
                    <a:pt x="64037" y="71001"/>
                    <a:pt x="64037" y="68433"/>
                  </a:cubicBezTo>
                  <a:cubicBezTo>
                    <a:pt x="64037" y="67540"/>
                    <a:pt x="63701" y="66870"/>
                    <a:pt x="63476" y="66201"/>
                  </a:cubicBezTo>
                  <a:lnTo>
                    <a:pt x="43026" y="12364"/>
                  </a:lnTo>
                  <a:lnTo>
                    <a:pt x="21681" y="68769"/>
                  </a:lnTo>
                  <a:cubicBezTo>
                    <a:pt x="21008" y="70332"/>
                    <a:pt x="21008" y="70556"/>
                    <a:pt x="21008" y="70781"/>
                  </a:cubicBezTo>
                  <a:cubicBezTo>
                    <a:pt x="21008" y="74018"/>
                    <a:pt x="27378" y="74018"/>
                    <a:pt x="30173" y="74018"/>
                  </a:cubicBezTo>
                  <a:lnTo>
                    <a:pt x="30173" y="77480"/>
                  </a:lnTo>
                  <a:cubicBezTo>
                    <a:pt x="26151" y="77148"/>
                    <a:pt x="18438" y="77148"/>
                    <a:pt x="14192" y="77148"/>
                  </a:cubicBezTo>
                  <a:cubicBezTo>
                    <a:pt x="8828" y="77148"/>
                    <a:pt x="4021" y="77368"/>
                    <a:pt x="0" y="77480"/>
                  </a:cubicBezTo>
                  <a:lnTo>
                    <a:pt x="0" y="74018"/>
                  </a:lnTo>
                  <a:cubicBezTo>
                    <a:pt x="7264" y="74018"/>
                    <a:pt x="9385" y="74018"/>
                    <a:pt x="10949" y="69775"/>
                  </a:cubicBezTo>
                  <a:lnTo>
                    <a:pt x="36880" y="1193"/>
                  </a:lnTo>
                  <a:cubicBezTo>
                    <a:pt x="37662" y="-931"/>
                    <a:pt x="38219" y="-1264"/>
                    <a:pt x="39674" y="-1264"/>
                  </a:cubicBezTo>
                  <a:cubicBezTo>
                    <a:pt x="41571" y="-1264"/>
                    <a:pt x="41795" y="-707"/>
                    <a:pt x="42356" y="856"/>
                  </a:cubicBezTo>
                  <a:lnTo>
                    <a:pt x="67277" y="66534"/>
                  </a:lnTo>
                  <a:close/>
                </a:path>
              </a:pathLst>
            </a:custGeom>
            <a:solidFill>
              <a:srgbClr val="000000"/>
            </a:solidFill>
            <a:ln w="25400" cap="flat">
              <a:noFill/>
              <a:prstDash val="solid"/>
              <a:miter/>
            </a:ln>
          </p:spPr>
          <p:txBody>
            <a:bodyPr/>
            <a:lstStyle/>
            <a:p>
              <a:endParaRPr lang="en-GB"/>
            </a:p>
          </p:txBody>
        </p:sp>
        <p:sp>
          <p:nvSpPr>
            <p:cNvPr id="2462" name="Freeform: Shape 2461">
              <a:extLst>
                <a:ext uri="{FF2B5EF4-FFF2-40B4-BE49-F238E27FC236}">
                  <a16:creationId xmlns:a16="http://schemas.microsoft.com/office/drawing/2014/main" id="{B35FD5FD-8F48-B76E-3D57-B33EAF9D8934}"/>
                </a:ext>
              </a:extLst>
            </p:cNvPr>
            <p:cNvSpPr/>
            <p:nvPr>
              <p:custDataLst>
                <p:tags r:id="rId157"/>
              </p:custDataLst>
            </p:nvPr>
          </p:nvSpPr>
          <p:spPr>
            <a:xfrm flipV="1">
              <a:off x="11241475" y="-4118090"/>
              <a:ext cx="76553" cy="79973"/>
            </a:xfrm>
            <a:custGeom>
              <a:avLst/>
              <a:gdLst>
                <a:gd name="csX0" fmla="*/ 40904 w 76553"/>
                <a:gd name="csY0" fmla="*/ 76477 h 79973"/>
                <a:gd name="csX1" fmla="*/ 38331 w 76553"/>
                <a:gd name="csY1" fmla="*/ 78709 h 79973"/>
                <a:gd name="csX2" fmla="*/ 35649 w 76553"/>
                <a:gd name="csY2" fmla="*/ 76477 h 79973"/>
                <a:gd name="csX3" fmla="*/ 12516 w 76553"/>
                <a:gd name="csY3" fmla="*/ 9682 h 79973"/>
                <a:gd name="csX4" fmla="*/ 0 w 76553"/>
                <a:gd name="csY4" fmla="*/ 2197 h 79973"/>
                <a:gd name="csX5" fmla="*/ 0 w 76553"/>
                <a:gd name="csY5" fmla="*/ -1265 h 79973"/>
                <a:gd name="csX6" fmla="*/ 11398 w 76553"/>
                <a:gd name="csY6" fmla="*/ -929 h 79973"/>
                <a:gd name="csX7" fmla="*/ 24251 w 76553"/>
                <a:gd name="csY7" fmla="*/ -1265 h 79973"/>
                <a:gd name="csX8" fmla="*/ 24251 w 76553"/>
                <a:gd name="csY8" fmla="*/ 2197 h 79973"/>
                <a:gd name="csX9" fmla="*/ 15868 w 76553"/>
                <a:gd name="csY9" fmla="*/ 7895 h 79973"/>
                <a:gd name="csX10" fmla="*/ 16092 w 76553"/>
                <a:gd name="csY10" fmla="*/ 9570 h 79973"/>
                <a:gd name="csX11" fmla="*/ 21232 w 76553"/>
                <a:gd name="csY11" fmla="*/ 24203 h 79973"/>
                <a:gd name="csX12" fmla="*/ 48839 w 76553"/>
                <a:gd name="csY12" fmla="*/ 24203 h 79973"/>
                <a:gd name="csX13" fmla="*/ 54760 w 76553"/>
                <a:gd name="csY13" fmla="*/ 7113 h 79973"/>
                <a:gd name="csX14" fmla="*/ 55097 w 76553"/>
                <a:gd name="csY14" fmla="*/ 5547 h 79973"/>
                <a:gd name="csX15" fmla="*/ 45820 w 76553"/>
                <a:gd name="csY15" fmla="*/ 2197 h 79973"/>
                <a:gd name="csX16" fmla="*/ 45820 w 76553"/>
                <a:gd name="csY16" fmla="*/ -1265 h 79973"/>
                <a:gd name="csX17" fmla="*/ 61912 w 76553"/>
                <a:gd name="csY17" fmla="*/ -929 h 79973"/>
                <a:gd name="csX18" fmla="*/ 76554 w 76553"/>
                <a:gd name="csY18" fmla="*/ -1265 h 79973"/>
                <a:gd name="csX19" fmla="*/ 76554 w 76553"/>
                <a:gd name="csY19" fmla="*/ 2197 h 79973"/>
                <a:gd name="csX20" fmla="*/ 74541 w 76553"/>
                <a:gd name="csY20" fmla="*/ 2197 h 79973"/>
                <a:gd name="csX21" fmla="*/ 65044 w 76553"/>
                <a:gd name="csY21" fmla="*/ 6665 h 79973"/>
                <a:gd name="csX22" fmla="*/ 40904 w 76553"/>
                <a:gd name="csY22" fmla="*/ 76477 h 79973"/>
                <a:gd name="csX23" fmla="*/ 34979 w 76553"/>
                <a:gd name="csY23" fmla="*/ 63968 h 79973"/>
                <a:gd name="csX24" fmla="*/ 47608 w 76553"/>
                <a:gd name="csY24" fmla="*/ 27665 h 79973"/>
                <a:gd name="csX25" fmla="*/ 22463 w 76553"/>
                <a:gd name="csY25" fmla="*/ 27665 h 79973"/>
                <a:gd name="csX26" fmla="*/ 34979 w 76553"/>
                <a:gd name="csY26" fmla="*/ 63968 h 799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76553" h="79973">
                  <a:moveTo>
                    <a:pt x="40904" y="76477"/>
                  </a:moveTo>
                  <a:cubicBezTo>
                    <a:pt x="40343" y="77928"/>
                    <a:pt x="40119" y="78709"/>
                    <a:pt x="38331" y="78709"/>
                  </a:cubicBezTo>
                  <a:cubicBezTo>
                    <a:pt x="36543" y="78709"/>
                    <a:pt x="36210" y="78040"/>
                    <a:pt x="35649" y="76477"/>
                  </a:cubicBezTo>
                  <a:lnTo>
                    <a:pt x="12516" y="9682"/>
                  </a:lnTo>
                  <a:cubicBezTo>
                    <a:pt x="10504" y="3984"/>
                    <a:pt x="6034" y="2309"/>
                    <a:pt x="0" y="2197"/>
                  </a:cubicBezTo>
                  <a:lnTo>
                    <a:pt x="0" y="-1265"/>
                  </a:lnTo>
                  <a:cubicBezTo>
                    <a:pt x="2570" y="-1153"/>
                    <a:pt x="7377" y="-929"/>
                    <a:pt x="11398" y="-929"/>
                  </a:cubicBezTo>
                  <a:cubicBezTo>
                    <a:pt x="14865" y="-929"/>
                    <a:pt x="20675" y="-1153"/>
                    <a:pt x="24251" y="-1265"/>
                  </a:cubicBezTo>
                  <a:lnTo>
                    <a:pt x="24251" y="2197"/>
                  </a:lnTo>
                  <a:cubicBezTo>
                    <a:pt x="18662" y="2197"/>
                    <a:pt x="15868" y="4990"/>
                    <a:pt x="15868" y="7895"/>
                  </a:cubicBezTo>
                  <a:cubicBezTo>
                    <a:pt x="15868" y="8228"/>
                    <a:pt x="15980" y="9346"/>
                    <a:pt x="16092" y="9570"/>
                  </a:cubicBezTo>
                  <a:lnTo>
                    <a:pt x="21232" y="24203"/>
                  </a:lnTo>
                  <a:lnTo>
                    <a:pt x="48839" y="24203"/>
                  </a:lnTo>
                  <a:lnTo>
                    <a:pt x="54760" y="7113"/>
                  </a:lnTo>
                  <a:cubicBezTo>
                    <a:pt x="54872" y="6665"/>
                    <a:pt x="55097" y="5995"/>
                    <a:pt x="55097" y="5547"/>
                  </a:cubicBezTo>
                  <a:cubicBezTo>
                    <a:pt x="55097" y="2197"/>
                    <a:pt x="48839" y="2197"/>
                    <a:pt x="45820" y="2197"/>
                  </a:cubicBezTo>
                  <a:lnTo>
                    <a:pt x="45820" y="-1265"/>
                  </a:lnTo>
                  <a:cubicBezTo>
                    <a:pt x="49845" y="-929"/>
                    <a:pt x="57667" y="-929"/>
                    <a:pt x="61912" y="-929"/>
                  </a:cubicBezTo>
                  <a:cubicBezTo>
                    <a:pt x="66720" y="-929"/>
                    <a:pt x="71859" y="-1041"/>
                    <a:pt x="76554" y="-1265"/>
                  </a:cubicBezTo>
                  <a:lnTo>
                    <a:pt x="76554" y="2197"/>
                  </a:lnTo>
                  <a:lnTo>
                    <a:pt x="74541" y="2197"/>
                  </a:lnTo>
                  <a:cubicBezTo>
                    <a:pt x="67837" y="2197"/>
                    <a:pt x="66271" y="2979"/>
                    <a:pt x="65044" y="6665"/>
                  </a:cubicBezTo>
                  <a:lnTo>
                    <a:pt x="40904" y="76477"/>
                  </a:lnTo>
                  <a:close/>
                  <a:moveTo>
                    <a:pt x="34979" y="63968"/>
                  </a:moveTo>
                  <a:lnTo>
                    <a:pt x="47608" y="27665"/>
                  </a:lnTo>
                  <a:lnTo>
                    <a:pt x="22463" y="27665"/>
                  </a:lnTo>
                  <a:lnTo>
                    <a:pt x="34979" y="63968"/>
                  </a:lnTo>
                  <a:close/>
                </a:path>
              </a:pathLst>
            </a:custGeom>
            <a:solidFill>
              <a:srgbClr val="000000"/>
            </a:solidFill>
            <a:ln w="25400" cap="flat">
              <a:noFill/>
              <a:prstDash val="solid"/>
              <a:miter/>
            </a:ln>
          </p:spPr>
          <p:txBody>
            <a:bodyPr/>
            <a:lstStyle/>
            <a:p>
              <a:endParaRPr lang="en-GB"/>
            </a:p>
          </p:txBody>
        </p:sp>
        <p:sp>
          <p:nvSpPr>
            <p:cNvPr id="2463" name="Freeform: Shape 2462">
              <a:extLst>
                <a:ext uri="{FF2B5EF4-FFF2-40B4-BE49-F238E27FC236}">
                  <a16:creationId xmlns:a16="http://schemas.microsoft.com/office/drawing/2014/main" id="{D7FD4C49-E9B2-95C4-F1D0-E12005A9E881}"/>
                </a:ext>
              </a:extLst>
            </p:cNvPr>
            <p:cNvSpPr/>
            <p:nvPr>
              <p:custDataLst>
                <p:tags r:id="rId158"/>
              </p:custDataLst>
            </p:nvPr>
          </p:nvSpPr>
          <p:spPr>
            <a:xfrm flipV="1">
              <a:off x="11322362" y="-4114404"/>
              <a:ext cx="76330" cy="78744"/>
            </a:xfrm>
            <a:custGeom>
              <a:avLst/>
              <a:gdLst>
                <a:gd name="csX0" fmla="*/ 61356 w 76330"/>
                <a:gd name="csY0" fmla="*/ 26993 h 78744"/>
                <a:gd name="csX1" fmla="*/ 39899 w 76330"/>
                <a:gd name="csY1" fmla="*/ 2198 h 78744"/>
                <a:gd name="csX2" fmla="*/ 21457 w 76330"/>
                <a:gd name="csY2" fmla="*/ 26212 h 78744"/>
                <a:gd name="csX3" fmla="*/ 21457 w 76330"/>
                <a:gd name="csY3" fmla="*/ 68769 h 78744"/>
                <a:gd name="csX4" fmla="*/ 30285 w 76330"/>
                <a:gd name="csY4" fmla="*/ 74018 h 78744"/>
                <a:gd name="csX5" fmla="*/ 32968 w 76330"/>
                <a:gd name="csY5" fmla="*/ 74018 h 78744"/>
                <a:gd name="csX6" fmla="*/ 32968 w 76330"/>
                <a:gd name="csY6" fmla="*/ 77480 h 78744"/>
                <a:gd name="csX7" fmla="*/ 16542 w 76330"/>
                <a:gd name="csY7" fmla="*/ 77148 h 78744"/>
                <a:gd name="csX8" fmla="*/ 0 w 76330"/>
                <a:gd name="csY8" fmla="*/ 77480 h 78744"/>
                <a:gd name="csX9" fmla="*/ 0 w 76330"/>
                <a:gd name="csY9" fmla="*/ 74018 h 78744"/>
                <a:gd name="csX10" fmla="*/ 2683 w 76330"/>
                <a:gd name="csY10" fmla="*/ 74018 h 78744"/>
                <a:gd name="csX11" fmla="*/ 11511 w 76330"/>
                <a:gd name="csY11" fmla="*/ 68769 h 78744"/>
                <a:gd name="csX12" fmla="*/ 11511 w 76330"/>
                <a:gd name="csY12" fmla="*/ 26661 h 78744"/>
                <a:gd name="csX13" fmla="*/ 39674 w 76330"/>
                <a:gd name="csY13" fmla="*/ -1264 h 78744"/>
                <a:gd name="csX14" fmla="*/ 64483 w 76330"/>
                <a:gd name="csY14" fmla="*/ 21856 h 78744"/>
                <a:gd name="csX15" fmla="*/ 64819 w 76330"/>
                <a:gd name="csY15" fmla="*/ 29562 h 78744"/>
                <a:gd name="csX16" fmla="*/ 64819 w 76330"/>
                <a:gd name="csY16" fmla="*/ 65307 h 78744"/>
                <a:gd name="csX17" fmla="*/ 76330 w 76330"/>
                <a:gd name="csY17" fmla="*/ 74018 h 78744"/>
                <a:gd name="csX18" fmla="*/ 76330 w 76330"/>
                <a:gd name="csY18" fmla="*/ 77480 h 78744"/>
                <a:gd name="csX19" fmla="*/ 63144 w 76330"/>
                <a:gd name="csY19" fmla="*/ 77148 h 78744"/>
                <a:gd name="csX20" fmla="*/ 49846 w 76330"/>
                <a:gd name="csY20" fmla="*/ 77480 h 78744"/>
                <a:gd name="csX21" fmla="*/ 49846 w 76330"/>
                <a:gd name="csY21" fmla="*/ 74018 h 78744"/>
                <a:gd name="csX22" fmla="*/ 61356 w 76330"/>
                <a:gd name="csY22" fmla="*/ 65752 h 78744"/>
                <a:gd name="csX23" fmla="*/ 61356 w 76330"/>
                <a:gd name="csY23" fmla="*/ 26993 h 78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76330" h="78744">
                  <a:moveTo>
                    <a:pt x="61356" y="26993"/>
                  </a:moveTo>
                  <a:cubicBezTo>
                    <a:pt x="61356" y="11134"/>
                    <a:pt x="50515" y="2198"/>
                    <a:pt x="39899" y="2198"/>
                  </a:cubicBezTo>
                  <a:cubicBezTo>
                    <a:pt x="34644" y="2198"/>
                    <a:pt x="21457" y="4991"/>
                    <a:pt x="21457" y="26212"/>
                  </a:cubicBezTo>
                  <a:lnTo>
                    <a:pt x="21457" y="68769"/>
                  </a:lnTo>
                  <a:cubicBezTo>
                    <a:pt x="21457" y="72788"/>
                    <a:pt x="21681" y="74018"/>
                    <a:pt x="30285" y="74018"/>
                  </a:cubicBezTo>
                  <a:lnTo>
                    <a:pt x="32968" y="74018"/>
                  </a:lnTo>
                  <a:lnTo>
                    <a:pt x="32968" y="77480"/>
                  </a:lnTo>
                  <a:cubicBezTo>
                    <a:pt x="29058" y="77148"/>
                    <a:pt x="20788" y="77148"/>
                    <a:pt x="16542" y="77148"/>
                  </a:cubicBezTo>
                  <a:cubicBezTo>
                    <a:pt x="12293" y="77148"/>
                    <a:pt x="3913" y="77148"/>
                    <a:pt x="0" y="77480"/>
                  </a:cubicBezTo>
                  <a:lnTo>
                    <a:pt x="0" y="74018"/>
                  </a:lnTo>
                  <a:lnTo>
                    <a:pt x="2683" y="74018"/>
                  </a:lnTo>
                  <a:cubicBezTo>
                    <a:pt x="11286" y="74018"/>
                    <a:pt x="11511" y="72788"/>
                    <a:pt x="11511" y="68769"/>
                  </a:cubicBezTo>
                  <a:lnTo>
                    <a:pt x="11511" y="26661"/>
                  </a:lnTo>
                  <a:cubicBezTo>
                    <a:pt x="11511" y="10909"/>
                    <a:pt x="24476" y="-1264"/>
                    <a:pt x="39674" y="-1264"/>
                  </a:cubicBezTo>
                  <a:cubicBezTo>
                    <a:pt x="52527" y="-1264"/>
                    <a:pt x="62583" y="9122"/>
                    <a:pt x="64483" y="21856"/>
                  </a:cubicBezTo>
                  <a:cubicBezTo>
                    <a:pt x="64819" y="24092"/>
                    <a:pt x="64819" y="25094"/>
                    <a:pt x="64819" y="29562"/>
                  </a:cubicBezTo>
                  <a:lnTo>
                    <a:pt x="64819" y="65307"/>
                  </a:lnTo>
                  <a:cubicBezTo>
                    <a:pt x="64819" y="68993"/>
                    <a:pt x="64819" y="74018"/>
                    <a:pt x="76330" y="74018"/>
                  </a:cubicBezTo>
                  <a:lnTo>
                    <a:pt x="76330" y="77480"/>
                  </a:lnTo>
                  <a:cubicBezTo>
                    <a:pt x="72308" y="77368"/>
                    <a:pt x="66944" y="77148"/>
                    <a:pt x="63144" y="77148"/>
                  </a:cubicBezTo>
                  <a:cubicBezTo>
                    <a:pt x="59231" y="77148"/>
                    <a:pt x="53867" y="77368"/>
                    <a:pt x="49846" y="77480"/>
                  </a:cubicBezTo>
                  <a:lnTo>
                    <a:pt x="49846" y="74018"/>
                  </a:lnTo>
                  <a:cubicBezTo>
                    <a:pt x="61356" y="74018"/>
                    <a:pt x="61356" y="68769"/>
                    <a:pt x="61356" y="65752"/>
                  </a:cubicBezTo>
                  <a:lnTo>
                    <a:pt x="61356" y="26993"/>
                  </a:lnTo>
                  <a:close/>
                </a:path>
              </a:pathLst>
            </a:custGeom>
            <a:solidFill>
              <a:srgbClr val="000000"/>
            </a:solidFill>
            <a:ln w="25400" cap="flat">
              <a:noFill/>
              <a:prstDash val="solid"/>
              <a:miter/>
            </a:ln>
          </p:spPr>
          <p:txBody>
            <a:bodyPr/>
            <a:lstStyle/>
            <a:p>
              <a:endParaRPr lang="en-GB"/>
            </a:p>
          </p:txBody>
        </p:sp>
        <p:sp>
          <p:nvSpPr>
            <p:cNvPr id="2464" name="Freeform: Shape 2463">
              <a:extLst>
                <a:ext uri="{FF2B5EF4-FFF2-40B4-BE49-F238E27FC236}">
                  <a16:creationId xmlns:a16="http://schemas.microsoft.com/office/drawing/2014/main" id="{A6895464-F234-425D-272C-C99EAE0F1FC1}"/>
                </a:ext>
              </a:extLst>
            </p:cNvPr>
            <p:cNvSpPr/>
            <p:nvPr>
              <p:custDataLst>
                <p:tags r:id="rId159"/>
              </p:custDataLst>
            </p:nvPr>
          </p:nvSpPr>
          <p:spPr>
            <a:xfrm flipV="1">
              <a:off x="11410532" y="-4121889"/>
              <a:ext cx="39673" cy="111696"/>
            </a:xfrm>
            <a:custGeom>
              <a:avLst/>
              <a:gdLst>
                <a:gd name="csX0" fmla="*/ 16092 w 39673"/>
                <a:gd name="csY0" fmla="*/ 13595 h 111696"/>
                <a:gd name="csX1" fmla="*/ 1006 w 39673"/>
                <a:gd name="csY1" fmla="*/ 1194 h 111696"/>
                <a:gd name="csX2" fmla="*/ 0 w 39673"/>
                <a:gd name="csY2" fmla="*/ -33 h 111696"/>
                <a:gd name="csX3" fmla="*/ 2237 w 39673"/>
                <a:gd name="csY3" fmla="*/ -1262 h 111696"/>
                <a:gd name="csX4" fmla="*/ 23581 w 39673"/>
                <a:gd name="csY4" fmla="*/ 12702 h 111696"/>
                <a:gd name="csX5" fmla="*/ 23581 w 39673"/>
                <a:gd name="csY5" fmla="*/ 38166 h 111696"/>
                <a:gd name="csX6" fmla="*/ 28052 w 39673"/>
                <a:gd name="csY6" fmla="*/ 49782 h 111696"/>
                <a:gd name="csX7" fmla="*/ 38668 w 39673"/>
                <a:gd name="csY7" fmla="*/ 53356 h 111696"/>
                <a:gd name="csX8" fmla="*/ 39674 w 39673"/>
                <a:gd name="csY8" fmla="*/ 54586 h 111696"/>
                <a:gd name="csX9" fmla="*/ 37886 w 39673"/>
                <a:gd name="csY9" fmla="*/ 55816 h 111696"/>
                <a:gd name="csX10" fmla="*/ 23918 w 39673"/>
                <a:gd name="csY10" fmla="*/ 65757 h 111696"/>
                <a:gd name="csX11" fmla="*/ 23581 w 39673"/>
                <a:gd name="csY11" fmla="*/ 71227 h 111696"/>
                <a:gd name="csX12" fmla="*/ 23581 w 39673"/>
                <a:gd name="csY12" fmla="*/ 93345 h 111696"/>
                <a:gd name="csX13" fmla="*/ 18217 w 39673"/>
                <a:gd name="csY13" fmla="*/ 105855 h 111696"/>
                <a:gd name="csX14" fmla="*/ 2237 w 39673"/>
                <a:gd name="csY14" fmla="*/ 110434 h 111696"/>
                <a:gd name="csX15" fmla="*/ 0 w 39673"/>
                <a:gd name="csY15" fmla="*/ 109205 h 111696"/>
                <a:gd name="csX16" fmla="*/ 1788 w 39673"/>
                <a:gd name="csY16" fmla="*/ 107978 h 111696"/>
                <a:gd name="csX17" fmla="*/ 15760 w 39673"/>
                <a:gd name="csY17" fmla="*/ 98258 h 111696"/>
                <a:gd name="csX18" fmla="*/ 16092 w 39673"/>
                <a:gd name="csY18" fmla="*/ 93009 h 111696"/>
                <a:gd name="csX19" fmla="*/ 16092 w 39673"/>
                <a:gd name="csY19" fmla="*/ 69552 h 111696"/>
                <a:gd name="csX20" fmla="*/ 20563 w 39673"/>
                <a:gd name="csY20" fmla="*/ 58942 h 111696"/>
                <a:gd name="csX21" fmla="*/ 29282 w 39673"/>
                <a:gd name="csY21" fmla="*/ 54586 h 111696"/>
                <a:gd name="csX22" fmla="*/ 16092 w 39673"/>
                <a:gd name="csY22" fmla="*/ 40402 h 111696"/>
                <a:gd name="csX23" fmla="*/ 16092 w 39673"/>
                <a:gd name="csY23" fmla="*/ 13595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673" h="111696">
                  <a:moveTo>
                    <a:pt x="16092" y="13595"/>
                  </a:moveTo>
                  <a:cubicBezTo>
                    <a:pt x="16092" y="9124"/>
                    <a:pt x="13186" y="1975"/>
                    <a:pt x="1006" y="1194"/>
                  </a:cubicBezTo>
                  <a:cubicBezTo>
                    <a:pt x="449" y="1082"/>
                    <a:pt x="0" y="637"/>
                    <a:pt x="0" y="-33"/>
                  </a:cubicBezTo>
                  <a:cubicBezTo>
                    <a:pt x="0" y="-1262"/>
                    <a:pt x="1231" y="-1262"/>
                    <a:pt x="2237" y="-1262"/>
                  </a:cubicBezTo>
                  <a:cubicBezTo>
                    <a:pt x="13077" y="-1262"/>
                    <a:pt x="23469" y="4211"/>
                    <a:pt x="23581" y="12702"/>
                  </a:cubicBezTo>
                  <a:lnTo>
                    <a:pt x="23581" y="38166"/>
                  </a:lnTo>
                  <a:cubicBezTo>
                    <a:pt x="23581" y="42522"/>
                    <a:pt x="23581" y="46096"/>
                    <a:pt x="28052" y="49782"/>
                  </a:cubicBezTo>
                  <a:cubicBezTo>
                    <a:pt x="31964" y="53023"/>
                    <a:pt x="36210" y="53244"/>
                    <a:pt x="38668" y="53356"/>
                  </a:cubicBezTo>
                  <a:cubicBezTo>
                    <a:pt x="39229" y="53469"/>
                    <a:pt x="39674" y="53917"/>
                    <a:pt x="39674" y="54586"/>
                  </a:cubicBezTo>
                  <a:cubicBezTo>
                    <a:pt x="39674" y="55704"/>
                    <a:pt x="39004" y="55704"/>
                    <a:pt x="37886" y="55816"/>
                  </a:cubicBezTo>
                  <a:cubicBezTo>
                    <a:pt x="30509" y="56261"/>
                    <a:pt x="25145" y="60284"/>
                    <a:pt x="23918" y="65757"/>
                  </a:cubicBezTo>
                  <a:cubicBezTo>
                    <a:pt x="23581" y="66983"/>
                    <a:pt x="23581" y="67208"/>
                    <a:pt x="23581" y="71227"/>
                  </a:cubicBezTo>
                  <a:lnTo>
                    <a:pt x="23581" y="93345"/>
                  </a:lnTo>
                  <a:cubicBezTo>
                    <a:pt x="23581" y="98037"/>
                    <a:pt x="23581" y="101611"/>
                    <a:pt x="18217" y="105855"/>
                  </a:cubicBezTo>
                  <a:cubicBezTo>
                    <a:pt x="13747" y="109317"/>
                    <a:pt x="6034" y="110434"/>
                    <a:pt x="2237" y="110434"/>
                  </a:cubicBezTo>
                  <a:cubicBezTo>
                    <a:pt x="1231" y="110434"/>
                    <a:pt x="0" y="110434"/>
                    <a:pt x="0" y="109205"/>
                  </a:cubicBezTo>
                  <a:cubicBezTo>
                    <a:pt x="0" y="108090"/>
                    <a:pt x="669" y="108090"/>
                    <a:pt x="1788" y="107978"/>
                  </a:cubicBezTo>
                  <a:cubicBezTo>
                    <a:pt x="8828" y="107530"/>
                    <a:pt x="14304" y="103955"/>
                    <a:pt x="15760" y="98258"/>
                  </a:cubicBezTo>
                  <a:cubicBezTo>
                    <a:pt x="16092" y="97256"/>
                    <a:pt x="16092" y="97031"/>
                    <a:pt x="16092" y="93009"/>
                  </a:cubicBezTo>
                  <a:lnTo>
                    <a:pt x="16092" y="69552"/>
                  </a:lnTo>
                  <a:cubicBezTo>
                    <a:pt x="16092" y="64415"/>
                    <a:pt x="16986" y="62516"/>
                    <a:pt x="20563" y="58942"/>
                  </a:cubicBezTo>
                  <a:cubicBezTo>
                    <a:pt x="22912" y="56598"/>
                    <a:pt x="26151" y="55479"/>
                    <a:pt x="29282" y="54586"/>
                  </a:cubicBezTo>
                  <a:cubicBezTo>
                    <a:pt x="20117" y="52018"/>
                    <a:pt x="16092" y="46881"/>
                    <a:pt x="16092" y="40402"/>
                  </a:cubicBezTo>
                  <a:lnTo>
                    <a:pt x="16092" y="13595"/>
                  </a:lnTo>
                  <a:close/>
                </a:path>
              </a:pathLst>
            </a:custGeom>
            <a:solidFill>
              <a:srgbClr val="000000"/>
            </a:solidFill>
            <a:ln w="25400" cap="flat">
              <a:noFill/>
              <a:prstDash val="solid"/>
              <a:miter/>
            </a:ln>
          </p:spPr>
          <p:txBody>
            <a:bodyPr/>
            <a:lstStyle/>
            <a:p>
              <a:endParaRPr lang="en-GB"/>
            </a:p>
          </p:txBody>
        </p:sp>
      </p:grpSp>
      <p:grpSp>
        <p:nvGrpSpPr>
          <p:cNvPr id="2716" name="Group 2715" descr="\documentclass{article}&#10;\usepackage{amsmath}&#10;\pagestyle{empty}&#10;\begin{document}&#10;&#10;&#10;\[&#10;\text{Satisfaction}(x) =&#10;\begin{cases}&#10;\text{Low} &amp; \text{si } x = 1 \\&#10;\text{Mid} &amp; \text{si } x = 2 \\&#10;\text{High} &amp; \text{si } x = 3&#10;\end{cases}&#10;\quad \text{where } \text{low} &lt; \text{Mid} &lt; \text{High}&#10;\]&#10;&#10;&#10;&#10;&#10;\end{document}" title="IguanaTex Shape Display">
            <a:extLst>
              <a:ext uri="{FF2B5EF4-FFF2-40B4-BE49-F238E27FC236}">
                <a16:creationId xmlns:a16="http://schemas.microsoft.com/office/drawing/2014/main" id="{4DF84942-491D-A4FF-1ABF-605935B1A0A5}"/>
              </a:ext>
            </a:extLst>
          </p:cNvPr>
          <p:cNvGrpSpPr>
            <a:grpSpLocks noChangeAspect="1"/>
          </p:cNvGrpSpPr>
          <p:nvPr>
            <p:custDataLst>
              <p:tags r:id="rId2"/>
            </p:custDataLst>
          </p:nvPr>
        </p:nvGrpSpPr>
        <p:grpSpPr>
          <a:xfrm>
            <a:off x="6439993" y="5042709"/>
            <a:ext cx="3043288" cy="468955"/>
            <a:chOff x="8482437" y="-3102576"/>
            <a:chExt cx="3043288" cy="468955"/>
          </a:xfrm>
        </p:grpSpPr>
        <p:sp>
          <p:nvSpPr>
            <p:cNvPr id="2684" name="Freeform: Shape 2683">
              <a:extLst>
                <a:ext uri="{FF2B5EF4-FFF2-40B4-BE49-F238E27FC236}">
                  <a16:creationId xmlns:a16="http://schemas.microsoft.com/office/drawing/2014/main" id="{979E882F-F1BD-A247-466D-5CB9E16494FE}"/>
                </a:ext>
              </a:extLst>
            </p:cNvPr>
            <p:cNvSpPr/>
            <p:nvPr>
              <p:custDataLst>
                <p:tags r:id="rId3"/>
              </p:custDataLst>
            </p:nvPr>
          </p:nvSpPr>
          <p:spPr>
            <a:xfrm flipV="1">
              <a:off x="8482437" y="-2923927"/>
              <a:ext cx="598869" cy="111696"/>
            </a:xfrm>
            <a:custGeom>
              <a:avLst/>
              <a:gdLst>
                <a:gd name="csX0" fmla="*/ 32746 w 598869"/>
                <a:gd name="csY0" fmla="*/ 69894 h 111696"/>
                <a:gd name="csX1" fmla="*/ 18442 w 598869"/>
                <a:gd name="csY1" fmla="*/ 73356 h 111696"/>
                <a:gd name="csX2" fmla="*/ 7152 w 598869"/>
                <a:gd name="csY2" fmla="*/ 87541 h 111696"/>
                <a:gd name="csX3" fmla="*/ 21906 w 598869"/>
                <a:gd name="csY3" fmla="*/ 102174 h 111696"/>
                <a:gd name="csX4" fmla="*/ 43699 w 598869"/>
                <a:gd name="csY4" fmla="*/ 78829 h 111696"/>
                <a:gd name="csX5" fmla="*/ 45038 w 598869"/>
                <a:gd name="csY5" fmla="*/ 77487 h 111696"/>
                <a:gd name="csX6" fmla="*/ 46490 w 598869"/>
                <a:gd name="csY6" fmla="*/ 80168 h 111696"/>
                <a:gd name="csX7" fmla="*/ 46490 w 598869"/>
                <a:gd name="csY7" fmla="*/ 102619 h 111696"/>
                <a:gd name="csX8" fmla="*/ 45263 w 598869"/>
                <a:gd name="csY8" fmla="*/ 105303 h 111696"/>
                <a:gd name="csX9" fmla="*/ 43587 w 598869"/>
                <a:gd name="csY9" fmla="*/ 103848 h 111696"/>
                <a:gd name="csX10" fmla="*/ 39674 w 598869"/>
                <a:gd name="csY10" fmla="*/ 97482 h 111696"/>
                <a:gd name="csX11" fmla="*/ 21793 w 598869"/>
                <a:gd name="csY11" fmla="*/ 105303 h 111696"/>
                <a:gd name="csX12" fmla="*/ 0 w 598869"/>
                <a:gd name="csY12" fmla="*/ 83633 h 111696"/>
                <a:gd name="csX13" fmla="*/ 14641 w 598869"/>
                <a:gd name="csY13" fmla="*/ 63191 h 111696"/>
                <a:gd name="csX14" fmla="*/ 29391 w 598869"/>
                <a:gd name="csY14" fmla="*/ 59504 h 111696"/>
                <a:gd name="csX15" fmla="*/ 38892 w 598869"/>
                <a:gd name="csY15" fmla="*/ 53810 h 111696"/>
                <a:gd name="csX16" fmla="*/ 42356 w 598869"/>
                <a:gd name="csY16" fmla="*/ 43533 h 111696"/>
                <a:gd name="csX17" fmla="*/ 27382 w 598869"/>
                <a:gd name="csY17" fmla="*/ 27561 h 111696"/>
                <a:gd name="csX18" fmla="*/ 9722 w 598869"/>
                <a:gd name="csY18" fmla="*/ 33591 h 111696"/>
                <a:gd name="csX19" fmla="*/ 2794 w 598869"/>
                <a:gd name="csY19" fmla="*/ 50793 h 111696"/>
                <a:gd name="csX20" fmla="*/ 1452 w 598869"/>
                <a:gd name="csY20" fmla="*/ 51910 h 111696"/>
                <a:gd name="csX21" fmla="*/ 0 w 598869"/>
                <a:gd name="csY21" fmla="*/ 49118 h 111696"/>
                <a:gd name="csX22" fmla="*/ 0 w 598869"/>
                <a:gd name="csY22" fmla="*/ 26779 h 111696"/>
                <a:gd name="csX23" fmla="*/ 1231 w 598869"/>
                <a:gd name="csY23" fmla="*/ 24099 h 111696"/>
                <a:gd name="csX24" fmla="*/ 2906 w 598869"/>
                <a:gd name="csY24" fmla="*/ 25549 h 111696"/>
                <a:gd name="csX25" fmla="*/ 6928 w 598869"/>
                <a:gd name="csY25" fmla="*/ 31916 h 111696"/>
                <a:gd name="csX26" fmla="*/ 27494 w 598869"/>
                <a:gd name="csY26" fmla="*/ 24099 h 111696"/>
                <a:gd name="csX27" fmla="*/ 49508 w 598869"/>
                <a:gd name="csY27" fmla="*/ 47331 h 111696"/>
                <a:gd name="csX28" fmla="*/ 32746 w 598869"/>
                <a:gd name="csY28" fmla="*/ 69894 h 111696"/>
                <a:gd name="csX29" fmla="*/ 92992 w 598869"/>
                <a:gd name="csY29" fmla="*/ 35045 h 111696"/>
                <a:gd name="csX30" fmla="*/ 101708 w 598869"/>
                <a:gd name="csY30" fmla="*/ 25885 h 111696"/>
                <a:gd name="csX31" fmla="*/ 110872 w 598869"/>
                <a:gd name="csY31" fmla="*/ 36496 h 111696"/>
                <a:gd name="csX32" fmla="*/ 110872 w 598869"/>
                <a:gd name="csY32" fmla="*/ 42751 h 111696"/>
                <a:gd name="csX33" fmla="*/ 108078 w 598869"/>
                <a:gd name="csY33" fmla="*/ 42751 h 111696"/>
                <a:gd name="csX34" fmla="*/ 108078 w 598869"/>
                <a:gd name="csY34" fmla="*/ 36496 h 111696"/>
                <a:gd name="csX35" fmla="*/ 104053 w 598869"/>
                <a:gd name="csY35" fmla="*/ 29348 h 111696"/>
                <a:gd name="csX36" fmla="*/ 99919 w 598869"/>
                <a:gd name="csY36" fmla="*/ 34933 h 111696"/>
                <a:gd name="csX37" fmla="*/ 99919 w 598869"/>
                <a:gd name="csY37" fmla="*/ 57272 h 111696"/>
                <a:gd name="csX38" fmla="*/ 95895 w 598869"/>
                <a:gd name="csY38" fmla="*/ 70451 h 111696"/>
                <a:gd name="csX39" fmla="*/ 80584 w 598869"/>
                <a:gd name="csY39" fmla="*/ 76594 h 111696"/>
                <a:gd name="csX40" fmla="*/ 63709 w 598869"/>
                <a:gd name="csY40" fmla="*/ 63971 h 111696"/>
                <a:gd name="csX41" fmla="*/ 68849 w 598869"/>
                <a:gd name="csY41" fmla="*/ 58723 h 111696"/>
                <a:gd name="csX42" fmla="*/ 73993 w 598869"/>
                <a:gd name="csY42" fmla="*/ 63863 h 111696"/>
                <a:gd name="csX43" fmla="*/ 68292 w 598869"/>
                <a:gd name="csY43" fmla="*/ 69000 h 111696"/>
                <a:gd name="csX44" fmla="*/ 80363 w 598869"/>
                <a:gd name="csY44" fmla="*/ 74137 h 111696"/>
                <a:gd name="csX45" fmla="*/ 92210 w 598869"/>
                <a:gd name="csY45" fmla="*/ 59840 h 111696"/>
                <a:gd name="csX46" fmla="*/ 92210 w 598869"/>
                <a:gd name="csY46" fmla="*/ 55709 h 111696"/>
                <a:gd name="csX47" fmla="*/ 71643 w 598869"/>
                <a:gd name="csY47" fmla="*/ 51687 h 111696"/>
                <a:gd name="csX48" fmla="*/ 60470 w 598869"/>
                <a:gd name="csY48" fmla="*/ 37165 h 111696"/>
                <a:gd name="csX49" fmla="*/ 78350 w 598869"/>
                <a:gd name="csY49" fmla="*/ 25325 h 111696"/>
                <a:gd name="csX50" fmla="*/ 92992 w 598869"/>
                <a:gd name="csY50" fmla="*/ 35045 h 111696"/>
                <a:gd name="csX51" fmla="*/ 92210 w 598869"/>
                <a:gd name="csY51" fmla="*/ 53361 h 111696"/>
                <a:gd name="csX52" fmla="*/ 92210 w 598869"/>
                <a:gd name="csY52" fmla="*/ 42194 h 111696"/>
                <a:gd name="csX53" fmla="*/ 79132 w 598869"/>
                <a:gd name="csY53" fmla="*/ 27785 h 111696"/>
                <a:gd name="csX54" fmla="*/ 69074 w 598869"/>
                <a:gd name="csY54" fmla="*/ 37277 h 111696"/>
                <a:gd name="csX55" fmla="*/ 92210 w 598869"/>
                <a:gd name="csY55" fmla="*/ 53361 h 111696"/>
                <a:gd name="csX56" fmla="*/ 130997 w 598869"/>
                <a:gd name="csY56" fmla="*/ 71232 h 111696"/>
                <a:gd name="csX57" fmla="*/ 146978 w 598869"/>
                <a:gd name="csY57" fmla="*/ 71232 h 111696"/>
                <a:gd name="csX58" fmla="*/ 146978 w 598869"/>
                <a:gd name="csY58" fmla="*/ 74698 h 111696"/>
                <a:gd name="csX59" fmla="*/ 130997 w 598869"/>
                <a:gd name="csY59" fmla="*/ 74698 h 111696"/>
                <a:gd name="csX60" fmla="*/ 130997 w 598869"/>
                <a:gd name="csY60" fmla="*/ 95250 h 111696"/>
                <a:gd name="csX61" fmla="*/ 128202 w 598869"/>
                <a:gd name="csY61" fmla="*/ 95250 h 111696"/>
                <a:gd name="csX62" fmla="*/ 113785 w 598869"/>
                <a:gd name="csY62" fmla="*/ 73692 h 111696"/>
                <a:gd name="csX63" fmla="*/ 113785 w 598869"/>
                <a:gd name="csY63" fmla="*/ 71232 h 111696"/>
                <a:gd name="csX64" fmla="*/ 123284 w 598869"/>
                <a:gd name="csY64" fmla="*/ 71232 h 111696"/>
                <a:gd name="csX65" fmla="*/ 123284 w 598869"/>
                <a:gd name="csY65" fmla="*/ 40407 h 111696"/>
                <a:gd name="csX66" fmla="*/ 137700 w 598869"/>
                <a:gd name="csY66" fmla="*/ 25325 h 111696"/>
                <a:gd name="csX67" fmla="*/ 148765 w 598869"/>
                <a:gd name="csY67" fmla="*/ 40407 h 111696"/>
                <a:gd name="csX68" fmla="*/ 148765 w 598869"/>
                <a:gd name="csY68" fmla="*/ 46774 h 111696"/>
                <a:gd name="csX69" fmla="*/ 145971 w 598869"/>
                <a:gd name="csY69" fmla="*/ 46774 h 111696"/>
                <a:gd name="csX70" fmla="*/ 145971 w 598869"/>
                <a:gd name="csY70" fmla="*/ 40627 h 111696"/>
                <a:gd name="csX71" fmla="*/ 138482 w 598869"/>
                <a:gd name="csY71" fmla="*/ 28118 h 111696"/>
                <a:gd name="csX72" fmla="*/ 130997 w 598869"/>
                <a:gd name="csY72" fmla="*/ 40183 h 111696"/>
                <a:gd name="csX73" fmla="*/ 130997 w 598869"/>
                <a:gd name="csY73" fmla="*/ 71232 h 111696"/>
                <a:gd name="csX74" fmla="*/ 174809 w 598869"/>
                <a:gd name="csY74" fmla="*/ 75924 h 111696"/>
                <a:gd name="csX75" fmla="*/ 159163 w 598869"/>
                <a:gd name="csY75" fmla="*/ 74698 h 111696"/>
                <a:gd name="csX76" fmla="*/ 159163 w 598869"/>
                <a:gd name="csY76" fmla="*/ 71232 h 111696"/>
                <a:gd name="csX77" fmla="*/ 167434 w 598869"/>
                <a:gd name="csY77" fmla="*/ 65090 h 111696"/>
                <a:gd name="csX78" fmla="*/ 167434 w 598869"/>
                <a:gd name="csY78" fmla="*/ 35045 h 111696"/>
                <a:gd name="csX79" fmla="*/ 158717 w 598869"/>
                <a:gd name="csY79" fmla="*/ 30017 h 111696"/>
                <a:gd name="csX80" fmla="*/ 158717 w 598869"/>
                <a:gd name="csY80" fmla="*/ 26555 h 111696"/>
                <a:gd name="csX81" fmla="*/ 171009 w 598869"/>
                <a:gd name="csY81" fmla="*/ 26892 h 111696"/>
                <a:gd name="csX82" fmla="*/ 182631 w 598869"/>
                <a:gd name="csY82" fmla="*/ 26555 h 111696"/>
                <a:gd name="csX83" fmla="*/ 182631 w 598869"/>
                <a:gd name="csY83" fmla="*/ 30017 h 111696"/>
                <a:gd name="csX84" fmla="*/ 174809 w 598869"/>
                <a:gd name="csY84" fmla="*/ 34933 h 111696"/>
                <a:gd name="csX85" fmla="*/ 174809 w 598869"/>
                <a:gd name="csY85" fmla="*/ 75924 h 111696"/>
                <a:gd name="csX86" fmla="*/ 175259 w 598869"/>
                <a:gd name="csY86" fmla="*/ 95361 h 111696"/>
                <a:gd name="csX87" fmla="*/ 169333 w 598869"/>
                <a:gd name="csY87" fmla="*/ 101280 h 111696"/>
                <a:gd name="csX88" fmla="*/ 163411 w 598869"/>
                <a:gd name="csY88" fmla="*/ 95361 h 111696"/>
                <a:gd name="csX89" fmla="*/ 169333 w 598869"/>
                <a:gd name="csY89" fmla="*/ 89440 h 111696"/>
                <a:gd name="csX90" fmla="*/ 175259 w 598869"/>
                <a:gd name="csY90" fmla="*/ 95361 h 111696"/>
                <a:gd name="csX91" fmla="*/ 209234 w 598869"/>
                <a:gd name="csY91" fmla="*/ 48224 h 111696"/>
                <a:gd name="csX92" fmla="*/ 220856 w 598869"/>
                <a:gd name="csY92" fmla="*/ 37947 h 111696"/>
                <a:gd name="csX93" fmla="*/ 208228 w 598869"/>
                <a:gd name="csY93" fmla="*/ 27785 h 111696"/>
                <a:gd name="csX94" fmla="*/ 192696 w 598869"/>
                <a:gd name="csY94" fmla="*/ 43644 h 111696"/>
                <a:gd name="csX95" fmla="*/ 191130 w 598869"/>
                <a:gd name="csY95" fmla="*/ 45543 h 111696"/>
                <a:gd name="csX96" fmla="*/ 189678 w 598869"/>
                <a:gd name="csY96" fmla="*/ 42751 h 111696"/>
                <a:gd name="csX97" fmla="*/ 189678 w 598869"/>
                <a:gd name="csY97" fmla="*/ 28006 h 111696"/>
                <a:gd name="csX98" fmla="*/ 190909 w 598869"/>
                <a:gd name="csY98" fmla="*/ 25325 h 111696"/>
                <a:gd name="csX99" fmla="*/ 193699 w 598869"/>
                <a:gd name="csY99" fmla="*/ 27561 h 111696"/>
                <a:gd name="csX100" fmla="*/ 195936 w 598869"/>
                <a:gd name="csY100" fmla="*/ 30129 h 111696"/>
                <a:gd name="csX101" fmla="*/ 208228 w 598869"/>
                <a:gd name="csY101" fmla="*/ 25325 h 111696"/>
                <a:gd name="csX102" fmla="*/ 226221 w 598869"/>
                <a:gd name="csY102" fmla="*/ 40852 h 111696"/>
                <a:gd name="csX103" fmla="*/ 221529 w 598869"/>
                <a:gd name="csY103" fmla="*/ 51462 h 111696"/>
                <a:gd name="csX104" fmla="*/ 208789 w 598869"/>
                <a:gd name="csY104" fmla="*/ 56824 h 111696"/>
                <a:gd name="csX105" fmla="*/ 195042 w 598869"/>
                <a:gd name="csY105" fmla="*/ 65983 h 111696"/>
                <a:gd name="csX106" fmla="*/ 207558 w 598869"/>
                <a:gd name="csY106" fmla="*/ 74473 h 111696"/>
                <a:gd name="csX107" fmla="*/ 220636 w 598869"/>
                <a:gd name="csY107" fmla="*/ 60958 h 111696"/>
                <a:gd name="csX108" fmla="*/ 221975 w 598869"/>
                <a:gd name="csY108" fmla="*/ 59953 h 111696"/>
                <a:gd name="csX109" fmla="*/ 223427 w 598869"/>
                <a:gd name="csY109" fmla="*/ 62633 h 111696"/>
                <a:gd name="csX110" fmla="*/ 223427 w 598869"/>
                <a:gd name="csY110" fmla="*/ 73913 h 111696"/>
                <a:gd name="csX111" fmla="*/ 222199 w 598869"/>
                <a:gd name="csY111" fmla="*/ 76594 h 111696"/>
                <a:gd name="csX112" fmla="*/ 219963 w 598869"/>
                <a:gd name="csY112" fmla="*/ 75255 h 111696"/>
                <a:gd name="csX113" fmla="*/ 218063 w 598869"/>
                <a:gd name="csY113" fmla="*/ 73468 h 111696"/>
                <a:gd name="csX114" fmla="*/ 207558 w 598869"/>
                <a:gd name="csY114" fmla="*/ 76594 h 111696"/>
                <a:gd name="csX115" fmla="*/ 189678 w 598869"/>
                <a:gd name="csY115" fmla="*/ 62857 h 111696"/>
                <a:gd name="csX116" fmla="*/ 194484 w 598869"/>
                <a:gd name="csY116" fmla="*/ 53361 h 111696"/>
                <a:gd name="csX117" fmla="*/ 209234 w 598869"/>
                <a:gd name="csY117" fmla="*/ 48224 h 111696"/>
                <a:gd name="csX118" fmla="*/ 249584 w 598869"/>
                <a:gd name="csY118" fmla="*/ 74698 h 111696"/>
                <a:gd name="csX119" fmla="*/ 249584 w 598869"/>
                <a:gd name="csY119" fmla="*/ 87652 h 111696"/>
                <a:gd name="csX120" fmla="*/ 259868 w 598869"/>
                <a:gd name="csY120" fmla="*/ 102843 h 111696"/>
                <a:gd name="csX121" fmla="*/ 263555 w 598869"/>
                <a:gd name="csY121" fmla="*/ 102061 h 111696"/>
                <a:gd name="csX122" fmla="*/ 260200 w 598869"/>
                <a:gd name="csY122" fmla="*/ 97369 h 111696"/>
                <a:gd name="csX123" fmla="*/ 265007 w 598869"/>
                <a:gd name="csY123" fmla="*/ 92569 h 111696"/>
                <a:gd name="csX124" fmla="*/ 269926 w 598869"/>
                <a:gd name="csY124" fmla="*/ 97482 h 111696"/>
                <a:gd name="csX125" fmla="*/ 259868 w 598869"/>
                <a:gd name="csY125" fmla="*/ 105303 h 111696"/>
                <a:gd name="csX126" fmla="*/ 242544 w 598869"/>
                <a:gd name="csY126" fmla="*/ 87541 h 111696"/>
                <a:gd name="csX127" fmla="*/ 242544 w 598869"/>
                <a:gd name="csY127" fmla="*/ 74698 h 111696"/>
                <a:gd name="csX128" fmla="*/ 233716 w 598869"/>
                <a:gd name="csY128" fmla="*/ 74698 h 111696"/>
                <a:gd name="csX129" fmla="*/ 233716 w 598869"/>
                <a:gd name="csY129" fmla="*/ 71232 h 111696"/>
                <a:gd name="csX130" fmla="*/ 242544 w 598869"/>
                <a:gd name="csY130" fmla="*/ 71232 h 111696"/>
                <a:gd name="csX131" fmla="*/ 242544 w 598869"/>
                <a:gd name="csY131" fmla="*/ 35045 h 111696"/>
                <a:gd name="csX132" fmla="*/ 233828 w 598869"/>
                <a:gd name="csY132" fmla="*/ 30017 h 111696"/>
                <a:gd name="csX133" fmla="*/ 233828 w 598869"/>
                <a:gd name="csY133" fmla="*/ 26555 h 111696"/>
                <a:gd name="csX134" fmla="*/ 246568 w 598869"/>
                <a:gd name="csY134" fmla="*/ 26892 h 111696"/>
                <a:gd name="csX135" fmla="*/ 260761 w 598869"/>
                <a:gd name="csY135" fmla="*/ 26555 h 111696"/>
                <a:gd name="csX136" fmla="*/ 260761 w 598869"/>
                <a:gd name="csY136" fmla="*/ 30017 h 111696"/>
                <a:gd name="csX137" fmla="*/ 258413 w 598869"/>
                <a:gd name="csY137" fmla="*/ 30017 h 111696"/>
                <a:gd name="csX138" fmla="*/ 249921 w 598869"/>
                <a:gd name="csY138" fmla="*/ 35266 h 111696"/>
                <a:gd name="csX139" fmla="*/ 249921 w 598869"/>
                <a:gd name="csY139" fmla="*/ 71232 h 111696"/>
                <a:gd name="csX140" fmla="*/ 262661 w 598869"/>
                <a:gd name="csY140" fmla="*/ 71232 h 111696"/>
                <a:gd name="csX141" fmla="*/ 262661 w 598869"/>
                <a:gd name="csY141" fmla="*/ 74698 h 111696"/>
                <a:gd name="csX142" fmla="*/ 249584 w 598869"/>
                <a:gd name="csY142" fmla="*/ 74698 h 111696"/>
                <a:gd name="csX143" fmla="*/ 301334 w 598869"/>
                <a:gd name="csY143" fmla="*/ 35045 h 111696"/>
                <a:gd name="csX144" fmla="*/ 310049 w 598869"/>
                <a:gd name="csY144" fmla="*/ 25885 h 111696"/>
                <a:gd name="csX145" fmla="*/ 319214 w 598869"/>
                <a:gd name="csY145" fmla="*/ 36496 h 111696"/>
                <a:gd name="csX146" fmla="*/ 319214 w 598869"/>
                <a:gd name="csY146" fmla="*/ 42751 h 111696"/>
                <a:gd name="csX147" fmla="*/ 316421 w 598869"/>
                <a:gd name="csY147" fmla="*/ 42751 h 111696"/>
                <a:gd name="csX148" fmla="*/ 316421 w 598869"/>
                <a:gd name="csY148" fmla="*/ 36496 h 111696"/>
                <a:gd name="csX149" fmla="*/ 312395 w 598869"/>
                <a:gd name="csY149" fmla="*/ 29348 h 111696"/>
                <a:gd name="csX150" fmla="*/ 308262 w 598869"/>
                <a:gd name="csY150" fmla="*/ 34933 h 111696"/>
                <a:gd name="csX151" fmla="*/ 308262 w 598869"/>
                <a:gd name="csY151" fmla="*/ 57272 h 111696"/>
                <a:gd name="csX152" fmla="*/ 304237 w 598869"/>
                <a:gd name="csY152" fmla="*/ 70451 h 111696"/>
                <a:gd name="csX153" fmla="*/ 288926 w 598869"/>
                <a:gd name="csY153" fmla="*/ 76594 h 111696"/>
                <a:gd name="csX154" fmla="*/ 272052 w 598869"/>
                <a:gd name="csY154" fmla="*/ 63971 h 111696"/>
                <a:gd name="csX155" fmla="*/ 277191 w 598869"/>
                <a:gd name="csY155" fmla="*/ 58723 h 111696"/>
                <a:gd name="csX156" fmla="*/ 282334 w 598869"/>
                <a:gd name="csY156" fmla="*/ 63863 h 111696"/>
                <a:gd name="csX157" fmla="*/ 276634 w 598869"/>
                <a:gd name="csY157" fmla="*/ 69000 h 111696"/>
                <a:gd name="csX158" fmla="*/ 288705 w 598869"/>
                <a:gd name="csY158" fmla="*/ 74137 h 111696"/>
                <a:gd name="csX159" fmla="*/ 300552 w 598869"/>
                <a:gd name="csY159" fmla="*/ 59840 h 111696"/>
                <a:gd name="csX160" fmla="*/ 300552 w 598869"/>
                <a:gd name="csY160" fmla="*/ 55709 h 111696"/>
                <a:gd name="csX161" fmla="*/ 279986 w 598869"/>
                <a:gd name="csY161" fmla="*/ 51687 h 111696"/>
                <a:gd name="csX162" fmla="*/ 268812 w 598869"/>
                <a:gd name="csY162" fmla="*/ 37165 h 111696"/>
                <a:gd name="csX163" fmla="*/ 286693 w 598869"/>
                <a:gd name="csY163" fmla="*/ 25325 h 111696"/>
                <a:gd name="csX164" fmla="*/ 301334 w 598869"/>
                <a:gd name="csY164" fmla="*/ 35045 h 111696"/>
                <a:gd name="csX165" fmla="*/ 300552 w 598869"/>
                <a:gd name="csY165" fmla="*/ 53361 h 111696"/>
                <a:gd name="csX166" fmla="*/ 300552 w 598869"/>
                <a:gd name="csY166" fmla="*/ 42194 h 111696"/>
                <a:gd name="csX167" fmla="*/ 287475 w 598869"/>
                <a:gd name="csY167" fmla="*/ 27785 h 111696"/>
                <a:gd name="csX168" fmla="*/ 277416 w 598869"/>
                <a:gd name="csY168" fmla="*/ 37277 h 111696"/>
                <a:gd name="csX169" fmla="*/ 300552 w 598869"/>
                <a:gd name="csY169" fmla="*/ 53361 h 111696"/>
                <a:gd name="csX170" fmla="*/ 333077 w 598869"/>
                <a:gd name="csY170" fmla="*/ 50905 h 111696"/>
                <a:gd name="csX171" fmla="*/ 348167 w 598869"/>
                <a:gd name="csY171" fmla="*/ 73804 h 111696"/>
                <a:gd name="csX172" fmla="*/ 360123 w 598869"/>
                <a:gd name="csY172" fmla="*/ 69670 h 111696"/>
                <a:gd name="csX173" fmla="*/ 354870 w 598869"/>
                <a:gd name="csY173" fmla="*/ 64533 h 111696"/>
                <a:gd name="csX174" fmla="*/ 360014 w 598869"/>
                <a:gd name="csY174" fmla="*/ 59396 h 111696"/>
                <a:gd name="csX175" fmla="*/ 365154 w 598869"/>
                <a:gd name="csY175" fmla="*/ 64645 h 111696"/>
                <a:gd name="csX176" fmla="*/ 348054 w 598869"/>
                <a:gd name="csY176" fmla="*/ 76594 h 111696"/>
                <a:gd name="csX177" fmla="*/ 323804 w 598869"/>
                <a:gd name="csY177" fmla="*/ 50680 h 111696"/>
                <a:gd name="csX178" fmla="*/ 347830 w 598869"/>
                <a:gd name="csY178" fmla="*/ 25325 h 111696"/>
                <a:gd name="csX179" fmla="*/ 366381 w 598869"/>
                <a:gd name="csY179" fmla="*/ 39846 h 111696"/>
                <a:gd name="csX180" fmla="*/ 364929 w 598869"/>
                <a:gd name="csY180" fmla="*/ 40963 h 111696"/>
                <a:gd name="csX181" fmla="*/ 363477 w 598869"/>
                <a:gd name="csY181" fmla="*/ 39846 h 111696"/>
                <a:gd name="csX182" fmla="*/ 348836 w 598869"/>
                <a:gd name="csY182" fmla="*/ 28118 h 111696"/>
                <a:gd name="csX183" fmla="*/ 333077 w 598869"/>
                <a:gd name="csY183" fmla="*/ 50905 h 111696"/>
                <a:gd name="csX184" fmla="*/ 388965 w 598869"/>
                <a:gd name="csY184" fmla="*/ 71232 h 111696"/>
                <a:gd name="csX185" fmla="*/ 404946 w 598869"/>
                <a:gd name="csY185" fmla="*/ 71232 h 111696"/>
                <a:gd name="csX186" fmla="*/ 404946 w 598869"/>
                <a:gd name="csY186" fmla="*/ 74698 h 111696"/>
                <a:gd name="csX187" fmla="*/ 388965 w 598869"/>
                <a:gd name="csY187" fmla="*/ 74698 h 111696"/>
                <a:gd name="csX188" fmla="*/ 388965 w 598869"/>
                <a:gd name="csY188" fmla="*/ 95250 h 111696"/>
                <a:gd name="csX189" fmla="*/ 386172 w 598869"/>
                <a:gd name="csY189" fmla="*/ 95250 h 111696"/>
                <a:gd name="csX190" fmla="*/ 371755 w 598869"/>
                <a:gd name="csY190" fmla="*/ 73692 h 111696"/>
                <a:gd name="csX191" fmla="*/ 371755 w 598869"/>
                <a:gd name="csY191" fmla="*/ 71232 h 111696"/>
                <a:gd name="csX192" fmla="*/ 381252 w 598869"/>
                <a:gd name="csY192" fmla="*/ 71232 h 111696"/>
                <a:gd name="csX193" fmla="*/ 381252 w 598869"/>
                <a:gd name="csY193" fmla="*/ 40407 h 111696"/>
                <a:gd name="csX194" fmla="*/ 395669 w 598869"/>
                <a:gd name="csY194" fmla="*/ 25325 h 111696"/>
                <a:gd name="csX195" fmla="*/ 406734 w 598869"/>
                <a:gd name="csY195" fmla="*/ 40407 h 111696"/>
                <a:gd name="csX196" fmla="*/ 406734 w 598869"/>
                <a:gd name="csY196" fmla="*/ 46774 h 111696"/>
                <a:gd name="csX197" fmla="*/ 403940 w 598869"/>
                <a:gd name="csY197" fmla="*/ 46774 h 111696"/>
                <a:gd name="csX198" fmla="*/ 403940 w 598869"/>
                <a:gd name="csY198" fmla="*/ 40627 h 111696"/>
                <a:gd name="csX199" fmla="*/ 396451 w 598869"/>
                <a:gd name="csY199" fmla="*/ 28118 h 111696"/>
                <a:gd name="csX200" fmla="*/ 388965 w 598869"/>
                <a:gd name="csY200" fmla="*/ 40183 h 111696"/>
                <a:gd name="csX201" fmla="*/ 388965 w 598869"/>
                <a:gd name="csY201" fmla="*/ 71232 h 111696"/>
                <a:gd name="csX202" fmla="*/ 432779 w 598869"/>
                <a:gd name="csY202" fmla="*/ 75924 h 111696"/>
                <a:gd name="csX203" fmla="*/ 417131 w 598869"/>
                <a:gd name="csY203" fmla="*/ 74698 h 111696"/>
                <a:gd name="csX204" fmla="*/ 417131 w 598869"/>
                <a:gd name="csY204" fmla="*/ 71232 h 111696"/>
                <a:gd name="csX205" fmla="*/ 425402 w 598869"/>
                <a:gd name="csY205" fmla="*/ 65090 h 111696"/>
                <a:gd name="csX206" fmla="*/ 425402 w 598869"/>
                <a:gd name="csY206" fmla="*/ 35045 h 111696"/>
                <a:gd name="csX207" fmla="*/ 416686 w 598869"/>
                <a:gd name="csY207" fmla="*/ 30017 h 111696"/>
                <a:gd name="csX208" fmla="*/ 416686 w 598869"/>
                <a:gd name="csY208" fmla="*/ 26555 h 111696"/>
                <a:gd name="csX209" fmla="*/ 428978 w 598869"/>
                <a:gd name="csY209" fmla="*/ 26892 h 111696"/>
                <a:gd name="csX210" fmla="*/ 440601 w 598869"/>
                <a:gd name="csY210" fmla="*/ 26555 h 111696"/>
                <a:gd name="csX211" fmla="*/ 440601 w 598869"/>
                <a:gd name="csY211" fmla="*/ 30017 h 111696"/>
                <a:gd name="csX212" fmla="*/ 432779 w 598869"/>
                <a:gd name="csY212" fmla="*/ 34933 h 111696"/>
                <a:gd name="csX213" fmla="*/ 432779 w 598869"/>
                <a:gd name="csY213" fmla="*/ 75924 h 111696"/>
                <a:gd name="csX214" fmla="*/ 433227 w 598869"/>
                <a:gd name="csY214" fmla="*/ 95361 h 111696"/>
                <a:gd name="csX215" fmla="*/ 427302 w 598869"/>
                <a:gd name="csY215" fmla="*/ 101280 h 111696"/>
                <a:gd name="csX216" fmla="*/ 421381 w 598869"/>
                <a:gd name="csY216" fmla="*/ 95361 h 111696"/>
                <a:gd name="csX217" fmla="*/ 427302 w 598869"/>
                <a:gd name="csY217" fmla="*/ 89440 h 111696"/>
                <a:gd name="csX218" fmla="*/ 433227 w 598869"/>
                <a:gd name="csY218" fmla="*/ 95361 h 111696"/>
                <a:gd name="csX219" fmla="*/ 496597 w 598869"/>
                <a:gd name="csY219" fmla="*/ 50457 h 111696"/>
                <a:gd name="csX220" fmla="*/ 471898 w 598869"/>
                <a:gd name="csY220" fmla="*/ 76594 h 111696"/>
                <a:gd name="csX221" fmla="*/ 447089 w 598869"/>
                <a:gd name="csY221" fmla="*/ 50457 h 111696"/>
                <a:gd name="csX222" fmla="*/ 471786 w 598869"/>
                <a:gd name="csY222" fmla="*/ 25325 h 111696"/>
                <a:gd name="csX223" fmla="*/ 496597 w 598869"/>
                <a:gd name="csY223" fmla="*/ 50457 h 111696"/>
                <a:gd name="csX224" fmla="*/ 471898 w 598869"/>
                <a:gd name="csY224" fmla="*/ 28118 h 111696"/>
                <a:gd name="csX225" fmla="*/ 459157 w 598869"/>
                <a:gd name="csY225" fmla="*/ 35603 h 111696"/>
                <a:gd name="csX226" fmla="*/ 456363 w 598869"/>
                <a:gd name="csY226" fmla="*/ 51350 h 111696"/>
                <a:gd name="csX227" fmla="*/ 459045 w 598869"/>
                <a:gd name="csY227" fmla="*/ 66652 h 111696"/>
                <a:gd name="csX228" fmla="*/ 471786 w 598869"/>
                <a:gd name="csY228" fmla="*/ 74137 h 111696"/>
                <a:gd name="csX229" fmla="*/ 484414 w 598869"/>
                <a:gd name="csY229" fmla="*/ 66877 h 111696"/>
                <a:gd name="csX230" fmla="*/ 487321 w 598869"/>
                <a:gd name="csY230" fmla="*/ 51350 h 111696"/>
                <a:gd name="csX231" fmla="*/ 484863 w 598869"/>
                <a:gd name="csY231" fmla="*/ 36384 h 111696"/>
                <a:gd name="csX232" fmla="*/ 471898 w 598869"/>
                <a:gd name="csY232" fmla="*/ 28118 h 111696"/>
                <a:gd name="csX233" fmla="*/ 512136 w 598869"/>
                <a:gd name="csY233" fmla="*/ 64977 h 111696"/>
                <a:gd name="csX234" fmla="*/ 512136 w 598869"/>
                <a:gd name="csY234" fmla="*/ 35045 h 111696"/>
                <a:gd name="csX235" fmla="*/ 503421 w 598869"/>
                <a:gd name="csY235" fmla="*/ 30017 h 111696"/>
                <a:gd name="csX236" fmla="*/ 503421 w 598869"/>
                <a:gd name="csY236" fmla="*/ 26555 h 111696"/>
                <a:gd name="csX237" fmla="*/ 516049 w 598869"/>
                <a:gd name="csY237" fmla="*/ 26892 h 111696"/>
                <a:gd name="csX238" fmla="*/ 528565 w 598869"/>
                <a:gd name="csY238" fmla="*/ 26555 h 111696"/>
                <a:gd name="csX239" fmla="*/ 528565 w 598869"/>
                <a:gd name="csY239" fmla="*/ 30017 h 111696"/>
                <a:gd name="csX240" fmla="*/ 519849 w 598869"/>
                <a:gd name="csY240" fmla="*/ 35045 h 111696"/>
                <a:gd name="csX241" fmla="*/ 519849 w 598869"/>
                <a:gd name="csY241" fmla="*/ 55597 h 111696"/>
                <a:gd name="csX242" fmla="*/ 534935 w 598869"/>
                <a:gd name="csY242" fmla="*/ 73468 h 111696"/>
                <a:gd name="csX243" fmla="*/ 543206 w 598869"/>
                <a:gd name="csY243" fmla="*/ 61070 h 111696"/>
                <a:gd name="csX244" fmla="*/ 543206 w 598869"/>
                <a:gd name="csY244" fmla="*/ 35045 h 111696"/>
                <a:gd name="csX245" fmla="*/ 534490 w 598869"/>
                <a:gd name="csY245" fmla="*/ 30017 h 111696"/>
                <a:gd name="csX246" fmla="*/ 534490 w 598869"/>
                <a:gd name="csY246" fmla="*/ 26555 h 111696"/>
                <a:gd name="csX247" fmla="*/ 547120 w 598869"/>
                <a:gd name="csY247" fmla="*/ 26892 h 111696"/>
                <a:gd name="csX248" fmla="*/ 559636 w 598869"/>
                <a:gd name="csY248" fmla="*/ 26555 h 111696"/>
                <a:gd name="csX249" fmla="*/ 559636 w 598869"/>
                <a:gd name="csY249" fmla="*/ 30017 h 111696"/>
                <a:gd name="csX250" fmla="*/ 550916 w 598869"/>
                <a:gd name="csY250" fmla="*/ 33367 h 111696"/>
                <a:gd name="csX251" fmla="*/ 550916 w 598869"/>
                <a:gd name="csY251" fmla="*/ 54703 h 111696"/>
                <a:gd name="csX252" fmla="*/ 547453 w 598869"/>
                <a:gd name="csY252" fmla="*/ 71793 h 111696"/>
                <a:gd name="csX253" fmla="*/ 535717 w 598869"/>
                <a:gd name="csY253" fmla="*/ 75924 h 111696"/>
                <a:gd name="csX254" fmla="*/ 519180 w 598869"/>
                <a:gd name="csY254" fmla="*/ 64196 h 111696"/>
                <a:gd name="csX255" fmla="*/ 519180 w 598869"/>
                <a:gd name="csY255" fmla="*/ 75924 h 111696"/>
                <a:gd name="csX256" fmla="*/ 503421 w 598869"/>
                <a:gd name="csY256" fmla="*/ 74698 h 111696"/>
                <a:gd name="csX257" fmla="*/ 503421 w 598869"/>
                <a:gd name="csY257" fmla="*/ 71232 h 111696"/>
                <a:gd name="csX258" fmla="*/ 512136 w 598869"/>
                <a:gd name="csY258" fmla="*/ 64977 h 111696"/>
                <a:gd name="csX259" fmla="*/ 598869 w 598869"/>
                <a:gd name="csY259" fmla="*/ -252 h 111696"/>
                <a:gd name="csX260" fmla="*/ 596970 w 598869"/>
                <a:gd name="csY260" fmla="*/ 2205 h 111696"/>
                <a:gd name="csX261" fmla="*/ 579425 w 598869"/>
                <a:gd name="csY261" fmla="*/ 54479 h 111696"/>
                <a:gd name="csX262" fmla="*/ 597419 w 598869"/>
                <a:gd name="csY262" fmla="*/ 107311 h 111696"/>
                <a:gd name="csX263" fmla="*/ 598869 w 598869"/>
                <a:gd name="csY263" fmla="*/ 109210 h 111696"/>
                <a:gd name="csX264" fmla="*/ 597751 w 598869"/>
                <a:gd name="csY264" fmla="*/ 110328 h 111696"/>
                <a:gd name="csX265" fmla="*/ 579983 w 598869"/>
                <a:gd name="csY265" fmla="*/ 88546 h 111696"/>
                <a:gd name="csX266" fmla="*/ 572943 w 598869"/>
                <a:gd name="csY266" fmla="*/ 54479 h 111696"/>
                <a:gd name="csX267" fmla="*/ 580319 w 598869"/>
                <a:gd name="csY267" fmla="*/ 19631 h 111696"/>
                <a:gd name="csX268" fmla="*/ 597751 w 598869"/>
                <a:gd name="csY268" fmla="*/ -1369 h 111696"/>
                <a:gd name="csX269" fmla="*/ 598869 w 598869"/>
                <a:gd name="csY269" fmla="*/ -252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Lst>
              <a:rect l="l" t="t" r="r" b="b"/>
              <a:pathLst>
                <a:path w="598869" h="111696">
                  <a:moveTo>
                    <a:pt x="32746" y="69894"/>
                  </a:moveTo>
                  <a:lnTo>
                    <a:pt x="18442" y="73356"/>
                  </a:lnTo>
                  <a:cubicBezTo>
                    <a:pt x="11510" y="75031"/>
                    <a:pt x="7152" y="81061"/>
                    <a:pt x="7152" y="87541"/>
                  </a:cubicBezTo>
                  <a:cubicBezTo>
                    <a:pt x="7152" y="95361"/>
                    <a:pt x="13186" y="102174"/>
                    <a:pt x="21906" y="102174"/>
                  </a:cubicBezTo>
                  <a:cubicBezTo>
                    <a:pt x="40568" y="102174"/>
                    <a:pt x="43026" y="83854"/>
                    <a:pt x="43699" y="78829"/>
                  </a:cubicBezTo>
                  <a:cubicBezTo>
                    <a:pt x="43808" y="78160"/>
                    <a:pt x="43808" y="77487"/>
                    <a:pt x="45038" y="77487"/>
                  </a:cubicBezTo>
                  <a:cubicBezTo>
                    <a:pt x="46490" y="77487"/>
                    <a:pt x="46490" y="78047"/>
                    <a:pt x="46490" y="80168"/>
                  </a:cubicBezTo>
                  <a:lnTo>
                    <a:pt x="46490" y="102619"/>
                  </a:lnTo>
                  <a:cubicBezTo>
                    <a:pt x="46490" y="104518"/>
                    <a:pt x="46490" y="105303"/>
                    <a:pt x="45263" y="105303"/>
                  </a:cubicBezTo>
                  <a:cubicBezTo>
                    <a:pt x="44481" y="105303"/>
                    <a:pt x="44369" y="105191"/>
                    <a:pt x="43587" y="103848"/>
                  </a:cubicBezTo>
                  <a:lnTo>
                    <a:pt x="39674" y="97482"/>
                  </a:lnTo>
                  <a:cubicBezTo>
                    <a:pt x="36322" y="100723"/>
                    <a:pt x="31740" y="105303"/>
                    <a:pt x="21793" y="105303"/>
                  </a:cubicBezTo>
                  <a:cubicBezTo>
                    <a:pt x="9389" y="105303"/>
                    <a:pt x="0" y="95470"/>
                    <a:pt x="0" y="83633"/>
                  </a:cubicBezTo>
                  <a:cubicBezTo>
                    <a:pt x="0" y="74361"/>
                    <a:pt x="5922" y="66207"/>
                    <a:pt x="14641" y="63191"/>
                  </a:cubicBezTo>
                  <a:cubicBezTo>
                    <a:pt x="15868" y="62745"/>
                    <a:pt x="21569" y="61404"/>
                    <a:pt x="29391" y="59504"/>
                  </a:cubicBezTo>
                  <a:cubicBezTo>
                    <a:pt x="32410" y="58723"/>
                    <a:pt x="35761" y="57941"/>
                    <a:pt x="38892" y="53810"/>
                  </a:cubicBezTo>
                  <a:cubicBezTo>
                    <a:pt x="41238" y="50905"/>
                    <a:pt x="42356" y="47219"/>
                    <a:pt x="42356" y="43533"/>
                  </a:cubicBezTo>
                  <a:cubicBezTo>
                    <a:pt x="42356" y="35603"/>
                    <a:pt x="36768" y="27561"/>
                    <a:pt x="27382" y="27561"/>
                  </a:cubicBezTo>
                  <a:cubicBezTo>
                    <a:pt x="24139" y="27561"/>
                    <a:pt x="15647" y="28118"/>
                    <a:pt x="9722" y="33591"/>
                  </a:cubicBezTo>
                  <a:cubicBezTo>
                    <a:pt x="3239" y="39622"/>
                    <a:pt x="2906" y="46774"/>
                    <a:pt x="2794" y="50793"/>
                  </a:cubicBezTo>
                  <a:cubicBezTo>
                    <a:pt x="2682" y="51910"/>
                    <a:pt x="1788" y="51910"/>
                    <a:pt x="1452" y="51910"/>
                  </a:cubicBezTo>
                  <a:cubicBezTo>
                    <a:pt x="0" y="51910"/>
                    <a:pt x="0" y="51129"/>
                    <a:pt x="0" y="49118"/>
                  </a:cubicBezTo>
                  <a:lnTo>
                    <a:pt x="0" y="26779"/>
                  </a:lnTo>
                  <a:cubicBezTo>
                    <a:pt x="0" y="24880"/>
                    <a:pt x="0" y="24099"/>
                    <a:pt x="1231" y="24099"/>
                  </a:cubicBezTo>
                  <a:cubicBezTo>
                    <a:pt x="2012" y="24099"/>
                    <a:pt x="2125" y="24320"/>
                    <a:pt x="2906" y="25549"/>
                  </a:cubicBezTo>
                  <a:cubicBezTo>
                    <a:pt x="2906" y="25661"/>
                    <a:pt x="3239" y="25998"/>
                    <a:pt x="6928" y="31916"/>
                  </a:cubicBezTo>
                  <a:cubicBezTo>
                    <a:pt x="10395" y="28118"/>
                    <a:pt x="17548" y="24099"/>
                    <a:pt x="27494" y="24099"/>
                  </a:cubicBezTo>
                  <a:cubicBezTo>
                    <a:pt x="40568" y="24099"/>
                    <a:pt x="49508" y="35045"/>
                    <a:pt x="49508" y="47331"/>
                  </a:cubicBezTo>
                  <a:cubicBezTo>
                    <a:pt x="49508" y="58502"/>
                    <a:pt x="42132" y="67658"/>
                    <a:pt x="32746" y="69894"/>
                  </a:cubicBezTo>
                  <a:close/>
                  <a:moveTo>
                    <a:pt x="92992" y="35045"/>
                  </a:moveTo>
                  <a:cubicBezTo>
                    <a:pt x="93437" y="30578"/>
                    <a:pt x="96456" y="25885"/>
                    <a:pt x="101708" y="25885"/>
                  </a:cubicBezTo>
                  <a:cubicBezTo>
                    <a:pt x="104053" y="25885"/>
                    <a:pt x="110872" y="27449"/>
                    <a:pt x="110872" y="36496"/>
                  </a:cubicBezTo>
                  <a:lnTo>
                    <a:pt x="110872" y="42751"/>
                  </a:lnTo>
                  <a:lnTo>
                    <a:pt x="108078" y="42751"/>
                  </a:lnTo>
                  <a:lnTo>
                    <a:pt x="108078" y="36496"/>
                  </a:lnTo>
                  <a:cubicBezTo>
                    <a:pt x="108078" y="30017"/>
                    <a:pt x="105284" y="29348"/>
                    <a:pt x="104053" y="29348"/>
                  </a:cubicBezTo>
                  <a:cubicBezTo>
                    <a:pt x="100365" y="29348"/>
                    <a:pt x="99919" y="34373"/>
                    <a:pt x="99919" y="34933"/>
                  </a:cubicBezTo>
                  <a:lnTo>
                    <a:pt x="99919" y="57272"/>
                  </a:lnTo>
                  <a:cubicBezTo>
                    <a:pt x="99919" y="61964"/>
                    <a:pt x="99919" y="66320"/>
                    <a:pt x="95895" y="70451"/>
                  </a:cubicBezTo>
                  <a:cubicBezTo>
                    <a:pt x="91537" y="74807"/>
                    <a:pt x="85948" y="76594"/>
                    <a:pt x="80584" y="76594"/>
                  </a:cubicBezTo>
                  <a:cubicBezTo>
                    <a:pt x="71423" y="76594"/>
                    <a:pt x="63709" y="71344"/>
                    <a:pt x="63709" y="63971"/>
                  </a:cubicBezTo>
                  <a:cubicBezTo>
                    <a:pt x="63709" y="60622"/>
                    <a:pt x="65946" y="58723"/>
                    <a:pt x="68849" y="58723"/>
                  </a:cubicBezTo>
                  <a:cubicBezTo>
                    <a:pt x="71980" y="58723"/>
                    <a:pt x="73993" y="60958"/>
                    <a:pt x="73993" y="63863"/>
                  </a:cubicBezTo>
                  <a:cubicBezTo>
                    <a:pt x="73993" y="65202"/>
                    <a:pt x="73432" y="68888"/>
                    <a:pt x="68292" y="69000"/>
                  </a:cubicBezTo>
                  <a:cubicBezTo>
                    <a:pt x="71311" y="72907"/>
                    <a:pt x="76787" y="74137"/>
                    <a:pt x="80363" y="74137"/>
                  </a:cubicBezTo>
                  <a:cubicBezTo>
                    <a:pt x="85839" y="74137"/>
                    <a:pt x="92210" y="69781"/>
                    <a:pt x="92210" y="59840"/>
                  </a:cubicBezTo>
                  <a:lnTo>
                    <a:pt x="92210" y="55709"/>
                  </a:lnTo>
                  <a:cubicBezTo>
                    <a:pt x="86509" y="55373"/>
                    <a:pt x="78687" y="55036"/>
                    <a:pt x="71643" y="51687"/>
                  </a:cubicBezTo>
                  <a:cubicBezTo>
                    <a:pt x="63264" y="47888"/>
                    <a:pt x="60470" y="42082"/>
                    <a:pt x="60470" y="37165"/>
                  </a:cubicBezTo>
                  <a:cubicBezTo>
                    <a:pt x="60470" y="28118"/>
                    <a:pt x="71311" y="25325"/>
                    <a:pt x="78350" y="25325"/>
                  </a:cubicBezTo>
                  <a:cubicBezTo>
                    <a:pt x="85727" y="25325"/>
                    <a:pt x="90867" y="29793"/>
                    <a:pt x="92992" y="35045"/>
                  </a:cubicBezTo>
                  <a:close/>
                  <a:moveTo>
                    <a:pt x="92210" y="53361"/>
                  </a:moveTo>
                  <a:lnTo>
                    <a:pt x="92210" y="42194"/>
                  </a:lnTo>
                  <a:cubicBezTo>
                    <a:pt x="92210" y="31580"/>
                    <a:pt x="84160" y="27785"/>
                    <a:pt x="79132" y="27785"/>
                  </a:cubicBezTo>
                  <a:cubicBezTo>
                    <a:pt x="73656" y="27785"/>
                    <a:pt x="69074" y="31692"/>
                    <a:pt x="69074" y="37277"/>
                  </a:cubicBezTo>
                  <a:cubicBezTo>
                    <a:pt x="69074" y="43420"/>
                    <a:pt x="73768" y="52692"/>
                    <a:pt x="92210" y="53361"/>
                  </a:cubicBezTo>
                  <a:close/>
                  <a:moveTo>
                    <a:pt x="130997" y="71232"/>
                  </a:moveTo>
                  <a:lnTo>
                    <a:pt x="146978" y="71232"/>
                  </a:lnTo>
                  <a:lnTo>
                    <a:pt x="146978" y="74698"/>
                  </a:lnTo>
                  <a:lnTo>
                    <a:pt x="130997" y="74698"/>
                  </a:lnTo>
                  <a:lnTo>
                    <a:pt x="130997" y="95250"/>
                  </a:lnTo>
                  <a:lnTo>
                    <a:pt x="128202" y="95250"/>
                  </a:lnTo>
                  <a:cubicBezTo>
                    <a:pt x="128090" y="86090"/>
                    <a:pt x="124735" y="74137"/>
                    <a:pt x="113785" y="73692"/>
                  </a:cubicBezTo>
                  <a:lnTo>
                    <a:pt x="113785" y="71232"/>
                  </a:lnTo>
                  <a:lnTo>
                    <a:pt x="123284" y="71232"/>
                  </a:lnTo>
                  <a:lnTo>
                    <a:pt x="123284" y="40407"/>
                  </a:lnTo>
                  <a:cubicBezTo>
                    <a:pt x="123284" y="26667"/>
                    <a:pt x="133679" y="25325"/>
                    <a:pt x="137700" y="25325"/>
                  </a:cubicBezTo>
                  <a:cubicBezTo>
                    <a:pt x="145635" y="25325"/>
                    <a:pt x="148765" y="33258"/>
                    <a:pt x="148765" y="40407"/>
                  </a:cubicBezTo>
                  <a:lnTo>
                    <a:pt x="148765" y="46774"/>
                  </a:lnTo>
                  <a:lnTo>
                    <a:pt x="145971" y="46774"/>
                  </a:lnTo>
                  <a:lnTo>
                    <a:pt x="145971" y="40627"/>
                  </a:lnTo>
                  <a:cubicBezTo>
                    <a:pt x="145971" y="32365"/>
                    <a:pt x="142619" y="28118"/>
                    <a:pt x="138482" y="28118"/>
                  </a:cubicBezTo>
                  <a:cubicBezTo>
                    <a:pt x="130997" y="28118"/>
                    <a:pt x="130997" y="38283"/>
                    <a:pt x="130997" y="40183"/>
                  </a:cubicBezTo>
                  <a:lnTo>
                    <a:pt x="130997" y="71232"/>
                  </a:lnTo>
                  <a:close/>
                  <a:moveTo>
                    <a:pt x="174809" y="75924"/>
                  </a:moveTo>
                  <a:lnTo>
                    <a:pt x="159163" y="74698"/>
                  </a:lnTo>
                  <a:lnTo>
                    <a:pt x="159163" y="71232"/>
                  </a:lnTo>
                  <a:cubicBezTo>
                    <a:pt x="166427" y="71232"/>
                    <a:pt x="167434" y="70563"/>
                    <a:pt x="167434" y="65090"/>
                  </a:cubicBezTo>
                  <a:lnTo>
                    <a:pt x="167434" y="35045"/>
                  </a:lnTo>
                  <a:cubicBezTo>
                    <a:pt x="167434" y="30017"/>
                    <a:pt x="166206" y="30017"/>
                    <a:pt x="158717" y="30017"/>
                  </a:cubicBezTo>
                  <a:lnTo>
                    <a:pt x="158717" y="26555"/>
                  </a:lnTo>
                  <a:cubicBezTo>
                    <a:pt x="162293" y="26667"/>
                    <a:pt x="168327" y="26892"/>
                    <a:pt x="171009" y="26892"/>
                  </a:cubicBezTo>
                  <a:cubicBezTo>
                    <a:pt x="174921" y="26892"/>
                    <a:pt x="178835" y="26667"/>
                    <a:pt x="182631" y="26555"/>
                  </a:cubicBezTo>
                  <a:lnTo>
                    <a:pt x="182631" y="30017"/>
                  </a:lnTo>
                  <a:cubicBezTo>
                    <a:pt x="175259" y="30017"/>
                    <a:pt x="174809" y="30578"/>
                    <a:pt x="174809" y="34933"/>
                  </a:cubicBezTo>
                  <a:lnTo>
                    <a:pt x="174809" y="75924"/>
                  </a:lnTo>
                  <a:close/>
                  <a:moveTo>
                    <a:pt x="175259" y="95361"/>
                  </a:moveTo>
                  <a:cubicBezTo>
                    <a:pt x="175259" y="98936"/>
                    <a:pt x="172464" y="101280"/>
                    <a:pt x="169333" y="101280"/>
                  </a:cubicBezTo>
                  <a:cubicBezTo>
                    <a:pt x="165870" y="101280"/>
                    <a:pt x="163411" y="98263"/>
                    <a:pt x="163411" y="95361"/>
                  </a:cubicBezTo>
                  <a:cubicBezTo>
                    <a:pt x="163411" y="92344"/>
                    <a:pt x="165870" y="89440"/>
                    <a:pt x="169333" y="89440"/>
                  </a:cubicBezTo>
                  <a:cubicBezTo>
                    <a:pt x="172464" y="89440"/>
                    <a:pt x="175259" y="91787"/>
                    <a:pt x="175259" y="95361"/>
                  </a:cubicBezTo>
                  <a:close/>
                  <a:moveTo>
                    <a:pt x="209234" y="48224"/>
                  </a:moveTo>
                  <a:cubicBezTo>
                    <a:pt x="211692" y="47776"/>
                    <a:pt x="220856" y="45989"/>
                    <a:pt x="220856" y="37947"/>
                  </a:cubicBezTo>
                  <a:cubicBezTo>
                    <a:pt x="220856" y="32252"/>
                    <a:pt x="216947" y="27785"/>
                    <a:pt x="208228" y="27785"/>
                  </a:cubicBezTo>
                  <a:cubicBezTo>
                    <a:pt x="198843" y="27785"/>
                    <a:pt x="194817" y="34152"/>
                    <a:pt x="192696" y="43644"/>
                  </a:cubicBezTo>
                  <a:cubicBezTo>
                    <a:pt x="192359" y="45095"/>
                    <a:pt x="192247" y="45543"/>
                    <a:pt x="191130" y="45543"/>
                  </a:cubicBezTo>
                  <a:cubicBezTo>
                    <a:pt x="189678" y="45543"/>
                    <a:pt x="189678" y="44762"/>
                    <a:pt x="189678" y="42751"/>
                  </a:cubicBezTo>
                  <a:lnTo>
                    <a:pt x="189678" y="28006"/>
                  </a:lnTo>
                  <a:cubicBezTo>
                    <a:pt x="189678" y="26107"/>
                    <a:pt x="189678" y="25325"/>
                    <a:pt x="190909" y="25325"/>
                  </a:cubicBezTo>
                  <a:cubicBezTo>
                    <a:pt x="191466" y="25325"/>
                    <a:pt x="191579" y="25437"/>
                    <a:pt x="193699" y="27561"/>
                  </a:cubicBezTo>
                  <a:cubicBezTo>
                    <a:pt x="193923" y="27785"/>
                    <a:pt x="193923" y="28006"/>
                    <a:pt x="195936" y="30129"/>
                  </a:cubicBezTo>
                  <a:cubicBezTo>
                    <a:pt x="200851" y="25437"/>
                    <a:pt x="205883" y="25325"/>
                    <a:pt x="208228" y="25325"/>
                  </a:cubicBezTo>
                  <a:cubicBezTo>
                    <a:pt x="221081" y="25325"/>
                    <a:pt x="226221" y="32810"/>
                    <a:pt x="226221" y="40852"/>
                  </a:cubicBezTo>
                  <a:cubicBezTo>
                    <a:pt x="226221" y="46774"/>
                    <a:pt x="222869" y="50123"/>
                    <a:pt x="221529" y="51462"/>
                  </a:cubicBezTo>
                  <a:cubicBezTo>
                    <a:pt x="217842" y="55036"/>
                    <a:pt x="213480" y="55930"/>
                    <a:pt x="208789" y="56824"/>
                  </a:cubicBezTo>
                  <a:cubicBezTo>
                    <a:pt x="202531" y="58053"/>
                    <a:pt x="195042" y="59504"/>
                    <a:pt x="195042" y="65983"/>
                  </a:cubicBezTo>
                  <a:cubicBezTo>
                    <a:pt x="195042" y="69894"/>
                    <a:pt x="197949" y="74473"/>
                    <a:pt x="207558" y="74473"/>
                  </a:cubicBezTo>
                  <a:cubicBezTo>
                    <a:pt x="219851" y="74473"/>
                    <a:pt x="220412" y="64420"/>
                    <a:pt x="220636" y="60958"/>
                  </a:cubicBezTo>
                  <a:cubicBezTo>
                    <a:pt x="220744" y="59953"/>
                    <a:pt x="221750" y="59953"/>
                    <a:pt x="221975" y="59953"/>
                  </a:cubicBezTo>
                  <a:cubicBezTo>
                    <a:pt x="223427" y="59953"/>
                    <a:pt x="223427" y="60510"/>
                    <a:pt x="223427" y="62633"/>
                  </a:cubicBezTo>
                  <a:lnTo>
                    <a:pt x="223427" y="73913"/>
                  </a:lnTo>
                  <a:cubicBezTo>
                    <a:pt x="223427" y="75812"/>
                    <a:pt x="223427" y="76594"/>
                    <a:pt x="222199" y="76594"/>
                  </a:cubicBezTo>
                  <a:cubicBezTo>
                    <a:pt x="221638" y="76594"/>
                    <a:pt x="221417" y="76594"/>
                    <a:pt x="219963" y="75255"/>
                  </a:cubicBezTo>
                  <a:cubicBezTo>
                    <a:pt x="219630" y="74807"/>
                    <a:pt x="218511" y="73804"/>
                    <a:pt x="218063" y="73468"/>
                  </a:cubicBezTo>
                  <a:cubicBezTo>
                    <a:pt x="213816" y="76594"/>
                    <a:pt x="209234" y="76594"/>
                    <a:pt x="207558" y="76594"/>
                  </a:cubicBezTo>
                  <a:cubicBezTo>
                    <a:pt x="193923" y="76594"/>
                    <a:pt x="189678" y="69113"/>
                    <a:pt x="189678" y="62857"/>
                  </a:cubicBezTo>
                  <a:cubicBezTo>
                    <a:pt x="189678" y="58947"/>
                    <a:pt x="191466" y="55818"/>
                    <a:pt x="194484" y="53361"/>
                  </a:cubicBezTo>
                  <a:cubicBezTo>
                    <a:pt x="198061" y="50457"/>
                    <a:pt x="201188" y="49787"/>
                    <a:pt x="209234" y="48224"/>
                  </a:cubicBezTo>
                  <a:close/>
                  <a:moveTo>
                    <a:pt x="249584" y="74698"/>
                  </a:moveTo>
                  <a:lnTo>
                    <a:pt x="249584" y="87652"/>
                  </a:lnTo>
                  <a:cubicBezTo>
                    <a:pt x="249584" y="97482"/>
                    <a:pt x="254948" y="102843"/>
                    <a:pt x="259868" y="102843"/>
                  </a:cubicBezTo>
                  <a:cubicBezTo>
                    <a:pt x="260200" y="102843"/>
                    <a:pt x="261879" y="102843"/>
                    <a:pt x="263555" y="102061"/>
                  </a:cubicBezTo>
                  <a:cubicBezTo>
                    <a:pt x="262213" y="101617"/>
                    <a:pt x="260200" y="100162"/>
                    <a:pt x="260200" y="97369"/>
                  </a:cubicBezTo>
                  <a:cubicBezTo>
                    <a:pt x="260200" y="94801"/>
                    <a:pt x="261992" y="92569"/>
                    <a:pt x="265007" y="92569"/>
                  </a:cubicBezTo>
                  <a:cubicBezTo>
                    <a:pt x="268250" y="92569"/>
                    <a:pt x="269926" y="94801"/>
                    <a:pt x="269926" y="97482"/>
                  </a:cubicBezTo>
                  <a:cubicBezTo>
                    <a:pt x="269926" y="101617"/>
                    <a:pt x="265789" y="105303"/>
                    <a:pt x="259868" y="105303"/>
                  </a:cubicBezTo>
                  <a:cubicBezTo>
                    <a:pt x="252046" y="105303"/>
                    <a:pt x="242544" y="99381"/>
                    <a:pt x="242544" y="87541"/>
                  </a:cubicBezTo>
                  <a:lnTo>
                    <a:pt x="242544" y="74698"/>
                  </a:lnTo>
                  <a:lnTo>
                    <a:pt x="233716" y="74698"/>
                  </a:lnTo>
                  <a:lnTo>
                    <a:pt x="233716" y="71232"/>
                  </a:lnTo>
                  <a:lnTo>
                    <a:pt x="242544" y="71232"/>
                  </a:lnTo>
                  <a:lnTo>
                    <a:pt x="242544" y="35045"/>
                  </a:lnTo>
                  <a:cubicBezTo>
                    <a:pt x="242544" y="30017"/>
                    <a:pt x="241313" y="30017"/>
                    <a:pt x="233828" y="30017"/>
                  </a:cubicBezTo>
                  <a:lnTo>
                    <a:pt x="233828" y="26555"/>
                  </a:lnTo>
                  <a:cubicBezTo>
                    <a:pt x="238187" y="26667"/>
                    <a:pt x="243438" y="26892"/>
                    <a:pt x="246568" y="26892"/>
                  </a:cubicBezTo>
                  <a:cubicBezTo>
                    <a:pt x="251039" y="26892"/>
                    <a:pt x="256291" y="26892"/>
                    <a:pt x="260761" y="26555"/>
                  </a:cubicBezTo>
                  <a:lnTo>
                    <a:pt x="260761" y="30017"/>
                  </a:lnTo>
                  <a:lnTo>
                    <a:pt x="258413" y="30017"/>
                  </a:lnTo>
                  <a:cubicBezTo>
                    <a:pt x="250145" y="30017"/>
                    <a:pt x="249921" y="31247"/>
                    <a:pt x="249921" y="35266"/>
                  </a:cubicBezTo>
                  <a:lnTo>
                    <a:pt x="249921" y="71232"/>
                  </a:lnTo>
                  <a:lnTo>
                    <a:pt x="262661" y="71232"/>
                  </a:lnTo>
                  <a:lnTo>
                    <a:pt x="262661" y="74698"/>
                  </a:lnTo>
                  <a:lnTo>
                    <a:pt x="249584" y="74698"/>
                  </a:lnTo>
                  <a:close/>
                  <a:moveTo>
                    <a:pt x="301334" y="35045"/>
                  </a:moveTo>
                  <a:cubicBezTo>
                    <a:pt x="301779" y="30578"/>
                    <a:pt x="304798" y="25885"/>
                    <a:pt x="310049" y="25885"/>
                  </a:cubicBezTo>
                  <a:cubicBezTo>
                    <a:pt x="312395" y="25885"/>
                    <a:pt x="319214" y="27449"/>
                    <a:pt x="319214" y="36496"/>
                  </a:cubicBezTo>
                  <a:lnTo>
                    <a:pt x="319214" y="42751"/>
                  </a:lnTo>
                  <a:lnTo>
                    <a:pt x="316421" y="42751"/>
                  </a:lnTo>
                  <a:lnTo>
                    <a:pt x="316421" y="36496"/>
                  </a:lnTo>
                  <a:cubicBezTo>
                    <a:pt x="316421" y="30017"/>
                    <a:pt x="313626" y="29348"/>
                    <a:pt x="312395" y="29348"/>
                  </a:cubicBezTo>
                  <a:cubicBezTo>
                    <a:pt x="308707" y="29348"/>
                    <a:pt x="308262" y="34373"/>
                    <a:pt x="308262" y="34933"/>
                  </a:cubicBezTo>
                  <a:lnTo>
                    <a:pt x="308262" y="57272"/>
                  </a:lnTo>
                  <a:cubicBezTo>
                    <a:pt x="308262" y="61964"/>
                    <a:pt x="308262" y="66320"/>
                    <a:pt x="304237" y="70451"/>
                  </a:cubicBezTo>
                  <a:cubicBezTo>
                    <a:pt x="299879" y="74807"/>
                    <a:pt x="294291" y="76594"/>
                    <a:pt x="288926" y="76594"/>
                  </a:cubicBezTo>
                  <a:cubicBezTo>
                    <a:pt x="279765" y="76594"/>
                    <a:pt x="272052" y="71344"/>
                    <a:pt x="272052" y="63971"/>
                  </a:cubicBezTo>
                  <a:cubicBezTo>
                    <a:pt x="272052" y="60622"/>
                    <a:pt x="274288" y="58723"/>
                    <a:pt x="277191" y="58723"/>
                  </a:cubicBezTo>
                  <a:cubicBezTo>
                    <a:pt x="280323" y="58723"/>
                    <a:pt x="282334" y="60958"/>
                    <a:pt x="282334" y="63863"/>
                  </a:cubicBezTo>
                  <a:cubicBezTo>
                    <a:pt x="282334" y="65202"/>
                    <a:pt x="281773" y="68888"/>
                    <a:pt x="276634" y="69000"/>
                  </a:cubicBezTo>
                  <a:cubicBezTo>
                    <a:pt x="279653" y="72907"/>
                    <a:pt x="285129" y="74137"/>
                    <a:pt x="288705" y="74137"/>
                  </a:cubicBezTo>
                  <a:cubicBezTo>
                    <a:pt x="294182" y="74137"/>
                    <a:pt x="300552" y="69781"/>
                    <a:pt x="300552" y="59840"/>
                  </a:cubicBezTo>
                  <a:lnTo>
                    <a:pt x="300552" y="55709"/>
                  </a:lnTo>
                  <a:cubicBezTo>
                    <a:pt x="294852" y="55373"/>
                    <a:pt x="287030" y="55036"/>
                    <a:pt x="279986" y="51687"/>
                  </a:cubicBezTo>
                  <a:cubicBezTo>
                    <a:pt x="271606" y="47888"/>
                    <a:pt x="268812" y="42082"/>
                    <a:pt x="268812" y="37165"/>
                  </a:cubicBezTo>
                  <a:cubicBezTo>
                    <a:pt x="268812" y="28118"/>
                    <a:pt x="279653" y="25325"/>
                    <a:pt x="286693" y="25325"/>
                  </a:cubicBezTo>
                  <a:cubicBezTo>
                    <a:pt x="294070" y="25325"/>
                    <a:pt x="299209" y="29793"/>
                    <a:pt x="301334" y="35045"/>
                  </a:cubicBezTo>
                  <a:close/>
                  <a:moveTo>
                    <a:pt x="300552" y="53361"/>
                  </a:moveTo>
                  <a:lnTo>
                    <a:pt x="300552" y="42194"/>
                  </a:lnTo>
                  <a:cubicBezTo>
                    <a:pt x="300552" y="31580"/>
                    <a:pt x="292502" y="27785"/>
                    <a:pt x="287475" y="27785"/>
                  </a:cubicBezTo>
                  <a:cubicBezTo>
                    <a:pt x="281998" y="27785"/>
                    <a:pt x="277416" y="31692"/>
                    <a:pt x="277416" y="37277"/>
                  </a:cubicBezTo>
                  <a:cubicBezTo>
                    <a:pt x="277416" y="43420"/>
                    <a:pt x="282110" y="52692"/>
                    <a:pt x="300552" y="53361"/>
                  </a:cubicBezTo>
                  <a:close/>
                  <a:moveTo>
                    <a:pt x="333077" y="50905"/>
                  </a:moveTo>
                  <a:cubicBezTo>
                    <a:pt x="333077" y="69113"/>
                    <a:pt x="342242" y="73804"/>
                    <a:pt x="348167" y="73804"/>
                  </a:cubicBezTo>
                  <a:cubicBezTo>
                    <a:pt x="349173" y="73804"/>
                    <a:pt x="356213" y="73692"/>
                    <a:pt x="360123" y="69670"/>
                  </a:cubicBezTo>
                  <a:cubicBezTo>
                    <a:pt x="355543" y="69333"/>
                    <a:pt x="354870" y="65983"/>
                    <a:pt x="354870" y="64533"/>
                  </a:cubicBezTo>
                  <a:cubicBezTo>
                    <a:pt x="354870" y="61627"/>
                    <a:pt x="356883" y="59396"/>
                    <a:pt x="360014" y="59396"/>
                  </a:cubicBezTo>
                  <a:cubicBezTo>
                    <a:pt x="362916" y="59396"/>
                    <a:pt x="365154" y="61291"/>
                    <a:pt x="365154" y="64645"/>
                  </a:cubicBezTo>
                  <a:cubicBezTo>
                    <a:pt x="365154" y="72238"/>
                    <a:pt x="356658" y="76594"/>
                    <a:pt x="348054" y="76594"/>
                  </a:cubicBezTo>
                  <a:cubicBezTo>
                    <a:pt x="334083" y="76594"/>
                    <a:pt x="323804" y="64533"/>
                    <a:pt x="323804" y="50680"/>
                  </a:cubicBezTo>
                  <a:cubicBezTo>
                    <a:pt x="323804" y="36384"/>
                    <a:pt x="334865" y="25325"/>
                    <a:pt x="347830" y="25325"/>
                  </a:cubicBezTo>
                  <a:cubicBezTo>
                    <a:pt x="362804" y="25325"/>
                    <a:pt x="366381" y="38728"/>
                    <a:pt x="366381" y="39846"/>
                  </a:cubicBezTo>
                  <a:cubicBezTo>
                    <a:pt x="366381" y="40963"/>
                    <a:pt x="365266" y="40963"/>
                    <a:pt x="364929" y="40963"/>
                  </a:cubicBezTo>
                  <a:cubicBezTo>
                    <a:pt x="363923" y="40963"/>
                    <a:pt x="363699" y="40515"/>
                    <a:pt x="363477" y="39846"/>
                  </a:cubicBezTo>
                  <a:cubicBezTo>
                    <a:pt x="360235" y="29460"/>
                    <a:pt x="352971" y="28118"/>
                    <a:pt x="348836" y="28118"/>
                  </a:cubicBezTo>
                  <a:cubicBezTo>
                    <a:pt x="342915" y="28118"/>
                    <a:pt x="333077" y="32922"/>
                    <a:pt x="333077" y="50905"/>
                  </a:cubicBezTo>
                  <a:close/>
                  <a:moveTo>
                    <a:pt x="388965" y="71232"/>
                  </a:moveTo>
                  <a:lnTo>
                    <a:pt x="404946" y="71232"/>
                  </a:lnTo>
                  <a:lnTo>
                    <a:pt x="404946" y="74698"/>
                  </a:lnTo>
                  <a:lnTo>
                    <a:pt x="388965" y="74698"/>
                  </a:lnTo>
                  <a:lnTo>
                    <a:pt x="388965" y="95250"/>
                  </a:lnTo>
                  <a:lnTo>
                    <a:pt x="386172" y="95250"/>
                  </a:lnTo>
                  <a:cubicBezTo>
                    <a:pt x="386059" y="86090"/>
                    <a:pt x="382704" y="74137"/>
                    <a:pt x="371755" y="73692"/>
                  </a:cubicBezTo>
                  <a:lnTo>
                    <a:pt x="371755" y="71232"/>
                  </a:lnTo>
                  <a:lnTo>
                    <a:pt x="381252" y="71232"/>
                  </a:lnTo>
                  <a:lnTo>
                    <a:pt x="381252" y="40407"/>
                  </a:lnTo>
                  <a:cubicBezTo>
                    <a:pt x="381252" y="26667"/>
                    <a:pt x="391648" y="25325"/>
                    <a:pt x="395669" y="25325"/>
                  </a:cubicBezTo>
                  <a:cubicBezTo>
                    <a:pt x="403603" y="25325"/>
                    <a:pt x="406734" y="33258"/>
                    <a:pt x="406734" y="40407"/>
                  </a:cubicBezTo>
                  <a:lnTo>
                    <a:pt x="406734" y="46774"/>
                  </a:lnTo>
                  <a:lnTo>
                    <a:pt x="403940" y="46774"/>
                  </a:lnTo>
                  <a:lnTo>
                    <a:pt x="403940" y="40627"/>
                  </a:lnTo>
                  <a:cubicBezTo>
                    <a:pt x="403940" y="32365"/>
                    <a:pt x="400588" y="28118"/>
                    <a:pt x="396451" y="28118"/>
                  </a:cubicBezTo>
                  <a:cubicBezTo>
                    <a:pt x="388965" y="28118"/>
                    <a:pt x="388965" y="38283"/>
                    <a:pt x="388965" y="40183"/>
                  </a:cubicBezTo>
                  <a:lnTo>
                    <a:pt x="388965" y="71232"/>
                  </a:lnTo>
                  <a:close/>
                  <a:moveTo>
                    <a:pt x="432779" y="75924"/>
                  </a:moveTo>
                  <a:lnTo>
                    <a:pt x="417131" y="74698"/>
                  </a:lnTo>
                  <a:lnTo>
                    <a:pt x="417131" y="71232"/>
                  </a:lnTo>
                  <a:cubicBezTo>
                    <a:pt x="424396" y="71232"/>
                    <a:pt x="425402" y="70563"/>
                    <a:pt x="425402" y="65090"/>
                  </a:cubicBezTo>
                  <a:lnTo>
                    <a:pt x="425402" y="35045"/>
                  </a:lnTo>
                  <a:cubicBezTo>
                    <a:pt x="425402" y="30017"/>
                    <a:pt x="424175" y="30017"/>
                    <a:pt x="416686" y="30017"/>
                  </a:cubicBezTo>
                  <a:lnTo>
                    <a:pt x="416686" y="26555"/>
                  </a:lnTo>
                  <a:cubicBezTo>
                    <a:pt x="420263" y="26667"/>
                    <a:pt x="426296" y="26892"/>
                    <a:pt x="428978" y="26892"/>
                  </a:cubicBezTo>
                  <a:cubicBezTo>
                    <a:pt x="432891" y="26892"/>
                    <a:pt x="436803" y="26667"/>
                    <a:pt x="440601" y="26555"/>
                  </a:cubicBezTo>
                  <a:lnTo>
                    <a:pt x="440601" y="30017"/>
                  </a:lnTo>
                  <a:cubicBezTo>
                    <a:pt x="433227" y="30017"/>
                    <a:pt x="432779" y="30578"/>
                    <a:pt x="432779" y="34933"/>
                  </a:cubicBezTo>
                  <a:lnTo>
                    <a:pt x="432779" y="75924"/>
                  </a:lnTo>
                  <a:close/>
                  <a:moveTo>
                    <a:pt x="433227" y="95361"/>
                  </a:moveTo>
                  <a:cubicBezTo>
                    <a:pt x="433227" y="98936"/>
                    <a:pt x="430433" y="101280"/>
                    <a:pt x="427302" y="101280"/>
                  </a:cubicBezTo>
                  <a:cubicBezTo>
                    <a:pt x="423838" y="101280"/>
                    <a:pt x="421381" y="98263"/>
                    <a:pt x="421381" y="95361"/>
                  </a:cubicBezTo>
                  <a:cubicBezTo>
                    <a:pt x="421381" y="92344"/>
                    <a:pt x="423838" y="89440"/>
                    <a:pt x="427302" y="89440"/>
                  </a:cubicBezTo>
                  <a:cubicBezTo>
                    <a:pt x="430433" y="89440"/>
                    <a:pt x="433227" y="91787"/>
                    <a:pt x="433227" y="95361"/>
                  </a:cubicBezTo>
                  <a:close/>
                  <a:moveTo>
                    <a:pt x="496597" y="50457"/>
                  </a:moveTo>
                  <a:cubicBezTo>
                    <a:pt x="496597" y="64756"/>
                    <a:pt x="485420" y="76594"/>
                    <a:pt x="471898" y="76594"/>
                  </a:cubicBezTo>
                  <a:cubicBezTo>
                    <a:pt x="457926" y="76594"/>
                    <a:pt x="447089" y="64420"/>
                    <a:pt x="447089" y="50457"/>
                  </a:cubicBezTo>
                  <a:cubicBezTo>
                    <a:pt x="447089" y="36047"/>
                    <a:pt x="458712" y="25325"/>
                    <a:pt x="471786" y="25325"/>
                  </a:cubicBezTo>
                  <a:cubicBezTo>
                    <a:pt x="485308" y="25325"/>
                    <a:pt x="496597" y="36272"/>
                    <a:pt x="496597" y="50457"/>
                  </a:cubicBezTo>
                  <a:close/>
                  <a:moveTo>
                    <a:pt x="471898" y="28118"/>
                  </a:moveTo>
                  <a:cubicBezTo>
                    <a:pt x="467090" y="28118"/>
                    <a:pt x="462175" y="30465"/>
                    <a:pt x="459157" y="35603"/>
                  </a:cubicBezTo>
                  <a:cubicBezTo>
                    <a:pt x="456363" y="40515"/>
                    <a:pt x="456363" y="47331"/>
                    <a:pt x="456363" y="51350"/>
                  </a:cubicBezTo>
                  <a:cubicBezTo>
                    <a:pt x="456363" y="55709"/>
                    <a:pt x="456363" y="61740"/>
                    <a:pt x="459045" y="66652"/>
                  </a:cubicBezTo>
                  <a:cubicBezTo>
                    <a:pt x="462063" y="71793"/>
                    <a:pt x="467315" y="74137"/>
                    <a:pt x="471786" y="74137"/>
                  </a:cubicBezTo>
                  <a:cubicBezTo>
                    <a:pt x="476704" y="74137"/>
                    <a:pt x="481507" y="71680"/>
                    <a:pt x="484414" y="66877"/>
                  </a:cubicBezTo>
                  <a:cubicBezTo>
                    <a:pt x="487321" y="62076"/>
                    <a:pt x="487321" y="55597"/>
                    <a:pt x="487321" y="51350"/>
                  </a:cubicBezTo>
                  <a:cubicBezTo>
                    <a:pt x="487321" y="47331"/>
                    <a:pt x="487321" y="41300"/>
                    <a:pt x="484863" y="36384"/>
                  </a:cubicBezTo>
                  <a:cubicBezTo>
                    <a:pt x="482401" y="31359"/>
                    <a:pt x="477486" y="28118"/>
                    <a:pt x="471898" y="28118"/>
                  </a:cubicBezTo>
                  <a:close/>
                  <a:moveTo>
                    <a:pt x="512136" y="64977"/>
                  </a:moveTo>
                  <a:lnTo>
                    <a:pt x="512136" y="35045"/>
                  </a:lnTo>
                  <a:cubicBezTo>
                    <a:pt x="512136" y="30017"/>
                    <a:pt x="510909" y="30017"/>
                    <a:pt x="503421" y="30017"/>
                  </a:cubicBezTo>
                  <a:lnTo>
                    <a:pt x="503421" y="26555"/>
                  </a:lnTo>
                  <a:cubicBezTo>
                    <a:pt x="507333" y="26667"/>
                    <a:pt x="513030" y="26892"/>
                    <a:pt x="516049" y="26892"/>
                  </a:cubicBezTo>
                  <a:cubicBezTo>
                    <a:pt x="518956" y="26892"/>
                    <a:pt x="524765" y="26667"/>
                    <a:pt x="528565" y="26555"/>
                  </a:cubicBezTo>
                  <a:lnTo>
                    <a:pt x="528565" y="30017"/>
                  </a:lnTo>
                  <a:cubicBezTo>
                    <a:pt x="521076" y="30017"/>
                    <a:pt x="519849" y="30017"/>
                    <a:pt x="519849" y="35045"/>
                  </a:cubicBezTo>
                  <a:lnTo>
                    <a:pt x="519849" y="55597"/>
                  </a:lnTo>
                  <a:cubicBezTo>
                    <a:pt x="519849" y="67213"/>
                    <a:pt x="527783" y="73468"/>
                    <a:pt x="534935" y="73468"/>
                  </a:cubicBezTo>
                  <a:cubicBezTo>
                    <a:pt x="541975" y="73468"/>
                    <a:pt x="543206" y="67437"/>
                    <a:pt x="543206" y="61070"/>
                  </a:cubicBezTo>
                  <a:lnTo>
                    <a:pt x="543206" y="35045"/>
                  </a:lnTo>
                  <a:cubicBezTo>
                    <a:pt x="543206" y="30017"/>
                    <a:pt x="541975" y="30017"/>
                    <a:pt x="534490" y="30017"/>
                  </a:cubicBezTo>
                  <a:lnTo>
                    <a:pt x="534490" y="26555"/>
                  </a:lnTo>
                  <a:cubicBezTo>
                    <a:pt x="538400" y="26667"/>
                    <a:pt x="544100" y="26892"/>
                    <a:pt x="547120" y="26892"/>
                  </a:cubicBezTo>
                  <a:cubicBezTo>
                    <a:pt x="550022" y="26892"/>
                    <a:pt x="555835" y="26667"/>
                    <a:pt x="559636" y="26555"/>
                  </a:cubicBezTo>
                  <a:lnTo>
                    <a:pt x="559636" y="30017"/>
                  </a:lnTo>
                  <a:cubicBezTo>
                    <a:pt x="553823" y="30017"/>
                    <a:pt x="551028" y="30017"/>
                    <a:pt x="550916" y="33367"/>
                  </a:cubicBezTo>
                  <a:lnTo>
                    <a:pt x="550916" y="54703"/>
                  </a:lnTo>
                  <a:cubicBezTo>
                    <a:pt x="550916" y="64308"/>
                    <a:pt x="550916" y="67771"/>
                    <a:pt x="547453" y="71793"/>
                  </a:cubicBezTo>
                  <a:cubicBezTo>
                    <a:pt x="545889" y="73692"/>
                    <a:pt x="542200" y="75924"/>
                    <a:pt x="535717" y="75924"/>
                  </a:cubicBezTo>
                  <a:cubicBezTo>
                    <a:pt x="527559" y="75924"/>
                    <a:pt x="522307" y="71120"/>
                    <a:pt x="519180" y="64196"/>
                  </a:cubicBezTo>
                  <a:lnTo>
                    <a:pt x="519180" y="75924"/>
                  </a:lnTo>
                  <a:lnTo>
                    <a:pt x="503421" y="74698"/>
                  </a:lnTo>
                  <a:lnTo>
                    <a:pt x="503421" y="71232"/>
                  </a:lnTo>
                  <a:cubicBezTo>
                    <a:pt x="511243" y="71232"/>
                    <a:pt x="512136" y="70451"/>
                    <a:pt x="512136" y="64977"/>
                  </a:cubicBezTo>
                  <a:close/>
                  <a:moveTo>
                    <a:pt x="598869" y="-252"/>
                  </a:moveTo>
                  <a:cubicBezTo>
                    <a:pt x="598869" y="82"/>
                    <a:pt x="598869" y="305"/>
                    <a:pt x="596970" y="2205"/>
                  </a:cubicBezTo>
                  <a:cubicBezTo>
                    <a:pt x="583002" y="16277"/>
                    <a:pt x="579425" y="37389"/>
                    <a:pt x="579425" y="54479"/>
                  </a:cubicBezTo>
                  <a:cubicBezTo>
                    <a:pt x="579425" y="73913"/>
                    <a:pt x="583671" y="93350"/>
                    <a:pt x="597419" y="107311"/>
                  </a:cubicBezTo>
                  <a:cubicBezTo>
                    <a:pt x="598869" y="108653"/>
                    <a:pt x="598869" y="108877"/>
                    <a:pt x="598869" y="109210"/>
                  </a:cubicBezTo>
                  <a:cubicBezTo>
                    <a:pt x="598869" y="109991"/>
                    <a:pt x="598421" y="110328"/>
                    <a:pt x="597751" y="110328"/>
                  </a:cubicBezTo>
                  <a:cubicBezTo>
                    <a:pt x="596633" y="110328"/>
                    <a:pt x="586578" y="102731"/>
                    <a:pt x="579983" y="88546"/>
                  </a:cubicBezTo>
                  <a:cubicBezTo>
                    <a:pt x="574282" y="76260"/>
                    <a:pt x="572943" y="63863"/>
                    <a:pt x="572943" y="54479"/>
                  </a:cubicBezTo>
                  <a:cubicBezTo>
                    <a:pt x="572943" y="45768"/>
                    <a:pt x="574170" y="32252"/>
                    <a:pt x="580319" y="19631"/>
                  </a:cubicBezTo>
                  <a:cubicBezTo>
                    <a:pt x="587023" y="5891"/>
                    <a:pt x="596633" y="-1369"/>
                    <a:pt x="597751" y="-1369"/>
                  </a:cubicBezTo>
                  <a:cubicBezTo>
                    <a:pt x="598421" y="-1369"/>
                    <a:pt x="598869" y="-1033"/>
                    <a:pt x="598869" y="-252"/>
                  </a:cubicBezTo>
                  <a:close/>
                </a:path>
              </a:pathLst>
            </a:custGeom>
            <a:solidFill>
              <a:srgbClr val="000000"/>
            </a:solidFill>
            <a:ln w="25400" cap="flat">
              <a:noFill/>
              <a:prstDash val="solid"/>
              <a:miter/>
            </a:ln>
          </p:spPr>
          <p:txBody>
            <a:bodyPr/>
            <a:lstStyle/>
            <a:p>
              <a:endParaRPr lang="en-GB"/>
            </a:p>
          </p:txBody>
        </p:sp>
        <p:sp>
          <p:nvSpPr>
            <p:cNvPr id="2685" name="Freeform: Shape 2684">
              <a:extLst>
                <a:ext uri="{FF2B5EF4-FFF2-40B4-BE49-F238E27FC236}">
                  <a16:creationId xmlns:a16="http://schemas.microsoft.com/office/drawing/2014/main" id="{DC8D163E-FD22-1D09-B5F9-EA1ABCE5FFFB}"/>
                </a:ext>
              </a:extLst>
            </p:cNvPr>
            <p:cNvSpPr/>
            <p:nvPr>
              <p:custDataLst>
                <p:tags r:id="rId4"/>
              </p:custDataLst>
            </p:nvPr>
          </p:nvSpPr>
          <p:spPr>
            <a:xfrm flipV="1">
              <a:off x="9091697" y="-2889524"/>
              <a:ext cx="55657" cy="50599"/>
            </a:xfrm>
            <a:custGeom>
              <a:avLst/>
              <a:gdLst>
                <a:gd name="csX0" fmla="*/ 34089 w 55657"/>
                <a:gd name="csY0" fmla="*/ 33595 h 50599"/>
                <a:gd name="csX1" fmla="*/ 45150 w 55657"/>
                <a:gd name="csY1" fmla="*/ 46775 h 50599"/>
                <a:gd name="csX2" fmla="*/ 50739 w 55657"/>
                <a:gd name="csY2" fmla="*/ 45320 h 50599"/>
                <a:gd name="csX3" fmla="*/ 45375 w 55657"/>
                <a:gd name="csY3" fmla="*/ 39289 h 50599"/>
                <a:gd name="csX4" fmla="*/ 49621 w 55657"/>
                <a:gd name="csY4" fmla="*/ 35383 h 50599"/>
                <a:gd name="csX5" fmla="*/ 55658 w 55657"/>
                <a:gd name="csY5" fmla="*/ 41858 h 50599"/>
                <a:gd name="csX6" fmla="*/ 45263 w 55657"/>
                <a:gd name="csY6" fmla="*/ 49231 h 50599"/>
                <a:gd name="csX7" fmla="*/ 33528 w 55657"/>
                <a:gd name="csY7" fmla="*/ 40744 h 50599"/>
                <a:gd name="csX8" fmla="*/ 21460 w 55657"/>
                <a:gd name="csY8" fmla="*/ 49231 h 50599"/>
                <a:gd name="csX9" fmla="*/ 3467 w 55657"/>
                <a:gd name="csY9" fmla="*/ 32029 h 50599"/>
                <a:gd name="csX10" fmla="*/ 4807 w 55657"/>
                <a:gd name="csY10" fmla="*/ 30915 h 50599"/>
                <a:gd name="csX11" fmla="*/ 6258 w 55657"/>
                <a:gd name="csY11" fmla="*/ 32141 h 50599"/>
                <a:gd name="csX12" fmla="*/ 21236 w 55657"/>
                <a:gd name="csY12" fmla="*/ 46775 h 50599"/>
                <a:gd name="csX13" fmla="*/ 27270 w 55657"/>
                <a:gd name="csY13" fmla="*/ 39289 h 50599"/>
                <a:gd name="csX14" fmla="*/ 21236 w 55657"/>
                <a:gd name="csY14" fmla="*/ 12707 h 50599"/>
                <a:gd name="csX15" fmla="*/ 10620 w 55657"/>
                <a:gd name="csY15" fmla="*/ 1091 h 50599"/>
                <a:gd name="csX16" fmla="*/ 5031 w 55657"/>
                <a:gd name="csY16" fmla="*/ 2542 h 50599"/>
                <a:gd name="csX17" fmla="*/ 10283 w 55657"/>
                <a:gd name="csY17" fmla="*/ 8572 h 50599"/>
                <a:gd name="csX18" fmla="*/ 6150 w 55657"/>
                <a:gd name="csY18" fmla="*/ 12483 h 50599"/>
                <a:gd name="csX19" fmla="*/ 0 w 55657"/>
                <a:gd name="csY19" fmla="*/ 6004 h 50599"/>
                <a:gd name="csX20" fmla="*/ 10507 w 55657"/>
                <a:gd name="csY20" fmla="*/ -1369 h 50599"/>
                <a:gd name="csX21" fmla="*/ 22242 w 55657"/>
                <a:gd name="csY21" fmla="*/ 7122 h 50599"/>
                <a:gd name="csX22" fmla="*/ 34310 w 55657"/>
                <a:gd name="csY22" fmla="*/ -1369 h 50599"/>
                <a:gd name="csX23" fmla="*/ 52190 w 55657"/>
                <a:gd name="csY23" fmla="*/ 15833 h 50599"/>
                <a:gd name="csX24" fmla="*/ 50851 w 55657"/>
                <a:gd name="csY24" fmla="*/ 16951 h 50599"/>
                <a:gd name="csX25" fmla="*/ 49400 w 55657"/>
                <a:gd name="csY25" fmla="*/ 15721 h 50599"/>
                <a:gd name="csX26" fmla="*/ 34534 w 55657"/>
                <a:gd name="csY26" fmla="*/ 1091 h 50599"/>
                <a:gd name="csX27" fmla="*/ 28388 w 55657"/>
                <a:gd name="csY27" fmla="*/ 8461 h 50599"/>
                <a:gd name="csX28" fmla="*/ 30288 w 55657"/>
                <a:gd name="csY28" fmla="*/ 18293 h 50599"/>
                <a:gd name="csX29" fmla="*/ 34089 w 55657"/>
                <a:gd name="csY29" fmla="*/ 33595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595"/>
                  </a:moveTo>
                  <a:cubicBezTo>
                    <a:pt x="34759" y="36497"/>
                    <a:pt x="37328" y="46775"/>
                    <a:pt x="45150" y="46775"/>
                  </a:cubicBezTo>
                  <a:cubicBezTo>
                    <a:pt x="45711" y="46775"/>
                    <a:pt x="48393" y="46775"/>
                    <a:pt x="50739" y="45320"/>
                  </a:cubicBezTo>
                  <a:cubicBezTo>
                    <a:pt x="47612" y="44763"/>
                    <a:pt x="45375" y="41970"/>
                    <a:pt x="45375" y="39289"/>
                  </a:cubicBezTo>
                  <a:cubicBezTo>
                    <a:pt x="45375" y="37502"/>
                    <a:pt x="46605" y="35383"/>
                    <a:pt x="49621" y="35383"/>
                  </a:cubicBezTo>
                  <a:cubicBezTo>
                    <a:pt x="52082" y="35383"/>
                    <a:pt x="55658" y="37390"/>
                    <a:pt x="55658" y="41858"/>
                  </a:cubicBezTo>
                  <a:cubicBezTo>
                    <a:pt x="55658" y="47668"/>
                    <a:pt x="49063" y="49231"/>
                    <a:pt x="45263" y="49231"/>
                  </a:cubicBezTo>
                  <a:cubicBezTo>
                    <a:pt x="38780" y="49231"/>
                    <a:pt x="34871" y="43312"/>
                    <a:pt x="33528" y="40744"/>
                  </a:cubicBezTo>
                  <a:cubicBezTo>
                    <a:pt x="30734" y="48113"/>
                    <a:pt x="24700" y="49231"/>
                    <a:pt x="21460" y="49231"/>
                  </a:cubicBezTo>
                  <a:cubicBezTo>
                    <a:pt x="9834" y="49231"/>
                    <a:pt x="3467" y="34822"/>
                    <a:pt x="3467" y="32029"/>
                  </a:cubicBezTo>
                  <a:cubicBezTo>
                    <a:pt x="3467" y="30915"/>
                    <a:pt x="4582" y="30915"/>
                    <a:pt x="4807" y="30915"/>
                  </a:cubicBezTo>
                  <a:cubicBezTo>
                    <a:pt x="5701" y="30915"/>
                    <a:pt x="6037" y="31135"/>
                    <a:pt x="6258" y="32141"/>
                  </a:cubicBezTo>
                  <a:cubicBezTo>
                    <a:pt x="10059" y="43982"/>
                    <a:pt x="17435" y="46775"/>
                    <a:pt x="21236" y="46775"/>
                  </a:cubicBezTo>
                  <a:cubicBezTo>
                    <a:pt x="23357" y="46775"/>
                    <a:pt x="27270" y="45769"/>
                    <a:pt x="27270" y="39289"/>
                  </a:cubicBezTo>
                  <a:cubicBezTo>
                    <a:pt x="27270" y="35828"/>
                    <a:pt x="25369" y="28342"/>
                    <a:pt x="21236" y="12707"/>
                  </a:cubicBezTo>
                  <a:cubicBezTo>
                    <a:pt x="19448" y="5780"/>
                    <a:pt x="15535" y="1091"/>
                    <a:pt x="10620" y="1091"/>
                  </a:cubicBezTo>
                  <a:cubicBezTo>
                    <a:pt x="9946" y="1091"/>
                    <a:pt x="7377" y="1091"/>
                    <a:pt x="5031" y="2542"/>
                  </a:cubicBezTo>
                  <a:cubicBezTo>
                    <a:pt x="7825" y="3099"/>
                    <a:pt x="10283" y="5447"/>
                    <a:pt x="10283" y="8572"/>
                  </a:cubicBezTo>
                  <a:cubicBezTo>
                    <a:pt x="10283" y="11590"/>
                    <a:pt x="7825" y="12483"/>
                    <a:pt x="6150" y="12483"/>
                  </a:cubicBezTo>
                  <a:cubicBezTo>
                    <a:pt x="2794" y="12483"/>
                    <a:pt x="0" y="9578"/>
                    <a:pt x="0" y="6004"/>
                  </a:cubicBezTo>
                  <a:cubicBezTo>
                    <a:pt x="0" y="867"/>
                    <a:pt x="5589" y="-1369"/>
                    <a:pt x="10507" y="-1369"/>
                  </a:cubicBezTo>
                  <a:cubicBezTo>
                    <a:pt x="17884" y="-1369"/>
                    <a:pt x="21906" y="6453"/>
                    <a:pt x="22242" y="7122"/>
                  </a:cubicBezTo>
                  <a:cubicBezTo>
                    <a:pt x="23581" y="2990"/>
                    <a:pt x="27606" y="-1369"/>
                    <a:pt x="34310" y="-1369"/>
                  </a:cubicBezTo>
                  <a:cubicBezTo>
                    <a:pt x="45823" y="-1369"/>
                    <a:pt x="52190" y="13040"/>
                    <a:pt x="52190" y="15833"/>
                  </a:cubicBezTo>
                  <a:cubicBezTo>
                    <a:pt x="52190" y="16951"/>
                    <a:pt x="51188" y="16951"/>
                    <a:pt x="50851" y="16951"/>
                  </a:cubicBezTo>
                  <a:cubicBezTo>
                    <a:pt x="49845" y="16951"/>
                    <a:pt x="49621" y="16506"/>
                    <a:pt x="49400" y="15721"/>
                  </a:cubicBezTo>
                  <a:cubicBezTo>
                    <a:pt x="45711" y="3772"/>
                    <a:pt x="38110" y="1091"/>
                    <a:pt x="34534" y="1091"/>
                  </a:cubicBezTo>
                  <a:cubicBezTo>
                    <a:pt x="30176" y="1091"/>
                    <a:pt x="28388" y="4666"/>
                    <a:pt x="28388" y="8461"/>
                  </a:cubicBezTo>
                  <a:cubicBezTo>
                    <a:pt x="28388" y="10920"/>
                    <a:pt x="29058" y="13377"/>
                    <a:pt x="30288" y="18293"/>
                  </a:cubicBezTo>
                  <a:lnTo>
                    <a:pt x="34089" y="33595"/>
                  </a:lnTo>
                  <a:close/>
                </a:path>
              </a:pathLst>
            </a:custGeom>
            <a:solidFill>
              <a:srgbClr val="000000"/>
            </a:solidFill>
            <a:ln w="25400" cap="flat">
              <a:noFill/>
              <a:prstDash val="solid"/>
              <a:miter/>
            </a:ln>
          </p:spPr>
          <p:txBody>
            <a:bodyPr/>
            <a:lstStyle/>
            <a:p>
              <a:endParaRPr lang="en-GB"/>
            </a:p>
          </p:txBody>
        </p:sp>
        <p:sp>
          <p:nvSpPr>
            <p:cNvPr id="2686" name="Freeform: Shape 2685">
              <a:extLst>
                <a:ext uri="{FF2B5EF4-FFF2-40B4-BE49-F238E27FC236}">
                  <a16:creationId xmlns:a16="http://schemas.microsoft.com/office/drawing/2014/main" id="{9D7747BF-173B-6DF2-EF16-303FB452FB14}"/>
                </a:ext>
              </a:extLst>
            </p:cNvPr>
            <p:cNvSpPr/>
            <p:nvPr>
              <p:custDataLst>
                <p:tags r:id="rId5"/>
              </p:custDataLst>
            </p:nvPr>
          </p:nvSpPr>
          <p:spPr>
            <a:xfrm flipV="1">
              <a:off x="9158711" y="-2923927"/>
              <a:ext cx="25927" cy="111696"/>
            </a:xfrm>
            <a:custGeom>
              <a:avLst/>
              <a:gdLst>
                <a:gd name="csX0" fmla="*/ 25927 w 25927"/>
                <a:gd name="csY0" fmla="*/ 54479 h 111696"/>
                <a:gd name="csX1" fmla="*/ 18550 w 25927"/>
                <a:gd name="csY1" fmla="*/ 89328 h 111696"/>
                <a:gd name="csX2" fmla="*/ 1118 w 25927"/>
                <a:gd name="csY2" fmla="*/ 110328 h 111696"/>
                <a:gd name="csX3" fmla="*/ 0 w 25927"/>
                <a:gd name="csY3" fmla="*/ 109210 h 111696"/>
                <a:gd name="csX4" fmla="*/ 2125 w 25927"/>
                <a:gd name="csY4" fmla="*/ 106641 h 111696"/>
                <a:gd name="csX5" fmla="*/ 19444 w 25927"/>
                <a:gd name="csY5" fmla="*/ 54479 h 111696"/>
                <a:gd name="csX6" fmla="*/ 1452 w 25927"/>
                <a:gd name="csY6" fmla="*/ 1648 h 111696"/>
                <a:gd name="csX7" fmla="*/ 0 w 25927"/>
                <a:gd name="csY7" fmla="*/ -252 h 111696"/>
                <a:gd name="csX8" fmla="*/ 1118 w 25927"/>
                <a:gd name="csY8" fmla="*/ -1369 h 111696"/>
                <a:gd name="csX9" fmla="*/ 18887 w 25927"/>
                <a:gd name="csY9" fmla="*/ 20412 h 111696"/>
                <a:gd name="csX10" fmla="*/ 25927 w 25927"/>
                <a:gd name="csY10" fmla="*/ 54479 h 111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927" h="111696">
                  <a:moveTo>
                    <a:pt x="25927" y="54479"/>
                  </a:moveTo>
                  <a:cubicBezTo>
                    <a:pt x="25927" y="63191"/>
                    <a:pt x="24700" y="76705"/>
                    <a:pt x="18550" y="89328"/>
                  </a:cubicBezTo>
                  <a:cubicBezTo>
                    <a:pt x="11847" y="103067"/>
                    <a:pt x="2233" y="110328"/>
                    <a:pt x="1118" y="110328"/>
                  </a:cubicBezTo>
                  <a:cubicBezTo>
                    <a:pt x="445" y="110328"/>
                    <a:pt x="0" y="109879"/>
                    <a:pt x="0" y="109210"/>
                  </a:cubicBezTo>
                  <a:cubicBezTo>
                    <a:pt x="0" y="108877"/>
                    <a:pt x="0" y="108653"/>
                    <a:pt x="2125" y="106641"/>
                  </a:cubicBezTo>
                  <a:cubicBezTo>
                    <a:pt x="13074" y="95582"/>
                    <a:pt x="19444" y="77824"/>
                    <a:pt x="19444" y="54479"/>
                  </a:cubicBezTo>
                  <a:cubicBezTo>
                    <a:pt x="19444" y="35378"/>
                    <a:pt x="15311" y="15720"/>
                    <a:pt x="1452" y="1648"/>
                  </a:cubicBezTo>
                  <a:cubicBezTo>
                    <a:pt x="0" y="305"/>
                    <a:pt x="0" y="82"/>
                    <a:pt x="0" y="-252"/>
                  </a:cubicBezTo>
                  <a:cubicBezTo>
                    <a:pt x="0" y="-921"/>
                    <a:pt x="445" y="-1369"/>
                    <a:pt x="1118" y="-1369"/>
                  </a:cubicBezTo>
                  <a:cubicBezTo>
                    <a:pt x="2233" y="-1369"/>
                    <a:pt x="12292" y="6228"/>
                    <a:pt x="18887" y="20412"/>
                  </a:cubicBezTo>
                  <a:cubicBezTo>
                    <a:pt x="24588" y="32697"/>
                    <a:pt x="25927" y="45095"/>
                    <a:pt x="25927" y="54479"/>
                  </a:cubicBezTo>
                  <a:close/>
                </a:path>
              </a:pathLst>
            </a:custGeom>
            <a:solidFill>
              <a:srgbClr val="000000"/>
            </a:solidFill>
            <a:ln w="25400" cap="flat">
              <a:noFill/>
              <a:prstDash val="solid"/>
              <a:miter/>
            </a:ln>
          </p:spPr>
          <p:txBody>
            <a:bodyPr/>
            <a:lstStyle/>
            <a:p>
              <a:endParaRPr lang="en-GB"/>
            </a:p>
          </p:txBody>
        </p:sp>
        <p:sp>
          <p:nvSpPr>
            <p:cNvPr id="2687" name="Freeform: Shape 2686">
              <a:extLst>
                <a:ext uri="{FF2B5EF4-FFF2-40B4-BE49-F238E27FC236}">
                  <a16:creationId xmlns:a16="http://schemas.microsoft.com/office/drawing/2014/main" id="{32F1DE8F-8BC3-6163-1BC4-2841E352D4C0}"/>
                </a:ext>
              </a:extLst>
            </p:cNvPr>
            <p:cNvSpPr/>
            <p:nvPr>
              <p:custDataLst>
                <p:tags r:id="rId6"/>
              </p:custDataLst>
            </p:nvPr>
          </p:nvSpPr>
          <p:spPr>
            <a:xfrm flipV="1">
              <a:off x="9232902" y="-2881146"/>
              <a:ext cx="74320" cy="26137"/>
            </a:xfrm>
            <a:custGeom>
              <a:avLst/>
              <a:gdLst>
                <a:gd name="csX0" fmla="*/ 70519 w 74320"/>
                <a:gd name="csY0" fmla="*/ 20300 h 26137"/>
                <a:gd name="csX1" fmla="*/ 74321 w 74320"/>
                <a:gd name="csY1" fmla="*/ 22535 h 26137"/>
                <a:gd name="csX2" fmla="*/ 70632 w 74320"/>
                <a:gd name="csY2" fmla="*/ 24768 h 26137"/>
                <a:gd name="csX3" fmla="*/ 3688 w 74320"/>
                <a:gd name="csY3" fmla="*/ 24768 h 26137"/>
                <a:gd name="csX4" fmla="*/ 0 w 74320"/>
                <a:gd name="csY4" fmla="*/ 22535 h 26137"/>
                <a:gd name="csX5" fmla="*/ 3801 w 74320"/>
                <a:gd name="csY5" fmla="*/ 20300 h 26137"/>
                <a:gd name="csX6" fmla="*/ 70519 w 74320"/>
                <a:gd name="csY6" fmla="*/ 20300 h 26137"/>
                <a:gd name="csX7" fmla="*/ 70632 w 74320"/>
                <a:gd name="csY7" fmla="*/ -1369 h 26137"/>
                <a:gd name="csX8" fmla="*/ 74321 w 74320"/>
                <a:gd name="csY8" fmla="*/ 866 h 26137"/>
                <a:gd name="csX9" fmla="*/ 70519 w 74320"/>
                <a:gd name="csY9" fmla="*/ 3102 h 26137"/>
                <a:gd name="csX10" fmla="*/ 3801 w 74320"/>
                <a:gd name="csY10" fmla="*/ 3102 h 26137"/>
                <a:gd name="csX11" fmla="*/ 0 w 74320"/>
                <a:gd name="csY11" fmla="*/ 866 h 26137"/>
                <a:gd name="csX12" fmla="*/ 3688 w 74320"/>
                <a:gd name="csY12" fmla="*/ -1369 h 26137"/>
                <a:gd name="csX13" fmla="*/ 70632 w 74320"/>
                <a:gd name="csY13" fmla="*/ -1369 h 26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74320" h="26137">
                  <a:moveTo>
                    <a:pt x="70519" y="20300"/>
                  </a:moveTo>
                  <a:cubicBezTo>
                    <a:pt x="72196" y="20300"/>
                    <a:pt x="74321" y="20300"/>
                    <a:pt x="74321" y="22535"/>
                  </a:cubicBezTo>
                  <a:cubicBezTo>
                    <a:pt x="74321" y="24768"/>
                    <a:pt x="72196" y="24768"/>
                    <a:pt x="70632" y="24768"/>
                  </a:cubicBezTo>
                  <a:lnTo>
                    <a:pt x="3688" y="24768"/>
                  </a:lnTo>
                  <a:cubicBezTo>
                    <a:pt x="2125" y="24768"/>
                    <a:pt x="0" y="24768"/>
                    <a:pt x="0" y="22535"/>
                  </a:cubicBezTo>
                  <a:cubicBezTo>
                    <a:pt x="0" y="20300"/>
                    <a:pt x="2125" y="20300"/>
                    <a:pt x="3801" y="20300"/>
                  </a:cubicBezTo>
                  <a:lnTo>
                    <a:pt x="70519" y="20300"/>
                  </a:lnTo>
                  <a:close/>
                  <a:moveTo>
                    <a:pt x="70632" y="-1369"/>
                  </a:moveTo>
                  <a:cubicBezTo>
                    <a:pt x="72196" y="-1369"/>
                    <a:pt x="74321" y="-1369"/>
                    <a:pt x="74321" y="866"/>
                  </a:cubicBezTo>
                  <a:cubicBezTo>
                    <a:pt x="74321" y="3102"/>
                    <a:pt x="72196" y="3102"/>
                    <a:pt x="70519" y="3102"/>
                  </a:cubicBezTo>
                  <a:lnTo>
                    <a:pt x="3801" y="3102"/>
                  </a:lnTo>
                  <a:cubicBezTo>
                    <a:pt x="2125" y="3102"/>
                    <a:pt x="0" y="3102"/>
                    <a:pt x="0" y="866"/>
                  </a:cubicBezTo>
                  <a:cubicBezTo>
                    <a:pt x="0" y="-1369"/>
                    <a:pt x="2125" y="-1369"/>
                    <a:pt x="3688" y="-1369"/>
                  </a:cubicBezTo>
                  <a:lnTo>
                    <a:pt x="70632" y="-1369"/>
                  </a:lnTo>
                  <a:close/>
                </a:path>
              </a:pathLst>
            </a:custGeom>
            <a:solidFill>
              <a:srgbClr val="000000"/>
            </a:solidFill>
            <a:ln w="25400" cap="flat">
              <a:noFill/>
              <a:prstDash val="solid"/>
              <a:miter/>
            </a:ln>
          </p:spPr>
          <p:txBody>
            <a:bodyPr/>
            <a:lstStyle/>
            <a:p>
              <a:endParaRPr lang="en-GB"/>
            </a:p>
          </p:txBody>
        </p:sp>
        <p:sp>
          <p:nvSpPr>
            <p:cNvPr id="2688" name="Freeform: Shape 2687">
              <a:extLst>
                <a:ext uri="{FF2B5EF4-FFF2-40B4-BE49-F238E27FC236}">
                  <a16:creationId xmlns:a16="http://schemas.microsoft.com/office/drawing/2014/main" id="{1119129F-22E7-4BC1-ECB0-F8827D9C6D05}"/>
                </a:ext>
              </a:extLst>
            </p:cNvPr>
            <p:cNvSpPr/>
            <p:nvPr>
              <p:custDataLst>
                <p:tags r:id="rId7"/>
              </p:custDataLst>
            </p:nvPr>
          </p:nvSpPr>
          <p:spPr>
            <a:xfrm flipV="1">
              <a:off x="9387742" y="-3102576"/>
              <a:ext cx="37328" cy="101531"/>
            </a:xfrm>
            <a:custGeom>
              <a:avLst/>
              <a:gdLst>
                <a:gd name="csX0" fmla="*/ 13410 w 37328"/>
                <a:gd name="csY0" fmla="*/ 49642 h 101531"/>
                <a:gd name="csX1" fmla="*/ 35765 w 37328"/>
                <a:gd name="csY1" fmla="*/ 94212 h 101531"/>
                <a:gd name="csX2" fmla="*/ 37329 w 37328"/>
                <a:gd name="csY2" fmla="*/ 97449 h 101531"/>
                <a:gd name="csX3" fmla="*/ 34422 w 37328"/>
                <a:gd name="csY3" fmla="*/ 100130 h 101531"/>
                <a:gd name="csX4" fmla="*/ 32634 w 37328"/>
                <a:gd name="csY4" fmla="*/ 100130 h 101531"/>
                <a:gd name="csX5" fmla="*/ 0 w 37328"/>
                <a:gd name="csY5" fmla="*/ 49642 h 101531"/>
                <a:gd name="csX6" fmla="*/ 0 w 37328"/>
                <a:gd name="csY6" fmla="*/ 1616 h 101531"/>
                <a:gd name="csX7" fmla="*/ 3131 w 37328"/>
                <a:gd name="csY7" fmla="*/ -1402 h 101531"/>
                <a:gd name="csX8" fmla="*/ 10283 w 37328"/>
                <a:gd name="csY8" fmla="*/ -1402 h 101531"/>
                <a:gd name="csX9" fmla="*/ 13410 w 37328"/>
                <a:gd name="csY9" fmla="*/ 1616 h 101531"/>
                <a:gd name="csX10" fmla="*/ 13410 w 37328"/>
                <a:gd name="csY10" fmla="*/ 49642 h 101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7328" h="101531">
                  <a:moveTo>
                    <a:pt x="13410" y="49642"/>
                  </a:moveTo>
                  <a:cubicBezTo>
                    <a:pt x="13410" y="58802"/>
                    <a:pt x="15872" y="80135"/>
                    <a:pt x="35765" y="94212"/>
                  </a:cubicBezTo>
                  <a:cubicBezTo>
                    <a:pt x="37216" y="95326"/>
                    <a:pt x="37329" y="95438"/>
                    <a:pt x="37329" y="97449"/>
                  </a:cubicBezTo>
                  <a:cubicBezTo>
                    <a:pt x="37329" y="100017"/>
                    <a:pt x="37216" y="100130"/>
                    <a:pt x="34422" y="100130"/>
                  </a:cubicBezTo>
                  <a:lnTo>
                    <a:pt x="32634" y="100130"/>
                  </a:lnTo>
                  <a:cubicBezTo>
                    <a:pt x="8607" y="87175"/>
                    <a:pt x="0" y="66063"/>
                    <a:pt x="0" y="49642"/>
                  </a:cubicBezTo>
                  <a:lnTo>
                    <a:pt x="0" y="1616"/>
                  </a:lnTo>
                  <a:cubicBezTo>
                    <a:pt x="0" y="-1290"/>
                    <a:pt x="112" y="-1402"/>
                    <a:pt x="3131" y="-1402"/>
                  </a:cubicBezTo>
                  <a:lnTo>
                    <a:pt x="10283" y="-1402"/>
                  </a:lnTo>
                  <a:cubicBezTo>
                    <a:pt x="13302" y="-1402"/>
                    <a:pt x="13410" y="-1290"/>
                    <a:pt x="13410" y="1616"/>
                  </a:cubicBezTo>
                  <a:lnTo>
                    <a:pt x="13410" y="49642"/>
                  </a:lnTo>
                  <a:close/>
                </a:path>
              </a:pathLst>
            </a:custGeom>
            <a:solidFill>
              <a:srgbClr val="000000"/>
            </a:solidFill>
            <a:ln w="25400" cap="flat">
              <a:noFill/>
              <a:prstDash val="solid"/>
              <a:miter/>
            </a:ln>
          </p:spPr>
          <p:txBody>
            <a:bodyPr/>
            <a:lstStyle/>
            <a:p>
              <a:endParaRPr lang="en-GB"/>
            </a:p>
          </p:txBody>
        </p:sp>
        <p:sp>
          <p:nvSpPr>
            <p:cNvPr id="2689" name="Freeform: Shape 2688">
              <a:extLst>
                <a:ext uri="{FF2B5EF4-FFF2-40B4-BE49-F238E27FC236}">
                  <a16:creationId xmlns:a16="http://schemas.microsoft.com/office/drawing/2014/main" id="{F7A53869-035E-4F46-5377-234F17C64E15}"/>
                </a:ext>
              </a:extLst>
            </p:cNvPr>
            <p:cNvSpPr/>
            <p:nvPr>
              <p:custDataLst>
                <p:tags r:id="rId8"/>
              </p:custDataLst>
            </p:nvPr>
          </p:nvSpPr>
          <p:spPr>
            <a:xfrm flipV="1">
              <a:off x="9387742" y="-3003258"/>
              <a:ext cx="13410" cy="35745"/>
            </a:xfrm>
            <a:custGeom>
              <a:avLst/>
              <a:gdLst>
                <a:gd name="csX0" fmla="*/ 13410 w 13410"/>
                <a:gd name="csY0" fmla="*/ 31338 h 35745"/>
                <a:gd name="csX1" fmla="*/ 10283 w 13410"/>
                <a:gd name="csY1" fmla="*/ 34355 h 35745"/>
                <a:gd name="csX2" fmla="*/ 3131 w 13410"/>
                <a:gd name="csY2" fmla="*/ 34355 h 35745"/>
                <a:gd name="csX3" fmla="*/ 0 w 13410"/>
                <a:gd name="csY3" fmla="*/ 31338 h 35745"/>
                <a:gd name="csX4" fmla="*/ 0 w 13410"/>
                <a:gd name="csY4" fmla="*/ 1627 h 35745"/>
                <a:gd name="csX5" fmla="*/ 3131 w 13410"/>
                <a:gd name="csY5" fmla="*/ -1390 h 35745"/>
                <a:gd name="csX6" fmla="*/ 10283 w 13410"/>
                <a:gd name="csY6" fmla="*/ -1390 h 35745"/>
                <a:gd name="csX7" fmla="*/ 13410 w 13410"/>
                <a:gd name="csY7" fmla="*/ 1627 h 35745"/>
                <a:gd name="csX8" fmla="*/ 13410 w 13410"/>
                <a:gd name="csY8" fmla="*/ 31338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38"/>
                  </a:moveTo>
                  <a:cubicBezTo>
                    <a:pt x="13410" y="34243"/>
                    <a:pt x="13302" y="34355"/>
                    <a:pt x="10283" y="34355"/>
                  </a:cubicBezTo>
                  <a:lnTo>
                    <a:pt x="3131" y="34355"/>
                  </a:lnTo>
                  <a:cubicBezTo>
                    <a:pt x="112" y="34355"/>
                    <a:pt x="0" y="34243"/>
                    <a:pt x="0" y="31338"/>
                  </a:cubicBezTo>
                  <a:lnTo>
                    <a:pt x="0" y="1627"/>
                  </a:lnTo>
                  <a:cubicBezTo>
                    <a:pt x="0" y="-1279"/>
                    <a:pt x="112" y="-1390"/>
                    <a:pt x="3131" y="-1390"/>
                  </a:cubicBezTo>
                  <a:lnTo>
                    <a:pt x="10283" y="-1390"/>
                  </a:lnTo>
                  <a:cubicBezTo>
                    <a:pt x="13302" y="-1390"/>
                    <a:pt x="13410" y="-1279"/>
                    <a:pt x="13410" y="1627"/>
                  </a:cubicBezTo>
                  <a:lnTo>
                    <a:pt x="13410" y="31338"/>
                  </a:lnTo>
                  <a:close/>
                </a:path>
              </a:pathLst>
            </a:custGeom>
            <a:solidFill>
              <a:srgbClr val="000000"/>
            </a:solidFill>
            <a:ln w="25400" cap="flat">
              <a:noFill/>
              <a:prstDash val="solid"/>
              <a:miter/>
            </a:ln>
          </p:spPr>
          <p:txBody>
            <a:bodyPr/>
            <a:lstStyle/>
            <a:p>
              <a:endParaRPr lang="en-GB"/>
            </a:p>
          </p:txBody>
        </p:sp>
        <p:sp>
          <p:nvSpPr>
            <p:cNvPr id="2690" name="Freeform: Shape 2689">
              <a:extLst>
                <a:ext uri="{FF2B5EF4-FFF2-40B4-BE49-F238E27FC236}">
                  <a16:creationId xmlns:a16="http://schemas.microsoft.com/office/drawing/2014/main" id="{01F755C9-80A4-BAA1-D286-3918C4BB9EED}"/>
                </a:ext>
              </a:extLst>
            </p:cNvPr>
            <p:cNvSpPr/>
            <p:nvPr>
              <p:custDataLst>
                <p:tags r:id="rId9"/>
              </p:custDataLst>
            </p:nvPr>
          </p:nvSpPr>
          <p:spPr>
            <a:xfrm flipV="1">
              <a:off x="9363827" y="-2969742"/>
              <a:ext cx="37324" cy="203286"/>
            </a:xfrm>
            <a:custGeom>
              <a:avLst/>
              <a:gdLst>
                <a:gd name="csX0" fmla="*/ 23914 w 37324"/>
                <a:gd name="csY0" fmla="*/ 1643 h 203286"/>
                <a:gd name="csX1" fmla="*/ 27045 w 37324"/>
                <a:gd name="csY1" fmla="*/ -1369 h 203286"/>
                <a:gd name="csX2" fmla="*/ 34198 w 37324"/>
                <a:gd name="csY2" fmla="*/ -1369 h 203286"/>
                <a:gd name="csX3" fmla="*/ 37325 w 37324"/>
                <a:gd name="csY3" fmla="*/ 1643 h 203286"/>
                <a:gd name="csX4" fmla="*/ 37325 w 37324"/>
                <a:gd name="csY4" fmla="*/ 48781 h 203286"/>
                <a:gd name="csX5" fmla="*/ 6595 w 37324"/>
                <a:gd name="csY5" fmla="*/ 100274 h 203286"/>
                <a:gd name="csX6" fmla="*/ 37325 w 37324"/>
                <a:gd name="csY6" fmla="*/ 151763 h 203286"/>
                <a:gd name="csX7" fmla="*/ 37325 w 37324"/>
                <a:gd name="csY7" fmla="*/ 198901 h 203286"/>
                <a:gd name="csX8" fmla="*/ 34198 w 37324"/>
                <a:gd name="csY8" fmla="*/ 201918 h 203286"/>
                <a:gd name="csX9" fmla="*/ 27045 w 37324"/>
                <a:gd name="csY9" fmla="*/ 201918 h 203286"/>
                <a:gd name="csX10" fmla="*/ 23914 w 37324"/>
                <a:gd name="csY10" fmla="*/ 198901 h 203286"/>
                <a:gd name="csX11" fmla="*/ 23914 w 37324"/>
                <a:gd name="csY11" fmla="*/ 151655 h 203286"/>
                <a:gd name="csX12" fmla="*/ 1339 w 37324"/>
                <a:gd name="csY12" fmla="*/ 103399 h 203286"/>
                <a:gd name="csX13" fmla="*/ 0 w 37324"/>
                <a:gd name="csY13" fmla="*/ 100274 h 203286"/>
                <a:gd name="csX14" fmla="*/ 1339 w 37324"/>
                <a:gd name="csY14" fmla="*/ 97145 h 203286"/>
                <a:gd name="csX15" fmla="*/ 17323 w 37324"/>
                <a:gd name="csY15" fmla="*/ 77711 h 203286"/>
                <a:gd name="csX16" fmla="*/ 23914 w 37324"/>
                <a:gd name="csY16" fmla="*/ 48893 h 203286"/>
                <a:gd name="csX17" fmla="*/ 23914 w 37324"/>
                <a:gd name="csY17" fmla="*/ 1643 h 2032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7324" h="203286">
                  <a:moveTo>
                    <a:pt x="23914" y="1643"/>
                  </a:moveTo>
                  <a:cubicBezTo>
                    <a:pt x="23914" y="-1260"/>
                    <a:pt x="24027" y="-1369"/>
                    <a:pt x="27045" y="-1369"/>
                  </a:cubicBezTo>
                  <a:lnTo>
                    <a:pt x="34198" y="-1369"/>
                  </a:lnTo>
                  <a:cubicBezTo>
                    <a:pt x="37216" y="-1369"/>
                    <a:pt x="37325" y="-1260"/>
                    <a:pt x="37325" y="1643"/>
                  </a:cubicBezTo>
                  <a:lnTo>
                    <a:pt x="37325" y="48781"/>
                  </a:lnTo>
                  <a:cubicBezTo>
                    <a:pt x="37325" y="62297"/>
                    <a:pt x="31628" y="85084"/>
                    <a:pt x="6595" y="100274"/>
                  </a:cubicBezTo>
                  <a:cubicBezTo>
                    <a:pt x="31852" y="115576"/>
                    <a:pt x="37325" y="138584"/>
                    <a:pt x="37325" y="151763"/>
                  </a:cubicBezTo>
                  <a:lnTo>
                    <a:pt x="37325" y="198901"/>
                  </a:lnTo>
                  <a:cubicBezTo>
                    <a:pt x="37325" y="201805"/>
                    <a:pt x="37216" y="201918"/>
                    <a:pt x="34198" y="201918"/>
                  </a:cubicBezTo>
                  <a:lnTo>
                    <a:pt x="27045" y="201918"/>
                  </a:lnTo>
                  <a:cubicBezTo>
                    <a:pt x="24027" y="201918"/>
                    <a:pt x="23914" y="201805"/>
                    <a:pt x="23914" y="198901"/>
                  </a:cubicBezTo>
                  <a:lnTo>
                    <a:pt x="23914" y="151655"/>
                  </a:lnTo>
                  <a:cubicBezTo>
                    <a:pt x="23914" y="142270"/>
                    <a:pt x="21906" y="119039"/>
                    <a:pt x="1339" y="103399"/>
                  </a:cubicBezTo>
                  <a:cubicBezTo>
                    <a:pt x="112" y="102394"/>
                    <a:pt x="0" y="102282"/>
                    <a:pt x="0" y="100274"/>
                  </a:cubicBezTo>
                  <a:cubicBezTo>
                    <a:pt x="0" y="98262"/>
                    <a:pt x="112" y="98150"/>
                    <a:pt x="1339" y="97145"/>
                  </a:cubicBezTo>
                  <a:cubicBezTo>
                    <a:pt x="4246" y="94912"/>
                    <a:pt x="11959" y="88991"/>
                    <a:pt x="17323" y="77711"/>
                  </a:cubicBezTo>
                  <a:cubicBezTo>
                    <a:pt x="21681" y="68775"/>
                    <a:pt x="23914" y="58834"/>
                    <a:pt x="23914" y="48893"/>
                  </a:cubicBezTo>
                  <a:lnTo>
                    <a:pt x="23914" y="1643"/>
                  </a:lnTo>
                  <a:close/>
                </a:path>
              </a:pathLst>
            </a:custGeom>
            <a:solidFill>
              <a:srgbClr val="000000"/>
            </a:solidFill>
            <a:ln w="25400" cap="flat">
              <a:noFill/>
              <a:prstDash val="solid"/>
              <a:miter/>
            </a:ln>
          </p:spPr>
          <p:txBody>
            <a:bodyPr/>
            <a:lstStyle/>
            <a:p>
              <a:endParaRPr lang="en-GB"/>
            </a:p>
          </p:txBody>
        </p:sp>
        <p:sp>
          <p:nvSpPr>
            <p:cNvPr id="2691" name="Freeform: Shape 2690">
              <a:extLst>
                <a:ext uri="{FF2B5EF4-FFF2-40B4-BE49-F238E27FC236}">
                  <a16:creationId xmlns:a16="http://schemas.microsoft.com/office/drawing/2014/main" id="{BE67DC29-6FBF-5294-ED62-8F65A77C4FD8}"/>
                </a:ext>
              </a:extLst>
            </p:cNvPr>
            <p:cNvSpPr/>
            <p:nvPr>
              <p:custDataLst>
                <p:tags r:id="rId10"/>
              </p:custDataLst>
            </p:nvPr>
          </p:nvSpPr>
          <p:spPr>
            <a:xfrm flipV="1">
              <a:off x="9387742" y="-2768657"/>
              <a:ext cx="13410" cy="35745"/>
            </a:xfrm>
            <a:custGeom>
              <a:avLst/>
              <a:gdLst>
                <a:gd name="csX0" fmla="*/ 13410 w 13410"/>
                <a:gd name="csY0" fmla="*/ 31380 h 35745"/>
                <a:gd name="csX1" fmla="*/ 10283 w 13410"/>
                <a:gd name="csY1" fmla="*/ 34397 h 35745"/>
                <a:gd name="csX2" fmla="*/ 3131 w 13410"/>
                <a:gd name="csY2" fmla="*/ 34397 h 35745"/>
                <a:gd name="csX3" fmla="*/ 0 w 13410"/>
                <a:gd name="csY3" fmla="*/ 31380 h 35745"/>
                <a:gd name="csX4" fmla="*/ 0 w 13410"/>
                <a:gd name="csY4" fmla="*/ 1669 h 35745"/>
                <a:gd name="csX5" fmla="*/ 3131 w 13410"/>
                <a:gd name="csY5" fmla="*/ -1348 h 35745"/>
                <a:gd name="csX6" fmla="*/ 10283 w 13410"/>
                <a:gd name="csY6" fmla="*/ -1348 h 35745"/>
                <a:gd name="csX7" fmla="*/ 13410 w 13410"/>
                <a:gd name="csY7" fmla="*/ 1669 h 35745"/>
                <a:gd name="csX8" fmla="*/ 13410 w 13410"/>
                <a:gd name="csY8" fmla="*/ 31380 h 357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410" h="35745">
                  <a:moveTo>
                    <a:pt x="13410" y="31380"/>
                  </a:moveTo>
                  <a:cubicBezTo>
                    <a:pt x="13410" y="34285"/>
                    <a:pt x="13302" y="34397"/>
                    <a:pt x="10283" y="34397"/>
                  </a:cubicBezTo>
                  <a:lnTo>
                    <a:pt x="3131" y="34397"/>
                  </a:lnTo>
                  <a:cubicBezTo>
                    <a:pt x="112" y="34397"/>
                    <a:pt x="0" y="34285"/>
                    <a:pt x="0" y="31380"/>
                  </a:cubicBezTo>
                  <a:lnTo>
                    <a:pt x="0" y="1669"/>
                  </a:lnTo>
                  <a:cubicBezTo>
                    <a:pt x="0" y="-1237"/>
                    <a:pt x="112" y="-1348"/>
                    <a:pt x="3131" y="-1348"/>
                  </a:cubicBezTo>
                  <a:lnTo>
                    <a:pt x="10283" y="-1348"/>
                  </a:lnTo>
                  <a:cubicBezTo>
                    <a:pt x="13302" y="-1348"/>
                    <a:pt x="13410" y="-1237"/>
                    <a:pt x="13410" y="1669"/>
                  </a:cubicBezTo>
                  <a:lnTo>
                    <a:pt x="13410" y="31380"/>
                  </a:lnTo>
                  <a:close/>
                </a:path>
              </a:pathLst>
            </a:custGeom>
            <a:solidFill>
              <a:srgbClr val="000000"/>
            </a:solidFill>
            <a:ln w="25400" cap="flat">
              <a:noFill/>
              <a:prstDash val="solid"/>
              <a:miter/>
            </a:ln>
          </p:spPr>
          <p:txBody>
            <a:bodyPr/>
            <a:lstStyle/>
            <a:p>
              <a:endParaRPr lang="en-GB"/>
            </a:p>
          </p:txBody>
        </p:sp>
        <p:sp>
          <p:nvSpPr>
            <p:cNvPr id="2692" name="Freeform: Shape 2691">
              <a:extLst>
                <a:ext uri="{FF2B5EF4-FFF2-40B4-BE49-F238E27FC236}">
                  <a16:creationId xmlns:a16="http://schemas.microsoft.com/office/drawing/2014/main" id="{BC498A3C-8EF0-6208-34CF-2F6F8474D300}"/>
                </a:ext>
              </a:extLst>
            </p:cNvPr>
            <p:cNvSpPr/>
            <p:nvPr>
              <p:custDataLst>
                <p:tags r:id="rId11"/>
              </p:custDataLst>
            </p:nvPr>
          </p:nvSpPr>
          <p:spPr>
            <a:xfrm flipV="1">
              <a:off x="9387742" y="-2735152"/>
              <a:ext cx="37328" cy="101531"/>
            </a:xfrm>
            <a:custGeom>
              <a:avLst/>
              <a:gdLst>
                <a:gd name="csX0" fmla="*/ 34422 w 37328"/>
                <a:gd name="csY0" fmla="*/ -1336 h 101531"/>
                <a:gd name="csX1" fmla="*/ 37329 w 37328"/>
                <a:gd name="csY1" fmla="*/ 1344 h 101531"/>
                <a:gd name="csX2" fmla="*/ 36771 w 37328"/>
                <a:gd name="csY2" fmla="*/ 3801 h 101531"/>
                <a:gd name="csX3" fmla="*/ 20005 w 37328"/>
                <a:gd name="csY3" fmla="*/ 22341 h 101531"/>
                <a:gd name="csX4" fmla="*/ 13410 w 37328"/>
                <a:gd name="csY4" fmla="*/ 49147 h 101531"/>
                <a:gd name="csX5" fmla="*/ 13410 w 37328"/>
                <a:gd name="csY5" fmla="*/ 97178 h 101531"/>
                <a:gd name="csX6" fmla="*/ 10283 w 37328"/>
                <a:gd name="csY6" fmla="*/ 100195 h 101531"/>
                <a:gd name="csX7" fmla="*/ 3131 w 37328"/>
                <a:gd name="csY7" fmla="*/ 100195 h 101531"/>
                <a:gd name="csX8" fmla="*/ 0 w 37328"/>
                <a:gd name="csY8" fmla="*/ 97178 h 101531"/>
                <a:gd name="csX9" fmla="*/ 0 w 37328"/>
                <a:gd name="csY9" fmla="*/ 49147 h 101531"/>
                <a:gd name="csX10" fmla="*/ 32634 w 37328"/>
                <a:gd name="csY10" fmla="*/ -1336 h 101531"/>
                <a:gd name="csX11" fmla="*/ 34422 w 37328"/>
                <a:gd name="csY11" fmla="*/ -1336 h 101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7328" h="101531">
                  <a:moveTo>
                    <a:pt x="34422" y="-1336"/>
                  </a:moveTo>
                  <a:cubicBezTo>
                    <a:pt x="37216" y="-1336"/>
                    <a:pt x="37329" y="-1228"/>
                    <a:pt x="37329" y="1344"/>
                  </a:cubicBezTo>
                  <a:cubicBezTo>
                    <a:pt x="37329" y="3352"/>
                    <a:pt x="37216" y="3465"/>
                    <a:pt x="36771" y="3801"/>
                  </a:cubicBezTo>
                  <a:cubicBezTo>
                    <a:pt x="33304" y="6369"/>
                    <a:pt x="25257" y="12067"/>
                    <a:pt x="20005" y="22341"/>
                  </a:cubicBezTo>
                  <a:cubicBezTo>
                    <a:pt x="15647" y="30832"/>
                    <a:pt x="13410" y="39430"/>
                    <a:pt x="13410" y="49147"/>
                  </a:cubicBezTo>
                  <a:lnTo>
                    <a:pt x="13410" y="97178"/>
                  </a:lnTo>
                  <a:cubicBezTo>
                    <a:pt x="13410" y="100083"/>
                    <a:pt x="13302" y="100195"/>
                    <a:pt x="10283" y="100195"/>
                  </a:cubicBezTo>
                  <a:lnTo>
                    <a:pt x="3131" y="100195"/>
                  </a:lnTo>
                  <a:cubicBezTo>
                    <a:pt x="112" y="100195"/>
                    <a:pt x="0" y="100083"/>
                    <a:pt x="0" y="97178"/>
                  </a:cubicBezTo>
                  <a:lnTo>
                    <a:pt x="0" y="49147"/>
                  </a:lnTo>
                  <a:cubicBezTo>
                    <a:pt x="0" y="32618"/>
                    <a:pt x="8607" y="11506"/>
                    <a:pt x="32634" y="-1336"/>
                  </a:cubicBezTo>
                  <a:lnTo>
                    <a:pt x="34422" y="-1336"/>
                  </a:lnTo>
                  <a:close/>
                </a:path>
              </a:pathLst>
            </a:custGeom>
            <a:solidFill>
              <a:srgbClr val="000000"/>
            </a:solidFill>
            <a:ln w="25400" cap="flat">
              <a:noFill/>
              <a:prstDash val="solid"/>
              <a:miter/>
            </a:ln>
          </p:spPr>
          <p:txBody>
            <a:bodyPr/>
            <a:lstStyle/>
            <a:p>
              <a:endParaRPr lang="en-GB"/>
            </a:p>
          </p:txBody>
        </p:sp>
        <p:sp>
          <p:nvSpPr>
            <p:cNvPr id="2693" name="Freeform: Shape 2692">
              <a:extLst>
                <a:ext uri="{FF2B5EF4-FFF2-40B4-BE49-F238E27FC236}">
                  <a16:creationId xmlns:a16="http://schemas.microsoft.com/office/drawing/2014/main" id="{A38466E4-D75B-B1A2-AAF8-8DCAC024F017}"/>
                </a:ext>
              </a:extLst>
            </p:cNvPr>
            <p:cNvSpPr/>
            <p:nvPr>
              <p:custDataLst>
                <p:tags r:id="rId12"/>
              </p:custDataLst>
            </p:nvPr>
          </p:nvSpPr>
          <p:spPr>
            <a:xfrm flipV="1">
              <a:off x="9447874" y="-3073068"/>
              <a:ext cx="118807" cy="77518"/>
            </a:xfrm>
            <a:custGeom>
              <a:avLst/>
              <a:gdLst>
                <a:gd name="csX0" fmla="*/ 61355 w 118807"/>
                <a:gd name="csY0" fmla="*/ 28649 h 77518"/>
                <a:gd name="csX1" fmla="*/ 58561 w 118807"/>
                <a:gd name="csY1" fmla="*/ 28649 h 77518"/>
                <a:gd name="csX2" fmla="*/ 36098 w 118807"/>
                <a:gd name="csY2" fmla="*/ 3293 h 77518"/>
                <a:gd name="csX3" fmla="*/ 26933 w 118807"/>
                <a:gd name="csY3" fmla="*/ 3293 h 77518"/>
                <a:gd name="csX4" fmla="*/ 21457 w 118807"/>
                <a:gd name="csY4" fmla="*/ 7761 h 77518"/>
                <a:gd name="csX5" fmla="*/ 21457 w 118807"/>
                <a:gd name="csY5" fmla="*/ 67295 h 77518"/>
                <a:gd name="csX6" fmla="*/ 32073 w 118807"/>
                <a:gd name="csY6" fmla="*/ 72657 h 77518"/>
                <a:gd name="csX7" fmla="*/ 35761 w 118807"/>
                <a:gd name="csY7" fmla="*/ 72657 h 77518"/>
                <a:gd name="csX8" fmla="*/ 35761 w 118807"/>
                <a:gd name="csY8" fmla="*/ 76119 h 77518"/>
                <a:gd name="csX9" fmla="*/ 16986 w 118807"/>
                <a:gd name="csY9" fmla="*/ 75786 h 77518"/>
                <a:gd name="csX10" fmla="*/ 0 w 118807"/>
                <a:gd name="csY10" fmla="*/ 76119 h 77518"/>
                <a:gd name="csX11" fmla="*/ 0 w 118807"/>
                <a:gd name="csY11" fmla="*/ 72657 h 77518"/>
                <a:gd name="csX12" fmla="*/ 2682 w 118807"/>
                <a:gd name="csY12" fmla="*/ 72657 h 77518"/>
                <a:gd name="csX13" fmla="*/ 11510 w 118807"/>
                <a:gd name="csY13" fmla="*/ 67408 h 77518"/>
                <a:gd name="csX14" fmla="*/ 11510 w 118807"/>
                <a:gd name="csY14" fmla="*/ 8542 h 77518"/>
                <a:gd name="csX15" fmla="*/ 2682 w 118807"/>
                <a:gd name="csY15" fmla="*/ 3293 h 77518"/>
                <a:gd name="csX16" fmla="*/ 0 w 118807"/>
                <a:gd name="csY16" fmla="*/ 3293 h 77518"/>
                <a:gd name="csX17" fmla="*/ 0 w 118807"/>
                <a:gd name="csY17" fmla="*/ -169 h 77518"/>
                <a:gd name="csX18" fmla="*/ 58224 w 118807"/>
                <a:gd name="csY18" fmla="*/ -169 h 77518"/>
                <a:gd name="csX19" fmla="*/ 61355 w 118807"/>
                <a:gd name="csY19" fmla="*/ 28649 h 77518"/>
                <a:gd name="csX20" fmla="*/ 118808 w 118807"/>
                <a:gd name="csY20" fmla="*/ 23733 h 77518"/>
                <a:gd name="csX21" fmla="*/ 94108 w 118807"/>
                <a:gd name="csY21" fmla="*/ 49870 h 77518"/>
                <a:gd name="csX22" fmla="*/ 69300 w 118807"/>
                <a:gd name="csY22" fmla="*/ 23733 h 77518"/>
                <a:gd name="csX23" fmla="*/ 93996 w 118807"/>
                <a:gd name="csY23" fmla="*/ -1399 h 77518"/>
                <a:gd name="csX24" fmla="*/ 118808 w 118807"/>
                <a:gd name="csY24" fmla="*/ 23733 h 77518"/>
                <a:gd name="csX25" fmla="*/ 94108 w 118807"/>
                <a:gd name="csY25" fmla="*/ 1394 h 77518"/>
                <a:gd name="csX26" fmla="*/ 81367 w 118807"/>
                <a:gd name="csY26" fmla="*/ 8879 h 77518"/>
                <a:gd name="csX27" fmla="*/ 78573 w 118807"/>
                <a:gd name="csY27" fmla="*/ 24626 h 77518"/>
                <a:gd name="csX28" fmla="*/ 81255 w 118807"/>
                <a:gd name="csY28" fmla="*/ 39928 h 77518"/>
                <a:gd name="csX29" fmla="*/ 93996 w 118807"/>
                <a:gd name="csY29" fmla="*/ 47414 h 77518"/>
                <a:gd name="csX30" fmla="*/ 106625 w 118807"/>
                <a:gd name="csY30" fmla="*/ 40153 h 77518"/>
                <a:gd name="csX31" fmla="*/ 109532 w 118807"/>
                <a:gd name="csY31" fmla="*/ 24626 h 77518"/>
                <a:gd name="csX32" fmla="*/ 107073 w 118807"/>
                <a:gd name="csY32" fmla="*/ 9660 h 77518"/>
                <a:gd name="csX33" fmla="*/ 94108 w 118807"/>
                <a:gd name="csY33" fmla="*/ 1394 h 775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18807" h="77518">
                  <a:moveTo>
                    <a:pt x="61355" y="28649"/>
                  </a:moveTo>
                  <a:lnTo>
                    <a:pt x="58561" y="28649"/>
                  </a:lnTo>
                  <a:cubicBezTo>
                    <a:pt x="57330" y="17257"/>
                    <a:pt x="55766" y="3293"/>
                    <a:pt x="36098" y="3293"/>
                  </a:cubicBezTo>
                  <a:lnTo>
                    <a:pt x="26933" y="3293"/>
                  </a:lnTo>
                  <a:cubicBezTo>
                    <a:pt x="21681" y="3293"/>
                    <a:pt x="21457" y="4074"/>
                    <a:pt x="21457" y="7761"/>
                  </a:cubicBezTo>
                  <a:lnTo>
                    <a:pt x="21457" y="67295"/>
                  </a:lnTo>
                  <a:cubicBezTo>
                    <a:pt x="21457" y="71094"/>
                    <a:pt x="21457" y="72657"/>
                    <a:pt x="32073" y="72657"/>
                  </a:cubicBezTo>
                  <a:lnTo>
                    <a:pt x="35761" y="72657"/>
                  </a:lnTo>
                  <a:lnTo>
                    <a:pt x="35761" y="76119"/>
                  </a:lnTo>
                  <a:cubicBezTo>
                    <a:pt x="31740" y="75786"/>
                    <a:pt x="21569" y="75786"/>
                    <a:pt x="16986" y="75786"/>
                  </a:cubicBezTo>
                  <a:cubicBezTo>
                    <a:pt x="12628" y="75786"/>
                    <a:pt x="3912" y="75786"/>
                    <a:pt x="0" y="76119"/>
                  </a:cubicBezTo>
                  <a:lnTo>
                    <a:pt x="0" y="72657"/>
                  </a:lnTo>
                  <a:lnTo>
                    <a:pt x="2682" y="72657"/>
                  </a:lnTo>
                  <a:cubicBezTo>
                    <a:pt x="11286" y="72657"/>
                    <a:pt x="11510" y="71427"/>
                    <a:pt x="11510" y="67408"/>
                  </a:cubicBezTo>
                  <a:lnTo>
                    <a:pt x="11510" y="8542"/>
                  </a:lnTo>
                  <a:cubicBezTo>
                    <a:pt x="11510" y="4523"/>
                    <a:pt x="11286" y="3293"/>
                    <a:pt x="2682" y="3293"/>
                  </a:cubicBezTo>
                  <a:lnTo>
                    <a:pt x="0" y="3293"/>
                  </a:lnTo>
                  <a:lnTo>
                    <a:pt x="0" y="-169"/>
                  </a:lnTo>
                  <a:lnTo>
                    <a:pt x="58224" y="-169"/>
                  </a:lnTo>
                  <a:lnTo>
                    <a:pt x="61355" y="28649"/>
                  </a:lnTo>
                  <a:close/>
                  <a:moveTo>
                    <a:pt x="118808" y="23733"/>
                  </a:moveTo>
                  <a:cubicBezTo>
                    <a:pt x="118808" y="38033"/>
                    <a:pt x="107631" y="49870"/>
                    <a:pt x="94108" y="49870"/>
                  </a:cubicBezTo>
                  <a:cubicBezTo>
                    <a:pt x="80137" y="49870"/>
                    <a:pt x="69300" y="37697"/>
                    <a:pt x="69300" y="23733"/>
                  </a:cubicBezTo>
                  <a:cubicBezTo>
                    <a:pt x="69300" y="9324"/>
                    <a:pt x="80922" y="-1399"/>
                    <a:pt x="93996" y="-1399"/>
                  </a:cubicBezTo>
                  <a:cubicBezTo>
                    <a:pt x="107519" y="-1399"/>
                    <a:pt x="118808" y="9548"/>
                    <a:pt x="118808" y="23733"/>
                  </a:cubicBezTo>
                  <a:close/>
                  <a:moveTo>
                    <a:pt x="94108" y="1394"/>
                  </a:moveTo>
                  <a:cubicBezTo>
                    <a:pt x="89302" y="1394"/>
                    <a:pt x="84386" y="3742"/>
                    <a:pt x="81367" y="8879"/>
                  </a:cubicBezTo>
                  <a:cubicBezTo>
                    <a:pt x="78573" y="13791"/>
                    <a:pt x="78573" y="20607"/>
                    <a:pt x="78573" y="24626"/>
                  </a:cubicBezTo>
                  <a:cubicBezTo>
                    <a:pt x="78573" y="28985"/>
                    <a:pt x="78573" y="35016"/>
                    <a:pt x="81255" y="39928"/>
                  </a:cubicBezTo>
                  <a:cubicBezTo>
                    <a:pt x="84274" y="45069"/>
                    <a:pt x="89526" y="47414"/>
                    <a:pt x="93996" y="47414"/>
                  </a:cubicBezTo>
                  <a:cubicBezTo>
                    <a:pt x="98915" y="47414"/>
                    <a:pt x="103718" y="44957"/>
                    <a:pt x="106625" y="40153"/>
                  </a:cubicBezTo>
                  <a:cubicBezTo>
                    <a:pt x="109532" y="35352"/>
                    <a:pt x="109532" y="28873"/>
                    <a:pt x="109532" y="24626"/>
                  </a:cubicBezTo>
                  <a:cubicBezTo>
                    <a:pt x="109532" y="20607"/>
                    <a:pt x="109532" y="14576"/>
                    <a:pt x="107073" y="9660"/>
                  </a:cubicBezTo>
                  <a:cubicBezTo>
                    <a:pt x="104612" y="4635"/>
                    <a:pt x="99697" y="1394"/>
                    <a:pt x="94108" y="1394"/>
                  </a:cubicBezTo>
                  <a:close/>
                </a:path>
              </a:pathLst>
            </a:custGeom>
            <a:solidFill>
              <a:srgbClr val="000000"/>
            </a:solidFill>
            <a:ln w="25400" cap="flat">
              <a:noFill/>
              <a:prstDash val="solid"/>
              <a:miter/>
            </a:ln>
          </p:spPr>
          <p:txBody>
            <a:bodyPr/>
            <a:lstStyle/>
            <a:p>
              <a:endParaRPr lang="en-GB"/>
            </a:p>
          </p:txBody>
        </p:sp>
        <p:sp>
          <p:nvSpPr>
            <p:cNvPr id="2694" name="Freeform: Shape 2693">
              <a:extLst>
                <a:ext uri="{FF2B5EF4-FFF2-40B4-BE49-F238E27FC236}">
                  <a16:creationId xmlns:a16="http://schemas.microsoft.com/office/drawing/2014/main" id="{0EA2D19C-E5CA-3DC9-2843-2137AA68C91B}"/>
                </a:ext>
              </a:extLst>
            </p:cNvPr>
            <p:cNvSpPr/>
            <p:nvPr>
              <p:custDataLst>
                <p:tags r:id="rId13"/>
              </p:custDataLst>
            </p:nvPr>
          </p:nvSpPr>
          <p:spPr>
            <a:xfrm flipV="1">
              <a:off x="9568914" y="-3044923"/>
              <a:ext cx="76554" cy="49373"/>
            </a:xfrm>
            <a:custGeom>
              <a:avLst/>
              <a:gdLst>
                <a:gd name="csX0" fmla="*/ 67165 w 76554"/>
                <a:gd name="csY0" fmla="*/ 37362 h 49373"/>
                <a:gd name="csX1" fmla="*/ 76555 w 76554"/>
                <a:gd name="csY1" fmla="*/ 44511 h 49373"/>
                <a:gd name="csX2" fmla="*/ 76555 w 76554"/>
                <a:gd name="csY2" fmla="*/ 47977 h 49373"/>
                <a:gd name="csX3" fmla="*/ 68396 w 76554"/>
                <a:gd name="csY3" fmla="*/ 47640 h 49373"/>
                <a:gd name="csX4" fmla="*/ 58000 w 76554"/>
                <a:gd name="csY4" fmla="*/ 47977 h 49373"/>
                <a:gd name="csX5" fmla="*/ 58000 w 76554"/>
                <a:gd name="csY5" fmla="*/ 44511 h 49373"/>
                <a:gd name="csX6" fmla="*/ 64483 w 76554"/>
                <a:gd name="csY6" fmla="*/ 39149 h 49373"/>
                <a:gd name="csX7" fmla="*/ 63925 w 76554"/>
                <a:gd name="csY7" fmla="*/ 36805 h 49373"/>
                <a:gd name="csX8" fmla="*/ 53755 w 76554"/>
                <a:gd name="csY8" fmla="*/ 8212 h 49373"/>
                <a:gd name="csX9" fmla="*/ 42689 w 76554"/>
                <a:gd name="csY9" fmla="*/ 39374 h 49373"/>
                <a:gd name="csX10" fmla="*/ 42132 w 76554"/>
                <a:gd name="csY10" fmla="*/ 41497 h 49373"/>
                <a:gd name="csX11" fmla="*/ 48726 w 76554"/>
                <a:gd name="csY11" fmla="*/ 44511 h 49373"/>
                <a:gd name="csX12" fmla="*/ 48726 w 76554"/>
                <a:gd name="csY12" fmla="*/ 47977 h 49373"/>
                <a:gd name="csX13" fmla="*/ 37104 w 76554"/>
                <a:gd name="csY13" fmla="*/ 47640 h 49373"/>
                <a:gd name="csX14" fmla="*/ 27157 w 76554"/>
                <a:gd name="csY14" fmla="*/ 47977 h 49373"/>
                <a:gd name="csX15" fmla="*/ 27157 w 76554"/>
                <a:gd name="csY15" fmla="*/ 44511 h 49373"/>
                <a:gd name="csX16" fmla="*/ 34197 w 76554"/>
                <a:gd name="csY16" fmla="*/ 42836 h 49373"/>
                <a:gd name="csX17" fmla="*/ 36768 w 76554"/>
                <a:gd name="csY17" fmla="*/ 36693 h 49373"/>
                <a:gd name="csX18" fmla="*/ 27157 w 76554"/>
                <a:gd name="csY18" fmla="*/ 9663 h 49373"/>
                <a:gd name="csX19" fmla="*/ 16539 w 76554"/>
                <a:gd name="csY19" fmla="*/ 39486 h 49373"/>
                <a:gd name="csX20" fmla="*/ 15981 w 76554"/>
                <a:gd name="csY20" fmla="*/ 41497 h 49373"/>
                <a:gd name="csX21" fmla="*/ 22575 w 76554"/>
                <a:gd name="csY21" fmla="*/ 44511 h 49373"/>
                <a:gd name="csX22" fmla="*/ 22575 w 76554"/>
                <a:gd name="csY22" fmla="*/ 47977 h 49373"/>
                <a:gd name="csX23" fmla="*/ 10392 w 76554"/>
                <a:gd name="csY23" fmla="*/ 47640 h 49373"/>
                <a:gd name="csX24" fmla="*/ 0 w 76554"/>
                <a:gd name="csY24" fmla="*/ 47977 h 49373"/>
                <a:gd name="csX25" fmla="*/ 0 w 76554"/>
                <a:gd name="csY25" fmla="*/ 44511 h 49373"/>
                <a:gd name="csX26" fmla="*/ 8271 w 76554"/>
                <a:gd name="csY26" fmla="*/ 40604 h 49373"/>
                <a:gd name="csX27" fmla="*/ 22351 w 76554"/>
                <a:gd name="csY27" fmla="*/ 1063 h 49373"/>
                <a:gd name="csX28" fmla="*/ 24697 w 76554"/>
                <a:gd name="csY28" fmla="*/ -1396 h 49373"/>
                <a:gd name="csX29" fmla="*/ 26933 w 76554"/>
                <a:gd name="csY29" fmla="*/ 839 h 49373"/>
                <a:gd name="csX30" fmla="*/ 38220 w 76554"/>
                <a:gd name="csY30" fmla="*/ 32450 h 49373"/>
                <a:gd name="csX31" fmla="*/ 49621 w 76554"/>
                <a:gd name="csY31" fmla="*/ 727 h 49373"/>
                <a:gd name="csX32" fmla="*/ 51854 w 76554"/>
                <a:gd name="csY32" fmla="*/ -1396 h 49373"/>
                <a:gd name="csX33" fmla="*/ 54092 w 76554"/>
                <a:gd name="csY33" fmla="*/ 727 h 49373"/>
                <a:gd name="csX34" fmla="*/ 67165 w 76554"/>
                <a:gd name="csY34" fmla="*/ 37362 h 493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76554" h="49373">
                  <a:moveTo>
                    <a:pt x="67165" y="37362"/>
                  </a:moveTo>
                  <a:cubicBezTo>
                    <a:pt x="69178" y="42948"/>
                    <a:pt x="72641" y="44399"/>
                    <a:pt x="76555" y="44511"/>
                  </a:cubicBezTo>
                  <a:lnTo>
                    <a:pt x="76555" y="47977"/>
                  </a:lnTo>
                  <a:cubicBezTo>
                    <a:pt x="74093" y="47752"/>
                    <a:pt x="70853" y="47640"/>
                    <a:pt x="68396" y="47640"/>
                  </a:cubicBezTo>
                  <a:cubicBezTo>
                    <a:pt x="65153" y="47640"/>
                    <a:pt x="60125" y="47864"/>
                    <a:pt x="58000" y="47977"/>
                  </a:cubicBezTo>
                  <a:lnTo>
                    <a:pt x="58000" y="44511"/>
                  </a:lnTo>
                  <a:cubicBezTo>
                    <a:pt x="62026" y="44399"/>
                    <a:pt x="64483" y="42391"/>
                    <a:pt x="64483" y="39149"/>
                  </a:cubicBezTo>
                  <a:cubicBezTo>
                    <a:pt x="64483" y="38481"/>
                    <a:pt x="64483" y="38256"/>
                    <a:pt x="63925" y="36805"/>
                  </a:cubicBezTo>
                  <a:lnTo>
                    <a:pt x="53755" y="8212"/>
                  </a:lnTo>
                  <a:lnTo>
                    <a:pt x="42689" y="39374"/>
                  </a:lnTo>
                  <a:cubicBezTo>
                    <a:pt x="42244" y="40716"/>
                    <a:pt x="42132" y="40937"/>
                    <a:pt x="42132" y="41497"/>
                  </a:cubicBezTo>
                  <a:cubicBezTo>
                    <a:pt x="42132" y="44511"/>
                    <a:pt x="46490" y="44511"/>
                    <a:pt x="48726" y="44511"/>
                  </a:cubicBezTo>
                  <a:lnTo>
                    <a:pt x="48726" y="47977"/>
                  </a:lnTo>
                  <a:cubicBezTo>
                    <a:pt x="45484" y="47864"/>
                    <a:pt x="39787" y="47640"/>
                    <a:pt x="37104" y="47640"/>
                  </a:cubicBezTo>
                  <a:cubicBezTo>
                    <a:pt x="33749" y="47640"/>
                    <a:pt x="30510" y="47752"/>
                    <a:pt x="27157" y="47977"/>
                  </a:cubicBezTo>
                  <a:lnTo>
                    <a:pt x="27157" y="44511"/>
                  </a:lnTo>
                  <a:cubicBezTo>
                    <a:pt x="31291" y="44511"/>
                    <a:pt x="33080" y="44290"/>
                    <a:pt x="34197" y="42836"/>
                  </a:cubicBezTo>
                  <a:cubicBezTo>
                    <a:pt x="34755" y="42167"/>
                    <a:pt x="35986" y="38817"/>
                    <a:pt x="36768" y="36693"/>
                  </a:cubicBezTo>
                  <a:lnTo>
                    <a:pt x="27157" y="9663"/>
                  </a:lnTo>
                  <a:lnTo>
                    <a:pt x="16539" y="39486"/>
                  </a:lnTo>
                  <a:cubicBezTo>
                    <a:pt x="15981" y="40825"/>
                    <a:pt x="15981" y="41049"/>
                    <a:pt x="15981" y="41497"/>
                  </a:cubicBezTo>
                  <a:cubicBezTo>
                    <a:pt x="15981" y="44511"/>
                    <a:pt x="20338" y="44511"/>
                    <a:pt x="22575" y="44511"/>
                  </a:cubicBezTo>
                  <a:lnTo>
                    <a:pt x="22575" y="47977"/>
                  </a:lnTo>
                  <a:cubicBezTo>
                    <a:pt x="19220" y="47864"/>
                    <a:pt x="12962" y="47640"/>
                    <a:pt x="10392" y="47640"/>
                  </a:cubicBezTo>
                  <a:cubicBezTo>
                    <a:pt x="9947" y="47640"/>
                    <a:pt x="4022" y="47752"/>
                    <a:pt x="0" y="47977"/>
                  </a:cubicBezTo>
                  <a:lnTo>
                    <a:pt x="0" y="44511"/>
                  </a:lnTo>
                  <a:cubicBezTo>
                    <a:pt x="5588" y="44511"/>
                    <a:pt x="6928" y="44178"/>
                    <a:pt x="8271" y="40604"/>
                  </a:cubicBezTo>
                  <a:lnTo>
                    <a:pt x="22351" y="1063"/>
                  </a:lnTo>
                  <a:cubicBezTo>
                    <a:pt x="22909" y="-503"/>
                    <a:pt x="23245" y="-1396"/>
                    <a:pt x="24697" y="-1396"/>
                  </a:cubicBezTo>
                  <a:cubicBezTo>
                    <a:pt x="26152" y="-1396"/>
                    <a:pt x="26372" y="-724"/>
                    <a:pt x="26933" y="839"/>
                  </a:cubicBezTo>
                  <a:lnTo>
                    <a:pt x="38220" y="32450"/>
                  </a:lnTo>
                  <a:lnTo>
                    <a:pt x="49621" y="727"/>
                  </a:lnTo>
                  <a:cubicBezTo>
                    <a:pt x="50066" y="-503"/>
                    <a:pt x="50402" y="-1396"/>
                    <a:pt x="51854" y="-1396"/>
                  </a:cubicBezTo>
                  <a:cubicBezTo>
                    <a:pt x="53310" y="-1396"/>
                    <a:pt x="53643" y="-391"/>
                    <a:pt x="54092" y="727"/>
                  </a:cubicBezTo>
                  <a:lnTo>
                    <a:pt x="67165" y="37362"/>
                  </a:lnTo>
                  <a:close/>
                </a:path>
              </a:pathLst>
            </a:custGeom>
            <a:solidFill>
              <a:srgbClr val="000000"/>
            </a:solidFill>
            <a:ln w="25400" cap="flat">
              <a:noFill/>
              <a:prstDash val="solid"/>
              <a:miter/>
            </a:ln>
          </p:spPr>
          <p:txBody>
            <a:bodyPr/>
            <a:lstStyle/>
            <a:p>
              <a:endParaRPr lang="en-GB"/>
            </a:p>
          </p:txBody>
        </p:sp>
        <p:sp>
          <p:nvSpPr>
            <p:cNvPr id="2695" name="Freeform: Shape 2694">
              <a:extLst>
                <a:ext uri="{FF2B5EF4-FFF2-40B4-BE49-F238E27FC236}">
                  <a16:creationId xmlns:a16="http://schemas.microsoft.com/office/drawing/2014/main" id="{8F13FD61-CD9F-3D83-1F18-E9F5832A126C}"/>
                </a:ext>
              </a:extLst>
            </p:cNvPr>
            <p:cNvSpPr/>
            <p:nvPr>
              <p:custDataLst>
                <p:tags r:id="rId14"/>
              </p:custDataLst>
            </p:nvPr>
          </p:nvSpPr>
          <p:spPr>
            <a:xfrm flipV="1">
              <a:off x="9792441" y="-3071505"/>
              <a:ext cx="67952" cy="75954"/>
            </a:xfrm>
            <a:custGeom>
              <a:avLst/>
              <a:gdLst>
                <a:gd name="csX0" fmla="*/ 19558 w 67952"/>
                <a:gd name="csY0" fmla="*/ 21500 h 75954"/>
                <a:gd name="csX1" fmla="*/ 31180 w 67952"/>
                <a:gd name="csY1" fmla="*/ 11223 h 75954"/>
                <a:gd name="csX2" fmla="*/ 18551 w 67952"/>
                <a:gd name="csY2" fmla="*/ 1061 h 75954"/>
                <a:gd name="csX3" fmla="*/ 3019 w 67952"/>
                <a:gd name="csY3" fmla="*/ 16920 h 75954"/>
                <a:gd name="csX4" fmla="*/ 1452 w 67952"/>
                <a:gd name="csY4" fmla="*/ 18820 h 75954"/>
                <a:gd name="csX5" fmla="*/ 0 w 67952"/>
                <a:gd name="csY5" fmla="*/ 16027 h 75954"/>
                <a:gd name="csX6" fmla="*/ 0 w 67952"/>
                <a:gd name="csY6" fmla="*/ 1282 h 75954"/>
                <a:gd name="csX7" fmla="*/ 1231 w 67952"/>
                <a:gd name="csY7" fmla="*/ -1399 h 75954"/>
                <a:gd name="csX8" fmla="*/ 4022 w 67952"/>
                <a:gd name="csY8" fmla="*/ 837 h 75954"/>
                <a:gd name="csX9" fmla="*/ 6258 w 67952"/>
                <a:gd name="csY9" fmla="*/ 3405 h 75954"/>
                <a:gd name="csX10" fmla="*/ 18551 w 67952"/>
                <a:gd name="csY10" fmla="*/ -1399 h 75954"/>
                <a:gd name="csX11" fmla="*/ 36543 w 67952"/>
                <a:gd name="csY11" fmla="*/ 14128 h 75954"/>
                <a:gd name="csX12" fmla="*/ 31853 w 67952"/>
                <a:gd name="csY12" fmla="*/ 24738 h 75954"/>
                <a:gd name="csX13" fmla="*/ 19112 w 67952"/>
                <a:gd name="csY13" fmla="*/ 30100 h 75954"/>
                <a:gd name="csX14" fmla="*/ 5365 w 67952"/>
                <a:gd name="csY14" fmla="*/ 39259 h 75954"/>
                <a:gd name="csX15" fmla="*/ 17881 w 67952"/>
                <a:gd name="csY15" fmla="*/ 47750 h 75954"/>
                <a:gd name="csX16" fmla="*/ 30959 w 67952"/>
                <a:gd name="csY16" fmla="*/ 34234 h 75954"/>
                <a:gd name="csX17" fmla="*/ 32298 w 67952"/>
                <a:gd name="csY17" fmla="*/ 33229 h 75954"/>
                <a:gd name="csX18" fmla="*/ 33750 w 67952"/>
                <a:gd name="csY18" fmla="*/ 35910 h 75954"/>
                <a:gd name="csX19" fmla="*/ 33750 w 67952"/>
                <a:gd name="csY19" fmla="*/ 47189 h 75954"/>
                <a:gd name="csX20" fmla="*/ 32522 w 67952"/>
                <a:gd name="csY20" fmla="*/ 49870 h 75954"/>
                <a:gd name="csX21" fmla="*/ 30285 w 67952"/>
                <a:gd name="csY21" fmla="*/ 48531 h 75954"/>
                <a:gd name="csX22" fmla="*/ 28385 w 67952"/>
                <a:gd name="csY22" fmla="*/ 46744 h 75954"/>
                <a:gd name="csX23" fmla="*/ 17881 w 67952"/>
                <a:gd name="csY23" fmla="*/ 49870 h 75954"/>
                <a:gd name="csX24" fmla="*/ 0 w 67952"/>
                <a:gd name="csY24" fmla="*/ 36134 h 75954"/>
                <a:gd name="csX25" fmla="*/ 4808 w 67952"/>
                <a:gd name="csY25" fmla="*/ 26638 h 75954"/>
                <a:gd name="csX26" fmla="*/ 19558 w 67952"/>
                <a:gd name="csY26" fmla="*/ 21500 h 75954"/>
                <a:gd name="csX27" fmla="*/ 60131 w 67952"/>
                <a:gd name="csY27" fmla="*/ 49201 h 75954"/>
                <a:gd name="csX28" fmla="*/ 44485 w 67952"/>
                <a:gd name="csY28" fmla="*/ 47974 h 75954"/>
                <a:gd name="csX29" fmla="*/ 44485 w 67952"/>
                <a:gd name="csY29" fmla="*/ 44508 h 75954"/>
                <a:gd name="csX30" fmla="*/ 52754 w 67952"/>
                <a:gd name="csY30" fmla="*/ 38366 h 75954"/>
                <a:gd name="csX31" fmla="*/ 52754 w 67952"/>
                <a:gd name="csY31" fmla="*/ 8322 h 75954"/>
                <a:gd name="csX32" fmla="*/ 44039 w 67952"/>
                <a:gd name="csY32" fmla="*/ 3293 h 75954"/>
                <a:gd name="csX33" fmla="*/ 44039 w 67952"/>
                <a:gd name="csY33" fmla="*/ -169 h 75954"/>
                <a:gd name="csX34" fmla="*/ 56331 w 67952"/>
                <a:gd name="csY34" fmla="*/ 168 h 75954"/>
                <a:gd name="csX35" fmla="*/ 67953 w 67952"/>
                <a:gd name="csY35" fmla="*/ -169 h 75954"/>
                <a:gd name="csX36" fmla="*/ 67953 w 67952"/>
                <a:gd name="csY36" fmla="*/ 3293 h 75954"/>
                <a:gd name="csX37" fmla="*/ 60131 w 67952"/>
                <a:gd name="csY37" fmla="*/ 8210 h 75954"/>
                <a:gd name="csX38" fmla="*/ 60131 w 67952"/>
                <a:gd name="csY38" fmla="*/ 49201 h 75954"/>
                <a:gd name="csX39" fmla="*/ 60580 w 67952"/>
                <a:gd name="csY39" fmla="*/ 68638 h 75954"/>
                <a:gd name="csX40" fmla="*/ 54655 w 67952"/>
                <a:gd name="csY40" fmla="*/ 74556 h 75954"/>
                <a:gd name="csX41" fmla="*/ 48733 w 67952"/>
                <a:gd name="csY41" fmla="*/ 68638 h 75954"/>
                <a:gd name="csX42" fmla="*/ 54655 w 67952"/>
                <a:gd name="csY42" fmla="*/ 62716 h 75954"/>
                <a:gd name="csX43" fmla="*/ 60580 w 67952"/>
                <a:gd name="csY43" fmla="*/ 68638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8" y="21500"/>
                  </a:moveTo>
                  <a:cubicBezTo>
                    <a:pt x="22015" y="21052"/>
                    <a:pt x="31180" y="19265"/>
                    <a:pt x="31180" y="11223"/>
                  </a:cubicBezTo>
                  <a:cubicBezTo>
                    <a:pt x="31180" y="5529"/>
                    <a:pt x="27271" y="1061"/>
                    <a:pt x="18551" y="1061"/>
                  </a:cubicBezTo>
                  <a:cubicBezTo>
                    <a:pt x="9165" y="1061"/>
                    <a:pt x="5141" y="7428"/>
                    <a:pt x="3019" y="16920"/>
                  </a:cubicBezTo>
                  <a:cubicBezTo>
                    <a:pt x="2683" y="18371"/>
                    <a:pt x="2571" y="18820"/>
                    <a:pt x="1452" y="18820"/>
                  </a:cubicBezTo>
                  <a:cubicBezTo>
                    <a:pt x="0" y="18820"/>
                    <a:pt x="0" y="18039"/>
                    <a:pt x="0" y="16027"/>
                  </a:cubicBezTo>
                  <a:lnTo>
                    <a:pt x="0" y="1282"/>
                  </a:lnTo>
                  <a:cubicBezTo>
                    <a:pt x="0" y="-617"/>
                    <a:pt x="0" y="-1399"/>
                    <a:pt x="1231" y="-1399"/>
                  </a:cubicBezTo>
                  <a:cubicBezTo>
                    <a:pt x="1789" y="-1399"/>
                    <a:pt x="1901" y="-1286"/>
                    <a:pt x="4022" y="837"/>
                  </a:cubicBezTo>
                  <a:cubicBezTo>
                    <a:pt x="4247" y="1061"/>
                    <a:pt x="4247" y="1282"/>
                    <a:pt x="6258" y="3405"/>
                  </a:cubicBezTo>
                  <a:cubicBezTo>
                    <a:pt x="11174" y="-1286"/>
                    <a:pt x="16205" y="-1399"/>
                    <a:pt x="18551" y="-1399"/>
                  </a:cubicBezTo>
                  <a:cubicBezTo>
                    <a:pt x="31404" y="-1399"/>
                    <a:pt x="36543" y="6086"/>
                    <a:pt x="36543" y="14128"/>
                  </a:cubicBezTo>
                  <a:cubicBezTo>
                    <a:pt x="36543" y="20050"/>
                    <a:pt x="33192" y="23400"/>
                    <a:pt x="31853" y="24738"/>
                  </a:cubicBezTo>
                  <a:cubicBezTo>
                    <a:pt x="28164" y="28312"/>
                    <a:pt x="23803" y="29206"/>
                    <a:pt x="19112" y="30100"/>
                  </a:cubicBezTo>
                  <a:cubicBezTo>
                    <a:pt x="12854" y="31330"/>
                    <a:pt x="5365" y="32780"/>
                    <a:pt x="5365" y="39259"/>
                  </a:cubicBezTo>
                  <a:cubicBezTo>
                    <a:pt x="5365" y="43170"/>
                    <a:pt x="8271" y="47750"/>
                    <a:pt x="17881" y="47750"/>
                  </a:cubicBezTo>
                  <a:cubicBezTo>
                    <a:pt x="30173" y="47750"/>
                    <a:pt x="30734" y="37697"/>
                    <a:pt x="30959" y="34234"/>
                  </a:cubicBezTo>
                  <a:cubicBezTo>
                    <a:pt x="31067" y="33229"/>
                    <a:pt x="32074" y="33229"/>
                    <a:pt x="32298" y="33229"/>
                  </a:cubicBezTo>
                  <a:cubicBezTo>
                    <a:pt x="33750" y="33229"/>
                    <a:pt x="33750" y="33786"/>
                    <a:pt x="33750" y="35910"/>
                  </a:cubicBezTo>
                  <a:lnTo>
                    <a:pt x="33750" y="47189"/>
                  </a:lnTo>
                  <a:cubicBezTo>
                    <a:pt x="33750" y="49088"/>
                    <a:pt x="33750" y="49870"/>
                    <a:pt x="32522" y="49870"/>
                  </a:cubicBezTo>
                  <a:cubicBezTo>
                    <a:pt x="31962" y="49870"/>
                    <a:pt x="31740" y="49870"/>
                    <a:pt x="30285" y="48531"/>
                  </a:cubicBezTo>
                  <a:cubicBezTo>
                    <a:pt x="29952" y="48082"/>
                    <a:pt x="28834" y="47080"/>
                    <a:pt x="28385" y="46744"/>
                  </a:cubicBezTo>
                  <a:cubicBezTo>
                    <a:pt x="24139" y="49870"/>
                    <a:pt x="19558" y="49870"/>
                    <a:pt x="17881" y="49870"/>
                  </a:cubicBezTo>
                  <a:cubicBezTo>
                    <a:pt x="4247" y="49870"/>
                    <a:pt x="0" y="42388"/>
                    <a:pt x="0" y="36134"/>
                  </a:cubicBezTo>
                  <a:cubicBezTo>
                    <a:pt x="0" y="32223"/>
                    <a:pt x="1789" y="29094"/>
                    <a:pt x="4808" y="26638"/>
                  </a:cubicBezTo>
                  <a:cubicBezTo>
                    <a:pt x="8383" y="23733"/>
                    <a:pt x="11511" y="23064"/>
                    <a:pt x="19558" y="21500"/>
                  </a:cubicBezTo>
                  <a:close/>
                  <a:moveTo>
                    <a:pt x="60131" y="49201"/>
                  </a:moveTo>
                  <a:lnTo>
                    <a:pt x="44485" y="47974"/>
                  </a:lnTo>
                  <a:lnTo>
                    <a:pt x="44485" y="44508"/>
                  </a:lnTo>
                  <a:cubicBezTo>
                    <a:pt x="51749" y="44508"/>
                    <a:pt x="52754" y="43839"/>
                    <a:pt x="52754" y="38366"/>
                  </a:cubicBezTo>
                  <a:lnTo>
                    <a:pt x="52754" y="8322"/>
                  </a:lnTo>
                  <a:cubicBezTo>
                    <a:pt x="52754" y="3293"/>
                    <a:pt x="51528" y="3293"/>
                    <a:pt x="44039" y="3293"/>
                  </a:cubicBezTo>
                  <a:lnTo>
                    <a:pt x="44039" y="-169"/>
                  </a:lnTo>
                  <a:cubicBezTo>
                    <a:pt x="47615" y="-57"/>
                    <a:pt x="53648" y="168"/>
                    <a:pt x="56331" y="168"/>
                  </a:cubicBezTo>
                  <a:cubicBezTo>
                    <a:pt x="60243" y="168"/>
                    <a:pt x="64156" y="-57"/>
                    <a:pt x="67953" y="-169"/>
                  </a:cubicBezTo>
                  <a:lnTo>
                    <a:pt x="67953" y="3293"/>
                  </a:lnTo>
                  <a:cubicBezTo>
                    <a:pt x="60580" y="3293"/>
                    <a:pt x="60131" y="3854"/>
                    <a:pt x="60131" y="8210"/>
                  </a:cubicBezTo>
                  <a:lnTo>
                    <a:pt x="60131" y="49201"/>
                  </a:lnTo>
                  <a:close/>
                  <a:moveTo>
                    <a:pt x="60580" y="68638"/>
                  </a:moveTo>
                  <a:cubicBezTo>
                    <a:pt x="60580" y="72212"/>
                    <a:pt x="57786" y="74556"/>
                    <a:pt x="54655" y="74556"/>
                  </a:cubicBezTo>
                  <a:cubicBezTo>
                    <a:pt x="51191" y="74556"/>
                    <a:pt x="48733" y="71539"/>
                    <a:pt x="48733" y="68638"/>
                  </a:cubicBezTo>
                  <a:cubicBezTo>
                    <a:pt x="48733" y="65621"/>
                    <a:pt x="51191" y="62716"/>
                    <a:pt x="54655" y="62716"/>
                  </a:cubicBezTo>
                  <a:cubicBezTo>
                    <a:pt x="57786" y="62716"/>
                    <a:pt x="60580" y="65064"/>
                    <a:pt x="60580" y="68638"/>
                  </a:cubicBezTo>
                  <a:close/>
                </a:path>
              </a:pathLst>
            </a:custGeom>
            <a:solidFill>
              <a:srgbClr val="000000"/>
            </a:solidFill>
            <a:ln w="25400" cap="flat">
              <a:noFill/>
              <a:prstDash val="solid"/>
              <a:miter/>
            </a:ln>
          </p:spPr>
          <p:txBody>
            <a:bodyPr/>
            <a:lstStyle/>
            <a:p>
              <a:endParaRPr lang="en-GB"/>
            </a:p>
          </p:txBody>
        </p:sp>
        <p:sp>
          <p:nvSpPr>
            <p:cNvPr id="2696" name="Freeform: Shape 2695">
              <a:extLst>
                <a:ext uri="{FF2B5EF4-FFF2-40B4-BE49-F238E27FC236}">
                  <a16:creationId xmlns:a16="http://schemas.microsoft.com/office/drawing/2014/main" id="{05BABD05-1F1B-88B7-91D9-F0031C6E6E2B}"/>
                </a:ext>
              </a:extLst>
            </p:cNvPr>
            <p:cNvSpPr/>
            <p:nvPr>
              <p:custDataLst>
                <p:tags r:id="rId15"/>
              </p:custDataLst>
            </p:nvPr>
          </p:nvSpPr>
          <p:spPr>
            <a:xfrm flipV="1">
              <a:off x="9904453" y="-3046150"/>
              <a:ext cx="55657" cy="50599"/>
            </a:xfrm>
            <a:custGeom>
              <a:avLst/>
              <a:gdLst>
                <a:gd name="csX0" fmla="*/ 34089 w 55657"/>
                <a:gd name="csY0" fmla="*/ 33567 h 50599"/>
                <a:gd name="csX1" fmla="*/ 45150 w 55657"/>
                <a:gd name="csY1" fmla="*/ 46747 h 50599"/>
                <a:gd name="csX2" fmla="*/ 50739 w 55657"/>
                <a:gd name="csY2" fmla="*/ 45292 h 50599"/>
                <a:gd name="csX3" fmla="*/ 45375 w 55657"/>
                <a:gd name="csY3" fmla="*/ 39261 h 50599"/>
                <a:gd name="csX4" fmla="*/ 49620 w 55657"/>
                <a:gd name="csY4" fmla="*/ 35354 h 50599"/>
                <a:gd name="csX5" fmla="*/ 55658 w 55657"/>
                <a:gd name="csY5" fmla="*/ 41830 h 50599"/>
                <a:gd name="csX6" fmla="*/ 45262 w 55657"/>
                <a:gd name="csY6" fmla="*/ 49203 h 50599"/>
                <a:gd name="csX7" fmla="*/ 33528 w 55657"/>
                <a:gd name="csY7" fmla="*/ 40716 h 50599"/>
                <a:gd name="csX8" fmla="*/ 21460 w 55657"/>
                <a:gd name="csY8" fmla="*/ 49203 h 50599"/>
                <a:gd name="csX9" fmla="*/ 3467 w 55657"/>
                <a:gd name="csY9" fmla="*/ 32001 h 50599"/>
                <a:gd name="csX10" fmla="*/ 4807 w 55657"/>
                <a:gd name="csY10" fmla="*/ 30886 h 50599"/>
                <a:gd name="csX11" fmla="*/ 6258 w 55657"/>
                <a:gd name="csY11" fmla="*/ 32114 h 50599"/>
                <a:gd name="csX12" fmla="*/ 21236 w 55657"/>
                <a:gd name="csY12" fmla="*/ 46747 h 50599"/>
                <a:gd name="csX13" fmla="*/ 27270 w 55657"/>
                <a:gd name="csY13" fmla="*/ 39261 h 50599"/>
                <a:gd name="csX14" fmla="*/ 21236 w 55657"/>
                <a:gd name="csY14" fmla="*/ 12680 h 50599"/>
                <a:gd name="csX15" fmla="*/ 10619 w 55657"/>
                <a:gd name="csY15" fmla="*/ 1063 h 50599"/>
                <a:gd name="csX16" fmla="*/ 5031 w 55657"/>
                <a:gd name="csY16" fmla="*/ 2514 h 50599"/>
                <a:gd name="csX17" fmla="*/ 10283 w 55657"/>
                <a:gd name="csY17" fmla="*/ 8544 h 50599"/>
                <a:gd name="csX18" fmla="*/ 6150 w 55657"/>
                <a:gd name="csY18" fmla="*/ 12455 h 50599"/>
                <a:gd name="csX19" fmla="*/ 0 w 55657"/>
                <a:gd name="csY19" fmla="*/ 5976 h 50599"/>
                <a:gd name="csX20" fmla="*/ 10507 w 55657"/>
                <a:gd name="csY20" fmla="*/ -1396 h 50599"/>
                <a:gd name="csX21" fmla="*/ 22242 w 55657"/>
                <a:gd name="csY21" fmla="*/ 7094 h 50599"/>
                <a:gd name="csX22" fmla="*/ 34310 w 55657"/>
                <a:gd name="csY22" fmla="*/ -1396 h 50599"/>
                <a:gd name="csX23" fmla="*/ 52190 w 55657"/>
                <a:gd name="csY23" fmla="*/ 15805 h 50599"/>
                <a:gd name="csX24" fmla="*/ 50851 w 55657"/>
                <a:gd name="csY24" fmla="*/ 16923 h 50599"/>
                <a:gd name="csX25" fmla="*/ 49399 w 55657"/>
                <a:gd name="csY25" fmla="*/ 15693 h 50599"/>
                <a:gd name="csX26" fmla="*/ 34534 w 55657"/>
                <a:gd name="csY26" fmla="*/ 1063 h 50599"/>
                <a:gd name="csX27" fmla="*/ 28388 w 55657"/>
                <a:gd name="csY27" fmla="*/ 8433 h 50599"/>
                <a:gd name="csX28" fmla="*/ 30288 w 55657"/>
                <a:gd name="csY28" fmla="*/ 18265 h 50599"/>
                <a:gd name="csX29" fmla="*/ 34089 w 55657"/>
                <a:gd name="csY29" fmla="*/ 33567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567"/>
                  </a:moveTo>
                  <a:cubicBezTo>
                    <a:pt x="34758" y="36469"/>
                    <a:pt x="37328" y="46747"/>
                    <a:pt x="45150" y="46747"/>
                  </a:cubicBezTo>
                  <a:cubicBezTo>
                    <a:pt x="45711" y="46747"/>
                    <a:pt x="48393" y="46747"/>
                    <a:pt x="50739" y="45292"/>
                  </a:cubicBezTo>
                  <a:cubicBezTo>
                    <a:pt x="47612" y="44735"/>
                    <a:pt x="45375" y="41942"/>
                    <a:pt x="45375" y="39261"/>
                  </a:cubicBezTo>
                  <a:cubicBezTo>
                    <a:pt x="45375" y="37474"/>
                    <a:pt x="46605" y="35354"/>
                    <a:pt x="49620" y="35354"/>
                  </a:cubicBezTo>
                  <a:cubicBezTo>
                    <a:pt x="52082" y="35354"/>
                    <a:pt x="55658" y="37362"/>
                    <a:pt x="55658" y="41830"/>
                  </a:cubicBezTo>
                  <a:cubicBezTo>
                    <a:pt x="55658" y="47640"/>
                    <a:pt x="49063" y="49203"/>
                    <a:pt x="45262" y="49203"/>
                  </a:cubicBezTo>
                  <a:cubicBezTo>
                    <a:pt x="38780" y="49203"/>
                    <a:pt x="34870" y="43284"/>
                    <a:pt x="33528" y="40716"/>
                  </a:cubicBezTo>
                  <a:cubicBezTo>
                    <a:pt x="30733" y="48085"/>
                    <a:pt x="24700" y="49203"/>
                    <a:pt x="21460" y="49203"/>
                  </a:cubicBezTo>
                  <a:cubicBezTo>
                    <a:pt x="9834" y="49203"/>
                    <a:pt x="3467" y="34794"/>
                    <a:pt x="3467" y="32001"/>
                  </a:cubicBezTo>
                  <a:cubicBezTo>
                    <a:pt x="3467" y="30886"/>
                    <a:pt x="4582" y="30886"/>
                    <a:pt x="4807" y="30886"/>
                  </a:cubicBezTo>
                  <a:cubicBezTo>
                    <a:pt x="5701" y="30886"/>
                    <a:pt x="6037" y="31108"/>
                    <a:pt x="6258" y="32114"/>
                  </a:cubicBezTo>
                  <a:cubicBezTo>
                    <a:pt x="10059" y="43954"/>
                    <a:pt x="17435" y="46747"/>
                    <a:pt x="21236" y="46747"/>
                  </a:cubicBezTo>
                  <a:cubicBezTo>
                    <a:pt x="23357" y="46747"/>
                    <a:pt x="27270" y="45741"/>
                    <a:pt x="27270" y="39261"/>
                  </a:cubicBezTo>
                  <a:cubicBezTo>
                    <a:pt x="27270" y="35800"/>
                    <a:pt x="25369" y="28315"/>
                    <a:pt x="21236" y="12680"/>
                  </a:cubicBezTo>
                  <a:cubicBezTo>
                    <a:pt x="19448" y="5752"/>
                    <a:pt x="15535" y="1063"/>
                    <a:pt x="10619" y="1063"/>
                  </a:cubicBezTo>
                  <a:cubicBezTo>
                    <a:pt x="9946" y="1063"/>
                    <a:pt x="7377" y="1063"/>
                    <a:pt x="5031" y="2514"/>
                  </a:cubicBezTo>
                  <a:cubicBezTo>
                    <a:pt x="7825" y="3071"/>
                    <a:pt x="10283" y="5419"/>
                    <a:pt x="10283" y="8544"/>
                  </a:cubicBezTo>
                  <a:cubicBezTo>
                    <a:pt x="10283" y="11562"/>
                    <a:pt x="7825" y="12455"/>
                    <a:pt x="6150" y="12455"/>
                  </a:cubicBezTo>
                  <a:cubicBezTo>
                    <a:pt x="2794" y="12455"/>
                    <a:pt x="0" y="9550"/>
                    <a:pt x="0" y="5976"/>
                  </a:cubicBezTo>
                  <a:cubicBezTo>
                    <a:pt x="0" y="839"/>
                    <a:pt x="5588" y="-1396"/>
                    <a:pt x="10507" y="-1396"/>
                  </a:cubicBezTo>
                  <a:cubicBezTo>
                    <a:pt x="17884" y="-1396"/>
                    <a:pt x="21905" y="6425"/>
                    <a:pt x="22242" y="7094"/>
                  </a:cubicBezTo>
                  <a:cubicBezTo>
                    <a:pt x="23581" y="2962"/>
                    <a:pt x="27606" y="-1396"/>
                    <a:pt x="34310" y="-1396"/>
                  </a:cubicBezTo>
                  <a:cubicBezTo>
                    <a:pt x="45823" y="-1396"/>
                    <a:pt x="52190" y="13012"/>
                    <a:pt x="52190" y="15805"/>
                  </a:cubicBezTo>
                  <a:cubicBezTo>
                    <a:pt x="52190" y="16923"/>
                    <a:pt x="51188" y="16923"/>
                    <a:pt x="50851" y="16923"/>
                  </a:cubicBezTo>
                  <a:cubicBezTo>
                    <a:pt x="49845" y="16923"/>
                    <a:pt x="49620" y="16478"/>
                    <a:pt x="49399" y="15693"/>
                  </a:cubicBezTo>
                  <a:cubicBezTo>
                    <a:pt x="45711" y="3744"/>
                    <a:pt x="38110" y="1063"/>
                    <a:pt x="34534" y="1063"/>
                  </a:cubicBezTo>
                  <a:cubicBezTo>
                    <a:pt x="30176" y="1063"/>
                    <a:pt x="28388" y="4638"/>
                    <a:pt x="28388" y="8433"/>
                  </a:cubicBezTo>
                  <a:cubicBezTo>
                    <a:pt x="28388" y="10893"/>
                    <a:pt x="29058" y="13349"/>
                    <a:pt x="30288" y="18265"/>
                  </a:cubicBezTo>
                  <a:lnTo>
                    <a:pt x="34089" y="33567"/>
                  </a:lnTo>
                  <a:close/>
                </a:path>
              </a:pathLst>
            </a:custGeom>
            <a:solidFill>
              <a:srgbClr val="000000"/>
            </a:solidFill>
            <a:ln w="25400" cap="flat">
              <a:noFill/>
              <a:prstDash val="solid"/>
              <a:miter/>
            </a:ln>
          </p:spPr>
          <p:txBody>
            <a:bodyPr/>
            <a:lstStyle/>
            <a:p>
              <a:endParaRPr lang="en-GB"/>
            </a:p>
          </p:txBody>
        </p:sp>
        <p:sp>
          <p:nvSpPr>
            <p:cNvPr id="2697" name="Freeform: Shape 2696">
              <a:extLst>
                <a:ext uri="{FF2B5EF4-FFF2-40B4-BE49-F238E27FC236}">
                  <a16:creationId xmlns:a16="http://schemas.microsoft.com/office/drawing/2014/main" id="{FED05072-436C-D6E3-76A9-E2495E47D3C9}"/>
                </a:ext>
              </a:extLst>
            </p:cNvPr>
            <p:cNvSpPr/>
            <p:nvPr>
              <p:custDataLst>
                <p:tags r:id="rId16"/>
              </p:custDataLst>
            </p:nvPr>
          </p:nvSpPr>
          <p:spPr>
            <a:xfrm flipV="1">
              <a:off x="10002408" y="-3037771"/>
              <a:ext cx="74320" cy="26137"/>
            </a:xfrm>
            <a:custGeom>
              <a:avLst/>
              <a:gdLst>
                <a:gd name="csX0" fmla="*/ 70520 w 74320"/>
                <a:gd name="csY0" fmla="*/ 20272 h 26137"/>
                <a:gd name="csX1" fmla="*/ 74321 w 74320"/>
                <a:gd name="csY1" fmla="*/ 22507 h 26137"/>
                <a:gd name="csX2" fmla="*/ 70632 w 74320"/>
                <a:gd name="csY2" fmla="*/ 24740 h 26137"/>
                <a:gd name="csX3" fmla="*/ 3689 w 74320"/>
                <a:gd name="csY3" fmla="*/ 24740 h 26137"/>
                <a:gd name="csX4" fmla="*/ 0 w 74320"/>
                <a:gd name="csY4" fmla="*/ 22507 h 26137"/>
                <a:gd name="csX5" fmla="*/ 3800 w 74320"/>
                <a:gd name="csY5" fmla="*/ 20272 h 26137"/>
                <a:gd name="csX6" fmla="*/ 70520 w 74320"/>
                <a:gd name="csY6" fmla="*/ 20272 h 26137"/>
                <a:gd name="csX7" fmla="*/ 70632 w 74320"/>
                <a:gd name="csY7" fmla="*/ -1397 h 26137"/>
                <a:gd name="csX8" fmla="*/ 74321 w 74320"/>
                <a:gd name="csY8" fmla="*/ 838 h 26137"/>
                <a:gd name="csX9" fmla="*/ 70520 w 74320"/>
                <a:gd name="csY9" fmla="*/ 3074 h 26137"/>
                <a:gd name="csX10" fmla="*/ 3800 w 74320"/>
                <a:gd name="csY10" fmla="*/ 3074 h 26137"/>
                <a:gd name="csX11" fmla="*/ 0 w 74320"/>
                <a:gd name="csY11" fmla="*/ 838 h 26137"/>
                <a:gd name="csX12" fmla="*/ 3689 w 74320"/>
                <a:gd name="csY12" fmla="*/ -1397 h 26137"/>
                <a:gd name="csX13" fmla="*/ 70632 w 74320"/>
                <a:gd name="csY13" fmla="*/ -1397 h 26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74320" h="26137">
                  <a:moveTo>
                    <a:pt x="70520" y="20272"/>
                  </a:moveTo>
                  <a:cubicBezTo>
                    <a:pt x="72196" y="20272"/>
                    <a:pt x="74321" y="20272"/>
                    <a:pt x="74321" y="22507"/>
                  </a:cubicBezTo>
                  <a:cubicBezTo>
                    <a:pt x="74321" y="24740"/>
                    <a:pt x="72196" y="24740"/>
                    <a:pt x="70632" y="24740"/>
                  </a:cubicBezTo>
                  <a:lnTo>
                    <a:pt x="3689" y="24740"/>
                  </a:lnTo>
                  <a:cubicBezTo>
                    <a:pt x="2125" y="24740"/>
                    <a:pt x="0" y="24740"/>
                    <a:pt x="0" y="22507"/>
                  </a:cubicBezTo>
                  <a:cubicBezTo>
                    <a:pt x="0" y="20272"/>
                    <a:pt x="2125" y="20272"/>
                    <a:pt x="3800" y="20272"/>
                  </a:cubicBezTo>
                  <a:lnTo>
                    <a:pt x="70520" y="20272"/>
                  </a:lnTo>
                  <a:close/>
                  <a:moveTo>
                    <a:pt x="70632" y="-1397"/>
                  </a:moveTo>
                  <a:cubicBezTo>
                    <a:pt x="72196" y="-1397"/>
                    <a:pt x="74321" y="-1397"/>
                    <a:pt x="74321" y="838"/>
                  </a:cubicBezTo>
                  <a:cubicBezTo>
                    <a:pt x="74321" y="3074"/>
                    <a:pt x="72196" y="3074"/>
                    <a:pt x="70520" y="3074"/>
                  </a:cubicBezTo>
                  <a:lnTo>
                    <a:pt x="3800" y="3074"/>
                  </a:lnTo>
                  <a:cubicBezTo>
                    <a:pt x="2125" y="3074"/>
                    <a:pt x="0" y="3074"/>
                    <a:pt x="0" y="838"/>
                  </a:cubicBezTo>
                  <a:cubicBezTo>
                    <a:pt x="0" y="-1397"/>
                    <a:pt x="2125" y="-1397"/>
                    <a:pt x="3689" y="-1397"/>
                  </a:cubicBezTo>
                  <a:lnTo>
                    <a:pt x="70632" y="-1397"/>
                  </a:lnTo>
                  <a:close/>
                </a:path>
              </a:pathLst>
            </a:custGeom>
            <a:solidFill>
              <a:srgbClr val="000000"/>
            </a:solidFill>
            <a:ln w="25400" cap="flat">
              <a:noFill/>
              <a:prstDash val="solid"/>
              <a:miter/>
            </a:ln>
          </p:spPr>
          <p:txBody>
            <a:bodyPr/>
            <a:lstStyle/>
            <a:p>
              <a:endParaRPr lang="en-GB"/>
            </a:p>
          </p:txBody>
        </p:sp>
        <p:sp>
          <p:nvSpPr>
            <p:cNvPr id="2698" name="Freeform: Shape 2697">
              <a:extLst>
                <a:ext uri="{FF2B5EF4-FFF2-40B4-BE49-F238E27FC236}">
                  <a16:creationId xmlns:a16="http://schemas.microsoft.com/office/drawing/2014/main" id="{0EDBB644-6AB7-674D-5717-A75FD8263DFC}"/>
                </a:ext>
              </a:extLst>
            </p:cNvPr>
            <p:cNvSpPr/>
            <p:nvPr>
              <p:custDataLst>
                <p:tags r:id="rId17"/>
              </p:custDataLst>
            </p:nvPr>
          </p:nvSpPr>
          <p:spPr>
            <a:xfrm flipV="1">
              <a:off x="10123875" y="-3071169"/>
              <a:ext cx="36879" cy="74389"/>
            </a:xfrm>
            <a:custGeom>
              <a:avLst/>
              <a:gdLst>
                <a:gd name="csX0" fmla="*/ 22912 w 36879"/>
                <a:gd name="csY0" fmla="*/ 70088 h 74389"/>
                <a:gd name="csX1" fmla="*/ 20338 w 36879"/>
                <a:gd name="csY1" fmla="*/ 72990 h 74389"/>
                <a:gd name="csX2" fmla="*/ 0 w 36879"/>
                <a:gd name="csY2" fmla="*/ 65842 h 74389"/>
                <a:gd name="csX3" fmla="*/ 0 w 36879"/>
                <a:gd name="csY3" fmla="*/ 62379 h 74389"/>
                <a:gd name="csX4" fmla="*/ 14641 w 36879"/>
                <a:gd name="csY4" fmla="*/ 65285 h 74389"/>
                <a:gd name="csX5" fmla="*/ 14641 w 36879"/>
                <a:gd name="csY5" fmla="*/ 7424 h 74389"/>
                <a:gd name="csX6" fmla="*/ 4245 w 36879"/>
                <a:gd name="csY6" fmla="*/ 2064 h 74389"/>
                <a:gd name="csX7" fmla="*/ 670 w 36879"/>
                <a:gd name="csY7" fmla="*/ 2064 h 74389"/>
                <a:gd name="csX8" fmla="*/ 670 w 36879"/>
                <a:gd name="csY8" fmla="*/ -1399 h 74389"/>
                <a:gd name="csX9" fmla="*/ 18774 w 36879"/>
                <a:gd name="csY9" fmla="*/ -1062 h 74389"/>
                <a:gd name="csX10" fmla="*/ 36880 w 36879"/>
                <a:gd name="csY10" fmla="*/ -1399 h 74389"/>
                <a:gd name="csX11" fmla="*/ 36880 w 36879"/>
                <a:gd name="csY11" fmla="*/ 2064 h 74389"/>
                <a:gd name="csX12" fmla="*/ 33303 w 36879"/>
                <a:gd name="csY12" fmla="*/ 2064 h 74389"/>
                <a:gd name="csX13" fmla="*/ 22912 w 36879"/>
                <a:gd name="csY13" fmla="*/ 7424 h 74389"/>
                <a:gd name="csX14" fmla="*/ 22912 w 36879"/>
                <a:gd name="csY14" fmla="*/ 70088 h 743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6879" h="74389">
                  <a:moveTo>
                    <a:pt x="22912" y="70088"/>
                  </a:moveTo>
                  <a:cubicBezTo>
                    <a:pt x="22912" y="72769"/>
                    <a:pt x="22912" y="72990"/>
                    <a:pt x="20338" y="72990"/>
                  </a:cubicBezTo>
                  <a:cubicBezTo>
                    <a:pt x="13410" y="65842"/>
                    <a:pt x="3576" y="65842"/>
                    <a:pt x="0" y="65842"/>
                  </a:cubicBezTo>
                  <a:lnTo>
                    <a:pt x="0" y="62379"/>
                  </a:lnTo>
                  <a:cubicBezTo>
                    <a:pt x="2232" y="62379"/>
                    <a:pt x="8827" y="62379"/>
                    <a:pt x="14641" y="65285"/>
                  </a:cubicBezTo>
                  <a:lnTo>
                    <a:pt x="14641" y="7424"/>
                  </a:lnTo>
                  <a:cubicBezTo>
                    <a:pt x="14641" y="3406"/>
                    <a:pt x="14304" y="2064"/>
                    <a:pt x="4245" y="2064"/>
                  </a:cubicBezTo>
                  <a:lnTo>
                    <a:pt x="670" y="2064"/>
                  </a:lnTo>
                  <a:lnTo>
                    <a:pt x="670" y="-1399"/>
                  </a:lnTo>
                  <a:cubicBezTo>
                    <a:pt x="4582" y="-1062"/>
                    <a:pt x="14304" y="-1062"/>
                    <a:pt x="18774" y="-1062"/>
                  </a:cubicBezTo>
                  <a:cubicBezTo>
                    <a:pt x="23244" y="-1062"/>
                    <a:pt x="32966" y="-1062"/>
                    <a:pt x="36880" y="-1399"/>
                  </a:cubicBezTo>
                  <a:lnTo>
                    <a:pt x="36880" y="2064"/>
                  </a:lnTo>
                  <a:lnTo>
                    <a:pt x="33303" y="2064"/>
                  </a:lnTo>
                  <a:cubicBezTo>
                    <a:pt x="23244" y="2064"/>
                    <a:pt x="22912" y="3293"/>
                    <a:pt x="22912" y="7424"/>
                  </a:cubicBezTo>
                  <a:lnTo>
                    <a:pt x="22912" y="70088"/>
                  </a:lnTo>
                  <a:close/>
                </a:path>
              </a:pathLst>
            </a:custGeom>
            <a:solidFill>
              <a:srgbClr val="000000"/>
            </a:solidFill>
            <a:ln w="25400" cap="flat">
              <a:noFill/>
              <a:prstDash val="solid"/>
              <a:miter/>
            </a:ln>
          </p:spPr>
          <p:txBody>
            <a:bodyPr/>
            <a:lstStyle/>
            <a:p>
              <a:endParaRPr lang="en-GB"/>
            </a:p>
          </p:txBody>
        </p:sp>
        <p:sp>
          <p:nvSpPr>
            <p:cNvPr id="2699" name="Freeform: Shape 2698">
              <a:extLst>
                <a:ext uri="{FF2B5EF4-FFF2-40B4-BE49-F238E27FC236}">
                  <a16:creationId xmlns:a16="http://schemas.microsoft.com/office/drawing/2014/main" id="{66E72300-507C-F1B1-0AB2-1E877EC4A58B}"/>
                </a:ext>
              </a:extLst>
            </p:cNvPr>
            <p:cNvSpPr/>
            <p:nvPr>
              <p:custDataLst>
                <p:tags r:id="rId18"/>
              </p:custDataLst>
            </p:nvPr>
          </p:nvSpPr>
          <p:spPr>
            <a:xfrm flipV="1">
              <a:off x="9448319" y="-2913435"/>
              <a:ext cx="188108" cy="78747"/>
            </a:xfrm>
            <a:custGeom>
              <a:avLst/>
              <a:gdLst>
                <a:gd name="csX0" fmla="*/ 22800 w 188108"/>
                <a:gd name="csY0" fmla="*/ 73691 h 78747"/>
                <a:gd name="csX1" fmla="*/ 18887 w 188108"/>
                <a:gd name="csY1" fmla="*/ 76147 h 78747"/>
                <a:gd name="csX2" fmla="*/ 0 w 188108"/>
                <a:gd name="csY2" fmla="*/ 76147 h 78747"/>
                <a:gd name="csX3" fmla="*/ 0 w 188108"/>
                <a:gd name="csY3" fmla="*/ 72685 h 78747"/>
                <a:gd name="csX4" fmla="*/ 2682 w 188108"/>
                <a:gd name="csY4" fmla="*/ 72685 h 78747"/>
                <a:gd name="csX5" fmla="*/ 11514 w 188108"/>
                <a:gd name="csY5" fmla="*/ 67436 h 78747"/>
                <a:gd name="csX6" fmla="*/ 11514 w 188108"/>
                <a:gd name="csY6" fmla="*/ 11588 h 78747"/>
                <a:gd name="csX7" fmla="*/ 0 w 188108"/>
                <a:gd name="csY7" fmla="*/ 3321 h 78747"/>
                <a:gd name="csX8" fmla="*/ 0 w 188108"/>
                <a:gd name="csY8" fmla="*/ -140 h 78747"/>
                <a:gd name="csX9" fmla="*/ 13077 w 188108"/>
                <a:gd name="csY9" fmla="*/ 196 h 78747"/>
                <a:gd name="csX10" fmla="*/ 26151 w 188108"/>
                <a:gd name="csY10" fmla="*/ -140 h 78747"/>
                <a:gd name="csX11" fmla="*/ 26151 w 188108"/>
                <a:gd name="csY11" fmla="*/ 3321 h 78747"/>
                <a:gd name="csX12" fmla="*/ 14641 w 188108"/>
                <a:gd name="csY12" fmla="*/ 11588 h 78747"/>
                <a:gd name="csX13" fmla="*/ 14641 w 188108"/>
                <a:gd name="csY13" fmla="*/ 71792 h 78747"/>
                <a:gd name="csX14" fmla="*/ 14753 w 188108"/>
                <a:gd name="csY14" fmla="*/ 71792 h 78747"/>
                <a:gd name="csX15" fmla="*/ 41686 w 188108"/>
                <a:gd name="csY15" fmla="*/ 2316 h 78747"/>
                <a:gd name="csX16" fmla="*/ 43923 w 188108"/>
                <a:gd name="csY16" fmla="*/ -140 h 78747"/>
                <a:gd name="csX17" fmla="*/ 45932 w 188108"/>
                <a:gd name="csY17" fmla="*/ 1983 h 78747"/>
                <a:gd name="csX18" fmla="*/ 73426 w 188108"/>
                <a:gd name="csY18" fmla="*/ 72685 h 78747"/>
                <a:gd name="csX19" fmla="*/ 73539 w 188108"/>
                <a:gd name="csY19" fmla="*/ 72685 h 78747"/>
                <a:gd name="csX20" fmla="*/ 73539 w 188108"/>
                <a:gd name="csY20" fmla="*/ 8571 h 78747"/>
                <a:gd name="csX21" fmla="*/ 64711 w 188108"/>
                <a:gd name="csY21" fmla="*/ 3321 h 78747"/>
                <a:gd name="csX22" fmla="*/ 62028 w 188108"/>
                <a:gd name="csY22" fmla="*/ 3321 h 78747"/>
                <a:gd name="csX23" fmla="*/ 62028 w 188108"/>
                <a:gd name="csY23" fmla="*/ -140 h 78747"/>
                <a:gd name="csX24" fmla="*/ 78121 w 188108"/>
                <a:gd name="csY24" fmla="*/ 196 h 78747"/>
                <a:gd name="csX25" fmla="*/ 94101 w 188108"/>
                <a:gd name="csY25" fmla="*/ -140 h 78747"/>
                <a:gd name="csX26" fmla="*/ 94101 w 188108"/>
                <a:gd name="csY26" fmla="*/ 3321 h 78747"/>
                <a:gd name="csX27" fmla="*/ 91419 w 188108"/>
                <a:gd name="csY27" fmla="*/ 3321 h 78747"/>
                <a:gd name="csX28" fmla="*/ 82591 w 188108"/>
                <a:gd name="csY28" fmla="*/ 8571 h 78747"/>
                <a:gd name="csX29" fmla="*/ 82591 w 188108"/>
                <a:gd name="csY29" fmla="*/ 67436 h 78747"/>
                <a:gd name="csX30" fmla="*/ 91419 w 188108"/>
                <a:gd name="csY30" fmla="*/ 72685 h 78747"/>
                <a:gd name="csX31" fmla="*/ 94101 w 188108"/>
                <a:gd name="csY31" fmla="*/ 72685 h 78747"/>
                <a:gd name="csX32" fmla="*/ 94101 w 188108"/>
                <a:gd name="csY32" fmla="*/ 76147 h 78747"/>
                <a:gd name="csX33" fmla="*/ 75215 w 188108"/>
                <a:gd name="csY33" fmla="*/ 76147 h 78747"/>
                <a:gd name="csX34" fmla="*/ 71526 w 188108"/>
                <a:gd name="csY34" fmla="*/ 74028 h 78747"/>
                <a:gd name="csX35" fmla="*/ 47051 w 188108"/>
                <a:gd name="csY35" fmla="*/ 11139 h 78747"/>
                <a:gd name="csX36" fmla="*/ 22800 w 188108"/>
                <a:gd name="csY36" fmla="*/ 73691 h 78747"/>
                <a:gd name="csX37" fmla="*/ 118030 w 188108"/>
                <a:gd name="csY37" fmla="*/ 49229 h 78747"/>
                <a:gd name="csX38" fmla="*/ 102383 w 188108"/>
                <a:gd name="csY38" fmla="*/ 48003 h 78747"/>
                <a:gd name="csX39" fmla="*/ 102383 w 188108"/>
                <a:gd name="csY39" fmla="*/ 44537 h 78747"/>
                <a:gd name="csX40" fmla="*/ 110654 w 188108"/>
                <a:gd name="csY40" fmla="*/ 38394 h 78747"/>
                <a:gd name="csX41" fmla="*/ 110654 w 188108"/>
                <a:gd name="csY41" fmla="*/ 8350 h 78747"/>
                <a:gd name="csX42" fmla="*/ 101938 w 188108"/>
                <a:gd name="csY42" fmla="*/ 3321 h 78747"/>
                <a:gd name="csX43" fmla="*/ 101938 w 188108"/>
                <a:gd name="csY43" fmla="*/ -140 h 78747"/>
                <a:gd name="csX44" fmla="*/ 114231 w 188108"/>
                <a:gd name="csY44" fmla="*/ 196 h 78747"/>
                <a:gd name="csX45" fmla="*/ 125852 w 188108"/>
                <a:gd name="csY45" fmla="*/ -140 h 78747"/>
                <a:gd name="csX46" fmla="*/ 125852 w 188108"/>
                <a:gd name="csY46" fmla="*/ 3321 h 78747"/>
                <a:gd name="csX47" fmla="*/ 118030 w 188108"/>
                <a:gd name="csY47" fmla="*/ 8238 h 78747"/>
                <a:gd name="csX48" fmla="*/ 118030 w 188108"/>
                <a:gd name="csY48" fmla="*/ 49229 h 78747"/>
                <a:gd name="csX49" fmla="*/ 118479 w 188108"/>
                <a:gd name="csY49" fmla="*/ 68666 h 78747"/>
                <a:gd name="csX50" fmla="*/ 112554 w 188108"/>
                <a:gd name="csY50" fmla="*/ 74585 h 78747"/>
                <a:gd name="csX51" fmla="*/ 106633 w 188108"/>
                <a:gd name="csY51" fmla="*/ 68666 h 78747"/>
                <a:gd name="csX52" fmla="*/ 112554 w 188108"/>
                <a:gd name="csY52" fmla="*/ 62744 h 78747"/>
                <a:gd name="csX53" fmla="*/ 118479 w 188108"/>
                <a:gd name="csY53" fmla="*/ 68666 h 78747"/>
                <a:gd name="csX54" fmla="*/ 171679 w 188108"/>
                <a:gd name="csY54" fmla="*/ 6002 h 78747"/>
                <a:gd name="csX55" fmla="*/ 171679 w 188108"/>
                <a:gd name="csY55" fmla="*/ -1370 h 78747"/>
                <a:gd name="csX56" fmla="*/ 188108 w 188108"/>
                <a:gd name="csY56" fmla="*/ -140 h 78747"/>
                <a:gd name="csX57" fmla="*/ 188108 w 188108"/>
                <a:gd name="csY57" fmla="*/ 3321 h 78747"/>
                <a:gd name="csX58" fmla="*/ 179389 w 188108"/>
                <a:gd name="csY58" fmla="*/ 9577 h 78747"/>
                <a:gd name="csX59" fmla="*/ 179389 w 188108"/>
                <a:gd name="csY59" fmla="*/ 77378 h 78747"/>
                <a:gd name="csX60" fmla="*/ 163296 w 188108"/>
                <a:gd name="csY60" fmla="*/ 76147 h 78747"/>
                <a:gd name="csX61" fmla="*/ 163296 w 188108"/>
                <a:gd name="csY61" fmla="*/ 72685 h 78747"/>
                <a:gd name="csX62" fmla="*/ 172012 w 188108"/>
                <a:gd name="csY62" fmla="*/ 66431 h 78747"/>
                <a:gd name="csX63" fmla="*/ 172012 w 188108"/>
                <a:gd name="csY63" fmla="*/ 42305 h 78747"/>
                <a:gd name="csX64" fmla="*/ 157932 w 188108"/>
                <a:gd name="csY64" fmla="*/ 49229 h 78747"/>
                <a:gd name="csX65" fmla="*/ 133012 w 188108"/>
                <a:gd name="csY65" fmla="*/ 23873 h 78747"/>
                <a:gd name="csX66" fmla="*/ 156701 w 188108"/>
                <a:gd name="csY66" fmla="*/ -1370 h 78747"/>
                <a:gd name="csX67" fmla="*/ 171679 w 188108"/>
                <a:gd name="csY67" fmla="*/ 6002 h 78747"/>
                <a:gd name="csX68" fmla="*/ 171679 w 188108"/>
                <a:gd name="csY68" fmla="*/ 35938 h 78747"/>
                <a:gd name="csX69" fmla="*/ 171679 w 188108"/>
                <a:gd name="csY69" fmla="*/ 13038 h 78747"/>
                <a:gd name="csX70" fmla="*/ 170448 w 188108"/>
                <a:gd name="csY70" fmla="*/ 8907 h 78747"/>
                <a:gd name="csX71" fmla="*/ 157262 w 188108"/>
                <a:gd name="csY71" fmla="*/ 1089 h 78747"/>
                <a:gd name="csX72" fmla="*/ 145528 w 188108"/>
                <a:gd name="csY72" fmla="*/ 8238 h 78747"/>
                <a:gd name="csX73" fmla="*/ 142284 w 188108"/>
                <a:gd name="csY73" fmla="*/ 23761 h 78747"/>
                <a:gd name="csX74" fmla="*/ 145752 w 188108"/>
                <a:gd name="csY74" fmla="*/ 39624 h 78747"/>
                <a:gd name="csX75" fmla="*/ 158381 w 188108"/>
                <a:gd name="csY75" fmla="*/ 46772 h 78747"/>
                <a:gd name="csX76" fmla="*/ 170448 w 188108"/>
                <a:gd name="csY76" fmla="*/ 40069 h 78747"/>
                <a:gd name="csX77" fmla="*/ 171679 w 188108"/>
                <a:gd name="csY77" fmla="*/ 35938 h 787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Lst>
              <a:rect l="l" t="t" r="r" b="b"/>
              <a:pathLst>
                <a:path w="188108" h="78747">
                  <a:moveTo>
                    <a:pt x="22800" y="73691"/>
                  </a:moveTo>
                  <a:cubicBezTo>
                    <a:pt x="21793" y="76147"/>
                    <a:pt x="21460" y="76147"/>
                    <a:pt x="18887" y="76147"/>
                  </a:cubicBezTo>
                  <a:lnTo>
                    <a:pt x="0" y="76147"/>
                  </a:lnTo>
                  <a:lnTo>
                    <a:pt x="0" y="72685"/>
                  </a:lnTo>
                  <a:lnTo>
                    <a:pt x="2682" y="72685"/>
                  </a:lnTo>
                  <a:cubicBezTo>
                    <a:pt x="11289" y="72685"/>
                    <a:pt x="11514" y="71456"/>
                    <a:pt x="11514" y="67436"/>
                  </a:cubicBezTo>
                  <a:lnTo>
                    <a:pt x="11514" y="11588"/>
                  </a:lnTo>
                  <a:cubicBezTo>
                    <a:pt x="11514" y="8571"/>
                    <a:pt x="11514" y="3321"/>
                    <a:pt x="0" y="3321"/>
                  </a:cubicBezTo>
                  <a:lnTo>
                    <a:pt x="0" y="-140"/>
                  </a:lnTo>
                  <a:cubicBezTo>
                    <a:pt x="3913" y="-28"/>
                    <a:pt x="9389" y="196"/>
                    <a:pt x="13077" y="196"/>
                  </a:cubicBezTo>
                  <a:cubicBezTo>
                    <a:pt x="16766" y="196"/>
                    <a:pt x="22242" y="-28"/>
                    <a:pt x="26151" y="-140"/>
                  </a:cubicBezTo>
                  <a:lnTo>
                    <a:pt x="26151" y="3321"/>
                  </a:lnTo>
                  <a:cubicBezTo>
                    <a:pt x="14641" y="3321"/>
                    <a:pt x="14641" y="8571"/>
                    <a:pt x="14641" y="11588"/>
                  </a:cubicBezTo>
                  <a:lnTo>
                    <a:pt x="14641" y="71792"/>
                  </a:lnTo>
                  <a:lnTo>
                    <a:pt x="14753" y="71792"/>
                  </a:lnTo>
                  <a:lnTo>
                    <a:pt x="41686" y="2316"/>
                  </a:lnTo>
                  <a:cubicBezTo>
                    <a:pt x="42244" y="865"/>
                    <a:pt x="42805" y="-140"/>
                    <a:pt x="43923" y="-140"/>
                  </a:cubicBezTo>
                  <a:cubicBezTo>
                    <a:pt x="45151" y="-140"/>
                    <a:pt x="45487" y="753"/>
                    <a:pt x="45932" y="1983"/>
                  </a:cubicBezTo>
                  <a:lnTo>
                    <a:pt x="73426" y="72685"/>
                  </a:lnTo>
                  <a:lnTo>
                    <a:pt x="73539" y="72685"/>
                  </a:lnTo>
                  <a:lnTo>
                    <a:pt x="73539" y="8571"/>
                  </a:lnTo>
                  <a:cubicBezTo>
                    <a:pt x="73539" y="4552"/>
                    <a:pt x="73314" y="3321"/>
                    <a:pt x="64711" y="3321"/>
                  </a:cubicBezTo>
                  <a:lnTo>
                    <a:pt x="62028" y="3321"/>
                  </a:lnTo>
                  <a:lnTo>
                    <a:pt x="62028" y="-140"/>
                  </a:lnTo>
                  <a:cubicBezTo>
                    <a:pt x="66162" y="196"/>
                    <a:pt x="73763" y="196"/>
                    <a:pt x="78121" y="196"/>
                  </a:cubicBezTo>
                  <a:cubicBezTo>
                    <a:pt x="82479" y="196"/>
                    <a:pt x="89968" y="196"/>
                    <a:pt x="94101" y="-140"/>
                  </a:cubicBezTo>
                  <a:lnTo>
                    <a:pt x="94101" y="3321"/>
                  </a:lnTo>
                  <a:lnTo>
                    <a:pt x="91419" y="3321"/>
                  </a:lnTo>
                  <a:cubicBezTo>
                    <a:pt x="82812" y="3321"/>
                    <a:pt x="82591" y="4552"/>
                    <a:pt x="82591" y="8571"/>
                  </a:cubicBezTo>
                  <a:lnTo>
                    <a:pt x="82591" y="67436"/>
                  </a:lnTo>
                  <a:cubicBezTo>
                    <a:pt x="82591" y="71456"/>
                    <a:pt x="82812" y="72685"/>
                    <a:pt x="91419" y="72685"/>
                  </a:cubicBezTo>
                  <a:lnTo>
                    <a:pt x="94101" y="72685"/>
                  </a:lnTo>
                  <a:lnTo>
                    <a:pt x="94101" y="76147"/>
                  </a:lnTo>
                  <a:lnTo>
                    <a:pt x="75215" y="76147"/>
                  </a:lnTo>
                  <a:cubicBezTo>
                    <a:pt x="72308" y="76147"/>
                    <a:pt x="72308" y="76036"/>
                    <a:pt x="71526" y="74028"/>
                  </a:cubicBezTo>
                  <a:lnTo>
                    <a:pt x="47051" y="11139"/>
                  </a:lnTo>
                  <a:lnTo>
                    <a:pt x="22800" y="73691"/>
                  </a:lnTo>
                  <a:close/>
                  <a:moveTo>
                    <a:pt x="118030" y="49229"/>
                  </a:moveTo>
                  <a:lnTo>
                    <a:pt x="102383" y="48003"/>
                  </a:lnTo>
                  <a:lnTo>
                    <a:pt x="102383" y="44537"/>
                  </a:lnTo>
                  <a:cubicBezTo>
                    <a:pt x="109647" y="44537"/>
                    <a:pt x="110654" y="43868"/>
                    <a:pt x="110654" y="38394"/>
                  </a:cubicBezTo>
                  <a:lnTo>
                    <a:pt x="110654" y="8350"/>
                  </a:lnTo>
                  <a:cubicBezTo>
                    <a:pt x="110654" y="3321"/>
                    <a:pt x="109427" y="3321"/>
                    <a:pt x="101938" y="3321"/>
                  </a:cubicBezTo>
                  <a:lnTo>
                    <a:pt x="101938" y="-140"/>
                  </a:lnTo>
                  <a:cubicBezTo>
                    <a:pt x="105515" y="-28"/>
                    <a:pt x="111548" y="196"/>
                    <a:pt x="114231" y="196"/>
                  </a:cubicBezTo>
                  <a:cubicBezTo>
                    <a:pt x="118143" y="196"/>
                    <a:pt x="122056" y="-28"/>
                    <a:pt x="125852" y="-140"/>
                  </a:cubicBezTo>
                  <a:lnTo>
                    <a:pt x="125852" y="3321"/>
                  </a:lnTo>
                  <a:cubicBezTo>
                    <a:pt x="118479" y="3321"/>
                    <a:pt x="118030" y="3882"/>
                    <a:pt x="118030" y="8238"/>
                  </a:cubicBezTo>
                  <a:lnTo>
                    <a:pt x="118030" y="49229"/>
                  </a:lnTo>
                  <a:close/>
                  <a:moveTo>
                    <a:pt x="118479" y="68666"/>
                  </a:moveTo>
                  <a:cubicBezTo>
                    <a:pt x="118479" y="72241"/>
                    <a:pt x="115686" y="74585"/>
                    <a:pt x="112554" y="74585"/>
                  </a:cubicBezTo>
                  <a:cubicBezTo>
                    <a:pt x="109090" y="74585"/>
                    <a:pt x="106633" y="71568"/>
                    <a:pt x="106633" y="68666"/>
                  </a:cubicBezTo>
                  <a:cubicBezTo>
                    <a:pt x="106633" y="65649"/>
                    <a:pt x="109090" y="62744"/>
                    <a:pt x="112554" y="62744"/>
                  </a:cubicBezTo>
                  <a:cubicBezTo>
                    <a:pt x="115686" y="62744"/>
                    <a:pt x="118479" y="65092"/>
                    <a:pt x="118479" y="68666"/>
                  </a:cubicBezTo>
                  <a:close/>
                  <a:moveTo>
                    <a:pt x="171679" y="6002"/>
                  </a:moveTo>
                  <a:lnTo>
                    <a:pt x="171679" y="-1370"/>
                  </a:lnTo>
                  <a:lnTo>
                    <a:pt x="188108" y="-140"/>
                  </a:lnTo>
                  <a:lnTo>
                    <a:pt x="188108" y="3321"/>
                  </a:lnTo>
                  <a:cubicBezTo>
                    <a:pt x="180283" y="3321"/>
                    <a:pt x="179389" y="4103"/>
                    <a:pt x="179389" y="9577"/>
                  </a:cubicBezTo>
                  <a:lnTo>
                    <a:pt x="179389" y="77378"/>
                  </a:lnTo>
                  <a:lnTo>
                    <a:pt x="163296" y="76147"/>
                  </a:lnTo>
                  <a:lnTo>
                    <a:pt x="163296" y="72685"/>
                  </a:lnTo>
                  <a:cubicBezTo>
                    <a:pt x="171118" y="72685"/>
                    <a:pt x="172012" y="71904"/>
                    <a:pt x="172012" y="66431"/>
                  </a:cubicBezTo>
                  <a:lnTo>
                    <a:pt x="172012" y="42305"/>
                  </a:lnTo>
                  <a:cubicBezTo>
                    <a:pt x="168773" y="46324"/>
                    <a:pt x="163966" y="49229"/>
                    <a:pt x="157932" y="49229"/>
                  </a:cubicBezTo>
                  <a:cubicBezTo>
                    <a:pt x="144746" y="49229"/>
                    <a:pt x="133012" y="38282"/>
                    <a:pt x="133012" y="23873"/>
                  </a:cubicBezTo>
                  <a:cubicBezTo>
                    <a:pt x="133012" y="9689"/>
                    <a:pt x="143964" y="-1370"/>
                    <a:pt x="156701" y="-1370"/>
                  </a:cubicBezTo>
                  <a:cubicBezTo>
                    <a:pt x="163857" y="-1370"/>
                    <a:pt x="168885" y="2428"/>
                    <a:pt x="171679" y="6002"/>
                  </a:cubicBezTo>
                  <a:close/>
                  <a:moveTo>
                    <a:pt x="171679" y="35938"/>
                  </a:moveTo>
                  <a:lnTo>
                    <a:pt x="171679" y="13038"/>
                  </a:lnTo>
                  <a:cubicBezTo>
                    <a:pt x="171679" y="11030"/>
                    <a:pt x="171679" y="10806"/>
                    <a:pt x="170448" y="8907"/>
                  </a:cubicBezTo>
                  <a:cubicBezTo>
                    <a:pt x="167097" y="3546"/>
                    <a:pt x="162069" y="1089"/>
                    <a:pt x="157262" y="1089"/>
                  </a:cubicBezTo>
                  <a:cubicBezTo>
                    <a:pt x="152231" y="1089"/>
                    <a:pt x="148209" y="3991"/>
                    <a:pt x="145528" y="8238"/>
                  </a:cubicBezTo>
                  <a:cubicBezTo>
                    <a:pt x="142621" y="12818"/>
                    <a:pt x="142284" y="19185"/>
                    <a:pt x="142284" y="23761"/>
                  </a:cubicBezTo>
                  <a:cubicBezTo>
                    <a:pt x="142284" y="27896"/>
                    <a:pt x="142509" y="34596"/>
                    <a:pt x="145752" y="39624"/>
                  </a:cubicBezTo>
                  <a:cubicBezTo>
                    <a:pt x="148097" y="43086"/>
                    <a:pt x="152343" y="46772"/>
                    <a:pt x="158381" y="46772"/>
                  </a:cubicBezTo>
                  <a:cubicBezTo>
                    <a:pt x="162289" y="46772"/>
                    <a:pt x="166984" y="45097"/>
                    <a:pt x="170448" y="40069"/>
                  </a:cubicBezTo>
                  <a:cubicBezTo>
                    <a:pt x="171679" y="38170"/>
                    <a:pt x="171679" y="37949"/>
                    <a:pt x="171679" y="35938"/>
                  </a:cubicBezTo>
                  <a:close/>
                </a:path>
              </a:pathLst>
            </a:custGeom>
            <a:solidFill>
              <a:srgbClr val="000000"/>
            </a:solidFill>
            <a:ln w="25400" cap="flat">
              <a:noFill/>
              <a:prstDash val="solid"/>
              <a:miter/>
            </a:ln>
          </p:spPr>
          <p:txBody>
            <a:bodyPr/>
            <a:lstStyle/>
            <a:p>
              <a:endParaRPr lang="en-GB"/>
            </a:p>
          </p:txBody>
        </p:sp>
        <p:sp>
          <p:nvSpPr>
            <p:cNvPr id="2700" name="Freeform: Shape 2699">
              <a:extLst>
                <a:ext uri="{FF2B5EF4-FFF2-40B4-BE49-F238E27FC236}">
                  <a16:creationId xmlns:a16="http://schemas.microsoft.com/office/drawing/2014/main" id="{91F6E696-0665-A59A-64BD-11EDFBEB0262}"/>
                </a:ext>
              </a:extLst>
            </p:cNvPr>
            <p:cNvSpPr/>
            <p:nvPr>
              <p:custDataLst>
                <p:tags r:id="rId19"/>
              </p:custDataLst>
            </p:nvPr>
          </p:nvSpPr>
          <p:spPr>
            <a:xfrm flipV="1">
              <a:off x="9792196" y="-2910642"/>
              <a:ext cx="67952" cy="75954"/>
            </a:xfrm>
            <a:custGeom>
              <a:avLst/>
              <a:gdLst>
                <a:gd name="csX0" fmla="*/ 19556 w 67952"/>
                <a:gd name="csY0" fmla="*/ 21529 h 75954"/>
                <a:gd name="csX1" fmla="*/ 31178 w 67952"/>
                <a:gd name="csY1" fmla="*/ 11252 h 75954"/>
                <a:gd name="csX2" fmla="*/ 18550 w 67952"/>
                <a:gd name="csY2" fmla="*/ 1090 h 75954"/>
                <a:gd name="csX3" fmla="*/ 3018 w 67952"/>
                <a:gd name="csY3" fmla="*/ 16949 h 75954"/>
                <a:gd name="csX4" fmla="*/ 1451 w 67952"/>
                <a:gd name="csY4" fmla="*/ 18848 h 75954"/>
                <a:gd name="csX5" fmla="*/ 0 w 67952"/>
                <a:gd name="csY5" fmla="*/ 16056 h 75954"/>
                <a:gd name="csX6" fmla="*/ 0 w 67952"/>
                <a:gd name="csY6" fmla="*/ 1311 h 75954"/>
                <a:gd name="csX7" fmla="*/ 1230 w 67952"/>
                <a:gd name="csY7" fmla="*/ -1370 h 75954"/>
                <a:gd name="csX8" fmla="*/ 4021 w 67952"/>
                <a:gd name="csY8" fmla="*/ 865 h 75954"/>
                <a:gd name="csX9" fmla="*/ 6258 w 67952"/>
                <a:gd name="csY9" fmla="*/ 3434 h 75954"/>
                <a:gd name="csX10" fmla="*/ 18550 w 67952"/>
                <a:gd name="csY10" fmla="*/ -1370 h 75954"/>
                <a:gd name="csX11" fmla="*/ 36542 w 67952"/>
                <a:gd name="csY11" fmla="*/ 14156 h 75954"/>
                <a:gd name="csX12" fmla="*/ 31852 w 67952"/>
                <a:gd name="csY12" fmla="*/ 24767 h 75954"/>
                <a:gd name="csX13" fmla="*/ 19111 w 67952"/>
                <a:gd name="csY13" fmla="*/ 30129 h 75954"/>
                <a:gd name="csX14" fmla="*/ 5364 w 67952"/>
                <a:gd name="csY14" fmla="*/ 39288 h 75954"/>
                <a:gd name="csX15" fmla="*/ 17880 w 67952"/>
                <a:gd name="csY15" fmla="*/ 47778 h 75954"/>
                <a:gd name="csX16" fmla="*/ 30957 w 67952"/>
                <a:gd name="csY16" fmla="*/ 34263 h 75954"/>
                <a:gd name="csX17" fmla="*/ 32297 w 67952"/>
                <a:gd name="csY17" fmla="*/ 33258 h 75954"/>
                <a:gd name="csX18" fmla="*/ 33749 w 67952"/>
                <a:gd name="csY18" fmla="*/ 35938 h 75954"/>
                <a:gd name="csX19" fmla="*/ 33749 w 67952"/>
                <a:gd name="csY19" fmla="*/ 47218 h 75954"/>
                <a:gd name="csX20" fmla="*/ 32521 w 67952"/>
                <a:gd name="csY20" fmla="*/ 49898 h 75954"/>
                <a:gd name="csX21" fmla="*/ 30284 w 67952"/>
                <a:gd name="csY21" fmla="*/ 48560 h 75954"/>
                <a:gd name="csX22" fmla="*/ 28385 w 67952"/>
                <a:gd name="csY22" fmla="*/ 46772 h 75954"/>
                <a:gd name="csX23" fmla="*/ 17880 w 67952"/>
                <a:gd name="csY23" fmla="*/ 49898 h 75954"/>
                <a:gd name="csX24" fmla="*/ 0 w 67952"/>
                <a:gd name="csY24" fmla="*/ 36162 h 75954"/>
                <a:gd name="csX25" fmla="*/ 4806 w 67952"/>
                <a:gd name="csY25" fmla="*/ 26666 h 75954"/>
                <a:gd name="csX26" fmla="*/ 19556 w 67952"/>
                <a:gd name="csY26" fmla="*/ 21529 h 75954"/>
                <a:gd name="csX27" fmla="*/ 60131 w 67952"/>
                <a:gd name="csY27" fmla="*/ 49229 h 75954"/>
                <a:gd name="csX28" fmla="*/ 44483 w 67952"/>
                <a:gd name="csY28" fmla="*/ 48003 h 75954"/>
                <a:gd name="csX29" fmla="*/ 44483 w 67952"/>
                <a:gd name="csY29" fmla="*/ 44537 h 75954"/>
                <a:gd name="csX30" fmla="*/ 52754 w 67952"/>
                <a:gd name="csY30" fmla="*/ 38395 h 75954"/>
                <a:gd name="csX31" fmla="*/ 52754 w 67952"/>
                <a:gd name="csY31" fmla="*/ 8350 h 75954"/>
                <a:gd name="csX32" fmla="*/ 44038 w 67952"/>
                <a:gd name="csY32" fmla="*/ 3321 h 75954"/>
                <a:gd name="csX33" fmla="*/ 44038 w 67952"/>
                <a:gd name="csY33" fmla="*/ -140 h 75954"/>
                <a:gd name="csX34" fmla="*/ 56330 w 67952"/>
                <a:gd name="csY34" fmla="*/ 196 h 75954"/>
                <a:gd name="csX35" fmla="*/ 67953 w 67952"/>
                <a:gd name="csY35" fmla="*/ -140 h 75954"/>
                <a:gd name="csX36" fmla="*/ 67953 w 67952"/>
                <a:gd name="csY36" fmla="*/ 3321 h 75954"/>
                <a:gd name="csX37" fmla="*/ 60131 w 67952"/>
                <a:gd name="csY37" fmla="*/ 8238 h 75954"/>
                <a:gd name="csX38" fmla="*/ 60131 w 67952"/>
                <a:gd name="csY38" fmla="*/ 49229 h 75954"/>
                <a:gd name="csX39" fmla="*/ 60579 w 67952"/>
                <a:gd name="csY39" fmla="*/ 68666 h 75954"/>
                <a:gd name="csX40" fmla="*/ 54653 w 67952"/>
                <a:gd name="csY40" fmla="*/ 74585 h 75954"/>
                <a:gd name="csX41" fmla="*/ 48732 w 67952"/>
                <a:gd name="csY41" fmla="*/ 68666 h 75954"/>
                <a:gd name="csX42" fmla="*/ 54653 w 67952"/>
                <a:gd name="csY42" fmla="*/ 62744 h 75954"/>
                <a:gd name="csX43" fmla="*/ 60579 w 67952"/>
                <a:gd name="csY43" fmla="*/ 68666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6" y="21529"/>
                  </a:moveTo>
                  <a:cubicBezTo>
                    <a:pt x="22013" y="21081"/>
                    <a:pt x="31178" y="19293"/>
                    <a:pt x="31178" y="11252"/>
                  </a:cubicBezTo>
                  <a:cubicBezTo>
                    <a:pt x="31178" y="5557"/>
                    <a:pt x="27270" y="1090"/>
                    <a:pt x="18550" y="1090"/>
                  </a:cubicBezTo>
                  <a:cubicBezTo>
                    <a:pt x="9164" y="1090"/>
                    <a:pt x="5140" y="7457"/>
                    <a:pt x="3018" y="16949"/>
                  </a:cubicBezTo>
                  <a:cubicBezTo>
                    <a:pt x="2682" y="18400"/>
                    <a:pt x="2569" y="18848"/>
                    <a:pt x="1451" y="18848"/>
                  </a:cubicBezTo>
                  <a:cubicBezTo>
                    <a:pt x="0" y="18848"/>
                    <a:pt x="0" y="18067"/>
                    <a:pt x="0" y="16056"/>
                  </a:cubicBezTo>
                  <a:lnTo>
                    <a:pt x="0" y="1311"/>
                  </a:lnTo>
                  <a:cubicBezTo>
                    <a:pt x="0" y="-588"/>
                    <a:pt x="0" y="-1370"/>
                    <a:pt x="1230" y="-1370"/>
                  </a:cubicBezTo>
                  <a:cubicBezTo>
                    <a:pt x="1787" y="-1370"/>
                    <a:pt x="1900" y="-1258"/>
                    <a:pt x="4021" y="865"/>
                  </a:cubicBezTo>
                  <a:cubicBezTo>
                    <a:pt x="4246" y="1090"/>
                    <a:pt x="4246" y="1311"/>
                    <a:pt x="6258" y="3434"/>
                  </a:cubicBezTo>
                  <a:cubicBezTo>
                    <a:pt x="11173" y="-1258"/>
                    <a:pt x="16204" y="-1370"/>
                    <a:pt x="18550" y="-1370"/>
                  </a:cubicBezTo>
                  <a:cubicBezTo>
                    <a:pt x="31403" y="-1370"/>
                    <a:pt x="36542" y="6115"/>
                    <a:pt x="36542" y="14156"/>
                  </a:cubicBezTo>
                  <a:cubicBezTo>
                    <a:pt x="36542" y="20078"/>
                    <a:pt x="33191" y="23428"/>
                    <a:pt x="31852" y="24767"/>
                  </a:cubicBezTo>
                  <a:cubicBezTo>
                    <a:pt x="28164" y="28341"/>
                    <a:pt x="23802" y="29235"/>
                    <a:pt x="19111" y="30129"/>
                  </a:cubicBezTo>
                  <a:cubicBezTo>
                    <a:pt x="12853" y="31358"/>
                    <a:pt x="5364" y="32809"/>
                    <a:pt x="5364" y="39288"/>
                  </a:cubicBezTo>
                  <a:cubicBezTo>
                    <a:pt x="5364" y="43199"/>
                    <a:pt x="8270" y="47778"/>
                    <a:pt x="17880" y="47778"/>
                  </a:cubicBezTo>
                  <a:cubicBezTo>
                    <a:pt x="30172" y="47778"/>
                    <a:pt x="30733" y="37725"/>
                    <a:pt x="30957" y="34263"/>
                  </a:cubicBezTo>
                  <a:cubicBezTo>
                    <a:pt x="31066" y="33258"/>
                    <a:pt x="32072" y="33258"/>
                    <a:pt x="32297" y="33258"/>
                  </a:cubicBezTo>
                  <a:cubicBezTo>
                    <a:pt x="33749" y="33258"/>
                    <a:pt x="33749" y="33815"/>
                    <a:pt x="33749" y="35938"/>
                  </a:cubicBezTo>
                  <a:lnTo>
                    <a:pt x="33749" y="47218"/>
                  </a:lnTo>
                  <a:cubicBezTo>
                    <a:pt x="33749" y="49117"/>
                    <a:pt x="33749" y="49898"/>
                    <a:pt x="32521" y="49898"/>
                  </a:cubicBezTo>
                  <a:cubicBezTo>
                    <a:pt x="31960" y="49898"/>
                    <a:pt x="31739" y="49898"/>
                    <a:pt x="30284" y="48560"/>
                  </a:cubicBezTo>
                  <a:cubicBezTo>
                    <a:pt x="29951" y="48111"/>
                    <a:pt x="28834" y="47109"/>
                    <a:pt x="28385" y="46772"/>
                  </a:cubicBezTo>
                  <a:cubicBezTo>
                    <a:pt x="24138" y="49898"/>
                    <a:pt x="19556" y="49898"/>
                    <a:pt x="17880" y="49898"/>
                  </a:cubicBezTo>
                  <a:cubicBezTo>
                    <a:pt x="4246" y="49898"/>
                    <a:pt x="0" y="42417"/>
                    <a:pt x="0" y="36162"/>
                  </a:cubicBezTo>
                  <a:cubicBezTo>
                    <a:pt x="0" y="32252"/>
                    <a:pt x="1787" y="29123"/>
                    <a:pt x="4806" y="26666"/>
                  </a:cubicBezTo>
                  <a:cubicBezTo>
                    <a:pt x="8382" y="23762"/>
                    <a:pt x="11510" y="23092"/>
                    <a:pt x="19556" y="21529"/>
                  </a:cubicBezTo>
                  <a:close/>
                  <a:moveTo>
                    <a:pt x="60131" y="49229"/>
                  </a:moveTo>
                  <a:lnTo>
                    <a:pt x="44483" y="48003"/>
                  </a:lnTo>
                  <a:lnTo>
                    <a:pt x="44483" y="44537"/>
                  </a:lnTo>
                  <a:cubicBezTo>
                    <a:pt x="51748" y="44537"/>
                    <a:pt x="52754" y="43868"/>
                    <a:pt x="52754" y="38395"/>
                  </a:cubicBezTo>
                  <a:lnTo>
                    <a:pt x="52754" y="8350"/>
                  </a:lnTo>
                  <a:cubicBezTo>
                    <a:pt x="52754" y="3321"/>
                    <a:pt x="51527" y="3321"/>
                    <a:pt x="44038" y="3321"/>
                  </a:cubicBezTo>
                  <a:lnTo>
                    <a:pt x="44038" y="-140"/>
                  </a:lnTo>
                  <a:cubicBezTo>
                    <a:pt x="47613" y="-28"/>
                    <a:pt x="53647" y="196"/>
                    <a:pt x="56330" y="196"/>
                  </a:cubicBezTo>
                  <a:cubicBezTo>
                    <a:pt x="60243" y="196"/>
                    <a:pt x="64155" y="-28"/>
                    <a:pt x="67953" y="-140"/>
                  </a:cubicBezTo>
                  <a:lnTo>
                    <a:pt x="67953" y="3321"/>
                  </a:lnTo>
                  <a:cubicBezTo>
                    <a:pt x="60579" y="3321"/>
                    <a:pt x="60131" y="3883"/>
                    <a:pt x="60131" y="8238"/>
                  </a:cubicBezTo>
                  <a:lnTo>
                    <a:pt x="60131" y="49229"/>
                  </a:lnTo>
                  <a:close/>
                  <a:moveTo>
                    <a:pt x="60579" y="68666"/>
                  </a:moveTo>
                  <a:cubicBezTo>
                    <a:pt x="60579" y="72241"/>
                    <a:pt x="57785" y="74585"/>
                    <a:pt x="54653" y="74585"/>
                  </a:cubicBezTo>
                  <a:cubicBezTo>
                    <a:pt x="51190" y="74585"/>
                    <a:pt x="48732" y="71568"/>
                    <a:pt x="48732" y="68666"/>
                  </a:cubicBezTo>
                  <a:cubicBezTo>
                    <a:pt x="48732" y="65649"/>
                    <a:pt x="51190" y="62744"/>
                    <a:pt x="54653" y="62744"/>
                  </a:cubicBezTo>
                  <a:cubicBezTo>
                    <a:pt x="57785" y="62744"/>
                    <a:pt x="60579" y="65092"/>
                    <a:pt x="60579" y="68666"/>
                  </a:cubicBezTo>
                  <a:close/>
                </a:path>
              </a:pathLst>
            </a:custGeom>
            <a:solidFill>
              <a:srgbClr val="000000"/>
            </a:solidFill>
            <a:ln w="25400" cap="flat">
              <a:noFill/>
              <a:prstDash val="solid"/>
              <a:miter/>
            </a:ln>
          </p:spPr>
          <p:txBody>
            <a:bodyPr/>
            <a:lstStyle/>
            <a:p>
              <a:endParaRPr lang="en-GB"/>
            </a:p>
          </p:txBody>
        </p:sp>
        <p:sp>
          <p:nvSpPr>
            <p:cNvPr id="2701" name="Freeform: Shape 2700">
              <a:extLst>
                <a:ext uri="{FF2B5EF4-FFF2-40B4-BE49-F238E27FC236}">
                  <a16:creationId xmlns:a16="http://schemas.microsoft.com/office/drawing/2014/main" id="{7E1BF357-2E9C-9D02-1C3D-9F1A7DD82879}"/>
                </a:ext>
              </a:extLst>
            </p:cNvPr>
            <p:cNvSpPr/>
            <p:nvPr>
              <p:custDataLst>
                <p:tags r:id="rId20"/>
              </p:custDataLst>
            </p:nvPr>
          </p:nvSpPr>
          <p:spPr>
            <a:xfrm flipV="1">
              <a:off x="9904453" y="-2885286"/>
              <a:ext cx="55657" cy="50599"/>
            </a:xfrm>
            <a:custGeom>
              <a:avLst/>
              <a:gdLst>
                <a:gd name="csX0" fmla="*/ 34089 w 55657"/>
                <a:gd name="csY0" fmla="*/ 33596 h 50599"/>
                <a:gd name="csX1" fmla="*/ 45150 w 55657"/>
                <a:gd name="csY1" fmla="*/ 46775 h 50599"/>
                <a:gd name="csX2" fmla="*/ 50739 w 55657"/>
                <a:gd name="csY2" fmla="*/ 45321 h 50599"/>
                <a:gd name="csX3" fmla="*/ 45375 w 55657"/>
                <a:gd name="csY3" fmla="*/ 39290 h 50599"/>
                <a:gd name="csX4" fmla="*/ 49620 w 55657"/>
                <a:gd name="csY4" fmla="*/ 35383 h 50599"/>
                <a:gd name="csX5" fmla="*/ 55658 w 55657"/>
                <a:gd name="csY5" fmla="*/ 41859 h 50599"/>
                <a:gd name="csX6" fmla="*/ 45262 w 55657"/>
                <a:gd name="csY6" fmla="*/ 49232 h 50599"/>
                <a:gd name="csX7" fmla="*/ 33528 w 55657"/>
                <a:gd name="csY7" fmla="*/ 40744 h 50599"/>
                <a:gd name="csX8" fmla="*/ 21460 w 55657"/>
                <a:gd name="csY8" fmla="*/ 49232 h 50599"/>
                <a:gd name="csX9" fmla="*/ 3467 w 55657"/>
                <a:gd name="csY9" fmla="*/ 32029 h 50599"/>
                <a:gd name="csX10" fmla="*/ 4807 w 55657"/>
                <a:gd name="csY10" fmla="*/ 30915 h 50599"/>
                <a:gd name="csX11" fmla="*/ 6258 w 55657"/>
                <a:gd name="csY11" fmla="*/ 32142 h 50599"/>
                <a:gd name="csX12" fmla="*/ 21236 w 55657"/>
                <a:gd name="csY12" fmla="*/ 46775 h 50599"/>
                <a:gd name="csX13" fmla="*/ 27270 w 55657"/>
                <a:gd name="csY13" fmla="*/ 39290 h 50599"/>
                <a:gd name="csX14" fmla="*/ 21236 w 55657"/>
                <a:gd name="csY14" fmla="*/ 12708 h 50599"/>
                <a:gd name="csX15" fmla="*/ 10619 w 55657"/>
                <a:gd name="csY15" fmla="*/ 1092 h 50599"/>
                <a:gd name="csX16" fmla="*/ 5031 w 55657"/>
                <a:gd name="csY16" fmla="*/ 2543 h 50599"/>
                <a:gd name="csX17" fmla="*/ 10283 w 55657"/>
                <a:gd name="csY17" fmla="*/ 8573 h 50599"/>
                <a:gd name="csX18" fmla="*/ 6150 w 55657"/>
                <a:gd name="csY18" fmla="*/ 12484 h 50599"/>
                <a:gd name="csX19" fmla="*/ 0 w 55657"/>
                <a:gd name="csY19" fmla="*/ 6005 h 50599"/>
                <a:gd name="csX20" fmla="*/ 10507 w 55657"/>
                <a:gd name="csY20" fmla="*/ -1368 h 50599"/>
                <a:gd name="csX21" fmla="*/ 22242 w 55657"/>
                <a:gd name="csY21" fmla="*/ 7123 h 50599"/>
                <a:gd name="csX22" fmla="*/ 34310 w 55657"/>
                <a:gd name="csY22" fmla="*/ -1368 h 50599"/>
                <a:gd name="csX23" fmla="*/ 52190 w 55657"/>
                <a:gd name="csY23" fmla="*/ 15834 h 50599"/>
                <a:gd name="csX24" fmla="*/ 50851 w 55657"/>
                <a:gd name="csY24" fmla="*/ 16951 h 50599"/>
                <a:gd name="csX25" fmla="*/ 49399 w 55657"/>
                <a:gd name="csY25" fmla="*/ 15722 h 50599"/>
                <a:gd name="csX26" fmla="*/ 34534 w 55657"/>
                <a:gd name="csY26" fmla="*/ 1092 h 50599"/>
                <a:gd name="csX27" fmla="*/ 28388 w 55657"/>
                <a:gd name="csY27" fmla="*/ 8461 h 50599"/>
                <a:gd name="csX28" fmla="*/ 30288 w 55657"/>
                <a:gd name="csY28" fmla="*/ 18294 h 50599"/>
                <a:gd name="csX29" fmla="*/ 34089 w 55657"/>
                <a:gd name="csY29" fmla="*/ 33596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596"/>
                  </a:moveTo>
                  <a:cubicBezTo>
                    <a:pt x="34758" y="36498"/>
                    <a:pt x="37328" y="46775"/>
                    <a:pt x="45150" y="46775"/>
                  </a:cubicBezTo>
                  <a:cubicBezTo>
                    <a:pt x="45711" y="46775"/>
                    <a:pt x="48393" y="46775"/>
                    <a:pt x="50739" y="45321"/>
                  </a:cubicBezTo>
                  <a:cubicBezTo>
                    <a:pt x="47612" y="44764"/>
                    <a:pt x="45375" y="41971"/>
                    <a:pt x="45375" y="39290"/>
                  </a:cubicBezTo>
                  <a:cubicBezTo>
                    <a:pt x="45375" y="37503"/>
                    <a:pt x="46605" y="35383"/>
                    <a:pt x="49620" y="35383"/>
                  </a:cubicBezTo>
                  <a:cubicBezTo>
                    <a:pt x="52082" y="35383"/>
                    <a:pt x="55658" y="37391"/>
                    <a:pt x="55658" y="41859"/>
                  </a:cubicBezTo>
                  <a:cubicBezTo>
                    <a:pt x="55658" y="47669"/>
                    <a:pt x="49063" y="49232"/>
                    <a:pt x="45262" y="49232"/>
                  </a:cubicBezTo>
                  <a:cubicBezTo>
                    <a:pt x="38780" y="49232"/>
                    <a:pt x="34870" y="43313"/>
                    <a:pt x="33528" y="40744"/>
                  </a:cubicBezTo>
                  <a:cubicBezTo>
                    <a:pt x="30733" y="48113"/>
                    <a:pt x="24700" y="49232"/>
                    <a:pt x="21460" y="49232"/>
                  </a:cubicBezTo>
                  <a:cubicBezTo>
                    <a:pt x="9834" y="49232"/>
                    <a:pt x="3467" y="34822"/>
                    <a:pt x="3467" y="32029"/>
                  </a:cubicBezTo>
                  <a:cubicBezTo>
                    <a:pt x="3467" y="30915"/>
                    <a:pt x="4582" y="30915"/>
                    <a:pt x="4807" y="30915"/>
                  </a:cubicBezTo>
                  <a:cubicBezTo>
                    <a:pt x="5701" y="30915"/>
                    <a:pt x="6037" y="31136"/>
                    <a:pt x="6258" y="32142"/>
                  </a:cubicBezTo>
                  <a:cubicBezTo>
                    <a:pt x="10059" y="43982"/>
                    <a:pt x="17435" y="46775"/>
                    <a:pt x="21236" y="46775"/>
                  </a:cubicBezTo>
                  <a:cubicBezTo>
                    <a:pt x="23357" y="46775"/>
                    <a:pt x="27270" y="45769"/>
                    <a:pt x="27270" y="39290"/>
                  </a:cubicBezTo>
                  <a:cubicBezTo>
                    <a:pt x="27270" y="35828"/>
                    <a:pt x="25369" y="28343"/>
                    <a:pt x="21236" y="12708"/>
                  </a:cubicBezTo>
                  <a:cubicBezTo>
                    <a:pt x="19448" y="5781"/>
                    <a:pt x="15535" y="1092"/>
                    <a:pt x="10619" y="1092"/>
                  </a:cubicBezTo>
                  <a:cubicBezTo>
                    <a:pt x="9946" y="1092"/>
                    <a:pt x="7377" y="1092"/>
                    <a:pt x="5031" y="2543"/>
                  </a:cubicBezTo>
                  <a:cubicBezTo>
                    <a:pt x="7825" y="3100"/>
                    <a:pt x="10283" y="5447"/>
                    <a:pt x="10283" y="8573"/>
                  </a:cubicBezTo>
                  <a:cubicBezTo>
                    <a:pt x="10283" y="11591"/>
                    <a:pt x="7825" y="12484"/>
                    <a:pt x="6150" y="12484"/>
                  </a:cubicBezTo>
                  <a:cubicBezTo>
                    <a:pt x="2794" y="12484"/>
                    <a:pt x="0" y="9579"/>
                    <a:pt x="0" y="6005"/>
                  </a:cubicBezTo>
                  <a:cubicBezTo>
                    <a:pt x="0" y="867"/>
                    <a:pt x="5588" y="-1368"/>
                    <a:pt x="10507" y="-1368"/>
                  </a:cubicBezTo>
                  <a:cubicBezTo>
                    <a:pt x="17884" y="-1368"/>
                    <a:pt x="21905" y="6454"/>
                    <a:pt x="22242" y="7123"/>
                  </a:cubicBezTo>
                  <a:cubicBezTo>
                    <a:pt x="23581" y="2991"/>
                    <a:pt x="27606" y="-1368"/>
                    <a:pt x="34310" y="-1368"/>
                  </a:cubicBezTo>
                  <a:cubicBezTo>
                    <a:pt x="45823" y="-1368"/>
                    <a:pt x="52190" y="13041"/>
                    <a:pt x="52190" y="15834"/>
                  </a:cubicBezTo>
                  <a:cubicBezTo>
                    <a:pt x="52190" y="16951"/>
                    <a:pt x="51188" y="16951"/>
                    <a:pt x="50851" y="16951"/>
                  </a:cubicBezTo>
                  <a:cubicBezTo>
                    <a:pt x="49845" y="16951"/>
                    <a:pt x="49620" y="16507"/>
                    <a:pt x="49399" y="15722"/>
                  </a:cubicBezTo>
                  <a:cubicBezTo>
                    <a:pt x="45711" y="3773"/>
                    <a:pt x="38110" y="1092"/>
                    <a:pt x="34534" y="1092"/>
                  </a:cubicBezTo>
                  <a:cubicBezTo>
                    <a:pt x="30176" y="1092"/>
                    <a:pt x="28388" y="4666"/>
                    <a:pt x="28388" y="8461"/>
                  </a:cubicBezTo>
                  <a:cubicBezTo>
                    <a:pt x="28388" y="10921"/>
                    <a:pt x="29058" y="13378"/>
                    <a:pt x="30288" y="18294"/>
                  </a:cubicBezTo>
                  <a:lnTo>
                    <a:pt x="34089" y="33596"/>
                  </a:lnTo>
                  <a:close/>
                </a:path>
              </a:pathLst>
            </a:custGeom>
            <a:solidFill>
              <a:srgbClr val="000000"/>
            </a:solidFill>
            <a:ln w="25400" cap="flat">
              <a:noFill/>
              <a:prstDash val="solid"/>
              <a:miter/>
            </a:ln>
          </p:spPr>
          <p:txBody>
            <a:bodyPr/>
            <a:lstStyle/>
            <a:p>
              <a:endParaRPr lang="en-GB"/>
            </a:p>
          </p:txBody>
        </p:sp>
        <p:sp>
          <p:nvSpPr>
            <p:cNvPr id="2702" name="Freeform: Shape 2701">
              <a:extLst>
                <a:ext uri="{FF2B5EF4-FFF2-40B4-BE49-F238E27FC236}">
                  <a16:creationId xmlns:a16="http://schemas.microsoft.com/office/drawing/2014/main" id="{113E7D19-02B0-471C-0E6E-AECD9F70AC46}"/>
                </a:ext>
              </a:extLst>
            </p:cNvPr>
            <p:cNvSpPr/>
            <p:nvPr>
              <p:custDataLst>
                <p:tags r:id="rId21"/>
              </p:custDataLst>
            </p:nvPr>
          </p:nvSpPr>
          <p:spPr>
            <a:xfrm flipV="1">
              <a:off x="10002408" y="-2876908"/>
              <a:ext cx="74320" cy="26137"/>
            </a:xfrm>
            <a:custGeom>
              <a:avLst/>
              <a:gdLst>
                <a:gd name="csX0" fmla="*/ 70520 w 74320"/>
                <a:gd name="csY0" fmla="*/ 20301 h 26137"/>
                <a:gd name="csX1" fmla="*/ 74321 w 74320"/>
                <a:gd name="csY1" fmla="*/ 22536 h 26137"/>
                <a:gd name="csX2" fmla="*/ 70632 w 74320"/>
                <a:gd name="csY2" fmla="*/ 24769 h 26137"/>
                <a:gd name="csX3" fmla="*/ 3689 w 74320"/>
                <a:gd name="csY3" fmla="*/ 24769 h 26137"/>
                <a:gd name="csX4" fmla="*/ 0 w 74320"/>
                <a:gd name="csY4" fmla="*/ 22536 h 26137"/>
                <a:gd name="csX5" fmla="*/ 3800 w 74320"/>
                <a:gd name="csY5" fmla="*/ 20301 h 26137"/>
                <a:gd name="csX6" fmla="*/ 70520 w 74320"/>
                <a:gd name="csY6" fmla="*/ 20301 h 26137"/>
                <a:gd name="csX7" fmla="*/ 70632 w 74320"/>
                <a:gd name="csY7" fmla="*/ -1368 h 26137"/>
                <a:gd name="csX8" fmla="*/ 74321 w 74320"/>
                <a:gd name="csY8" fmla="*/ 867 h 26137"/>
                <a:gd name="csX9" fmla="*/ 70520 w 74320"/>
                <a:gd name="csY9" fmla="*/ 3103 h 26137"/>
                <a:gd name="csX10" fmla="*/ 3800 w 74320"/>
                <a:gd name="csY10" fmla="*/ 3103 h 26137"/>
                <a:gd name="csX11" fmla="*/ 0 w 74320"/>
                <a:gd name="csY11" fmla="*/ 867 h 26137"/>
                <a:gd name="csX12" fmla="*/ 3689 w 74320"/>
                <a:gd name="csY12" fmla="*/ -1368 h 26137"/>
                <a:gd name="csX13" fmla="*/ 70632 w 74320"/>
                <a:gd name="csY13" fmla="*/ -1368 h 26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74320" h="26137">
                  <a:moveTo>
                    <a:pt x="70520" y="20301"/>
                  </a:moveTo>
                  <a:cubicBezTo>
                    <a:pt x="72196" y="20301"/>
                    <a:pt x="74321" y="20301"/>
                    <a:pt x="74321" y="22536"/>
                  </a:cubicBezTo>
                  <a:cubicBezTo>
                    <a:pt x="74321" y="24769"/>
                    <a:pt x="72196" y="24769"/>
                    <a:pt x="70632" y="24769"/>
                  </a:cubicBezTo>
                  <a:lnTo>
                    <a:pt x="3689" y="24769"/>
                  </a:lnTo>
                  <a:cubicBezTo>
                    <a:pt x="2125" y="24769"/>
                    <a:pt x="0" y="24769"/>
                    <a:pt x="0" y="22536"/>
                  </a:cubicBezTo>
                  <a:cubicBezTo>
                    <a:pt x="0" y="20301"/>
                    <a:pt x="2125" y="20301"/>
                    <a:pt x="3800" y="20301"/>
                  </a:cubicBezTo>
                  <a:lnTo>
                    <a:pt x="70520" y="20301"/>
                  </a:lnTo>
                  <a:close/>
                  <a:moveTo>
                    <a:pt x="70632" y="-1368"/>
                  </a:moveTo>
                  <a:cubicBezTo>
                    <a:pt x="72196" y="-1368"/>
                    <a:pt x="74321" y="-1368"/>
                    <a:pt x="74321" y="867"/>
                  </a:cubicBezTo>
                  <a:cubicBezTo>
                    <a:pt x="74321" y="3103"/>
                    <a:pt x="72196" y="3103"/>
                    <a:pt x="70520" y="3103"/>
                  </a:cubicBezTo>
                  <a:lnTo>
                    <a:pt x="3800" y="3103"/>
                  </a:lnTo>
                  <a:cubicBezTo>
                    <a:pt x="2125" y="3103"/>
                    <a:pt x="0" y="3103"/>
                    <a:pt x="0" y="867"/>
                  </a:cubicBezTo>
                  <a:cubicBezTo>
                    <a:pt x="0" y="-1368"/>
                    <a:pt x="2125" y="-1368"/>
                    <a:pt x="3689" y="-1368"/>
                  </a:cubicBezTo>
                  <a:lnTo>
                    <a:pt x="70632" y="-1368"/>
                  </a:lnTo>
                  <a:close/>
                </a:path>
              </a:pathLst>
            </a:custGeom>
            <a:solidFill>
              <a:srgbClr val="000000"/>
            </a:solidFill>
            <a:ln w="25400" cap="flat">
              <a:noFill/>
              <a:prstDash val="solid"/>
              <a:miter/>
            </a:ln>
          </p:spPr>
          <p:txBody>
            <a:bodyPr/>
            <a:lstStyle/>
            <a:p>
              <a:endParaRPr lang="en-GB"/>
            </a:p>
          </p:txBody>
        </p:sp>
        <p:sp>
          <p:nvSpPr>
            <p:cNvPr id="2703" name="Freeform: Shape 2702">
              <a:extLst>
                <a:ext uri="{FF2B5EF4-FFF2-40B4-BE49-F238E27FC236}">
                  <a16:creationId xmlns:a16="http://schemas.microsoft.com/office/drawing/2014/main" id="{2C801CAB-4F6A-A47D-6CF3-35478A7927BA}"/>
                </a:ext>
              </a:extLst>
            </p:cNvPr>
            <p:cNvSpPr/>
            <p:nvPr>
              <p:custDataLst>
                <p:tags r:id="rId22"/>
              </p:custDataLst>
            </p:nvPr>
          </p:nvSpPr>
          <p:spPr>
            <a:xfrm flipV="1">
              <a:off x="10119516" y="-2910305"/>
              <a:ext cx="44589" cy="74388"/>
            </a:xfrm>
            <a:custGeom>
              <a:avLst/>
              <a:gdLst>
                <a:gd name="csX0" fmla="*/ 8604 w 44589"/>
                <a:gd name="csY0" fmla="*/ 7229 h 74388"/>
                <a:gd name="csX1" fmla="*/ 20451 w 44589"/>
                <a:gd name="csY1" fmla="*/ 18737 h 74388"/>
                <a:gd name="csX2" fmla="*/ 44590 w 44589"/>
                <a:gd name="csY2" fmla="*/ 51349 h 74388"/>
                <a:gd name="csX3" fmla="*/ 20899 w 44589"/>
                <a:gd name="csY3" fmla="*/ 73018 h 74388"/>
                <a:gd name="csX4" fmla="*/ 0 w 44589"/>
                <a:gd name="csY4" fmla="*/ 52803 h 74388"/>
                <a:gd name="csX5" fmla="*/ 5922 w 44589"/>
                <a:gd name="csY5" fmla="*/ 46549 h 74388"/>
                <a:gd name="csX6" fmla="*/ 11736 w 44589"/>
                <a:gd name="csY6" fmla="*/ 52467 h 74388"/>
                <a:gd name="csX7" fmla="*/ 5810 w 44589"/>
                <a:gd name="csY7" fmla="*/ 58277 h 74388"/>
                <a:gd name="csX8" fmla="*/ 4359 w 44589"/>
                <a:gd name="csY8" fmla="*/ 58165 h 74388"/>
                <a:gd name="csX9" fmla="*/ 19445 w 44589"/>
                <a:gd name="csY9" fmla="*/ 69557 h 74388"/>
                <a:gd name="csX10" fmla="*/ 34423 w 44589"/>
                <a:gd name="csY10" fmla="*/ 51349 h 74388"/>
                <a:gd name="csX11" fmla="*/ 22688 w 44589"/>
                <a:gd name="csY11" fmla="*/ 26666 h 74388"/>
                <a:gd name="csX12" fmla="*/ 1227 w 44589"/>
                <a:gd name="csY12" fmla="*/ 2761 h 74388"/>
                <a:gd name="csX13" fmla="*/ 0 w 44589"/>
                <a:gd name="csY13" fmla="*/ -1370 h 74388"/>
                <a:gd name="csX14" fmla="*/ 41463 w 44589"/>
                <a:gd name="csY14" fmla="*/ -1370 h 74388"/>
                <a:gd name="csX15" fmla="*/ 44590 w 44589"/>
                <a:gd name="csY15" fmla="*/ 18063 h 74388"/>
                <a:gd name="csX16" fmla="*/ 41795 w 44589"/>
                <a:gd name="csY16" fmla="*/ 18063 h 74388"/>
                <a:gd name="csX17" fmla="*/ 39338 w 44589"/>
                <a:gd name="csY17" fmla="*/ 8122 h 74388"/>
                <a:gd name="csX18" fmla="*/ 28721 w 44589"/>
                <a:gd name="csY18" fmla="*/ 7229 h 74388"/>
                <a:gd name="csX19" fmla="*/ 8604 w 44589"/>
                <a:gd name="csY19" fmla="*/ 7229 h 743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4589" h="74388">
                  <a:moveTo>
                    <a:pt x="8604" y="7229"/>
                  </a:moveTo>
                  <a:lnTo>
                    <a:pt x="20451" y="18737"/>
                  </a:lnTo>
                  <a:cubicBezTo>
                    <a:pt x="37886" y="34151"/>
                    <a:pt x="44590" y="40182"/>
                    <a:pt x="44590" y="51349"/>
                  </a:cubicBezTo>
                  <a:cubicBezTo>
                    <a:pt x="44590" y="64083"/>
                    <a:pt x="34531" y="73018"/>
                    <a:pt x="20899" y="73018"/>
                  </a:cubicBezTo>
                  <a:cubicBezTo>
                    <a:pt x="8271" y="73018"/>
                    <a:pt x="0" y="62745"/>
                    <a:pt x="0" y="52803"/>
                  </a:cubicBezTo>
                  <a:cubicBezTo>
                    <a:pt x="0" y="46549"/>
                    <a:pt x="5589" y="46549"/>
                    <a:pt x="5922" y="46549"/>
                  </a:cubicBezTo>
                  <a:cubicBezTo>
                    <a:pt x="7822" y="46549"/>
                    <a:pt x="11736" y="47887"/>
                    <a:pt x="11736" y="52467"/>
                  </a:cubicBezTo>
                  <a:cubicBezTo>
                    <a:pt x="11736" y="55372"/>
                    <a:pt x="9723" y="58277"/>
                    <a:pt x="5810" y="58277"/>
                  </a:cubicBezTo>
                  <a:cubicBezTo>
                    <a:pt x="4916" y="58277"/>
                    <a:pt x="4695" y="58277"/>
                    <a:pt x="4359" y="58165"/>
                  </a:cubicBezTo>
                  <a:cubicBezTo>
                    <a:pt x="6928" y="65425"/>
                    <a:pt x="12962" y="69557"/>
                    <a:pt x="19445" y="69557"/>
                  </a:cubicBezTo>
                  <a:cubicBezTo>
                    <a:pt x="29616" y="69557"/>
                    <a:pt x="34423" y="60509"/>
                    <a:pt x="34423" y="51349"/>
                  </a:cubicBezTo>
                  <a:cubicBezTo>
                    <a:pt x="34423" y="42413"/>
                    <a:pt x="28834" y="33590"/>
                    <a:pt x="22688" y="26666"/>
                  </a:cubicBezTo>
                  <a:lnTo>
                    <a:pt x="1227" y="2761"/>
                  </a:lnTo>
                  <a:cubicBezTo>
                    <a:pt x="0" y="1534"/>
                    <a:pt x="0" y="1311"/>
                    <a:pt x="0" y="-1370"/>
                  </a:cubicBezTo>
                  <a:lnTo>
                    <a:pt x="41463" y="-1370"/>
                  </a:lnTo>
                  <a:lnTo>
                    <a:pt x="44590" y="18063"/>
                  </a:lnTo>
                  <a:lnTo>
                    <a:pt x="41795" y="18063"/>
                  </a:lnTo>
                  <a:cubicBezTo>
                    <a:pt x="41239" y="14714"/>
                    <a:pt x="40457" y="9801"/>
                    <a:pt x="39338" y="8122"/>
                  </a:cubicBezTo>
                  <a:cubicBezTo>
                    <a:pt x="38556" y="7229"/>
                    <a:pt x="31180" y="7229"/>
                    <a:pt x="28721" y="7229"/>
                  </a:cubicBezTo>
                  <a:lnTo>
                    <a:pt x="8604" y="7229"/>
                  </a:lnTo>
                  <a:close/>
                </a:path>
              </a:pathLst>
            </a:custGeom>
            <a:solidFill>
              <a:srgbClr val="000000"/>
            </a:solidFill>
            <a:ln w="25400" cap="flat">
              <a:noFill/>
              <a:prstDash val="solid"/>
              <a:miter/>
            </a:ln>
          </p:spPr>
          <p:txBody>
            <a:bodyPr/>
            <a:lstStyle/>
            <a:p>
              <a:endParaRPr lang="en-GB"/>
            </a:p>
          </p:txBody>
        </p:sp>
        <p:sp>
          <p:nvSpPr>
            <p:cNvPr id="2704" name="Freeform: Shape 2703">
              <a:extLst>
                <a:ext uri="{FF2B5EF4-FFF2-40B4-BE49-F238E27FC236}">
                  <a16:creationId xmlns:a16="http://schemas.microsoft.com/office/drawing/2014/main" id="{9FC2B154-3E79-95F8-27B8-D6C646EBE059}"/>
                </a:ext>
              </a:extLst>
            </p:cNvPr>
            <p:cNvSpPr/>
            <p:nvPr>
              <p:custDataLst>
                <p:tags r:id="rId23"/>
              </p:custDataLst>
            </p:nvPr>
          </p:nvSpPr>
          <p:spPr>
            <a:xfrm flipV="1">
              <a:off x="9447874" y="-2752570"/>
              <a:ext cx="226778" cy="100525"/>
            </a:xfrm>
            <a:custGeom>
              <a:avLst/>
              <a:gdLst>
                <a:gd name="csX0" fmla="*/ 64819 w 226778"/>
                <a:gd name="csY0" fmla="*/ 89245 h 100525"/>
                <a:gd name="csX1" fmla="*/ 73647 w 226778"/>
                <a:gd name="csY1" fmla="*/ 94494 h 100525"/>
                <a:gd name="csX2" fmla="*/ 76329 w 226778"/>
                <a:gd name="csY2" fmla="*/ 94494 h 100525"/>
                <a:gd name="csX3" fmla="*/ 76329 w 226778"/>
                <a:gd name="csY3" fmla="*/ 97956 h 100525"/>
                <a:gd name="csX4" fmla="*/ 59900 w 226778"/>
                <a:gd name="csY4" fmla="*/ 97623 h 100525"/>
                <a:gd name="csX5" fmla="*/ 43362 w 226778"/>
                <a:gd name="csY5" fmla="*/ 97956 h 100525"/>
                <a:gd name="csX6" fmla="*/ 43362 w 226778"/>
                <a:gd name="csY6" fmla="*/ 94494 h 100525"/>
                <a:gd name="csX7" fmla="*/ 46044 w 226778"/>
                <a:gd name="csY7" fmla="*/ 94494 h 100525"/>
                <a:gd name="csX8" fmla="*/ 54872 w 226778"/>
                <a:gd name="csY8" fmla="*/ 89245 h 100525"/>
                <a:gd name="csX9" fmla="*/ 54872 w 226778"/>
                <a:gd name="csY9" fmla="*/ 63108 h 100525"/>
                <a:gd name="csX10" fmla="*/ 21457 w 226778"/>
                <a:gd name="csY10" fmla="*/ 63108 h 100525"/>
                <a:gd name="csX11" fmla="*/ 21457 w 226778"/>
                <a:gd name="csY11" fmla="*/ 89245 h 100525"/>
                <a:gd name="csX12" fmla="*/ 30285 w 226778"/>
                <a:gd name="csY12" fmla="*/ 94494 h 100525"/>
                <a:gd name="csX13" fmla="*/ 32967 w 226778"/>
                <a:gd name="csY13" fmla="*/ 94494 h 100525"/>
                <a:gd name="csX14" fmla="*/ 32967 w 226778"/>
                <a:gd name="csY14" fmla="*/ 97956 h 100525"/>
                <a:gd name="csX15" fmla="*/ 16541 w 226778"/>
                <a:gd name="csY15" fmla="*/ 97623 h 100525"/>
                <a:gd name="csX16" fmla="*/ 0 w 226778"/>
                <a:gd name="csY16" fmla="*/ 97956 h 100525"/>
                <a:gd name="csX17" fmla="*/ 0 w 226778"/>
                <a:gd name="csY17" fmla="*/ 94494 h 100525"/>
                <a:gd name="csX18" fmla="*/ 2682 w 226778"/>
                <a:gd name="csY18" fmla="*/ 94494 h 100525"/>
                <a:gd name="csX19" fmla="*/ 11510 w 226778"/>
                <a:gd name="csY19" fmla="*/ 89245 h 100525"/>
                <a:gd name="csX20" fmla="*/ 11510 w 226778"/>
                <a:gd name="csY20" fmla="*/ 30379 h 100525"/>
                <a:gd name="csX21" fmla="*/ 2682 w 226778"/>
                <a:gd name="csY21" fmla="*/ 25130 h 100525"/>
                <a:gd name="csX22" fmla="*/ 0 w 226778"/>
                <a:gd name="csY22" fmla="*/ 25130 h 100525"/>
                <a:gd name="csX23" fmla="*/ 0 w 226778"/>
                <a:gd name="csY23" fmla="*/ 21668 h 100525"/>
                <a:gd name="csX24" fmla="*/ 16429 w 226778"/>
                <a:gd name="csY24" fmla="*/ 22004 h 100525"/>
                <a:gd name="csX25" fmla="*/ 32967 w 226778"/>
                <a:gd name="csY25" fmla="*/ 21668 h 100525"/>
                <a:gd name="csX26" fmla="*/ 32967 w 226778"/>
                <a:gd name="csY26" fmla="*/ 25130 h 100525"/>
                <a:gd name="csX27" fmla="*/ 30285 w 226778"/>
                <a:gd name="csY27" fmla="*/ 25130 h 100525"/>
                <a:gd name="csX28" fmla="*/ 21457 w 226778"/>
                <a:gd name="csY28" fmla="*/ 30379 h 100525"/>
                <a:gd name="csX29" fmla="*/ 21457 w 226778"/>
                <a:gd name="csY29" fmla="*/ 59646 h 100525"/>
                <a:gd name="csX30" fmla="*/ 54872 w 226778"/>
                <a:gd name="csY30" fmla="*/ 59646 h 100525"/>
                <a:gd name="csX31" fmla="*/ 54872 w 226778"/>
                <a:gd name="csY31" fmla="*/ 30379 h 100525"/>
                <a:gd name="csX32" fmla="*/ 46044 w 226778"/>
                <a:gd name="csY32" fmla="*/ 25130 h 100525"/>
                <a:gd name="csX33" fmla="*/ 43362 w 226778"/>
                <a:gd name="csY33" fmla="*/ 25130 h 100525"/>
                <a:gd name="csX34" fmla="*/ 43362 w 226778"/>
                <a:gd name="csY34" fmla="*/ 21668 h 100525"/>
                <a:gd name="csX35" fmla="*/ 59792 w 226778"/>
                <a:gd name="csY35" fmla="*/ 22004 h 100525"/>
                <a:gd name="csX36" fmla="*/ 76329 w 226778"/>
                <a:gd name="csY36" fmla="*/ 21668 h 100525"/>
                <a:gd name="csX37" fmla="*/ 76329 w 226778"/>
                <a:gd name="csY37" fmla="*/ 25130 h 100525"/>
                <a:gd name="csX38" fmla="*/ 73647 w 226778"/>
                <a:gd name="csY38" fmla="*/ 25130 h 100525"/>
                <a:gd name="csX39" fmla="*/ 64819 w 226778"/>
                <a:gd name="csY39" fmla="*/ 30379 h 100525"/>
                <a:gd name="csX40" fmla="*/ 64819 w 226778"/>
                <a:gd name="csY40" fmla="*/ 89245 h 100525"/>
                <a:gd name="csX41" fmla="*/ 99921 w 226778"/>
                <a:gd name="csY41" fmla="*/ 71037 h 100525"/>
                <a:gd name="csX42" fmla="*/ 84274 w 226778"/>
                <a:gd name="csY42" fmla="*/ 69811 h 100525"/>
                <a:gd name="csX43" fmla="*/ 84274 w 226778"/>
                <a:gd name="csY43" fmla="*/ 66346 h 100525"/>
                <a:gd name="csX44" fmla="*/ 92544 w 226778"/>
                <a:gd name="csY44" fmla="*/ 60203 h 100525"/>
                <a:gd name="csX45" fmla="*/ 92544 w 226778"/>
                <a:gd name="csY45" fmla="*/ 30158 h 100525"/>
                <a:gd name="csX46" fmla="*/ 83829 w 226778"/>
                <a:gd name="csY46" fmla="*/ 25130 h 100525"/>
                <a:gd name="csX47" fmla="*/ 83829 w 226778"/>
                <a:gd name="csY47" fmla="*/ 21668 h 100525"/>
                <a:gd name="csX48" fmla="*/ 96121 w 226778"/>
                <a:gd name="csY48" fmla="*/ 22004 h 100525"/>
                <a:gd name="csX49" fmla="*/ 107743 w 226778"/>
                <a:gd name="csY49" fmla="*/ 21668 h 100525"/>
                <a:gd name="csX50" fmla="*/ 107743 w 226778"/>
                <a:gd name="csY50" fmla="*/ 25130 h 100525"/>
                <a:gd name="csX51" fmla="*/ 99921 w 226778"/>
                <a:gd name="csY51" fmla="*/ 30046 h 100525"/>
                <a:gd name="csX52" fmla="*/ 99921 w 226778"/>
                <a:gd name="csY52" fmla="*/ 71037 h 100525"/>
                <a:gd name="csX53" fmla="*/ 100370 w 226778"/>
                <a:gd name="csY53" fmla="*/ 90475 h 100525"/>
                <a:gd name="csX54" fmla="*/ 94445 w 226778"/>
                <a:gd name="csY54" fmla="*/ 96393 h 100525"/>
                <a:gd name="csX55" fmla="*/ 88523 w 226778"/>
                <a:gd name="csY55" fmla="*/ 90475 h 100525"/>
                <a:gd name="csX56" fmla="*/ 94445 w 226778"/>
                <a:gd name="csY56" fmla="*/ 84553 h 100525"/>
                <a:gd name="csX57" fmla="*/ 100370 w 226778"/>
                <a:gd name="csY57" fmla="*/ 90475 h 100525"/>
                <a:gd name="csX58" fmla="*/ 135909 w 226778"/>
                <a:gd name="csY58" fmla="*/ 40881 h 100525"/>
                <a:gd name="csX59" fmla="*/ 126188 w 226778"/>
                <a:gd name="csY59" fmla="*/ 54617 h 100525"/>
                <a:gd name="csX60" fmla="*/ 127975 w 226778"/>
                <a:gd name="csY60" fmla="*/ 64001 h 100525"/>
                <a:gd name="csX61" fmla="*/ 135909 w 226778"/>
                <a:gd name="csY61" fmla="*/ 68469 h 100525"/>
                <a:gd name="csX62" fmla="*/ 145635 w 226778"/>
                <a:gd name="csY62" fmla="*/ 54729 h 100525"/>
                <a:gd name="csX63" fmla="*/ 143847 w 226778"/>
                <a:gd name="csY63" fmla="*/ 45349 h 100525"/>
                <a:gd name="csX64" fmla="*/ 135909 w 226778"/>
                <a:gd name="csY64" fmla="*/ 40881 h 100525"/>
                <a:gd name="csX65" fmla="*/ 122948 w 226778"/>
                <a:gd name="csY65" fmla="*/ 36522 h 100525"/>
                <a:gd name="csX66" fmla="*/ 124848 w 226778"/>
                <a:gd name="csY66" fmla="*/ 41775 h 100525"/>
                <a:gd name="csX67" fmla="*/ 135909 w 226778"/>
                <a:gd name="csY67" fmla="*/ 38313 h 100525"/>
                <a:gd name="csX68" fmla="*/ 154015 w 226778"/>
                <a:gd name="csY68" fmla="*/ 54617 h 100525"/>
                <a:gd name="csX69" fmla="*/ 149432 w 226778"/>
                <a:gd name="csY69" fmla="*/ 65452 h 100525"/>
                <a:gd name="csX70" fmla="*/ 159491 w 226778"/>
                <a:gd name="csY70" fmla="*/ 69811 h 100525"/>
                <a:gd name="csX71" fmla="*/ 160610 w 226778"/>
                <a:gd name="csY71" fmla="*/ 69699 h 100525"/>
                <a:gd name="csX72" fmla="*/ 158821 w 226778"/>
                <a:gd name="csY72" fmla="*/ 66682 h 100525"/>
                <a:gd name="csX73" fmla="*/ 162061 w 226778"/>
                <a:gd name="csY73" fmla="*/ 63444 h 100525"/>
                <a:gd name="csX74" fmla="*/ 165304 w 226778"/>
                <a:gd name="csY74" fmla="*/ 66794 h 100525"/>
                <a:gd name="csX75" fmla="*/ 159603 w 226778"/>
                <a:gd name="csY75" fmla="*/ 72267 h 100525"/>
                <a:gd name="csX76" fmla="*/ 147757 w 226778"/>
                <a:gd name="csY76" fmla="*/ 67019 h 100525"/>
                <a:gd name="csX77" fmla="*/ 135909 w 226778"/>
                <a:gd name="csY77" fmla="*/ 71037 h 100525"/>
                <a:gd name="csX78" fmla="*/ 117808 w 226778"/>
                <a:gd name="csY78" fmla="*/ 54729 h 100525"/>
                <a:gd name="csX79" fmla="*/ 123060 w 226778"/>
                <a:gd name="csY79" fmla="*/ 43225 h 100525"/>
                <a:gd name="csX80" fmla="*/ 119596 w 226778"/>
                <a:gd name="csY80" fmla="*/ 33953 h 100525"/>
                <a:gd name="csX81" fmla="*/ 124512 w 226778"/>
                <a:gd name="csY81" fmla="*/ 24012 h 100525"/>
                <a:gd name="csX82" fmla="*/ 114231 w 226778"/>
                <a:gd name="csY82" fmla="*/ 12844 h 100525"/>
                <a:gd name="csX83" fmla="*/ 138928 w 226778"/>
                <a:gd name="csY83" fmla="*/ -1340 h 100525"/>
                <a:gd name="csX84" fmla="*/ 163741 w 226778"/>
                <a:gd name="csY84" fmla="*/ 13069 h 100525"/>
                <a:gd name="csX85" fmla="*/ 156476 w 226778"/>
                <a:gd name="csY85" fmla="*/ 25799 h 100525"/>
                <a:gd name="csX86" fmla="*/ 137252 w 226778"/>
                <a:gd name="csY86" fmla="*/ 28928 h 100525"/>
                <a:gd name="csX87" fmla="*/ 128869 w 226778"/>
                <a:gd name="csY87" fmla="*/ 29041 h 100525"/>
                <a:gd name="csX88" fmla="*/ 122948 w 226778"/>
                <a:gd name="csY88" fmla="*/ 36522 h 100525"/>
                <a:gd name="csX89" fmla="*/ 139040 w 226778"/>
                <a:gd name="csY89" fmla="*/ 1229 h 100525"/>
                <a:gd name="csX90" fmla="*/ 120042 w 226778"/>
                <a:gd name="csY90" fmla="*/ 12844 h 100525"/>
                <a:gd name="csX91" fmla="*/ 129206 w 226778"/>
                <a:gd name="csY91" fmla="*/ 22449 h 100525"/>
                <a:gd name="csX92" fmla="*/ 135800 w 226778"/>
                <a:gd name="csY92" fmla="*/ 22449 h 100525"/>
                <a:gd name="csX93" fmla="*/ 157927 w 226778"/>
                <a:gd name="csY93" fmla="*/ 12844 h 100525"/>
                <a:gd name="csX94" fmla="*/ 139040 w 226778"/>
                <a:gd name="csY94" fmla="*/ 1229 h 100525"/>
                <a:gd name="csX95" fmla="*/ 179279 w 226778"/>
                <a:gd name="csY95" fmla="*/ 30158 h 100525"/>
                <a:gd name="csX96" fmla="*/ 170563 w 226778"/>
                <a:gd name="csY96" fmla="*/ 25130 h 100525"/>
                <a:gd name="csX97" fmla="*/ 170563 w 226778"/>
                <a:gd name="csY97" fmla="*/ 21668 h 100525"/>
                <a:gd name="csX98" fmla="*/ 183191 w 226778"/>
                <a:gd name="csY98" fmla="*/ 22004 h 100525"/>
                <a:gd name="csX99" fmla="*/ 195708 w 226778"/>
                <a:gd name="csY99" fmla="*/ 21668 h 100525"/>
                <a:gd name="csX100" fmla="*/ 195708 w 226778"/>
                <a:gd name="csY100" fmla="*/ 25130 h 100525"/>
                <a:gd name="csX101" fmla="*/ 186993 w 226778"/>
                <a:gd name="csY101" fmla="*/ 30158 h 100525"/>
                <a:gd name="csX102" fmla="*/ 186993 w 226778"/>
                <a:gd name="csY102" fmla="*/ 50710 h 100525"/>
                <a:gd name="csX103" fmla="*/ 202078 w 226778"/>
                <a:gd name="csY103" fmla="*/ 68581 h 100525"/>
                <a:gd name="csX104" fmla="*/ 210349 w 226778"/>
                <a:gd name="csY104" fmla="*/ 56184 h 100525"/>
                <a:gd name="csX105" fmla="*/ 210349 w 226778"/>
                <a:gd name="csY105" fmla="*/ 30158 h 100525"/>
                <a:gd name="csX106" fmla="*/ 201634 w 226778"/>
                <a:gd name="csY106" fmla="*/ 25130 h 100525"/>
                <a:gd name="csX107" fmla="*/ 201634 w 226778"/>
                <a:gd name="csY107" fmla="*/ 21668 h 100525"/>
                <a:gd name="csX108" fmla="*/ 214262 w 226778"/>
                <a:gd name="csY108" fmla="*/ 22004 h 100525"/>
                <a:gd name="csX109" fmla="*/ 226778 w 226778"/>
                <a:gd name="csY109" fmla="*/ 21668 h 100525"/>
                <a:gd name="csX110" fmla="*/ 226778 w 226778"/>
                <a:gd name="csY110" fmla="*/ 25130 h 100525"/>
                <a:gd name="csX111" fmla="*/ 218059 w 226778"/>
                <a:gd name="csY111" fmla="*/ 28480 h 100525"/>
                <a:gd name="csX112" fmla="*/ 218059 w 226778"/>
                <a:gd name="csY112" fmla="*/ 49816 h 100525"/>
                <a:gd name="csX113" fmla="*/ 214595 w 226778"/>
                <a:gd name="csY113" fmla="*/ 66906 h 100525"/>
                <a:gd name="csX114" fmla="*/ 202860 w 226778"/>
                <a:gd name="csY114" fmla="*/ 71037 h 100525"/>
                <a:gd name="csX115" fmla="*/ 186656 w 226778"/>
                <a:gd name="csY115" fmla="*/ 60090 h 100525"/>
                <a:gd name="csX116" fmla="*/ 186656 w 226778"/>
                <a:gd name="csY116" fmla="*/ 99186 h 100525"/>
                <a:gd name="csX117" fmla="*/ 170563 w 226778"/>
                <a:gd name="csY117" fmla="*/ 97956 h 100525"/>
                <a:gd name="csX118" fmla="*/ 170563 w 226778"/>
                <a:gd name="csY118" fmla="*/ 94494 h 100525"/>
                <a:gd name="csX119" fmla="*/ 179279 w 226778"/>
                <a:gd name="csY119" fmla="*/ 88239 h 100525"/>
                <a:gd name="csX120" fmla="*/ 179279 w 226778"/>
                <a:gd name="csY120" fmla="*/ 30158 h 1005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Lst>
              <a:rect l="l" t="t" r="r" b="b"/>
              <a:pathLst>
                <a:path w="226778" h="100525">
                  <a:moveTo>
                    <a:pt x="64819" y="89245"/>
                  </a:moveTo>
                  <a:cubicBezTo>
                    <a:pt x="64819" y="93264"/>
                    <a:pt x="65043" y="94494"/>
                    <a:pt x="73647" y="94494"/>
                  </a:cubicBezTo>
                  <a:lnTo>
                    <a:pt x="76329" y="94494"/>
                  </a:lnTo>
                  <a:lnTo>
                    <a:pt x="76329" y="97956"/>
                  </a:lnTo>
                  <a:cubicBezTo>
                    <a:pt x="72417" y="97623"/>
                    <a:pt x="64149" y="97623"/>
                    <a:pt x="59900" y="97623"/>
                  </a:cubicBezTo>
                  <a:cubicBezTo>
                    <a:pt x="55654" y="97623"/>
                    <a:pt x="47271" y="97623"/>
                    <a:pt x="43362" y="97956"/>
                  </a:cubicBezTo>
                  <a:lnTo>
                    <a:pt x="43362" y="94494"/>
                  </a:lnTo>
                  <a:lnTo>
                    <a:pt x="46044" y="94494"/>
                  </a:lnTo>
                  <a:cubicBezTo>
                    <a:pt x="54648" y="94494"/>
                    <a:pt x="54872" y="93264"/>
                    <a:pt x="54872" y="89245"/>
                  </a:cubicBezTo>
                  <a:lnTo>
                    <a:pt x="54872" y="63108"/>
                  </a:lnTo>
                  <a:lnTo>
                    <a:pt x="21457" y="63108"/>
                  </a:lnTo>
                  <a:lnTo>
                    <a:pt x="21457" y="89245"/>
                  </a:lnTo>
                  <a:cubicBezTo>
                    <a:pt x="21457" y="93264"/>
                    <a:pt x="21681" y="94494"/>
                    <a:pt x="30285" y="94494"/>
                  </a:cubicBezTo>
                  <a:lnTo>
                    <a:pt x="32967" y="94494"/>
                  </a:lnTo>
                  <a:lnTo>
                    <a:pt x="32967" y="97956"/>
                  </a:lnTo>
                  <a:cubicBezTo>
                    <a:pt x="29058" y="97623"/>
                    <a:pt x="20787" y="97623"/>
                    <a:pt x="16541" y="97623"/>
                  </a:cubicBezTo>
                  <a:cubicBezTo>
                    <a:pt x="12292" y="97623"/>
                    <a:pt x="3912" y="97623"/>
                    <a:pt x="0" y="97956"/>
                  </a:cubicBezTo>
                  <a:lnTo>
                    <a:pt x="0" y="94494"/>
                  </a:lnTo>
                  <a:lnTo>
                    <a:pt x="2682" y="94494"/>
                  </a:lnTo>
                  <a:cubicBezTo>
                    <a:pt x="11286" y="94494"/>
                    <a:pt x="11510" y="93264"/>
                    <a:pt x="11510" y="89245"/>
                  </a:cubicBezTo>
                  <a:lnTo>
                    <a:pt x="11510" y="30379"/>
                  </a:lnTo>
                  <a:cubicBezTo>
                    <a:pt x="11510" y="26360"/>
                    <a:pt x="11286" y="25130"/>
                    <a:pt x="2682" y="25130"/>
                  </a:cubicBezTo>
                  <a:lnTo>
                    <a:pt x="0" y="25130"/>
                  </a:lnTo>
                  <a:lnTo>
                    <a:pt x="0" y="21668"/>
                  </a:lnTo>
                  <a:cubicBezTo>
                    <a:pt x="3912" y="22004"/>
                    <a:pt x="12180" y="22004"/>
                    <a:pt x="16429" y="22004"/>
                  </a:cubicBezTo>
                  <a:cubicBezTo>
                    <a:pt x="20675" y="22004"/>
                    <a:pt x="29058" y="22004"/>
                    <a:pt x="32967" y="21668"/>
                  </a:cubicBezTo>
                  <a:lnTo>
                    <a:pt x="32967" y="25130"/>
                  </a:lnTo>
                  <a:lnTo>
                    <a:pt x="30285" y="25130"/>
                  </a:lnTo>
                  <a:cubicBezTo>
                    <a:pt x="21681" y="25130"/>
                    <a:pt x="21457" y="26360"/>
                    <a:pt x="21457" y="30379"/>
                  </a:cubicBezTo>
                  <a:lnTo>
                    <a:pt x="21457" y="59646"/>
                  </a:lnTo>
                  <a:lnTo>
                    <a:pt x="54872" y="59646"/>
                  </a:lnTo>
                  <a:lnTo>
                    <a:pt x="54872" y="30379"/>
                  </a:lnTo>
                  <a:cubicBezTo>
                    <a:pt x="54872" y="26360"/>
                    <a:pt x="54648" y="25130"/>
                    <a:pt x="46044" y="25130"/>
                  </a:cubicBezTo>
                  <a:lnTo>
                    <a:pt x="43362" y="25130"/>
                  </a:lnTo>
                  <a:lnTo>
                    <a:pt x="43362" y="21668"/>
                  </a:lnTo>
                  <a:cubicBezTo>
                    <a:pt x="47271" y="22004"/>
                    <a:pt x="55542" y="22004"/>
                    <a:pt x="59792" y="22004"/>
                  </a:cubicBezTo>
                  <a:cubicBezTo>
                    <a:pt x="64037" y="22004"/>
                    <a:pt x="72417" y="22004"/>
                    <a:pt x="76329" y="21668"/>
                  </a:cubicBezTo>
                  <a:lnTo>
                    <a:pt x="76329" y="25130"/>
                  </a:lnTo>
                  <a:lnTo>
                    <a:pt x="73647" y="25130"/>
                  </a:lnTo>
                  <a:cubicBezTo>
                    <a:pt x="65043" y="25130"/>
                    <a:pt x="64819" y="26360"/>
                    <a:pt x="64819" y="30379"/>
                  </a:cubicBezTo>
                  <a:lnTo>
                    <a:pt x="64819" y="89245"/>
                  </a:lnTo>
                  <a:close/>
                  <a:moveTo>
                    <a:pt x="99921" y="71037"/>
                  </a:moveTo>
                  <a:lnTo>
                    <a:pt x="84274" y="69811"/>
                  </a:lnTo>
                  <a:lnTo>
                    <a:pt x="84274" y="66346"/>
                  </a:lnTo>
                  <a:cubicBezTo>
                    <a:pt x="91538" y="66346"/>
                    <a:pt x="92544" y="65676"/>
                    <a:pt x="92544" y="60203"/>
                  </a:cubicBezTo>
                  <a:lnTo>
                    <a:pt x="92544" y="30158"/>
                  </a:lnTo>
                  <a:cubicBezTo>
                    <a:pt x="92544" y="25130"/>
                    <a:pt x="91318" y="25130"/>
                    <a:pt x="83829" y="25130"/>
                  </a:cubicBezTo>
                  <a:lnTo>
                    <a:pt x="83829" y="21668"/>
                  </a:lnTo>
                  <a:cubicBezTo>
                    <a:pt x="87405" y="21780"/>
                    <a:pt x="93439" y="22004"/>
                    <a:pt x="96121" y="22004"/>
                  </a:cubicBezTo>
                  <a:cubicBezTo>
                    <a:pt x="100033" y="22004"/>
                    <a:pt x="103946" y="21780"/>
                    <a:pt x="107743" y="21668"/>
                  </a:cubicBezTo>
                  <a:lnTo>
                    <a:pt x="107743" y="25130"/>
                  </a:lnTo>
                  <a:cubicBezTo>
                    <a:pt x="100370" y="25130"/>
                    <a:pt x="99921" y="25691"/>
                    <a:pt x="99921" y="30046"/>
                  </a:cubicBezTo>
                  <a:lnTo>
                    <a:pt x="99921" y="71037"/>
                  </a:lnTo>
                  <a:close/>
                  <a:moveTo>
                    <a:pt x="100370" y="90475"/>
                  </a:moveTo>
                  <a:cubicBezTo>
                    <a:pt x="100370" y="94049"/>
                    <a:pt x="97576" y="96393"/>
                    <a:pt x="94445" y="96393"/>
                  </a:cubicBezTo>
                  <a:cubicBezTo>
                    <a:pt x="90981" y="96393"/>
                    <a:pt x="88523" y="93376"/>
                    <a:pt x="88523" y="90475"/>
                  </a:cubicBezTo>
                  <a:cubicBezTo>
                    <a:pt x="88523" y="87458"/>
                    <a:pt x="90981" y="84553"/>
                    <a:pt x="94445" y="84553"/>
                  </a:cubicBezTo>
                  <a:cubicBezTo>
                    <a:pt x="97576" y="84553"/>
                    <a:pt x="100370" y="86900"/>
                    <a:pt x="100370" y="90475"/>
                  </a:cubicBezTo>
                  <a:close/>
                  <a:moveTo>
                    <a:pt x="135909" y="40881"/>
                  </a:moveTo>
                  <a:cubicBezTo>
                    <a:pt x="126188" y="40881"/>
                    <a:pt x="126188" y="52049"/>
                    <a:pt x="126188" y="54617"/>
                  </a:cubicBezTo>
                  <a:cubicBezTo>
                    <a:pt x="126188" y="57634"/>
                    <a:pt x="126300" y="61209"/>
                    <a:pt x="127975" y="64001"/>
                  </a:cubicBezTo>
                  <a:cubicBezTo>
                    <a:pt x="128869" y="65340"/>
                    <a:pt x="131439" y="68469"/>
                    <a:pt x="135909" y="68469"/>
                  </a:cubicBezTo>
                  <a:cubicBezTo>
                    <a:pt x="145635" y="68469"/>
                    <a:pt x="145635" y="57298"/>
                    <a:pt x="145635" y="54729"/>
                  </a:cubicBezTo>
                  <a:cubicBezTo>
                    <a:pt x="145635" y="51716"/>
                    <a:pt x="145523" y="48141"/>
                    <a:pt x="143847" y="45349"/>
                  </a:cubicBezTo>
                  <a:cubicBezTo>
                    <a:pt x="142952" y="44007"/>
                    <a:pt x="140380" y="40881"/>
                    <a:pt x="135909" y="40881"/>
                  </a:cubicBezTo>
                  <a:close/>
                  <a:moveTo>
                    <a:pt x="122948" y="36522"/>
                  </a:moveTo>
                  <a:cubicBezTo>
                    <a:pt x="122948" y="36971"/>
                    <a:pt x="122948" y="39539"/>
                    <a:pt x="124848" y="41775"/>
                  </a:cubicBezTo>
                  <a:cubicBezTo>
                    <a:pt x="129206" y="38645"/>
                    <a:pt x="133789" y="38313"/>
                    <a:pt x="135909" y="38313"/>
                  </a:cubicBezTo>
                  <a:cubicBezTo>
                    <a:pt x="146305" y="38313"/>
                    <a:pt x="154015" y="46018"/>
                    <a:pt x="154015" y="54617"/>
                  </a:cubicBezTo>
                  <a:cubicBezTo>
                    <a:pt x="154015" y="58752"/>
                    <a:pt x="152226" y="62883"/>
                    <a:pt x="149432" y="65452"/>
                  </a:cubicBezTo>
                  <a:cubicBezTo>
                    <a:pt x="153457" y="69250"/>
                    <a:pt x="157478" y="69811"/>
                    <a:pt x="159491" y="69811"/>
                  </a:cubicBezTo>
                  <a:cubicBezTo>
                    <a:pt x="159715" y="69811"/>
                    <a:pt x="160273" y="69811"/>
                    <a:pt x="160610" y="69699"/>
                  </a:cubicBezTo>
                  <a:cubicBezTo>
                    <a:pt x="159379" y="69250"/>
                    <a:pt x="158821" y="68020"/>
                    <a:pt x="158821" y="66682"/>
                  </a:cubicBezTo>
                  <a:cubicBezTo>
                    <a:pt x="158821" y="64783"/>
                    <a:pt x="160273" y="63444"/>
                    <a:pt x="162061" y="63444"/>
                  </a:cubicBezTo>
                  <a:cubicBezTo>
                    <a:pt x="163180" y="63444"/>
                    <a:pt x="165304" y="64225"/>
                    <a:pt x="165304" y="66794"/>
                  </a:cubicBezTo>
                  <a:cubicBezTo>
                    <a:pt x="165304" y="68693"/>
                    <a:pt x="163961" y="72267"/>
                    <a:pt x="159603" y="72267"/>
                  </a:cubicBezTo>
                  <a:cubicBezTo>
                    <a:pt x="157369" y="72267"/>
                    <a:pt x="152451" y="71598"/>
                    <a:pt x="147757" y="67019"/>
                  </a:cubicBezTo>
                  <a:cubicBezTo>
                    <a:pt x="143065" y="70705"/>
                    <a:pt x="138371" y="71037"/>
                    <a:pt x="135909" y="71037"/>
                  </a:cubicBezTo>
                  <a:cubicBezTo>
                    <a:pt x="125518" y="71037"/>
                    <a:pt x="117808" y="63332"/>
                    <a:pt x="117808" y="54729"/>
                  </a:cubicBezTo>
                  <a:cubicBezTo>
                    <a:pt x="117808" y="49816"/>
                    <a:pt x="120266" y="45570"/>
                    <a:pt x="123060" y="43225"/>
                  </a:cubicBezTo>
                  <a:cubicBezTo>
                    <a:pt x="121604" y="41550"/>
                    <a:pt x="119596" y="37864"/>
                    <a:pt x="119596" y="33953"/>
                  </a:cubicBezTo>
                  <a:cubicBezTo>
                    <a:pt x="119596" y="30492"/>
                    <a:pt x="121047" y="26248"/>
                    <a:pt x="124512" y="24012"/>
                  </a:cubicBezTo>
                  <a:cubicBezTo>
                    <a:pt x="117808" y="22117"/>
                    <a:pt x="114231" y="17312"/>
                    <a:pt x="114231" y="12844"/>
                  </a:cubicBezTo>
                  <a:cubicBezTo>
                    <a:pt x="114231" y="4803"/>
                    <a:pt x="125294" y="-1340"/>
                    <a:pt x="138928" y="-1340"/>
                  </a:cubicBezTo>
                  <a:cubicBezTo>
                    <a:pt x="152114" y="-1340"/>
                    <a:pt x="163741" y="4355"/>
                    <a:pt x="163741" y="13069"/>
                  </a:cubicBezTo>
                  <a:cubicBezTo>
                    <a:pt x="163741" y="16976"/>
                    <a:pt x="162174" y="22674"/>
                    <a:pt x="156476" y="25799"/>
                  </a:cubicBezTo>
                  <a:cubicBezTo>
                    <a:pt x="150550" y="28928"/>
                    <a:pt x="144068" y="28928"/>
                    <a:pt x="137252" y="28928"/>
                  </a:cubicBezTo>
                  <a:cubicBezTo>
                    <a:pt x="134459" y="28928"/>
                    <a:pt x="129651" y="28928"/>
                    <a:pt x="128869" y="29041"/>
                  </a:cubicBezTo>
                  <a:cubicBezTo>
                    <a:pt x="125294" y="29486"/>
                    <a:pt x="122948" y="32948"/>
                    <a:pt x="122948" y="36522"/>
                  </a:cubicBezTo>
                  <a:close/>
                  <a:moveTo>
                    <a:pt x="139040" y="1229"/>
                  </a:moveTo>
                  <a:cubicBezTo>
                    <a:pt x="127755" y="1229"/>
                    <a:pt x="120042" y="6923"/>
                    <a:pt x="120042" y="12844"/>
                  </a:cubicBezTo>
                  <a:cubicBezTo>
                    <a:pt x="120042" y="17982"/>
                    <a:pt x="124287" y="22117"/>
                    <a:pt x="129206" y="22449"/>
                  </a:cubicBezTo>
                  <a:lnTo>
                    <a:pt x="135800" y="22449"/>
                  </a:lnTo>
                  <a:cubicBezTo>
                    <a:pt x="145411" y="22449"/>
                    <a:pt x="157927" y="22449"/>
                    <a:pt x="157927" y="12844"/>
                  </a:cubicBezTo>
                  <a:cubicBezTo>
                    <a:pt x="157927" y="6814"/>
                    <a:pt x="149993" y="1229"/>
                    <a:pt x="139040" y="1229"/>
                  </a:cubicBezTo>
                  <a:close/>
                  <a:moveTo>
                    <a:pt x="179279" y="30158"/>
                  </a:moveTo>
                  <a:cubicBezTo>
                    <a:pt x="179279" y="25130"/>
                    <a:pt x="178052" y="25130"/>
                    <a:pt x="170563" y="25130"/>
                  </a:cubicBezTo>
                  <a:lnTo>
                    <a:pt x="170563" y="21668"/>
                  </a:lnTo>
                  <a:cubicBezTo>
                    <a:pt x="174475" y="21780"/>
                    <a:pt x="180172" y="22004"/>
                    <a:pt x="183191" y="22004"/>
                  </a:cubicBezTo>
                  <a:cubicBezTo>
                    <a:pt x="186098" y="22004"/>
                    <a:pt x="191908" y="21780"/>
                    <a:pt x="195708" y="21668"/>
                  </a:cubicBezTo>
                  <a:lnTo>
                    <a:pt x="195708" y="25130"/>
                  </a:lnTo>
                  <a:cubicBezTo>
                    <a:pt x="188219" y="25130"/>
                    <a:pt x="186993" y="25130"/>
                    <a:pt x="186993" y="30158"/>
                  </a:cubicBezTo>
                  <a:lnTo>
                    <a:pt x="186993" y="50710"/>
                  </a:lnTo>
                  <a:cubicBezTo>
                    <a:pt x="186993" y="62326"/>
                    <a:pt x="194926" y="68581"/>
                    <a:pt x="202078" y="68581"/>
                  </a:cubicBezTo>
                  <a:cubicBezTo>
                    <a:pt x="209118" y="68581"/>
                    <a:pt x="210349" y="62551"/>
                    <a:pt x="210349" y="56184"/>
                  </a:cubicBezTo>
                  <a:lnTo>
                    <a:pt x="210349" y="30158"/>
                  </a:lnTo>
                  <a:cubicBezTo>
                    <a:pt x="210349" y="25130"/>
                    <a:pt x="209118" y="25130"/>
                    <a:pt x="201634" y="25130"/>
                  </a:cubicBezTo>
                  <a:lnTo>
                    <a:pt x="201634" y="21668"/>
                  </a:lnTo>
                  <a:cubicBezTo>
                    <a:pt x="205543" y="21780"/>
                    <a:pt x="211243" y="22004"/>
                    <a:pt x="214262" y="22004"/>
                  </a:cubicBezTo>
                  <a:cubicBezTo>
                    <a:pt x="217165" y="22004"/>
                    <a:pt x="222978" y="21780"/>
                    <a:pt x="226778" y="21668"/>
                  </a:cubicBezTo>
                  <a:lnTo>
                    <a:pt x="226778" y="25130"/>
                  </a:lnTo>
                  <a:cubicBezTo>
                    <a:pt x="220966" y="25130"/>
                    <a:pt x="218171" y="25130"/>
                    <a:pt x="218059" y="28480"/>
                  </a:cubicBezTo>
                  <a:lnTo>
                    <a:pt x="218059" y="49816"/>
                  </a:lnTo>
                  <a:cubicBezTo>
                    <a:pt x="218059" y="59421"/>
                    <a:pt x="218059" y="62883"/>
                    <a:pt x="214595" y="66906"/>
                  </a:cubicBezTo>
                  <a:cubicBezTo>
                    <a:pt x="213031" y="68805"/>
                    <a:pt x="209342" y="71037"/>
                    <a:pt x="202860" y="71037"/>
                  </a:cubicBezTo>
                  <a:cubicBezTo>
                    <a:pt x="193475" y="71037"/>
                    <a:pt x="188556" y="64338"/>
                    <a:pt x="186656" y="60090"/>
                  </a:cubicBezTo>
                  <a:lnTo>
                    <a:pt x="186656" y="99186"/>
                  </a:lnTo>
                  <a:lnTo>
                    <a:pt x="170563" y="97956"/>
                  </a:lnTo>
                  <a:lnTo>
                    <a:pt x="170563" y="94494"/>
                  </a:lnTo>
                  <a:cubicBezTo>
                    <a:pt x="178385" y="94494"/>
                    <a:pt x="179279" y="93713"/>
                    <a:pt x="179279" y="88239"/>
                  </a:cubicBezTo>
                  <a:lnTo>
                    <a:pt x="179279" y="30158"/>
                  </a:lnTo>
                  <a:close/>
                </a:path>
              </a:pathLst>
            </a:custGeom>
            <a:solidFill>
              <a:srgbClr val="000000"/>
            </a:solidFill>
            <a:ln w="25400" cap="flat">
              <a:noFill/>
              <a:prstDash val="solid"/>
              <a:miter/>
            </a:ln>
          </p:spPr>
          <p:txBody>
            <a:bodyPr/>
            <a:lstStyle/>
            <a:p>
              <a:endParaRPr lang="en-GB"/>
            </a:p>
          </p:txBody>
        </p:sp>
        <p:sp>
          <p:nvSpPr>
            <p:cNvPr id="2705" name="Freeform: Shape 2704">
              <a:extLst>
                <a:ext uri="{FF2B5EF4-FFF2-40B4-BE49-F238E27FC236}">
                  <a16:creationId xmlns:a16="http://schemas.microsoft.com/office/drawing/2014/main" id="{7FA80C46-2E3E-D61B-69C6-2675864A50AF}"/>
                </a:ext>
              </a:extLst>
            </p:cNvPr>
            <p:cNvSpPr/>
            <p:nvPr>
              <p:custDataLst>
                <p:tags r:id="rId24"/>
              </p:custDataLst>
            </p:nvPr>
          </p:nvSpPr>
          <p:spPr>
            <a:xfrm flipV="1">
              <a:off x="9792270" y="-2749777"/>
              <a:ext cx="67952" cy="75954"/>
            </a:xfrm>
            <a:custGeom>
              <a:avLst/>
              <a:gdLst>
                <a:gd name="csX0" fmla="*/ 19556 w 67952"/>
                <a:gd name="csY0" fmla="*/ 21559 h 75954"/>
                <a:gd name="csX1" fmla="*/ 31180 w 67952"/>
                <a:gd name="csY1" fmla="*/ 11281 h 75954"/>
                <a:gd name="csX2" fmla="*/ 18550 w 67952"/>
                <a:gd name="csY2" fmla="*/ 1119 h 75954"/>
                <a:gd name="csX3" fmla="*/ 3019 w 67952"/>
                <a:gd name="csY3" fmla="*/ 16979 h 75954"/>
                <a:gd name="csX4" fmla="*/ 1452 w 67952"/>
                <a:gd name="csY4" fmla="*/ 18878 h 75954"/>
                <a:gd name="csX5" fmla="*/ 0 w 67952"/>
                <a:gd name="csY5" fmla="*/ 16085 h 75954"/>
                <a:gd name="csX6" fmla="*/ 0 w 67952"/>
                <a:gd name="csY6" fmla="*/ 1339 h 75954"/>
                <a:gd name="csX7" fmla="*/ 1231 w 67952"/>
                <a:gd name="csY7" fmla="*/ -1341 h 75954"/>
                <a:gd name="csX8" fmla="*/ 4021 w 67952"/>
                <a:gd name="csY8" fmla="*/ 895 h 75954"/>
                <a:gd name="csX9" fmla="*/ 6258 w 67952"/>
                <a:gd name="csY9" fmla="*/ 3463 h 75954"/>
                <a:gd name="csX10" fmla="*/ 18550 w 67952"/>
                <a:gd name="csY10" fmla="*/ -1341 h 75954"/>
                <a:gd name="csX11" fmla="*/ 36543 w 67952"/>
                <a:gd name="csY11" fmla="*/ 14186 h 75954"/>
                <a:gd name="csX12" fmla="*/ 31853 w 67952"/>
                <a:gd name="csY12" fmla="*/ 24796 h 75954"/>
                <a:gd name="csX13" fmla="*/ 19111 w 67952"/>
                <a:gd name="csY13" fmla="*/ 30157 h 75954"/>
                <a:gd name="csX14" fmla="*/ 5364 w 67952"/>
                <a:gd name="csY14" fmla="*/ 39317 h 75954"/>
                <a:gd name="csX15" fmla="*/ 17880 w 67952"/>
                <a:gd name="csY15" fmla="*/ 47808 h 75954"/>
                <a:gd name="csX16" fmla="*/ 30958 w 67952"/>
                <a:gd name="csY16" fmla="*/ 34292 h 75954"/>
                <a:gd name="csX17" fmla="*/ 32297 w 67952"/>
                <a:gd name="csY17" fmla="*/ 33286 h 75954"/>
                <a:gd name="csX18" fmla="*/ 33749 w 67952"/>
                <a:gd name="csY18" fmla="*/ 35967 h 75954"/>
                <a:gd name="csX19" fmla="*/ 33749 w 67952"/>
                <a:gd name="csY19" fmla="*/ 47247 h 75954"/>
                <a:gd name="csX20" fmla="*/ 32521 w 67952"/>
                <a:gd name="csY20" fmla="*/ 49927 h 75954"/>
                <a:gd name="csX21" fmla="*/ 30285 w 67952"/>
                <a:gd name="csY21" fmla="*/ 48589 h 75954"/>
                <a:gd name="csX22" fmla="*/ 28385 w 67952"/>
                <a:gd name="csY22" fmla="*/ 46802 h 75954"/>
                <a:gd name="csX23" fmla="*/ 17880 w 67952"/>
                <a:gd name="csY23" fmla="*/ 49927 h 75954"/>
                <a:gd name="csX24" fmla="*/ 0 w 67952"/>
                <a:gd name="csY24" fmla="*/ 36192 h 75954"/>
                <a:gd name="csX25" fmla="*/ 4806 w 67952"/>
                <a:gd name="csY25" fmla="*/ 26696 h 75954"/>
                <a:gd name="csX26" fmla="*/ 19556 w 67952"/>
                <a:gd name="csY26" fmla="*/ 21559 h 75954"/>
                <a:gd name="csX27" fmla="*/ 60131 w 67952"/>
                <a:gd name="csY27" fmla="*/ 49258 h 75954"/>
                <a:gd name="csX28" fmla="*/ 44483 w 67952"/>
                <a:gd name="csY28" fmla="*/ 48032 h 75954"/>
                <a:gd name="csX29" fmla="*/ 44483 w 67952"/>
                <a:gd name="csY29" fmla="*/ 44567 h 75954"/>
                <a:gd name="csX30" fmla="*/ 52754 w 67952"/>
                <a:gd name="csY30" fmla="*/ 38423 h 75954"/>
                <a:gd name="csX31" fmla="*/ 52754 w 67952"/>
                <a:gd name="csY31" fmla="*/ 8379 h 75954"/>
                <a:gd name="csX32" fmla="*/ 44038 w 67952"/>
                <a:gd name="csY32" fmla="*/ 3351 h 75954"/>
                <a:gd name="csX33" fmla="*/ 44038 w 67952"/>
                <a:gd name="csY33" fmla="*/ -111 h 75954"/>
                <a:gd name="csX34" fmla="*/ 56331 w 67952"/>
                <a:gd name="csY34" fmla="*/ 225 h 75954"/>
                <a:gd name="csX35" fmla="*/ 67953 w 67952"/>
                <a:gd name="csY35" fmla="*/ -111 h 75954"/>
                <a:gd name="csX36" fmla="*/ 67953 w 67952"/>
                <a:gd name="csY36" fmla="*/ 3351 h 75954"/>
                <a:gd name="csX37" fmla="*/ 60131 w 67952"/>
                <a:gd name="csY37" fmla="*/ 8267 h 75954"/>
                <a:gd name="csX38" fmla="*/ 60131 w 67952"/>
                <a:gd name="csY38" fmla="*/ 49258 h 75954"/>
                <a:gd name="csX39" fmla="*/ 60580 w 67952"/>
                <a:gd name="csY39" fmla="*/ 68696 h 75954"/>
                <a:gd name="csX40" fmla="*/ 54655 w 67952"/>
                <a:gd name="csY40" fmla="*/ 74614 h 75954"/>
                <a:gd name="csX41" fmla="*/ 48733 w 67952"/>
                <a:gd name="csY41" fmla="*/ 68696 h 75954"/>
                <a:gd name="csX42" fmla="*/ 54655 w 67952"/>
                <a:gd name="csY42" fmla="*/ 62774 h 75954"/>
                <a:gd name="csX43" fmla="*/ 60580 w 67952"/>
                <a:gd name="csY43" fmla="*/ 68696 h 759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67952" h="75954">
                  <a:moveTo>
                    <a:pt x="19556" y="21559"/>
                  </a:moveTo>
                  <a:cubicBezTo>
                    <a:pt x="22015" y="21110"/>
                    <a:pt x="31180" y="19323"/>
                    <a:pt x="31180" y="11281"/>
                  </a:cubicBezTo>
                  <a:cubicBezTo>
                    <a:pt x="31180" y="5587"/>
                    <a:pt x="27270" y="1119"/>
                    <a:pt x="18550" y="1119"/>
                  </a:cubicBezTo>
                  <a:cubicBezTo>
                    <a:pt x="9165" y="1119"/>
                    <a:pt x="5140" y="7486"/>
                    <a:pt x="3019" y="16979"/>
                  </a:cubicBezTo>
                  <a:cubicBezTo>
                    <a:pt x="2683" y="18429"/>
                    <a:pt x="2571" y="18878"/>
                    <a:pt x="1452" y="18878"/>
                  </a:cubicBezTo>
                  <a:cubicBezTo>
                    <a:pt x="0" y="18878"/>
                    <a:pt x="0" y="18096"/>
                    <a:pt x="0" y="16085"/>
                  </a:cubicBezTo>
                  <a:lnTo>
                    <a:pt x="0" y="1339"/>
                  </a:lnTo>
                  <a:cubicBezTo>
                    <a:pt x="0" y="-560"/>
                    <a:pt x="0" y="-1341"/>
                    <a:pt x="1231" y="-1341"/>
                  </a:cubicBezTo>
                  <a:cubicBezTo>
                    <a:pt x="1789" y="-1341"/>
                    <a:pt x="1901" y="-1229"/>
                    <a:pt x="4021" y="895"/>
                  </a:cubicBezTo>
                  <a:cubicBezTo>
                    <a:pt x="4246" y="1119"/>
                    <a:pt x="4246" y="1339"/>
                    <a:pt x="6258" y="3463"/>
                  </a:cubicBezTo>
                  <a:cubicBezTo>
                    <a:pt x="11173" y="-1229"/>
                    <a:pt x="16205" y="-1341"/>
                    <a:pt x="18550" y="-1341"/>
                  </a:cubicBezTo>
                  <a:cubicBezTo>
                    <a:pt x="31404" y="-1341"/>
                    <a:pt x="36543" y="6144"/>
                    <a:pt x="36543" y="14186"/>
                  </a:cubicBezTo>
                  <a:cubicBezTo>
                    <a:pt x="36543" y="20108"/>
                    <a:pt x="33191" y="23458"/>
                    <a:pt x="31853" y="24796"/>
                  </a:cubicBezTo>
                  <a:cubicBezTo>
                    <a:pt x="28164" y="28370"/>
                    <a:pt x="23803" y="29264"/>
                    <a:pt x="19111" y="30157"/>
                  </a:cubicBezTo>
                  <a:cubicBezTo>
                    <a:pt x="12853" y="31387"/>
                    <a:pt x="5364" y="32838"/>
                    <a:pt x="5364" y="39317"/>
                  </a:cubicBezTo>
                  <a:cubicBezTo>
                    <a:pt x="5364" y="43228"/>
                    <a:pt x="8271" y="47808"/>
                    <a:pt x="17880" y="47808"/>
                  </a:cubicBezTo>
                  <a:cubicBezTo>
                    <a:pt x="30173" y="47808"/>
                    <a:pt x="30734" y="37754"/>
                    <a:pt x="30958" y="34292"/>
                  </a:cubicBezTo>
                  <a:cubicBezTo>
                    <a:pt x="31067" y="33286"/>
                    <a:pt x="32072" y="33286"/>
                    <a:pt x="32297" y="33286"/>
                  </a:cubicBezTo>
                  <a:cubicBezTo>
                    <a:pt x="33749" y="33286"/>
                    <a:pt x="33749" y="33843"/>
                    <a:pt x="33749" y="35967"/>
                  </a:cubicBezTo>
                  <a:lnTo>
                    <a:pt x="33749" y="47247"/>
                  </a:lnTo>
                  <a:cubicBezTo>
                    <a:pt x="33749" y="49146"/>
                    <a:pt x="33749" y="49927"/>
                    <a:pt x="32521" y="49927"/>
                  </a:cubicBezTo>
                  <a:cubicBezTo>
                    <a:pt x="31961" y="49927"/>
                    <a:pt x="31740" y="49927"/>
                    <a:pt x="30285" y="48589"/>
                  </a:cubicBezTo>
                  <a:cubicBezTo>
                    <a:pt x="29952" y="48140"/>
                    <a:pt x="28834" y="47139"/>
                    <a:pt x="28385" y="46802"/>
                  </a:cubicBezTo>
                  <a:cubicBezTo>
                    <a:pt x="24139" y="49927"/>
                    <a:pt x="19556" y="49927"/>
                    <a:pt x="17880" y="49927"/>
                  </a:cubicBezTo>
                  <a:cubicBezTo>
                    <a:pt x="4246" y="49927"/>
                    <a:pt x="0" y="42446"/>
                    <a:pt x="0" y="36192"/>
                  </a:cubicBezTo>
                  <a:cubicBezTo>
                    <a:pt x="0" y="32281"/>
                    <a:pt x="1789" y="29152"/>
                    <a:pt x="4806" y="26696"/>
                  </a:cubicBezTo>
                  <a:cubicBezTo>
                    <a:pt x="8383" y="23790"/>
                    <a:pt x="11510" y="23121"/>
                    <a:pt x="19556" y="21559"/>
                  </a:cubicBezTo>
                  <a:close/>
                  <a:moveTo>
                    <a:pt x="60131" y="49258"/>
                  </a:moveTo>
                  <a:lnTo>
                    <a:pt x="44483" y="48032"/>
                  </a:lnTo>
                  <a:lnTo>
                    <a:pt x="44483" y="44567"/>
                  </a:lnTo>
                  <a:cubicBezTo>
                    <a:pt x="51748" y="44567"/>
                    <a:pt x="52754" y="43897"/>
                    <a:pt x="52754" y="38423"/>
                  </a:cubicBezTo>
                  <a:lnTo>
                    <a:pt x="52754" y="8379"/>
                  </a:lnTo>
                  <a:cubicBezTo>
                    <a:pt x="52754" y="3351"/>
                    <a:pt x="51527" y="3351"/>
                    <a:pt x="44038" y="3351"/>
                  </a:cubicBezTo>
                  <a:lnTo>
                    <a:pt x="44038" y="-111"/>
                  </a:lnTo>
                  <a:cubicBezTo>
                    <a:pt x="47615" y="1"/>
                    <a:pt x="53648" y="225"/>
                    <a:pt x="56331" y="225"/>
                  </a:cubicBezTo>
                  <a:cubicBezTo>
                    <a:pt x="60243" y="225"/>
                    <a:pt x="64156" y="1"/>
                    <a:pt x="67953" y="-111"/>
                  </a:cubicBezTo>
                  <a:lnTo>
                    <a:pt x="67953" y="3351"/>
                  </a:lnTo>
                  <a:cubicBezTo>
                    <a:pt x="60580" y="3351"/>
                    <a:pt x="60131" y="3911"/>
                    <a:pt x="60131" y="8267"/>
                  </a:cubicBezTo>
                  <a:lnTo>
                    <a:pt x="60131" y="49258"/>
                  </a:lnTo>
                  <a:close/>
                  <a:moveTo>
                    <a:pt x="60580" y="68696"/>
                  </a:moveTo>
                  <a:cubicBezTo>
                    <a:pt x="60580" y="72270"/>
                    <a:pt x="57785" y="74614"/>
                    <a:pt x="54655" y="74614"/>
                  </a:cubicBezTo>
                  <a:cubicBezTo>
                    <a:pt x="51190" y="74614"/>
                    <a:pt x="48733" y="71597"/>
                    <a:pt x="48733" y="68696"/>
                  </a:cubicBezTo>
                  <a:cubicBezTo>
                    <a:pt x="48733" y="65679"/>
                    <a:pt x="51190" y="62774"/>
                    <a:pt x="54655" y="62774"/>
                  </a:cubicBezTo>
                  <a:cubicBezTo>
                    <a:pt x="57785" y="62774"/>
                    <a:pt x="60580" y="65121"/>
                    <a:pt x="60580" y="68696"/>
                  </a:cubicBezTo>
                  <a:close/>
                </a:path>
              </a:pathLst>
            </a:custGeom>
            <a:solidFill>
              <a:srgbClr val="000000"/>
            </a:solidFill>
            <a:ln w="25400" cap="flat">
              <a:noFill/>
              <a:prstDash val="solid"/>
              <a:miter/>
            </a:ln>
          </p:spPr>
          <p:txBody>
            <a:bodyPr/>
            <a:lstStyle/>
            <a:p>
              <a:endParaRPr lang="en-GB"/>
            </a:p>
          </p:txBody>
        </p:sp>
        <p:sp>
          <p:nvSpPr>
            <p:cNvPr id="2706" name="Freeform: Shape 2705">
              <a:extLst>
                <a:ext uri="{FF2B5EF4-FFF2-40B4-BE49-F238E27FC236}">
                  <a16:creationId xmlns:a16="http://schemas.microsoft.com/office/drawing/2014/main" id="{BC465B3D-7B61-7E70-00E3-195CE5E879F7}"/>
                </a:ext>
              </a:extLst>
            </p:cNvPr>
            <p:cNvSpPr/>
            <p:nvPr>
              <p:custDataLst>
                <p:tags r:id="rId25"/>
              </p:custDataLst>
            </p:nvPr>
          </p:nvSpPr>
          <p:spPr>
            <a:xfrm flipV="1">
              <a:off x="9904453" y="-2724422"/>
              <a:ext cx="55657" cy="50599"/>
            </a:xfrm>
            <a:custGeom>
              <a:avLst/>
              <a:gdLst>
                <a:gd name="csX0" fmla="*/ 34089 w 55657"/>
                <a:gd name="csY0" fmla="*/ 33625 h 50599"/>
                <a:gd name="csX1" fmla="*/ 45150 w 55657"/>
                <a:gd name="csY1" fmla="*/ 46804 h 50599"/>
                <a:gd name="csX2" fmla="*/ 50739 w 55657"/>
                <a:gd name="csY2" fmla="*/ 45350 h 50599"/>
                <a:gd name="csX3" fmla="*/ 45375 w 55657"/>
                <a:gd name="csY3" fmla="*/ 39320 h 50599"/>
                <a:gd name="csX4" fmla="*/ 49620 w 55657"/>
                <a:gd name="csY4" fmla="*/ 35412 h 50599"/>
                <a:gd name="csX5" fmla="*/ 55658 w 55657"/>
                <a:gd name="csY5" fmla="*/ 41888 h 50599"/>
                <a:gd name="csX6" fmla="*/ 45262 w 55657"/>
                <a:gd name="csY6" fmla="*/ 49260 h 50599"/>
                <a:gd name="csX7" fmla="*/ 33528 w 55657"/>
                <a:gd name="csY7" fmla="*/ 40774 h 50599"/>
                <a:gd name="csX8" fmla="*/ 21460 w 55657"/>
                <a:gd name="csY8" fmla="*/ 49260 h 50599"/>
                <a:gd name="csX9" fmla="*/ 3467 w 55657"/>
                <a:gd name="csY9" fmla="*/ 32059 h 50599"/>
                <a:gd name="csX10" fmla="*/ 4807 w 55657"/>
                <a:gd name="csY10" fmla="*/ 30945 h 50599"/>
                <a:gd name="csX11" fmla="*/ 6258 w 55657"/>
                <a:gd name="csY11" fmla="*/ 32171 h 50599"/>
                <a:gd name="csX12" fmla="*/ 21236 w 55657"/>
                <a:gd name="csY12" fmla="*/ 46804 h 50599"/>
                <a:gd name="csX13" fmla="*/ 27270 w 55657"/>
                <a:gd name="csY13" fmla="*/ 39320 h 50599"/>
                <a:gd name="csX14" fmla="*/ 21236 w 55657"/>
                <a:gd name="csY14" fmla="*/ 12738 h 50599"/>
                <a:gd name="csX15" fmla="*/ 10619 w 55657"/>
                <a:gd name="csY15" fmla="*/ 1121 h 50599"/>
                <a:gd name="csX16" fmla="*/ 5031 w 55657"/>
                <a:gd name="csY16" fmla="*/ 2572 h 50599"/>
                <a:gd name="csX17" fmla="*/ 10283 w 55657"/>
                <a:gd name="csY17" fmla="*/ 8602 h 50599"/>
                <a:gd name="csX18" fmla="*/ 6150 w 55657"/>
                <a:gd name="csY18" fmla="*/ 12513 h 50599"/>
                <a:gd name="csX19" fmla="*/ 0 w 55657"/>
                <a:gd name="csY19" fmla="*/ 6034 h 50599"/>
                <a:gd name="csX20" fmla="*/ 10507 w 55657"/>
                <a:gd name="csY20" fmla="*/ -1339 h 50599"/>
                <a:gd name="csX21" fmla="*/ 22242 w 55657"/>
                <a:gd name="csY21" fmla="*/ 7152 h 50599"/>
                <a:gd name="csX22" fmla="*/ 34310 w 55657"/>
                <a:gd name="csY22" fmla="*/ -1339 h 50599"/>
                <a:gd name="csX23" fmla="*/ 52190 w 55657"/>
                <a:gd name="csY23" fmla="*/ 15863 h 50599"/>
                <a:gd name="csX24" fmla="*/ 50851 w 55657"/>
                <a:gd name="csY24" fmla="*/ 16981 h 50599"/>
                <a:gd name="csX25" fmla="*/ 49399 w 55657"/>
                <a:gd name="csY25" fmla="*/ 15751 h 50599"/>
                <a:gd name="csX26" fmla="*/ 34534 w 55657"/>
                <a:gd name="csY26" fmla="*/ 1121 h 50599"/>
                <a:gd name="csX27" fmla="*/ 28388 w 55657"/>
                <a:gd name="csY27" fmla="*/ 8490 h 50599"/>
                <a:gd name="csX28" fmla="*/ 30288 w 55657"/>
                <a:gd name="csY28" fmla="*/ 18323 h 50599"/>
                <a:gd name="csX29" fmla="*/ 34089 w 55657"/>
                <a:gd name="csY29" fmla="*/ 33625 h 505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55657" h="50599">
                  <a:moveTo>
                    <a:pt x="34089" y="33625"/>
                  </a:moveTo>
                  <a:cubicBezTo>
                    <a:pt x="34758" y="36526"/>
                    <a:pt x="37328" y="46804"/>
                    <a:pt x="45150" y="46804"/>
                  </a:cubicBezTo>
                  <a:cubicBezTo>
                    <a:pt x="45711" y="46804"/>
                    <a:pt x="48393" y="46804"/>
                    <a:pt x="50739" y="45350"/>
                  </a:cubicBezTo>
                  <a:cubicBezTo>
                    <a:pt x="47612" y="44793"/>
                    <a:pt x="45375" y="42000"/>
                    <a:pt x="45375" y="39320"/>
                  </a:cubicBezTo>
                  <a:cubicBezTo>
                    <a:pt x="45375" y="37533"/>
                    <a:pt x="46605" y="35412"/>
                    <a:pt x="49620" y="35412"/>
                  </a:cubicBezTo>
                  <a:cubicBezTo>
                    <a:pt x="52082" y="35412"/>
                    <a:pt x="55658" y="37420"/>
                    <a:pt x="55658" y="41888"/>
                  </a:cubicBezTo>
                  <a:cubicBezTo>
                    <a:pt x="55658" y="47698"/>
                    <a:pt x="49063" y="49260"/>
                    <a:pt x="45262" y="49260"/>
                  </a:cubicBezTo>
                  <a:cubicBezTo>
                    <a:pt x="38780" y="49260"/>
                    <a:pt x="34870" y="43342"/>
                    <a:pt x="33528" y="40774"/>
                  </a:cubicBezTo>
                  <a:cubicBezTo>
                    <a:pt x="30733" y="48143"/>
                    <a:pt x="24700" y="49260"/>
                    <a:pt x="21460" y="49260"/>
                  </a:cubicBezTo>
                  <a:cubicBezTo>
                    <a:pt x="9834" y="49260"/>
                    <a:pt x="3467" y="34852"/>
                    <a:pt x="3467" y="32059"/>
                  </a:cubicBezTo>
                  <a:cubicBezTo>
                    <a:pt x="3467" y="30945"/>
                    <a:pt x="4582" y="30945"/>
                    <a:pt x="4807" y="30945"/>
                  </a:cubicBezTo>
                  <a:cubicBezTo>
                    <a:pt x="5701" y="30945"/>
                    <a:pt x="6037" y="31165"/>
                    <a:pt x="6258" y="32171"/>
                  </a:cubicBezTo>
                  <a:cubicBezTo>
                    <a:pt x="10059" y="44011"/>
                    <a:pt x="17435" y="46804"/>
                    <a:pt x="21236" y="46804"/>
                  </a:cubicBezTo>
                  <a:cubicBezTo>
                    <a:pt x="23357" y="46804"/>
                    <a:pt x="27270" y="45799"/>
                    <a:pt x="27270" y="39320"/>
                  </a:cubicBezTo>
                  <a:cubicBezTo>
                    <a:pt x="27270" y="35857"/>
                    <a:pt x="25369" y="28373"/>
                    <a:pt x="21236" y="12738"/>
                  </a:cubicBezTo>
                  <a:cubicBezTo>
                    <a:pt x="19448" y="5809"/>
                    <a:pt x="15535" y="1121"/>
                    <a:pt x="10619" y="1121"/>
                  </a:cubicBezTo>
                  <a:cubicBezTo>
                    <a:pt x="9946" y="1121"/>
                    <a:pt x="7377" y="1121"/>
                    <a:pt x="5031" y="2572"/>
                  </a:cubicBezTo>
                  <a:cubicBezTo>
                    <a:pt x="7825" y="3129"/>
                    <a:pt x="10283" y="5477"/>
                    <a:pt x="10283" y="8602"/>
                  </a:cubicBezTo>
                  <a:cubicBezTo>
                    <a:pt x="10283" y="11619"/>
                    <a:pt x="7825" y="12513"/>
                    <a:pt x="6150" y="12513"/>
                  </a:cubicBezTo>
                  <a:cubicBezTo>
                    <a:pt x="2794" y="12513"/>
                    <a:pt x="0" y="9608"/>
                    <a:pt x="0" y="6034"/>
                  </a:cubicBezTo>
                  <a:cubicBezTo>
                    <a:pt x="0" y="897"/>
                    <a:pt x="5588" y="-1339"/>
                    <a:pt x="10507" y="-1339"/>
                  </a:cubicBezTo>
                  <a:cubicBezTo>
                    <a:pt x="17884" y="-1339"/>
                    <a:pt x="21905" y="6482"/>
                    <a:pt x="22242" y="7152"/>
                  </a:cubicBezTo>
                  <a:cubicBezTo>
                    <a:pt x="23581" y="3021"/>
                    <a:pt x="27606" y="-1339"/>
                    <a:pt x="34310" y="-1339"/>
                  </a:cubicBezTo>
                  <a:cubicBezTo>
                    <a:pt x="45823" y="-1339"/>
                    <a:pt x="52190" y="13070"/>
                    <a:pt x="52190" y="15863"/>
                  </a:cubicBezTo>
                  <a:cubicBezTo>
                    <a:pt x="52190" y="16981"/>
                    <a:pt x="51188" y="16981"/>
                    <a:pt x="50851" y="16981"/>
                  </a:cubicBezTo>
                  <a:cubicBezTo>
                    <a:pt x="49845" y="16981"/>
                    <a:pt x="49620" y="16536"/>
                    <a:pt x="49399" y="15751"/>
                  </a:cubicBezTo>
                  <a:cubicBezTo>
                    <a:pt x="45711" y="3801"/>
                    <a:pt x="38110" y="1121"/>
                    <a:pt x="34534" y="1121"/>
                  </a:cubicBezTo>
                  <a:cubicBezTo>
                    <a:pt x="30176" y="1121"/>
                    <a:pt x="28388" y="4695"/>
                    <a:pt x="28388" y="8490"/>
                  </a:cubicBezTo>
                  <a:cubicBezTo>
                    <a:pt x="28388" y="10950"/>
                    <a:pt x="29058" y="13406"/>
                    <a:pt x="30288" y="18323"/>
                  </a:cubicBezTo>
                  <a:lnTo>
                    <a:pt x="34089" y="33625"/>
                  </a:lnTo>
                  <a:close/>
                </a:path>
              </a:pathLst>
            </a:custGeom>
            <a:solidFill>
              <a:srgbClr val="000000"/>
            </a:solidFill>
            <a:ln w="25400" cap="flat">
              <a:noFill/>
              <a:prstDash val="solid"/>
              <a:miter/>
            </a:ln>
          </p:spPr>
          <p:txBody>
            <a:bodyPr/>
            <a:lstStyle/>
            <a:p>
              <a:endParaRPr lang="en-GB"/>
            </a:p>
          </p:txBody>
        </p:sp>
        <p:sp>
          <p:nvSpPr>
            <p:cNvPr id="2707" name="Freeform: Shape 2706">
              <a:extLst>
                <a:ext uri="{FF2B5EF4-FFF2-40B4-BE49-F238E27FC236}">
                  <a16:creationId xmlns:a16="http://schemas.microsoft.com/office/drawing/2014/main" id="{8DF3D127-F669-2ED5-6EE7-666001887EC9}"/>
                </a:ext>
              </a:extLst>
            </p:cNvPr>
            <p:cNvSpPr/>
            <p:nvPr>
              <p:custDataLst>
                <p:tags r:id="rId26"/>
              </p:custDataLst>
            </p:nvPr>
          </p:nvSpPr>
          <p:spPr>
            <a:xfrm flipV="1">
              <a:off x="10002408" y="-2716043"/>
              <a:ext cx="74320" cy="26137"/>
            </a:xfrm>
            <a:custGeom>
              <a:avLst/>
              <a:gdLst>
                <a:gd name="csX0" fmla="*/ 70520 w 74320"/>
                <a:gd name="csY0" fmla="*/ 20330 h 26137"/>
                <a:gd name="csX1" fmla="*/ 74321 w 74320"/>
                <a:gd name="csY1" fmla="*/ 22565 h 26137"/>
                <a:gd name="csX2" fmla="*/ 70632 w 74320"/>
                <a:gd name="csY2" fmla="*/ 24797 h 26137"/>
                <a:gd name="csX3" fmla="*/ 3689 w 74320"/>
                <a:gd name="csY3" fmla="*/ 24797 h 26137"/>
                <a:gd name="csX4" fmla="*/ 0 w 74320"/>
                <a:gd name="csY4" fmla="*/ 22565 h 26137"/>
                <a:gd name="csX5" fmla="*/ 3800 w 74320"/>
                <a:gd name="csY5" fmla="*/ 20330 h 26137"/>
                <a:gd name="csX6" fmla="*/ 70520 w 74320"/>
                <a:gd name="csY6" fmla="*/ 20330 h 26137"/>
                <a:gd name="csX7" fmla="*/ 70632 w 74320"/>
                <a:gd name="csY7" fmla="*/ -1340 h 26137"/>
                <a:gd name="csX8" fmla="*/ 74321 w 74320"/>
                <a:gd name="csY8" fmla="*/ 896 h 26137"/>
                <a:gd name="csX9" fmla="*/ 70520 w 74320"/>
                <a:gd name="csY9" fmla="*/ 3131 h 26137"/>
                <a:gd name="csX10" fmla="*/ 3800 w 74320"/>
                <a:gd name="csY10" fmla="*/ 3131 h 26137"/>
                <a:gd name="csX11" fmla="*/ 0 w 74320"/>
                <a:gd name="csY11" fmla="*/ 896 h 26137"/>
                <a:gd name="csX12" fmla="*/ 3689 w 74320"/>
                <a:gd name="csY12" fmla="*/ -1340 h 26137"/>
                <a:gd name="csX13" fmla="*/ 70632 w 74320"/>
                <a:gd name="csY13" fmla="*/ -1340 h 26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74320" h="26137">
                  <a:moveTo>
                    <a:pt x="70520" y="20330"/>
                  </a:moveTo>
                  <a:cubicBezTo>
                    <a:pt x="72196" y="20330"/>
                    <a:pt x="74321" y="20330"/>
                    <a:pt x="74321" y="22565"/>
                  </a:cubicBezTo>
                  <a:cubicBezTo>
                    <a:pt x="74321" y="24797"/>
                    <a:pt x="72196" y="24797"/>
                    <a:pt x="70632" y="24797"/>
                  </a:cubicBezTo>
                  <a:lnTo>
                    <a:pt x="3689" y="24797"/>
                  </a:lnTo>
                  <a:cubicBezTo>
                    <a:pt x="2125" y="24797"/>
                    <a:pt x="0" y="24797"/>
                    <a:pt x="0" y="22565"/>
                  </a:cubicBezTo>
                  <a:cubicBezTo>
                    <a:pt x="0" y="20330"/>
                    <a:pt x="2125" y="20330"/>
                    <a:pt x="3800" y="20330"/>
                  </a:cubicBezTo>
                  <a:lnTo>
                    <a:pt x="70520" y="20330"/>
                  </a:lnTo>
                  <a:close/>
                  <a:moveTo>
                    <a:pt x="70632" y="-1340"/>
                  </a:moveTo>
                  <a:cubicBezTo>
                    <a:pt x="72196" y="-1340"/>
                    <a:pt x="74321" y="-1340"/>
                    <a:pt x="74321" y="896"/>
                  </a:cubicBezTo>
                  <a:cubicBezTo>
                    <a:pt x="74321" y="3131"/>
                    <a:pt x="72196" y="3131"/>
                    <a:pt x="70520" y="3131"/>
                  </a:cubicBezTo>
                  <a:lnTo>
                    <a:pt x="3800" y="3131"/>
                  </a:lnTo>
                  <a:cubicBezTo>
                    <a:pt x="2125" y="3131"/>
                    <a:pt x="0" y="3131"/>
                    <a:pt x="0" y="896"/>
                  </a:cubicBezTo>
                  <a:cubicBezTo>
                    <a:pt x="0" y="-1340"/>
                    <a:pt x="2125" y="-1340"/>
                    <a:pt x="3689" y="-1340"/>
                  </a:cubicBezTo>
                  <a:lnTo>
                    <a:pt x="70632" y="-1340"/>
                  </a:lnTo>
                  <a:close/>
                </a:path>
              </a:pathLst>
            </a:custGeom>
            <a:solidFill>
              <a:srgbClr val="000000"/>
            </a:solidFill>
            <a:ln w="25400" cap="flat">
              <a:noFill/>
              <a:prstDash val="solid"/>
              <a:miter/>
            </a:ln>
          </p:spPr>
          <p:txBody>
            <a:bodyPr/>
            <a:lstStyle/>
            <a:p>
              <a:endParaRPr lang="en-GB"/>
            </a:p>
          </p:txBody>
        </p:sp>
        <p:sp>
          <p:nvSpPr>
            <p:cNvPr id="2708" name="Freeform: Shape 2707">
              <a:extLst>
                <a:ext uri="{FF2B5EF4-FFF2-40B4-BE49-F238E27FC236}">
                  <a16:creationId xmlns:a16="http://schemas.microsoft.com/office/drawing/2014/main" id="{E009CEB8-5BFD-1D14-16EC-E326124FBCCE}"/>
                </a:ext>
              </a:extLst>
            </p:cNvPr>
            <p:cNvSpPr/>
            <p:nvPr>
              <p:custDataLst>
                <p:tags r:id="rId27"/>
              </p:custDataLst>
            </p:nvPr>
          </p:nvSpPr>
          <p:spPr>
            <a:xfrm flipV="1">
              <a:off x="10118622" y="-2749441"/>
              <a:ext cx="46377" cy="76845"/>
            </a:xfrm>
            <a:custGeom>
              <a:avLst/>
              <a:gdLst>
                <a:gd name="csX0" fmla="*/ 27716 w 46377"/>
                <a:gd name="csY0" fmla="*/ 40432 h 76845"/>
                <a:gd name="csX1" fmla="*/ 43362 w 46377"/>
                <a:gd name="csY1" fmla="*/ 60089 h 76845"/>
                <a:gd name="csX2" fmla="*/ 22796 w 46377"/>
                <a:gd name="csY2" fmla="*/ 75504 h 76845"/>
                <a:gd name="csX3" fmla="*/ 3016 w 46377"/>
                <a:gd name="csY3" fmla="*/ 60314 h 76845"/>
                <a:gd name="csX4" fmla="*/ 8716 w 46377"/>
                <a:gd name="csY4" fmla="*/ 54508 h 76845"/>
                <a:gd name="csX5" fmla="*/ 14417 w 46377"/>
                <a:gd name="csY5" fmla="*/ 60202 h 76845"/>
                <a:gd name="csX6" fmla="*/ 7485 w 46377"/>
                <a:gd name="csY6" fmla="*/ 65787 h 76845"/>
                <a:gd name="csX7" fmla="*/ 22351 w 46377"/>
                <a:gd name="csY7" fmla="*/ 72711 h 76845"/>
                <a:gd name="csX8" fmla="*/ 33080 w 46377"/>
                <a:gd name="csY8" fmla="*/ 60202 h 76845"/>
                <a:gd name="csX9" fmla="*/ 29952 w 46377"/>
                <a:gd name="csY9" fmla="*/ 47468 h 76845"/>
                <a:gd name="csX10" fmla="*/ 20006 w 46377"/>
                <a:gd name="csY10" fmla="*/ 41661 h 76845"/>
                <a:gd name="csX11" fmla="*/ 15644 w 46377"/>
                <a:gd name="csY11" fmla="*/ 41325 h 76845"/>
                <a:gd name="csX12" fmla="*/ 13968 w 46377"/>
                <a:gd name="csY12" fmla="*/ 39987 h 76845"/>
                <a:gd name="csX13" fmla="*/ 16650 w 46377"/>
                <a:gd name="csY13" fmla="*/ 38757 h 76845"/>
                <a:gd name="csX14" fmla="*/ 21569 w 46377"/>
                <a:gd name="csY14" fmla="*/ 38757 h 76845"/>
                <a:gd name="csX15" fmla="*/ 34868 w 46377"/>
                <a:gd name="csY15" fmla="*/ 20217 h 76845"/>
                <a:gd name="csX16" fmla="*/ 22239 w 46377"/>
                <a:gd name="csY16" fmla="*/ 1784 h 76845"/>
                <a:gd name="csX17" fmla="*/ 5141 w 46377"/>
                <a:gd name="csY17" fmla="*/ 10275 h 76845"/>
                <a:gd name="csX18" fmla="*/ 12517 w 46377"/>
                <a:gd name="csY18" fmla="*/ 16418 h 76845"/>
                <a:gd name="csX19" fmla="*/ 6259 w 46377"/>
                <a:gd name="csY19" fmla="*/ 22673 h 76845"/>
                <a:gd name="csX20" fmla="*/ 0 w 46377"/>
                <a:gd name="csY20" fmla="*/ 16194 h 76845"/>
                <a:gd name="csX21" fmla="*/ 22575 w 46377"/>
                <a:gd name="csY21" fmla="*/ -1341 h 76845"/>
                <a:gd name="csX22" fmla="*/ 46378 w 46377"/>
                <a:gd name="csY22" fmla="*/ 20217 h 76845"/>
                <a:gd name="csX23" fmla="*/ 27716 w 46377"/>
                <a:gd name="csY23" fmla="*/ 40432 h 768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46377" h="76845">
                  <a:moveTo>
                    <a:pt x="27716" y="40432"/>
                  </a:moveTo>
                  <a:cubicBezTo>
                    <a:pt x="36880" y="43448"/>
                    <a:pt x="43362" y="51266"/>
                    <a:pt x="43362" y="60089"/>
                  </a:cubicBezTo>
                  <a:cubicBezTo>
                    <a:pt x="43362" y="69249"/>
                    <a:pt x="33529" y="75504"/>
                    <a:pt x="22796" y="75504"/>
                  </a:cubicBezTo>
                  <a:cubicBezTo>
                    <a:pt x="11511" y="75504"/>
                    <a:pt x="3016" y="68805"/>
                    <a:pt x="3016" y="60314"/>
                  </a:cubicBezTo>
                  <a:cubicBezTo>
                    <a:pt x="3016" y="56628"/>
                    <a:pt x="5477" y="54508"/>
                    <a:pt x="8716" y="54508"/>
                  </a:cubicBezTo>
                  <a:cubicBezTo>
                    <a:pt x="12181" y="54508"/>
                    <a:pt x="14417" y="56964"/>
                    <a:pt x="14417" y="60202"/>
                  </a:cubicBezTo>
                  <a:cubicBezTo>
                    <a:pt x="14417" y="65787"/>
                    <a:pt x="9165" y="65787"/>
                    <a:pt x="7485" y="65787"/>
                  </a:cubicBezTo>
                  <a:cubicBezTo>
                    <a:pt x="10953" y="71261"/>
                    <a:pt x="18326" y="72711"/>
                    <a:pt x="22351" y="72711"/>
                  </a:cubicBezTo>
                  <a:cubicBezTo>
                    <a:pt x="26934" y="72711"/>
                    <a:pt x="33080" y="70255"/>
                    <a:pt x="33080" y="60202"/>
                  </a:cubicBezTo>
                  <a:cubicBezTo>
                    <a:pt x="33080" y="58863"/>
                    <a:pt x="32856" y="52384"/>
                    <a:pt x="29952" y="47468"/>
                  </a:cubicBezTo>
                  <a:cubicBezTo>
                    <a:pt x="26597" y="42106"/>
                    <a:pt x="22796" y="41774"/>
                    <a:pt x="20006" y="41661"/>
                  </a:cubicBezTo>
                  <a:cubicBezTo>
                    <a:pt x="19112" y="41549"/>
                    <a:pt x="16429" y="41325"/>
                    <a:pt x="15644" y="41325"/>
                  </a:cubicBezTo>
                  <a:cubicBezTo>
                    <a:pt x="14750" y="41213"/>
                    <a:pt x="13968" y="41104"/>
                    <a:pt x="13968" y="39987"/>
                  </a:cubicBezTo>
                  <a:cubicBezTo>
                    <a:pt x="13968" y="38757"/>
                    <a:pt x="14750" y="38757"/>
                    <a:pt x="16650" y="38757"/>
                  </a:cubicBezTo>
                  <a:lnTo>
                    <a:pt x="21569" y="38757"/>
                  </a:lnTo>
                  <a:cubicBezTo>
                    <a:pt x="30734" y="38757"/>
                    <a:pt x="34868" y="31163"/>
                    <a:pt x="34868" y="20217"/>
                  </a:cubicBezTo>
                  <a:cubicBezTo>
                    <a:pt x="34868" y="5026"/>
                    <a:pt x="27158" y="1784"/>
                    <a:pt x="22239" y="1784"/>
                  </a:cubicBezTo>
                  <a:cubicBezTo>
                    <a:pt x="17432" y="1784"/>
                    <a:pt x="9053" y="3684"/>
                    <a:pt x="5141" y="10275"/>
                  </a:cubicBezTo>
                  <a:cubicBezTo>
                    <a:pt x="9053" y="9715"/>
                    <a:pt x="12517" y="12174"/>
                    <a:pt x="12517" y="16418"/>
                  </a:cubicBezTo>
                  <a:cubicBezTo>
                    <a:pt x="12517" y="20440"/>
                    <a:pt x="9498" y="22673"/>
                    <a:pt x="6259" y="22673"/>
                  </a:cubicBezTo>
                  <a:cubicBezTo>
                    <a:pt x="3577" y="22673"/>
                    <a:pt x="0" y="21110"/>
                    <a:pt x="0" y="16194"/>
                  </a:cubicBezTo>
                  <a:cubicBezTo>
                    <a:pt x="0" y="6032"/>
                    <a:pt x="10392" y="-1341"/>
                    <a:pt x="22575" y="-1341"/>
                  </a:cubicBezTo>
                  <a:cubicBezTo>
                    <a:pt x="36210" y="-1341"/>
                    <a:pt x="46378" y="8821"/>
                    <a:pt x="46378" y="20217"/>
                  </a:cubicBezTo>
                  <a:cubicBezTo>
                    <a:pt x="46378" y="29376"/>
                    <a:pt x="39338" y="38088"/>
                    <a:pt x="27716" y="40432"/>
                  </a:cubicBezTo>
                  <a:close/>
                </a:path>
              </a:pathLst>
            </a:custGeom>
            <a:solidFill>
              <a:srgbClr val="000000"/>
            </a:solidFill>
            <a:ln w="25400" cap="flat">
              <a:noFill/>
              <a:prstDash val="solid"/>
              <a:miter/>
            </a:ln>
          </p:spPr>
          <p:txBody>
            <a:bodyPr/>
            <a:lstStyle/>
            <a:p>
              <a:endParaRPr lang="en-GB"/>
            </a:p>
          </p:txBody>
        </p:sp>
        <p:sp>
          <p:nvSpPr>
            <p:cNvPr id="2709" name="Freeform: Shape 2708">
              <a:extLst>
                <a:ext uri="{FF2B5EF4-FFF2-40B4-BE49-F238E27FC236}">
                  <a16:creationId xmlns:a16="http://schemas.microsoft.com/office/drawing/2014/main" id="{06648F0F-107D-CFF2-16F8-218F72ADBFF6}"/>
                </a:ext>
              </a:extLst>
            </p:cNvPr>
            <p:cNvSpPr/>
            <p:nvPr>
              <p:custDataLst>
                <p:tags r:id="rId28"/>
              </p:custDataLst>
            </p:nvPr>
          </p:nvSpPr>
          <p:spPr>
            <a:xfrm flipV="1">
              <a:off x="10315847" y="-2917673"/>
              <a:ext cx="280426" cy="78747"/>
            </a:xfrm>
            <a:custGeom>
              <a:avLst/>
              <a:gdLst>
                <a:gd name="csX0" fmla="*/ 67164 w 280426"/>
                <a:gd name="csY0" fmla="*/ 37388 h 78747"/>
                <a:gd name="csX1" fmla="*/ 76554 w 280426"/>
                <a:gd name="csY1" fmla="*/ 44536 h 78747"/>
                <a:gd name="csX2" fmla="*/ 76554 w 280426"/>
                <a:gd name="csY2" fmla="*/ 48002 h 78747"/>
                <a:gd name="csX3" fmla="*/ 68395 w 280426"/>
                <a:gd name="csY3" fmla="*/ 47665 h 78747"/>
                <a:gd name="csX4" fmla="*/ 58000 w 280426"/>
                <a:gd name="csY4" fmla="*/ 48002 h 78747"/>
                <a:gd name="csX5" fmla="*/ 58000 w 280426"/>
                <a:gd name="csY5" fmla="*/ 44536 h 78747"/>
                <a:gd name="csX6" fmla="*/ 64483 w 280426"/>
                <a:gd name="csY6" fmla="*/ 39175 h 78747"/>
                <a:gd name="csX7" fmla="*/ 63925 w 280426"/>
                <a:gd name="csY7" fmla="*/ 36831 h 78747"/>
                <a:gd name="csX8" fmla="*/ 53754 w 280426"/>
                <a:gd name="csY8" fmla="*/ 8237 h 78747"/>
                <a:gd name="csX9" fmla="*/ 42689 w 280426"/>
                <a:gd name="csY9" fmla="*/ 39399 h 78747"/>
                <a:gd name="csX10" fmla="*/ 42132 w 280426"/>
                <a:gd name="csY10" fmla="*/ 41523 h 78747"/>
                <a:gd name="csX11" fmla="*/ 48726 w 280426"/>
                <a:gd name="csY11" fmla="*/ 44536 h 78747"/>
                <a:gd name="csX12" fmla="*/ 48726 w 280426"/>
                <a:gd name="csY12" fmla="*/ 48002 h 78747"/>
                <a:gd name="csX13" fmla="*/ 37104 w 280426"/>
                <a:gd name="csY13" fmla="*/ 47665 h 78747"/>
                <a:gd name="csX14" fmla="*/ 27157 w 280426"/>
                <a:gd name="csY14" fmla="*/ 48002 h 78747"/>
                <a:gd name="csX15" fmla="*/ 27157 w 280426"/>
                <a:gd name="csY15" fmla="*/ 44536 h 78747"/>
                <a:gd name="csX16" fmla="*/ 34197 w 280426"/>
                <a:gd name="csY16" fmla="*/ 42861 h 78747"/>
                <a:gd name="csX17" fmla="*/ 36768 w 280426"/>
                <a:gd name="csY17" fmla="*/ 36718 h 78747"/>
                <a:gd name="csX18" fmla="*/ 27157 w 280426"/>
                <a:gd name="csY18" fmla="*/ 9688 h 78747"/>
                <a:gd name="csX19" fmla="*/ 16538 w 280426"/>
                <a:gd name="csY19" fmla="*/ 39511 h 78747"/>
                <a:gd name="csX20" fmla="*/ 15980 w 280426"/>
                <a:gd name="csY20" fmla="*/ 41523 h 78747"/>
                <a:gd name="csX21" fmla="*/ 22575 w 280426"/>
                <a:gd name="csY21" fmla="*/ 44536 h 78747"/>
                <a:gd name="csX22" fmla="*/ 22575 w 280426"/>
                <a:gd name="csY22" fmla="*/ 48002 h 78747"/>
                <a:gd name="csX23" fmla="*/ 10392 w 280426"/>
                <a:gd name="csY23" fmla="*/ 47665 h 78747"/>
                <a:gd name="csX24" fmla="*/ 0 w 280426"/>
                <a:gd name="csY24" fmla="*/ 48002 h 78747"/>
                <a:gd name="csX25" fmla="*/ 0 w 280426"/>
                <a:gd name="csY25" fmla="*/ 44536 h 78747"/>
                <a:gd name="csX26" fmla="*/ 8271 w 280426"/>
                <a:gd name="csY26" fmla="*/ 40629 h 78747"/>
                <a:gd name="csX27" fmla="*/ 22351 w 280426"/>
                <a:gd name="csY27" fmla="*/ 1089 h 78747"/>
                <a:gd name="csX28" fmla="*/ 24696 w 280426"/>
                <a:gd name="csY28" fmla="*/ -1371 h 78747"/>
                <a:gd name="csX29" fmla="*/ 26933 w 280426"/>
                <a:gd name="csY29" fmla="*/ 865 h 78747"/>
                <a:gd name="csX30" fmla="*/ 38219 w 280426"/>
                <a:gd name="csY30" fmla="*/ 32475 h 78747"/>
                <a:gd name="csX31" fmla="*/ 49620 w 280426"/>
                <a:gd name="csY31" fmla="*/ 753 h 78747"/>
                <a:gd name="csX32" fmla="*/ 51854 w 280426"/>
                <a:gd name="csY32" fmla="*/ -1371 h 78747"/>
                <a:gd name="csX33" fmla="*/ 54090 w 280426"/>
                <a:gd name="csY33" fmla="*/ 753 h 78747"/>
                <a:gd name="csX34" fmla="*/ 67164 w 280426"/>
                <a:gd name="csY34" fmla="*/ 37388 h 78747"/>
                <a:gd name="csX35" fmla="*/ 90979 w 280426"/>
                <a:gd name="csY35" fmla="*/ 8349 h 78747"/>
                <a:gd name="csX36" fmla="*/ 82263 w 280426"/>
                <a:gd name="csY36" fmla="*/ 3321 h 78747"/>
                <a:gd name="csX37" fmla="*/ 82263 w 280426"/>
                <a:gd name="csY37" fmla="*/ -141 h 78747"/>
                <a:gd name="csX38" fmla="*/ 94892 w 280426"/>
                <a:gd name="csY38" fmla="*/ 196 h 78747"/>
                <a:gd name="csX39" fmla="*/ 107408 w 280426"/>
                <a:gd name="csY39" fmla="*/ -141 h 78747"/>
                <a:gd name="csX40" fmla="*/ 107408 w 280426"/>
                <a:gd name="csY40" fmla="*/ 3321 h 78747"/>
                <a:gd name="csX41" fmla="*/ 98693 w 280426"/>
                <a:gd name="csY41" fmla="*/ 8349 h 78747"/>
                <a:gd name="csX42" fmla="*/ 98693 w 280426"/>
                <a:gd name="csY42" fmla="*/ 28901 h 78747"/>
                <a:gd name="csX43" fmla="*/ 113779 w 280426"/>
                <a:gd name="csY43" fmla="*/ 46772 h 78747"/>
                <a:gd name="csX44" fmla="*/ 122050 w 280426"/>
                <a:gd name="csY44" fmla="*/ 34374 h 78747"/>
                <a:gd name="csX45" fmla="*/ 122050 w 280426"/>
                <a:gd name="csY45" fmla="*/ 8349 h 78747"/>
                <a:gd name="csX46" fmla="*/ 113333 w 280426"/>
                <a:gd name="csY46" fmla="*/ 3321 h 78747"/>
                <a:gd name="csX47" fmla="*/ 113333 w 280426"/>
                <a:gd name="csY47" fmla="*/ -141 h 78747"/>
                <a:gd name="csX48" fmla="*/ 125962 w 280426"/>
                <a:gd name="csY48" fmla="*/ 196 h 78747"/>
                <a:gd name="csX49" fmla="*/ 138479 w 280426"/>
                <a:gd name="csY49" fmla="*/ -141 h 78747"/>
                <a:gd name="csX50" fmla="*/ 138479 w 280426"/>
                <a:gd name="csY50" fmla="*/ 3321 h 78747"/>
                <a:gd name="csX51" fmla="*/ 129759 w 280426"/>
                <a:gd name="csY51" fmla="*/ 6671 h 78747"/>
                <a:gd name="csX52" fmla="*/ 129759 w 280426"/>
                <a:gd name="csY52" fmla="*/ 28007 h 78747"/>
                <a:gd name="csX53" fmla="*/ 126295 w 280426"/>
                <a:gd name="csY53" fmla="*/ 45097 h 78747"/>
                <a:gd name="csX54" fmla="*/ 114561 w 280426"/>
                <a:gd name="csY54" fmla="*/ 49228 h 78747"/>
                <a:gd name="csX55" fmla="*/ 98356 w 280426"/>
                <a:gd name="csY55" fmla="*/ 38281 h 78747"/>
                <a:gd name="csX56" fmla="*/ 98356 w 280426"/>
                <a:gd name="csY56" fmla="*/ 77377 h 78747"/>
                <a:gd name="csX57" fmla="*/ 82263 w 280426"/>
                <a:gd name="csY57" fmla="*/ 76147 h 78747"/>
                <a:gd name="csX58" fmla="*/ 82263 w 280426"/>
                <a:gd name="csY58" fmla="*/ 72685 h 78747"/>
                <a:gd name="csX59" fmla="*/ 90979 w 280426"/>
                <a:gd name="csY59" fmla="*/ 66430 h 78747"/>
                <a:gd name="csX60" fmla="*/ 90979 w 280426"/>
                <a:gd name="csY60" fmla="*/ 8349 h 78747"/>
                <a:gd name="csX61" fmla="*/ 153237 w 280426"/>
                <a:gd name="csY61" fmla="*/ 28007 h 78747"/>
                <a:gd name="csX62" fmla="*/ 167096 w 280426"/>
                <a:gd name="csY62" fmla="*/ 47441 h 78747"/>
                <a:gd name="csX63" fmla="*/ 179725 w 280426"/>
                <a:gd name="csY63" fmla="*/ 28007 h 78747"/>
                <a:gd name="csX64" fmla="*/ 153237 w 280426"/>
                <a:gd name="csY64" fmla="*/ 28007 h 78747"/>
                <a:gd name="csX65" fmla="*/ 153124 w 280426"/>
                <a:gd name="csY65" fmla="*/ 25660 h 78747"/>
                <a:gd name="csX66" fmla="*/ 184307 w 280426"/>
                <a:gd name="csY66" fmla="*/ 25660 h 78747"/>
                <a:gd name="csX67" fmla="*/ 187098 w 280426"/>
                <a:gd name="csY67" fmla="*/ 28007 h 78747"/>
                <a:gd name="csX68" fmla="*/ 167096 w 280426"/>
                <a:gd name="csY68" fmla="*/ 49898 h 78747"/>
                <a:gd name="csX69" fmla="*/ 143852 w 280426"/>
                <a:gd name="csY69" fmla="*/ 24433 h 78747"/>
                <a:gd name="csX70" fmla="*/ 168435 w 280426"/>
                <a:gd name="csY70" fmla="*/ -1371 h 78747"/>
                <a:gd name="csX71" fmla="*/ 187098 w 280426"/>
                <a:gd name="csY71" fmla="*/ 13150 h 78747"/>
                <a:gd name="csX72" fmla="*/ 185647 w 280426"/>
                <a:gd name="csY72" fmla="*/ 14492 h 78747"/>
                <a:gd name="csX73" fmla="*/ 184195 w 280426"/>
                <a:gd name="csY73" fmla="*/ 12926 h 78747"/>
                <a:gd name="csX74" fmla="*/ 169105 w 280426"/>
                <a:gd name="csY74" fmla="*/ 1422 h 78747"/>
                <a:gd name="csX75" fmla="*/ 156480 w 280426"/>
                <a:gd name="csY75" fmla="*/ 8907 h 78747"/>
                <a:gd name="csX76" fmla="*/ 153124 w 280426"/>
                <a:gd name="csY76" fmla="*/ 25660 h 78747"/>
                <a:gd name="csX77" fmla="*/ 209010 w 280426"/>
                <a:gd name="csY77" fmla="*/ 36943 h 78747"/>
                <a:gd name="csX78" fmla="*/ 209010 w 280426"/>
                <a:gd name="csY78" fmla="*/ 49228 h 78747"/>
                <a:gd name="csX79" fmla="*/ 193478 w 280426"/>
                <a:gd name="csY79" fmla="*/ 48002 h 78747"/>
                <a:gd name="csX80" fmla="*/ 193478 w 280426"/>
                <a:gd name="csY80" fmla="*/ 44536 h 78747"/>
                <a:gd name="csX81" fmla="*/ 202194 w 280426"/>
                <a:gd name="csY81" fmla="*/ 38281 h 78747"/>
                <a:gd name="csX82" fmla="*/ 202194 w 280426"/>
                <a:gd name="csY82" fmla="*/ 8349 h 78747"/>
                <a:gd name="csX83" fmla="*/ 193478 w 280426"/>
                <a:gd name="csY83" fmla="*/ 3321 h 78747"/>
                <a:gd name="csX84" fmla="*/ 193478 w 280426"/>
                <a:gd name="csY84" fmla="*/ -141 h 78747"/>
                <a:gd name="csX85" fmla="*/ 206215 w 280426"/>
                <a:gd name="csY85" fmla="*/ 196 h 78747"/>
                <a:gd name="csX86" fmla="*/ 220412 w 280426"/>
                <a:gd name="csY86" fmla="*/ -141 h 78747"/>
                <a:gd name="csX87" fmla="*/ 220412 w 280426"/>
                <a:gd name="csY87" fmla="*/ 3321 h 78747"/>
                <a:gd name="csX88" fmla="*/ 218063 w 280426"/>
                <a:gd name="csY88" fmla="*/ 3321 h 78747"/>
                <a:gd name="csX89" fmla="*/ 209571 w 280426"/>
                <a:gd name="csY89" fmla="*/ 8570 h 78747"/>
                <a:gd name="csX90" fmla="*/ 209571 w 280426"/>
                <a:gd name="csY90" fmla="*/ 25771 h 78747"/>
                <a:gd name="csX91" fmla="*/ 222757 w 280426"/>
                <a:gd name="csY91" fmla="*/ 46772 h 78747"/>
                <a:gd name="csX92" fmla="*/ 223988 w 280426"/>
                <a:gd name="csY92" fmla="*/ 46660 h 78747"/>
                <a:gd name="csX93" fmla="*/ 221417 w 280426"/>
                <a:gd name="csY93" fmla="*/ 42304 h 78747"/>
                <a:gd name="csX94" fmla="*/ 226221 w 280426"/>
                <a:gd name="csY94" fmla="*/ 37500 h 78747"/>
                <a:gd name="csX95" fmla="*/ 231028 w 280426"/>
                <a:gd name="csY95" fmla="*/ 42417 h 78747"/>
                <a:gd name="csX96" fmla="*/ 222757 w 280426"/>
                <a:gd name="csY96" fmla="*/ 49228 h 78747"/>
                <a:gd name="csX97" fmla="*/ 209010 w 280426"/>
                <a:gd name="csY97" fmla="*/ 36943 h 78747"/>
                <a:gd name="csX98" fmla="*/ 246566 w 280426"/>
                <a:gd name="csY98" fmla="*/ 28007 h 78747"/>
                <a:gd name="csX99" fmla="*/ 260425 w 280426"/>
                <a:gd name="csY99" fmla="*/ 47441 h 78747"/>
                <a:gd name="csX100" fmla="*/ 273054 w 280426"/>
                <a:gd name="csY100" fmla="*/ 28007 h 78747"/>
                <a:gd name="csX101" fmla="*/ 246566 w 280426"/>
                <a:gd name="csY101" fmla="*/ 28007 h 78747"/>
                <a:gd name="csX102" fmla="*/ 246454 w 280426"/>
                <a:gd name="csY102" fmla="*/ 25660 h 78747"/>
                <a:gd name="csX103" fmla="*/ 277637 w 280426"/>
                <a:gd name="csY103" fmla="*/ 25660 h 78747"/>
                <a:gd name="csX104" fmla="*/ 280427 w 280426"/>
                <a:gd name="csY104" fmla="*/ 28007 h 78747"/>
                <a:gd name="csX105" fmla="*/ 260425 w 280426"/>
                <a:gd name="csY105" fmla="*/ 49898 h 78747"/>
                <a:gd name="csX106" fmla="*/ 237180 w 280426"/>
                <a:gd name="csY106" fmla="*/ 24433 h 78747"/>
                <a:gd name="csX107" fmla="*/ 261765 w 280426"/>
                <a:gd name="csY107" fmla="*/ -1371 h 78747"/>
                <a:gd name="csX108" fmla="*/ 280427 w 280426"/>
                <a:gd name="csY108" fmla="*/ 13150 h 78747"/>
                <a:gd name="csX109" fmla="*/ 278976 w 280426"/>
                <a:gd name="csY109" fmla="*/ 14492 h 78747"/>
                <a:gd name="csX110" fmla="*/ 277524 w 280426"/>
                <a:gd name="csY110" fmla="*/ 12926 h 78747"/>
                <a:gd name="csX111" fmla="*/ 262435 w 280426"/>
                <a:gd name="csY111" fmla="*/ 1422 h 78747"/>
                <a:gd name="csX112" fmla="*/ 249809 w 280426"/>
                <a:gd name="csY112" fmla="*/ 8907 h 78747"/>
                <a:gd name="csX113" fmla="*/ 246454 w 280426"/>
                <a:gd name="csY113" fmla="*/ 25660 h 787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Lst>
              <a:rect l="l" t="t" r="r" b="b"/>
              <a:pathLst>
                <a:path w="280426" h="78747">
                  <a:moveTo>
                    <a:pt x="67164" y="37388"/>
                  </a:moveTo>
                  <a:cubicBezTo>
                    <a:pt x="69177" y="42974"/>
                    <a:pt x="72641" y="44424"/>
                    <a:pt x="76554" y="44536"/>
                  </a:cubicBezTo>
                  <a:lnTo>
                    <a:pt x="76554" y="48002"/>
                  </a:lnTo>
                  <a:cubicBezTo>
                    <a:pt x="74092" y="47777"/>
                    <a:pt x="70853" y="47665"/>
                    <a:pt x="68395" y="47665"/>
                  </a:cubicBezTo>
                  <a:cubicBezTo>
                    <a:pt x="65152" y="47665"/>
                    <a:pt x="60124" y="47890"/>
                    <a:pt x="58000" y="48002"/>
                  </a:cubicBezTo>
                  <a:lnTo>
                    <a:pt x="58000" y="44536"/>
                  </a:lnTo>
                  <a:cubicBezTo>
                    <a:pt x="62025" y="44424"/>
                    <a:pt x="64483" y="42417"/>
                    <a:pt x="64483" y="39175"/>
                  </a:cubicBezTo>
                  <a:cubicBezTo>
                    <a:pt x="64483" y="38506"/>
                    <a:pt x="64483" y="38281"/>
                    <a:pt x="63925" y="36831"/>
                  </a:cubicBezTo>
                  <a:lnTo>
                    <a:pt x="53754" y="8237"/>
                  </a:lnTo>
                  <a:lnTo>
                    <a:pt x="42689" y="39399"/>
                  </a:lnTo>
                  <a:cubicBezTo>
                    <a:pt x="42244" y="40741"/>
                    <a:pt x="42132" y="40962"/>
                    <a:pt x="42132" y="41523"/>
                  </a:cubicBezTo>
                  <a:cubicBezTo>
                    <a:pt x="42132" y="44536"/>
                    <a:pt x="46490" y="44536"/>
                    <a:pt x="48726" y="44536"/>
                  </a:cubicBezTo>
                  <a:lnTo>
                    <a:pt x="48726" y="48002"/>
                  </a:lnTo>
                  <a:cubicBezTo>
                    <a:pt x="45483" y="47890"/>
                    <a:pt x="39786" y="47665"/>
                    <a:pt x="37104" y="47665"/>
                  </a:cubicBezTo>
                  <a:cubicBezTo>
                    <a:pt x="33749" y="47665"/>
                    <a:pt x="30509" y="47777"/>
                    <a:pt x="27157" y="48002"/>
                  </a:cubicBezTo>
                  <a:lnTo>
                    <a:pt x="27157" y="44536"/>
                  </a:lnTo>
                  <a:cubicBezTo>
                    <a:pt x="31291" y="44536"/>
                    <a:pt x="33079" y="44316"/>
                    <a:pt x="34197" y="42861"/>
                  </a:cubicBezTo>
                  <a:cubicBezTo>
                    <a:pt x="34755" y="42192"/>
                    <a:pt x="35986" y="38842"/>
                    <a:pt x="36768" y="36718"/>
                  </a:cubicBezTo>
                  <a:lnTo>
                    <a:pt x="27157" y="9688"/>
                  </a:lnTo>
                  <a:lnTo>
                    <a:pt x="16538" y="39511"/>
                  </a:lnTo>
                  <a:cubicBezTo>
                    <a:pt x="15980" y="40850"/>
                    <a:pt x="15980" y="41075"/>
                    <a:pt x="15980" y="41523"/>
                  </a:cubicBezTo>
                  <a:cubicBezTo>
                    <a:pt x="15980" y="44536"/>
                    <a:pt x="20338" y="44536"/>
                    <a:pt x="22575" y="44536"/>
                  </a:cubicBezTo>
                  <a:lnTo>
                    <a:pt x="22575" y="48002"/>
                  </a:lnTo>
                  <a:cubicBezTo>
                    <a:pt x="19220" y="47890"/>
                    <a:pt x="12962" y="47665"/>
                    <a:pt x="10392" y="47665"/>
                  </a:cubicBezTo>
                  <a:cubicBezTo>
                    <a:pt x="9946" y="47665"/>
                    <a:pt x="4021" y="47777"/>
                    <a:pt x="0" y="48002"/>
                  </a:cubicBezTo>
                  <a:lnTo>
                    <a:pt x="0" y="44536"/>
                  </a:lnTo>
                  <a:cubicBezTo>
                    <a:pt x="5588" y="44536"/>
                    <a:pt x="6928" y="44204"/>
                    <a:pt x="8271" y="40629"/>
                  </a:cubicBezTo>
                  <a:lnTo>
                    <a:pt x="22351" y="1089"/>
                  </a:lnTo>
                  <a:cubicBezTo>
                    <a:pt x="22908" y="-477"/>
                    <a:pt x="23245" y="-1371"/>
                    <a:pt x="24696" y="-1371"/>
                  </a:cubicBezTo>
                  <a:cubicBezTo>
                    <a:pt x="26151" y="-1371"/>
                    <a:pt x="26372" y="-698"/>
                    <a:pt x="26933" y="865"/>
                  </a:cubicBezTo>
                  <a:lnTo>
                    <a:pt x="38219" y="32475"/>
                  </a:lnTo>
                  <a:lnTo>
                    <a:pt x="49620" y="753"/>
                  </a:lnTo>
                  <a:cubicBezTo>
                    <a:pt x="50066" y="-477"/>
                    <a:pt x="50402" y="-1371"/>
                    <a:pt x="51854" y="-1371"/>
                  </a:cubicBezTo>
                  <a:cubicBezTo>
                    <a:pt x="53309" y="-1371"/>
                    <a:pt x="53642" y="-366"/>
                    <a:pt x="54090" y="753"/>
                  </a:cubicBezTo>
                  <a:lnTo>
                    <a:pt x="67164" y="37388"/>
                  </a:lnTo>
                  <a:close/>
                  <a:moveTo>
                    <a:pt x="90979" y="8349"/>
                  </a:moveTo>
                  <a:cubicBezTo>
                    <a:pt x="90979" y="3321"/>
                    <a:pt x="89752" y="3321"/>
                    <a:pt x="82263" y="3321"/>
                  </a:cubicBezTo>
                  <a:lnTo>
                    <a:pt x="82263" y="-141"/>
                  </a:lnTo>
                  <a:cubicBezTo>
                    <a:pt x="86176" y="-29"/>
                    <a:pt x="91873" y="196"/>
                    <a:pt x="94892" y="196"/>
                  </a:cubicBezTo>
                  <a:cubicBezTo>
                    <a:pt x="97798" y="196"/>
                    <a:pt x="103608" y="-29"/>
                    <a:pt x="107408" y="-141"/>
                  </a:cubicBezTo>
                  <a:lnTo>
                    <a:pt x="107408" y="3321"/>
                  </a:lnTo>
                  <a:cubicBezTo>
                    <a:pt x="99919" y="3321"/>
                    <a:pt x="98693" y="3321"/>
                    <a:pt x="98693" y="8349"/>
                  </a:cubicBezTo>
                  <a:lnTo>
                    <a:pt x="98693" y="28901"/>
                  </a:lnTo>
                  <a:cubicBezTo>
                    <a:pt x="98693" y="40517"/>
                    <a:pt x="106627" y="46772"/>
                    <a:pt x="113779" y="46772"/>
                  </a:cubicBezTo>
                  <a:cubicBezTo>
                    <a:pt x="120819" y="46772"/>
                    <a:pt x="122050" y="40741"/>
                    <a:pt x="122050" y="34374"/>
                  </a:cubicBezTo>
                  <a:lnTo>
                    <a:pt x="122050" y="8349"/>
                  </a:lnTo>
                  <a:cubicBezTo>
                    <a:pt x="122050" y="3321"/>
                    <a:pt x="120819" y="3321"/>
                    <a:pt x="113333" y="3321"/>
                  </a:cubicBezTo>
                  <a:lnTo>
                    <a:pt x="113333" y="-141"/>
                  </a:lnTo>
                  <a:cubicBezTo>
                    <a:pt x="117243" y="-29"/>
                    <a:pt x="122944" y="196"/>
                    <a:pt x="125962" y="196"/>
                  </a:cubicBezTo>
                  <a:cubicBezTo>
                    <a:pt x="128865" y="196"/>
                    <a:pt x="134678" y="-29"/>
                    <a:pt x="138479" y="-141"/>
                  </a:cubicBezTo>
                  <a:lnTo>
                    <a:pt x="138479" y="3321"/>
                  </a:lnTo>
                  <a:cubicBezTo>
                    <a:pt x="132665" y="3321"/>
                    <a:pt x="129871" y="3321"/>
                    <a:pt x="129759" y="6671"/>
                  </a:cubicBezTo>
                  <a:lnTo>
                    <a:pt x="129759" y="28007"/>
                  </a:lnTo>
                  <a:cubicBezTo>
                    <a:pt x="129759" y="37612"/>
                    <a:pt x="129759" y="41075"/>
                    <a:pt x="126295" y="45097"/>
                  </a:cubicBezTo>
                  <a:cubicBezTo>
                    <a:pt x="124732" y="46996"/>
                    <a:pt x="121043" y="49228"/>
                    <a:pt x="114561" y="49228"/>
                  </a:cubicBezTo>
                  <a:cubicBezTo>
                    <a:pt x="105175" y="49228"/>
                    <a:pt x="100256" y="42528"/>
                    <a:pt x="98356" y="38281"/>
                  </a:cubicBezTo>
                  <a:lnTo>
                    <a:pt x="98356" y="77377"/>
                  </a:lnTo>
                  <a:lnTo>
                    <a:pt x="82263" y="76147"/>
                  </a:lnTo>
                  <a:lnTo>
                    <a:pt x="82263" y="72685"/>
                  </a:lnTo>
                  <a:cubicBezTo>
                    <a:pt x="90085" y="72685"/>
                    <a:pt x="90979" y="71903"/>
                    <a:pt x="90979" y="66430"/>
                  </a:cubicBezTo>
                  <a:lnTo>
                    <a:pt x="90979" y="8349"/>
                  </a:lnTo>
                  <a:close/>
                  <a:moveTo>
                    <a:pt x="153237" y="28007"/>
                  </a:moveTo>
                  <a:cubicBezTo>
                    <a:pt x="153906" y="44648"/>
                    <a:pt x="163296" y="47441"/>
                    <a:pt x="167096" y="47441"/>
                  </a:cubicBezTo>
                  <a:cubicBezTo>
                    <a:pt x="178607" y="47441"/>
                    <a:pt x="179725" y="32363"/>
                    <a:pt x="179725" y="28007"/>
                  </a:cubicBezTo>
                  <a:lnTo>
                    <a:pt x="153237" y="28007"/>
                  </a:lnTo>
                  <a:close/>
                  <a:moveTo>
                    <a:pt x="153124" y="25660"/>
                  </a:moveTo>
                  <a:lnTo>
                    <a:pt x="184307" y="25660"/>
                  </a:lnTo>
                  <a:cubicBezTo>
                    <a:pt x="186765" y="25660"/>
                    <a:pt x="187098" y="25660"/>
                    <a:pt x="187098" y="28007"/>
                  </a:cubicBezTo>
                  <a:cubicBezTo>
                    <a:pt x="187098" y="39063"/>
                    <a:pt x="181064" y="49898"/>
                    <a:pt x="167096" y="49898"/>
                  </a:cubicBezTo>
                  <a:cubicBezTo>
                    <a:pt x="154131" y="49898"/>
                    <a:pt x="143852" y="38394"/>
                    <a:pt x="143852" y="24433"/>
                  </a:cubicBezTo>
                  <a:cubicBezTo>
                    <a:pt x="143852" y="9464"/>
                    <a:pt x="155583" y="-1371"/>
                    <a:pt x="168435" y="-1371"/>
                  </a:cubicBezTo>
                  <a:cubicBezTo>
                    <a:pt x="182070" y="-1371"/>
                    <a:pt x="187098" y="11030"/>
                    <a:pt x="187098" y="13150"/>
                  </a:cubicBezTo>
                  <a:cubicBezTo>
                    <a:pt x="187098" y="14267"/>
                    <a:pt x="186204" y="14492"/>
                    <a:pt x="185647" y="14492"/>
                  </a:cubicBezTo>
                  <a:cubicBezTo>
                    <a:pt x="184640" y="14492"/>
                    <a:pt x="184416" y="13819"/>
                    <a:pt x="184195" y="12926"/>
                  </a:cubicBezTo>
                  <a:cubicBezTo>
                    <a:pt x="180283" y="1422"/>
                    <a:pt x="170224" y="1422"/>
                    <a:pt x="169105" y="1422"/>
                  </a:cubicBezTo>
                  <a:cubicBezTo>
                    <a:pt x="163520" y="1422"/>
                    <a:pt x="159050" y="4775"/>
                    <a:pt x="156480" y="8907"/>
                  </a:cubicBezTo>
                  <a:cubicBezTo>
                    <a:pt x="153124" y="14267"/>
                    <a:pt x="153124" y="21640"/>
                    <a:pt x="153124" y="25660"/>
                  </a:cubicBezTo>
                  <a:close/>
                  <a:moveTo>
                    <a:pt x="209010" y="36943"/>
                  </a:moveTo>
                  <a:lnTo>
                    <a:pt x="209010" y="49228"/>
                  </a:lnTo>
                  <a:lnTo>
                    <a:pt x="193478" y="48002"/>
                  </a:lnTo>
                  <a:lnTo>
                    <a:pt x="193478" y="44536"/>
                  </a:lnTo>
                  <a:cubicBezTo>
                    <a:pt x="201300" y="44536"/>
                    <a:pt x="202194" y="43755"/>
                    <a:pt x="202194" y="38281"/>
                  </a:cubicBezTo>
                  <a:lnTo>
                    <a:pt x="202194" y="8349"/>
                  </a:lnTo>
                  <a:cubicBezTo>
                    <a:pt x="202194" y="3321"/>
                    <a:pt x="200963" y="3321"/>
                    <a:pt x="193478" y="3321"/>
                  </a:cubicBezTo>
                  <a:lnTo>
                    <a:pt x="193478" y="-141"/>
                  </a:lnTo>
                  <a:cubicBezTo>
                    <a:pt x="197837" y="-29"/>
                    <a:pt x="203088" y="196"/>
                    <a:pt x="206215" y="196"/>
                  </a:cubicBezTo>
                  <a:cubicBezTo>
                    <a:pt x="210686" y="196"/>
                    <a:pt x="215941" y="196"/>
                    <a:pt x="220412" y="-141"/>
                  </a:cubicBezTo>
                  <a:lnTo>
                    <a:pt x="220412" y="3321"/>
                  </a:lnTo>
                  <a:lnTo>
                    <a:pt x="218063" y="3321"/>
                  </a:lnTo>
                  <a:cubicBezTo>
                    <a:pt x="209792" y="3321"/>
                    <a:pt x="209571" y="4551"/>
                    <a:pt x="209571" y="8570"/>
                  </a:cubicBezTo>
                  <a:lnTo>
                    <a:pt x="209571" y="25771"/>
                  </a:lnTo>
                  <a:cubicBezTo>
                    <a:pt x="209571" y="36831"/>
                    <a:pt x="214261" y="46772"/>
                    <a:pt x="222757" y="46772"/>
                  </a:cubicBezTo>
                  <a:cubicBezTo>
                    <a:pt x="223539" y="46772"/>
                    <a:pt x="223763" y="46772"/>
                    <a:pt x="223988" y="46660"/>
                  </a:cubicBezTo>
                  <a:cubicBezTo>
                    <a:pt x="223651" y="46548"/>
                    <a:pt x="221417" y="45209"/>
                    <a:pt x="221417" y="42304"/>
                  </a:cubicBezTo>
                  <a:cubicBezTo>
                    <a:pt x="221417" y="39175"/>
                    <a:pt x="223763" y="37500"/>
                    <a:pt x="226221" y="37500"/>
                  </a:cubicBezTo>
                  <a:cubicBezTo>
                    <a:pt x="228233" y="37500"/>
                    <a:pt x="231028" y="38842"/>
                    <a:pt x="231028" y="42417"/>
                  </a:cubicBezTo>
                  <a:cubicBezTo>
                    <a:pt x="231028" y="45991"/>
                    <a:pt x="227564" y="49228"/>
                    <a:pt x="222757" y="49228"/>
                  </a:cubicBezTo>
                  <a:cubicBezTo>
                    <a:pt x="214598" y="49228"/>
                    <a:pt x="210577" y="41744"/>
                    <a:pt x="209010" y="36943"/>
                  </a:cubicBezTo>
                  <a:close/>
                  <a:moveTo>
                    <a:pt x="246566" y="28007"/>
                  </a:moveTo>
                  <a:cubicBezTo>
                    <a:pt x="247236" y="44648"/>
                    <a:pt x="256625" y="47441"/>
                    <a:pt x="260425" y="47441"/>
                  </a:cubicBezTo>
                  <a:cubicBezTo>
                    <a:pt x="271936" y="47441"/>
                    <a:pt x="273054" y="32363"/>
                    <a:pt x="273054" y="28007"/>
                  </a:cubicBezTo>
                  <a:lnTo>
                    <a:pt x="246566" y="28007"/>
                  </a:lnTo>
                  <a:close/>
                  <a:moveTo>
                    <a:pt x="246454" y="25660"/>
                  </a:moveTo>
                  <a:lnTo>
                    <a:pt x="277637" y="25660"/>
                  </a:lnTo>
                  <a:cubicBezTo>
                    <a:pt x="280094" y="25660"/>
                    <a:pt x="280427" y="25660"/>
                    <a:pt x="280427" y="28007"/>
                  </a:cubicBezTo>
                  <a:cubicBezTo>
                    <a:pt x="280427" y="39063"/>
                    <a:pt x="274393" y="49898"/>
                    <a:pt x="260425" y="49898"/>
                  </a:cubicBezTo>
                  <a:cubicBezTo>
                    <a:pt x="247460" y="49898"/>
                    <a:pt x="237180" y="38394"/>
                    <a:pt x="237180" y="24433"/>
                  </a:cubicBezTo>
                  <a:cubicBezTo>
                    <a:pt x="237180" y="9464"/>
                    <a:pt x="248912" y="-1371"/>
                    <a:pt x="261765" y="-1371"/>
                  </a:cubicBezTo>
                  <a:cubicBezTo>
                    <a:pt x="275400" y="-1371"/>
                    <a:pt x="280427" y="11030"/>
                    <a:pt x="280427" y="13150"/>
                  </a:cubicBezTo>
                  <a:cubicBezTo>
                    <a:pt x="280427" y="14267"/>
                    <a:pt x="279533" y="14492"/>
                    <a:pt x="278976" y="14492"/>
                  </a:cubicBezTo>
                  <a:cubicBezTo>
                    <a:pt x="277970" y="14492"/>
                    <a:pt x="277746" y="13819"/>
                    <a:pt x="277524" y="12926"/>
                  </a:cubicBezTo>
                  <a:cubicBezTo>
                    <a:pt x="273611" y="1422"/>
                    <a:pt x="263553" y="1422"/>
                    <a:pt x="262435" y="1422"/>
                  </a:cubicBezTo>
                  <a:cubicBezTo>
                    <a:pt x="256850" y="1422"/>
                    <a:pt x="252379" y="4775"/>
                    <a:pt x="249809" y="8907"/>
                  </a:cubicBezTo>
                  <a:cubicBezTo>
                    <a:pt x="246454" y="14267"/>
                    <a:pt x="246454" y="21640"/>
                    <a:pt x="246454" y="25660"/>
                  </a:cubicBezTo>
                  <a:close/>
                </a:path>
              </a:pathLst>
            </a:custGeom>
            <a:solidFill>
              <a:srgbClr val="000000"/>
            </a:solidFill>
            <a:ln w="25400" cap="flat">
              <a:noFill/>
              <a:prstDash val="solid"/>
              <a:miter/>
            </a:ln>
          </p:spPr>
          <p:txBody>
            <a:bodyPr/>
            <a:lstStyle/>
            <a:p>
              <a:endParaRPr lang="en-GB"/>
            </a:p>
          </p:txBody>
        </p:sp>
        <p:sp>
          <p:nvSpPr>
            <p:cNvPr id="2710" name="Freeform: Shape 2709">
              <a:extLst>
                <a:ext uri="{FF2B5EF4-FFF2-40B4-BE49-F238E27FC236}">
                  <a16:creationId xmlns:a16="http://schemas.microsoft.com/office/drawing/2014/main" id="{796C978A-DB73-9215-084F-3078F72F84C8}"/>
                </a:ext>
              </a:extLst>
            </p:cNvPr>
            <p:cNvSpPr/>
            <p:nvPr>
              <p:custDataLst>
                <p:tags r:id="rId29"/>
              </p:custDataLst>
            </p:nvPr>
          </p:nvSpPr>
          <p:spPr>
            <a:xfrm flipV="1">
              <a:off x="10640350" y="-2917673"/>
              <a:ext cx="79911" cy="78747"/>
            </a:xfrm>
            <a:custGeom>
              <a:avLst/>
              <a:gdLst>
                <a:gd name="csX0" fmla="*/ 16093 w 79911"/>
                <a:gd name="csY0" fmla="*/ 77377 h 78747"/>
                <a:gd name="csX1" fmla="*/ 0 w 79911"/>
                <a:gd name="csY1" fmla="*/ 76147 h 78747"/>
                <a:gd name="csX2" fmla="*/ 0 w 79911"/>
                <a:gd name="csY2" fmla="*/ 72685 h 78747"/>
                <a:gd name="csX3" fmla="*/ 8716 w 79911"/>
                <a:gd name="csY3" fmla="*/ 66430 h 78747"/>
                <a:gd name="csX4" fmla="*/ 8716 w 79911"/>
                <a:gd name="csY4" fmla="*/ 8349 h 78747"/>
                <a:gd name="csX5" fmla="*/ 0 w 79911"/>
                <a:gd name="csY5" fmla="*/ 3321 h 78747"/>
                <a:gd name="csX6" fmla="*/ 0 w 79911"/>
                <a:gd name="csY6" fmla="*/ -141 h 78747"/>
                <a:gd name="csX7" fmla="*/ 12404 w 79911"/>
                <a:gd name="csY7" fmla="*/ 196 h 78747"/>
                <a:gd name="csX8" fmla="*/ 24809 w 79911"/>
                <a:gd name="csY8" fmla="*/ -141 h 78747"/>
                <a:gd name="csX9" fmla="*/ 24809 w 79911"/>
                <a:gd name="csY9" fmla="*/ 3321 h 78747"/>
                <a:gd name="csX10" fmla="*/ 16093 w 79911"/>
                <a:gd name="csY10" fmla="*/ 8349 h 78747"/>
                <a:gd name="csX11" fmla="*/ 16093 w 79911"/>
                <a:gd name="csY11" fmla="*/ 77377 h 78747"/>
                <a:gd name="csX12" fmla="*/ 79911 w 79911"/>
                <a:gd name="csY12" fmla="*/ 23761 h 78747"/>
                <a:gd name="csX13" fmla="*/ 55212 w 79911"/>
                <a:gd name="csY13" fmla="*/ 49898 h 78747"/>
                <a:gd name="csX14" fmla="*/ 30403 w 79911"/>
                <a:gd name="csY14" fmla="*/ 23761 h 78747"/>
                <a:gd name="csX15" fmla="*/ 55100 w 79911"/>
                <a:gd name="csY15" fmla="*/ -1371 h 78747"/>
                <a:gd name="csX16" fmla="*/ 79911 w 79911"/>
                <a:gd name="csY16" fmla="*/ 23761 h 78747"/>
                <a:gd name="csX17" fmla="*/ 55212 w 79911"/>
                <a:gd name="csY17" fmla="*/ 1422 h 78747"/>
                <a:gd name="csX18" fmla="*/ 42472 w 79911"/>
                <a:gd name="csY18" fmla="*/ 8907 h 78747"/>
                <a:gd name="csX19" fmla="*/ 39677 w 79911"/>
                <a:gd name="csY19" fmla="*/ 24654 h 78747"/>
                <a:gd name="csX20" fmla="*/ 42359 w 79911"/>
                <a:gd name="csY20" fmla="*/ 39956 h 78747"/>
                <a:gd name="csX21" fmla="*/ 55100 w 79911"/>
                <a:gd name="csY21" fmla="*/ 47441 h 78747"/>
                <a:gd name="csX22" fmla="*/ 67728 w 79911"/>
                <a:gd name="csY22" fmla="*/ 40181 h 78747"/>
                <a:gd name="csX23" fmla="*/ 70635 w 79911"/>
                <a:gd name="csY23" fmla="*/ 24654 h 78747"/>
                <a:gd name="csX24" fmla="*/ 68177 w 79911"/>
                <a:gd name="csY24" fmla="*/ 9688 h 78747"/>
                <a:gd name="csX25" fmla="*/ 55212 w 79911"/>
                <a:gd name="csY25" fmla="*/ 1422 h 787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9911" h="78747">
                  <a:moveTo>
                    <a:pt x="16093" y="77377"/>
                  </a:moveTo>
                  <a:lnTo>
                    <a:pt x="0" y="76147"/>
                  </a:lnTo>
                  <a:lnTo>
                    <a:pt x="0" y="72685"/>
                  </a:lnTo>
                  <a:cubicBezTo>
                    <a:pt x="7822" y="72685"/>
                    <a:pt x="8716" y="71903"/>
                    <a:pt x="8716" y="66430"/>
                  </a:cubicBezTo>
                  <a:lnTo>
                    <a:pt x="8716" y="8349"/>
                  </a:lnTo>
                  <a:cubicBezTo>
                    <a:pt x="8716" y="3321"/>
                    <a:pt x="7489" y="3321"/>
                    <a:pt x="0" y="3321"/>
                  </a:cubicBezTo>
                  <a:lnTo>
                    <a:pt x="0" y="-141"/>
                  </a:lnTo>
                  <a:cubicBezTo>
                    <a:pt x="3689" y="-29"/>
                    <a:pt x="9610" y="196"/>
                    <a:pt x="12404" y="196"/>
                  </a:cubicBezTo>
                  <a:cubicBezTo>
                    <a:pt x="15199" y="196"/>
                    <a:pt x="20675" y="-29"/>
                    <a:pt x="24809" y="-141"/>
                  </a:cubicBezTo>
                  <a:lnTo>
                    <a:pt x="24809" y="3321"/>
                  </a:lnTo>
                  <a:cubicBezTo>
                    <a:pt x="17324" y="3321"/>
                    <a:pt x="16093" y="3321"/>
                    <a:pt x="16093" y="8349"/>
                  </a:cubicBezTo>
                  <a:lnTo>
                    <a:pt x="16093" y="77377"/>
                  </a:lnTo>
                  <a:close/>
                  <a:moveTo>
                    <a:pt x="79911" y="23761"/>
                  </a:moveTo>
                  <a:cubicBezTo>
                    <a:pt x="79911" y="38060"/>
                    <a:pt x="68735" y="49898"/>
                    <a:pt x="55212" y="49898"/>
                  </a:cubicBezTo>
                  <a:cubicBezTo>
                    <a:pt x="41241" y="49898"/>
                    <a:pt x="30403" y="37724"/>
                    <a:pt x="30403" y="23761"/>
                  </a:cubicBezTo>
                  <a:cubicBezTo>
                    <a:pt x="30403" y="9351"/>
                    <a:pt x="42026" y="-1371"/>
                    <a:pt x="55100" y="-1371"/>
                  </a:cubicBezTo>
                  <a:cubicBezTo>
                    <a:pt x="68622" y="-1371"/>
                    <a:pt x="79911" y="9576"/>
                    <a:pt x="79911" y="23761"/>
                  </a:cubicBezTo>
                  <a:close/>
                  <a:moveTo>
                    <a:pt x="55212" y="1422"/>
                  </a:moveTo>
                  <a:cubicBezTo>
                    <a:pt x="50405" y="1422"/>
                    <a:pt x="45489" y="3769"/>
                    <a:pt x="42472" y="8907"/>
                  </a:cubicBezTo>
                  <a:cubicBezTo>
                    <a:pt x="39677" y="13819"/>
                    <a:pt x="39677" y="20635"/>
                    <a:pt x="39677" y="24654"/>
                  </a:cubicBezTo>
                  <a:cubicBezTo>
                    <a:pt x="39677" y="29013"/>
                    <a:pt x="39677" y="35044"/>
                    <a:pt x="42359" y="39956"/>
                  </a:cubicBezTo>
                  <a:cubicBezTo>
                    <a:pt x="45377" y="45097"/>
                    <a:pt x="50629" y="47441"/>
                    <a:pt x="55100" y="47441"/>
                  </a:cubicBezTo>
                  <a:cubicBezTo>
                    <a:pt x="60019" y="47441"/>
                    <a:pt x="64821" y="44984"/>
                    <a:pt x="67728" y="40181"/>
                  </a:cubicBezTo>
                  <a:cubicBezTo>
                    <a:pt x="70635" y="35380"/>
                    <a:pt x="70635" y="28901"/>
                    <a:pt x="70635" y="24654"/>
                  </a:cubicBezTo>
                  <a:cubicBezTo>
                    <a:pt x="70635" y="20635"/>
                    <a:pt x="70635" y="14604"/>
                    <a:pt x="68177" y="9688"/>
                  </a:cubicBezTo>
                  <a:cubicBezTo>
                    <a:pt x="65715" y="4663"/>
                    <a:pt x="60801" y="1422"/>
                    <a:pt x="55212" y="1422"/>
                  </a:cubicBezTo>
                  <a:close/>
                </a:path>
              </a:pathLst>
            </a:custGeom>
            <a:solidFill>
              <a:srgbClr val="000000"/>
            </a:solidFill>
            <a:ln w="25400" cap="flat">
              <a:noFill/>
              <a:prstDash val="solid"/>
              <a:miter/>
            </a:ln>
          </p:spPr>
          <p:txBody>
            <a:bodyPr/>
            <a:lstStyle/>
            <a:p>
              <a:endParaRPr lang="en-GB"/>
            </a:p>
          </p:txBody>
        </p:sp>
        <p:sp>
          <p:nvSpPr>
            <p:cNvPr id="2711" name="Freeform: Shape 2710">
              <a:extLst>
                <a:ext uri="{FF2B5EF4-FFF2-40B4-BE49-F238E27FC236}">
                  <a16:creationId xmlns:a16="http://schemas.microsoft.com/office/drawing/2014/main" id="{7207972B-D4D7-0437-59FA-B1E2004DCB0E}"/>
                </a:ext>
              </a:extLst>
            </p:cNvPr>
            <p:cNvSpPr/>
            <p:nvPr>
              <p:custDataLst>
                <p:tags r:id="rId30"/>
              </p:custDataLst>
            </p:nvPr>
          </p:nvSpPr>
          <p:spPr>
            <a:xfrm flipV="1">
              <a:off x="10722474" y="-2888298"/>
              <a:ext cx="76554" cy="49373"/>
            </a:xfrm>
            <a:custGeom>
              <a:avLst/>
              <a:gdLst>
                <a:gd name="csX0" fmla="*/ 67165 w 76554"/>
                <a:gd name="csY0" fmla="*/ 37390 h 49373"/>
                <a:gd name="csX1" fmla="*/ 76555 w 76554"/>
                <a:gd name="csY1" fmla="*/ 44539 h 49373"/>
                <a:gd name="csX2" fmla="*/ 76555 w 76554"/>
                <a:gd name="csY2" fmla="*/ 48005 h 49373"/>
                <a:gd name="csX3" fmla="*/ 68396 w 76554"/>
                <a:gd name="csY3" fmla="*/ 47668 h 49373"/>
                <a:gd name="csX4" fmla="*/ 58000 w 76554"/>
                <a:gd name="csY4" fmla="*/ 48005 h 49373"/>
                <a:gd name="csX5" fmla="*/ 58000 w 76554"/>
                <a:gd name="csY5" fmla="*/ 44539 h 49373"/>
                <a:gd name="csX6" fmla="*/ 64483 w 76554"/>
                <a:gd name="csY6" fmla="*/ 39177 h 49373"/>
                <a:gd name="csX7" fmla="*/ 63925 w 76554"/>
                <a:gd name="csY7" fmla="*/ 36833 h 49373"/>
                <a:gd name="csX8" fmla="*/ 53755 w 76554"/>
                <a:gd name="csY8" fmla="*/ 8240 h 49373"/>
                <a:gd name="csX9" fmla="*/ 42689 w 76554"/>
                <a:gd name="csY9" fmla="*/ 39402 h 49373"/>
                <a:gd name="csX10" fmla="*/ 42132 w 76554"/>
                <a:gd name="csY10" fmla="*/ 41525 h 49373"/>
                <a:gd name="csX11" fmla="*/ 48727 w 76554"/>
                <a:gd name="csY11" fmla="*/ 44539 h 49373"/>
                <a:gd name="csX12" fmla="*/ 48727 w 76554"/>
                <a:gd name="csY12" fmla="*/ 48005 h 49373"/>
                <a:gd name="csX13" fmla="*/ 37104 w 76554"/>
                <a:gd name="csY13" fmla="*/ 47668 h 49373"/>
                <a:gd name="csX14" fmla="*/ 27159 w 76554"/>
                <a:gd name="csY14" fmla="*/ 48005 h 49373"/>
                <a:gd name="csX15" fmla="*/ 27159 w 76554"/>
                <a:gd name="csY15" fmla="*/ 44539 h 49373"/>
                <a:gd name="csX16" fmla="*/ 34199 w 76554"/>
                <a:gd name="csY16" fmla="*/ 42864 h 49373"/>
                <a:gd name="csX17" fmla="*/ 36768 w 76554"/>
                <a:gd name="csY17" fmla="*/ 36721 h 49373"/>
                <a:gd name="csX18" fmla="*/ 27159 w 76554"/>
                <a:gd name="csY18" fmla="*/ 9691 h 49373"/>
                <a:gd name="csX19" fmla="*/ 16539 w 76554"/>
                <a:gd name="csY19" fmla="*/ 39514 h 49373"/>
                <a:gd name="csX20" fmla="*/ 15981 w 76554"/>
                <a:gd name="csY20" fmla="*/ 41525 h 49373"/>
                <a:gd name="csX21" fmla="*/ 22575 w 76554"/>
                <a:gd name="csY21" fmla="*/ 44539 h 49373"/>
                <a:gd name="csX22" fmla="*/ 22575 w 76554"/>
                <a:gd name="csY22" fmla="*/ 48005 h 49373"/>
                <a:gd name="csX23" fmla="*/ 10392 w 76554"/>
                <a:gd name="csY23" fmla="*/ 47668 h 49373"/>
                <a:gd name="csX24" fmla="*/ 0 w 76554"/>
                <a:gd name="csY24" fmla="*/ 48005 h 49373"/>
                <a:gd name="csX25" fmla="*/ 0 w 76554"/>
                <a:gd name="csY25" fmla="*/ 44539 h 49373"/>
                <a:gd name="csX26" fmla="*/ 8271 w 76554"/>
                <a:gd name="csY26" fmla="*/ 40632 h 49373"/>
                <a:gd name="csX27" fmla="*/ 22351 w 76554"/>
                <a:gd name="csY27" fmla="*/ 1091 h 49373"/>
                <a:gd name="csX28" fmla="*/ 24697 w 76554"/>
                <a:gd name="csY28" fmla="*/ -1368 h 49373"/>
                <a:gd name="csX29" fmla="*/ 26934 w 76554"/>
                <a:gd name="csY29" fmla="*/ 867 h 49373"/>
                <a:gd name="csX30" fmla="*/ 38220 w 76554"/>
                <a:gd name="csY30" fmla="*/ 32478 h 49373"/>
                <a:gd name="csX31" fmla="*/ 49621 w 76554"/>
                <a:gd name="csY31" fmla="*/ 755 h 49373"/>
                <a:gd name="csX32" fmla="*/ 51854 w 76554"/>
                <a:gd name="csY32" fmla="*/ -1368 h 49373"/>
                <a:gd name="csX33" fmla="*/ 54092 w 76554"/>
                <a:gd name="csY33" fmla="*/ 755 h 49373"/>
                <a:gd name="csX34" fmla="*/ 67165 w 76554"/>
                <a:gd name="csY34" fmla="*/ 37390 h 493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76554" h="49373">
                  <a:moveTo>
                    <a:pt x="67165" y="37390"/>
                  </a:moveTo>
                  <a:cubicBezTo>
                    <a:pt x="69178" y="42976"/>
                    <a:pt x="72641" y="44427"/>
                    <a:pt x="76555" y="44539"/>
                  </a:cubicBezTo>
                  <a:lnTo>
                    <a:pt x="76555" y="48005"/>
                  </a:lnTo>
                  <a:cubicBezTo>
                    <a:pt x="74093" y="47780"/>
                    <a:pt x="70853" y="47668"/>
                    <a:pt x="68396" y="47668"/>
                  </a:cubicBezTo>
                  <a:cubicBezTo>
                    <a:pt x="65153" y="47668"/>
                    <a:pt x="60125" y="47892"/>
                    <a:pt x="58000" y="48005"/>
                  </a:cubicBezTo>
                  <a:lnTo>
                    <a:pt x="58000" y="44539"/>
                  </a:lnTo>
                  <a:cubicBezTo>
                    <a:pt x="62026" y="44427"/>
                    <a:pt x="64483" y="42419"/>
                    <a:pt x="64483" y="39177"/>
                  </a:cubicBezTo>
                  <a:cubicBezTo>
                    <a:pt x="64483" y="38509"/>
                    <a:pt x="64483" y="38284"/>
                    <a:pt x="63925" y="36833"/>
                  </a:cubicBezTo>
                  <a:lnTo>
                    <a:pt x="53755" y="8240"/>
                  </a:lnTo>
                  <a:lnTo>
                    <a:pt x="42689" y="39402"/>
                  </a:lnTo>
                  <a:cubicBezTo>
                    <a:pt x="42244" y="40744"/>
                    <a:pt x="42132" y="40965"/>
                    <a:pt x="42132" y="41525"/>
                  </a:cubicBezTo>
                  <a:cubicBezTo>
                    <a:pt x="42132" y="44539"/>
                    <a:pt x="46490" y="44539"/>
                    <a:pt x="48727" y="44539"/>
                  </a:cubicBezTo>
                  <a:lnTo>
                    <a:pt x="48727" y="48005"/>
                  </a:lnTo>
                  <a:cubicBezTo>
                    <a:pt x="45484" y="47892"/>
                    <a:pt x="39787" y="47668"/>
                    <a:pt x="37104" y="47668"/>
                  </a:cubicBezTo>
                  <a:cubicBezTo>
                    <a:pt x="33750" y="47668"/>
                    <a:pt x="30510" y="47780"/>
                    <a:pt x="27159" y="48005"/>
                  </a:cubicBezTo>
                  <a:lnTo>
                    <a:pt x="27159" y="44539"/>
                  </a:lnTo>
                  <a:cubicBezTo>
                    <a:pt x="31292" y="44539"/>
                    <a:pt x="33080" y="44318"/>
                    <a:pt x="34199" y="42864"/>
                  </a:cubicBezTo>
                  <a:cubicBezTo>
                    <a:pt x="34755" y="42195"/>
                    <a:pt x="35986" y="38845"/>
                    <a:pt x="36768" y="36721"/>
                  </a:cubicBezTo>
                  <a:lnTo>
                    <a:pt x="27159" y="9691"/>
                  </a:lnTo>
                  <a:lnTo>
                    <a:pt x="16539" y="39514"/>
                  </a:lnTo>
                  <a:cubicBezTo>
                    <a:pt x="15981" y="40853"/>
                    <a:pt x="15981" y="41077"/>
                    <a:pt x="15981" y="41525"/>
                  </a:cubicBezTo>
                  <a:cubicBezTo>
                    <a:pt x="15981" y="44539"/>
                    <a:pt x="20338" y="44539"/>
                    <a:pt x="22575" y="44539"/>
                  </a:cubicBezTo>
                  <a:lnTo>
                    <a:pt x="22575" y="48005"/>
                  </a:lnTo>
                  <a:cubicBezTo>
                    <a:pt x="19221" y="47892"/>
                    <a:pt x="12962" y="47668"/>
                    <a:pt x="10392" y="47668"/>
                  </a:cubicBezTo>
                  <a:cubicBezTo>
                    <a:pt x="9947" y="47668"/>
                    <a:pt x="4022" y="47780"/>
                    <a:pt x="0" y="48005"/>
                  </a:cubicBezTo>
                  <a:lnTo>
                    <a:pt x="0" y="44539"/>
                  </a:lnTo>
                  <a:cubicBezTo>
                    <a:pt x="5589" y="44539"/>
                    <a:pt x="6928" y="44206"/>
                    <a:pt x="8271" y="40632"/>
                  </a:cubicBezTo>
                  <a:lnTo>
                    <a:pt x="22351" y="1091"/>
                  </a:lnTo>
                  <a:cubicBezTo>
                    <a:pt x="22909" y="-475"/>
                    <a:pt x="23245" y="-1368"/>
                    <a:pt x="24697" y="-1368"/>
                  </a:cubicBezTo>
                  <a:cubicBezTo>
                    <a:pt x="26152" y="-1368"/>
                    <a:pt x="26373" y="-696"/>
                    <a:pt x="26934" y="867"/>
                  </a:cubicBezTo>
                  <a:lnTo>
                    <a:pt x="38220" y="32478"/>
                  </a:lnTo>
                  <a:lnTo>
                    <a:pt x="49621" y="755"/>
                  </a:lnTo>
                  <a:cubicBezTo>
                    <a:pt x="50066" y="-475"/>
                    <a:pt x="50403" y="-1368"/>
                    <a:pt x="51854" y="-1368"/>
                  </a:cubicBezTo>
                  <a:cubicBezTo>
                    <a:pt x="53310" y="-1368"/>
                    <a:pt x="53643" y="-363"/>
                    <a:pt x="54092" y="755"/>
                  </a:cubicBezTo>
                  <a:lnTo>
                    <a:pt x="67165" y="37390"/>
                  </a:lnTo>
                  <a:close/>
                </a:path>
              </a:pathLst>
            </a:custGeom>
            <a:solidFill>
              <a:srgbClr val="000000"/>
            </a:solidFill>
            <a:ln w="25400" cap="flat">
              <a:noFill/>
              <a:prstDash val="solid"/>
              <a:miter/>
            </a:ln>
          </p:spPr>
          <p:txBody>
            <a:bodyPr/>
            <a:lstStyle/>
            <a:p>
              <a:endParaRPr lang="en-GB"/>
            </a:p>
          </p:txBody>
        </p:sp>
        <p:sp>
          <p:nvSpPr>
            <p:cNvPr id="2712" name="Freeform: Shape 2711">
              <a:extLst>
                <a:ext uri="{FF2B5EF4-FFF2-40B4-BE49-F238E27FC236}">
                  <a16:creationId xmlns:a16="http://schemas.microsoft.com/office/drawing/2014/main" id="{7BA62FA2-334B-1907-85A2-52363E431EF3}"/>
                </a:ext>
              </a:extLst>
            </p:cNvPr>
            <p:cNvSpPr/>
            <p:nvPr>
              <p:custDataLst>
                <p:tags r:id="rId31"/>
              </p:custDataLst>
            </p:nvPr>
          </p:nvSpPr>
          <p:spPr>
            <a:xfrm flipV="1">
              <a:off x="10841922" y="-2900471"/>
              <a:ext cx="68282" cy="64784"/>
            </a:xfrm>
            <a:custGeom>
              <a:avLst/>
              <a:gdLst>
                <a:gd name="csX0" fmla="*/ 66159 w 68282"/>
                <a:gd name="csY0" fmla="*/ 58723 h 64784"/>
                <a:gd name="csX1" fmla="*/ 68283 w 68282"/>
                <a:gd name="csY1" fmla="*/ 61179 h 64784"/>
                <a:gd name="csX2" fmla="*/ 66046 w 68282"/>
                <a:gd name="csY2" fmla="*/ 63415 h 64784"/>
                <a:gd name="csX3" fmla="*/ 64037 w 68282"/>
                <a:gd name="csY3" fmla="*/ 62633 h 64784"/>
                <a:gd name="csX4" fmla="*/ 2121 w 68282"/>
                <a:gd name="csY4" fmla="*/ 33480 h 64784"/>
                <a:gd name="csX5" fmla="*/ 0 w 68282"/>
                <a:gd name="csY5" fmla="*/ 31023 h 64784"/>
                <a:gd name="csX6" fmla="*/ 2121 w 68282"/>
                <a:gd name="csY6" fmla="*/ 28566 h 64784"/>
                <a:gd name="csX7" fmla="*/ 64037 w 68282"/>
                <a:gd name="csY7" fmla="*/ -588 h 64784"/>
                <a:gd name="csX8" fmla="*/ 66046 w 68282"/>
                <a:gd name="csY8" fmla="*/ -1369 h 64784"/>
                <a:gd name="csX9" fmla="*/ 68283 w 68282"/>
                <a:gd name="csY9" fmla="*/ 863 h 64784"/>
                <a:gd name="csX10" fmla="*/ 66159 w 68282"/>
                <a:gd name="csY10" fmla="*/ 3323 h 64784"/>
                <a:gd name="csX11" fmla="*/ 7485 w 68282"/>
                <a:gd name="csY11" fmla="*/ 31023 h 64784"/>
                <a:gd name="csX12" fmla="*/ 66159 w 68282"/>
                <a:gd name="csY12" fmla="*/ 58723 h 64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8282" h="64784">
                  <a:moveTo>
                    <a:pt x="66159" y="58723"/>
                  </a:moveTo>
                  <a:cubicBezTo>
                    <a:pt x="67501" y="59392"/>
                    <a:pt x="68283" y="59953"/>
                    <a:pt x="68283" y="61179"/>
                  </a:cubicBezTo>
                  <a:cubicBezTo>
                    <a:pt x="68283" y="62409"/>
                    <a:pt x="67277" y="63415"/>
                    <a:pt x="66046" y="63415"/>
                  </a:cubicBezTo>
                  <a:cubicBezTo>
                    <a:pt x="65713" y="63415"/>
                    <a:pt x="65489" y="63415"/>
                    <a:pt x="64037" y="62633"/>
                  </a:cubicBezTo>
                  <a:lnTo>
                    <a:pt x="2121" y="33480"/>
                  </a:lnTo>
                  <a:cubicBezTo>
                    <a:pt x="894" y="32922"/>
                    <a:pt x="0" y="32361"/>
                    <a:pt x="0" y="31023"/>
                  </a:cubicBezTo>
                  <a:cubicBezTo>
                    <a:pt x="0" y="29680"/>
                    <a:pt x="894" y="29123"/>
                    <a:pt x="2121" y="28566"/>
                  </a:cubicBezTo>
                  <a:lnTo>
                    <a:pt x="64037" y="-588"/>
                  </a:lnTo>
                  <a:cubicBezTo>
                    <a:pt x="65489" y="-1369"/>
                    <a:pt x="65713" y="-1369"/>
                    <a:pt x="66046" y="-1369"/>
                  </a:cubicBezTo>
                  <a:cubicBezTo>
                    <a:pt x="67277" y="-1369"/>
                    <a:pt x="68283" y="-363"/>
                    <a:pt x="68283" y="863"/>
                  </a:cubicBezTo>
                  <a:cubicBezTo>
                    <a:pt x="68283" y="2093"/>
                    <a:pt x="67501" y="2650"/>
                    <a:pt x="66159" y="3323"/>
                  </a:cubicBezTo>
                  <a:lnTo>
                    <a:pt x="7485" y="31023"/>
                  </a:lnTo>
                  <a:lnTo>
                    <a:pt x="66159" y="58723"/>
                  </a:lnTo>
                  <a:close/>
                </a:path>
              </a:pathLst>
            </a:custGeom>
            <a:solidFill>
              <a:srgbClr val="000000"/>
            </a:solidFill>
            <a:ln w="25400" cap="flat">
              <a:noFill/>
              <a:prstDash val="solid"/>
              <a:miter/>
            </a:ln>
          </p:spPr>
          <p:txBody>
            <a:bodyPr/>
            <a:lstStyle/>
            <a:p>
              <a:endParaRPr lang="en-GB"/>
            </a:p>
          </p:txBody>
        </p:sp>
        <p:sp>
          <p:nvSpPr>
            <p:cNvPr id="2713" name="Freeform: Shape 2712">
              <a:extLst>
                <a:ext uri="{FF2B5EF4-FFF2-40B4-BE49-F238E27FC236}">
                  <a16:creationId xmlns:a16="http://schemas.microsoft.com/office/drawing/2014/main" id="{47D03762-54B0-A391-7674-D3C7A0E71AAD}"/>
                </a:ext>
              </a:extLst>
            </p:cNvPr>
            <p:cNvSpPr/>
            <p:nvPr>
              <p:custDataLst>
                <p:tags r:id="rId32"/>
              </p:custDataLst>
            </p:nvPr>
          </p:nvSpPr>
          <p:spPr>
            <a:xfrm flipV="1">
              <a:off x="10954760" y="-2917673"/>
              <a:ext cx="188108" cy="78747"/>
            </a:xfrm>
            <a:custGeom>
              <a:avLst/>
              <a:gdLst>
                <a:gd name="csX0" fmla="*/ 22800 w 188108"/>
                <a:gd name="csY0" fmla="*/ 73691 h 78747"/>
                <a:gd name="csX1" fmla="*/ 18887 w 188108"/>
                <a:gd name="csY1" fmla="*/ 76147 h 78747"/>
                <a:gd name="csX2" fmla="*/ 0 w 188108"/>
                <a:gd name="csY2" fmla="*/ 76147 h 78747"/>
                <a:gd name="csX3" fmla="*/ 0 w 188108"/>
                <a:gd name="csY3" fmla="*/ 72685 h 78747"/>
                <a:gd name="csX4" fmla="*/ 2682 w 188108"/>
                <a:gd name="csY4" fmla="*/ 72685 h 78747"/>
                <a:gd name="csX5" fmla="*/ 11514 w 188108"/>
                <a:gd name="csY5" fmla="*/ 67435 h 78747"/>
                <a:gd name="csX6" fmla="*/ 11514 w 188108"/>
                <a:gd name="csY6" fmla="*/ 11587 h 78747"/>
                <a:gd name="csX7" fmla="*/ 0 w 188108"/>
                <a:gd name="csY7" fmla="*/ 3321 h 78747"/>
                <a:gd name="csX8" fmla="*/ 0 w 188108"/>
                <a:gd name="csY8" fmla="*/ -141 h 78747"/>
                <a:gd name="csX9" fmla="*/ 13077 w 188108"/>
                <a:gd name="csY9" fmla="*/ 196 h 78747"/>
                <a:gd name="csX10" fmla="*/ 26151 w 188108"/>
                <a:gd name="csY10" fmla="*/ -141 h 78747"/>
                <a:gd name="csX11" fmla="*/ 26151 w 188108"/>
                <a:gd name="csY11" fmla="*/ 3321 h 78747"/>
                <a:gd name="csX12" fmla="*/ 14641 w 188108"/>
                <a:gd name="csY12" fmla="*/ 11587 h 78747"/>
                <a:gd name="csX13" fmla="*/ 14641 w 188108"/>
                <a:gd name="csY13" fmla="*/ 71791 h 78747"/>
                <a:gd name="csX14" fmla="*/ 14753 w 188108"/>
                <a:gd name="csY14" fmla="*/ 71791 h 78747"/>
                <a:gd name="csX15" fmla="*/ 41686 w 188108"/>
                <a:gd name="csY15" fmla="*/ 2315 h 78747"/>
                <a:gd name="csX16" fmla="*/ 43923 w 188108"/>
                <a:gd name="csY16" fmla="*/ -141 h 78747"/>
                <a:gd name="csX17" fmla="*/ 45932 w 188108"/>
                <a:gd name="csY17" fmla="*/ 1982 h 78747"/>
                <a:gd name="csX18" fmla="*/ 73426 w 188108"/>
                <a:gd name="csY18" fmla="*/ 72685 h 78747"/>
                <a:gd name="csX19" fmla="*/ 73539 w 188108"/>
                <a:gd name="csY19" fmla="*/ 72685 h 78747"/>
                <a:gd name="csX20" fmla="*/ 73539 w 188108"/>
                <a:gd name="csY20" fmla="*/ 8570 h 78747"/>
                <a:gd name="csX21" fmla="*/ 64711 w 188108"/>
                <a:gd name="csY21" fmla="*/ 3321 h 78747"/>
                <a:gd name="csX22" fmla="*/ 62028 w 188108"/>
                <a:gd name="csY22" fmla="*/ 3321 h 78747"/>
                <a:gd name="csX23" fmla="*/ 62028 w 188108"/>
                <a:gd name="csY23" fmla="*/ -141 h 78747"/>
                <a:gd name="csX24" fmla="*/ 78121 w 188108"/>
                <a:gd name="csY24" fmla="*/ 196 h 78747"/>
                <a:gd name="csX25" fmla="*/ 94101 w 188108"/>
                <a:gd name="csY25" fmla="*/ -141 h 78747"/>
                <a:gd name="csX26" fmla="*/ 94101 w 188108"/>
                <a:gd name="csY26" fmla="*/ 3321 h 78747"/>
                <a:gd name="csX27" fmla="*/ 91419 w 188108"/>
                <a:gd name="csY27" fmla="*/ 3321 h 78747"/>
                <a:gd name="csX28" fmla="*/ 82591 w 188108"/>
                <a:gd name="csY28" fmla="*/ 8570 h 78747"/>
                <a:gd name="csX29" fmla="*/ 82591 w 188108"/>
                <a:gd name="csY29" fmla="*/ 67435 h 78747"/>
                <a:gd name="csX30" fmla="*/ 91419 w 188108"/>
                <a:gd name="csY30" fmla="*/ 72685 h 78747"/>
                <a:gd name="csX31" fmla="*/ 94101 w 188108"/>
                <a:gd name="csY31" fmla="*/ 72685 h 78747"/>
                <a:gd name="csX32" fmla="*/ 94101 w 188108"/>
                <a:gd name="csY32" fmla="*/ 76147 h 78747"/>
                <a:gd name="csX33" fmla="*/ 75215 w 188108"/>
                <a:gd name="csY33" fmla="*/ 76147 h 78747"/>
                <a:gd name="csX34" fmla="*/ 71526 w 188108"/>
                <a:gd name="csY34" fmla="*/ 74027 h 78747"/>
                <a:gd name="csX35" fmla="*/ 47051 w 188108"/>
                <a:gd name="csY35" fmla="*/ 11138 h 78747"/>
                <a:gd name="csX36" fmla="*/ 22800 w 188108"/>
                <a:gd name="csY36" fmla="*/ 73691 h 78747"/>
                <a:gd name="csX37" fmla="*/ 118030 w 188108"/>
                <a:gd name="csY37" fmla="*/ 49228 h 78747"/>
                <a:gd name="csX38" fmla="*/ 102383 w 188108"/>
                <a:gd name="csY38" fmla="*/ 48002 h 78747"/>
                <a:gd name="csX39" fmla="*/ 102383 w 188108"/>
                <a:gd name="csY39" fmla="*/ 44536 h 78747"/>
                <a:gd name="csX40" fmla="*/ 110654 w 188108"/>
                <a:gd name="csY40" fmla="*/ 38394 h 78747"/>
                <a:gd name="csX41" fmla="*/ 110654 w 188108"/>
                <a:gd name="csY41" fmla="*/ 8349 h 78747"/>
                <a:gd name="csX42" fmla="*/ 101938 w 188108"/>
                <a:gd name="csY42" fmla="*/ 3321 h 78747"/>
                <a:gd name="csX43" fmla="*/ 101938 w 188108"/>
                <a:gd name="csY43" fmla="*/ -141 h 78747"/>
                <a:gd name="csX44" fmla="*/ 114231 w 188108"/>
                <a:gd name="csY44" fmla="*/ 196 h 78747"/>
                <a:gd name="csX45" fmla="*/ 125852 w 188108"/>
                <a:gd name="csY45" fmla="*/ -141 h 78747"/>
                <a:gd name="csX46" fmla="*/ 125852 w 188108"/>
                <a:gd name="csY46" fmla="*/ 3321 h 78747"/>
                <a:gd name="csX47" fmla="*/ 118030 w 188108"/>
                <a:gd name="csY47" fmla="*/ 8237 h 78747"/>
                <a:gd name="csX48" fmla="*/ 118030 w 188108"/>
                <a:gd name="csY48" fmla="*/ 49228 h 78747"/>
                <a:gd name="csX49" fmla="*/ 118479 w 188108"/>
                <a:gd name="csY49" fmla="*/ 68665 h 78747"/>
                <a:gd name="csX50" fmla="*/ 112554 w 188108"/>
                <a:gd name="csY50" fmla="*/ 74584 h 78747"/>
                <a:gd name="csX51" fmla="*/ 106633 w 188108"/>
                <a:gd name="csY51" fmla="*/ 68665 h 78747"/>
                <a:gd name="csX52" fmla="*/ 112554 w 188108"/>
                <a:gd name="csY52" fmla="*/ 62744 h 78747"/>
                <a:gd name="csX53" fmla="*/ 118479 w 188108"/>
                <a:gd name="csY53" fmla="*/ 68665 h 78747"/>
                <a:gd name="csX54" fmla="*/ 171678 w 188108"/>
                <a:gd name="csY54" fmla="*/ 6001 h 78747"/>
                <a:gd name="csX55" fmla="*/ 171678 w 188108"/>
                <a:gd name="csY55" fmla="*/ -1371 h 78747"/>
                <a:gd name="csX56" fmla="*/ 188108 w 188108"/>
                <a:gd name="csY56" fmla="*/ -141 h 78747"/>
                <a:gd name="csX57" fmla="*/ 188108 w 188108"/>
                <a:gd name="csY57" fmla="*/ 3321 h 78747"/>
                <a:gd name="csX58" fmla="*/ 179388 w 188108"/>
                <a:gd name="csY58" fmla="*/ 9576 h 78747"/>
                <a:gd name="csX59" fmla="*/ 179388 w 188108"/>
                <a:gd name="csY59" fmla="*/ 77377 h 78747"/>
                <a:gd name="csX60" fmla="*/ 163296 w 188108"/>
                <a:gd name="csY60" fmla="*/ 76147 h 78747"/>
                <a:gd name="csX61" fmla="*/ 163296 w 188108"/>
                <a:gd name="csY61" fmla="*/ 72685 h 78747"/>
                <a:gd name="csX62" fmla="*/ 172012 w 188108"/>
                <a:gd name="csY62" fmla="*/ 66430 h 78747"/>
                <a:gd name="csX63" fmla="*/ 172012 w 188108"/>
                <a:gd name="csY63" fmla="*/ 42304 h 78747"/>
                <a:gd name="csX64" fmla="*/ 157932 w 188108"/>
                <a:gd name="csY64" fmla="*/ 49228 h 78747"/>
                <a:gd name="csX65" fmla="*/ 133011 w 188108"/>
                <a:gd name="csY65" fmla="*/ 23873 h 78747"/>
                <a:gd name="csX66" fmla="*/ 156701 w 188108"/>
                <a:gd name="csY66" fmla="*/ -1371 h 78747"/>
                <a:gd name="csX67" fmla="*/ 171678 w 188108"/>
                <a:gd name="csY67" fmla="*/ 6001 h 78747"/>
                <a:gd name="csX68" fmla="*/ 171678 w 188108"/>
                <a:gd name="csY68" fmla="*/ 35937 h 78747"/>
                <a:gd name="csX69" fmla="*/ 171678 w 188108"/>
                <a:gd name="csY69" fmla="*/ 13038 h 78747"/>
                <a:gd name="csX70" fmla="*/ 170448 w 188108"/>
                <a:gd name="csY70" fmla="*/ 8907 h 78747"/>
                <a:gd name="csX71" fmla="*/ 157262 w 188108"/>
                <a:gd name="csY71" fmla="*/ 1089 h 78747"/>
                <a:gd name="csX72" fmla="*/ 145528 w 188108"/>
                <a:gd name="csY72" fmla="*/ 8237 h 78747"/>
                <a:gd name="csX73" fmla="*/ 142284 w 188108"/>
                <a:gd name="csY73" fmla="*/ 23761 h 78747"/>
                <a:gd name="csX74" fmla="*/ 145752 w 188108"/>
                <a:gd name="csY74" fmla="*/ 39624 h 78747"/>
                <a:gd name="csX75" fmla="*/ 158380 w 188108"/>
                <a:gd name="csY75" fmla="*/ 46772 h 78747"/>
                <a:gd name="csX76" fmla="*/ 170448 w 188108"/>
                <a:gd name="csY76" fmla="*/ 40068 h 78747"/>
                <a:gd name="csX77" fmla="*/ 171678 w 188108"/>
                <a:gd name="csY77" fmla="*/ 35937 h 787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Lst>
              <a:rect l="l" t="t" r="r" b="b"/>
              <a:pathLst>
                <a:path w="188108" h="78747">
                  <a:moveTo>
                    <a:pt x="22800" y="73691"/>
                  </a:moveTo>
                  <a:cubicBezTo>
                    <a:pt x="21793" y="76147"/>
                    <a:pt x="21460" y="76147"/>
                    <a:pt x="18887" y="76147"/>
                  </a:cubicBezTo>
                  <a:lnTo>
                    <a:pt x="0" y="76147"/>
                  </a:lnTo>
                  <a:lnTo>
                    <a:pt x="0" y="72685"/>
                  </a:lnTo>
                  <a:lnTo>
                    <a:pt x="2682" y="72685"/>
                  </a:lnTo>
                  <a:cubicBezTo>
                    <a:pt x="11289" y="72685"/>
                    <a:pt x="11514" y="71455"/>
                    <a:pt x="11514" y="67435"/>
                  </a:cubicBezTo>
                  <a:lnTo>
                    <a:pt x="11514" y="11587"/>
                  </a:lnTo>
                  <a:cubicBezTo>
                    <a:pt x="11514" y="8570"/>
                    <a:pt x="11514" y="3321"/>
                    <a:pt x="0" y="3321"/>
                  </a:cubicBezTo>
                  <a:lnTo>
                    <a:pt x="0" y="-141"/>
                  </a:lnTo>
                  <a:cubicBezTo>
                    <a:pt x="3913" y="-29"/>
                    <a:pt x="9389" y="196"/>
                    <a:pt x="13077" y="196"/>
                  </a:cubicBezTo>
                  <a:cubicBezTo>
                    <a:pt x="16766" y="196"/>
                    <a:pt x="22242" y="-29"/>
                    <a:pt x="26151" y="-141"/>
                  </a:cubicBezTo>
                  <a:lnTo>
                    <a:pt x="26151" y="3321"/>
                  </a:lnTo>
                  <a:cubicBezTo>
                    <a:pt x="14641" y="3321"/>
                    <a:pt x="14641" y="8570"/>
                    <a:pt x="14641" y="11587"/>
                  </a:cubicBezTo>
                  <a:lnTo>
                    <a:pt x="14641" y="71791"/>
                  </a:lnTo>
                  <a:lnTo>
                    <a:pt x="14753" y="71791"/>
                  </a:lnTo>
                  <a:lnTo>
                    <a:pt x="41686" y="2315"/>
                  </a:lnTo>
                  <a:cubicBezTo>
                    <a:pt x="42244" y="865"/>
                    <a:pt x="42805" y="-141"/>
                    <a:pt x="43923" y="-141"/>
                  </a:cubicBezTo>
                  <a:cubicBezTo>
                    <a:pt x="45151" y="-141"/>
                    <a:pt x="45487" y="753"/>
                    <a:pt x="45932" y="1982"/>
                  </a:cubicBezTo>
                  <a:lnTo>
                    <a:pt x="73426" y="72685"/>
                  </a:lnTo>
                  <a:lnTo>
                    <a:pt x="73539" y="72685"/>
                  </a:lnTo>
                  <a:lnTo>
                    <a:pt x="73539" y="8570"/>
                  </a:lnTo>
                  <a:cubicBezTo>
                    <a:pt x="73539" y="4551"/>
                    <a:pt x="73314" y="3321"/>
                    <a:pt x="64711" y="3321"/>
                  </a:cubicBezTo>
                  <a:lnTo>
                    <a:pt x="62028" y="3321"/>
                  </a:lnTo>
                  <a:lnTo>
                    <a:pt x="62028" y="-141"/>
                  </a:lnTo>
                  <a:cubicBezTo>
                    <a:pt x="66162" y="196"/>
                    <a:pt x="73763" y="196"/>
                    <a:pt x="78121" y="196"/>
                  </a:cubicBezTo>
                  <a:cubicBezTo>
                    <a:pt x="82479" y="196"/>
                    <a:pt x="89968" y="196"/>
                    <a:pt x="94101" y="-141"/>
                  </a:cubicBezTo>
                  <a:lnTo>
                    <a:pt x="94101" y="3321"/>
                  </a:lnTo>
                  <a:lnTo>
                    <a:pt x="91419" y="3321"/>
                  </a:lnTo>
                  <a:cubicBezTo>
                    <a:pt x="82812" y="3321"/>
                    <a:pt x="82591" y="4551"/>
                    <a:pt x="82591" y="8570"/>
                  </a:cubicBezTo>
                  <a:lnTo>
                    <a:pt x="82591" y="67435"/>
                  </a:lnTo>
                  <a:cubicBezTo>
                    <a:pt x="82591" y="71455"/>
                    <a:pt x="82812" y="72685"/>
                    <a:pt x="91419" y="72685"/>
                  </a:cubicBezTo>
                  <a:lnTo>
                    <a:pt x="94101" y="72685"/>
                  </a:lnTo>
                  <a:lnTo>
                    <a:pt x="94101" y="76147"/>
                  </a:lnTo>
                  <a:lnTo>
                    <a:pt x="75215" y="76147"/>
                  </a:lnTo>
                  <a:cubicBezTo>
                    <a:pt x="72308" y="76147"/>
                    <a:pt x="72308" y="76035"/>
                    <a:pt x="71526" y="74027"/>
                  </a:cubicBezTo>
                  <a:lnTo>
                    <a:pt x="47051" y="11138"/>
                  </a:lnTo>
                  <a:lnTo>
                    <a:pt x="22800" y="73691"/>
                  </a:lnTo>
                  <a:close/>
                  <a:moveTo>
                    <a:pt x="118030" y="49228"/>
                  </a:moveTo>
                  <a:lnTo>
                    <a:pt x="102383" y="48002"/>
                  </a:lnTo>
                  <a:lnTo>
                    <a:pt x="102383" y="44536"/>
                  </a:lnTo>
                  <a:cubicBezTo>
                    <a:pt x="109647" y="44536"/>
                    <a:pt x="110654" y="43867"/>
                    <a:pt x="110654" y="38394"/>
                  </a:cubicBezTo>
                  <a:lnTo>
                    <a:pt x="110654" y="8349"/>
                  </a:lnTo>
                  <a:cubicBezTo>
                    <a:pt x="110654" y="3321"/>
                    <a:pt x="109428" y="3321"/>
                    <a:pt x="101938" y="3321"/>
                  </a:cubicBezTo>
                  <a:lnTo>
                    <a:pt x="101938" y="-141"/>
                  </a:lnTo>
                  <a:cubicBezTo>
                    <a:pt x="105514" y="-29"/>
                    <a:pt x="111548" y="196"/>
                    <a:pt x="114231" y="196"/>
                  </a:cubicBezTo>
                  <a:cubicBezTo>
                    <a:pt x="118143" y="196"/>
                    <a:pt x="122056" y="-29"/>
                    <a:pt x="125852" y="-141"/>
                  </a:cubicBezTo>
                  <a:lnTo>
                    <a:pt x="125852" y="3321"/>
                  </a:lnTo>
                  <a:cubicBezTo>
                    <a:pt x="118479" y="3321"/>
                    <a:pt x="118030" y="3882"/>
                    <a:pt x="118030" y="8237"/>
                  </a:cubicBezTo>
                  <a:lnTo>
                    <a:pt x="118030" y="49228"/>
                  </a:lnTo>
                  <a:close/>
                  <a:moveTo>
                    <a:pt x="118479" y="68665"/>
                  </a:moveTo>
                  <a:cubicBezTo>
                    <a:pt x="118479" y="72240"/>
                    <a:pt x="115686" y="74584"/>
                    <a:pt x="112554" y="74584"/>
                  </a:cubicBezTo>
                  <a:cubicBezTo>
                    <a:pt x="109091" y="74584"/>
                    <a:pt x="106633" y="71567"/>
                    <a:pt x="106633" y="68665"/>
                  </a:cubicBezTo>
                  <a:cubicBezTo>
                    <a:pt x="106633" y="65648"/>
                    <a:pt x="109091" y="62744"/>
                    <a:pt x="112554" y="62744"/>
                  </a:cubicBezTo>
                  <a:cubicBezTo>
                    <a:pt x="115686" y="62744"/>
                    <a:pt x="118479" y="65091"/>
                    <a:pt x="118479" y="68665"/>
                  </a:cubicBezTo>
                  <a:close/>
                  <a:moveTo>
                    <a:pt x="171678" y="6001"/>
                  </a:moveTo>
                  <a:lnTo>
                    <a:pt x="171678" y="-1371"/>
                  </a:lnTo>
                  <a:lnTo>
                    <a:pt x="188108" y="-141"/>
                  </a:lnTo>
                  <a:lnTo>
                    <a:pt x="188108" y="3321"/>
                  </a:lnTo>
                  <a:cubicBezTo>
                    <a:pt x="180283" y="3321"/>
                    <a:pt x="179388" y="4102"/>
                    <a:pt x="179388" y="9576"/>
                  </a:cubicBezTo>
                  <a:lnTo>
                    <a:pt x="179388" y="77377"/>
                  </a:lnTo>
                  <a:lnTo>
                    <a:pt x="163296" y="76147"/>
                  </a:lnTo>
                  <a:lnTo>
                    <a:pt x="163296" y="72685"/>
                  </a:lnTo>
                  <a:cubicBezTo>
                    <a:pt x="171118" y="72685"/>
                    <a:pt x="172012" y="71903"/>
                    <a:pt x="172012" y="66430"/>
                  </a:cubicBezTo>
                  <a:lnTo>
                    <a:pt x="172012" y="42304"/>
                  </a:lnTo>
                  <a:cubicBezTo>
                    <a:pt x="168773" y="46323"/>
                    <a:pt x="163965" y="49228"/>
                    <a:pt x="157932" y="49228"/>
                  </a:cubicBezTo>
                  <a:cubicBezTo>
                    <a:pt x="144746" y="49228"/>
                    <a:pt x="133011" y="38281"/>
                    <a:pt x="133011" y="23873"/>
                  </a:cubicBezTo>
                  <a:cubicBezTo>
                    <a:pt x="133011" y="9688"/>
                    <a:pt x="143964" y="-1371"/>
                    <a:pt x="156701" y="-1371"/>
                  </a:cubicBezTo>
                  <a:cubicBezTo>
                    <a:pt x="163856" y="-1371"/>
                    <a:pt x="168885" y="2427"/>
                    <a:pt x="171678" y="6001"/>
                  </a:cubicBezTo>
                  <a:close/>
                  <a:moveTo>
                    <a:pt x="171678" y="35937"/>
                  </a:moveTo>
                  <a:lnTo>
                    <a:pt x="171678" y="13038"/>
                  </a:lnTo>
                  <a:cubicBezTo>
                    <a:pt x="171678" y="11030"/>
                    <a:pt x="171678" y="10806"/>
                    <a:pt x="170448" y="8907"/>
                  </a:cubicBezTo>
                  <a:cubicBezTo>
                    <a:pt x="167097" y="3545"/>
                    <a:pt x="162069" y="1089"/>
                    <a:pt x="157262" y="1089"/>
                  </a:cubicBezTo>
                  <a:cubicBezTo>
                    <a:pt x="152231" y="1089"/>
                    <a:pt x="148210" y="3991"/>
                    <a:pt x="145528" y="8237"/>
                  </a:cubicBezTo>
                  <a:cubicBezTo>
                    <a:pt x="142621" y="12817"/>
                    <a:pt x="142284" y="19184"/>
                    <a:pt x="142284" y="23761"/>
                  </a:cubicBezTo>
                  <a:cubicBezTo>
                    <a:pt x="142284" y="27895"/>
                    <a:pt x="142508" y="34595"/>
                    <a:pt x="145752" y="39624"/>
                  </a:cubicBezTo>
                  <a:cubicBezTo>
                    <a:pt x="148098" y="43085"/>
                    <a:pt x="152343" y="46772"/>
                    <a:pt x="158380" y="46772"/>
                  </a:cubicBezTo>
                  <a:cubicBezTo>
                    <a:pt x="162290" y="46772"/>
                    <a:pt x="166984" y="45097"/>
                    <a:pt x="170448" y="40068"/>
                  </a:cubicBezTo>
                  <a:cubicBezTo>
                    <a:pt x="171678" y="38169"/>
                    <a:pt x="171678" y="37949"/>
                    <a:pt x="171678" y="35937"/>
                  </a:cubicBezTo>
                  <a:close/>
                </a:path>
              </a:pathLst>
            </a:custGeom>
            <a:solidFill>
              <a:srgbClr val="000000"/>
            </a:solidFill>
            <a:ln w="25400" cap="flat">
              <a:noFill/>
              <a:prstDash val="solid"/>
              <a:miter/>
            </a:ln>
          </p:spPr>
          <p:txBody>
            <a:bodyPr/>
            <a:lstStyle/>
            <a:p>
              <a:endParaRPr lang="en-GB"/>
            </a:p>
          </p:txBody>
        </p:sp>
        <p:sp>
          <p:nvSpPr>
            <p:cNvPr id="2714" name="Freeform: Shape 2713">
              <a:extLst>
                <a:ext uri="{FF2B5EF4-FFF2-40B4-BE49-F238E27FC236}">
                  <a16:creationId xmlns:a16="http://schemas.microsoft.com/office/drawing/2014/main" id="{8C813256-67F8-42A8-2DCC-B378DC62B681}"/>
                </a:ext>
              </a:extLst>
            </p:cNvPr>
            <p:cNvSpPr/>
            <p:nvPr>
              <p:custDataLst>
                <p:tags r:id="rId33"/>
              </p:custDataLst>
            </p:nvPr>
          </p:nvSpPr>
          <p:spPr>
            <a:xfrm flipV="1">
              <a:off x="11186554" y="-2900471"/>
              <a:ext cx="68282" cy="64784"/>
            </a:xfrm>
            <a:custGeom>
              <a:avLst/>
              <a:gdLst>
                <a:gd name="csX0" fmla="*/ 66159 w 68282"/>
                <a:gd name="csY0" fmla="*/ 58723 h 64784"/>
                <a:gd name="csX1" fmla="*/ 68283 w 68282"/>
                <a:gd name="csY1" fmla="*/ 61179 h 64784"/>
                <a:gd name="csX2" fmla="*/ 66046 w 68282"/>
                <a:gd name="csY2" fmla="*/ 63415 h 64784"/>
                <a:gd name="csX3" fmla="*/ 64037 w 68282"/>
                <a:gd name="csY3" fmla="*/ 62633 h 64784"/>
                <a:gd name="csX4" fmla="*/ 2121 w 68282"/>
                <a:gd name="csY4" fmla="*/ 33480 h 64784"/>
                <a:gd name="csX5" fmla="*/ 0 w 68282"/>
                <a:gd name="csY5" fmla="*/ 31023 h 64784"/>
                <a:gd name="csX6" fmla="*/ 2121 w 68282"/>
                <a:gd name="csY6" fmla="*/ 28566 h 64784"/>
                <a:gd name="csX7" fmla="*/ 64037 w 68282"/>
                <a:gd name="csY7" fmla="*/ -588 h 64784"/>
                <a:gd name="csX8" fmla="*/ 66046 w 68282"/>
                <a:gd name="csY8" fmla="*/ -1369 h 64784"/>
                <a:gd name="csX9" fmla="*/ 68283 w 68282"/>
                <a:gd name="csY9" fmla="*/ 863 h 64784"/>
                <a:gd name="csX10" fmla="*/ 66159 w 68282"/>
                <a:gd name="csY10" fmla="*/ 3323 h 64784"/>
                <a:gd name="csX11" fmla="*/ 7485 w 68282"/>
                <a:gd name="csY11" fmla="*/ 31023 h 64784"/>
                <a:gd name="csX12" fmla="*/ 66159 w 68282"/>
                <a:gd name="csY12" fmla="*/ 58723 h 64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8282" h="64784">
                  <a:moveTo>
                    <a:pt x="66159" y="58723"/>
                  </a:moveTo>
                  <a:cubicBezTo>
                    <a:pt x="67501" y="59392"/>
                    <a:pt x="68283" y="59953"/>
                    <a:pt x="68283" y="61179"/>
                  </a:cubicBezTo>
                  <a:cubicBezTo>
                    <a:pt x="68283" y="62409"/>
                    <a:pt x="67277" y="63415"/>
                    <a:pt x="66046" y="63415"/>
                  </a:cubicBezTo>
                  <a:cubicBezTo>
                    <a:pt x="65713" y="63415"/>
                    <a:pt x="65489" y="63415"/>
                    <a:pt x="64037" y="62633"/>
                  </a:cubicBezTo>
                  <a:lnTo>
                    <a:pt x="2121" y="33480"/>
                  </a:lnTo>
                  <a:cubicBezTo>
                    <a:pt x="894" y="32922"/>
                    <a:pt x="0" y="32361"/>
                    <a:pt x="0" y="31023"/>
                  </a:cubicBezTo>
                  <a:cubicBezTo>
                    <a:pt x="0" y="29680"/>
                    <a:pt x="894" y="29123"/>
                    <a:pt x="2121" y="28566"/>
                  </a:cubicBezTo>
                  <a:lnTo>
                    <a:pt x="64037" y="-588"/>
                  </a:lnTo>
                  <a:cubicBezTo>
                    <a:pt x="65489" y="-1369"/>
                    <a:pt x="65713" y="-1369"/>
                    <a:pt x="66046" y="-1369"/>
                  </a:cubicBezTo>
                  <a:cubicBezTo>
                    <a:pt x="67277" y="-1369"/>
                    <a:pt x="68283" y="-363"/>
                    <a:pt x="68283" y="863"/>
                  </a:cubicBezTo>
                  <a:cubicBezTo>
                    <a:pt x="68283" y="2093"/>
                    <a:pt x="67501" y="2650"/>
                    <a:pt x="66159" y="3323"/>
                  </a:cubicBezTo>
                  <a:lnTo>
                    <a:pt x="7485" y="31023"/>
                  </a:lnTo>
                  <a:lnTo>
                    <a:pt x="66159" y="58723"/>
                  </a:lnTo>
                  <a:close/>
                </a:path>
              </a:pathLst>
            </a:custGeom>
            <a:solidFill>
              <a:srgbClr val="000000"/>
            </a:solidFill>
            <a:ln w="25400" cap="flat">
              <a:noFill/>
              <a:prstDash val="solid"/>
              <a:miter/>
            </a:ln>
          </p:spPr>
          <p:txBody>
            <a:bodyPr/>
            <a:lstStyle/>
            <a:p>
              <a:endParaRPr lang="en-GB"/>
            </a:p>
          </p:txBody>
        </p:sp>
        <p:sp>
          <p:nvSpPr>
            <p:cNvPr id="2715" name="Freeform: Shape 2714">
              <a:extLst>
                <a:ext uri="{FF2B5EF4-FFF2-40B4-BE49-F238E27FC236}">
                  <a16:creationId xmlns:a16="http://schemas.microsoft.com/office/drawing/2014/main" id="{ED786A0C-A0BF-36BA-9188-4EE025A94309}"/>
                </a:ext>
              </a:extLst>
            </p:cNvPr>
            <p:cNvSpPr/>
            <p:nvPr>
              <p:custDataLst>
                <p:tags r:id="rId34"/>
              </p:custDataLst>
            </p:nvPr>
          </p:nvSpPr>
          <p:spPr>
            <a:xfrm flipV="1">
              <a:off x="11298947" y="-2917673"/>
              <a:ext cx="226778" cy="100526"/>
            </a:xfrm>
            <a:custGeom>
              <a:avLst/>
              <a:gdLst>
                <a:gd name="csX0" fmla="*/ 64819 w 226778"/>
                <a:gd name="csY0" fmla="*/ 89215 h 100526"/>
                <a:gd name="csX1" fmla="*/ 73647 w 226778"/>
                <a:gd name="csY1" fmla="*/ 94465 h 100526"/>
                <a:gd name="csX2" fmla="*/ 76329 w 226778"/>
                <a:gd name="csY2" fmla="*/ 94465 h 100526"/>
                <a:gd name="csX3" fmla="*/ 76329 w 226778"/>
                <a:gd name="csY3" fmla="*/ 97927 h 100526"/>
                <a:gd name="csX4" fmla="*/ 59900 w 226778"/>
                <a:gd name="csY4" fmla="*/ 97594 h 100526"/>
                <a:gd name="csX5" fmla="*/ 43363 w 226778"/>
                <a:gd name="csY5" fmla="*/ 97927 h 100526"/>
                <a:gd name="csX6" fmla="*/ 43363 w 226778"/>
                <a:gd name="csY6" fmla="*/ 94465 h 100526"/>
                <a:gd name="csX7" fmla="*/ 46044 w 226778"/>
                <a:gd name="csY7" fmla="*/ 94465 h 100526"/>
                <a:gd name="csX8" fmla="*/ 54873 w 226778"/>
                <a:gd name="csY8" fmla="*/ 89215 h 100526"/>
                <a:gd name="csX9" fmla="*/ 54873 w 226778"/>
                <a:gd name="csY9" fmla="*/ 63078 h 100526"/>
                <a:gd name="csX10" fmla="*/ 21457 w 226778"/>
                <a:gd name="csY10" fmla="*/ 63078 h 100526"/>
                <a:gd name="csX11" fmla="*/ 21457 w 226778"/>
                <a:gd name="csY11" fmla="*/ 89215 h 100526"/>
                <a:gd name="csX12" fmla="*/ 30285 w 226778"/>
                <a:gd name="csY12" fmla="*/ 94465 h 100526"/>
                <a:gd name="csX13" fmla="*/ 32967 w 226778"/>
                <a:gd name="csY13" fmla="*/ 94465 h 100526"/>
                <a:gd name="csX14" fmla="*/ 32967 w 226778"/>
                <a:gd name="csY14" fmla="*/ 97927 h 100526"/>
                <a:gd name="csX15" fmla="*/ 16542 w 226778"/>
                <a:gd name="csY15" fmla="*/ 97594 h 100526"/>
                <a:gd name="csX16" fmla="*/ 0 w 226778"/>
                <a:gd name="csY16" fmla="*/ 97927 h 100526"/>
                <a:gd name="csX17" fmla="*/ 0 w 226778"/>
                <a:gd name="csY17" fmla="*/ 94465 h 100526"/>
                <a:gd name="csX18" fmla="*/ 2682 w 226778"/>
                <a:gd name="csY18" fmla="*/ 94465 h 100526"/>
                <a:gd name="csX19" fmla="*/ 11510 w 226778"/>
                <a:gd name="csY19" fmla="*/ 89215 h 100526"/>
                <a:gd name="csX20" fmla="*/ 11510 w 226778"/>
                <a:gd name="csY20" fmla="*/ 30350 h 100526"/>
                <a:gd name="csX21" fmla="*/ 2682 w 226778"/>
                <a:gd name="csY21" fmla="*/ 25101 h 100526"/>
                <a:gd name="csX22" fmla="*/ 0 w 226778"/>
                <a:gd name="csY22" fmla="*/ 25101 h 100526"/>
                <a:gd name="csX23" fmla="*/ 0 w 226778"/>
                <a:gd name="csY23" fmla="*/ 21639 h 100526"/>
                <a:gd name="csX24" fmla="*/ 16429 w 226778"/>
                <a:gd name="csY24" fmla="*/ 21976 h 100526"/>
                <a:gd name="csX25" fmla="*/ 32967 w 226778"/>
                <a:gd name="csY25" fmla="*/ 21639 h 100526"/>
                <a:gd name="csX26" fmla="*/ 32967 w 226778"/>
                <a:gd name="csY26" fmla="*/ 25101 h 100526"/>
                <a:gd name="csX27" fmla="*/ 30285 w 226778"/>
                <a:gd name="csY27" fmla="*/ 25101 h 100526"/>
                <a:gd name="csX28" fmla="*/ 21457 w 226778"/>
                <a:gd name="csY28" fmla="*/ 30350 h 100526"/>
                <a:gd name="csX29" fmla="*/ 21457 w 226778"/>
                <a:gd name="csY29" fmla="*/ 59617 h 100526"/>
                <a:gd name="csX30" fmla="*/ 54873 w 226778"/>
                <a:gd name="csY30" fmla="*/ 59617 h 100526"/>
                <a:gd name="csX31" fmla="*/ 54873 w 226778"/>
                <a:gd name="csY31" fmla="*/ 30350 h 100526"/>
                <a:gd name="csX32" fmla="*/ 46044 w 226778"/>
                <a:gd name="csY32" fmla="*/ 25101 h 100526"/>
                <a:gd name="csX33" fmla="*/ 43363 w 226778"/>
                <a:gd name="csY33" fmla="*/ 25101 h 100526"/>
                <a:gd name="csX34" fmla="*/ 43363 w 226778"/>
                <a:gd name="csY34" fmla="*/ 21639 h 100526"/>
                <a:gd name="csX35" fmla="*/ 59792 w 226778"/>
                <a:gd name="csY35" fmla="*/ 21976 h 100526"/>
                <a:gd name="csX36" fmla="*/ 76329 w 226778"/>
                <a:gd name="csY36" fmla="*/ 21639 h 100526"/>
                <a:gd name="csX37" fmla="*/ 76329 w 226778"/>
                <a:gd name="csY37" fmla="*/ 25101 h 100526"/>
                <a:gd name="csX38" fmla="*/ 73647 w 226778"/>
                <a:gd name="csY38" fmla="*/ 25101 h 100526"/>
                <a:gd name="csX39" fmla="*/ 64819 w 226778"/>
                <a:gd name="csY39" fmla="*/ 30350 h 100526"/>
                <a:gd name="csX40" fmla="*/ 64819 w 226778"/>
                <a:gd name="csY40" fmla="*/ 89215 h 100526"/>
                <a:gd name="csX41" fmla="*/ 99922 w 226778"/>
                <a:gd name="csY41" fmla="*/ 71009 h 100526"/>
                <a:gd name="csX42" fmla="*/ 84274 w 226778"/>
                <a:gd name="csY42" fmla="*/ 69782 h 100526"/>
                <a:gd name="csX43" fmla="*/ 84274 w 226778"/>
                <a:gd name="csY43" fmla="*/ 66316 h 100526"/>
                <a:gd name="csX44" fmla="*/ 92545 w 226778"/>
                <a:gd name="csY44" fmla="*/ 60174 h 100526"/>
                <a:gd name="csX45" fmla="*/ 92545 w 226778"/>
                <a:gd name="csY45" fmla="*/ 30130 h 100526"/>
                <a:gd name="csX46" fmla="*/ 83829 w 226778"/>
                <a:gd name="csY46" fmla="*/ 25101 h 100526"/>
                <a:gd name="csX47" fmla="*/ 83829 w 226778"/>
                <a:gd name="csY47" fmla="*/ 21639 h 100526"/>
                <a:gd name="csX48" fmla="*/ 96121 w 226778"/>
                <a:gd name="csY48" fmla="*/ 21976 h 100526"/>
                <a:gd name="csX49" fmla="*/ 107743 w 226778"/>
                <a:gd name="csY49" fmla="*/ 21639 h 100526"/>
                <a:gd name="csX50" fmla="*/ 107743 w 226778"/>
                <a:gd name="csY50" fmla="*/ 25101 h 100526"/>
                <a:gd name="csX51" fmla="*/ 99922 w 226778"/>
                <a:gd name="csY51" fmla="*/ 30017 h 100526"/>
                <a:gd name="csX52" fmla="*/ 99922 w 226778"/>
                <a:gd name="csY52" fmla="*/ 71009 h 100526"/>
                <a:gd name="csX53" fmla="*/ 100370 w 226778"/>
                <a:gd name="csY53" fmla="*/ 90445 h 100526"/>
                <a:gd name="csX54" fmla="*/ 94445 w 226778"/>
                <a:gd name="csY54" fmla="*/ 96364 h 100526"/>
                <a:gd name="csX55" fmla="*/ 88523 w 226778"/>
                <a:gd name="csY55" fmla="*/ 90445 h 100526"/>
                <a:gd name="csX56" fmla="*/ 94445 w 226778"/>
                <a:gd name="csY56" fmla="*/ 84524 h 100526"/>
                <a:gd name="csX57" fmla="*/ 100370 w 226778"/>
                <a:gd name="csY57" fmla="*/ 90445 h 100526"/>
                <a:gd name="csX58" fmla="*/ 135909 w 226778"/>
                <a:gd name="csY58" fmla="*/ 40852 h 100526"/>
                <a:gd name="csX59" fmla="*/ 126188 w 226778"/>
                <a:gd name="csY59" fmla="*/ 54588 h 100526"/>
                <a:gd name="csX60" fmla="*/ 127976 w 226778"/>
                <a:gd name="csY60" fmla="*/ 63972 h 100526"/>
                <a:gd name="csX61" fmla="*/ 135909 w 226778"/>
                <a:gd name="csY61" fmla="*/ 68440 h 100526"/>
                <a:gd name="csX62" fmla="*/ 145635 w 226778"/>
                <a:gd name="csY62" fmla="*/ 54700 h 100526"/>
                <a:gd name="csX63" fmla="*/ 143848 w 226778"/>
                <a:gd name="csY63" fmla="*/ 45320 h 100526"/>
                <a:gd name="csX64" fmla="*/ 135909 w 226778"/>
                <a:gd name="csY64" fmla="*/ 40852 h 100526"/>
                <a:gd name="csX65" fmla="*/ 122948 w 226778"/>
                <a:gd name="csY65" fmla="*/ 36493 h 100526"/>
                <a:gd name="csX66" fmla="*/ 124848 w 226778"/>
                <a:gd name="csY66" fmla="*/ 41746 h 100526"/>
                <a:gd name="csX67" fmla="*/ 135909 w 226778"/>
                <a:gd name="csY67" fmla="*/ 38283 h 100526"/>
                <a:gd name="csX68" fmla="*/ 154015 w 226778"/>
                <a:gd name="csY68" fmla="*/ 54588 h 100526"/>
                <a:gd name="csX69" fmla="*/ 149433 w 226778"/>
                <a:gd name="csY69" fmla="*/ 65422 h 100526"/>
                <a:gd name="csX70" fmla="*/ 159491 w 226778"/>
                <a:gd name="csY70" fmla="*/ 69782 h 100526"/>
                <a:gd name="csX71" fmla="*/ 160610 w 226778"/>
                <a:gd name="csY71" fmla="*/ 69670 h 100526"/>
                <a:gd name="csX72" fmla="*/ 158821 w 226778"/>
                <a:gd name="csY72" fmla="*/ 66653 h 100526"/>
                <a:gd name="csX73" fmla="*/ 162061 w 226778"/>
                <a:gd name="csY73" fmla="*/ 63415 h 100526"/>
                <a:gd name="csX74" fmla="*/ 165304 w 226778"/>
                <a:gd name="csY74" fmla="*/ 66765 h 100526"/>
                <a:gd name="csX75" fmla="*/ 159603 w 226778"/>
                <a:gd name="csY75" fmla="*/ 72238 h 100526"/>
                <a:gd name="csX76" fmla="*/ 147757 w 226778"/>
                <a:gd name="csY76" fmla="*/ 66989 h 100526"/>
                <a:gd name="csX77" fmla="*/ 135909 w 226778"/>
                <a:gd name="csY77" fmla="*/ 71009 h 100526"/>
                <a:gd name="csX78" fmla="*/ 117808 w 226778"/>
                <a:gd name="csY78" fmla="*/ 54700 h 100526"/>
                <a:gd name="csX79" fmla="*/ 123060 w 226778"/>
                <a:gd name="csY79" fmla="*/ 43196 h 100526"/>
                <a:gd name="csX80" fmla="*/ 119596 w 226778"/>
                <a:gd name="csY80" fmla="*/ 33925 h 100526"/>
                <a:gd name="csX81" fmla="*/ 124512 w 226778"/>
                <a:gd name="csY81" fmla="*/ 23983 h 100526"/>
                <a:gd name="csX82" fmla="*/ 114233 w 226778"/>
                <a:gd name="csY82" fmla="*/ 12816 h 100526"/>
                <a:gd name="csX83" fmla="*/ 138928 w 226778"/>
                <a:gd name="csY83" fmla="*/ -1369 h 100526"/>
                <a:gd name="csX84" fmla="*/ 163741 w 226778"/>
                <a:gd name="csY84" fmla="*/ 13040 h 100526"/>
                <a:gd name="csX85" fmla="*/ 156476 w 226778"/>
                <a:gd name="csY85" fmla="*/ 25771 h 100526"/>
                <a:gd name="csX86" fmla="*/ 137252 w 226778"/>
                <a:gd name="csY86" fmla="*/ 28900 h 100526"/>
                <a:gd name="csX87" fmla="*/ 128870 w 226778"/>
                <a:gd name="csY87" fmla="*/ 29012 h 100526"/>
                <a:gd name="csX88" fmla="*/ 122948 w 226778"/>
                <a:gd name="csY88" fmla="*/ 36493 h 100526"/>
                <a:gd name="csX89" fmla="*/ 139040 w 226778"/>
                <a:gd name="csY89" fmla="*/ 1199 h 100526"/>
                <a:gd name="csX90" fmla="*/ 120042 w 226778"/>
                <a:gd name="csY90" fmla="*/ 12816 h 100526"/>
                <a:gd name="csX91" fmla="*/ 129207 w 226778"/>
                <a:gd name="csY91" fmla="*/ 22421 h 100526"/>
                <a:gd name="csX92" fmla="*/ 135801 w 226778"/>
                <a:gd name="csY92" fmla="*/ 22421 h 100526"/>
                <a:gd name="csX93" fmla="*/ 157928 w 226778"/>
                <a:gd name="csY93" fmla="*/ 12816 h 100526"/>
                <a:gd name="csX94" fmla="*/ 139040 w 226778"/>
                <a:gd name="csY94" fmla="*/ 1199 h 100526"/>
                <a:gd name="csX95" fmla="*/ 179279 w 226778"/>
                <a:gd name="csY95" fmla="*/ 30130 h 100526"/>
                <a:gd name="csX96" fmla="*/ 170563 w 226778"/>
                <a:gd name="csY96" fmla="*/ 25101 h 100526"/>
                <a:gd name="csX97" fmla="*/ 170563 w 226778"/>
                <a:gd name="csY97" fmla="*/ 21639 h 100526"/>
                <a:gd name="csX98" fmla="*/ 183191 w 226778"/>
                <a:gd name="csY98" fmla="*/ 21976 h 100526"/>
                <a:gd name="csX99" fmla="*/ 195709 w 226778"/>
                <a:gd name="csY99" fmla="*/ 21639 h 100526"/>
                <a:gd name="csX100" fmla="*/ 195709 w 226778"/>
                <a:gd name="csY100" fmla="*/ 25101 h 100526"/>
                <a:gd name="csX101" fmla="*/ 186993 w 226778"/>
                <a:gd name="csY101" fmla="*/ 30130 h 100526"/>
                <a:gd name="csX102" fmla="*/ 186993 w 226778"/>
                <a:gd name="csY102" fmla="*/ 50681 h 100526"/>
                <a:gd name="csX103" fmla="*/ 202079 w 226778"/>
                <a:gd name="csY103" fmla="*/ 68552 h 100526"/>
                <a:gd name="csX104" fmla="*/ 210350 w 226778"/>
                <a:gd name="csY104" fmla="*/ 56154 h 100526"/>
                <a:gd name="csX105" fmla="*/ 210350 w 226778"/>
                <a:gd name="csY105" fmla="*/ 30130 h 100526"/>
                <a:gd name="csX106" fmla="*/ 201634 w 226778"/>
                <a:gd name="csY106" fmla="*/ 25101 h 100526"/>
                <a:gd name="csX107" fmla="*/ 201634 w 226778"/>
                <a:gd name="csY107" fmla="*/ 21639 h 100526"/>
                <a:gd name="csX108" fmla="*/ 214262 w 226778"/>
                <a:gd name="csY108" fmla="*/ 21976 h 100526"/>
                <a:gd name="csX109" fmla="*/ 226778 w 226778"/>
                <a:gd name="csY109" fmla="*/ 21639 h 100526"/>
                <a:gd name="csX110" fmla="*/ 226778 w 226778"/>
                <a:gd name="csY110" fmla="*/ 25101 h 100526"/>
                <a:gd name="csX111" fmla="*/ 218059 w 226778"/>
                <a:gd name="csY111" fmla="*/ 28451 h 100526"/>
                <a:gd name="csX112" fmla="*/ 218059 w 226778"/>
                <a:gd name="csY112" fmla="*/ 49787 h 100526"/>
                <a:gd name="csX113" fmla="*/ 214595 w 226778"/>
                <a:gd name="csY113" fmla="*/ 66877 h 100526"/>
                <a:gd name="csX114" fmla="*/ 202860 w 226778"/>
                <a:gd name="csY114" fmla="*/ 71009 h 100526"/>
                <a:gd name="csX115" fmla="*/ 186656 w 226778"/>
                <a:gd name="csY115" fmla="*/ 60062 h 100526"/>
                <a:gd name="csX116" fmla="*/ 186656 w 226778"/>
                <a:gd name="csY116" fmla="*/ 99157 h 100526"/>
                <a:gd name="csX117" fmla="*/ 170563 w 226778"/>
                <a:gd name="csY117" fmla="*/ 97927 h 100526"/>
                <a:gd name="csX118" fmla="*/ 170563 w 226778"/>
                <a:gd name="csY118" fmla="*/ 94465 h 100526"/>
                <a:gd name="csX119" fmla="*/ 179279 w 226778"/>
                <a:gd name="csY119" fmla="*/ 88210 h 100526"/>
                <a:gd name="csX120" fmla="*/ 179279 w 226778"/>
                <a:gd name="csY120" fmla="*/ 30130 h 1005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Lst>
              <a:rect l="l" t="t" r="r" b="b"/>
              <a:pathLst>
                <a:path w="226778" h="100526">
                  <a:moveTo>
                    <a:pt x="64819" y="89215"/>
                  </a:moveTo>
                  <a:cubicBezTo>
                    <a:pt x="64819" y="93235"/>
                    <a:pt x="65044" y="94465"/>
                    <a:pt x="73647" y="94465"/>
                  </a:cubicBezTo>
                  <a:lnTo>
                    <a:pt x="76329" y="94465"/>
                  </a:lnTo>
                  <a:lnTo>
                    <a:pt x="76329" y="97927"/>
                  </a:lnTo>
                  <a:cubicBezTo>
                    <a:pt x="72417" y="97594"/>
                    <a:pt x="64150" y="97594"/>
                    <a:pt x="59900" y="97594"/>
                  </a:cubicBezTo>
                  <a:cubicBezTo>
                    <a:pt x="55655" y="97594"/>
                    <a:pt x="47272" y="97594"/>
                    <a:pt x="43363" y="97927"/>
                  </a:cubicBezTo>
                  <a:lnTo>
                    <a:pt x="43363" y="94465"/>
                  </a:lnTo>
                  <a:lnTo>
                    <a:pt x="46044" y="94465"/>
                  </a:lnTo>
                  <a:cubicBezTo>
                    <a:pt x="54648" y="94465"/>
                    <a:pt x="54873" y="93235"/>
                    <a:pt x="54873" y="89215"/>
                  </a:cubicBezTo>
                  <a:lnTo>
                    <a:pt x="54873" y="63078"/>
                  </a:lnTo>
                  <a:lnTo>
                    <a:pt x="21457" y="63078"/>
                  </a:lnTo>
                  <a:lnTo>
                    <a:pt x="21457" y="89215"/>
                  </a:lnTo>
                  <a:cubicBezTo>
                    <a:pt x="21457" y="93235"/>
                    <a:pt x="21681" y="94465"/>
                    <a:pt x="30285" y="94465"/>
                  </a:cubicBezTo>
                  <a:lnTo>
                    <a:pt x="32967" y="94465"/>
                  </a:lnTo>
                  <a:lnTo>
                    <a:pt x="32967" y="97927"/>
                  </a:lnTo>
                  <a:cubicBezTo>
                    <a:pt x="29058" y="97594"/>
                    <a:pt x="20787" y="97594"/>
                    <a:pt x="16542" y="97594"/>
                  </a:cubicBezTo>
                  <a:cubicBezTo>
                    <a:pt x="12292" y="97594"/>
                    <a:pt x="3913" y="97594"/>
                    <a:pt x="0" y="97927"/>
                  </a:cubicBezTo>
                  <a:lnTo>
                    <a:pt x="0" y="94465"/>
                  </a:lnTo>
                  <a:lnTo>
                    <a:pt x="2682" y="94465"/>
                  </a:lnTo>
                  <a:cubicBezTo>
                    <a:pt x="11286" y="94465"/>
                    <a:pt x="11510" y="93235"/>
                    <a:pt x="11510" y="89215"/>
                  </a:cubicBezTo>
                  <a:lnTo>
                    <a:pt x="11510" y="30350"/>
                  </a:lnTo>
                  <a:cubicBezTo>
                    <a:pt x="11510" y="26331"/>
                    <a:pt x="11286" y="25101"/>
                    <a:pt x="2682" y="25101"/>
                  </a:cubicBezTo>
                  <a:lnTo>
                    <a:pt x="0" y="25101"/>
                  </a:lnTo>
                  <a:lnTo>
                    <a:pt x="0" y="21639"/>
                  </a:lnTo>
                  <a:cubicBezTo>
                    <a:pt x="3913" y="21976"/>
                    <a:pt x="12180" y="21976"/>
                    <a:pt x="16429" y="21976"/>
                  </a:cubicBezTo>
                  <a:cubicBezTo>
                    <a:pt x="20675" y="21976"/>
                    <a:pt x="29058" y="21976"/>
                    <a:pt x="32967" y="21639"/>
                  </a:cubicBezTo>
                  <a:lnTo>
                    <a:pt x="32967" y="25101"/>
                  </a:lnTo>
                  <a:lnTo>
                    <a:pt x="30285" y="25101"/>
                  </a:lnTo>
                  <a:cubicBezTo>
                    <a:pt x="21681" y="25101"/>
                    <a:pt x="21457" y="26331"/>
                    <a:pt x="21457" y="30350"/>
                  </a:cubicBezTo>
                  <a:lnTo>
                    <a:pt x="21457" y="59617"/>
                  </a:lnTo>
                  <a:lnTo>
                    <a:pt x="54873" y="59617"/>
                  </a:lnTo>
                  <a:lnTo>
                    <a:pt x="54873" y="30350"/>
                  </a:lnTo>
                  <a:cubicBezTo>
                    <a:pt x="54873" y="26331"/>
                    <a:pt x="54648" y="25101"/>
                    <a:pt x="46044" y="25101"/>
                  </a:cubicBezTo>
                  <a:lnTo>
                    <a:pt x="43363" y="25101"/>
                  </a:lnTo>
                  <a:lnTo>
                    <a:pt x="43363" y="21639"/>
                  </a:lnTo>
                  <a:cubicBezTo>
                    <a:pt x="47272" y="21976"/>
                    <a:pt x="55542" y="21976"/>
                    <a:pt x="59792" y="21976"/>
                  </a:cubicBezTo>
                  <a:cubicBezTo>
                    <a:pt x="64037" y="21976"/>
                    <a:pt x="72417" y="21976"/>
                    <a:pt x="76329" y="21639"/>
                  </a:cubicBezTo>
                  <a:lnTo>
                    <a:pt x="76329" y="25101"/>
                  </a:lnTo>
                  <a:lnTo>
                    <a:pt x="73647" y="25101"/>
                  </a:lnTo>
                  <a:cubicBezTo>
                    <a:pt x="65044" y="25101"/>
                    <a:pt x="64819" y="26331"/>
                    <a:pt x="64819" y="30350"/>
                  </a:cubicBezTo>
                  <a:lnTo>
                    <a:pt x="64819" y="89215"/>
                  </a:lnTo>
                  <a:close/>
                  <a:moveTo>
                    <a:pt x="99922" y="71009"/>
                  </a:moveTo>
                  <a:lnTo>
                    <a:pt x="84274" y="69782"/>
                  </a:lnTo>
                  <a:lnTo>
                    <a:pt x="84274" y="66316"/>
                  </a:lnTo>
                  <a:cubicBezTo>
                    <a:pt x="91539" y="66316"/>
                    <a:pt x="92545" y="65647"/>
                    <a:pt x="92545" y="60174"/>
                  </a:cubicBezTo>
                  <a:lnTo>
                    <a:pt x="92545" y="30130"/>
                  </a:lnTo>
                  <a:cubicBezTo>
                    <a:pt x="92545" y="25101"/>
                    <a:pt x="91318" y="25101"/>
                    <a:pt x="83829" y="25101"/>
                  </a:cubicBezTo>
                  <a:lnTo>
                    <a:pt x="83829" y="21639"/>
                  </a:lnTo>
                  <a:cubicBezTo>
                    <a:pt x="87405" y="21751"/>
                    <a:pt x="93439" y="21976"/>
                    <a:pt x="96121" y="21976"/>
                  </a:cubicBezTo>
                  <a:cubicBezTo>
                    <a:pt x="100034" y="21976"/>
                    <a:pt x="103946" y="21751"/>
                    <a:pt x="107743" y="21639"/>
                  </a:cubicBezTo>
                  <a:lnTo>
                    <a:pt x="107743" y="25101"/>
                  </a:lnTo>
                  <a:cubicBezTo>
                    <a:pt x="100370" y="25101"/>
                    <a:pt x="99922" y="25662"/>
                    <a:pt x="99922" y="30017"/>
                  </a:cubicBezTo>
                  <a:lnTo>
                    <a:pt x="99922" y="71009"/>
                  </a:lnTo>
                  <a:close/>
                  <a:moveTo>
                    <a:pt x="100370" y="90445"/>
                  </a:moveTo>
                  <a:cubicBezTo>
                    <a:pt x="100370" y="94020"/>
                    <a:pt x="97576" y="96364"/>
                    <a:pt x="94445" y="96364"/>
                  </a:cubicBezTo>
                  <a:cubicBezTo>
                    <a:pt x="90981" y="96364"/>
                    <a:pt x="88523" y="93347"/>
                    <a:pt x="88523" y="90445"/>
                  </a:cubicBezTo>
                  <a:cubicBezTo>
                    <a:pt x="88523" y="87429"/>
                    <a:pt x="90981" y="84524"/>
                    <a:pt x="94445" y="84524"/>
                  </a:cubicBezTo>
                  <a:cubicBezTo>
                    <a:pt x="97576" y="84524"/>
                    <a:pt x="100370" y="86871"/>
                    <a:pt x="100370" y="90445"/>
                  </a:cubicBezTo>
                  <a:close/>
                  <a:moveTo>
                    <a:pt x="135909" y="40852"/>
                  </a:moveTo>
                  <a:cubicBezTo>
                    <a:pt x="126188" y="40852"/>
                    <a:pt x="126188" y="52020"/>
                    <a:pt x="126188" y="54588"/>
                  </a:cubicBezTo>
                  <a:cubicBezTo>
                    <a:pt x="126188" y="57605"/>
                    <a:pt x="126300" y="61179"/>
                    <a:pt x="127976" y="63972"/>
                  </a:cubicBezTo>
                  <a:cubicBezTo>
                    <a:pt x="128870" y="65311"/>
                    <a:pt x="131439" y="68440"/>
                    <a:pt x="135909" y="68440"/>
                  </a:cubicBezTo>
                  <a:cubicBezTo>
                    <a:pt x="145635" y="68440"/>
                    <a:pt x="145635" y="57269"/>
                    <a:pt x="145635" y="54700"/>
                  </a:cubicBezTo>
                  <a:cubicBezTo>
                    <a:pt x="145635" y="51687"/>
                    <a:pt x="145523" y="48113"/>
                    <a:pt x="143848" y="45320"/>
                  </a:cubicBezTo>
                  <a:cubicBezTo>
                    <a:pt x="142954" y="43978"/>
                    <a:pt x="140380" y="40852"/>
                    <a:pt x="135909" y="40852"/>
                  </a:cubicBezTo>
                  <a:close/>
                  <a:moveTo>
                    <a:pt x="122948" y="36493"/>
                  </a:moveTo>
                  <a:cubicBezTo>
                    <a:pt x="122948" y="36941"/>
                    <a:pt x="122948" y="39510"/>
                    <a:pt x="124848" y="41746"/>
                  </a:cubicBezTo>
                  <a:cubicBezTo>
                    <a:pt x="129207" y="38617"/>
                    <a:pt x="133789" y="38283"/>
                    <a:pt x="135909" y="38283"/>
                  </a:cubicBezTo>
                  <a:cubicBezTo>
                    <a:pt x="146305" y="38283"/>
                    <a:pt x="154015" y="45989"/>
                    <a:pt x="154015" y="54588"/>
                  </a:cubicBezTo>
                  <a:cubicBezTo>
                    <a:pt x="154015" y="58723"/>
                    <a:pt x="152227" y="62855"/>
                    <a:pt x="149433" y="65422"/>
                  </a:cubicBezTo>
                  <a:cubicBezTo>
                    <a:pt x="153457" y="69222"/>
                    <a:pt x="157479" y="69782"/>
                    <a:pt x="159491" y="69782"/>
                  </a:cubicBezTo>
                  <a:cubicBezTo>
                    <a:pt x="159715" y="69782"/>
                    <a:pt x="160273" y="69782"/>
                    <a:pt x="160610" y="69670"/>
                  </a:cubicBezTo>
                  <a:cubicBezTo>
                    <a:pt x="159379" y="69222"/>
                    <a:pt x="158821" y="67991"/>
                    <a:pt x="158821" y="66653"/>
                  </a:cubicBezTo>
                  <a:cubicBezTo>
                    <a:pt x="158821" y="64754"/>
                    <a:pt x="160273" y="63415"/>
                    <a:pt x="162061" y="63415"/>
                  </a:cubicBezTo>
                  <a:cubicBezTo>
                    <a:pt x="163180" y="63415"/>
                    <a:pt x="165304" y="64197"/>
                    <a:pt x="165304" y="66765"/>
                  </a:cubicBezTo>
                  <a:cubicBezTo>
                    <a:pt x="165304" y="68664"/>
                    <a:pt x="163962" y="72238"/>
                    <a:pt x="159603" y="72238"/>
                  </a:cubicBezTo>
                  <a:cubicBezTo>
                    <a:pt x="157371" y="72238"/>
                    <a:pt x="152451" y="71569"/>
                    <a:pt x="147757" y="66989"/>
                  </a:cubicBezTo>
                  <a:cubicBezTo>
                    <a:pt x="143066" y="70675"/>
                    <a:pt x="138371" y="71009"/>
                    <a:pt x="135909" y="71009"/>
                  </a:cubicBezTo>
                  <a:cubicBezTo>
                    <a:pt x="125518" y="71009"/>
                    <a:pt x="117808" y="63303"/>
                    <a:pt x="117808" y="54700"/>
                  </a:cubicBezTo>
                  <a:cubicBezTo>
                    <a:pt x="117808" y="49787"/>
                    <a:pt x="120266" y="45541"/>
                    <a:pt x="123060" y="43196"/>
                  </a:cubicBezTo>
                  <a:cubicBezTo>
                    <a:pt x="121606" y="41521"/>
                    <a:pt x="119596" y="37835"/>
                    <a:pt x="119596" y="33925"/>
                  </a:cubicBezTo>
                  <a:cubicBezTo>
                    <a:pt x="119596" y="30462"/>
                    <a:pt x="121048" y="26219"/>
                    <a:pt x="124512" y="23983"/>
                  </a:cubicBezTo>
                  <a:cubicBezTo>
                    <a:pt x="117808" y="22087"/>
                    <a:pt x="114233" y="17283"/>
                    <a:pt x="114233" y="12816"/>
                  </a:cubicBezTo>
                  <a:cubicBezTo>
                    <a:pt x="114233" y="4774"/>
                    <a:pt x="125294" y="-1369"/>
                    <a:pt x="138928" y="-1369"/>
                  </a:cubicBezTo>
                  <a:cubicBezTo>
                    <a:pt x="152114" y="-1369"/>
                    <a:pt x="163741" y="4325"/>
                    <a:pt x="163741" y="13040"/>
                  </a:cubicBezTo>
                  <a:cubicBezTo>
                    <a:pt x="163741" y="16947"/>
                    <a:pt x="162174" y="22645"/>
                    <a:pt x="156476" y="25771"/>
                  </a:cubicBezTo>
                  <a:cubicBezTo>
                    <a:pt x="150551" y="28900"/>
                    <a:pt x="144068" y="28900"/>
                    <a:pt x="137252" y="28900"/>
                  </a:cubicBezTo>
                  <a:cubicBezTo>
                    <a:pt x="134459" y="28900"/>
                    <a:pt x="129651" y="28900"/>
                    <a:pt x="128870" y="29012"/>
                  </a:cubicBezTo>
                  <a:cubicBezTo>
                    <a:pt x="125294" y="29457"/>
                    <a:pt x="122948" y="32918"/>
                    <a:pt x="122948" y="36493"/>
                  </a:cubicBezTo>
                  <a:close/>
                  <a:moveTo>
                    <a:pt x="139040" y="1199"/>
                  </a:moveTo>
                  <a:cubicBezTo>
                    <a:pt x="127755" y="1199"/>
                    <a:pt x="120042" y="6894"/>
                    <a:pt x="120042" y="12816"/>
                  </a:cubicBezTo>
                  <a:cubicBezTo>
                    <a:pt x="120042" y="17953"/>
                    <a:pt x="124287" y="22087"/>
                    <a:pt x="129207" y="22421"/>
                  </a:cubicBezTo>
                  <a:lnTo>
                    <a:pt x="135801" y="22421"/>
                  </a:lnTo>
                  <a:cubicBezTo>
                    <a:pt x="145411" y="22421"/>
                    <a:pt x="157928" y="22421"/>
                    <a:pt x="157928" y="12816"/>
                  </a:cubicBezTo>
                  <a:cubicBezTo>
                    <a:pt x="157928" y="6785"/>
                    <a:pt x="149994" y="1199"/>
                    <a:pt x="139040" y="1199"/>
                  </a:cubicBezTo>
                  <a:close/>
                  <a:moveTo>
                    <a:pt x="179279" y="30130"/>
                  </a:moveTo>
                  <a:cubicBezTo>
                    <a:pt x="179279" y="25101"/>
                    <a:pt x="178052" y="25101"/>
                    <a:pt x="170563" y="25101"/>
                  </a:cubicBezTo>
                  <a:lnTo>
                    <a:pt x="170563" y="21639"/>
                  </a:lnTo>
                  <a:cubicBezTo>
                    <a:pt x="174475" y="21751"/>
                    <a:pt x="180174" y="21976"/>
                    <a:pt x="183191" y="21976"/>
                  </a:cubicBezTo>
                  <a:cubicBezTo>
                    <a:pt x="186098" y="21976"/>
                    <a:pt x="191908" y="21751"/>
                    <a:pt x="195709" y="21639"/>
                  </a:cubicBezTo>
                  <a:lnTo>
                    <a:pt x="195709" y="25101"/>
                  </a:lnTo>
                  <a:cubicBezTo>
                    <a:pt x="188219" y="25101"/>
                    <a:pt x="186993" y="25101"/>
                    <a:pt x="186993" y="30130"/>
                  </a:cubicBezTo>
                  <a:lnTo>
                    <a:pt x="186993" y="50681"/>
                  </a:lnTo>
                  <a:cubicBezTo>
                    <a:pt x="186993" y="62297"/>
                    <a:pt x="194927" y="68552"/>
                    <a:pt x="202079" y="68552"/>
                  </a:cubicBezTo>
                  <a:cubicBezTo>
                    <a:pt x="209119" y="68552"/>
                    <a:pt x="210350" y="62521"/>
                    <a:pt x="210350" y="56154"/>
                  </a:cubicBezTo>
                  <a:lnTo>
                    <a:pt x="210350" y="30130"/>
                  </a:lnTo>
                  <a:cubicBezTo>
                    <a:pt x="210350" y="25101"/>
                    <a:pt x="209119" y="25101"/>
                    <a:pt x="201634" y="25101"/>
                  </a:cubicBezTo>
                  <a:lnTo>
                    <a:pt x="201634" y="21639"/>
                  </a:lnTo>
                  <a:cubicBezTo>
                    <a:pt x="205543" y="21751"/>
                    <a:pt x="211243" y="21976"/>
                    <a:pt x="214262" y="21976"/>
                  </a:cubicBezTo>
                  <a:cubicBezTo>
                    <a:pt x="217165" y="21976"/>
                    <a:pt x="222978" y="21751"/>
                    <a:pt x="226778" y="21639"/>
                  </a:cubicBezTo>
                  <a:lnTo>
                    <a:pt x="226778" y="25101"/>
                  </a:lnTo>
                  <a:cubicBezTo>
                    <a:pt x="220966" y="25101"/>
                    <a:pt x="218171" y="25101"/>
                    <a:pt x="218059" y="28451"/>
                  </a:cubicBezTo>
                  <a:lnTo>
                    <a:pt x="218059" y="49787"/>
                  </a:lnTo>
                  <a:cubicBezTo>
                    <a:pt x="218059" y="59392"/>
                    <a:pt x="218059" y="62855"/>
                    <a:pt x="214595" y="66877"/>
                  </a:cubicBezTo>
                  <a:cubicBezTo>
                    <a:pt x="213031" y="68776"/>
                    <a:pt x="209343" y="71009"/>
                    <a:pt x="202860" y="71009"/>
                  </a:cubicBezTo>
                  <a:cubicBezTo>
                    <a:pt x="193475" y="71009"/>
                    <a:pt x="188557" y="64308"/>
                    <a:pt x="186656" y="60062"/>
                  </a:cubicBezTo>
                  <a:lnTo>
                    <a:pt x="186656" y="99157"/>
                  </a:lnTo>
                  <a:lnTo>
                    <a:pt x="170563" y="97927"/>
                  </a:lnTo>
                  <a:lnTo>
                    <a:pt x="170563" y="94465"/>
                  </a:lnTo>
                  <a:cubicBezTo>
                    <a:pt x="178385" y="94465"/>
                    <a:pt x="179279" y="93683"/>
                    <a:pt x="179279" y="88210"/>
                  </a:cubicBezTo>
                  <a:lnTo>
                    <a:pt x="179279" y="30130"/>
                  </a:lnTo>
                  <a:close/>
                </a:path>
              </a:pathLst>
            </a:custGeom>
            <a:solidFill>
              <a:srgbClr val="000000"/>
            </a:solidFill>
            <a:ln w="25400" cap="flat">
              <a:noFill/>
              <a:prstDash val="solid"/>
              <a:miter/>
            </a:ln>
          </p:spPr>
          <p:txBody>
            <a:bodyPr/>
            <a:lstStyle/>
            <a:p>
              <a:endParaRPr lang="en-GB"/>
            </a:p>
          </p:txBody>
        </p:sp>
      </p:grpSp>
      <p:sp>
        <p:nvSpPr>
          <p:cNvPr id="1952" name="TextBox 1951">
            <a:extLst>
              <a:ext uri="{FF2B5EF4-FFF2-40B4-BE49-F238E27FC236}">
                <a16:creationId xmlns:a16="http://schemas.microsoft.com/office/drawing/2014/main" id="{BAF9A169-2C65-E85F-4B3B-B56ACA9AF6BA}"/>
              </a:ext>
            </a:extLst>
          </p:cNvPr>
          <p:cNvSpPr txBox="1"/>
          <p:nvPr/>
        </p:nvSpPr>
        <p:spPr>
          <a:xfrm>
            <a:off x="6143156" y="4275382"/>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953" name="TextBox 1952">
            <a:extLst>
              <a:ext uri="{FF2B5EF4-FFF2-40B4-BE49-F238E27FC236}">
                <a16:creationId xmlns:a16="http://schemas.microsoft.com/office/drawing/2014/main" id="{8701BEBA-D3B8-7AEB-4A10-DAD8CE2632DA}"/>
              </a:ext>
            </a:extLst>
          </p:cNvPr>
          <p:cNvSpPr txBox="1"/>
          <p:nvPr/>
        </p:nvSpPr>
        <p:spPr>
          <a:xfrm>
            <a:off x="6736830" y="4419685"/>
            <a:ext cx="2002559" cy="478721"/>
          </a:xfrm>
          <a:prstGeom prst="rect">
            <a:avLst/>
          </a:prstGeom>
          <a:noFill/>
        </p:spPr>
        <p:txBody>
          <a:bodyPr wrap="square">
            <a:spAutoFit/>
          </a:bodyPr>
          <a:lstStyle/>
          <a:p>
            <a:pPr lvl="0">
              <a:lnSpc>
                <a:spcPts val="1500"/>
              </a:lnSpc>
              <a:defRPr/>
            </a:pPr>
            <a:r>
              <a:rPr lang="en-GB" sz="1400" b="1">
                <a:solidFill>
                  <a:prstClr val="black"/>
                </a:solidFill>
              </a:rPr>
              <a:t>Ordinal categorical dependent variables</a:t>
            </a: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Tree>
    <p:extLst>
      <p:ext uri="{BB962C8B-B14F-4D97-AF65-F5344CB8AC3E}">
        <p14:creationId xmlns:p14="http://schemas.microsoft.com/office/powerpoint/2010/main" val="261329329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2465"/>
                                        </p:tgtEl>
                                        <p:attrNameLst>
                                          <p:attrName>style.visibility</p:attrName>
                                        </p:attrNameLst>
                                      </p:cBhvr>
                                      <p:to>
                                        <p:strVal val="visible"/>
                                      </p:to>
                                    </p:set>
                                    <p:animEffect transition="in" filter="fade">
                                      <p:cBhvr>
                                        <p:cTn id="33" dur="500"/>
                                        <p:tgtEl>
                                          <p:spTgt spid="2465"/>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953"/>
                                        </p:tgtEl>
                                        <p:attrNameLst>
                                          <p:attrName>style.visibility</p:attrName>
                                        </p:attrNameLst>
                                      </p:cBhvr>
                                      <p:to>
                                        <p:strVal val="visible"/>
                                      </p:to>
                                    </p:set>
                                    <p:animEffect transition="in" filter="fade">
                                      <p:cBhvr>
                                        <p:cTn id="36" dur="500"/>
                                        <p:tgtEl>
                                          <p:spTgt spid="1953"/>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952"/>
                                        </p:tgtEl>
                                        <p:attrNameLst>
                                          <p:attrName>style.visibility</p:attrName>
                                        </p:attrNameLst>
                                      </p:cBhvr>
                                      <p:to>
                                        <p:strVal val="visible"/>
                                      </p:to>
                                    </p:set>
                                    <p:animEffect transition="in" filter="fade">
                                      <p:cBhvr>
                                        <p:cTn id="39" dur="500"/>
                                        <p:tgtEl>
                                          <p:spTgt spid="1952"/>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2716"/>
                                        </p:tgtEl>
                                        <p:attrNameLst>
                                          <p:attrName>style.visibility</p:attrName>
                                        </p:attrNameLst>
                                      </p:cBhvr>
                                      <p:to>
                                        <p:strVal val="visible"/>
                                      </p:to>
                                    </p:set>
                                    <p:animEffect transition="in" filter="fade">
                                      <p:cBhvr>
                                        <p:cTn id="44" dur="500"/>
                                        <p:tgtEl>
                                          <p:spTgt spid="27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2" grpId="0"/>
      <p:bldP spid="8" grpId="0"/>
      <p:bldP spid="9" grpId="0"/>
      <p:bldP spid="13" grpId="0"/>
      <p:bldP spid="1952" grpId="0"/>
      <p:bldP spid="195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44EBE8-F743-E26C-F78F-3DA178E50291}"/>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CD82BC05-8DEA-C542-2A62-2EB1C79DD3F6}"/>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D9482719-F6AA-C028-C474-61C84321B83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9F3EF57A-E064-8A81-AD44-B776863808CB}"/>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Ordinal </a:t>
            </a:r>
            <a:b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b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regression</a:t>
            </a:r>
          </a:p>
        </p:txBody>
      </p:sp>
      <p:sp>
        <p:nvSpPr>
          <p:cNvPr id="10" name="Date Placeholder 3 2">
            <a:extLst>
              <a:ext uri="{FF2B5EF4-FFF2-40B4-BE49-F238E27FC236}">
                <a16:creationId xmlns:a16="http://schemas.microsoft.com/office/drawing/2014/main" id="{E9100B6B-FBFD-B78F-F4FE-D62187F4D238}"/>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9" name="TextBox 8">
            <a:extLst>
              <a:ext uri="{FF2B5EF4-FFF2-40B4-BE49-F238E27FC236}">
                <a16:creationId xmlns:a16="http://schemas.microsoft.com/office/drawing/2014/main" id="{54CC614A-9961-B459-2E92-AA0AC92E325A}"/>
              </a:ext>
            </a:extLst>
          </p:cNvPr>
          <p:cNvSpPr txBox="1"/>
          <p:nvPr/>
        </p:nvSpPr>
        <p:spPr>
          <a:xfrm>
            <a:off x="1014857" y="1760669"/>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1.</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3" name="TextBox 12">
            <a:extLst>
              <a:ext uri="{FF2B5EF4-FFF2-40B4-BE49-F238E27FC236}">
                <a16:creationId xmlns:a16="http://schemas.microsoft.com/office/drawing/2014/main" id="{E997C4D0-B17E-8F81-DD57-2024790B060F}"/>
              </a:ext>
            </a:extLst>
          </p:cNvPr>
          <p:cNvSpPr txBox="1"/>
          <p:nvPr/>
        </p:nvSpPr>
        <p:spPr>
          <a:xfrm>
            <a:off x="1534646" y="1844941"/>
            <a:ext cx="2772544" cy="478721"/>
          </a:xfrm>
          <a:prstGeom prst="rect">
            <a:avLst/>
          </a:prstGeom>
          <a:noFill/>
        </p:spPr>
        <p:txBody>
          <a:bodyPr wrap="square">
            <a:spAutoFit/>
          </a:bodyPr>
          <a:lstStyle/>
          <a:p>
            <a:pPr lvl="0">
              <a:lnSpc>
                <a:spcPts val="1500"/>
              </a:lnSpc>
              <a:defRPr/>
            </a:pPr>
            <a:r>
              <a:rPr lang="en-US" sz="1400" b="1">
                <a:solidFill>
                  <a:prstClr val="black"/>
                </a:solidFill>
              </a:rPr>
              <a:t>Treat the dependent variable as if it were continuous</a:t>
            </a: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
        <p:nvSpPr>
          <p:cNvPr id="14" name="TextBox 13">
            <a:extLst>
              <a:ext uri="{FF2B5EF4-FFF2-40B4-BE49-F238E27FC236}">
                <a16:creationId xmlns:a16="http://schemas.microsoft.com/office/drawing/2014/main" id="{B1510835-C7CB-37A2-019A-3FD90E41FFF8}"/>
              </a:ext>
            </a:extLst>
          </p:cNvPr>
          <p:cNvSpPr txBox="1"/>
          <p:nvPr/>
        </p:nvSpPr>
        <p:spPr>
          <a:xfrm>
            <a:off x="1077230" y="2322020"/>
            <a:ext cx="4897446" cy="738664"/>
          </a:xfrm>
          <a:prstGeom prst="rect">
            <a:avLst/>
          </a:prstGeom>
          <a:noFill/>
        </p:spPr>
        <p:txBody>
          <a:bodyPr wrap="square">
            <a:spAutoFit/>
          </a:bodyPr>
          <a:lstStyle/>
          <a:p>
            <a:pPr lvl="0">
              <a:defRPr/>
            </a:pPr>
            <a:r>
              <a:rPr lang="en-US" sz="1400">
                <a:solidFill>
                  <a:prstClr val="black"/>
                </a:solidFill>
              </a:rPr>
              <a:t>In this case, linear regression methods (OLS) can be used. </a:t>
            </a:r>
            <a:r>
              <a:rPr lang="en-US" sz="1400" b="1">
                <a:solidFill>
                  <a:prstClr val="black"/>
                </a:solidFill>
                <a:highlight>
                  <a:srgbClr val="FFC000"/>
                </a:highlight>
              </a:rPr>
              <a:t>This approximation depends on the number of categories in the dependent variable</a:t>
            </a:r>
            <a:r>
              <a:rPr lang="en-US" sz="1400">
                <a:solidFill>
                  <a:prstClr val="black"/>
                </a:solidFill>
              </a:rPr>
              <a: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 name="TextBox 2">
            <a:extLst>
              <a:ext uri="{FF2B5EF4-FFF2-40B4-BE49-F238E27FC236}">
                <a16:creationId xmlns:a16="http://schemas.microsoft.com/office/drawing/2014/main" id="{6C97FEE4-BB3D-FD78-6C49-6EF6F691AB1D}"/>
              </a:ext>
            </a:extLst>
          </p:cNvPr>
          <p:cNvSpPr txBox="1"/>
          <p:nvPr/>
        </p:nvSpPr>
        <p:spPr>
          <a:xfrm>
            <a:off x="1014857" y="3214314"/>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2" name="TextBox 11">
            <a:extLst>
              <a:ext uri="{FF2B5EF4-FFF2-40B4-BE49-F238E27FC236}">
                <a16:creationId xmlns:a16="http://schemas.microsoft.com/office/drawing/2014/main" id="{FE89ECC8-A087-E5E5-EAE7-ED45EBC7F33A}"/>
              </a:ext>
            </a:extLst>
          </p:cNvPr>
          <p:cNvSpPr txBox="1"/>
          <p:nvPr/>
        </p:nvSpPr>
        <p:spPr>
          <a:xfrm>
            <a:off x="1534646" y="3306474"/>
            <a:ext cx="3680292" cy="478721"/>
          </a:xfrm>
          <a:prstGeom prst="rect">
            <a:avLst/>
          </a:prstGeom>
          <a:noFill/>
        </p:spPr>
        <p:txBody>
          <a:bodyPr wrap="square">
            <a:spAutoFit/>
          </a:bodyPr>
          <a:lstStyle/>
          <a:p>
            <a:pPr lvl="0">
              <a:lnSpc>
                <a:spcPts val="1500"/>
              </a:lnSpc>
              <a:defRPr/>
            </a:pPr>
            <a:r>
              <a:rPr lang="en-US" sz="1400" b="1">
                <a:solidFill>
                  <a:prstClr val="black"/>
                </a:solidFill>
              </a:rPr>
              <a:t>Ignore the ordinality of the dependent variable and treat it as nominal</a:t>
            </a: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
        <p:nvSpPr>
          <p:cNvPr id="15" name="TextBox 14">
            <a:extLst>
              <a:ext uri="{FF2B5EF4-FFF2-40B4-BE49-F238E27FC236}">
                <a16:creationId xmlns:a16="http://schemas.microsoft.com/office/drawing/2014/main" id="{D5CA08A3-02F8-4EC7-8A71-52B05D5052AE}"/>
              </a:ext>
            </a:extLst>
          </p:cNvPr>
          <p:cNvSpPr txBox="1"/>
          <p:nvPr/>
        </p:nvSpPr>
        <p:spPr>
          <a:xfrm>
            <a:off x="1077230" y="3775665"/>
            <a:ext cx="4897446" cy="523220"/>
          </a:xfrm>
          <a:prstGeom prst="rect">
            <a:avLst/>
          </a:prstGeom>
          <a:noFill/>
        </p:spPr>
        <p:txBody>
          <a:bodyPr wrap="square">
            <a:spAutoFit/>
          </a:bodyPr>
          <a:lstStyle/>
          <a:p>
            <a:pPr lvl="0">
              <a:defRPr/>
            </a:pPr>
            <a:r>
              <a:rPr lang="en-US" sz="1400" b="1">
                <a:solidFill>
                  <a:prstClr val="black"/>
                </a:solidFill>
                <a:highlight>
                  <a:srgbClr val="FFC000"/>
                </a:highlight>
              </a:rPr>
              <a:t>Here, multinomial logistic models can be used</a:t>
            </a:r>
            <a:r>
              <a:rPr lang="en-US" sz="1400">
                <a:solidFill>
                  <a:prstClr val="black"/>
                </a:solidFill>
              </a:rPr>
              <a:t>. </a:t>
            </a:r>
            <a:br>
              <a:rPr lang="en-US" sz="1400">
                <a:solidFill>
                  <a:prstClr val="black"/>
                </a:solidFill>
              </a:rPr>
            </a:br>
            <a:r>
              <a:rPr lang="en-US" sz="1400">
                <a:solidFill>
                  <a:prstClr val="black"/>
                </a:solidFill>
              </a:rPr>
              <a:t>In doing so:</a:t>
            </a:r>
          </a:p>
        </p:txBody>
      </p:sp>
      <p:sp>
        <p:nvSpPr>
          <p:cNvPr id="16" name="TextBox 15">
            <a:extLst>
              <a:ext uri="{FF2B5EF4-FFF2-40B4-BE49-F238E27FC236}">
                <a16:creationId xmlns:a16="http://schemas.microsoft.com/office/drawing/2014/main" id="{5CBFADE0-AF07-4A74-3D06-637F2FDF86B3}"/>
              </a:ext>
            </a:extLst>
          </p:cNvPr>
          <p:cNvSpPr txBox="1"/>
          <p:nvPr/>
        </p:nvSpPr>
        <p:spPr>
          <a:xfrm>
            <a:off x="6715445" y="1760669"/>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3.</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7" name="TextBox 16">
            <a:extLst>
              <a:ext uri="{FF2B5EF4-FFF2-40B4-BE49-F238E27FC236}">
                <a16:creationId xmlns:a16="http://schemas.microsoft.com/office/drawing/2014/main" id="{2B7A13DE-F5F0-08EC-CA4F-F9D7BF1B9AD0}"/>
              </a:ext>
            </a:extLst>
          </p:cNvPr>
          <p:cNvSpPr txBox="1"/>
          <p:nvPr/>
        </p:nvSpPr>
        <p:spPr>
          <a:xfrm>
            <a:off x="7235235" y="1844941"/>
            <a:ext cx="2482139" cy="478721"/>
          </a:xfrm>
          <a:prstGeom prst="rect">
            <a:avLst/>
          </a:prstGeom>
          <a:noFill/>
        </p:spPr>
        <p:txBody>
          <a:bodyPr wrap="square">
            <a:spAutoFit/>
          </a:bodyPr>
          <a:lstStyle/>
          <a:p>
            <a:pPr lvl="0">
              <a:lnSpc>
                <a:spcPts val="1500"/>
              </a:lnSpc>
              <a:defRPr/>
            </a:pPr>
            <a:r>
              <a:rPr lang="en-US" sz="1400" b="1">
                <a:solidFill>
                  <a:prstClr val="black"/>
                </a:solidFill>
              </a:rPr>
              <a:t>Treat the dependent variable as ordinal</a:t>
            </a:r>
            <a:endParaRPr kumimoji="0" lang="en-GB" sz="1400" b="0"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sp>
        <p:nvSpPr>
          <p:cNvPr id="18" name="TextBox 17">
            <a:extLst>
              <a:ext uri="{FF2B5EF4-FFF2-40B4-BE49-F238E27FC236}">
                <a16:creationId xmlns:a16="http://schemas.microsoft.com/office/drawing/2014/main" id="{74CB4649-523E-F7BE-4A39-EB2F5CD5D6CF}"/>
              </a:ext>
            </a:extLst>
          </p:cNvPr>
          <p:cNvSpPr txBox="1"/>
          <p:nvPr/>
        </p:nvSpPr>
        <p:spPr>
          <a:xfrm>
            <a:off x="6777818" y="2322020"/>
            <a:ext cx="4356425" cy="2677656"/>
          </a:xfrm>
          <a:prstGeom prst="rect">
            <a:avLst/>
          </a:prstGeom>
          <a:noFill/>
        </p:spPr>
        <p:txBody>
          <a:bodyPr wrap="square">
            <a:spAutoFit/>
          </a:bodyPr>
          <a:lstStyle/>
          <a:p>
            <a:pPr lvl="0">
              <a:defRPr/>
            </a:pPr>
            <a:r>
              <a:rPr lang="en-US" sz="1400" b="1">
                <a:solidFill>
                  <a:prstClr val="black"/>
                </a:solidFill>
                <a:highlight>
                  <a:srgbClr val="FFC000"/>
                </a:highlight>
              </a:rPr>
              <a:t>We assume that the variable is measured on an ordinal scale</a:t>
            </a:r>
            <a:r>
              <a:rPr lang="en-US" sz="1400">
                <a:solidFill>
                  <a:prstClr val="black"/>
                </a:solidFill>
              </a:rPr>
              <a:t>, even if the scale is a rough measurement of an </a:t>
            </a:r>
            <a:r>
              <a:rPr lang="en-US" sz="1400" b="1">
                <a:solidFill>
                  <a:srgbClr val="FF0000"/>
                </a:solidFill>
              </a:rPr>
              <a:t>underlying interval or ratio scale</a:t>
            </a:r>
            <a:r>
              <a:rPr lang="en-US" sz="1400">
                <a:solidFill>
                  <a:prstClr val="black"/>
                </a:solidFill>
              </a:rPr>
              <a:t>.</a:t>
            </a:r>
          </a:p>
          <a:p>
            <a:pPr lvl="0">
              <a:defRPr/>
            </a:pPr>
            <a:endParaRPr lang="en-US" sz="1400">
              <a:solidFill>
                <a:prstClr val="black"/>
              </a:solidFill>
            </a:endParaRPr>
          </a:p>
          <a:p>
            <a:pPr lvl="0">
              <a:defRPr/>
            </a:pPr>
            <a:r>
              <a:rPr lang="en-US" sz="1400">
                <a:solidFill>
                  <a:prstClr val="black"/>
                </a:solidFill>
              </a:rPr>
              <a:t>For example, the categories:</a:t>
            </a:r>
          </a:p>
          <a:p>
            <a:pPr marL="285750" lvl="0" indent="-285750">
              <a:buFont typeface="Arial" panose="020B0604020202020204" pitchFamily="34" charset="0"/>
              <a:buChar char="•"/>
              <a:defRPr/>
            </a:pPr>
            <a:r>
              <a:rPr lang="en-US" sz="1400">
                <a:solidFill>
                  <a:prstClr val="black"/>
                </a:solidFill>
              </a:rPr>
              <a:t> High</a:t>
            </a:r>
          </a:p>
          <a:p>
            <a:pPr marL="285750" lvl="0" indent="-285750">
              <a:buFont typeface="Arial" panose="020B0604020202020204" pitchFamily="34" charset="0"/>
              <a:buChar char="•"/>
              <a:defRPr/>
            </a:pPr>
            <a:r>
              <a:rPr lang="en-US" sz="1400">
                <a:solidFill>
                  <a:prstClr val="black"/>
                </a:solidFill>
              </a:rPr>
              <a:t>Medium</a:t>
            </a:r>
          </a:p>
          <a:p>
            <a:pPr marL="285750" lvl="0" indent="-285750">
              <a:buFont typeface="Arial" panose="020B0604020202020204" pitchFamily="34" charset="0"/>
              <a:buChar char="•"/>
              <a:defRPr/>
            </a:pPr>
            <a:r>
              <a:rPr lang="en-US" sz="1400">
                <a:solidFill>
                  <a:prstClr val="black"/>
                </a:solidFill>
              </a:rPr>
              <a:t>Low</a:t>
            </a:r>
          </a:p>
          <a:p>
            <a:pPr lvl="0">
              <a:defRPr/>
            </a:pPr>
            <a:endParaRPr lang="en-US" sz="1400">
              <a:solidFill>
                <a:prstClr val="black"/>
              </a:solidFill>
            </a:endParaRPr>
          </a:p>
          <a:p>
            <a:pPr lvl="0">
              <a:defRPr/>
            </a:pPr>
            <a:r>
              <a:rPr lang="en-US" sz="1400">
                <a:solidFill>
                  <a:prstClr val="black"/>
                </a:solidFill>
              </a:rPr>
              <a:t>Could be seen as approximations of socioeconomic status or intelligence. </a:t>
            </a:r>
            <a:endPar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grpSp>
        <p:nvGrpSpPr>
          <p:cNvPr id="2" name="Group 1">
            <a:extLst>
              <a:ext uri="{FF2B5EF4-FFF2-40B4-BE49-F238E27FC236}">
                <a16:creationId xmlns:a16="http://schemas.microsoft.com/office/drawing/2014/main" id="{AB5098AA-DACA-B30B-E46B-64EF9F942B9C}"/>
              </a:ext>
            </a:extLst>
          </p:cNvPr>
          <p:cNvGrpSpPr/>
          <p:nvPr/>
        </p:nvGrpSpPr>
        <p:grpSpPr>
          <a:xfrm>
            <a:off x="1151331" y="4359146"/>
            <a:ext cx="4823345" cy="1712222"/>
            <a:chOff x="1151331" y="4359146"/>
            <a:chExt cx="4823345" cy="1712222"/>
          </a:xfrm>
        </p:grpSpPr>
        <p:sp>
          <p:nvSpPr>
            <p:cNvPr id="7" name="Freeform: Shape 6">
              <a:extLst>
                <a:ext uri="{FF2B5EF4-FFF2-40B4-BE49-F238E27FC236}">
                  <a16:creationId xmlns:a16="http://schemas.microsoft.com/office/drawing/2014/main" id="{F3104277-7632-57E2-02CA-FA71ED46D60D}"/>
                </a:ext>
              </a:extLst>
            </p:cNvPr>
            <p:cNvSpPr/>
            <p:nvPr/>
          </p:nvSpPr>
          <p:spPr>
            <a:xfrm>
              <a:off x="1151331" y="4422460"/>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0" name="TextBox 19">
              <a:extLst>
                <a:ext uri="{FF2B5EF4-FFF2-40B4-BE49-F238E27FC236}">
                  <a16:creationId xmlns:a16="http://schemas.microsoft.com/office/drawing/2014/main" id="{AC27D596-EE19-669B-F2BE-B487BDDFDA5B}"/>
                </a:ext>
              </a:extLst>
            </p:cNvPr>
            <p:cNvSpPr txBox="1"/>
            <p:nvPr/>
          </p:nvSpPr>
          <p:spPr>
            <a:xfrm>
              <a:off x="1459408" y="4359146"/>
              <a:ext cx="4515268" cy="523220"/>
            </a:xfrm>
            <a:prstGeom prst="rect">
              <a:avLst/>
            </a:prstGeom>
            <a:noFill/>
          </p:spPr>
          <p:txBody>
            <a:bodyPr wrap="square">
              <a:spAutoFit/>
            </a:bodyPr>
            <a:lstStyle/>
            <a:p>
              <a:pPr lvl="0">
                <a:defRPr/>
              </a:pPr>
              <a:r>
                <a:rPr lang="en-US" sz="1400">
                  <a:solidFill>
                    <a:schemeClr val="bg1">
                      <a:lumMod val="75000"/>
                    </a:schemeClr>
                  </a:solidFill>
                </a:rPr>
                <a:t>It discards part of the information available in the ordering</a:t>
              </a:r>
            </a:p>
          </p:txBody>
        </p:sp>
        <p:sp>
          <p:nvSpPr>
            <p:cNvPr id="22" name="Freeform: Shape 21">
              <a:extLst>
                <a:ext uri="{FF2B5EF4-FFF2-40B4-BE49-F238E27FC236}">
                  <a16:creationId xmlns:a16="http://schemas.microsoft.com/office/drawing/2014/main" id="{BE550D5C-CA88-4F27-7173-91FFA523CC2A}"/>
                </a:ext>
              </a:extLst>
            </p:cNvPr>
            <p:cNvSpPr/>
            <p:nvPr/>
          </p:nvSpPr>
          <p:spPr>
            <a:xfrm>
              <a:off x="1151331" y="4984430"/>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3" name="TextBox 22">
              <a:extLst>
                <a:ext uri="{FF2B5EF4-FFF2-40B4-BE49-F238E27FC236}">
                  <a16:creationId xmlns:a16="http://schemas.microsoft.com/office/drawing/2014/main" id="{137C53FB-A12E-B1F2-FD62-F79F5A144A41}"/>
                </a:ext>
              </a:extLst>
            </p:cNvPr>
            <p:cNvSpPr txBox="1"/>
            <p:nvPr/>
          </p:nvSpPr>
          <p:spPr>
            <a:xfrm>
              <a:off x="1459408" y="4953647"/>
              <a:ext cx="4515268" cy="523220"/>
            </a:xfrm>
            <a:prstGeom prst="rect">
              <a:avLst/>
            </a:prstGeom>
            <a:noFill/>
          </p:spPr>
          <p:txBody>
            <a:bodyPr wrap="square">
              <a:spAutoFit/>
            </a:bodyPr>
            <a:lstStyle/>
            <a:p>
              <a:pPr lvl="0">
                <a:defRPr/>
              </a:pPr>
              <a:r>
                <a:rPr lang="en-US" sz="1400">
                  <a:solidFill>
                    <a:schemeClr val="bg1">
                      <a:lumMod val="75000"/>
                    </a:schemeClr>
                  </a:solidFill>
                </a:rPr>
                <a:t>It is possible that more parameters than necessary are estimated.</a:t>
              </a:r>
            </a:p>
          </p:txBody>
        </p:sp>
        <p:sp>
          <p:nvSpPr>
            <p:cNvPr id="24" name="Freeform: Shape 23">
              <a:extLst>
                <a:ext uri="{FF2B5EF4-FFF2-40B4-BE49-F238E27FC236}">
                  <a16:creationId xmlns:a16="http://schemas.microsoft.com/office/drawing/2014/main" id="{931D367F-6558-BF32-03BB-1D04CA847AF8}"/>
                </a:ext>
              </a:extLst>
            </p:cNvPr>
            <p:cNvSpPr/>
            <p:nvPr/>
          </p:nvSpPr>
          <p:spPr>
            <a:xfrm>
              <a:off x="1151331" y="5578931"/>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5" name="TextBox 24">
              <a:extLst>
                <a:ext uri="{FF2B5EF4-FFF2-40B4-BE49-F238E27FC236}">
                  <a16:creationId xmlns:a16="http://schemas.microsoft.com/office/drawing/2014/main" id="{EBF3AB95-114B-9AE8-0BDA-F29A3EDCB674}"/>
                </a:ext>
              </a:extLst>
            </p:cNvPr>
            <p:cNvSpPr txBox="1"/>
            <p:nvPr/>
          </p:nvSpPr>
          <p:spPr>
            <a:xfrm>
              <a:off x="1459408" y="5548148"/>
              <a:ext cx="4515268" cy="523220"/>
            </a:xfrm>
            <a:prstGeom prst="rect">
              <a:avLst/>
            </a:prstGeom>
            <a:noFill/>
          </p:spPr>
          <p:txBody>
            <a:bodyPr wrap="square">
              <a:spAutoFit/>
            </a:bodyPr>
            <a:lstStyle/>
            <a:p>
              <a:pPr lvl="0">
                <a:defRPr/>
              </a:pPr>
              <a:r>
                <a:rPr lang="en-US" sz="1400">
                  <a:solidFill>
                    <a:schemeClr val="bg1">
                      <a:lumMod val="75000"/>
                    </a:schemeClr>
                  </a:solidFill>
                </a:rPr>
                <a:t>It increases the risk of obtaining non‑significant statistical results.</a:t>
              </a:r>
            </a:p>
          </p:txBody>
        </p:sp>
      </p:grpSp>
    </p:spTree>
    <p:extLst>
      <p:ext uri="{BB962C8B-B14F-4D97-AF65-F5344CB8AC3E}">
        <p14:creationId xmlns:p14="http://schemas.microsoft.com/office/powerpoint/2010/main" val="141820237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
                                            <p:txEl>
                                              <p:pRg st="0" end="0"/>
                                            </p:txEl>
                                          </p:spTgt>
                                        </p:tgtEl>
                                        <p:attrNameLst>
                                          <p:attrName>style.visibility</p:attrName>
                                        </p:attrNameLst>
                                      </p:cBhvr>
                                      <p:to>
                                        <p:strVal val="visible"/>
                                      </p:to>
                                    </p:set>
                                    <p:animEffect transition="in" filter="fade">
                                      <p:cBhvr>
                                        <p:cTn id="18" dur="500"/>
                                        <p:tgtEl>
                                          <p:spTgt spid="14">
                                            <p:txEl>
                                              <p:pRg st="0" end="0"/>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fade">
                                      <p:cBhvr>
                                        <p:cTn id="26" dur="500"/>
                                        <p:tgtEl>
                                          <p:spTgt spid="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15">
                                            <p:txEl>
                                              <p:pRg st="0" end="0"/>
                                            </p:txEl>
                                          </p:spTgt>
                                        </p:tgtEl>
                                        <p:attrNameLst>
                                          <p:attrName>style.visibility</p:attrName>
                                        </p:attrNameLst>
                                      </p:cBhvr>
                                      <p:to>
                                        <p:strVal val="visible"/>
                                      </p:to>
                                    </p:set>
                                    <p:animEffect transition="in" filter="fade">
                                      <p:cBhvr>
                                        <p:cTn id="34" dur="500"/>
                                        <p:tgtEl>
                                          <p:spTgt spid="15">
                                            <p:txEl>
                                              <p:pRg st="0" end="0"/>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2"/>
                                        </p:tgtEl>
                                        <p:attrNameLst>
                                          <p:attrName>style.visibility</p:attrName>
                                        </p:attrNameLst>
                                      </p:cBhvr>
                                      <p:to>
                                        <p:strVal val="visible"/>
                                      </p:to>
                                    </p:set>
                                    <p:animEffect transition="in" filter="fade">
                                      <p:cBhvr>
                                        <p:cTn id="39" dur="500"/>
                                        <p:tgtEl>
                                          <p:spTgt spid="2"/>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7"/>
                                        </p:tgtEl>
                                        <p:attrNameLst>
                                          <p:attrName>style.visibility</p:attrName>
                                        </p:attrNameLst>
                                      </p:cBhvr>
                                      <p:to>
                                        <p:strVal val="visible"/>
                                      </p:to>
                                    </p:set>
                                    <p:animEffect transition="in" filter="fade">
                                      <p:cBhvr>
                                        <p:cTn id="44" dur="500"/>
                                        <p:tgtEl>
                                          <p:spTgt spid="17"/>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fade">
                                      <p:cBhvr>
                                        <p:cTn id="50" dur="500"/>
                                        <p:tgtEl>
                                          <p:spTgt spid="18"/>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18">
                                            <p:txEl>
                                              <p:pRg st="0" end="0"/>
                                            </p:txEl>
                                          </p:spTgt>
                                        </p:tgtEl>
                                        <p:attrNameLst>
                                          <p:attrName>style.visibility</p:attrName>
                                        </p:attrNameLst>
                                      </p:cBhvr>
                                      <p:to>
                                        <p:strVal val="visible"/>
                                      </p:to>
                                    </p:set>
                                    <p:animEffect transition="in" filter="fade">
                                      <p:cBhvr>
                                        <p:cTn id="55" dur="500"/>
                                        <p:tgtEl>
                                          <p:spTgt spid="18">
                                            <p:txEl>
                                              <p:pRg st="0" end="0"/>
                                            </p:txEl>
                                          </p:spTgt>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nodeType="clickEffect">
                                  <p:stCondLst>
                                    <p:cond delay="0"/>
                                  </p:stCondLst>
                                  <p:childTnLst>
                                    <p:set>
                                      <p:cBhvr>
                                        <p:cTn id="59" dur="1" fill="hold">
                                          <p:stCondLst>
                                            <p:cond delay="0"/>
                                          </p:stCondLst>
                                        </p:cTn>
                                        <p:tgtEl>
                                          <p:spTgt spid="18">
                                            <p:txEl>
                                              <p:pRg st="2" end="2"/>
                                            </p:txEl>
                                          </p:spTgt>
                                        </p:tgtEl>
                                        <p:attrNameLst>
                                          <p:attrName>style.visibility</p:attrName>
                                        </p:attrNameLst>
                                      </p:cBhvr>
                                      <p:to>
                                        <p:strVal val="visible"/>
                                      </p:to>
                                    </p:set>
                                    <p:animEffect transition="in" filter="fade">
                                      <p:cBhvr>
                                        <p:cTn id="60" dur="500"/>
                                        <p:tgtEl>
                                          <p:spTgt spid="18">
                                            <p:txEl>
                                              <p:pRg st="2" end="2"/>
                                            </p:txEl>
                                          </p:spTgt>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18">
                                            <p:txEl>
                                              <p:pRg st="3" end="3"/>
                                            </p:txEl>
                                          </p:spTgt>
                                        </p:tgtEl>
                                        <p:attrNameLst>
                                          <p:attrName>style.visibility</p:attrName>
                                        </p:attrNameLst>
                                      </p:cBhvr>
                                      <p:to>
                                        <p:strVal val="visible"/>
                                      </p:to>
                                    </p:set>
                                    <p:animEffect transition="in" filter="fade">
                                      <p:cBhvr>
                                        <p:cTn id="65" dur="500"/>
                                        <p:tgtEl>
                                          <p:spTgt spid="18">
                                            <p:txEl>
                                              <p:pRg st="3" end="3"/>
                                            </p:txEl>
                                          </p:spTgt>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18">
                                            <p:txEl>
                                              <p:pRg st="4" end="4"/>
                                            </p:txEl>
                                          </p:spTgt>
                                        </p:tgtEl>
                                        <p:attrNameLst>
                                          <p:attrName>style.visibility</p:attrName>
                                        </p:attrNameLst>
                                      </p:cBhvr>
                                      <p:to>
                                        <p:strVal val="visible"/>
                                      </p:to>
                                    </p:set>
                                    <p:animEffect transition="in" filter="fade">
                                      <p:cBhvr>
                                        <p:cTn id="70" dur="500"/>
                                        <p:tgtEl>
                                          <p:spTgt spid="18">
                                            <p:txEl>
                                              <p:pRg st="4" end="4"/>
                                            </p:txEl>
                                          </p:spTgt>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18">
                                            <p:txEl>
                                              <p:pRg st="5" end="5"/>
                                            </p:txEl>
                                          </p:spTgt>
                                        </p:tgtEl>
                                        <p:attrNameLst>
                                          <p:attrName>style.visibility</p:attrName>
                                        </p:attrNameLst>
                                      </p:cBhvr>
                                      <p:to>
                                        <p:strVal val="visible"/>
                                      </p:to>
                                    </p:set>
                                    <p:animEffect transition="in" filter="fade">
                                      <p:cBhvr>
                                        <p:cTn id="75" dur="500"/>
                                        <p:tgtEl>
                                          <p:spTgt spid="18">
                                            <p:txEl>
                                              <p:pRg st="5" end="5"/>
                                            </p:txEl>
                                          </p:spTgt>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18">
                                            <p:txEl>
                                              <p:pRg st="7" end="7"/>
                                            </p:txEl>
                                          </p:spTgt>
                                        </p:tgtEl>
                                        <p:attrNameLst>
                                          <p:attrName>style.visibility</p:attrName>
                                        </p:attrNameLst>
                                      </p:cBhvr>
                                      <p:to>
                                        <p:strVal val="visible"/>
                                      </p:to>
                                    </p:set>
                                    <p:animEffect transition="in" filter="fade">
                                      <p:cBhvr>
                                        <p:cTn id="80" dur="500"/>
                                        <p:tgtEl>
                                          <p:spTgt spid="1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3" grpId="0"/>
      <p:bldP spid="14" grpId="0"/>
      <p:bldP spid="3" grpId="0"/>
      <p:bldP spid="12" grpId="0"/>
      <p:bldP spid="15" grpId="0"/>
      <p:bldP spid="16" grpId="0"/>
      <p:bldP spid="17" grpId="0"/>
      <p:bldP spid="1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0C6654-7776-0127-47E5-BAE00A59D31A}"/>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9934BD6E-CF69-BEF7-4247-2B28961C89D3}"/>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9A6BA7C-B7AE-7020-6DA3-AE7D746146DE}"/>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0339EA8-7C20-5E55-A7D1-4934383E8917}"/>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a:t>
            </a:r>
            <a:br>
              <a:rPr lang="en-GB" sz="3200" b="1">
                <a:solidFill>
                  <a:srgbClr val="FF0000"/>
                </a:solidFill>
                <a:latin typeface="Aptos SemiBold" panose="020F0502020204030204" pitchFamily="34" charset="0"/>
              </a:rPr>
            </a:br>
            <a:r>
              <a:rPr lang="en-GB" sz="3200" b="1">
                <a:solidFill>
                  <a:srgbClr val="FF0000"/>
                </a:solidFill>
                <a:latin typeface="Aptos SemiBold" panose="020F0502020204030204" pitchFamily="34" charset="0"/>
              </a:rPr>
              <a:t>regression</a:t>
            </a:r>
          </a:p>
        </p:txBody>
      </p:sp>
      <p:sp>
        <p:nvSpPr>
          <p:cNvPr id="10" name="Date Placeholder 3 2">
            <a:extLst>
              <a:ext uri="{FF2B5EF4-FFF2-40B4-BE49-F238E27FC236}">
                <a16:creationId xmlns:a16="http://schemas.microsoft.com/office/drawing/2014/main" id="{4666C531-26B8-730A-AD05-6BBF507E368F}"/>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39" name="TextBox 38">
            <a:extLst>
              <a:ext uri="{FF2B5EF4-FFF2-40B4-BE49-F238E27FC236}">
                <a16:creationId xmlns:a16="http://schemas.microsoft.com/office/drawing/2014/main" id="{80CBEDCD-E46D-0707-6B8C-0BE542E6E3F9}"/>
              </a:ext>
            </a:extLst>
          </p:cNvPr>
          <p:cNvSpPr txBox="1"/>
          <p:nvPr/>
        </p:nvSpPr>
        <p:spPr>
          <a:xfrm>
            <a:off x="891589" y="1579013"/>
            <a:ext cx="3559328"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Aptos" panose="020B0004020202020204"/>
                <a:ea typeface="+mn-ea"/>
                <a:cs typeface="+mn-cs"/>
              </a:rPr>
              <a:t>Proportional</a:t>
            </a:r>
            <a:r>
              <a:rPr kumimoji="0" lang="en-GB" b="1" i="0" u="none" strike="noStrike" kern="1200" cap="none" spc="0" normalizeH="0" noProof="0">
                <a:ln>
                  <a:noFill/>
                </a:ln>
                <a:solidFill>
                  <a:prstClr val="black"/>
                </a:solidFill>
                <a:effectLst/>
                <a:uLnTx/>
                <a:uFillTx/>
                <a:latin typeface="Aptos" panose="020B0004020202020204"/>
                <a:ea typeface="+mn-ea"/>
                <a:cs typeface="+mn-cs"/>
              </a:rPr>
              <a:t> Odds models</a:t>
            </a:r>
          </a:p>
        </p:txBody>
      </p:sp>
      <p:sp>
        <p:nvSpPr>
          <p:cNvPr id="9" name="TextBox 8">
            <a:extLst>
              <a:ext uri="{FF2B5EF4-FFF2-40B4-BE49-F238E27FC236}">
                <a16:creationId xmlns:a16="http://schemas.microsoft.com/office/drawing/2014/main" id="{7AB7DD1E-BC3C-7EB4-79CB-627B6F708FBD}"/>
              </a:ext>
            </a:extLst>
          </p:cNvPr>
          <p:cNvSpPr txBox="1"/>
          <p:nvPr/>
        </p:nvSpPr>
        <p:spPr>
          <a:xfrm>
            <a:off x="891589" y="2105783"/>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1.</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mc:AlternateContent xmlns:mc="http://schemas.openxmlformats.org/markup-compatibility/2006" xmlns:a14="http://schemas.microsoft.com/office/drawing/2010/main">
        <mc:Choice Requires="a14">
          <p:sp>
            <p:nvSpPr>
              <p:cNvPr id="14" name="TextBox 13">
                <a:extLst>
                  <a:ext uri="{FF2B5EF4-FFF2-40B4-BE49-F238E27FC236}">
                    <a16:creationId xmlns:a16="http://schemas.microsoft.com/office/drawing/2014/main" id="{0743EC95-AD81-DF99-2B7A-23E50FA042FE}"/>
                  </a:ext>
                </a:extLst>
              </p:cNvPr>
              <p:cNvSpPr txBox="1"/>
              <p:nvPr/>
            </p:nvSpPr>
            <p:spPr>
              <a:xfrm>
                <a:off x="1485263" y="2217607"/>
                <a:ext cx="2143923"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We observe an ordinal variable </a:t>
                </a:r>
                <a14:m>
                  <m:oMath xmlns:m="http://schemas.openxmlformats.org/officeDocument/2006/math">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𝑌</m:t>
                    </m:r>
                  </m:oMath>
                </a14:m>
                <a:endParaRPr kumimoji="0" lang="en-GB" sz="1400" b="0" i="1"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14" name="TextBox 13">
                <a:extLst>
                  <a:ext uri="{FF2B5EF4-FFF2-40B4-BE49-F238E27FC236}">
                    <a16:creationId xmlns:a16="http://schemas.microsoft.com/office/drawing/2014/main" id="{0743EC95-AD81-DF99-2B7A-23E50FA042FE}"/>
                  </a:ext>
                </a:extLst>
              </p:cNvPr>
              <p:cNvSpPr txBox="1">
                <a:spLocks noRot="1" noChangeAspect="1" noMove="1" noResize="1" noEditPoints="1" noAdjustHandles="1" noChangeArrowheads="1" noChangeShapeType="1" noTextEdit="1"/>
              </p:cNvSpPr>
              <p:nvPr/>
            </p:nvSpPr>
            <p:spPr>
              <a:xfrm>
                <a:off x="1485263" y="2217607"/>
                <a:ext cx="2143923" cy="523220"/>
              </a:xfrm>
              <a:prstGeom prst="rect">
                <a:avLst/>
              </a:prstGeom>
              <a:blipFill>
                <a:blip r:embed="rId4"/>
                <a:stretch>
                  <a:fillRect l="-855" t="-2326" b="-10465"/>
                </a:stretch>
              </a:blipFill>
            </p:spPr>
            <p:txBody>
              <a:bodyPr/>
              <a:lstStyle/>
              <a:p>
                <a:r>
                  <a:rPr lang="en-US">
                    <a:noFill/>
                  </a:rPr>
                  <a:t> </a:t>
                </a:r>
              </a:p>
            </p:txBody>
          </p:sp>
        </mc:Fallback>
      </mc:AlternateContent>
      <p:sp>
        <p:nvSpPr>
          <p:cNvPr id="3" name="TextBox 2">
            <a:extLst>
              <a:ext uri="{FF2B5EF4-FFF2-40B4-BE49-F238E27FC236}">
                <a16:creationId xmlns:a16="http://schemas.microsoft.com/office/drawing/2014/main" id="{0C25D826-3503-D573-572C-99A11DC49D12}"/>
              </a:ext>
            </a:extLst>
          </p:cNvPr>
          <p:cNvSpPr txBox="1"/>
          <p:nvPr/>
        </p:nvSpPr>
        <p:spPr>
          <a:xfrm>
            <a:off x="891589" y="2824024"/>
            <a:ext cx="593674"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a:t>
            </a:r>
            <a:endParaRPr kumimoji="0" lang="en-GB" sz="36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F9D48105-1C31-2AE9-3B17-5993C61133B5}"/>
                  </a:ext>
                </a:extLst>
              </p:cNvPr>
              <p:cNvSpPr txBox="1"/>
              <p:nvPr/>
            </p:nvSpPr>
            <p:spPr>
              <a:xfrm>
                <a:off x="1485263" y="2936998"/>
                <a:ext cx="2286637" cy="7386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𝑌</m:t>
                    </m:r>
                  </m:oMath>
                </a14:m>
                <a:r>
                  <a:rPr kumimoji="0" lang="en-GB" sz="1400" b="0" i="1" u="none" strike="noStrike" kern="1200" cap="none" spc="0" normalizeH="0" baseline="0" noProof="0">
                    <a:ln>
                      <a:noFill/>
                    </a:ln>
                    <a:solidFill>
                      <a:prstClr val="black"/>
                    </a:solidFill>
                    <a:effectLst/>
                    <a:uLnTx/>
                    <a:uFillTx/>
                    <a:latin typeface="Aptos" panose="020B0004020202020204"/>
                    <a:ea typeface="+mn-ea"/>
                    <a:cs typeface="+mn-cs"/>
                  </a:rPr>
                  <a:t>, </a:t>
                </a: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is a function of another variable , </a:t>
                </a:r>
                <a14:m>
                  <m:oMath xmlns:m="http://schemas.openxmlformats.org/officeDocument/2006/math">
                    <m:sSup>
                      <m:sSup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𝑌</m:t>
                        </m:r>
                      </m:e>
                      <m: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up>
                    </m:sSup>
                  </m:oMath>
                </a14:m>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 </a:t>
                </a:r>
                <a:r>
                  <a:rPr kumimoji="0" lang="en-GB"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that we can not measure.</a:t>
                </a:r>
                <a:endParaRPr kumimoji="0" lang="en-GB" sz="1400" b="1" i="1"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mc:Choice>
        <mc:Fallback xmlns="">
          <p:sp>
            <p:nvSpPr>
              <p:cNvPr id="2" name="TextBox 1">
                <a:extLst>
                  <a:ext uri="{FF2B5EF4-FFF2-40B4-BE49-F238E27FC236}">
                    <a16:creationId xmlns:a16="http://schemas.microsoft.com/office/drawing/2014/main" id="{F9D48105-1C31-2AE9-3B17-5993C61133B5}"/>
                  </a:ext>
                </a:extLst>
              </p:cNvPr>
              <p:cNvSpPr txBox="1">
                <a:spLocks noRot="1" noChangeAspect="1" noMove="1" noResize="1" noEditPoints="1" noAdjustHandles="1" noChangeArrowheads="1" noChangeShapeType="1" noTextEdit="1"/>
              </p:cNvSpPr>
              <p:nvPr/>
            </p:nvSpPr>
            <p:spPr>
              <a:xfrm>
                <a:off x="1485263" y="2936998"/>
                <a:ext cx="2286637" cy="738664"/>
              </a:xfrm>
              <a:prstGeom prst="rect">
                <a:avLst/>
              </a:prstGeom>
              <a:blipFill>
                <a:blip r:embed="rId5"/>
                <a:stretch>
                  <a:fillRect l="-800" t="-1653" b="-7438"/>
                </a:stretch>
              </a:blipFill>
            </p:spPr>
            <p:txBody>
              <a:bodyPr/>
              <a:lstStyle/>
              <a:p>
                <a:r>
                  <a:rPr lang="en-US">
                    <a:noFill/>
                  </a:rPr>
                  <a:t> </a:t>
                </a:r>
              </a:p>
            </p:txBody>
          </p:sp>
        </mc:Fallback>
      </mc:AlternateContent>
      <p:sp>
        <p:nvSpPr>
          <p:cNvPr id="8" name="TextBox 7">
            <a:extLst>
              <a:ext uri="{FF2B5EF4-FFF2-40B4-BE49-F238E27FC236}">
                <a16:creationId xmlns:a16="http://schemas.microsoft.com/office/drawing/2014/main" id="{3541F6F5-80DE-F8F3-4AA5-5429394DDF76}"/>
              </a:ext>
            </a:extLst>
          </p:cNvPr>
          <p:cNvSpPr txBox="1"/>
          <p:nvPr/>
        </p:nvSpPr>
        <p:spPr>
          <a:xfrm>
            <a:off x="4450917" y="2217607"/>
            <a:ext cx="1229205"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2.1.</a:t>
            </a:r>
            <a:endParaRPr kumimoji="0" lang="en-GB" sz="20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sp>
        <p:nvSpPr>
          <p:cNvPr id="12" name="TextBox 11">
            <a:extLst>
              <a:ext uri="{FF2B5EF4-FFF2-40B4-BE49-F238E27FC236}">
                <a16:creationId xmlns:a16="http://schemas.microsoft.com/office/drawing/2014/main" id="{F421EE16-2CC5-B02B-B7E2-4C49A038363F}"/>
              </a:ext>
            </a:extLst>
          </p:cNvPr>
          <p:cNvSpPr txBox="1"/>
          <p:nvPr/>
        </p:nvSpPr>
        <p:spPr>
          <a:xfrm>
            <a:off x="4450917" y="2511843"/>
            <a:ext cx="6733278" cy="523220"/>
          </a:xfrm>
          <a:prstGeom prst="rect">
            <a:avLst/>
          </a:prstGeom>
          <a:noFill/>
        </p:spPr>
        <p:txBody>
          <a:bodyPr wrap="square">
            <a:spAutoFit/>
          </a:bodyPr>
          <a:lstStyle/>
          <a:p>
            <a:pPr lvl="0">
              <a:defRPr/>
            </a:pPr>
            <a:r>
              <a:rPr lang="en-US" sz="1400">
                <a:solidFill>
                  <a:prstClr val="black"/>
                </a:solidFill>
              </a:rPr>
              <a:t>We assume that the observed ordinal outcome Y is a function of another variable Y*, </a:t>
            </a:r>
            <a:r>
              <a:rPr lang="en-US" sz="1400" b="1">
                <a:solidFill>
                  <a:prstClr val="black"/>
                </a:solidFill>
                <a:highlight>
                  <a:srgbClr val="FFC000"/>
                </a:highlight>
              </a:rPr>
              <a:t>which is latent, continuous, and unobserved</a:t>
            </a:r>
            <a:r>
              <a:rPr lang="en-US" sz="1400">
                <a:solidFill>
                  <a:prstClr val="black"/>
                </a:solidFill>
              </a:rPr>
              <a:t>.</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3" name="TextBox 12">
            <a:extLst>
              <a:ext uri="{FF2B5EF4-FFF2-40B4-BE49-F238E27FC236}">
                <a16:creationId xmlns:a16="http://schemas.microsoft.com/office/drawing/2014/main" id="{74634EE7-1D72-5470-40AA-AA2B6C6BAF49}"/>
              </a:ext>
            </a:extLst>
          </p:cNvPr>
          <p:cNvSpPr txBox="1"/>
          <p:nvPr/>
        </p:nvSpPr>
        <p:spPr>
          <a:xfrm>
            <a:off x="4450918" y="3124953"/>
            <a:ext cx="1229205"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2.2.</a:t>
            </a:r>
            <a:endParaRPr kumimoji="0" lang="en-GB" sz="20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p:pic>
        <p:nvPicPr>
          <p:cNvPr id="22" name="Picture 21" descr="\documentclass{article}&#10;\usepackage{amsmath}&#10;\pagestyle{empty}&#10;\begin{document}&#10;&#10;\[&#10;Y_i =&#10;\begin{cases}&#10;1 &amp; \text{if } Y^*_i \leq \mu_1 \\&#10;2 &amp; \text{if } \mu_1 &lt; Y^*_i \leq \mu_2 \\&#10;3 &amp; \text{if } Y^*_i &gt; \mu_2&#10;\end{cases}&#10;\]&#10;&#10;&#10;&#10;\end{document}" title="IguanaTex Picture Display">
            <a:extLst>
              <a:ext uri="{FF2B5EF4-FFF2-40B4-BE49-F238E27FC236}">
                <a16:creationId xmlns:a16="http://schemas.microsoft.com/office/drawing/2014/main" id="{210E77A1-6DBC-10AF-1A9F-C922DB87ECE3}"/>
              </a:ext>
            </a:extLst>
          </p:cNvPr>
          <p:cNvPicPr>
            <a:picLocks noChangeAspect="1"/>
          </p:cNvPicPr>
          <p:nvPr>
            <p:custDataLst>
              <p:tags r:id="rId1"/>
            </p:custDataLst>
          </p:nvPr>
        </p:nvPicPr>
        <p:blipFill>
          <a:blip r:embed="rId6">
            <a:extLst>
              <a:ext uri="{28A0092B-C50C-407E-A947-70E740481C1C}">
                <a14:useLocalDpi xmlns:a14="http://schemas.microsoft.com/office/drawing/2010/main" val="0"/>
              </a:ext>
            </a:extLst>
          </a:blip>
          <a:stretch>
            <a:fillRect/>
          </a:stretch>
        </p:blipFill>
        <p:spPr>
          <a:xfrm>
            <a:off x="6654005" y="5230192"/>
            <a:ext cx="2310106" cy="847322"/>
          </a:xfrm>
          <a:prstGeom prst="rect">
            <a:avLst/>
          </a:prstGeom>
        </p:spPr>
      </p:pic>
      <p:cxnSp>
        <p:nvCxnSpPr>
          <p:cNvPr id="6" name="Straight Connector 5">
            <a:extLst>
              <a:ext uri="{FF2B5EF4-FFF2-40B4-BE49-F238E27FC236}">
                <a16:creationId xmlns:a16="http://schemas.microsoft.com/office/drawing/2014/main" id="{EEB493C0-01E3-BDAC-D494-CE9B72B087BA}"/>
              </a:ext>
            </a:extLst>
          </p:cNvPr>
          <p:cNvCxnSpPr/>
          <p:nvPr/>
        </p:nvCxnSpPr>
        <p:spPr>
          <a:xfrm>
            <a:off x="3970788" y="2217607"/>
            <a:ext cx="0" cy="4023360"/>
          </a:xfrm>
          <a:prstGeom prst="line">
            <a:avLst/>
          </a:prstGeom>
          <a:ln>
            <a:solidFill>
              <a:schemeClr val="bg1">
                <a:lumMod val="95000"/>
              </a:schemeClr>
            </a:solidFill>
          </a:ln>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359C8057-F930-6AEE-C9B5-FD18C72C239A}"/>
              </a:ext>
            </a:extLst>
          </p:cNvPr>
          <p:cNvSpPr txBox="1"/>
          <p:nvPr/>
        </p:nvSpPr>
        <p:spPr>
          <a:xfrm>
            <a:off x="4480126" y="3414052"/>
            <a:ext cx="6733279" cy="523220"/>
          </a:xfrm>
          <a:prstGeom prst="rect">
            <a:avLst/>
          </a:prstGeom>
          <a:noFill/>
        </p:spPr>
        <p:txBody>
          <a:bodyPr wrap="square">
            <a:spAutoFit/>
          </a:bodyPr>
          <a:lstStyle/>
          <a:p>
            <a:pPr lvl="0">
              <a:defRPr/>
            </a:pPr>
            <a:r>
              <a:rPr lang="en-US" sz="1400">
                <a:solidFill>
                  <a:prstClr val="black"/>
                </a:solidFill>
              </a:rPr>
              <a:t>In the ordered logistic model, the latent continuous variable Y* </a:t>
            </a:r>
            <a:r>
              <a:rPr lang="en-US" sz="1400" b="1">
                <a:solidFill>
                  <a:prstClr val="black"/>
                </a:solidFill>
              </a:rPr>
              <a:t>determines the observed ordinal categories</a:t>
            </a:r>
            <a:r>
              <a:rPr lang="en-US" sz="1400">
                <a:solidFill>
                  <a:prstClr val="black"/>
                </a:solidFill>
              </a:rPr>
              <a:t> Y.</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8" name="TextBox 17">
            <a:extLst>
              <a:ext uri="{FF2B5EF4-FFF2-40B4-BE49-F238E27FC236}">
                <a16:creationId xmlns:a16="http://schemas.microsoft.com/office/drawing/2014/main" id="{7235F888-2816-7465-71F0-5295F822AB0F}"/>
              </a:ext>
            </a:extLst>
          </p:cNvPr>
          <p:cNvSpPr txBox="1"/>
          <p:nvPr/>
        </p:nvSpPr>
        <p:spPr>
          <a:xfrm>
            <a:off x="4480126" y="4029928"/>
            <a:ext cx="1229205"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FF0000"/>
                </a:solidFill>
                <a:effectLst/>
                <a:uLnTx/>
                <a:uFillTx/>
                <a:latin typeface="Aptos Black" panose="020B0004020202020204" pitchFamily="34" charset="0"/>
                <a:ea typeface="+mn-ea"/>
                <a:cs typeface="+mn-cs"/>
              </a:rPr>
              <a:t>2.3.</a:t>
            </a:r>
            <a:endParaRPr kumimoji="0" lang="en-GB" sz="2000" b="1" i="0" u="none" strike="noStrike" kern="1200" cap="none" spc="0" normalizeH="0" baseline="0" noProof="0">
              <a:ln>
                <a:noFill/>
              </a:ln>
              <a:solidFill>
                <a:srgbClr val="FF0000"/>
              </a:solidFill>
              <a:effectLst/>
              <a:uLnTx/>
              <a:uFillTx/>
              <a:latin typeface="Aptos Black" panose="020B0004020202020204" pitchFamily="34" charset="0"/>
              <a:ea typeface="+mn-ea"/>
              <a:cs typeface="+mn-cs"/>
            </a:endParaRPr>
          </a:p>
        </p:txBody>
      </p:sp>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132C7F9A-5E5D-F834-30EB-41291088C843}"/>
                  </a:ext>
                </a:extLst>
              </p:cNvPr>
              <p:cNvSpPr txBox="1"/>
              <p:nvPr/>
            </p:nvSpPr>
            <p:spPr>
              <a:xfrm>
                <a:off x="4480126" y="4428139"/>
                <a:ext cx="6733279" cy="523220"/>
              </a:xfrm>
              <a:prstGeom prst="rect">
                <a:avLst/>
              </a:prstGeom>
              <a:noFill/>
            </p:spPr>
            <p:txBody>
              <a:bodyPr wrap="square">
                <a:spAutoFit/>
              </a:bodyPr>
              <a:lstStyle/>
              <a:p>
                <a:pPr lvl="0">
                  <a:defRPr/>
                </a:pPr>
                <a:r>
                  <a:rPr lang="en-US" sz="1400">
                    <a:solidFill>
                      <a:prstClr val="black"/>
                    </a:solidFill>
                  </a:rPr>
                  <a:t>The latent variable </a:t>
                </a:r>
                <a14:m>
                  <m:oMath xmlns:m="http://schemas.openxmlformats.org/officeDocument/2006/math">
                    <m:sSup>
                      <m:sSupPr>
                        <m:ctrlPr>
                          <a:rPr lang="en-US" sz="1400" b="0" i="1" dirty="0" smtClean="0">
                            <a:solidFill>
                              <a:prstClr val="black"/>
                            </a:solidFill>
                            <a:latin typeface="Cambria Math" panose="02040503050406030204" pitchFamily="18" charset="0"/>
                          </a:rPr>
                        </m:ctrlPr>
                      </m:sSupPr>
                      <m:e>
                        <m:r>
                          <a:rPr lang="en-US" sz="1400" i="1" dirty="0" smtClean="0">
                            <a:solidFill>
                              <a:prstClr val="black"/>
                            </a:solidFill>
                            <a:latin typeface="Cambria Math" panose="02040503050406030204" pitchFamily="18" charset="0"/>
                          </a:rPr>
                          <m:t>𝑌</m:t>
                        </m:r>
                      </m:e>
                      <m:sup>
                        <m:r>
                          <a:rPr lang="en-US" sz="1400" b="0" i="1" dirty="0" smtClean="0">
                            <a:solidFill>
                              <a:prstClr val="black"/>
                            </a:solidFill>
                            <a:latin typeface="Cambria Math" panose="02040503050406030204" pitchFamily="18" charset="0"/>
                          </a:rPr>
                          <m:t>∗</m:t>
                        </m:r>
                      </m:sup>
                    </m:sSup>
                    <m:r>
                      <a:rPr lang="en-US" sz="1400" i="1" dirty="0" smtClean="0">
                        <a:solidFill>
                          <a:prstClr val="black"/>
                        </a:solidFill>
                        <a:latin typeface="Cambria Math" panose="02040503050406030204" pitchFamily="18" charset="0"/>
                      </a:rPr>
                      <m:t> </m:t>
                    </m:r>
                  </m:oMath>
                </a14:m>
                <a:r>
                  <a:rPr lang="en-US" sz="1400">
                    <a:solidFill>
                      <a:prstClr val="black"/>
                    </a:solidFill>
                  </a:rPr>
                  <a:t>has </a:t>
                </a:r>
                <a14:m>
                  <m:oMath xmlns:m="http://schemas.openxmlformats.org/officeDocument/2006/math">
                    <m:r>
                      <a:rPr lang="en-US" sz="1400" i="1" dirty="0" smtClean="0">
                        <a:solidFill>
                          <a:prstClr val="black"/>
                        </a:solidFill>
                        <a:latin typeface="Cambria Math" panose="02040503050406030204" pitchFamily="18" charset="0"/>
                      </a:rPr>
                      <m:t>𝑀</m:t>
                    </m:r>
                  </m:oMath>
                </a14:m>
                <a:r>
                  <a:rPr lang="en-US" sz="1400">
                    <a:solidFill>
                      <a:prstClr val="black"/>
                    </a:solidFill>
                  </a:rPr>
                  <a:t> </a:t>
                </a:r>
                <a:r>
                  <a:rPr lang="en-US" sz="1400" b="1">
                    <a:solidFill>
                      <a:prstClr val="black"/>
                    </a:solidFill>
                    <a:highlight>
                      <a:srgbClr val="FFC000"/>
                    </a:highlight>
                  </a:rPr>
                  <a:t>threshold points </a:t>
                </a:r>
                <a:r>
                  <a:rPr lang="en-US" sz="1400">
                    <a:solidFill>
                      <a:prstClr val="black"/>
                    </a:solidFill>
                  </a:rPr>
                  <a:t>(cut‑points), denoted by</a:t>
                </a:r>
                <a14:m>
                  <m:oMath xmlns:m="http://schemas.openxmlformats.org/officeDocument/2006/math">
                    <m:r>
                      <a:rPr lang="en-US" sz="1400" i="1" dirty="0" smtClean="0">
                        <a:solidFill>
                          <a:prstClr val="black"/>
                        </a:solidFill>
                        <a:latin typeface="Cambria Math" panose="02040503050406030204" pitchFamily="18" charset="0"/>
                      </a:rPr>
                      <m:t> </m:t>
                    </m:r>
                    <m:r>
                      <a:rPr lang="en-US" sz="1400" i="1" dirty="0" smtClean="0">
                        <a:solidFill>
                          <a:prstClr val="black"/>
                        </a:solidFill>
                        <a:latin typeface="Cambria Math" panose="02040503050406030204" pitchFamily="18" charset="0"/>
                      </a:rPr>
                      <m:t>𝜇</m:t>
                    </m:r>
                  </m:oMath>
                </a14:m>
                <a:r>
                  <a:rPr lang="en-US" sz="1400">
                    <a:solidFill>
                      <a:prstClr val="black"/>
                    </a:solidFill>
                  </a:rPr>
                  <a:t>, and the observed value of </a:t>
                </a:r>
                <a14:m>
                  <m:oMath xmlns:m="http://schemas.openxmlformats.org/officeDocument/2006/math">
                    <m:r>
                      <a:rPr lang="en-US" sz="1400" i="1" dirty="0" smtClean="0">
                        <a:solidFill>
                          <a:prstClr val="black"/>
                        </a:solidFill>
                        <a:latin typeface="Cambria Math" panose="02040503050406030204" pitchFamily="18" charset="0"/>
                      </a:rPr>
                      <m:t>𝑌</m:t>
                    </m:r>
                  </m:oMath>
                </a14:m>
                <a:r>
                  <a:rPr lang="en-US" sz="1400">
                    <a:solidFill>
                      <a:prstClr val="black"/>
                    </a:solidFill>
                  </a:rPr>
                  <a:t> depends on whether these thresholds are crossed.</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20" name="TextBox 19">
                <a:extLst>
                  <a:ext uri="{FF2B5EF4-FFF2-40B4-BE49-F238E27FC236}">
                    <a16:creationId xmlns:a16="http://schemas.microsoft.com/office/drawing/2014/main" id="{132C7F9A-5E5D-F834-30EB-41291088C843}"/>
                  </a:ext>
                </a:extLst>
              </p:cNvPr>
              <p:cNvSpPr txBox="1">
                <a:spLocks noRot="1" noChangeAspect="1" noMove="1" noResize="1" noEditPoints="1" noAdjustHandles="1" noChangeArrowheads="1" noChangeShapeType="1" noTextEdit="1"/>
              </p:cNvSpPr>
              <p:nvPr/>
            </p:nvSpPr>
            <p:spPr>
              <a:xfrm>
                <a:off x="4480126" y="4428139"/>
                <a:ext cx="6733279" cy="523220"/>
              </a:xfrm>
              <a:prstGeom prst="rect">
                <a:avLst/>
              </a:prstGeom>
              <a:blipFill>
                <a:blip r:embed="rId7"/>
                <a:stretch>
                  <a:fillRect l="-272" t="-1163" b="-11628"/>
                </a:stretch>
              </a:blipFill>
            </p:spPr>
            <p:txBody>
              <a:bodyPr/>
              <a:lstStyle/>
              <a:p>
                <a:r>
                  <a:rPr lang="en-US">
                    <a:noFill/>
                  </a:rPr>
                  <a:t> </a:t>
                </a:r>
              </a:p>
            </p:txBody>
          </p:sp>
        </mc:Fallback>
      </mc:AlternateContent>
    </p:spTree>
    <p:extLst>
      <p:ext uri="{BB962C8B-B14F-4D97-AF65-F5344CB8AC3E}">
        <p14:creationId xmlns:p14="http://schemas.microsoft.com/office/powerpoint/2010/main" val="298590669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9">
                                            <p:txEl>
                                              <p:pRg st="0" end="0"/>
                                            </p:txEl>
                                          </p:spTgt>
                                        </p:tgtEl>
                                        <p:attrNameLst>
                                          <p:attrName>style.visibility</p:attrName>
                                        </p:attrNameLst>
                                      </p:cBhvr>
                                      <p:to>
                                        <p:strVal val="visible"/>
                                      </p:to>
                                    </p:set>
                                    <p:animEffect transition="in" filter="fade">
                                      <p:cBhvr>
                                        <p:cTn id="12" dur="500"/>
                                        <p:tgtEl>
                                          <p:spTgt spid="39">
                                            <p:txEl>
                                              <p:pRg st="0" end="0"/>
                                            </p:txEl>
                                          </p:spTgt>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nodeType="withEffect">
                                  <p:stCondLst>
                                    <p:cond delay="0"/>
                                  </p:stCondLst>
                                  <p:childTnLst>
                                    <p:set>
                                      <p:cBhvr>
                                        <p:cTn id="20" dur="1" fill="hold">
                                          <p:stCondLst>
                                            <p:cond delay="0"/>
                                          </p:stCondLst>
                                        </p:cTn>
                                        <p:tgtEl>
                                          <p:spTgt spid="14">
                                            <p:txEl>
                                              <p:pRg st="0" end="0"/>
                                            </p:txEl>
                                          </p:spTgt>
                                        </p:tgtEl>
                                        <p:attrNameLst>
                                          <p:attrName>style.visibility</p:attrName>
                                        </p:attrNameLst>
                                      </p:cBhvr>
                                      <p:to>
                                        <p:strVal val="visible"/>
                                      </p:to>
                                    </p:set>
                                    <p:animEffect transition="in" filter="fade">
                                      <p:cBhvr>
                                        <p:cTn id="21" dur="500"/>
                                        <p:tgtEl>
                                          <p:spTgt spid="14">
                                            <p:txEl>
                                              <p:pRg st="0" end="0"/>
                                            </p:txEl>
                                          </p:spTgt>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fade">
                                      <p:cBhvr>
                                        <p:cTn id="24" dur="500"/>
                                        <p:tgtEl>
                                          <p:spTgt spid="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500"/>
                                        <p:tgtEl>
                                          <p:spTgt spid="2"/>
                                        </p:tgtEl>
                                      </p:cBhvr>
                                    </p:animEffect>
                                  </p:childTnLst>
                                </p:cTn>
                              </p:par>
                              <p:par>
                                <p:cTn id="28" presetID="10" presetClass="entr" presetSubtype="0" fill="hold" nodeType="withEffect">
                                  <p:stCondLst>
                                    <p:cond delay="0"/>
                                  </p:stCondLst>
                                  <p:childTnLst>
                                    <p:set>
                                      <p:cBhvr>
                                        <p:cTn id="29" dur="1" fill="hold">
                                          <p:stCondLst>
                                            <p:cond delay="0"/>
                                          </p:stCondLst>
                                        </p:cTn>
                                        <p:tgtEl>
                                          <p:spTgt spid="2">
                                            <p:txEl>
                                              <p:pRg st="0" end="0"/>
                                            </p:txEl>
                                          </p:spTgt>
                                        </p:tgtEl>
                                        <p:attrNameLst>
                                          <p:attrName>style.visibility</p:attrName>
                                        </p:attrNameLst>
                                      </p:cBhvr>
                                      <p:to>
                                        <p:strVal val="visible"/>
                                      </p:to>
                                    </p:set>
                                    <p:animEffect transition="in" filter="fade">
                                      <p:cBhvr>
                                        <p:cTn id="30" dur="500"/>
                                        <p:tgtEl>
                                          <p:spTgt spid="2">
                                            <p:txEl>
                                              <p:pRg st="0" end="0"/>
                                            </p:txEl>
                                          </p:spTgt>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fade">
                                      <p:cBhvr>
                                        <p:cTn id="34" dur="500"/>
                                        <p:tgtEl>
                                          <p:spTgt spid="8"/>
                                        </p:tgtEl>
                                      </p:cBhvr>
                                    </p:animEffect>
                                  </p:childTnLst>
                                </p:cTn>
                              </p:par>
                            </p:childTnLst>
                          </p:cTn>
                        </p:par>
                        <p:par>
                          <p:cTn id="35" fill="hold">
                            <p:stCondLst>
                              <p:cond delay="1000"/>
                            </p:stCondLst>
                            <p:childTnLst>
                              <p:par>
                                <p:cTn id="36" presetID="10" presetClass="entr" presetSubtype="0" fill="hold" grpId="0" nodeType="after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fade">
                                      <p:cBhvr>
                                        <p:cTn id="38" dur="500"/>
                                        <p:tgtEl>
                                          <p:spTgt spid="12"/>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12">
                                            <p:txEl>
                                              <p:pRg st="0" end="0"/>
                                            </p:txEl>
                                          </p:spTgt>
                                        </p:tgtEl>
                                        <p:attrNameLst>
                                          <p:attrName>style.visibility</p:attrName>
                                        </p:attrNameLst>
                                      </p:cBhvr>
                                      <p:to>
                                        <p:strVal val="visible"/>
                                      </p:to>
                                    </p:set>
                                    <p:animEffect transition="in" filter="fade">
                                      <p:cBhvr>
                                        <p:cTn id="43" dur="500"/>
                                        <p:tgtEl>
                                          <p:spTgt spid="12">
                                            <p:txEl>
                                              <p:pRg st="0" end="0"/>
                                            </p:txEl>
                                          </p:spTgt>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6"/>
                                        </p:tgtEl>
                                        <p:attrNameLst>
                                          <p:attrName>style.visibility</p:attrName>
                                        </p:attrNameLst>
                                      </p:cBhvr>
                                      <p:to>
                                        <p:strVal val="visible"/>
                                      </p:to>
                                    </p:set>
                                    <p:animEffect transition="in" filter="fade">
                                      <p:cBhvr>
                                        <p:cTn id="51" dur="500"/>
                                        <p:tgtEl>
                                          <p:spTgt spid="6"/>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fade">
                                      <p:cBhvr>
                                        <p:cTn id="54" dur="500"/>
                                        <p:tgtEl>
                                          <p:spTgt spid="17"/>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nodeType="clickEffect">
                                  <p:stCondLst>
                                    <p:cond delay="0"/>
                                  </p:stCondLst>
                                  <p:childTnLst>
                                    <p:set>
                                      <p:cBhvr>
                                        <p:cTn id="58" dur="1" fill="hold">
                                          <p:stCondLst>
                                            <p:cond delay="0"/>
                                          </p:stCondLst>
                                        </p:cTn>
                                        <p:tgtEl>
                                          <p:spTgt spid="17">
                                            <p:txEl>
                                              <p:pRg st="0" end="0"/>
                                            </p:txEl>
                                          </p:spTgt>
                                        </p:tgtEl>
                                        <p:attrNameLst>
                                          <p:attrName>style.visibility</p:attrName>
                                        </p:attrNameLst>
                                      </p:cBhvr>
                                      <p:to>
                                        <p:strVal val="visible"/>
                                      </p:to>
                                    </p:set>
                                    <p:animEffect transition="in" filter="fade">
                                      <p:cBhvr>
                                        <p:cTn id="59" dur="500"/>
                                        <p:tgtEl>
                                          <p:spTgt spid="17">
                                            <p:txEl>
                                              <p:pRg st="0" end="0"/>
                                            </p:txEl>
                                          </p:spTgt>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500"/>
                                        <p:tgtEl>
                                          <p:spTgt spid="18"/>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fade">
                                      <p:cBhvr>
                                        <p:cTn id="65" dur="500"/>
                                        <p:tgtEl>
                                          <p:spTgt spid="20"/>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20">
                                            <p:txEl>
                                              <p:pRg st="0" end="0"/>
                                            </p:txEl>
                                          </p:spTgt>
                                        </p:tgtEl>
                                        <p:attrNameLst>
                                          <p:attrName>style.visibility</p:attrName>
                                        </p:attrNameLst>
                                      </p:cBhvr>
                                      <p:to>
                                        <p:strVal val="visible"/>
                                      </p:to>
                                    </p:set>
                                    <p:animEffect transition="in" filter="fade">
                                      <p:cBhvr>
                                        <p:cTn id="70" dur="500"/>
                                        <p:tgtEl>
                                          <p:spTgt spid="20">
                                            <p:txEl>
                                              <p:pRg st="0" end="0"/>
                                            </p:txEl>
                                          </p:spTgt>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22"/>
                                        </p:tgtEl>
                                        <p:attrNameLst>
                                          <p:attrName>style.visibility</p:attrName>
                                        </p:attrNameLst>
                                      </p:cBhvr>
                                      <p:to>
                                        <p:strVal val="visible"/>
                                      </p:to>
                                    </p:set>
                                    <p:animEffect transition="in" filter="fade">
                                      <p:cBhvr>
                                        <p:cTn id="7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9" grpId="0"/>
      <p:bldP spid="14" grpId="0"/>
      <p:bldP spid="3" grpId="0"/>
      <p:bldP spid="2" grpId="0"/>
      <p:bldP spid="8" grpId="0"/>
      <p:bldP spid="12" grpId="0"/>
      <p:bldP spid="13" grpId="0"/>
      <p:bldP spid="17" grpId="0"/>
      <p:bldP spid="18" grpId="0"/>
      <p:bldP spid="20" grpId="0"/>
    </p:bldLst>
  </p:timing>
</p:sld>
</file>

<file path=ppt/slides/slide6.xml><?xml version="1.0" encoding="utf-8"?>
<p:sld xmlns:a="http://schemas.openxmlformats.org/drawingml/2006/main" xmlns:r="http://schemas.openxmlformats.org/officeDocument/2006/relationships" xmlns:p="http://schemas.openxmlformats.org/presentationml/2006/main">
  <p:cSld>
    <p:bg>
      <p:bgPr>
        <a:gradFill>
          <a:gsLst>
            <a:gs pos="72000">
              <a:srgbClr val="F22D1C"/>
            </a:gs>
            <a:gs pos="0">
              <a:srgbClr val="DF102C"/>
            </a:gs>
            <a:gs pos="100000">
              <a:srgbClr val="F26665"/>
            </a:gs>
          </a:gsLst>
          <a:lin ang="3000000" scaled="0"/>
        </a:gradFill>
        <a:effectLst/>
      </p:bgPr>
    </p:bg>
    <p:spTree>
      <p:nvGrpSpPr>
        <p:cNvPr id="1" name="">
          <a:extLst>
            <a:ext uri="{FF2B5EF4-FFF2-40B4-BE49-F238E27FC236}">
              <a16:creationId xmlns:a16="http://schemas.microsoft.com/office/drawing/2014/main" id="{43D1F7CF-C9BB-38F7-C928-961E7A88A77B}"/>
            </a:ext>
          </a:extLst>
        </p:cNvPr>
        <p:cNvGrpSpPr/>
        <p:nvPr/>
      </p:nvGrpSpPr>
      <p:grpSpPr>
        <a:xfrm>
          <a:off x="0" y="0"/>
          <a:ext cx="0" cy="0"/>
          <a:chOff x="0" y="0"/>
          <a:chExt cx="0" cy="0"/>
        </a:xfrm>
      </p:grpSpPr>
      <p:sp>
        <p:nvSpPr>
          <p:cNvPr id="3" name="Date Placeholder 3">
            <a:extLst>
              <a:ext uri="{FF2B5EF4-FFF2-40B4-BE49-F238E27FC236}">
                <a16:creationId xmlns:a16="http://schemas.microsoft.com/office/drawing/2014/main" id="{8EB14568-C4DF-6758-CC7E-0E6828AA3D24}"/>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18" name="Picture 17">
            <a:extLst>
              <a:ext uri="{FF2B5EF4-FFF2-40B4-BE49-F238E27FC236}">
                <a16:creationId xmlns:a16="http://schemas.microsoft.com/office/drawing/2014/main" id="{BA03314C-41B8-F857-14D2-03ED7A77A486}"/>
              </a:ext>
            </a:extLst>
          </p:cNvPr>
          <p:cNvPicPr>
            <a:picLocks noChangeAspect="1"/>
          </p:cNvPicPr>
          <p:nvPr/>
        </p:nvPicPr>
        <p:blipFill>
          <a:blip r:embed="rId3"/>
          <a:stretch>
            <a:fillRect/>
          </a:stretch>
        </p:blipFill>
        <p:spPr>
          <a:xfrm>
            <a:off x="143080" y="6102984"/>
            <a:ext cx="5249008" cy="609685"/>
          </a:xfrm>
          <a:prstGeom prst="rect">
            <a:avLst/>
          </a:prstGeom>
        </p:spPr>
      </p:pic>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ED0CD84A-C03A-9D1E-4D7C-6B5236D1D3DA}"/>
                  </a:ext>
                </a:extLst>
              </p:cNvPr>
              <p:cNvSpPr txBox="1"/>
              <p:nvPr/>
            </p:nvSpPr>
            <p:spPr>
              <a:xfrm>
                <a:off x="1142110" y="1912442"/>
                <a:ext cx="6778644" cy="239738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sSup>
                      <m:sSupPr>
                        <m:ctrlPr>
                          <a:rPr kumimoji="0" lang="en-GB" sz="2800" b="0" i="1" u="none" strike="noStrike" kern="1200" cap="none" spc="0" normalizeH="0" baseline="0" noProof="0" smtClean="0">
                            <a:ln>
                              <a:noFill/>
                            </a:ln>
                            <a:solidFill>
                              <a:srgbClr val="FFFF00"/>
                            </a:solidFill>
                            <a:effectLst/>
                            <a:uLnTx/>
                            <a:uFillTx/>
                            <a:latin typeface="Cambria Math" panose="02040503050406030204" pitchFamily="18" charset="0"/>
                            <a:ea typeface="+mn-ea"/>
                            <a:cs typeface="+mn-cs"/>
                          </a:rPr>
                        </m:ctrlPr>
                      </m:sSupPr>
                      <m:e>
                        <m:r>
                          <a:rPr kumimoji="0" lang="en-GB" sz="2800" b="0" i="1" u="none" strike="noStrike" kern="1200" cap="none" spc="0" normalizeH="0" baseline="0" noProof="0" smtClean="0">
                            <a:ln>
                              <a:noFill/>
                            </a:ln>
                            <a:solidFill>
                              <a:srgbClr val="FFFF00"/>
                            </a:solidFill>
                            <a:effectLst/>
                            <a:uLnTx/>
                            <a:uFillTx/>
                            <a:latin typeface="Cambria Math" panose="02040503050406030204" pitchFamily="18" charset="0"/>
                            <a:ea typeface="+mn-ea"/>
                            <a:cs typeface="+mn-cs"/>
                          </a:rPr>
                          <m:t>𝑌</m:t>
                        </m:r>
                      </m:e>
                      <m:sup>
                        <m:r>
                          <a:rPr kumimoji="0" lang="en-GB" sz="2800" b="0" i="0" u="none" strike="noStrike" kern="1200" cap="none" spc="0" normalizeH="0" baseline="0" noProof="0" smtClean="0">
                            <a:ln>
                              <a:noFill/>
                            </a:ln>
                            <a:solidFill>
                              <a:srgbClr val="FFFF00"/>
                            </a:solidFill>
                            <a:effectLst/>
                            <a:uLnTx/>
                            <a:uFillTx/>
                            <a:latin typeface="Cambria Math" panose="02040503050406030204" pitchFamily="18" charset="0"/>
                            <a:ea typeface="+mn-ea"/>
                            <a:cs typeface="+mn-cs"/>
                          </a:rPr>
                          <m:t>∗</m:t>
                        </m:r>
                      </m:sup>
                    </m:sSup>
                    <m:r>
                      <a:rPr kumimoji="0" lang="en-GB" sz="2800" b="0" i="0" u="none" strike="noStrike" kern="1200" cap="none" spc="0" normalizeH="0" baseline="0" noProof="0" smtClean="0">
                        <a:ln>
                          <a:noFill/>
                        </a:ln>
                        <a:solidFill>
                          <a:srgbClr val="FFFF00"/>
                        </a:solidFill>
                        <a:effectLst/>
                        <a:uLnTx/>
                        <a:uFillTx/>
                        <a:latin typeface="Cambria Math" panose="02040503050406030204" pitchFamily="18" charset="0"/>
                        <a:ea typeface="+mn-ea"/>
                        <a:cs typeface="+mn-cs"/>
                      </a:rPr>
                      <m:t>:</m:t>
                    </m:r>
                  </m:oMath>
                </a14:m>
                <a:r>
                  <a:rPr kumimoji="0" lang="en-GB" sz="2800" b="0" i="0" u="none" strike="noStrike" kern="1200" cap="none" spc="0" normalizeH="0" baseline="0" noProof="0">
                    <a:ln>
                      <a:noFill/>
                    </a:ln>
                    <a:solidFill>
                      <a:srgbClr val="FFFF00"/>
                    </a:solidFill>
                    <a:effectLst/>
                    <a:uLnTx/>
                    <a:uFillTx/>
                    <a:latin typeface="Aptos Black" panose="020B0004020202020204" pitchFamily="34" charset="0"/>
                    <a:ea typeface="+mn-ea"/>
                    <a:cs typeface="+mn-cs"/>
                  </a:rPr>
                  <a:t> trust in the government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800" b="0" i="0" u="none" strike="noStrike" kern="1200" cap="none" spc="0" normalizeH="0" baseline="0" noProof="0">
                  <a:ln>
                    <a:noFill/>
                  </a:ln>
                  <a:solidFill>
                    <a:srgbClr val="FFFF00"/>
                  </a:solidFill>
                  <a:effectLst/>
                  <a:uLnTx/>
                  <a:uFillTx/>
                  <a:latin typeface="Aptos Black" panose="020B0004020202020204" pitchFamily="34" charset="0"/>
                  <a:ea typeface="+mn-ea"/>
                  <a:cs typeface="+mn-cs"/>
                </a:endParaRPr>
              </a:p>
              <a:p>
                <a:pPr lvl="0">
                  <a:defRPr/>
                </a:pPr>
                <a14:m>
                  <m:oMath xmlns:m="http://schemas.openxmlformats.org/officeDocument/2006/math">
                    <m:sSup>
                      <m:sSup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pPr>
                      <m:e>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𝑌</m:t>
                        </m:r>
                      </m:e>
                      <m: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m:t>
                        </m:r>
                      </m:sup>
                    </m:s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m:t>
                    </m:r>
                    <m:sSub>
                      <m:sSub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bPr>
                      <m:e>
                        <m:r>
                          <a:rPr lang="en-GB" sz="2400" b="1" i="1" noProof="0" smtClean="0">
                            <a:solidFill>
                              <a:schemeClr val="bg1"/>
                            </a:solidFill>
                            <a:latin typeface="Cambria Math" panose="02040503050406030204" pitchFamily="18" charset="0"/>
                          </a:rPr>
                          <m:t>𝝁</m:t>
                        </m:r>
                      </m:e>
                      <m: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1</m:t>
                        </m:r>
                      </m:sub>
                    </m:s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=5</m:t>
                    </m:r>
                  </m:oMath>
                </a14:m>
                <a:r>
                  <a:rPr kumimoji="0" lang="en-US" sz="2400" b="0" i="0" u="none" strike="noStrike" kern="1200" cap="none" spc="0" normalizeH="0" baseline="0" noProof="0">
                    <a:ln>
                      <a:noFill/>
                    </a:ln>
                    <a:solidFill>
                      <a:schemeClr val="bg1"/>
                    </a:solidFill>
                    <a:effectLst/>
                    <a:uLnTx/>
                    <a:uFillTx/>
                    <a:latin typeface="Aptos" panose="020B0004020202020204"/>
                  </a:rPr>
                  <a:t>  </a:t>
                </a:r>
                <a14:m>
                  <m:oMath xmlns:m="http://schemas.openxmlformats.org/officeDocument/2006/math">
                    <m:r>
                      <a:rPr kumimoji="0" lang="en-US" sz="3200" b="0" i="0" u="none" strike="noStrike" kern="1200" cap="none" spc="0" normalizeH="0" baseline="0" noProof="0" dirty="0" smtClean="0">
                        <a:ln>
                          <a:noFill/>
                        </a:ln>
                        <a:solidFill>
                          <a:srgbClr val="FFFF00"/>
                        </a:solidFill>
                        <a:effectLst/>
                        <a:uLnTx/>
                        <a:uFillTx/>
                        <a:latin typeface="Cambria Math" panose="02040503050406030204" pitchFamily="18" charset="0"/>
                        <a:ea typeface="Cambria Math" panose="02040503050406030204" pitchFamily="18" charset="0"/>
                      </a:rPr>
                      <m:t>                  </m:t>
                    </m:r>
                    <m:r>
                      <a:rPr kumimoji="0" lang="en-US" sz="3200" b="1" i="1" u="none" strike="noStrike" kern="1200" cap="none" spc="0" normalizeH="0" baseline="0" noProof="0" dirty="0" smtClean="0">
                        <a:ln>
                          <a:noFill/>
                        </a:ln>
                        <a:solidFill>
                          <a:srgbClr val="FFFF00"/>
                        </a:solidFill>
                        <a:effectLst/>
                        <a:uLnTx/>
                        <a:uFillTx/>
                        <a:latin typeface="Cambria Math" panose="02040503050406030204" pitchFamily="18" charset="0"/>
                        <a:ea typeface="Cambria Math" panose="02040503050406030204" pitchFamily="18" charset="0"/>
                      </a:rPr>
                      <m:t>   →</m:t>
                    </m:r>
                  </m:oMath>
                </a14:m>
                <a:r>
                  <a:rPr kumimoji="0" lang="en-US" sz="2400" b="0" i="0" u="none" strike="noStrike" kern="1200" cap="none" spc="0" normalizeH="0" baseline="0" noProof="0">
                    <a:ln>
                      <a:noFill/>
                    </a:ln>
                    <a:solidFill>
                      <a:schemeClr val="bg1"/>
                    </a:solidFill>
                    <a:effectLst/>
                    <a:uLnTx/>
                    <a:uFillTx/>
                    <a:latin typeface="Aptos" panose="020B0004020202020204"/>
                  </a:rPr>
                  <a:t> </a:t>
                </a:r>
                <a14:m>
                  <m:oMath xmlns:m="http://schemas.openxmlformats.org/officeDocument/2006/math">
                    <m:r>
                      <a:rPr lang="en-US" sz="2400" b="0" i="1" smtClean="0">
                        <a:solidFill>
                          <a:schemeClr val="bg1"/>
                        </a:solidFill>
                        <a:latin typeface="Cambria Math" panose="02040503050406030204" pitchFamily="18" charset="0"/>
                      </a:rPr>
                      <m:t>𝑌</m:t>
                    </m:r>
                  </m:oMath>
                </a14:m>
                <a:r>
                  <a:rPr kumimoji="0" lang="en-US" sz="2400" b="0" i="0" u="none" strike="noStrike" kern="1200" cap="none" spc="0" normalizeH="0" baseline="0" noProof="0">
                    <a:ln>
                      <a:noFill/>
                    </a:ln>
                    <a:solidFill>
                      <a:schemeClr val="bg1"/>
                    </a:solidFill>
                    <a:effectLst/>
                    <a:uLnTx/>
                    <a:uFillTx/>
                    <a:latin typeface="Aptos" panose="020B0004020202020204"/>
                  </a:rPr>
                  <a:t> = 1</a:t>
                </a:r>
              </a:p>
              <a:p>
                <a:pPr>
                  <a:defRPr/>
                </a:pPr>
                <a:r>
                  <a:rPr kumimoji="0" lang="en-GB" sz="2400" b="0" i="0" u="none" strike="noStrike" kern="1200" cap="none" spc="0" normalizeH="0" baseline="0" noProof="0">
                    <a:ln>
                      <a:noFill/>
                    </a:ln>
                    <a:solidFill>
                      <a:schemeClr val="bg1"/>
                    </a:solidFill>
                    <a:effectLst/>
                    <a:uLnTx/>
                    <a:uFillTx/>
                    <a:latin typeface="Aptos" panose="020B0004020202020204"/>
                  </a:rPr>
                  <a:t>(</a:t>
                </a:r>
                <a14:m>
                  <m:oMath xmlns:m="http://schemas.openxmlformats.org/officeDocument/2006/math">
                    <m:sSub>
                      <m:sSub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bPr>
                      <m:e>
                        <m:r>
                          <a:rPr lang="en-GB" sz="2400" b="1" i="1" noProof="0" smtClean="0">
                            <a:solidFill>
                              <a:schemeClr val="bg1"/>
                            </a:solidFill>
                            <a:latin typeface="Cambria Math" panose="02040503050406030204" pitchFamily="18" charset="0"/>
                          </a:rPr>
                          <m:t>𝝁</m:t>
                        </m:r>
                      </m:e>
                      <m: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1</m:t>
                        </m:r>
                      </m:sub>
                    </m:s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=5</m:t>
                    </m:r>
                    <m:r>
                      <a:rPr kumimoji="0" lang="en-GB" sz="2400" b="0" i="0" u="none" strike="noStrike" kern="1200" cap="none" spc="0" normalizeH="0" baseline="0" noProof="0" smtClean="0">
                        <a:ln>
                          <a:noFill/>
                        </a:ln>
                        <a:solidFill>
                          <a:schemeClr val="bg1"/>
                        </a:solidFill>
                        <a:effectLst/>
                        <a:uLnTx/>
                        <a:uFillTx/>
                        <a:latin typeface="Cambria Math" panose="02040503050406030204" pitchFamily="18" charset="0"/>
                      </a:rPr>
                      <m:t>&lt;</m:t>
                    </m:r>
                    <m:sSup>
                      <m:sSup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pPr>
                      <m:e>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𝑌</m:t>
                        </m:r>
                      </m:e>
                      <m: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m:t>
                        </m:r>
                      </m:sup>
                    </m:s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m:t>
                    </m:r>
                    <m:sSub>
                      <m:sSub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bPr>
                      <m:e>
                        <m:r>
                          <a:rPr lang="en-GB" sz="2400" b="1" i="1" noProof="0" smtClean="0">
                            <a:solidFill>
                              <a:schemeClr val="bg1"/>
                            </a:solidFill>
                            <a:latin typeface="Cambria Math" panose="02040503050406030204" pitchFamily="18" charset="0"/>
                          </a:rPr>
                          <m:t>𝝁</m:t>
                        </m:r>
                      </m:e>
                      <m: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2</m:t>
                        </m:r>
                      </m:sub>
                    </m:s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=15</m:t>
                    </m:r>
                  </m:oMath>
                </a14:m>
                <a:r>
                  <a:rPr kumimoji="0" lang="en-GB" sz="2400" b="0" i="0" u="none" strike="noStrike" kern="1200" cap="none" spc="0" normalizeH="0" baseline="0" noProof="0">
                    <a:ln>
                      <a:noFill/>
                    </a:ln>
                    <a:solidFill>
                      <a:schemeClr val="bg1"/>
                    </a:solidFill>
                    <a:effectLst/>
                    <a:uLnTx/>
                    <a:uFillTx/>
                    <a:latin typeface="Aptos" panose="020B0004020202020204"/>
                  </a:rPr>
                  <a:t>)     </a:t>
                </a:r>
                <a14:m>
                  <m:oMath xmlns:m="http://schemas.openxmlformats.org/officeDocument/2006/math">
                    <m:r>
                      <a:rPr lang="en-US" sz="3200" b="1" i="1" dirty="0">
                        <a:solidFill>
                          <a:srgbClr val="FFFF00"/>
                        </a:solidFill>
                        <a:latin typeface="Cambria Math" panose="02040503050406030204" pitchFamily="18" charset="0"/>
                        <a:ea typeface="Cambria Math" panose="02040503050406030204" pitchFamily="18" charset="0"/>
                      </a:rPr>
                      <m:t>→</m:t>
                    </m:r>
                  </m:oMath>
                </a14:m>
                <a:r>
                  <a:rPr lang="en-US" sz="2400">
                    <a:solidFill>
                      <a:schemeClr val="bg1"/>
                    </a:solidFill>
                  </a:rPr>
                  <a:t> </a:t>
                </a:r>
                <a14:m>
                  <m:oMath xmlns:m="http://schemas.openxmlformats.org/officeDocument/2006/math">
                    <m:r>
                      <a:rPr lang="en-US" sz="2400" i="1">
                        <a:solidFill>
                          <a:schemeClr val="bg1"/>
                        </a:solidFill>
                        <a:latin typeface="Cambria Math" panose="02040503050406030204" pitchFamily="18" charset="0"/>
                      </a:rPr>
                      <m:t>𝑌</m:t>
                    </m:r>
                  </m:oMath>
                </a14:m>
                <a:r>
                  <a:rPr lang="en-US" sz="2400">
                    <a:solidFill>
                      <a:schemeClr val="bg1"/>
                    </a:solidFill>
                  </a:rPr>
                  <a:t> = 2</a:t>
                </a:r>
                <a:endParaRPr kumimoji="0" lang="en-GB" sz="2400" b="0" i="0" u="none" strike="noStrike" kern="1200" cap="none" spc="0" normalizeH="0" baseline="0" noProof="0">
                  <a:ln>
                    <a:noFill/>
                  </a:ln>
                  <a:solidFill>
                    <a:schemeClr val="bg1"/>
                  </a:solidFill>
                  <a:effectLst/>
                  <a:uLnTx/>
                  <a:uFillTx/>
                  <a:latin typeface="Aptos" panose="020B0004020202020204"/>
                </a:endParaRPr>
              </a:p>
              <a:p>
                <a:pPr>
                  <a:defRPr/>
                </a:pPr>
                <a:r>
                  <a:rPr kumimoji="0" lang="en-GB" sz="2400" b="0" i="0" u="none" strike="noStrike" kern="1200" cap="none" spc="0" normalizeH="0" baseline="0" noProof="0">
                    <a:ln>
                      <a:noFill/>
                    </a:ln>
                    <a:solidFill>
                      <a:schemeClr val="bg1"/>
                    </a:solidFill>
                    <a:effectLst/>
                    <a:uLnTx/>
                    <a:uFillTx/>
                    <a:latin typeface="Aptos" panose="020B0004020202020204"/>
                  </a:rPr>
                  <a:t>(</a:t>
                </a:r>
                <a14:m>
                  <m:oMath xmlns:m="http://schemas.openxmlformats.org/officeDocument/2006/math">
                    <m:sSup>
                      <m:sSup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pPr>
                      <m:e>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𝑌</m:t>
                        </m:r>
                      </m:e>
                      <m: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m:t>
                        </m:r>
                      </m:sup>
                    </m:sSup>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&gt;</m:t>
                    </m:r>
                    <m:sSub>
                      <m:sSubPr>
                        <m:ctrlP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ctrlPr>
                      </m:sSubPr>
                      <m:e>
                        <m:r>
                          <a:rPr lang="en-GB" sz="2400" b="1" i="1" noProof="0" smtClean="0">
                            <a:solidFill>
                              <a:schemeClr val="bg1"/>
                            </a:solidFill>
                            <a:latin typeface="Cambria Math" panose="02040503050406030204" pitchFamily="18" charset="0"/>
                          </a:rPr>
                          <m:t>𝝁</m:t>
                        </m:r>
                      </m:e>
                      <m:sub>
                        <m:r>
                          <a:rPr kumimoji="0" lang="en-GB" sz="2400" b="0" i="1" u="none" strike="noStrike" kern="1200" cap="none" spc="0" normalizeH="0" baseline="0" noProof="0" smtClean="0">
                            <a:ln>
                              <a:noFill/>
                            </a:ln>
                            <a:solidFill>
                              <a:schemeClr val="bg1"/>
                            </a:solidFill>
                            <a:effectLst/>
                            <a:uLnTx/>
                            <a:uFillTx/>
                            <a:latin typeface="Cambria Math" panose="02040503050406030204" pitchFamily="18" charset="0"/>
                          </a:rPr>
                          <m:t>2</m:t>
                        </m:r>
                      </m:sub>
                    </m:sSub>
                  </m:oMath>
                </a14:m>
                <a:r>
                  <a:rPr kumimoji="0" lang="en-GB" sz="2400" b="0" i="0" u="none" strike="noStrike" kern="1200" cap="none" spc="0" normalizeH="0" baseline="0" noProof="0">
                    <a:ln>
                      <a:noFill/>
                    </a:ln>
                    <a:solidFill>
                      <a:schemeClr val="bg1"/>
                    </a:solidFill>
                    <a:effectLst/>
                    <a:uLnTx/>
                    <a:uFillTx/>
                    <a:latin typeface="Aptos" panose="020B0004020202020204"/>
                  </a:rPr>
                  <a:t>) </a:t>
                </a:r>
                <a14:m>
                  <m:oMath xmlns:m="http://schemas.openxmlformats.org/officeDocument/2006/math">
                    <m:r>
                      <a:rPr lang="en-US" sz="3200" b="0" i="0" dirty="0" smtClean="0">
                        <a:solidFill>
                          <a:srgbClr val="FFFF00"/>
                        </a:solidFill>
                        <a:latin typeface="Cambria Math" panose="02040503050406030204" pitchFamily="18" charset="0"/>
                        <a:ea typeface="Cambria Math" panose="02040503050406030204" pitchFamily="18" charset="0"/>
                      </a:rPr>
                      <m:t>                          </m:t>
                    </m:r>
                    <m:r>
                      <a:rPr lang="en-US" sz="3200" b="1" i="1" dirty="0">
                        <a:solidFill>
                          <a:srgbClr val="FFFF00"/>
                        </a:solidFill>
                        <a:latin typeface="Cambria Math" panose="02040503050406030204" pitchFamily="18" charset="0"/>
                        <a:ea typeface="Cambria Math" panose="02040503050406030204" pitchFamily="18" charset="0"/>
                      </a:rPr>
                      <m:t>→</m:t>
                    </m:r>
                  </m:oMath>
                </a14:m>
                <a:r>
                  <a:rPr lang="en-US" sz="2400">
                    <a:solidFill>
                      <a:schemeClr val="bg1"/>
                    </a:solidFill>
                  </a:rPr>
                  <a:t> </a:t>
                </a:r>
                <a14:m>
                  <m:oMath xmlns:m="http://schemas.openxmlformats.org/officeDocument/2006/math">
                    <m:r>
                      <a:rPr lang="en-US" sz="2400" i="1">
                        <a:solidFill>
                          <a:schemeClr val="bg1"/>
                        </a:solidFill>
                        <a:latin typeface="Cambria Math" panose="02040503050406030204" pitchFamily="18" charset="0"/>
                      </a:rPr>
                      <m:t>𝑌</m:t>
                    </m:r>
                  </m:oMath>
                </a14:m>
                <a:r>
                  <a:rPr lang="en-US" sz="2400">
                    <a:solidFill>
                      <a:schemeClr val="bg1"/>
                    </a:solidFill>
                  </a:rPr>
                  <a:t> = 3</a:t>
                </a:r>
                <a:endParaRPr lang="en-GB" sz="2400">
                  <a:solidFill>
                    <a:schemeClr val="bg1"/>
                  </a:solidFill>
                </a:endParaRPr>
              </a:p>
            </p:txBody>
          </p:sp>
        </mc:Choice>
        <mc:Fallback xmlns="">
          <p:sp>
            <p:nvSpPr>
              <p:cNvPr id="19" name="TextBox 18">
                <a:extLst>
                  <a:ext uri="{FF2B5EF4-FFF2-40B4-BE49-F238E27FC236}">
                    <a16:creationId xmlns:a16="http://schemas.microsoft.com/office/drawing/2014/main" id="{ED0CD84A-C03A-9D1E-4D7C-6B5236D1D3DA}"/>
                  </a:ext>
                </a:extLst>
              </p:cNvPr>
              <p:cNvSpPr txBox="1">
                <a:spLocks noRot="1" noChangeAspect="1" noMove="1" noResize="1" noEditPoints="1" noAdjustHandles="1" noChangeArrowheads="1" noChangeShapeType="1" noTextEdit="1"/>
              </p:cNvSpPr>
              <p:nvPr/>
            </p:nvSpPr>
            <p:spPr>
              <a:xfrm>
                <a:off x="1142110" y="1912442"/>
                <a:ext cx="6778644" cy="2397388"/>
              </a:xfrm>
              <a:prstGeom prst="rect">
                <a:avLst/>
              </a:prstGeom>
              <a:blipFill>
                <a:blip r:embed="rId4"/>
                <a:stretch>
                  <a:fillRect l="-1349" t="-2799" b="-4835"/>
                </a:stretch>
              </a:blipFill>
            </p:spPr>
            <p:txBody>
              <a:bodyPr/>
              <a:lstStyle/>
              <a:p>
                <a:r>
                  <a:rPr lang="en-US">
                    <a:noFill/>
                  </a:rPr>
                  <a:t> </a:t>
                </a:r>
              </a:p>
            </p:txBody>
          </p:sp>
        </mc:Fallback>
      </mc:AlternateContent>
      <p:sp>
        <p:nvSpPr>
          <p:cNvPr id="4" name="Título 1">
            <a:extLst>
              <a:ext uri="{FF2B5EF4-FFF2-40B4-BE49-F238E27FC236}">
                <a16:creationId xmlns:a16="http://schemas.microsoft.com/office/drawing/2014/main" id="{BE16EA45-E486-3A40-8AD6-19979776DCF7}"/>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schemeClr val="bg1"/>
                </a:solidFill>
                <a:effectLst/>
                <a:uLnTx/>
                <a:uFillTx/>
                <a:latin typeface="Aptos SemiBold" panose="020F0502020204030204" pitchFamily="34" charset="0"/>
                <a:ea typeface="+mj-ea"/>
                <a:cs typeface="+mj-cs"/>
              </a:rPr>
              <a:t>Ordinal </a:t>
            </a:r>
            <a:br>
              <a:rPr kumimoji="0" lang="en-GB" sz="3200" b="1" i="0" u="none" strike="noStrike" kern="1200" cap="none" spc="0" normalizeH="0" baseline="0" noProof="0">
                <a:ln>
                  <a:noFill/>
                </a:ln>
                <a:solidFill>
                  <a:schemeClr val="bg1"/>
                </a:solidFill>
                <a:effectLst/>
                <a:uLnTx/>
                <a:uFillTx/>
                <a:latin typeface="Aptos SemiBold" panose="020F0502020204030204" pitchFamily="34" charset="0"/>
                <a:ea typeface="+mj-ea"/>
                <a:cs typeface="+mj-cs"/>
              </a:rPr>
            </a:br>
            <a:r>
              <a:rPr kumimoji="0" lang="en-GB" sz="3200" b="1" i="0" u="none" strike="noStrike" kern="1200" cap="none" spc="0" normalizeH="0" baseline="0" noProof="0">
                <a:ln>
                  <a:noFill/>
                </a:ln>
                <a:solidFill>
                  <a:schemeClr val="bg1"/>
                </a:solidFill>
                <a:effectLst/>
                <a:uLnTx/>
                <a:uFillTx/>
                <a:latin typeface="Aptos SemiBold" panose="020F0502020204030204" pitchFamily="34" charset="0"/>
                <a:ea typeface="+mj-ea"/>
                <a:cs typeface="+mj-cs"/>
              </a:rPr>
              <a:t>regression</a:t>
            </a:r>
          </a:p>
        </p:txBody>
      </p:sp>
    </p:spTree>
    <p:extLst>
      <p:ext uri="{BB962C8B-B14F-4D97-AF65-F5344CB8AC3E}">
        <p14:creationId xmlns:p14="http://schemas.microsoft.com/office/powerpoint/2010/main" val="28216516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8D5243-844A-7D04-DC3C-8B84BE6C47B5}"/>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0681FDFE-A51B-E3D2-A149-CCBEF0D295DC}"/>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54D7B10D-1495-27F9-AA34-CEB31D33411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D4AF5624-4E6F-ECC4-FBF4-098C6FB60CC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727237C3-6552-079F-BCDE-FFBC9B4FCBEC}"/>
                  </a:ext>
                </a:extLst>
              </p:cNvPr>
              <p:cNvSpPr txBox="1"/>
              <p:nvPr/>
            </p:nvSpPr>
            <p:spPr>
              <a:xfrm>
                <a:off x="928357" y="1404990"/>
                <a:ext cx="10112027"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Given the</a:t>
                </a:r>
                <a:r>
                  <a:rPr kumimoji="0" lang="en-GB" sz="1400" b="0" i="0" u="none" strike="noStrike" kern="1200" cap="none" spc="0" normalizeH="0" noProof="0">
                    <a:ln>
                      <a:noFill/>
                    </a:ln>
                    <a:solidFill>
                      <a:prstClr val="black"/>
                    </a:solidFill>
                    <a:effectLst/>
                    <a:uLnTx/>
                    <a:uFillTx/>
                    <a:latin typeface="Aptos" panose="020B0004020202020204"/>
                    <a:ea typeface="+mn-ea"/>
                    <a:cs typeface="+mn-cs"/>
                  </a:rPr>
                  <a:t> continuous latent variable </a:t>
                </a:r>
                <a14:m>
                  <m:oMath xmlns:m="http://schemas.openxmlformats.org/officeDocument/2006/math">
                    <m:sSup>
                      <m:sSup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𝑌</m:t>
                        </m:r>
                      </m:e>
                      <m: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up>
                    </m:sSup>
                  </m:oMath>
                </a14:m>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22" name="TextBox 21">
                <a:extLst>
                  <a:ext uri="{FF2B5EF4-FFF2-40B4-BE49-F238E27FC236}">
                    <a16:creationId xmlns:a16="http://schemas.microsoft.com/office/drawing/2014/main" id="{727237C3-6552-079F-BCDE-FFBC9B4FCBEC}"/>
                  </a:ext>
                </a:extLst>
              </p:cNvPr>
              <p:cNvSpPr txBox="1">
                <a:spLocks noRot="1" noChangeAspect="1" noMove="1" noResize="1" noEditPoints="1" noAdjustHandles="1" noChangeArrowheads="1" noChangeShapeType="1" noTextEdit="1"/>
              </p:cNvSpPr>
              <p:nvPr/>
            </p:nvSpPr>
            <p:spPr>
              <a:xfrm>
                <a:off x="928357" y="1404990"/>
                <a:ext cx="10112027" cy="307777"/>
              </a:xfrm>
              <a:prstGeom prst="rect">
                <a:avLst/>
              </a:prstGeom>
              <a:blipFill>
                <a:blip r:embed="rId4"/>
                <a:stretch>
                  <a:fillRect l="-181" t="-1961" b="-19608"/>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85A80D32-285E-C6AF-220C-95C7CD0FCDB8}"/>
                  </a:ext>
                </a:extLst>
              </p:cNvPr>
              <p:cNvSpPr txBox="1"/>
              <p:nvPr/>
            </p:nvSpPr>
            <p:spPr>
              <a:xfrm>
                <a:off x="1638623" y="4317442"/>
                <a:ext cx="3012473" cy="1785104"/>
              </a:xfrm>
              <a:prstGeom prst="rect">
                <a:avLst/>
              </a:prstGeom>
              <a:noFill/>
            </p:spPr>
            <p:txBody>
              <a:bodyPr wrap="square">
                <a:spAutoFit/>
              </a:bodyPr>
              <a:lstStyle/>
              <a:p>
                <a:pPr lvl="0">
                  <a:defRPr/>
                </a:pPr>
                <a:r>
                  <a:rPr lang="en-GB" sz="1100" b="1">
                    <a:solidFill>
                      <a:prstClr val="black"/>
                    </a:solidFill>
                  </a:rPr>
                  <a:t>Latent Continuous Variable </a:t>
                </a:r>
                <a14:m>
                  <m:oMath xmlns:m="http://schemas.openxmlformats.org/officeDocument/2006/math">
                    <m:sSup>
                      <m:sSupPr>
                        <m:ctrlPr>
                          <a:rPr lang="en-GB" sz="1100" b="1" i="1" dirty="0" smtClean="0">
                            <a:solidFill>
                              <a:prstClr val="black"/>
                            </a:solidFill>
                            <a:latin typeface="Cambria Math" panose="02040503050406030204" pitchFamily="18" charset="0"/>
                          </a:rPr>
                        </m:ctrlPr>
                      </m:sSupPr>
                      <m:e>
                        <m:r>
                          <a:rPr lang="en-GB" sz="1100" b="1" i="1" dirty="0" smtClean="0">
                            <a:solidFill>
                              <a:prstClr val="black"/>
                            </a:solidFill>
                            <a:latin typeface="Cambria Math" panose="02040503050406030204" pitchFamily="18" charset="0"/>
                          </a:rPr>
                          <m:t>𝒀</m:t>
                        </m:r>
                      </m:e>
                      <m:sup>
                        <m:r>
                          <a:rPr lang="en-GB" sz="1100" b="1" i="1" dirty="0" smtClean="0">
                            <a:solidFill>
                              <a:prstClr val="black"/>
                            </a:solidFill>
                            <a:latin typeface="Cambria Math" panose="02040503050406030204" pitchFamily="18" charset="0"/>
                          </a:rPr>
                          <m:t>∗</m:t>
                        </m:r>
                      </m:sup>
                    </m:sSup>
                  </m:oMath>
                </a14:m>
                <a:endParaRPr lang="en-US" sz="1100" b="1">
                  <a:solidFill>
                    <a:prstClr val="black"/>
                  </a:solidFill>
                </a:endParaRPr>
              </a:p>
              <a:p>
                <a:pPr marL="171450" lvl="0" indent="-171450">
                  <a:buFont typeface="Arial" panose="020B0604020202020204" pitchFamily="34" charset="0"/>
                  <a:buChar char="•"/>
                  <a:defRPr/>
                </a:pPr>
                <a:r>
                  <a:rPr lang="en-GB" sz="1100">
                    <a:solidFill>
                      <a:prstClr val="black"/>
                    </a:solidFill>
                  </a:rPr>
                  <a:t>Unobserved for individual </a:t>
                </a:r>
                <a14:m>
                  <m:oMath xmlns:m="http://schemas.openxmlformats.org/officeDocument/2006/math">
                    <m:r>
                      <a:rPr lang="en-US" sz="1100" b="0" i="1" dirty="0" smtClean="0">
                        <a:solidFill>
                          <a:prstClr val="black"/>
                        </a:solidFill>
                        <a:latin typeface="Cambria Math" panose="02040503050406030204" pitchFamily="18" charset="0"/>
                      </a:rPr>
                      <m:t>𝑖</m:t>
                    </m:r>
                  </m:oMath>
                </a14:m>
                <a:endParaRPr lang="en-US" sz="1100" b="0">
                  <a:solidFill>
                    <a:prstClr val="black"/>
                  </a:solidFill>
                </a:endParaRPr>
              </a:p>
              <a:p>
                <a:pPr marL="171450" lvl="0" indent="-171450">
                  <a:buFont typeface="Arial" panose="020B0604020202020204" pitchFamily="34" charset="0"/>
                  <a:buChar char="•"/>
                  <a:defRPr/>
                </a:pPr>
                <a:endParaRPr lang="en-US" sz="1100">
                  <a:solidFill>
                    <a:prstClr val="black"/>
                  </a:solidFill>
                </a:endParaRPr>
              </a:p>
              <a:p>
                <a:pPr marL="171450" lvl="0" indent="-171450">
                  <a:buFont typeface="Arial" panose="020B0604020202020204" pitchFamily="34" charset="0"/>
                  <a:buChar char="•"/>
                  <a:defRPr/>
                </a:pPr>
                <a:r>
                  <a:rPr lang="en-US" sz="1100" b="1">
                    <a:solidFill>
                      <a:prstClr val="black"/>
                    </a:solidFill>
                    <a:highlight>
                      <a:srgbClr val="FFC000"/>
                    </a:highlight>
                  </a:rPr>
                  <a:t>It represents the underlying level of a characteristic such as satisfaction</a:t>
                </a:r>
                <a:r>
                  <a:rPr lang="en-US" sz="1100">
                    <a:solidFill>
                      <a:prstClr val="black"/>
                    </a:solidFill>
                  </a:rPr>
                  <a:t>, attitude, intention.</a:t>
                </a:r>
              </a:p>
              <a:p>
                <a:pPr marL="171450" lvl="0" indent="-171450">
                  <a:buFont typeface="Arial" panose="020B0604020202020204" pitchFamily="34" charset="0"/>
                  <a:buChar char="•"/>
                  <a:defRPr/>
                </a:pPr>
                <a:endParaRPr lang="en-US" sz="1100">
                  <a:solidFill>
                    <a:prstClr val="black"/>
                  </a:solidFill>
                </a:endParaRPr>
              </a:p>
              <a:p>
                <a:pPr marL="171450" lvl="0" indent="-171450">
                  <a:buFont typeface="Arial" panose="020B0604020202020204" pitchFamily="34" charset="0"/>
                  <a:buChar char="•"/>
                  <a:defRPr/>
                </a:pPr>
                <a:r>
                  <a:rPr lang="en-US" sz="1100">
                    <a:solidFill>
                      <a:prstClr val="black"/>
                    </a:solidFill>
                  </a:rPr>
                  <a:t>Although we do not observe it directly, we assume that it determines the ordinal category that we can measure.</a:t>
                </a:r>
                <a:endParaRPr lang="en-GB" sz="1100">
                  <a:solidFill>
                    <a:prstClr val="black"/>
                  </a:solidFill>
                </a:endParaRPr>
              </a:p>
            </p:txBody>
          </p:sp>
        </mc:Choice>
        <mc:Fallback xmlns="">
          <p:sp>
            <p:nvSpPr>
              <p:cNvPr id="23" name="TextBox 22">
                <a:extLst>
                  <a:ext uri="{FF2B5EF4-FFF2-40B4-BE49-F238E27FC236}">
                    <a16:creationId xmlns:a16="http://schemas.microsoft.com/office/drawing/2014/main" id="{85A80D32-285E-C6AF-220C-95C7CD0FCDB8}"/>
                  </a:ext>
                </a:extLst>
              </p:cNvPr>
              <p:cNvSpPr txBox="1">
                <a:spLocks noRot="1" noChangeAspect="1" noMove="1" noResize="1" noEditPoints="1" noAdjustHandles="1" noChangeArrowheads="1" noChangeShapeType="1" noTextEdit="1"/>
              </p:cNvSpPr>
              <p:nvPr/>
            </p:nvSpPr>
            <p:spPr>
              <a:xfrm>
                <a:off x="1638623" y="4317442"/>
                <a:ext cx="3012473" cy="1785104"/>
              </a:xfrm>
              <a:prstGeom prst="rect">
                <a:avLst/>
              </a:prstGeom>
              <a:blipFill>
                <a:blip r:embed="rId5"/>
                <a:stretch>
                  <a:fillRect r="-810" b="-1365"/>
                </a:stretch>
              </a:blipFill>
            </p:spPr>
            <p:txBody>
              <a:bodyPr/>
              <a:lstStyle/>
              <a:p>
                <a:r>
                  <a:rPr lang="en-US">
                    <a:noFill/>
                  </a:rPr>
                  <a:t> </a:t>
                </a:r>
              </a:p>
            </p:txBody>
          </p:sp>
        </mc:Fallback>
      </mc:AlternateContent>
      <p:cxnSp>
        <p:nvCxnSpPr>
          <p:cNvPr id="26" name="Connector: Elbow 25">
            <a:extLst>
              <a:ext uri="{FF2B5EF4-FFF2-40B4-BE49-F238E27FC236}">
                <a16:creationId xmlns:a16="http://schemas.microsoft.com/office/drawing/2014/main" id="{9F20BDE2-5A45-51DB-10CA-D4207BEB4916}"/>
              </a:ext>
            </a:extLst>
          </p:cNvPr>
          <p:cNvCxnSpPr>
            <a:cxnSpLocks/>
            <a:stCxn id="24" idx="4"/>
            <a:endCxn id="23" idx="0"/>
          </p:cNvCxnSpPr>
          <p:nvPr/>
        </p:nvCxnSpPr>
        <p:spPr>
          <a:xfrm rot="5400000">
            <a:off x="3495879" y="3316112"/>
            <a:ext cx="650312" cy="1352349"/>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30" name="TextBox 29">
                <a:extLst>
                  <a:ext uri="{FF2B5EF4-FFF2-40B4-BE49-F238E27FC236}">
                    <a16:creationId xmlns:a16="http://schemas.microsoft.com/office/drawing/2014/main" id="{0FE729C8-38F2-8312-0EEC-D11E08BB4119}"/>
                  </a:ext>
                </a:extLst>
              </p:cNvPr>
              <p:cNvSpPr txBox="1"/>
              <p:nvPr/>
            </p:nvSpPr>
            <p:spPr>
              <a:xfrm>
                <a:off x="4651097" y="4345677"/>
                <a:ext cx="2622192" cy="1615827"/>
              </a:xfrm>
              <a:prstGeom prst="rect">
                <a:avLst/>
              </a:prstGeom>
              <a:noFill/>
            </p:spPr>
            <p:txBody>
              <a:bodyPr wrap="square">
                <a:spAutoFit/>
              </a:bodyPr>
              <a:lstStyle/>
              <a:p>
                <a:pPr lvl="0">
                  <a:defRPr/>
                </a:pPr>
                <a:r>
                  <a:rPr lang="en-GB" sz="1100" b="1">
                    <a:solidFill>
                      <a:prstClr val="black"/>
                    </a:solidFill>
                  </a:rPr>
                  <a:t>Explanatory Variables</a:t>
                </a:r>
                <a:endParaRPr kumimoji="0" lang="en-GB" sz="1100" b="1" i="0" u="none" strike="noStrike" kern="1200" cap="none" spc="0" normalizeH="0" baseline="0" noProof="0">
                  <a:ln>
                    <a:noFill/>
                  </a:ln>
                  <a:solidFill>
                    <a:prstClr val="black"/>
                  </a:solidFill>
                  <a:effectLst/>
                  <a:uLnTx/>
                  <a:uFillTx/>
                  <a:latin typeface="Aptos" panose="020B0004020202020204"/>
                </a:endParaRPr>
              </a:p>
              <a:p>
                <a:pPr lvl="0">
                  <a:defRPr/>
                </a:pPr>
                <a:r>
                  <a:rPr lang="en-US" sz="1100">
                    <a:solidFill>
                      <a:prstClr val="black"/>
                    </a:solidFill>
                  </a:rPr>
                  <a:t>These are the regressors for individual </a:t>
                </a:r>
                <a14:m>
                  <m:oMath xmlns:m="http://schemas.openxmlformats.org/officeDocument/2006/math">
                    <m:r>
                      <a:rPr lang="en-US" sz="1100" i="1" dirty="0" smtClean="0">
                        <a:solidFill>
                          <a:prstClr val="black"/>
                        </a:solidFill>
                        <a:latin typeface="Cambria Math" panose="02040503050406030204" pitchFamily="18" charset="0"/>
                      </a:rPr>
                      <m:t>𝑖</m:t>
                    </m:r>
                  </m:oMath>
                </a14:m>
                <a:r>
                  <a:rPr lang="en-US" sz="1100">
                    <a:solidFill>
                      <a:prstClr val="black"/>
                    </a:solidFill>
                  </a:rPr>
                  <a:t>.</a:t>
                </a:r>
              </a:p>
              <a:p>
                <a:pPr lvl="0">
                  <a:defRPr/>
                </a:pPr>
                <a:endParaRPr lang="en-US" sz="1100">
                  <a:solidFill>
                    <a:prstClr val="black"/>
                  </a:solidFill>
                </a:endParaRPr>
              </a:p>
              <a:p>
                <a:pPr marL="171450" lvl="0" indent="-171450">
                  <a:buFont typeface="Arial" panose="020B0604020202020204" pitchFamily="34" charset="0"/>
                  <a:buChar char="•"/>
                  <a:defRPr/>
                </a:pPr>
                <a:r>
                  <a:rPr lang="en-US" sz="1100">
                    <a:solidFill>
                      <a:prstClr val="black"/>
                    </a:solidFill>
                  </a:rPr>
                  <a:t>Depending on the construct, they may include age, income, or education.</a:t>
                </a:r>
              </a:p>
              <a:p>
                <a:pPr marL="171450" lvl="0" indent="-171450">
                  <a:buFont typeface="Arial" panose="020B0604020202020204" pitchFamily="34" charset="0"/>
                  <a:buChar char="•"/>
                  <a:defRPr/>
                </a:pPr>
                <a:endParaRPr lang="en-US" sz="1100">
                  <a:solidFill>
                    <a:prstClr val="black"/>
                  </a:solidFill>
                </a:endParaRPr>
              </a:p>
              <a:p>
                <a:pPr marL="171450" lvl="0" indent="-171450">
                  <a:buFont typeface="Arial" panose="020B0604020202020204" pitchFamily="34" charset="0"/>
                  <a:buChar char="•"/>
                  <a:defRPr/>
                </a:pPr>
                <a:r>
                  <a:rPr lang="en-US" sz="1100">
                    <a:solidFill>
                      <a:prstClr val="black"/>
                    </a:solidFill>
                  </a:rPr>
                  <a:t>The subscript </a:t>
                </a:r>
                <a14:m>
                  <m:oMath xmlns:m="http://schemas.openxmlformats.org/officeDocument/2006/math">
                    <m:r>
                      <a:rPr lang="en-US" sz="1100" i="1" dirty="0" smtClean="0">
                        <a:solidFill>
                          <a:prstClr val="black"/>
                        </a:solidFill>
                        <a:latin typeface="Cambria Math" panose="02040503050406030204" pitchFamily="18" charset="0"/>
                      </a:rPr>
                      <m:t>𝑘</m:t>
                    </m:r>
                  </m:oMath>
                </a14:m>
                <a:r>
                  <a:rPr lang="en-US" sz="1100">
                    <a:solidFill>
                      <a:prstClr val="black"/>
                    </a:solidFill>
                  </a:rPr>
                  <a:t> indicates that there are </a:t>
                </a:r>
                <a14:m>
                  <m:oMath xmlns:m="http://schemas.openxmlformats.org/officeDocument/2006/math">
                    <m:r>
                      <a:rPr lang="en-US" sz="1100" i="1" dirty="0" smtClean="0">
                        <a:solidFill>
                          <a:prstClr val="black"/>
                        </a:solidFill>
                        <a:latin typeface="Cambria Math" panose="02040503050406030204" pitchFamily="18" charset="0"/>
                      </a:rPr>
                      <m:t>𝐾</m:t>
                    </m:r>
                  </m:oMath>
                </a14:m>
                <a:r>
                  <a:rPr lang="en-US" sz="1100">
                    <a:solidFill>
                      <a:prstClr val="black"/>
                    </a:solidFill>
                  </a:rPr>
                  <a:t> different variables.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30" name="TextBox 29">
                <a:extLst>
                  <a:ext uri="{FF2B5EF4-FFF2-40B4-BE49-F238E27FC236}">
                    <a16:creationId xmlns:a16="http://schemas.microsoft.com/office/drawing/2014/main" id="{0FE729C8-38F2-8312-0EEC-D11E08BB4119}"/>
                  </a:ext>
                </a:extLst>
              </p:cNvPr>
              <p:cNvSpPr txBox="1">
                <a:spLocks noRot="1" noChangeAspect="1" noMove="1" noResize="1" noEditPoints="1" noAdjustHandles="1" noChangeArrowheads="1" noChangeShapeType="1" noTextEdit="1"/>
              </p:cNvSpPr>
              <p:nvPr/>
            </p:nvSpPr>
            <p:spPr>
              <a:xfrm>
                <a:off x="4651097" y="4345677"/>
                <a:ext cx="2622192" cy="1615827"/>
              </a:xfrm>
              <a:prstGeom prst="rect">
                <a:avLst/>
              </a:prstGeom>
              <a:blipFill>
                <a:blip r:embed="rId6"/>
                <a:stretch>
                  <a:fillRect t="-377"/>
                </a:stretch>
              </a:blipFill>
            </p:spPr>
            <p:txBody>
              <a:bodyPr/>
              <a:lstStyle/>
              <a:p>
                <a:r>
                  <a:rPr lang="en-US">
                    <a:noFill/>
                  </a:rPr>
                  <a:t> </a:t>
                </a:r>
              </a:p>
            </p:txBody>
          </p:sp>
        </mc:Fallback>
      </mc:AlternateContent>
      <p:cxnSp>
        <p:nvCxnSpPr>
          <p:cNvPr id="33" name="Connector: Elbow 32">
            <a:extLst>
              <a:ext uri="{FF2B5EF4-FFF2-40B4-BE49-F238E27FC236}">
                <a16:creationId xmlns:a16="http://schemas.microsoft.com/office/drawing/2014/main" id="{C3A38E79-FDF1-661A-3449-6670D34E8133}"/>
              </a:ext>
            </a:extLst>
          </p:cNvPr>
          <p:cNvCxnSpPr>
            <a:cxnSpLocks/>
            <a:stCxn id="31" idx="4"/>
            <a:endCxn id="30" idx="0"/>
          </p:cNvCxnSpPr>
          <p:nvPr/>
        </p:nvCxnSpPr>
        <p:spPr>
          <a:xfrm rot="5400000">
            <a:off x="5874935" y="3718598"/>
            <a:ext cx="714337" cy="539820"/>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42" name="TextBox 41">
                <a:extLst>
                  <a:ext uri="{FF2B5EF4-FFF2-40B4-BE49-F238E27FC236}">
                    <a16:creationId xmlns:a16="http://schemas.microsoft.com/office/drawing/2014/main" id="{47FC23E4-C61C-0992-7960-7F2807BE8F52}"/>
                  </a:ext>
                </a:extLst>
              </p:cNvPr>
              <p:cNvSpPr txBox="1"/>
              <p:nvPr/>
            </p:nvSpPr>
            <p:spPr>
              <a:xfrm>
                <a:off x="1638623" y="1966569"/>
                <a:ext cx="3377819" cy="443070"/>
              </a:xfrm>
              <a:prstGeom prst="rect">
                <a:avLst/>
              </a:prstGeom>
              <a:noFill/>
            </p:spPr>
            <p:txBody>
              <a:bodyPr wrap="square">
                <a:spAutoFit/>
              </a:bodyPr>
              <a:lstStyle/>
              <a:p>
                <a:pPr lvl="0">
                  <a:defRPr/>
                </a:pPr>
                <a:r>
                  <a:rPr lang="en-US" sz="1100" b="1">
                    <a:solidFill>
                      <a:prstClr val="black"/>
                    </a:solidFill>
                    <a:highlight>
                      <a:srgbClr val="FFC000"/>
                    </a:highlight>
                  </a:rPr>
                  <a:t>These quantify the effect of each explanatory variable </a:t>
                </a:r>
                <a14:m>
                  <m:oMath xmlns:m="http://schemas.openxmlformats.org/officeDocument/2006/math">
                    <m:sSub>
                      <m:sSub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𝑋</m:t>
                        </m:r>
                      </m:e>
                      <m:sub>
                        <m:d>
                          <m:dPr>
                            <m:begChr m:val="{"/>
                            <m:endChr m:val="}"/>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𝑘𝑖</m:t>
                            </m:r>
                          </m:e>
                        </m:d>
                      </m:sub>
                    </m:sSub>
                    <m:r>
                      <a:rPr kumimoji="0" lang="en-US"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r>
                  <a:rPr lang="en-GB" sz="1100">
                    <a:solidFill>
                      <a:prstClr val="black"/>
                    </a:solidFill>
                  </a:rPr>
                  <a:t>in the latent variable </a:t>
                </a:r>
                <a14:m>
                  <m:oMath xmlns:m="http://schemas.openxmlformats.org/officeDocument/2006/math">
                    <m:sSubSup>
                      <m:sSubSupPr>
                        <m:ctrlP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SupPr>
                      <m:e>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𝑌</m:t>
                        </m:r>
                      </m:e>
                      <m:sub>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𝑖</m:t>
                        </m:r>
                      </m:sub>
                      <m:sup>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up>
                    </m:sSubSup>
                    <m:r>
                      <a:rPr kumimoji="0" lang="en-GB" sz="11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42" name="TextBox 41">
                <a:extLst>
                  <a:ext uri="{FF2B5EF4-FFF2-40B4-BE49-F238E27FC236}">
                    <a16:creationId xmlns:a16="http://schemas.microsoft.com/office/drawing/2014/main" id="{47FC23E4-C61C-0992-7960-7F2807BE8F52}"/>
                  </a:ext>
                </a:extLst>
              </p:cNvPr>
              <p:cNvSpPr txBox="1">
                <a:spLocks noRot="1" noChangeAspect="1" noMove="1" noResize="1" noEditPoints="1" noAdjustHandles="1" noChangeArrowheads="1" noChangeShapeType="1" noTextEdit="1"/>
              </p:cNvSpPr>
              <p:nvPr/>
            </p:nvSpPr>
            <p:spPr>
              <a:xfrm>
                <a:off x="1638623" y="1966569"/>
                <a:ext cx="3377819" cy="443070"/>
              </a:xfrm>
              <a:prstGeom prst="rect">
                <a:avLst/>
              </a:prstGeom>
              <a:blipFill>
                <a:blip r:embed="rId7"/>
                <a:stretch>
                  <a:fillRect t="-1389" b="-6944"/>
                </a:stretch>
              </a:blipFill>
            </p:spPr>
            <p:txBody>
              <a:bodyPr/>
              <a:lstStyle/>
              <a:p>
                <a:r>
                  <a:rPr lang="en-US">
                    <a:noFill/>
                  </a:rPr>
                  <a:t> </a:t>
                </a:r>
              </a:p>
            </p:txBody>
          </p:sp>
        </mc:Fallback>
      </mc:AlternateContent>
      <p:cxnSp>
        <p:nvCxnSpPr>
          <p:cNvPr id="43" name="Connector: Elbow 42">
            <a:extLst>
              <a:ext uri="{FF2B5EF4-FFF2-40B4-BE49-F238E27FC236}">
                <a16:creationId xmlns:a16="http://schemas.microsoft.com/office/drawing/2014/main" id="{A738181D-0D02-D822-81BB-34CD77A1A93E}"/>
              </a:ext>
            </a:extLst>
          </p:cNvPr>
          <p:cNvCxnSpPr>
            <a:cxnSpLocks/>
            <a:stCxn id="41" idx="0"/>
            <a:endCxn id="42" idx="3"/>
          </p:cNvCxnSpPr>
          <p:nvPr/>
        </p:nvCxnSpPr>
        <p:spPr>
          <a:xfrm rot="16200000" flipV="1">
            <a:off x="5101102" y="2103444"/>
            <a:ext cx="945626" cy="1114945"/>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57" name="TextBox 56">
            <a:extLst>
              <a:ext uri="{FF2B5EF4-FFF2-40B4-BE49-F238E27FC236}">
                <a16:creationId xmlns:a16="http://schemas.microsoft.com/office/drawing/2014/main" id="{DFE23A23-F1C9-53FA-2179-F248A76AF85D}"/>
              </a:ext>
            </a:extLst>
          </p:cNvPr>
          <p:cNvSpPr txBox="1"/>
          <p:nvPr/>
        </p:nvSpPr>
        <p:spPr>
          <a:xfrm>
            <a:off x="7273289" y="4317442"/>
            <a:ext cx="3767095" cy="1785104"/>
          </a:xfrm>
          <a:prstGeom prst="rect">
            <a:avLst/>
          </a:prstGeom>
          <a:noFill/>
        </p:spPr>
        <p:txBody>
          <a:bodyPr wrap="square">
            <a:spAutoFit/>
          </a:bodyPr>
          <a:lstStyle/>
          <a:p>
            <a:pPr lvl="0">
              <a:defRPr/>
            </a:pPr>
            <a:r>
              <a:rPr lang="en-GB" sz="1100" b="1">
                <a:solidFill>
                  <a:prstClr val="black"/>
                </a:solidFill>
              </a:rPr>
              <a:t>Error Term / Random Disturbance</a:t>
            </a:r>
          </a:p>
          <a:p>
            <a:pPr lvl="0">
              <a:defRPr/>
            </a:pPr>
            <a:r>
              <a:rPr lang="en-US" sz="1100" b="1">
                <a:solidFill>
                  <a:prstClr val="black"/>
                </a:solidFill>
                <a:highlight>
                  <a:srgbClr val="FFC000"/>
                </a:highlight>
              </a:rPr>
              <a:t>This captures unobserved factors or measurement errors.</a:t>
            </a:r>
          </a:p>
          <a:p>
            <a:pPr lvl="0">
              <a:defRPr/>
            </a:pPr>
            <a:endParaRPr lang="en-US" sz="1100">
              <a:solidFill>
                <a:prstClr val="black"/>
              </a:solidFill>
            </a:endParaRPr>
          </a:p>
          <a:p>
            <a:pPr marL="171450" lvl="0" indent="-171450">
              <a:buFont typeface="Arial" panose="020B0604020202020204" pitchFamily="34" charset="0"/>
              <a:buChar char="•"/>
              <a:defRPr/>
            </a:pPr>
            <a:r>
              <a:rPr lang="en-US" sz="1100">
                <a:solidFill>
                  <a:prstClr val="black"/>
                </a:solidFill>
              </a:rPr>
              <a:t>In ordered logit models, the error term is assumed to follow a standard logistic distribution with mean 0 and variance ≈ 3.29.</a:t>
            </a:r>
          </a:p>
          <a:p>
            <a:pPr marL="171450" lvl="0" indent="-171450">
              <a:buFont typeface="Arial" panose="020B0604020202020204" pitchFamily="34" charset="0"/>
              <a:buChar char="•"/>
              <a:defRPr/>
            </a:pPr>
            <a:endParaRPr lang="en-US" sz="1100">
              <a:solidFill>
                <a:prstClr val="black"/>
              </a:solidFill>
            </a:endParaRPr>
          </a:p>
          <a:p>
            <a:pPr marL="171450" lvl="0" indent="-171450">
              <a:buFont typeface="Arial" panose="020B0604020202020204" pitchFamily="34" charset="0"/>
              <a:buChar char="•"/>
              <a:defRPr/>
            </a:pPr>
            <a:r>
              <a:rPr lang="en-US" sz="1100">
                <a:solidFill>
                  <a:prstClr val="black"/>
                </a:solidFill>
              </a:rPr>
              <a:t>In ordered probit models, it follows a standard normal distribution, N(0,1).</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62" name="Connector: Elbow 61">
            <a:extLst>
              <a:ext uri="{FF2B5EF4-FFF2-40B4-BE49-F238E27FC236}">
                <a16:creationId xmlns:a16="http://schemas.microsoft.com/office/drawing/2014/main" id="{229E7999-C1D8-00AB-5F08-B13897DC32A5}"/>
              </a:ext>
            </a:extLst>
          </p:cNvPr>
          <p:cNvCxnSpPr>
            <a:cxnSpLocks/>
            <a:stCxn id="61" idx="4"/>
            <a:endCxn id="57" idx="0"/>
          </p:cNvCxnSpPr>
          <p:nvPr/>
        </p:nvCxnSpPr>
        <p:spPr>
          <a:xfrm rot="16200000" flipH="1">
            <a:off x="8013319" y="3173924"/>
            <a:ext cx="686102" cy="1600934"/>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66" name="TextBox 65">
            <a:extLst>
              <a:ext uri="{FF2B5EF4-FFF2-40B4-BE49-F238E27FC236}">
                <a16:creationId xmlns:a16="http://schemas.microsoft.com/office/drawing/2014/main" id="{ABF2B5F8-539D-EB79-F16C-0E5C3057C749}"/>
              </a:ext>
            </a:extLst>
          </p:cNvPr>
          <p:cNvSpPr txBox="1"/>
          <p:nvPr/>
        </p:nvSpPr>
        <p:spPr>
          <a:xfrm>
            <a:off x="7273289" y="1966569"/>
            <a:ext cx="3022600" cy="600164"/>
          </a:xfrm>
          <a:prstGeom prst="rect">
            <a:avLst/>
          </a:prstGeom>
          <a:noFill/>
        </p:spPr>
        <p:txBody>
          <a:bodyPr wrap="square">
            <a:spAutoFit/>
          </a:bodyPr>
          <a:lstStyle/>
          <a:p>
            <a:pPr lvl="0">
              <a:defRPr/>
            </a:pPr>
            <a:r>
              <a:rPr lang="en-GB" sz="1100" b="1">
                <a:solidFill>
                  <a:prstClr val="black"/>
                </a:solidFill>
              </a:rPr>
              <a:t>Linear Predictor</a:t>
            </a:r>
          </a:p>
          <a:p>
            <a:pPr lvl="0">
              <a:defRPr/>
            </a:pPr>
            <a:r>
              <a:rPr lang="en-US" sz="1100">
                <a:solidFill>
                  <a:prstClr val="black"/>
                </a:solidFill>
              </a:rPr>
              <a:t>This is the systematic part of the model, without the random component.</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2" name="Group 1">
            <a:extLst>
              <a:ext uri="{FF2B5EF4-FFF2-40B4-BE49-F238E27FC236}">
                <a16:creationId xmlns:a16="http://schemas.microsoft.com/office/drawing/2014/main" id="{9F535BFC-4747-4FE3-A17A-5CC7852E7363}"/>
              </a:ext>
            </a:extLst>
          </p:cNvPr>
          <p:cNvGrpSpPr/>
          <p:nvPr/>
        </p:nvGrpSpPr>
        <p:grpSpPr>
          <a:xfrm>
            <a:off x="4231852" y="3133730"/>
            <a:ext cx="4976525" cy="533400"/>
            <a:chOff x="3948368" y="3029165"/>
            <a:chExt cx="4976525" cy="533400"/>
          </a:xfrm>
        </p:grpSpPr>
        <p:pic>
          <p:nvPicPr>
            <p:cNvPr id="55" name="Picture 54" descr="\documentclass{article}&#10;\usepackage{amsmath}&#10;\pagestyle{empty}&#10;\begin{document}&#10;&#10;\[&#10;Y_i^* = \alpha +  \beta^\top x_k + \varepsilon_i = Z_i + \varepsilon_i&#10;\]&#10;&#10;&#10;\end{document}" title="IguanaTex Picture Display">
              <a:extLst>
                <a:ext uri="{FF2B5EF4-FFF2-40B4-BE49-F238E27FC236}">
                  <a16:creationId xmlns:a16="http://schemas.microsoft.com/office/drawing/2014/main" id="{D31CABF2-C5F0-5235-D08C-D4B3EAA28D52}"/>
                </a:ext>
              </a:extLst>
            </p:cNvPr>
            <p:cNvPicPr>
              <a:picLocks noChangeAspect="1"/>
            </p:cNvPicPr>
            <p:nvPr>
              <p:custDataLst>
                <p:tags r:id="rId1"/>
              </p:custDataLst>
            </p:nvPr>
          </p:nvPicPr>
          <p:blipFill>
            <a:blip r:embed="rId8" cstate="print">
              <a:extLst>
                <a:ext uri="{28A0092B-C50C-407E-A947-70E740481C1C}">
                  <a14:useLocalDpi xmlns:a14="http://schemas.microsoft.com/office/drawing/2010/main" val="0"/>
                </a:ext>
              </a:extLst>
            </a:blip>
            <a:stretch>
              <a:fillRect/>
            </a:stretch>
          </p:blipFill>
          <p:spPr>
            <a:xfrm>
              <a:off x="3948368" y="3068420"/>
              <a:ext cx="4976525" cy="439711"/>
            </a:xfrm>
            <a:prstGeom prst="rect">
              <a:avLst/>
            </a:prstGeom>
          </p:spPr>
        </p:pic>
        <p:sp>
          <p:nvSpPr>
            <p:cNvPr id="24" name="Oval 23">
              <a:extLst>
                <a:ext uri="{FF2B5EF4-FFF2-40B4-BE49-F238E27FC236}">
                  <a16:creationId xmlns:a16="http://schemas.microsoft.com/office/drawing/2014/main" id="{090F936D-546E-387C-6297-15C47BE96AF2}"/>
                </a:ext>
              </a:extLst>
            </p:cNvPr>
            <p:cNvSpPr/>
            <p:nvPr/>
          </p:nvSpPr>
          <p:spPr>
            <a:xfrm>
              <a:off x="4059836" y="3254788"/>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1" name="Oval 30">
              <a:extLst>
                <a:ext uri="{FF2B5EF4-FFF2-40B4-BE49-F238E27FC236}">
                  <a16:creationId xmlns:a16="http://schemas.microsoft.com/office/drawing/2014/main" id="{82AEFFAC-3F9F-AE2C-69D5-A0AE22CA7AAB}"/>
                </a:ext>
              </a:extLst>
            </p:cNvPr>
            <p:cNvSpPr/>
            <p:nvPr/>
          </p:nvSpPr>
          <p:spPr>
            <a:xfrm>
              <a:off x="6064640" y="3218998"/>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41" name="Oval 40">
              <a:extLst>
                <a:ext uri="{FF2B5EF4-FFF2-40B4-BE49-F238E27FC236}">
                  <a16:creationId xmlns:a16="http://schemas.microsoft.com/office/drawing/2014/main" id="{642C47F6-4CA3-DFC6-39E5-B41750BEADEA}"/>
                </a:ext>
              </a:extLst>
            </p:cNvPr>
            <p:cNvSpPr/>
            <p:nvPr/>
          </p:nvSpPr>
          <p:spPr>
            <a:xfrm>
              <a:off x="5694014" y="3029165"/>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1" name="Oval 60">
              <a:extLst>
                <a:ext uri="{FF2B5EF4-FFF2-40B4-BE49-F238E27FC236}">
                  <a16:creationId xmlns:a16="http://schemas.microsoft.com/office/drawing/2014/main" id="{93A26244-89CB-6823-0179-E2A83B2233F8}"/>
                </a:ext>
              </a:extLst>
            </p:cNvPr>
            <p:cNvSpPr/>
            <p:nvPr/>
          </p:nvSpPr>
          <p:spPr>
            <a:xfrm>
              <a:off x="7118530" y="3218998"/>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9" name="Oval 68">
              <a:extLst>
                <a:ext uri="{FF2B5EF4-FFF2-40B4-BE49-F238E27FC236}">
                  <a16:creationId xmlns:a16="http://schemas.microsoft.com/office/drawing/2014/main" id="{FBD34D60-A260-AF65-1DBC-C38B089FA40B}"/>
                </a:ext>
              </a:extLst>
            </p:cNvPr>
            <p:cNvSpPr/>
            <p:nvPr/>
          </p:nvSpPr>
          <p:spPr>
            <a:xfrm>
              <a:off x="7644700" y="3099218"/>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grpSp>
      <p:cxnSp>
        <p:nvCxnSpPr>
          <p:cNvPr id="70" name="Connector: Elbow 69">
            <a:extLst>
              <a:ext uri="{FF2B5EF4-FFF2-40B4-BE49-F238E27FC236}">
                <a16:creationId xmlns:a16="http://schemas.microsoft.com/office/drawing/2014/main" id="{6AED8FEE-6470-E475-C2F3-FC14756C4CD5}"/>
              </a:ext>
            </a:extLst>
          </p:cNvPr>
          <p:cNvCxnSpPr>
            <a:cxnSpLocks/>
            <a:stCxn id="69" idx="0"/>
            <a:endCxn id="66" idx="2"/>
          </p:cNvCxnSpPr>
          <p:nvPr/>
        </p:nvCxnSpPr>
        <p:spPr>
          <a:xfrm rot="5400000" flipH="1" flipV="1">
            <a:off x="8114806" y="2534000"/>
            <a:ext cx="637050" cy="702516"/>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6" name="Título 1">
            <a:extLst>
              <a:ext uri="{FF2B5EF4-FFF2-40B4-BE49-F238E27FC236}">
                <a16:creationId xmlns:a16="http://schemas.microsoft.com/office/drawing/2014/main" id="{006312C4-9155-BA13-FD07-8C9AD75F7DF1}"/>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Ordinal </a:t>
            </a:r>
            <a:b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br>
            <a:r>
              <a:rPr kumimoji="0" lang="en-GB" sz="3200" b="1" i="0" u="none" strike="noStrike" kern="1200" cap="none" spc="0" normalizeH="0" baseline="0" noProof="0">
                <a:ln>
                  <a:noFill/>
                </a:ln>
                <a:solidFill>
                  <a:srgbClr val="FF0000"/>
                </a:solidFill>
                <a:effectLst/>
                <a:uLnTx/>
                <a:uFillTx/>
                <a:latin typeface="Aptos SemiBold" panose="020F0502020204030204" pitchFamily="34" charset="0"/>
                <a:ea typeface="+mj-ea"/>
                <a:cs typeface="+mj-cs"/>
              </a:rPr>
              <a:t>regression</a:t>
            </a:r>
          </a:p>
        </p:txBody>
      </p:sp>
    </p:spTree>
    <p:extLst>
      <p:ext uri="{BB962C8B-B14F-4D97-AF65-F5344CB8AC3E}">
        <p14:creationId xmlns:p14="http://schemas.microsoft.com/office/powerpoint/2010/main" val="117483965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43"/>
                                        </p:tgtEl>
                                        <p:attrNameLst>
                                          <p:attrName>style.visibility</p:attrName>
                                        </p:attrNameLst>
                                      </p:cBhvr>
                                      <p:to>
                                        <p:strVal val="visible"/>
                                      </p:to>
                                    </p:set>
                                    <p:animEffect transition="in" filter="fade">
                                      <p:cBhvr>
                                        <p:cTn id="20" dur="500"/>
                                        <p:tgtEl>
                                          <p:spTgt spid="43"/>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42"/>
                                        </p:tgtEl>
                                        <p:attrNameLst>
                                          <p:attrName>style.visibility</p:attrName>
                                        </p:attrNameLst>
                                      </p:cBhvr>
                                      <p:to>
                                        <p:strVal val="visible"/>
                                      </p:to>
                                    </p:set>
                                    <p:animEffect transition="in" filter="fade">
                                      <p:cBhvr>
                                        <p:cTn id="23" dur="500"/>
                                        <p:tgtEl>
                                          <p:spTgt spid="4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3"/>
                                        </p:tgtEl>
                                        <p:attrNameLst>
                                          <p:attrName>style.visibility</p:attrName>
                                        </p:attrNameLst>
                                      </p:cBhvr>
                                      <p:to>
                                        <p:strVal val="visible"/>
                                      </p:to>
                                    </p:set>
                                    <p:animEffect transition="in" filter="fade">
                                      <p:cBhvr>
                                        <p:cTn id="28" dur="500"/>
                                        <p:tgtEl>
                                          <p:spTgt spid="33"/>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fade">
                                      <p:cBhvr>
                                        <p:cTn id="31" dur="500"/>
                                        <p:tgtEl>
                                          <p:spTgt spid="30"/>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62"/>
                                        </p:tgtEl>
                                        <p:attrNameLst>
                                          <p:attrName>style.visibility</p:attrName>
                                        </p:attrNameLst>
                                      </p:cBhvr>
                                      <p:to>
                                        <p:strVal val="visible"/>
                                      </p:to>
                                    </p:set>
                                    <p:animEffect transition="in" filter="fade">
                                      <p:cBhvr>
                                        <p:cTn id="36" dur="500"/>
                                        <p:tgtEl>
                                          <p:spTgt spid="62"/>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57"/>
                                        </p:tgtEl>
                                        <p:attrNameLst>
                                          <p:attrName>style.visibility</p:attrName>
                                        </p:attrNameLst>
                                      </p:cBhvr>
                                      <p:to>
                                        <p:strVal val="visible"/>
                                      </p:to>
                                    </p:set>
                                    <p:animEffect transition="in" filter="fade">
                                      <p:cBhvr>
                                        <p:cTn id="39" dur="500"/>
                                        <p:tgtEl>
                                          <p:spTgt spid="57"/>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66"/>
                                        </p:tgtEl>
                                        <p:attrNameLst>
                                          <p:attrName>style.visibility</p:attrName>
                                        </p:attrNameLst>
                                      </p:cBhvr>
                                      <p:to>
                                        <p:strVal val="visible"/>
                                      </p:to>
                                    </p:set>
                                    <p:animEffect transition="in" filter="fade">
                                      <p:cBhvr>
                                        <p:cTn id="44" dur="500"/>
                                        <p:tgtEl>
                                          <p:spTgt spid="66"/>
                                        </p:tgtEl>
                                      </p:cBhvr>
                                    </p:animEffect>
                                  </p:childTnLst>
                                </p:cTn>
                              </p:par>
                              <p:par>
                                <p:cTn id="45" presetID="10" presetClass="entr" presetSubtype="0" fill="hold" nodeType="withEffect">
                                  <p:stCondLst>
                                    <p:cond delay="0"/>
                                  </p:stCondLst>
                                  <p:childTnLst>
                                    <p:set>
                                      <p:cBhvr>
                                        <p:cTn id="46" dur="1" fill="hold">
                                          <p:stCondLst>
                                            <p:cond delay="0"/>
                                          </p:stCondLst>
                                        </p:cTn>
                                        <p:tgtEl>
                                          <p:spTgt spid="70"/>
                                        </p:tgtEl>
                                        <p:attrNameLst>
                                          <p:attrName>style.visibility</p:attrName>
                                        </p:attrNameLst>
                                      </p:cBhvr>
                                      <p:to>
                                        <p:strVal val="visible"/>
                                      </p:to>
                                    </p:set>
                                    <p:animEffect transition="in" filter="fade">
                                      <p:cBhvr>
                                        <p:cTn id="4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30" grpId="0"/>
      <p:bldP spid="42" grpId="0"/>
      <p:bldP spid="57" grpId="0"/>
      <p:bldP spid="66"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1653B5-D7BF-541C-EBBB-6FC985D0AA3F}"/>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1B913FE9-9804-E0EF-927F-9A0C8C1B47B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6532CE30-C067-7BAA-6E2F-BD0A10DE573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329CA37-21F4-CDF4-5F22-439476215380}"/>
              </a:ext>
            </a:extLst>
          </p:cNvPr>
          <p:cNvSpPr txBox="1">
            <a:spLocks/>
          </p:cNvSpPr>
          <p:nvPr/>
        </p:nvSpPr>
        <p:spPr>
          <a:xfrm>
            <a:off x="891589" y="501651"/>
            <a:ext cx="7639462"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0D2D0541-0960-13EF-9D85-004C5CF12867}"/>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5" name="Freeform: Shape 14">
            <a:extLst>
              <a:ext uri="{FF2B5EF4-FFF2-40B4-BE49-F238E27FC236}">
                <a16:creationId xmlns:a16="http://schemas.microsoft.com/office/drawing/2014/main" id="{87905F7F-A411-07D3-1C11-9B3ED016DE47}"/>
              </a:ext>
            </a:extLst>
          </p:cNvPr>
          <p:cNvSpPr/>
          <p:nvPr>
            <p:custDataLst>
              <p:tags r:id="rId1"/>
            </p:custDataLst>
          </p:nvPr>
        </p:nvSpPr>
        <p:spPr>
          <a:xfrm>
            <a:off x="1441284" y="2303193"/>
            <a:ext cx="62185" cy="169044"/>
          </a:xfrm>
          <a:custGeom>
            <a:avLst/>
            <a:gdLst>
              <a:gd name="connsiteX0" fmla="*/ 27750 w 76896"/>
              <a:gd name="connsiteY0" fmla="*/ 104007 h 209034"/>
              <a:gd name="connsiteX1" fmla="*/ 73796 w 76896"/>
              <a:gd name="connsiteY1" fmla="*/ 12252 h 209034"/>
              <a:gd name="connsiteX2" fmla="*/ 77019 w 76896"/>
              <a:gd name="connsiteY2" fmla="*/ 5583 h 209034"/>
              <a:gd name="connsiteX3" fmla="*/ 71033 w 76896"/>
              <a:gd name="connsiteY3" fmla="*/ 64 h 209034"/>
              <a:gd name="connsiteX4" fmla="*/ 67350 w 76896"/>
              <a:gd name="connsiteY4" fmla="*/ 64 h 209034"/>
              <a:gd name="connsiteX5" fmla="*/ 123 w 76896"/>
              <a:gd name="connsiteY5" fmla="*/ 104007 h 209034"/>
              <a:gd name="connsiteX6" fmla="*/ 123 w 76896"/>
              <a:gd name="connsiteY6" fmla="*/ 202890 h 209034"/>
              <a:gd name="connsiteX7" fmla="*/ 6569 w 76896"/>
              <a:gd name="connsiteY7" fmla="*/ 209099 h 209034"/>
              <a:gd name="connsiteX8" fmla="*/ 21304 w 76896"/>
              <a:gd name="connsiteY8" fmla="*/ 209099 h 209034"/>
              <a:gd name="connsiteX9" fmla="*/ 27750 w 76896"/>
              <a:gd name="connsiteY9" fmla="*/ 202890 h 209034"/>
              <a:gd name="connsiteX10" fmla="*/ 27750 w 76896"/>
              <a:gd name="connsiteY10" fmla="*/ 104007 h 20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896" h="209034">
                <a:moveTo>
                  <a:pt x="27750" y="104007"/>
                </a:moveTo>
                <a:cubicBezTo>
                  <a:pt x="27750" y="85150"/>
                  <a:pt x="32815" y="41227"/>
                  <a:pt x="73796" y="12252"/>
                </a:cubicBezTo>
                <a:cubicBezTo>
                  <a:pt x="76789" y="9952"/>
                  <a:pt x="77019" y="9722"/>
                  <a:pt x="77019" y="5583"/>
                </a:cubicBezTo>
                <a:cubicBezTo>
                  <a:pt x="77019" y="294"/>
                  <a:pt x="76789" y="64"/>
                  <a:pt x="71033" y="64"/>
                </a:cubicBezTo>
                <a:lnTo>
                  <a:pt x="67350" y="64"/>
                </a:lnTo>
                <a:cubicBezTo>
                  <a:pt x="17850" y="26740"/>
                  <a:pt x="123" y="70202"/>
                  <a:pt x="123" y="104007"/>
                </a:cubicBezTo>
                <a:lnTo>
                  <a:pt x="123" y="202890"/>
                </a:lnTo>
                <a:cubicBezTo>
                  <a:pt x="123" y="208869"/>
                  <a:pt x="353" y="209099"/>
                  <a:pt x="6569" y="209099"/>
                </a:cubicBezTo>
                <a:lnTo>
                  <a:pt x="21304" y="209099"/>
                </a:lnTo>
                <a:cubicBezTo>
                  <a:pt x="27520" y="209099"/>
                  <a:pt x="27750" y="208869"/>
                  <a:pt x="27750" y="202890"/>
                </a:cubicBezTo>
                <a:lnTo>
                  <a:pt x="27750" y="104007"/>
                </a:lnTo>
                <a:close/>
              </a:path>
            </a:pathLst>
          </a:custGeom>
          <a:solidFill>
            <a:srgbClr val="000000"/>
          </a:solidFill>
          <a:ln w="23082" cap="flat">
            <a:noFill/>
            <a:prstDash val="solid"/>
            <a:miter/>
          </a:ln>
        </p:spPr>
        <p:txBody>
          <a:bodyPr rtlCol="0" anchor="ctr"/>
          <a:lstStyle/>
          <a:p>
            <a:endParaRPr lang="en-GB" noProof="0"/>
          </a:p>
        </p:txBody>
      </p:sp>
      <p:sp>
        <p:nvSpPr>
          <p:cNvPr id="16" name="Freeform: Shape 15">
            <a:extLst>
              <a:ext uri="{FF2B5EF4-FFF2-40B4-BE49-F238E27FC236}">
                <a16:creationId xmlns:a16="http://schemas.microsoft.com/office/drawing/2014/main" id="{11B3480B-AFD0-39F3-5F88-5D4A2E856F42}"/>
              </a:ext>
            </a:extLst>
          </p:cNvPr>
          <p:cNvSpPr/>
          <p:nvPr>
            <p:custDataLst>
              <p:tags r:id="rId2"/>
            </p:custDataLst>
          </p:nvPr>
        </p:nvSpPr>
        <p:spPr>
          <a:xfrm>
            <a:off x="1441284" y="2468520"/>
            <a:ext cx="22342" cy="59509"/>
          </a:xfrm>
          <a:custGeom>
            <a:avLst/>
            <a:gdLst>
              <a:gd name="connsiteX0" fmla="*/ 27750 w 27627"/>
              <a:gd name="connsiteY0" fmla="*/ 6282 h 73587"/>
              <a:gd name="connsiteX1" fmla="*/ 21304 w 27627"/>
              <a:gd name="connsiteY1" fmla="*/ 73 h 73587"/>
              <a:gd name="connsiteX2" fmla="*/ 6569 w 27627"/>
              <a:gd name="connsiteY2" fmla="*/ 73 h 73587"/>
              <a:gd name="connsiteX3" fmla="*/ 123 w 27627"/>
              <a:gd name="connsiteY3" fmla="*/ 6282 h 73587"/>
              <a:gd name="connsiteX4" fmla="*/ 123 w 27627"/>
              <a:gd name="connsiteY4" fmla="*/ 67452 h 73587"/>
              <a:gd name="connsiteX5" fmla="*/ 6569 w 27627"/>
              <a:gd name="connsiteY5" fmla="*/ 73661 h 73587"/>
              <a:gd name="connsiteX6" fmla="*/ 21304 w 27627"/>
              <a:gd name="connsiteY6" fmla="*/ 73661 h 73587"/>
              <a:gd name="connsiteX7" fmla="*/ 27750 w 27627"/>
              <a:gd name="connsiteY7" fmla="*/ 67452 h 73587"/>
              <a:gd name="connsiteX8" fmla="*/ 27750 w 27627"/>
              <a:gd name="connsiteY8" fmla="*/ 6282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282"/>
                </a:moveTo>
                <a:cubicBezTo>
                  <a:pt x="27750" y="303"/>
                  <a:pt x="27520" y="73"/>
                  <a:pt x="21304" y="73"/>
                </a:cubicBezTo>
                <a:lnTo>
                  <a:pt x="6569" y="73"/>
                </a:lnTo>
                <a:cubicBezTo>
                  <a:pt x="353" y="73"/>
                  <a:pt x="123" y="303"/>
                  <a:pt x="123" y="6282"/>
                </a:cubicBezTo>
                <a:lnTo>
                  <a:pt x="123" y="67452"/>
                </a:lnTo>
                <a:cubicBezTo>
                  <a:pt x="123" y="73431"/>
                  <a:pt x="353" y="73661"/>
                  <a:pt x="6569" y="73661"/>
                </a:cubicBezTo>
                <a:lnTo>
                  <a:pt x="21304" y="73661"/>
                </a:lnTo>
                <a:cubicBezTo>
                  <a:pt x="27520" y="73661"/>
                  <a:pt x="27750" y="73431"/>
                  <a:pt x="27750" y="67452"/>
                </a:cubicBezTo>
                <a:lnTo>
                  <a:pt x="27750" y="6282"/>
                </a:lnTo>
                <a:close/>
              </a:path>
            </a:pathLst>
          </a:custGeom>
          <a:solidFill>
            <a:srgbClr val="000000"/>
          </a:solidFill>
          <a:ln w="23082" cap="flat">
            <a:noFill/>
            <a:prstDash val="solid"/>
            <a:miter/>
          </a:ln>
        </p:spPr>
        <p:txBody>
          <a:bodyPr rtlCol="0" anchor="ctr"/>
          <a:lstStyle/>
          <a:p>
            <a:endParaRPr lang="en-GB" noProof="0"/>
          </a:p>
        </p:txBody>
      </p:sp>
      <p:sp>
        <p:nvSpPr>
          <p:cNvPr id="17" name="Freeform: Shape 16">
            <a:extLst>
              <a:ext uri="{FF2B5EF4-FFF2-40B4-BE49-F238E27FC236}">
                <a16:creationId xmlns:a16="http://schemas.microsoft.com/office/drawing/2014/main" id="{D06C80F6-9650-02D4-0368-49FF6A6274DB}"/>
              </a:ext>
            </a:extLst>
          </p:cNvPr>
          <p:cNvSpPr/>
          <p:nvPr>
            <p:custDataLst>
              <p:tags r:id="rId3"/>
            </p:custDataLst>
          </p:nvPr>
        </p:nvSpPr>
        <p:spPr>
          <a:xfrm>
            <a:off x="1441284" y="2524311"/>
            <a:ext cx="22342" cy="59509"/>
          </a:xfrm>
          <a:custGeom>
            <a:avLst/>
            <a:gdLst>
              <a:gd name="connsiteX0" fmla="*/ 27750 w 27627"/>
              <a:gd name="connsiteY0" fmla="*/ 6285 h 73587"/>
              <a:gd name="connsiteX1" fmla="*/ 21304 w 27627"/>
              <a:gd name="connsiteY1" fmla="*/ 76 h 73587"/>
              <a:gd name="connsiteX2" fmla="*/ 6569 w 27627"/>
              <a:gd name="connsiteY2" fmla="*/ 76 h 73587"/>
              <a:gd name="connsiteX3" fmla="*/ 123 w 27627"/>
              <a:gd name="connsiteY3" fmla="*/ 6285 h 73587"/>
              <a:gd name="connsiteX4" fmla="*/ 123 w 27627"/>
              <a:gd name="connsiteY4" fmla="*/ 67455 h 73587"/>
              <a:gd name="connsiteX5" fmla="*/ 6569 w 27627"/>
              <a:gd name="connsiteY5" fmla="*/ 73664 h 73587"/>
              <a:gd name="connsiteX6" fmla="*/ 21304 w 27627"/>
              <a:gd name="connsiteY6" fmla="*/ 73664 h 73587"/>
              <a:gd name="connsiteX7" fmla="*/ 27750 w 27627"/>
              <a:gd name="connsiteY7" fmla="*/ 67455 h 73587"/>
              <a:gd name="connsiteX8" fmla="*/ 27750 w 27627"/>
              <a:gd name="connsiteY8" fmla="*/ 6285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285"/>
                </a:moveTo>
                <a:cubicBezTo>
                  <a:pt x="27750" y="306"/>
                  <a:pt x="27520" y="76"/>
                  <a:pt x="21304" y="76"/>
                </a:cubicBezTo>
                <a:lnTo>
                  <a:pt x="6569" y="76"/>
                </a:lnTo>
                <a:cubicBezTo>
                  <a:pt x="353" y="76"/>
                  <a:pt x="123" y="306"/>
                  <a:pt x="123" y="6285"/>
                </a:cubicBezTo>
                <a:lnTo>
                  <a:pt x="123" y="67455"/>
                </a:lnTo>
                <a:cubicBezTo>
                  <a:pt x="123" y="73434"/>
                  <a:pt x="353" y="73664"/>
                  <a:pt x="6569" y="73664"/>
                </a:cubicBezTo>
                <a:lnTo>
                  <a:pt x="21304" y="73664"/>
                </a:lnTo>
                <a:cubicBezTo>
                  <a:pt x="27520" y="73664"/>
                  <a:pt x="27750" y="73434"/>
                  <a:pt x="27750" y="67455"/>
                </a:cubicBezTo>
                <a:lnTo>
                  <a:pt x="27750" y="6285"/>
                </a:lnTo>
                <a:close/>
              </a:path>
            </a:pathLst>
          </a:custGeom>
          <a:solidFill>
            <a:srgbClr val="000000"/>
          </a:solidFill>
          <a:ln w="23082" cap="flat">
            <a:noFill/>
            <a:prstDash val="solid"/>
            <a:miter/>
          </a:ln>
        </p:spPr>
        <p:txBody>
          <a:bodyPr rtlCol="0" anchor="ctr"/>
          <a:lstStyle/>
          <a:p>
            <a:endParaRPr lang="en-GB" noProof="0"/>
          </a:p>
        </p:txBody>
      </p:sp>
      <p:sp>
        <p:nvSpPr>
          <p:cNvPr id="18" name="Freeform: Shape 17">
            <a:extLst>
              <a:ext uri="{FF2B5EF4-FFF2-40B4-BE49-F238E27FC236}">
                <a16:creationId xmlns:a16="http://schemas.microsoft.com/office/drawing/2014/main" id="{6199CFBB-20A5-F407-CE22-08D07A5D44DD}"/>
              </a:ext>
            </a:extLst>
          </p:cNvPr>
          <p:cNvSpPr/>
          <p:nvPr>
            <p:custDataLst>
              <p:tags r:id="rId4"/>
            </p:custDataLst>
          </p:nvPr>
        </p:nvSpPr>
        <p:spPr>
          <a:xfrm>
            <a:off x="1441284" y="2580101"/>
            <a:ext cx="22342" cy="59509"/>
          </a:xfrm>
          <a:custGeom>
            <a:avLst/>
            <a:gdLst>
              <a:gd name="connsiteX0" fmla="*/ 27750 w 27627"/>
              <a:gd name="connsiteY0" fmla="*/ 6288 h 73587"/>
              <a:gd name="connsiteX1" fmla="*/ 21304 w 27627"/>
              <a:gd name="connsiteY1" fmla="*/ 79 h 73587"/>
              <a:gd name="connsiteX2" fmla="*/ 6569 w 27627"/>
              <a:gd name="connsiteY2" fmla="*/ 79 h 73587"/>
              <a:gd name="connsiteX3" fmla="*/ 123 w 27627"/>
              <a:gd name="connsiteY3" fmla="*/ 6288 h 73587"/>
              <a:gd name="connsiteX4" fmla="*/ 123 w 27627"/>
              <a:gd name="connsiteY4" fmla="*/ 67458 h 73587"/>
              <a:gd name="connsiteX5" fmla="*/ 6569 w 27627"/>
              <a:gd name="connsiteY5" fmla="*/ 73667 h 73587"/>
              <a:gd name="connsiteX6" fmla="*/ 21304 w 27627"/>
              <a:gd name="connsiteY6" fmla="*/ 73667 h 73587"/>
              <a:gd name="connsiteX7" fmla="*/ 27750 w 27627"/>
              <a:gd name="connsiteY7" fmla="*/ 67458 h 73587"/>
              <a:gd name="connsiteX8" fmla="*/ 27750 w 27627"/>
              <a:gd name="connsiteY8" fmla="*/ 6288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288"/>
                </a:moveTo>
                <a:cubicBezTo>
                  <a:pt x="27750" y="309"/>
                  <a:pt x="27520" y="79"/>
                  <a:pt x="21304" y="79"/>
                </a:cubicBezTo>
                <a:lnTo>
                  <a:pt x="6569" y="79"/>
                </a:lnTo>
                <a:cubicBezTo>
                  <a:pt x="353" y="79"/>
                  <a:pt x="123" y="309"/>
                  <a:pt x="123" y="6288"/>
                </a:cubicBezTo>
                <a:lnTo>
                  <a:pt x="123" y="67458"/>
                </a:lnTo>
                <a:cubicBezTo>
                  <a:pt x="123" y="73437"/>
                  <a:pt x="353" y="73667"/>
                  <a:pt x="6569" y="73667"/>
                </a:cubicBezTo>
                <a:lnTo>
                  <a:pt x="21304" y="73667"/>
                </a:lnTo>
                <a:cubicBezTo>
                  <a:pt x="27520" y="73667"/>
                  <a:pt x="27750" y="73437"/>
                  <a:pt x="27750" y="67458"/>
                </a:cubicBezTo>
                <a:lnTo>
                  <a:pt x="27750" y="6288"/>
                </a:lnTo>
                <a:close/>
              </a:path>
            </a:pathLst>
          </a:custGeom>
          <a:solidFill>
            <a:srgbClr val="000000"/>
          </a:solidFill>
          <a:ln w="23082" cap="flat">
            <a:noFill/>
            <a:prstDash val="solid"/>
            <a:miter/>
          </a:ln>
        </p:spPr>
        <p:txBody>
          <a:bodyPr rtlCol="0" anchor="ctr"/>
          <a:lstStyle/>
          <a:p>
            <a:endParaRPr lang="en-GB" noProof="0"/>
          </a:p>
        </p:txBody>
      </p:sp>
      <p:sp>
        <p:nvSpPr>
          <p:cNvPr id="19" name="Freeform: Shape 18">
            <a:extLst>
              <a:ext uri="{FF2B5EF4-FFF2-40B4-BE49-F238E27FC236}">
                <a16:creationId xmlns:a16="http://schemas.microsoft.com/office/drawing/2014/main" id="{A9575E4B-6877-ABA9-B1A8-49C5D61B607B}"/>
              </a:ext>
            </a:extLst>
          </p:cNvPr>
          <p:cNvSpPr/>
          <p:nvPr>
            <p:custDataLst>
              <p:tags r:id="rId5"/>
            </p:custDataLst>
          </p:nvPr>
        </p:nvSpPr>
        <p:spPr>
          <a:xfrm>
            <a:off x="1441284" y="2635892"/>
            <a:ext cx="22342" cy="59509"/>
          </a:xfrm>
          <a:custGeom>
            <a:avLst/>
            <a:gdLst>
              <a:gd name="connsiteX0" fmla="*/ 27750 w 27627"/>
              <a:gd name="connsiteY0" fmla="*/ 6291 h 73587"/>
              <a:gd name="connsiteX1" fmla="*/ 21304 w 27627"/>
              <a:gd name="connsiteY1" fmla="*/ 82 h 73587"/>
              <a:gd name="connsiteX2" fmla="*/ 6569 w 27627"/>
              <a:gd name="connsiteY2" fmla="*/ 82 h 73587"/>
              <a:gd name="connsiteX3" fmla="*/ 123 w 27627"/>
              <a:gd name="connsiteY3" fmla="*/ 6291 h 73587"/>
              <a:gd name="connsiteX4" fmla="*/ 123 w 27627"/>
              <a:gd name="connsiteY4" fmla="*/ 67461 h 73587"/>
              <a:gd name="connsiteX5" fmla="*/ 6569 w 27627"/>
              <a:gd name="connsiteY5" fmla="*/ 73670 h 73587"/>
              <a:gd name="connsiteX6" fmla="*/ 21304 w 27627"/>
              <a:gd name="connsiteY6" fmla="*/ 73670 h 73587"/>
              <a:gd name="connsiteX7" fmla="*/ 27750 w 27627"/>
              <a:gd name="connsiteY7" fmla="*/ 67461 h 73587"/>
              <a:gd name="connsiteX8" fmla="*/ 27750 w 27627"/>
              <a:gd name="connsiteY8" fmla="*/ 6291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291"/>
                </a:moveTo>
                <a:cubicBezTo>
                  <a:pt x="27750" y="312"/>
                  <a:pt x="27520" y="82"/>
                  <a:pt x="21304" y="82"/>
                </a:cubicBezTo>
                <a:lnTo>
                  <a:pt x="6569" y="82"/>
                </a:lnTo>
                <a:cubicBezTo>
                  <a:pt x="353" y="82"/>
                  <a:pt x="123" y="312"/>
                  <a:pt x="123" y="6291"/>
                </a:cubicBezTo>
                <a:lnTo>
                  <a:pt x="123" y="67461"/>
                </a:lnTo>
                <a:cubicBezTo>
                  <a:pt x="123" y="73440"/>
                  <a:pt x="353" y="73670"/>
                  <a:pt x="6569" y="73670"/>
                </a:cubicBezTo>
                <a:lnTo>
                  <a:pt x="21304" y="73670"/>
                </a:lnTo>
                <a:cubicBezTo>
                  <a:pt x="27520" y="73670"/>
                  <a:pt x="27750" y="73440"/>
                  <a:pt x="27750" y="67461"/>
                </a:cubicBezTo>
                <a:lnTo>
                  <a:pt x="27750" y="6291"/>
                </a:lnTo>
                <a:close/>
              </a:path>
            </a:pathLst>
          </a:custGeom>
          <a:solidFill>
            <a:srgbClr val="000000"/>
          </a:solidFill>
          <a:ln w="23082" cap="flat">
            <a:noFill/>
            <a:prstDash val="solid"/>
            <a:miter/>
          </a:ln>
        </p:spPr>
        <p:txBody>
          <a:bodyPr rtlCol="0" anchor="ctr"/>
          <a:lstStyle/>
          <a:p>
            <a:endParaRPr lang="en-GB" noProof="0"/>
          </a:p>
        </p:txBody>
      </p:sp>
      <p:sp>
        <p:nvSpPr>
          <p:cNvPr id="20" name="Freeform: Shape 19">
            <a:extLst>
              <a:ext uri="{FF2B5EF4-FFF2-40B4-BE49-F238E27FC236}">
                <a16:creationId xmlns:a16="http://schemas.microsoft.com/office/drawing/2014/main" id="{82000BDE-FAB9-1BAC-F39D-D9A0CEB74F60}"/>
              </a:ext>
            </a:extLst>
          </p:cNvPr>
          <p:cNvSpPr/>
          <p:nvPr>
            <p:custDataLst>
              <p:tags r:id="rId6"/>
            </p:custDataLst>
          </p:nvPr>
        </p:nvSpPr>
        <p:spPr>
          <a:xfrm>
            <a:off x="1441284" y="2691683"/>
            <a:ext cx="22342" cy="59509"/>
          </a:xfrm>
          <a:custGeom>
            <a:avLst/>
            <a:gdLst>
              <a:gd name="connsiteX0" fmla="*/ 27750 w 27627"/>
              <a:gd name="connsiteY0" fmla="*/ 6294 h 73587"/>
              <a:gd name="connsiteX1" fmla="*/ 21304 w 27627"/>
              <a:gd name="connsiteY1" fmla="*/ 85 h 73587"/>
              <a:gd name="connsiteX2" fmla="*/ 6569 w 27627"/>
              <a:gd name="connsiteY2" fmla="*/ 85 h 73587"/>
              <a:gd name="connsiteX3" fmla="*/ 123 w 27627"/>
              <a:gd name="connsiteY3" fmla="*/ 6294 h 73587"/>
              <a:gd name="connsiteX4" fmla="*/ 123 w 27627"/>
              <a:gd name="connsiteY4" fmla="*/ 67464 h 73587"/>
              <a:gd name="connsiteX5" fmla="*/ 6569 w 27627"/>
              <a:gd name="connsiteY5" fmla="*/ 73673 h 73587"/>
              <a:gd name="connsiteX6" fmla="*/ 21304 w 27627"/>
              <a:gd name="connsiteY6" fmla="*/ 73673 h 73587"/>
              <a:gd name="connsiteX7" fmla="*/ 27750 w 27627"/>
              <a:gd name="connsiteY7" fmla="*/ 67464 h 73587"/>
              <a:gd name="connsiteX8" fmla="*/ 27750 w 27627"/>
              <a:gd name="connsiteY8" fmla="*/ 6294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294"/>
                </a:moveTo>
                <a:cubicBezTo>
                  <a:pt x="27750" y="315"/>
                  <a:pt x="27520" y="85"/>
                  <a:pt x="21304" y="85"/>
                </a:cubicBezTo>
                <a:lnTo>
                  <a:pt x="6569" y="85"/>
                </a:lnTo>
                <a:cubicBezTo>
                  <a:pt x="353" y="85"/>
                  <a:pt x="123" y="315"/>
                  <a:pt x="123" y="6294"/>
                </a:cubicBezTo>
                <a:lnTo>
                  <a:pt x="123" y="67464"/>
                </a:lnTo>
                <a:cubicBezTo>
                  <a:pt x="123" y="73443"/>
                  <a:pt x="353" y="73673"/>
                  <a:pt x="6569" y="73673"/>
                </a:cubicBezTo>
                <a:lnTo>
                  <a:pt x="21304" y="73673"/>
                </a:lnTo>
                <a:cubicBezTo>
                  <a:pt x="27520" y="73673"/>
                  <a:pt x="27750" y="73443"/>
                  <a:pt x="27750" y="67464"/>
                </a:cubicBezTo>
                <a:lnTo>
                  <a:pt x="27750" y="6294"/>
                </a:lnTo>
                <a:close/>
              </a:path>
            </a:pathLst>
          </a:custGeom>
          <a:solidFill>
            <a:srgbClr val="000000"/>
          </a:solidFill>
          <a:ln w="23082" cap="flat">
            <a:noFill/>
            <a:prstDash val="solid"/>
            <a:miter/>
          </a:ln>
        </p:spPr>
        <p:txBody>
          <a:bodyPr rtlCol="0" anchor="ctr"/>
          <a:lstStyle/>
          <a:p>
            <a:endParaRPr lang="en-GB" noProof="0"/>
          </a:p>
        </p:txBody>
      </p:sp>
      <p:sp>
        <p:nvSpPr>
          <p:cNvPr id="25" name="Freeform: Shape 24">
            <a:extLst>
              <a:ext uri="{FF2B5EF4-FFF2-40B4-BE49-F238E27FC236}">
                <a16:creationId xmlns:a16="http://schemas.microsoft.com/office/drawing/2014/main" id="{6D188EE8-94FF-8BAD-E75A-8A3DB346E00A}"/>
              </a:ext>
            </a:extLst>
          </p:cNvPr>
          <p:cNvSpPr/>
          <p:nvPr>
            <p:custDataLst>
              <p:tags r:id="rId7"/>
            </p:custDataLst>
          </p:nvPr>
        </p:nvSpPr>
        <p:spPr>
          <a:xfrm>
            <a:off x="1401441" y="2747474"/>
            <a:ext cx="62185" cy="338460"/>
          </a:xfrm>
          <a:custGeom>
            <a:avLst/>
            <a:gdLst>
              <a:gd name="connsiteX0" fmla="*/ 49392 w 76896"/>
              <a:gd name="connsiteY0" fmla="*/ 412409 h 418529"/>
              <a:gd name="connsiteX1" fmla="*/ 55838 w 76896"/>
              <a:gd name="connsiteY1" fmla="*/ 418618 h 418529"/>
              <a:gd name="connsiteX2" fmla="*/ 70573 w 76896"/>
              <a:gd name="connsiteY2" fmla="*/ 418618 h 418529"/>
              <a:gd name="connsiteX3" fmla="*/ 77019 w 76896"/>
              <a:gd name="connsiteY3" fmla="*/ 412409 h 418529"/>
              <a:gd name="connsiteX4" fmla="*/ 77019 w 76896"/>
              <a:gd name="connsiteY4" fmla="*/ 315365 h 418529"/>
              <a:gd name="connsiteX5" fmla="*/ 13706 w 76896"/>
              <a:gd name="connsiteY5" fmla="*/ 209353 h 418529"/>
              <a:gd name="connsiteX6" fmla="*/ 77019 w 76896"/>
              <a:gd name="connsiteY6" fmla="*/ 103341 h 418529"/>
              <a:gd name="connsiteX7" fmla="*/ 77019 w 76896"/>
              <a:gd name="connsiteY7" fmla="*/ 6297 h 418529"/>
              <a:gd name="connsiteX8" fmla="*/ 70573 w 76896"/>
              <a:gd name="connsiteY8" fmla="*/ 88 h 418529"/>
              <a:gd name="connsiteX9" fmla="*/ 55838 w 76896"/>
              <a:gd name="connsiteY9" fmla="*/ 88 h 418529"/>
              <a:gd name="connsiteX10" fmla="*/ 49392 w 76896"/>
              <a:gd name="connsiteY10" fmla="*/ 6297 h 418529"/>
              <a:gd name="connsiteX11" fmla="*/ 49392 w 76896"/>
              <a:gd name="connsiteY11" fmla="*/ 103571 h 418529"/>
              <a:gd name="connsiteX12" fmla="*/ 2885 w 76896"/>
              <a:gd name="connsiteY12" fmla="*/ 202914 h 418529"/>
              <a:gd name="connsiteX13" fmla="*/ 123 w 76896"/>
              <a:gd name="connsiteY13" fmla="*/ 209353 h 418529"/>
              <a:gd name="connsiteX14" fmla="*/ 2885 w 76896"/>
              <a:gd name="connsiteY14" fmla="*/ 215792 h 418529"/>
              <a:gd name="connsiteX15" fmla="*/ 35808 w 76896"/>
              <a:gd name="connsiteY15" fmla="*/ 255805 h 418529"/>
              <a:gd name="connsiteX16" fmla="*/ 49392 w 76896"/>
              <a:gd name="connsiteY16" fmla="*/ 315135 h 418529"/>
              <a:gd name="connsiteX17" fmla="*/ 49392 w 76896"/>
              <a:gd name="connsiteY17" fmla="*/ 412409 h 418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6896" h="418529">
                <a:moveTo>
                  <a:pt x="49392" y="412409"/>
                </a:moveTo>
                <a:cubicBezTo>
                  <a:pt x="49392" y="418388"/>
                  <a:pt x="49622" y="418618"/>
                  <a:pt x="55838" y="418618"/>
                </a:cubicBezTo>
                <a:lnTo>
                  <a:pt x="70573" y="418618"/>
                </a:lnTo>
                <a:cubicBezTo>
                  <a:pt x="76789" y="418618"/>
                  <a:pt x="77019" y="418388"/>
                  <a:pt x="77019" y="412409"/>
                </a:cubicBezTo>
                <a:lnTo>
                  <a:pt x="77019" y="315365"/>
                </a:lnTo>
                <a:cubicBezTo>
                  <a:pt x="77019" y="287540"/>
                  <a:pt x="65278" y="240628"/>
                  <a:pt x="13706" y="209353"/>
                </a:cubicBezTo>
                <a:cubicBezTo>
                  <a:pt x="65738" y="177848"/>
                  <a:pt x="77019" y="130476"/>
                  <a:pt x="77019" y="103341"/>
                </a:cubicBezTo>
                <a:lnTo>
                  <a:pt x="77019" y="6297"/>
                </a:lnTo>
                <a:cubicBezTo>
                  <a:pt x="77019" y="318"/>
                  <a:pt x="76789" y="88"/>
                  <a:pt x="70573" y="88"/>
                </a:cubicBezTo>
                <a:lnTo>
                  <a:pt x="55838" y="88"/>
                </a:lnTo>
                <a:cubicBezTo>
                  <a:pt x="49622" y="88"/>
                  <a:pt x="49392" y="318"/>
                  <a:pt x="49392" y="6297"/>
                </a:cubicBezTo>
                <a:lnTo>
                  <a:pt x="49392" y="103571"/>
                </a:lnTo>
                <a:cubicBezTo>
                  <a:pt x="49392" y="122887"/>
                  <a:pt x="45248" y="170719"/>
                  <a:pt x="2885" y="202914"/>
                </a:cubicBezTo>
                <a:cubicBezTo>
                  <a:pt x="353" y="204984"/>
                  <a:pt x="123" y="205214"/>
                  <a:pt x="123" y="209353"/>
                </a:cubicBezTo>
                <a:cubicBezTo>
                  <a:pt x="123" y="213492"/>
                  <a:pt x="353" y="213722"/>
                  <a:pt x="2885" y="215792"/>
                </a:cubicBezTo>
                <a:cubicBezTo>
                  <a:pt x="8871" y="220391"/>
                  <a:pt x="24757" y="232579"/>
                  <a:pt x="35808" y="255805"/>
                </a:cubicBezTo>
                <a:cubicBezTo>
                  <a:pt x="44787" y="274202"/>
                  <a:pt x="49392" y="294668"/>
                  <a:pt x="49392" y="315135"/>
                </a:cubicBezTo>
                <a:lnTo>
                  <a:pt x="49392" y="412409"/>
                </a:lnTo>
                <a:close/>
              </a:path>
            </a:pathLst>
          </a:custGeom>
          <a:solidFill>
            <a:srgbClr val="000000"/>
          </a:solidFill>
          <a:ln w="23082" cap="flat">
            <a:noFill/>
            <a:prstDash val="solid"/>
            <a:miter/>
          </a:ln>
        </p:spPr>
        <p:txBody>
          <a:bodyPr rtlCol="0" anchor="ctr"/>
          <a:lstStyle/>
          <a:p>
            <a:endParaRPr lang="en-GB" noProof="0"/>
          </a:p>
        </p:txBody>
      </p:sp>
      <p:sp>
        <p:nvSpPr>
          <p:cNvPr id="27" name="Freeform: Shape 26">
            <a:extLst>
              <a:ext uri="{FF2B5EF4-FFF2-40B4-BE49-F238E27FC236}">
                <a16:creationId xmlns:a16="http://schemas.microsoft.com/office/drawing/2014/main" id="{56EB900E-7697-4906-B148-5DF56FA340C8}"/>
              </a:ext>
            </a:extLst>
          </p:cNvPr>
          <p:cNvSpPr/>
          <p:nvPr>
            <p:custDataLst>
              <p:tags r:id="rId8"/>
            </p:custDataLst>
          </p:nvPr>
        </p:nvSpPr>
        <p:spPr>
          <a:xfrm>
            <a:off x="1441284" y="3082218"/>
            <a:ext cx="22342" cy="59509"/>
          </a:xfrm>
          <a:custGeom>
            <a:avLst/>
            <a:gdLst>
              <a:gd name="connsiteX0" fmla="*/ 27750 w 27627"/>
              <a:gd name="connsiteY0" fmla="*/ 6315 h 73587"/>
              <a:gd name="connsiteX1" fmla="*/ 21304 w 27627"/>
              <a:gd name="connsiteY1" fmla="*/ 106 h 73587"/>
              <a:gd name="connsiteX2" fmla="*/ 6569 w 27627"/>
              <a:gd name="connsiteY2" fmla="*/ 106 h 73587"/>
              <a:gd name="connsiteX3" fmla="*/ 123 w 27627"/>
              <a:gd name="connsiteY3" fmla="*/ 6315 h 73587"/>
              <a:gd name="connsiteX4" fmla="*/ 123 w 27627"/>
              <a:gd name="connsiteY4" fmla="*/ 67485 h 73587"/>
              <a:gd name="connsiteX5" fmla="*/ 6569 w 27627"/>
              <a:gd name="connsiteY5" fmla="*/ 73694 h 73587"/>
              <a:gd name="connsiteX6" fmla="*/ 21304 w 27627"/>
              <a:gd name="connsiteY6" fmla="*/ 73694 h 73587"/>
              <a:gd name="connsiteX7" fmla="*/ 27750 w 27627"/>
              <a:gd name="connsiteY7" fmla="*/ 67485 h 73587"/>
              <a:gd name="connsiteX8" fmla="*/ 27750 w 27627"/>
              <a:gd name="connsiteY8" fmla="*/ 6315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315"/>
                </a:moveTo>
                <a:cubicBezTo>
                  <a:pt x="27750" y="336"/>
                  <a:pt x="27520" y="106"/>
                  <a:pt x="21304" y="106"/>
                </a:cubicBezTo>
                <a:lnTo>
                  <a:pt x="6569" y="106"/>
                </a:lnTo>
                <a:cubicBezTo>
                  <a:pt x="353" y="106"/>
                  <a:pt x="123" y="336"/>
                  <a:pt x="123" y="6315"/>
                </a:cubicBezTo>
                <a:lnTo>
                  <a:pt x="123" y="67485"/>
                </a:lnTo>
                <a:cubicBezTo>
                  <a:pt x="123" y="73464"/>
                  <a:pt x="353" y="73694"/>
                  <a:pt x="6569" y="73694"/>
                </a:cubicBezTo>
                <a:lnTo>
                  <a:pt x="21304" y="73694"/>
                </a:lnTo>
                <a:cubicBezTo>
                  <a:pt x="27520" y="73694"/>
                  <a:pt x="27750" y="73464"/>
                  <a:pt x="27750" y="67485"/>
                </a:cubicBezTo>
                <a:lnTo>
                  <a:pt x="27750" y="6315"/>
                </a:lnTo>
                <a:close/>
              </a:path>
            </a:pathLst>
          </a:custGeom>
          <a:solidFill>
            <a:srgbClr val="000000"/>
          </a:solidFill>
          <a:ln w="23082" cap="flat">
            <a:noFill/>
            <a:prstDash val="solid"/>
            <a:miter/>
          </a:ln>
        </p:spPr>
        <p:txBody>
          <a:bodyPr rtlCol="0" anchor="ctr"/>
          <a:lstStyle/>
          <a:p>
            <a:endParaRPr lang="en-GB" noProof="0"/>
          </a:p>
        </p:txBody>
      </p:sp>
      <p:sp>
        <p:nvSpPr>
          <p:cNvPr id="28" name="Freeform: Shape 27">
            <a:extLst>
              <a:ext uri="{FF2B5EF4-FFF2-40B4-BE49-F238E27FC236}">
                <a16:creationId xmlns:a16="http://schemas.microsoft.com/office/drawing/2014/main" id="{ED3C11AC-9992-503F-599F-0E4F47346875}"/>
              </a:ext>
            </a:extLst>
          </p:cNvPr>
          <p:cNvSpPr/>
          <p:nvPr>
            <p:custDataLst>
              <p:tags r:id="rId9"/>
            </p:custDataLst>
          </p:nvPr>
        </p:nvSpPr>
        <p:spPr>
          <a:xfrm>
            <a:off x="1441284" y="3138009"/>
            <a:ext cx="22342" cy="59509"/>
          </a:xfrm>
          <a:custGeom>
            <a:avLst/>
            <a:gdLst>
              <a:gd name="connsiteX0" fmla="*/ 27750 w 27627"/>
              <a:gd name="connsiteY0" fmla="*/ 6318 h 73587"/>
              <a:gd name="connsiteX1" fmla="*/ 21304 w 27627"/>
              <a:gd name="connsiteY1" fmla="*/ 109 h 73587"/>
              <a:gd name="connsiteX2" fmla="*/ 6569 w 27627"/>
              <a:gd name="connsiteY2" fmla="*/ 109 h 73587"/>
              <a:gd name="connsiteX3" fmla="*/ 123 w 27627"/>
              <a:gd name="connsiteY3" fmla="*/ 6318 h 73587"/>
              <a:gd name="connsiteX4" fmla="*/ 123 w 27627"/>
              <a:gd name="connsiteY4" fmla="*/ 67488 h 73587"/>
              <a:gd name="connsiteX5" fmla="*/ 6569 w 27627"/>
              <a:gd name="connsiteY5" fmla="*/ 73697 h 73587"/>
              <a:gd name="connsiteX6" fmla="*/ 21304 w 27627"/>
              <a:gd name="connsiteY6" fmla="*/ 73697 h 73587"/>
              <a:gd name="connsiteX7" fmla="*/ 27750 w 27627"/>
              <a:gd name="connsiteY7" fmla="*/ 67488 h 73587"/>
              <a:gd name="connsiteX8" fmla="*/ 27750 w 27627"/>
              <a:gd name="connsiteY8" fmla="*/ 6318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318"/>
                </a:moveTo>
                <a:cubicBezTo>
                  <a:pt x="27750" y="339"/>
                  <a:pt x="27520" y="109"/>
                  <a:pt x="21304" y="109"/>
                </a:cubicBezTo>
                <a:lnTo>
                  <a:pt x="6569" y="109"/>
                </a:lnTo>
                <a:cubicBezTo>
                  <a:pt x="353" y="109"/>
                  <a:pt x="123" y="339"/>
                  <a:pt x="123" y="6318"/>
                </a:cubicBezTo>
                <a:lnTo>
                  <a:pt x="123" y="67488"/>
                </a:lnTo>
                <a:cubicBezTo>
                  <a:pt x="123" y="73467"/>
                  <a:pt x="353" y="73697"/>
                  <a:pt x="6569" y="73697"/>
                </a:cubicBezTo>
                <a:lnTo>
                  <a:pt x="21304" y="73697"/>
                </a:lnTo>
                <a:cubicBezTo>
                  <a:pt x="27520" y="73697"/>
                  <a:pt x="27750" y="73467"/>
                  <a:pt x="27750" y="67488"/>
                </a:cubicBezTo>
                <a:lnTo>
                  <a:pt x="27750" y="6318"/>
                </a:lnTo>
                <a:close/>
              </a:path>
            </a:pathLst>
          </a:custGeom>
          <a:solidFill>
            <a:srgbClr val="000000"/>
          </a:solidFill>
          <a:ln w="23082" cap="flat">
            <a:noFill/>
            <a:prstDash val="solid"/>
            <a:miter/>
          </a:ln>
        </p:spPr>
        <p:txBody>
          <a:bodyPr rtlCol="0" anchor="ctr"/>
          <a:lstStyle/>
          <a:p>
            <a:endParaRPr lang="en-GB" noProof="0"/>
          </a:p>
        </p:txBody>
      </p:sp>
      <p:sp>
        <p:nvSpPr>
          <p:cNvPr id="29" name="Freeform: Shape 28">
            <a:extLst>
              <a:ext uri="{FF2B5EF4-FFF2-40B4-BE49-F238E27FC236}">
                <a16:creationId xmlns:a16="http://schemas.microsoft.com/office/drawing/2014/main" id="{4AE21669-0BE4-C4DF-C22E-57C1A4B700A9}"/>
              </a:ext>
            </a:extLst>
          </p:cNvPr>
          <p:cNvSpPr/>
          <p:nvPr>
            <p:custDataLst>
              <p:tags r:id="rId10"/>
            </p:custDataLst>
          </p:nvPr>
        </p:nvSpPr>
        <p:spPr>
          <a:xfrm>
            <a:off x="1441284" y="3193800"/>
            <a:ext cx="22342" cy="59509"/>
          </a:xfrm>
          <a:custGeom>
            <a:avLst/>
            <a:gdLst>
              <a:gd name="connsiteX0" fmla="*/ 27750 w 27627"/>
              <a:gd name="connsiteY0" fmla="*/ 6321 h 73587"/>
              <a:gd name="connsiteX1" fmla="*/ 21304 w 27627"/>
              <a:gd name="connsiteY1" fmla="*/ 112 h 73587"/>
              <a:gd name="connsiteX2" fmla="*/ 6569 w 27627"/>
              <a:gd name="connsiteY2" fmla="*/ 112 h 73587"/>
              <a:gd name="connsiteX3" fmla="*/ 123 w 27627"/>
              <a:gd name="connsiteY3" fmla="*/ 6321 h 73587"/>
              <a:gd name="connsiteX4" fmla="*/ 123 w 27627"/>
              <a:gd name="connsiteY4" fmla="*/ 67491 h 73587"/>
              <a:gd name="connsiteX5" fmla="*/ 6569 w 27627"/>
              <a:gd name="connsiteY5" fmla="*/ 73700 h 73587"/>
              <a:gd name="connsiteX6" fmla="*/ 21304 w 27627"/>
              <a:gd name="connsiteY6" fmla="*/ 73700 h 73587"/>
              <a:gd name="connsiteX7" fmla="*/ 27750 w 27627"/>
              <a:gd name="connsiteY7" fmla="*/ 67491 h 73587"/>
              <a:gd name="connsiteX8" fmla="*/ 27750 w 27627"/>
              <a:gd name="connsiteY8" fmla="*/ 6321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321"/>
                </a:moveTo>
                <a:cubicBezTo>
                  <a:pt x="27750" y="342"/>
                  <a:pt x="27520" y="112"/>
                  <a:pt x="21304" y="112"/>
                </a:cubicBezTo>
                <a:lnTo>
                  <a:pt x="6569" y="112"/>
                </a:lnTo>
                <a:cubicBezTo>
                  <a:pt x="353" y="112"/>
                  <a:pt x="123" y="342"/>
                  <a:pt x="123" y="6321"/>
                </a:cubicBezTo>
                <a:lnTo>
                  <a:pt x="123" y="67491"/>
                </a:lnTo>
                <a:cubicBezTo>
                  <a:pt x="123" y="73470"/>
                  <a:pt x="353" y="73700"/>
                  <a:pt x="6569" y="73700"/>
                </a:cubicBezTo>
                <a:lnTo>
                  <a:pt x="21304" y="73700"/>
                </a:lnTo>
                <a:cubicBezTo>
                  <a:pt x="27520" y="73700"/>
                  <a:pt x="27750" y="73470"/>
                  <a:pt x="27750" y="67491"/>
                </a:cubicBezTo>
                <a:lnTo>
                  <a:pt x="27750" y="6321"/>
                </a:lnTo>
                <a:close/>
              </a:path>
            </a:pathLst>
          </a:custGeom>
          <a:solidFill>
            <a:srgbClr val="000000"/>
          </a:solidFill>
          <a:ln w="23082" cap="flat">
            <a:noFill/>
            <a:prstDash val="solid"/>
            <a:miter/>
          </a:ln>
        </p:spPr>
        <p:txBody>
          <a:bodyPr rtlCol="0" anchor="ctr"/>
          <a:lstStyle/>
          <a:p>
            <a:endParaRPr lang="en-GB" noProof="0"/>
          </a:p>
        </p:txBody>
      </p:sp>
      <p:sp>
        <p:nvSpPr>
          <p:cNvPr id="32" name="Freeform: Shape 31">
            <a:extLst>
              <a:ext uri="{FF2B5EF4-FFF2-40B4-BE49-F238E27FC236}">
                <a16:creationId xmlns:a16="http://schemas.microsoft.com/office/drawing/2014/main" id="{F812685F-B389-B8B6-23C7-62735C32E529}"/>
              </a:ext>
            </a:extLst>
          </p:cNvPr>
          <p:cNvSpPr/>
          <p:nvPr>
            <p:custDataLst>
              <p:tags r:id="rId11"/>
            </p:custDataLst>
          </p:nvPr>
        </p:nvSpPr>
        <p:spPr>
          <a:xfrm>
            <a:off x="1441284" y="3249590"/>
            <a:ext cx="22342" cy="59509"/>
          </a:xfrm>
          <a:custGeom>
            <a:avLst/>
            <a:gdLst>
              <a:gd name="connsiteX0" fmla="*/ 27750 w 27627"/>
              <a:gd name="connsiteY0" fmla="*/ 6324 h 73587"/>
              <a:gd name="connsiteX1" fmla="*/ 21304 w 27627"/>
              <a:gd name="connsiteY1" fmla="*/ 115 h 73587"/>
              <a:gd name="connsiteX2" fmla="*/ 6569 w 27627"/>
              <a:gd name="connsiteY2" fmla="*/ 115 h 73587"/>
              <a:gd name="connsiteX3" fmla="*/ 123 w 27627"/>
              <a:gd name="connsiteY3" fmla="*/ 6324 h 73587"/>
              <a:gd name="connsiteX4" fmla="*/ 123 w 27627"/>
              <a:gd name="connsiteY4" fmla="*/ 67494 h 73587"/>
              <a:gd name="connsiteX5" fmla="*/ 6569 w 27627"/>
              <a:gd name="connsiteY5" fmla="*/ 73703 h 73587"/>
              <a:gd name="connsiteX6" fmla="*/ 21304 w 27627"/>
              <a:gd name="connsiteY6" fmla="*/ 73703 h 73587"/>
              <a:gd name="connsiteX7" fmla="*/ 27750 w 27627"/>
              <a:gd name="connsiteY7" fmla="*/ 67494 h 73587"/>
              <a:gd name="connsiteX8" fmla="*/ 27750 w 27627"/>
              <a:gd name="connsiteY8" fmla="*/ 6324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324"/>
                </a:moveTo>
                <a:cubicBezTo>
                  <a:pt x="27750" y="345"/>
                  <a:pt x="27520" y="115"/>
                  <a:pt x="21304" y="115"/>
                </a:cubicBezTo>
                <a:lnTo>
                  <a:pt x="6569" y="115"/>
                </a:lnTo>
                <a:cubicBezTo>
                  <a:pt x="353" y="115"/>
                  <a:pt x="123" y="345"/>
                  <a:pt x="123" y="6324"/>
                </a:cubicBezTo>
                <a:lnTo>
                  <a:pt x="123" y="67494"/>
                </a:lnTo>
                <a:cubicBezTo>
                  <a:pt x="123" y="73473"/>
                  <a:pt x="353" y="73703"/>
                  <a:pt x="6569" y="73703"/>
                </a:cubicBezTo>
                <a:lnTo>
                  <a:pt x="21304" y="73703"/>
                </a:lnTo>
                <a:cubicBezTo>
                  <a:pt x="27520" y="73703"/>
                  <a:pt x="27750" y="73473"/>
                  <a:pt x="27750" y="67494"/>
                </a:cubicBezTo>
                <a:lnTo>
                  <a:pt x="27750" y="6324"/>
                </a:lnTo>
                <a:close/>
              </a:path>
            </a:pathLst>
          </a:custGeom>
          <a:solidFill>
            <a:srgbClr val="000000"/>
          </a:solidFill>
          <a:ln w="23082" cap="flat">
            <a:noFill/>
            <a:prstDash val="solid"/>
            <a:miter/>
          </a:ln>
        </p:spPr>
        <p:txBody>
          <a:bodyPr rtlCol="0" anchor="ctr"/>
          <a:lstStyle/>
          <a:p>
            <a:endParaRPr lang="en-GB" noProof="0"/>
          </a:p>
        </p:txBody>
      </p:sp>
      <p:sp>
        <p:nvSpPr>
          <p:cNvPr id="34" name="Freeform: Shape 33">
            <a:extLst>
              <a:ext uri="{FF2B5EF4-FFF2-40B4-BE49-F238E27FC236}">
                <a16:creationId xmlns:a16="http://schemas.microsoft.com/office/drawing/2014/main" id="{B7456EBC-C4EC-7E8C-09AC-1C86FBDDF354}"/>
              </a:ext>
            </a:extLst>
          </p:cNvPr>
          <p:cNvSpPr/>
          <p:nvPr>
            <p:custDataLst>
              <p:tags r:id="rId12"/>
            </p:custDataLst>
          </p:nvPr>
        </p:nvSpPr>
        <p:spPr>
          <a:xfrm>
            <a:off x="1441284" y="3305381"/>
            <a:ext cx="22342" cy="59509"/>
          </a:xfrm>
          <a:custGeom>
            <a:avLst/>
            <a:gdLst>
              <a:gd name="connsiteX0" fmla="*/ 27750 w 27627"/>
              <a:gd name="connsiteY0" fmla="*/ 6327 h 73587"/>
              <a:gd name="connsiteX1" fmla="*/ 21304 w 27627"/>
              <a:gd name="connsiteY1" fmla="*/ 118 h 73587"/>
              <a:gd name="connsiteX2" fmla="*/ 6569 w 27627"/>
              <a:gd name="connsiteY2" fmla="*/ 118 h 73587"/>
              <a:gd name="connsiteX3" fmla="*/ 123 w 27627"/>
              <a:gd name="connsiteY3" fmla="*/ 6327 h 73587"/>
              <a:gd name="connsiteX4" fmla="*/ 123 w 27627"/>
              <a:gd name="connsiteY4" fmla="*/ 67497 h 73587"/>
              <a:gd name="connsiteX5" fmla="*/ 6569 w 27627"/>
              <a:gd name="connsiteY5" fmla="*/ 73706 h 73587"/>
              <a:gd name="connsiteX6" fmla="*/ 21304 w 27627"/>
              <a:gd name="connsiteY6" fmla="*/ 73706 h 73587"/>
              <a:gd name="connsiteX7" fmla="*/ 27750 w 27627"/>
              <a:gd name="connsiteY7" fmla="*/ 67497 h 73587"/>
              <a:gd name="connsiteX8" fmla="*/ 27750 w 27627"/>
              <a:gd name="connsiteY8" fmla="*/ 6327 h 7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7" h="73587">
                <a:moveTo>
                  <a:pt x="27750" y="6327"/>
                </a:moveTo>
                <a:cubicBezTo>
                  <a:pt x="27750" y="348"/>
                  <a:pt x="27520" y="118"/>
                  <a:pt x="21304" y="118"/>
                </a:cubicBezTo>
                <a:lnTo>
                  <a:pt x="6569" y="118"/>
                </a:lnTo>
                <a:cubicBezTo>
                  <a:pt x="353" y="118"/>
                  <a:pt x="123" y="348"/>
                  <a:pt x="123" y="6327"/>
                </a:cubicBezTo>
                <a:lnTo>
                  <a:pt x="123" y="67497"/>
                </a:lnTo>
                <a:cubicBezTo>
                  <a:pt x="123" y="73476"/>
                  <a:pt x="353" y="73706"/>
                  <a:pt x="6569" y="73706"/>
                </a:cubicBezTo>
                <a:lnTo>
                  <a:pt x="21304" y="73706"/>
                </a:lnTo>
                <a:cubicBezTo>
                  <a:pt x="27520" y="73706"/>
                  <a:pt x="27750" y="73476"/>
                  <a:pt x="27750" y="67497"/>
                </a:cubicBezTo>
                <a:lnTo>
                  <a:pt x="27750" y="6327"/>
                </a:lnTo>
                <a:close/>
              </a:path>
            </a:pathLst>
          </a:custGeom>
          <a:solidFill>
            <a:srgbClr val="000000"/>
          </a:solidFill>
          <a:ln w="23082" cap="flat">
            <a:noFill/>
            <a:prstDash val="solid"/>
            <a:miter/>
          </a:ln>
        </p:spPr>
        <p:txBody>
          <a:bodyPr rtlCol="0" anchor="ctr"/>
          <a:lstStyle/>
          <a:p>
            <a:endParaRPr lang="en-GB" noProof="0"/>
          </a:p>
        </p:txBody>
      </p:sp>
      <p:sp>
        <p:nvSpPr>
          <p:cNvPr id="35" name="Freeform: Shape 34">
            <a:extLst>
              <a:ext uri="{FF2B5EF4-FFF2-40B4-BE49-F238E27FC236}">
                <a16:creationId xmlns:a16="http://schemas.microsoft.com/office/drawing/2014/main" id="{04CCCEDC-ED72-B317-00F2-7959D8E9DB0C}"/>
              </a:ext>
            </a:extLst>
          </p:cNvPr>
          <p:cNvSpPr/>
          <p:nvPr>
            <p:custDataLst>
              <p:tags r:id="rId13"/>
            </p:custDataLst>
          </p:nvPr>
        </p:nvSpPr>
        <p:spPr>
          <a:xfrm>
            <a:off x="1441284" y="3361172"/>
            <a:ext cx="62185" cy="169044"/>
          </a:xfrm>
          <a:custGeom>
            <a:avLst/>
            <a:gdLst>
              <a:gd name="connsiteX0" fmla="*/ 71033 w 76896"/>
              <a:gd name="connsiteY0" fmla="*/ 209156 h 209034"/>
              <a:gd name="connsiteX1" fmla="*/ 77019 w 76896"/>
              <a:gd name="connsiteY1" fmla="*/ 203637 h 209034"/>
              <a:gd name="connsiteX2" fmla="*/ 75868 w 76896"/>
              <a:gd name="connsiteY2" fmla="*/ 198577 h 209034"/>
              <a:gd name="connsiteX3" fmla="*/ 41334 w 76896"/>
              <a:gd name="connsiteY3" fmla="*/ 160404 h 209034"/>
              <a:gd name="connsiteX4" fmla="*/ 27750 w 76896"/>
              <a:gd name="connsiteY4" fmla="*/ 105213 h 209034"/>
              <a:gd name="connsiteX5" fmla="*/ 27750 w 76896"/>
              <a:gd name="connsiteY5" fmla="*/ 6330 h 209034"/>
              <a:gd name="connsiteX6" fmla="*/ 21304 w 76896"/>
              <a:gd name="connsiteY6" fmla="*/ 121 h 209034"/>
              <a:gd name="connsiteX7" fmla="*/ 6569 w 76896"/>
              <a:gd name="connsiteY7" fmla="*/ 121 h 209034"/>
              <a:gd name="connsiteX8" fmla="*/ 123 w 76896"/>
              <a:gd name="connsiteY8" fmla="*/ 6330 h 209034"/>
              <a:gd name="connsiteX9" fmla="*/ 123 w 76896"/>
              <a:gd name="connsiteY9" fmla="*/ 105213 h 209034"/>
              <a:gd name="connsiteX10" fmla="*/ 67350 w 76896"/>
              <a:gd name="connsiteY10" fmla="*/ 209156 h 209034"/>
              <a:gd name="connsiteX11" fmla="*/ 71033 w 76896"/>
              <a:gd name="connsiteY11" fmla="*/ 209156 h 20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896" h="209034">
                <a:moveTo>
                  <a:pt x="71033" y="209156"/>
                </a:moveTo>
                <a:cubicBezTo>
                  <a:pt x="76789" y="209156"/>
                  <a:pt x="77019" y="208926"/>
                  <a:pt x="77019" y="203637"/>
                </a:cubicBezTo>
                <a:cubicBezTo>
                  <a:pt x="77019" y="199497"/>
                  <a:pt x="76789" y="199267"/>
                  <a:pt x="75868" y="198577"/>
                </a:cubicBezTo>
                <a:cubicBezTo>
                  <a:pt x="68731" y="193288"/>
                  <a:pt x="52154" y="181560"/>
                  <a:pt x="41334" y="160404"/>
                </a:cubicBezTo>
                <a:cubicBezTo>
                  <a:pt x="32355" y="142927"/>
                  <a:pt x="27750" y="125220"/>
                  <a:pt x="27750" y="105213"/>
                </a:cubicBezTo>
                <a:lnTo>
                  <a:pt x="27750" y="6330"/>
                </a:lnTo>
                <a:cubicBezTo>
                  <a:pt x="27750" y="351"/>
                  <a:pt x="27520" y="121"/>
                  <a:pt x="21304" y="121"/>
                </a:cubicBezTo>
                <a:lnTo>
                  <a:pt x="6569" y="121"/>
                </a:lnTo>
                <a:cubicBezTo>
                  <a:pt x="353" y="121"/>
                  <a:pt x="123" y="351"/>
                  <a:pt x="123" y="6330"/>
                </a:cubicBezTo>
                <a:lnTo>
                  <a:pt x="123" y="105213"/>
                </a:lnTo>
                <a:cubicBezTo>
                  <a:pt x="123" y="139247"/>
                  <a:pt x="17850" y="182710"/>
                  <a:pt x="67350" y="209156"/>
                </a:cubicBezTo>
                <a:lnTo>
                  <a:pt x="71033" y="209156"/>
                </a:lnTo>
                <a:close/>
              </a:path>
            </a:pathLst>
          </a:custGeom>
          <a:solidFill>
            <a:srgbClr val="000000"/>
          </a:solidFill>
          <a:ln w="23082" cap="flat">
            <a:noFill/>
            <a:prstDash val="solid"/>
            <a:miter/>
          </a:ln>
        </p:spPr>
        <p:txBody>
          <a:bodyPr rtlCol="0" anchor="ctr"/>
          <a:lstStyle/>
          <a:p>
            <a:endParaRPr lang="en-GB" noProof="0"/>
          </a:p>
        </p:txBody>
      </p:sp>
      <p:grpSp>
        <p:nvGrpSpPr>
          <p:cNvPr id="132" name="Group 131">
            <a:extLst>
              <a:ext uri="{FF2B5EF4-FFF2-40B4-BE49-F238E27FC236}">
                <a16:creationId xmlns:a16="http://schemas.microsoft.com/office/drawing/2014/main" id="{632F4436-9FC1-49B8-9664-2B8E3E3B8E3D}"/>
              </a:ext>
            </a:extLst>
          </p:cNvPr>
          <p:cNvGrpSpPr/>
          <p:nvPr/>
        </p:nvGrpSpPr>
        <p:grpSpPr>
          <a:xfrm>
            <a:off x="1633778" y="2297415"/>
            <a:ext cx="3320613" cy="195654"/>
            <a:chOff x="1633778" y="2297415"/>
            <a:chExt cx="3320613" cy="195654"/>
          </a:xfrm>
        </p:grpSpPr>
        <p:sp>
          <p:nvSpPr>
            <p:cNvPr id="37" name="Freeform: Shape 36">
              <a:extLst>
                <a:ext uri="{FF2B5EF4-FFF2-40B4-BE49-F238E27FC236}">
                  <a16:creationId xmlns:a16="http://schemas.microsoft.com/office/drawing/2014/main" id="{14225013-4EB0-1DEE-17B5-CED39513629D}"/>
                </a:ext>
              </a:extLst>
            </p:cNvPr>
            <p:cNvSpPr/>
            <p:nvPr>
              <p:custDataLst>
                <p:tags r:id="rId157"/>
              </p:custDataLst>
            </p:nvPr>
          </p:nvSpPr>
          <p:spPr>
            <a:xfrm>
              <a:off x="1633778" y="2370703"/>
              <a:ext cx="85830" cy="120320"/>
            </a:xfrm>
            <a:custGeom>
              <a:avLst/>
              <a:gdLst>
                <a:gd name="connsiteX0" fmla="*/ 105351 w 106135"/>
                <a:gd name="connsiteY0" fmla="*/ 14100 h 148784"/>
                <a:gd name="connsiteX1" fmla="*/ 106272 w 106135"/>
                <a:gd name="connsiteY1" fmla="*/ 8811 h 148784"/>
                <a:gd name="connsiteX2" fmla="*/ 99595 w 106135"/>
                <a:gd name="connsiteY2" fmla="*/ 2602 h 148784"/>
                <a:gd name="connsiteX3" fmla="*/ 91537 w 106135"/>
                <a:gd name="connsiteY3" fmla="*/ 7431 h 148784"/>
                <a:gd name="connsiteX4" fmla="*/ 88314 w 106135"/>
                <a:gd name="connsiteY4" fmla="*/ 19849 h 148784"/>
                <a:gd name="connsiteX5" fmla="*/ 83710 w 106135"/>
                <a:gd name="connsiteY5" fmla="*/ 38246 h 148784"/>
                <a:gd name="connsiteX6" fmla="*/ 73349 w 106135"/>
                <a:gd name="connsiteY6" fmla="*/ 79639 h 148784"/>
                <a:gd name="connsiteX7" fmla="*/ 47334 w 106135"/>
                <a:gd name="connsiteY7" fmla="*/ 99185 h 148784"/>
                <a:gd name="connsiteX8" fmla="*/ 33059 w 106135"/>
                <a:gd name="connsiteY8" fmla="*/ 80559 h 148784"/>
                <a:gd name="connsiteX9" fmla="*/ 44801 w 106135"/>
                <a:gd name="connsiteY9" fmla="*/ 35486 h 148784"/>
                <a:gd name="connsiteX10" fmla="*/ 49406 w 106135"/>
                <a:gd name="connsiteY10" fmla="*/ 18929 h 148784"/>
                <a:gd name="connsiteX11" fmla="*/ 30527 w 106135"/>
                <a:gd name="connsiteY11" fmla="*/ 72 h 148784"/>
                <a:gd name="connsiteX12" fmla="*/ 137 w 106135"/>
                <a:gd name="connsiteY12" fmla="*/ 35486 h 148784"/>
                <a:gd name="connsiteX13" fmla="*/ 2899 w 106135"/>
                <a:gd name="connsiteY13" fmla="*/ 37786 h 148784"/>
                <a:gd name="connsiteX14" fmla="*/ 6583 w 106135"/>
                <a:gd name="connsiteY14" fmla="*/ 33647 h 148784"/>
                <a:gd name="connsiteX15" fmla="*/ 29836 w 106135"/>
                <a:gd name="connsiteY15" fmla="*/ 5131 h 148784"/>
                <a:gd name="connsiteX16" fmla="*/ 35592 w 106135"/>
                <a:gd name="connsiteY16" fmla="*/ 12490 h 148784"/>
                <a:gd name="connsiteX17" fmla="*/ 31678 w 106135"/>
                <a:gd name="connsiteY17" fmla="*/ 28587 h 148784"/>
                <a:gd name="connsiteX18" fmla="*/ 18325 w 106135"/>
                <a:gd name="connsiteY18" fmla="*/ 76879 h 148784"/>
                <a:gd name="connsiteX19" fmla="*/ 46413 w 106135"/>
                <a:gd name="connsiteY19" fmla="*/ 104245 h 148784"/>
                <a:gd name="connsiteX20" fmla="*/ 69666 w 106135"/>
                <a:gd name="connsiteY20" fmla="*/ 93896 h 148784"/>
                <a:gd name="connsiteX21" fmla="*/ 54701 w 106135"/>
                <a:gd name="connsiteY21" fmla="*/ 129310 h 148784"/>
                <a:gd name="connsiteX22" fmla="*/ 29376 w 106135"/>
                <a:gd name="connsiteY22" fmla="*/ 143798 h 148784"/>
                <a:gd name="connsiteX23" fmla="*/ 11878 w 106135"/>
                <a:gd name="connsiteY23" fmla="*/ 134140 h 148784"/>
                <a:gd name="connsiteX24" fmla="*/ 21778 w 106135"/>
                <a:gd name="connsiteY24" fmla="*/ 131380 h 148784"/>
                <a:gd name="connsiteX25" fmla="*/ 26383 w 106135"/>
                <a:gd name="connsiteY25" fmla="*/ 121952 h 148784"/>
                <a:gd name="connsiteX26" fmla="*/ 17864 w 106135"/>
                <a:gd name="connsiteY26" fmla="*/ 113903 h 148784"/>
                <a:gd name="connsiteX27" fmla="*/ 4971 w 106135"/>
                <a:gd name="connsiteY27" fmla="*/ 128850 h 148784"/>
                <a:gd name="connsiteX28" fmla="*/ 29376 w 106135"/>
                <a:gd name="connsiteY28" fmla="*/ 148857 h 148784"/>
                <a:gd name="connsiteX29" fmla="*/ 83249 w 106135"/>
                <a:gd name="connsiteY29" fmla="*/ 101945 h 148784"/>
                <a:gd name="connsiteX30" fmla="*/ 105351 w 106135"/>
                <a:gd name="connsiteY30" fmla="*/ 14100 h 14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6135" h="148784">
                  <a:moveTo>
                    <a:pt x="105351" y="14100"/>
                  </a:moveTo>
                  <a:cubicBezTo>
                    <a:pt x="106272" y="10880"/>
                    <a:pt x="106272" y="10420"/>
                    <a:pt x="106272" y="8811"/>
                  </a:cubicBezTo>
                  <a:cubicBezTo>
                    <a:pt x="106272" y="4671"/>
                    <a:pt x="103049" y="2602"/>
                    <a:pt x="99595" y="2602"/>
                  </a:cubicBezTo>
                  <a:cubicBezTo>
                    <a:pt x="97293" y="2602"/>
                    <a:pt x="93610" y="3981"/>
                    <a:pt x="91537" y="7431"/>
                  </a:cubicBezTo>
                  <a:cubicBezTo>
                    <a:pt x="91077" y="8581"/>
                    <a:pt x="89235" y="15710"/>
                    <a:pt x="88314" y="19849"/>
                  </a:cubicBezTo>
                  <a:cubicBezTo>
                    <a:pt x="86703" y="25828"/>
                    <a:pt x="85091" y="32037"/>
                    <a:pt x="83710" y="38246"/>
                  </a:cubicBezTo>
                  <a:lnTo>
                    <a:pt x="73349" y="79639"/>
                  </a:lnTo>
                  <a:cubicBezTo>
                    <a:pt x="72428" y="83088"/>
                    <a:pt x="62529" y="99185"/>
                    <a:pt x="47334" y="99185"/>
                  </a:cubicBezTo>
                  <a:cubicBezTo>
                    <a:pt x="35592" y="99185"/>
                    <a:pt x="33059" y="89067"/>
                    <a:pt x="33059" y="80559"/>
                  </a:cubicBezTo>
                  <a:cubicBezTo>
                    <a:pt x="33059" y="69980"/>
                    <a:pt x="36973" y="55723"/>
                    <a:pt x="44801" y="35486"/>
                  </a:cubicBezTo>
                  <a:cubicBezTo>
                    <a:pt x="48485" y="26058"/>
                    <a:pt x="49406" y="23528"/>
                    <a:pt x="49406" y="18929"/>
                  </a:cubicBezTo>
                  <a:cubicBezTo>
                    <a:pt x="49406" y="8581"/>
                    <a:pt x="42038" y="72"/>
                    <a:pt x="30527" y="72"/>
                  </a:cubicBezTo>
                  <a:cubicBezTo>
                    <a:pt x="8655" y="72"/>
                    <a:pt x="137" y="33417"/>
                    <a:pt x="137" y="35486"/>
                  </a:cubicBezTo>
                  <a:cubicBezTo>
                    <a:pt x="137" y="37786"/>
                    <a:pt x="2439" y="37786"/>
                    <a:pt x="2899" y="37786"/>
                  </a:cubicBezTo>
                  <a:cubicBezTo>
                    <a:pt x="5202" y="37786"/>
                    <a:pt x="5432" y="37326"/>
                    <a:pt x="6583" y="33647"/>
                  </a:cubicBezTo>
                  <a:cubicBezTo>
                    <a:pt x="12799" y="12030"/>
                    <a:pt x="22008" y="5131"/>
                    <a:pt x="29836" y="5131"/>
                  </a:cubicBezTo>
                  <a:cubicBezTo>
                    <a:pt x="31678" y="5131"/>
                    <a:pt x="35592" y="5131"/>
                    <a:pt x="35592" y="12490"/>
                  </a:cubicBezTo>
                  <a:cubicBezTo>
                    <a:pt x="35592" y="18239"/>
                    <a:pt x="33290" y="24218"/>
                    <a:pt x="31678" y="28587"/>
                  </a:cubicBezTo>
                  <a:cubicBezTo>
                    <a:pt x="22469" y="52963"/>
                    <a:pt x="18325" y="66071"/>
                    <a:pt x="18325" y="76879"/>
                  </a:cubicBezTo>
                  <a:cubicBezTo>
                    <a:pt x="18325" y="97346"/>
                    <a:pt x="32829" y="104245"/>
                    <a:pt x="46413" y="104245"/>
                  </a:cubicBezTo>
                  <a:cubicBezTo>
                    <a:pt x="55392" y="104245"/>
                    <a:pt x="63219" y="100335"/>
                    <a:pt x="69666" y="93896"/>
                  </a:cubicBezTo>
                  <a:cubicBezTo>
                    <a:pt x="66673" y="105854"/>
                    <a:pt x="63910" y="117122"/>
                    <a:pt x="54701" y="129310"/>
                  </a:cubicBezTo>
                  <a:cubicBezTo>
                    <a:pt x="48715" y="137129"/>
                    <a:pt x="39966" y="143798"/>
                    <a:pt x="29376" y="143798"/>
                  </a:cubicBezTo>
                  <a:cubicBezTo>
                    <a:pt x="26152" y="143798"/>
                    <a:pt x="15792" y="143108"/>
                    <a:pt x="11878" y="134140"/>
                  </a:cubicBezTo>
                  <a:cubicBezTo>
                    <a:pt x="15562" y="134140"/>
                    <a:pt x="18555" y="134140"/>
                    <a:pt x="21778" y="131380"/>
                  </a:cubicBezTo>
                  <a:cubicBezTo>
                    <a:pt x="24080" y="129310"/>
                    <a:pt x="26383" y="126321"/>
                    <a:pt x="26383" y="121952"/>
                  </a:cubicBezTo>
                  <a:cubicBezTo>
                    <a:pt x="26383" y="114823"/>
                    <a:pt x="20166" y="113903"/>
                    <a:pt x="17864" y="113903"/>
                  </a:cubicBezTo>
                  <a:cubicBezTo>
                    <a:pt x="12569" y="113903"/>
                    <a:pt x="4971" y="117582"/>
                    <a:pt x="4971" y="128850"/>
                  </a:cubicBezTo>
                  <a:cubicBezTo>
                    <a:pt x="4971" y="140349"/>
                    <a:pt x="15101" y="148857"/>
                    <a:pt x="29376" y="148857"/>
                  </a:cubicBezTo>
                  <a:cubicBezTo>
                    <a:pt x="53089" y="148857"/>
                    <a:pt x="76803" y="127931"/>
                    <a:pt x="83249" y="101945"/>
                  </a:cubicBezTo>
                  <a:lnTo>
                    <a:pt x="105351" y="14100"/>
                  </a:lnTo>
                  <a:close/>
                </a:path>
              </a:pathLst>
            </a:custGeom>
            <a:solidFill>
              <a:srgbClr val="000000"/>
            </a:solidFill>
            <a:ln w="23082" cap="flat">
              <a:noFill/>
              <a:prstDash val="solid"/>
              <a:miter/>
            </a:ln>
          </p:spPr>
          <p:txBody>
            <a:bodyPr rtlCol="0" anchor="ctr"/>
            <a:lstStyle/>
            <a:p>
              <a:endParaRPr lang="en-GB" noProof="0"/>
            </a:p>
          </p:txBody>
        </p:sp>
        <p:sp>
          <p:nvSpPr>
            <p:cNvPr id="38" name="Freeform: Shape 37">
              <a:extLst>
                <a:ext uri="{FF2B5EF4-FFF2-40B4-BE49-F238E27FC236}">
                  <a16:creationId xmlns:a16="http://schemas.microsoft.com/office/drawing/2014/main" id="{12CF438D-E448-92EB-2D91-209C6D75CB04}"/>
                </a:ext>
              </a:extLst>
            </p:cNvPr>
            <p:cNvSpPr/>
            <p:nvPr>
              <p:custDataLst>
                <p:tags r:id="rId158"/>
              </p:custDataLst>
            </p:nvPr>
          </p:nvSpPr>
          <p:spPr>
            <a:xfrm>
              <a:off x="1788484" y="2384651"/>
              <a:ext cx="123812" cy="43516"/>
            </a:xfrm>
            <a:custGeom>
              <a:avLst/>
              <a:gdLst>
                <a:gd name="connsiteX0" fmla="*/ 145419 w 153102"/>
                <a:gd name="connsiteY0" fmla="*/ 9271 h 53810"/>
                <a:gd name="connsiteX1" fmla="*/ 153247 w 153102"/>
                <a:gd name="connsiteY1" fmla="*/ 4671 h 53810"/>
                <a:gd name="connsiteX2" fmla="*/ 145649 w 153102"/>
                <a:gd name="connsiteY2" fmla="*/ 72 h 53810"/>
                <a:gd name="connsiteX3" fmla="*/ 7742 w 153102"/>
                <a:gd name="connsiteY3" fmla="*/ 72 h 53810"/>
                <a:gd name="connsiteX4" fmla="*/ 145 w 153102"/>
                <a:gd name="connsiteY4" fmla="*/ 4671 h 53810"/>
                <a:gd name="connsiteX5" fmla="*/ 7972 w 153102"/>
                <a:gd name="connsiteY5" fmla="*/ 9271 h 53810"/>
                <a:gd name="connsiteX6" fmla="*/ 145419 w 153102"/>
                <a:gd name="connsiteY6" fmla="*/ 9271 h 53810"/>
                <a:gd name="connsiteX7" fmla="*/ 145649 w 153102"/>
                <a:gd name="connsiteY7" fmla="*/ 53883 h 53810"/>
                <a:gd name="connsiteX8" fmla="*/ 153247 w 153102"/>
                <a:gd name="connsiteY8" fmla="*/ 49284 h 53810"/>
                <a:gd name="connsiteX9" fmla="*/ 145419 w 153102"/>
                <a:gd name="connsiteY9" fmla="*/ 44685 h 53810"/>
                <a:gd name="connsiteX10" fmla="*/ 7972 w 153102"/>
                <a:gd name="connsiteY10" fmla="*/ 44685 h 53810"/>
                <a:gd name="connsiteX11" fmla="*/ 145 w 153102"/>
                <a:gd name="connsiteY11" fmla="*/ 49284 h 53810"/>
                <a:gd name="connsiteX12" fmla="*/ 7742 w 153102"/>
                <a:gd name="connsiteY12" fmla="*/ 53883 h 53810"/>
                <a:gd name="connsiteX13" fmla="*/ 145649 w 153102"/>
                <a:gd name="connsiteY13" fmla="*/ 53883 h 5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02" h="53810">
                  <a:moveTo>
                    <a:pt x="145419" y="9271"/>
                  </a:moveTo>
                  <a:cubicBezTo>
                    <a:pt x="148872" y="9271"/>
                    <a:pt x="153247" y="9271"/>
                    <a:pt x="153247" y="4671"/>
                  </a:cubicBezTo>
                  <a:cubicBezTo>
                    <a:pt x="153247" y="72"/>
                    <a:pt x="148872" y="72"/>
                    <a:pt x="145649" y="72"/>
                  </a:cubicBezTo>
                  <a:lnTo>
                    <a:pt x="7742" y="72"/>
                  </a:lnTo>
                  <a:cubicBezTo>
                    <a:pt x="4519" y="72"/>
                    <a:pt x="145" y="72"/>
                    <a:pt x="145" y="4671"/>
                  </a:cubicBezTo>
                  <a:cubicBezTo>
                    <a:pt x="145" y="9271"/>
                    <a:pt x="4519" y="9271"/>
                    <a:pt x="7972" y="9271"/>
                  </a:cubicBezTo>
                  <a:lnTo>
                    <a:pt x="145419" y="9271"/>
                  </a:lnTo>
                  <a:close/>
                  <a:moveTo>
                    <a:pt x="145649" y="53883"/>
                  </a:moveTo>
                  <a:cubicBezTo>
                    <a:pt x="148872" y="53883"/>
                    <a:pt x="153247" y="53883"/>
                    <a:pt x="153247" y="49284"/>
                  </a:cubicBezTo>
                  <a:cubicBezTo>
                    <a:pt x="153247" y="44685"/>
                    <a:pt x="148872" y="44685"/>
                    <a:pt x="145419" y="44685"/>
                  </a:cubicBezTo>
                  <a:lnTo>
                    <a:pt x="7972" y="44685"/>
                  </a:lnTo>
                  <a:cubicBezTo>
                    <a:pt x="4519" y="44685"/>
                    <a:pt x="145" y="44685"/>
                    <a:pt x="145" y="49284"/>
                  </a:cubicBezTo>
                  <a:cubicBezTo>
                    <a:pt x="145" y="53883"/>
                    <a:pt x="4519" y="53883"/>
                    <a:pt x="7742" y="53883"/>
                  </a:cubicBezTo>
                  <a:lnTo>
                    <a:pt x="145649" y="53883"/>
                  </a:lnTo>
                  <a:close/>
                </a:path>
              </a:pathLst>
            </a:custGeom>
            <a:solidFill>
              <a:srgbClr val="000000"/>
            </a:solidFill>
            <a:ln w="23082" cap="flat">
              <a:noFill/>
              <a:prstDash val="solid"/>
              <a:miter/>
            </a:ln>
          </p:spPr>
          <p:txBody>
            <a:bodyPr rtlCol="0" anchor="ctr"/>
            <a:lstStyle/>
            <a:p>
              <a:endParaRPr lang="en-GB" noProof="0"/>
            </a:p>
          </p:txBody>
        </p:sp>
        <p:sp>
          <p:nvSpPr>
            <p:cNvPr id="39" name="Freeform: Shape 38">
              <a:extLst>
                <a:ext uri="{FF2B5EF4-FFF2-40B4-BE49-F238E27FC236}">
                  <a16:creationId xmlns:a16="http://schemas.microsoft.com/office/drawing/2014/main" id="{A146223E-8482-689A-6B54-7674D6DA7D70}"/>
                </a:ext>
              </a:extLst>
            </p:cNvPr>
            <p:cNvSpPr/>
            <p:nvPr>
              <p:custDataLst>
                <p:tags r:id="rId159"/>
              </p:custDataLst>
            </p:nvPr>
          </p:nvSpPr>
          <p:spPr>
            <a:xfrm>
              <a:off x="1991154" y="2329047"/>
              <a:ext cx="61440" cy="123854"/>
            </a:xfrm>
            <a:custGeom>
              <a:avLst/>
              <a:gdLst>
                <a:gd name="connsiteX0" fmla="*/ 47352 w 75975"/>
                <a:gd name="connsiteY0" fmla="*/ 6051 h 153154"/>
                <a:gd name="connsiteX1" fmla="*/ 42057 w 75975"/>
                <a:gd name="connsiteY1" fmla="*/ 72 h 153154"/>
                <a:gd name="connsiteX2" fmla="*/ 155 w 75975"/>
                <a:gd name="connsiteY2" fmla="*/ 14790 h 153154"/>
                <a:gd name="connsiteX3" fmla="*/ 155 w 75975"/>
                <a:gd name="connsiteY3" fmla="*/ 21918 h 153154"/>
                <a:gd name="connsiteX4" fmla="*/ 30315 w 75975"/>
                <a:gd name="connsiteY4" fmla="*/ 15939 h 153154"/>
                <a:gd name="connsiteX5" fmla="*/ 30315 w 75975"/>
                <a:gd name="connsiteY5" fmla="*/ 135059 h 153154"/>
                <a:gd name="connsiteX6" fmla="*/ 8904 w 75975"/>
                <a:gd name="connsiteY6" fmla="*/ 146098 h 153154"/>
                <a:gd name="connsiteX7" fmla="*/ 1536 w 75975"/>
                <a:gd name="connsiteY7" fmla="*/ 146098 h 153154"/>
                <a:gd name="connsiteX8" fmla="*/ 1536 w 75975"/>
                <a:gd name="connsiteY8" fmla="*/ 153226 h 153154"/>
                <a:gd name="connsiteX9" fmla="*/ 38834 w 75975"/>
                <a:gd name="connsiteY9" fmla="*/ 152536 h 153154"/>
                <a:gd name="connsiteX10" fmla="*/ 76131 w 75975"/>
                <a:gd name="connsiteY10" fmla="*/ 153226 h 153154"/>
                <a:gd name="connsiteX11" fmla="*/ 76131 w 75975"/>
                <a:gd name="connsiteY11" fmla="*/ 146098 h 153154"/>
                <a:gd name="connsiteX12" fmla="*/ 68763 w 75975"/>
                <a:gd name="connsiteY12" fmla="*/ 146098 h 153154"/>
                <a:gd name="connsiteX13" fmla="*/ 47352 w 75975"/>
                <a:gd name="connsiteY13" fmla="*/ 135059 h 153154"/>
                <a:gd name="connsiteX14" fmla="*/ 47352 w 75975"/>
                <a:gd name="connsiteY14" fmla="*/ 6051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5975" h="153154">
                  <a:moveTo>
                    <a:pt x="47352" y="6051"/>
                  </a:moveTo>
                  <a:cubicBezTo>
                    <a:pt x="47352" y="532"/>
                    <a:pt x="47352" y="72"/>
                    <a:pt x="42057" y="72"/>
                  </a:cubicBezTo>
                  <a:cubicBezTo>
                    <a:pt x="27783" y="14790"/>
                    <a:pt x="7522" y="14790"/>
                    <a:pt x="155" y="14790"/>
                  </a:cubicBezTo>
                  <a:lnTo>
                    <a:pt x="155" y="21918"/>
                  </a:lnTo>
                  <a:cubicBezTo>
                    <a:pt x="4760" y="21918"/>
                    <a:pt x="18343" y="21918"/>
                    <a:pt x="30315" y="15939"/>
                  </a:cubicBezTo>
                  <a:lnTo>
                    <a:pt x="30315" y="135059"/>
                  </a:lnTo>
                  <a:cubicBezTo>
                    <a:pt x="30315" y="143338"/>
                    <a:pt x="29624" y="146098"/>
                    <a:pt x="8904" y="146098"/>
                  </a:cubicBezTo>
                  <a:lnTo>
                    <a:pt x="1536" y="146098"/>
                  </a:lnTo>
                  <a:lnTo>
                    <a:pt x="1536" y="153226"/>
                  </a:lnTo>
                  <a:cubicBezTo>
                    <a:pt x="9594" y="152536"/>
                    <a:pt x="29624" y="152536"/>
                    <a:pt x="38834" y="152536"/>
                  </a:cubicBezTo>
                  <a:cubicBezTo>
                    <a:pt x="48043" y="152536"/>
                    <a:pt x="68073" y="152536"/>
                    <a:pt x="76131" y="153226"/>
                  </a:cubicBezTo>
                  <a:lnTo>
                    <a:pt x="76131" y="146098"/>
                  </a:lnTo>
                  <a:lnTo>
                    <a:pt x="68763" y="146098"/>
                  </a:lnTo>
                  <a:cubicBezTo>
                    <a:pt x="48043" y="146098"/>
                    <a:pt x="47352" y="143568"/>
                    <a:pt x="47352" y="135059"/>
                  </a:cubicBezTo>
                  <a:lnTo>
                    <a:pt x="47352" y="6051"/>
                  </a:lnTo>
                  <a:close/>
                </a:path>
              </a:pathLst>
            </a:custGeom>
            <a:solidFill>
              <a:srgbClr val="000000"/>
            </a:solidFill>
            <a:ln w="23082" cap="flat">
              <a:noFill/>
              <a:prstDash val="solid"/>
              <a:miter/>
            </a:ln>
          </p:spPr>
          <p:txBody>
            <a:bodyPr rtlCol="0" anchor="ctr"/>
            <a:lstStyle/>
            <a:p>
              <a:endParaRPr lang="en-GB" noProof="0"/>
            </a:p>
          </p:txBody>
        </p:sp>
        <p:sp>
          <p:nvSpPr>
            <p:cNvPr id="40" name="Freeform: Shape 39">
              <a:extLst>
                <a:ext uri="{FF2B5EF4-FFF2-40B4-BE49-F238E27FC236}">
                  <a16:creationId xmlns:a16="http://schemas.microsoft.com/office/drawing/2014/main" id="{45B7A539-0984-F197-BC19-9BD72954C727}"/>
                </a:ext>
              </a:extLst>
            </p:cNvPr>
            <p:cNvSpPr/>
            <p:nvPr>
              <p:custDataLst>
                <p:tags r:id="rId160"/>
              </p:custDataLst>
            </p:nvPr>
          </p:nvSpPr>
          <p:spPr>
            <a:xfrm>
              <a:off x="2664707" y="2355268"/>
              <a:ext cx="165331" cy="102281"/>
            </a:xfrm>
            <a:custGeom>
              <a:avLst/>
              <a:gdLst>
                <a:gd name="connsiteX0" fmla="*/ 196577 w 204443"/>
                <a:gd name="connsiteY0" fmla="*/ 90217 h 126478"/>
                <a:gd name="connsiteX1" fmla="*/ 204635 w 204443"/>
                <a:gd name="connsiteY1" fmla="*/ 85618 h 126478"/>
                <a:gd name="connsiteX2" fmla="*/ 196347 w 204443"/>
                <a:gd name="connsiteY2" fmla="*/ 81019 h 126478"/>
                <a:gd name="connsiteX3" fmla="*/ 50151 w 204443"/>
                <a:gd name="connsiteY3" fmla="*/ 81019 h 126478"/>
                <a:gd name="connsiteX4" fmla="*/ 21142 w 204443"/>
                <a:gd name="connsiteY4" fmla="*/ 63311 h 126478"/>
                <a:gd name="connsiteX5" fmla="*/ 50151 w 204443"/>
                <a:gd name="connsiteY5" fmla="*/ 45604 h 126478"/>
                <a:gd name="connsiteX6" fmla="*/ 196347 w 204443"/>
                <a:gd name="connsiteY6" fmla="*/ 45604 h 126478"/>
                <a:gd name="connsiteX7" fmla="*/ 204635 w 204443"/>
                <a:gd name="connsiteY7" fmla="*/ 41005 h 126478"/>
                <a:gd name="connsiteX8" fmla="*/ 196577 w 204443"/>
                <a:gd name="connsiteY8" fmla="*/ 36406 h 126478"/>
                <a:gd name="connsiteX9" fmla="*/ 60511 w 204443"/>
                <a:gd name="connsiteY9" fmla="*/ 36406 h 126478"/>
                <a:gd name="connsiteX10" fmla="*/ 83534 w 204443"/>
                <a:gd name="connsiteY10" fmla="*/ 2602 h 126478"/>
                <a:gd name="connsiteX11" fmla="*/ 79160 w 204443"/>
                <a:gd name="connsiteY11" fmla="*/ 72 h 126478"/>
                <a:gd name="connsiteX12" fmla="*/ 74786 w 204443"/>
                <a:gd name="connsiteY12" fmla="*/ 1912 h 126478"/>
                <a:gd name="connsiteX13" fmla="*/ 48540 w 204443"/>
                <a:gd name="connsiteY13" fmla="*/ 36176 h 126478"/>
                <a:gd name="connsiteX14" fmla="*/ 5257 w 204443"/>
                <a:gd name="connsiteY14" fmla="*/ 59862 h 126478"/>
                <a:gd name="connsiteX15" fmla="*/ 652 w 204443"/>
                <a:gd name="connsiteY15" fmla="*/ 61932 h 126478"/>
                <a:gd name="connsiteX16" fmla="*/ 191 w 204443"/>
                <a:gd name="connsiteY16" fmla="*/ 63311 h 126478"/>
                <a:gd name="connsiteX17" fmla="*/ 422 w 204443"/>
                <a:gd name="connsiteY17" fmla="*/ 64691 h 126478"/>
                <a:gd name="connsiteX18" fmla="*/ 1112 w 204443"/>
                <a:gd name="connsiteY18" fmla="*/ 65151 h 126478"/>
                <a:gd name="connsiteX19" fmla="*/ 6177 w 204443"/>
                <a:gd name="connsiteY19" fmla="*/ 66991 h 126478"/>
                <a:gd name="connsiteX20" fmla="*/ 73174 w 204443"/>
                <a:gd name="connsiteY20" fmla="*/ 121722 h 126478"/>
                <a:gd name="connsiteX21" fmla="*/ 79160 w 204443"/>
                <a:gd name="connsiteY21" fmla="*/ 126551 h 126478"/>
                <a:gd name="connsiteX22" fmla="*/ 83534 w 204443"/>
                <a:gd name="connsiteY22" fmla="*/ 124021 h 126478"/>
                <a:gd name="connsiteX23" fmla="*/ 60511 w 204443"/>
                <a:gd name="connsiteY23" fmla="*/ 90217 h 126478"/>
                <a:gd name="connsiteX24" fmla="*/ 196577 w 204443"/>
                <a:gd name="connsiteY24" fmla="*/ 90217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96577" y="90217"/>
                  </a:moveTo>
                  <a:cubicBezTo>
                    <a:pt x="200491" y="90217"/>
                    <a:pt x="204635" y="90217"/>
                    <a:pt x="204635" y="85618"/>
                  </a:cubicBezTo>
                  <a:cubicBezTo>
                    <a:pt x="204635" y="81019"/>
                    <a:pt x="200491" y="81019"/>
                    <a:pt x="196347" y="81019"/>
                  </a:cubicBezTo>
                  <a:lnTo>
                    <a:pt x="50151" y="81019"/>
                  </a:lnTo>
                  <a:cubicBezTo>
                    <a:pt x="40482" y="72740"/>
                    <a:pt x="28740" y="66761"/>
                    <a:pt x="21142" y="63311"/>
                  </a:cubicBezTo>
                  <a:cubicBezTo>
                    <a:pt x="29431" y="59632"/>
                    <a:pt x="40712" y="53653"/>
                    <a:pt x="50151" y="45604"/>
                  </a:cubicBezTo>
                  <a:lnTo>
                    <a:pt x="196347" y="45604"/>
                  </a:lnTo>
                  <a:cubicBezTo>
                    <a:pt x="200491" y="45604"/>
                    <a:pt x="204635" y="45604"/>
                    <a:pt x="204635" y="41005"/>
                  </a:cubicBezTo>
                  <a:cubicBezTo>
                    <a:pt x="204635" y="36406"/>
                    <a:pt x="200491" y="36406"/>
                    <a:pt x="196577" y="36406"/>
                  </a:cubicBezTo>
                  <a:lnTo>
                    <a:pt x="60511" y="36406"/>
                  </a:lnTo>
                  <a:cubicBezTo>
                    <a:pt x="71562" y="25828"/>
                    <a:pt x="83534" y="5591"/>
                    <a:pt x="83534" y="2602"/>
                  </a:cubicBezTo>
                  <a:cubicBezTo>
                    <a:pt x="83534" y="72"/>
                    <a:pt x="80541" y="72"/>
                    <a:pt x="79160" y="72"/>
                  </a:cubicBezTo>
                  <a:cubicBezTo>
                    <a:pt x="77318" y="72"/>
                    <a:pt x="75707" y="72"/>
                    <a:pt x="74786" y="1912"/>
                  </a:cubicBezTo>
                  <a:cubicBezTo>
                    <a:pt x="69951" y="10650"/>
                    <a:pt x="63504" y="22838"/>
                    <a:pt x="48540" y="36176"/>
                  </a:cubicBezTo>
                  <a:cubicBezTo>
                    <a:pt x="32654" y="50204"/>
                    <a:pt x="17228" y="56413"/>
                    <a:pt x="5257" y="59862"/>
                  </a:cubicBezTo>
                  <a:cubicBezTo>
                    <a:pt x="1343" y="61242"/>
                    <a:pt x="1112" y="61472"/>
                    <a:pt x="652" y="61932"/>
                  </a:cubicBezTo>
                  <a:cubicBezTo>
                    <a:pt x="191" y="62162"/>
                    <a:pt x="191" y="62852"/>
                    <a:pt x="191" y="63311"/>
                  </a:cubicBezTo>
                  <a:cubicBezTo>
                    <a:pt x="191" y="63771"/>
                    <a:pt x="191" y="64231"/>
                    <a:pt x="422" y="64691"/>
                  </a:cubicBezTo>
                  <a:lnTo>
                    <a:pt x="1112" y="65151"/>
                  </a:lnTo>
                  <a:cubicBezTo>
                    <a:pt x="1573" y="65381"/>
                    <a:pt x="1803" y="65611"/>
                    <a:pt x="6177" y="66991"/>
                  </a:cubicBezTo>
                  <a:cubicBezTo>
                    <a:pt x="37258" y="76189"/>
                    <a:pt x="60281" y="97116"/>
                    <a:pt x="73174" y="121722"/>
                  </a:cubicBezTo>
                  <a:cubicBezTo>
                    <a:pt x="75707" y="126321"/>
                    <a:pt x="75937" y="126551"/>
                    <a:pt x="79160" y="126551"/>
                  </a:cubicBezTo>
                  <a:cubicBezTo>
                    <a:pt x="80541" y="126551"/>
                    <a:pt x="83534" y="126551"/>
                    <a:pt x="83534" y="124021"/>
                  </a:cubicBezTo>
                  <a:cubicBezTo>
                    <a:pt x="83534" y="121032"/>
                    <a:pt x="71793" y="101025"/>
                    <a:pt x="60511" y="90217"/>
                  </a:cubicBezTo>
                  <a:lnTo>
                    <a:pt x="196577" y="90217"/>
                  </a:lnTo>
                  <a:close/>
                </a:path>
              </a:pathLst>
            </a:custGeom>
            <a:solidFill>
              <a:srgbClr val="000000"/>
            </a:solidFill>
            <a:ln w="23082" cap="flat">
              <a:noFill/>
              <a:prstDash val="solid"/>
              <a:miter/>
            </a:ln>
          </p:spPr>
          <p:txBody>
            <a:bodyPr rtlCol="0" anchor="ctr"/>
            <a:lstStyle/>
            <a:p>
              <a:endParaRPr lang="en-GB" noProof="0"/>
            </a:p>
          </p:txBody>
        </p:sp>
        <p:sp>
          <p:nvSpPr>
            <p:cNvPr id="44" name="Freeform: Shape 43">
              <a:extLst>
                <a:ext uri="{FF2B5EF4-FFF2-40B4-BE49-F238E27FC236}">
                  <a16:creationId xmlns:a16="http://schemas.microsoft.com/office/drawing/2014/main" id="{0427DFD8-307F-3C53-190E-5D74AE966A27}"/>
                </a:ext>
              </a:extLst>
            </p:cNvPr>
            <p:cNvSpPr/>
            <p:nvPr>
              <p:custDataLst>
                <p:tags r:id="rId161"/>
              </p:custDataLst>
            </p:nvPr>
          </p:nvSpPr>
          <p:spPr>
            <a:xfrm>
              <a:off x="2819676" y="2355268"/>
              <a:ext cx="165331" cy="102281"/>
            </a:xfrm>
            <a:custGeom>
              <a:avLst/>
              <a:gdLst>
                <a:gd name="connsiteX0" fmla="*/ 154683 w 204443"/>
                <a:gd name="connsiteY0" fmla="*/ 45604 h 126478"/>
                <a:gd name="connsiteX1" fmla="*/ 183692 w 204443"/>
                <a:gd name="connsiteY1" fmla="*/ 63311 h 126478"/>
                <a:gd name="connsiteX2" fmla="*/ 154683 w 204443"/>
                <a:gd name="connsiteY2" fmla="*/ 81019 h 126478"/>
                <a:gd name="connsiteX3" fmla="*/ 8488 w 204443"/>
                <a:gd name="connsiteY3" fmla="*/ 81019 h 126478"/>
                <a:gd name="connsiteX4" fmla="*/ 200 w 204443"/>
                <a:gd name="connsiteY4" fmla="*/ 85618 h 126478"/>
                <a:gd name="connsiteX5" fmla="*/ 8258 w 204443"/>
                <a:gd name="connsiteY5" fmla="*/ 90217 h 126478"/>
                <a:gd name="connsiteX6" fmla="*/ 144323 w 204443"/>
                <a:gd name="connsiteY6" fmla="*/ 90217 h 126478"/>
                <a:gd name="connsiteX7" fmla="*/ 121300 w 204443"/>
                <a:gd name="connsiteY7" fmla="*/ 124021 h 126478"/>
                <a:gd name="connsiteX8" fmla="*/ 125675 w 204443"/>
                <a:gd name="connsiteY8" fmla="*/ 126551 h 126478"/>
                <a:gd name="connsiteX9" fmla="*/ 130049 w 204443"/>
                <a:gd name="connsiteY9" fmla="*/ 124711 h 126478"/>
                <a:gd name="connsiteX10" fmla="*/ 156295 w 204443"/>
                <a:gd name="connsiteY10" fmla="*/ 90447 h 126478"/>
                <a:gd name="connsiteX11" fmla="*/ 199578 w 204443"/>
                <a:gd name="connsiteY11" fmla="*/ 66761 h 126478"/>
                <a:gd name="connsiteX12" fmla="*/ 204183 w 204443"/>
                <a:gd name="connsiteY12" fmla="*/ 64691 h 126478"/>
                <a:gd name="connsiteX13" fmla="*/ 204643 w 204443"/>
                <a:gd name="connsiteY13" fmla="*/ 63311 h 126478"/>
                <a:gd name="connsiteX14" fmla="*/ 204413 w 204443"/>
                <a:gd name="connsiteY14" fmla="*/ 61932 h 126478"/>
                <a:gd name="connsiteX15" fmla="*/ 203722 w 204443"/>
                <a:gd name="connsiteY15" fmla="*/ 61472 h 126478"/>
                <a:gd name="connsiteX16" fmla="*/ 198657 w 204443"/>
                <a:gd name="connsiteY16" fmla="*/ 59632 h 126478"/>
                <a:gd name="connsiteX17" fmla="*/ 131661 w 204443"/>
                <a:gd name="connsiteY17" fmla="*/ 4901 h 126478"/>
                <a:gd name="connsiteX18" fmla="*/ 125675 w 204443"/>
                <a:gd name="connsiteY18" fmla="*/ 72 h 126478"/>
                <a:gd name="connsiteX19" fmla="*/ 121300 w 204443"/>
                <a:gd name="connsiteY19" fmla="*/ 2602 h 126478"/>
                <a:gd name="connsiteX20" fmla="*/ 144323 w 204443"/>
                <a:gd name="connsiteY20" fmla="*/ 36406 h 126478"/>
                <a:gd name="connsiteX21" fmla="*/ 8258 w 204443"/>
                <a:gd name="connsiteY21" fmla="*/ 36406 h 126478"/>
                <a:gd name="connsiteX22" fmla="*/ 200 w 204443"/>
                <a:gd name="connsiteY22" fmla="*/ 41005 h 126478"/>
                <a:gd name="connsiteX23" fmla="*/ 8488 w 204443"/>
                <a:gd name="connsiteY23" fmla="*/ 45604 h 126478"/>
                <a:gd name="connsiteX24" fmla="*/ 154683 w 204443"/>
                <a:gd name="connsiteY24" fmla="*/ 45604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54683" y="45604"/>
                  </a:moveTo>
                  <a:cubicBezTo>
                    <a:pt x="164353" y="53883"/>
                    <a:pt x="176095" y="59862"/>
                    <a:pt x="183692" y="63311"/>
                  </a:cubicBezTo>
                  <a:cubicBezTo>
                    <a:pt x="175404" y="66991"/>
                    <a:pt x="164123" y="72970"/>
                    <a:pt x="154683" y="81019"/>
                  </a:cubicBezTo>
                  <a:lnTo>
                    <a:pt x="8488" y="81019"/>
                  </a:lnTo>
                  <a:cubicBezTo>
                    <a:pt x="4574" y="81019"/>
                    <a:pt x="200" y="81019"/>
                    <a:pt x="200" y="85618"/>
                  </a:cubicBezTo>
                  <a:cubicBezTo>
                    <a:pt x="200" y="90217"/>
                    <a:pt x="4344" y="90217"/>
                    <a:pt x="8258" y="90217"/>
                  </a:cubicBezTo>
                  <a:lnTo>
                    <a:pt x="144323" y="90217"/>
                  </a:lnTo>
                  <a:cubicBezTo>
                    <a:pt x="133272" y="100795"/>
                    <a:pt x="121300" y="121032"/>
                    <a:pt x="121300" y="124021"/>
                  </a:cubicBezTo>
                  <a:cubicBezTo>
                    <a:pt x="121300" y="126551"/>
                    <a:pt x="124293" y="126551"/>
                    <a:pt x="125675" y="126551"/>
                  </a:cubicBezTo>
                  <a:cubicBezTo>
                    <a:pt x="127516" y="126551"/>
                    <a:pt x="129128" y="126551"/>
                    <a:pt x="130049" y="124711"/>
                  </a:cubicBezTo>
                  <a:cubicBezTo>
                    <a:pt x="134884" y="115973"/>
                    <a:pt x="141330" y="103785"/>
                    <a:pt x="156295" y="90447"/>
                  </a:cubicBezTo>
                  <a:cubicBezTo>
                    <a:pt x="172181" y="76419"/>
                    <a:pt x="187606" y="70210"/>
                    <a:pt x="199578" y="66761"/>
                  </a:cubicBezTo>
                  <a:cubicBezTo>
                    <a:pt x="203492" y="65381"/>
                    <a:pt x="203722" y="65151"/>
                    <a:pt x="204183" y="64691"/>
                  </a:cubicBezTo>
                  <a:cubicBezTo>
                    <a:pt x="204643" y="64461"/>
                    <a:pt x="204643" y="63771"/>
                    <a:pt x="204643" y="63311"/>
                  </a:cubicBezTo>
                  <a:cubicBezTo>
                    <a:pt x="204643" y="62852"/>
                    <a:pt x="204643" y="62392"/>
                    <a:pt x="204413" y="61932"/>
                  </a:cubicBezTo>
                  <a:lnTo>
                    <a:pt x="203722" y="61472"/>
                  </a:lnTo>
                  <a:cubicBezTo>
                    <a:pt x="203262" y="61242"/>
                    <a:pt x="203031" y="61012"/>
                    <a:pt x="198657" y="59632"/>
                  </a:cubicBezTo>
                  <a:cubicBezTo>
                    <a:pt x="167576" y="50434"/>
                    <a:pt x="144553" y="29507"/>
                    <a:pt x="131661" y="4901"/>
                  </a:cubicBezTo>
                  <a:cubicBezTo>
                    <a:pt x="129128" y="302"/>
                    <a:pt x="128898" y="72"/>
                    <a:pt x="125675" y="72"/>
                  </a:cubicBezTo>
                  <a:cubicBezTo>
                    <a:pt x="124293" y="72"/>
                    <a:pt x="121300" y="72"/>
                    <a:pt x="121300" y="2602"/>
                  </a:cubicBezTo>
                  <a:cubicBezTo>
                    <a:pt x="121300" y="5591"/>
                    <a:pt x="133042" y="25598"/>
                    <a:pt x="144323" y="36406"/>
                  </a:cubicBezTo>
                  <a:lnTo>
                    <a:pt x="8258" y="36406"/>
                  </a:lnTo>
                  <a:cubicBezTo>
                    <a:pt x="4344" y="36406"/>
                    <a:pt x="200" y="36406"/>
                    <a:pt x="200" y="41005"/>
                  </a:cubicBezTo>
                  <a:cubicBezTo>
                    <a:pt x="200" y="45604"/>
                    <a:pt x="4574" y="45604"/>
                    <a:pt x="8488" y="45604"/>
                  </a:cubicBezTo>
                  <a:lnTo>
                    <a:pt x="154683" y="45604"/>
                  </a:lnTo>
                  <a:close/>
                </a:path>
              </a:pathLst>
            </a:custGeom>
            <a:solidFill>
              <a:srgbClr val="000000"/>
            </a:solidFill>
            <a:ln w="23082" cap="flat">
              <a:noFill/>
              <a:prstDash val="solid"/>
              <a:miter/>
            </a:ln>
          </p:spPr>
          <p:txBody>
            <a:bodyPr rtlCol="0" anchor="ctr"/>
            <a:lstStyle/>
            <a:p>
              <a:endParaRPr lang="en-GB" noProof="0"/>
            </a:p>
          </p:txBody>
        </p:sp>
        <p:sp>
          <p:nvSpPr>
            <p:cNvPr id="45" name="Freeform: Shape 44">
              <a:extLst>
                <a:ext uri="{FF2B5EF4-FFF2-40B4-BE49-F238E27FC236}">
                  <a16:creationId xmlns:a16="http://schemas.microsoft.com/office/drawing/2014/main" id="{B860F4BF-D175-5453-9C54-7C24AD8C28A2}"/>
                </a:ext>
              </a:extLst>
            </p:cNvPr>
            <p:cNvSpPr/>
            <p:nvPr>
              <p:custDataLst>
                <p:tags r:id="rId162"/>
              </p:custDataLst>
            </p:nvPr>
          </p:nvSpPr>
          <p:spPr>
            <a:xfrm>
              <a:off x="3104638" y="2370703"/>
              <a:ext cx="100912" cy="122366"/>
            </a:xfrm>
            <a:custGeom>
              <a:avLst/>
              <a:gdLst>
                <a:gd name="connsiteX0" fmla="*/ 46491 w 124784"/>
                <a:gd name="connsiteY0" fmla="*/ 20999 h 151314"/>
                <a:gd name="connsiteX1" fmla="*/ 49945 w 124784"/>
                <a:gd name="connsiteY1" fmla="*/ 6281 h 151314"/>
                <a:gd name="connsiteX2" fmla="*/ 43268 w 124784"/>
                <a:gd name="connsiteY2" fmla="*/ 72 h 151314"/>
                <a:gd name="connsiteX3" fmla="*/ 34059 w 124784"/>
                <a:gd name="connsiteY3" fmla="*/ 8351 h 151314"/>
                <a:gd name="connsiteX4" fmla="*/ 906 w 124784"/>
                <a:gd name="connsiteY4" fmla="*/ 141498 h 151314"/>
                <a:gd name="connsiteX5" fmla="*/ 215 w 124784"/>
                <a:gd name="connsiteY5" fmla="*/ 145178 h 151314"/>
                <a:gd name="connsiteX6" fmla="*/ 6662 w 124784"/>
                <a:gd name="connsiteY6" fmla="*/ 151387 h 151314"/>
                <a:gd name="connsiteX7" fmla="*/ 14720 w 124784"/>
                <a:gd name="connsiteY7" fmla="*/ 146557 h 151314"/>
                <a:gd name="connsiteX8" fmla="*/ 27382 w 124784"/>
                <a:gd name="connsiteY8" fmla="*/ 97116 h 151314"/>
                <a:gd name="connsiteX9" fmla="*/ 49715 w 124784"/>
                <a:gd name="connsiteY9" fmla="*/ 104245 h 151314"/>
                <a:gd name="connsiteX10" fmla="*/ 80335 w 124784"/>
                <a:gd name="connsiteY10" fmla="*/ 87457 h 151314"/>
                <a:gd name="connsiteX11" fmla="*/ 101056 w 124784"/>
                <a:gd name="connsiteY11" fmla="*/ 104245 h 151314"/>
                <a:gd name="connsiteX12" fmla="*/ 118093 w 124784"/>
                <a:gd name="connsiteY12" fmla="*/ 91597 h 151314"/>
                <a:gd name="connsiteX13" fmla="*/ 124999 w 124784"/>
                <a:gd name="connsiteY13" fmla="*/ 68831 h 151314"/>
                <a:gd name="connsiteX14" fmla="*/ 122237 w 124784"/>
                <a:gd name="connsiteY14" fmla="*/ 66531 h 151314"/>
                <a:gd name="connsiteX15" fmla="*/ 119013 w 124784"/>
                <a:gd name="connsiteY15" fmla="*/ 70670 h 151314"/>
                <a:gd name="connsiteX16" fmla="*/ 101516 w 124784"/>
                <a:gd name="connsiteY16" fmla="*/ 99185 h 151314"/>
                <a:gd name="connsiteX17" fmla="*/ 94609 w 124784"/>
                <a:gd name="connsiteY17" fmla="*/ 88607 h 151314"/>
                <a:gd name="connsiteX18" fmla="*/ 99214 w 124784"/>
                <a:gd name="connsiteY18" fmla="*/ 64691 h 151314"/>
                <a:gd name="connsiteX19" fmla="*/ 105660 w 124784"/>
                <a:gd name="connsiteY19" fmla="*/ 39855 h 151314"/>
                <a:gd name="connsiteX20" fmla="*/ 109574 w 124784"/>
                <a:gd name="connsiteY20" fmla="*/ 24218 h 151314"/>
                <a:gd name="connsiteX21" fmla="*/ 113027 w 124784"/>
                <a:gd name="connsiteY21" fmla="*/ 8811 h 151314"/>
                <a:gd name="connsiteX22" fmla="*/ 106351 w 124784"/>
                <a:gd name="connsiteY22" fmla="*/ 2602 h 151314"/>
                <a:gd name="connsiteX23" fmla="*/ 97372 w 124784"/>
                <a:gd name="connsiteY23" fmla="*/ 10650 h 151314"/>
                <a:gd name="connsiteX24" fmla="*/ 86551 w 124784"/>
                <a:gd name="connsiteY24" fmla="*/ 53653 h 151314"/>
                <a:gd name="connsiteX25" fmla="*/ 80565 w 124784"/>
                <a:gd name="connsiteY25" fmla="*/ 77109 h 151314"/>
                <a:gd name="connsiteX26" fmla="*/ 50635 w 124784"/>
                <a:gd name="connsiteY26" fmla="*/ 99185 h 151314"/>
                <a:gd name="connsiteX27" fmla="*/ 33598 w 124784"/>
                <a:gd name="connsiteY27" fmla="*/ 79179 h 151314"/>
                <a:gd name="connsiteX28" fmla="*/ 36822 w 124784"/>
                <a:gd name="connsiteY28" fmla="*/ 59632 h 151314"/>
                <a:gd name="connsiteX29" fmla="*/ 46491 w 124784"/>
                <a:gd name="connsiteY29" fmla="*/ 20999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491" y="20999"/>
                  </a:moveTo>
                  <a:cubicBezTo>
                    <a:pt x="47642" y="16169"/>
                    <a:pt x="49945" y="7431"/>
                    <a:pt x="49945" y="6281"/>
                  </a:cubicBezTo>
                  <a:cubicBezTo>
                    <a:pt x="49945" y="2372"/>
                    <a:pt x="47182" y="72"/>
                    <a:pt x="43268" y="72"/>
                  </a:cubicBezTo>
                  <a:cubicBezTo>
                    <a:pt x="42577" y="72"/>
                    <a:pt x="36131" y="302"/>
                    <a:pt x="34059" y="8351"/>
                  </a:cubicBezTo>
                  <a:lnTo>
                    <a:pt x="906" y="141498"/>
                  </a:lnTo>
                  <a:cubicBezTo>
                    <a:pt x="215" y="144258"/>
                    <a:pt x="215" y="144718"/>
                    <a:pt x="215" y="145178"/>
                  </a:cubicBezTo>
                  <a:cubicBezTo>
                    <a:pt x="215" y="148627"/>
                    <a:pt x="2748" y="151387"/>
                    <a:pt x="6662" y="151387"/>
                  </a:cubicBezTo>
                  <a:cubicBezTo>
                    <a:pt x="11497" y="151387"/>
                    <a:pt x="14259" y="147247"/>
                    <a:pt x="14720" y="146557"/>
                  </a:cubicBezTo>
                  <a:cubicBezTo>
                    <a:pt x="15641" y="144488"/>
                    <a:pt x="18634" y="132530"/>
                    <a:pt x="27382" y="97116"/>
                  </a:cubicBezTo>
                  <a:cubicBezTo>
                    <a:pt x="34750" y="103325"/>
                    <a:pt x="45110" y="104245"/>
                    <a:pt x="49715" y="104245"/>
                  </a:cubicBezTo>
                  <a:cubicBezTo>
                    <a:pt x="65831" y="104245"/>
                    <a:pt x="74809" y="93896"/>
                    <a:pt x="80335" y="87457"/>
                  </a:cubicBezTo>
                  <a:cubicBezTo>
                    <a:pt x="82407" y="97806"/>
                    <a:pt x="90925" y="104245"/>
                    <a:pt x="101056" y="104245"/>
                  </a:cubicBezTo>
                  <a:cubicBezTo>
                    <a:pt x="109114" y="104245"/>
                    <a:pt x="114409" y="98955"/>
                    <a:pt x="118093" y="91597"/>
                  </a:cubicBezTo>
                  <a:cubicBezTo>
                    <a:pt x="122006" y="83318"/>
                    <a:pt x="124999" y="69291"/>
                    <a:pt x="124999" y="68831"/>
                  </a:cubicBezTo>
                  <a:cubicBezTo>
                    <a:pt x="124999" y="66531"/>
                    <a:pt x="122927" y="66531"/>
                    <a:pt x="122237" y="66531"/>
                  </a:cubicBezTo>
                  <a:cubicBezTo>
                    <a:pt x="119934" y="66531"/>
                    <a:pt x="119704" y="67451"/>
                    <a:pt x="119013" y="70670"/>
                  </a:cubicBezTo>
                  <a:cubicBezTo>
                    <a:pt x="115100" y="85618"/>
                    <a:pt x="110955" y="99185"/>
                    <a:pt x="101516" y="99185"/>
                  </a:cubicBezTo>
                  <a:cubicBezTo>
                    <a:pt x="95300" y="99185"/>
                    <a:pt x="94609" y="93206"/>
                    <a:pt x="94609" y="88607"/>
                  </a:cubicBezTo>
                  <a:cubicBezTo>
                    <a:pt x="94609" y="83548"/>
                    <a:pt x="97372" y="72740"/>
                    <a:pt x="99214" y="64691"/>
                  </a:cubicBezTo>
                  <a:lnTo>
                    <a:pt x="105660" y="39855"/>
                  </a:lnTo>
                  <a:cubicBezTo>
                    <a:pt x="106351" y="36406"/>
                    <a:pt x="108653" y="27668"/>
                    <a:pt x="109574" y="24218"/>
                  </a:cubicBezTo>
                  <a:cubicBezTo>
                    <a:pt x="110725" y="18929"/>
                    <a:pt x="113027" y="10190"/>
                    <a:pt x="113027" y="8811"/>
                  </a:cubicBezTo>
                  <a:cubicBezTo>
                    <a:pt x="113027" y="4671"/>
                    <a:pt x="109804" y="2602"/>
                    <a:pt x="106351" y="2602"/>
                  </a:cubicBezTo>
                  <a:cubicBezTo>
                    <a:pt x="105200" y="2602"/>
                    <a:pt x="99214" y="2832"/>
                    <a:pt x="97372" y="10650"/>
                  </a:cubicBezTo>
                  <a:lnTo>
                    <a:pt x="86551" y="53653"/>
                  </a:lnTo>
                  <a:cubicBezTo>
                    <a:pt x="83788" y="65151"/>
                    <a:pt x="81256" y="74810"/>
                    <a:pt x="80565" y="77109"/>
                  </a:cubicBezTo>
                  <a:cubicBezTo>
                    <a:pt x="80335" y="78259"/>
                    <a:pt x="69284" y="99185"/>
                    <a:pt x="50635" y="99185"/>
                  </a:cubicBezTo>
                  <a:cubicBezTo>
                    <a:pt x="39124" y="99185"/>
                    <a:pt x="33598" y="91597"/>
                    <a:pt x="33598" y="79179"/>
                  </a:cubicBezTo>
                  <a:cubicBezTo>
                    <a:pt x="33598" y="72510"/>
                    <a:pt x="35210" y="66071"/>
                    <a:pt x="36822" y="59632"/>
                  </a:cubicBezTo>
                  <a:lnTo>
                    <a:pt x="46491" y="20999"/>
                  </a:lnTo>
                  <a:close/>
                </a:path>
              </a:pathLst>
            </a:custGeom>
            <a:solidFill>
              <a:srgbClr val="FF0000"/>
            </a:solidFill>
            <a:ln w="23082" cap="flat">
              <a:noFill/>
              <a:prstDash val="solid"/>
              <a:miter/>
            </a:ln>
          </p:spPr>
          <p:txBody>
            <a:bodyPr rtlCol="0" anchor="ctr"/>
            <a:lstStyle/>
            <a:p>
              <a:endParaRPr lang="en-GB" noProof="0"/>
            </a:p>
          </p:txBody>
        </p:sp>
        <p:sp>
          <p:nvSpPr>
            <p:cNvPr id="46" name="Freeform: Shape 45">
              <a:extLst>
                <a:ext uri="{FF2B5EF4-FFF2-40B4-BE49-F238E27FC236}">
                  <a16:creationId xmlns:a16="http://schemas.microsoft.com/office/drawing/2014/main" id="{AB45F97E-90F6-AD70-7910-83F49B738E49}"/>
                </a:ext>
              </a:extLst>
            </p:cNvPr>
            <p:cNvSpPr/>
            <p:nvPr>
              <p:custDataLst>
                <p:tags r:id="rId163"/>
              </p:custDataLst>
            </p:nvPr>
          </p:nvSpPr>
          <p:spPr>
            <a:xfrm>
              <a:off x="3218015" y="2394358"/>
              <a:ext cx="60472" cy="89041"/>
            </a:xfrm>
            <a:custGeom>
              <a:avLst/>
              <a:gdLst>
                <a:gd name="connsiteX0" fmla="*/ 75000 w 74778"/>
                <a:gd name="connsiteY0" fmla="*/ 55609 h 110105"/>
                <a:gd name="connsiteX1" fmla="*/ 65491 w 74778"/>
                <a:gd name="connsiteY1" fmla="*/ 13917 h 110105"/>
                <a:gd name="connsiteX2" fmla="*/ 37610 w 74778"/>
                <a:gd name="connsiteY2" fmla="*/ 74 h 110105"/>
                <a:gd name="connsiteX3" fmla="*/ 221 w 74778"/>
                <a:gd name="connsiteY3" fmla="*/ 55609 h 110105"/>
                <a:gd name="connsiteX4" fmla="*/ 37610 w 74778"/>
                <a:gd name="connsiteY4" fmla="*/ 110179 h 110105"/>
                <a:gd name="connsiteX5" fmla="*/ 75000 w 74778"/>
                <a:gd name="connsiteY5" fmla="*/ 55609 h 110105"/>
                <a:gd name="connsiteX6" fmla="*/ 37610 w 74778"/>
                <a:gd name="connsiteY6" fmla="*/ 105672 h 110105"/>
                <a:gd name="connsiteX7" fmla="*/ 17143 w 74778"/>
                <a:gd name="connsiteY7" fmla="*/ 88126 h 110105"/>
                <a:gd name="connsiteX8" fmla="*/ 14887 w 74778"/>
                <a:gd name="connsiteY8" fmla="*/ 53517 h 110105"/>
                <a:gd name="connsiteX9" fmla="*/ 17304 w 74778"/>
                <a:gd name="connsiteY9" fmla="*/ 20678 h 110105"/>
                <a:gd name="connsiteX10" fmla="*/ 37610 w 74778"/>
                <a:gd name="connsiteY10" fmla="*/ 4581 h 110105"/>
                <a:gd name="connsiteX11" fmla="*/ 57594 w 74778"/>
                <a:gd name="connsiteY11" fmla="*/ 19229 h 110105"/>
                <a:gd name="connsiteX12" fmla="*/ 60334 w 74778"/>
                <a:gd name="connsiteY12" fmla="*/ 53517 h 110105"/>
                <a:gd name="connsiteX13" fmla="*/ 58239 w 74778"/>
                <a:gd name="connsiteY13" fmla="*/ 87482 h 110105"/>
                <a:gd name="connsiteX14" fmla="*/ 37610 w 74778"/>
                <a:gd name="connsiteY14" fmla="*/ 105672 h 110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778" h="110105">
                  <a:moveTo>
                    <a:pt x="75000" y="55609"/>
                  </a:moveTo>
                  <a:cubicBezTo>
                    <a:pt x="75000" y="37902"/>
                    <a:pt x="72905" y="25185"/>
                    <a:pt x="65491" y="13917"/>
                  </a:cubicBezTo>
                  <a:cubicBezTo>
                    <a:pt x="60495" y="6513"/>
                    <a:pt x="50503" y="74"/>
                    <a:pt x="37610" y="74"/>
                  </a:cubicBezTo>
                  <a:cubicBezTo>
                    <a:pt x="221" y="74"/>
                    <a:pt x="221" y="44019"/>
                    <a:pt x="221" y="55609"/>
                  </a:cubicBezTo>
                  <a:cubicBezTo>
                    <a:pt x="221" y="67199"/>
                    <a:pt x="221" y="110179"/>
                    <a:pt x="37610" y="110179"/>
                  </a:cubicBezTo>
                  <a:cubicBezTo>
                    <a:pt x="75000" y="110179"/>
                    <a:pt x="75000" y="67199"/>
                    <a:pt x="75000" y="55609"/>
                  </a:cubicBezTo>
                  <a:close/>
                  <a:moveTo>
                    <a:pt x="37610" y="105672"/>
                  </a:moveTo>
                  <a:cubicBezTo>
                    <a:pt x="30197" y="105672"/>
                    <a:pt x="20366" y="101326"/>
                    <a:pt x="17143" y="88126"/>
                  </a:cubicBezTo>
                  <a:cubicBezTo>
                    <a:pt x="14887" y="78628"/>
                    <a:pt x="14887" y="65429"/>
                    <a:pt x="14887" y="53517"/>
                  </a:cubicBezTo>
                  <a:cubicBezTo>
                    <a:pt x="14887" y="41766"/>
                    <a:pt x="14887" y="29532"/>
                    <a:pt x="17304" y="20678"/>
                  </a:cubicBezTo>
                  <a:cubicBezTo>
                    <a:pt x="20689" y="7961"/>
                    <a:pt x="31003" y="4581"/>
                    <a:pt x="37610" y="4581"/>
                  </a:cubicBezTo>
                  <a:cubicBezTo>
                    <a:pt x="46313" y="4581"/>
                    <a:pt x="54693" y="9893"/>
                    <a:pt x="57594" y="19229"/>
                  </a:cubicBezTo>
                  <a:cubicBezTo>
                    <a:pt x="60173" y="27922"/>
                    <a:pt x="60334" y="39512"/>
                    <a:pt x="60334" y="53517"/>
                  </a:cubicBezTo>
                  <a:cubicBezTo>
                    <a:pt x="60334" y="65429"/>
                    <a:pt x="60334" y="77341"/>
                    <a:pt x="58239" y="87482"/>
                  </a:cubicBezTo>
                  <a:cubicBezTo>
                    <a:pt x="55016" y="102130"/>
                    <a:pt x="44057" y="105672"/>
                    <a:pt x="37610" y="105672"/>
                  </a:cubicBezTo>
                  <a:close/>
                </a:path>
              </a:pathLst>
            </a:custGeom>
            <a:solidFill>
              <a:srgbClr val="FF0000"/>
            </a:solidFill>
            <a:ln w="23082" cap="flat">
              <a:noFill/>
              <a:prstDash val="solid"/>
              <a:miter/>
            </a:ln>
          </p:spPr>
          <p:txBody>
            <a:bodyPr rtlCol="0" anchor="ctr"/>
            <a:lstStyle/>
            <a:p>
              <a:endParaRPr lang="en-GB" noProof="0"/>
            </a:p>
          </p:txBody>
        </p:sp>
        <p:sp>
          <p:nvSpPr>
            <p:cNvPr id="47" name="Freeform: Shape 46">
              <a:extLst>
                <a:ext uri="{FF2B5EF4-FFF2-40B4-BE49-F238E27FC236}">
                  <a16:creationId xmlns:a16="http://schemas.microsoft.com/office/drawing/2014/main" id="{4FA5BD55-B82B-BFC1-F019-99183DA1FE82}"/>
                </a:ext>
              </a:extLst>
            </p:cNvPr>
            <p:cNvSpPr/>
            <p:nvPr>
              <p:custDataLst>
                <p:tags r:id="rId164"/>
              </p:custDataLst>
            </p:nvPr>
          </p:nvSpPr>
          <p:spPr>
            <a:xfrm>
              <a:off x="3361932" y="2334626"/>
              <a:ext cx="113758" cy="143753"/>
            </a:xfrm>
            <a:custGeom>
              <a:avLst/>
              <a:gdLst>
                <a:gd name="connsiteX0" fmla="*/ 136524 w 140669"/>
                <a:gd name="connsiteY0" fmla="*/ 9731 h 177760"/>
                <a:gd name="connsiteX1" fmla="*/ 140898 w 140669"/>
                <a:gd name="connsiteY1" fmla="*/ 4671 h 177760"/>
                <a:gd name="connsiteX2" fmla="*/ 136294 w 140669"/>
                <a:gd name="connsiteY2" fmla="*/ 72 h 177760"/>
                <a:gd name="connsiteX3" fmla="*/ 132150 w 140669"/>
                <a:gd name="connsiteY3" fmla="*/ 1452 h 177760"/>
                <a:gd name="connsiteX4" fmla="*/ 4833 w 140669"/>
                <a:gd name="connsiteY4" fmla="*/ 61472 h 177760"/>
                <a:gd name="connsiteX5" fmla="*/ 229 w 140669"/>
                <a:gd name="connsiteY5" fmla="*/ 66761 h 177760"/>
                <a:gd name="connsiteX6" fmla="*/ 4833 w 140669"/>
                <a:gd name="connsiteY6" fmla="*/ 71820 h 177760"/>
                <a:gd name="connsiteX7" fmla="*/ 132150 w 140669"/>
                <a:gd name="connsiteY7" fmla="*/ 131610 h 177760"/>
                <a:gd name="connsiteX8" fmla="*/ 136294 w 140669"/>
                <a:gd name="connsiteY8" fmla="*/ 133220 h 177760"/>
                <a:gd name="connsiteX9" fmla="*/ 140898 w 140669"/>
                <a:gd name="connsiteY9" fmla="*/ 128621 h 177760"/>
                <a:gd name="connsiteX10" fmla="*/ 136064 w 140669"/>
                <a:gd name="connsiteY10" fmla="*/ 123331 h 177760"/>
                <a:gd name="connsiteX11" fmla="*/ 15654 w 140669"/>
                <a:gd name="connsiteY11" fmla="*/ 66761 h 177760"/>
                <a:gd name="connsiteX12" fmla="*/ 136524 w 140669"/>
                <a:gd name="connsiteY12" fmla="*/ 9731 h 177760"/>
                <a:gd name="connsiteX13" fmla="*/ 132840 w 140669"/>
                <a:gd name="connsiteY13" fmla="*/ 177832 h 177760"/>
                <a:gd name="connsiteX14" fmla="*/ 140898 w 140669"/>
                <a:gd name="connsiteY14" fmla="*/ 173233 h 177760"/>
                <a:gd name="connsiteX15" fmla="*/ 132610 w 140669"/>
                <a:gd name="connsiteY15" fmla="*/ 168634 h 177760"/>
                <a:gd name="connsiteX16" fmla="*/ 8517 w 140669"/>
                <a:gd name="connsiteY16" fmla="*/ 168634 h 177760"/>
                <a:gd name="connsiteX17" fmla="*/ 229 w 140669"/>
                <a:gd name="connsiteY17" fmla="*/ 173233 h 177760"/>
                <a:gd name="connsiteX18" fmla="*/ 8287 w 140669"/>
                <a:gd name="connsiteY18" fmla="*/ 177832 h 177760"/>
                <a:gd name="connsiteX19" fmla="*/ 132840 w 140669"/>
                <a:gd name="connsiteY19" fmla="*/ 177832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24" y="9731"/>
                  </a:moveTo>
                  <a:cubicBezTo>
                    <a:pt x="139057" y="8581"/>
                    <a:pt x="140898" y="7431"/>
                    <a:pt x="140898" y="4671"/>
                  </a:cubicBezTo>
                  <a:cubicBezTo>
                    <a:pt x="140898" y="2142"/>
                    <a:pt x="139057" y="72"/>
                    <a:pt x="136294" y="72"/>
                  </a:cubicBezTo>
                  <a:cubicBezTo>
                    <a:pt x="135143" y="72"/>
                    <a:pt x="133071" y="992"/>
                    <a:pt x="132150" y="1452"/>
                  </a:cubicBezTo>
                  <a:lnTo>
                    <a:pt x="4833" y="61472"/>
                  </a:lnTo>
                  <a:cubicBezTo>
                    <a:pt x="919" y="63311"/>
                    <a:pt x="229" y="64921"/>
                    <a:pt x="229" y="66761"/>
                  </a:cubicBezTo>
                  <a:cubicBezTo>
                    <a:pt x="229" y="68831"/>
                    <a:pt x="1610" y="70440"/>
                    <a:pt x="4833" y="71820"/>
                  </a:cubicBezTo>
                  <a:lnTo>
                    <a:pt x="132150" y="131610"/>
                  </a:lnTo>
                  <a:cubicBezTo>
                    <a:pt x="135143" y="133220"/>
                    <a:pt x="135603" y="133220"/>
                    <a:pt x="136294" y="133220"/>
                  </a:cubicBezTo>
                  <a:cubicBezTo>
                    <a:pt x="138826" y="133220"/>
                    <a:pt x="140898" y="131150"/>
                    <a:pt x="140898" y="128621"/>
                  </a:cubicBezTo>
                  <a:cubicBezTo>
                    <a:pt x="140898" y="126551"/>
                    <a:pt x="139977" y="125171"/>
                    <a:pt x="136064" y="123331"/>
                  </a:cubicBezTo>
                  <a:lnTo>
                    <a:pt x="15654" y="66761"/>
                  </a:lnTo>
                  <a:lnTo>
                    <a:pt x="136524" y="9731"/>
                  </a:lnTo>
                  <a:close/>
                  <a:moveTo>
                    <a:pt x="132840" y="177832"/>
                  </a:moveTo>
                  <a:cubicBezTo>
                    <a:pt x="136754" y="177832"/>
                    <a:pt x="140898" y="177832"/>
                    <a:pt x="140898" y="173233"/>
                  </a:cubicBezTo>
                  <a:cubicBezTo>
                    <a:pt x="140898" y="168634"/>
                    <a:pt x="136064" y="168634"/>
                    <a:pt x="132610" y="168634"/>
                  </a:cubicBezTo>
                  <a:lnTo>
                    <a:pt x="8517" y="168634"/>
                  </a:lnTo>
                  <a:cubicBezTo>
                    <a:pt x="5063" y="168634"/>
                    <a:pt x="229" y="168634"/>
                    <a:pt x="229" y="173233"/>
                  </a:cubicBezTo>
                  <a:cubicBezTo>
                    <a:pt x="229" y="177832"/>
                    <a:pt x="4373" y="177832"/>
                    <a:pt x="8287" y="177832"/>
                  </a:cubicBezTo>
                  <a:lnTo>
                    <a:pt x="132840" y="177832"/>
                  </a:lnTo>
                  <a:close/>
                </a:path>
              </a:pathLst>
            </a:custGeom>
            <a:solidFill>
              <a:srgbClr val="000000"/>
            </a:solidFill>
            <a:ln w="23082" cap="flat">
              <a:noFill/>
              <a:prstDash val="solid"/>
              <a:miter/>
            </a:ln>
          </p:spPr>
          <p:txBody>
            <a:bodyPr rtlCol="0" anchor="ctr"/>
            <a:lstStyle/>
            <a:p>
              <a:endParaRPr lang="en-GB" noProof="0"/>
            </a:p>
          </p:txBody>
        </p:sp>
        <p:sp>
          <p:nvSpPr>
            <p:cNvPr id="48" name="Freeform: Shape 47">
              <a:extLst>
                <a:ext uri="{FF2B5EF4-FFF2-40B4-BE49-F238E27FC236}">
                  <a16:creationId xmlns:a16="http://schemas.microsoft.com/office/drawing/2014/main" id="{E0BCF077-25A1-FA86-5814-C5E291400D57}"/>
                </a:ext>
              </a:extLst>
            </p:cNvPr>
            <p:cNvSpPr/>
            <p:nvPr>
              <p:custDataLst>
                <p:tags r:id="rId165"/>
              </p:custDataLst>
            </p:nvPr>
          </p:nvSpPr>
          <p:spPr>
            <a:xfrm>
              <a:off x="3550639" y="2370703"/>
              <a:ext cx="104449" cy="84243"/>
            </a:xfrm>
            <a:custGeom>
              <a:avLst/>
              <a:gdLst>
                <a:gd name="connsiteX0" fmla="*/ 100619 w 129158"/>
                <a:gd name="connsiteY0" fmla="*/ 47444 h 104172"/>
                <a:gd name="connsiteX1" fmla="*/ 62171 w 129158"/>
                <a:gd name="connsiteY1" fmla="*/ 72 h 104172"/>
                <a:gd name="connsiteX2" fmla="*/ 239 w 129158"/>
                <a:gd name="connsiteY2" fmla="*/ 65381 h 104172"/>
                <a:gd name="connsiteX3" fmla="*/ 37536 w 129158"/>
                <a:gd name="connsiteY3" fmla="*/ 104245 h 104172"/>
                <a:gd name="connsiteX4" fmla="*/ 86114 w 129158"/>
                <a:gd name="connsiteY4" fmla="*/ 84928 h 104172"/>
                <a:gd name="connsiteX5" fmla="*/ 107065 w 129158"/>
                <a:gd name="connsiteY5" fmla="*/ 104245 h 104172"/>
                <a:gd name="connsiteX6" fmla="*/ 126404 w 129158"/>
                <a:gd name="connsiteY6" fmla="*/ 87917 h 104172"/>
                <a:gd name="connsiteX7" fmla="*/ 123642 w 129158"/>
                <a:gd name="connsiteY7" fmla="*/ 85618 h 104172"/>
                <a:gd name="connsiteX8" fmla="*/ 120649 w 129158"/>
                <a:gd name="connsiteY8" fmla="*/ 87917 h 104172"/>
                <a:gd name="connsiteX9" fmla="*/ 107756 w 129158"/>
                <a:gd name="connsiteY9" fmla="*/ 99185 h 104172"/>
                <a:gd name="connsiteX10" fmla="*/ 100619 w 129158"/>
                <a:gd name="connsiteY10" fmla="*/ 75729 h 104172"/>
                <a:gd name="connsiteX11" fmla="*/ 102921 w 129158"/>
                <a:gd name="connsiteY11" fmla="*/ 67681 h 104172"/>
                <a:gd name="connsiteX12" fmla="*/ 129397 w 129158"/>
                <a:gd name="connsiteY12" fmla="*/ 13640 h 104172"/>
                <a:gd name="connsiteX13" fmla="*/ 126635 w 129158"/>
                <a:gd name="connsiteY13" fmla="*/ 11340 h 104172"/>
                <a:gd name="connsiteX14" fmla="*/ 123181 w 129158"/>
                <a:gd name="connsiteY14" fmla="*/ 16169 h 104172"/>
                <a:gd name="connsiteX15" fmla="*/ 100619 w 129158"/>
                <a:gd name="connsiteY15" fmla="*/ 61702 h 104172"/>
                <a:gd name="connsiteX16" fmla="*/ 100619 w 129158"/>
                <a:gd name="connsiteY16" fmla="*/ 47444 h 104172"/>
                <a:gd name="connsiteX17" fmla="*/ 85194 w 129158"/>
                <a:gd name="connsiteY17" fmla="*/ 78949 h 104172"/>
                <a:gd name="connsiteX18" fmla="*/ 37997 w 129158"/>
                <a:gd name="connsiteY18" fmla="*/ 99185 h 104172"/>
                <a:gd name="connsiteX19" fmla="*/ 17276 w 129158"/>
                <a:gd name="connsiteY19" fmla="*/ 74120 h 104172"/>
                <a:gd name="connsiteX20" fmla="*/ 30629 w 129158"/>
                <a:gd name="connsiteY20" fmla="*/ 26288 h 104172"/>
                <a:gd name="connsiteX21" fmla="*/ 61940 w 129158"/>
                <a:gd name="connsiteY21" fmla="*/ 5131 h 104172"/>
                <a:gd name="connsiteX22" fmla="*/ 84733 w 129158"/>
                <a:gd name="connsiteY22" fmla="*/ 53193 h 104172"/>
                <a:gd name="connsiteX23" fmla="*/ 85194 w 129158"/>
                <a:gd name="connsiteY23" fmla="*/ 78949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158" h="104172">
                  <a:moveTo>
                    <a:pt x="100619" y="47444"/>
                  </a:moveTo>
                  <a:cubicBezTo>
                    <a:pt x="100619" y="11340"/>
                    <a:pt x="79208" y="72"/>
                    <a:pt x="62171" y="72"/>
                  </a:cubicBezTo>
                  <a:cubicBezTo>
                    <a:pt x="30629" y="72"/>
                    <a:pt x="239" y="32957"/>
                    <a:pt x="239" y="65381"/>
                  </a:cubicBezTo>
                  <a:cubicBezTo>
                    <a:pt x="239" y="86768"/>
                    <a:pt x="14053" y="104245"/>
                    <a:pt x="37536" y="104245"/>
                  </a:cubicBezTo>
                  <a:cubicBezTo>
                    <a:pt x="52041" y="104245"/>
                    <a:pt x="68617" y="98955"/>
                    <a:pt x="86114" y="84928"/>
                  </a:cubicBezTo>
                  <a:cubicBezTo>
                    <a:pt x="89107" y="97116"/>
                    <a:pt x="96705" y="104245"/>
                    <a:pt x="107065" y="104245"/>
                  </a:cubicBezTo>
                  <a:cubicBezTo>
                    <a:pt x="119267" y="104245"/>
                    <a:pt x="126404" y="91597"/>
                    <a:pt x="126404" y="87917"/>
                  </a:cubicBezTo>
                  <a:cubicBezTo>
                    <a:pt x="126404" y="86308"/>
                    <a:pt x="125023" y="85618"/>
                    <a:pt x="123642" y="85618"/>
                  </a:cubicBezTo>
                  <a:cubicBezTo>
                    <a:pt x="122030" y="85618"/>
                    <a:pt x="121339" y="86308"/>
                    <a:pt x="120649" y="87917"/>
                  </a:cubicBezTo>
                  <a:cubicBezTo>
                    <a:pt x="116505" y="99185"/>
                    <a:pt x="108216" y="99185"/>
                    <a:pt x="107756" y="99185"/>
                  </a:cubicBezTo>
                  <a:cubicBezTo>
                    <a:pt x="100619" y="99185"/>
                    <a:pt x="100619" y="81248"/>
                    <a:pt x="100619" y="75729"/>
                  </a:cubicBezTo>
                  <a:cubicBezTo>
                    <a:pt x="100619" y="70900"/>
                    <a:pt x="100619" y="70440"/>
                    <a:pt x="102921" y="67681"/>
                  </a:cubicBezTo>
                  <a:cubicBezTo>
                    <a:pt x="124563" y="40545"/>
                    <a:pt x="129397" y="13870"/>
                    <a:pt x="129397" y="13640"/>
                  </a:cubicBezTo>
                  <a:cubicBezTo>
                    <a:pt x="129397" y="13180"/>
                    <a:pt x="129167" y="11340"/>
                    <a:pt x="126635" y="11340"/>
                  </a:cubicBezTo>
                  <a:cubicBezTo>
                    <a:pt x="124332" y="11340"/>
                    <a:pt x="124332" y="12030"/>
                    <a:pt x="123181" y="16169"/>
                  </a:cubicBezTo>
                  <a:cubicBezTo>
                    <a:pt x="119037" y="30657"/>
                    <a:pt x="111440" y="48134"/>
                    <a:pt x="100619" y="61702"/>
                  </a:cubicBezTo>
                  <a:lnTo>
                    <a:pt x="100619" y="47444"/>
                  </a:lnTo>
                  <a:close/>
                  <a:moveTo>
                    <a:pt x="85194" y="78949"/>
                  </a:moveTo>
                  <a:cubicBezTo>
                    <a:pt x="64933" y="96656"/>
                    <a:pt x="47206" y="99185"/>
                    <a:pt x="37997" y="99185"/>
                  </a:cubicBezTo>
                  <a:cubicBezTo>
                    <a:pt x="24183" y="99185"/>
                    <a:pt x="17276" y="88837"/>
                    <a:pt x="17276" y="74120"/>
                  </a:cubicBezTo>
                  <a:cubicBezTo>
                    <a:pt x="17276" y="62852"/>
                    <a:pt x="23262" y="38016"/>
                    <a:pt x="30629" y="26288"/>
                  </a:cubicBezTo>
                  <a:cubicBezTo>
                    <a:pt x="41450" y="9501"/>
                    <a:pt x="53882" y="5131"/>
                    <a:pt x="61940" y="5131"/>
                  </a:cubicBezTo>
                  <a:cubicBezTo>
                    <a:pt x="84733" y="5131"/>
                    <a:pt x="84733" y="35256"/>
                    <a:pt x="84733" y="53193"/>
                  </a:cubicBezTo>
                  <a:cubicBezTo>
                    <a:pt x="84733" y="61702"/>
                    <a:pt x="84733" y="75040"/>
                    <a:pt x="85194" y="78949"/>
                  </a:cubicBezTo>
                  <a:close/>
                </a:path>
              </a:pathLst>
            </a:custGeom>
            <a:solidFill>
              <a:srgbClr val="000000"/>
            </a:solidFill>
            <a:ln w="23082" cap="flat">
              <a:noFill/>
              <a:prstDash val="solid"/>
              <a:miter/>
            </a:ln>
          </p:spPr>
          <p:txBody>
            <a:bodyPr rtlCol="0" anchor="ctr"/>
            <a:lstStyle/>
            <a:p>
              <a:endParaRPr lang="en-GB" noProof="0"/>
            </a:p>
          </p:txBody>
        </p:sp>
        <p:sp>
          <p:nvSpPr>
            <p:cNvPr id="49" name="Freeform: Shape 48">
              <a:extLst>
                <a:ext uri="{FF2B5EF4-FFF2-40B4-BE49-F238E27FC236}">
                  <a16:creationId xmlns:a16="http://schemas.microsoft.com/office/drawing/2014/main" id="{AD554A87-950A-EF9A-5A2D-A2C937B81E4F}"/>
                </a:ext>
              </a:extLst>
            </p:cNvPr>
            <p:cNvSpPr/>
            <p:nvPr>
              <p:custDataLst>
                <p:tags r:id="rId166"/>
              </p:custDataLst>
            </p:nvPr>
          </p:nvSpPr>
          <p:spPr>
            <a:xfrm>
              <a:off x="3714596" y="2344482"/>
              <a:ext cx="123812" cy="123854"/>
            </a:xfrm>
            <a:custGeom>
              <a:avLst/>
              <a:gdLst>
                <a:gd name="connsiteX0" fmla="*/ 81518 w 153102"/>
                <a:gd name="connsiteY0" fmla="*/ 81248 h 153154"/>
                <a:gd name="connsiteX1" fmla="*/ 145752 w 153102"/>
                <a:gd name="connsiteY1" fmla="*/ 81248 h 153154"/>
                <a:gd name="connsiteX2" fmla="*/ 153350 w 153102"/>
                <a:gd name="connsiteY2" fmla="*/ 76649 h 153154"/>
                <a:gd name="connsiteX3" fmla="*/ 145752 w 153102"/>
                <a:gd name="connsiteY3" fmla="*/ 72050 h 153154"/>
                <a:gd name="connsiteX4" fmla="*/ 81518 w 153102"/>
                <a:gd name="connsiteY4" fmla="*/ 72050 h 153154"/>
                <a:gd name="connsiteX5" fmla="*/ 81518 w 153102"/>
                <a:gd name="connsiteY5" fmla="*/ 7661 h 153154"/>
                <a:gd name="connsiteX6" fmla="*/ 76914 w 153102"/>
                <a:gd name="connsiteY6" fmla="*/ 72 h 153154"/>
                <a:gd name="connsiteX7" fmla="*/ 72309 w 153102"/>
                <a:gd name="connsiteY7" fmla="*/ 7661 h 153154"/>
                <a:gd name="connsiteX8" fmla="*/ 72309 w 153102"/>
                <a:gd name="connsiteY8" fmla="*/ 72050 h 153154"/>
                <a:gd name="connsiteX9" fmla="*/ 7845 w 153102"/>
                <a:gd name="connsiteY9" fmla="*/ 72050 h 153154"/>
                <a:gd name="connsiteX10" fmla="*/ 248 w 153102"/>
                <a:gd name="connsiteY10" fmla="*/ 76649 h 153154"/>
                <a:gd name="connsiteX11" fmla="*/ 7845 w 153102"/>
                <a:gd name="connsiteY11" fmla="*/ 81248 h 153154"/>
                <a:gd name="connsiteX12" fmla="*/ 72309 w 153102"/>
                <a:gd name="connsiteY12" fmla="*/ 81248 h 153154"/>
                <a:gd name="connsiteX13" fmla="*/ 72309 w 153102"/>
                <a:gd name="connsiteY13" fmla="*/ 145638 h 153154"/>
                <a:gd name="connsiteX14" fmla="*/ 76914 w 153102"/>
                <a:gd name="connsiteY14" fmla="*/ 153226 h 153154"/>
                <a:gd name="connsiteX15" fmla="*/ 81518 w 153102"/>
                <a:gd name="connsiteY15" fmla="*/ 145638 h 153154"/>
                <a:gd name="connsiteX16" fmla="*/ 81518 w 153102"/>
                <a:gd name="connsiteY16" fmla="*/ 81248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18" y="81248"/>
                  </a:moveTo>
                  <a:lnTo>
                    <a:pt x="145752" y="81248"/>
                  </a:lnTo>
                  <a:cubicBezTo>
                    <a:pt x="148976" y="81248"/>
                    <a:pt x="153350" y="81248"/>
                    <a:pt x="153350" y="76649"/>
                  </a:cubicBezTo>
                  <a:cubicBezTo>
                    <a:pt x="153350" y="72050"/>
                    <a:pt x="148976" y="72050"/>
                    <a:pt x="145752" y="72050"/>
                  </a:cubicBezTo>
                  <a:lnTo>
                    <a:pt x="81518" y="72050"/>
                  </a:lnTo>
                  <a:lnTo>
                    <a:pt x="81518" y="7661"/>
                  </a:lnTo>
                  <a:cubicBezTo>
                    <a:pt x="81518" y="4441"/>
                    <a:pt x="81518" y="72"/>
                    <a:pt x="76914" y="72"/>
                  </a:cubicBezTo>
                  <a:cubicBezTo>
                    <a:pt x="72309" y="72"/>
                    <a:pt x="72309" y="4441"/>
                    <a:pt x="72309" y="7661"/>
                  </a:cubicBezTo>
                  <a:lnTo>
                    <a:pt x="72309" y="72050"/>
                  </a:lnTo>
                  <a:lnTo>
                    <a:pt x="7845" y="72050"/>
                  </a:lnTo>
                  <a:cubicBezTo>
                    <a:pt x="4622" y="72050"/>
                    <a:pt x="248" y="72050"/>
                    <a:pt x="248" y="76649"/>
                  </a:cubicBezTo>
                  <a:cubicBezTo>
                    <a:pt x="248" y="81248"/>
                    <a:pt x="4622" y="81248"/>
                    <a:pt x="7845" y="81248"/>
                  </a:cubicBezTo>
                  <a:lnTo>
                    <a:pt x="72309" y="81248"/>
                  </a:lnTo>
                  <a:lnTo>
                    <a:pt x="72309" y="145638"/>
                  </a:lnTo>
                  <a:cubicBezTo>
                    <a:pt x="72309" y="148857"/>
                    <a:pt x="72309" y="153226"/>
                    <a:pt x="76914" y="153226"/>
                  </a:cubicBezTo>
                  <a:cubicBezTo>
                    <a:pt x="81518" y="153226"/>
                    <a:pt x="81518" y="148857"/>
                    <a:pt x="81518" y="145638"/>
                  </a:cubicBezTo>
                  <a:lnTo>
                    <a:pt x="81518" y="81248"/>
                  </a:lnTo>
                  <a:close/>
                </a:path>
              </a:pathLst>
            </a:custGeom>
            <a:solidFill>
              <a:srgbClr val="000000"/>
            </a:solidFill>
            <a:ln w="23082" cap="flat">
              <a:noFill/>
              <a:prstDash val="solid"/>
              <a:miter/>
            </a:ln>
          </p:spPr>
          <p:txBody>
            <a:bodyPr rtlCol="0" anchor="ctr"/>
            <a:lstStyle/>
            <a:p>
              <a:endParaRPr lang="en-GB" noProof="0"/>
            </a:p>
          </p:txBody>
        </p:sp>
        <p:sp>
          <p:nvSpPr>
            <p:cNvPr id="50" name="Freeform: Shape 49">
              <a:extLst>
                <a:ext uri="{FF2B5EF4-FFF2-40B4-BE49-F238E27FC236}">
                  <a16:creationId xmlns:a16="http://schemas.microsoft.com/office/drawing/2014/main" id="{3B0E7050-32F9-AC9A-E128-8417B0512A5A}"/>
                </a:ext>
              </a:extLst>
            </p:cNvPr>
            <p:cNvSpPr/>
            <p:nvPr>
              <p:custDataLst>
                <p:tags r:id="rId167"/>
              </p:custDataLst>
            </p:nvPr>
          </p:nvSpPr>
          <p:spPr>
            <a:xfrm>
              <a:off x="3895915" y="2321608"/>
              <a:ext cx="101493" cy="167370"/>
            </a:xfrm>
            <a:custGeom>
              <a:avLst/>
              <a:gdLst>
                <a:gd name="connsiteX0" fmla="*/ 125762 w 125503"/>
                <a:gd name="connsiteY0" fmla="*/ 31577 h 206965"/>
                <a:gd name="connsiteX1" fmla="*/ 94450 w 125503"/>
                <a:gd name="connsiteY1" fmla="*/ 72 h 206965"/>
                <a:gd name="connsiteX2" fmla="*/ 66593 w 125503"/>
                <a:gd name="connsiteY2" fmla="*/ 9731 h 206965"/>
                <a:gd name="connsiteX3" fmla="*/ 36893 w 125503"/>
                <a:gd name="connsiteY3" fmla="*/ 58712 h 206965"/>
                <a:gd name="connsiteX4" fmla="*/ 287 w 125503"/>
                <a:gd name="connsiteY4" fmla="*/ 204738 h 206965"/>
                <a:gd name="connsiteX5" fmla="*/ 3050 w 125503"/>
                <a:gd name="connsiteY5" fmla="*/ 207037 h 206965"/>
                <a:gd name="connsiteX6" fmla="*/ 5812 w 125503"/>
                <a:gd name="connsiteY6" fmla="*/ 205888 h 206965"/>
                <a:gd name="connsiteX7" fmla="*/ 21928 w 125503"/>
                <a:gd name="connsiteY7" fmla="*/ 142418 h 206965"/>
                <a:gd name="connsiteX8" fmla="*/ 53239 w 125503"/>
                <a:gd name="connsiteY8" fmla="*/ 164724 h 206965"/>
                <a:gd name="connsiteX9" fmla="*/ 97674 w 125503"/>
                <a:gd name="connsiteY9" fmla="*/ 146557 h 206965"/>
                <a:gd name="connsiteX10" fmla="*/ 116092 w 125503"/>
                <a:gd name="connsiteY10" fmla="*/ 104245 h 206965"/>
                <a:gd name="connsiteX11" fmla="*/ 99285 w 125503"/>
                <a:gd name="connsiteY11" fmla="*/ 69980 h 206965"/>
                <a:gd name="connsiteX12" fmla="*/ 125762 w 125503"/>
                <a:gd name="connsiteY12" fmla="*/ 31577 h 206965"/>
                <a:gd name="connsiteX13" fmla="*/ 84320 w 125503"/>
                <a:gd name="connsiteY13" fmla="*/ 69750 h 206965"/>
                <a:gd name="connsiteX14" fmla="*/ 73269 w 125503"/>
                <a:gd name="connsiteY14" fmla="*/ 71360 h 206965"/>
                <a:gd name="connsiteX15" fmla="*/ 63139 w 125503"/>
                <a:gd name="connsiteY15" fmla="*/ 70440 h 206965"/>
                <a:gd name="connsiteX16" fmla="*/ 74421 w 125503"/>
                <a:gd name="connsiteY16" fmla="*/ 68601 h 206965"/>
                <a:gd name="connsiteX17" fmla="*/ 84320 w 125503"/>
                <a:gd name="connsiteY17" fmla="*/ 69750 h 206965"/>
                <a:gd name="connsiteX18" fmla="*/ 112869 w 125503"/>
                <a:gd name="connsiteY18" fmla="*/ 26288 h 206965"/>
                <a:gd name="connsiteX19" fmla="*/ 92148 w 125503"/>
                <a:gd name="connsiteY19" fmla="*/ 66071 h 206965"/>
                <a:gd name="connsiteX20" fmla="*/ 74421 w 125503"/>
                <a:gd name="connsiteY20" fmla="*/ 63311 h 206965"/>
                <a:gd name="connsiteX21" fmla="*/ 56693 w 125503"/>
                <a:gd name="connsiteY21" fmla="*/ 70670 h 206965"/>
                <a:gd name="connsiteX22" fmla="*/ 72579 w 125503"/>
                <a:gd name="connsiteY22" fmla="*/ 76419 h 206965"/>
                <a:gd name="connsiteX23" fmla="*/ 91457 w 125503"/>
                <a:gd name="connsiteY23" fmla="*/ 73430 h 206965"/>
                <a:gd name="connsiteX24" fmla="*/ 101588 w 125503"/>
                <a:gd name="connsiteY24" fmla="*/ 99415 h 206965"/>
                <a:gd name="connsiteX25" fmla="*/ 90076 w 125503"/>
                <a:gd name="connsiteY25" fmla="*/ 138969 h 206965"/>
                <a:gd name="connsiteX26" fmla="*/ 52549 w 125503"/>
                <a:gd name="connsiteY26" fmla="*/ 159665 h 206965"/>
                <a:gd name="connsiteX27" fmla="*/ 26303 w 125503"/>
                <a:gd name="connsiteY27" fmla="*/ 130000 h 206965"/>
                <a:gd name="connsiteX28" fmla="*/ 27454 w 125503"/>
                <a:gd name="connsiteY28" fmla="*/ 119882 h 206965"/>
                <a:gd name="connsiteX29" fmla="*/ 42188 w 125503"/>
                <a:gd name="connsiteY29" fmla="*/ 61702 h 206965"/>
                <a:gd name="connsiteX30" fmla="*/ 91457 w 125503"/>
                <a:gd name="connsiteY30" fmla="*/ 5361 h 206965"/>
                <a:gd name="connsiteX31" fmla="*/ 112869 w 125503"/>
                <a:gd name="connsiteY31" fmla="*/ 26288 h 2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5503" h="206965">
                  <a:moveTo>
                    <a:pt x="125762" y="31577"/>
                  </a:moveTo>
                  <a:cubicBezTo>
                    <a:pt x="125762" y="14330"/>
                    <a:pt x="113099" y="72"/>
                    <a:pt x="94450" y="72"/>
                  </a:cubicBezTo>
                  <a:cubicBezTo>
                    <a:pt x="81097" y="72"/>
                    <a:pt x="74651" y="3752"/>
                    <a:pt x="66593" y="9731"/>
                  </a:cubicBezTo>
                  <a:cubicBezTo>
                    <a:pt x="53930" y="18929"/>
                    <a:pt x="41268" y="41235"/>
                    <a:pt x="36893" y="58712"/>
                  </a:cubicBezTo>
                  <a:lnTo>
                    <a:pt x="287" y="204738"/>
                  </a:lnTo>
                  <a:cubicBezTo>
                    <a:pt x="57" y="205658"/>
                    <a:pt x="1208" y="207037"/>
                    <a:pt x="3050" y="207037"/>
                  </a:cubicBezTo>
                  <a:cubicBezTo>
                    <a:pt x="4891" y="207037"/>
                    <a:pt x="5582" y="206577"/>
                    <a:pt x="5812" y="205888"/>
                  </a:cubicBezTo>
                  <a:lnTo>
                    <a:pt x="21928" y="142418"/>
                  </a:lnTo>
                  <a:cubicBezTo>
                    <a:pt x="26303" y="156216"/>
                    <a:pt x="36433" y="164724"/>
                    <a:pt x="53239" y="164724"/>
                  </a:cubicBezTo>
                  <a:cubicBezTo>
                    <a:pt x="70046" y="164724"/>
                    <a:pt x="87313" y="156676"/>
                    <a:pt x="97674" y="146557"/>
                  </a:cubicBezTo>
                  <a:cubicBezTo>
                    <a:pt x="108725" y="135979"/>
                    <a:pt x="116092" y="121262"/>
                    <a:pt x="116092" y="104245"/>
                  </a:cubicBezTo>
                  <a:cubicBezTo>
                    <a:pt x="116092" y="87687"/>
                    <a:pt x="107573" y="75729"/>
                    <a:pt x="99285" y="69980"/>
                  </a:cubicBezTo>
                  <a:cubicBezTo>
                    <a:pt x="112639" y="62392"/>
                    <a:pt x="125762" y="48134"/>
                    <a:pt x="125762" y="31577"/>
                  </a:cubicBezTo>
                  <a:close/>
                  <a:moveTo>
                    <a:pt x="84320" y="69750"/>
                  </a:moveTo>
                  <a:cubicBezTo>
                    <a:pt x="81327" y="70900"/>
                    <a:pt x="78795" y="71360"/>
                    <a:pt x="73269" y="71360"/>
                  </a:cubicBezTo>
                  <a:cubicBezTo>
                    <a:pt x="70046" y="71360"/>
                    <a:pt x="65442" y="71590"/>
                    <a:pt x="63139" y="70440"/>
                  </a:cubicBezTo>
                  <a:cubicBezTo>
                    <a:pt x="63600" y="68141"/>
                    <a:pt x="71888" y="68601"/>
                    <a:pt x="74421" y="68601"/>
                  </a:cubicBezTo>
                  <a:cubicBezTo>
                    <a:pt x="79255" y="68601"/>
                    <a:pt x="81327" y="68601"/>
                    <a:pt x="84320" y="69750"/>
                  </a:cubicBezTo>
                  <a:close/>
                  <a:moveTo>
                    <a:pt x="112869" y="26288"/>
                  </a:moveTo>
                  <a:cubicBezTo>
                    <a:pt x="112869" y="42385"/>
                    <a:pt x="104120" y="58942"/>
                    <a:pt x="92148" y="66071"/>
                  </a:cubicBezTo>
                  <a:cubicBezTo>
                    <a:pt x="85932" y="63771"/>
                    <a:pt x="81327" y="63311"/>
                    <a:pt x="74421" y="63311"/>
                  </a:cubicBezTo>
                  <a:cubicBezTo>
                    <a:pt x="69586" y="63311"/>
                    <a:pt x="56693" y="63082"/>
                    <a:pt x="56693" y="70670"/>
                  </a:cubicBezTo>
                  <a:cubicBezTo>
                    <a:pt x="56463" y="77109"/>
                    <a:pt x="68435" y="76419"/>
                    <a:pt x="72579" y="76419"/>
                  </a:cubicBezTo>
                  <a:cubicBezTo>
                    <a:pt x="81097" y="76419"/>
                    <a:pt x="84551" y="76189"/>
                    <a:pt x="91457" y="73430"/>
                  </a:cubicBezTo>
                  <a:cubicBezTo>
                    <a:pt x="100206" y="81708"/>
                    <a:pt x="101357" y="88837"/>
                    <a:pt x="101588" y="99415"/>
                  </a:cubicBezTo>
                  <a:cubicBezTo>
                    <a:pt x="102048" y="112753"/>
                    <a:pt x="96523" y="130000"/>
                    <a:pt x="90076" y="138969"/>
                  </a:cubicBezTo>
                  <a:cubicBezTo>
                    <a:pt x="81097" y="151387"/>
                    <a:pt x="65672" y="159665"/>
                    <a:pt x="52549" y="159665"/>
                  </a:cubicBezTo>
                  <a:cubicBezTo>
                    <a:pt x="35051" y="159665"/>
                    <a:pt x="26303" y="146328"/>
                    <a:pt x="26303" y="130000"/>
                  </a:cubicBezTo>
                  <a:cubicBezTo>
                    <a:pt x="26303" y="127701"/>
                    <a:pt x="26303" y="124251"/>
                    <a:pt x="27454" y="119882"/>
                  </a:cubicBezTo>
                  <a:lnTo>
                    <a:pt x="42188" y="61702"/>
                  </a:lnTo>
                  <a:cubicBezTo>
                    <a:pt x="47254" y="41925"/>
                    <a:pt x="63830" y="5361"/>
                    <a:pt x="91457" y="5361"/>
                  </a:cubicBezTo>
                  <a:cubicBezTo>
                    <a:pt x="104811" y="5361"/>
                    <a:pt x="112869" y="12490"/>
                    <a:pt x="112869" y="26288"/>
                  </a:cubicBezTo>
                  <a:close/>
                </a:path>
              </a:pathLst>
            </a:custGeom>
            <a:solidFill>
              <a:srgbClr val="000000"/>
            </a:solidFill>
            <a:ln w="23082" cap="flat">
              <a:noFill/>
              <a:prstDash val="solid"/>
              <a:miter/>
            </a:ln>
          </p:spPr>
          <p:txBody>
            <a:bodyPr rtlCol="0" anchor="ctr"/>
            <a:lstStyle/>
            <a:p>
              <a:endParaRPr lang="en-GB" noProof="0"/>
            </a:p>
          </p:txBody>
        </p:sp>
        <p:sp>
          <p:nvSpPr>
            <p:cNvPr id="51" name="Freeform: Shape 50">
              <a:extLst>
                <a:ext uri="{FF2B5EF4-FFF2-40B4-BE49-F238E27FC236}">
                  <a16:creationId xmlns:a16="http://schemas.microsoft.com/office/drawing/2014/main" id="{A3E81598-C047-F1EA-3D7C-E2B32BBBED7E}"/>
                </a:ext>
              </a:extLst>
            </p:cNvPr>
            <p:cNvSpPr/>
            <p:nvPr>
              <p:custDataLst>
                <p:tags r:id="rId168"/>
              </p:custDataLst>
            </p:nvPr>
          </p:nvSpPr>
          <p:spPr>
            <a:xfrm>
              <a:off x="4011094" y="2297415"/>
              <a:ext cx="97355" cy="87999"/>
            </a:xfrm>
            <a:custGeom>
              <a:avLst/>
              <a:gdLst>
                <a:gd name="connsiteX0" fmla="*/ 71658 w 120386"/>
                <a:gd name="connsiteY0" fmla="*/ 11498 h 108817"/>
                <a:gd name="connsiteX1" fmla="*/ 76654 w 120386"/>
                <a:gd name="connsiteY1" fmla="*/ 6025 h 108817"/>
                <a:gd name="connsiteX2" fmla="*/ 86323 w 120386"/>
                <a:gd name="connsiteY2" fmla="*/ 5864 h 108817"/>
                <a:gd name="connsiteX3" fmla="*/ 104373 w 120386"/>
                <a:gd name="connsiteY3" fmla="*/ 7151 h 108817"/>
                <a:gd name="connsiteX4" fmla="*/ 111948 w 120386"/>
                <a:gd name="connsiteY4" fmla="*/ 19868 h 108817"/>
                <a:gd name="connsiteX5" fmla="*/ 110820 w 120386"/>
                <a:gd name="connsiteY5" fmla="*/ 32907 h 108817"/>
                <a:gd name="connsiteX6" fmla="*/ 110497 w 120386"/>
                <a:gd name="connsiteY6" fmla="*/ 34678 h 108817"/>
                <a:gd name="connsiteX7" fmla="*/ 113237 w 120386"/>
                <a:gd name="connsiteY7" fmla="*/ 37092 h 108817"/>
                <a:gd name="connsiteX8" fmla="*/ 116299 w 120386"/>
                <a:gd name="connsiteY8" fmla="*/ 33068 h 108817"/>
                <a:gd name="connsiteX9" fmla="*/ 120651 w 120386"/>
                <a:gd name="connsiteY9" fmla="*/ 2322 h 108817"/>
                <a:gd name="connsiteX10" fmla="*/ 115816 w 120386"/>
                <a:gd name="connsiteY10" fmla="*/ 69 h 108817"/>
                <a:gd name="connsiteX11" fmla="*/ 16702 w 120386"/>
                <a:gd name="connsiteY11" fmla="*/ 69 h 108817"/>
                <a:gd name="connsiteX12" fmla="*/ 11223 w 120386"/>
                <a:gd name="connsiteY12" fmla="*/ 3449 h 108817"/>
                <a:gd name="connsiteX13" fmla="*/ 1070 w 120386"/>
                <a:gd name="connsiteY13" fmla="*/ 31941 h 108817"/>
                <a:gd name="connsiteX14" fmla="*/ 264 w 120386"/>
                <a:gd name="connsiteY14" fmla="*/ 34839 h 108817"/>
                <a:gd name="connsiteX15" fmla="*/ 3004 w 120386"/>
                <a:gd name="connsiteY15" fmla="*/ 37092 h 108817"/>
                <a:gd name="connsiteX16" fmla="*/ 6388 w 120386"/>
                <a:gd name="connsiteY16" fmla="*/ 33229 h 108817"/>
                <a:gd name="connsiteX17" fmla="*/ 45550 w 120386"/>
                <a:gd name="connsiteY17" fmla="*/ 5864 h 108817"/>
                <a:gd name="connsiteX18" fmla="*/ 52319 w 120386"/>
                <a:gd name="connsiteY18" fmla="*/ 5864 h 108817"/>
                <a:gd name="connsiteX19" fmla="*/ 57315 w 120386"/>
                <a:gd name="connsiteY19" fmla="*/ 7473 h 108817"/>
                <a:gd name="connsiteX20" fmla="*/ 56670 w 120386"/>
                <a:gd name="connsiteY20" fmla="*/ 10854 h 108817"/>
                <a:gd name="connsiteX21" fmla="*/ 35397 w 120386"/>
                <a:gd name="connsiteY21" fmla="*/ 95525 h 108817"/>
                <a:gd name="connsiteX22" fmla="*/ 16541 w 120386"/>
                <a:gd name="connsiteY22" fmla="*/ 103091 h 108817"/>
                <a:gd name="connsiteX23" fmla="*/ 9289 w 120386"/>
                <a:gd name="connsiteY23" fmla="*/ 106633 h 108817"/>
                <a:gd name="connsiteX24" fmla="*/ 12028 w 120386"/>
                <a:gd name="connsiteY24" fmla="*/ 108886 h 108817"/>
                <a:gd name="connsiteX25" fmla="*/ 25888 w 120386"/>
                <a:gd name="connsiteY25" fmla="*/ 108403 h 108817"/>
                <a:gd name="connsiteX26" fmla="*/ 39748 w 120386"/>
                <a:gd name="connsiteY26" fmla="*/ 108242 h 108817"/>
                <a:gd name="connsiteX27" fmla="*/ 54252 w 120386"/>
                <a:gd name="connsiteY27" fmla="*/ 108403 h 108817"/>
                <a:gd name="connsiteX28" fmla="*/ 67790 w 120386"/>
                <a:gd name="connsiteY28" fmla="*/ 108886 h 108817"/>
                <a:gd name="connsiteX29" fmla="*/ 71497 w 120386"/>
                <a:gd name="connsiteY29" fmla="*/ 105345 h 108817"/>
                <a:gd name="connsiteX30" fmla="*/ 64889 w 120386"/>
                <a:gd name="connsiteY30" fmla="*/ 103091 h 108817"/>
                <a:gd name="connsiteX31" fmla="*/ 55542 w 120386"/>
                <a:gd name="connsiteY31" fmla="*/ 102769 h 108817"/>
                <a:gd name="connsiteX32" fmla="*/ 49740 w 120386"/>
                <a:gd name="connsiteY32" fmla="*/ 99711 h 108817"/>
                <a:gd name="connsiteX33" fmla="*/ 50385 w 120386"/>
                <a:gd name="connsiteY33" fmla="*/ 96008 h 108817"/>
                <a:gd name="connsiteX34" fmla="*/ 71658 w 120386"/>
                <a:gd name="connsiteY34" fmla="*/ 11498 h 10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0386" h="108817">
                  <a:moveTo>
                    <a:pt x="71658" y="11498"/>
                  </a:moveTo>
                  <a:cubicBezTo>
                    <a:pt x="72786" y="6829"/>
                    <a:pt x="73108" y="6346"/>
                    <a:pt x="76654" y="6025"/>
                  </a:cubicBezTo>
                  <a:cubicBezTo>
                    <a:pt x="77460" y="5864"/>
                    <a:pt x="83100" y="5864"/>
                    <a:pt x="86323" y="5864"/>
                  </a:cubicBezTo>
                  <a:cubicBezTo>
                    <a:pt x="96154" y="5864"/>
                    <a:pt x="100344" y="5864"/>
                    <a:pt x="104373" y="7151"/>
                  </a:cubicBezTo>
                  <a:cubicBezTo>
                    <a:pt x="111626" y="9405"/>
                    <a:pt x="111948" y="14073"/>
                    <a:pt x="111948" y="19868"/>
                  </a:cubicBezTo>
                  <a:cubicBezTo>
                    <a:pt x="111948" y="22444"/>
                    <a:pt x="111948" y="24536"/>
                    <a:pt x="110820" y="32907"/>
                  </a:cubicBezTo>
                  <a:lnTo>
                    <a:pt x="110497" y="34678"/>
                  </a:lnTo>
                  <a:cubicBezTo>
                    <a:pt x="110497" y="36287"/>
                    <a:pt x="111626" y="37092"/>
                    <a:pt x="113237" y="37092"/>
                  </a:cubicBezTo>
                  <a:cubicBezTo>
                    <a:pt x="115655" y="37092"/>
                    <a:pt x="115977" y="35644"/>
                    <a:pt x="116299" y="33068"/>
                  </a:cubicBezTo>
                  <a:lnTo>
                    <a:pt x="120651" y="2322"/>
                  </a:lnTo>
                  <a:cubicBezTo>
                    <a:pt x="120651" y="69"/>
                    <a:pt x="118717" y="69"/>
                    <a:pt x="115816" y="69"/>
                  </a:cubicBezTo>
                  <a:lnTo>
                    <a:pt x="16702" y="69"/>
                  </a:lnTo>
                  <a:cubicBezTo>
                    <a:pt x="12673" y="69"/>
                    <a:pt x="12351" y="69"/>
                    <a:pt x="11223" y="3449"/>
                  </a:cubicBezTo>
                  <a:lnTo>
                    <a:pt x="1070" y="31941"/>
                  </a:lnTo>
                  <a:cubicBezTo>
                    <a:pt x="908" y="32585"/>
                    <a:pt x="264" y="34034"/>
                    <a:pt x="264" y="34839"/>
                  </a:cubicBezTo>
                  <a:cubicBezTo>
                    <a:pt x="264" y="35483"/>
                    <a:pt x="586" y="37092"/>
                    <a:pt x="3004" y="37092"/>
                  </a:cubicBezTo>
                  <a:cubicBezTo>
                    <a:pt x="5099" y="37092"/>
                    <a:pt x="5421" y="36287"/>
                    <a:pt x="6388" y="33229"/>
                  </a:cubicBezTo>
                  <a:cubicBezTo>
                    <a:pt x="15735" y="7473"/>
                    <a:pt x="21053" y="5864"/>
                    <a:pt x="45550" y="5864"/>
                  </a:cubicBezTo>
                  <a:lnTo>
                    <a:pt x="52319" y="5864"/>
                  </a:lnTo>
                  <a:cubicBezTo>
                    <a:pt x="57153" y="5864"/>
                    <a:pt x="57315" y="6025"/>
                    <a:pt x="57315" y="7473"/>
                  </a:cubicBezTo>
                  <a:cubicBezTo>
                    <a:pt x="57315" y="7634"/>
                    <a:pt x="57315" y="8439"/>
                    <a:pt x="56670" y="10854"/>
                  </a:cubicBezTo>
                  <a:lnTo>
                    <a:pt x="35397" y="95525"/>
                  </a:lnTo>
                  <a:cubicBezTo>
                    <a:pt x="33946" y="101481"/>
                    <a:pt x="33463" y="103091"/>
                    <a:pt x="16541" y="103091"/>
                  </a:cubicBezTo>
                  <a:cubicBezTo>
                    <a:pt x="10739" y="103091"/>
                    <a:pt x="9289" y="103091"/>
                    <a:pt x="9289" y="106633"/>
                  </a:cubicBezTo>
                  <a:cubicBezTo>
                    <a:pt x="9289" y="107116"/>
                    <a:pt x="9611" y="108886"/>
                    <a:pt x="12028" y="108886"/>
                  </a:cubicBezTo>
                  <a:cubicBezTo>
                    <a:pt x="16541" y="108886"/>
                    <a:pt x="21376" y="108403"/>
                    <a:pt x="25888" y="108403"/>
                  </a:cubicBezTo>
                  <a:cubicBezTo>
                    <a:pt x="30401" y="108403"/>
                    <a:pt x="35236" y="108242"/>
                    <a:pt x="39748" y="108242"/>
                  </a:cubicBezTo>
                  <a:cubicBezTo>
                    <a:pt x="44261" y="108242"/>
                    <a:pt x="49740" y="108242"/>
                    <a:pt x="54252" y="108403"/>
                  </a:cubicBezTo>
                  <a:cubicBezTo>
                    <a:pt x="58604" y="108564"/>
                    <a:pt x="63439" y="108886"/>
                    <a:pt x="67790" y="108886"/>
                  </a:cubicBezTo>
                  <a:cubicBezTo>
                    <a:pt x="69079" y="108886"/>
                    <a:pt x="71497" y="108886"/>
                    <a:pt x="71497" y="105345"/>
                  </a:cubicBezTo>
                  <a:cubicBezTo>
                    <a:pt x="71497" y="103091"/>
                    <a:pt x="69885" y="103091"/>
                    <a:pt x="64889" y="103091"/>
                  </a:cubicBezTo>
                  <a:cubicBezTo>
                    <a:pt x="61827" y="103091"/>
                    <a:pt x="58604" y="102930"/>
                    <a:pt x="55542" y="102769"/>
                  </a:cubicBezTo>
                  <a:cubicBezTo>
                    <a:pt x="50062" y="102286"/>
                    <a:pt x="49740" y="101642"/>
                    <a:pt x="49740" y="99711"/>
                  </a:cubicBezTo>
                  <a:cubicBezTo>
                    <a:pt x="49740" y="98584"/>
                    <a:pt x="49740" y="98262"/>
                    <a:pt x="50385" y="96008"/>
                  </a:cubicBezTo>
                  <a:lnTo>
                    <a:pt x="71658" y="11498"/>
                  </a:lnTo>
                  <a:close/>
                </a:path>
              </a:pathLst>
            </a:custGeom>
            <a:solidFill>
              <a:srgbClr val="000000"/>
            </a:solidFill>
            <a:ln w="23082" cap="flat">
              <a:noFill/>
              <a:prstDash val="solid"/>
              <a:miter/>
            </a:ln>
          </p:spPr>
          <p:txBody>
            <a:bodyPr rtlCol="0" anchor="ctr"/>
            <a:lstStyle/>
            <a:p>
              <a:endParaRPr lang="en-GB" noProof="0"/>
            </a:p>
          </p:txBody>
        </p:sp>
        <p:sp>
          <p:nvSpPr>
            <p:cNvPr id="52" name="Freeform: Shape 51">
              <a:extLst>
                <a:ext uri="{FF2B5EF4-FFF2-40B4-BE49-F238E27FC236}">
                  <a16:creationId xmlns:a16="http://schemas.microsoft.com/office/drawing/2014/main" id="{F5BE007C-FD63-A320-EA22-B07685D0D178}"/>
                </a:ext>
              </a:extLst>
            </p:cNvPr>
            <p:cNvSpPr/>
            <p:nvPr>
              <p:custDataLst>
                <p:tags r:id="rId169"/>
              </p:custDataLst>
            </p:nvPr>
          </p:nvSpPr>
          <p:spPr>
            <a:xfrm>
              <a:off x="4128178" y="2370703"/>
              <a:ext cx="92719" cy="84243"/>
            </a:xfrm>
            <a:custGeom>
              <a:avLst/>
              <a:gdLst>
                <a:gd name="connsiteX0" fmla="*/ 70490 w 114653"/>
                <a:gd name="connsiteY0" fmla="*/ 32267 h 104172"/>
                <a:gd name="connsiteX1" fmla="*/ 93283 w 114653"/>
                <a:gd name="connsiteY1" fmla="*/ 5131 h 104172"/>
                <a:gd name="connsiteX2" fmla="*/ 104794 w 114653"/>
                <a:gd name="connsiteY2" fmla="*/ 8121 h 104172"/>
                <a:gd name="connsiteX3" fmla="*/ 93743 w 114653"/>
                <a:gd name="connsiteY3" fmla="*/ 20539 h 104172"/>
                <a:gd name="connsiteX4" fmla="*/ 102492 w 114653"/>
                <a:gd name="connsiteY4" fmla="*/ 28587 h 104172"/>
                <a:gd name="connsiteX5" fmla="*/ 114924 w 114653"/>
                <a:gd name="connsiteY5" fmla="*/ 15250 h 104172"/>
                <a:gd name="connsiteX6" fmla="*/ 93513 w 114653"/>
                <a:gd name="connsiteY6" fmla="*/ 72 h 104172"/>
                <a:gd name="connsiteX7" fmla="*/ 69339 w 114653"/>
                <a:gd name="connsiteY7" fmla="*/ 17549 h 104172"/>
                <a:gd name="connsiteX8" fmla="*/ 44474 w 114653"/>
                <a:gd name="connsiteY8" fmla="*/ 72 h 104172"/>
                <a:gd name="connsiteX9" fmla="*/ 7407 w 114653"/>
                <a:gd name="connsiteY9" fmla="*/ 35486 h 104172"/>
                <a:gd name="connsiteX10" fmla="*/ 10170 w 114653"/>
                <a:gd name="connsiteY10" fmla="*/ 37786 h 104172"/>
                <a:gd name="connsiteX11" fmla="*/ 13163 w 114653"/>
                <a:gd name="connsiteY11" fmla="*/ 35256 h 104172"/>
                <a:gd name="connsiteX12" fmla="*/ 44014 w 114653"/>
                <a:gd name="connsiteY12" fmla="*/ 5131 h 104172"/>
                <a:gd name="connsiteX13" fmla="*/ 56446 w 114653"/>
                <a:gd name="connsiteY13" fmla="*/ 20539 h 104172"/>
                <a:gd name="connsiteX14" fmla="*/ 44014 w 114653"/>
                <a:gd name="connsiteY14" fmla="*/ 75269 h 104172"/>
                <a:gd name="connsiteX15" fmla="*/ 22142 w 114653"/>
                <a:gd name="connsiteY15" fmla="*/ 99185 h 104172"/>
                <a:gd name="connsiteX16" fmla="*/ 10630 w 114653"/>
                <a:gd name="connsiteY16" fmla="*/ 96196 h 104172"/>
                <a:gd name="connsiteX17" fmla="*/ 21451 w 114653"/>
                <a:gd name="connsiteY17" fmla="*/ 83778 h 104172"/>
                <a:gd name="connsiteX18" fmla="*/ 12933 w 114653"/>
                <a:gd name="connsiteY18" fmla="*/ 75729 h 104172"/>
                <a:gd name="connsiteX19" fmla="*/ 270 w 114653"/>
                <a:gd name="connsiteY19" fmla="*/ 89067 h 104172"/>
                <a:gd name="connsiteX20" fmla="*/ 21912 w 114653"/>
                <a:gd name="connsiteY20" fmla="*/ 104245 h 104172"/>
                <a:gd name="connsiteX21" fmla="*/ 46086 w 114653"/>
                <a:gd name="connsiteY21" fmla="*/ 86768 h 104172"/>
                <a:gd name="connsiteX22" fmla="*/ 70950 w 114653"/>
                <a:gd name="connsiteY22" fmla="*/ 104245 h 104172"/>
                <a:gd name="connsiteX23" fmla="*/ 107787 w 114653"/>
                <a:gd name="connsiteY23" fmla="*/ 68831 h 104172"/>
                <a:gd name="connsiteX24" fmla="*/ 105024 w 114653"/>
                <a:gd name="connsiteY24" fmla="*/ 66531 h 104172"/>
                <a:gd name="connsiteX25" fmla="*/ 102031 w 114653"/>
                <a:gd name="connsiteY25" fmla="*/ 69061 h 104172"/>
                <a:gd name="connsiteX26" fmla="*/ 71411 w 114653"/>
                <a:gd name="connsiteY26" fmla="*/ 99185 h 104172"/>
                <a:gd name="connsiteX27" fmla="*/ 58748 w 114653"/>
                <a:gd name="connsiteY27" fmla="*/ 84008 h 104172"/>
                <a:gd name="connsiteX28" fmla="*/ 62662 w 114653"/>
                <a:gd name="connsiteY28" fmla="*/ 63771 h 104172"/>
                <a:gd name="connsiteX29" fmla="*/ 70490 w 114653"/>
                <a:gd name="connsiteY29" fmla="*/ 32267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653" h="104172">
                  <a:moveTo>
                    <a:pt x="70490" y="32267"/>
                  </a:moveTo>
                  <a:cubicBezTo>
                    <a:pt x="71871" y="26288"/>
                    <a:pt x="77167" y="5131"/>
                    <a:pt x="93283" y="5131"/>
                  </a:cubicBezTo>
                  <a:cubicBezTo>
                    <a:pt x="94434" y="5131"/>
                    <a:pt x="99959" y="5131"/>
                    <a:pt x="104794" y="8121"/>
                  </a:cubicBezTo>
                  <a:cubicBezTo>
                    <a:pt x="98348" y="9271"/>
                    <a:pt x="93743" y="15020"/>
                    <a:pt x="93743" y="20539"/>
                  </a:cubicBezTo>
                  <a:cubicBezTo>
                    <a:pt x="93743" y="24218"/>
                    <a:pt x="96276" y="28587"/>
                    <a:pt x="102492" y="28587"/>
                  </a:cubicBezTo>
                  <a:cubicBezTo>
                    <a:pt x="107557" y="28587"/>
                    <a:pt x="114924" y="24448"/>
                    <a:pt x="114924" y="15250"/>
                  </a:cubicBezTo>
                  <a:cubicBezTo>
                    <a:pt x="114924" y="3292"/>
                    <a:pt x="101341" y="72"/>
                    <a:pt x="93513" y="72"/>
                  </a:cubicBezTo>
                  <a:cubicBezTo>
                    <a:pt x="80160" y="72"/>
                    <a:pt x="72101" y="12260"/>
                    <a:pt x="69339" y="17549"/>
                  </a:cubicBezTo>
                  <a:cubicBezTo>
                    <a:pt x="63583" y="2372"/>
                    <a:pt x="51151" y="72"/>
                    <a:pt x="44474" y="72"/>
                  </a:cubicBezTo>
                  <a:cubicBezTo>
                    <a:pt x="20530" y="72"/>
                    <a:pt x="7407" y="29737"/>
                    <a:pt x="7407" y="35486"/>
                  </a:cubicBezTo>
                  <a:cubicBezTo>
                    <a:pt x="7407" y="37786"/>
                    <a:pt x="9709" y="37786"/>
                    <a:pt x="10170" y="37786"/>
                  </a:cubicBezTo>
                  <a:cubicBezTo>
                    <a:pt x="12012" y="37786"/>
                    <a:pt x="12702" y="37326"/>
                    <a:pt x="13163" y="35256"/>
                  </a:cubicBezTo>
                  <a:cubicBezTo>
                    <a:pt x="20991" y="10880"/>
                    <a:pt x="36186" y="5131"/>
                    <a:pt x="44014" y="5131"/>
                  </a:cubicBezTo>
                  <a:cubicBezTo>
                    <a:pt x="48388" y="5131"/>
                    <a:pt x="56446" y="7201"/>
                    <a:pt x="56446" y="20539"/>
                  </a:cubicBezTo>
                  <a:cubicBezTo>
                    <a:pt x="56446" y="27668"/>
                    <a:pt x="52532" y="43075"/>
                    <a:pt x="44014" y="75269"/>
                  </a:cubicBezTo>
                  <a:cubicBezTo>
                    <a:pt x="40330" y="89527"/>
                    <a:pt x="32272" y="99185"/>
                    <a:pt x="22142" y="99185"/>
                  </a:cubicBezTo>
                  <a:cubicBezTo>
                    <a:pt x="20760" y="99185"/>
                    <a:pt x="15465" y="99185"/>
                    <a:pt x="10630" y="96196"/>
                  </a:cubicBezTo>
                  <a:cubicBezTo>
                    <a:pt x="16386" y="95046"/>
                    <a:pt x="21451" y="90217"/>
                    <a:pt x="21451" y="83778"/>
                  </a:cubicBezTo>
                  <a:cubicBezTo>
                    <a:pt x="21451" y="77569"/>
                    <a:pt x="16386" y="75729"/>
                    <a:pt x="12933" y="75729"/>
                  </a:cubicBezTo>
                  <a:cubicBezTo>
                    <a:pt x="6026" y="75729"/>
                    <a:pt x="270" y="81708"/>
                    <a:pt x="270" y="89067"/>
                  </a:cubicBezTo>
                  <a:cubicBezTo>
                    <a:pt x="270" y="99645"/>
                    <a:pt x="11782" y="104245"/>
                    <a:pt x="21912" y="104245"/>
                  </a:cubicBezTo>
                  <a:cubicBezTo>
                    <a:pt x="37107" y="104245"/>
                    <a:pt x="45395" y="88147"/>
                    <a:pt x="46086" y="86768"/>
                  </a:cubicBezTo>
                  <a:cubicBezTo>
                    <a:pt x="48848" y="95276"/>
                    <a:pt x="57137" y="104245"/>
                    <a:pt x="70950" y="104245"/>
                  </a:cubicBezTo>
                  <a:cubicBezTo>
                    <a:pt x="94664" y="104245"/>
                    <a:pt x="107787" y="74580"/>
                    <a:pt x="107787" y="68831"/>
                  </a:cubicBezTo>
                  <a:cubicBezTo>
                    <a:pt x="107787" y="66531"/>
                    <a:pt x="105715" y="66531"/>
                    <a:pt x="105024" y="66531"/>
                  </a:cubicBezTo>
                  <a:cubicBezTo>
                    <a:pt x="102952" y="66531"/>
                    <a:pt x="102492" y="67451"/>
                    <a:pt x="102031" y="69061"/>
                  </a:cubicBezTo>
                  <a:cubicBezTo>
                    <a:pt x="94434" y="93666"/>
                    <a:pt x="78778" y="99185"/>
                    <a:pt x="71411" y="99185"/>
                  </a:cubicBezTo>
                  <a:cubicBezTo>
                    <a:pt x="62432" y="99185"/>
                    <a:pt x="58748" y="91827"/>
                    <a:pt x="58748" y="84008"/>
                  </a:cubicBezTo>
                  <a:cubicBezTo>
                    <a:pt x="58748" y="78949"/>
                    <a:pt x="60130" y="73890"/>
                    <a:pt x="62662" y="63771"/>
                  </a:cubicBezTo>
                  <a:lnTo>
                    <a:pt x="70490" y="32267"/>
                  </a:lnTo>
                  <a:close/>
                </a:path>
              </a:pathLst>
            </a:custGeom>
            <a:solidFill>
              <a:srgbClr val="000000"/>
            </a:solidFill>
            <a:ln w="23082" cap="flat">
              <a:noFill/>
              <a:prstDash val="solid"/>
              <a:miter/>
            </a:ln>
          </p:spPr>
          <p:txBody>
            <a:bodyPr rtlCol="0" anchor="ctr"/>
            <a:lstStyle/>
            <a:p>
              <a:endParaRPr lang="en-GB" noProof="0"/>
            </a:p>
          </p:txBody>
        </p:sp>
        <p:sp>
          <p:nvSpPr>
            <p:cNvPr id="53" name="Freeform: Shape 52">
              <a:extLst>
                <a:ext uri="{FF2B5EF4-FFF2-40B4-BE49-F238E27FC236}">
                  <a16:creationId xmlns:a16="http://schemas.microsoft.com/office/drawing/2014/main" id="{610BCC48-F0ED-9761-53E9-456F86FDCA84}"/>
                </a:ext>
              </a:extLst>
            </p:cNvPr>
            <p:cNvSpPr/>
            <p:nvPr>
              <p:custDataLst>
                <p:tags r:id="rId170"/>
              </p:custDataLst>
            </p:nvPr>
          </p:nvSpPr>
          <p:spPr>
            <a:xfrm>
              <a:off x="4280988" y="2344482"/>
              <a:ext cx="123812" cy="123854"/>
            </a:xfrm>
            <a:custGeom>
              <a:avLst/>
              <a:gdLst>
                <a:gd name="connsiteX0" fmla="*/ 81549 w 153102"/>
                <a:gd name="connsiteY0" fmla="*/ 81248 h 153154"/>
                <a:gd name="connsiteX1" fmla="*/ 145783 w 153102"/>
                <a:gd name="connsiteY1" fmla="*/ 81248 h 153154"/>
                <a:gd name="connsiteX2" fmla="*/ 153380 w 153102"/>
                <a:gd name="connsiteY2" fmla="*/ 76649 h 153154"/>
                <a:gd name="connsiteX3" fmla="*/ 145783 w 153102"/>
                <a:gd name="connsiteY3" fmla="*/ 72050 h 153154"/>
                <a:gd name="connsiteX4" fmla="*/ 81549 w 153102"/>
                <a:gd name="connsiteY4" fmla="*/ 72050 h 153154"/>
                <a:gd name="connsiteX5" fmla="*/ 81549 w 153102"/>
                <a:gd name="connsiteY5" fmla="*/ 7661 h 153154"/>
                <a:gd name="connsiteX6" fmla="*/ 76944 w 153102"/>
                <a:gd name="connsiteY6" fmla="*/ 72 h 153154"/>
                <a:gd name="connsiteX7" fmla="*/ 72340 w 153102"/>
                <a:gd name="connsiteY7" fmla="*/ 7661 h 153154"/>
                <a:gd name="connsiteX8" fmla="*/ 72340 w 153102"/>
                <a:gd name="connsiteY8" fmla="*/ 72050 h 153154"/>
                <a:gd name="connsiteX9" fmla="*/ 7876 w 153102"/>
                <a:gd name="connsiteY9" fmla="*/ 72050 h 153154"/>
                <a:gd name="connsiteX10" fmla="*/ 278 w 153102"/>
                <a:gd name="connsiteY10" fmla="*/ 76649 h 153154"/>
                <a:gd name="connsiteX11" fmla="*/ 7876 w 153102"/>
                <a:gd name="connsiteY11" fmla="*/ 81248 h 153154"/>
                <a:gd name="connsiteX12" fmla="*/ 72340 w 153102"/>
                <a:gd name="connsiteY12" fmla="*/ 81248 h 153154"/>
                <a:gd name="connsiteX13" fmla="*/ 72340 w 153102"/>
                <a:gd name="connsiteY13" fmla="*/ 145638 h 153154"/>
                <a:gd name="connsiteX14" fmla="*/ 76944 w 153102"/>
                <a:gd name="connsiteY14" fmla="*/ 153226 h 153154"/>
                <a:gd name="connsiteX15" fmla="*/ 81549 w 153102"/>
                <a:gd name="connsiteY15" fmla="*/ 145638 h 153154"/>
                <a:gd name="connsiteX16" fmla="*/ 81549 w 153102"/>
                <a:gd name="connsiteY16" fmla="*/ 81248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49" y="81248"/>
                  </a:moveTo>
                  <a:lnTo>
                    <a:pt x="145783" y="81248"/>
                  </a:lnTo>
                  <a:cubicBezTo>
                    <a:pt x="149006" y="81248"/>
                    <a:pt x="153380" y="81248"/>
                    <a:pt x="153380" y="76649"/>
                  </a:cubicBezTo>
                  <a:cubicBezTo>
                    <a:pt x="153380" y="72050"/>
                    <a:pt x="149006" y="72050"/>
                    <a:pt x="145783" y="72050"/>
                  </a:cubicBezTo>
                  <a:lnTo>
                    <a:pt x="81549" y="72050"/>
                  </a:lnTo>
                  <a:lnTo>
                    <a:pt x="81549" y="7661"/>
                  </a:lnTo>
                  <a:cubicBezTo>
                    <a:pt x="81549" y="4441"/>
                    <a:pt x="81549" y="72"/>
                    <a:pt x="76944" y="72"/>
                  </a:cubicBezTo>
                  <a:cubicBezTo>
                    <a:pt x="72340" y="72"/>
                    <a:pt x="72340" y="4441"/>
                    <a:pt x="72340" y="7661"/>
                  </a:cubicBezTo>
                  <a:lnTo>
                    <a:pt x="72340" y="72050"/>
                  </a:lnTo>
                  <a:lnTo>
                    <a:pt x="7876" y="72050"/>
                  </a:lnTo>
                  <a:cubicBezTo>
                    <a:pt x="4652" y="72050"/>
                    <a:pt x="278" y="72050"/>
                    <a:pt x="278" y="76649"/>
                  </a:cubicBezTo>
                  <a:cubicBezTo>
                    <a:pt x="278" y="81248"/>
                    <a:pt x="4652" y="81248"/>
                    <a:pt x="7876" y="81248"/>
                  </a:cubicBezTo>
                  <a:lnTo>
                    <a:pt x="72340" y="81248"/>
                  </a:lnTo>
                  <a:lnTo>
                    <a:pt x="72340" y="145638"/>
                  </a:lnTo>
                  <a:cubicBezTo>
                    <a:pt x="72340" y="148857"/>
                    <a:pt x="72340" y="153226"/>
                    <a:pt x="76944" y="153226"/>
                  </a:cubicBezTo>
                  <a:cubicBezTo>
                    <a:pt x="81549" y="153226"/>
                    <a:pt x="81549" y="148857"/>
                    <a:pt x="81549" y="145638"/>
                  </a:cubicBezTo>
                  <a:lnTo>
                    <a:pt x="81549" y="81248"/>
                  </a:lnTo>
                  <a:close/>
                </a:path>
              </a:pathLst>
            </a:custGeom>
            <a:solidFill>
              <a:srgbClr val="000000"/>
            </a:solidFill>
            <a:ln w="23082" cap="flat">
              <a:noFill/>
              <a:prstDash val="solid"/>
              <a:miter/>
            </a:ln>
          </p:spPr>
          <p:txBody>
            <a:bodyPr rtlCol="0" anchor="ctr"/>
            <a:lstStyle/>
            <a:p>
              <a:endParaRPr lang="en-GB" noProof="0"/>
            </a:p>
          </p:txBody>
        </p:sp>
        <p:sp>
          <p:nvSpPr>
            <p:cNvPr id="54" name="Freeform: Shape 53">
              <a:extLst>
                <a:ext uri="{FF2B5EF4-FFF2-40B4-BE49-F238E27FC236}">
                  <a16:creationId xmlns:a16="http://schemas.microsoft.com/office/drawing/2014/main" id="{A1E2D8D7-E65C-1B85-F155-6B8820B63CA4}"/>
                </a:ext>
              </a:extLst>
            </p:cNvPr>
            <p:cNvSpPr/>
            <p:nvPr>
              <p:custDataLst>
                <p:tags r:id="rId171"/>
              </p:custDataLst>
            </p:nvPr>
          </p:nvSpPr>
          <p:spPr>
            <a:xfrm>
              <a:off x="4465495" y="2372749"/>
              <a:ext cx="61254" cy="82197"/>
            </a:xfrm>
            <a:custGeom>
              <a:avLst/>
              <a:gdLst>
                <a:gd name="connsiteX0" fmla="*/ 58075 w 75745"/>
                <a:gd name="connsiteY0" fmla="*/ 47214 h 101642"/>
                <a:gd name="connsiteX1" fmla="*/ 65903 w 75745"/>
                <a:gd name="connsiteY1" fmla="*/ 43305 h 101642"/>
                <a:gd name="connsiteX2" fmla="*/ 59227 w 75745"/>
                <a:gd name="connsiteY2" fmla="*/ 40085 h 101642"/>
                <a:gd name="connsiteX3" fmla="*/ 21929 w 75745"/>
                <a:gd name="connsiteY3" fmla="*/ 40085 h 101642"/>
                <a:gd name="connsiteX4" fmla="*/ 61299 w 75745"/>
                <a:gd name="connsiteY4" fmla="*/ 7201 h 101642"/>
                <a:gd name="connsiteX5" fmla="*/ 68436 w 75745"/>
                <a:gd name="connsiteY5" fmla="*/ 7201 h 101642"/>
                <a:gd name="connsiteX6" fmla="*/ 76033 w 75745"/>
                <a:gd name="connsiteY6" fmla="*/ 3292 h 101642"/>
                <a:gd name="connsiteX7" fmla="*/ 69126 w 75745"/>
                <a:gd name="connsiteY7" fmla="*/ 72 h 101642"/>
                <a:gd name="connsiteX8" fmla="*/ 61068 w 75745"/>
                <a:gd name="connsiteY8" fmla="*/ 72 h 101642"/>
                <a:gd name="connsiteX9" fmla="*/ 288 w 75745"/>
                <a:gd name="connsiteY9" fmla="*/ 58252 h 101642"/>
                <a:gd name="connsiteX10" fmla="*/ 41959 w 75745"/>
                <a:gd name="connsiteY10" fmla="*/ 101715 h 101642"/>
                <a:gd name="connsiteX11" fmla="*/ 71889 w 75745"/>
                <a:gd name="connsiteY11" fmla="*/ 89987 h 101642"/>
                <a:gd name="connsiteX12" fmla="*/ 69587 w 75745"/>
                <a:gd name="connsiteY12" fmla="*/ 86768 h 101642"/>
                <a:gd name="connsiteX13" fmla="*/ 66594 w 75745"/>
                <a:gd name="connsiteY13" fmla="*/ 88147 h 101642"/>
                <a:gd name="connsiteX14" fmla="*/ 42420 w 75745"/>
                <a:gd name="connsiteY14" fmla="*/ 96656 h 101642"/>
                <a:gd name="connsiteX15" fmla="*/ 17555 w 75745"/>
                <a:gd name="connsiteY15" fmla="*/ 66761 h 101642"/>
                <a:gd name="connsiteX16" fmla="*/ 20088 w 75745"/>
                <a:gd name="connsiteY16" fmla="*/ 47214 h 101642"/>
                <a:gd name="connsiteX17" fmla="*/ 58075 w 75745"/>
                <a:gd name="connsiteY17" fmla="*/ 47214 h 10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745" h="101642">
                  <a:moveTo>
                    <a:pt x="58075" y="47214"/>
                  </a:moveTo>
                  <a:cubicBezTo>
                    <a:pt x="61759" y="47214"/>
                    <a:pt x="65903" y="47214"/>
                    <a:pt x="65903" y="43305"/>
                  </a:cubicBezTo>
                  <a:cubicBezTo>
                    <a:pt x="65903" y="40085"/>
                    <a:pt x="63140" y="40085"/>
                    <a:pt x="59227" y="40085"/>
                  </a:cubicBezTo>
                  <a:lnTo>
                    <a:pt x="21929" y="40085"/>
                  </a:lnTo>
                  <a:cubicBezTo>
                    <a:pt x="27455" y="20539"/>
                    <a:pt x="40348" y="7201"/>
                    <a:pt x="61299" y="7201"/>
                  </a:cubicBezTo>
                  <a:lnTo>
                    <a:pt x="68436" y="7201"/>
                  </a:lnTo>
                  <a:cubicBezTo>
                    <a:pt x="72350" y="7201"/>
                    <a:pt x="76033" y="7201"/>
                    <a:pt x="76033" y="3292"/>
                  </a:cubicBezTo>
                  <a:cubicBezTo>
                    <a:pt x="76033" y="72"/>
                    <a:pt x="73040" y="72"/>
                    <a:pt x="69126" y="72"/>
                  </a:cubicBezTo>
                  <a:lnTo>
                    <a:pt x="61068" y="72"/>
                  </a:lnTo>
                  <a:cubicBezTo>
                    <a:pt x="31139" y="72"/>
                    <a:pt x="288" y="23068"/>
                    <a:pt x="288" y="58252"/>
                  </a:cubicBezTo>
                  <a:cubicBezTo>
                    <a:pt x="288" y="83548"/>
                    <a:pt x="17555" y="101715"/>
                    <a:pt x="41959" y="101715"/>
                  </a:cubicBezTo>
                  <a:cubicBezTo>
                    <a:pt x="56924" y="101715"/>
                    <a:pt x="71889" y="92517"/>
                    <a:pt x="71889" y="89987"/>
                  </a:cubicBezTo>
                  <a:cubicBezTo>
                    <a:pt x="71889" y="89297"/>
                    <a:pt x="71659" y="86768"/>
                    <a:pt x="69587" y="86768"/>
                  </a:cubicBezTo>
                  <a:cubicBezTo>
                    <a:pt x="69126" y="86768"/>
                    <a:pt x="68666" y="86768"/>
                    <a:pt x="66594" y="88147"/>
                  </a:cubicBezTo>
                  <a:cubicBezTo>
                    <a:pt x="59457" y="92747"/>
                    <a:pt x="50938" y="96656"/>
                    <a:pt x="42420" y="96656"/>
                  </a:cubicBezTo>
                  <a:cubicBezTo>
                    <a:pt x="29067" y="96656"/>
                    <a:pt x="17555" y="86998"/>
                    <a:pt x="17555" y="66761"/>
                  </a:cubicBezTo>
                  <a:cubicBezTo>
                    <a:pt x="17555" y="58712"/>
                    <a:pt x="19397" y="49974"/>
                    <a:pt x="20088" y="47214"/>
                  </a:cubicBezTo>
                  <a:lnTo>
                    <a:pt x="58075" y="47214"/>
                  </a:lnTo>
                  <a:close/>
                </a:path>
              </a:pathLst>
            </a:custGeom>
            <a:solidFill>
              <a:srgbClr val="000000"/>
            </a:solidFill>
            <a:ln w="23082" cap="flat">
              <a:noFill/>
              <a:prstDash val="solid"/>
              <a:miter/>
            </a:ln>
          </p:spPr>
          <p:txBody>
            <a:bodyPr rtlCol="0" anchor="ctr"/>
            <a:lstStyle/>
            <a:p>
              <a:endParaRPr lang="en-GB" noProof="0"/>
            </a:p>
          </p:txBody>
        </p:sp>
        <p:sp>
          <p:nvSpPr>
            <p:cNvPr id="55" name="Freeform: Shape 54">
              <a:extLst>
                <a:ext uri="{FF2B5EF4-FFF2-40B4-BE49-F238E27FC236}">
                  <a16:creationId xmlns:a16="http://schemas.microsoft.com/office/drawing/2014/main" id="{DD3D591F-A4F4-B81E-D74E-271130A4651E}"/>
                </a:ext>
              </a:extLst>
            </p:cNvPr>
            <p:cNvSpPr/>
            <p:nvPr>
              <p:custDataLst>
                <p:tags r:id="rId172"/>
              </p:custDataLst>
            </p:nvPr>
          </p:nvSpPr>
          <p:spPr>
            <a:xfrm>
              <a:off x="4599487" y="2334626"/>
              <a:ext cx="113758" cy="143753"/>
            </a:xfrm>
            <a:custGeom>
              <a:avLst/>
              <a:gdLst>
                <a:gd name="connsiteX0" fmla="*/ 136590 w 140669"/>
                <a:gd name="connsiteY0" fmla="*/ 9731 h 177760"/>
                <a:gd name="connsiteX1" fmla="*/ 140965 w 140669"/>
                <a:gd name="connsiteY1" fmla="*/ 4671 h 177760"/>
                <a:gd name="connsiteX2" fmla="*/ 136360 w 140669"/>
                <a:gd name="connsiteY2" fmla="*/ 72 h 177760"/>
                <a:gd name="connsiteX3" fmla="*/ 132216 w 140669"/>
                <a:gd name="connsiteY3" fmla="*/ 1452 h 177760"/>
                <a:gd name="connsiteX4" fmla="*/ 4899 w 140669"/>
                <a:gd name="connsiteY4" fmla="*/ 61472 h 177760"/>
                <a:gd name="connsiteX5" fmla="*/ 295 w 140669"/>
                <a:gd name="connsiteY5" fmla="*/ 66761 h 177760"/>
                <a:gd name="connsiteX6" fmla="*/ 4899 w 140669"/>
                <a:gd name="connsiteY6" fmla="*/ 71820 h 177760"/>
                <a:gd name="connsiteX7" fmla="*/ 132216 w 140669"/>
                <a:gd name="connsiteY7" fmla="*/ 131610 h 177760"/>
                <a:gd name="connsiteX8" fmla="*/ 136360 w 140669"/>
                <a:gd name="connsiteY8" fmla="*/ 133220 h 177760"/>
                <a:gd name="connsiteX9" fmla="*/ 140965 w 140669"/>
                <a:gd name="connsiteY9" fmla="*/ 128621 h 177760"/>
                <a:gd name="connsiteX10" fmla="*/ 136130 w 140669"/>
                <a:gd name="connsiteY10" fmla="*/ 123331 h 177760"/>
                <a:gd name="connsiteX11" fmla="*/ 15720 w 140669"/>
                <a:gd name="connsiteY11" fmla="*/ 66761 h 177760"/>
                <a:gd name="connsiteX12" fmla="*/ 136590 w 140669"/>
                <a:gd name="connsiteY12" fmla="*/ 9731 h 177760"/>
                <a:gd name="connsiteX13" fmla="*/ 132907 w 140669"/>
                <a:gd name="connsiteY13" fmla="*/ 177832 h 177760"/>
                <a:gd name="connsiteX14" fmla="*/ 140965 w 140669"/>
                <a:gd name="connsiteY14" fmla="*/ 173233 h 177760"/>
                <a:gd name="connsiteX15" fmla="*/ 132676 w 140669"/>
                <a:gd name="connsiteY15" fmla="*/ 168634 h 177760"/>
                <a:gd name="connsiteX16" fmla="*/ 8583 w 140669"/>
                <a:gd name="connsiteY16" fmla="*/ 168634 h 177760"/>
                <a:gd name="connsiteX17" fmla="*/ 295 w 140669"/>
                <a:gd name="connsiteY17" fmla="*/ 173233 h 177760"/>
                <a:gd name="connsiteX18" fmla="*/ 8353 w 140669"/>
                <a:gd name="connsiteY18" fmla="*/ 177832 h 177760"/>
                <a:gd name="connsiteX19" fmla="*/ 132907 w 140669"/>
                <a:gd name="connsiteY19" fmla="*/ 177832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90" y="9731"/>
                  </a:moveTo>
                  <a:cubicBezTo>
                    <a:pt x="139123" y="8581"/>
                    <a:pt x="140965" y="7431"/>
                    <a:pt x="140965" y="4671"/>
                  </a:cubicBezTo>
                  <a:cubicBezTo>
                    <a:pt x="140965" y="2142"/>
                    <a:pt x="139123" y="72"/>
                    <a:pt x="136360" y="72"/>
                  </a:cubicBezTo>
                  <a:cubicBezTo>
                    <a:pt x="135209" y="72"/>
                    <a:pt x="133137" y="992"/>
                    <a:pt x="132216" y="1452"/>
                  </a:cubicBezTo>
                  <a:lnTo>
                    <a:pt x="4899" y="61472"/>
                  </a:lnTo>
                  <a:cubicBezTo>
                    <a:pt x="985" y="63311"/>
                    <a:pt x="295" y="64921"/>
                    <a:pt x="295" y="66761"/>
                  </a:cubicBezTo>
                  <a:cubicBezTo>
                    <a:pt x="295" y="68831"/>
                    <a:pt x="1676" y="70440"/>
                    <a:pt x="4899" y="71820"/>
                  </a:cubicBezTo>
                  <a:lnTo>
                    <a:pt x="132216" y="131610"/>
                  </a:lnTo>
                  <a:cubicBezTo>
                    <a:pt x="135209" y="133220"/>
                    <a:pt x="135669" y="133220"/>
                    <a:pt x="136360" y="133220"/>
                  </a:cubicBezTo>
                  <a:cubicBezTo>
                    <a:pt x="138893" y="133220"/>
                    <a:pt x="140965" y="131150"/>
                    <a:pt x="140965" y="128621"/>
                  </a:cubicBezTo>
                  <a:cubicBezTo>
                    <a:pt x="140965" y="126551"/>
                    <a:pt x="140044" y="125171"/>
                    <a:pt x="136130" y="123331"/>
                  </a:cubicBezTo>
                  <a:lnTo>
                    <a:pt x="15720" y="66761"/>
                  </a:lnTo>
                  <a:lnTo>
                    <a:pt x="136590" y="9731"/>
                  </a:lnTo>
                  <a:close/>
                  <a:moveTo>
                    <a:pt x="132907" y="177832"/>
                  </a:moveTo>
                  <a:cubicBezTo>
                    <a:pt x="136821" y="177832"/>
                    <a:pt x="140965" y="177832"/>
                    <a:pt x="140965" y="173233"/>
                  </a:cubicBezTo>
                  <a:cubicBezTo>
                    <a:pt x="140965" y="168634"/>
                    <a:pt x="136130" y="168634"/>
                    <a:pt x="132676" y="168634"/>
                  </a:cubicBezTo>
                  <a:lnTo>
                    <a:pt x="8583" y="168634"/>
                  </a:lnTo>
                  <a:cubicBezTo>
                    <a:pt x="5130" y="168634"/>
                    <a:pt x="295" y="168634"/>
                    <a:pt x="295" y="173233"/>
                  </a:cubicBezTo>
                  <a:cubicBezTo>
                    <a:pt x="295" y="177832"/>
                    <a:pt x="4439" y="177832"/>
                    <a:pt x="8353" y="177832"/>
                  </a:cubicBezTo>
                  <a:lnTo>
                    <a:pt x="132907" y="177832"/>
                  </a:lnTo>
                  <a:close/>
                </a:path>
              </a:pathLst>
            </a:custGeom>
            <a:solidFill>
              <a:srgbClr val="000000"/>
            </a:solidFill>
            <a:ln w="23082" cap="flat">
              <a:noFill/>
              <a:prstDash val="solid"/>
              <a:miter/>
            </a:ln>
          </p:spPr>
          <p:txBody>
            <a:bodyPr rtlCol="0" anchor="ctr"/>
            <a:lstStyle/>
            <a:p>
              <a:endParaRPr lang="en-GB" noProof="0"/>
            </a:p>
          </p:txBody>
        </p:sp>
        <p:sp>
          <p:nvSpPr>
            <p:cNvPr id="56" name="Freeform: Shape 55">
              <a:extLst>
                <a:ext uri="{FF2B5EF4-FFF2-40B4-BE49-F238E27FC236}">
                  <a16:creationId xmlns:a16="http://schemas.microsoft.com/office/drawing/2014/main" id="{89FC8BD9-A767-EEF2-2D72-7F9EEE93F655}"/>
                </a:ext>
              </a:extLst>
            </p:cNvPr>
            <p:cNvSpPr/>
            <p:nvPr>
              <p:custDataLst>
                <p:tags r:id="rId173"/>
              </p:custDataLst>
            </p:nvPr>
          </p:nvSpPr>
          <p:spPr>
            <a:xfrm>
              <a:off x="4786146" y="2370703"/>
              <a:ext cx="100912" cy="122366"/>
            </a:xfrm>
            <a:custGeom>
              <a:avLst/>
              <a:gdLst>
                <a:gd name="connsiteX0" fmla="*/ 46581 w 124784"/>
                <a:gd name="connsiteY0" fmla="*/ 20999 h 151314"/>
                <a:gd name="connsiteX1" fmla="*/ 50035 w 124784"/>
                <a:gd name="connsiteY1" fmla="*/ 6281 h 151314"/>
                <a:gd name="connsiteX2" fmla="*/ 43358 w 124784"/>
                <a:gd name="connsiteY2" fmla="*/ 72 h 151314"/>
                <a:gd name="connsiteX3" fmla="*/ 34149 w 124784"/>
                <a:gd name="connsiteY3" fmla="*/ 8351 h 151314"/>
                <a:gd name="connsiteX4" fmla="*/ 996 w 124784"/>
                <a:gd name="connsiteY4" fmla="*/ 141498 h 151314"/>
                <a:gd name="connsiteX5" fmla="*/ 305 w 124784"/>
                <a:gd name="connsiteY5" fmla="*/ 145178 h 151314"/>
                <a:gd name="connsiteX6" fmla="*/ 6752 w 124784"/>
                <a:gd name="connsiteY6" fmla="*/ 151387 h 151314"/>
                <a:gd name="connsiteX7" fmla="*/ 14810 w 124784"/>
                <a:gd name="connsiteY7" fmla="*/ 146557 h 151314"/>
                <a:gd name="connsiteX8" fmla="*/ 27472 w 124784"/>
                <a:gd name="connsiteY8" fmla="*/ 97116 h 151314"/>
                <a:gd name="connsiteX9" fmla="*/ 49804 w 124784"/>
                <a:gd name="connsiteY9" fmla="*/ 104245 h 151314"/>
                <a:gd name="connsiteX10" fmla="*/ 80425 w 124784"/>
                <a:gd name="connsiteY10" fmla="*/ 87457 h 151314"/>
                <a:gd name="connsiteX11" fmla="*/ 101146 w 124784"/>
                <a:gd name="connsiteY11" fmla="*/ 104245 h 151314"/>
                <a:gd name="connsiteX12" fmla="*/ 118182 w 124784"/>
                <a:gd name="connsiteY12" fmla="*/ 91597 h 151314"/>
                <a:gd name="connsiteX13" fmla="*/ 125089 w 124784"/>
                <a:gd name="connsiteY13" fmla="*/ 68831 h 151314"/>
                <a:gd name="connsiteX14" fmla="*/ 122327 w 124784"/>
                <a:gd name="connsiteY14" fmla="*/ 66531 h 151314"/>
                <a:gd name="connsiteX15" fmla="*/ 119103 w 124784"/>
                <a:gd name="connsiteY15" fmla="*/ 70670 h 151314"/>
                <a:gd name="connsiteX16" fmla="*/ 101606 w 124784"/>
                <a:gd name="connsiteY16" fmla="*/ 99185 h 151314"/>
                <a:gd name="connsiteX17" fmla="*/ 94699 w 124784"/>
                <a:gd name="connsiteY17" fmla="*/ 88607 h 151314"/>
                <a:gd name="connsiteX18" fmla="*/ 99304 w 124784"/>
                <a:gd name="connsiteY18" fmla="*/ 64691 h 151314"/>
                <a:gd name="connsiteX19" fmla="*/ 105750 w 124784"/>
                <a:gd name="connsiteY19" fmla="*/ 39855 h 151314"/>
                <a:gd name="connsiteX20" fmla="*/ 109664 w 124784"/>
                <a:gd name="connsiteY20" fmla="*/ 24218 h 151314"/>
                <a:gd name="connsiteX21" fmla="*/ 113117 w 124784"/>
                <a:gd name="connsiteY21" fmla="*/ 8811 h 151314"/>
                <a:gd name="connsiteX22" fmla="*/ 106441 w 124784"/>
                <a:gd name="connsiteY22" fmla="*/ 2602 h 151314"/>
                <a:gd name="connsiteX23" fmla="*/ 97462 w 124784"/>
                <a:gd name="connsiteY23" fmla="*/ 10650 h 151314"/>
                <a:gd name="connsiteX24" fmla="*/ 86641 w 124784"/>
                <a:gd name="connsiteY24" fmla="*/ 53653 h 151314"/>
                <a:gd name="connsiteX25" fmla="*/ 80655 w 124784"/>
                <a:gd name="connsiteY25" fmla="*/ 77109 h 151314"/>
                <a:gd name="connsiteX26" fmla="*/ 50725 w 124784"/>
                <a:gd name="connsiteY26" fmla="*/ 99185 h 151314"/>
                <a:gd name="connsiteX27" fmla="*/ 33688 w 124784"/>
                <a:gd name="connsiteY27" fmla="*/ 79179 h 151314"/>
                <a:gd name="connsiteX28" fmla="*/ 36912 w 124784"/>
                <a:gd name="connsiteY28" fmla="*/ 59632 h 151314"/>
                <a:gd name="connsiteX29" fmla="*/ 46581 w 124784"/>
                <a:gd name="connsiteY29" fmla="*/ 20999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581" y="20999"/>
                  </a:moveTo>
                  <a:cubicBezTo>
                    <a:pt x="47732" y="16169"/>
                    <a:pt x="50035" y="7431"/>
                    <a:pt x="50035" y="6281"/>
                  </a:cubicBezTo>
                  <a:cubicBezTo>
                    <a:pt x="50035" y="2372"/>
                    <a:pt x="47272" y="72"/>
                    <a:pt x="43358" y="72"/>
                  </a:cubicBezTo>
                  <a:cubicBezTo>
                    <a:pt x="42667" y="72"/>
                    <a:pt x="36221" y="302"/>
                    <a:pt x="34149" y="8351"/>
                  </a:cubicBezTo>
                  <a:lnTo>
                    <a:pt x="996" y="141498"/>
                  </a:lnTo>
                  <a:cubicBezTo>
                    <a:pt x="305" y="144258"/>
                    <a:pt x="305" y="144718"/>
                    <a:pt x="305" y="145178"/>
                  </a:cubicBezTo>
                  <a:cubicBezTo>
                    <a:pt x="305" y="148627"/>
                    <a:pt x="2838" y="151387"/>
                    <a:pt x="6752" y="151387"/>
                  </a:cubicBezTo>
                  <a:cubicBezTo>
                    <a:pt x="11586" y="151387"/>
                    <a:pt x="14349" y="147247"/>
                    <a:pt x="14810" y="146557"/>
                  </a:cubicBezTo>
                  <a:cubicBezTo>
                    <a:pt x="15731" y="144488"/>
                    <a:pt x="18724" y="132530"/>
                    <a:pt x="27472" y="97116"/>
                  </a:cubicBezTo>
                  <a:cubicBezTo>
                    <a:pt x="34840" y="103325"/>
                    <a:pt x="45200" y="104245"/>
                    <a:pt x="49804" y="104245"/>
                  </a:cubicBezTo>
                  <a:cubicBezTo>
                    <a:pt x="65921" y="104245"/>
                    <a:pt x="74899" y="93896"/>
                    <a:pt x="80425" y="87457"/>
                  </a:cubicBezTo>
                  <a:cubicBezTo>
                    <a:pt x="82497" y="97806"/>
                    <a:pt x="91015" y="104245"/>
                    <a:pt x="101146" y="104245"/>
                  </a:cubicBezTo>
                  <a:cubicBezTo>
                    <a:pt x="109204" y="104245"/>
                    <a:pt x="114499" y="98955"/>
                    <a:pt x="118182" y="91597"/>
                  </a:cubicBezTo>
                  <a:cubicBezTo>
                    <a:pt x="122096" y="83318"/>
                    <a:pt x="125089" y="69291"/>
                    <a:pt x="125089" y="68831"/>
                  </a:cubicBezTo>
                  <a:cubicBezTo>
                    <a:pt x="125089" y="66531"/>
                    <a:pt x="123017" y="66531"/>
                    <a:pt x="122327" y="66531"/>
                  </a:cubicBezTo>
                  <a:cubicBezTo>
                    <a:pt x="120024" y="66531"/>
                    <a:pt x="119794" y="67451"/>
                    <a:pt x="119103" y="70670"/>
                  </a:cubicBezTo>
                  <a:cubicBezTo>
                    <a:pt x="115190" y="85618"/>
                    <a:pt x="111045" y="99185"/>
                    <a:pt x="101606" y="99185"/>
                  </a:cubicBezTo>
                  <a:cubicBezTo>
                    <a:pt x="95390" y="99185"/>
                    <a:pt x="94699" y="93206"/>
                    <a:pt x="94699" y="88607"/>
                  </a:cubicBezTo>
                  <a:cubicBezTo>
                    <a:pt x="94699" y="83548"/>
                    <a:pt x="97462" y="72740"/>
                    <a:pt x="99304" y="64691"/>
                  </a:cubicBezTo>
                  <a:lnTo>
                    <a:pt x="105750" y="39855"/>
                  </a:lnTo>
                  <a:cubicBezTo>
                    <a:pt x="106441" y="36406"/>
                    <a:pt x="108743" y="27668"/>
                    <a:pt x="109664" y="24218"/>
                  </a:cubicBezTo>
                  <a:cubicBezTo>
                    <a:pt x="110815" y="18929"/>
                    <a:pt x="113117" y="10190"/>
                    <a:pt x="113117" y="8811"/>
                  </a:cubicBezTo>
                  <a:cubicBezTo>
                    <a:pt x="113117" y="4671"/>
                    <a:pt x="109894" y="2602"/>
                    <a:pt x="106441" y="2602"/>
                  </a:cubicBezTo>
                  <a:cubicBezTo>
                    <a:pt x="105290" y="2602"/>
                    <a:pt x="99304" y="2832"/>
                    <a:pt x="97462" y="10650"/>
                  </a:cubicBezTo>
                  <a:lnTo>
                    <a:pt x="86641" y="53653"/>
                  </a:lnTo>
                  <a:cubicBezTo>
                    <a:pt x="83878" y="65151"/>
                    <a:pt x="81346" y="74810"/>
                    <a:pt x="80655" y="77109"/>
                  </a:cubicBezTo>
                  <a:cubicBezTo>
                    <a:pt x="80425" y="78259"/>
                    <a:pt x="69374" y="99185"/>
                    <a:pt x="50725" y="99185"/>
                  </a:cubicBezTo>
                  <a:cubicBezTo>
                    <a:pt x="39214" y="99185"/>
                    <a:pt x="33688" y="91597"/>
                    <a:pt x="33688" y="79179"/>
                  </a:cubicBezTo>
                  <a:cubicBezTo>
                    <a:pt x="33688" y="72510"/>
                    <a:pt x="35300" y="66071"/>
                    <a:pt x="36912" y="59632"/>
                  </a:cubicBezTo>
                  <a:lnTo>
                    <a:pt x="46581" y="20999"/>
                  </a:lnTo>
                  <a:close/>
                </a:path>
              </a:pathLst>
            </a:custGeom>
            <a:solidFill>
              <a:srgbClr val="FF0000"/>
            </a:solidFill>
            <a:ln w="23082" cap="flat">
              <a:noFill/>
              <a:prstDash val="solid"/>
              <a:miter/>
            </a:ln>
          </p:spPr>
          <p:txBody>
            <a:bodyPr rtlCol="0" anchor="ctr"/>
            <a:lstStyle/>
            <a:p>
              <a:endParaRPr lang="en-GB" noProof="0"/>
            </a:p>
          </p:txBody>
        </p:sp>
        <p:sp>
          <p:nvSpPr>
            <p:cNvPr id="58" name="Freeform: Shape 57">
              <a:extLst>
                <a:ext uri="{FF2B5EF4-FFF2-40B4-BE49-F238E27FC236}">
                  <a16:creationId xmlns:a16="http://schemas.microsoft.com/office/drawing/2014/main" id="{2EBF38C3-515D-B813-CE8A-C7B239C42607}"/>
                </a:ext>
              </a:extLst>
            </p:cNvPr>
            <p:cNvSpPr/>
            <p:nvPr>
              <p:custDataLst>
                <p:tags r:id="rId174"/>
              </p:custDataLst>
            </p:nvPr>
          </p:nvSpPr>
          <p:spPr>
            <a:xfrm>
              <a:off x="4906952" y="2394358"/>
              <a:ext cx="47439" cy="86437"/>
            </a:xfrm>
            <a:custGeom>
              <a:avLst/>
              <a:gdLst>
                <a:gd name="connsiteX0" fmla="*/ 36733 w 58662"/>
                <a:gd name="connsiteY0" fmla="*/ 4581 h 106885"/>
                <a:gd name="connsiteX1" fmla="*/ 31899 w 58662"/>
                <a:gd name="connsiteY1" fmla="*/ 74 h 106885"/>
                <a:gd name="connsiteX2" fmla="*/ 311 w 58662"/>
                <a:gd name="connsiteY2" fmla="*/ 10376 h 106885"/>
                <a:gd name="connsiteX3" fmla="*/ 311 w 58662"/>
                <a:gd name="connsiteY3" fmla="*/ 16171 h 106885"/>
                <a:gd name="connsiteX4" fmla="*/ 23680 w 58662"/>
                <a:gd name="connsiteY4" fmla="*/ 11664 h 106885"/>
                <a:gd name="connsiteX5" fmla="*/ 23680 w 58662"/>
                <a:gd name="connsiteY5" fmla="*/ 93760 h 106885"/>
                <a:gd name="connsiteX6" fmla="*/ 7563 w 58662"/>
                <a:gd name="connsiteY6" fmla="*/ 101165 h 106885"/>
                <a:gd name="connsiteX7" fmla="*/ 1439 w 58662"/>
                <a:gd name="connsiteY7" fmla="*/ 101165 h 106885"/>
                <a:gd name="connsiteX8" fmla="*/ 1439 w 58662"/>
                <a:gd name="connsiteY8" fmla="*/ 106960 h 106885"/>
                <a:gd name="connsiteX9" fmla="*/ 30126 w 58662"/>
                <a:gd name="connsiteY9" fmla="*/ 106316 h 106885"/>
                <a:gd name="connsiteX10" fmla="*/ 58974 w 58662"/>
                <a:gd name="connsiteY10" fmla="*/ 106960 h 106885"/>
                <a:gd name="connsiteX11" fmla="*/ 58974 w 58662"/>
                <a:gd name="connsiteY11" fmla="*/ 101165 h 106885"/>
                <a:gd name="connsiteX12" fmla="*/ 52850 w 58662"/>
                <a:gd name="connsiteY12" fmla="*/ 101165 h 106885"/>
                <a:gd name="connsiteX13" fmla="*/ 36733 w 58662"/>
                <a:gd name="connsiteY13" fmla="*/ 93760 h 106885"/>
                <a:gd name="connsiteX14" fmla="*/ 36733 w 58662"/>
                <a:gd name="connsiteY14" fmla="*/ 4581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62" h="106885">
                  <a:moveTo>
                    <a:pt x="36733" y="4581"/>
                  </a:moveTo>
                  <a:cubicBezTo>
                    <a:pt x="36733" y="235"/>
                    <a:pt x="36411" y="74"/>
                    <a:pt x="31899" y="74"/>
                  </a:cubicBezTo>
                  <a:cubicBezTo>
                    <a:pt x="21584" y="10215"/>
                    <a:pt x="6919" y="10376"/>
                    <a:pt x="311" y="10376"/>
                  </a:cubicBezTo>
                  <a:lnTo>
                    <a:pt x="311" y="16171"/>
                  </a:lnTo>
                  <a:cubicBezTo>
                    <a:pt x="4179" y="16171"/>
                    <a:pt x="14816" y="16171"/>
                    <a:pt x="23680" y="11664"/>
                  </a:cubicBezTo>
                  <a:lnTo>
                    <a:pt x="23680" y="93760"/>
                  </a:lnTo>
                  <a:cubicBezTo>
                    <a:pt x="23680" y="99072"/>
                    <a:pt x="23680" y="101165"/>
                    <a:pt x="7563" y="101165"/>
                  </a:cubicBezTo>
                  <a:lnTo>
                    <a:pt x="1439" y="101165"/>
                  </a:lnTo>
                  <a:lnTo>
                    <a:pt x="1439" y="106960"/>
                  </a:lnTo>
                  <a:cubicBezTo>
                    <a:pt x="4340" y="106799"/>
                    <a:pt x="24163" y="106316"/>
                    <a:pt x="30126" y="106316"/>
                  </a:cubicBezTo>
                  <a:cubicBezTo>
                    <a:pt x="35122" y="106316"/>
                    <a:pt x="55428" y="106799"/>
                    <a:pt x="58974" y="106960"/>
                  </a:cubicBezTo>
                  <a:lnTo>
                    <a:pt x="58974" y="101165"/>
                  </a:lnTo>
                  <a:lnTo>
                    <a:pt x="52850" y="101165"/>
                  </a:lnTo>
                  <a:cubicBezTo>
                    <a:pt x="36733" y="101165"/>
                    <a:pt x="36733" y="99072"/>
                    <a:pt x="36733" y="93760"/>
                  </a:cubicBezTo>
                  <a:lnTo>
                    <a:pt x="36733" y="4581"/>
                  </a:lnTo>
                  <a:close/>
                </a:path>
              </a:pathLst>
            </a:custGeom>
            <a:solidFill>
              <a:srgbClr val="FF0000"/>
            </a:solidFill>
            <a:ln w="23082" cap="flat">
              <a:noFill/>
              <a:prstDash val="solid"/>
              <a:miter/>
            </a:ln>
          </p:spPr>
          <p:txBody>
            <a:bodyPr rtlCol="0" anchor="ctr"/>
            <a:lstStyle/>
            <a:p>
              <a:endParaRPr lang="en-GB" noProof="0"/>
            </a:p>
          </p:txBody>
        </p:sp>
      </p:grpSp>
      <p:grpSp>
        <p:nvGrpSpPr>
          <p:cNvPr id="134" name="Group 133">
            <a:extLst>
              <a:ext uri="{FF2B5EF4-FFF2-40B4-BE49-F238E27FC236}">
                <a16:creationId xmlns:a16="http://schemas.microsoft.com/office/drawing/2014/main" id="{72B98198-A2C2-4C78-BAB5-57DCEE60B96B}"/>
              </a:ext>
            </a:extLst>
          </p:cNvPr>
          <p:cNvGrpSpPr/>
          <p:nvPr/>
        </p:nvGrpSpPr>
        <p:grpSpPr>
          <a:xfrm>
            <a:off x="1633778" y="2520805"/>
            <a:ext cx="3324782" cy="195655"/>
            <a:chOff x="1633778" y="2520805"/>
            <a:chExt cx="3324782" cy="195655"/>
          </a:xfrm>
        </p:grpSpPr>
        <p:sp>
          <p:nvSpPr>
            <p:cNvPr id="75" name="Freeform: Shape 74">
              <a:extLst>
                <a:ext uri="{FF2B5EF4-FFF2-40B4-BE49-F238E27FC236}">
                  <a16:creationId xmlns:a16="http://schemas.microsoft.com/office/drawing/2014/main" id="{6025A938-27FB-2219-5D6C-8917B350AC7C}"/>
                </a:ext>
              </a:extLst>
            </p:cNvPr>
            <p:cNvSpPr/>
            <p:nvPr>
              <p:custDataLst>
                <p:tags r:id="rId139"/>
              </p:custDataLst>
            </p:nvPr>
          </p:nvSpPr>
          <p:spPr>
            <a:xfrm>
              <a:off x="4011094" y="2520805"/>
              <a:ext cx="97355" cy="87999"/>
            </a:xfrm>
            <a:custGeom>
              <a:avLst/>
              <a:gdLst>
                <a:gd name="connsiteX0" fmla="*/ 71658 w 120386"/>
                <a:gd name="connsiteY0" fmla="*/ 11510 h 108817"/>
                <a:gd name="connsiteX1" fmla="*/ 76654 w 120386"/>
                <a:gd name="connsiteY1" fmla="*/ 6036 h 108817"/>
                <a:gd name="connsiteX2" fmla="*/ 86323 w 120386"/>
                <a:gd name="connsiteY2" fmla="*/ 5876 h 108817"/>
                <a:gd name="connsiteX3" fmla="*/ 104373 w 120386"/>
                <a:gd name="connsiteY3" fmla="*/ 7163 h 108817"/>
                <a:gd name="connsiteX4" fmla="*/ 111948 w 120386"/>
                <a:gd name="connsiteY4" fmla="*/ 19880 h 108817"/>
                <a:gd name="connsiteX5" fmla="*/ 110820 w 120386"/>
                <a:gd name="connsiteY5" fmla="*/ 32919 h 108817"/>
                <a:gd name="connsiteX6" fmla="*/ 110497 w 120386"/>
                <a:gd name="connsiteY6" fmla="*/ 34690 h 108817"/>
                <a:gd name="connsiteX7" fmla="*/ 113237 w 120386"/>
                <a:gd name="connsiteY7" fmla="*/ 37104 h 108817"/>
                <a:gd name="connsiteX8" fmla="*/ 116299 w 120386"/>
                <a:gd name="connsiteY8" fmla="*/ 33080 h 108817"/>
                <a:gd name="connsiteX9" fmla="*/ 120651 w 120386"/>
                <a:gd name="connsiteY9" fmla="*/ 2334 h 108817"/>
                <a:gd name="connsiteX10" fmla="*/ 115816 w 120386"/>
                <a:gd name="connsiteY10" fmla="*/ 80 h 108817"/>
                <a:gd name="connsiteX11" fmla="*/ 16702 w 120386"/>
                <a:gd name="connsiteY11" fmla="*/ 80 h 108817"/>
                <a:gd name="connsiteX12" fmla="*/ 11223 w 120386"/>
                <a:gd name="connsiteY12" fmla="*/ 3461 h 108817"/>
                <a:gd name="connsiteX13" fmla="*/ 1070 w 120386"/>
                <a:gd name="connsiteY13" fmla="*/ 31953 h 108817"/>
                <a:gd name="connsiteX14" fmla="*/ 264 w 120386"/>
                <a:gd name="connsiteY14" fmla="*/ 34851 h 108817"/>
                <a:gd name="connsiteX15" fmla="*/ 3004 w 120386"/>
                <a:gd name="connsiteY15" fmla="*/ 37104 h 108817"/>
                <a:gd name="connsiteX16" fmla="*/ 6388 w 120386"/>
                <a:gd name="connsiteY16" fmla="*/ 33241 h 108817"/>
                <a:gd name="connsiteX17" fmla="*/ 45550 w 120386"/>
                <a:gd name="connsiteY17" fmla="*/ 5876 h 108817"/>
                <a:gd name="connsiteX18" fmla="*/ 52319 w 120386"/>
                <a:gd name="connsiteY18" fmla="*/ 5876 h 108817"/>
                <a:gd name="connsiteX19" fmla="*/ 57315 w 120386"/>
                <a:gd name="connsiteY19" fmla="*/ 7485 h 108817"/>
                <a:gd name="connsiteX20" fmla="*/ 56670 w 120386"/>
                <a:gd name="connsiteY20" fmla="*/ 10866 h 108817"/>
                <a:gd name="connsiteX21" fmla="*/ 35397 w 120386"/>
                <a:gd name="connsiteY21" fmla="*/ 95537 h 108817"/>
                <a:gd name="connsiteX22" fmla="*/ 16541 w 120386"/>
                <a:gd name="connsiteY22" fmla="*/ 103103 h 108817"/>
                <a:gd name="connsiteX23" fmla="*/ 9289 w 120386"/>
                <a:gd name="connsiteY23" fmla="*/ 106645 h 108817"/>
                <a:gd name="connsiteX24" fmla="*/ 12028 w 120386"/>
                <a:gd name="connsiteY24" fmla="*/ 108898 h 108817"/>
                <a:gd name="connsiteX25" fmla="*/ 25888 w 120386"/>
                <a:gd name="connsiteY25" fmla="*/ 108415 h 108817"/>
                <a:gd name="connsiteX26" fmla="*/ 39748 w 120386"/>
                <a:gd name="connsiteY26" fmla="*/ 108254 h 108817"/>
                <a:gd name="connsiteX27" fmla="*/ 54252 w 120386"/>
                <a:gd name="connsiteY27" fmla="*/ 108415 h 108817"/>
                <a:gd name="connsiteX28" fmla="*/ 67790 w 120386"/>
                <a:gd name="connsiteY28" fmla="*/ 108898 h 108817"/>
                <a:gd name="connsiteX29" fmla="*/ 71497 w 120386"/>
                <a:gd name="connsiteY29" fmla="*/ 105357 h 108817"/>
                <a:gd name="connsiteX30" fmla="*/ 64889 w 120386"/>
                <a:gd name="connsiteY30" fmla="*/ 103103 h 108817"/>
                <a:gd name="connsiteX31" fmla="*/ 55542 w 120386"/>
                <a:gd name="connsiteY31" fmla="*/ 102781 h 108817"/>
                <a:gd name="connsiteX32" fmla="*/ 49740 w 120386"/>
                <a:gd name="connsiteY32" fmla="*/ 99723 h 108817"/>
                <a:gd name="connsiteX33" fmla="*/ 50385 w 120386"/>
                <a:gd name="connsiteY33" fmla="*/ 96020 h 108817"/>
                <a:gd name="connsiteX34" fmla="*/ 71658 w 120386"/>
                <a:gd name="connsiteY34" fmla="*/ 11510 h 10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0386" h="108817">
                  <a:moveTo>
                    <a:pt x="71658" y="11510"/>
                  </a:moveTo>
                  <a:cubicBezTo>
                    <a:pt x="72786" y="6841"/>
                    <a:pt x="73108" y="6358"/>
                    <a:pt x="76654" y="6036"/>
                  </a:cubicBezTo>
                  <a:cubicBezTo>
                    <a:pt x="77460" y="5876"/>
                    <a:pt x="83100" y="5876"/>
                    <a:pt x="86323" y="5876"/>
                  </a:cubicBezTo>
                  <a:cubicBezTo>
                    <a:pt x="96154" y="5876"/>
                    <a:pt x="100344" y="5876"/>
                    <a:pt x="104373" y="7163"/>
                  </a:cubicBezTo>
                  <a:cubicBezTo>
                    <a:pt x="111626" y="9417"/>
                    <a:pt x="111948" y="14085"/>
                    <a:pt x="111948" y="19880"/>
                  </a:cubicBezTo>
                  <a:cubicBezTo>
                    <a:pt x="111948" y="22456"/>
                    <a:pt x="111948" y="24548"/>
                    <a:pt x="110820" y="32919"/>
                  </a:cubicBezTo>
                  <a:lnTo>
                    <a:pt x="110497" y="34690"/>
                  </a:lnTo>
                  <a:cubicBezTo>
                    <a:pt x="110497" y="36299"/>
                    <a:pt x="111626" y="37104"/>
                    <a:pt x="113237" y="37104"/>
                  </a:cubicBezTo>
                  <a:cubicBezTo>
                    <a:pt x="115655" y="37104"/>
                    <a:pt x="115977" y="35656"/>
                    <a:pt x="116299" y="33080"/>
                  </a:cubicBezTo>
                  <a:lnTo>
                    <a:pt x="120651" y="2334"/>
                  </a:lnTo>
                  <a:cubicBezTo>
                    <a:pt x="120651" y="80"/>
                    <a:pt x="118717" y="80"/>
                    <a:pt x="115816" y="80"/>
                  </a:cubicBezTo>
                  <a:lnTo>
                    <a:pt x="16702" y="80"/>
                  </a:lnTo>
                  <a:cubicBezTo>
                    <a:pt x="12673" y="80"/>
                    <a:pt x="12351" y="80"/>
                    <a:pt x="11223" y="3461"/>
                  </a:cubicBezTo>
                  <a:lnTo>
                    <a:pt x="1070" y="31953"/>
                  </a:lnTo>
                  <a:cubicBezTo>
                    <a:pt x="908" y="32597"/>
                    <a:pt x="264" y="34046"/>
                    <a:pt x="264" y="34851"/>
                  </a:cubicBezTo>
                  <a:cubicBezTo>
                    <a:pt x="264" y="35495"/>
                    <a:pt x="586" y="37104"/>
                    <a:pt x="3004" y="37104"/>
                  </a:cubicBezTo>
                  <a:cubicBezTo>
                    <a:pt x="5099" y="37104"/>
                    <a:pt x="5421" y="36299"/>
                    <a:pt x="6388" y="33241"/>
                  </a:cubicBezTo>
                  <a:cubicBezTo>
                    <a:pt x="15735" y="7485"/>
                    <a:pt x="21053" y="5876"/>
                    <a:pt x="45550" y="5876"/>
                  </a:cubicBezTo>
                  <a:lnTo>
                    <a:pt x="52319" y="5876"/>
                  </a:lnTo>
                  <a:cubicBezTo>
                    <a:pt x="57153" y="5876"/>
                    <a:pt x="57315" y="6036"/>
                    <a:pt x="57315" y="7485"/>
                  </a:cubicBezTo>
                  <a:cubicBezTo>
                    <a:pt x="57315" y="7646"/>
                    <a:pt x="57315" y="8451"/>
                    <a:pt x="56670" y="10866"/>
                  </a:cubicBezTo>
                  <a:lnTo>
                    <a:pt x="35397" y="95537"/>
                  </a:lnTo>
                  <a:cubicBezTo>
                    <a:pt x="33946" y="101493"/>
                    <a:pt x="33463" y="103103"/>
                    <a:pt x="16541" y="103103"/>
                  </a:cubicBezTo>
                  <a:cubicBezTo>
                    <a:pt x="10739" y="103103"/>
                    <a:pt x="9289" y="103103"/>
                    <a:pt x="9289" y="106645"/>
                  </a:cubicBezTo>
                  <a:cubicBezTo>
                    <a:pt x="9289" y="107127"/>
                    <a:pt x="9611" y="108898"/>
                    <a:pt x="12028" y="108898"/>
                  </a:cubicBezTo>
                  <a:cubicBezTo>
                    <a:pt x="16541" y="108898"/>
                    <a:pt x="21376" y="108415"/>
                    <a:pt x="25888" y="108415"/>
                  </a:cubicBezTo>
                  <a:cubicBezTo>
                    <a:pt x="30401" y="108415"/>
                    <a:pt x="35236" y="108254"/>
                    <a:pt x="39748" y="108254"/>
                  </a:cubicBezTo>
                  <a:cubicBezTo>
                    <a:pt x="44261" y="108254"/>
                    <a:pt x="49740" y="108254"/>
                    <a:pt x="54252" y="108415"/>
                  </a:cubicBezTo>
                  <a:cubicBezTo>
                    <a:pt x="58604" y="108576"/>
                    <a:pt x="63439" y="108898"/>
                    <a:pt x="67790" y="108898"/>
                  </a:cubicBezTo>
                  <a:cubicBezTo>
                    <a:pt x="69079" y="108898"/>
                    <a:pt x="71497" y="108898"/>
                    <a:pt x="71497" y="105357"/>
                  </a:cubicBezTo>
                  <a:cubicBezTo>
                    <a:pt x="71497" y="103103"/>
                    <a:pt x="69885" y="103103"/>
                    <a:pt x="64889" y="103103"/>
                  </a:cubicBezTo>
                  <a:cubicBezTo>
                    <a:pt x="61827" y="103103"/>
                    <a:pt x="58604" y="102942"/>
                    <a:pt x="55542" y="102781"/>
                  </a:cubicBezTo>
                  <a:cubicBezTo>
                    <a:pt x="50062" y="102298"/>
                    <a:pt x="49740" y="101654"/>
                    <a:pt x="49740" y="99723"/>
                  </a:cubicBezTo>
                  <a:cubicBezTo>
                    <a:pt x="49740" y="98596"/>
                    <a:pt x="49740" y="98274"/>
                    <a:pt x="50385" y="96020"/>
                  </a:cubicBezTo>
                  <a:lnTo>
                    <a:pt x="71658" y="11510"/>
                  </a:lnTo>
                  <a:close/>
                </a:path>
              </a:pathLst>
            </a:custGeom>
            <a:solidFill>
              <a:srgbClr val="000000"/>
            </a:solidFill>
            <a:ln w="23082" cap="flat">
              <a:noFill/>
              <a:prstDash val="solid"/>
              <a:miter/>
            </a:ln>
          </p:spPr>
          <p:txBody>
            <a:bodyPr rtlCol="0" anchor="ctr"/>
            <a:lstStyle/>
            <a:p>
              <a:endParaRPr lang="en-GB" noProof="0"/>
            </a:p>
          </p:txBody>
        </p:sp>
        <p:grpSp>
          <p:nvGrpSpPr>
            <p:cNvPr id="3" name="Group 2">
              <a:extLst>
                <a:ext uri="{FF2B5EF4-FFF2-40B4-BE49-F238E27FC236}">
                  <a16:creationId xmlns:a16="http://schemas.microsoft.com/office/drawing/2014/main" id="{588D9EC7-48AE-9FEC-C6CB-DA53A21868B8}"/>
                </a:ext>
              </a:extLst>
            </p:cNvPr>
            <p:cNvGrpSpPr/>
            <p:nvPr/>
          </p:nvGrpSpPr>
          <p:grpSpPr>
            <a:xfrm>
              <a:off x="1633778" y="2544998"/>
              <a:ext cx="3324782" cy="171462"/>
              <a:chOff x="1467919" y="2460073"/>
              <a:chExt cx="4111320" cy="212024"/>
            </a:xfrm>
          </p:grpSpPr>
          <p:sp>
            <p:nvSpPr>
              <p:cNvPr id="59" name="Freeform: Shape 58">
                <a:extLst>
                  <a:ext uri="{FF2B5EF4-FFF2-40B4-BE49-F238E27FC236}">
                    <a16:creationId xmlns:a16="http://schemas.microsoft.com/office/drawing/2014/main" id="{A3CB99E8-1099-0586-9357-0550642D58F0}"/>
                  </a:ext>
                </a:extLst>
              </p:cNvPr>
              <p:cNvSpPr/>
              <p:nvPr>
                <p:custDataLst>
                  <p:tags r:id="rId140"/>
                </p:custDataLst>
              </p:nvPr>
            </p:nvSpPr>
            <p:spPr>
              <a:xfrm>
                <a:off x="1467919" y="2520783"/>
                <a:ext cx="106135" cy="148784"/>
              </a:xfrm>
              <a:custGeom>
                <a:avLst/>
                <a:gdLst>
                  <a:gd name="connsiteX0" fmla="*/ 105351 w 106135"/>
                  <a:gd name="connsiteY0" fmla="*/ 14112 h 148784"/>
                  <a:gd name="connsiteX1" fmla="*/ 106272 w 106135"/>
                  <a:gd name="connsiteY1" fmla="*/ 8823 h 148784"/>
                  <a:gd name="connsiteX2" fmla="*/ 99595 w 106135"/>
                  <a:gd name="connsiteY2" fmla="*/ 2614 h 148784"/>
                  <a:gd name="connsiteX3" fmla="*/ 91537 w 106135"/>
                  <a:gd name="connsiteY3" fmla="*/ 7443 h 148784"/>
                  <a:gd name="connsiteX4" fmla="*/ 88314 w 106135"/>
                  <a:gd name="connsiteY4" fmla="*/ 19861 h 148784"/>
                  <a:gd name="connsiteX5" fmla="*/ 83710 w 106135"/>
                  <a:gd name="connsiteY5" fmla="*/ 38258 h 148784"/>
                  <a:gd name="connsiteX6" fmla="*/ 73349 w 106135"/>
                  <a:gd name="connsiteY6" fmla="*/ 79651 h 148784"/>
                  <a:gd name="connsiteX7" fmla="*/ 47334 w 106135"/>
                  <a:gd name="connsiteY7" fmla="*/ 99197 h 148784"/>
                  <a:gd name="connsiteX8" fmla="*/ 33059 w 106135"/>
                  <a:gd name="connsiteY8" fmla="*/ 80571 h 148784"/>
                  <a:gd name="connsiteX9" fmla="*/ 44801 w 106135"/>
                  <a:gd name="connsiteY9" fmla="*/ 35498 h 148784"/>
                  <a:gd name="connsiteX10" fmla="*/ 49406 w 106135"/>
                  <a:gd name="connsiteY10" fmla="*/ 18941 h 148784"/>
                  <a:gd name="connsiteX11" fmla="*/ 30527 w 106135"/>
                  <a:gd name="connsiteY11" fmla="*/ 84 h 148784"/>
                  <a:gd name="connsiteX12" fmla="*/ 137 w 106135"/>
                  <a:gd name="connsiteY12" fmla="*/ 35498 h 148784"/>
                  <a:gd name="connsiteX13" fmla="*/ 2899 w 106135"/>
                  <a:gd name="connsiteY13" fmla="*/ 37798 h 148784"/>
                  <a:gd name="connsiteX14" fmla="*/ 6583 w 106135"/>
                  <a:gd name="connsiteY14" fmla="*/ 33658 h 148784"/>
                  <a:gd name="connsiteX15" fmla="*/ 29836 w 106135"/>
                  <a:gd name="connsiteY15" fmla="*/ 5143 h 148784"/>
                  <a:gd name="connsiteX16" fmla="*/ 35592 w 106135"/>
                  <a:gd name="connsiteY16" fmla="*/ 12502 h 148784"/>
                  <a:gd name="connsiteX17" fmla="*/ 31678 w 106135"/>
                  <a:gd name="connsiteY17" fmla="*/ 28599 h 148784"/>
                  <a:gd name="connsiteX18" fmla="*/ 18325 w 106135"/>
                  <a:gd name="connsiteY18" fmla="*/ 76891 h 148784"/>
                  <a:gd name="connsiteX19" fmla="*/ 46413 w 106135"/>
                  <a:gd name="connsiteY19" fmla="*/ 104257 h 148784"/>
                  <a:gd name="connsiteX20" fmla="*/ 69666 w 106135"/>
                  <a:gd name="connsiteY20" fmla="*/ 93908 h 148784"/>
                  <a:gd name="connsiteX21" fmla="*/ 54701 w 106135"/>
                  <a:gd name="connsiteY21" fmla="*/ 129322 h 148784"/>
                  <a:gd name="connsiteX22" fmla="*/ 29376 w 106135"/>
                  <a:gd name="connsiteY22" fmla="*/ 143810 h 148784"/>
                  <a:gd name="connsiteX23" fmla="*/ 11878 w 106135"/>
                  <a:gd name="connsiteY23" fmla="*/ 134152 h 148784"/>
                  <a:gd name="connsiteX24" fmla="*/ 21778 w 106135"/>
                  <a:gd name="connsiteY24" fmla="*/ 131392 h 148784"/>
                  <a:gd name="connsiteX25" fmla="*/ 26383 w 106135"/>
                  <a:gd name="connsiteY25" fmla="*/ 121964 h 148784"/>
                  <a:gd name="connsiteX26" fmla="*/ 17864 w 106135"/>
                  <a:gd name="connsiteY26" fmla="*/ 113915 h 148784"/>
                  <a:gd name="connsiteX27" fmla="*/ 4971 w 106135"/>
                  <a:gd name="connsiteY27" fmla="*/ 128862 h 148784"/>
                  <a:gd name="connsiteX28" fmla="*/ 29376 w 106135"/>
                  <a:gd name="connsiteY28" fmla="*/ 148869 h 148784"/>
                  <a:gd name="connsiteX29" fmla="*/ 83249 w 106135"/>
                  <a:gd name="connsiteY29" fmla="*/ 101957 h 148784"/>
                  <a:gd name="connsiteX30" fmla="*/ 105351 w 106135"/>
                  <a:gd name="connsiteY30" fmla="*/ 14112 h 14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6135" h="148784">
                    <a:moveTo>
                      <a:pt x="105351" y="14112"/>
                    </a:moveTo>
                    <a:cubicBezTo>
                      <a:pt x="106272" y="10892"/>
                      <a:pt x="106272" y="10432"/>
                      <a:pt x="106272" y="8823"/>
                    </a:cubicBezTo>
                    <a:cubicBezTo>
                      <a:pt x="106272" y="4683"/>
                      <a:pt x="103049" y="2614"/>
                      <a:pt x="99595" y="2614"/>
                    </a:cubicBezTo>
                    <a:cubicBezTo>
                      <a:pt x="97293" y="2614"/>
                      <a:pt x="93610" y="3993"/>
                      <a:pt x="91537" y="7443"/>
                    </a:cubicBezTo>
                    <a:cubicBezTo>
                      <a:pt x="91077" y="8593"/>
                      <a:pt x="89235" y="15721"/>
                      <a:pt x="88314" y="19861"/>
                    </a:cubicBezTo>
                    <a:cubicBezTo>
                      <a:pt x="86703" y="25840"/>
                      <a:pt x="85091" y="32049"/>
                      <a:pt x="83710" y="38258"/>
                    </a:cubicBezTo>
                    <a:lnTo>
                      <a:pt x="73349" y="79651"/>
                    </a:lnTo>
                    <a:cubicBezTo>
                      <a:pt x="72428" y="83100"/>
                      <a:pt x="62529" y="99197"/>
                      <a:pt x="47334" y="99197"/>
                    </a:cubicBezTo>
                    <a:cubicBezTo>
                      <a:pt x="35592" y="99197"/>
                      <a:pt x="33059" y="89079"/>
                      <a:pt x="33059" y="80571"/>
                    </a:cubicBezTo>
                    <a:cubicBezTo>
                      <a:pt x="33059" y="69992"/>
                      <a:pt x="36973" y="55735"/>
                      <a:pt x="44801" y="35498"/>
                    </a:cubicBezTo>
                    <a:cubicBezTo>
                      <a:pt x="48485" y="26070"/>
                      <a:pt x="49406" y="23540"/>
                      <a:pt x="49406" y="18941"/>
                    </a:cubicBezTo>
                    <a:cubicBezTo>
                      <a:pt x="49406" y="8593"/>
                      <a:pt x="42038" y="84"/>
                      <a:pt x="30527" y="84"/>
                    </a:cubicBezTo>
                    <a:cubicBezTo>
                      <a:pt x="8655" y="84"/>
                      <a:pt x="137" y="33429"/>
                      <a:pt x="137" y="35498"/>
                    </a:cubicBezTo>
                    <a:cubicBezTo>
                      <a:pt x="137" y="37798"/>
                      <a:pt x="2439" y="37798"/>
                      <a:pt x="2899" y="37798"/>
                    </a:cubicBezTo>
                    <a:cubicBezTo>
                      <a:pt x="5202" y="37798"/>
                      <a:pt x="5432" y="37338"/>
                      <a:pt x="6583" y="33658"/>
                    </a:cubicBezTo>
                    <a:cubicBezTo>
                      <a:pt x="12799" y="12042"/>
                      <a:pt x="22008" y="5143"/>
                      <a:pt x="29836" y="5143"/>
                    </a:cubicBezTo>
                    <a:cubicBezTo>
                      <a:pt x="31678" y="5143"/>
                      <a:pt x="35592" y="5143"/>
                      <a:pt x="35592" y="12502"/>
                    </a:cubicBezTo>
                    <a:cubicBezTo>
                      <a:pt x="35592" y="18251"/>
                      <a:pt x="33290" y="24230"/>
                      <a:pt x="31678" y="28599"/>
                    </a:cubicBezTo>
                    <a:cubicBezTo>
                      <a:pt x="22469" y="52975"/>
                      <a:pt x="18325" y="66083"/>
                      <a:pt x="18325" y="76891"/>
                    </a:cubicBezTo>
                    <a:cubicBezTo>
                      <a:pt x="18325" y="97358"/>
                      <a:pt x="32829" y="104257"/>
                      <a:pt x="46413" y="104257"/>
                    </a:cubicBezTo>
                    <a:cubicBezTo>
                      <a:pt x="55392" y="104257"/>
                      <a:pt x="63219" y="100347"/>
                      <a:pt x="69666" y="93908"/>
                    </a:cubicBezTo>
                    <a:cubicBezTo>
                      <a:pt x="66673" y="105866"/>
                      <a:pt x="63910" y="117134"/>
                      <a:pt x="54701" y="129322"/>
                    </a:cubicBezTo>
                    <a:cubicBezTo>
                      <a:pt x="48715" y="137141"/>
                      <a:pt x="39966" y="143810"/>
                      <a:pt x="29376" y="143810"/>
                    </a:cubicBezTo>
                    <a:cubicBezTo>
                      <a:pt x="26152" y="143810"/>
                      <a:pt x="15792" y="143120"/>
                      <a:pt x="11878" y="134152"/>
                    </a:cubicBezTo>
                    <a:cubicBezTo>
                      <a:pt x="15562" y="134152"/>
                      <a:pt x="18555" y="134152"/>
                      <a:pt x="21778" y="131392"/>
                    </a:cubicBezTo>
                    <a:cubicBezTo>
                      <a:pt x="24080" y="129322"/>
                      <a:pt x="26383" y="126333"/>
                      <a:pt x="26383" y="121964"/>
                    </a:cubicBezTo>
                    <a:cubicBezTo>
                      <a:pt x="26383" y="114835"/>
                      <a:pt x="20166" y="113915"/>
                      <a:pt x="17864" y="113915"/>
                    </a:cubicBezTo>
                    <a:cubicBezTo>
                      <a:pt x="12569" y="113915"/>
                      <a:pt x="4971" y="117594"/>
                      <a:pt x="4971" y="128862"/>
                    </a:cubicBezTo>
                    <a:cubicBezTo>
                      <a:pt x="4971" y="140361"/>
                      <a:pt x="15101" y="148869"/>
                      <a:pt x="29376" y="148869"/>
                    </a:cubicBezTo>
                    <a:cubicBezTo>
                      <a:pt x="53089" y="148869"/>
                      <a:pt x="76803" y="127943"/>
                      <a:pt x="83249" y="101957"/>
                    </a:cubicBezTo>
                    <a:lnTo>
                      <a:pt x="105351" y="14112"/>
                    </a:lnTo>
                    <a:close/>
                  </a:path>
                </a:pathLst>
              </a:custGeom>
              <a:solidFill>
                <a:srgbClr val="000000"/>
              </a:solidFill>
              <a:ln w="23082" cap="flat">
                <a:noFill/>
                <a:prstDash val="solid"/>
                <a:miter/>
              </a:ln>
            </p:spPr>
            <p:txBody>
              <a:bodyPr rtlCol="0" anchor="ctr"/>
              <a:lstStyle/>
              <a:p>
                <a:endParaRPr lang="en-GB" noProof="0"/>
              </a:p>
            </p:txBody>
          </p:sp>
          <p:sp>
            <p:nvSpPr>
              <p:cNvPr id="60" name="Freeform: Shape 59">
                <a:extLst>
                  <a:ext uri="{FF2B5EF4-FFF2-40B4-BE49-F238E27FC236}">
                    <a16:creationId xmlns:a16="http://schemas.microsoft.com/office/drawing/2014/main" id="{83B10A81-B6C3-962D-717C-A7A3823B35D9}"/>
                  </a:ext>
                </a:extLst>
              </p:cNvPr>
              <p:cNvSpPr/>
              <p:nvPr>
                <p:custDataLst>
                  <p:tags r:id="rId141"/>
                </p:custDataLst>
              </p:nvPr>
            </p:nvSpPr>
            <p:spPr>
              <a:xfrm>
                <a:off x="1659223" y="2538030"/>
                <a:ext cx="153102" cy="53810"/>
              </a:xfrm>
              <a:custGeom>
                <a:avLst/>
                <a:gdLst>
                  <a:gd name="connsiteX0" fmla="*/ 145419 w 153102"/>
                  <a:gd name="connsiteY0" fmla="*/ 9283 h 53810"/>
                  <a:gd name="connsiteX1" fmla="*/ 153247 w 153102"/>
                  <a:gd name="connsiteY1" fmla="*/ 4683 h 53810"/>
                  <a:gd name="connsiteX2" fmla="*/ 145649 w 153102"/>
                  <a:gd name="connsiteY2" fmla="*/ 84 h 53810"/>
                  <a:gd name="connsiteX3" fmla="*/ 7742 w 153102"/>
                  <a:gd name="connsiteY3" fmla="*/ 84 h 53810"/>
                  <a:gd name="connsiteX4" fmla="*/ 145 w 153102"/>
                  <a:gd name="connsiteY4" fmla="*/ 4683 h 53810"/>
                  <a:gd name="connsiteX5" fmla="*/ 7972 w 153102"/>
                  <a:gd name="connsiteY5" fmla="*/ 9283 h 53810"/>
                  <a:gd name="connsiteX6" fmla="*/ 145419 w 153102"/>
                  <a:gd name="connsiteY6" fmla="*/ 9283 h 53810"/>
                  <a:gd name="connsiteX7" fmla="*/ 145649 w 153102"/>
                  <a:gd name="connsiteY7" fmla="*/ 53895 h 53810"/>
                  <a:gd name="connsiteX8" fmla="*/ 153247 w 153102"/>
                  <a:gd name="connsiteY8" fmla="*/ 49296 h 53810"/>
                  <a:gd name="connsiteX9" fmla="*/ 145419 w 153102"/>
                  <a:gd name="connsiteY9" fmla="*/ 44697 h 53810"/>
                  <a:gd name="connsiteX10" fmla="*/ 7972 w 153102"/>
                  <a:gd name="connsiteY10" fmla="*/ 44697 h 53810"/>
                  <a:gd name="connsiteX11" fmla="*/ 145 w 153102"/>
                  <a:gd name="connsiteY11" fmla="*/ 49296 h 53810"/>
                  <a:gd name="connsiteX12" fmla="*/ 7742 w 153102"/>
                  <a:gd name="connsiteY12" fmla="*/ 53895 h 53810"/>
                  <a:gd name="connsiteX13" fmla="*/ 145649 w 153102"/>
                  <a:gd name="connsiteY13" fmla="*/ 53895 h 5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02" h="53810">
                    <a:moveTo>
                      <a:pt x="145419" y="9283"/>
                    </a:moveTo>
                    <a:cubicBezTo>
                      <a:pt x="148872" y="9283"/>
                      <a:pt x="153247" y="9283"/>
                      <a:pt x="153247" y="4683"/>
                    </a:cubicBezTo>
                    <a:cubicBezTo>
                      <a:pt x="153247" y="84"/>
                      <a:pt x="148872" y="84"/>
                      <a:pt x="145649" y="84"/>
                    </a:cubicBezTo>
                    <a:lnTo>
                      <a:pt x="7742" y="84"/>
                    </a:lnTo>
                    <a:cubicBezTo>
                      <a:pt x="4519" y="84"/>
                      <a:pt x="145" y="84"/>
                      <a:pt x="145" y="4683"/>
                    </a:cubicBezTo>
                    <a:cubicBezTo>
                      <a:pt x="145" y="9283"/>
                      <a:pt x="4519" y="9283"/>
                      <a:pt x="7972" y="9283"/>
                    </a:cubicBezTo>
                    <a:lnTo>
                      <a:pt x="145419" y="9283"/>
                    </a:lnTo>
                    <a:close/>
                    <a:moveTo>
                      <a:pt x="145649" y="53895"/>
                    </a:moveTo>
                    <a:cubicBezTo>
                      <a:pt x="148872" y="53895"/>
                      <a:pt x="153247" y="53895"/>
                      <a:pt x="153247" y="49296"/>
                    </a:cubicBezTo>
                    <a:cubicBezTo>
                      <a:pt x="153247" y="44697"/>
                      <a:pt x="148872" y="44697"/>
                      <a:pt x="145419" y="44697"/>
                    </a:cubicBezTo>
                    <a:lnTo>
                      <a:pt x="7972" y="44697"/>
                    </a:lnTo>
                    <a:cubicBezTo>
                      <a:pt x="4519" y="44697"/>
                      <a:pt x="145" y="44697"/>
                      <a:pt x="145" y="49296"/>
                    </a:cubicBezTo>
                    <a:cubicBezTo>
                      <a:pt x="145" y="53895"/>
                      <a:pt x="4519" y="53895"/>
                      <a:pt x="7742" y="53895"/>
                    </a:cubicBezTo>
                    <a:lnTo>
                      <a:pt x="145649" y="53895"/>
                    </a:lnTo>
                    <a:close/>
                  </a:path>
                </a:pathLst>
              </a:custGeom>
              <a:solidFill>
                <a:srgbClr val="000000"/>
              </a:solidFill>
              <a:ln w="23082" cap="flat">
                <a:noFill/>
                <a:prstDash val="solid"/>
                <a:miter/>
              </a:ln>
            </p:spPr>
            <p:txBody>
              <a:bodyPr rtlCol="0" anchor="ctr"/>
              <a:lstStyle/>
              <a:p>
                <a:endParaRPr lang="en-GB" noProof="0"/>
              </a:p>
            </p:txBody>
          </p:sp>
          <p:sp>
            <p:nvSpPr>
              <p:cNvPr id="63" name="Freeform: Shape 62">
                <a:extLst>
                  <a:ext uri="{FF2B5EF4-FFF2-40B4-BE49-F238E27FC236}">
                    <a16:creationId xmlns:a16="http://schemas.microsoft.com/office/drawing/2014/main" id="{AABD5D8B-E918-814A-A699-4F7465B6B7BA}"/>
                  </a:ext>
                </a:extLst>
              </p:cNvPr>
              <p:cNvSpPr/>
              <p:nvPr>
                <p:custDataLst>
                  <p:tags r:id="rId142"/>
                </p:custDataLst>
              </p:nvPr>
            </p:nvSpPr>
            <p:spPr>
              <a:xfrm>
                <a:off x="1900860" y="2469271"/>
                <a:ext cx="91861" cy="153154"/>
              </a:xfrm>
              <a:custGeom>
                <a:avLst/>
                <a:gdLst>
                  <a:gd name="connsiteX0" fmla="*/ 17883 w 91861"/>
                  <a:gd name="connsiteY0" fmla="*/ 135531 h 153154"/>
                  <a:gd name="connsiteX1" fmla="*/ 42287 w 91861"/>
                  <a:gd name="connsiteY1" fmla="*/ 111845 h 153154"/>
                  <a:gd name="connsiteX2" fmla="*/ 92016 w 91861"/>
                  <a:gd name="connsiteY2" fmla="*/ 44697 h 153154"/>
                  <a:gd name="connsiteX3" fmla="*/ 43208 w 91861"/>
                  <a:gd name="connsiteY3" fmla="*/ 84 h 153154"/>
                  <a:gd name="connsiteX4" fmla="*/ 155 w 91861"/>
                  <a:gd name="connsiteY4" fmla="*/ 41707 h 153154"/>
                  <a:gd name="connsiteX5" fmla="*/ 12357 w 91861"/>
                  <a:gd name="connsiteY5" fmla="*/ 54585 h 153154"/>
                  <a:gd name="connsiteX6" fmla="*/ 24329 w 91861"/>
                  <a:gd name="connsiteY6" fmla="*/ 42397 h 153154"/>
                  <a:gd name="connsiteX7" fmla="*/ 12127 w 91861"/>
                  <a:gd name="connsiteY7" fmla="*/ 30439 h 153154"/>
                  <a:gd name="connsiteX8" fmla="*/ 9134 w 91861"/>
                  <a:gd name="connsiteY8" fmla="*/ 30669 h 153154"/>
                  <a:gd name="connsiteX9" fmla="*/ 40215 w 91861"/>
                  <a:gd name="connsiteY9" fmla="*/ 7213 h 153154"/>
                  <a:gd name="connsiteX10" fmla="*/ 71066 w 91861"/>
                  <a:gd name="connsiteY10" fmla="*/ 44697 h 153154"/>
                  <a:gd name="connsiteX11" fmla="*/ 46892 w 91861"/>
                  <a:gd name="connsiteY11" fmla="*/ 95518 h 153154"/>
                  <a:gd name="connsiteX12" fmla="*/ 2688 w 91861"/>
                  <a:gd name="connsiteY12" fmla="*/ 144730 h 153154"/>
                  <a:gd name="connsiteX13" fmla="*/ 155 w 91861"/>
                  <a:gd name="connsiteY13" fmla="*/ 153238 h 153154"/>
                  <a:gd name="connsiteX14" fmla="*/ 85570 w 91861"/>
                  <a:gd name="connsiteY14" fmla="*/ 153238 h 153154"/>
                  <a:gd name="connsiteX15" fmla="*/ 92016 w 91861"/>
                  <a:gd name="connsiteY15" fmla="*/ 113225 h 153154"/>
                  <a:gd name="connsiteX16" fmla="*/ 86261 w 91861"/>
                  <a:gd name="connsiteY16" fmla="*/ 113225 h 153154"/>
                  <a:gd name="connsiteX17" fmla="*/ 81196 w 91861"/>
                  <a:gd name="connsiteY17" fmla="*/ 133692 h 153154"/>
                  <a:gd name="connsiteX18" fmla="*/ 59324 w 91861"/>
                  <a:gd name="connsiteY18" fmla="*/ 135531 h 153154"/>
                  <a:gd name="connsiteX19" fmla="*/ 17883 w 91861"/>
                  <a:gd name="connsiteY19" fmla="*/ 135531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861" h="153154">
                    <a:moveTo>
                      <a:pt x="17883" y="135531"/>
                    </a:moveTo>
                    <a:lnTo>
                      <a:pt x="42287" y="111845"/>
                    </a:lnTo>
                    <a:cubicBezTo>
                      <a:pt x="78203" y="80111"/>
                      <a:pt x="92016" y="67693"/>
                      <a:pt x="92016" y="44697"/>
                    </a:cubicBezTo>
                    <a:cubicBezTo>
                      <a:pt x="92016" y="18481"/>
                      <a:pt x="71296" y="84"/>
                      <a:pt x="43208" y="84"/>
                    </a:cubicBezTo>
                    <a:cubicBezTo>
                      <a:pt x="17192" y="84"/>
                      <a:pt x="155" y="21241"/>
                      <a:pt x="155" y="41707"/>
                    </a:cubicBezTo>
                    <a:cubicBezTo>
                      <a:pt x="155" y="54585"/>
                      <a:pt x="11667" y="54585"/>
                      <a:pt x="12357" y="54585"/>
                    </a:cubicBezTo>
                    <a:cubicBezTo>
                      <a:pt x="16271" y="54585"/>
                      <a:pt x="24329" y="51825"/>
                      <a:pt x="24329" y="42397"/>
                    </a:cubicBezTo>
                    <a:cubicBezTo>
                      <a:pt x="24329" y="36418"/>
                      <a:pt x="20185" y="30439"/>
                      <a:pt x="12127" y="30439"/>
                    </a:cubicBezTo>
                    <a:cubicBezTo>
                      <a:pt x="10285" y="30439"/>
                      <a:pt x="9825" y="30439"/>
                      <a:pt x="9134" y="30669"/>
                    </a:cubicBezTo>
                    <a:cubicBezTo>
                      <a:pt x="14429" y="15721"/>
                      <a:pt x="26862" y="7213"/>
                      <a:pt x="40215" y="7213"/>
                    </a:cubicBezTo>
                    <a:cubicBezTo>
                      <a:pt x="61166" y="7213"/>
                      <a:pt x="71066" y="25840"/>
                      <a:pt x="71066" y="44697"/>
                    </a:cubicBezTo>
                    <a:cubicBezTo>
                      <a:pt x="71066" y="63093"/>
                      <a:pt x="59554" y="81260"/>
                      <a:pt x="46892" y="95518"/>
                    </a:cubicBezTo>
                    <a:lnTo>
                      <a:pt x="2688" y="144730"/>
                    </a:lnTo>
                    <a:cubicBezTo>
                      <a:pt x="155" y="147259"/>
                      <a:pt x="155" y="147719"/>
                      <a:pt x="155" y="153238"/>
                    </a:cubicBezTo>
                    <a:lnTo>
                      <a:pt x="85570" y="153238"/>
                    </a:lnTo>
                    <a:lnTo>
                      <a:pt x="92016" y="113225"/>
                    </a:lnTo>
                    <a:lnTo>
                      <a:pt x="86261" y="113225"/>
                    </a:lnTo>
                    <a:cubicBezTo>
                      <a:pt x="85110" y="120124"/>
                      <a:pt x="83498" y="130242"/>
                      <a:pt x="81196" y="133692"/>
                    </a:cubicBezTo>
                    <a:cubicBezTo>
                      <a:pt x="79584" y="135531"/>
                      <a:pt x="64389" y="135531"/>
                      <a:pt x="59324" y="135531"/>
                    </a:cubicBezTo>
                    <a:lnTo>
                      <a:pt x="17883" y="135531"/>
                    </a:lnTo>
                    <a:close/>
                  </a:path>
                </a:pathLst>
              </a:custGeom>
              <a:solidFill>
                <a:srgbClr val="000000"/>
              </a:solidFill>
              <a:ln w="23082" cap="flat">
                <a:noFill/>
                <a:prstDash val="solid"/>
                <a:miter/>
              </a:ln>
            </p:spPr>
            <p:txBody>
              <a:bodyPr rtlCol="0" anchor="ctr"/>
              <a:lstStyle/>
              <a:p>
                <a:endParaRPr lang="en-GB" noProof="0"/>
              </a:p>
            </p:txBody>
          </p:sp>
          <p:sp>
            <p:nvSpPr>
              <p:cNvPr id="64" name="Freeform: Shape 63">
                <a:extLst>
                  <a:ext uri="{FF2B5EF4-FFF2-40B4-BE49-F238E27FC236}">
                    <a16:creationId xmlns:a16="http://schemas.microsoft.com/office/drawing/2014/main" id="{C8665415-56EE-F81C-C98E-8620F4831FDC}"/>
                  </a:ext>
                </a:extLst>
              </p:cNvPr>
              <p:cNvSpPr/>
              <p:nvPr>
                <p:custDataLst>
                  <p:tags r:id="rId143"/>
                </p:custDataLst>
              </p:nvPr>
            </p:nvSpPr>
            <p:spPr>
              <a:xfrm>
                <a:off x="2742733" y="2501696"/>
                <a:ext cx="204443" cy="126478"/>
              </a:xfrm>
              <a:custGeom>
                <a:avLst/>
                <a:gdLst>
                  <a:gd name="connsiteX0" fmla="*/ 196577 w 204443"/>
                  <a:gd name="connsiteY0" fmla="*/ 90229 h 126478"/>
                  <a:gd name="connsiteX1" fmla="*/ 204635 w 204443"/>
                  <a:gd name="connsiteY1" fmla="*/ 85630 h 126478"/>
                  <a:gd name="connsiteX2" fmla="*/ 196347 w 204443"/>
                  <a:gd name="connsiteY2" fmla="*/ 81030 h 126478"/>
                  <a:gd name="connsiteX3" fmla="*/ 50151 w 204443"/>
                  <a:gd name="connsiteY3" fmla="*/ 81030 h 126478"/>
                  <a:gd name="connsiteX4" fmla="*/ 21142 w 204443"/>
                  <a:gd name="connsiteY4" fmla="*/ 63323 h 126478"/>
                  <a:gd name="connsiteX5" fmla="*/ 50151 w 204443"/>
                  <a:gd name="connsiteY5" fmla="*/ 45616 h 126478"/>
                  <a:gd name="connsiteX6" fmla="*/ 196347 w 204443"/>
                  <a:gd name="connsiteY6" fmla="*/ 45616 h 126478"/>
                  <a:gd name="connsiteX7" fmla="*/ 204635 w 204443"/>
                  <a:gd name="connsiteY7" fmla="*/ 41017 h 126478"/>
                  <a:gd name="connsiteX8" fmla="*/ 196577 w 204443"/>
                  <a:gd name="connsiteY8" fmla="*/ 36418 h 126478"/>
                  <a:gd name="connsiteX9" fmla="*/ 60511 w 204443"/>
                  <a:gd name="connsiteY9" fmla="*/ 36418 h 126478"/>
                  <a:gd name="connsiteX10" fmla="*/ 83534 w 204443"/>
                  <a:gd name="connsiteY10" fmla="*/ 2614 h 126478"/>
                  <a:gd name="connsiteX11" fmla="*/ 79160 w 204443"/>
                  <a:gd name="connsiteY11" fmla="*/ 84 h 126478"/>
                  <a:gd name="connsiteX12" fmla="*/ 74786 w 204443"/>
                  <a:gd name="connsiteY12" fmla="*/ 1924 h 126478"/>
                  <a:gd name="connsiteX13" fmla="*/ 48540 w 204443"/>
                  <a:gd name="connsiteY13" fmla="*/ 36188 h 126478"/>
                  <a:gd name="connsiteX14" fmla="*/ 5257 w 204443"/>
                  <a:gd name="connsiteY14" fmla="*/ 59874 h 126478"/>
                  <a:gd name="connsiteX15" fmla="*/ 652 w 204443"/>
                  <a:gd name="connsiteY15" fmla="*/ 61944 h 126478"/>
                  <a:gd name="connsiteX16" fmla="*/ 191 w 204443"/>
                  <a:gd name="connsiteY16" fmla="*/ 63323 h 126478"/>
                  <a:gd name="connsiteX17" fmla="*/ 422 w 204443"/>
                  <a:gd name="connsiteY17" fmla="*/ 64703 h 126478"/>
                  <a:gd name="connsiteX18" fmla="*/ 1112 w 204443"/>
                  <a:gd name="connsiteY18" fmla="*/ 65163 h 126478"/>
                  <a:gd name="connsiteX19" fmla="*/ 6177 w 204443"/>
                  <a:gd name="connsiteY19" fmla="*/ 67003 h 126478"/>
                  <a:gd name="connsiteX20" fmla="*/ 73174 w 204443"/>
                  <a:gd name="connsiteY20" fmla="*/ 121734 h 126478"/>
                  <a:gd name="connsiteX21" fmla="*/ 79160 w 204443"/>
                  <a:gd name="connsiteY21" fmla="*/ 126563 h 126478"/>
                  <a:gd name="connsiteX22" fmla="*/ 83534 w 204443"/>
                  <a:gd name="connsiteY22" fmla="*/ 124033 h 126478"/>
                  <a:gd name="connsiteX23" fmla="*/ 60511 w 204443"/>
                  <a:gd name="connsiteY23" fmla="*/ 90229 h 126478"/>
                  <a:gd name="connsiteX24" fmla="*/ 196577 w 204443"/>
                  <a:gd name="connsiteY24" fmla="*/ 90229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96577" y="90229"/>
                    </a:moveTo>
                    <a:cubicBezTo>
                      <a:pt x="200491" y="90229"/>
                      <a:pt x="204635" y="90229"/>
                      <a:pt x="204635" y="85630"/>
                    </a:cubicBezTo>
                    <a:cubicBezTo>
                      <a:pt x="204635" y="81030"/>
                      <a:pt x="200491" y="81030"/>
                      <a:pt x="196347" y="81030"/>
                    </a:cubicBezTo>
                    <a:lnTo>
                      <a:pt x="50151" y="81030"/>
                    </a:lnTo>
                    <a:cubicBezTo>
                      <a:pt x="40482" y="72752"/>
                      <a:pt x="28740" y="66773"/>
                      <a:pt x="21142" y="63323"/>
                    </a:cubicBezTo>
                    <a:cubicBezTo>
                      <a:pt x="29431" y="59644"/>
                      <a:pt x="40712" y="53665"/>
                      <a:pt x="50151" y="45616"/>
                    </a:cubicBezTo>
                    <a:lnTo>
                      <a:pt x="196347" y="45616"/>
                    </a:lnTo>
                    <a:cubicBezTo>
                      <a:pt x="200491" y="45616"/>
                      <a:pt x="204635" y="45616"/>
                      <a:pt x="204635" y="41017"/>
                    </a:cubicBezTo>
                    <a:cubicBezTo>
                      <a:pt x="204635" y="36418"/>
                      <a:pt x="200491" y="36418"/>
                      <a:pt x="196577" y="36418"/>
                    </a:cubicBezTo>
                    <a:lnTo>
                      <a:pt x="60511" y="36418"/>
                    </a:lnTo>
                    <a:cubicBezTo>
                      <a:pt x="71562" y="25840"/>
                      <a:pt x="83534" y="5603"/>
                      <a:pt x="83534" y="2614"/>
                    </a:cubicBezTo>
                    <a:cubicBezTo>
                      <a:pt x="83534" y="84"/>
                      <a:pt x="80541" y="84"/>
                      <a:pt x="79160" y="84"/>
                    </a:cubicBezTo>
                    <a:cubicBezTo>
                      <a:pt x="77318" y="84"/>
                      <a:pt x="75707" y="84"/>
                      <a:pt x="74786" y="1924"/>
                    </a:cubicBezTo>
                    <a:cubicBezTo>
                      <a:pt x="69951" y="10662"/>
                      <a:pt x="63504" y="22850"/>
                      <a:pt x="48540" y="36188"/>
                    </a:cubicBezTo>
                    <a:cubicBezTo>
                      <a:pt x="32654" y="50216"/>
                      <a:pt x="17228" y="56425"/>
                      <a:pt x="5257" y="59874"/>
                    </a:cubicBezTo>
                    <a:cubicBezTo>
                      <a:pt x="1343" y="61254"/>
                      <a:pt x="1112" y="61484"/>
                      <a:pt x="652" y="61944"/>
                    </a:cubicBezTo>
                    <a:cubicBezTo>
                      <a:pt x="191" y="62174"/>
                      <a:pt x="191" y="62864"/>
                      <a:pt x="191" y="63323"/>
                    </a:cubicBezTo>
                    <a:cubicBezTo>
                      <a:pt x="191" y="63783"/>
                      <a:pt x="191" y="64243"/>
                      <a:pt x="422" y="64703"/>
                    </a:cubicBezTo>
                    <a:lnTo>
                      <a:pt x="1112" y="65163"/>
                    </a:lnTo>
                    <a:cubicBezTo>
                      <a:pt x="1573" y="65393"/>
                      <a:pt x="1803" y="65623"/>
                      <a:pt x="6177" y="67003"/>
                    </a:cubicBezTo>
                    <a:cubicBezTo>
                      <a:pt x="37258" y="76201"/>
                      <a:pt x="60281" y="97128"/>
                      <a:pt x="73174" y="121734"/>
                    </a:cubicBezTo>
                    <a:cubicBezTo>
                      <a:pt x="75707" y="126333"/>
                      <a:pt x="75937" y="126563"/>
                      <a:pt x="79160" y="126563"/>
                    </a:cubicBezTo>
                    <a:cubicBezTo>
                      <a:pt x="80541" y="126563"/>
                      <a:pt x="83534" y="126563"/>
                      <a:pt x="83534" y="124033"/>
                    </a:cubicBezTo>
                    <a:cubicBezTo>
                      <a:pt x="83534" y="121044"/>
                      <a:pt x="71793" y="101037"/>
                      <a:pt x="60511" y="90229"/>
                    </a:cubicBezTo>
                    <a:lnTo>
                      <a:pt x="196577" y="90229"/>
                    </a:lnTo>
                    <a:close/>
                  </a:path>
                </a:pathLst>
              </a:custGeom>
              <a:solidFill>
                <a:srgbClr val="000000"/>
              </a:solidFill>
              <a:ln w="23082" cap="flat">
                <a:noFill/>
                <a:prstDash val="solid"/>
                <a:miter/>
              </a:ln>
            </p:spPr>
            <p:txBody>
              <a:bodyPr rtlCol="0" anchor="ctr"/>
              <a:lstStyle/>
              <a:p>
                <a:endParaRPr lang="en-GB" noProof="0"/>
              </a:p>
            </p:txBody>
          </p:sp>
          <p:sp>
            <p:nvSpPr>
              <p:cNvPr id="65" name="Freeform: Shape 64">
                <a:extLst>
                  <a:ext uri="{FF2B5EF4-FFF2-40B4-BE49-F238E27FC236}">
                    <a16:creationId xmlns:a16="http://schemas.microsoft.com/office/drawing/2014/main" id="{8BECBBD5-D47A-A17D-B4B2-D85F6F0A22D9}"/>
                  </a:ext>
                </a:extLst>
              </p:cNvPr>
              <p:cNvSpPr/>
              <p:nvPr>
                <p:custDataLst>
                  <p:tags r:id="rId144"/>
                </p:custDataLst>
              </p:nvPr>
            </p:nvSpPr>
            <p:spPr>
              <a:xfrm>
                <a:off x="2934362" y="2501696"/>
                <a:ext cx="204443" cy="126478"/>
              </a:xfrm>
              <a:custGeom>
                <a:avLst/>
                <a:gdLst>
                  <a:gd name="connsiteX0" fmla="*/ 154683 w 204443"/>
                  <a:gd name="connsiteY0" fmla="*/ 45616 h 126478"/>
                  <a:gd name="connsiteX1" fmla="*/ 183692 w 204443"/>
                  <a:gd name="connsiteY1" fmla="*/ 63323 h 126478"/>
                  <a:gd name="connsiteX2" fmla="*/ 154683 w 204443"/>
                  <a:gd name="connsiteY2" fmla="*/ 81030 h 126478"/>
                  <a:gd name="connsiteX3" fmla="*/ 8488 w 204443"/>
                  <a:gd name="connsiteY3" fmla="*/ 81030 h 126478"/>
                  <a:gd name="connsiteX4" fmla="*/ 200 w 204443"/>
                  <a:gd name="connsiteY4" fmla="*/ 85630 h 126478"/>
                  <a:gd name="connsiteX5" fmla="*/ 8258 w 204443"/>
                  <a:gd name="connsiteY5" fmla="*/ 90229 h 126478"/>
                  <a:gd name="connsiteX6" fmla="*/ 144323 w 204443"/>
                  <a:gd name="connsiteY6" fmla="*/ 90229 h 126478"/>
                  <a:gd name="connsiteX7" fmla="*/ 121300 w 204443"/>
                  <a:gd name="connsiteY7" fmla="*/ 124033 h 126478"/>
                  <a:gd name="connsiteX8" fmla="*/ 125675 w 204443"/>
                  <a:gd name="connsiteY8" fmla="*/ 126563 h 126478"/>
                  <a:gd name="connsiteX9" fmla="*/ 130049 w 204443"/>
                  <a:gd name="connsiteY9" fmla="*/ 124723 h 126478"/>
                  <a:gd name="connsiteX10" fmla="*/ 156295 w 204443"/>
                  <a:gd name="connsiteY10" fmla="*/ 90459 h 126478"/>
                  <a:gd name="connsiteX11" fmla="*/ 199578 w 204443"/>
                  <a:gd name="connsiteY11" fmla="*/ 66773 h 126478"/>
                  <a:gd name="connsiteX12" fmla="*/ 204183 w 204443"/>
                  <a:gd name="connsiteY12" fmla="*/ 64703 h 126478"/>
                  <a:gd name="connsiteX13" fmla="*/ 204643 w 204443"/>
                  <a:gd name="connsiteY13" fmla="*/ 63323 h 126478"/>
                  <a:gd name="connsiteX14" fmla="*/ 204413 w 204443"/>
                  <a:gd name="connsiteY14" fmla="*/ 61944 h 126478"/>
                  <a:gd name="connsiteX15" fmla="*/ 203722 w 204443"/>
                  <a:gd name="connsiteY15" fmla="*/ 61484 h 126478"/>
                  <a:gd name="connsiteX16" fmla="*/ 198657 w 204443"/>
                  <a:gd name="connsiteY16" fmla="*/ 59644 h 126478"/>
                  <a:gd name="connsiteX17" fmla="*/ 131661 w 204443"/>
                  <a:gd name="connsiteY17" fmla="*/ 4913 h 126478"/>
                  <a:gd name="connsiteX18" fmla="*/ 125675 w 204443"/>
                  <a:gd name="connsiteY18" fmla="*/ 84 h 126478"/>
                  <a:gd name="connsiteX19" fmla="*/ 121300 w 204443"/>
                  <a:gd name="connsiteY19" fmla="*/ 2614 h 126478"/>
                  <a:gd name="connsiteX20" fmla="*/ 144323 w 204443"/>
                  <a:gd name="connsiteY20" fmla="*/ 36418 h 126478"/>
                  <a:gd name="connsiteX21" fmla="*/ 8258 w 204443"/>
                  <a:gd name="connsiteY21" fmla="*/ 36418 h 126478"/>
                  <a:gd name="connsiteX22" fmla="*/ 200 w 204443"/>
                  <a:gd name="connsiteY22" fmla="*/ 41017 h 126478"/>
                  <a:gd name="connsiteX23" fmla="*/ 8488 w 204443"/>
                  <a:gd name="connsiteY23" fmla="*/ 45616 h 126478"/>
                  <a:gd name="connsiteX24" fmla="*/ 154683 w 204443"/>
                  <a:gd name="connsiteY24" fmla="*/ 45616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54683" y="45616"/>
                    </a:moveTo>
                    <a:cubicBezTo>
                      <a:pt x="164353" y="53895"/>
                      <a:pt x="176095" y="59874"/>
                      <a:pt x="183692" y="63323"/>
                    </a:cubicBezTo>
                    <a:cubicBezTo>
                      <a:pt x="175404" y="67003"/>
                      <a:pt x="164123" y="72982"/>
                      <a:pt x="154683" y="81030"/>
                    </a:cubicBezTo>
                    <a:lnTo>
                      <a:pt x="8488" y="81030"/>
                    </a:lnTo>
                    <a:cubicBezTo>
                      <a:pt x="4574" y="81030"/>
                      <a:pt x="200" y="81030"/>
                      <a:pt x="200" y="85630"/>
                    </a:cubicBezTo>
                    <a:cubicBezTo>
                      <a:pt x="200" y="90229"/>
                      <a:pt x="4344" y="90229"/>
                      <a:pt x="8258" y="90229"/>
                    </a:cubicBezTo>
                    <a:lnTo>
                      <a:pt x="144323" y="90229"/>
                    </a:lnTo>
                    <a:cubicBezTo>
                      <a:pt x="133272" y="100807"/>
                      <a:pt x="121300" y="121044"/>
                      <a:pt x="121300" y="124033"/>
                    </a:cubicBezTo>
                    <a:cubicBezTo>
                      <a:pt x="121300" y="126563"/>
                      <a:pt x="124293" y="126563"/>
                      <a:pt x="125675" y="126563"/>
                    </a:cubicBezTo>
                    <a:cubicBezTo>
                      <a:pt x="127516" y="126563"/>
                      <a:pt x="129128" y="126563"/>
                      <a:pt x="130049" y="124723"/>
                    </a:cubicBezTo>
                    <a:cubicBezTo>
                      <a:pt x="134884" y="115985"/>
                      <a:pt x="141330" y="103797"/>
                      <a:pt x="156295" y="90459"/>
                    </a:cubicBezTo>
                    <a:cubicBezTo>
                      <a:pt x="172181" y="76431"/>
                      <a:pt x="187606" y="70222"/>
                      <a:pt x="199578" y="66773"/>
                    </a:cubicBezTo>
                    <a:cubicBezTo>
                      <a:pt x="203492" y="65393"/>
                      <a:pt x="203722" y="65163"/>
                      <a:pt x="204183" y="64703"/>
                    </a:cubicBezTo>
                    <a:cubicBezTo>
                      <a:pt x="204643" y="64473"/>
                      <a:pt x="204643" y="63783"/>
                      <a:pt x="204643" y="63323"/>
                    </a:cubicBezTo>
                    <a:cubicBezTo>
                      <a:pt x="204643" y="62864"/>
                      <a:pt x="204643" y="62404"/>
                      <a:pt x="204413" y="61944"/>
                    </a:cubicBezTo>
                    <a:lnTo>
                      <a:pt x="203722" y="61484"/>
                    </a:lnTo>
                    <a:cubicBezTo>
                      <a:pt x="203262" y="61254"/>
                      <a:pt x="203031" y="61024"/>
                      <a:pt x="198657" y="59644"/>
                    </a:cubicBezTo>
                    <a:cubicBezTo>
                      <a:pt x="167576" y="50446"/>
                      <a:pt x="144553" y="29519"/>
                      <a:pt x="131661" y="4913"/>
                    </a:cubicBezTo>
                    <a:cubicBezTo>
                      <a:pt x="129128" y="314"/>
                      <a:pt x="128898" y="84"/>
                      <a:pt x="125675" y="84"/>
                    </a:cubicBezTo>
                    <a:cubicBezTo>
                      <a:pt x="124293" y="84"/>
                      <a:pt x="121300" y="84"/>
                      <a:pt x="121300" y="2614"/>
                    </a:cubicBezTo>
                    <a:cubicBezTo>
                      <a:pt x="121300" y="5603"/>
                      <a:pt x="133042" y="25610"/>
                      <a:pt x="144323" y="36418"/>
                    </a:cubicBezTo>
                    <a:lnTo>
                      <a:pt x="8258" y="36418"/>
                    </a:lnTo>
                    <a:cubicBezTo>
                      <a:pt x="4344" y="36418"/>
                      <a:pt x="200" y="36418"/>
                      <a:pt x="200" y="41017"/>
                    </a:cubicBezTo>
                    <a:cubicBezTo>
                      <a:pt x="200" y="45616"/>
                      <a:pt x="4574" y="45616"/>
                      <a:pt x="8488" y="45616"/>
                    </a:cubicBezTo>
                    <a:lnTo>
                      <a:pt x="154683" y="45616"/>
                    </a:lnTo>
                    <a:close/>
                  </a:path>
                </a:pathLst>
              </a:custGeom>
              <a:solidFill>
                <a:srgbClr val="000000"/>
              </a:solidFill>
              <a:ln w="23082" cap="flat">
                <a:noFill/>
                <a:prstDash val="solid"/>
                <a:miter/>
              </a:ln>
            </p:spPr>
            <p:txBody>
              <a:bodyPr rtlCol="0" anchor="ctr"/>
              <a:lstStyle/>
              <a:p>
                <a:endParaRPr lang="en-GB" noProof="0"/>
              </a:p>
            </p:txBody>
          </p:sp>
          <p:sp>
            <p:nvSpPr>
              <p:cNvPr id="67" name="Freeform: Shape 66">
                <a:extLst>
                  <a:ext uri="{FF2B5EF4-FFF2-40B4-BE49-F238E27FC236}">
                    <a16:creationId xmlns:a16="http://schemas.microsoft.com/office/drawing/2014/main" id="{195AAB83-C157-5C5B-9EA8-502B35AD5CE5}"/>
                  </a:ext>
                </a:extLst>
              </p:cNvPr>
              <p:cNvSpPr/>
              <p:nvPr>
                <p:custDataLst>
                  <p:tags r:id="rId145"/>
                </p:custDataLst>
              </p:nvPr>
            </p:nvSpPr>
            <p:spPr>
              <a:xfrm>
                <a:off x="3286738" y="2520783"/>
                <a:ext cx="124784" cy="151314"/>
              </a:xfrm>
              <a:custGeom>
                <a:avLst/>
                <a:gdLst>
                  <a:gd name="connsiteX0" fmla="*/ 46491 w 124784"/>
                  <a:gd name="connsiteY0" fmla="*/ 21011 h 151314"/>
                  <a:gd name="connsiteX1" fmla="*/ 49945 w 124784"/>
                  <a:gd name="connsiteY1" fmla="*/ 6293 h 151314"/>
                  <a:gd name="connsiteX2" fmla="*/ 43268 w 124784"/>
                  <a:gd name="connsiteY2" fmla="*/ 84 h 151314"/>
                  <a:gd name="connsiteX3" fmla="*/ 34059 w 124784"/>
                  <a:gd name="connsiteY3" fmla="*/ 8363 h 151314"/>
                  <a:gd name="connsiteX4" fmla="*/ 906 w 124784"/>
                  <a:gd name="connsiteY4" fmla="*/ 141510 h 151314"/>
                  <a:gd name="connsiteX5" fmla="*/ 215 w 124784"/>
                  <a:gd name="connsiteY5" fmla="*/ 145190 h 151314"/>
                  <a:gd name="connsiteX6" fmla="*/ 6662 w 124784"/>
                  <a:gd name="connsiteY6" fmla="*/ 151399 h 151314"/>
                  <a:gd name="connsiteX7" fmla="*/ 14720 w 124784"/>
                  <a:gd name="connsiteY7" fmla="*/ 146569 h 151314"/>
                  <a:gd name="connsiteX8" fmla="*/ 27382 w 124784"/>
                  <a:gd name="connsiteY8" fmla="*/ 97128 h 151314"/>
                  <a:gd name="connsiteX9" fmla="*/ 49715 w 124784"/>
                  <a:gd name="connsiteY9" fmla="*/ 104257 h 151314"/>
                  <a:gd name="connsiteX10" fmla="*/ 80335 w 124784"/>
                  <a:gd name="connsiteY10" fmla="*/ 87469 h 151314"/>
                  <a:gd name="connsiteX11" fmla="*/ 101056 w 124784"/>
                  <a:gd name="connsiteY11" fmla="*/ 104257 h 151314"/>
                  <a:gd name="connsiteX12" fmla="*/ 118093 w 124784"/>
                  <a:gd name="connsiteY12" fmla="*/ 91609 h 151314"/>
                  <a:gd name="connsiteX13" fmla="*/ 124999 w 124784"/>
                  <a:gd name="connsiteY13" fmla="*/ 68843 h 151314"/>
                  <a:gd name="connsiteX14" fmla="*/ 122237 w 124784"/>
                  <a:gd name="connsiteY14" fmla="*/ 66543 h 151314"/>
                  <a:gd name="connsiteX15" fmla="*/ 119013 w 124784"/>
                  <a:gd name="connsiteY15" fmla="*/ 70682 h 151314"/>
                  <a:gd name="connsiteX16" fmla="*/ 101516 w 124784"/>
                  <a:gd name="connsiteY16" fmla="*/ 99197 h 151314"/>
                  <a:gd name="connsiteX17" fmla="*/ 94609 w 124784"/>
                  <a:gd name="connsiteY17" fmla="*/ 88619 h 151314"/>
                  <a:gd name="connsiteX18" fmla="*/ 99214 w 124784"/>
                  <a:gd name="connsiteY18" fmla="*/ 64703 h 151314"/>
                  <a:gd name="connsiteX19" fmla="*/ 105660 w 124784"/>
                  <a:gd name="connsiteY19" fmla="*/ 39867 h 151314"/>
                  <a:gd name="connsiteX20" fmla="*/ 109574 w 124784"/>
                  <a:gd name="connsiteY20" fmla="*/ 24230 h 151314"/>
                  <a:gd name="connsiteX21" fmla="*/ 113027 w 124784"/>
                  <a:gd name="connsiteY21" fmla="*/ 8823 h 151314"/>
                  <a:gd name="connsiteX22" fmla="*/ 106351 w 124784"/>
                  <a:gd name="connsiteY22" fmla="*/ 2614 h 151314"/>
                  <a:gd name="connsiteX23" fmla="*/ 97372 w 124784"/>
                  <a:gd name="connsiteY23" fmla="*/ 10662 h 151314"/>
                  <a:gd name="connsiteX24" fmla="*/ 86551 w 124784"/>
                  <a:gd name="connsiteY24" fmla="*/ 53665 h 151314"/>
                  <a:gd name="connsiteX25" fmla="*/ 80565 w 124784"/>
                  <a:gd name="connsiteY25" fmla="*/ 77121 h 151314"/>
                  <a:gd name="connsiteX26" fmla="*/ 50635 w 124784"/>
                  <a:gd name="connsiteY26" fmla="*/ 99197 h 151314"/>
                  <a:gd name="connsiteX27" fmla="*/ 33598 w 124784"/>
                  <a:gd name="connsiteY27" fmla="*/ 79191 h 151314"/>
                  <a:gd name="connsiteX28" fmla="*/ 36822 w 124784"/>
                  <a:gd name="connsiteY28" fmla="*/ 59644 h 151314"/>
                  <a:gd name="connsiteX29" fmla="*/ 46491 w 124784"/>
                  <a:gd name="connsiteY29" fmla="*/ 21011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491" y="21011"/>
                    </a:moveTo>
                    <a:cubicBezTo>
                      <a:pt x="47642" y="16181"/>
                      <a:pt x="49945" y="7443"/>
                      <a:pt x="49945" y="6293"/>
                    </a:cubicBezTo>
                    <a:cubicBezTo>
                      <a:pt x="49945" y="2384"/>
                      <a:pt x="47182" y="84"/>
                      <a:pt x="43268" y="84"/>
                    </a:cubicBezTo>
                    <a:cubicBezTo>
                      <a:pt x="42577" y="84"/>
                      <a:pt x="36131" y="314"/>
                      <a:pt x="34059" y="8363"/>
                    </a:cubicBezTo>
                    <a:lnTo>
                      <a:pt x="906" y="141510"/>
                    </a:lnTo>
                    <a:cubicBezTo>
                      <a:pt x="215" y="144270"/>
                      <a:pt x="215" y="144730"/>
                      <a:pt x="215" y="145190"/>
                    </a:cubicBezTo>
                    <a:cubicBezTo>
                      <a:pt x="215" y="148639"/>
                      <a:pt x="2748" y="151399"/>
                      <a:pt x="6662" y="151399"/>
                    </a:cubicBezTo>
                    <a:cubicBezTo>
                      <a:pt x="11497" y="151399"/>
                      <a:pt x="14259" y="147259"/>
                      <a:pt x="14720" y="146569"/>
                    </a:cubicBezTo>
                    <a:cubicBezTo>
                      <a:pt x="15641" y="144500"/>
                      <a:pt x="18634" y="132542"/>
                      <a:pt x="27382" y="97128"/>
                    </a:cubicBezTo>
                    <a:cubicBezTo>
                      <a:pt x="34750" y="103337"/>
                      <a:pt x="45110" y="104257"/>
                      <a:pt x="49715" y="104257"/>
                    </a:cubicBezTo>
                    <a:cubicBezTo>
                      <a:pt x="65831" y="104257"/>
                      <a:pt x="74809" y="93908"/>
                      <a:pt x="80335" y="87469"/>
                    </a:cubicBezTo>
                    <a:cubicBezTo>
                      <a:pt x="82407" y="97818"/>
                      <a:pt x="90925" y="104257"/>
                      <a:pt x="101056" y="104257"/>
                    </a:cubicBezTo>
                    <a:cubicBezTo>
                      <a:pt x="109114" y="104257"/>
                      <a:pt x="114409" y="98967"/>
                      <a:pt x="118093" y="91609"/>
                    </a:cubicBezTo>
                    <a:cubicBezTo>
                      <a:pt x="122006" y="83330"/>
                      <a:pt x="124999" y="69302"/>
                      <a:pt x="124999" y="68843"/>
                    </a:cubicBezTo>
                    <a:cubicBezTo>
                      <a:pt x="124999" y="66543"/>
                      <a:pt x="122927" y="66543"/>
                      <a:pt x="122237" y="66543"/>
                    </a:cubicBezTo>
                    <a:cubicBezTo>
                      <a:pt x="119934" y="66543"/>
                      <a:pt x="119704" y="67463"/>
                      <a:pt x="119013" y="70682"/>
                    </a:cubicBezTo>
                    <a:cubicBezTo>
                      <a:pt x="115100" y="85630"/>
                      <a:pt x="110955" y="99197"/>
                      <a:pt x="101516" y="99197"/>
                    </a:cubicBezTo>
                    <a:cubicBezTo>
                      <a:pt x="95300" y="99197"/>
                      <a:pt x="94609" y="93218"/>
                      <a:pt x="94609" y="88619"/>
                    </a:cubicBezTo>
                    <a:cubicBezTo>
                      <a:pt x="94609" y="83560"/>
                      <a:pt x="97372" y="72752"/>
                      <a:pt x="99214" y="64703"/>
                    </a:cubicBezTo>
                    <a:lnTo>
                      <a:pt x="105660" y="39867"/>
                    </a:lnTo>
                    <a:cubicBezTo>
                      <a:pt x="106351" y="36418"/>
                      <a:pt x="108653" y="27679"/>
                      <a:pt x="109574" y="24230"/>
                    </a:cubicBezTo>
                    <a:cubicBezTo>
                      <a:pt x="110725" y="18941"/>
                      <a:pt x="113027" y="10202"/>
                      <a:pt x="113027" y="8823"/>
                    </a:cubicBezTo>
                    <a:cubicBezTo>
                      <a:pt x="113027" y="4683"/>
                      <a:pt x="109804" y="2614"/>
                      <a:pt x="106351" y="2614"/>
                    </a:cubicBezTo>
                    <a:cubicBezTo>
                      <a:pt x="105200" y="2614"/>
                      <a:pt x="99214" y="2844"/>
                      <a:pt x="97372" y="10662"/>
                    </a:cubicBezTo>
                    <a:lnTo>
                      <a:pt x="86551" y="53665"/>
                    </a:lnTo>
                    <a:cubicBezTo>
                      <a:pt x="83788" y="65163"/>
                      <a:pt x="81256" y="74822"/>
                      <a:pt x="80565" y="77121"/>
                    </a:cubicBezTo>
                    <a:cubicBezTo>
                      <a:pt x="80335" y="78271"/>
                      <a:pt x="69284" y="99197"/>
                      <a:pt x="50635" y="99197"/>
                    </a:cubicBezTo>
                    <a:cubicBezTo>
                      <a:pt x="39124" y="99197"/>
                      <a:pt x="33598" y="91609"/>
                      <a:pt x="33598" y="79191"/>
                    </a:cubicBezTo>
                    <a:cubicBezTo>
                      <a:pt x="33598" y="72522"/>
                      <a:pt x="35210" y="66083"/>
                      <a:pt x="36822" y="59644"/>
                    </a:cubicBezTo>
                    <a:lnTo>
                      <a:pt x="46491" y="21011"/>
                    </a:lnTo>
                    <a:close/>
                  </a:path>
                </a:pathLst>
              </a:custGeom>
              <a:solidFill>
                <a:srgbClr val="FF0000"/>
              </a:solidFill>
              <a:ln w="23082" cap="flat">
                <a:noFill/>
                <a:prstDash val="solid"/>
                <a:miter/>
              </a:ln>
            </p:spPr>
            <p:txBody>
              <a:bodyPr rtlCol="0" anchor="ctr"/>
              <a:lstStyle/>
              <a:p>
                <a:endParaRPr lang="en-GB" noProof="0"/>
              </a:p>
            </p:txBody>
          </p:sp>
          <p:sp>
            <p:nvSpPr>
              <p:cNvPr id="68" name="Freeform: Shape 67">
                <a:extLst>
                  <a:ext uri="{FF2B5EF4-FFF2-40B4-BE49-F238E27FC236}">
                    <a16:creationId xmlns:a16="http://schemas.microsoft.com/office/drawing/2014/main" id="{C51F2C2C-6A66-E4D5-C521-5D5E69FA7392}"/>
                  </a:ext>
                </a:extLst>
              </p:cNvPr>
              <p:cNvSpPr/>
              <p:nvPr>
                <p:custDataLst>
                  <p:tags r:id="rId146"/>
                </p:custDataLst>
              </p:nvPr>
            </p:nvSpPr>
            <p:spPr>
              <a:xfrm>
                <a:off x="3436122" y="2550033"/>
                <a:ext cx="58662" cy="106885"/>
              </a:xfrm>
              <a:custGeom>
                <a:avLst/>
                <a:gdLst>
                  <a:gd name="connsiteX0" fmla="*/ 36644 w 58662"/>
                  <a:gd name="connsiteY0" fmla="*/ 4593 h 106885"/>
                  <a:gd name="connsiteX1" fmla="*/ 31809 w 58662"/>
                  <a:gd name="connsiteY1" fmla="*/ 86 h 106885"/>
                  <a:gd name="connsiteX2" fmla="*/ 221 w 58662"/>
                  <a:gd name="connsiteY2" fmla="*/ 10388 h 106885"/>
                  <a:gd name="connsiteX3" fmla="*/ 221 w 58662"/>
                  <a:gd name="connsiteY3" fmla="*/ 16183 h 106885"/>
                  <a:gd name="connsiteX4" fmla="*/ 23590 w 58662"/>
                  <a:gd name="connsiteY4" fmla="*/ 11676 h 106885"/>
                  <a:gd name="connsiteX5" fmla="*/ 23590 w 58662"/>
                  <a:gd name="connsiteY5" fmla="*/ 93772 h 106885"/>
                  <a:gd name="connsiteX6" fmla="*/ 7474 w 58662"/>
                  <a:gd name="connsiteY6" fmla="*/ 101177 h 106885"/>
                  <a:gd name="connsiteX7" fmla="*/ 1349 w 58662"/>
                  <a:gd name="connsiteY7" fmla="*/ 101177 h 106885"/>
                  <a:gd name="connsiteX8" fmla="*/ 1349 w 58662"/>
                  <a:gd name="connsiteY8" fmla="*/ 106972 h 106885"/>
                  <a:gd name="connsiteX9" fmla="*/ 30036 w 58662"/>
                  <a:gd name="connsiteY9" fmla="*/ 106328 h 106885"/>
                  <a:gd name="connsiteX10" fmla="*/ 58884 w 58662"/>
                  <a:gd name="connsiteY10" fmla="*/ 106972 h 106885"/>
                  <a:gd name="connsiteX11" fmla="*/ 58884 w 58662"/>
                  <a:gd name="connsiteY11" fmla="*/ 101177 h 106885"/>
                  <a:gd name="connsiteX12" fmla="*/ 52760 w 58662"/>
                  <a:gd name="connsiteY12" fmla="*/ 101177 h 106885"/>
                  <a:gd name="connsiteX13" fmla="*/ 36644 w 58662"/>
                  <a:gd name="connsiteY13" fmla="*/ 93772 h 106885"/>
                  <a:gd name="connsiteX14" fmla="*/ 36644 w 58662"/>
                  <a:gd name="connsiteY14" fmla="*/ 4593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62" h="106885">
                    <a:moveTo>
                      <a:pt x="36644" y="4593"/>
                    </a:moveTo>
                    <a:cubicBezTo>
                      <a:pt x="36644" y="247"/>
                      <a:pt x="36321" y="86"/>
                      <a:pt x="31809" y="86"/>
                    </a:cubicBezTo>
                    <a:cubicBezTo>
                      <a:pt x="21494" y="10227"/>
                      <a:pt x="6829" y="10388"/>
                      <a:pt x="221" y="10388"/>
                    </a:cubicBezTo>
                    <a:lnTo>
                      <a:pt x="221" y="16183"/>
                    </a:lnTo>
                    <a:cubicBezTo>
                      <a:pt x="4089" y="16183"/>
                      <a:pt x="14726" y="16183"/>
                      <a:pt x="23590" y="11676"/>
                    </a:cubicBezTo>
                    <a:lnTo>
                      <a:pt x="23590" y="93772"/>
                    </a:lnTo>
                    <a:cubicBezTo>
                      <a:pt x="23590" y="99084"/>
                      <a:pt x="23590" y="101177"/>
                      <a:pt x="7474" y="101177"/>
                    </a:cubicBezTo>
                    <a:lnTo>
                      <a:pt x="1349" y="101177"/>
                    </a:lnTo>
                    <a:lnTo>
                      <a:pt x="1349" y="106972"/>
                    </a:lnTo>
                    <a:cubicBezTo>
                      <a:pt x="4250" y="106811"/>
                      <a:pt x="24073" y="106328"/>
                      <a:pt x="30036" y="106328"/>
                    </a:cubicBezTo>
                    <a:cubicBezTo>
                      <a:pt x="35032" y="106328"/>
                      <a:pt x="55338" y="106811"/>
                      <a:pt x="58884" y="106972"/>
                    </a:cubicBezTo>
                    <a:lnTo>
                      <a:pt x="58884" y="101177"/>
                    </a:lnTo>
                    <a:lnTo>
                      <a:pt x="52760" y="101177"/>
                    </a:lnTo>
                    <a:cubicBezTo>
                      <a:pt x="36644" y="101177"/>
                      <a:pt x="36644" y="99084"/>
                      <a:pt x="36644" y="93772"/>
                    </a:cubicBezTo>
                    <a:lnTo>
                      <a:pt x="36644" y="4593"/>
                    </a:lnTo>
                    <a:close/>
                  </a:path>
                </a:pathLst>
              </a:custGeom>
              <a:solidFill>
                <a:srgbClr val="FF0000"/>
              </a:solidFill>
              <a:ln w="23082" cap="flat">
                <a:noFill/>
                <a:prstDash val="solid"/>
                <a:miter/>
              </a:ln>
            </p:spPr>
            <p:txBody>
              <a:bodyPr rtlCol="0" anchor="ctr"/>
              <a:lstStyle/>
              <a:p>
                <a:endParaRPr lang="en-GB" noProof="0"/>
              </a:p>
            </p:txBody>
          </p:sp>
          <p:sp>
            <p:nvSpPr>
              <p:cNvPr id="71" name="Freeform: Shape 70">
                <a:extLst>
                  <a:ext uri="{FF2B5EF4-FFF2-40B4-BE49-F238E27FC236}">
                    <a16:creationId xmlns:a16="http://schemas.microsoft.com/office/drawing/2014/main" id="{5457E4E2-409D-0D32-A2F0-6A4919578027}"/>
                  </a:ext>
                </a:extLst>
              </p:cNvPr>
              <p:cNvSpPr/>
              <p:nvPr>
                <p:custDataLst>
                  <p:tags r:id="rId147"/>
                </p:custDataLst>
              </p:nvPr>
            </p:nvSpPr>
            <p:spPr>
              <a:xfrm>
                <a:off x="3604899" y="2476170"/>
                <a:ext cx="140669" cy="177760"/>
              </a:xfrm>
              <a:custGeom>
                <a:avLst/>
                <a:gdLst>
                  <a:gd name="connsiteX0" fmla="*/ 136524 w 140669"/>
                  <a:gd name="connsiteY0" fmla="*/ 9742 h 177760"/>
                  <a:gd name="connsiteX1" fmla="*/ 140898 w 140669"/>
                  <a:gd name="connsiteY1" fmla="*/ 4683 h 177760"/>
                  <a:gd name="connsiteX2" fmla="*/ 136294 w 140669"/>
                  <a:gd name="connsiteY2" fmla="*/ 84 h 177760"/>
                  <a:gd name="connsiteX3" fmla="*/ 132150 w 140669"/>
                  <a:gd name="connsiteY3" fmla="*/ 1464 h 177760"/>
                  <a:gd name="connsiteX4" fmla="*/ 4833 w 140669"/>
                  <a:gd name="connsiteY4" fmla="*/ 61484 h 177760"/>
                  <a:gd name="connsiteX5" fmla="*/ 229 w 140669"/>
                  <a:gd name="connsiteY5" fmla="*/ 66773 h 177760"/>
                  <a:gd name="connsiteX6" fmla="*/ 4833 w 140669"/>
                  <a:gd name="connsiteY6" fmla="*/ 71832 h 177760"/>
                  <a:gd name="connsiteX7" fmla="*/ 132150 w 140669"/>
                  <a:gd name="connsiteY7" fmla="*/ 131622 h 177760"/>
                  <a:gd name="connsiteX8" fmla="*/ 136294 w 140669"/>
                  <a:gd name="connsiteY8" fmla="*/ 133232 h 177760"/>
                  <a:gd name="connsiteX9" fmla="*/ 140898 w 140669"/>
                  <a:gd name="connsiteY9" fmla="*/ 128632 h 177760"/>
                  <a:gd name="connsiteX10" fmla="*/ 136064 w 140669"/>
                  <a:gd name="connsiteY10" fmla="*/ 123343 h 177760"/>
                  <a:gd name="connsiteX11" fmla="*/ 15654 w 140669"/>
                  <a:gd name="connsiteY11" fmla="*/ 66773 h 177760"/>
                  <a:gd name="connsiteX12" fmla="*/ 136524 w 140669"/>
                  <a:gd name="connsiteY12" fmla="*/ 9742 h 177760"/>
                  <a:gd name="connsiteX13" fmla="*/ 132840 w 140669"/>
                  <a:gd name="connsiteY13" fmla="*/ 177844 h 177760"/>
                  <a:gd name="connsiteX14" fmla="*/ 140898 w 140669"/>
                  <a:gd name="connsiteY14" fmla="*/ 173245 h 177760"/>
                  <a:gd name="connsiteX15" fmla="*/ 132610 w 140669"/>
                  <a:gd name="connsiteY15" fmla="*/ 168646 h 177760"/>
                  <a:gd name="connsiteX16" fmla="*/ 8517 w 140669"/>
                  <a:gd name="connsiteY16" fmla="*/ 168646 h 177760"/>
                  <a:gd name="connsiteX17" fmla="*/ 229 w 140669"/>
                  <a:gd name="connsiteY17" fmla="*/ 173245 h 177760"/>
                  <a:gd name="connsiteX18" fmla="*/ 8287 w 140669"/>
                  <a:gd name="connsiteY18" fmla="*/ 177844 h 177760"/>
                  <a:gd name="connsiteX19" fmla="*/ 132840 w 140669"/>
                  <a:gd name="connsiteY19" fmla="*/ 177844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24" y="9742"/>
                    </a:moveTo>
                    <a:cubicBezTo>
                      <a:pt x="139057" y="8593"/>
                      <a:pt x="140898" y="7443"/>
                      <a:pt x="140898" y="4683"/>
                    </a:cubicBezTo>
                    <a:cubicBezTo>
                      <a:pt x="140898" y="2154"/>
                      <a:pt x="139057" y="84"/>
                      <a:pt x="136294" y="84"/>
                    </a:cubicBezTo>
                    <a:cubicBezTo>
                      <a:pt x="135143" y="84"/>
                      <a:pt x="133071" y="1004"/>
                      <a:pt x="132150" y="1464"/>
                    </a:cubicBezTo>
                    <a:lnTo>
                      <a:pt x="4833" y="61484"/>
                    </a:lnTo>
                    <a:cubicBezTo>
                      <a:pt x="919" y="63323"/>
                      <a:pt x="229" y="64933"/>
                      <a:pt x="229" y="66773"/>
                    </a:cubicBezTo>
                    <a:cubicBezTo>
                      <a:pt x="229" y="68843"/>
                      <a:pt x="1610" y="70452"/>
                      <a:pt x="4833" y="71832"/>
                    </a:cubicBezTo>
                    <a:lnTo>
                      <a:pt x="132150" y="131622"/>
                    </a:lnTo>
                    <a:cubicBezTo>
                      <a:pt x="135143" y="133232"/>
                      <a:pt x="135603" y="133232"/>
                      <a:pt x="136294" y="133232"/>
                    </a:cubicBezTo>
                    <a:cubicBezTo>
                      <a:pt x="138826" y="133232"/>
                      <a:pt x="140898" y="131162"/>
                      <a:pt x="140898" y="128632"/>
                    </a:cubicBezTo>
                    <a:cubicBezTo>
                      <a:pt x="140898" y="126563"/>
                      <a:pt x="139977" y="125183"/>
                      <a:pt x="136064" y="123343"/>
                    </a:cubicBezTo>
                    <a:lnTo>
                      <a:pt x="15654" y="66773"/>
                    </a:lnTo>
                    <a:lnTo>
                      <a:pt x="136524" y="9742"/>
                    </a:lnTo>
                    <a:close/>
                    <a:moveTo>
                      <a:pt x="132840" y="177844"/>
                    </a:moveTo>
                    <a:cubicBezTo>
                      <a:pt x="136754" y="177844"/>
                      <a:pt x="140898" y="177844"/>
                      <a:pt x="140898" y="173245"/>
                    </a:cubicBezTo>
                    <a:cubicBezTo>
                      <a:pt x="140898" y="168646"/>
                      <a:pt x="136064" y="168646"/>
                      <a:pt x="132610" y="168646"/>
                    </a:cubicBezTo>
                    <a:lnTo>
                      <a:pt x="8517" y="168646"/>
                    </a:lnTo>
                    <a:cubicBezTo>
                      <a:pt x="5063" y="168646"/>
                      <a:pt x="229" y="168646"/>
                      <a:pt x="229" y="173245"/>
                    </a:cubicBezTo>
                    <a:cubicBezTo>
                      <a:pt x="229" y="177844"/>
                      <a:pt x="4373" y="177844"/>
                      <a:pt x="8287" y="177844"/>
                    </a:cubicBezTo>
                    <a:lnTo>
                      <a:pt x="132840" y="177844"/>
                    </a:lnTo>
                    <a:close/>
                  </a:path>
                </a:pathLst>
              </a:custGeom>
              <a:solidFill>
                <a:srgbClr val="000000"/>
              </a:solidFill>
              <a:ln w="23082" cap="flat">
                <a:noFill/>
                <a:prstDash val="solid"/>
                <a:miter/>
              </a:ln>
            </p:spPr>
            <p:txBody>
              <a:bodyPr rtlCol="0" anchor="ctr"/>
              <a:lstStyle/>
              <a:p>
                <a:endParaRPr lang="en-GB" noProof="0"/>
              </a:p>
            </p:txBody>
          </p:sp>
          <p:sp>
            <p:nvSpPr>
              <p:cNvPr id="72" name="Freeform: Shape 71">
                <a:extLst>
                  <a:ext uri="{FF2B5EF4-FFF2-40B4-BE49-F238E27FC236}">
                    <a16:creationId xmlns:a16="http://schemas.microsoft.com/office/drawing/2014/main" id="{82DDCB5E-D0C9-A6EF-EF32-F23D0EB175D7}"/>
                  </a:ext>
                </a:extLst>
              </p:cNvPr>
              <p:cNvSpPr/>
              <p:nvPr>
                <p:custDataLst>
                  <p:tags r:id="rId148"/>
                </p:custDataLst>
              </p:nvPr>
            </p:nvSpPr>
            <p:spPr>
              <a:xfrm>
                <a:off x="3838248" y="2520783"/>
                <a:ext cx="129158" cy="104172"/>
              </a:xfrm>
              <a:custGeom>
                <a:avLst/>
                <a:gdLst>
                  <a:gd name="connsiteX0" fmla="*/ 100619 w 129158"/>
                  <a:gd name="connsiteY0" fmla="*/ 47456 h 104172"/>
                  <a:gd name="connsiteX1" fmla="*/ 62171 w 129158"/>
                  <a:gd name="connsiteY1" fmla="*/ 84 h 104172"/>
                  <a:gd name="connsiteX2" fmla="*/ 239 w 129158"/>
                  <a:gd name="connsiteY2" fmla="*/ 65393 h 104172"/>
                  <a:gd name="connsiteX3" fmla="*/ 37536 w 129158"/>
                  <a:gd name="connsiteY3" fmla="*/ 104257 h 104172"/>
                  <a:gd name="connsiteX4" fmla="*/ 86114 w 129158"/>
                  <a:gd name="connsiteY4" fmla="*/ 84940 h 104172"/>
                  <a:gd name="connsiteX5" fmla="*/ 107065 w 129158"/>
                  <a:gd name="connsiteY5" fmla="*/ 104257 h 104172"/>
                  <a:gd name="connsiteX6" fmla="*/ 126404 w 129158"/>
                  <a:gd name="connsiteY6" fmla="*/ 87929 h 104172"/>
                  <a:gd name="connsiteX7" fmla="*/ 123642 w 129158"/>
                  <a:gd name="connsiteY7" fmla="*/ 85630 h 104172"/>
                  <a:gd name="connsiteX8" fmla="*/ 120649 w 129158"/>
                  <a:gd name="connsiteY8" fmla="*/ 87929 h 104172"/>
                  <a:gd name="connsiteX9" fmla="*/ 107756 w 129158"/>
                  <a:gd name="connsiteY9" fmla="*/ 99197 h 104172"/>
                  <a:gd name="connsiteX10" fmla="*/ 100619 w 129158"/>
                  <a:gd name="connsiteY10" fmla="*/ 75741 h 104172"/>
                  <a:gd name="connsiteX11" fmla="*/ 102921 w 129158"/>
                  <a:gd name="connsiteY11" fmla="*/ 67693 h 104172"/>
                  <a:gd name="connsiteX12" fmla="*/ 129397 w 129158"/>
                  <a:gd name="connsiteY12" fmla="*/ 13652 h 104172"/>
                  <a:gd name="connsiteX13" fmla="*/ 126635 w 129158"/>
                  <a:gd name="connsiteY13" fmla="*/ 11352 h 104172"/>
                  <a:gd name="connsiteX14" fmla="*/ 123181 w 129158"/>
                  <a:gd name="connsiteY14" fmla="*/ 16181 h 104172"/>
                  <a:gd name="connsiteX15" fmla="*/ 100619 w 129158"/>
                  <a:gd name="connsiteY15" fmla="*/ 61714 h 104172"/>
                  <a:gd name="connsiteX16" fmla="*/ 100619 w 129158"/>
                  <a:gd name="connsiteY16" fmla="*/ 47456 h 104172"/>
                  <a:gd name="connsiteX17" fmla="*/ 85194 w 129158"/>
                  <a:gd name="connsiteY17" fmla="*/ 78961 h 104172"/>
                  <a:gd name="connsiteX18" fmla="*/ 37997 w 129158"/>
                  <a:gd name="connsiteY18" fmla="*/ 99197 h 104172"/>
                  <a:gd name="connsiteX19" fmla="*/ 17276 w 129158"/>
                  <a:gd name="connsiteY19" fmla="*/ 74132 h 104172"/>
                  <a:gd name="connsiteX20" fmla="*/ 30629 w 129158"/>
                  <a:gd name="connsiteY20" fmla="*/ 26300 h 104172"/>
                  <a:gd name="connsiteX21" fmla="*/ 61940 w 129158"/>
                  <a:gd name="connsiteY21" fmla="*/ 5143 h 104172"/>
                  <a:gd name="connsiteX22" fmla="*/ 84733 w 129158"/>
                  <a:gd name="connsiteY22" fmla="*/ 53205 h 104172"/>
                  <a:gd name="connsiteX23" fmla="*/ 85194 w 129158"/>
                  <a:gd name="connsiteY23" fmla="*/ 78961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158" h="104172">
                    <a:moveTo>
                      <a:pt x="100619" y="47456"/>
                    </a:moveTo>
                    <a:cubicBezTo>
                      <a:pt x="100619" y="11352"/>
                      <a:pt x="79208" y="84"/>
                      <a:pt x="62171" y="84"/>
                    </a:cubicBezTo>
                    <a:cubicBezTo>
                      <a:pt x="30629" y="84"/>
                      <a:pt x="239" y="32969"/>
                      <a:pt x="239" y="65393"/>
                    </a:cubicBezTo>
                    <a:cubicBezTo>
                      <a:pt x="239" y="86780"/>
                      <a:pt x="14053" y="104257"/>
                      <a:pt x="37536" y="104257"/>
                    </a:cubicBezTo>
                    <a:cubicBezTo>
                      <a:pt x="52041" y="104257"/>
                      <a:pt x="68617" y="98967"/>
                      <a:pt x="86114" y="84940"/>
                    </a:cubicBezTo>
                    <a:cubicBezTo>
                      <a:pt x="89107" y="97128"/>
                      <a:pt x="96705" y="104257"/>
                      <a:pt x="107065" y="104257"/>
                    </a:cubicBezTo>
                    <a:cubicBezTo>
                      <a:pt x="119267" y="104257"/>
                      <a:pt x="126404" y="91609"/>
                      <a:pt x="126404" y="87929"/>
                    </a:cubicBezTo>
                    <a:cubicBezTo>
                      <a:pt x="126404" y="86320"/>
                      <a:pt x="125023" y="85630"/>
                      <a:pt x="123642" y="85630"/>
                    </a:cubicBezTo>
                    <a:cubicBezTo>
                      <a:pt x="122030" y="85630"/>
                      <a:pt x="121339" y="86320"/>
                      <a:pt x="120649" y="87929"/>
                    </a:cubicBezTo>
                    <a:cubicBezTo>
                      <a:pt x="116505" y="99197"/>
                      <a:pt x="108216" y="99197"/>
                      <a:pt x="107756" y="99197"/>
                    </a:cubicBezTo>
                    <a:cubicBezTo>
                      <a:pt x="100619" y="99197"/>
                      <a:pt x="100619" y="81260"/>
                      <a:pt x="100619" y="75741"/>
                    </a:cubicBezTo>
                    <a:cubicBezTo>
                      <a:pt x="100619" y="70912"/>
                      <a:pt x="100619" y="70452"/>
                      <a:pt x="102921" y="67693"/>
                    </a:cubicBezTo>
                    <a:cubicBezTo>
                      <a:pt x="124563" y="40557"/>
                      <a:pt x="129397" y="13882"/>
                      <a:pt x="129397" y="13652"/>
                    </a:cubicBezTo>
                    <a:cubicBezTo>
                      <a:pt x="129397" y="13192"/>
                      <a:pt x="129167" y="11352"/>
                      <a:pt x="126635" y="11352"/>
                    </a:cubicBezTo>
                    <a:cubicBezTo>
                      <a:pt x="124332" y="11352"/>
                      <a:pt x="124332" y="12042"/>
                      <a:pt x="123181" y="16181"/>
                    </a:cubicBezTo>
                    <a:cubicBezTo>
                      <a:pt x="119037" y="30669"/>
                      <a:pt x="111440" y="48146"/>
                      <a:pt x="100619" y="61714"/>
                    </a:cubicBezTo>
                    <a:lnTo>
                      <a:pt x="100619" y="47456"/>
                    </a:lnTo>
                    <a:close/>
                    <a:moveTo>
                      <a:pt x="85194" y="78961"/>
                    </a:moveTo>
                    <a:cubicBezTo>
                      <a:pt x="64933" y="96668"/>
                      <a:pt x="47206" y="99197"/>
                      <a:pt x="37997" y="99197"/>
                    </a:cubicBezTo>
                    <a:cubicBezTo>
                      <a:pt x="24183" y="99197"/>
                      <a:pt x="17276" y="88849"/>
                      <a:pt x="17276" y="74132"/>
                    </a:cubicBezTo>
                    <a:cubicBezTo>
                      <a:pt x="17276" y="62864"/>
                      <a:pt x="23262" y="38028"/>
                      <a:pt x="30629" y="26300"/>
                    </a:cubicBezTo>
                    <a:cubicBezTo>
                      <a:pt x="41450" y="9513"/>
                      <a:pt x="53882" y="5143"/>
                      <a:pt x="61940" y="5143"/>
                    </a:cubicBezTo>
                    <a:cubicBezTo>
                      <a:pt x="84733" y="5143"/>
                      <a:pt x="84733" y="35268"/>
                      <a:pt x="84733" y="53205"/>
                    </a:cubicBezTo>
                    <a:cubicBezTo>
                      <a:pt x="84733" y="61714"/>
                      <a:pt x="84733" y="75052"/>
                      <a:pt x="85194" y="78961"/>
                    </a:cubicBezTo>
                    <a:close/>
                  </a:path>
                </a:pathLst>
              </a:custGeom>
              <a:solidFill>
                <a:srgbClr val="000000"/>
              </a:solidFill>
              <a:ln w="23082" cap="flat">
                <a:noFill/>
                <a:prstDash val="solid"/>
                <a:miter/>
              </a:ln>
            </p:spPr>
            <p:txBody>
              <a:bodyPr rtlCol="0" anchor="ctr"/>
              <a:lstStyle/>
              <a:p>
                <a:endParaRPr lang="en-GB" noProof="0"/>
              </a:p>
            </p:txBody>
          </p:sp>
          <p:sp>
            <p:nvSpPr>
              <p:cNvPr id="73" name="Freeform: Shape 72">
                <a:extLst>
                  <a:ext uri="{FF2B5EF4-FFF2-40B4-BE49-F238E27FC236}">
                    <a16:creationId xmlns:a16="http://schemas.microsoft.com/office/drawing/2014/main" id="{DA195E21-A8EF-CFA1-DDC2-027D6BE22A96}"/>
                  </a:ext>
                </a:extLst>
              </p:cNvPr>
              <p:cNvSpPr/>
              <p:nvPr>
                <p:custDataLst>
                  <p:tags r:id="rId149"/>
                </p:custDataLst>
              </p:nvPr>
            </p:nvSpPr>
            <p:spPr>
              <a:xfrm>
                <a:off x="4040992" y="2488358"/>
                <a:ext cx="153102" cy="153154"/>
              </a:xfrm>
              <a:custGeom>
                <a:avLst/>
                <a:gdLst>
                  <a:gd name="connsiteX0" fmla="*/ 81518 w 153102"/>
                  <a:gd name="connsiteY0" fmla="*/ 81260 h 153154"/>
                  <a:gd name="connsiteX1" fmla="*/ 145752 w 153102"/>
                  <a:gd name="connsiteY1" fmla="*/ 81260 h 153154"/>
                  <a:gd name="connsiteX2" fmla="*/ 153350 w 153102"/>
                  <a:gd name="connsiteY2" fmla="*/ 76661 h 153154"/>
                  <a:gd name="connsiteX3" fmla="*/ 145752 w 153102"/>
                  <a:gd name="connsiteY3" fmla="*/ 72062 h 153154"/>
                  <a:gd name="connsiteX4" fmla="*/ 81518 w 153102"/>
                  <a:gd name="connsiteY4" fmla="*/ 72062 h 153154"/>
                  <a:gd name="connsiteX5" fmla="*/ 81518 w 153102"/>
                  <a:gd name="connsiteY5" fmla="*/ 7673 h 153154"/>
                  <a:gd name="connsiteX6" fmla="*/ 76914 w 153102"/>
                  <a:gd name="connsiteY6" fmla="*/ 84 h 153154"/>
                  <a:gd name="connsiteX7" fmla="*/ 72309 w 153102"/>
                  <a:gd name="connsiteY7" fmla="*/ 7673 h 153154"/>
                  <a:gd name="connsiteX8" fmla="*/ 72309 w 153102"/>
                  <a:gd name="connsiteY8" fmla="*/ 72062 h 153154"/>
                  <a:gd name="connsiteX9" fmla="*/ 7845 w 153102"/>
                  <a:gd name="connsiteY9" fmla="*/ 72062 h 153154"/>
                  <a:gd name="connsiteX10" fmla="*/ 248 w 153102"/>
                  <a:gd name="connsiteY10" fmla="*/ 76661 h 153154"/>
                  <a:gd name="connsiteX11" fmla="*/ 7845 w 153102"/>
                  <a:gd name="connsiteY11" fmla="*/ 81260 h 153154"/>
                  <a:gd name="connsiteX12" fmla="*/ 72309 w 153102"/>
                  <a:gd name="connsiteY12" fmla="*/ 81260 h 153154"/>
                  <a:gd name="connsiteX13" fmla="*/ 72309 w 153102"/>
                  <a:gd name="connsiteY13" fmla="*/ 145650 h 153154"/>
                  <a:gd name="connsiteX14" fmla="*/ 76914 w 153102"/>
                  <a:gd name="connsiteY14" fmla="*/ 153238 h 153154"/>
                  <a:gd name="connsiteX15" fmla="*/ 81518 w 153102"/>
                  <a:gd name="connsiteY15" fmla="*/ 145650 h 153154"/>
                  <a:gd name="connsiteX16" fmla="*/ 81518 w 153102"/>
                  <a:gd name="connsiteY16" fmla="*/ 81260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18" y="81260"/>
                    </a:moveTo>
                    <a:lnTo>
                      <a:pt x="145752" y="81260"/>
                    </a:lnTo>
                    <a:cubicBezTo>
                      <a:pt x="148976" y="81260"/>
                      <a:pt x="153350" y="81260"/>
                      <a:pt x="153350" y="76661"/>
                    </a:cubicBezTo>
                    <a:cubicBezTo>
                      <a:pt x="153350" y="72062"/>
                      <a:pt x="148976" y="72062"/>
                      <a:pt x="145752" y="72062"/>
                    </a:cubicBezTo>
                    <a:lnTo>
                      <a:pt x="81518" y="72062"/>
                    </a:lnTo>
                    <a:lnTo>
                      <a:pt x="81518" y="7673"/>
                    </a:lnTo>
                    <a:cubicBezTo>
                      <a:pt x="81518" y="4453"/>
                      <a:pt x="81518" y="84"/>
                      <a:pt x="76914" y="84"/>
                    </a:cubicBezTo>
                    <a:cubicBezTo>
                      <a:pt x="72309" y="84"/>
                      <a:pt x="72309" y="4453"/>
                      <a:pt x="72309" y="7673"/>
                    </a:cubicBezTo>
                    <a:lnTo>
                      <a:pt x="72309" y="72062"/>
                    </a:lnTo>
                    <a:lnTo>
                      <a:pt x="7845" y="72062"/>
                    </a:lnTo>
                    <a:cubicBezTo>
                      <a:pt x="4622" y="72062"/>
                      <a:pt x="248" y="72062"/>
                      <a:pt x="248" y="76661"/>
                    </a:cubicBezTo>
                    <a:cubicBezTo>
                      <a:pt x="248" y="81260"/>
                      <a:pt x="4622" y="81260"/>
                      <a:pt x="7845" y="81260"/>
                    </a:cubicBezTo>
                    <a:lnTo>
                      <a:pt x="72309" y="81260"/>
                    </a:lnTo>
                    <a:lnTo>
                      <a:pt x="72309" y="145650"/>
                    </a:lnTo>
                    <a:cubicBezTo>
                      <a:pt x="72309" y="148869"/>
                      <a:pt x="72309" y="153238"/>
                      <a:pt x="76914" y="153238"/>
                    </a:cubicBezTo>
                    <a:cubicBezTo>
                      <a:pt x="81518" y="153238"/>
                      <a:pt x="81518" y="148869"/>
                      <a:pt x="81518" y="145650"/>
                    </a:cubicBezTo>
                    <a:lnTo>
                      <a:pt x="81518" y="81260"/>
                    </a:lnTo>
                    <a:close/>
                  </a:path>
                </a:pathLst>
              </a:custGeom>
              <a:solidFill>
                <a:srgbClr val="000000"/>
              </a:solidFill>
              <a:ln w="23082" cap="flat">
                <a:noFill/>
                <a:prstDash val="solid"/>
                <a:miter/>
              </a:ln>
            </p:spPr>
            <p:txBody>
              <a:bodyPr rtlCol="0" anchor="ctr"/>
              <a:lstStyle/>
              <a:p>
                <a:endParaRPr lang="en-GB" noProof="0"/>
              </a:p>
            </p:txBody>
          </p:sp>
          <p:sp>
            <p:nvSpPr>
              <p:cNvPr id="74" name="Freeform: Shape 73">
                <a:extLst>
                  <a:ext uri="{FF2B5EF4-FFF2-40B4-BE49-F238E27FC236}">
                    <a16:creationId xmlns:a16="http://schemas.microsoft.com/office/drawing/2014/main" id="{41F95C1D-BCC3-4E52-7C72-3C202CBDB146}"/>
                  </a:ext>
                </a:extLst>
              </p:cNvPr>
              <p:cNvSpPr/>
              <p:nvPr>
                <p:custDataLst>
                  <p:tags r:id="rId150"/>
                </p:custDataLst>
              </p:nvPr>
            </p:nvSpPr>
            <p:spPr>
              <a:xfrm>
                <a:off x="4265205" y="2460073"/>
                <a:ext cx="125503" cy="206965"/>
              </a:xfrm>
              <a:custGeom>
                <a:avLst/>
                <a:gdLst>
                  <a:gd name="connsiteX0" fmla="*/ 125762 w 125503"/>
                  <a:gd name="connsiteY0" fmla="*/ 31589 h 206965"/>
                  <a:gd name="connsiteX1" fmla="*/ 94450 w 125503"/>
                  <a:gd name="connsiteY1" fmla="*/ 84 h 206965"/>
                  <a:gd name="connsiteX2" fmla="*/ 66593 w 125503"/>
                  <a:gd name="connsiteY2" fmla="*/ 9742 h 206965"/>
                  <a:gd name="connsiteX3" fmla="*/ 36893 w 125503"/>
                  <a:gd name="connsiteY3" fmla="*/ 58724 h 206965"/>
                  <a:gd name="connsiteX4" fmla="*/ 287 w 125503"/>
                  <a:gd name="connsiteY4" fmla="*/ 204750 h 206965"/>
                  <a:gd name="connsiteX5" fmla="*/ 3050 w 125503"/>
                  <a:gd name="connsiteY5" fmla="*/ 207049 h 206965"/>
                  <a:gd name="connsiteX6" fmla="*/ 5812 w 125503"/>
                  <a:gd name="connsiteY6" fmla="*/ 205899 h 206965"/>
                  <a:gd name="connsiteX7" fmla="*/ 21928 w 125503"/>
                  <a:gd name="connsiteY7" fmla="*/ 142430 h 206965"/>
                  <a:gd name="connsiteX8" fmla="*/ 53239 w 125503"/>
                  <a:gd name="connsiteY8" fmla="*/ 164736 h 206965"/>
                  <a:gd name="connsiteX9" fmla="*/ 97674 w 125503"/>
                  <a:gd name="connsiteY9" fmla="*/ 146569 h 206965"/>
                  <a:gd name="connsiteX10" fmla="*/ 116092 w 125503"/>
                  <a:gd name="connsiteY10" fmla="*/ 104257 h 206965"/>
                  <a:gd name="connsiteX11" fmla="*/ 99285 w 125503"/>
                  <a:gd name="connsiteY11" fmla="*/ 69992 h 206965"/>
                  <a:gd name="connsiteX12" fmla="*/ 125762 w 125503"/>
                  <a:gd name="connsiteY12" fmla="*/ 31589 h 206965"/>
                  <a:gd name="connsiteX13" fmla="*/ 84320 w 125503"/>
                  <a:gd name="connsiteY13" fmla="*/ 69762 h 206965"/>
                  <a:gd name="connsiteX14" fmla="*/ 73269 w 125503"/>
                  <a:gd name="connsiteY14" fmla="*/ 71372 h 206965"/>
                  <a:gd name="connsiteX15" fmla="*/ 63139 w 125503"/>
                  <a:gd name="connsiteY15" fmla="*/ 70452 h 206965"/>
                  <a:gd name="connsiteX16" fmla="*/ 74421 w 125503"/>
                  <a:gd name="connsiteY16" fmla="*/ 68613 h 206965"/>
                  <a:gd name="connsiteX17" fmla="*/ 84320 w 125503"/>
                  <a:gd name="connsiteY17" fmla="*/ 69762 h 206965"/>
                  <a:gd name="connsiteX18" fmla="*/ 112869 w 125503"/>
                  <a:gd name="connsiteY18" fmla="*/ 26300 h 206965"/>
                  <a:gd name="connsiteX19" fmla="*/ 92148 w 125503"/>
                  <a:gd name="connsiteY19" fmla="*/ 66083 h 206965"/>
                  <a:gd name="connsiteX20" fmla="*/ 74421 w 125503"/>
                  <a:gd name="connsiteY20" fmla="*/ 63323 h 206965"/>
                  <a:gd name="connsiteX21" fmla="*/ 56693 w 125503"/>
                  <a:gd name="connsiteY21" fmla="*/ 70682 h 206965"/>
                  <a:gd name="connsiteX22" fmla="*/ 72579 w 125503"/>
                  <a:gd name="connsiteY22" fmla="*/ 76431 h 206965"/>
                  <a:gd name="connsiteX23" fmla="*/ 91457 w 125503"/>
                  <a:gd name="connsiteY23" fmla="*/ 73442 h 206965"/>
                  <a:gd name="connsiteX24" fmla="*/ 101588 w 125503"/>
                  <a:gd name="connsiteY24" fmla="*/ 99427 h 206965"/>
                  <a:gd name="connsiteX25" fmla="*/ 90076 w 125503"/>
                  <a:gd name="connsiteY25" fmla="*/ 138981 h 206965"/>
                  <a:gd name="connsiteX26" fmla="*/ 52549 w 125503"/>
                  <a:gd name="connsiteY26" fmla="*/ 159677 h 206965"/>
                  <a:gd name="connsiteX27" fmla="*/ 26303 w 125503"/>
                  <a:gd name="connsiteY27" fmla="*/ 130012 h 206965"/>
                  <a:gd name="connsiteX28" fmla="*/ 27454 w 125503"/>
                  <a:gd name="connsiteY28" fmla="*/ 119894 h 206965"/>
                  <a:gd name="connsiteX29" fmla="*/ 42188 w 125503"/>
                  <a:gd name="connsiteY29" fmla="*/ 61714 h 206965"/>
                  <a:gd name="connsiteX30" fmla="*/ 91457 w 125503"/>
                  <a:gd name="connsiteY30" fmla="*/ 5373 h 206965"/>
                  <a:gd name="connsiteX31" fmla="*/ 112869 w 125503"/>
                  <a:gd name="connsiteY31" fmla="*/ 26300 h 2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5503" h="206965">
                    <a:moveTo>
                      <a:pt x="125762" y="31589"/>
                    </a:moveTo>
                    <a:cubicBezTo>
                      <a:pt x="125762" y="14342"/>
                      <a:pt x="113099" y="84"/>
                      <a:pt x="94450" y="84"/>
                    </a:cubicBezTo>
                    <a:cubicBezTo>
                      <a:pt x="81097" y="84"/>
                      <a:pt x="74651" y="3763"/>
                      <a:pt x="66593" y="9742"/>
                    </a:cubicBezTo>
                    <a:cubicBezTo>
                      <a:pt x="53930" y="18941"/>
                      <a:pt x="41268" y="41247"/>
                      <a:pt x="36893" y="58724"/>
                    </a:cubicBezTo>
                    <a:lnTo>
                      <a:pt x="287" y="204750"/>
                    </a:lnTo>
                    <a:cubicBezTo>
                      <a:pt x="57" y="205669"/>
                      <a:pt x="1208" y="207049"/>
                      <a:pt x="3050" y="207049"/>
                    </a:cubicBezTo>
                    <a:cubicBezTo>
                      <a:pt x="4891" y="207049"/>
                      <a:pt x="5582" y="206589"/>
                      <a:pt x="5812" y="205899"/>
                    </a:cubicBezTo>
                    <a:lnTo>
                      <a:pt x="21928" y="142430"/>
                    </a:lnTo>
                    <a:cubicBezTo>
                      <a:pt x="26303" y="156228"/>
                      <a:pt x="36433" y="164736"/>
                      <a:pt x="53239" y="164736"/>
                    </a:cubicBezTo>
                    <a:cubicBezTo>
                      <a:pt x="70046" y="164736"/>
                      <a:pt x="87313" y="156688"/>
                      <a:pt x="97674" y="146569"/>
                    </a:cubicBezTo>
                    <a:cubicBezTo>
                      <a:pt x="108725" y="135991"/>
                      <a:pt x="116092" y="121274"/>
                      <a:pt x="116092" y="104257"/>
                    </a:cubicBezTo>
                    <a:cubicBezTo>
                      <a:pt x="116092" y="87699"/>
                      <a:pt x="107573" y="75741"/>
                      <a:pt x="99285" y="69992"/>
                    </a:cubicBezTo>
                    <a:cubicBezTo>
                      <a:pt x="112639" y="62404"/>
                      <a:pt x="125762" y="48146"/>
                      <a:pt x="125762" y="31589"/>
                    </a:cubicBezTo>
                    <a:close/>
                    <a:moveTo>
                      <a:pt x="84320" y="69762"/>
                    </a:moveTo>
                    <a:cubicBezTo>
                      <a:pt x="81327" y="70912"/>
                      <a:pt x="78795" y="71372"/>
                      <a:pt x="73269" y="71372"/>
                    </a:cubicBezTo>
                    <a:cubicBezTo>
                      <a:pt x="70046" y="71372"/>
                      <a:pt x="65442" y="71602"/>
                      <a:pt x="63139" y="70452"/>
                    </a:cubicBezTo>
                    <a:cubicBezTo>
                      <a:pt x="63600" y="68153"/>
                      <a:pt x="71888" y="68613"/>
                      <a:pt x="74421" y="68613"/>
                    </a:cubicBezTo>
                    <a:cubicBezTo>
                      <a:pt x="79255" y="68613"/>
                      <a:pt x="81327" y="68613"/>
                      <a:pt x="84320" y="69762"/>
                    </a:cubicBezTo>
                    <a:close/>
                    <a:moveTo>
                      <a:pt x="112869" y="26300"/>
                    </a:moveTo>
                    <a:cubicBezTo>
                      <a:pt x="112869" y="42397"/>
                      <a:pt x="104120" y="58954"/>
                      <a:pt x="92148" y="66083"/>
                    </a:cubicBezTo>
                    <a:cubicBezTo>
                      <a:pt x="85932" y="63783"/>
                      <a:pt x="81327" y="63323"/>
                      <a:pt x="74421" y="63323"/>
                    </a:cubicBezTo>
                    <a:cubicBezTo>
                      <a:pt x="69586" y="63323"/>
                      <a:pt x="56693" y="63093"/>
                      <a:pt x="56693" y="70682"/>
                    </a:cubicBezTo>
                    <a:cubicBezTo>
                      <a:pt x="56463" y="77121"/>
                      <a:pt x="68435" y="76431"/>
                      <a:pt x="72579" y="76431"/>
                    </a:cubicBezTo>
                    <a:cubicBezTo>
                      <a:pt x="81097" y="76431"/>
                      <a:pt x="84551" y="76201"/>
                      <a:pt x="91457" y="73442"/>
                    </a:cubicBezTo>
                    <a:cubicBezTo>
                      <a:pt x="100206" y="81720"/>
                      <a:pt x="101357" y="88849"/>
                      <a:pt x="101588" y="99427"/>
                    </a:cubicBezTo>
                    <a:cubicBezTo>
                      <a:pt x="102048" y="112765"/>
                      <a:pt x="96523" y="130012"/>
                      <a:pt x="90076" y="138981"/>
                    </a:cubicBezTo>
                    <a:cubicBezTo>
                      <a:pt x="81097" y="151399"/>
                      <a:pt x="65672" y="159677"/>
                      <a:pt x="52549" y="159677"/>
                    </a:cubicBezTo>
                    <a:cubicBezTo>
                      <a:pt x="35051" y="159677"/>
                      <a:pt x="26303" y="146339"/>
                      <a:pt x="26303" y="130012"/>
                    </a:cubicBezTo>
                    <a:cubicBezTo>
                      <a:pt x="26303" y="127713"/>
                      <a:pt x="26303" y="124263"/>
                      <a:pt x="27454" y="119894"/>
                    </a:cubicBezTo>
                    <a:lnTo>
                      <a:pt x="42188" y="61714"/>
                    </a:lnTo>
                    <a:cubicBezTo>
                      <a:pt x="47254" y="41937"/>
                      <a:pt x="63830" y="5373"/>
                      <a:pt x="91457" y="5373"/>
                    </a:cubicBezTo>
                    <a:cubicBezTo>
                      <a:pt x="104811" y="5373"/>
                      <a:pt x="112869" y="12502"/>
                      <a:pt x="112869" y="26300"/>
                    </a:cubicBezTo>
                    <a:close/>
                  </a:path>
                </a:pathLst>
              </a:custGeom>
              <a:solidFill>
                <a:srgbClr val="000000"/>
              </a:solidFill>
              <a:ln w="23082" cap="flat">
                <a:noFill/>
                <a:prstDash val="solid"/>
                <a:miter/>
              </a:ln>
            </p:spPr>
            <p:txBody>
              <a:bodyPr rtlCol="0" anchor="ctr"/>
              <a:lstStyle/>
              <a:p>
                <a:endParaRPr lang="en-GB" noProof="0"/>
              </a:p>
            </p:txBody>
          </p:sp>
          <p:sp>
            <p:nvSpPr>
              <p:cNvPr id="76" name="Freeform: Shape 75">
                <a:extLst>
                  <a:ext uri="{FF2B5EF4-FFF2-40B4-BE49-F238E27FC236}">
                    <a16:creationId xmlns:a16="http://schemas.microsoft.com/office/drawing/2014/main" id="{B0A58095-446D-C745-A798-42D533EED835}"/>
                  </a:ext>
                </a:extLst>
              </p:cNvPr>
              <p:cNvSpPr/>
              <p:nvPr>
                <p:custDataLst>
                  <p:tags r:id="rId151"/>
                </p:custDataLst>
              </p:nvPr>
            </p:nvSpPr>
            <p:spPr>
              <a:xfrm>
                <a:off x="4552415" y="2520783"/>
                <a:ext cx="114653" cy="104172"/>
              </a:xfrm>
              <a:custGeom>
                <a:avLst/>
                <a:gdLst>
                  <a:gd name="connsiteX0" fmla="*/ 70490 w 114653"/>
                  <a:gd name="connsiteY0" fmla="*/ 32279 h 104172"/>
                  <a:gd name="connsiteX1" fmla="*/ 93283 w 114653"/>
                  <a:gd name="connsiteY1" fmla="*/ 5143 h 104172"/>
                  <a:gd name="connsiteX2" fmla="*/ 104794 w 114653"/>
                  <a:gd name="connsiteY2" fmla="*/ 8133 h 104172"/>
                  <a:gd name="connsiteX3" fmla="*/ 93743 w 114653"/>
                  <a:gd name="connsiteY3" fmla="*/ 20551 h 104172"/>
                  <a:gd name="connsiteX4" fmla="*/ 102492 w 114653"/>
                  <a:gd name="connsiteY4" fmla="*/ 28599 h 104172"/>
                  <a:gd name="connsiteX5" fmla="*/ 114924 w 114653"/>
                  <a:gd name="connsiteY5" fmla="*/ 15262 h 104172"/>
                  <a:gd name="connsiteX6" fmla="*/ 93513 w 114653"/>
                  <a:gd name="connsiteY6" fmla="*/ 84 h 104172"/>
                  <a:gd name="connsiteX7" fmla="*/ 69339 w 114653"/>
                  <a:gd name="connsiteY7" fmla="*/ 17561 h 104172"/>
                  <a:gd name="connsiteX8" fmla="*/ 44474 w 114653"/>
                  <a:gd name="connsiteY8" fmla="*/ 84 h 104172"/>
                  <a:gd name="connsiteX9" fmla="*/ 7407 w 114653"/>
                  <a:gd name="connsiteY9" fmla="*/ 35498 h 104172"/>
                  <a:gd name="connsiteX10" fmla="*/ 10170 w 114653"/>
                  <a:gd name="connsiteY10" fmla="*/ 37798 h 104172"/>
                  <a:gd name="connsiteX11" fmla="*/ 13163 w 114653"/>
                  <a:gd name="connsiteY11" fmla="*/ 35268 h 104172"/>
                  <a:gd name="connsiteX12" fmla="*/ 44014 w 114653"/>
                  <a:gd name="connsiteY12" fmla="*/ 5143 h 104172"/>
                  <a:gd name="connsiteX13" fmla="*/ 56446 w 114653"/>
                  <a:gd name="connsiteY13" fmla="*/ 20551 h 104172"/>
                  <a:gd name="connsiteX14" fmla="*/ 44014 w 114653"/>
                  <a:gd name="connsiteY14" fmla="*/ 75281 h 104172"/>
                  <a:gd name="connsiteX15" fmla="*/ 22142 w 114653"/>
                  <a:gd name="connsiteY15" fmla="*/ 99197 h 104172"/>
                  <a:gd name="connsiteX16" fmla="*/ 10630 w 114653"/>
                  <a:gd name="connsiteY16" fmla="*/ 96208 h 104172"/>
                  <a:gd name="connsiteX17" fmla="*/ 21451 w 114653"/>
                  <a:gd name="connsiteY17" fmla="*/ 83790 h 104172"/>
                  <a:gd name="connsiteX18" fmla="*/ 12933 w 114653"/>
                  <a:gd name="connsiteY18" fmla="*/ 75741 h 104172"/>
                  <a:gd name="connsiteX19" fmla="*/ 270 w 114653"/>
                  <a:gd name="connsiteY19" fmla="*/ 89079 h 104172"/>
                  <a:gd name="connsiteX20" fmla="*/ 21912 w 114653"/>
                  <a:gd name="connsiteY20" fmla="*/ 104257 h 104172"/>
                  <a:gd name="connsiteX21" fmla="*/ 46086 w 114653"/>
                  <a:gd name="connsiteY21" fmla="*/ 86780 h 104172"/>
                  <a:gd name="connsiteX22" fmla="*/ 70950 w 114653"/>
                  <a:gd name="connsiteY22" fmla="*/ 104257 h 104172"/>
                  <a:gd name="connsiteX23" fmla="*/ 107787 w 114653"/>
                  <a:gd name="connsiteY23" fmla="*/ 68843 h 104172"/>
                  <a:gd name="connsiteX24" fmla="*/ 105024 w 114653"/>
                  <a:gd name="connsiteY24" fmla="*/ 66543 h 104172"/>
                  <a:gd name="connsiteX25" fmla="*/ 102031 w 114653"/>
                  <a:gd name="connsiteY25" fmla="*/ 69073 h 104172"/>
                  <a:gd name="connsiteX26" fmla="*/ 71411 w 114653"/>
                  <a:gd name="connsiteY26" fmla="*/ 99197 h 104172"/>
                  <a:gd name="connsiteX27" fmla="*/ 58748 w 114653"/>
                  <a:gd name="connsiteY27" fmla="*/ 84020 h 104172"/>
                  <a:gd name="connsiteX28" fmla="*/ 62662 w 114653"/>
                  <a:gd name="connsiteY28" fmla="*/ 63783 h 104172"/>
                  <a:gd name="connsiteX29" fmla="*/ 70490 w 114653"/>
                  <a:gd name="connsiteY29" fmla="*/ 32279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653" h="104172">
                    <a:moveTo>
                      <a:pt x="70490" y="32279"/>
                    </a:moveTo>
                    <a:cubicBezTo>
                      <a:pt x="71871" y="26300"/>
                      <a:pt x="77167" y="5143"/>
                      <a:pt x="93283" y="5143"/>
                    </a:cubicBezTo>
                    <a:cubicBezTo>
                      <a:pt x="94434" y="5143"/>
                      <a:pt x="99959" y="5143"/>
                      <a:pt x="104794" y="8133"/>
                    </a:cubicBezTo>
                    <a:cubicBezTo>
                      <a:pt x="98348" y="9283"/>
                      <a:pt x="93743" y="15032"/>
                      <a:pt x="93743" y="20551"/>
                    </a:cubicBezTo>
                    <a:cubicBezTo>
                      <a:pt x="93743" y="24230"/>
                      <a:pt x="96276" y="28599"/>
                      <a:pt x="102492" y="28599"/>
                    </a:cubicBezTo>
                    <a:cubicBezTo>
                      <a:pt x="107557" y="28599"/>
                      <a:pt x="114924" y="24460"/>
                      <a:pt x="114924" y="15262"/>
                    </a:cubicBezTo>
                    <a:cubicBezTo>
                      <a:pt x="114924" y="3304"/>
                      <a:pt x="101341" y="84"/>
                      <a:pt x="93513" y="84"/>
                    </a:cubicBezTo>
                    <a:cubicBezTo>
                      <a:pt x="80160" y="84"/>
                      <a:pt x="72101" y="12272"/>
                      <a:pt x="69339" y="17561"/>
                    </a:cubicBezTo>
                    <a:cubicBezTo>
                      <a:pt x="63583" y="2384"/>
                      <a:pt x="51151" y="84"/>
                      <a:pt x="44474" y="84"/>
                    </a:cubicBezTo>
                    <a:cubicBezTo>
                      <a:pt x="20530" y="84"/>
                      <a:pt x="7407" y="29749"/>
                      <a:pt x="7407" y="35498"/>
                    </a:cubicBezTo>
                    <a:cubicBezTo>
                      <a:pt x="7407" y="37798"/>
                      <a:pt x="9709" y="37798"/>
                      <a:pt x="10170" y="37798"/>
                    </a:cubicBezTo>
                    <a:cubicBezTo>
                      <a:pt x="12012" y="37798"/>
                      <a:pt x="12702" y="37338"/>
                      <a:pt x="13163" y="35268"/>
                    </a:cubicBezTo>
                    <a:cubicBezTo>
                      <a:pt x="20991" y="10892"/>
                      <a:pt x="36186" y="5143"/>
                      <a:pt x="44014" y="5143"/>
                    </a:cubicBezTo>
                    <a:cubicBezTo>
                      <a:pt x="48388" y="5143"/>
                      <a:pt x="56446" y="7213"/>
                      <a:pt x="56446" y="20551"/>
                    </a:cubicBezTo>
                    <a:cubicBezTo>
                      <a:pt x="56446" y="27679"/>
                      <a:pt x="52532" y="43087"/>
                      <a:pt x="44014" y="75281"/>
                    </a:cubicBezTo>
                    <a:cubicBezTo>
                      <a:pt x="40330" y="89539"/>
                      <a:pt x="32272" y="99197"/>
                      <a:pt x="22142" y="99197"/>
                    </a:cubicBezTo>
                    <a:cubicBezTo>
                      <a:pt x="20760" y="99197"/>
                      <a:pt x="15465" y="99197"/>
                      <a:pt x="10630" y="96208"/>
                    </a:cubicBezTo>
                    <a:cubicBezTo>
                      <a:pt x="16386" y="95058"/>
                      <a:pt x="21451" y="90229"/>
                      <a:pt x="21451" y="83790"/>
                    </a:cubicBezTo>
                    <a:cubicBezTo>
                      <a:pt x="21451" y="77581"/>
                      <a:pt x="16386" y="75741"/>
                      <a:pt x="12933" y="75741"/>
                    </a:cubicBezTo>
                    <a:cubicBezTo>
                      <a:pt x="6026" y="75741"/>
                      <a:pt x="270" y="81720"/>
                      <a:pt x="270" y="89079"/>
                    </a:cubicBezTo>
                    <a:cubicBezTo>
                      <a:pt x="270" y="99657"/>
                      <a:pt x="11782" y="104257"/>
                      <a:pt x="21912" y="104257"/>
                    </a:cubicBezTo>
                    <a:cubicBezTo>
                      <a:pt x="37107" y="104257"/>
                      <a:pt x="45395" y="88159"/>
                      <a:pt x="46086" y="86780"/>
                    </a:cubicBezTo>
                    <a:cubicBezTo>
                      <a:pt x="48848" y="95288"/>
                      <a:pt x="57137" y="104257"/>
                      <a:pt x="70950" y="104257"/>
                    </a:cubicBezTo>
                    <a:cubicBezTo>
                      <a:pt x="94664" y="104257"/>
                      <a:pt x="107787" y="74592"/>
                      <a:pt x="107787" y="68843"/>
                    </a:cubicBezTo>
                    <a:cubicBezTo>
                      <a:pt x="107787" y="66543"/>
                      <a:pt x="105715" y="66543"/>
                      <a:pt x="105024" y="66543"/>
                    </a:cubicBezTo>
                    <a:cubicBezTo>
                      <a:pt x="102952" y="66543"/>
                      <a:pt x="102492" y="67463"/>
                      <a:pt x="102031" y="69073"/>
                    </a:cubicBezTo>
                    <a:cubicBezTo>
                      <a:pt x="94434" y="93678"/>
                      <a:pt x="78778" y="99197"/>
                      <a:pt x="71411" y="99197"/>
                    </a:cubicBezTo>
                    <a:cubicBezTo>
                      <a:pt x="62432" y="99197"/>
                      <a:pt x="58748" y="91839"/>
                      <a:pt x="58748" y="84020"/>
                    </a:cubicBezTo>
                    <a:cubicBezTo>
                      <a:pt x="58748" y="78961"/>
                      <a:pt x="60130" y="73902"/>
                      <a:pt x="62662" y="63783"/>
                    </a:cubicBezTo>
                    <a:lnTo>
                      <a:pt x="70490" y="32279"/>
                    </a:lnTo>
                    <a:close/>
                  </a:path>
                </a:pathLst>
              </a:custGeom>
              <a:solidFill>
                <a:srgbClr val="000000"/>
              </a:solidFill>
              <a:ln w="23082" cap="flat">
                <a:noFill/>
                <a:prstDash val="solid"/>
                <a:miter/>
              </a:ln>
            </p:spPr>
            <p:txBody>
              <a:bodyPr rtlCol="0" anchor="ctr"/>
              <a:lstStyle/>
              <a:p>
                <a:endParaRPr lang="en-GB" noProof="0"/>
              </a:p>
            </p:txBody>
          </p:sp>
          <p:sp>
            <p:nvSpPr>
              <p:cNvPr id="77" name="Freeform: Shape 76">
                <a:extLst>
                  <a:ext uri="{FF2B5EF4-FFF2-40B4-BE49-F238E27FC236}">
                    <a16:creationId xmlns:a16="http://schemas.microsoft.com/office/drawing/2014/main" id="{9A5CB983-A151-5202-A1B3-F2B38ABD2BAD}"/>
                  </a:ext>
                </a:extLst>
              </p:cNvPr>
              <p:cNvSpPr/>
              <p:nvPr>
                <p:custDataLst>
                  <p:tags r:id="rId152"/>
                </p:custDataLst>
              </p:nvPr>
            </p:nvSpPr>
            <p:spPr>
              <a:xfrm>
                <a:off x="4741374" y="2488358"/>
                <a:ext cx="153102" cy="153154"/>
              </a:xfrm>
              <a:custGeom>
                <a:avLst/>
                <a:gdLst>
                  <a:gd name="connsiteX0" fmla="*/ 81549 w 153102"/>
                  <a:gd name="connsiteY0" fmla="*/ 81260 h 153154"/>
                  <a:gd name="connsiteX1" fmla="*/ 145783 w 153102"/>
                  <a:gd name="connsiteY1" fmla="*/ 81260 h 153154"/>
                  <a:gd name="connsiteX2" fmla="*/ 153380 w 153102"/>
                  <a:gd name="connsiteY2" fmla="*/ 76661 h 153154"/>
                  <a:gd name="connsiteX3" fmla="*/ 145783 w 153102"/>
                  <a:gd name="connsiteY3" fmla="*/ 72062 h 153154"/>
                  <a:gd name="connsiteX4" fmla="*/ 81549 w 153102"/>
                  <a:gd name="connsiteY4" fmla="*/ 72062 h 153154"/>
                  <a:gd name="connsiteX5" fmla="*/ 81549 w 153102"/>
                  <a:gd name="connsiteY5" fmla="*/ 7673 h 153154"/>
                  <a:gd name="connsiteX6" fmla="*/ 76944 w 153102"/>
                  <a:gd name="connsiteY6" fmla="*/ 84 h 153154"/>
                  <a:gd name="connsiteX7" fmla="*/ 72340 w 153102"/>
                  <a:gd name="connsiteY7" fmla="*/ 7673 h 153154"/>
                  <a:gd name="connsiteX8" fmla="*/ 72340 w 153102"/>
                  <a:gd name="connsiteY8" fmla="*/ 72062 h 153154"/>
                  <a:gd name="connsiteX9" fmla="*/ 7876 w 153102"/>
                  <a:gd name="connsiteY9" fmla="*/ 72062 h 153154"/>
                  <a:gd name="connsiteX10" fmla="*/ 278 w 153102"/>
                  <a:gd name="connsiteY10" fmla="*/ 76661 h 153154"/>
                  <a:gd name="connsiteX11" fmla="*/ 7876 w 153102"/>
                  <a:gd name="connsiteY11" fmla="*/ 81260 h 153154"/>
                  <a:gd name="connsiteX12" fmla="*/ 72340 w 153102"/>
                  <a:gd name="connsiteY12" fmla="*/ 81260 h 153154"/>
                  <a:gd name="connsiteX13" fmla="*/ 72340 w 153102"/>
                  <a:gd name="connsiteY13" fmla="*/ 145650 h 153154"/>
                  <a:gd name="connsiteX14" fmla="*/ 76944 w 153102"/>
                  <a:gd name="connsiteY14" fmla="*/ 153238 h 153154"/>
                  <a:gd name="connsiteX15" fmla="*/ 81549 w 153102"/>
                  <a:gd name="connsiteY15" fmla="*/ 145650 h 153154"/>
                  <a:gd name="connsiteX16" fmla="*/ 81549 w 153102"/>
                  <a:gd name="connsiteY16" fmla="*/ 81260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49" y="81260"/>
                    </a:moveTo>
                    <a:lnTo>
                      <a:pt x="145783" y="81260"/>
                    </a:lnTo>
                    <a:cubicBezTo>
                      <a:pt x="149006" y="81260"/>
                      <a:pt x="153380" y="81260"/>
                      <a:pt x="153380" y="76661"/>
                    </a:cubicBezTo>
                    <a:cubicBezTo>
                      <a:pt x="153380" y="72062"/>
                      <a:pt x="149006" y="72062"/>
                      <a:pt x="145783" y="72062"/>
                    </a:cubicBezTo>
                    <a:lnTo>
                      <a:pt x="81549" y="72062"/>
                    </a:lnTo>
                    <a:lnTo>
                      <a:pt x="81549" y="7673"/>
                    </a:lnTo>
                    <a:cubicBezTo>
                      <a:pt x="81549" y="4453"/>
                      <a:pt x="81549" y="84"/>
                      <a:pt x="76944" y="84"/>
                    </a:cubicBezTo>
                    <a:cubicBezTo>
                      <a:pt x="72340" y="84"/>
                      <a:pt x="72340" y="4453"/>
                      <a:pt x="72340" y="7673"/>
                    </a:cubicBezTo>
                    <a:lnTo>
                      <a:pt x="72340" y="72062"/>
                    </a:lnTo>
                    <a:lnTo>
                      <a:pt x="7876" y="72062"/>
                    </a:lnTo>
                    <a:cubicBezTo>
                      <a:pt x="4652" y="72062"/>
                      <a:pt x="278" y="72062"/>
                      <a:pt x="278" y="76661"/>
                    </a:cubicBezTo>
                    <a:cubicBezTo>
                      <a:pt x="278" y="81260"/>
                      <a:pt x="4652" y="81260"/>
                      <a:pt x="7876" y="81260"/>
                    </a:cubicBezTo>
                    <a:lnTo>
                      <a:pt x="72340" y="81260"/>
                    </a:lnTo>
                    <a:lnTo>
                      <a:pt x="72340" y="145650"/>
                    </a:lnTo>
                    <a:cubicBezTo>
                      <a:pt x="72340" y="148869"/>
                      <a:pt x="72340" y="153238"/>
                      <a:pt x="76944" y="153238"/>
                    </a:cubicBezTo>
                    <a:cubicBezTo>
                      <a:pt x="81549" y="153238"/>
                      <a:pt x="81549" y="148869"/>
                      <a:pt x="81549" y="145650"/>
                    </a:cubicBezTo>
                    <a:lnTo>
                      <a:pt x="81549" y="81260"/>
                    </a:lnTo>
                    <a:close/>
                  </a:path>
                </a:pathLst>
              </a:custGeom>
              <a:solidFill>
                <a:srgbClr val="000000"/>
              </a:solidFill>
              <a:ln w="23082" cap="flat">
                <a:noFill/>
                <a:prstDash val="solid"/>
                <a:miter/>
              </a:ln>
            </p:spPr>
            <p:txBody>
              <a:bodyPr rtlCol="0" anchor="ctr"/>
              <a:lstStyle/>
              <a:p>
                <a:endParaRPr lang="en-GB" noProof="0"/>
              </a:p>
            </p:txBody>
          </p:sp>
          <p:sp>
            <p:nvSpPr>
              <p:cNvPr id="78" name="Freeform: Shape 77">
                <a:extLst>
                  <a:ext uri="{FF2B5EF4-FFF2-40B4-BE49-F238E27FC236}">
                    <a16:creationId xmlns:a16="http://schemas.microsoft.com/office/drawing/2014/main" id="{1E64CF02-3F2A-71B5-522A-791F40AEC30C}"/>
                  </a:ext>
                </a:extLst>
              </p:cNvPr>
              <p:cNvSpPr/>
              <p:nvPr>
                <p:custDataLst>
                  <p:tags r:id="rId153"/>
                </p:custDataLst>
              </p:nvPr>
            </p:nvSpPr>
            <p:spPr>
              <a:xfrm>
                <a:off x="4969530" y="2523312"/>
                <a:ext cx="75745" cy="101642"/>
              </a:xfrm>
              <a:custGeom>
                <a:avLst/>
                <a:gdLst>
                  <a:gd name="connsiteX0" fmla="*/ 58075 w 75745"/>
                  <a:gd name="connsiteY0" fmla="*/ 47226 h 101642"/>
                  <a:gd name="connsiteX1" fmla="*/ 65903 w 75745"/>
                  <a:gd name="connsiteY1" fmla="*/ 43317 h 101642"/>
                  <a:gd name="connsiteX2" fmla="*/ 59227 w 75745"/>
                  <a:gd name="connsiteY2" fmla="*/ 40097 h 101642"/>
                  <a:gd name="connsiteX3" fmla="*/ 21929 w 75745"/>
                  <a:gd name="connsiteY3" fmla="*/ 40097 h 101642"/>
                  <a:gd name="connsiteX4" fmla="*/ 61299 w 75745"/>
                  <a:gd name="connsiteY4" fmla="*/ 7213 h 101642"/>
                  <a:gd name="connsiteX5" fmla="*/ 68436 w 75745"/>
                  <a:gd name="connsiteY5" fmla="*/ 7213 h 101642"/>
                  <a:gd name="connsiteX6" fmla="*/ 76033 w 75745"/>
                  <a:gd name="connsiteY6" fmla="*/ 3304 h 101642"/>
                  <a:gd name="connsiteX7" fmla="*/ 69126 w 75745"/>
                  <a:gd name="connsiteY7" fmla="*/ 84 h 101642"/>
                  <a:gd name="connsiteX8" fmla="*/ 61068 w 75745"/>
                  <a:gd name="connsiteY8" fmla="*/ 84 h 101642"/>
                  <a:gd name="connsiteX9" fmla="*/ 288 w 75745"/>
                  <a:gd name="connsiteY9" fmla="*/ 58264 h 101642"/>
                  <a:gd name="connsiteX10" fmla="*/ 41959 w 75745"/>
                  <a:gd name="connsiteY10" fmla="*/ 101727 h 101642"/>
                  <a:gd name="connsiteX11" fmla="*/ 71889 w 75745"/>
                  <a:gd name="connsiteY11" fmla="*/ 89999 h 101642"/>
                  <a:gd name="connsiteX12" fmla="*/ 69587 w 75745"/>
                  <a:gd name="connsiteY12" fmla="*/ 86780 h 101642"/>
                  <a:gd name="connsiteX13" fmla="*/ 66594 w 75745"/>
                  <a:gd name="connsiteY13" fmla="*/ 88159 h 101642"/>
                  <a:gd name="connsiteX14" fmla="*/ 42420 w 75745"/>
                  <a:gd name="connsiteY14" fmla="*/ 96668 h 101642"/>
                  <a:gd name="connsiteX15" fmla="*/ 17555 w 75745"/>
                  <a:gd name="connsiteY15" fmla="*/ 66773 h 101642"/>
                  <a:gd name="connsiteX16" fmla="*/ 20088 w 75745"/>
                  <a:gd name="connsiteY16" fmla="*/ 47226 h 101642"/>
                  <a:gd name="connsiteX17" fmla="*/ 58075 w 75745"/>
                  <a:gd name="connsiteY17" fmla="*/ 47226 h 10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745" h="101642">
                    <a:moveTo>
                      <a:pt x="58075" y="47226"/>
                    </a:moveTo>
                    <a:cubicBezTo>
                      <a:pt x="61759" y="47226"/>
                      <a:pt x="65903" y="47226"/>
                      <a:pt x="65903" y="43317"/>
                    </a:cubicBezTo>
                    <a:cubicBezTo>
                      <a:pt x="65903" y="40097"/>
                      <a:pt x="63140" y="40097"/>
                      <a:pt x="59227" y="40097"/>
                    </a:cubicBezTo>
                    <a:lnTo>
                      <a:pt x="21929" y="40097"/>
                    </a:lnTo>
                    <a:cubicBezTo>
                      <a:pt x="27455" y="20551"/>
                      <a:pt x="40348" y="7213"/>
                      <a:pt x="61299" y="7213"/>
                    </a:cubicBezTo>
                    <a:lnTo>
                      <a:pt x="68436" y="7213"/>
                    </a:lnTo>
                    <a:cubicBezTo>
                      <a:pt x="72350" y="7213"/>
                      <a:pt x="76033" y="7213"/>
                      <a:pt x="76033" y="3304"/>
                    </a:cubicBezTo>
                    <a:cubicBezTo>
                      <a:pt x="76033" y="84"/>
                      <a:pt x="73040" y="84"/>
                      <a:pt x="69126" y="84"/>
                    </a:cubicBezTo>
                    <a:lnTo>
                      <a:pt x="61068" y="84"/>
                    </a:lnTo>
                    <a:cubicBezTo>
                      <a:pt x="31139" y="84"/>
                      <a:pt x="288" y="23080"/>
                      <a:pt x="288" y="58264"/>
                    </a:cubicBezTo>
                    <a:cubicBezTo>
                      <a:pt x="288" y="83560"/>
                      <a:pt x="17555" y="101727"/>
                      <a:pt x="41959" y="101727"/>
                    </a:cubicBezTo>
                    <a:cubicBezTo>
                      <a:pt x="56924" y="101727"/>
                      <a:pt x="71889" y="92529"/>
                      <a:pt x="71889" y="89999"/>
                    </a:cubicBezTo>
                    <a:cubicBezTo>
                      <a:pt x="71889" y="89309"/>
                      <a:pt x="71659" y="86780"/>
                      <a:pt x="69587" y="86780"/>
                    </a:cubicBezTo>
                    <a:cubicBezTo>
                      <a:pt x="69126" y="86780"/>
                      <a:pt x="68666" y="86780"/>
                      <a:pt x="66594" y="88159"/>
                    </a:cubicBezTo>
                    <a:cubicBezTo>
                      <a:pt x="59457" y="92759"/>
                      <a:pt x="50938" y="96668"/>
                      <a:pt x="42420" y="96668"/>
                    </a:cubicBezTo>
                    <a:cubicBezTo>
                      <a:pt x="29067" y="96668"/>
                      <a:pt x="17555" y="87009"/>
                      <a:pt x="17555" y="66773"/>
                    </a:cubicBezTo>
                    <a:cubicBezTo>
                      <a:pt x="17555" y="58724"/>
                      <a:pt x="19397" y="49986"/>
                      <a:pt x="20088" y="47226"/>
                    </a:cubicBezTo>
                    <a:lnTo>
                      <a:pt x="58075" y="47226"/>
                    </a:lnTo>
                    <a:close/>
                  </a:path>
                </a:pathLst>
              </a:custGeom>
              <a:solidFill>
                <a:srgbClr val="000000"/>
              </a:solidFill>
              <a:ln w="23082" cap="flat">
                <a:noFill/>
                <a:prstDash val="solid"/>
                <a:miter/>
              </a:ln>
            </p:spPr>
            <p:txBody>
              <a:bodyPr rtlCol="0" anchor="ctr"/>
              <a:lstStyle/>
              <a:p>
                <a:endParaRPr lang="en-GB" noProof="0"/>
              </a:p>
            </p:txBody>
          </p:sp>
          <p:sp>
            <p:nvSpPr>
              <p:cNvPr id="79" name="Freeform: Shape 78">
                <a:extLst>
                  <a:ext uri="{FF2B5EF4-FFF2-40B4-BE49-F238E27FC236}">
                    <a16:creationId xmlns:a16="http://schemas.microsoft.com/office/drawing/2014/main" id="{5FEFA277-46CF-F8F1-52FD-EE89EF4EE2C8}"/>
                  </a:ext>
                </a:extLst>
              </p:cNvPr>
              <p:cNvSpPr/>
              <p:nvPr>
                <p:custDataLst>
                  <p:tags r:id="rId154"/>
                </p:custDataLst>
              </p:nvPr>
            </p:nvSpPr>
            <p:spPr>
              <a:xfrm>
                <a:off x="5135220" y="2476170"/>
                <a:ext cx="140669" cy="177760"/>
              </a:xfrm>
              <a:custGeom>
                <a:avLst/>
                <a:gdLst>
                  <a:gd name="connsiteX0" fmla="*/ 136590 w 140669"/>
                  <a:gd name="connsiteY0" fmla="*/ 9742 h 177760"/>
                  <a:gd name="connsiteX1" fmla="*/ 140965 w 140669"/>
                  <a:gd name="connsiteY1" fmla="*/ 4683 h 177760"/>
                  <a:gd name="connsiteX2" fmla="*/ 136360 w 140669"/>
                  <a:gd name="connsiteY2" fmla="*/ 84 h 177760"/>
                  <a:gd name="connsiteX3" fmla="*/ 132216 w 140669"/>
                  <a:gd name="connsiteY3" fmla="*/ 1464 h 177760"/>
                  <a:gd name="connsiteX4" fmla="*/ 4899 w 140669"/>
                  <a:gd name="connsiteY4" fmla="*/ 61484 h 177760"/>
                  <a:gd name="connsiteX5" fmla="*/ 295 w 140669"/>
                  <a:gd name="connsiteY5" fmla="*/ 66773 h 177760"/>
                  <a:gd name="connsiteX6" fmla="*/ 4899 w 140669"/>
                  <a:gd name="connsiteY6" fmla="*/ 71832 h 177760"/>
                  <a:gd name="connsiteX7" fmla="*/ 132216 w 140669"/>
                  <a:gd name="connsiteY7" fmla="*/ 131622 h 177760"/>
                  <a:gd name="connsiteX8" fmla="*/ 136360 w 140669"/>
                  <a:gd name="connsiteY8" fmla="*/ 133232 h 177760"/>
                  <a:gd name="connsiteX9" fmla="*/ 140965 w 140669"/>
                  <a:gd name="connsiteY9" fmla="*/ 128632 h 177760"/>
                  <a:gd name="connsiteX10" fmla="*/ 136130 w 140669"/>
                  <a:gd name="connsiteY10" fmla="*/ 123343 h 177760"/>
                  <a:gd name="connsiteX11" fmla="*/ 15720 w 140669"/>
                  <a:gd name="connsiteY11" fmla="*/ 66773 h 177760"/>
                  <a:gd name="connsiteX12" fmla="*/ 136590 w 140669"/>
                  <a:gd name="connsiteY12" fmla="*/ 9742 h 177760"/>
                  <a:gd name="connsiteX13" fmla="*/ 132907 w 140669"/>
                  <a:gd name="connsiteY13" fmla="*/ 177844 h 177760"/>
                  <a:gd name="connsiteX14" fmla="*/ 140965 w 140669"/>
                  <a:gd name="connsiteY14" fmla="*/ 173245 h 177760"/>
                  <a:gd name="connsiteX15" fmla="*/ 132676 w 140669"/>
                  <a:gd name="connsiteY15" fmla="*/ 168646 h 177760"/>
                  <a:gd name="connsiteX16" fmla="*/ 8583 w 140669"/>
                  <a:gd name="connsiteY16" fmla="*/ 168646 h 177760"/>
                  <a:gd name="connsiteX17" fmla="*/ 295 w 140669"/>
                  <a:gd name="connsiteY17" fmla="*/ 173245 h 177760"/>
                  <a:gd name="connsiteX18" fmla="*/ 8353 w 140669"/>
                  <a:gd name="connsiteY18" fmla="*/ 177844 h 177760"/>
                  <a:gd name="connsiteX19" fmla="*/ 132907 w 140669"/>
                  <a:gd name="connsiteY19" fmla="*/ 177844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90" y="9742"/>
                    </a:moveTo>
                    <a:cubicBezTo>
                      <a:pt x="139123" y="8593"/>
                      <a:pt x="140965" y="7443"/>
                      <a:pt x="140965" y="4683"/>
                    </a:cubicBezTo>
                    <a:cubicBezTo>
                      <a:pt x="140965" y="2154"/>
                      <a:pt x="139123" y="84"/>
                      <a:pt x="136360" y="84"/>
                    </a:cubicBezTo>
                    <a:cubicBezTo>
                      <a:pt x="135209" y="84"/>
                      <a:pt x="133137" y="1004"/>
                      <a:pt x="132216" y="1464"/>
                    </a:cubicBezTo>
                    <a:lnTo>
                      <a:pt x="4899" y="61484"/>
                    </a:lnTo>
                    <a:cubicBezTo>
                      <a:pt x="985" y="63323"/>
                      <a:pt x="295" y="64933"/>
                      <a:pt x="295" y="66773"/>
                    </a:cubicBezTo>
                    <a:cubicBezTo>
                      <a:pt x="295" y="68843"/>
                      <a:pt x="1676" y="70452"/>
                      <a:pt x="4899" y="71832"/>
                    </a:cubicBezTo>
                    <a:lnTo>
                      <a:pt x="132216" y="131622"/>
                    </a:lnTo>
                    <a:cubicBezTo>
                      <a:pt x="135209" y="133232"/>
                      <a:pt x="135669" y="133232"/>
                      <a:pt x="136360" y="133232"/>
                    </a:cubicBezTo>
                    <a:cubicBezTo>
                      <a:pt x="138893" y="133232"/>
                      <a:pt x="140965" y="131162"/>
                      <a:pt x="140965" y="128632"/>
                    </a:cubicBezTo>
                    <a:cubicBezTo>
                      <a:pt x="140965" y="126563"/>
                      <a:pt x="140044" y="125183"/>
                      <a:pt x="136130" y="123343"/>
                    </a:cubicBezTo>
                    <a:lnTo>
                      <a:pt x="15720" y="66773"/>
                    </a:lnTo>
                    <a:lnTo>
                      <a:pt x="136590" y="9742"/>
                    </a:lnTo>
                    <a:close/>
                    <a:moveTo>
                      <a:pt x="132907" y="177844"/>
                    </a:moveTo>
                    <a:cubicBezTo>
                      <a:pt x="136821" y="177844"/>
                      <a:pt x="140965" y="177844"/>
                      <a:pt x="140965" y="173245"/>
                    </a:cubicBezTo>
                    <a:cubicBezTo>
                      <a:pt x="140965" y="168646"/>
                      <a:pt x="136130" y="168646"/>
                      <a:pt x="132676" y="168646"/>
                    </a:cubicBezTo>
                    <a:lnTo>
                      <a:pt x="8583" y="168646"/>
                    </a:lnTo>
                    <a:cubicBezTo>
                      <a:pt x="5130" y="168646"/>
                      <a:pt x="295" y="168646"/>
                      <a:pt x="295" y="173245"/>
                    </a:cubicBezTo>
                    <a:cubicBezTo>
                      <a:pt x="295" y="177844"/>
                      <a:pt x="4439" y="177844"/>
                      <a:pt x="8353" y="177844"/>
                    </a:cubicBezTo>
                    <a:lnTo>
                      <a:pt x="132907" y="177844"/>
                    </a:lnTo>
                    <a:close/>
                  </a:path>
                </a:pathLst>
              </a:custGeom>
              <a:solidFill>
                <a:srgbClr val="000000"/>
              </a:solidFill>
              <a:ln w="23082" cap="flat">
                <a:noFill/>
                <a:prstDash val="solid"/>
                <a:miter/>
              </a:ln>
            </p:spPr>
            <p:txBody>
              <a:bodyPr rtlCol="0" anchor="ctr"/>
              <a:lstStyle/>
              <a:p>
                <a:endParaRPr lang="en-GB" noProof="0"/>
              </a:p>
            </p:txBody>
          </p:sp>
          <p:sp>
            <p:nvSpPr>
              <p:cNvPr id="80" name="Freeform: Shape 79">
                <a:extLst>
                  <a:ext uri="{FF2B5EF4-FFF2-40B4-BE49-F238E27FC236}">
                    <a16:creationId xmlns:a16="http://schemas.microsoft.com/office/drawing/2014/main" id="{2CBB1B5D-08C8-9B6C-C8D5-F29E72D24C5E}"/>
                  </a:ext>
                </a:extLst>
              </p:cNvPr>
              <p:cNvSpPr/>
              <p:nvPr>
                <p:custDataLst>
                  <p:tags r:id="rId155"/>
                </p:custDataLst>
              </p:nvPr>
            </p:nvSpPr>
            <p:spPr>
              <a:xfrm>
                <a:off x="5366037" y="2520783"/>
                <a:ext cx="124784" cy="151314"/>
              </a:xfrm>
              <a:custGeom>
                <a:avLst/>
                <a:gdLst>
                  <a:gd name="connsiteX0" fmla="*/ 46581 w 124784"/>
                  <a:gd name="connsiteY0" fmla="*/ 21011 h 151314"/>
                  <a:gd name="connsiteX1" fmla="*/ 50035 w 124784"/>
                  <a:gd name="connsiteY1" fmla="*/ 6293 h 151314"/>
                  <a:gd name="connsiteX2" fmla="*/ 43358 w 124784"/>
                  <a:gd name="connsiteY2" fmla="*/ 84 h 151314"/>
                  <a:gd name="connsiteX3" fmla="*/ 34149 w 124784"/>
                  <a:gd name="connsiteY3" fmla="*/ 8363 h 151314"/>
                  <a:gd name="connsiteX4" fmla="*/ 996 w 124784"/>
                  <a:gd name="connsiteY4" fmla="*/ 141510 h 151314"/>
                  <a:gd name="connsiteX5" fmla="*/ 305 w 124784"/>
                  <a:gd name="connsiteY5" fmla="*/ 145190 h 151314"/>
                  <a:gd name="connsiteX6" fmla="*/ 6752 w 124784"/>
                  <a:gd name="connsiteY6" fmla="*/ 151399 h 151314"/>
                  <a:gd name="connsiteX7" fmla="*/ 14810 w 124784"/>
                  <a:gd name="connsiteY7" fmla="*/ 146569 h 151314"/>
                  <a:gd name="connsiteX8" fmla="*/ 27472 w 124784"/>
                  <a:gd name="connsiteY8" fmla="*/ 97128 h 151314"/>
                  <a:gd name="connsiteX9" fmla="*/ 49804 w 124784"/>
                  <a:gd name="connsiteY9" fmla="*/ 104257 h 151314"/>
                  <a:gd name="connsiteX10" fmla="*/ 80425 w 124784"/>
                  <a:gd name="connsiteY10" fmla="*/ 87469 h 151314"/>
                  <a:gd name="connsiteX11" fmla="*/ 101146 w 124784"/>
                  <a:gd name="connsiteY11" fmla="*/ 104257 h 151314"/>
                  <a:gd name="connsiteX12" fmla="*/ 118182 w 124784"/>
                  <a:gd name="connsiteY12" fmla="*/ 91609 h 151314"/>
                  <a:gd name="connsiteX13" fmla="*/ 125089 w 124784"/>
                  <a:gd name="connsiteY13" fmla="*/ 68843 h 151314"/>
                  <a:gd name="connsiteX14" fmla="*/ 122327 w 124784"/>
                  <a:gd name="connsiteY14" fmla="*/ 66543 h 151314"/>
                  <a:gd name="connsiteX15" fmla="*/ 119103 w 124784"/>
                  <a:gd name="connsiteY15" fmla="*/ 70682 h 151314"/>
                  <a:gd name="connsiteX16" fmla="*/ 101606 w 124784"/>
                  <a:gd name="connsiteY16" fmla="*/ 99197 h 151314"/>
                  <a:gd name="connsiteX17" fmla="*/ 94699 w 124784"/>
                  <a:gd name="connsiteY17" fmla="*/ 88619 h 151314"/>
                  <a:gd name="connsiteX18" fmla="*/ 99304 w 124784"/>
                  <a:gd name="connsiteY18" fmla="*/ 64703 h 151314"/>
                  <a:gd name="connsiteX19" fmla="*/ 105750 w 124784"/>
                  <a:gd name="connsiteY19" fmla="*/ 39867 h 151314"/>
                  <a:gd name="connsiteX20" fmla="*/ 109664 w 124784"/>
                  <a:gd name="connsiteY20" fmla="*/ 24230 h 151314"/>
                  <a:gd name="connsiteX21" fmla="*/ 113117 w 124784"/>
                  <a:gd name="connsiteY21" fmla="*/ 8823 h 151314"/>
                  <a:gd name="connsiteX22" fmla="*/ 106441 w 124784"/>
                  <a:gd name="connsiteY22" fmla="*/ 2614 h 151314"/>
                  <a:gd name="connsiteX23" fmla="*/ 97462 w 124784"/>
                  <a:gd name="connsiteY23" fmla="*/ 10662 h 151314"/>
                  <a:gd name="connsiteX24" fmla="*/ 86641 w 124784"/>
                  <a:gd name="connsiteY24" fmla="*/ 53665 h 151314"/>
                  <a:gd name="connsiteX25" fmla="*/ 80655 w 124784"/>
                  <a:gd name="connsiteY25" fmla="*/ 77121 h 151314"/>
                  <a:gd name="connsiteX26" fmla="*/ 50725 w 124784"/>
                  <a:gd name="connsiteY26" fmla="*/ 99197 h 151314"/>
                  <a:gd name="connsiteX27" fmla="*/ 33688 w 124784"/>
                  <a:gd name="connsiteY27" fmla="*/ 79191 h 151314"/>
                  <a:gd name="connsiteX28" fmla="*/ 36912 w 124784"/>
                  <a:gd name="connsiteY28" fmla="*/ 59644 h 151314"/>
                  <a:gd name="connsiteX29" fmla="*/ 46581 w 124784"/>
                  <a:gd name="connsiteY29" fmla="*/ 21011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581" y="21011"/>
                    </a:moveTo>
                    <a:cubicBezTo>
                      <a:pt x="47732" y="16181"/>
                      <a:pt x="50035" y="7443"/>
                      <a:pt x="50035" y="6293"/>
                    </a:cubicBezTo>
                    <a:cubicBezTo>
                      <a:pt x="50035" y="2384"/>
                      <a:pt x="47272" y="84"/>
                      <a:pt x="43358" y="84"/>
                    </a:cubicBezTo>
                    <a:cubicBezTo>
                      <a:pt x="42667" y="84"/>
                      <a:pt x="36221" y="314"/>
                      <a:pt x="34149" y="8363"/>
                    </a:cubicBezTo>
                    <a:lnTo>
                      <a:pt x="996" y="141510"/>
                    </a:lnTo>
                    <a:cubicBezTo>
                      <a:pt x="305" y="144270"/>
                      <a:pt x="305" y="144730"/>
                      <a:pt x="305" y="145190"/>
                    </a:cubicBezTo>
                    <a:cubicBezTo>
                      <a:pt x="305" y="148639"/>
                      <a:pt x="2838" y="151399"/>
                      <a:pt x="6752" y="151399"/>
                    </a:cubicBezTo>
                    <a:cubicBezTo>
                      <a:pt x="11586" y="151399"/>
                      <a:pt x="14349" y="147259"/>
                      <a:pt x="14810" y="146569"/>
                    </a:cubicBezTo>
                    <a:cubicBezTo>
                      <a:pt x="15731" y="144500"/>
                      <a:pt x="18724" y="132542"/>
                      <a:pt x="27472" y="97128"/>
                    </a:cubicBezTo>
                    <a:cubicBezTo>
                      <a:pt x="34840" y="103337"/>
                      <a:pt x="45200" y="104257"/>
                      <a:pt x="49804" y="104257"/>
                    </a:cubicBezTo>
                    <a:cubicBezTo>
                      <a:pt x="65921" y="104257"/>
                      <a:pt x="74899" y="93908"/>
                      <a:pt x="80425" y="87469"/>
                    </a:cubicBezTo>
                    <a:cubicBezTo>
                      <a:pt x="82497" y="97818"/>
                      <a:pt x="91015" y="104257"/>
                      <a:pt x="101146" y="104257"/>
                    </a:cubicBezTo>
                    <a:cubicBezTo>
                      <a:pt x="109204" y="104257"/>
                      <a:pt x="114499" y="98967"/>
                      <a:pt x="118182" y="91609"/>
                    </a:cubicBezTo>
                    <a:cubicBezTo>
                      <a:pt x="122096" y="83330"/>
                      <a:pt x="125089" y="69302"/>
                      <a:pt x="125089" y="68843"/>
                    </a:cubicBezTo>
                    <a:cubicBezTo>
                      <a:pt x="125089" y="66543"/>
                      <a:pt x="123017" y="66543"/>
                      <a:pt x="122327" y="66543"/>
                    </a:cubicBezTo>
                    <a:cubicBezTo>
                      <a:pt x="120024" y="66543"/>
                      <a:pt x="119794" y="67463"/>
                      <a:pt x="119103" y="70682"/>
                    </a:cubicBezTo>
                    <a:cubicBezTo>
                      <a:pt x="115190" y="85630"/>
                      <a:pt x="111045" y="99197"/>
                      <a:pt x="101606" y="99197"/>
                    </a:cubicBezTo>
                    <a:cubicBezTo>
                      <a:pt x="95390" y="99197"/>
                      <a:pt x="94699" y="93218"/>
                      <a:pt x="94699" y="88619"/>
                    </a:cubicBezTo>
                    <a:cubicBezTo>
                      <a:pt x="94699" y="83560"/>
                      <a:pt x="97462" y="72752"/>
                      <a:pt x="99304" y="64703"/>
                    </a:cubicBezTo>
                    <a:lnTo>
                      <a:pt x="105750" y="39867"/>
                    </a:lnTo>
                    <a:cubicBezTo>
                      <a:pt x="106441" y="36418"/>
                      <a:pt x="108743" y="27679"/>
                      <a:pt x="109664" y="24230"/>
                    </a:cubicBezTo>
                    <a:cubicBezTo>
                      <a:pt x="110815" y="18941"/>
                      <a:pt x="113117" y="10202"/>
                      <a:pt x="113117" y="8823"/>
                    </a:cubicBezTo>
                    <a:cubicBezTo>
                      <a:pt x="113117" y="4683"/>
                      <a:pt x="109894" y="2614"/>
                      <a:pt x="106441" y="2614"/>
                    </a:cubicBezTo>
                    <a:cubicBezTo>
                      <a:pt x="105290" y="2614"/>
                      <a:pt x="99304" y="2844"/>
                      <a:pt x="97462" y="10662"/>
                    </a:cubicBezTo>
                    <a:lnTo>
                      <a:pt x="86641" y="53665"/>
                    </a:lnTo>
                    <a:cubicBezTo>
                      <a:pt x="83878" y="65163"/>
                      <a:pt x="81346" y="74822"/>
                      <a:pt x="80655" y="77121"/>
                    </a:cubicBezTo>
                    <a:cubicBezTo>
                      <a:pt x="80425" y="78271"/>
                      <a:pt x="69374" y="99197"/>
                      <a:pt x="50725" y="99197"/>
                    </a:cubicBezTo>
                    <a:cubicBezTo>
                      <a:pt x="39214" y="99197"/>
                      <a:pt x="33688" y="91609"/>
                      <a:pt x="33688" y="79191"/>
                    </a:cubicBezTo>
                    <a:cubicBezTo>
                      <a:pt x="33688" y="72522"/>
                      <a:pt x="35300" y="66083"/>
                      <a:pt x="36912" y="59644"/>
                    </a:cubicBezTo>
                    <a:lnTo>
                      <a:pt x="46581" y="21011"/>
                    </a:lnTo>
                    <a:close/>
                  </a:path>
                </a:pathLst>
              </a:custGeom>
              <a:solidFill>
                <a:srgbClr val="FF0000"/>
              </a:solidFill>
              <a:ln w="23082" cap="flat">
                <a:noFill/>
                <a:prstDash val="solid"/>
                <a:miter/>
              </a:ln>
            </p:spPr>
            <p:txBody>
              <a:bodyPr rtlCol="0" anchor="ctr"/>
              <a:lstStyle/>
              <a:p>
                <a:endParaRPr lang="en-GB" noProof="0"/>
              </a:p>
            </p:txBody>
          </p:sp>
          <p:sp>
            <p:nvSpPr>
              <p:cNvPr id="81" name="Freeform: Shape 80">
                <a:extLst>
                  <a:ext uri="{FF2B5EF4-FFF2-40B4-BE49-F238E27FC236}">
                    <a16:creationId xmlns:a16="http://schemas.microsoft.com/office/drawing/2014/main" id="{DAE0D6FB-191D-7DDB-E51F-BD895D556ED3}"/>
                  </a:ext>
                </a:extLst>
              </p:cNvPr>
              <p:cNvSpPr/>
              <p:nvPr>
                <p:custDataLst>
                  <p:tags r:id="rId156"/>
                </p:custDataLst>
              </p:nvPr>
            </p:nvSpPr>
            <p:spPr>
              <a:xfrm>
                <a:off x="5508007" y="2550033"/>
                <a:ext cx="71232" cy="106885"/>
              </a:xfrm>
              <a:custGeom>
                <a:avLst/>
                <a:gdLst>
                  <a:gd name="connsiteX0" fmla="*/ 71544 w 71232"/>
                  <a:gd name="connsiteY0" fmla="*/ 77675 h 106885"/>
                  <a:gd name="connsiteX1" fmla="*/ 66065 w 71232"/>
                  <a:gd name="connsiteY1" fmla="*/ 77675 h 106885"/>
                  <a:gd name="connsiteX2" fmla="*/ 61874 w 71232"/>
                  <a:gd name="connsiteY2" fmla="*/ 92323 h 106885"/>
                  <a:gd name="connsiteX3" fmla="*/ 45920 w 71232"/>
                  <a:gd name="connsiteY3" fmla="*/ 93289 h 106885"/>
                  <a:gd name="connsiteX4" fmla="*/ 16266 w 71232"/>
                  <a:gd name="connsiteY4" fmla="*/ 93289 h 106885"/>
                  <a:gd name="connsiteX5" fmla="*/ 48498 w 71232"/>
                  <a:gd name="connsiteY5" fmla="*/ 66245 h 106885"/>
                  <a:gd name="connsiteX6" fmla="*/ 71544 w 71232"/>
                  <a:gd name="connsiteY6" fmla="*/ 31475 h 106885"/>
                  <a:gd name="connsiteX7" fmla="*/ 33833 w 71232"/>
                  <a:gd name="connsiteY7" fmla="*/ 86 h 106885"/>
                  <a:gd name="connsiteX8" fmla="*/ 311 w 71232"/>
                  <a:gd name="connsiteY8" fmla="*/ 28900 h 106885"/>
                  <a:gd name="connsiteX9" fmla="*/ 8853 w 71232"/>
                  <a:gd name="connsiteY9" fmla="*/ 37914 h 106885"/>
                  <a:gd name="connsiteX10" fmla="*/ 17394 w 71232"/>
                  <a:gd name="connsiteY10" fmla="*/ 29383 h 106885"/>
                  <a:gd name="connsiteX11" fmla="*/ 7886 w 71232"/>
                  <a:gd name="connsiteY11" fmla="*/ 20851 h 106885"/>
                  <a:gd name="connsiteX12" fmla="*/ 31415 w 71232"/>
                  <a:gd name="connsiteY12" fmla="*/ 5881 h 106885"/>
                  <a:gd name="connsiteX13" fmla="*/ 55912 w 71232"/>
                  <a:gd name="connsiteY13" fmla="*/ 31475 h 106885"/>
                  <a:gd name="connsiteX14" fmla="*/ 40762 w 71232"/>
                  <a:gd name="connsiteY14" fmla="*/ 62382 h 106885"/>
                  <a:gd name="connsiteX15" fmla="*/ 1923 w 71232"/>
                  <a:gd name="connsiteY15" fmla="*/ 100694 h 106885"/>
                  <a:gd name="connsiteX16" fmla="*/ 311 w 71232"/>
                  <a:gd name="connsiteY16" fmla="*/ 106972 h 106885"/>
                  <a:gd name="connsiteX17" fmla="*/ 66709 w 71232"/>
                  <a:gd name="connsiteY17" fmla="*/ 106972 h 106885"/>
                  <a:gd name="connsiteX18" fmla="*/ 71544 w 71232"/>
                  <a:gd name="connsiteY18" fmla="*/ 77675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1232" h="106885">
                    <a:moveTo>
                      <a:pt x="71544" y="77675"/>
                    </a:moveTo>
                    <a:lnTo>
                      <a:pt x="66065" y="77675"/>
                    </a:lnTo>
                    <a:cubicBezTo>
                      <a:pt x="65581" y="81216"/>
                      <a:pt x="63970" y="90713"/>
                      <a:pt x="61874" y="92323"/>
                    </a:cubicBezTo>
                    <a:cubicBezTo>
                      <a:pt x="60585" y="93289"/>
                      <a:pt x="48176" y="93289"/>
                      <a:pt x="45920" y="93289"/>
                    </a:cubicBezTo>
                    <a:lnTo>
                      <a:pt x="16266" y="93289"/>
                    </a:lnTo>
                    <a:cubicBezTo>
                      <a:pt x="33188" y="78318"/>
                      <a:pt x="38829" y="73811"/>
                      <a:pt x="48498" y="66245"/>
                    </a:cubicBezTo>
                    <a:cubicBezTo>
                      <a:pt x="60424" y="56748"/>
                      <a:pt x="71544" y="46768"/>
                      <a:pt x="71544" y="31475"/>
                    </a:cubicBezTo>
                    <a:cubicBezTo>
                      <a:pt x="71544" y="11998"/>
                      <a:pt x="54461" y="86"/>
                      <a:pt x="33833" y="86"/>
                    </a:cubicBezTo>
                    <a:cubicBezTo>
                      <a:pt x="13849" y="86"/>
                      <a:pt x="311" y="14090"/>
                      <a:pt x="311" y="28900"/>
                    </a:cubicBezTo>
                    <a:cubicBezTo>
                      <a:pt x="311" y="37109"/>
                      <a:pt x="7241" y="37914"/>
                      <a:pt x="8853" y="37914"/>
                    </a:cubicBezTo>
                    <a:cubicBezTo>
                      <a:pt x="12721" y="37914"/>
                      <a:pt x="17394" y="35178"/>
                      <a:pt x="17394" y="29383"/>
                    </a:cubicBezTo>
                    <a:cubicBezTo>
                      <a:pt x="17394" y="26485"/>
                      <a:pt x="16266" y="20851"/>
                      <a:pt x="7886" y="20851"/>
                    </a:cubicBezTo>
                    <a:cubicBezTo>
                      <a:pt x="12882" y="9422"/>
                      <a:pt x="23841" y="5881"/>
                      <a:pt x="31415" y="5881"/>
                    </a:cubicBezTo>
                    <a:cubicBezTo>
                      <a:pt x="47531" y="5881"/>
                      <a:pt x="55912" y="18437"/>
                      <a:pt x="55912" y="31475"/>
                    </a:cubicBezTo>
                    <a:cubicBezTo>
                      <a:pt x="55912" y="45480"/>
                      <a:pt x="45920" y="56587"/>
                      <a:pt x="40762" y="62382"/>
                    </a:cubicBezTo>
                    <a:lnTo>
                      <a:pt x="1923" y="100694"/>
                    </a:lnTo>
                    <a:cubicBezTo>
                      <a:pt x="311" y="102142"/>
                      <a:pt x="311" y="102464"/>
                      <a:pt x="311" y="106972"/>
                    </a:cubicBezTo>
                    <a:lnTo>
                      <a:pt x="66709" y="106972"/>
                    </a:lnTo>
                    <a:lnTo>
                      <a:pt x="71544" y="77675"/>
                    </a:lnTo>
                    <a:close/>
                  </a:path>
                </a:pathLst>
              </a:custGeom>
              <a:solidFill>
                <a:srgbClr val="FF0000"/>
              </a:solidFill>
              <a:ln w="23082" cap="flat">
                <a:noFill/>
                <a:prstDash val="solid"/>
                <a:miter/>
              </a:ln>
            </p:spPr>
            <p:txBody>
              <a:bodyPr rtlCol="0" anchor="ctr"/>
              <a:lstStyle/>
              <a:p>
                <a:endParaRPr lang="en-GB" noProof="0"/>
              </a:p>
            </p:txBody>
          </p:sp>
        </p:grpSp>
      </p:grpSp>
      <p:sp>
        <p:nvSpPr>
          <p:cNvPr id="82" name="Freeform: Shape 81">
            <a:extLst>
              <a:ext uri="{FF2B5EF4-FFF2-40B4-BE49-F238E27FC236}">
                <a16:creationId xmlns:a16="http://schemas.microsoft.com/office/drawing/2014/main" id="{48032F5F-4A00-7721-1117-A70A2B6EB061}"/>
              </a:ext>
            </a:extLst>
          </p:cNvPr>
          <p:cNvSpPr/>
          <p:nvPr>
            <p:custDataLst>
              <p:tags r:id="rId14"/>
            </p:custDataLst>
          </p:nvPr>
        </p:nvSpPr>
        <p:spPr>
          <a:xfrm>
            <a:off x="1644391" y="2854737"/>
            <a:ext cx="19735" cy="19712"/>
          </a:xfrm>
          <a:custGeom>
            <a:avLst/>
            <a:gdLst>
              <a:gd name="connsiteX0" fmla="*/ 24541 w 24404"/>
              <a:gd name="connsiteY0" fmla="*/ 12283 h 24375"/>
              <a:gd name="connsiteX1" fmla="*/ 12339 w 24404"/>
              <a:gd name="connsiteY1" fmla="*/ 95 h 24375"/>
              <a:gd name="connsiteX2" fmla="*/ 137 w 24404"/>
              <a:gd name="connsiteY2" fmla="*/ 12283 h 24375"/>
              <a:gd name="connsiteX3" fmla="*/ 12339 w 24404"/>
              <a:gd name="connsiteY3" fmla="*/ 24471 h 24375"/>
              <a:gd name="connsiteX4" fmla="*/ 24541 w 24404"/>
              <a:gd name="connsiteY4" fmla="*/ 12283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41" y="12283"/>
                </a:moveTo>
                <a:cubicBezTo>
                  <a:pt x="24541" y="5614"/>
                  <a:pt x="19015" y="95"/>
                  <a:pt x="12339" y="95"/>
                </a:cubicBezTo>
                <a:cubicBezTo>
                  <a:pt x="5662" y="95"/>
                  <a:pt x="137" y="5614"/>
                  <a:pt x="137" y="12283"/>
                </a:cubicBezTo>
                <a:cubicBezTo>
                  <a:pt x="137" y="18952"/>
                  <a:pt x="5662" y="24471"/>
                  <a:pt x="12339" y="24471"/>
                </a:cubicBezTo>
                <a:cubicBezTo>
                  <a:pt x="19015" y="24471"/>
                  <a:pt x="24541" y="18952"/>
                  <a:pt x="24541" y="12283"/>
                </a:cubicBezTo>
                <a:close/>
              </a:path>
            </a:pathLst>
          </a:custGeom>
          <a:solidFill>
            <a:srgbClr val="000000"/>
          </a:solidFill>
          <a:ln w="23082" cap="flat">
            <a:noFill/>
            <a:prstDash val="solid"/>
            <a:miter/>
          </a:ln>
        </p:spPr>
        <p:txBody>
          <a:bodyPr rtlCol="0" anchor="ctr"/>
          <a:lstStyle/>
          <a:p>
            <a:endParaRPr lang="en-GB" noProof="0"/>
          </a:p>
        </p:txBody>
      </p:sp>
      <p:sp>
        <p:nvSpPr>
          <p:cNvPr id="83" name="Freeform: Shape 82">
            <a:extLst>
              <a:ext uri="{FF2B5EF4-FFF2-40B4-BE49-F238E27FC236}">
                <a16:creationId xmlns:a16="http://schemas.microsoft.com/office/drawing/2014/main" id="{1ECE80FB-9C43-40AC-F6E6-A54315D145EB}"/>
              </a:ext>
            </a:extLst>
          </p:cNvPr>
          <p:cNvSpPr/>
          <p:nvPr>
            <p:custDataLst>
              <p:tags r:id="rId15"/>
            </p:custDataLst>
          </p:nvPr>
        </p:nvSpPr>
        <p:spPr>
          <a:xfrm>
            <a:off x="1644391" y="2929124"/>
            <a:ext cx="19735" cy="19712"/>
          </a:xfrm>
          <a:custGeom>
            <a:avLst/>
            <a:gdLst>
              <a:gd name="connsiteX0" fmla="*/ 24541 w 24404"/>
              <a:gd name="connsiteY0" fmla="*/ 12287 h 24375"/>
              <a:gd name="connsiteX1" fmla="*/ 12339 w 24404"/>
              <a:gd name="connsiteY1" fmla="*/ 99 h 24375"/>
              <a:gd name="connsiteX2" fmla="*/ 137 w 24404"/>
              <a:gd name="connsiteY2" fmla="*/ 12287 h 24375"/>
              <a:gd name="connsiteX3" fmla="*/ 12339 w 24404"/>
              <a:gd name="connsiteY3" fmla="*/ 24475 h 24375"/>
              <a:gd name="connsiteX4" fmla="*/ 24541 w 24404"/>
              <a:gd name="connsiteY4" fmla="*/ 12287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41" y="12287"/>
                </a:moveTo>
                <a:cubicBezTo>
                  <a:pt x="24541" y="5618"/>
                  <a:pt x="19015" y="99"/>
                  <a:pt x="12339" y="99"/>
                </a:cubicBezTo>
                <a:cubicBezTo>
                  <a:pt x="5662" y="99"/>
                  <a:pt x="137" y="5618"/>
                  <a:pt x="137" y="12287"/>
                </a:cubicBezTo>
                <a:cubicBezTo>
                  <a:pt x="137" y="18956"/>
                  <a:pt x="5662" y="24475"/>
                  <a:pt x="12339" y="24475"/>
                </a:cubicBezTo>
                <a:cubicBezTo>
                  <a:pt x="19015" y="24475"/>
                  <a:pt x="24541" y="18956"/>
                  <a:pt x="24541" y="12287"/>
                </a:cubicBezTo>
                <a:close/>
              </a:path>
            </a:pathLst>
          </a:custGeom>
          <a:solidFill>
            <a:srgbClr val="000000"/>
          </a:solidFill>
          <a:ln w="23082" cap="flat">
            <a:noFill/>
            <a:prstDash val="solid"/>
            <a:miter/>
          </a:ln>
        </p:spPr>
        <p:txBody>
          <a:bodyPr rtlCol="0" anchor="ctr"/>
          <a:lstStyle/>
          <a:p>
            <a:endParaRPr lang="en-GB" noProof="0"/>
          </a:p>
        </p:txBody>
      </p:sp>
      <p:sp>
        <p:nvSpPr>
          <p:cNvPr id="84" name="Freeform: Shape 83">
            <a:extLst>
              <a:ext uri="{FF2B5EF4-FFF2-40B4-BE49-F238E27FC236}">
                <a16:creationId xmlns:a16="http://schemas.microsoft.com/office/drawing/2014/main" id="{37A48695-0405-6ABD-B973-F9B4D51887DB}"/>
              </a:ext>
            </a:extLst>
          </p:cNvPr>
          <p:cNvSpPr/>
          <p:nvPr>
            <p:custDataLst>
              <p:tags r:id="rId16"/>
            </p:custDataLst>
          </p:nvPr>
        </p:nvSpPr>
        <p:spPr>
          <a:xfrm>
            <a:off x="1644391" y="3003511"/>
            <a:ext cx="19735" cy="19712"/>
          </a:xfrm>
          <a:custGeom>
            <a:avLst/>
            <a:gdLst>
              <a:gd name="connsiteX0" fmla="*/ 24541 w 24404"/>
              <a:gd name="connsiteY0" fmla="*/ 12291 h 24375"/>
              <a:gd name="connsiteX1" fmla="*/ 12339 w 24404"/>
              <a:gd name="connsiteY1" fmla="*/ 103 h 24375"/>
              <a:gd name="connsiteX2" fmla="*/ 137 w 24404"/>
              <a:gd name="connsiteY2" fmla="*/ 12291 h 24375"/>
              <a:gd name="connsiteX3" fmla="*/ 12339 w 24404"/>
              <a:gd name="connsiteY3" fmla="*/ 24479 h 24375"/>
              <a:gd name="connsiteX4" fmla="*/ 24541 w 24404"/>
              <a:gd name="connsiteY4" fmla="*/ 12291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41" y="12291"/>
                </a:moveTo>
                <a:cubicBezTo>
                  <a:pt x="24541" y="5622"/>
                  <a:pt x="19015" y="103"/>
                  <a:pt x="12339" y="103"/>
                </a:cubicBezTo>
                <a:cubicBezTo>
                  <a:pt x="5662" y="103"/>
                  <a:pt x="137" y="5622"/>
                  <a:pt x="137" y="12291"/>
                </a:cubicBezTo>
                <a:cubicBezTo>
                  <a:pt x="137" y="18960"/>
                  <a:pt x="5662" y="24479"/>
                  <a:pt x="12339" y="24479"/>
                </a:cubicBezTo>
                <a:cubicBezTo>
                  <a:pt x="19015" y="24479"/>
                  <a:pt x="24541" y="18960"/>
                  <a:pt x="24541" y="12291"/>
                </a:cubicBezTo>
                <a:close/>
              </a:path>
            </a:pathLst>
          </a:custGeom>
          <a:solidFill>
            <a:srgbClr val="000000"/>
          </a:solidFill>
          <a:ln w="23082" cap="flat">
            <a:noFill/>
            <a:prstDash val="solid"/>
            <a:miter/>
          </a:ln>
        </p:spPr>
        <p:txBody>
          <a:bodyPr rtlCol="0" anchor="ctr"/>
          <a:lstStyle/>
          <a:p>
            <a:endParaRPr lang="en-GB" noProof="0"/>
          </a:p>
        </p:txBody>
      </p:sp>
      <p:sp>
        <p:nvSpPr>
          <p:cNvPr id="85" name="Freeform: Shape 84">
            <a:extLst>
              <a:ext uri="{FF2B5EF4-FFF2-40B4-BE49-F238E27FC236}">
                <a16:creationId xmlns:a16="http://schemas.microsoft.com/office/drawing/2014/main" id="{13B4B283-192A-C546-FCB4-D77A3FE06D89}"/>
              </a:ext>
            </a:extLst>
          </p:cNvPr>
          <p:cNvSpPr/>
          <p:nvPr>
            <p:custDataLst>
              <p:tags r:id="rId17"/>
            </p:custDataLst>
          </p:nvPr>
        </p:nvSpPr>
        <p:spPr>
          <a:xfrm>
            <a:off x="2618576" y="2854737"/>
            <a:ext cx="19735" cy="19712"/>
          </a:xfrm>
          <a:custGeom>
            <a:avLst/>
            <a:gdLst>
              <a:gd name="connsiteX0" fmla="*/ 24593 w 24404"/>
              <a:gd name="connsiteY0" fmla="*/ 12283 h 24375"/>
              <a:gd name="connsiteX1" fmla="*/ 12391 w 24404"/>
              <a:gd name="connsiteY1" fmla="*/ 95 h 24375"/>
              <a:gd name="connsiteX2" fmla="*/ 189 w 24404"/>
              <a:gd name="connsiteY2" fmla="*/ 12283 h 24375"/>
              <a:gd name="connsiteX3" fmla="*/ 12391 w 24404"/>
              <a:gd name="connsiteY3" fmla="*/ 24471 h 24375"/>
              <a:gd name="connsiteX4" fmla="*/ 24593 w 24404"/>
              <a:gd name="connsiteY4" fmla="*/ 12283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93" y="12283"/>
                </a:moveTo>
                <a:cubicBezTo>
                  <a:pt x="24593" y="5614"/>
                  <a:pt x="19068" y="95"/>
                  <a:pt x="12391" y="95"/>
                </a:cubicBezTo>
                <a:cubicBezTo>
                  <a:pt x="5714" y="95"/>
                  <a:pt x="189" y="5614"/>
                  <a:pt x="189" y="12283"/>
                </a:cubicBezTo>
                <a:cubicBezTo>
                  <a:pt x="189" y="18952"/>
                  <a:pt x="5714" y="24471"/>
                  <a:pt x="12391" y="24471"/>
                </a:cubicBezTo>
                <a:cubicBezTo>
                  <a:pt x="19068" y="24471"/>
                  <a:pt x="24593" y="18952"/>
                  <a:pt x="24593" y="12283"/>
                </a:cubicBezTo>
                <a:close/>
              </a:path>
            </a:pathLst>
          </a:custGeom>
          <a:solidFill>
            <a:srgbClr val="000000"/>
          </a:solidFill>
          <a:ln w="23082" cap="flat">
            <a:noFill/>
            <a:prstDash val="solid"/>
            <a:miter/>
          </a:ln>
        </p:spPr>
        <p:txBody>
          <a:bodyPr rtlCol="0" anchor="ctr"/>
          <a:lstStyle/>
          <a:p>
            <a:endParaRPr lang="en-GB" noProof="0"/>
          </a:p>
        </p:txBody>
      </p:sp>
      <p:sp>
        <p:nvSpPr>
          <p:cNvPr id="86" name="Freeform: Shape 85">
            <a:extLst>
              <a:ext uri="{FF2B5EF4-FFF2-40B4-BE49-F238E27FC236}">
                <a16:creationId xmlns:a16="http://schemas.microsoft.com/office/drawing/2014/main" id="{7752C3C2-793B-F597-E39E-E6889AF92793}"/>
              </a:ext>
            </a:extLst>
          </p:cNvPr>
          <p:cNvSpPr/>
          <p:nvPr>
            <p:custDataLst>
              <p:tags r:id="rId18"/>
            </p:custDataLst>
          </p:nvPr>
        </p:nvSpPr>
        <p:spPr>
          <a:xfrm>
            <a:off x="2618576" y="2929124"/>
            <a:ext cx="19735" cy="19712"/>
          </a:xfrm>
          <a:custGeom>
            <a:avLst/>
            <a:gdLst>
              <a:gd name="connsiteX0" fmla="*/ 24593 w 24404"/>
              <a:gd name="connsiteY0" fmla="*/ 12287 h 24375"/>
              <a:gd name="connsiteX1" fmla="*/ 12391 w 24404"/>
              <a:gd name="connsiteY1" fmla="*/ 99 h 24375"/>
              <a:gd name="connsiteX2" fmla="*/ 189 w 24404"/>
              <a:gd name="connsiteY2" fmla="*/ 12287 h 24375"/>
              <a:gd name="connsiteX3" fmla="*/ 12391 w 24404"/>
              <a:gd name="connsiteY3" fmla="*/ 24475 h 24375"/>
              <a:gd name="connsiteX4" fmla="*/ 24593 w 24404"/>
              <a:gd name="connsiteY4" fmla="*/ 12287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93" y="12287"/>
                </a:moveTo>
                <a:cubicBezTo>
                  <a:pt x="24593" y="5618"/>
                  <a:pt x="19068" y="99"/>
                  <a:pt x="12391" y="99"/>
                </a:cubicBezTo>
                <a:cubicBezTo>
                  <a:pt x="5714" y="99"/>
                  <a:pt x="189" y="5618"/>
                  <a:pt x="189" y="12287"/>
                </a:cubicBezTo>
                <a:cubicBezTo>
                  <a:pt x="189" y="18956"/>
                  <a:pt x="5714" y="24475"/>
                  <a:pt x="12391" y="24475"/>
                </a:cubicBezTo>
                <a:cubicBezTo>
                  <a:pt x="19068" y="24475"/>
                  <a:pt x="24593" y="18956"/>
                  <a:pt x="24593" y="12287"/>
                </a:cubicBezTo>
                <a:close/>
              </a:path>
            </a:pathLst>
          </a:custGeom>
          <a:solidFill>
            <a:srgbClr val="000000"/>
          </a:solidFill>
          <a:ln w="23082" cap="flat">
            <a:noFill/>
            <a:prstDash val="solid"/>
            <a:miter/>
          </a:ln>
        </p:spPr>
        <p:txBody>
          <a:bodyPr rtlCol="0" anchor="ctr"/>
          <a:lstStyle/>
          <a:p>
            <a:endParaRPr lang="en-GB" noProof="0"/>
          </a:p>
        </p:txBody>
      </p:sp>
      <p:sp>
        <p:nvSpPr>
          <p:cNvPr id="87" name="Freeform: Shape 86">
            <a:extLst>
              <a:ext uri="{FF2B5EF4-FFF2-40B4-BE49-F238E27FC236}">
                <a16:creationId xmlns:a16="http://schemas.microsoft.com/office/drawing/2014/main" id="{C867292E-1A28-B3F4-D631-C0AC0E0E232E}"/>
              </a:ext>
            </a:extLst>
          </p:cNvPr>
          <p:cNvSpPr/>
          <p:nvPr>
            <p:custDataLst>
              <p:tags r:id="rId19"/>
            </p:custDataLst>
          </p:nvPr>
        </p:nvSpPr>
        <p:spPr>
          <a:xfrm>
            <a:off x="2618576" y="3003511"/>
            <a:ext cx="19735" cy="19712"/>
          </a:xfrm>
          <a:custGeom>
            <a:avLst/>
            <a:gdLst>
              <a:gd name="connsiteX0" fmla="*/ 24593 w 24404"/>
              <a:gd name="connsiteY0" fmla="*/ 12291 h 24375"/>
              <a:gd name="connsiteX1" fmla="*/ 12391 w 24404"/>
              <a:gd name="connsiteY1" fmla="*/ 103 h 24375"/>
              <a:gd name="connsiteX2" fmla="*/ 189 w 24404"/>
              <a:gd name="connsiteY2" fmla="*/ 12291 h 24375"/>
              <a:gd name="connsiteX3" fmla="*/ 12391 w 24404"/>
              <a:gd name="connsiteY3" fmla="*/ 24479 h 24375"/>
              <a:gd name="connsiteX4" fmla="*/ 24593 w 24404"/>
              <a:gd name="connsiteY4" fmla="*/ 12291 h 24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4" h="24375">
                <a:moveTo>
                  <a:pt x="24593" y="12291"/>
                </a:moveTo>
                <a:cubicBezTo>
                  <a:pt x="24593" y="5622"/>
                  <a:pt x="19068" y="103"/>
                  <a:pt x="12391" y="103"/>
                </a:cubicBezTo>
                <a:cubicBezTo>
                  <a:pt x="5714" y="103"/>
                  <a:pt x="189" y="5622"/>
                  <a:pt x="189" y="12291"/>
                </a:cubicBezTo>
                <a:cubicBezTo>
                  <a:pt x="189" y="18960"/>
                  <a:pt x="5714" y="24479"/>
                  <a:pt x="12391" y="24479"/>
                </a:cubicBezTo>
                <a:cubicBezTo>
                  <a:pt x="19068" y="24479"/>
                  <a:pt x="24593" y="18960"/>
                  <a:pt x="24593" y="12291"/>
                </a:cubicBezTo>
                <a:close/>
              </a:path>
            </a:pathLst>
          </a:custGeom>
          <a:solidFill>
            <a:srgbClr val="000000"/>
          </a:solidFill>
          <a:ln w="23082" cap="flat">
            <a:noFill/>
            <a:prstDash val="solid"/>
            <a:miter/>
          </a:ln>
        </p:spPr>
        <p:txBody>
          <a:bodyPr rtlCol="0" anchor="ctr"/>
          <a:lstStyle/>
          <a:p>
            <a:endParaRPr lang="en-GB" noProof="0"/>
          </a:p>
        </p:txBody>
      </p:sp>
      <p:grpSp>
        <p:nvGrpSpPr>
          <p:cNvPr id="6" name="Group 5">
            <a:extLst>
              <a:ext uri="{FF2B5EF4-FFF2-40B4-BE49-F238E27FC236}">
                <a16:creationId xmlns:a16="http://schemas.microsoft.com/office/drawing/2014/main" id="{92D64E43-1953-D596-7AA3-690C0E72240E}"/>
              </a:ext>
            </a:extLst>
          </p:cNvPr>
          <p:cNvGrpSpPr/>
          <p:nvPr/>
        </p:nvGrpSpPr>
        <p:grpSpPr>
          <a:xfrm>
            <a:off x="1633778" y="3091127"/>
            <a:ext cx="3742682" cy="311388"/>
            <a:chOff x="1467919" y="3135399"/>
            <a:chExt cx="4628081" cy="385053"/>
          </a:xfrm>
        </p:grpSpPr>
        <p:sp>
          <p:nvSpPr>
            <p:cNvPr id="88" name="Freeform: Shape 87">
              <a:extLst>
                <a:ext uri="{FF2B5EF4-FFF2-40B4-BE49-F238E27FC236}">
                  <a16:creationId xmlns:a16="http://schemas.microsoft.com/office/drawing/2014/main" id="{DB9BA7F8-4E70-7E9F-FEA3-037B6AD01049}"/>
                </a:ext>
              </a:extLst>
            </p:cNvPr>
            <p:cNvSpPr/>
            <p:nvPr>
              <p:custDataLst>
                <p:tags r:id="rId114"/>
              </p:custDataLst>
            </p:nvPr>
          </p:nvSpPr>
          <p:spPr>
            <a:xfrm>
              <a:off x="1467919" y="3226025"/>
              <a:ext cx="106135" cy="148784"/>
            </a:xfrm>
            <a:custGeom>
              <a:avLst/>
              <a:gdLst>
                <a:gd name="connsiteX0" fmla="*/ 105351 w 106135"/>
                <a:gd name="connsiteY0" fmla="*/ 14142 h 148784"/>
                <a:gd name="connsiteX1" fmla="*/ 106272 w 106135"/>
                <a:gd name="connsiteY1" fmla="*/ 8853 h 148784"/>
                <a:gd name="connsiteX2" fmla="*/ 99595 w 106135"/>
                <a:gd name="connsiteY2" fmla="*/ 2644 h 148784"/>
                <a:gd name="connsiteX3" fmla="*/ 91537 w 106135"/>
                <a:gd name="connsiteY3" fmla="*/ 7473 h 148784"/>
                <a:gd name="connsiteX4" fmla="*/ 88314 w 106135"/>
                <a:gd name="connsiteY4" fmla="*/ 19891 h 148784"/>
                <a:gd name="connsiteX5" fmla="*/ 83710 w 106135"/>
                <a:gd name="connsiteY5" fmla="*/ 38288 h 148784"/>
                <a:gd name="connsiteX6" fmla="*/ 73349 w 106135"/>
                <a:gd name="connsiteY6" fmla="*/ 79681 h 148784"/>
                <a:gd name="connsiteX7" fmla="*/ 47334 w 106135"/>
                <a:gd name="connsiteY7" fmla="*/ 99228 h 148784"/>
                <a:gd name="connsiteX8" fmla="*/ 33059 w 106135"/>
                <a:gd name="connsiteY8" fmla="*/ 80601 h 148784"/>
                <a:gd name="connsiteX9" fmla="*/ 44801 w 106135"/>
                <a:gd name="connsiteY9" fmla="*/ 35529 h 148784"/>
                <a:gd name="connsiteX10" fmla="*/ 49406 w 106135"/>
                <a:gd name="connsiteY10" fmla="*/ 18972 h 148784"/>
                <a:gd name="connsiteX11" fmla="*/ 30527 w 106135"/>
                <a:gd name="connsiteY11" fmla="*/ 115 h 148784"/>
                <a:gd name="connsiteX12" fmla="*/ 137 w 106135"/>
                <a:gd name="connsiteY12" fmla="*/ 35529 h 148784"/>
                <a:gd name="connsiteX13" fmla="*/ 2899 w 106135"/>
                <a:gd name="connsiteY13" fmla="*/ 37828 h 148784"/>
                <a:gd name="connsiteX14" fmla="*/ 6583 w 106135"/>
                <a:gd name="connsiteY14" fmla="*/ 33689 h 148784"/>
                <a:gd name="connsiteX15" fmla="*/ 29836 w 106135"/>
                <a:gd name="connsiteY15" fmla="*/ 5174 h 148784"/>
                <a:gd name="connsiteX16" fmla="*/ 35592 w 106135"/>
                <a:gd name="connsiteY16" fmla="*/ 12533 h 148784"/>
                <a:gd name="connsiteX17" fmla="*/ 31678 w 106135"/>
                <a:gd name="connsiteY17" fmla="*/ 28630 h 148784"/>
                <a:gd name="connsiteX18" fmla="*/ 18325 w 106135"/>
                <a:gd name="connsiteY18" fmla="*/ 76922 h 148784"/>
                <a:gd name="connsiteX19" fmla="*/ 46413 w 106135"/>
                <a:gd name="connsiteY19" fmla="*/ 104287 h 148784"/>
                <a:gd name="connsiteX20" fmla="*/ 69666 w 106135"/>
                <a:gd name="connsiteY20" fmla="*/ 93939 h 148784"/>
                <a:gd name="connsiteX21" fmla="*/ 54701 w 106135"/>
                <a:gd name="connsiteY21" fmla="*/ 129353 h 148784"/>
                <a:gd name="connsiteX22" fmla="*/ 29376 w 106135"/>
                <a:gd name="connsiteY22" fmla="*/ 143840 h 148784"/>
                <a:gd name="connsiteX23" fmla="*/ 11878 w 106135"/>
                <a:gd name="connsiteY23" fmla="*/ 134182 h 148784"/>
                <a:gd name="connsiteX24" fmla="*/ 21778 w 106135"/>
                <a:gd name="connsiteY24" fmla="*/ 131423 h 148784"/>
                <a:gd name="connsiteX25" fmla="*/ 26383 w 106135"/>
                <a:gd name="connsiteY25" fmla="*/ 121994 h 148784"/>
                <a:gd name="connsiteX26" fmla="*/ 17864 w 106135"/>
                <a:gd name="connsiteY26" fmla="*/ 113946 h 148784"/>
                <a:gd name="connsiteX27" fmla="*/ 4971 w 106135"/>
                <a:gd name="connsiteY27" fmla="*/ 128893 h 148784"/>
                <a:gd name="connsiteX28" fmla="*/ 29376 w 106135"/>
                <a:gd name="connsiteY28" fmla="*/ 148900 h 148784"/>
                <a:gd name="connsiteX29" fmla="*/ 83249 w 106135"/>
                <a:gd name="connsiteY29" fmla="*/ 101988 h 148784"/>
                <a:gd name="connsiteX30" fmla="*/ 105351 w 106135"/>
                <a:gd name="connsiteY30" fmla="*/ 14142 h 14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6135" h="148784">
                  <a:moveTo>
                    <a:pt x="105351" y="14142"/>
                  </a:moveTo>
                  <a:cubicBezTo>
                    <a:pt x="106272" y="10923"/>
                    <a:pt x="106272" y="10463"/>
                    <a:pt x="106272" y="8853"/>
                  </a:cubicBezTo>
                  <a:cubicBezTo>
                    <a:pt x="106272" y="4714"/>
                    <a:pt x="103049" y="2644"/>
                    <a:pt x="99595" y="2644"/>
                  </a:cubicBezTo>
                  <a:cubicBezTo>
                    <a:pt x="97293" y="2644"/>
                    <a:pt x="93610" y="4024"/>
                    <a:pt x="91537" y="7473"/>
                  </a:cubicBezTo>
                  <a:cubicBezTo>
                    <a:pt x="91077" y="8623"/>
                    <a:pt x="89235" y="15752"/>
                    <a:pt x="88314" y="19891"/>
                  </a:cubicBezTo>
                  <a:cubicBezTo>
                    <a:pt x="86703" y="25870"/>
                    <a:pt x="85091" y="32079"/>
                    <a:pt x="83710" y="38288"/>
                  </a:cubicBezTo>
                  <a:lnTo>
                    <a:pt x="73349" y="79681"/>
                  </a:lnTo>
                  <a:cubicBezTo>
                    <a:pt x="72428" y="83131"/>
                    <a:pt x="62529" y="99228"/>
                    <a:pt x="47334" y="99228"/>
                  </a:cubicBezTo>
                  <a:cubicBezTo>
                    <a:pt x="35592" y="99228"/>
                    <a:pt x="33059" y="89110"/>
                    <a:pt x="33059" y="80601"/>
                  </a:cubicBezTo>
                  <a:cubicBezTo>
                    <a:pt x="33059" y="70023"/>
                    <a:pt x="36973" y="55765"/>
                    <a:pt x="44801" y="35529"/>
                  </a:cubicBezTo>
                  <a:cubicBezTo>
                    <a:pt x="48485" y="26100"/>
                    <a:pt x="49406" y="23571"/>
                    <a:pt x="49406" y="18972"/>
                  </a:cubicBezTo>
                  <a:cubicBezTo>
                    <a:pt x="49406" y="8623"/>
                    <a:pt x="42038" y="115"/>
                    <a:pt x="30527" y="115"/>
                  </a:cubicBezTo>
                  <a:cubicBezTo>
                    <a:pt x="8655" y="115"/>
                    <a:pt x="137" y="33459"/>
                    <a:pt x="137" y="35529"/>
                  </a:cubicBezTo>
                  <a:cubicBezTo>
                    <a:pt x="137" y="37828"/>
                    <a:pt x="2439" y="37828"/>
                    <a:pt x="2899" y="37828"/>
                  </a:cubicBezTo>
                  <a:cubicBezTo>
                    <a:pt x="5202" y="37828"/>
                    <a:pt x="5432" y="37368"/>
                    <a:pt x="6583" y="33689"/>
                  </a:cubicBezTo>
                  <a:cubicBezTo>
                    <a:pt x="12799" y="12073"/>
                    <a:pt x="22008" y="5174"/>
                    <a:pt x="29836" y="5174"/>
                  </a:cubicBezTo>
                  <a:cubicBezTo>
                    <a:pt x="31678" y="5174"/>
                    <a:pt x="35592" y="5174"/>
                    <a:pt x="35592" y="12533"/>
                  </a:cubicBezTo>
                  <a:cubicBezTo>
                    <a:pt x="35592" y="18282"/>
                    <a:pt x="33290" y="24261"/>
                    <a:pt x="31678" y="28630"/>
                  </a:cubicBezTo>
                  <a:cubicBezTo>
                    <a:pt x="22469" y="53006"/>
                    <a:pt x="18325" y="66114"/>
                    <a:pt x="18325" y="76922"/>
                  </a:cubicBezTo>
                  <a:cubicBezTo>
                    <a:pt x="18325" y="97388"/>
                    <a:pt x="32829" y="104287"/>
                    <a:pt x="46413" y="104287"/>
                  </a:cubicBezTo>
                  <a:cubicBezTo>
                    <a:pt x="55392" y="104287"/>
                    <a:pt x="63219" y="100378"/>
                    <a:pt x="69666" y="93939"/>
                  </a:cubicBezTo>
                  <a:cubicBezTo>
                    <a:pt x="66673" y="105897"/>
                    <a:pt x="63910" y="117165"/>
                    <a:pt x="54701" y="129353"/>
                  </a:cubicBezTo>
                  <a:cubicBezTo>
                    <a:pt x="48715" y="137172"/>
                    <a:pt x="39966" y="143840"/>
                    <a:pt x="29376" y="143840"/>
                  </a:cubicBezTo>
                  <a:cubicBezTo>
                    <a:pt x="26152" y="143840"/>
                    <a:pt x="15792" y="143151"/>
                    <a:pt x="11878" y="134182"/>
                  </a:cubicBezTo>
                  <a:cubicBezTo>
                    <a:pt x="15562" y="134182"/>
                    <a:pt x="18555" y="134182"/>
                    <a:pt x="21778" y="131423"/>
                  </a:cubicBezTo>
                  <a:cubicBezTo>
                    <a:pt x="24080" y="129353"/>
                    <a:pt x="26383" y="126363"/>
                    <a:pt x="26383" y="121994"/>
                  </a:cubicBezTo>
                  <a:cubicBezTo>
                    <a:pt x="26383" y="114865"/>
                    <a:pt x="20166" y="113946"/>
                    <a:pt x="17864" y="113946"/>
                  </a:cubicBezTo>
                  <a:cubicBezTo>
                    <a:pt x="12569" y="113946"/>
                    <a:pt x="4971" y="117625"/>
                    <a:pt x="4971" y="128893"/>
                  </a:cubicBezTo>
                  <a:cubicBezTo>
                    <a:pt x="4971" y="140391"/>
                    <a:pt x="15101" y="148900"/>
                    <a:pt x="29376" y="148900"/>
                  </a:cubicBezTo>
                  <a:cubicBezTo>
                    <a:pt x="53089" y="148900"/>
                    <a:pt x="76803" y="127973"/>
                    <a:pt x="83249" y="101988"/>
                  </a:cubicBezTo>
                  <a:lnTo>
                    <a:pt x="105351" y="14142"/>
                  </a:lnTo>
                  <a:close/>
                </a:path>
              </a:pathLst>
            </a:custGeom>
            <a:solidFill>
              <a:srgbClr val="000000"/>
            </a:solidFill>
            <a:ln w="23082" cap="flat">
              <a:noFill/>
              <a:prstDash val="solid"/>
              <a:miter/>
            </a:ln>
          </p:spPr>
          <p:txBody>
            <a:bodyPr rtlCol="0" anchor="ctr"/>
            <a:lstStyle/>
            <a:p>
              <a:endParaRPr lang="en-GB" noProof="0"/>
            </a:p>
          </p:txBody>
        </p:sp>
        <p:sp>
          <p:nvSpPr>
            <p:cNvPr id="89" name="Freeform: Shape 88">
              <a:extLst>
                <a:ext uri="{FF2B5EF4-FFF2-40B4-BE49-F238E27FC236}">
                  <a16:creationId xmlns:a16="http://schemas.microsoft.com/office/drawing/2014/main" id="{EA13743E-FAA9-5071-58D3-CE6D7F157772}"/>
                </a:ext>
              </a:extLst>
            </p:cNvPr>
            <p:cNvSpPr/>
            <p:nvPr>
              <p:custDataLst>
                <p:tags r:id="rId115"/>
              </p:custDataLst>
            </p:nvPr>
          </p:nvSpPr>
          <p:spPr>
            <a:xfrm>
              <a:off x="1659223" y="3243272"/>
              <a:ext cx="153102" cy="53810"/>
            </a:xfrm>
            <a:custGeom>
              <a:avLst/>
              <a:gdLst>
                <a:gd name="connsiteX0" fmla="*/ 145419 w 153102"/>
                <a:gd name="connsiteY0" fmla="*/ 9313 h 53810"/>
                <a:gd name="connsiteX1" fmla="*/ 153247 w 153102"/>
                <a:gd name="connsiteY1" fmla="*/ 4714 h 53810"/>
                <a:gd name="connsiteX2" fmla="*/ 145649 w 153102"/>
                <a:gd name="connsiteY2" fmla="*/ 115 h 53810"/>
                <a:gd name="connsiteX3" fmla="*/ 7742 w 153102"/>
                <a:gd name="connsiteY3" fmla="*/ 115 h 53810"/>
                <a:gd name="connsiteX4" fmla="*/ 145 w 153102"/>
                <a:gd name="connsiteY4" fmla="*/ 4714 h 53810"/>
                <a:gd name="connsiteX5" fmla="*/ 7972 w 153102"/>
                <a:gd name="connsiteY5" fmla="*/ 9313 h 53810"/>
                <a:gd name="connsiteX6" fmla="*/ 145419 w 153102"/>
                <a:gd name="connsiteY6" fmla="*/ 9313 h 53810"/>
                <a:gd name="connsiteX7" fmla="*/ 145649 w 153102"/>
                <a:gd name="connsiteY7" fmla="*/ 53926 h 53810"/>
                <a:gd name="connsiteX8" fmla="*/ 153247 w 153102"/>
                <a:gd name="connsiteY8" fmla="*/ 49326 h 53810"/>
                <a:gd name="connsiteX9" fmla="*/ 145419 w 153102"/>
                <a:gd name="connsiteY9" fmla="*/ 44727 h 53810"/>
                <a:gd name="connsiteX10" fmla="*/ 7972 w 153102"/>
                <a:gd name="connsiteY10" fmla="*/ 44727 h 53810"/>
                <a:gd name="connsiteX11" fmla="*/ 145 w 153102"/>
                <a:gd name="connsiteY11" fmla="*/ 49326 h 53810"/>
                <a:gd name="connsiteX12" fmla="*/ 7742 w 153102"/>
                <a:gd name="connsiteY12" fmla="*/ 53926 h 53810"/>
                <a:gd name="connsiteX13" fmla="*/ 145649 w 153102"/>
                <a:gd name="connsiteY13" fmla="*/ 53926 h 5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02" h="53810">
                  <a:moveTo>
                    <a:pt x="145419" y="9313"/>
                  </a:moveTo>
                  <a:cubicBezTo>
                    <a:pt x="148872" y="9313"/>
                    <a:pt x="153247" y="9313"/>
                    <a:pt x="153247" y="4714"/>
                  </a:cubicBezTo>
                  <a:cubicBezTo>
                    <a:pt x="153247" y="115"/>
                    <a:pt x="148872" y="115"/>
                    <a:pt x="145649" y="115"/>
                  </a:cubicBezTo>
                  <a:lnTo>
                    <a:pt x="7742" y="115"/>
                  </a:lnTo>
                  <a:cubicBezTo>
                    <a:pt x="4519" y="115"/>
                    <a:pt x="145" y="115"/>
                    <a:pt x="145" y="4714"/>
                  </a:cubicBezTo>
                  <a:cubicBezTo>
                    <a:pt x="145" y="9313"/>
                    <a:pt x="4519" y="9313"/>
                    <a:pt x="7972" y="9313"/>
                  </a:cubicBezTo>
                  <a:lnTo>
                    <a:pt x="145419" y="9313"/>
                  </a:lnTo>
                  <a:close/>
                  <a:moveTo>
                    <a:pt x="145649" y="53926"/>
                  </a:moveTo>
                  <a:cubicBezTo>
                    <a:pt x="148872" y="53926"/>
                    <a:pt x="153247" y="53926"/>
                    <a:pt x="153247" y="49326"/>
                  </a:cubicBezTo>
                  <a:cubicBezTo>
                    <a:pt x="153247" y="44727"/>
                    <a:pt x="148872" y="44727"/>
                    <a:pt x="145419" y="44727"/>
                  </a:cubicBezTo>
                  <a:lnTo>
                    <a:pt x="7972" y="44727"/>
                  </a:lnTo>
                  <a:cubicBezTo>
                    <a:pt x="4519" y="44727"/>
                    <a:pt x="145" y="44727"/>
                    <a:pt x="145" y="49326"/>
                  </a:cubicBezTo>
                  <a:cubicBezTo>
                    <a:pt x="145" y="53926"/>
                    <a:pt x="4519" y="53926"/>
                    <a:pt x="7742" y="53926"/>
                  </a:cubicBezTo>
                  <a:lnTo>
                    <a:pt x="145649" y="53926"/>
                  </a:lnTo>
                  <a:close/>
                </a:path>
              </a:pathLst>
            </a:custGeom>
            <a:solidFill>
              <a:srgbClr val="000000"/>
            </a:solidFill>
            <a:ln w="23082" cap="flat">
              <a:noFill/>
              <a:prstDash val="solid"/>
              <a:miter/>
            </a:ln>
          </p:spPr>
          <p:txBody>
            <a:bodyPr rtlCol="0" anchor="ctr"/>
            <a:lstStyle/>
            <a:p>
              <a:endParaRPr lang="en-GB" noProof="0"/>
            </a:p>
          </p:txBody>
        </p:sp>
        <p:sp>
          <p:nvSpPr>
            <p:cNvPr id="90" name="Freeform: Shape 89">
              <a:extLst>
                <a:ext uri="{FF2B5EF4-FFF2-40B4-BE49-F238E27FC236}">
                  <a16:creationId xmlns:a16="http://schemas.microsoft.com/office/drawing/2014/main" id="{5C631284-72FC-8CB4-5BB8-0A7A51B47DC8}"/>
                </a:ext>
              </a:extLst>
            </p:cNvPr>
            <p:cNvSpPr/>
            <p:nvPr>
              <p:custDataLst>
                <p:tags r:id="rId116"/>
              </p:custDataLst>
            </p:nvPr>
          </p:nvSpPr>
          <p:spPr>
            <a:xfrm>
              <a:off x="1905695" y="3170604"/>
              <a:ext cx="129388" cy="162122"/>
            </a:xfrm>
            <a:custGeom>
              <a:avLst/>
              <a:gdLst>
                <a:gd name="connsiteX0" fmla="*/ 108363 w 129388"/>
                <a:gd name="connsiteY0" fmla="*/ 16902 h 162122"/>
                <a:gd name="connsiteX1" fmla="*/ 123328 w 129388"/>
                <a:gd name="connsiteY1" fmla="*/ 7243 h 162122"/>
                <a:gd name="connsiteX2" fmla="*/ 129544 w 129388"/>
                <a:gd name="connsiteY2" fmla="*/ 2874 h 162122"/>
                <a:gd name="connsiteX3" fmla="*/ 126321 w 129388"/>
                <a:gd name="connsiteY3" fmla="*/ 115 h 162122"/>
                <a:gd name="connsiteX4" fmla="*/ 100765 w 129388"/>
                <a:gd name="connsiteY4" fmla="*/ 805 h 162122"/>
                <a:gd name="connsiteX5" fmla="*/ 66922 w 129388"/>
                <a:gd name="connsiteY5" fmla="*/ 115 h 162122"/>
                <a:gd name="connsiteX6" fmla="*/ 62087 w 129388"/>
                <a:gd name="connsiteY6" fmla="*/ 4714 h 162122"/>
                <a:gd name="connsiteX7" fmla="*/ 69914 w 129388"/>
                <a:gd name="connsiteY7" fmla="*/ 7243 h 162122"/>
                <a:gd name="connsiteX8" fmla="*/ 83268 w 129388"/>
                <a:gd name="connsiteY8" fmla="*/ 7703 h 162122"/>
                <a:gd name="connsiteX9" fmla="*/ 90405 w 129388"/>
                <a:gd name="connsiteY9" fmla="*/ 12303 h 162122"/>
                <a:gd name="connsiteX10" fmla="*/ 89484 w 129388"/>
                <a:gd name="connsiteY10" fmla="*/ 17132 h 162122"/>
                <a:gd name="connsiteX11" fmla="*/ 63008 w 129388"/>
                <a:gd name="connsiteY11" fmla="*/ 122684 h 162122"/>
                <a:gd name="connsiteX12" fmla="*/ 29855 w 129388"/>
                <a:gd name="connsiteY12" fmla="*/ 157178 h 162122"/>
                <a:gd name="connsiteX13" fmla="*/ 7983 w 129388"/>
                <a:gd name="connsiteY13" fmla="*/ 142921 h 162122"/>
                <a:gd name="connsiteX14" fmla="*/ 10746 w 129388"/>
                <a:gd name="connsiteY14" fmla="*/ 143151 h 162122"/>
                <a:gd name="connsiteX15" fmla="*/ 25711 w 129388"/>
                <a:gd name="connsiteY15" fmla="*/ 128433 h 162122"/>
                <a:gd name="connsiteX16" fmla="*/ 15580 w 129388"/>
                <a:gd name="connsiteY16" fmla="*/ 118775 h 162122"/>
                <a:gd name="connsiteX17" fmla="*/ 155 w 129388"/>
                <a:gd name="connsiteY17" fmla="*/ 137172 h 162122"/>
                <a:gd name="connsiteX18" fmla="*/ 30545 w 129388"/>
                <a:gd name="connsiteY18" fmla="*/ 162237 h 162122"/>
                <a:gd name="connsiteX19" fmla="*/ 81426 w 129388"/>
                <a:gd name="connsiteY19" fmla="*/ 124294 h 162122"/>
                <a:gd name="connsiteX20" fmla="*/ 108363 w 129388"/>
                <a:gd name="connsiteY20" fmla="*/ 16902 h 16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9388" h="162122">
                  <a:moveTo>
                    <a:pt x="108363" y="16902"/>
                  </a:moveTo>
                  <a:cubicBezTo>
                    <a:pt x="110205" y="9313"/>
                    <a:pt x="110665" y="7243"/>
                    <a:pt x="123328" y="7243"/>
                  </a:cubicBezTo>
                  <a:cubicBezTo>
                    <a:pt x="127011" y="7243"/>
                    <a:pt x="129544" y="7243"/>
                    <a:pt x="129544" y="2874"/>
                  </a:cubicBezTo>
                  <a:cubicBezTo>
                    <a:pt x="129544" y="805"/>
                    <a:pt x="128162" y="115"/>
                    <a:pt x="126321" y="115"/>
                  </a:cubicBezTo>
                  <a:cubicBezTo>
                    <a:pt x="120565" y="115"/>
                    <a:pt x="106521" y="805"/>
                    <a:pt x="100765" y="805"/>
                  </a:cubicBezTo>
                  <a:cubicBezTo>
                    <a:pt x="93168" y="805"/>
                    <a:pt x="74519" y="115"/>
                    <a:pt x="66922" y="115"/>
                  </a:cubicBezTo>
                  <a:cubicBezTo>
                    <a:pt x="64849" y="115"/>
                    <a:pt x="62087" y="115"/>
                    <a:pt x="62087" y="4714"/>
                  </a:cubicBezTo>
                  <a:cubicBezTo>
                    <a:pt x="62087" y="7243"/>
                    <a:pt x="63929" y="7243"/>
                    <a:pt x="69914" y="7243"/>
                  </a:cubicBezTo>
                  <a:cubicBezTo>
                    <a:pt x="75210" y="7243"/>
                    <a:pt x="77512" y="7243"/>
                    <a:pt x="83268" y="7703"/>
                  </a:cubicBezTo>
                  <a:cubicBezTo>
                    <a:pt x="88793" y="8393"/>
                    <a:pt x="90405" y="9083"/>
                    <a:pt x="90405" y="12303"/>
                  </a:cubicBezTo>
                  <a:cubicBezTo>
                    <a:pt x="90405" y="13682"/>
                    <a:pt x="89944" y="15292"/>
                    <a:pt x="89484" y="17132"/>
                  </a:cubicBezTo>
                  <a:lnTo>
                    <a:pt x="63008" y="122684"/>
                  </a:lnTo>
                  <a:cubicBezTo>
                    <a:pt x="57482" y="144990"/>
                    <a:pt x="41827" y="157178"/>
                    <a:pt x="29855" y="157178"/>
                  </a:cubicBezTo>
                  <a:cubicBezTo>
                    <a:pt x="23869" y="157178"/>
                    <a:pt x="11667" y="154879"/>
                    <a:pt x="7983" y="142921"/>
                  </a:cubicBezTo>
                  <a:cubicBezTo>
                    <a:pt x="8674" y="143151"/>
                    <a:pt x="10285" y="143151"/>
                    <a:pt x="10746" y="143151"/>
                  </a:cubicBezTo>
                  <a:cubicBezTo>
                    <a:pt x="19725" y="143151"/>
                    <a:pt x="25711" y="135332"/>
                    <a:pt x="25711" y="128433"/>
                  </a:cubicBezTo>
                  <a:cubicBezTo>
                    <a:pt x="25711" y="121074"/>
                    <a:pt x="19494" y="118775"/>
                    <a:pt x="15580" y="118775"/>
                  </a:cubicBezTo>
                  <a:cubicBezTo>
                    <a:pt x="11436" y="118775"/>
                    <a:pt x="155" y="121534"/>
                    <a:pt x="155" y="137172"/>
                  </a:cubicBezTo>
                  <a:cubicBezTo>
                    <a:pt x="155" y="151429"/>
                    <a:pt x="12357" y="162237"/>
                    <a:pt x="30545" y="162237"/>
                  </a:cubicBezTo>
                  <a:cubicBezTo>
                    <a:pt x="51726" y="162237"/>
                    <a:pt x="75670" y="147060"/>
                    <a:pt x="81426" y="124294"/>
                  </a:cubicBezTo>
                  <a:lnTo>
                    <a:pt x="108363" y="16902"/>
                  </a:lnTo>
                  <a:close/>
                </a:path>
              </a:pathLst>
            </a:custGeom>
            <a:solidFill>
              <a:srgbClr val="000000"/>
            </a:solidFill>
            <a:ln w="23082" cap="flat">
              <a:noFill/>
              <a:prstDash val="solid"/>
              <a:miter/>
            </a:ln>
          </p:spPr>
          <p:txBody>
            <a:bodyPr rtlCol="0" anchor="ctr"/>
            <a:lstStyle/>
            <a:p>
              <a:endParaRPr lang="en-GB" noProof="0"/>
            </a:p>
          </p:txBody>
        </p:sp>
        <p:sp>
          <p:nvSpPr>
            <p:cNvPr id="91" name="Freeform: Shape 90">
              <a:extLst>
                <a:ext uri="{FF2B5EF4-FFF2-40B4-BE49-F238E27FC236}">
                  <a16:creationId xmlns:a16="http://schemas.microsoft.com/office/drawing/2014/main" id="{F2DAE293-82C2-140D-11FE-8391C89B1C19}"/>
                </a:ext>
              </a:extLst>
            </p:cNvPr>
            <p:cNvSpPr/>
            <p:nvPr>
              <p:custDataLst>
                <p:tags r:id="rId117"/>
              </p:custDataLst>
            </p:nvPr>
          </p:nvSpPr>
          <p:spPr>
            <a:xfrm>
              <a:off x="2109427" y="3265578"/>
              <a:ext cx="140669" cy="9198"/>
            </a:xfrm>
            <a:custGeom>
              <a:avLst/>
              <a:gdLst>
                <a:gd name="connsiteX0" fmla="*/ 132776 w 140669"/>
                <a:gd name="connsiteY0" fmla="*/ 9313 h 9198"/>
                <a:gd name="connsiteX1" fmla="*/ 140834 w 140669"/>
                <a:gd name="connsiteY1" fmla="*/ 4714 h 9198"/>
                <a:gd name="connsiteX2" fmla="*/ 132776 w 140669"/>
                <a:gd name="connsiteY2" fmla="*/ 115 h 9198"/>
                <a:gd name="connsiteX3" fmla="*/ 8222 w 140669"/>
                <a:gd name="connsiteY3" fmla="*/ 115 h 9198"/>
                <a:gd name="connsiteX4" fmla="*/ 164 w 140669"/>
                <a:gd name="connsiteY4" fmla="*/ 4714 h 9198"/>
                <a:gd name="connsiteX5" fmla="*/ 8222 w 140669"/>
                <a:gd name="connsiteY5" fmla="*/ 9313 h 9198"/>
                <a:gd name="connsiteX6" fmla="*/ 132776 w 140669"/>
                <a:gd name="connsiteY6" fmla="*/ 9313 h 9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669" h="9198">
                  <a:moveTo>
                    <a:pt x="132776" y="9313"/>
                  </a:moveTo>
                  <a:cubicBezTo>
                    <a:pt x="136690" y="9313"/>
                    <a:pt x="140834" y="9313"/>
                    <a:pt x="140834" y="4714"/>
                  </a:cubicBezTo>
                  <a:cubicBezTo>
                    <a:pt x="140834" y="115"/>
                    <a:pt x="136690" y="115"/>
                    <a:pt x="132776" y="115"/>
                  </a:cubicBezTo>
                  <a:lnTo>
                    <a:pt x="8222" y="115"/>
                  </a:lnTo>
                  <a:cubicBezTo>
                    <a:pt x="4308" y="115"/>
                    <a:pt x="164" y="115"/>
                    <a:pt x="164" y="4714"/>
                  </a:cubicBezTo>
                  <a:cubicBezTo>
                    <a:pt x="164" y="9313"/>
                    <a:pt x="4308" y="9313"/>
                    <a:pt x="8222" y="9313"/>
                  </a:cubicBezTo>
                  <a:lnTo>
                    <a:pt x="132776" y="9313"/>
                  </a:lnTo>
                  <a:close/>
                </a:path>
              </a:pathLst>
            </a:custGeom>
            <a:solidFill>
              <a:srgbClr val="000000"/>
            </a:solidFill>
            <a:ln w="23082" cap="flat">
              <a:noFill/>
              <a:prstDash val="solid"/>
              <a:miter/>
            </a:ln>
          </p:spPr>
          <p:txBody>
            <a:bodyPr rtlCol="0" anchor="ctr"/>
            <a:lstStyle/>
            <a:p>
              <a:endParaRPr lang="en-GB" noProof="0"/>
            </a:p>
          </p:txBody>
        </p:sp>
        <p:sp>
          <p:nvSpPr>
            <p:cNvPr id="92" name="Freeform: Shape 91">
              <a:extLst>
                <a:ext uri="{FF2B5EF4-FFF2-40B4-BE49-F238E27FC236}">
                  <a16:creationId xmlns:a16="http://schemas.microsoft.com/office/drawing/2014/main" id="{6D0928E7-850A-30D8-9DED-F6D68E5D0789}"/>
                </a:ext>
              </a:extLst>
            </p:cNvPr>
            <p:cNvSpPr/>
            <p:nvPr>
              <p:custDataLst>
                <p:tags r:id="rId118"/>
              </p:custDataLst>
            </p:nvPr>
          </p:nvSpPr>
          <p:spPr>
            <a:xfrm>
              <a:off x="2341037" y="3174514"/>
              <a:ext cx="75975" cy="153154"/>
            </a:xfrm>
            <a:custGeom>
              <a:avLst/>
              <a:gdLst>
                <a:gd name="connsiteX0" fmla="*/ 47371 w 75975"/>
                <a:gd name="connsiteY0" fmla="*/ 6094 h 153154"/>
                <a:gd name="connsiteX1" fmla="*/ 42075 w 75975"/>
                <a:gd name="connsiteY1" fmla="*/ 115 h 153154"/>
                <a:gd name="connsiteX2" fmla="*/ 174 w 75975"/>
                <a:gd name="connsiteY2" fmla="*/ 14832 h 153154"/>
                <a:gd name="connsiteX3" fmla="*/ 174 w 75975"/>
                <a:gd name="connsiteY3" fmla="*/ 21961 h 153154"/>
                <a:gd name="connsiteX4" fmla="*/ 30334 w 75975"/>
                <a:gd name="connsiteY4" fmla="*/ 15982 h 153154"/>
                <a:gd name="connsiteX5" fmla="*/ 30334 w 75975"/>
                <a:gd name="connsiteY5" fmla="*/ 135102 h 153154"/>
                <a:gd name="connsiteX6" fmla="*/ 8922 w 75975"/>
                <a:gd name="connsiteY6" fmla="*/ 146140 h 153154"/>
                <a:gd name="connsiteX7" fmla="*/ 1555 w 75975"/>
                <a:gd name="connsiteY7" fmla="*/ 146140 h 153154"/>
                <a:gd name="connsiteX8" fmla="*/ 1555 w 75975"/>
                <a:gd name="connsiteY8" fmla="*/ 153269 h 153154"/>
                <a:gd name="connsiteX9" fmla="*/ 38852 w 75975"/>
                <a:gd name="connsiteY9" fmla="*/ 152579 h 153154"/>
                <a:gd name="connsiteX10" fmla="*/ 76149 w 75975"/>
                <a:gd name="connsiteY10" fmla="*/ 153269 h 153154"/>
                <a:gd name="connsiteX11" fmla="*/ 76149 w 75975"/>
                <a:gd name="connsiteY11" fmla="*/ 146140 h 153154"/>
                <a:gd name="connsiteX12" fmla="*/ 68782 w 75975"/>
                <a:gd name="connsiteY12" fmla="*/ 146140 h 153154"/>
                <a:gd name="connsiteX13" fmla="*/ 47371 w 75975"/>
                <a:gd name="connsiteY13" fmla="*/ 135102 h 153154"/>
                <a:gd name="connsiteX14" fmla="*/ 47371 w 75975"/>
                <a:gd name="connsiteY14" fmla="*/ 6094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5975" h="153154">
                  <a:moveTo>
                    <a:pt x="47371" y="6094"/>
                  </a:moveTo>
                  <a:cubicBezTo>
                    <a:pt x="47371" y="575"/>
                    <a:pt x="47371" y="115"/>
                    <a:pt x="42075" y="115"/>
                  </a:cubicBezTo>
                  <a:cubicBezTo>
                    <a:pt x="27801" y="14832"/>
                    <a:pt x="7541" y="14832"/>
                    <a:pt x="174" y="14832"/>
                  </a:cubicBezTo>
                  <a:lnTo>
                    <a:pt x="174" y="21961"/>
                  </a:lnTo>
                  <a:cubicBezTo>
                    <a:pt x="4778" y="21961"/>
                    <a:pt x="18362" y="21961"/>
                    <a:pt x="30334" y="15982"/>
                  </a:cubicBezTo>
                  <a:lnTo>
                    <a:pt x="30334" y="135102"/>
                  </a:lnTo>
                  <a:cubicBezTo>
                    <a:pt x="30334" y="143381"/>
                    <a:pt x="29643" y="146140"/>
                    <a:pt x="8922" y="146140"/>
                  </a:cubicBezTo>
                  <a:lnTo>
                    <a:pt x="1555" y="146140"/>
                  </a:lnTo>
                  <a:lnTo>
                    <a:pt x="1555" y="153269"/>
                  </a:lnTo>
                  <a:cubicBezTo>
                    <a:pt x="9613" y="152579"/>
                    <a:pt x="29643" y="152579"/>
                    <a:pt x="38852" y="152579"/>
                  </a:cubicBezTo>
                  <a:cubicBezTo>
                    <a:pt x="48061" y="152579"/>
                    <a:pt x="68091" y="152579"/>
                    <a:pt x="76149" y="153269"/>
                  </a:cubicBezTo>
                  <a:lnTo>
                    <a:pt x="76149" y="146140"/>
                  </a:lnTo>
                  <a:lnTo>
                    <a:pt x="68782" y="146140"/>
                  </a:lnTo>
                  <a:cubicBezTo>
                    <a:pt x="48061" y="146140"/>
                    <a:pt x="47371" y="143611"/>
                    <a:pt x="47371" y="135102"/>
                  </a:cubicBezTo>
                  <a:lnTo>
                    <a:pt x="47371" y="6094"/>
                  </a:lnTo>
                  <a:close/>
                </a:path>
              </a:pathLst>
            </a:custGeom>
            <a:solidFill>
              <a:srgbClr val="000000"/>
            </a:solidFill>
            <a:ln w="23082" cap="flat">
              <a:noFill/>
              <a:prstDash val="solid"/>
              <a:miter/>
            </a:ln>
          </p:spPr>
          <p:txBody>
            <a:bodyPr rtlCol="0" anchor="ctr"/>
            <a:lstStyle/>
            <a:p>
              <a:endParaRPr lang="en-GB" noProof="0"/>
            </a:p>
          </p:txBody>
        </p:sp>
        <p:sp>
          <p:nvSpPr>
            <p:cNvPr id="93" name="Freeform: Shape 92">
              <a:extLst>
                <a:ext uri="{FF2B5EF4-FFF2-40B4-BE49-F238E27FC236}">
                  <a16:creationId xmlns:a16="http://schemas.microsoft.com/office/drawing/2014/main" id="{89120936-01B9-B5D3-B7A7-82A5DFEE8A95}"/>
                </a:ext>
              </a:extLst>
            </p:cNvPr>
            <p:cNvSpPr/>
            <p:nvPr>
              <p:custDataLst>
                <p:tags r:id="rId119"/>
              </p:custDataLst>
            </p:nvPr>
          </p:nvSpPr>
          <p:spPr>
            <a:xfrm>
              <a:off x="2742733" y="3206938"/>
              <a:ext cx="204443" cy="126478"/>
            </a:xfrm>
            <a:custGeom>
              <a:avLst/>
              <a:gdLst>
                <a:gd name="connsiteX0" fmla="*/ 196577 w 204443"/>
                <a:gd name="connsiteY0" fmla="*/ 90259 h 126478"/>
                <a:gd name="connsiteX1" fmla="*/ 204635 w 204443"/>
                <a:gd name="connsiteY1" fmla="*/ 85660 h 126478"/>
                <a:gd name="connsiteX2" fmla="*/ 196347 w 204443"/>
                <a:gd name="connsiteY2" fmla="*/ 81061 h 126478"/>
                <a:gd name="connsiteX3" fmla="*/ 50151 w 204443"/>
                <a:gd name="connsiteY3" fmla="*/ 81061 h 126478"/>
                <a:gd name="connsiteX4" fmla="*/ 21142 w 204443"/>
                <a:gd name="connsiteY4" fmla="*/ 63354 h 126478"/>
                <a:gd name="connsiteX5" fmla="*/ 50151 w 204443"/>
                <a:gd name="connsiteY5" fmla="*/ 45647 h 126478"/>
                <a:gd name="connsiteX6" fmla="*/ 196347 w 204443"/>
                <a:gd name="connsiteY6" fmla="*/ 45647 h 126478"/>
                <a:gd name="connsiteX7" fmla="*/ 204635 w 204443"/>
                <a:gd name="connsiteY7" fmla="*/ 41048 h 126478"/>
                <a:gd name="connsiteX8" fmla="*/ 196577 w 204443"/>
                <a:gd name="connsiteY8" fmla="*/ 36449 h 126478"/>
                <a:gd name="connsiteX9" fmla="*/ 60511 w 204443"/>
                <a:gd name="connsiteY9" fmla="*/ 36449 h 126478"/>
                <a:gd name="connsiteX10" fmla="*/ 83534 w 204443"/>
                <a:gd name="connsiteY10" fmla="*/ 2644 h 126478"/>
                <a:gd name="connsiteX11" fmla="*/ 79160 w 204443"/>
                <a:gd name="connsiteY11" fmla="*/ 115 h 126478"/>
                <a:gd name="connsiteX12" fmla="*/ 74786 w 204443"/>
                <a:gd name="connsiteY12" fmla="*/ 1954 h 126478"/>
                <a:gd name="connsiteX13" fmla="*/ 48540 w 204443"/>
                <a:gd name="connsiteY13" fmla="*/ 36219 h 126478"/>
                <a:gd name="connsiteX14" fmla="*/ 5257 w 204443"/>
                <a:gd name="connsiteY14" fmla="*/ 59905 h 126478"/>
                <a:gd name="connsiteX15" fmla="*/ 652 w 204443"/>
                <a:gd name="connsiteY15" fmla="*/ 61974 h 126478"/>
                <a:gd name="connsiteX16" fmla="*/ 191 w 204443"/>
                <a:gd name="connsiteY16" fmla="*/ 63354 h 126478"/>
                <a:gd name="connsiteX17" fmla="*/ 422 w 204443"/>
                <a:gd name="connsiteY17" fmla="*/ 64734 h 126478"/>
                <a:gd name="connsiteX18" fmla="*/ 1112 w 204443"/>
                <a:gd name="connsiteY18" fmla="*/ 65194 h 126478"/>
                <a:gd name="connsiteX19" fmla="*/ 6177 w 204443"/>
                <a:gd name="connsiteY19" fmla="*/ 67033 h 126478"/>
                <a:gd name="connsiteX20" fmla="*/ 73174 w 204443"/>
                <a:gd name="connsiteY20" fmla="*/ 121764 h 126478"/>
                <a:gd name="connsiteX21" fmla="*/ 79160 w 204443"/>
                <a:gd name="connsiteY21" fmla="*/ 126593 h 126478"/>
                <a:gd name="connsiteX22" fmla="*/ 83534 w 204443"/>
                <a:gd name="connsiteY22" fmla="*/ 124064 h 126478"/>
                <a:gd name="connsiteX23" fmla="*/ 60511 w 204443"/>
                <a:gd name="connsiteY23" fmla="*/ 90259 h 126478"/>
                <a:gd name="connsiteX24" fmla="*/ 196577 w 204443"/>
                <a:gd name="connsiteY24" fmla="*/ 90259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96577" y="90259"/>
                  </a:moveTo>
                  <a:cubicBezTo>
                    <a:pt x="200491" y="90259"/>
                    <a:pt x="204635" y="90259"/>
                    <a:pt x="204635" y="85660"/>
                  </a:cubicBezTo>
                  <a:cubicBezTo>
                    <a:pt x="204635" y="81061"/>
                    <a:pt x="200491" y="81061"/>
                    <a:pt x="196347" y="81061"/>
                  </a:cubicBezTo>
                  <a:lnTo>
                    <a:pt x="50151" y="81061"/>
                  </a:lnTo>
                  <a:cubicBezTo>
                    <a:pt x="40482" y="72782"/>
                    <a:pt x="28740" y="66803"/>
                    <a:pt x="21142" y="63354"/>
                  </a:cubicBezTo>
                  <a:cubicBezTo>
                    <a:pt x="29431" y="59675"/>
                    <a:pt x="40712" y="53696"/>
                    <a:pt x="50151" y="45647"/>
                  </a:cubicBezTo>
                  <a:lnTo>
                    <a:pt x="196347" y="45647"/>
                  </a:lnTo>
                  <a:cubicBezTo>
                    <a:pt x="200491" y="45647"/>
                    <a:pt x="204635" y="45647"/>
                    <a:pt x="204635" y="41048"/>
                  </a:cubicBezTo>
                  <a:cubicBezTo>
                    <a:pt x="204635" y="36449"/>
                    <a:pt x="200491" y="36449"/>
                    <a:pt x="196577" y="36449"/>
                  </a:cubicBezTo>
                  <a:lnTo>
                    <a:pt x="60511" y="36449"/>
                  </a:lnTo>
                  <a:cubicBezTo>
                    <a:pt x="71562" y="25870"/>
                    <a:pt x="83534" y="5634"/>
                    <a:pt x="83534" y="2644"/>
                  </a:cubicBezTo>
                  <a:cubicBezTo>
                    <a:pt x="83534" y="115"/>
                    <a:pt x="80541" y="115"/>
                    <a:pt x="79160" y="115"/>
                  </a:cubicBezTo>
                  <a:cubicBezTo>
                    <a:pt x="77318" y="115"/>
                    <a:pt x="75707" y="115"/>
                    <a:pt x="74786" y="1954"/>
                  </a:cubicBezTo>
                  <a:cubicBezTo>
                    <a:pt x="69951" y="10693"/>
                    <a:pt x="63504" y="22881"/>
                    <a:pt x="48540" y="36219"/>
                  </a:cubicBezTo>
                  <a:cubicBezTo>
                    <a:pt x="32654" y="50246"/>
                    <a:pt x="17228" y="56455"/>
                    <a:pt x="5257" y="59905"/>
                  </a:cubicBezTo>
                  <a:cubicBezTo>
                    <a:pt x="1343" y="61284"/>
                    <a:pt x="1112" y="61514"/>
                    <a:pt x="652" y="61974"/>
                  </a:cubicBezTo>
                  <a:cubicBezTo>
                    <a:pt x="191" y="62204"/>
                    <a:pt x="191" y="62894"/>
                    <a:pt x="191" y="63354"/>
                  </a:cubicBezTo>
                  <a:cubicBezTo>
                    <a:pt x="191" y="63814"/>
                    <a:pt x="191" y="64274"/>
                    <a:pt x="422" y="64734"/>
                  </a:cubicBezTo>
                  <a:lnTo>
                    <a:pt x="1112" y="65194"/>
                  </a:lnTo>
                  <a:cubicBezTo>
                    <a:pt x="1573" y="65424"/>
                    <a:pt x="1803" y="65654"/>
                    <a:pt x="6177" y="67033"/>
                  </a:cubicBezTo>
                  <a:cubicBezTo>
                    <a:pt x="37258" y="76232"/>
                    <a:pt x="60281" y="97158"/>
                    <a:pt x="73174" y="121764"/>
                  </a:cubicBezTo>
                  <a:cubicBezTo>
                    <a:pt x="75707" y="126363"/>
                    <a:pt x="75937" y="126593"/>
                    <a:pt x="79160" y="126593"/>
                  </a:cubicBezTo>
                  <a:cubicBezTo>
                    <a:pt x="80541" y="126593"/>
                    <a:pt x="83534" y="126593"/>
                    <a:pt x="83534" y="124064"/>
                  </a:cubicBezTo>
                  <a:cubicBezTo>
                    <a:pt x="83534" y="121074"/>
                    <a:pt x="71793" y="101068"/>
                    <a:pt x="60511" y="90259"/>
                  </a:cubicBezTo>
                  <a:lnTo>
                    <a:pt x="196577" y="90259"/>
                  </a:lnTo>
                  <a:close/>
                </a:path>
              </a:pathLst>
            </a:custGeom>
            <a:solidFill>
              <a:srgbClr val="000000"/>
            </a:solidFill>
            <a:ln w="23082" cap="flat">
              <a:noFill/>
              <a:prstDash val="solid"/>
              <a:miter/>
            </a:ln>
          </p:spPr>
          <p:txBody>
            <a:bodyPr rtlCol="0" anchor="ctr"/>
            <a:lstStyle/>
            <a:p>
              <a:endParaRPr lang="en-GB" noProof="0"/>
            </a:p>
          </p:txBody>
        </p:sp>
        <p:sp>
          <p:nvSpPr>
            <p:cNvPr id="94" name="Freeform: Shape 93">
              <a:extLst>
                <a:ext uri="{FF2B5EF4-FFF2-40B4-BE49-F238E27FC236}">
                  <a16:creationId xmlns:a16="http://schemas.microsoft.com/office/drawing/2014/main" id="{98E37158-8874-B6A7-525E-F5AA0A3A3136}"/>
                </a:ext>
              </a:extLst>
            </p:cNvPr>
            <p:cNvSpPr/>
            <p:nvPr>
              <p:custDataLst>
                <p:tags r:id="rId120"/>
              </p:custDataLst>
            </p:nvPr>
          </p:nvSpPr>
          <p:spPr>
            <a:xfrm>
              <a:off x="2934362" y="3206938"/>
              <a:ext cx="204443" cy="126478"/>
            </a:xfrm>
            <a:custGeom>
              <a:avLst/>
              <a:gdLst>
                <a:gd name="connsiteX0" fmla="*/ 154683 w 204443"/>
                <a:gd name="connsiteY0" fmla="*/ 45647 h 126478"/>
                <a:gd name="connsiteX1" fmla="*/ 183692 w 204443"/>
                <a:gd name="connsiteY1" fmla="*/ 63354 h 126478"/>
                <a:gd name="connsiteX2" fmla="*/ 154683 w 204443"/>
                <a:gd name="connsiteY2" fmla="*/ 81061 h 126478"/>
                <a:gd name="connsiteX3" fmla="*/ 8488 w 204443"/>
                <a:gd name="connsiteY3" fmla="*/ 81061 h 126478"/>
                <a:gd name="connsiteX4" fmla="*/ 200 w 204443"/>
                <a:gd name="connsiteY4" fmla="*/ 85660 h 126478"/>
                <a:gd name="connsiteX5" fmla="*/ 8258 w 204443"/>
                <a:gd name="connsiteY5" fmla="*/ 90259 h 126478"/>
                <a:gd name="connsiteX6" fmla="*/ 144323 w 204443"/>
                <a:gd name="connsiteY6" fmla="*/ 90259 h 126478"/>
                <a:gd name="connsiteX7" fmla="*/ 121300 w 204443"/>
                <a:gd name="connsiteY7" fmla="*/ 124064 h 126478"/>
                <a:gd name="connsiteX8" fmla="*/ 125675 w 204443"/>
                <a:gd name="connsiteY8" fmla="*/ 126593 h 126478"/>
                <a:gd name="connsiteX9" fmla="*/ 130049 w 204443"/>
                <a:gd name="connsiteY9" fmla="*/ 124754 h 126478"/>
                <a:gd name="connsiteX10" fmla="*/ 156295 w 204443"/>
                <a:gd name="connsiteY10" fmla="*/ 90489 h 126478"/>
                <a:gd name="connsiteX11" fmla="*/ 199578 w 204443"/>
                <a:gd name="connsiteY11" fmla="*/ 66803 h 126478"/>
                <a:gd name="connsiteX12" fmla="*/ 204183 w 204443"/>
                <a:gd name="connsiteY12" fmla="*/ 64734 h 126478"/>
                <a:gd name="connsiteX13" fmla="*/ 204643 w 204443"/>
                <a:gd name="connsiteY13" fmla="*/ 63354 h 126478"/>
                <a:gd name="connsiteX14" fmla="*/ 204413 w 204443"/>
                <a:gd name="connsiteY14" fmla="*/ 61974 h 126478"/>
                <a:gd name="connsiteX15" fmla="*/ 203722 w 204443"/>
                <a:gd name="connsiteY15" fmla="*/ 61514 h 126478"/>
                <a:gd name="connsiteX16" fmla="*/ 198657 w 204443"/>
                <a:gd name="connsiteY16" fmla="*/ 59675 h 126478"/>
                <a:gd name="connsiteX17" fmla="*/ 131661 w 204443"/>
                <a:gd name="connsiteY17" fmla="*/ 4944 h 126478"/>
                <a:gd name="connsiteX18" fmla="*/ 125675 w 204443"/>
                <a:gd name="connsiteY18" fmla="*/ 115 h 126478"/>
                <a:gd name="connsiteX19" fmla="*/ 121300 w 204443"/>
                <a:gd name="connsiteY19" fmla="*/ 2644 h 126478"/>
                <a:gd name="connsiteX20" fmla="*/ 144323 w 204443"/>
                <a:gd name="connsiteY20" fmla="*/ 36449 h 126478"/>
                <a:gd name="connsiteX21" fmla="*/ 8258 w 204443"/>
                <a:gd name="connsiteY21" fmla="*/ 36449 h 126478"/>
                <a:gd name="connsiteX22" fmla="*/ 200 w 204443"/>
                <a:gd name="connsiteY22" fmla="*/ 41048 h 126478"/>
                <a:gd name="connsiteX23" fmla="*/ 8488 w 204443"/>
                <a:gd name="connsiteY23" fmla="*/ 45647 h 126478"/>
                <a:gd name="connsiteX24" fmla="*/ 154683 w 204443"/>
                <a:gd name="connsiteY24" fmla="*/ 45647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54683" y="45647"/>
                  </a:moveTo>
                  <a:cubicBezTo>
                    <a:pt x="164353" y="53926"/>
                    <a:pt x="176095" y="59905"/>
                    <a:pt x="183692" y="63354"/>
                  </a:cubicBezTo>
                  <a:cubicBezTo>
                    <a:pt x="175404" y="67033"/>
                    <a:pt x="164123" y="73012"/>
                    <a:pt x="154683" y="81061"/>
                  </a:cubicBezTo>
                  <a:lnTo>
                    <a:pt x="8488" y="81061"/>
                  </a:lnTo>
                  <a:cubicBezTo>
                    <a:pt x="4574" y="81061"/>
                    <a:pt x="200" y="81061"/>
                    <a:pt x="200" y="85660"/>
                  </a:cubicBezTo>
                  <a:cubicBezTo>
                    <a:pt x="200" y="90259"/>
                    <a:pt x="4344" y="90259"/>
                    <a:pt x="8258" y="90259"/>
                  </a:cubicBezTo>
                  <a:lnTo>
                    <a:pt x="144323" y="90259"/>
                  </a:lnTo>
                  <a:cubicBezTo>
                    <a:pt x="133272" y="100838"/>
                    <a:pt x="121300" y="121074"/>
                    <a:pt x="121300" y="124064"/>
                  </a:cubicBezTo>
                  <a:cubicBezTo>
                    <a:pt x="121300" y="126593"/>
                    <a:pt x="124293" y="126593"/>
                    <a:pt x="125675" y="126593"/>
                  </a:cubicBezTo>
                  <a:cubicBezTo>
                    <a:pt x="127516" y="126593"/>
                    <a:pt x="129128" y="126593"/>
                    <a:pt x="130049" y="124754"/>
                  </a:cubicBezTo>
                  <a:cubicBezTo>
                    <a:pt x="134884" y="116015"/>
                    <a:pt x="141330" y="103827"/>
                    <a:pt x="156295" y="90489"/>
                  </a:cubicBezTo>
                  <a:cubicBezTo>
                    <a:pt x="172181" y="76462"/>
                    <a:pt x="187606" y="70253"/>
                    <a:pt x="199578" y="66803"/>
                  </a:cubicBezTo>
                  <a:cubicBezTo>
                    <a:pt x="203492" y="65424"/>
                    <a:pt x="203722" y="65194"/>
                    <a:pt x="204183" y="64734"/>
                  </a:cubicBezTo>
                  <a:cubicBezTo>
                    <a:pt x="204643" y="64504"/>
                    <a:pt x="204643" y="63814"/>
                    <a:pt x="204643" y="63354"/>
                  </a:cubicBezTo>
                  <a:cubicBezTo>
                    <a:pt x="204643" y="62894"/>
                    <a:pt x="204643" y="62434"/>
                    <a:pt x="204413" y="61974"/>
                  </a:cubicBezTo>
                  <a:lnTo>
                    <a:pt x="203722" y="61514"/>
                  </a:lnTo>
                  <a:cubicBezTo>
                    <a:pt x="203262" y="61284"/>
                    <a:pt x="203031" y="61054"/>
                    <a:pt x="198657" y="59675"/>
                  </a:cubicBezTo>
                  <a:cubicBezTo>
                    <a:pt x="167576" y="50476"/>
                    <a:pt x="144553" y="29550"/>
                    <a:pt x="131661" y="4944"/>
                  </a:cubicBezTo>
                  <a:cubicBezTo>
                    <a:pt x="129128" y="345"/>
                    <a:pt x="128898" y="115"/>
                    <a:pt x="125675" y="115"/>
                  </a:cubicBezTo>
                  <a:cubicBezTo>
                    <a:pt x="124293" y="115"/>
                    <a:pt x="121300" y="115"/>
                    <a:pt x="121300" y="2644"/>
                  </a:cubicBezTo>
                  <a:cubicBezTo>
                    <a:pt x="121300" y="5634"/>
                    <a:pt x="133042" y="25640"/>
                    <a:pt x="144323" y="36449"/>
                  </a:cubicBezTo>
                  <a:lnTo>
                    <a:pt x="8258" y="36449"/>
                  </a:lnTo>
                  <a:cubicBezTo>
                    <a:pt x="4344" y="36449"/>
                    <a:pt x="200" y="36449"/>
                    <a:pt x="200" y="41048"/>
                  </a:cubicBezTo>
                  <a:cubicBezTo>
                    <a:pt x="200" y="45647"/>
                    <a:pt x="4574" y="45647"/>
                    <a:pt x="8488" y="45647"/>
                  </a:cubicBezTo>
                  <a:lnTo>
                    <a:pt x="154683" y="45647"/>
                  </a:lnTo>
                  <a:close/>
                </a:path>
              </a:pathLst>
            </a:custGeom>
            <a:solidFill>
              <a:srgbClr val="000000"/>
            </a:solidFill>
            <a:ln w="23082" cap="flat">
              <a:noFill/>
              <a:prstDash val="solid"/>
              <a:miter/>
            </a:ln>
          </p:spPr>
          <p:txBody>
            <a:bodyPr rtlCol="0" anchor="ctr"/>
            <a:lstStyle/>
            <a:p>
              <a:endParaRPr lang="en-GB" noProof="0"/>
            </a:p>
          </p:txBody>
        </p:sp>
        <p:sp>
          <p:nvSpPr>
            <p:cNvPr id="95" name="Freeform: Shape 94">
              <a:extLst>
                <a:ext uri="{FF2B5EF4-FFF2-40B4-BE49-F238E27FC236}">
                  <a16:creationId xmlns:a16="http://schemas.microsoft.com/office/drawing/2014/main" id="{D6BBF813-BA16-02ED-0437-56D1DFA9FECB}"/>
                </a:ext>
              </a:extLst>
            </p:cNvPr>
            <p:cNvSpPr/>
            <p:nvPr>
              <p:custDataLst>
                <p:tags r:id="rId121"/>
              </p:custDataLst>
            </p:nvPr>
          </p:nvSpPr>
          <p:spPr>
            <a:xfrm>
              <a:off x="3286738" y="3226025"/>
              <a:ext cx="124784" cy="151314"/>
            </a:xfrm>
            <a:custGeom>
              <a:avLst/>
              <a:gdLst>
                <a:gd name="connsiteX0" fmla="*/ 46491 w 124784"/>
                <a:gd name="connsiteY0" fmla="*/ 21041 h 151314"/>
                <a:gd name="connsiteX1" fmla="*/ 49945 w 124784"/>
                <a:gd name="connsiteY1" fmla="*/ 6324 h 151314"/>
                <a:gd name="connsiteX2" fmla="*/ 43268 w 124784"/>
                <a:gd name="connsiteY2" fmla="*/ 115 h 151314"/>
                <a:gd name="connsiteX3" fmla="*/ 34059 w 124784"/>
                <a:gd name="connsiteY3" fmla="*/ 8393 h 151314"/>
                <a:gd name="connsiteX4" fmla="*/ 906 w 124784"/>
                <a:gd name="connsiteY4" fmla="*/ 141541 h 151314"/>
                <a:gd name="connsiteX5" fmla="*/ 215 w 124784"/>
                <a:gd name="connsiteY5" fmla="*/ 145220 h 151314"/>
                <a:gd name="connsiteX6" fmla="*/ 6662 w 124784"/>
                <a:gd name="connsiteY6" fmla="*/ 151429 h 151314"/>
                <a:gd name="connsiteX7" fmla="*/ 14720 w 124784"/>
                <a:gd name="connsiteY7" fmla="*/ 146600 h 151314"/>
                <a:gd name="connsiteX8" fmla="*/ 27382 w 124784"/>
                <a:gd name="connsiteY8" fmla="*/ 97158 h 151314"/>
                <a:gd name="connsiteX9" fmla="*/ 49715 w 124784"/>
                <a:gd name="connsiteY9" fmla="*/ 104287 h 151314"/>
                <a:gd name="connsiteX10" fmla="*/ 80335 w 124784"/>
                <a:gd name="connsiteY10" fmla="*/ 87500 h 151314"/>
                <a:gd name="connsiteX11" fmla="*/ 101056 w 124784"/>
                <a:gd name="connsiteY11" fmla="*/ 104287 h 151314"/>
                <a:gd name="connsiteX12" fmla="*/ 118093 w 124784"/>
                <a:gd name="connsiteY12" fmla="*/ 91639 h 151314"/>
                <a:gd name="connsiteX13" fmla="*/ 124999 w 124784"/>
                <a:gd name="connsiteY13" fmla="*/ 68873 h 151314"/>
                <a:gd name="connsiteX14" fmla="*/ 122237 w 124784"/>
                <a:gd name="connsiteY14" fmla="*/ 66573 h 151314"/>
                <a:gd name="connsiteX15" fmla="*/ 119013 w 124784"/>
                <a:gd name="connsiteY15" fmla="*/ 70713 h 151314"/>
                <a:gd name="connsiteX16" fmla="*/ 101516 w 124784"/>
                <a:gd name="connsiteY16" fmla="*/ 99228 h 151314"/>
                <a:gd name="connsiteX17" fmla="*/ 94609 w 124784"/>
                <a:gd name="connsiteY17" fmla="*/ 88650 h 151314"/>
                <a:gd name="connsiteX18" fmla="*/ 99214 w 124784"/>
                <a:gd name="connsiteY18" fmla="*/ 64734 h 151314"/>
                <a:gd name="connsiteX19" fmla="*/ 105660 w 124784"/>
                <a:gd name="connsiteY19" fmla="*/ 39898 h 151314"/>
                <a:gd name="connsiteX20" fmla="*/ 109574 w 124784"/>
                <a:gd name="connsiteY20" fmla="*/ 24261 h 151314"/>
                <a:gd name="connsiteX21" fmla="*/ 113027 w 124784"/>
                <a:gd name="connsiteY21" fmla="*/ 8853 h 151314"/>
                <a:gd name="connsiteX22" fmla="*/ 106351 w 124784"/>
                <a:gd name="connsiteY22" fmla="*/ 2644 h 151314"/>
                <a:gd name="connsiteX23" fmla="*/ 97372 w 124784"/>
                <a:gd name="connsiteY23" fmla="*/ 10693 h 151314"/>
                <a:gd name="connsiteX24" fmla="*/ 86551 w 124784"/>
                <a:gd name="connsiteY24" fmla="*/ 53696 h 151314"/>
                <a:gd name="connsiteX25" fmla="*/ 80565 w 124784"/>
                <a:gd name="connsiteY25" fmla="*/ 77152 h 151314"/>
                <a:gd name="connsiteX26" fmla="*/ 50635 w 124784"/>
                <a:gd name="connsiteY26" fmla="*/ 99228 h 151314"/>
                <a:gd name="connsiteX27" fmla="*/ 33598 w 124784"/>
                <a:gd name="connsiteY27" fmla="*/ 79221 h 151314"/>
                <a:gd name="connsiteX28" fmla="*/ 36822 w 124784"/>
                <a:gd name="connsiteY28" fmla="*/ 59675 h 151314"/>
                <a:gd name="connsiteX29" fmla="*/ 46491 w 124784"/>
                <a:gd name="connsiteY29" fmla="*/ 21041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491" y="21041"/>
                  </a:moveTo>
                  <a:cubicBezTo>
                    <a:pt x="47642" y="16212"/>
                    <a:pt x="49945" y="7473"/>
                    <a:pt x="49945" y="6324"/>
                  </a:cubicBezTo>
                  <a:cubicBezTo>
                    <a:pt x="49945" y="2414"/>
                    <a:pt x="47182" y="115"/>
                    <a:pt x="43268" y="115"/>
                  </a:cubicBezTo>
                  <a:cubicBezTo>
                    <a:pt x="42577" y="115"/>
                    <a:pt x="36131" y="345"/>
                    <a:pt x="34059" y="8393"/>
                  </a:cubicBezTo>
                  <a:lnTo>
                    <a:pt x="906" y="141541"/>
                  </a:lnTo>
                  <a:cubicBezTo>
                    <a:pt x="215" y="144300"/>
                    <a:pt x="215" y="144760"/>
                    <a:pt x="215" y="145220"/>
                  </a:cubicBezTo>
                  <a:cubicBezTo>
                    <a:pt x="215" y="148670"/>
                    <a:pt x="2748" y="151429"/>
                    <a:pt x="6662" y="151429"/>
                  </a:cubicBezTo>
                  <a:cubicBezTo>
                    <a:pt x="11497" y="151429"/>
                    <a:pt x="14259" y="147290"/>
                    <a:pt x="14720" y="146600"/>
                  </a:cubicBezTo>
                  <a:cubicBezTo>
                    <a:pt x="15641" y="144530"/>
                    <a:pt x="18634" y="132572"/>
                    <a:pt x="27382" y="97158"/>
                  </a:cubicBezTo>
                  <a:cubicBezTo>
                    <a:pt x="34750" y="103367"/>
                    <a:pt x="45110" y="104287"/>
                    <a:pt x="49715" y="104287"/>
                  </a:cubicBezTo>
                  <a:cubicBezTo>
                    <a:pt x="65831" y="104287"/>
                    <a:pt x="74809" y="93939"/>
                    <a:pt x="80335" y="87500"/>
                  </a:cubicBezTo>
                  <a:cubicBezTo>
                    <a:pt x="82407" y="97848"/>
                    <a:pt x="90925" y="104287"/>
                    <a:pt x="101056" y="104287"/>
                  </a:cubicBezTo>
                  <a:cubicBezTo>
                    <a:pt x="109114" y="104287"/>
                    <a:pt x="114409" y="98998"/>
                    <a:pt x="118093" y="91639"/>
                  </a:cubicBezTo>
                  <a:cubicBezTo>
                    <a:pt x="122006" y="83361"/>
                    <a:pt x="124999" y="69333"/>
                    <a:pt x="124999" y="68873"/>
                  </a:cubicBezTo>
                  <a:cubicBezTo>
                    <a:pt x="124999" y="66573"/>
                    <a:pt x="122927" y="66573"/>
                    <a:pt x="122237" y="66573"/>
                  </a:cubicBezTo>
                  <a:cubicBezTo>
                    <a:pt x="119934" y="66573"/>
                    <a:pt x="119704" y="67493"/>
                    <a:pt x="119013" y="70713"/>
                  </a:cubicBezTo>
                  <a:cubicBezTo>
                    <a:pt x="115100" y="85660"/>
                    <a:pt x="110955" y="99228"/>
                    <a:pt x="101516" y="99228"/>
                  </a:cubicBezTo>
                  <a:cubicBezTo>
                    <a:pt x="95300" y="99228"/>
                    <a:pt x="94609" y="93249"/>
                    <a:pt x="94609" y="88650"/>
                  </a:cubicBezTo>
                  <a:cubicBezTo>
                    <a:pt x="94609" y="83591"/>
                    <a:pt x="97372" y="72782"/>
                    <a:pt x="99214" y="64734"/>
                  </a:cubicBezTo>
                  <a:lnTo>
                    <a:pt x="105660" y="39898"/>
                  </a:lnTo>
                  <a:cubicBezTo>
                    <a:pt x="106351" y="36449"/>
                    <a:pt x="108653" y="27710"/>
                    <a:pt x="109574" y="24261"/>
                  </a:cubicBezTo>
                  <a:cubicBezTo>
                    <a:pt x="110725" y="18972"/>
                    <a:pt x="113027" y="10233"/>
                    <a:pt x="113027" y="8853"/>
                  </a:cubicBezTo>
                  <a:cubicBezTo>
                    <a:pt x="113027" y="4714"/>
                    <a:pt x="109804" y="2644"/>
                    <a:pt x="106351" y="2644"/>
                  </a:cubicBezTo>
                  <a:cubicBezTo>
                    <a:pt x="105200" y="2644"/>
                    <a:pt x="99214" y="2874"/>
                    <a:pt x="97372" y="10693"/>
                  </a:cubicBezTo>
                  <a:lnTo>
                    <a:pt x="86551" y="53696"/>
                  </a:lnTo>
                  <a:cubicBezTo>
                    <a:pt x="83788" y="65194"/>
                    <a:pt x="81256" y="74852"/>
                    <a:pt x="80565" y="77152"/>
                  </a:cubicBezTo>
                  <a:cubicBezTo>
                    <a:pt x="80335" y="78302"/>
                    <a:pt x="69284" y="99228"/>
                    <a:pt x="50635" y="99228"/>
                  </a:cubicBezTo>
                  <a:cubicBezTo>
                    <a:pt x="39124" y="99228"/>
                    <a:pt x="33598" y="91639"/>
                    <a:pt x="33598" y="79221"/>
                  </a:cubicBezTo>
                  <a:cubicBezTo>
                    <a:pt x="33598" y="72552"/>
                    <a:pt x="35210" y="66114"/>
                    <a:pt x="36822" y="59675"/>
                  </a:cubicBezTo>
                  <a:lnTo>
                    <a:pt x="46491" y="21041"/>
                  </a:lnTo>
                  <a:close/>
                </a:path>
              </a:pathLst>
            </a:custGeom>
            <a:solidFill>
              <a:srgbClr val="FF0000"/>
            </a:solidFill>
            <a:ln w="23082" cap="flat">
              <a:noFill/>
              <a:prstDash val="solid"/>
              <a:miter/>
            </a:ln>
          </p:spPr>
          <p:txBody>
            <a:bodyPr rtlCol="0" anchor="ctr"/>
            <a:lstStyle/>
            <a:p>
              <a:endParaRPr lang="en-GB" noProof="0"/>
            </a:p>
          </p:txBody>
        </p:sp>
        <p:sp>
          <p:nvSpPr>
            <p:cNvPr id="96" name="Freeform: Shape 95">
              <a:extLst>
                <a:ext uri="{FF2B5EF4-FFF2-40B4-BE49-F238E27FC236}">
                  <a16:creationId xmlns:a16="http://schemas.microsoft.com/office/drawing/2014/main" id="{743C1A09-218E-217A-5757-BB81BCAE2D2A}"/>
                </a:ext>
              </a:extLst>
            </p:cNvPr>
            <p:cNvSpPr/>
            <p:nvPr>
              <p:custDataLst>
                <p:tags r:id="rId122"/>
              </p:custDataLst>
            </p:nvPr>
          </p:nvSpPr>
          <p:spPr>
            <a:xfrm>
              <a:off x="3434994" y="3252217"/>
              <a:ext cx="94601" cy="113163"/>
            </a:xfrm>
            <a:custGeom>
              <a:avLst/>
              <a:gdLst>
                <a:gd name="connsiteX0" fmla="*/ 79996 w 94601"/>
                <a:gd name="connsiteY0" fmla="*/ 12511 h 113163"/>
                <a:gd name="connsiteX1" fmla="*/ 90632 w 94601"/>
                <a:gd name="connsiteY1" fmla="*/ 5911 h 113163"/>
                <a:gd name="connsiteX2" fmla="*/ 94822 w 94601"/>
                <a:gd name="connsiteY2" fmla="*/ 2531 h 113163"/>
                <a:gd name="connsiteX3" fmla="*/ 92405 w 94601"/>
                <a:gd name="connsiteY3" fmla="*/ 116 h 113163"/>
                <a:gd name="connsiteX4" fmla="*/ 75000 w 94601"/>
                <a:gd name="connsiteY4" fmla="*/ 760 h 113163"/>
                <a:gd name="connsiteX5" fmla="*/ 62590 w 94601"/>
                <a:gd name="connsiteY5" fmla="*/ 599 h 113163"/>
                <a:gd name="connsiteX6" fmla="*/ 49859 w 94601"/>
                <a:gd name="connsiteY6" fmla="*/ 116 h 113163"/>
                <a:gd name="connsiteX7" fmla="*/ 46313 w 94601"/>
                <a:gd name="connsiteY7" fmla="*/ 3497 h 113163"/>
                <a:gd name="connsiteX8" fmla="*/ 52598 w 94601"/>
                <a:gd name="connsiteY8" fmla="*/ 5911 h 113163"/>
                <a:gd name="connsiteX9" fmla="*/ 60979 w 94601"/>
                <a:gd name="connsiteY9" fmla="*/ 6233 h 113163"/>
                <a:gd name="connsiteX10" fmla="*/ 66136 w 94601"/>
                <a:gd name="connsiteY10" fmla="*/ 9131 h 113163"/>
                <a:gd name="connsiteX11" fmla="*/ 65491 w 94601"/>
                <a:gd name="connsiteY11" fmla="*/ 12833 h 113163"/>
                <a:gd name="connsiteX12" fmla="*/ 46958 w 94601"/>
                <a:gd name="connsiteY12" fmla="*/ 86559 h 113163"/>
                <a:gd name="connsiteX13" fmla="*/ 23106 w 94601"/>
                <a:gd name="connsiteY13" fmla="*/ 108773 h 113163"/>
                <a:gd name="connsiteX14" fmla="*/ 6990 w 94601"/>
                <a:gd name="connsiteY14" fmla="*/ 100402 h 113163"/>
                <a:gd name="connsiteX15" fmla="*/ 18432 w 94601"/>
                <a:gd name="connsiteY15" fmla="*/ 89939 h 113163"/>
                <a:gd name="connsiteX16" fmla="*/ 11019 w 94601"/>
                <a:gd name="connsiteY16" fmla="*/ 83017 h 113163"/>
                <a:gd name="connsiteX17" fmla="*/ 221 w 94601"/>
                <a:gd name="connsiteY17" fmla="*/ 95573 h 113163"/>
                <a:gd name="connsiteX18" fmla="*/ 23590 w 94601"/>
                <a:gd name="connsiteY18" fmla="*/ 113280 h 113163"/>
                <a:gd name="connsiteX19" fmla="*/ 61301 w 94601"/>
                <a:gd name="connsiteY19" fmla="*/ 87042 h 113163"/>
                <a:gd name="connsiteX20" fmla="*/ 79996 w 94601"/>
                <a:gd name="connsiteY20" fmla="*/ 12511 h 11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601" h="113163">
                  <a:moveTo>
                    <a:pt x="79996" y="12511"/>
                  </a:moveTo>
                  <a:cubicBezTo>
                    <a:pt x="81446" y="6877"/>
                    <a:pt x="81607" y="5911"/>
                    <a:pt x="90632" y="5911"/>
                  </a:cubicBezTo>
                  <a:cubicBezTo>
                    <a:pt x="92566" y="5911"/>
                    <a:pt x="94822" y="5911"/>
                    <a:pt x="94822" y="2531"/>
                  </a:cubicBezTo>
                  <a:cubicBezTo>
                    <a:pt x="94822" y="760"/>
                    <a:pt x="93533" y="116"/>
                    <a:pt x="92405" y="116"/>
                  </a:cubicBezTo>
                  <a:cubicBezTo>
                    <a:pt x="88537" y="116"/>
                    <a:pt x="78867" y="760"/>
                    <a:pt x="75000" y="760"/>
                  </a:cubicBezTo>
                  <a:cubicBezTo>
                    <a:pt x="71615" y="760"/>
                    <a:pt x="66136" y="599"/>
                    <a:pt x="62590" y="599"/>
                  </a:cubicBezTo>
                  <a:cubicBezTo>
                    <a:pt x="58561" y="438"/>
                    <a:pt x="53888" y="116"/>
                    <a:pt x="49859" y="116"/>
                  </a:cubicBezTo>
                  <a:cubicBezTo>
                    <a:pt x="48731" y="116"/>
                    <a:pt x="46313" y="116"/>
                    <a:pt x="46313" y="3497"/>
                  </a:cubicBezTo>
                  <a:cubicBezTo>
                    <a:pt x="46313" y="5911"/>
                    <a:pt x="47764" y="5911"/>
                    <a:pt x="52598" y="5911"/>
                  </a:cubicBezTo>
                  <a:cubicBezTo>
                    <a:pt x="56305" y="5911"/>
                    <a:pt x="56950" y="5911"/>
                    <a:pt x="60979" y="6233"/>
                  </a:cubicBezTo>
                  <a:cubicBezTo>
                    <a:pt x="65652" y="6716"/>
                    <a:pt x="66136" y="7199"/>
                    <a:pt x="66136" y="9131"/>
                  </a:cubicBezTo>
                  <a:cubicBezTo>
                    <a:pt x="66136" y="10257"/>
                    <a:pt x="66136" y="10579"/>
                    <a:pt x="65491" y="12833"/>
                  </a:cubicBezTo>
                  <a:lnTo>
                    <a:pt x="46958" y="86559"/>
                  </a:lnTo>
                  <a:cubicBezTo>
                    <a:pt x="43896" y="98632"/>
                    <a:pt x="33581" y="108773"/>
                    <a:pt x="23106" y="108773"/>
                  </a:cubicBezTo>
                  <a:cubicBezTo>
                    <a:pt x="20850" y="108773"/>
                    <a:pt x="10697" y="108290"/>
                    <a:pt x="6990" y="100402"/>
                  </a:cubicBezTo>
                  <a:cubicBezTo>
                    <a:pt x="16337" y="100402"/>
                    <a:pt x="18432" y="92837"/>
                    <a:pt x="18432" y="89939"/>
                  </a:cubicBezTo>
                  <a:cubicBezTo>
                    <a:pt x="18432" y="85432"/>
                    <a:pt x="14565" y="83017"/>
                    <a:pt x="11019" y="83017"/>
                  </a:cubicBezTo>
                  <a:cubicBezTo>
                    <a:pt x="6668" y="83017"/>
                    <a:pt x="221" y="86559"/>
                    <a:pt x="221" y="95573"/>
                  </a:cubicBezTo>
                  <a:cubicBezTo>
                    <a:pt x="221" y="106036"/>
                    <a:pt x="10052" y="113280"/>
                    <a:pt x="23590" y="113280"/>
                  </a:cubicBezTo>
                  <a:cubicBezTo>
                    <a:pt x="39383" y="113280"/>
                    <a:pt x="57272" y="103139"/>
                    <a:pt x="61301" y="87042"/>
                  </a:cubicBezTo>
                  <a:lnTo>
                    <a:pt x="79996" y="12511"/>
                  </a:lnTo>
                  <a:close/>
                </a:path>
              </a:pathLst>
            </a:custGeom>
            <a:solidFill>
              <a:srgbClr val="FF0000"/>
            </a:solidFill>
            <a:ln w="23082" cap="flat">
              <a:noFill/>
              <a:prstDash val="solid"/>
              <a:miter/>
            </a:ln>
          </p:spPr>
          <p:txBody>
            <a:bodyPr rtlCol="0" anchor="ctr"/>
            <a:lstStyle/>
            <a:p>
              <a:endParaRPr lang="en-GB" noProof="0"/>
            </a:p>
          </p:txBody>
        </p:sp>
        <p:sp>
          <p:nvSpPr>
            <p:cNvPr id="97" name="Freeform: Shape 96">
              <a:extLst>
                <a:ext uri="{FF2B5EF4-FFF2-40B4-BE49-F238E27FC236}">
                  <a16:creationId xmlns:a16="http://schemas.microsoft.com/office/drawing/2014/main" id="{9BCE79F5-BF51-E544-9674-4798D930A8FD}"/>
                </a:ext>
              </a:extLst>
            </p:cNvPr>
            <p:cNvSpPr/>
            <p:nvPr>
              <p:custDataLst>
                <p:tags r:id="rId123"/>
              </p:custDataLst>
            </p:nvPr>
          </p:nvSpPr>
          <p:spPr>
            <a:xfrm>
              <a:off x="3553026" y="3317894"/>
              <a:ext cx="108944" cy="7887"/>
            </a:xfrm>
            <a:custGeom>
              <a:avLst/>
              <a:gdLst>
                <a:gd name="connsiteX0" fmla="*/ 102724 w 108944"/>
                <a:gd name="connsiteY0" fmla="*/ 8004 h 7887"/>
                <a:gd name="connsiteX1" fmla="*/ 109171 w 108944"/>
                <a:gd name="connsiteY1" fmla="*/ 4140 h 7887"/>
                <a:gd name="connsiteX2" fmla="*/ 102724 w 108944"/>
                <a:gd name="connsiteY2" fmla="*/ 116 h 7887"/>
                <a:gd name="connsiteX3" fmla="*/ 6673 w 108944"/>
                <a:gd name="connsiteY3" fmla="*/ 116 h 7887"/>
                <a:gd name="connsiteX4" fmla="*/ 226 w 108944"/>
                <a:gd name="connsiteY4" fmla="*/ 3980 h 7887"/>
                <a:gd name="connsiteX5" fmla="*/ 6673 w 108944"/>
                <a:gd name="connsiteY5" fmla="*/ 8004 h 7887"/>
                <a:gd name="connsiteX6" fmla="*/ 102724 w 108944"/>
                <a:gd name="connsiteY6" fmla="*/ 8004 h 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944" h="7887">
                  <a:moveTo>
                    <a:pt x="102724" y="8004"/>
                  </a:moveTo>
                  <a:cubicBezTo>
                    <a:pt x="105303" y="8004"/>
                    <a:pt x="109171" y="8004"/>
                    <a:pt x="109171" y="4140"/>
                  </a:cubicBezTo>
                  <a:cubicBezTo>
                    <a:pt x="109171" y="116"/>
                    <a:pt x="105464" y="116"/>
                    <a:pt x="102724" y="116"/>
                  </a:cubicBezTo>
                  <a:lnTo>
                    <a:pt x="6673" y="116"/>
                  </a:lnTo>
                  <a:cubicBezTo>
                    <a:pt x="4094" y="116"/>
                    <a:pt x="226" y="116"/>
                    <a:pt x="226" y="3980"/>
                  </a:cubicBezTo>
                  <a:cubicBezTo>
                    <a:pt x="226" y="8004"/>
                    <a:pt x="3933" y="8004"/>
                    <a:pt x="6673" y="8004"/>
                  </a:cubicBezTo>
                  <a:lnTo>
                    <a:pt x="102724" y="8004"/>
                  </a:lnTo>
                  <a:close/>
                </a:path>
              </a:pathLst>
            </a:custGeom>
            <a:solidFill>
              <a:srgbClr val="FF0000"/>
            </a:solidFill>
            <a:ln w="23082" cap="flat">
              <a:noFill/>
              <a:prstDash val="solid"/>
              <a:miter/>
            </a:ln>
          </p:spPr>
          <p:txBody>
            <a:bodyPr rtlCol="0" anchor="ctr"/>
            <a:lstStyle/>
            <a:p>
              <a:endParaRPr lang="en-GB" noProof="0"/>
            </a:p>
          </p:txBody>
        </p:sp>
        <p:sp>
          <p:nvSpPr>
            <p:cNvPr id="98" name="Freeform: Shape 97">
              <a:extLst>
                <a:ext uri="{FF2B5EF4-FFF2-40B4-BE49-F238E27FC236}">
                  <a16:creationId xmlns:a16="http://schemas.microsoft.com/office/drawing/2014/main" id="{60B9D46C-375C-28DD-3A76-F4EB1AB7B7E4}"/>
                </a:ext>
              </a:extLst>
            </p:cNvPr>
            <p:cNvSpPr/>
            <p:nvPr>
              <p:custDataLst>
                <p:tags r:id="rId124"/>
              </p:custDataLst>
            </p:nvPr>
          </p:nvSpPr>
          <p:spPr>
            <a:xfrm>
              <a:off x="3689667" y="3255276"/>
              <a:ext cx="71232" cy="106885"/>
            </a:xfrm>
            <a:custGeom>
              <a:avLst/>
              <a:gdLst>
                <a:gd name="connsiteX0" fmla="*/ 71465 w 71232"/>
                <a:gd name="connsiteY0" fmla="*/ 77705 h 106885"/>
                <a:gd name="connsiteX1" fmla="*/ 65986 w 71232"/>
                <a:gd name="connsiteY1" fmla="*/ 77705 h 106885"/>
                <a:gd name="connsiteX2" fmla="*/ 61796 w 71232"/>
                <a:gd name="connsiteY2" fmla="*/ 92354 h 106885"/>
                <a:gd name="connsiteX3" fmla="*/ 45841 w 71232"/>
                <a:gd name="connsiteY3" fmla="*/ 93319 h 106885"/>
                <a:gd name="connsiteX4" fmla="*/ 16187 w 71232"/>
                <a:gd name="connsiteY4" fmla="*/ 93319 h 106885"/>
                <a:gd name="connsiteX5" fmla="*/ 48420 w 71232"/>
                <a:gd name="connsiteY5" fmla="*/ 66276 h 106885"/>
                <a:gd name="connsiteX6" fmla="*/ 71465 w 71232"/>
                <a:gd name="connsiteY6" fmla="*/ 31506 h 106885"/>
                <a:gd name="connsiteX7" fmla="*/ 33754 w 71232"/>
                <a:gd name="connsiteY7" fmla="*/ 116 h 106885"/>
                <a:gd name="connsiteX8" fmla="*/ 233 w 71232"/>
                <a:gd name="connsiteY8" fmla="*/ 28930 h 106885"/>
                <a:gd name="connsiteX9" fmla="*/ 8774 w 71232"/>
                <a:gd name="connsiteY9" fmla="*/ 37945 h 106885"/>
                <a:gd name="connsiteX10" fmla="*/ 17316 w 71232"/>
                <a:gd name="connsiteY10" fmla="*/ 29413 h 106885"/>
                <a:gd name="connsiteX11" fmla="*/ 7807 w 71232"/>
                <a:gd name="connsiteY11" fmla="*/ 20882 h 106885"/>
                <a:gd name="connsiteX12" fmla="*/ 31337 w 71232"/>
                <a:gd name="connsiteY12" fmla="*/ 5911 h 106885"/>
                <a:gd name="connsiteX13" fmla="*/ 55833 w 71232"/>
                <a:gd name="connsiteY13" fmla="*/ 31506 h 106885"/>
                <a:gd name="connsiteX14" fmla="*/ 40684 w 71232"/>
                <a:gd name="connsiteY14" fmla="*/ 62413 h 106885"/>
                <a:gd name="connsiteX15" fmla="*/ 1844 w 71232"/>
                <a:gd name="connsiteY15" fmla="*/ 100724 h 106885"/>
                <a:gd name="connsiteX16" fmla="*/ 233 w 71232"/>
                <a:gd name="connsiteY16" fmla="*/ 107002 h 106885"/>
                <a:gd name="connsiteX17" fmla="*/ 66631 w 71232"/>
                <a:gd name="connsiteY17" fmla="*/ 107002 h 106885"/>
                <a:gd name="connsiteX18" fmla="*/ 71465 w 71232"/>
                <a:gd name="connsiteY18" fmla="*/ 77705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1232" h="106885">
                  <a:moveTo>
                    <a:pt x="71465" y="77705"/>
                  </a:moveTo>
                  <a:lnTo>
                    <a:pt x="65986" y="77705"/>
                  </a:lnTo>
                  <a:cubicBezTo>
                    <a:pt x="65502" y="81246"/>
                    <a:pt x="63891" y="90744"/>
                    <a:pt x="61796" y="92354"/>
                  </a:cubicBezTo>
                  <a:cubicBezTo>
                    <a:pt x="60507" y="93319"/>
                    <a:pt x="48097" y="93319"/>
                    <a:pt x="45841" y="93319"/>
                  </a:cubicBezTo>
                  <a:lnTo>
                    <a:pt x="16187" y="93319"/>
                  </a:lnTo>
                  <a:cubicBezTo>
                    <a:pt x="33109" y="78349"/>
                    <a:pt x="38750" y="73842"/>
                    <a:pt x="48420" y="66276"/>
                  </a:cubicBezTo>
                  <a:cubicBezTo>
                    <a:pt x="60345" y="56779"/>
                    <a:pt x="71465" y="46798"/>
                    <a:pt x="71465" y="31506"/>
                  </a:cubicBezTo>
                  <a:cubicBezTo>
                    <a:pt x="71465" y="12028"/>
                    <a:pt x="54382" y="116"/>
                    <a:pt x="33754" y="116"/>
                  </a:cubicBezTo>
                  <a:cubicBezTo>
                    <a:pt x="13770" y="116"/>
                    <a:pt x="233" y="14121"/>
                    <a:pt x="233" y="28930"/>
                  </a:cubicBezTo>
                  <a:cubicBezTo>
                    <a:pt x="233" y="37140"/>
                    <a:pt x="7162" y="37945"/>
                    <a:pt x="8774" y="37945"/>
                  </a:cubicBezTo>
                  <a:cubicBezTo>
                    <a:pt x="12642" y="37945"/>
                    <a:pt x="17316" y="35208"/>
                    <a:pt x="17316" y="29413"/>
                  </a:cubicBezTo>
                  <a:cubicBezTo>
                    <a:pt x="17316" y="26516"/>
                    <a:pt x="16187" y="20882"/>
                    <a:pt x="7807" y="20882"/>
                  </a:cubicBezTo>
                  <a:cubicBezTo>
                    <a:pt x="12803" y="9453"/>
                    <a:pt x="23762" y="5911"/>
                    <a:pt x="31337" y="5911"/>
                  </a:cubicBezTo>
                  <a:cubicBezTo>
                    <a:pt x="47453" y="5911"/>
                    <a:pt x="55833" y="18467"/>
                    <a:pt x="55833" y="31506"/>
                  </a:cubicBezTo>
                  <a:cubicBezTo>
                    <a:pt x="55833" y="45511"/>
                    <a:pt x="45841" y="56618"/>
                    <a:pt x="40684" y="62413"/>
                  </a:cubicBezTo>
                  <a:lnTo>
                    <a:pt x="1844" y="100724"/>
                  </a:lnTo>
                  <a:cubicBezTo>
                    <a:pt x="233" y="102173"/>
                    <a:pt x="233" y="102495"/>
                    <a:pt x="233" y="107002"/>
                  </a:cubicBezTo>
                  <a:lnTo>
                    <a:pt x="66631" y="107002"/>
                  </a:lnTo>
                  <a:lnTo>
                    <a:pt x="71465" y="77705"/>
                  </a:lnTo>
                  <a:close/>
                </a:path>
              </a:pathLst>
            </a:custGeom>
            <a:solidFill>
              <a:srgbClr val="FF0000"/>
            </a:solidFill>
            <a:ln w="23082" cap="flat">
              <a:noFill/>
              <a:prstDash val="solid"/>
              <a:miter/>
            </a:ln>
          </p:spPr>
          <p:txBody>
            <a:bodyPr rtlCol="0" anchor="ctr"/>
            <a:lstStyle/>
            <a:p>
              <a:endParaRPr lang="en-GB" noProof="0"/>
            </a:p>
          </p:txBody>
        </p:sp>
        <p:sp>
          <p:nvSpPr>
            <p:cNvPr id="99" name="Freeform: Shape 98">
              <a:extLst>
                <a:ext uri="{FF2B5EF4-FFF2-40B4-BE49-F238E27FC236}">
                  <a16:creationId xmlns:a16="http://schemas.microsoft.com/office/drawing/2014/main" id="{26DF2A0D-F9CA-D5E4-F5D7-0A38E74F8EAD}"/>
                </a:ext>
              </a:extLst>
            </p:cNvPr>
            <p:cNvSpPr/>
            <p:nvPr>
              <p:custDataLst>
                <p:tags r:id="rId125"/>
              </p:custDataLst>
            </p:nvPr>
          </p:nvSpPr>
          <p:spPr>
            <a:xfrm>
              <a:off x="3865857" y="3181413"/>
              <a:ext cx="140669" cy="177760"/>
            </a:xfrm>
            <a:custGeom>
              <a:avLst/>
              <a:gdLst>
                <a:gd name="connsiteX0" fmla="*/ 136535 w 140669"/>
                <a:gd name="connsiteY0" fmla="*/ 9773 h 177760"/>
                <a:gd name="connsiteX1" fmla="*/ 140910 w 140669"/>
                <a:gd name="connsiteY1" fmla="*/ 4714 h 177760"/>
                <a:gd name="connsiteX2" fmla="*/ 136305 w 140669"/>
                <a:gd name="connsiteY2" fmla="*/ 115 h 177760"/>
                <a:gd name="connsiteX3" fmla="*/ 132161 w 140669"/>
                <a:gd name="connsiteY3" fmla="*/ 1494 h 177760"/>
                <a:gd name="connsiteX4" fmla="*/ 4844 w 140669"/>
                <a:gd name="connsiteY4" fmla="*/ 61514 h 177760"/>
                <a:gd name="connsiteX5" fmla="*/ 240 w 140669"/>
                <a:gd name="connsiteY5" fmla="*/ 66803 h 177760"/>
                <a:gd name="connsiteX6" fmla="*/ 4844 w 140669"/>
                <a:gd name="connsiteY6" fmla="*/ 71863 h 177760"/>
                <a:gd name="connsiteX7" fmla="*/ 132161 w 140669"/>
                <a:gd name="connsiteY7" fmla="*/ 131653 h 177760"/>
                <a:gd name="connsiteX8" fmla="*/ 136305 w 140669"/>
                <a:gd name="connsiteY8" fmla="*/ 133262 h 177760"/>
                <a:gd name="connsiteX9" fmla="*/ 140910 w 140669"/>
                <a:gd name="connsiteY9" fmla="*/ 128663 h 177760"/>
                <a:gd name="connsiteX10" fmla="*/ 136075 w 140669"/>
                <a:gd name="connsiteY10" fmla="*/ 123374 h 177760"/>
                <a:gd name="connsiteX11" fmla="*/ 15665 w 140669"/>
                <a:gd name="connsiteY11" fmla="*/ 66803 h 177760"/>
                <a:gd name="connsiteX12" fmla="*/ 136535 w 140669"/>
                <a:gd name="connsiteY12" fmla="*/ 9773 h 177760"/>
                <a:gd name="connsiteX13" fmla="*/ 132852 w 140669"/>
                <a:gd name="connsiteY13" fmla="*/ 177875 h 177760"/>
                <a:gd name="connsiteX14" fmla="*/ 140910 w 140669"/>
                <a:gd name="connsiteY14" fmla="*/ 173276 h 177760"/>
                <a:gd name="connsiteX15" fmla="*/ 132621 w 140669"/>
                <a:gd name="connsiteY15" fmla="*/ 168676 h 177760"/>
                <a:gd name="connsiteX16" fmla="*/ 8528 w 140669"/>
                <a:gd name="connsiteY16" fmla="*/ 168676 h 177760"/>
                <a:gd name="connsiteX17" fmla="*/ 240 w 140669"/>
                <a:gd name="connsiteY17" fmla="*/ 173276 h 177760"/>
                <a:gd name="connsiteX18" fmla="*/ 8298 w 140669"/>
                <a:gd name="connsiteY18" fmla="*/ 177875 h 177760"/>
                <a:gd name="connsiteX19" fmla="*/ 132852 w 140669"/>
                <a:gd name="connsiteY19" fmla="*/ 177875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35" y="9773"/>
                  </a:moveTo>
                  <a:cubicBezTo>
                    <a:pt x="139068" y="8623"/>
                    <a:pt x="140910" y="7473"/>
                    <a:pt x="140910" y="4714"/>
                  </a:cubicBezTo>
                  <a:cubicBezTo>
                    <a:pt x="140910" y="2184"/>
                    <a:pt x="139068" y="115"/>
                    <a:pt x="136305" y="115"/>
                  </a:cubicBezTo>
                  <a:cubicBezTo>
                    <a:pt x="135154" y="115"/>
                    <a:pt x="133082" y="1034"/>
                    <a:pt x="132161" y="1494"/>
                  </a:cubicBezTo>
                  <a:lnTo>
                    <a:pt x="4844" y="61514"/>
                  </a:lnTo>
                  <a:cubicBezTo>
                    <a:pt x="931" y="63354"/>
                    <a:pt x="240" y="64964"/>
                    <a:pt x="240" y="66803"/>
                  </a:cubicBezTo>
                  <a:cubicBezTo>
                    <a:pt x="240" y="68873"/>
                    <a:pt x="1621" y="70483"/>
                    <a:pt x="4844" y="71863"/>
                  </a:cubicBezTo>
                  <a:lnTo>
                    <a:pt x="132161" y="131653"/>
                  </a:lnTo>
                  <a:cubicBezTo>
                    <a:pt x="135154" y="133262"/>
                    <a:pt x="135614" y="133262"/>
                    <a:pt x="136305" y="133262"/>
                  </a:cubicBezTo>
                  <a:cubicBezTo>
                    <a:pt x="138838" y="133262"/>
                    <a:pt x="140910" y="131193"/>
                    <a:pt x="140910" y="128663"/>
                  </a:cubicBezTo>
                  <a:cubicBezTo>
                    <a:pt x="140910" y="126593"/>
                    <a:pt x="139989" y="125214"/>
                    <a:pt x="136075" y="123374"/>
                  </a:cubicBezTo>
                  <a:lnTo>
                    <a:pt x="15665" y="66803"/>
                  </a:lnTo>
                  <a:lnTo>
                    <a:pt x="136535" y="9773"/>
                  </a:lnTo>
                  <a:close/>
                  <a:moveTo>
                    <a:pt x="132852" y="177875"/>
                  </a:moveTo>
                  <a:cubicBezTo>
                    <a:pt x="136766" y="177875"/>
                    <a:pt x="140910" y="177875"/>
                    <a:pt x="140910" y="173276"/>
                  </a:cubicBezTo>
                  <a:cubicBezTo>
                    <a:pt x="140910" y="168676"/>
                    <a:pt x="136075" y="168676"/>
                    <a:pt x="132621" y="168676"/>
                  </a:cubicBezTo>
                  <a:lnTo>
                    <a:pt x="8528" y="168676"/>
                  </a:lnTo>
                  <a:cubicBezTo>
                    <a:pt x="5075" y="168676"/>
                    <a:pt x="240" y="168676"/>
                    <a:pt x="240" y="173276"/>
                  </a:cubicBezTo>
                  <a:cubicBezTo>
                    <a:pt x="240" y="177875"/>
                    <a:pt x="4384" y="177875"/>
                    <a:pt x="8298" y="177875"/>
                  </a:cubicBezTo>
                  <a:lnTo>
                    <a:pt x="132852" y="177875"/>
                  </a:lnTo>
                  <a:close/>
                </a:path>
              </a:pathLst>
            </a:custGeom>
            <a:solidFill>
              <a:srgbClr val="000000"/>
            </a:solidFill>
            <a:ln w="23082" cap="flat">
              <a:noFill/>
              <a:prstDash val="solid"/>
              <a:miter/>
            </a:ln>
          </p:spPr>
          <p:txBody>
            <a:bodyPr rtlCol="0" anchor="ctr"/>
            <a:lstStyle/>
            <a:p>
              <a:endParaRPr lang="en-GB" noProof="0"/>
            </a:p>
          </p:txBody>
        </p:sp>
        <p:sp>
          <p:nvSpPr>
            <p:cNvPr id="100" name="Freeform: Shape 99">
              <a:extLst>
                <a:ext uri="{FF2B5EF4-FFF2-40B4-BE49-F238E27FC236}">
                  <a16:creationId xmlns:a16="http://schemas.microsoft.com/office/drawing/2014/main" id="{E28EDD65-38FF-4CF7-537E-A3E9DC9A9FB7}"/>
                </a:ext>
              </a:extLst>
            </p:cNvPr>
            <p:cNvSpPr/>
            <p:nvPr>
              <p:custDataLst>
                <p:tags r:id="rId126"/>
              </p:custDataLst>
            </p:nvPr>
          </p:nvSpPr>
          <p:spPr>
            <a:xfrm>
              <a:off x="4099206" y="3226025"/>
              <a:ext cx="129158" cy="104172"/>
            </a:xfrm>
            <a:custGeom>
              <a:avLst/>
              <a:gdLst>
                <a:gd name="connsiteX0" fmla="*/ 100630 w 129158"/>
                <a:gd name="connsiteY0" fmla="*/ 47487 h 104172"/>
                <a:gd name="connsiteX1" fmla="*/ 62182 w 129158"/>
                <a:gd name="connsiteY1" fmla="*/ 115 h 104172"/>
                <a:gd name="connsiteX2" fmla="*/ 250 w 129158"/>
                <a:gd name="connsiteY2" fmla="*/ 65424 h 104172"/>
                <a:gd name="connsiteX3" fmla="*/ 37547 w 129158"/>
                <a:gd name="connsiteY3" fmla="*/ 104287 h 104172"/>
                <a:gd name="connsiteX4" fmla="*/ 86126 w 129158"/>
                <a:gd name="connsiteY4" fmla="*/ 84970 h 104172"/>
                <a:gd name="connsiteX5" fmla="*/ 107077 w 129158"/>
                <a:gd name="connsiteY5" fmla="*/ 104287 h 104172"/>
                <a:gd name="connsiteX6" fmla="*/ 126416 w 129158"/>
                <a:gd name="connsiteY6" fmla="*/ 87960 h 104172"/>
                <a:gd name="connsiteX7" fmla="*/ 123653 w 129158"/>
                <a:gd name="connsiteY7" fmla="*/ 85660 h 104172"/>
                <a:gd name="connsiteX8" fmla="*/ 120660 w 129158"/>
                <a:gd name="connsiteY8" fmla="*/ 87960 h 104172"/>
                <a:gd name="connsiteX9" fmla="*/ 107767 w 129158"/>
                <a:gd name="connsiteY9" fmla="*/ 99228 h 104172"/>
                <a:gd name="connsiteX10" fmla="*/ 100630 w 129158"/>
                <a:gd name="connsiteY10" fmla="*/ 75772 h 104172"/>
                <a:gd name="connsiteX11" fmla="*/ 102932 w 129158"/>
                <a:gd name="connsiteY11" fmla="*/ 67723 h 104172"/>
                <a:gd name="connsiteX12" fmla="*/ 129409 w 129158"/>
                <a:gd name="connsiteY12" fmla="*/ 13682 h 104172"/>
                <a:gd name="connsiteX13" fmla="*/ 126646 w 129158"/>
                <a:gd name="connsiteY13" fmla="*/ 11383 h 104172"/>
                <a:gd name="connsiteX14" fmla="*/ 123193 w 129158"/>
                <a:gd name="connsiteY14" fmla="*/ 16212 h 104172"/>
                <a:gd name="connsiteX15" fmla="*/ 100630 w 129158"/>
                <a:gd name="connsiteY15" fmla="*/ 61744 h 104172"/>
                <a:gd name="connsiteX16" fmla="*/ 100630 w 129158"/>
                <a:gd name="connsiteY16" fmla="*/ 47487 h 104172"/>
                <a:gd name="connsiteX17" fmla="*/ 85205 w 129158"/>
                <a:gd name="connsiteY17" fmla="*/ 78991 h 104172"/>
                <a:gd name="connsiteX18" fmla="*/ 38008 w 129158"/>
                <a:gd name="connsiteY18" fmla="*/ 99228 h 104172"/>
                <a:gd name="connsiteX19" fmla="*/ 17287 w 129158"/>
                <a:gd name="connsiteY19" fmla="*/ 74162 h 104172"/>
                <a:gd name="connsiteX20" fmla="*/ 30641 w 129158"/>
                <a:gd name="connsiteY20" fmla="*/ 26330 h 104172"/>
                <a:gd name="connsiteX21" fmla="*/ 61952 w 129158"/>
                <a:gd name="connsiteY21" fmla="*/ 5174 h 104172"/>
                <a:gd name="connsiteX22" fmla="*/ 84744 w 129158"/>
                <a:gd name="connsiteY22" fmla="*/ 53236 h 104172"/>
                <a:gd name="connsiteX23" fmla="*/ 85205 w 129158"/>
                <a:gd name="connsiteY23" fmla="*/ 78991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158" h="104172">
                  <a:moveTo>
                    <a:pt x="100630" y="47487"/>
                  </a:moveTo>
                  <a:cubicBezTo>
                    <a:pt x="100630" y="11383"/>
                    <a:pt x="79219" y="115"/>
                    <a:pt x="62182" y="115"/>
                  </a:cubicBezTo>
                  <a:cubicBezTo>
                    <a:pt x="30641" y="115"/>
                    <a:pt x="250" y="32999"/>
                    <a:pt x="250" y="65424"/>
                  </a:cubicBezTo>
                  <a:cubicBezTo>
                    <a:pt x="250" y="86810"/>
                    <a:pt x="14064" y="104287"/>
                    <a:pt x="37547" y="104287"/>
                  </a:cubicBezTo>
                  <a:cubicBezTo>
                    <a:pt x="52052" y="104287"/>
                    <a:pt x="68628" y="98998"/>
                    <a:pt x="86126" y="84970"/>
                  </a:cubicBezTo>
                  <a:cubicBezTo>
                    <a:pt x="89119" y="97158"/>
                    <a:pt x="96716" y="104287"/>
                    <a:pt x="107077" y="104287"/>
                  </a:cubicBezTo>
                  <a:cubicBezTo>
                    <a:pt x="119279" y="104287"/>
                    <a:pt x="126416" y="91639"/>
                    <a:pt x="126416" y="87960"/>
                  </a:cubicBezTo>
                  <a:cubicBezTo>
                    <a:pt x="126416" y="86350"/>
                    <a:pt x="125034" y="85660"/>
                    <a:pt x="123653" y="85660"/>
                  </a:cubicBezTo>
                  <a:cubicBezTo>
                    <a:pt x="122041" y="85660"/>
                    <a:pt x="121351" y="86350"/>
                    <a:pt x="120660" y="87960"/>
                  </a:cubicBezTo>
                  <a:cubicBezTo>
                    <a:pt x="116516" y="99228"/>
                    <a:pt x="108228" y="99228"/>
                    <a:pt x="107767" y="99228"/>
                  </a:cubicBezTo>
                  <a:cubicBezTo>
                    <a:pt x="100630" y="99228"/>
                    <a:pt x="100630" y="81291"/>
                    <a:pt x="100630" y="75772"/>
                  </a:cubicBezTo>
                  <a:cubicBezTo>
                    <a:pt x="100630" y="70943"/>
                    <a:pt x="100630" y="70483"/>
                    <a:pt x="102932" y="67723"/>
                  </a:cubicBezTo>
                  <a:cubicBezTo>
                    <a:pt x="124574" y="40588"/>
                    <a:pt x="129409" y="13912"/>
                    <a:pt x="129409" y="13682"/>
                  </a:cubicBezTo>
                  <a:cubicBezTo>
                    <a:pt x="129409" y="13222"/>
                    <a:pt x="129179" y="11383"/>
                    <a:pt x="126646" y="11383"/>
                  </a:cubicBezTo>
                  <a:cubicBezTo>
                    <a:pt x="124344" y="11383"/>
                    <a:pt x="124344" y="12073"/>
                    <a:pt x="123193" y="16212"/>
                  </a:cubicBezTo>
                  <a:cubicBezTo>
                    <a:pt x="119048" y="30700"/>
                    <a:pt x="111451" y="48177"/>
                    <a:pt x="100630" y="61744"/>
                  </a:cubicBezTo>
                  <a:lnTo>
                    <a:pt x="100630" y="47487"/>
                  </a:lnTo>
                  <a:close/>
                  <a:moveTo>
                    <a:pt x="85205" y="78991"/>
                  </a:moveTo>
                  <a:cubicBezTo>
                    <a:pt x="64945" y="96698"/>
                    <a:pt x="47217" y="99228"/>
                    <a:pt x="38008" y="99228"/>
                  </a:cubicBezTo>
                  <a:cubicBezTo>
                    <a:pt x="24194" y="99228"/>
                    <a:pt x="17287" y="88880"/>
                    <a:pt x="17287" y="74162"/>
                  </a:cubicBezTo>
                  <a:cubicBezTo>
                    <a:pt x="17287" y="62894"/>
                    <a:pt x="23273" y="38058"/>
                    <a:pt x="30641" y="26330"/>
                  </a:cubicBezTo>
                  <a:cubicBezTo>
                    <a:pt x="41461" y="9543"/>
                    <a:pt x="53894" y="5174"/>
                    <a:pt x="61952" y="5174"/>
                  </a:cubicBezTo>
                  <a:cubicBezTo>
                    <a:pt x="84744" y="5174"/>
                    <a:pt x="84744" y="35299"/>
                    <a:pt x="84744" y="53236"/>
                  </a:cubicBezTo>
                  <a:cubicBezTo>
                    <a:pt x="84744" y="61744"/>
                    <a:pt x="84744" y="75082"/>
                    <a:pt x="85205" y="78991"/>
                  </a:cubicBezTo>
                  <a:close/>
                </a:path>
              </a:pathLst>
            </a:custGeom>
            <a:solidFill>
              <a:srgbClr val="000000"/>
            </a:solidFill>
            <a:ln w="23082" cap="flat">
              <a:noFill/>
              <a:prstDash val="solid"/>
              <a:miter/>
            </a:ln>
          </p:spPr>
          <p:txBody>
            <a:bodyPr rtlCol="0" anchor="ctr"/>
            <a:lstStyle/>
            <a:p>
              <a:endParaRPr lang="en-GB" noProof="0"/>
            </a:p>
          </p:txBody>
        </p:sp>
        <p:sp>
          <p:nvSpPr>
            <p:cNvPr id="101" name="Freeform: Shape 100">
              <a:extLst>
                <a:ext uri="{FF2B5EF4-FFF2-40B4-BE49-F238E27FC236}">
                  <a16:creationId xmlns:a16="http://schemas.microsoft.com/office/drawing/2014/main" id="{C13A0FB3-1FEA-63AD-5C01-7A7D78977BC5}"/>
                </a:ext>
              </a:extLst>
            </p:cNvPr>
            <p:cNvSpPr/>
            <p:nvPr>
              <p:custDataLst>
                <p:tags r:id="rId127"/>
              </p:custDataLst>
            </p:nvPr>
          </p:nvSpPr>
          <p:spPr>
            <a:xfrm>
              <a:off x="4301951" y="3193601"/>
              <a:ext cx="153102" cy="153154"/>
            </a:xfrm>
            <a:custGeom>
              <a:avLst/>
              <a:gdLst>
                <a:gd name="connsiteX0" fmla="*/ 81530 w 153102"/>
                <a:gd name="connsiteY0" fmla="*/ 81291 h 153154"/>
                <a:gd name="connsiteX1" fmla="*/ 145764 w 153102"/>
                <a:gd name="connsiteY1" fmla="*/ 81291 h 153154"/>
                <a:gd name="connsiteX2" fmla="*/ 153361 w 153102"/>
                <a:gd name="connsiteY2" fmla="*/ 76692 h 153154"/>
                <a:gd name="connsiteX3" fmla="*/ 145764 w 153102"/>
                <a:gd name="connsiteY3" fmla="*/ 72093 h 153154"/>
                <a:gd name="connsiteX4" fmla="*/ 81530 w 153102"/>
                <a:gd name="connsiteY4" fmla="*/ 72093 h 153154"/>
                <a:gd name="connsiteX5" fmla="*/ 81530 w 153102"/>
                <a:gd name="connsiteY5" fmla="*/ 7703 h 153154"/>
                <a:gd name="connsiteX6" fmla="*/ 76925 w 153102"/>
                <a:gd name="connsiteY6" fmla="*/ 115 h 153154"/>
                <a:gd name="connsiteX7" fmla="*/ 72321 w 153102"/>
                <a:gd name="connsiteY7" fmla="*/ 7703 h 153154"/>
                <a:gd name="connsiteX8" fmla="*/ 72321 w 153102"/>
                <a:gd name="connsiteY8" fmla="*/ 72093 h 153154"/>
                <a:gd name="connsiteX9" fmla="*/ 7857 w 153102"/>
                <a:gd name="connsiteY9" fmla="*/ 72093 h 153154"/>
                <a:gd name="connsiteX10" fmla="*/ 259 w 153102"/>
                <a:gd name="connsiteY10" fmla="*/ 76692 h 153154"/>
                <a:gd name="connsiteX11" fmla="*/ 7857 w 153102"/>
                <a:gd name="connsiteY11" fmla="*/ 81291 h 153154"/>
                <a:gd name="connsiteX12" fmla="*/ 72321 w 153102"/>
                <a:gd name="connsiteY12" fmla="*/ 81291 h 153154"/>
                <a:gd name="connsiteX13" fmla="*/ 72321 w 153102"/>
                <a:gd name="connsiteY13" fmla="*/ 145680 h 153154"/>
                <a:gd name="connsiteX14" fmla="*/ 76925 w 153102"/>
                <a:gd name="connsiteY14" fmla="*/ 153269 h 153154"/>
                <a:gd name="connsiteX15" fmla="*/ 81530 w 153102"/>
                <a:gd name="connsiteY15" fmla="*/ 145680 h 153154"/>
                <a:gd name="connsiteX16" fmla="*/ 81530 w 153102"/>
                <a:gd name="connsiteY16" fmla="*/ 81291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30" y="81291"/>
                  </a:moveTo>
                  <a:lnTo>
                    <a:pt x="145764" y="81291"/>
                  </a:lnTo>
                  <a:cubicBezTo>
                    <a:pt x="148987" y="81291"/>
                    <a:pt x="153361" y="81291"/>
                    <a:pt x="153361" y="76692"/>
                  </a:cubicBezTo>
                  <a:cubicBezTo>
                    <a:pt x="153361" y="72093"/>
                    <a:pt x="148987" y="72093"/>
                    <a:pt x="145764" y="72093"/>
                  </a:cubicBezTo>
                  <a:lnTo>
                    <a:pt x="81530" y="72093"/>
                  </a:lnTo>
                  <a:lnTo>
                    <a:pt x="81530" y="7703"/>
                  </a:lnTo>
                  <a:cubicBezTo>
                    <a:pt x="81530" y="4484"/>
                    <a:pt x="81530" y="115"/>
                    <a:pt x="76925" y="115"/>
                  </a:cubicBezTo>
                  <a:cubicBezTo>
                    <a:pt x="72321" y="115"/>
                    <a:pt x="72321" y="4484"/>
                    <a:pt x="72321" y="7703"/>
                  </a:cubicBezTo>
                  <a:lnTo>
                    <a:pt x="72321" y="72093"/>
                  </a:lnTo>
                  <a:lnTo>
                    <a:pt x="7857" y="72093"/>
                  </a:lnTo>
                  <a:cubicBezTo>
                    <a:pt x="4633" y="72093"/>
                    <a:pt x="259" y="72093"/>
                    <a:pt x="259" y="76692"/>
                  </a:cubicBezTo>
                  <a:cubicBezTo>
                    <a:pt x="259" y="81291"/>
                    <a:pt x="4633" y="81291"/>
                    <a:pt x="7857" y="81291"/>
                  </a:cubicBezTo>
                  <a:lnTo>
                    <a:pt x="72321" y="81291"/>
                  </a:lnTo>
                  <a:lnTo>
                    <a:pt x="72321" y="145680"/>
                  </a:lnTo>
                  <a:cubicBezTo>
                    <a:pt x="72321" y="148900"/>
                    <a:pt x="72321" y="153269"/>
                    <a:pt x="76925" y="153269"/>
                  </a:cubicBezTo>
                  <a:cubicBezTo>
                    <a:pt x="81530" y="153269"/>
                    <a:pt x="81530" y="148900"/>
                    <a:pt x="81530" y="145680"/>
                  </a:cubicBezTo>
                  <a:lnTo>
                    <a:pt x="81530" y="81291"/>
                  </a:lnTo>
                  <a:close/>
                </a:path>
              </a:pathLst>
            </a:custGeom>
            <a:solidFill>
              <a:srgbClr val="000000"/>
            </a:solidFill>
            <a:ln w="23082" cap="flat">
              <a:noFill/>
              <a:prstDash val="solid"/>
              <a:miter/>
            </a:ln>
          </p:spPr>
          <p:txBody>
            <a:bodyPr rtlCol="0" anchor="ctr"/>
            <a:lstStyle/>
            <a:p>
              <a:endParaRPr lang="en-GB" noProof="0"/>
            </a:p>
          </p:txBody>
        </p:sp>
        <p:sp>
          <p:nvSpPr>
            <p:cNvPr id="102" name="Freeform: Shape 101">
              <a:extLst>
                <a:ext uri="{FF2B5EF4-FFF2-40B4-BE49-F238E27FC236}">
                  <a16:creationId xmlns:a16="http://schemas.microsoft.com/office/drawing/2014/main" id="{2369C405-40C7-03A1-DE7A-113A4FC087D2}"/>
                </a:ext>
              </a:extLst>
            </p:cNvPr>
            <p:cNvSpPr/>
            <p:nvPr>
              <p:custDataLst>
                <p:tags r:id="rId128"/>
              </p:custDataLst>
            </p:nvPr>
          </p:nvSpPr>
          <p:spPr>
            <a:xfrm>
              <a:off x="4526164" y="3165315"/>
              <a:ext cx="125503" cy="206965"/>
            </a:xfrm>
            <a:custGeom>
              <a:avLst/>
              <a:gdLst>
                <a:gd name="connsiteX0" fmla="*/ 125773 w 125503"/>
                <a:gd name="connsiteY0" fmla="*/ 31619 h 206965"/>
                <a:gd name="connsiteX1" fmla="*/ 94462 w 125503"/>
                <a:gd name="connsiteY1" fmla="*/ 115 h 206965"/>
                <a:gd name="connsiteX2" fmla="*/ 66604 w 125503"/>
                <a:gd name="connsiteY2" fmla="*/ 9773 h 206965"/>
                <a:gd name="connsiteX3" fmla="*/ 36905 w 125503"/>
                <a:gd name="connsiteY3" fmla="*/ 58755 h 206965"/>
                <a:gd name="connsiteX4" fmla="*/ 298 w 125503"/>
                <a:gd name="connsiteY4" fmla="*/ 204780 h 206965"/>
                <a:gd name="connsiteX5" fmla="*/ 3061 w 125503"/>
                <a:gd name="connsiteY5" fmla="*/ 207080 h 206965"/>
                <a:gd name="connsiteX6" fmla="*/ 5824 w 125503"/>
                <a:gd name="connsiteY6" fmla="*/ 205930 h 206965"/>
                <a:gd name="connsiteX7" fmla="*/ 21940 w 125503"/>
                <a:gd name="connsiteY7" fmla="*/ 142461 h 206965"/>
                <a:gd name="connsiteX8" fmla="*/ 53251 w 125503"/>
                <a:gd name="connsiteY8" fmla="*/ 164767 h 206965"/>
                <a:gd name="connsiteX9" fmla="*/ 97685 w 125503"/>
                <a:gd name="connsiteY9" fmla="*/ 146600 h 206965"/>
                <a:gd name="connsiteX10" fmla="*/ 116103 w 125503"/>
                <a:gd name="connsiteY10" fmla="*/ 104287 h 206965"/>
                <a:gd name="connsiteX11" fmla="*/ 99297 w 125503"/>
                <a:gd name="connsiteY11" fmla="*/ 70023 h 206965"/>
                <a:gd name="connsiteX12" fmla="*/ 125773 w 125503"/>
                <a:gd name="connsiteY12" fmla="*/ 31619 h 206965"/>
                <a:gd name="connsiteX13" fmla="*/ 84332 w 125503"/>
                <a:gd name="connsiteY13" fmla="*/ 69793 h 206965"/>
                <a:gd name="connsiteX14" fmla="*/ 73281 w 125503"/>
                <a:gd name="connsiteY14" fmla="*/ 71403 h 206965"/>
                <a:gd name="connsiteX15" fmla="*/ 63151 w 125503"/>
                <a:gd name="connsiteY15" fmla="*/ 70483 h 206965"/>
                <a:gd name="connsiteX16" fmla="*/ 74432 w 125503"/>
                <a:gd name="connsiteY16" fmla="*/ 68643 h 206965"/>
                <a:gd name="connsiteX17" fmla="*/ 84332 w 125503"/>
                <a:gd name="connsiteY17" fmla="*/ 69793 h 206965"/>
                <a:gd name="connsiteX18" fmla="*/ 112880 w 125503"/>
                <a:gd name="connsiteY18" fmla="*/ 26330 h 206965"/>
                <a:gd name="connsiteX19" fmla="*/ 92159 w 125503"/>
                <a:gd name="connsiteY19" fmla="*/ 66114 h 206965"/>
                <a:gd name="connsiteX20" fmla="*/ 74432 w 125503"/>
                <a:gd name="connsiteY20" fmla="*/ 63354 h 206965"/>
                <a:gd name="connsiteX21" fmla="*/ 56704 w 125503"/>
                <a:gd name="connsiteY21" fmla="*/ 70713 h 206965"/>
                <a:gd name="connsiteX22" fmla="*/ 72590 w 125503"/>
                <a:gd name="connsiteY22" fmla="*/ 76462 h 206965"/>
                <a:gd name="connsiteX23" fmla="*/ 91469 w 125503"/>
                <a:gd name="connsiteY23" fmla="*/ 73472 h 206965"/>
                <a:gd name="connsiteX24" fmla="*/ 101599 w 125503"/>
                <a:gd name="connsiteY24" fmla="*/ 99458 h 206965"/>
                <a:gd name="connsiteX25" fmla="*/ 90087 w 125503"/>
                <a:gd name="connsiteY25" fmla="*/ 139011 h 206965"/>
                <a:gd name="connsiteX26" fmla="*/ 52560 w 125503"/>
                <a:gd name="connsiteY26" fmla="*/ 159708 h 206965"/>
                <a:gd name="connsiteX27" fmla="*/ 26314 w 125503"/>
                <a:gd name="connsiteY27" fmla="*/ 130043 h 206965"/>
                <a:gd name="connsiteX28" fmla="*/ 27465 w 125503"/>
                <a:gd name="connsiteY28" fmla="*/ 119925 h 206965"/>
                <a:gd name="connsiteX29" fmla="*/ 42200 w 125503"/>
                <a:gd name="connsiteY29" fmla="*/ 61744 h 206965"/>
                <a:gd name="connsiteX30" fmla="*/ 91469 w 125503"/>
                <a:gd name="connsiteY30" fmla="*/ 5404 h 206965"/>
                <a:gd name="connsiteX31" fmla="*/ 112880 w 125503"/>
                <a:gd name="connsiteY31" fmla="*/ 26330 h 2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5503" h="206965">
                  <a:moveTo>
                    <a:pt x="125773" y="31619"/>
                  </a:moveTo>
                  <a:cubicBezTo>
                    <a:pt x="125773" y="14372"/>
                    <a:pt x="113110" y="115"/>
                    <a:pt x="94462" y="115"/>
                  </a:cubicBezTo>
                  <a:cubicBezTo>
                    <a:pt x="81108" y="115"/>
                    <a:pt x="74662" y="3794"/>
                    <a:pt x="66604" y="9773"/>
                  </a:cubicBezTo>
                  <a:cubicBezTo>
                    <a:pt x="53941" y="18971"/>
                    <a:pt x="41279" y="41278"/>
                    <a:pt x="36905" y="58755"/>
                  </a:cubicBezTo>
                  <a:lnTo>
                    <a:pt x="298" y="204780"/>
                  </a:lnTo>
                  <a:cubicBezTo>
                    <a:pt x="68" y="205700"/>
                    <a:pt x="1219" y="207080"/>
                    <a:pt x="3061" y="207080"/>
                  </a:cubicBezTo>
                  <a:cubicBezTo>
                    <a:pt x="4903" y="207080"/>
                    <a:pt x="5593" y="206620"/>
                    <a:pt x="5824" y="205930"/>
                  </a:cubicBezTo>
                  <a:lnTo>
                    <a:pt x="21940" y="142461"/>
                  </a:lnTo>
                  <a:cubicBezTo>
                    <a:pt x="26314" y="156258"/>
                    <a:pt x="36444" y="164767"/>
                    <a:pt x="53251" y="164767"/>
                  </a:cubicBezTo>
                  <a:cubicBezTo>
                    <a:pt x="70057" y="164767"/>
                    <a:pt x="87325" y="156718"/>
                    <a:pt x="97685" y="146600"/>
                  </a:cubicBezTo>
                  <a:cubicBezTo>
                    <a:pt x="108736" y="136022"/>
                    <a:pt x="116103" y="121304"/>
                    <a:pt x="116103" y="104287"/>
                  </a:cubicBezTo>
                  <a:cubicBezTo>
                    <a:pt x="116103" y="87730"/>
                    <a:pt x="107585" y="75772"/>
                    <a:pt x="99297" y="70023"/>
                  </a:cubicBezTo>
                  <a:cubicBezTo>
                    <a:pt x="112650" y="62434"/>
                    <a:pt x="125773" y="48177"/>
                    <a:pt x="125773" y="31619"/>
                  </a:cubicBezTo>
                  <a:close/>
                  <a:moveTo>
                    <a:pt x="84332" y="69793"/>
                  </a:moveTo>
                  <a:cubicBezTo>
                    <a:pt x="81339" y="70943"/>
                    <a:pt x="78806" y="71403"/>
                    <a:pt x="73281" y="71403"/>
                  </a:cubicBezTo>
                  <a:cubicBezTo>
                    <a:pt x="70057" y="71403"/>
                    <a:pt x="65453" y="71633"/>
                    <a:pt x="63151" y="70483"/>
                  </a:cubicBezTo>
                  <a:cubicBezTo>
                    <a:pt x="63611" y="68183"/>
                    <a:pt x="71899" y="68643"/>
                    <a:pt x="74432" y="68643"/>
                  </a:cubicBezTo>
                  <a:cubicBezTo>
                    <a:pt x="79267" y="68643"/>
                    <a:pt x="81339" y="68643"/>
                    <a:pt x="84332" y="69793"/>
                  </a:cubicBezTo>
                  <a:close/>
                  <a:moveTo>
                    <a:pt x="112880" y="26330"/>
                  </a:moveTo>
                  <a:cubicBezTo>
                    <a:pt x="112880" y="42428"/>
                    <a:pt x="104131" y="58985"/>
                    <a:pt x="92159" y="66114"/>
                  </a:cubicBezTo>
                  <a:cubicBezTo>
                    <a:pt x="85943" y="63814"/>
                    <a:pt x="81339" y="63354"/>
                    <a:pt x="74432" y="63354"/>
                  </a:cubicBezTo>
                  <a:cubicBezTo>
                    <a:pt x="69597" y="63354"/>
                    <a:pt x="56704" y="63124"/>
                    <a:pt x="56704" y="70713"/>
                  </a:cubicBezTo>
                  <a:cubicBezTo>
                    <a:pt x="56474" y="77152"/>
                    <a:pt x="68446" y="76462"/>
                    <a:pt x="72590" y="76462"/>
                  </a:cubicBezTo>
                  <a:cubicBezTo>
                    <a:pt x="81108" y="76462"/>
                    <a:pt x="84562" y="76232"/>
                    <a:pt x="91469" y="73472"/>
                  </a:cubicBezTo>
                  <a:cubicBezTo>
                    <a:pt x="100217" y="81751"/>
                    <a:pt x="101369" y="88880"/>
                    <a:pt x="101599" y="99458"/>
                  </a:cubicBezTo>
                  <a:cubicBezTo>
                    <a:pt x="102059" y="112796"/>
                    <a:pt x="96534" y="130043"/>
                    <a:pt x="90087" y="139011"/>
                  </a:cubicBezTo>
                  <a:cubicBezTo>
                    <a:pt x="81108" y="151429"/>
                    <a:pt x="65683" y="159708"/>
                    <a:pt x="52560" y="159708"/>
                  </a:cubicBezTo>
                  <a:cubicBezTo>
                    <a:pt x="35063" y="159708"/>
                    <a:pt x="26314" y="146370"/>
                    <a:pt x="26314" y="130043"/>
                  </a:cubicBezTo>
                  <a:cubicBezTo>
                    <a:pt x="26314" y="127743"/>
                    <a:pt x="26314" y="124294"/>
                    <a:pt x="27465" y="119925"/>
                  </a:cubicBezTo>
                  <a:lnTo>
                    <a:pt x="42200" y="61744"/>
                  </a:lnTo>
                  <a:cubicBezTo>
                    <a:pt x="47265" y="41968"/>
                    <a:pt x="63841" y="5404"/>
                    <a:pt x="91469" y="5404"/>
                  </a:cubicBezTo>
                  <a:cubicBezTo>
                    <a:pt x="104822" y="5404"/>
                    <a:pt x="112880" y="12533"/>
                    <a:pt x="112880" y="26330"/>
                  </a:cubicBezTo>
                  <a:close/>
                </a:path>
              </a:pathLst>
            </a:custGeom>
            <a:solidFill>
              <a:srgbClr val="000000"/>
            </a:solidFill>
            <a:ln w="23082" cap="flat">
              <a:noFill/>
              <a:prstDash val="solid"/>
              <a:miter/>
            </a:ln>
          </p:spPr>
          <p:txBody>
            <a:bodyPr rtlCol="0" anchor="ctr"/>
            <a:lstStyle/>
            <a:p>
              <a:endParaRPr lang="en-GB" noProof="0"/>
            </a:p>
          </p:txBody>
        </p:sp>
        <p:sp>
          <p:nvSpPr>
            <p:cNvPr id="103" name="Freeform: Shape 102">
              <a:extLst>
                <a:ext uri="{FF2B5EF4-FFF2-40B4-BE49-F238E27FC236}">
                  <a16:creationId xmlns:a16="http://schemas.microsoft.com/office/drawing/2014/main" id="{B5341F9B-4653-18AC-D5DC-2BD4600479A9}"/>
                </a:ext>
              </a:extLst>
            </p:cNvPr>
            <p:cNvSpPr/>
            <p:nvPr>
              <p:custDataLst>
                <p:tags r:id="rId129"/>
              </p:custDataLst>
            </p:nvPr>
          </p:nvSpPr>
          <p:spPr>
            <a:xfrm>
              <a:off x="4668590" y="3135399"/>
              <a:ext cx="120386" cy="108817"/>
            </a:xfrm>
            <a:custGeom>
              <a:avLst/>
              <a:gdLst>
                <a:gd name="connsiteX0" fmla="*/ 71669 w 120386"/>
                <a:gd name="connsiteY0" fmla="*/ 11540 h 108817"/>
                <a:gd name="connsiteX1" fmla="*/ 76665 w 120386"/>
                <a:gd name="connsiteY1" fmla="*/ 6067 h 108817"/>
                <a:gd name="connsiteX2" fmla="*/ 86335 w 120386"/>
                <a:gd name="connsiteY2" fmla="*/ 5906 h 108817"/>
                <a:gd name="connsiteX3" fmla="*/ 104385 w 120386"/>
                <a:gd name="connsiteY3" fmla="*/ 7194 h 108817"/>
                <a:gd name="connsiteX4" fmla="*/ 111959 w 120386"/>
                <a:gd name="connsiteY4" fmla="*/ 19911 h 108817"/>
                <a:gd name="connsiteX5" fmla="*/ 110831 w 120386"/>
                <a:gd name="connsiteY5" fmla="*/ 32950 h 108817"/>
                <a:gd name="connsiteX6" fmla="*/ 110509 w 120386"/>
                <a:gd name="connsiteY6" fmla="*/ 34720 h 108817"/>
                <a:gd name="connsiteX7" fmla="*/ 113248 w 120386"/>
                <a:gd name="connsiteY7" fmla="*/ 37135 h 108817"/>
                <a:gd name="connsiteX8" fmla="*/ 116310 w 120386"/>
                <a:gd name="connsiteY8" fmla="*/ 33110 h 108817"/>
                <a:gd name="connsiteX9" fmla="*/ 120662 w 120386"/>
                <a:gd name="connsiteY9" fmla="*/ 2365 h 108817"/>
                <a:gd name="connsiteX10" fmla="*/ 115827 w 120386"/>
                <a:gd name="connsiteY10" fmla="*/ 111 h 108817"/>
                <a:gd name="connsiteX11" fmla="*/ 16713 w 120386"/>
                <a:gd name="connsiteY11" fmla="*/ 111 h 108817"/>
                <a:gd name="connsiteX12" fmla="*/ 11234 w 120386"/>
                <a:gd name="connsiteY12" fmla="*/ 3491 h 108817"/>
                <a:gd name="connsiteX13" fmla="*/ 1081 w 120386"/>
                <a:gd name="connsiteY13" fmla="*/ 31984 h 108817"/>
                <a:gd name="connsiteX14" fmla="*/ 275 w 120386"/>
                <a:gd name="connsiteY14" fmla="*/ 34881 h 108817"/>
                <a:gd name="connsiteX15" fmla="*/ 3015 w 120386"/>
                <a:gd name="connsiteY15" fmla="*/ 37135 h 108817"/>
                <a:gd name="connsiteX16" fmla="*/ 6399 w 120386"/>
                <a:gd name="connsiteY16" fmla="*/ 33271 h 108817"/>
                <a:gd name="connsiteX17" fmla="*/ 45561 w 120386"/>
                <a:gd name="connsiteY17" fmla="*/ 5906 h 108817"/>
                <a:gd name="connsiteX18" fmla="*/ 52330 w 120386"/>
                <a:gd name="connsiteY18" fmla="*/ 5906 h 108817"/>
                <a:gd name="connsiteX19" fmla="*/ 57326 w 120386"/>
                <a:gd name="connsiteY19" fmla="*/ 7516 h 108817"/>
                <a:gd name="connsiteX20" fmla="*/ 56681 w 120386"/>
                <a:gd name="connsiteY20" fmla="*/ 10896 h 108817"/>
                <a:gd name="connsiteX21" fmla="*/ 35408 w 120386"/>
                <a:gd name="connsiteY21" fmla="*/ 95568 h 108817"/>
                <a:gd name="connsiteX22" fmla="*/ 16552 w 120386"/>
                <a:gd name="connsiteY22" fmla="*/ 103134 h 108817"/>
                <a:gd name="connsiteX23" fmla="*/ 9300 w 120386"/>
                <a:gd name="connsiteY23" fmla="*/ 106675 h 108817"/>
                <a:gd name="connsiteX24" fmla="*/ 12040 w 120386"/>
                <a:gd name="connsiteY24" fmla="*/ 108929 h 108817"/>
                <a:gd name="connsiteX25" fmla="*/ 25900 w 120386"/>
                <a:gd name="connsiteY25" fmla="*/ 108446 h 108817"/>
                <a:gd name="connsiteX26" fmla="*/ 39759 w 120386"/>
                <a:gd name="connsiteY26" fmla="*/ 108285 h 108817"/>
                <a:gd name="connsiteX27" fmla="*/ 54264 w 120386"/>
                <a:gd name="connsiteY27" fmla="*/ 108446 h 108817"/>
                <a:gd name="connsiteX28" fmla="*/ 67801 w 120386"/>
                <a:gd name="connsiteY28" fmla="*/ 108929 h 108817"/>
                <a:gd name="connsiteX29" fmla="*/ 71508 w 120386"/>
                <a:gd name="connsiteY29" fmla="*/ 105387 h 108817"/>
                <a:gd name="connsiteX30" fmla="*/ 64900 w 120386"/>
                <a:gd name="connsiteY30" fmla="*/ 103134 h 108817"/>
                <a:gd name="connsiteX31" fmla="*/ 55553 w 120386"/>
                <a:gd name="connsiteY31" fmla="*/ 102812 h 108817"/>
                <a:gd name="connsiteX32" fmla="*/ 49751 w 120386"/>
                <a:gd name="connsiteY32" fmla="*/ 99753 h 108817"/>
                <a:gd name="connsiteX33" fmla="*/ 50396 w 120386"/>
                <a:gd name="connsiteY33" fmla="*/ 96051 h 108817"/>
                <a:gd name="connsiteX34" fmla="*/ 71669 w 120386"/>
                <a:gd name="connsiteY34" fmla="*/ 11540 h 10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0386" h="108817">
                  <a:moveTo>
                    <a:pt x="71669" y="11540"/>
                  </a:moveTo>
                  <a:cubicBezTo>
                    <a:pt x="72797" y="6872"/>
                    <a:pt x="73120" y="6389"/>
                    <a:pt x="76665" y="6067"/>
                  </a:cubicBezTo>
                  <a:cubicBezTo>
                    <a:pt x="77471" y="5906"/>
                    <a:pt x="83111" y="5906"/>
                    <a:pt x="86335" y="5906"/>
                  </a:cubicBezTo>
                  <a:cubicBezTo>
                    <a:pt x="96165" y="5906"/>
                    <a:pt x="100356" y="5906"/>
                    <a:pt x="104385" y="7194"/>
                  </a:cubicBezTo>
                  <a:cubicBezTo>
                    <a:pt x="111637" y="9447"/>
                    <a:pt x="111959" y="14116"/>
                    <a:pt x="111959" y="19911"/>
                  </a:cubicBezTo>
                  <a:cubicBezTo>
                    <a:pt x="111959" y="22486"/>
                    <a:pt x="111959" y="24579"/>
                    <a:pt x="110831" y="32950"/>
                  </a:cubicBezTo>
                  <a:lnTo>
                    <a:pt x="110509" y="34720"/>
                  </a:lnTo>
                  <a:cubicBezTo>
                    <a:pt x="110509" y="36330"/>
                    <a:pt x="111637" y="37135"/>
                    <a:pt x="113248" y="37135"/>
                  </a:cubicBezTo>
                  <a:cubicBezTo>
                    <a:pt x="115666" y="37135"/>
                    <a:pt x="115988" y="35686"/>
                    <a:pt x="116310" y="33110"/>
                  </a:cubicBezTo>
                  <a:lnTo>
                    <a:pt x="120662" y="2365"/>
                  </a:lnTo>
                  <a:cubicBezTo>
                    <a:pt x="120662" y="111"/>
                    <a:pt x="118728" y="111"/>
                    <a:pt x="115827" y="111"/>
                  </a:cubicBezTo>
                  <a:lnTo>
                    <a:pt x="16713" y="111"/>
                  </a:lnTo>
                  <a:cubicBezTo>
                    <a:pt x="12684" y="111"/>
                    <a:pt x="12362" y="111"/>
                    <a:pt x="11234" y="3491"/>
                  </a:cubicBezTo>
                  <a:lnTo>
                    <a:pt x="1081" y="31984"/>
                  </a:lnTo>
                  <a:cubicBezTo>
                    <a:pt x="920" y="32628"/>
                    <a:pt x="275" y="34076"/>
                    <a:pt x="275" y="34881"/>
                  </a:cubicBezTo>
                  <a:cubicBezTo>
                    <a:pt x="275" y="35525"/>
                    <a:pt x="597" y="37135"/>
                    <a:pt x="3015" y="37135"/>
                  </a:cubicBezTo>
                  <a:cubicBezTo>
                    <a:pt x="5110" y="37135"/>
                    <a:pt x="5432" y="36330"/>
                    <a:pt x="6399" y="33271"/>
                  </a:cubicBezTo>
                  <a:cubicBezTo>
                    <a:pt x="15746" y="7516"/>
                    <a:pt x="21065" y="5906"/>
                    <a:pt x="45561" y="5906"/>
                  </a:cubicBezTo>
                  <a:lnTo>
                    <a:pt x="52330" y="5906"/>
                  </a:lnTo>
                  <a:cubicBezTo>
                    <a:pt x="57165" y="5906"/>
                    <a:pt x="57326" y="6067"/>
                    <a:pt x="57326" y="7516"/>
                  </a:cubicBezTo>
                  <a:cubicBezTo>
                    <a:pt x="57326" y="7677"/>
                    <a:pt x="57326" y="8482"/>
                    <a:pt x="56681" y="10896"/>
                  </a:cubicBezTo>
                  <a:lnTo>
                    <a:pt x="35408" y="95568"/>
                  </a:lnTo>
                  <a:cubicBezTo>
                    <a:pt x="33958" y="101524"/>
                    <a:pt x="33474" y="103134"/>
                    <a:pt x="16552" y="103134"/>
                  </a:cubicBezTo>
                  <a:cubicBezTo>
                    <a:pt x="10751" y="103134"/>
                    <a:pt x="9300" y="103134"/>
                    <a:pt x="9300" y="106675"/>
                  </a:cubicBezTo>
                  <a:cubicBezTo>
                    <a:pt x="9300" y="107158"/>
                    <a:pt x="9622" y="108929"/>
                    <a:pt x="12040" y="108929"/>
                  </a:cubicBezTo>
                  <a:cubicBezTo>
                    <a:pt x="16552" y="108929"/>
                    <a:pt x="21387" y="108446"/>
                    <a:pt x="25900" y="108446"/>
                  </a:cubicBezTo>
                  <a:cubicBezTo>
                    <a:pt x="30412" y="108446"/>
                    <a:pt x="35247" y="108285"/>
                    <a:pt x="39759" y="108285"/>
                  </a:cubicBezTo>
                  <a:cubicBezTo>
                    <a:pt x="44272" y="108285"/>
                    <a:pt x="49751" y="108285"/>
                    <a:pt x="54264" y="108446"/>
                  </a:cubicBezTo>
                  <a:cubicBezTo>
                    <a:pt x="58615" y="108607"/>
                    <a:pt x="63450" y="108929"/>
                    <a:pt x="67801" y="108929"/>
                  </a:cubicBezTo>
                  <a:cubicBezTo>
                    <a:pt x="69091" y="108929"/>
                    <a:pt x="71508" y="108929"/>
                    <a:pt x="71508" y="105387"/>
                  </a:cubicBezTo>
                  <a:cubicBezTo>
                    <a:pt x="71508" y="103134"/>
                    <a:pt x="69896" y="103134"/>
                    <a:pt x="64900" y="103134"/>
                  </a:cubicBezTo>
                  <a:cubicBezTo>
                    <a:pt x="61838" y="103134"/>
                    <a:pt x="58615" y="102973"/>
                    <a:pt x="55553" y="102812"/>
                  </a:cubicBezTo>
                  <a:cubicBezTo>
                    <a:pt x="50074" y="102329"/>
                    <a:pt x="49751" y="101685"/>
                    <a:pt x="49751" y="99753"/>
                  </a:cubicBezTo>
                  <a:cubicBezTo>
                    <a:pt x="49751" y="98626"/>
                    <a:pt x="49751" y="98305"/>
                    <a:pt x="50396" y="96051"/>
                  </a:cubicBezTo>
                  <a:lnTo>
                    <a:pt x="71669" y="11540"/>
                  </a:lnTo>
                  <a:close/>
                </a:path>
              </a:pathLst>
            </a:custGeom>
            <a:solidFill>
              <a:srgbClr val="000000"/>
            </a:solidFill>
            <a:ln w="23082" cap="flat">
              <a:noFill/>
              <a:prstDash val="solid"/>
              <a:miter/>
            </a:ln>
          </p:spPr>
          <p:txBody>
            <a:bodyPr rtlCol="0" anchor="ctr"/>
            <a:lstStyle/>
            <a:p>
              <a:endParaRPr lang="en-GB" noProof="0"/>
            </a:p>
          </p:txBody>
        </p:sp>
        <p:sp>
          <p:nvSpPr>
            <p:cNvPr id="104" name="Freeform: Shape 103">
              <a:extLst>
                <a:ext uri="{FF2B5EF4-FFF2-40B4-BE49-F238E27FC236}">
                  <a16:creationId xmlns:a16="http://schemas.microsoft.com/office/drawing/2014/main" id="{6EDDF999-B933-AC16-9743-C0CCF6955646}"/>
                </a:ext>
              </a:extLst>
            </p:cNvPr>
            <p:cNvSpPr/>
            <p:nvPr>
              <p:custDataLst>
                <p:tags r:id="rId130"/>
              </p:custDataLst>
            </p:nvPr>
          </p:nvSpPr>
          <p:spPr>
            <a:xfrm>
              <a:off x="4813373" y="3226025"/>
              <a:ext cx="114653" cy="104172"/>
            </a:xfrm>
            <a:custGeom>
              <a:avLst/>
              <a:gdLst>
                <a:gd name="connsiteX0" fmla="*/ 70501 w 114653"/>
                <a:gd name="connsiteY0" fmla="*/ 32309 h 104172"/>
                <a:gd name="connsiteX1" fmla="*/ 93294 w 114653"/>
                <a:gd name="connsiteY1" fmla="*/ 5174 h 104172"/>
                <a:gd name="connsiteX2" fmla="*/ 104805 w 114653"/>
                <a:gd name="connsiteY2" fmla="*/ 8163 h 104172"/>
                <a:gd name="connsiteX3" fmla="*/ 93754 w 114653"/>
                <a:gd name="connsiteY3" fmla="*/ 20581 h 104172"/>
                <a:gd name="connsiteX4" fmla="*/ 102503 w 114653"/>
                <a:gd name="connsiteY4" fmla="*/ 28630 h 104172"/>
                <a:gd name="connsiteX5" fmla="*/ 114935 w 114653"/>
                <a:gd name="connsiteY5" fmla="*/ 15292 h 104172"/>
                <a:gd name="connsiteX6" fmla="*/ 93524 w 114653"/>
                <a:gd name="connsiteY6" fmla="*/ 115 h 104172"/>
                <a:gd name="connsiteX7" fmla="*/ 69350 w 114653"/>
                <a:gd name="connsiteY7" fmla="*/ 17592 h 104172"/>
                <a:gd name="connsiteX8" fmla="*/ 44485 w 114653"/>
                <a:gd name="connsiteY8" fmla="*/ 115 h 104172"/>
                <a:gd name="connsiteX9" fmla="*/ 7418 w 114653"/>
                <a:gd name="connsiteY9" fmla="*/ 35529 h 104172"/>
                <a:gd name="connsiteX10" fmla="*/ 10181 w 114653"/>
                <a:gd name="connsiteY10" fmla="*/ 37828 h 104172"/>
                <a:gd name="connsiteX11" fmla="*/ 13174 w 114653"/>
                <a:gd name="connsiteY11" fmla="*/ 35299 h 104172"/>
                <a:gd name="connsiteX12" fmla="*/ 44025 w 114653"/>
                <a:gd name="connsiteY12" fmla="*/ 5174 h 104172"/>
                <a:gd name="connsiteX13" fmla="*/ 56457 w 114653"/>
                <a:gd name="connsiteY13" fmla="*/ 20581 h 104172"/>
                <a:gd name="connsiteX14" fmla="*/ 44025 w 114653"/>
                <a:gd name="connsiteY14" fmla="*/ 75312 h 104172"/>
                <a:gd name="connsiteX15" fmla="*/ 22153 w 114653"/>
                <a:gd name="connsiteY15" fmla="*/ 99228 h 104172"/>
                <a:gd name="connsiteX16" fmla="*/ 10642 w 114653"/>
                <a:gd name="connsiteY16" fmla="*/ 96238 h 104172"/>
                <a:gd name="connsiteX17" fmla="*/ 21462 w 114653"/>
                <a:gd name="connsiteY17" fmla="*/ 83821 h 104172"/>
                <a:gd name="connsiteX18" fmla="*/ 12944 w 114653"/>
                <a:gd name="connsiteY18" fmla="*/ 75772 h 104172"/>
                <a:gd name="connsiteX19" fmla="*/ 281 w 114653"/>
                <a:gd name="connsiteY19" fmla="*/ 89110 h 104172"/>
                <a:gd name="connsiteX20" fmla="*/ 21923 w 114653"/>
                <a:gd name="connsiteY20" fmla="*/ 104287 h 104172"/>
                <a:gd name="connsiteX21" fmla="*/ 46097 w 114653"/>
                <a:gd name="connsiteY21" fmla="*/ 86810 h 104172"/>
                <a:gd name="connsiteX22" fmla="*/ 70962 w 114653"/>
                <a:gd name="connsiteY22" fmla="*/ 104287 h 104172"/>
                <a:gd name="connsiteX23" fmla="*/ 107798 w 114653"/>
                <a:gd name="connsiteY23" fmla="*/ 68873 h 104172"/>
                <a:gd name="connsiteX24" fmla="*/ 105036 w 114653"/>
                <a:gd name="connsiteY24" fmla="*/ 66573 h 104172"/>
                <a:gd name="connsiteX25" fmla="*/ 102043 w 114653"/>
                <a:gd name="connsiteY25" fmla="*/ 69103 h 104172"/>
                <a:gd name="connsiteX26" fmla="*/ 71422 w 114653"/>
                <a:gd name="connsiteY26" fmla="*/ 99228 h 104172"/>
                <a:gd name="connsiteX27" fmla="*/ 58759 w 114653"/>
                <a:gd name="connsiteY27" fmla="*/ 84051 h 104172"/>
                <a:gd name="connsiteX28" fmla="*/ 62673 w 114653"/>
                <a:gd name="connsiteY28" fmla="*/ 63814 h 104172"/>
                <a:gd name="connsiteX29" fmla="*/ 70501 w 114653"/>
                <a:gd name="connsiteY29" fmla="*/ 32309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653" h="104172">
                  <a:moveTo>
                    <a:pt x="70501" y="32309"/>
                  </a:moveTo>
                  <a:cubicBezTo>
                    <a:pt x="71883" y="26330"/>
                    <a:pt x="77178" y="5174"/>
                    <a:pt x="93294" y="5174"/>
                  </a:cubicBezTo>
                  <a:cubicBezTo>
                    <a:pt x="94445" y="5174"/>
                    <a:pt x="99970" y="5174"/>
                    <a:pt x="104805" y="8163"/>
                  </a:cubicBezTo>
                  <a:cubicBezTo>
                    <a:pt x="98359" y="9313"/>
                    <a:pt x="93754" y="15062"/>
                    <a:pt x="93754" y="20581"/>
                  </a:cubicBezTo>
                  <a:cubicBezTo>
                    <a:pt x="93754" y="24261"/>
                    <a:pt x="96287" y="28630"/>
                    <a:pt x="102503" y="28630"/>
                  </a:cubicBezTo>
                  <a:cubicBezTo>
                    <a:pt x="107568" y="28630"/>
                    <a:pt x="114935" y="24491"/>
                    <a:pt x="114935" y="15292"/>
                  </a:cubicBezTo>
                  <a:cubicBezTo>
                    <a:pt x="114935" y="3334"/>
                    <a:pt x="101352" y="115"/>
                    <a:pt x="93524" y="115"/>
                  </a:cubicBezTo>
                  <a:cubicBezTo>
                    <a:pt x="80171" y="115"/>
                    <a:pt x="72113" y="12303"/>
                    <a:pt x="69350" y="17592"/>
                  </a:cubicBezTo>
                  <a:cubicBezTo>
                    <a:pt x="63594" y="2414"/>
                    <a:pt x="51162" y="115"/>
                    <a:pt x="44485" y="115"/>
                  </a:cubicBezTo>
                  <a:cubicBezTo>
                    <a:pt x="20541" y="115"/>
                    <a:pt x="7418" y="29780"/>
                    <a:pt x="7418" y="35529"/>
                  </a:cubicBezTo>
                  <a:cubicBezTo>
                    <a:pt x="7418" y="37828"/>
                    <a:pt x="9721" y="37828"/>
                    <a:pt x="10181" y="37828"/>
                  </a:cubicBezTo>
                  <a:cubicBezTo>
                    <a:pt x="12023" y="37828"/>
                    <a:pt x="12714" y="37368"/>
                    <a:pt x="13174" y="35299"/>
                  </a:cubicBezTo>
                  <a:cubicBezTo>
                    <a:pt x="21002" y="10923"/>
                    <a:pt x="36197" y="5174"/>
                    <a:pt x="44025" y="5174"/>
                  </a:cubicBezTo>
                  <a:cubicBezTo>
                    <a:pt x="48399" y="5174"/>
                    <a:pt x="56457" y="7243"/>
                    <a:pt x="56457" y="20581"/>
                  </a:cubicBezTo>
                  <a:cubicBezTo>
                    <a:pt x="56457" y="27710"/>
                    <a:pt x="52543" y="43117"/>
                    <a:pt x="44025" y="75312"/>
                  </a:cubicBezTo>
                  <a:cubicBezTo>
                    <a:pt x="40341" y="89570"/>
                    <a:pt x="32283" y="99228"/>
                    <a:pt x="22153" y="99228"/>
                  </a:cubicBezTo>
                  <a:cubicBezTo>
                    <a:pt x="20772" y="99228"/>
                    <a:pt x="15476" y="99228"/>
                    <a:pt x="10642" y="96238"/>
                  </a:cubicBezTo>
                  <a:cubicBezTo>
                    <a:pt x="16397" y="95089"/>
                    <a:pt x="21462" y="90259"/>
                    <a:pt x="21462" y="83821"/>
                  </a:cubicBezTo>
                  <a:cubicBezTo>
                    <a:pt x="21462" y="77612"/>
                    <a:pt x="16397" y="75772"/>
                    <a:pt x="12944" y="75772"/>
                  </a:cubicBezTo>
                  <a:cubicBezTo>
                    <a:pt x="6037" y="75772"/>
                    <a:pt x="281" y="81751"/>
                    <a:pt x="281" y="89110"/>
                  </a:cubicBezTo>
                  <a:cubicBezTo>
                    <a:pt x="281" y="99688"/>
                    <a:pt x="11793" y="104287"/>
                    <a:pt x="21923" y="104287"/>
                  </a:cubicBezTo>
                  <a:cubicBezTo>
                    <a:pt x="37118" y="104287"/>
                    <a:pt x="45406" y="88190"/>
                    <a:pt x="46097" y="86810"/>
                  </a:cubicBezTo>
                  <a:cubicBezTo>
                    <a:pt x="48860" y="95319"/>
                    <a:pt x="57148" y="104287"/>
                    <a:pt x="70962" y="104287"/>
                  </a:cubicBezTo>
                  <a:cubicBezTo>
                    <a:pt x="94675" y="104287"/>
                    <a:pt x="107798" y="74622"/>
                    <a:pt x="107798" y="68873"/>
                  </a:cubicBezTo>
                  <a:cubicBezTo>
                    <a:pt x="107798" y="66573"/>
                    <a:pt x="105726" y="66573"/>
                    <a:pt x="105036" y="66573"/>
                  </a:cubicBezTo>
                  <a:cubicBezTo>
                    <a:pt x="102963" y="66573"/>
                    <a:pt x="102503" y="67493"/>
                    <a:pt x="102043" y="69103"/>
                  </a:cubicBezTo>
                  <a:cubicBezTo>
                    <a:pt x="94445" y="93709"/>
                    <a:pt x="78789" y="99228"/>
                    <a:pt x="71422" y="99228"/>
                  </a:cubicBezTo>
                  <a:cubicBezTo>
                    <a:pt x="62443" y="99228"/>
                    <a:pt x="58759" y="91869"/>
                    <a:pt x="58759" y="84051"/>
                  </a:cubicBezTo>
                  <a:cubicBezTo>
                    <a:pt x="58759" y="78991"/>
                    <a:pt x="60141" y="73932"/>
                    <a:pt x="62673" y="63814"/>
                  </a:cubicBezTo>
                  <a:lnTo>
                    <a:pt x="70501" y="32309"/>
                  </a:lnTo>
                  <a:close/>
                </a:path>
              </a:pathLst>
            </a:custGeom>
            <a:solidFill>
              <a:srgbClr val="000000"/>
            </a:solidFill>
            <a:ln w="23082" cap="flat">
              <a:noFill/>
              <a:prstDash val="solid"/>
              <a:miter/>
            </a:ln>
          </p:spPr>
          <p:txBody>
            <a:bodyPr rtlCol="0" anchor="ctr"/>
            <a:lstStyle/>
            <a:p>
              <a:endParaRPr lang="en-GB" noProof="0"/>
            </a:p>
          </p:txBody>
        </p:sp>
        <p:sp>
          <p:nvSpPr>
            <p:cNvPr id="105" name="Freeform: Shape 104">
              <a:extLst>
                <a:ext uri="{FF2B5EF4-FFF2-40B4-BE49-F238E27FC236}">
                  <a16:creationId xmlns:a16="http://schemas.microsoft.com/office/drawing/2014/main" id="{854DA6FD-8BBD-1D86-78ED-080E55E87E42}"/>
                </a:ext>
              </a:extLst>
            </p:cNvPr>
            <p:cNvSpPr/>
            <p:nvPr>
              <p:custDataLst>
                <p:tags r:id="rId131"/>
              </p:custDataLst>
            </p:nvPr>
          </p:nvSpPr>
          <p:spPr>
            <a:xfrm>
              <a:off x="5002332" y="3193601"/>
              <a:ext cx="153102" cy="153154"/>
            </a:xfrm>
            <a:custGeom>
              <a:avLst/>
              <a:gdLst>
                <a:gd name="connsiteX0" fmla="*/ 81560 w 153102"/>
                <a:gd name="connsiteY0" fmla="*/ 81291 h 153154"/>
                <a:gd name="connsiteX1" fmla="*/ 145794 w 153102"/>
                <a:gd name="connsiteY1" fmla="*/ 81291 h 153154"/>
                <a:gd name="connsiteX2" fmla="*/ 153392 w 153102"/>
                <a:gd name="connsiteY2" fmla="*/ 76692 h 153154"/>
                <a:gd name="connsiteX3" fmla="*/ 145794 w 153102"/>
                <a:gd name="connsiteY3" fmla="*/ 72093 h 153154"/>
                <a:gd name="connsiteX4" fmla="*/ 81560 w 153102"/>
                <a:gd name="connsiteY4" fmla="*/ 72093 h 153154"/>
                <a:gd name="connsiteX5" fmla="*/ 81560 w 153102"/>
                <a:gd name="connsiteY5" fmla="*/ 7703 h 153154"/>
                <a:gd name="connsiteX6" fmla="*/ 76955 w 153102"/>
                <a:gd name="connsiteY6" fmla="*/ 115 h 153154"/>
                <a:gd name="connsiteX7" fmla="*/ 72351 w 153102"/>
                <a:gd name="connsiteY7" fmla="*/ 7703 h 153154"/>
                <a:gd name="connsiteX8" fmla="*/ 72351 w 153102"/>
                <a:gd name="connsiteY8" fmla="*/ 72093 h 153154"/>
                <a:gd name="connsiteX9" fmla="*/ 7887 w 153102"/>
                <a:gd name="connsiteY9" fmla="*/ 72093 h 153154"/>
                <a:gd name="connsiteX10" fmla="*/ 289 w 153102"/>
                <a:gd name="connsiteY10" fmla="*/ 76692 h 153154"/>
                <a:gd name="connsiteX11" fmla="*/ 7887 w 153102"/>
                <a:gd name="connsiteY11" fmla="*/ 81291 h 153154"/>
                <a:gd name="connsiteX12" fmla="*/ 72351 w 153102"/>
                <a:gd name="connsiteY12" fmla="*/ 81291 h 153154"/>
                <a:gd name="connsiteX13" fmla="*/ 72351 w 153102"/>
                <a:gd name="connsiteY13" fmla="*/ 145680 h 153154"/>
                <a:gd name="connsiteX14" fmla="*/ 76955 w 153102"/>
                <a:gd name="connsiteY14" fmla="*/ 153269 h 153154"/>
                <a:gd name="connsiteX15" fmla="*/ 81560 w 153102"/>
                <a:gd name="connsiteY15" fmla="*/ 145680 h 153154"/>
                <a:gd name="connsiteX16" fmla="*/ 81560 w 153102"/>
                <a:gd name="connsiteY16" fmla="*/ 81291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60" y="81291"/>
                  </a:moveTo>
                  <a:lnTo>
                    <a:pt x="145794" y="81291"/>
                  </a:lnTo>
                  <a:cubicBezTo>
                    <a:pt x="149017" y="81291"/>
                    <a:pt x="153392" y="81291"/>
                    <a:pt x="153392" y="76692"/>
                  </a:cubicBezTo>
                  <a:cubicBezTo>
                    <a:pt x="153392" y="72093"/>
                    <a:pt x="149017" y="72093"/>
                    <a:pt x="145794" y="72093"/>
                  </a:cubicBezTo>
                  <a:lnTo>
                    <a:pt x="81560" y="72093"/>
                  </a:lnTo>
                  <a:lnTo>
                    <a:pt x="81560" y="7703"/>
                  </a:lnTo>
                  <a:cubicBezTo>
                    <a:pt x="81560" y="4484"/>
                    <a:pt x="81560" y="115"/>
                    <a:pt x="76955" y="115"/>
                  </a:cubicBezTo>
                  <a:cubicBezTo>
                    <a:pt x="72351" y="115"/>
                    <a:pt x="72351" y="4484"/>
                    <a:pt x="72351" y="7703"/>
                  </a:cubicBezTo>
                  <a:lnTo>
                    <a:pt x="72351" y="72093"/>
                  </a:lnTo>
                  <a:lnTo>
                    <a:pt x="7887" y="72093"/>
                  </a:lnTo>
                  <a:cubicBezTo>
                    <a:pt x="4664" y="72093"/>
                    <a:pt x="289" y="72093"/>
                    <a:pt x="289" y="76692"/>
                  </a:cubicBezTo>
                  <a:cubicBezTo>
                    <a:pt x="289" y="81291"/>
                    <a:pt x="4664" y="81291"/>
                    <a:pt x="7887" y="81291"/>
                  </a:cubicBezTo>
                  <a:lnTo>
                    <a:pt x="72351" y="81291"/>
                  </a:lnTo>
                  <a:lnTo>
                    <a:pt x="72351" y="145680"/>
                  </a:lnTo>
                  <a:cubicBezTo>
                    <a:pt x="72351" y="148900"/>
                    <a:pt x="72351" y="153269"/>
                    <a:pt x="76955" y="153269"/>
                  </a:cubicBezTo>
                  <a:cubicBezTo>
                    <a:pt x="81560" y="153269"/>
                    <a:pt x="81560" y="148900"/>
                    <a:pt x="81560" y="145680"/>
                  </a:cubicBezTo>
                  <a:lnTo>
                    <a:pt x="81560" y="81291"/>
                  </a:lnTo>
                  <a:close/>
                </a:path>
              </a:pathLst>
            </a:custGeom>
            <a:solidFill>
              <a:srgbClr val="000000"/>
            </a:solidFill>
            <a:ln w="23082" cap="flat">
              <a:noFill/>
              <a:prstDash val="solid"/>
              <a:miter/>
            </a:ln>
          </p:spPr>
          <p:txBody>
            <a:bodyPr rtlCol="0" anchor="ctr"/>
            <a:lstStyle/>
            <a:p>
              <a:endParaRPr lang="en-GB" noProof="0"/>
            </a:p>
          </p:txBody>
        </p:sp>
        <p:sp>
          <p:nvSpPr>
            <p:cNvPr id="106" name="Freeform: Shape 105">
              <a:extLst>
                <a:ext uri="{FF2B5EF4-FFF2-40B4-BE49-F238E27FC236}">
                  <a16:creationId xmlns:a16="http://schemas.microsoft.com/office/drawing/2014/main" id="{FF6A953F-2898-9EDA-D37D-CE46ED6AAB7F}"/>
                </a:ext>
              </a:extLst>
            </p:cNvPr>
            <p:cNvSpPr/>
            <p:nvPr>
              <p:custDataLst>
                <p:tags r:id="rId132"/>
              </p:custDataLst>
            </p:nvPr>
          </p:nvSpPr>
          <p:spPr>
            <a:xfrm>
              <a:off x="5230489" y="3228555"/>
              <a:ext cx="75745" cy="101642"/>
            </a:xfrm>
            <a:custGeom>
              <a:avLst/>
              <a:gdLst>
                <a:gd name="connsiteX0" fmla="*/ 58087 w 75745"/>
                <a:gd name="connsiteY0" fmla="*/ 47257 h 101642"/>
                <a:gd name="connsiteX1" fmla="*/ 65914 w 75745"/>
                <a:gd name="connsiteY1" fmla="*/ 43347 h 101642"/>
                <a:gd name="connsiteX2" fmla="*/ 59238 w 75745"/>
                <a:gd name="connsiteY2" fmla="*/ 40128 h 101642"/>
                <a:gd name="connsiteX3" fmla="*/ 21941 w 75745"/>
                <a:gd name="connsiteY3" fmla="*/ 40128 h 101642"/>
                <a:gd name="connsiteX4" fmla="*/ 61310 w 75745"/>
                <a:gd name="connsiteY4" fmla="*/ 7243 h 101642"/>
                <a:gd name="connsiteX5" fmla="*/ 68447 w 75745"/>
                <a:gd name="connsiteY5" fmla="*/ 7243 h 101642"/>
                <a:gd name="connsiteX6" fmla="*/ 76045 w 75745"/>
                <a:gd name="connsiteY6" fmla="*/ 3334 h 101642"/>
                <a:gd name="connsiteX7" fmla="*/ 69138 w 75745"/>
                <a:gd name="connsiteY7" fmla="*/ 115 h 101642"/>
                <a:gd name="connsiteX8" fmla="*/ 61080 w 75745"/>
                <a:gd name="connsiteY8" fmla="*/ 115 h 101642"/>
                <a:gd name="connsiteX9" fmla="*/ 299 w 75745"/>
                <a:gd name="connsiteY9" fmla="*/ 58295 h 101642"/>
                <a:gd name="connsiteX10" fmla="*/ 41971 w 75745"/>
                <a:gd name="connsiteY10" fmla="*/ 101758 h 101642"/>
                <a:gd name="connsiteX11" fmla="*/ 71900 w 75745"/>
                <a:gd name="connsiteY11" fmla="*/ 90030 h 101642"/>
                <a:gd name="connsiteX12" fmla="*/ 69598 w 75745"/>
                <a:gd name="connsiteY12" fmla="*/ 86810 h 101642"/>
                <a:gd name="connsiteX13" fmla="*/ 66605 w 75745"/>
                <a:gd name="connsiteY13" fmla="*/ 88190 h 101642"/>
                <a:gd name="connsiteX14" fmla="*/ 42431 w 75745"/>
                <a:gd name="connsiteY14" fmla="*/ 96698 h 101642"/>
                <a:gd name="connsiteX15" fmla="*/ 17566 w 75745"/>
                <a:gd name="connsiteY15" fmla="*/ 66803 h 101642"/>
                <a:gd name="connsiteX16" fmla="*/ 20099 w 75745"/>
                <a:gd name="connsiteY16" fmla="*/ 47257 h 101642"/>
                <a:gd name="connsiteX17" fmla="*/ 58087 w 75745"/>
                <a:gd name="connsiteY17" fmla="*/ 47257 h 10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745" h="101642">
                  <a:moveTo>
                    <a:pt x="58087" y="47257"/>
                  </a:moveTo>
                  <a:cubicBezTo>
                    <a:pt x="61770" y="47257"/>
                    <a:pt x="65914" y="47257"/>
                    <a:pt x="65914" y="43347"/>
                  </a:cubicBezTo>
                  <a:cubicBezTo>
                    <a:pt x="65914" y="40128"/>
                    <a:pt x="63152" y="40128"/>
                    <a:pt x="59238" y="40128"/>
                  </a:cubicBezTo>
                  <a:lnTo>
                    <a:pt x="21941" y="40128"/>
                  </a:lnTo>
                  <a:cubicBezTo>
                    <a:pt x="27466" y="20581"/>
                    <a:pt x="40359" y="7243"/>
                    <a:pt x="61310" y="7243"/>
                  </a:cubicBezTo>
                  <a:lnTo>
                    <a:pt x="68447" y="7243"/>
                  </a:lnTo>
                  <a:cubicBezTo>
                    <a:pt x="72361" y="7243"/>
                    <a:pt x="76045" y="7243"/>
                    <a:pt x="76045" y="3334"/>
                  </a:cubicBezTo>
                  <a:cubicBezTo>
                    <a:pt x="76045" y="115"/>
                    <a:pt x="73052" y="115"/>
                    <a:pt x="69138" y="115"/>
                  </a:cubicBezTo>
                  <a:lnTo>
                    <a:pt x="61080" y="115"/>
                  </a:lnTo>
                  <a:cubicBezTo>
                    <a:pt x="31150" y="115"/>
                    <a:pt x="299" y="23111"/>
                    <a:pt x="299" y="58295"/>
                  </a:cubicBezTo>
                  <a:cubicBezTo>
                    <a:pt x="299" y="83591"/>
                    <a:pt x="17566" y="101758"/>
                    <a:pt x="41971" y="101758"/>
                  </a:cubicBezTo>
                  <a:cubicBezTo>
                    <a:pt x="56936" y="101758"/>
                    <a:pt x="71900" y="92559"/>
                    <a:pt x="71900" y="90030"/>
                  </a:cubicBezTo>
                  <a:cubicBezTo>
                    <a:pt x="71900" y="89340"/>
                    <a:pt x="71670" y="86810"/>
                    <a:pt x="69598" y="86810"/>
                  </a:cubicBezTo>
                  <a:cubicBezTo>
                    <a:pt x="69138" y="86810"/>
                    <a:pt x="68677" y="86810"/>
                    <a:pt x="66605" y="88190"/>
                  </a:cubicBezTo>
                  <a:cubicBezTo>
                    <a:pt x="59468" y="92789"/>
                    <a:pt x="50950" y="96698"/>
                    <a:pt x="42431" y="96698"/>
                  </a:cubicBezTo>
                  <a:cubicBezTo>
                    <a:pt x="29078" y="96698"/>
                    <a:pt x="17566" y="87040"/>
                    <a:pt x="17566" y="66803"/>
                  </a:cubicBezTo>
                  <a:cubicBezTo>
                    <a:pt x="17566" y="58755"/>
                    <a:pt x="19408" y="50016"/>
                    <a:pt x="20099" y="47257"/>
                  </a:cubicBezTo>
                  <a:lnTo>
                    <a:pt x="58087" y="47257"/>
                  </a:lnTo>
                  <a:close/>
                </a:path>
              </a:pathLst>
            </a:custGeom>
            <a:solidFill>
              <a:srgbClr val="000000"/>
            </a:solidFill>
            <a:ln w="23082" cap="flat">
              <a:noFill/>
              <a:prstDash val="solid"/>
              <a:miter/>
            </a:ln>
          </p:spPr>
          <p:txBody>
            <a:bodyPr rtlCol="0" anchor="ctr"/>
            <a:lstStyle/>
            <a:p>
              <a:endParaRPr lang="en-GB" noProof="0"/>
            </a:p>
          </p:txBody>
        </p:sp>
        <p:sp>
          <p:nvSpPr>
            <p:cNvPr id="107" name="Freeform: Shape 106">
              <a:extLst>
                <a:ext uri="{FF2B5EF4-FFF2-40B4-BE49-F238E27FC236}">
                  <a16:creationId xmlns:a16="http://schemas.microsoft.com/office/drawing/2014/main" id="{4A0F36B1-28C6-F93C-02DE-6D3BC8F84309}"/>
                </a:ext>
              </a:extLst>
            </p:cNvPr>
            <p:cNvSpPr/>
            <p:nvPr>
              <p:custDataLst>
                <p:tags r:id="rId133"/>
              </p:custDataLst>
            </p:nvPr>
          </p:nvSpPr>
          <p:spPr>
            <a:xfrm>
              <a:off x="5396179" y="3181413"/>
              <a:ext cx="140669" cy="177760"/>
            </a:xfrm>
            <a:custGeom>
              <a:avLst/>
              <a:gdLst>
                <a:gd name="connsiteX0" fmla="*/ 136602 w 140669"/>
                <a:gd name="connsiteY0" fmla="*/ 9773 h 177760"/>
                <a:gd name="connsiteX1" fmla="*/ 140976 w 140669"/>
                <a:gd name="connsiteY1" fmla="*/ 4714 h 177760"/>
                <a:gd name="connsiteX2" fmla="*/ 136371 w 140669"/>
                <a:gd name="connsiteY2" fmla="*/ 115 h 177760"/>
                <a:gd name="connsiteX3" fmla="*/ 132227 w 140669"/>
                <a:gd name="connsiteY3" fmla="*/ 1494 h 177760"/>
                <a:gd name="connsiteX4" fmla="*/ 4911 w 140669"/>
                <a:gd name="connsiteY4" fmla="*/ 61514 h 177760"/>
                <a:gd name="connsiteX5" fmla="*/ 306 w 140669"/>
                <a:gd name="connsiteY5" fmla="*/ 66803 h 177760"/>
                <a:gd name="connsiteX6" fmla="*/ 4911 w 140669"/>
                <a:gd name="connsiteY6" fmla="*/ 71863 h 177760"/>
                <a:gd name="connsiteX7" fmla="*/ 132227 w 140669"/>
                <a:gd name="connsiteY7" fmla="*/ 131653 h 177760"/>
                <a:gd name="connsiteX8" fmla="*/ 136371 w 140669"/>
                <a:gd name="connsiteY8" fmla="*/ 133262 h 177760"/>
                <a:gd name="connsiteX9" fmla="*/ 140976 w 140669"/>
                <a:gd name="connsiteY9" fmla="*/ 128663 h 177760"/>
                <a:gd name="connsiteX10" fmla="*/ 136141 w 140669"/>
                <a:gd name="connsiteY10" fmla="*/ 123374 h 177760"/>
                <a:gd name="connsiteX11" fmla="*/ 15731 w 140669"/>
                <a:gd name="connsiteY11" fmla="*/ 66803 h 177760"/>
                <a:gd name="connsiteX12" fmla="*/ 136602 w 140669"/>
                <a:gd name="connsiteY12" fmla="*/ 9773 h 177760"/>
                <a:gd name="connsiteX13" fmla="*/ 132918 w 140669"/>
                <a:gd name="connsiteY13" fmla="*/ 177875 h 177760"/>
                <a:gd name="connsiteX14" fmla="*/ 140976 w 140669"/>
                <a:gd name="connsiteY14" fmla="*/ 173276 h 177760"/>
                <a:gd name="connsiteX15" fmla="*/ 132688 w 140669"/>
                <a:gd name="connsiteY15" fmla="*/ 168676 h 177760"/>
                <a:gd name="connsiteX16" fmla="*/ 8594 w 140669"/>
                <a:gd name="connsiteY16" fmla="*/ 168676 h 177760"/>
                <a:gd name="connsiteX17" fmla="*/ 306 w 140669"/>
                <a:gd name="connsiteY17" fmla="*/ 173276 h 177760"/>
                <a:gd name="connsiteX18" fmla="*/ 8364 w 140669"/>
                <a:gd name="connsiteY18" fmla="*/ 177875 h 177760"/>
                <a:gd name="connsiteX19" fmla="*/ 132918 w 140669"/>
                <a:gd name="connsiteY19" fmla="*/ 177875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602" y="9773"/>
                  </a:moveTo>
                  <a:cubicBezTo>
                    <a:pt x="139134" y="8623"/>
                    <a:pt x="140976" y="7473"/>
                    <a:pt x="140976" y="4714"/>
                  </a:cubicBezTo>
                  <a:cubicBezTo>
                    <a:pt x="140976" y="2184"/>
                    <a:pt x="139134" y="115"/>
                    <a:pt x="136371" y="115"/>
                  </a:cubicBezTo>
                  <a:cubicBezTo>
                    <a:pt x="135220" y="115"/>
                    <a:pt x="133148" y="1034"/>
                    <a:pt x="132227" y="1494"/>
                  </a:cubicBezTo>
                  <a:lnTo>
                    <a:pt x="4911" y="61514"/>
                  </a:lnTo>
                  <a:cubicBezTo>
                    <a:pt x="997" y="63354"/>
                    <a:pt x="306" y="64964"/>
                    <a:pt x="306" y="66803"/>
                  </a:cubicBezTo>
                  <a:cubicBezTo>
                    <a:pt x="306" y="68873"/>
                    <a:pt x="1687" y="70483"/>
                    <a:pt x="4911" y="71863"/>
                  </a:cubicBezTo>
                  <a:lnTo>
                    <a:pt x="132227" y="131653"/>
                  </a:lnTo>
                  <a:cubicBezTo>
                    <a:pt x="135220" y="133262"/>
                    <a:pt x="135681" y="133262"/>
                    <a:pt x="136371" y="133262"/>
                  </a:cubicBezTo>
                  <a:cubicBezTo>
                    <a:pt x="138904" y="133262"/>
                    <a:pt x="140976" y="131193"/>
                    <a:pt x="140976" y="128663"/>
                  </a:cubicBezTo>
                  <a:cubicBezTo>
                    <a:pt x="140976" y="126593"/>
                    <a:pt x="140055" y="125214"/>
                    <a:pt x="136141" y="123374"/>
                  </a:cubicBezTo>
                  <a:lnTo>
                    <a:pt x="15731" y="66803"/>
                  </a:lnTo>
                  <a:lnTo>
                    <a:pt x="136602" y="9773"/>
                  </a:lnTo>
                  <a:close/>
                  <a:moveTo>
                    <a:pt x="132918" y="177875"/>
                  </a:moveTo>
                  <a:cubicBezTo>
                    <a:pt x="136832" y="177875"/>
                    <a:pt x="140976" y="177875"/>
                    <a:pt x="140976" y="173276"/>
                  </a:cubicBezTo>
                  <a:cubicBezTo>
                    <a:pt x="140976" y="168676"/>
                    <a:pt x="136141" y="168676"/>
                    <a:pt x="132688" y="168676"/>
                  </a:cubicBezTo>
                  <a:lnTo>
                    <a:pt x="8594" y="168676"/>
                  </a:lnTo>
                  <a:cubicBezTo>
                    <a:pt x="5141" y="168676"/>
                    <a:pt x="306" y="168676"/>
                    <a:pt x="306" y="173276"/>
                  </a:cubicBezTo>
                  <a:cubicBezTo>
                    <a:pt x="306" y="177875"/>
                    <a:pt x="4450" y="177875"/>
                    <a:pt x="8364" y="177875"/>
                  </a:cubicBezTo>
                  <a:lnTo>
                    <a:pt x="132918" y="177875"/>
                  </a:lnTo>
                  <a:close/>
                </a:path>
              </a:pathLst>
            </a:custGeom>
            <a:solidFill>
              <a:srgbClr val="000000"/>
            </a:solidFill>
            <a:ln w="23082" cap="flat">
              <a:noFill/>
              <a:prstDash val="solid"/>
              <a:miter/>
            </a:ln>
          </p:spPr>
          <p:txBody>
            <a:bodyPr rtlCol="0" anchor="ctr"/>
            <a:lstStyle/>
            <a:p>
              <a:endParaRPr lang="en-GB" noProof="0"/>
            </a:p>
          </p:txBody>
        </p:sp>
        <p:sp>
          <p:nvSpPr>
            <p:cNvPr id="108" name="Freeform: Shape 107">
              <a:extLst>
                <a:ext uri="{FF2B5EF4-FFF2-40B4-BE49-F238E27FC236}">
                  <a16:creationId xmlns:a16="http://schemas.microsoft.com/office/drawing/2014/main" id="{288D58D5-70BF-9012-8BA0-71EA4B36D753}"/>
                </a:ext>
              </a:extLst>
            </p:cNvPr>
            <p:cNvSpPr/>
            <p:nvPr>
              <p:custDataLst>
                <p:tags r:id="rId134"/>
              </p:custDataLst>
            </p:nvPr>
          </p:nvSpPr>
          <p:spPr>
            <a:xfrm>
              <a:off x="5626995" y="3226025"/>
              <a:ext cx="124784" cy="151314"/>
            </a:xfrm>
            <a:custGeom>
              <a:avLst/>
              <a:gdLst>
                <a:gd name="connsiteX0" fmla="*/ 46593 w 124784"/>
                <a:gd name="connsiteY0" fmla="*/ 21041 h 151314"/>
                <a:gd name="connsiteX1" fmla="*/ 50046 w 124784"/>
                <a:gd name="connsiteY1" fmla="*/ 6324 h 151314"/>
                <a:gd name="connsiteX2" fmla="*/ 43369 w 124784"/>
                <a:gd name="connsiteY2" fmla="*/ 115 h 151314"/>
                <a:gd name="connsiteX3" fmla="*/ 34160 w 124784"/>
                <a:gd name="connsiteY3" fmla="*/ 8393 h 151314"/>
                <a:gd name="connsiteX4" fmla="*/ 1007 w 124784"/>
                <a:gd name="connsiteY4" fmla="*/ 141541 h 151314"/>
                <a:gd name="connsiteX5" fmla="*/ 317 w 124784"/>
                <a:gd name="connsiteY5" fmla="*/ 145220 h 151314"/>
                <a:gd name="connsiteX6" fmla="*/ 6763 w 124784"/>
                <a:gd name="connsiteY6" fmla="*/ 151429 h 151314"/>
                <a:gd name="connsiteX7" fmla="*/ 14821 w 124784"/>
                <a:gd name="connsiteY7" fmla="*/ 146600 h 151314"/>
                <a:gd name="connsiteX8" fmla="*/ 27484 w 124784"/>
                <a:gd name="connsiteY8" fmla="*/ 97158 h 151314"/>
                <a:gd name="connsiteX9" fmla="*/ 49816 w 124784"/>
                <a:gd name="connsiteY9" fmla="*/ 104287 h 151314"/>
                <a:gd name="connsiteX10" fmla="*/ 80436 w 124784"/>
                <a:gd name="connsiteY10" fmla="*/ 87500 h 151314"/>
                <a:gd name="connsiteX11" fmla="*/ 101157 w 124784"/>
                <a:gd name="connsiteY11" fmla="*/ 104287 h 151314"/>
                <a:gd name="connsiteX12" fmla="*/ 118194 w 124784"/>
                <a:gd name="connsiteY12" fmla="*/ 91639 h 151314"/>
                <a:gd name="connsiteX13" fmla="*/ 125101 w 124784"/>
                <a:gd name="connsiteY13" fmla="*/ 68873 h 151314"/>
                <a:gd name="connsiteX14" fmla="*/ 122338 w 124784"/>
                <a:gd name="connsiteY14" fmla="*/ 66573 h 151314"/>
                <a:gd name="connsiteX15" fmla="*/ 119115 w 124784"/>
                <a:gd name="connsiteY15" fmla="*/ 70713 h 151314"/>
                <a:gd name="connsiteX16" fmla="*/ 101617 w 124784"/>
                <a:gd name="connsiteY16" fmla="*/ 99228 h 151314"/>
                <a:gd name="connsiteX17" fmla="*/ 94710 w 124784"/>
                <a:gd name="connsiteY17" fmla="*/ 88650 h 151314"/>
                <a:gd name="connsiteX18" fmla="*/ 99315 w 124784"/>
                <a:gd name="connsiteY18" fmla="*/ 64734 h 151314"/>
                <a:gd name="connsiteX19" fmla="*/ 105761 w 124784"/>
                <a:gd name="connsiteY19" fmla="*/ 39898 h 151314"/>
                <a:gd name="connsiteX20" fmla="*/ 109675 w 124784"/>
                <a:gd name="connsiteY20" fmla="*/ 24261 h 151314"/>
                <a:gd name="connsiteX21" fmla="*/ 113129 w 124784"/>
                <a:gd name="connsiteY21" fmla="*/ 8853 h 151314"/>
                <a:gd name="connsiteX22" fmla="*/ 106452 w 124784"/>
                <a:gd name="connsiteY22" fmla="*/ 2644 h 151314"/>
                <a:gd name="connsiteX23" fmla="*/ 97473 w 124784"/>
                <a:gd name="connsiteY23" fmla="*/ 10693 h 151314"/>
                <a:gd name="connsiteX24" fmla="*/ 86652 w 124784"/>
                <a:gd name="connsiteY24" fmla="*/ 53696 h 151314"/>
                <a:gd name="connsiteX25" fmla="*/ 80666 w 124784"/>
                <a:gd name="connsiteY25" fmla="*/ 77152 h 151314"/>
                <a:gd name="connsiteX26" fmla="*/ 50737 w 124784"/>
                <a:gd name="connsiteY26" fmla="*/ 99228 h 151314"/>
                <a:gd name="connsiteX27" fmla="*/ 33700 w 124784"/>
                <a:gd name="connsiteY27" fmla="*/ 79221 h 151314"/>
                <a:gd name="connsiteX28" fmla="*/ 36923 w 124784"/>
                <a:gd name="connsiteY28" fmla="*/ 59675 h 151314"/>
                <a:gd name="connsiteX29" fmla="*/ 46593 w 124784"/>
                <a:gd name="connsiteY29" fmla="*/ 21041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593" y="21041"/>
                  </a:moveTo>
                  <a:cubicBezTo>
                    <a:pt x="47744" y="16212"/>
                    <a:pt x="50046" y="7473"/>
                    <a:pt x="50046" y="6324"/>
                  </a:cubicBezTo>
                  <a:cubicBezTo>
                    <a:pt x="50046" y="2414"/>
                    <a:pt x="47283" y="115"/>
                    <a:pt x="43369" y="115"/>
                  </a:cubicBezTo>
                  <a:cubicBezTo>
                    <a:pt x="42679" y="115"/>
                    <a:pt x="36232" y="345"/>
                    <a:pt x="34160" y="8393"/>
                  </a:cubicBezTo>
                  <a:lnTo>
                    <a:pt x="1007" y="141541"/>
                  </a:lnTo>
                  <a:cubicBezTo>
                    <a:pt x="317" y="144300"/>
                    <a:pt x="317" y="144760"/>
                    <a:pt x="317" y="145220"/>
                  </a:cubicBezTo>
                  <a:cubicBezTo>
                    <a:pt x="317" y="148670"/>
                    <a:pt x="2849" y="151429"/>
                    <a:pt x="6763" y="151429"/>
                  </a:cubicBezTo>
                  <a:cubicBezTo>
                    <a:pt x="11598" y="151429"/>
                    <a:pt x="14361" y="147290"/>
                    <a:pt x="14821" y="146600"/>
                  </a:cubicBezTo>
                  <a:cubicBezTo>
                    <a:pt x="15742" y="144530"/>
                    <a:pt x="18735" y="132572"/>
                    <a:pt x="27484" y="97158"/>
                  </a:cubicBezTo>
                  <a:cubicBezTo>
                    <a:pt x="34851" y="103367"/>
                    <a:pt x="45211" y="104287"/>
                    <a:pt x="49816" y="104287"/>
                  </a:cubicBezTo>
                  <a:cubicBezTo>
                    <a:pt x="65932" y="104287"/>
                    <a:pt x="74911" y="93939"/>
                    <a:pt x="80436" y="87500"/>
                  </a:cubicBezTo>
                  <a:cubicBezTo>
                    <a:pt x="82508" y="97848"/>
                    <a:pt x="91027" y="104287"/>
                    <a:pt x="101157" y="104287"/>
                  </a:cubicBezTo>
                  <a:cubicBezTo>
                    <a:pt x="109215" y="104287"/>
                    <a:pt x="114510" y="98998"/>
                    <a:pt x="118194" y="91639"/>
                  </a:cubicBezTo>
                  <a:cubicBezTo>
                    <a:pt x="122108" y="83361"/>
                    <a:pt x="125101" y="69333"/>
                    <a:pt x="125101" y="68873"/>
                  </a:cubicBezTo>
                  <a:cubicBezTo>
                    <a:pt x="125101" y="66573"/>
                    <a:pt x="123029" y="66573"/>
                    <a:pt x="122338" y="66573"/>
                  </a:cubicBezTo>
                  <a:cubicBezTo>
                    <a:pt x="120036" y="66573"/>
                    <a:pt x="119805" y="67493"/>
                    <a:pt x="119115" y="70713"/>
                  </a:cubicBezTo>
                  <a:cubicBezTo>
                    <a:pt x="115201" y="85660"/>
                    <a:pt x="111057" y="99228"/>
                    <a:pt x="101617" y="99228"/>
                  </a:cubicBezTo>
                  <a:cubicBezTo>
                    <a:pt x="95401" y="99228"/>
                    <a:pt x="94710" y="93249"/>
                    <a:pt x="94710" y="88650"/>
                  </a:cubicBezTo>
                  <a:cubicBezTo>
                    <a:pt x="94710" y="83591"/>
                    <a:pt x="97473" y="72782"/>
                    <a:pt x="99315" y="64734"/>
                  </a:cubicBezTo>
                  <a:lnTo>
                    <a:pt x="105761" y="39898"/>
                  </a:lnTo>
                  <a:cubicBezTo>
                    <a:pt x="106452" y="36449"/>
                    <a:pt x="108754" y="27710"/>
                    <a:pt x="109675" y="24261"/>
                  </a:cubicBezTo>
                  <a:cubicBezTo>
                    <a:pt x="110826" y="18972"/>
                    <a:pt x="113129" y="10233"/>
                    <a:pt x="113129" y="8853"/>
                  </a:cubicBezTo>
                  <a:cubicBezTo>
                    <a:pt x="113129" y="4714"/>
                    <a:pt x="109906" y="2644"/>
                    <a:pt x="106452" y="2644"/>
                  </a:cubicBezTo>
                  <a:cubicBezTo>
                    <a:pt x="105301" y="2644"/>
                    <a:pt x="99315" y="2874"/>
                    <a:pt x="97473" y="10693"/>
                  </a:cubicBezTo>
                  <a:lnTo>
                    <a:pt x="86652" y="53696"/>
                  </a:lnTo>
                  <a:cubicBezTo>
                    <a:pt x="83890" y="65194"/>
                    <a:pt x="81357" y="74852"/>
                    <a:pt x="80666" y="77152"/>
                  </a:cubicBezTo>
                  <a:cubicBezTo>
                    <a:pt x="80436" y="78302"/>
                    <a:pt x="69385" y="99228"/>
                    <a:pt x="50737" y="99228"/>
                  </a:cubicBezTo>
                  <a:cubicBezTo>
                    <a:pt x="39225" y="99228"/>
                    <a:pt x="33700" y="91639"/>
                    <a:pt x="33700" y="79221"/>
                  </a:cubicBezTo>
                  <a:cubicBezTo>
                    <a:pt x="33700" y="72552"/>
                    <a:pt x="35311" y="66114"/>
                    <a:pt x="36923" y="59675"/>
                  </a:cubicBezTo>
                  <a:lnTo>
                    <a:pt x="46593" y="21041"/>
                  </a:lnTo>
                  <a:close/>
                </a:path>
              </a:pathLst>
            </a:custGeom>
            <a:solidFill>
              <a:srgbClr val="FF0000"/>
            </a:solidFill>
            <a:ln w="23082" cap="flat">
              <a:noFill/>
              <a:prstDash val="solid"/>
              <a:miter/>
            </a:ln>
          </p:spPr>
          <p:txBody>
            <a:bodyPr rtlCol="0" anchor="ctr"/>
            <a:lstStyle/>
            <a:p>
              <a:endParaRPr lang="en-GB" noProof="0"/>
            </a:p>
          </p:txBody>
        </p:sp>
        <p:sp>
          <p:nvSpPr>
            <p:cNvPr id="109" name="Freeform: Shape 108">
              <a:extLst>
                <a:ext uri="{FF2B5EF4-FFF2-40B4-BE49-F238E27FC236}">
                  <a16:creationId xmlns:a16="http://schemas.microsoft.com/office/drawing/2014/main" id="{8DCF0557-929E-EE8D-021E-32F6888E8C9F}"/>
                </a:ext>
              </a:extLst>
            </p:cNvPr>
            <p:cNvSpPr/>
            <p:nvPr>
              <p:custDataLst>
                <p:tags r:id="rId135"/>
              </p:custDataLst>
            </p:nvPr>
          </p:nvSpPr>
          <p:spPr>
            <a:xfrm>
              <a:off x="5775251" y="3252217"/>
              <a:ext cx="94601" cy="113163"/>
            </a:xfrm>
            <a:custGeom>
              <a:avLst/>
              <a:gdLst>
                <a:gd name="connsiteX0" fmla="*/ 80097 w 94601"/>
                <a:gd name="connsiteY0" fmla="*/ 12511 h 113163"/>
                <a:gd name="connsiteX1" fmla="*/ 90733 w 94601"/>
                <a:gd name="connsiteY1" fmla="*/ 5911 h 113163"/>
                <a:gd name="connsiteX2" fmla="*/ 94924 w 94601"/>
                <a:gd name="connsiteY2" fmla="*/ 2531 h 113163"/>
                <a:gd name="connsiteX3" fmla="*/ 92506 w 94601"/>
                <a:gd name="connsiteY3" fmla="*/ 116 h 113163"/>
                <a:gd name="connsiteX4" fmla="*/ 75101 w 94601"/>
                <a:gd name="connsiteY4" fmla="*/ 760 h 113163"/>
                <a:gd name="connsiteX5" fmla="*/ 62692 w 94601"/>
                <a:gd name="connsiteY5" fmla="*/ 599 h 113163"/>
                <a:gd name="connsiteX6" fmla="*/ 49960 w 94601"/>
                <a:gd name="connsiteY6" fmla="*/ 116 h 113163"/>
                <a:gd name="connsiteX7" fmla="*/ 46414 w 94601"/>
                <a:gd name="connsiteY7" fmla="*/ 3497 h 113163"/>
                <a:gd name="connsiteX8" fmla="*/ 52700 w 94601"/>
                <a:gd name="connsiteY8" fmla="*/ 5911 h 113163"/>
                <a:gd name="connsiteX9" fmla="*/ 61080 w 94601"/>
                <a:gd name="connsiteY9" fmla="*/ 6233 h 113163"/>
                <a:gd name="connsiteX10" fmla="*/ 66237 w 94601"/>
                <a:gd name="connsiteY10" fmla="*/ 9131 h 113163"/>
                <a:gd name="connsiteX11" fmla="*/ 65592 w 94601"/>
                <a:gd name="connsiteY11" fmla="*/ 12833 h 113163"/>
                <a:gd name="connsiteX12" fmla="*/ 47059 w 94601"/>
                <a:gd name="connsiteY12" fmla="*/ 86559 h 113163"/>
                <a:gd name="connsiteX13" fmla="*/ 23207 w 94601"/>
                <a:gd name="connsiteY13" fmla="*/ 108773 h 113163"/>
                <a:gd name="connsiteX14" fmla="*/ 7091 w 94601"/>
                <a:gd name="connsiteY14" fmla="*/ 100402 h 113163"/>
                <a:gd name="connsiteX15" fmla="*/ 18534 w 94601"/>
                <a:gd name="connsiteY15" fmla="*/ 89939 h 113163"/>
                <a:gd name="connsiteX16" fmla="*/ 11120 w 94601"/>
                <a:gd name="connsiteY16" fmla="*/ 83017 h 113163"/>
                <a:gd name="connsiteX17" fmla="*/ 323 w 94601"/>
                <a:gd name="connsiteY17" fmla="*/ 95573 h 113163"/>
                <a:gd name="connsiteX18" fmla="*/ 23691 w 94601"/>
                <a:gd name="connsiteY18" fmla="*/ 113280 h 113163"/>
                <a:gd name="connsiteX19" fmla="*/ 61402 w 94601"/>
                <a:gd name="connsiteY19" fmla="*/ 87042 h 113163"/>
                <a:gd name="connsiteX20" fmla="*/ 80097 w 94601"/>
                <a:gd name="connsiteY20" fmla="*/ 12511 h 11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601" h="113163">
                  <a:moveTo>
                    <a:pt x="80097" y="12511"/>
                  </a:moveTo>
                  <a:cubicBezTo>
                    <a:pt x="81547" y="6877"/>
                    <a:pt x="81708" y="5911"/>
                    <a:pt x="90733" y="5911"/>
                  </a:cubicBezTo>
                  <a:cubicBezTo>
                    <a:pt x="92667" y="5911"/>
                    <a:pt x="94924" y="5911"/>
                    <a:pt x="94924" y="2531"/>
                  </a:cubicBezTo>
                  <a:cubicBezTo>
                    <a:pt x="94924" y="760"/>
                    <a:pt x="93634" y="116"/>
                    <a:pt x="92506" y="116"/>
                  </a:cubicBezTo>
                  <a:cubicBezTo>
                    <a:pt x="88638" y="116"/>
                    <a:pt x="78969" y="760"/>
                    <a:pt x="75101" y="760"/>
                  </a:cubicBezTo>
                  <a:cubicBezTo>
                    <a:pt x="71717" y="760"/>
                    <a:pt x="66237" y="599"/>
                    <a:pt x="62692" y="599"/>
                  </a:cubicBezTo>
                  <a:cubicBezTo>
                    <a:pt x="58663" y="438"/>
                    <a:pt x="53989" y="116"/>
                    <a:pt x="49960" y="116"/>
                  </a:cubicBezTo>
                  <a:cubicBezTo>
                    <a:pt x="48832" y="116"/>
                    <a:pt x="46414" y="116"/>
                    <a:pt x="46414" y="3497"/>
                  </a:cubicBezTo>
                  <a:cubicBezTo>
                    <a:pt x="46414" y="5911"/>
                    <a:pt x="47865" y="5911"/>
                    <a:pt x="52700" y="5911"/>
                  </a:cubicBezTo>
                  <a:cubicBezTo>
                    <a:pt x="56406" y="5911"/>
                    <a:pt x="57051" y="5911"/>
                    <a:pt x="61080" y="6233"/>
                  </a:cubicBezTo>
                  <a:cubicBezTo>
                    <a:pt x="65754" y="6716"/>
                    <a:pt x="66237" y="7199"/>
                    <a:pt x="66237" y="9131"/>
                  </a:cubicBezTo>
                  <a:cubicBezTo>
                    <a:pt x="66237" y="10257"/>
                    <a:pt x="66237" y="10579"/>
                    <a:pt x="65592" y="12833"/>
                  </a:cubicBezTo>
                  <a:lnTo>
                    <a:pt x="47059" y="86559"/>
                  </a:lnTo>
                  <a:cubicBezTo>
                    <a:pt x="43997" y="98632"/>
                    <a:pt x="33683" y="108773"/>
                    <a:pt x="23207" y="108773"/>
                  </a:cubicBezTo>
                  <a:cubicBezTo>
                    <a:pt x="20951" y="108773"/>
                    <a:pt x="10798" y="108290"/>
                    <a:pt x="7091" y="100402"/>
                  </a:cubicBezTo>
                  <a:cubicBezTo>
                    <a:pt x="16439" y="100402"/>
                    <a:pt x="18534" y="92837"/>
                    <a:pt x="18534" y="89939"/>
                  </a:cubicBezTo>
                  <a:cubicBezTo>
                    <a:pt x="18534" y="85432"/>
                    <a:pt x="14666" y="83017"/>
                    <a:pt x="11120" y="83017"/>
                  </a:cubicBezTo>
                  <a:cubicBezTo>
                    <a:pt x="6769" y="83017"/>
                    <a:pt x="323" y="86559"/>
                    <a:pt x="323" y="95573"/>
                  </a:cubicBezTo>
                  <a:cubicBezTo>
                    <a:pt x="323" y="106036"/>
                    <a:pt x="10153" y="113280"/>
                    <a:pt x="23691" y="113280"/>
                  </a:cubicBezTo>
                  <a:cubicBezTo>
                    <a:pt x="39484" y="113280"/>
                    <a:pt x="57373" y="103139"/>
                    <a:pt x="61402" y="87042"/>
                  </a:cubicBezTo>
                  <a:lnTo>
                    <a:pt x="80097" y="12511"/>
                  </a:lnTo>
                  <a:close/>
                </a:path>
              </a:pathLst>
            </a:custGeom>
            <a:solidFill>
              <a:srgbClr val="FF0000"/>
            </a:solidFill>
            <a:ln w="23082" cap="flat">
              <a:noFill/>
              <a:prstDash val="solid"/>
              <a:miter/>
            </a:ln>
          </p:spPr>
          <p:txBody>
            <a:bodyPr rtlCol="0" anchor="ctr"/>
            <a:lstStyle/>
            <a:p>
              <a:endParaRPr lang="en-GB" noProof="0"/>
            </a:p>
          </p:txBody>
        </p:sp>
        <p:sp>
          <p:nvSpPr>
            <p:cNvPr id="110" name="Freeform: Shape 109">
              <a:extLst>
                <a:ext uri="{FF2B5EF4-FFF2-40B4-BE49-F238E27FC236}">
                  <a16:creationId xmlns:a16="http://schemas.microsoft.com/office/drawing/2014/main" id="{79FF607E-E95C-8324-B125-AC98FB23BDC8}"/>
                </a:ext>
              </a:extLst>
            </p:cNvPr>
            <p:cNvSpPr/>
            <p:nvPr>
              <p:custDataLst>
                <p:tags r:id="rId136"/>
              </p:custDataLst>
            </p:nvPr>
          </p:nvSpPr>
          <p:spPr>
            <a:xfrm>
              <a:off x="5893283" y="3317894"/>
              <a:ext cx="108944" cy="7887"/>
            </a:xfrm>
            <a:custGeom>
              <a:avLst/>
              <a:gdLst>
                <a:gd name="connsiteX0" fmla="*/ 102826 w 108944"/>
                <a:gd name="connsiteY0" fmla="*/ 8004 h 7887"/>
                <a:gd name="connsiteX1" fmla="*/ 109272 w 108944"/>
                <a:gd name="connsiteY1" fmla="*/ 4140 h 7887"/>
                <a:gd name="connsiteX2" fmla="*/ 102826 w 108944"/>
                <a:gd name="connsiteY2" fmla="*/ 116 h 7887"/>
                <a:gd name="connsiteX3" fmla="*/ 6774 w 108944"/>
                <a:gd name="connsiteY3" fmla="*/ 116 h 7887"/>
                <a:gd name="connsiteX4" fmla="*/ 328 w 108944"/>
                <a:gd name="connsiteY4" fmla="*/ 3980 h 7887"/>
                <a:gd name="connsiteX5" fmla="*/ 6774 w 108944"/>
                <a:gd name="connsiteY5" fmla="*/ 8004 h 7887"/>
                <a:gd name="connsiteX6" fmla="*/ 102826 w 108944"/>
                <a:gd name="connsiteY6" fmla="*/ 8004 h 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944" h="7887">
                  <a:moveTo>
                    <a:pt x="102826" y="8004"/>
                  </a:moveTo>
                  <a:cubicBezTo>
                    <a:pt x="105404" y="8004"/>
                    <a:pt x="109272" y="8004"/>
                    <a:pt x="109272" y="4140"/>
                  </a:cubicBezTo>
                  <a:cubicBezTo>
                    <a:pt x="109272" y="116"/>
                    <a:pt x="105565" y="116"/>
                    <a:pt x="102826" y="116"/>
                  </a:cubicBezTo>
                  <a:lnTo>
                    <a:pt x="6774" y="116"/>
                  </a:lnTo>
                  <a:cubicBezTo>
                    <a:pt x="4195" y="116"/>
                    <a:pt x="328" y="116"/>
                    <a:pt x="328" y="3980"/>
                  </a:cubicBezTo>
                  <a:cubicBezTo>
                    <a:pt x="328" y="8004"/>
                    <a:pt x="4034" y="8004"/>
                    <a:pt x="6774" y="8004"/>
                  </a:cubicBezTo>
                  <a:lnTo>
                    <a:pt x="102826" y="8004"/>
                  </a:lnTo>
                  <a:close/>
                </a:path>
              </a:pathLst>
            </a:custGeom>
            <a:solidFill>
              <a:srgbClr val="FF0000"/>
            </a:solidFill>
            <a:ln w="23082" cap="flat">
              <a:noFill/>
              <a:prstDash val="solid"/>
              <a:miter/>
            </a:ln>
          </p:spPr>
          <p:txBody>
            <a:bodyPr rtlCol="0" anchor="ctr"/>
            <a:lstStyle/>
            <a:p>
              <a:endParaRPr lang="en-GB" noProof="0"/>
            </a:p>
          </p:txBody>
        </p:sp>
        <p:sp>
          <p:nvSpPr>
            <p:cNvPr id="111" name="Freeform: Shape 110">
              <a:extLst>
                <a:ext uri="{FF2B5EF4-FFF2-40B4-BE49-F238E27FC236}">
                  <a16:creationId xmlns:a16="http://schemas.microsoft.com/office/drawing/2014/main" id="{1A66A8CF-FCB2-7932-8FE5-1F745A151E8E}"/>
                </a:ext>
              </a:extLst>
            </p:cNvPr>
            <p:cNvSpPr/>
            <p:nvPr>
              <p:custDataLst>
                <p:tags r:id="rId137"/>
              </p:custDataLst>
            </p:nvPr>
          </p:nvSpPr>
          <p:spPr>
            <a:xfrm>
              <a:off x="6037338" y="3255276"/>
              <a:ext cx="58662" cy="106885"/>
            </a:xfrm>
            <a:custGeom>
              <a:avLst/>
              <a:gdLst>
                <a:gd name="connsiteX0" fmla="*/ 36756 w 58662"/>
                <a:gd name="connsiteY0" fmla="*/ 4623 h 106885"/>
                <a:gd name="connsiteX1" fmla="*/ 31921 w 58662"/>
                <a:gd name="connsiteY1" fmla="*/ 116 h 106885"/>
                <a:gd name="connsiteX2" fmla="*/ 334 w 58662"/>
                <a:gd name="connsiteY2" fmla="*/ 10418 h 106885"/>
                <a:gd name="connsiteX3" fmla="*/ 334 w 58662"/>
                <a:gd name="connsiteY3" fmla="*/ 16213 h 106885"/>
                <a:gd name="connsiteX4" fmla="*/ 23702 w 58662"/>
                <a:gd name="connsiteY4" fmla="*/ 11706 h 106885"/>
                <a:gd name="connsiteX5" fmla="*/ 23702 w 58662"/>
                <a:gd name="connsiteY5" fmla="*/ 93802 h 106885"/>
                <a:gd name="connsiteX6" fmla="*/ 7586 w 58662"/>
                <a:gd name="connsiteY6" fmla="*/ 101207 h 106885"/>
                <a:gd name="connsiteX7" fmla="*/ 1462 w 58662"/>
                <a:gd name="connsiteY7" fmla="*/ 101207 h 106885"/>
                <a:gd name="connsiteX8" fmla="*/ 1462 w 58662"/>
                <a:gd name="connsiteY8" fmla="*/ 107002 h 106885"/>
                <a:gd name="connsiteX9" fmla="*/ 30149 w 58662"/>
                <a:gd name="connsiteY9" fmla="*/ 106358 h 106885"/>
                <a:gd name="connsiteX10" fmla="*/ 58996 w 58662"/>
                <a:gd name="connsiteY10" fmla="*/ 107002 h 106885"/>
                <a:gd name="connsiteX11" fmla="*/ 58996 w 58662"/>
                <a:gd name="connsiteY11" fmla="*/ 101207 h 106885"/>
                <a:gd name="connsiteX12" fmla="*/ 52872 w 58662"/>
                <a:gd name="connsiteY12" fmla="*/ 101207 h 106885"/>
                <a:gd name="connsiteX13" fmla="*/ 36756 w 58662"/>
                <a:gd name="connsiteY13" fmla="*/ 93802 h 106885"/>
                <a:gd name="connsiteX14" fmla="*/ 36756 w 58662"/>
                <a:gd name="connsiteY14" fmla="*/ 4623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62" h="106885">
                  <a:moveTo>
                    <a:pt x="36756" y="4623"/>
                  </a:moveTo>
                  <a:cubicBezTo>
                    <a:pt x="36756" y="277"/>
                    <a:pt x="36434" y="116"/>
                    <a:pt x="31921" y="116"/>
                  </a:cubicBezTo>
                  <a:cubicBezTo>
                    <a:pt x="21607" y="10257"/>
                    <a:pt x="6941" y="10418"/>
                    <a:pt x="334" y="10418"/>
                  </a:cubicBezTo>
                  <a:lnTo>
                    <a:pt x="334" y="16213"/>
                  </a:lnTo>
                  <a:cubicBezTo>
                    <a:pt x="4202" y="16213"/>
                    <a:pt x="14838" y="16213"/>
                    <a:pt x="23702" y="11706"/>
                  </a:cubicBezTo>
                  <a:lnTo>
                    <a:pt x="23702" y="93802"/>
                  </a:lnTo>
                  <a:cubicBezTo>
                    <a:pt x="23702" y="99114"/>
                    <a:pt x="23702" y="101207"/>
                    <a:pt x="7586" y="101207"/>
                  </a:cubicBezTo>
                  <a:lnTo>
                    <a:pt x="1462" y="101207"/>
                  </a:lnTo>
                  <a:lnTo>
                    <a:pt x="1462" y="107002"/>
                  </a:lnTo>
                  <a:cubicBezTo>
                    <a:pt x="4363" y="106841"/>
                    <a:pt x="24186" y="106358"/>
                    <a:pt x="30149" y="106358"/>
                  </a:cubicBezTo>
                  <a:cubicBezTo>
                    <a:pt x="35144" y="106358"/>
                    <a:pt x="55451" y="106841"/>
                    <a:pt x="58996" y="107002"/>
                  </a:cubicBezTo>
                  <a:lnTo>
                    <a:pt x="58996" y="101207"/>
                  </a:lnTo>
                  <a:lnTo>
                    <a:pt x="52872" y="101207"/>
                  </a:lnTo>
                  <a:cubicBezTo>
                    <a:pt x="36756" y="101207"/>
                    <a:pt x="36756" y="99114"/>
                    <a:pt x="36756" y="93802"/>
                  </a:cubicBezTo>
                  <a:lnTo>
                    <a:pt x="36756" y="4623"/>
                  </a:lnTo>
                  <a:close/>
                </a:path>
              </a:pathLst>
            </a:custGeom>
            <a:solidFill>
              <a:srgbClr val="FF0000"/>
            </a:solidFill>
            <a:ln w="23082" cap="flat">
              <a:noFill/>
              <a:prstDash val="solid"/>
              <a:miter/>
            </a:ln>
          </p:spPr>
          <p:txBody>
            <a:bodyPr rtlCol="0" anchor="ctr"/>
            <a:lstStyle/>
            <a:p>
              <a:endParaRPr lang="en-GB" noProof="0"/>
            </a:p>
          </p:txBody>
        </p:sp>
        <p:sp>
          <p:nvSpPr>
            <p:cNvPr id="125" name="Freeform: Shape 124">
              <a:extLst>
                <a:ext uri="{FF2B5EF4-FFF2-40B4-BE49-F238E27FC236}">
                  <a16:creationId xmlns:a16="http://schemas.microsoft.com/office/drawing/2014/main" id="{0BD27D37-D76E-EC89-CECC-B4E606F4BDAF}"/>
                </a:ext>
              </a:extLst>
            </p:cNvPr>
            <p:cNvSpPr/>
            <p:nvPr>
              <p:custDataLst>
                <p:tags r:id="rId138"/>
              </p:custDataLst>
            </p:nvPr>
          </p:nvSpPr>
          <p:spPr>
            <a:xfrm>
              <a:off x="4668590" y="3411635"/>
              <a:ext cx="120386" cy="108817"/>
            </a:xfrm>
            <a:custGeom>
              <a:avLst/>
              <a:gdLst>
                <a:gd name="connsiteX0" fmla="*/ 71669 w 120386"/>
                <a:gd name="connsiteY0" fmla="*/ 11552 h 108817"/>
                <a:gd name="connsiteX1" fmla="*/ 76665 w 120386"/>
                <a:gd name="connsiteY1" fmla="*/ 6079 h 108817"/>
                <a:gd name="connsiteX2" fmla="*/ 86335 w 120386"/>
                <a:gd name="connsiteY2" fmla="*/ 5918 h 108817"/>
                <a:gd name="connsiteX3" fmla="*/ 104385 w 120386"/>
                <a:gd name="connsiteY3" fmla="*/ 7206 h 108817"/>
                <a:gd name="connsiteX4" fmla="*/ 111959 w 120386"/>
                <a:gd name="connsiteY4" fmla="*/ 19923 h 108817"/>
                <a:gd name="connsiteX5" fmla="*/ 110831 w 120386"/>
                <a:gd name="connsiteY5" fmla="*/ 32961 h 108817"/>
                <a:gd name="connsiteX6" fmla="*/ 110509 w 120386"/>
                <a:gd name="connsiteY6" fmla="*/ 34732 h 108817"/>
                <a:gd name="connsiteX7" fmla="*/ 113248 w 120386"/>
                <a:gd name="connsiteY7" fmla="*/ 37147 h 108817"/>
                <a:gd name="connsiteX8" fmla="*/ 116310 w 120386"/>
                <a:gd name="connsiteY8" fmla="*/ 33122 h 108817"/>
                <a:gd name="connsiteX9" fmla="*/ 120662 w 120386"/>
                <a:gd name="connsiteY9" fmla="*/ 2377 h 108817"/>
                <a:gd name="connsiteX10" fmla="*/ 115827 w 120386"/>
                <a:gd name="connsiteY10" fmla="*/ 123 h 108817"/>
                <a:gd name="connsiteX11" fmla="*/ 16713 w 120386"/>
                <a:gd name="connsiteY11" fmla="*/ 123 h 108817"/>
                <a:gd name="connsiteX12" fmla="*/ 11234 w 120386"/>
                <a:gd name="connsiteY12" fmla="*/ 3503 h 108817"/>
                <a:gd name="connsiteX13" fmla="*/ 1081 w 120386"/>
                <a:gd name="connsiteY13" fmla="*/ 31996 h 108817"/>
                <a:gd name="connsiteX14" fmla="*/ 275 w 120386"/>
                <a:gd name="connsiteY14" fmla="*/ 34893 h 108817"/>
                <a:gd name="connsiteX15" fmla="*/ 3015 w 120386"/>
                <a:gd name="connsiteY15" fmla="*/ 37147 h 108817"/>
                <a:gd name="connsiteX16" fmla="*/ 6399 w 120386"/>
                <a:gd name="connsiteY16" fmla="*/ 33283 h 108817"/>
                <a:gd name="connsiteX17" fmla="*/ 45561 w 120386"/>
                <a:gd name="connsiteY17" fmla="*/ 5918 h 108817"/>
                <a:gd name="connsiteX18" fmla="*/ 52330 w 120386"/>
                <a:gd name="connsiteY18" fmla="*/ 5918 h 108817"/>
                <a:gd name="connsiteX19" fmla="*/ 57326 w 120386"/>
                <a:gd name="connsiteY19" fmla="*/ 7528 h 108817"/>
                <a:gd name="connsiteX20" fmla="*/ 56681 w 120386"/>
                <a:gd name="connsiteY20" fmla="*/ 10908 h 108817"/>
                <a:gd name="connsiteX21" fmla="*/ 35408 w 120386"/>
                <a:gd name="connsiteY21" fmla="*/ 95580 h 108817"/>
                <a:gd name="connsiteX22" fmla="*/ 16552 w 120386"/>
                <a:gd name="connsiteY22" fmla="*/ 103146 h 108817"/>
                <a:gd name="connsiteX23" fmla="*/ 9300 w 120386"/>
                <a:gd name="connsiteY23" fmla="*/ 106687 h 108817"/>
                <a:gd name="connsiteX24" fmla="*/ 12040 w 120386"/>
                <a:gd name="connsiteY24" fmla="*/ 108941 h 108817"/>
                <a:gd name="connsiteX25" fmla="*/ 25900 w 120386"/>
                <a:gd name="connsiteY25" fmla="*/ 108458 h 108817"/>
                <a:gd name="connsiteX26" fmla="*/ 39759 w 120386"/>
                <a:gd name="connsiteY26" fmla="*/ 108297 h 108817"/>
                <a:gd name="connsiteX27" fmla="*/ 54264 w 120386"/>
                <a:gd name="connsiteY27" fmla="*/ 108458 h 108817"/>
                <a:gd name="connsiteX28" fmla="*/ 67801 w 120386"/>
                <a:gd name="connsiteY28" fmla="*/ 108941 h 108817"/>
                <a:gd name="connsiteX29" fmla="*/ 71508 w 120386"/>
                <a:gd name="connsiteY29" fmla="*/ 105399 h 108817"/>
                <a:gd name="connsiteX30" fmla="*/ 64900 w 120386"/>
                <a:gd name="connsiteY30" fmla="*/ 103146 h 108817"/>
                <a:gd name="connsiteX31" fmla="*/ 55553 w 120386"/>
                <a:gd name="connsiteY31" fmla="*/ 102824 h 108817"/>
                <a:gd name="connsiteX32" fmla="*/ 49751 w 120386"/>
                <a:gd name="connsiteY32" fmla="*/ 99765 h 108817"/>
                <a:gd name="connsiteX33" fmla="*/ 50396 w 120386"/>
                <a:gd name="connsiteY33" fmla="*/ 96063 h 108817"/>
                <a:gd name="connsiteX34" fmla="*/ 71669 w 120386"/>
                <a:gd name="connsiteY34" fmla="*/ 11552 h 10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0386" h="108817">
                  <a:moveTo>
                    <a:pt x="71669" y="11552"/>
                  </a:moveTo>
                  <a:cubicBezTo>
                    <a:pt x="72797" y="6884"/>
                    <a:pt x="73120" y="6401"/>
                    <a:pt x="76665" y="6079"/>
                  </a:cubicBezTo>
                  <a:cubicBezTo>
                    <a:pt x="77471" y="5918"/>
                    <a:pt x="83111" y="5918"/>
                    <a:pt x="86335" y="5918"/>
                  </a:cubicBezTo>
                  <a:cubicBezTo>
                    <a:pt x="96165" y="5918"/>
                    <a:pt x="100356" y="5918"/>
                    <a:pt x="104385" y="7206"/>
                  </a:cubicBezTo>
                  <a:cubicBezTo>
                    <a:pt x="111637" y="9459"/>
                    <a:pt x="111959" y="14128"/>
                    <a:pt x="111959" y="19923"/>
                  </a:cubicBezTo>
                  <a:cubicBezTo>
                    <a:pt x="111959" y="22498"/>
                    <a:pt x="111959" y="24591"/>
                    <a:pt x="110831" y="32961"/>
                  </a:cubicBezTo>
                  <a:lnTo>
                    <a:pt x="110509" y="34732"/>
                  </a:lnTo>
                  <a:cubicBezTo>
                    <a:pt x="110509" y="36342"/>
                    <a:pt x="111637" y="37147"/>
                    <a:pt x="113248" y="37147"/>
                  </a:cubicBezTo>
                  <a:cubicBezTo>
                    <a:pt x="115666" y="37147"/>
                    <a:pt x="115988" y="35698"/>
                    <a:pt x="116310" y="33122"/>
                  </a:cubicBezTo>
                  <a:lnTo>
                    <a:pt x="120662" y="2377"/>
                  </a:lnTo>
                  <a:cubicBezTo>
                    <a:pt x="120662" y="123"/>
                    <a:pt x="118728" y="123"/>
                    <a:pt x="115827" y="123"/>
                  </a:cubicBezTo>
                  <a:lnTo>
                    <a:pt x="16713" y="123"/>
                  </a:lnTo>
                  <a:cubicBezTo>
                    <a:pt x="12684" y="123"/>
                    <a:pt x="12362" y="123"/>
                    <a:pt x="11234" y="3503"/>
                  </a:cubicBezTo>
                  <a:lnTo>
                    <a:pt x="1081" y="31996"/>
                  </a:lnTo>
                  <a:cubicBezTo>
                    <a:pt x="920" y="32640"/>
                    <a:pt x="275" y="34088"/>
                    <a:pt x="275" y="34893"/>
                  </a:cubicBezTo>
                  <a:cubicBezTo>
                    <a:pt x="275" y="35537"/>
                    <a:pt x="597" y="37147"/>
                    <a:pt x="3015" y="37147"/>
                  </a:cubicBezTo>
                  <a:cubicBezTo>
                    <a:pt x="5110" y="37147"/>
                    <a:pt x="5432" y="36342"/>
                    <a:pt x="6399" y="33283"/>
                  </a:cubicBezTo>
                  <a:cubicBezTo>
                    <a:pt x="15746" y="7528"/>
                    <a:pt x="21065" y="5918"/>
                    <a:pt x="45561" y="5918"/>
                  </a:cubicBezTo>
                  <a:lnTo>
                    <a:pt x="52330" y="5918"/>
                  </a:lnTo>
                  <a:cubicBezTo>
                    <a:pt x="57165" y="5918"/>
                    <a:pt x="57326" y="6079"/>
                    <a:pt x="57326" y="7528"/>
                  </a:cubicBezTo>
                  <a:cubicBezTo>
                    <a:pt x="57326" y="7689"/>
                    <a:pt x="57326" y="8494"/>
                    <a:pt x="56681" y="10908"/>
                  </a:cubicBezTo>
                  <a:lnTo>
                    <a:pt x="35408" y="95580"/>
                  </a:lnTo>
                  <a:cubicBezTo>
                    <a:pt x="33958" y="101536"/>
                    <a:pt x="33474" y="103146"/>
                    <a:pt x="16552" y="103146"/>
                  </a:cubicBezTo>
                  <a:cubicBezTo>
                    <a:pt x="10751" y="103146"/>
                    <a:pt x="9300" y="103146"/>
                    <a:pt x="9300" y="106687"/>
                  </a:cubicBezTo>
                  <a:cubicBezTo>
                    <a:pt x="9300" y="107170"/>
                    <a:pt x="9622" y="108941"/>
                    <a:pt x="12040" y="108941"/>
                  </a:cubicBezTo>
                  <a:cubicBezTo>
                    <a:pt x="16552" y="108941"/>
                    <a:pt x="21387" y="108458"/>
                    <a:pt x="25900" y="108458"/>
                  </a:cubicBezTo>
                  <a:cubicBezTo>
                    <a:pt x="30412" y="108458"/>
                    <a:pt x="35247" y="108297"/>
                    <a:pt x="39759" y="108297"/>
                  </a:cubicBezTo>
                  <a:cubicBezTo>
                    <a:pt x="44272" y="108297"/>
                    <a:pt x="49751" y="108297"/>
                    <a:pt x="54264" y="108458"/>
                  </a:cubicBezTo>
                  <a:cubicBezTo>
                    <a:pt x="58615" y="108619"/>
                    <a:pt x="63450" y="108941"/>
                    <a:pt x="67801" y="108941"/>
                  </a:cubicBezTo>
                  <a:cubicBezTo>
                    <a:pt x="69091" y="108941"/>
                    <a:pt x="71508" y="108941"/>
                    <a:pt x="71508" y="105399"/>
                  </a:cubicBezTo>
                  <a:cubicBezTo>
                    <a:pt x="71508" y="103146"/>
                    <a:pt x="69896" y="103146"/>
                    <a:pt x="64900" y="103146"/>
                  </a:cubicBezTo>
                  <a:cubicBezTo>
                    <a:pt x="61838" y="103146"/>
                    <a:pt x="58615" y="102985"/>
                    <a:pt x="55553" y="102824"/>
                  </a:cubicBezTo>
                  <a:cubicBezTo>
                    <a:pt x="50074" y="102341"/>
                    <a:pt x="49751" y="101697"/>
                    <a:pt x="49751" y="99765"/>
                  </a:cubicBezTo>
                  <a:cubicBezTo>
                    <a:pt x="49751" y="98638"/>
                    <a:pt x="49751" y="98316"/>
                    <a:pt x="50396" y="96063"/>
                  </a:cubicBezTo>
                  <a:lnTo>
                    <a:pt x="71669" y="11552"/>
                  </a:lnTo>
                  <a:close/>
                </a:path>
              </a:pathLst>
            </a:custGeom>
            <a:solidFill>
              <a:srgbClr val="000000"/>
            </a:solidFill>
            <a:ln w="23082" cap="flat">
              <a:noFill/>
              <a:prstDash val="solid"/>
              <a:miter/>
            </a:ln>
          </p:spPr>
          <p:txBody>
            <a:bodyPr rtlCol="0" anchor="ctr"/>
            <a:lstStyle/>
            <a:p>
              <a:endParaRPr lang="en-GB" noProof="0"/>
            </a:p>
          </p:txBody>
        </p:sp>
      </p:grpSp>
      <p:grpSp>
        <p:nvGrpSpPr>
          <p:cNvPr id="7" name="Group 6">
            <a:extLst>
              <a:ext uri="{FF2B5EF4-FFF2-40B4-BE49-F238E27FC236}">
                <a16:creationId xmlns:a16="http://schemas.microsoft.com/office/drawing/2014/main" id="{6D5A0A96-9C97-4BFC-68D0-A7125D16202E}"/>
              </a:ext>
            </a:extLst>
          </p:cNvPr>
          <p:cNvGrpSpPr/>
          <p:nvPr/>
        </p:nvGrpSpPr>
        <p:grpSpPr>
          <a:xfrm>
            <a:off x="1633778" y="3338709"/>
            <a:ext cx="3559798" cy="171461"/>
            <a:chOff x="1467919" y="3441552"/>
            <a:chExt cx="4401933" cy="212023"/>
          </a:xfrm>
        </p:grpSpPr>
        <p:sp>
          <p:nvSpPr>
            <p:cNvPr id="112" name="Freeform: Shape 111">
              <a:extLst>
                <a:ext uri="{FF2B5EF4-FFF2-40B4-BE49-F238E27FC236}">
                  <a16:creationId xmlns:a16="http://schemas.microsoft.com/office/drawing/2014/main" id="{72B94A7E-0EF0-5DB9-2883-4AE7D27763B2}"/>
                </a:ext>
              </a:extLst>
            </p:cNvPr>
            <p:cNvSpPr/>
            <p:nvPr>
              <p:custDataLst>
                <p:tags r:id="rId95"/>
              </p:custDataLst>
            </p:nvPr>
          </p:nvSpPr>
          <p:spPr>
            <a:xfrm>
              <a:off x="1467919" y="3502261"/>
              <a:ext cx="106135" cy="148784"/>
            </a:xfrm>
            <a:custGeom>
              <a:avLst/>
              <a:gdLst>
                <a:gd name="connsiteX0" fmla="*/ 105351 w 106135"/>
                <a:gd name="connsiteY0" fmla="*/ 14154 h 148784"/>
                <a:gd name="connsiteX1" fmla="*/ 106272 w 106135"/>
                <a:gd name="connsiteY1" fmla="*/ 8865 h 148784"/>
                <a:gd name="connsiteX2" fmla="*/ 99595 w 106135"/>
                <a:gd name="connsiteY2" fmla="*/ 2656 h 148784"/>
                <a:gd name="connsiteX3" fmla="*/ 91537 w 106135"/>
                <a:gd name="connsiteY3" fmla="*/ 7485 h 148784"/>
                <a:gd name="connsiteX4" fmla="*/ 88314 w 106135"/>
                <a:gd name="connsiteY4" fmla="*/ 19903 h 148784"/>
                <a:gd name="connsiteX5" fmla="*/ 83710 w 106135"/>
                <a:gd name="connsiteY5" fmla="*/ 38300 h 148784"/>
                <a:gd name="connsiteX6" fmla="*/ 73349 w 106135"/>
                <a:gd name="connsiteY6" fmla="*/ 79693 h 148784"/>
                <a:gd name="connsiteX7" fmla="*/ 47334 w 106135"/>
                <a:gd name="connsiteY7" fmla="*/ 99240 h 148784"/>
                <a:gd name="connsiteX8" fmla="*/ 33059 w 106135"/>
                <a:gd name="connsiteY8" fmla="*/ 80613 h 148784"/>
                <a:gd name="connsiteX9" fmla="*/ 44801 w 106135"/>
                <a:gd name="connsiteY9" fmla="*/ 35541 h 148784"/>
                <a:gd name="connsiteX10" fmla="*/ 49406 w 106135"/>
                <a:gd name="connsiteY10" fmla="*/ 18983 h 148784"/>
                <a:gd name="connsiteX11" fmla="*/ 30527 w 106135"/>
                <a:gd name="connsiteY11" fmla="*/ 127 h 148784"/>
                <a:gd name="connsiteX12" fmla="*/ 137 w 106135"/>
                <a:gd name="connsiteY12" fmla="*/ 35541 h 148784"/>
                <a:gd name="connsiteX13" fmla="*/ 2899 w 106135"/>
                <a:gd name="connsiteY13" fmla="*/ 37840 h 148784"/>
                <a:gd name="connsiteX14" fmla="*/ 6583 w 106135"/>
                <a:gd name="connsiteY14" fmla="*/ 33701 h 148784"/>
                <a:gd name="connsiteX15" fmla="*/ 29836 w 106135"/>
                <a:gd name="connsiteY15" fmla="*/ 5186 h 148784"/>
                <a:gd name="connsiteX16" fmla="*/ 35592 w 106135"/>
                <a:gd name="connsiteY16" fmla="*/ 12545 h 148784"/>
                <a:gd name="connsiteX17" fmla="*/ 31678 w 106135"/>
                <a:gd name="connsiteY17" fmla="*/ 28642 h 148784"/>
                <a:gd name="connsiteX18" fmla="*/ 18325 w 106135"/>
                <a:gd name="connsiteY18" fmla="*/ 76934 h 148784"/>
                <a:gd name="connsiteX19" fmla="*/ 46413 w 106135"/>
                <a:gd name="connsiteY19" fmla="*/ 104299 h 148784"/>
                <a:gd name="connsiteX20" fmla="*/ 69666 w 106135"/>
                <a:gd name="connsiteY20" fmla="*/ 93951 h 148784"/>
                <a:gd name="connsiteX21" fmla="*/ 54701 w 106135"/>
                <a:gd name="connsiteY21" fmla="*/ 129365 h 148784"/>
                <a:gd name="connsiteX22" fmla="*/ 29376 w 106135"/>
                <a:gd name="connsiteY22" fmla="*/ 143852 h 148784"/>
                <a:gd name="connsiteX23" fmla="*/ 11878 w 106135"/>
                <a:gd name="connsiteY23" fmla="*/ 134194 h 148784"/>
                <a:gd name="connsiteX24" fmla="*/ 21778 w 106135"/>
                <a:gd name="connsiteY24" fmla="*/ 131435 h 148784"/>
                <a:gd name="connsiteX25" fmla="*/ 26383 w 106135"/>
                <a:gd name="connsiteY25" fmla="*/ 122006 h 148784"/>
                <a:gd name="connsiteX26" fmla="*/ 17864 w 106135"/>
                <a:gd name="connsiteY26" fmla="*/ 113957 h 148784"/>
                <a:gd name="connsiteX27" fmla="*/ 4971 w 106135"/>
                <a:gd name="connsiteY27" fmla="*/ 128905 h 148784"/>
                <a:gd name="connsiteX28" fmla="*/ 29376 w 106135"/>
                <a:gd name="connsiteY28" fmla="*/ 148912 h 148784"/>
                <a:gd name="connsiteX29" fmla="*/ 83249 w 106135"/>
                <a:gd name="connsiteY29" fmla="*/ 101999 h 148784"/>
                <a:gd name="connsiteX30" fmla="*/ 105351 w 106135"/>
                <a:gd name="connsiteY30" fmla="*/ 14154 h 14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6135" h="148784">
                  <a:moveTo>
                    <a:pt x="105351" y="14154"/>
                  </a:moveTo>
                  <a:cubicBezTo>
                    <a:pt x="106272" y="10935"/>
                    <a:pt x="106272" y="10475"/>
                    <a:pt x="106272" y="8865"/>
                  </a:cubicBezTo>
                  <a:cubicBezTo>
                    <a:pt x="106272" y="4726"/>
                    <a:pt x="103049" y="2656"/>
                    <a:pt x="99595" y="2656"/>
                  </a:cubicBezTo>
                  <a:cubicBezTo>
                    <a:pt x="97293" y="2656"/>
                    <a:pt x="93610" y="4036"/>
                    <a:pt x="91537" y="7485"/>
                  </a:cubicBezTo>
                  <a:cubicBezTo>
                    <a:pt x="91077" y="8635"/>
                    <a:pt x="89235" y="15764"/>
                    <a:pt x="88314" y="19903"/>
                  </a:cubicBezTo>
                  <a:cubicBezTo>
                    <a:pt x="86703" y="25882"/>
                    <a:pt x="85091" y="32091"/>
                    <a:pt x="83710" y="38300"/>
                  </a:cubicBezTo>
                  <a:lnTo>
                    <a:pt x="73349" y="79693"/>
                  </a:lnTo>
                  <a:cubicBezTo>
                    <a:pt x="72428" y="83143"/>
                    <a:pt x="62529" y="99240"/>
                    <a:pt x="47334" y="99240"/>
                  </a:cubicBezTo>
                  <a:cubicBezTo>
                    <a:pt x="35592" y="99240"/>
                    <a:pt x="33059" y="89122"/>
                    <a:pt x="33059" y="80613"/>
                  </a:cubicBezTo>
                  <a:cubicBezTo>
                    <a:pt x="33059" y="70035"/>
                    <a:pt x="36973" y="55777"/>
                    <a:pt x="44801" y="35541"/>
                  </a:cubicBezTo>
                  <a:cubicBezTo>
                    <a:pt x="48485" y="26112"/>
                    <a:pt x="49406" y="23583"/>
                    <a:pt x="49406" y="18983"/>
                  </a:cubicBezTo>
                  <a:cubicBezTo>
                    <a:pt x="49406" y="8635"/>
                    <a:pt x="42038" y="127"/>
                    <a:pt x="30527" y="127"/>
                  </a:cubicBezTo>
                  <a:cubicBezTo>
                    <a:pt x="8655" y="127"/>
                    <a:pt x="137" y="33471"/>
                    <a:pt x="137" y="35541"/>
                  </a:cubicBezTo>
                  <a:cubicBezTo>
                    <a:pt x="137" y="37840"/>
                    <a:pt x="2439" y="37840"/>
                    <a:pt x="2899" y="37840"/>
                  </a:cubicBezTo>
                  <a:cubicBezTo>
                    <a:pt x="5202" y="37840"/>
                    <a:pt x="5432" y="37380"/>
                    <a:pt x="6583" y="33701"/>
                  </a:cubicBezTo>
                  <a:cubicBezTo>
                    <a:pt x="12799" y="12085"/>
                    <a:pt x="22008" y="5186"/>
                    <a:pt x="29836" y="5186"/>
                  </a:cubicBezTo>
                  <a:cubicBezTo>
                    <a:pt x="31678" y="5186"/>
                    <a:pt x="35592" y="5186"/>
                    <a:pt x="35592" y="12545"/>
                  </a:cubicBezTo>
                  <a:cubicBezTo>
                    <a:pt x="35592" y="18294"/>
                    <a:pt x="33290" y="24273"/>
                    <a:pt x="31678" y="28642"/>
                  </a:cubicBezTo>
                  <a:cubicBezTo>
                    <a:pt x="22469" y="53018"/>
                    <a:pt x="18325" y="66126"/>
                    <a:pt x="18325" y="76934"/>
                  </a:cubicBezTo>
                  <a:cubicBezTo>
                    <a:pt x="18325" y="97400"/>
                    <a:pt x="32829" y="104299"/>
                    <a:pt x="46413" y="104299"/>
                  </a:cubicBezTo>
                  <a:cubicBezTo>
                    <a:pt x="55392" y="104299"/>
                    <a:pt x="63219" y="100390"/>
                    <a:pt x="69666" y="93951"/>
                  </a:cubicBezTo>
                  <a:cubicBezTo>
                    <a:pt x="66673" y="105909"/>
                    <a:pt x="63910" y="117177"/>
                    <a:pt x="54701" y="129365"/>
                  </a:cubicBezTo>
                  <a:cubicBezTo>
                    <a:pt x="48715" y="137184"/>
                    <a:pt x="39966" y="143852"/>
                    <a:pt x="29376" y="143852"/>
                  </a:cubicBezTo>
                  <a:cubicBezTo>
                    <a:pt x="26152" y="143852"/>
                    <a:pt x="15792" y="143163"/>
                    <a:pt x="11878" y="134194"/>
                  </a:cubicBezTo>
                  <a:cubicBezTo>
                    <a:pt x="15562" y="134194"/>
                    <a:pt x="18555" y="134194"/>
                    <a:pt x="21778" y="131435"/>
                  </a:cubicBezTo>
                  <a:cubicBezTo>
                    <a:pt x="24080" y="129365"/>
                    <a:pt x="26383" y="126375"/>
                    <a:pt x="26383" y="122006"/>
                  </a:cubicBezTo>
                  <a:cubicBezTo>
                    <a:pt x="26383" y="114877"/>
                    <a:pt x="20166" y="113957"/>
                    <a:pt x="17864" y="113957"/>
                  </a:cubicBezTo>
                  <a:cubicBezTo>
                    <a:pt x="12569" y="113957"/>
                    <a:pt x="4971" y="117637"/>
                    <a:pt x="4971" y="128905"/>
                  </a:cubicBezTo>
                  <a:cubicBezTo>
                    <a:pt x="4971" y="140403"/>
                    <a:pt x="15101" y="148912"/>
                    <a:pt x="29376" y="148912"/>
                  </a:cubicBezTo>
                  <a:cubicBezTo>
                    <a:pt x="53089" y="148912"/>
                    <a:pt x="76803" y="127985"/>
                    <a:pt x="83249" y="101999"/>
                  </a:cubicBezTo>
                  <a:lnTo>
                    <a:pt x="105351" y="14154"/>
                  </a:lnTo>
                  <a:close/>
                </a:path>
              </a:pathLst>
            </a:custGeom>
            <a:solidFill>
              <a:srgbClr val="000000"/>
            </a:solidFill>
            <a:ln w="23082" cap="flat">
              <a:noFill/>
              <a:prstDash val="solid"/>
              <a:miter/>
            </a:ln>
          </p:spPr>
          <p:txBody>
            <a:bodyPr rtlCol="0" anchor="ctr"/>
            <a:lstStyle/>
            <a:p>
              <a:endParaRPr lang="en-GB" noProof="0"/>
            </a:p>
          </p:txBody>
        </p:sp>
        <p:sp>
          <p:nvSpPr>
            <p:cNvPr id="113" name="Freeform: Shape 112">
              <a:extLst>
                <a:ext uri="{FF2B5EF4-FFF2-40B4-BE49-F238E27FC236}">
                  <a16:creationId xmlns:a16="http://schemas.microsoft.com/office/drawing/2014/main" id="{90F1A264-74D7-9458-C41A-1010E5F4E1E1}"/>
                </a:ext>
              </a:extLst>
            </p:cNvPr>
            <p:cNvSpPr/>
            <p:nvPr>
              <p:custDataLst>
                <p:tags r:id="rId96"/>
              </p:custDataLst>
            </p:nvPr>
          </p:nvSpPr>
          <p:spPr>
            <a:xfrm>
              <a:off x="1659223" y="3519509"/>
              <a:ext cx="153102" cy="53810"/>
            </a:xfrm>
            <a:custGeom>
              <a:avLst/>
              <a:gdLst>
                <a:gd name="connsiteX0" fmla="*/ 145419 w 153102"/>
                <a:gd name="connsiteY0" fmla="*/ 9325 h 53810"/>
                <a:gd name="connsiteX1" fmla="*/ 153247 w 153102"/>
                <a:gd name="connsiteY1" fmla="*/ 4726 h 53810"/>
                <a:gd name="connsiteX2" fmla="*/ 145649 w 153102"/>
                <a:gd name="connsiteY2" fmla="*/ 127 h 53810"/>
                <a:gd name="connsiteX3" fmla="*/ 7742 w 153102"/>
                <a:gd name="connsiteY3" fmla="*/ 127 h 53810"/>
                <a:gd name="connsiteX4" fmla="*/ 145 w 153102"/>
                <a:gd name="connsiteY4" fmla="*/ 4726 h 53810"/>
                <a:gd name="connsiteX5" fmla="*/ 7972 w 153102"/>
                <a:gd name="connsiteY5" fmla="*/ 9325 h 53810"/>
                <a:gd name="connsiteX6" fmla="*/ 145419 w 153102"/>
                <a:gd name="connsiteY6" fmla="*/ 9325 h 53810"/>
                <a:gd name="connsiteX7" fmla="*/ 145649 w 153102"/>
                <a:gd name="connsiteY7" fmla="*/ 53938 h 53810"/>
                <a:gd name="connsiteX8" fmla="*/ 153247 w 153102"/>
                <a:gd name="connsiteY8" fmla="*/ 49338 h 53810"/>
                <a:gd name="connsiteX9" fmla="*/ 145419 w 153102"/>
                <a:gd name="connsiteY9" fmla="*/ 44739 h 53810"/>
                <a:gd name="connsiteX10" fmla="*/ 7972 w 153102"/>
                <a:gd name="connsiteY10" fmla="*/ 44739 h 53810"/>
                <a:gd name="connsiteX11" fmla="*/ 145 w 153102"/>
                <a:gd name="connsiteY11" fmla="*/ 49338 h 53810"/>
                <a:gd name="connsiteX12" fmla="*/ 7742 w 153102"/>
                <a:gd name="connsiteY12" fmla="*/ 53938 h 53810"/>
                <a:gd name="connsiteX13" fmla="*/ 145649 w 153102"/>
                <a:gd name="connsiteY13" fmla="*/ 53938 h 5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02" h="53810">
                  <a:moveTo>
                    <a:pt x="145419" y="9325"/>
                  </a:moveTo>
                  <a:cubicBezTo>
                    <a:pt x="148872" y="9325"/>
                    <a:pt x="153247" y="9325"/>
                    <a:pt x="153247" y="4726"/>
                  </a:cubicBezTo>
                  <a:cubicBezTo>
                    <a:pt x="153247" y="127"/>
                    <a:pt x="148872" y="127"/>
                    <a:pt x="145649" y="127"/>
                  </a:cubicBezTo>
                  <a:lnTo>
                    <a:pt x="7742" y="127"/>
                  </a:lnTo>
                  <a:cubicBezTo>
                    <a:pt x="4519" y="127"/>
                    <a:pt x="145" y="127"/>
                    <a:pt x="145" y="4726"/>
                  </a:cubicBezTo>
                  <a:cubicBezTo>
                    <a:pt x="145" y="9325"/>
                    <a:pt x="4519" y="9325"/>
                    <a:pt x="7972" y="9325"/>
                  </a:cubicBezTo>
                  <a:lnTo>
                    <a:pt x="145419" y="9325"/>
                  </a:lnTo>
                  <a:close/>
                  <a:moveTo>
                    <a:pt x="145649" y="53938"/>
                  </a:moveTo>
                  <a:cubicBezTo>
                    <a:pt x="148872" y="53938"/>
                    <a:pt x="153247" y="53938"/>
                    <a:pt x="153247" y="49338"/>
                  </a:cubicBezTo>
                  <a:cubicBezTo>
                    <a:pt x="153247" y="44739"/>
                    <a:pt x="148872" y="44739"/>
                    <a:pt x="145419" y="44739"/>
                  </a:cubicBezTo>
                  <a:lnTo>
                    <a:pt x="7972" y="44739"/>
                  </a:lnTo>
                  <a:cubicBezTo>
                    <a:pt x="4519" y="44739"/>
                    <a:pt x="145" y="44739"/>
                    <a:pt x="145" y="49338"/>
                  </a:cubicBezTo>
                  <a:cubicBezTo>
                    <a:pt x="145" y="53938"/>
                    <a:pt x="4519" y="53938"/>
                    <a:pt x="7742" y="53938"/>
                  </a:cubicBezTo>
                  <a:lnTo>
                    <a:pt x="145649" y="53938"/>
                  </a:lnTo>
                  <a:close/>
                </a:path>
              </a:pathLst>
            </a:custGeom>
            <a:solidFill>
              <a:srgbClr val="000000"/>
            </a:solidFill>
            <a:ln w="23082" cap="flat">
              <a:noFill/>
              <a:prstDash val="solid"/>
              <a:miter/>
            </a:ln>
          </p:spPr>
          <p:txBody>
            <a:bodyPr rtlCol="0" anchor="ctr"/>
            <a:lstStyle/>
            <a:p>
              <a:endParaRPr lang="en-GB" noProof="0"/>
            </a:p>
          </p:txBody>
        </p:sp>
        <p:sp>
          <p:nvSpPr>
            <p:cNvPr id="114" name="Freeform: Shape 113">
              <a:extLst>
                <a:ext uri="{FF2B5EF4-FFF2-40B4-BE49-F238E27FC236}">
                  <a16:creationId xmlns:a16="http://schemas.microsoft.com/office/drawing/2014/main" id="{7B27A946-E97E-3F7A-E54E-898105E04D86}"/>
                </a:ext>
              </a:extLst>
            </p:cNvPr>
            <p:cNvSpPr/>
            <p:nvPr>
              <p:custDataLst>
                <p:tags r:id="rId97"/>
              </p:custDataLst>
            </p:nvPr>
          </p:nvSpPr>
          <p:spPr>
            <a:xfrm>
              <a:off x="1905695" y="3446841"/>
              <a:ext cx="129388" cy="162122"/>
            </a:xfrm>
            <a:custGeom>
              <a:avLst/>
              <a:gdLst>
                <a:gd name="connsiteX0" fmla="*/ 108363 w 129388"/>
                <a:gd name="connsiteY0" fmla="*/ 16914 h 162122"/>
                <a:gd name="connsiteX1" fmla="*/ 123328 w 129388"/>
                <a:gd name="connsiteY1" fmla="*/ 7255 h 162122"/>
                <a:gd name="connsiteX2" fmla="*/ 129544 w 129388"/>
                <a:gd name="connsiteY2" fmla="*/ 2886 h 162122"/>
                <a:gd name="connsiteX3" fmla="*/ 126321 w 129388"/>
                <a:gd name="connsiteY3" fmla="*/ 127 h 162122"/>
                <a:gd name="connsiteX4" fmla="*/ 100765 w 129388"/>
                <a:gd name="connsiteY4" fmla="*/ 817 h 162122"/>
                <a:gd name="connsiteX5" fmla="*/ 66922 w 129388"/>
                <a:gd name="connsiteY5" fmla="*/ 127 h 162122"/>
                <a:gd name="connsiteX6" fmla="*/ 62087 w 129388"/>
                <a:gd name="connsiteY6" fmla="*/ 4726 h 162122"/>
                <a:gd name="connsiteX7" fmla="*/ 69914 w 129388"/>
                <a:gd name="connsiteY7" fmla="*/ 7255 h 162122"/>
                <a:gd name="connsiteX8" fmla="*/ 83268 w 129388"/>
                <a:gd name="connsiteY8" fmla="*/ 7715 h 162122"/>
                <a:gd name="connsiteX9" fmla="*/ 90405 w 129388"/>
                <a:gd name="connsiteY9" fmla="*/ 12315 h 162122"/>
                <a:gd name="connsiteX10" fmla="*/ 89484 w 129388"/>
                <a:gd name="connsiteY10" fmla="*/ 17144 h 162122"/>
                <a:gd name="connsiteX11" fmla="*/ 63008 w 129388"/>
                <a:gd name="connsiteY11" fmla="*/ 122696 h 162122"/>
                <a:gd name="connsiteX12" fmla="*/ 29855 w 129388"/>
                <a:gd name="connsiteY12" fmla="*/ 157190 h 162122"/>
                <a:gd name="connsiteX13" fmla="*/ 7983 w 129388"/>
                <a:gd name="connsiteY13" fmla="*/ 142933 h 162122"/>
                <a:gd name="connsiteX14" fmla="*/ 10746 w 129388"/>
                <a:gd name="connsiteY14" fmla="*/ 143163 h 162122"/>
                <a:gd name="connsiteX15" fmla="*/ 25711 w 129388"/>
                <a:gd name="connsiteY15" fmla="*/ 128445 h 162122"/>
                <a:gd name="connsiteX16" fmla="*/ 15580 w 129388"/>
                <a:gd name="connsiteY16" fmla="*/ 118787 h 162122"/>
                <a:gd name="connsiteX17" fmla="*/ 155 w 129388"/>
                <a:gd name="connsiteY17" fmla="*/ 137184 h 162122"/>
                <a:gd name="connsiteX18" fmla="*/ 30545 w 129388"/>
                <a:gd name="connsiteY18" fmla="*/ 162249 h 162122"/>
                <a:gd name="connsiteX19" fmla="*/ 81426 w 129388"/>
                <a:gd name="connsiteY19" fmla="*/ 124306 h 162122"/>
                <a:gd name="connsiteX20" fmla="*/ 108363 w 129388"/>
                <a:gd name="connsiteY20" fmla="*/ 16914 h 16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9388" h="162122">
                  <a:moveTo>
                    <a:pt x="108363" y="16914"/>
                  </a:moveTo>
                  <a:cubicBezTo>
                    <a:pt x="110205" y="9325"/>
                    <a:pt x="110665" y="7255"/>
                    <a:pt x="123328" y="7255"/>
                  </a:cubicBezTo>
                  <a:cubicBezTo>
                    <a:pt x="127011" y="7255"/>
                    <a:pt x="129544" y="7255"/>
                    <a:pt x="129544" y="2886"/>
                  </a:cubicBezTo>
                  <a:cubicBezTo>
                    <a:pt x="129544" y="817"/>
                    <a:pt x="128162" y="127"/>
                    <a:pt x="126321" y="127"/>
                  </a:cubicBezTo>
                  <a:cubicBezTo>
                    <a:pt x="120565" y="127"/>
                    <a:pt x="106521" y="817"/>
                    <a:pt x="100765" y="817"/>
                  </a:cubicBezTo>
                  <a:cubicBezTo>
                    <a:pt x="93168" y="817"/>
                    <a:pt x="74519" y="127"/>
                    <a:pt x="66922" y="127"/>
                  </a:cubicBezTo>
                  <a:cubicBezTo>
                    <a:pt x="64849" y="127"/>
                    <a:pt x="62087" y="127"/>
                    <a:pt x="62087" y="4726"/>
                  </a:cubicBezTo>
                  <a:cubicBezTo>
                    <a:pt x="62087" y="7255"/>
                    <a:pt x="63929" y="7255"/>
                    <a:pt x="69914" y="7255"/>
                  </a:cubicBezTo>
                  <a:cubicBezTo>
                    <a:pt x="75210" y="7255"/>
                    <a:pt x="77512" y="7255"/>
                    <a:pt x="83268" y="7715"/>
                  </a:cubicBezTo>
                  <a:cubicBezTo>
                    <a:pt x="88793" y="8405"/>
                    <a:pt x="90405" y="9095"/>
                    <a:pt x="90405" y="12315"/>
                  </a:cubicBezTo>
                  <a:cubicBezTo>
                    <a:pt x="90405" y="13694"/>
                    <a:pt x="89944" y="15304"/>
                    <a:pt x="89484" y="17144"/>
                  </a:cubicBezTo>
                  <a:lnTo>
                    <a:pt x="63008" y="122696"/>
                  </a:lnTo>
                  <a:cubicBezTo>
                    <a:pt x="57482" y="145002"/>
                    <a:pt x="41827" y="157190"/>
                    <a:pt x="29855" y="157190"/>
                  </a:cubicBezTo>
                  <a:cubicBezTo>
                    <a:pt x="23869" y="157190"/>
                    <a:pt x="11667" y="154891"/>
                    <a:pt x="7983" y="142933"/>
                  </a:cubicBezTo>
                  <a:cubicBezTo>
                    <a:pt x="8674" y="143163"/>
                    <a:pt x="10285" y="143163"/>
                    <a:pt x="10746" y="143163"/>
                  </a:cubicBezTo>
                  <a:cubicBezTo>
                    <a:pt x="19725" y="143163"/>
                    <a:pt x="25711" y="135344"/>
                    <a:pt x="25711" y="128445"/>
                  </a:cubicBezTo>
                  <a:cubicBezTo>
                    <a:pt x="25711" y="121086"/>
                    <a:pt x="19494" y="118787"/>
                    <a:pt x="15580" y="118787"/>
                  </a:cubicBezTo>
                  <a:cubicBezTo>
                    <a:pt x="11436" y="118787"/>
                    <a:pt x="155" y="121546"/>
                    <a:pt x="155" y="137184"/>
                  </a:cubicBezTo>
                  <a:cubicBezTo>
                    <a:pt x="155" y="151441"/>
                    <a:pt x="12357" y="162249"/>
                    <a:pt x="30545" y="162249"/>
                  </a:cubicBezTo>
                  <a:cubicBezTo>
                    <a:pt x="51726" y="162249"/>
                    <a:pt x="75670" y="147072"/>
                    <a:pt x="81426" y="124306"/>
                  </a:cubicBezTo>
                  <a:lnTo>
                    <a:pt x="108363" y="16914"/>
                  </a:lnTo>
                  <a:close/>
                </a:path>
              </a:pathLst>
            </a:custGeom>
            <a:solidFill>
              <a:srgbClr val="000000"/>
            </a:solidFill>
            <a:ln w="23082" cap="flat">
              <a:noFill/>
              <a:prstDash val="solid"/>
              <a:miter/>
            </a:ln>
          </p:spPr>
          <p:txBody>
            <a:bodyPr rtlCol="0" anchor="ctr"/>
            <a:lstStyle/>
            <a:p>
              <a:endParaRPr lang="en-GB" noProof="0"/>
            </a:p>
          </p:txBody>
        </p:sp>
        <p:sp>
          <p:nvSpPr>
            <p:cNvPr id="115" name="Freeform: Shape 114">
              <a:extLst>
                <a:ext uri="{FF2B5EF4-FFF2-40B4-BE49-F238E27FC236}">
                  <a16:creationId xmlns:a16="http://schemas.microsoft.com/office/drawing/2014/main" id="{A86DC912-750E-C5DD-F5F3-D17A589313D9}"/>
                </a:ext>
              </a:extLst>
            </p:cNvPr>
            <p:cNvSpPr/>
            <p:nvPr>
              <p:custDataLst>
                <p:tags r:id="rId98"/>
              </p:custDataLst>
            </p:nvPr>
          </p:nvSpPr>
          <p:spPr>
            <a:xfrm>
              <a:off x="2742733" y="3483175"/>
              <a:ext cx="204443" cy="126478"/>
            </a:xfrm>
            <a:custGeom>
              <a:avLst/>
              <a:gdLst>
                <a:gd name="connsiteX0" fmla="*/ 196577 w 204443"/>
                <a:gd name="connsiteY0" fmla="*/ 90271 h 126478"/>
                <a:gd name="connsiteX1" fmla="*/ 204635 w 204443"/>
                <a:gd name="connsiteY1" fmla="*/ 85672 h 126478"/>
                <a:gd name="connsiteX2" fmla="*/ 196347 w 204443"/>
                <a:gd name="connsiteY2" fmla="*/ 81073 h 126478"/>
                <a:gd name="connsiteX3" fmla="*/ 50151 w 204443"/>
                <a:gd name="connsiteY3" fmla="*/ 81073 h 126478"/>
                <a:gd name="connsiteX4" fmla="*/ 21142 w 204443"/>
                <a:gd name="connsiteY4" fmla="*/ 63366 h 126478"/>
                <a:gd name="connsiteX5" fmla="*/ 50151 w 204443"/>
                <a:gd name="connsiteY5" fmla="*/ 45659 h 126478"/>
                <a:gd name="connsiteX6" fmla="*/ 196347 w 204443"/>
                <a:gd name="connsiteY6" fmla="*/ 45659 h 126478"/>
                <a:gd name="connsiteX7" fmla="*/ 204635 w 204443"/>
                <a:gd name="connsiteY7" fmla="*/ 41060 h 126478"/>
                <a:gd name="connsiteX8" fmla="*/ 196577 w 204443"/>
                <a:gd name="connsiteY8" fmla="*/ 36461 h 126478"/>
                <a:gd name="connsiteX9" fmla="*/ 60511 w 204443"/>
                <a:gd name="connsiteY9" fmla="*/ 36461 h 126478"/>
                <a:gd name="connsiteX10" fmla="*/ 83534 w 204443"/>
                <a:gd name="connsiteY10" fmla="*/ 2656 h 126478"/>
                <a:gd name="connsiteX11" fmla="*/ 79160 w 204443"/>
                <a:gd name="connsiteY11" fmla="*/ 127 h 126478"/>
                <a:gd name="connsiteX12" fmla="*/ 74786 w 204443"/>
                <a:gd name="connsiteY12" fmla="*/ 1966 h 126478"/>
                <a:gd name="connsiteX13" fmla="*/ 48540 w 204443"/>
                <a:gd name="connsiteY13" fmla="*/ 36231 h 126478"/>
                <a:gd name="connsiteX14" fmla="*/ 5257 w 204443"/>
                <a:gd name="connsiteY14" fmla="*/ 59917 h 126478"/>
                <a:gd name="connsiteX15" fmla="*/ 652 w 204443"/>
                <a:gd name="connsiteY15" fmla="*/ 61986 h 126478"/>
                <a:gd name="connsiteX16" fmla="*/ 191 w 204443"/>
                <a:gd name="connsiteY16" fmla="*/ 63366 h 126478"/>
                <a:gd name="connsiteX17" fmla="*/ 422 w 204443"/>
                <a:gd name="connsiteY17" fmla="*/ 64746 h 126478"/>
                <a:gd name="connsiteX18" fmla="*/ 1112 w 204443"/>
                <a:gd name="connsiteY18" fmla="*/ 65206 h 126478"/>
                <a:gd name="connsiteX19" fmla="*/ 6177 w 204443"/>
                <a:gd name="connsiteY19" fmla="*/ 67045 h 126478"/>
                <a:gd name="connsiteX20" fmla="*/ 73174 w 204443"/>
                <a:gd name="connsiteY20" fmla="*/ 121776 h 126478"/>
                <a:gd name="connsiteX21" fmla="*/ 79160 w 204443"/>
                <a:gd name="connsiteY21" fmla="*/ 126605 h 126478"/>
                <a:gd name="connsiteX22" fmla="*/ 83534 w 204443"/>
                <a:gd name="connsiteY22" fmla="*/ 124076 h 126478"/>
                <a:gd name="connsiteX23" fmla="*/ 60511 w 204443"/>
                <a:gd name="connsiteY23" fmla="*/ 90271 h 126478"/>
                <a:gd name="connsiteX24" fmla="*/ 196577 w 204443"/>
                <a:gd name="connsiteY24" fmla="*/ 90271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96577" y="90271"/>
                  </a:moveTo>
                  <a:cubicBezTo>
                    <a:pt x="200491" y="90271"/>
                    <a:pt x="204635" y="90271"/>
                    <a:pt x="204635" y="85672"/>
                  </a:cubicBezTo>
                  <a:cubicBezTo>
                    <a:pt x="204635" y="81073"/>
                    <a:pt x="200491" y="81073"/>
                    <a:pt x="196347" y="81073"/>
                  </a:cubicBezTo>
                  <a:lnTo>
                    <a:pt x="50151" y="81073"/>
                  </a:lnTo>
                  <a:cubicBezTo>
                    <a:pt x="40482" y="72794"/>
                    <a:pt x="28740" y="66815"/>
                    <a:pt x="21142" y="63366"/>
                  </a:cubicBezTo>
                  <a:cubicBezTo>
                    <a:pt x="29431" y="59687"/>
                    <a:pt x="40712" y="53708"/>
                    <a:pt x="50151" y="45659"/>
                  </a:cubicBezTo>
                  <a:lnTo>
                    <a:pt x="196347" y="45659"/>
                  </a:lnTo>
                  <a:cubicBezTo>
                    <a:pt x="200491" y="45659"/>
                    <a:pt x="204635" y="45659"/>
                    <a:pt x="204635" y="41060"/>
                  </a:cubicBezTo>
                  <a:cubicBezTo>
                    <a:pt x="204635" y="36461"/>
                    <a:pt x="200491" y="36461"/>
                    <a:pt x="196577" y="36461"/>
                  </a:cubicBezTo>
                  <a:lnTo>
                    <a:pt x="60511" y="36461"/>
                  </a:lnTo>
                  <a:cubicBezTo>
                    <a:pt x="71562" y="25882"/>
                    <a:pt x="83534" y="5646"/>
                    <a:pt x="83534" y="2656"/>
                  </a:cubicBezTo>
                  <a:cubicBezTo>
                    <a:pt x="83534" y="127"/>
                    <a:pt x="80541" y="127"/>
                    <a:pt x="79160" y="127"/>
                  </a:cubicBezTo>
                  <a:cubicBezTo>
                    <a:pt x="77318" y="127"/>
                    <a:pt x="75707" y="127"/>
                    <a:pt x="74786" y="1966"/>
                  </a:cubicBezTo>
                  <a:cubicBezTo>
                    <a:pt x="69951" y="10705"/>
                    <a:pt x="63504" y="22893"/>
                    <a:pt x="48540" y="36231"/>
                  </a:cubicBezTo>
                  <a:cubicBezTo>
                    <a:pt x="32654" y="50258"/>
                    <a:pt x="17228" y="56467"/>
                    <a:pt x="5257" y="59917"/>
                  </a:cubicBezTo>
                  <a:cubicBezTo>
                    <a:pt x="1343" y="61296"/>
                    <a:pt x="1112" y="61526"/>
                    <a:pt x="652" y="61986"/>
                  </a:cubicBezTo>
                  <a:cubicBezTo>
                    <a:pt x="191" y="62216"/>
                    <a:pt x="191" y="62906"/>
                    <a:pt x="191" y="63366"/>
                  </a:cubicBezTo>
                  <a:cubicBezTo>
                    <a:pt x="191" y="63826"/>
                    <a:pt x="191" y="64286"/>
                    <a:pt x="422" y="64746"/>
                  </a:cubicBezTo>
                  <a:lnTo>
                    <a:pt x="1112" y="65206"/>
                  </a:lnTo>
                  <a:cubicBezTo>
                    <a:pt x="1573" y="65436"/>
                    <a:pt x="1803" y="65666"/>
                    <a:pt x="6177" y="67045"/>
                  </a:cubicBezTo>
                  <a:cubicBezTo>
                    <a:pt x="37258" y="76244"/>
                    <a:pt x="60281" y="97170"/>
                    <a:pt x="73174" y="121776"/>
                  </a:cubicBezTo>
                  <a:cubicBezTo>
                    <a:pt x="75707" y="126375"/>
                    <a:pt x="75937" y="126605"/>
                    <a:pt x="79160" y="126605"/>
                  </a:cubicBezTo>
                  <a:cubicBezTo>
                    <a:pt x="80541" y="126605"/>
                    <a:pt x="83534" y="126605"/>
                    <a:pt x="83534" y="124076"/>
                  </a:cubicBezTo>
                  <a:cubicBezTo>
                    <a:pt x="83534" y="121086"/>
                    <a:pt x="71793" y="101080"/>
                    <a:pt x="60511" y="90271"/>
                  </a:cubicBezTo>
                  <a:lnTo>
                    <a:pt x="196577" y="90271"/>
                  </a:lnTo>
                  <a:close/>
                </a:path>
              </a:pathLst>
            </a:custGeom>
            <a:solidFill>
              <a:srgbClr val="000000"/>
            </a:solidFill>
            <a:ln w="23082" cap="flat">
              <a:noFill/>
              <a:prstDash val="solid"/>
              <a:miter/>
            </a:ln>
          </p:spPr>
          <p:txBody>
            <a:bodyPr rtlCol="0" anchor="ctr"/>
            <a:lstStyle/>
            <a:p>
              <a:endParaRPr lang="en-GB" noProof="0"/>
            </a:p>
          </p:txBody>
        </p:sp>
        <p:sp>
          <p:nvSpPr>
            <p:cNvPr id="116" name="Freeform: Shape 115">
              <a:extLst>
                <a:ext uri="{FF2B5EF4-FFF2-40B4-BE49-F238E27FC236}">
                  <a16:creationId xmlns:a16="http://schemas.microsoft.com/office/drawing/2014/main" id="{B35BC70F-9339-7594-05A0-70AF4D83E112}"/>
                </a:ext>
              </a:extLst>
            </p:cNvPr>
            <p:cNvSpPr/>
            <p:nvPr>
              <p:custDataLst>
                <p:tags r:id="rId99"/>
              </p:custDataLst>
            </p:nvPr>
          </p:nvSpPr>
          <p:spPr>
            <a:xfrm>
              <a:off x="2934362" y="3483175"/>
              <a:ext cx="204443" cy="126478"/>
            </a:xfrm>
            <a:custGeom>
              <a:avLst/>
              <a:gdLst>
                <a:gd name="connsiteX0" fmla="*/ 154683 w 204443"/>
                <a:gd name="connsiteY0" fmla="*/ 45659 h 126478"/>
                <a:gd name="connsiteX1" fmla="*/ 183692 w 204443"/>
                <a:gd name="connsiteY1" fmla="*/ 63366 h 126478"/>
                <a:gd name="connsiteX2" fmla="*/ 154683 w 204443"/>
                <a:gd name="connsiteY2" fmla="*/ 81073 h 126478"/>
                <a:gd name="connsiteX3" fmla="*/ 8488 w 204443"/>
                <a:gd name="connsiteY3" fmla="*/ 81073 h 126478"/>
                <a:gd name="connsiteX4" fmla="*/ 200 w 204443"/>
                <a:gd name="connsiteY4" fmla="*/ 85672 h 126478"/>
                <a:gd name="connsiteX5" fmla="*/ 8258 w 204443"/>
                <a:gd name="connsiteY5" fmla="*/ 90271 h 126478"/>
                <a:gd name="connsiteX6" fmla="*/ 144323 w 204443"/>
                <a:gd name="connsiteY6" fmla="*/ 90271 h 126478"/>
                <a:gd name="connsiteX7" fmla="*/ 121300 w 204443"/>
                <a:gd name="connsiteY7" fmla="*/ 124076 h 126478"/>
                <a:gd name="connsiteX8" fmla="*/ 125675 w 204443"/>
                <a:gd name="connsiteY8" fmla="*/ 126605 h 126478"/>
                <a:gd name="connsiteX9" fmla="*/ 130049 w 204443"/>
                <a:gd name="connsiteY9" fmla="*/ 124766 h 126478"/>
                <a:gd name="connsiteX10" fmla="*/ 156295 w 204443"/>
                <a:gd name="connsiteY10" fmla="*/ 90501 h 126478"/>
                <a:gd name="connsiteX11" fmla="*/ 199578 w 204443"/>
                <a:gd name="connsiteY11" fmla="*/ 66815 h 126478"/>
                <a:gd name="connsiteX12" fmla="*/ 204183 w 204443"/>
                <a:gd name="connsiteY12" fmla="*/ 64746 h 126478"/>
                <a:gd name="connsiteX13" fmla="*/ 204643 w 204443"/>
                <a:gd name="connsiteY13" fmla="*/ 63366 h 126478"/>
                <a:gd name="connsiteX14" fmla="*/ 204413 w 204443"/>
                <a:gd name="connsiteY14" fmla="*/ 61986 h 126478"/>
                <a:gd name="connsiteX15" fmla="*/ 203722 w 204443"/>
                <a:gd name="connsiteY15" fmla="*/ 61526 h 126478"/>
                <a:gd name="connsiteX16" fmla="*/ 198657 w 204443"/>
                <a:gd name="connsiteY16" fmla="*/ 59687 h 126478"/>
                <a:gd name="connsiteX17" fmla="*/ 131661 w 204443"/>
                <a:gd name="connsiteY17" fmla="*/ 4956 h 126478"/>
                <a:gd name="connsiteX18" fmla="*/ 125675 w 204443"/>
                <a:gd name="connsiteY18" fmla="*/ 127 h 126478"/>
                <a:gd name="connsiteX19" fmla="*/ 121300 w 204443"/>
                <a:gd name="connsiteY19" fmla="*/ 2656 h 126478"/>
                <a:gd name="connsiteX20" fmla="*/ 144323 w 204443"/>
                <a:gd name="connsiteY20" fmla="*/ 36461 h 126478"/>
                <a:gd name="connsiteX21" fmla="*/ 8258 w 204443"/>
                <a:gd name="connsiteY21" fmla="*/ 36461 h 126478"/>
                <a:gd name="connsiteX22" fmla="*/ 200 w 204443"/>
                <a:gd name="connsiteY22" fmla="*/ 41060 h 126478"/>
                <a:gd name="connsiteX23" fmla="*/ 8488 w 204443"/>
                <a:gd name="connsiteY23" fmla="*/ 45659 h 126478"/>
                <a:gd name="connsiteX24" fmla="*/ 154683 w 204443"/>
                <a:gd name="connsiteY24" fmla="*/ 45659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54683" y="45659"/>
                  </a:moveTo>
                  <a:cubicBezTo>
                    <a:pt x="164353" y="53938"/>
                    <a:pt x="176095" y="59917"/>
                    <a:pt x="183692" y="63366"/>
                  </a:cubicBezTo>
                  <a:cubicBezTo>
                    <a:pt x="175404" y="67045"/>
                    <a:pt x="164123" y="73024"/>
                    <a:pt x="154683" y="81073"/>
                  </a:cubicBezTo>
                  <a:lnTo>
                    <a:pt x="8488" y="81073"/>
                  </a:lnTo>
                  <a:cubicBezTo>
                    <a:pt x="4574" y="81073"/>
                    <a:pt x="200" y="81073"/>
                    <a:pt x="200" y="85672"/>
                  </a:cubicBezTo>
                  <a:cubicBezTo>
                    <a:pt x="200" y="90271"/>
                    <a:pt x="4344" y="90271"/>
                    <a:pt x="8258" y="90271"/>
                  </a:cubicBezTo>
                  <a:lnTo>
                    <a:pt x="144323" y="90271"/>
                  </a:lnTo>
                  <a:cubicBezTo>
                    <a:pt x="133272" y="100850"/>
                    <a:pt x="121300" y="121086"/>
                    <a:pt x="121300" y="124076"/>
                  </a:cubicBezTo>
                  <a:cubicBezTo>
                    <a:pt x="121300" y="126605"/>
                    <a:pt x="124293" y="126605"/>
                    <a:pt x="125675" y="126605"/>
                  </a:cubicBezTo>
                  <a:cubicBezTo>
                    <a:pt x="127516" y="126605"/>
                    <a:pt x="129128" y="126605"/>
                    <a:pt x="130049" y="124766"/>
                  </a:cubicBezTo>
                  <a:cubicBezTo>
                    <a:pt x="134884" y="116027"/>
                    <a:pt x="141330" y="103839"/>
                    <a:pt x="156295" y="90501"/>
                  </a:cubicBezTo>
                  <a:cubicBezTo>
                    <a:pt x="172181" y="76474"/>
                    <a:pt x="187606" y="70265"/>
                    <a:pt x="199578" y="66815"/>
                  </a:cubicBezTo>
                  <a:cubicBezTo>
                    <a:pt x="203492" y="65436"/>
                    <a:pt x="203722" y="65206"/>
                    <a:pt x="204183" y="64746"/>
                  </a:cubicBezTo>
                  <a:cubicBezTo>
                    <a:pt x="204643" y="64516"/>
                    <a:pt x="204643" y="63826"/>
                    <a:pt x="204643" y="63366"/>
                  </a:cubicBezTo>
                  <a:cubicBezTo>
                    <a:pt x="204643" y="62906"/>
                    <a:pt x="204643" y="62446"/>
                    <a:pt x="204413" y="61986"/>
                  </a:cubicBezTo>
                  <a:lnTo>
                    <a:pt x="203722" y="61526"/>
                  </a:lnTo>
                  <a:cubicBezTo>
                    <a:pt x="203262" y="61296"/>
                    <a:pt x="203031" y="61066"/>
                    <a:pt x="198657" y="59687"/>
                  </a:cubicBezTo>
                  <a:cubicBezTo>
                    <a:pt x="167576" y="50488"/>
                    <a:pt x="144553" y="29562"/>
                    <a:pt x="131661" y="4956"/>
                  </a:cubicBezTo>
                  <a:cubicBezTo>
                    <a:pt x="129128" y="357"/>
                    <a:pt x="128898" y="127"/>
                    <a:pt x="125675" y="127"/>
                  </a:cubicBezTo>
                  <a:cubicBezTo>
                    <a:pt x="124293" y="127"/>
                    <a:pt x="121300" y="127"/>
                    <a:pt x="121300" y="2656"/>
                  </a:cubicBezTo>
                  <a:cubicBezTo>
                    <a:pt x="121300" y="5646"/>
                    <a:pt x="133042" y="25652"/>
                    <a:pt x="144323" y="36461"/>
                  </a:cubicBezTo>
                  <a:lnTo>
                    <a:pt x="8258" y="36461"/>
                  </a:lnTo>
                  <a:cubicBezTo>
                    <a:pt x="4344" y="36461"/>
                    <a:pt x="200" y="36461"/>
                    <a:pt x="200" y="41060"/>
                  </a:cubicBezTo>
                  <a:cubicBezTo>
                    <a:pt x="200" y="45659"/>
                    <a:pt x="4574" y="45659"/>
                    <a:pt x="8488" y="45659"/>
                  </a:cubicBezTo>
                  <a:lnTo>
                    <a:pt x="154683" y="45659"/>
                  </a:lnTo>
                  <a:close/>
                </a:path>
              </a:pathLst>
            </a:custGeom>
            <a:solidFill>
              <a:srgbClr val="000000"/>
            </a:solidFill>
            <a:ln w="23082" cap="flat">
              <a:noFill/>
              <a:prstDash val="solid"/>
              <a:miter/>
            </a:ln>
          </p:spPr>
          <p:txBody>
            <a:bodyPr rtlCol="0" anchor="ctr"/>
            <a:lstStyle/>
            <a:p>
              <a:endParaRPr lang="en-GB" noProof="0"/>
            </a:p>
          </p:txBody>
        </p:sp>
        <p:sp>
          <p:nvSpPr>
            <p:cNvPr id="117" name="Freeform: Shape 116">
              <a:extLst>
                <a:ext uri="{FF2B5EF4-FFF2-40B4-BE49-F238E27FC236}">
                  <a16:creationId xmlns:a16="http://schemas.microsoft.com/office/drawing/2014/main" id="{0E0B4F82-79F3-C6BA-14EC-E860ABBF9CED}"/>
                </a:ext>
              </a:extLst>
            </p:cNvPr>
            <p:cNvSpPr/>
            <p:nvPr>
              <p:custDataLst>
                <p:tags r:id="rId100"/>
              </p:custDataLst>
            </p:nvPr>
          </p:nvSpPr>
          <p:spPr>
            <a:xfrm>
              <a:off x="3286738" y="3502261"/>
              <a:ext cx="124784" cy="151314"/>
            </a:xfrm>
            <a:custGeom>
              <a:avLst/>
              <a:gdLst>
                <a:gd name="connsiteX0" fmla="*/ 46491 w 124784"/>
                <a:gd name="connsiteY0" fmla="*/ 21053 h 151314"/>
                <a:gd name="connsiteX1" fmla="*/ 49945 w 124784"/>
                <a:gd name="connsiteY1" fmla="*/ 6336 h 151314"/>
                <a:gd name="connsiteX2" fmla="*/ 43268 w 124784"/>
                <a:gd name="connsiteY2" fmla="*/ 127 h 151314"/>
                <a:gd name="connsiteX3" fmla="*/ 34059 w 124784"/>
                <a:gd name="connsiteY3" fmla="*/ 8405 h 151314"/>
                <a:gd name="connsiteX4" fmla="*/ 906 w 124784"/>
                <a:gd name="connsiteY4" fmla="*/ 141553 h 151314"/>
                <a:gd name="connsiteX5" fmla="*/ 215 w 124784"/>
                <a:gd name="connsiteY5" fmla="*/ 145232 h 151314"/>
                <a:gd name="connsiteX6" fmla="*/ 6662 w 124784"/>
                <a:gd name="connsiteY6" fmla="*/ 151441 h 151314"/>
                <a:gd name="connsiteX7" fmla="*/ 14720 w 124784"/>
                <a:gd name="connsiteY7" fmla="*/ 146612 h 151314"/>
                <a:gd name="connsiteX8" fmla="*/ 27382 w 124784"/>
                <a:gd name="connsiteY8" fmla="*/ 97170 h 151314"/>
                <a:gd name="connsiteX9" fmla="*/ 49715 w 124784"/>
                <a:gd name="connsiteY9" fmla="*/ 104299 h 151314"/>
                <a:gd name="connsiteX10" fmla="*/ 80335 w 124784"/>
                <a:gd name="connsiteY10" fmla="*/ 87512 h 151314"/>
                <a:gd name="connsiteX11" fmla="*/ 101056 w 124784"/>
                <a:gd name="connsiteY11" fmla="*/ 104299 h 151314"/>
                <a:gd name="connsiteX12" fmla="*/ 118093 w 124784"/>
                <a:gd name="connsiteY12" fmla="*/ 91651 h 151314"/>
                <a:gd name="connsiteX13" fmla="*/ 124999 w 124784"/>
                <a:gd name="connsiteY13" fmla="*/ 68885 h 151314"/>
                <a:gd name="connsiteX14" fmla="*/ 122237 w 124784"/>
                <a:gd name="connsiteY14" fmla="*/ 66585 h 151314"/>
                <a:gd name="connsiteX15" fmla="*/ 119013 w 124784"/>
                <a:gd name="connsiteY15" fmla="*/ 70725 h 151314"/>
                <a:gd name="connsiteX16" fmla="*/ 101516 w 124784"/>
                <a:gd name="connsiteY16" fmla="*/ 99240 h 151314"/>
                <a:gd name="connsiteX17" fmla="*/ 94609 w 124784"/>
                <a:gd name="connsiteY17" fmla="*/ 88662 h 151314"/>
                <a:gd name="connsiteX18" fmla="*/ 99214 w 124784"/>
                <a:gd name="connsiteY18" fmla="*/ 64746 h 151314"/>
                <a:gd name="connsiteX19" fmla="*/ 105660 w 124784"/>
                <a:gd name="connsiteY19" fmla="*/ 39910 h 151314"/>
                <a:gd name="connsiteX20" fmla="*/ 109574 w 124784"/>
                <a:gd name="connsiteY20" fmla="*/ 24273 h 151314"/>
                <a:gd name="connsiteX21" fmla="*/ 113027 w 124784"/>
                <a:gd name="connsiteY21" fmla="*/ 8865 h 151314"/>
                <a:gd name="connsiteX22" fmla="*/ 106351 w 124784"/>
                <a:gd name="connsiteY22" fmla="*/ 2656 h 151314"/>
                <a:gd name="connsiteX23" fmla="*/ 97372 w 124784"/>
                <a:gd name="connsiteY23" fmla="*/ 10705 h 151314"/>
                <a:gd name="connsiteX24" fmla="*/ 86551 w 124784"/>
                <a:gd name="connsiteY24" fmla="*/ 53708 h 151314"/>
                <a:gd name="connsiteX25" fmla="*/ 80565 w 124784"/>
                <a:gd name="connsiteY25" fmla="*/ 77164 h 151314"/>
                <a:gd name="connsiteX26" fmla="*/ 50635 w 124784"/>
                <a:gd name="connsiteY26" fmla="*/ 99240 h 151314"/>
                <a:gd name="connsiteX27" fmla="*/ 33598 w 124784"/>
                <a:gd name="connsiteY27" fmla="*/ 79233 h 151314"/>
                <a:gd name="connsiteX28" fmla="*/ 36822 w 124784"/>
                <a:gd name="connsiteY28" fmla="*/ 59687 h 151314"/>
                <a:gd name="connsiteX29" fmla="*/ 46491 w 124784"/>
                <a:gd name="connsiteY29" fmla="*/ 21053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491" y="21053"/>
                  </a:moveTo>
                  <a:cubicBezTo>
                    <a:pt x="47642" y="16224"/>
                    <a:pt x="49945" y="7485"/>
                    <a:pt x="49945" y="6336"/>
                  </a:cubicBezTo>
                  <a:cubicBezTo>
                    <a:pt x="49945" y="2426"/>
                    <a:pt x="47182" y="127"/>
                    <a:pt x="43268" y="127"/>
                  </a:cubicBezTo>
                  <a:cubicBezTo>
                    <a:pt x="42577" y="127"/>
                    <a:pt x="36131" y="357"/>
                    <a:pt x="34059" y="8405"/>
                  </a:cubicBezTo>
                  <a:lnTo>
                    <a:pt x="906" y="141553"/>
                  </a:lnTo>
                  <a:cubicBezTo>
                    <a:pt x="215" y="144312"/>
                    <a:pt x="215" y="144772"/>
                    <a:pt x="215" y="145232"/>
                  </a:cubicBezTo>
                  <a:cubicBezTo>
                    <a:pt x="215" y="148682"/>
                    <a:pt x="2748" y="151441"/>
                    <a:pt x="6662" y="151441"/>
                  </a:cubicBezTo>
                  <a:cubicBezTo>
                    <a:pt x="11497" y="151441"/>
                    <a:pt x="14259" y="147302"/>
                    <a:pt x="14720" y="146612"/>
                  </a:cubicBezTo>
                  <a:cubicBezTo>
                    <a:pt x="15641" y="144542"/>
                    <a:pt x="18634" y="132584"/>
                    <a:pt x="27382" y="97170"/>
                  </a:cubicBezTo>
                  <a:cubicBezTo>
                    <a:pt x="34750" y="103379"/>
                    <a:pt x="45110" y="104299"/>
                    <a:pt x="49715" y="104299"/>
                  </a:cubicBezTo>
                  <a:cubicBezTo>
                    <a:pt x="65831" y="104299"/>
                    <a:pt x="74809" y="93951"/>
                    <a:pt x="80335" y="87512"/>
                  </a:cubicBezTo>
                  <a:cubicBezTo>
                    <a:pt x="82407" y="97860"/>
                    <a:pt x="90925" y="104299"/>
                    <a:pt x="101056" y="104299"/>
                  </a:cubicBezTo>
                  <a:cubicBezTo>
                    <a:pt x="109114" y="104299"/>
                    <a:pt x="114409" y="99010"/>
                    <a:pt x="118093" y="91651"/>
                  </a:cubicBezTo>
                  <a:cubicBezTo>
                    <a:pt x="122006" y="83373"/>
                    <a:pt x="124999" y="69345"/>
                    <a:pt x="124999" y="68885"/>
                  </a:cubicBezTo>
                  <a:cubicBezTo>
                    <a:pt x="124999" y="66585"/>
                    <a:pt x="122927" y="66585"/>
                    <a:pt x="122237" y="66585"/>
                  </a:cubicBezTo>
                  <a:cubicBezTo>
                    <a:pt x="119934" y="66585"/>
                    <a:pt x="119704" y="67505"/>
                    <a:pt x="119013" y="70725"/>
                  </a:cubicBezTo>
                  <a:cubicBezTo>
                    <a:pt x="115100" y="85672"/>
                    <a:pt x="110955" y="99240"/>
                    <a:pt x="101516" y="99240"/>
                  </a:cubicBezTo>
                  <a:cubicBezTo>
                    <a:pt x="95300" y="99240"/>
                    <a:pt x="94609" y="93261"/>
                    <a:pt x="94609" y="88662"/>
                  </a:cubicBezTo>
                  <a:cubicBezTo>
                    <a:pt x="94609" y="83603"/>
                    <a:pt x="97372" y="72794"/>
                    <a:pt x="99214" y="64746"/>
                  </a:cubicBezTo>
                  <a:lnTo>
                    <a:pt x="105660" y="39910"/>
                  </a:lnTo>
                  <a:cubicBezTo>
                    <a:pt x="106351" y="36461"/>
                    <a:pt x="108653" y="27722"/>
                    <a:pt x="109574" y="24273"/>
                  </a:cubicBezTo>
                  <a:cubicBezTo>
                    <a:pt x="110725" y="18983"/>
                    <a:pt x="113027" y="10245"/>
                    <a:pt x="113027" y="8865"/>
                  </a:cubicBezTo>
                  <a:cubicBezTo>
                    <a:pt x="113027" y="4726"/>
                    <a:pt x="109804" y="2656"/>
                    <a:pt x="106351" y="2656"/>
                  </a:cubicBezTo>
                  <a:cubicBezTo>
                    <a:pt x="105200" y="2656"/>
                    <a:pt x="99214" y="2886"/>
                    <a:pt x="97372" y="10705"/>
                  </a:cubicBezTo>
                  <a:lnTo>
                    <a:pt x="86551" y="53708"/>
                  </a:lnTo>
                  <a:cubicBezTo>
                    <a:pt x="83788" y="65206"/>
                    <a:pt x="81256" y="74864"/>
                    <a:pt x="80565" y="77164"/>
                  </a:cubicBezTo>
                  <a:cubicBezTo>
                    <a:pt x="80335" y="78313"/>
                    <a:pt x="69284" y="99240"/>
                    <a:pt x="50635" y="99240"/>
                  </a:cubicBezTo>
                  <a:cubicBezTo>
                    <a:pt x="39124" y="99240"/>
                    <a:pt x="33598" y="91651"/>
                    <a:pt x="33598" y="79233"/>
                  </a:cubicBezTo>
                  <a:cubicBezTo>
                    <a:pt x="33598" y="72564"/>
                    <a:pt x="35210" y="66126"/>
                    <a:pt x="36822" y="59687"/>
                  </a:cubicBezTo>
                  <a:lnTo>
                    <a:pt x="46491" y="21053"/>
                  </a:lnTo>
                  <a:close/>
                </a:path>
              </a:pathLst>
            </a:custGeom>
            <a:solidFill>
              <a:srgbClr val="FF0000"/>
            </a:solidFill>
            <a:ln w="23082" cap="flat">
              <a:noFill/>
              <a:prstDash val="solid"/>
              <a:miter/>
            </a:ln>
          </p:spPr>
          <p:txBody>
            <a:bodyPr rtlCol="0" anchor="ctr"/>
            <a:lstStyle/>
            <a:p>
              <a:endParaRPr lang="en-GB" noProof="0"/>
            </a:p>
          </p:txBody>
        </p:sp>
        <p:sp>
          <p:nvSpPr>
            <p:cNvPr id="118" name="Freeform: Shape 117">
              <a:extLst>
                <a:ext uri="{FF2B5EF4-FFF2-40B4-BE49-F238E27FC236}">
                  <a16:creationId xmlns:a16="http://schemas.microsoft.com/office/drawing/2014/main" id="{99DACFBC-5D05-94DE-FD20-D79D702AC2A7}"/>
                </a:ext>
              </a:extLst>
            </p:cNvPr>
            <p:cNvSpPr/>
            <p:nvPr>
              <p:custDataLst>
                <p:tags r:id="rId101"/>
              </p:custDataLst>
            </p:nvPr>
          </p:nvSpPr>
          <p:spPr>
            <a:xfrm>
              <a:off x="3434994" y="3528454"/>
              <a:ext cx="94601" cy="113163"/>
            </a:xfrm>
            <a:custGeom>
              <a:avLst/>
              <a:gdLst>
                <a:gd name="connsiteX0" fmla="*/ 79996 w 94601"/>
                <a:gd name="connsiteY0" fmla="*/ 12523 h 113163"/>
                <a:gd name="connsiteX1" fmla="*/ 90632 w 94601"/>
                <a:gd name="connsiteY1" fmla="*/ 5923 h 113163"/>
                <a:gd name="connsiteX2" fmla="*/ 94822 w 94601"/>
                <a:gd name="connsiteY2" fmla="*/ 2543 h 113163"/>
                <a:gd name="connsiteX3" fmla="*/ 92405 w 94601"/>
                <a:gd name="connsiteY3" fmla="*/ 128 h 113163"/>
                <a:gd name="connsiteX4" fmla="*/ 75000 w 94601"/>
                <a:gd name="connsiteY4" fmla="*/ 772 h 113163"/>
                <a:gd name="connsiteX5" fmla="*/ 62590 w 94601"/>
                <a:gd name="connsiteY5" fmla="*/ 611 h 113163"/>
                <a:gd name="connsiteX6" fmla="*/ 49859 w 94601"/>
                <a:gd name="connsiteY6" fmla="*/ 128 h 113163"/>
                <a:gd name="connsiteX7" fmla="*/ 46313 w 94601"/>
                <a:gd name="connsiteY7" fmla="*/ 3509 h 113163"/>
                <a:gd name="connsiteX8" fmla="*/ 52598 w 94601"/>
                <a:gd name="connsiteY8" fmla="*/ 5923 h 113163"/>
                <a:gd name="connsiteX9" fmla="*/ 60979 w 94601"/>
                <a:gd name="connsiteY9" fmla="*/ 6245 h 113163"/>
                <a:gd name="connsiteX10" fmla="*/ 66136 w 94601"/>
                <a:gd name="connsiteY10" fmla="*/ 9143 h 113163"/>
                <a:gd name="connsiteX11" fmla="*/ 65491 w 94601"/>
                <a:gd name="connsiteY11" fmla="*/ 12845 h 113163"/>
                <a:gd name="connsiteX12" fmla="*/ 46958 w 94601"/>
                <a:gd name="connsiteY12" fmla="*/ 86571 h 113163"/>
                <a:gd name="connsiteX13" fmla="*/ 23106 w 94601"/>
                <a:gd name="connsiteY13" fmla="*/ 108785 h 113163"/>
                <a:gd name="connsiteX14" fmla="*/ 6990 w 94601"/>
                <a:gd name="connsiteY14" fmla="*/ 100414 h 113163"/>
                <a:gd name="connsiteX15" fmla="*/ 18432 w 94601"/>
                <a:gd name="connsiteY15" fmla="*/ 89951 h 113163"/>
                <a:gd name="connsiteX16" fmla="*/ 11019 w 94601"/>
                <a:gd name="connsiteY16" fmla="*/ 83029 h 113163"/>
                <a:gd name="connsiteX17" fmla="*/ 221 w 94601"/>
                <a:gd name="connsiteY17" fmla="*/ 95585 h 113163"/>
                <a:gd name="connsiteX18" fmla="*/ 23590 w 94601"/>
                <a:gd name="connsiteY18" fmla="*/ 113292 h 113163"/>
                <a:gd name="connsiteX19" fmla="*/ 61301 w 94601"/>
                <a:gd name="connsiteY19" fmla="*/ 87053 h 113163"/>
                <a:gd name="connsiteX20" fmla="*/ 79996 w 94601"/>
                <a:gd name="connsiteY20" fmla="*/ 12523 h 11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601" h="113163">
                  <a:moveTo>
                    <a:pt x="79996" y="12523"/>
                  </a:moveTo>
                  <a:cubicBezTo>
                    <a:pt x="81446" y="6889"/>
                    <a:pt x="81607" y="5923"/>
                    <a:pt x="90632" y="5923"/>
                  </a:cubicBezTo>
                  <a:cubicBezTo>
                    <a:pt x="92566" y="5923"/>
                    <a:pt x="94822" y="5923"/>
                    <a:pt x="94822" y="2543"/>
                  </a:cubicBezTo>
                  <a:cubicBezTo>
                    <a:pt x="94822" y="772"/>
                    <a:pt x="93533" y="128"/>
                    <a:pt x="92405" y="128"/>
                  </a:cubicBezTo>
                  <a:cubicBezTo>
                    <a:pt x="88537" y="128"/>
                    <a:pt x="78867" y="772"/>
                    <a:pt x="75000" y="772"/>
                  </a:cubicBezTo>
                  <a:cubicBezTo>
                    <a:pt x="71615" y="772"/>
                    <a:pt x="66136" y="611"/>
                    <a:pt x="62590" y="611"/>
                  </a:cubicBezTo>
                  <a:cubicBezTo>
                    <a:pt x="58561" y="450"/>
                    <a:pt x="53888" y="128"/>
                    <a:pt x="49859" y="128"/>
                  </a:cubicBezTo>
                  <a:cubicBezTo>
                    <a:pt x="48731" y="128"/>
                    <a:pt x="46313" y="128"/>
                    <a:pt x="46313" y="3509"/>
                  </a:cubicBezTo>
                  <a:cubicBezTo>
                    <a:pt x="46313" y="5923"/>
                    <a:pt x="47764" y="5923"/>
                    <a:pt x="52598" y="5923"/>
                  </a:cubicBezTo>
                  <a:cubicBezTo>
                    <a:pt x="56305" y="5923"/>
                    <a:pt x="56950" y="5923"/>
                    <a:pt x="60979" y="6245"/>
                  </a:cubicBezTo>
                  <a:cubicBezTo>
                    <a:pt x="65652" y="6728"/>
                    <a:pt x="66136" y="7211"/>
                    <a:pt x="66136" y="9143"/>
                  </a:cubicBezTo>
                  <a:cubicBezTo>
                    <a:pt x="66136" y="10269"/>
                    <a:pt x="66136" y="10591"/>
                    <a:pt x="65491" y="12845"/>
                  </a:cubicBezTo>
                  <a:lnTo>
                    <a:pt x="46958" y="86571"/>
                  </a:lnTo>
                  <a:cubicBezTo>
                    <a:pt x="43896" y="98644"/>
                    <a:pt x="33581" y="108785"/>
                    <a:pt x="23106" y="108785"/>
                  </a:cubicBezTo>
                  <a:cubicBezTo>
                    <a:pt x="20850" y="108785"/>
                    <a:pt x="10697" y="108302"/>
                    <a:pt x="6990" y="100414"/>
                  </a:cubicBezTo>
                  <a:cubicBezTo>
                    <a:pt x="16337" y="100414"/>
                    <a:pt x="18432" y="92849"/>
                    <a:pt x="18432" y="89951"/>
                  </a:cubicBezTo>
                  <a:cubicBezTo>
                    <a:pt x="18432" y="85444"/>
                    <a:pt x="14565" y="83029"/>
                    <a:pt x="11019" y="83029"/>
                  </a:cubicBezTo>
                  <a:cubicBezTo>
                    <a:pt x="6668" y="83029"/>
                    <a:pt x="221" y="86571"/>
                    <a:pt x="221" y="95585"/>
                  </a:cubicBezTo>
                  <a:cubicBezTo>
                    <a:pt x="221" y="106048"/>
                    <a:pt x="10052" y="113292"/>
                    <a:pt x="23590" y="113292"/>
                  </a:cubicBezTo>
                  <a:cubicBezTo>
                    <a:pt x="39383" y="113292"/>
                    <a:pt x="57272" y="103151"/>
                    <a:pt x="61301" y="87053"/>
                  </a:cubicBezTo>
                  <a:lnTo>
                    <a:pt x="79996" y="12523"/>
                  </a:lnTo>
                  <a:close/>
                </a:path>
              </a:pathLst>
            </a:custGeom>
            <a:solidFill>
              <a:srgbClr val="FF0000"/>
            </a:solidFill>
            <a:ln w="23082" cap="flat">
              <a:noFill/>
              <a:prstDash val="solid"/>
              <a:miter/>
            </a:ln>
          </p:spPr>
          <p:txBody>
            <a:bodyPr rtlCol="0" anchor="ctr"/>
            <a:lstStyle/>
            <a:p>
              <a:endParaRPr lang="en-GB" noProof="0"/>
            </a:p>
          </p:txBody>
        </p:sp>
        <p:sp>
          <p:nvSpPr>
            <p:cNvPr id="119" name="Freeform: Shape 118">
              <a:extLst>
                <a:ext uri="{FF2B5EF4-FFF2-40B4-BE49-F238E27FC236}">
                  <a16:creationId xmlns:a16="http://schemas.microsoft.com/office/drawing/2014/main" id="{A9492F85-0054-2488-68FF-C97BCCFCD7A8}"/>
                </a:ext>
              </a:extLst>
            </p:cNvPr>
            <p:cNvSpPr/>
            <p:nvPr>
              <p:custDataLst>
                <p:tags r:id="rId102"/>
              </p:custDataLst>
            </p:nvPr>
          </p:nvSpPr>
          <p:spPr>
            <a:xfrm>
              <a:off x="3553026" y="3594131"/>
              <a:ext cx="108944" cy="7887"/>
            </a:xfrm>
            <a:custGeom>
              <a:avLst/>
              <a:gdLst>
                <a:gd name="connsiteX0" fmla="*/ 102724 w 108944"/>
                <a:gd name="connsiteY0" fmla="*/ 8016 h 7887"/>
                <a:gd name="connsiteX1" fmla="*/ 109171 w 108944"/>
                <a:gd name="connsiteY1" fmla="*/ 4152 h 7887"/>
                <a:gd name="connsiteX2" fmla="*/ 102724 w 108944"/>
                <a:gd name="connsiteY2" fmla="*/ 128 h 7887"/>
                <a:gd name="connsiteX3" fmla="*/ 6673 w 108944"/>
                <a:gd name="connsiteY3" fmla="*/ 128 h 7887"/>
                <a:gd name="connsiteX4" fmla="*/ 226 w 108944"/>
                <a:gd name="connsiteY4" fmla="*/ 3991 h 7887"/>
                <a:gd name="connsiteX5" fmla="*/ 6673 w 108944"/>
                <a:gd name="connsiteY5" fmla="*/ 8016 h 7887"/>
                <a:gd name="connsiteX6" fmla="*/ 102724 w 108944"/>
                <a:gd name="connsiteY6" fmla="*/ 8016 h 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944" h="7887">
                  <a:moveTo>
                    <a:pt x="102724" y="8016"/>
                  </a:moveTo>
                  <a:cubicBezTo>
                    <a:pt x="105303" y="8016"/>
                    <a:pt x="109171" y="8016"/>
                    <a:pt x="109171" y="4152"/>
                  </a:cubicBezTo>
                  <a:cubicBezTo>
                    <a:pt x="109171" y="128"/>
                    <a:pt x="105464" y="128"/>
                    <a:pt x="102724" y="128"/>
                  </a:cubicBezTo>
                  <a:lnTo>
                    <a:pt x="6673" y="128"/>
                  </a:lnTo>
                  <a:cubicBezTo>
                    <a:pt x="4094" y="128"/>
                    <a:pt x="226" y="128"/>
                    <a:pt x="226" y="3991"/>
                  </a:cubicBezTo>
                  <a:cubicBezTo>
                    <a:pt x="226" y="8016"/>
                    <a:pt x="3933" y="8016"/>
                    <a:pt x="6673" y="8016"/>
                  </a:cubicBezTo>
                  <a:lnTo>
                    <a:pt x="102724" y="8016"/>
                  </a:lnTo>
                  <a:close/>
                </a:path>
              </a:pathLst>
            </a:custGeom>
            <a:solidFill>
              <a:srgbClr val="FF0000"/>
            </a:solidFill>
            <a:ln w="23082" cap="flat">
              <a:noFill/>
              <a:prstDash val="solid"/>
              <a:miter/>
            </a:ln>
          </p:spPr>
          <p:txBody>
            <a:bodyPr rtlCol="0" anchor="ctr"/>
            <a:lstStyle/>
            <a:p>
              <a:endParaRPr lang="en-GB" noProof="0"/>
            </a:p>
          </p:txBody>
        </p:sp>
        <p:sp>
          <p:nvSpPr>
            <p:cNvPr id="120" name="Freeform: Shape 119">
              <a:extLst>
                <a:ext uri="{FF2B5EF4-FFF2-40B4-BE49-F238E27FC236}">
                  <a16:creationId xmlns:a16="http://schemas.microsoft.com/office/drawing/2014/main" id="{5AB21AE1-4167-05B4-56FC-4444D268AED2}"/>
                </a:ext>
              </a:extLst>
            </p:cNvPr>
            <p:cNvSpPr/>
            <p:nvPr>
              <p:custDataLst>
                <p:tags r:id="rId103"/>
              </p:custDataLst>
            </p:nvPr>
          </p:nvSpPr>
          <p:spPr>
            <a:xfrm>
              <a:off x="3697081" y="3531512"/>
              <a:ext cx="58662" cy="106885"/>
            </a:xfrm>
            <a:custGeom>
              <a:avLst/>
              <a:gdLst>
                <a:gd name="connsiteX0" fmla="*/ 36655 w 58662"/>
                <a:gd name="connsiteY0" fmla="*/ 4635 h 106885"/>
                <a:gd name="connsiteX1" fmla="*/ 31820 w 58662"/>
                <a:gd name="connsiteY1" fmla="*/ 128 h 106885"/>
                <a:gd name="connsiteX2" fmla="*/ 233 w 58662"/>
                <a:gd name="connsiteY2" fmla="*/ 10430 h 106885"/>
                <a:gd name="connsiteX3" fmla="*/ 233 w 58662"/>
                <a:gd name="connsiteY3" fmla="*/ 16225 h 106885"/>
                <a:gd name="connsiteX4" fmla="*/ 23601 w 58662"/>
                <a:gd name="connsiteY4" fmla="*/ 11718 h 106885"/>
                <a:gd name="connsiteX5" fmla="*/ 23601 w 58662"/>
                <a:gd name="connsiteY5" fmla="*/ 93814 h 106885"/>
                <a:gd name="connsiteX6" fmla="*/ 7485 w 58662"/>
                <a:gd name="connsiteY6" fmla="*/ 101219 h 106885"/>
                <a:gd name="connsiteX7" fmla="*/ 1361 w 58662"/>
                <a:gd name="connsiteY7" fmla="*/ 101219 h 106885"/>
                <a:gd name="connsiteX8" fmla="*/ 1361 w 58662"/>
                <a:gd name="connsiteY8" fmla="*/ 107014 h 106885"/>
                <a:gd name="connsiteX9" fmla="*/ 30047 w 58662"/>
                <a:gd name="connsiteY9" fmla="*/ 106370 h 106885"/>
                <a:gd name="connsiteX10" fmla="*/ 58895 w 58662"/>
                <a:gd name="connsiteY10" fmla="*/ 107014 h 106885"/>
                <a:gd name="connsiteX11" fmla="*/ 58895 w 58662"/>
                <a:gd name="connsiteY11" fmla="*/ 101219 h 106885"/>
                <a:gd name="connsiteX12" fmla="*/ 52771 w 58662"/>
                <a:gd name="connsiteY12" fmla="*/ 101219 h 106885"/>
                <a:gd name="connsiteX13" fmla="*/ 36655 w 58662"/>
                <a:gd name="connsiteY13" fmla="*/ 93814 h 106885"/>
                <a:gd name="connsiteX14" fmla="*/ 36655 w 58662"/>
                <a:gd name="connsiteY14" fmla="*/ 4635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62" h="106885">
                  <a:moveTo>
                    <a:pt x="36655" y="4635"/>
                  </a:moveTo>
                  <a:cubicBezTo>
                    <a:pt x="36655" y="289"/>
                    <a:pt x="36332" y="128"/>
                    <a:pt x="31820" y="128"/>
                  </a:cubicBezTo>
                  <a:cubicBezTo>
                    <a:pt x="21506" y="10269"/>
                    <a:pt x="6840" y="10430"/>
                    <a:pt x="233" y="10430"/>
                  </a:cubicBezTo>
                  <a:lnTo>
                    <a:pt x="233" y="16225"/>
                  </a:lnTo>
                  <a:cubicBezTo>
                    <a:pt x="4100" y="16225"/>
                    <a:pt x="14737" y="16225"/>
                    <a:pt x="23601" y="11718"/>
                  </a:cubicBezTo>
                  <a:lnTo>
                    <a:pt x="23601" y="93814"/>
                  </a:lnTo>
                  <a:cubicBezTo>
                    <a:pt x="23601" y="99126"/>
                    <a:pt x="23601" y="101219"/>
                    <a:pt x="7485" y="101219"/>
                  </a:cubicBezTo>
                  <a:lnTo>
                    <a:pt x="1361" y="101219"/>
                  </a:lnTo>
                  <a:lnTo>
                    <a:pt x="1361" y="107014"/>
                  </a:lnTo>
                  <a:cubicBezTo>
                    <a:pt x="4262" y="106853"/>
                    <a:pt x="24084" y="106370"/>
                    <a:pt x="30047" y="106370"/>
                  </a:cubicBezTo>
                  <a:cubicBezTo>
                    <a:pt x="35043" y="106370"/>
                    <a:pt x="55349" y="106853"/>
                    <a:pt x="58895" y="107014"/>
                  </a:cubicBezTo>
                  <a:lnTo>
                    <a:pt x="58895" y="101219"/>
                  </a:lnTo>
                  <a:lnTo>
                    <a:pt x="52771" y="101219"/>
                  </a:lnTo>
                  <a:cubicBezTo>
                    <a:pt x="36655" y="101219"/>
                    <a:pt x="36655" y="99126"/>
                    <a:pt x="36655" y="93814"/>
                  </a:cubicBezTo>
                  <a:lnTo>
                    <a:pt x="36655" y="4635"/>
                  </a:lnTo>
                  <a:close/>
                </a:path>
              </a:pathLst>
            </a:custGeom>
            <a:solidFill>
              <a:srgbClr val="FF0000"/>
            </a:solidFill>
            <a:ln w="23082" cap="flat">
              <a:noFill/>
              <a:prstDash val="solid"/>
              <a:miter/>
            </a:ln>
          </p:spPr>
          <p:txBody>
            <a:bodyPr rtlCol="0" anchor="ctr"/>
            <a:lstStyle/>
            <a:p>
              <a:endParaRPr lang="en-GB" noProof="0"/>
            </a:p>
          </p:txBody>
        </p:sp>
        <p:sp>
          <p:nvSpPr>
            <p:cNvPr id="121" name="Freeform: Shape 120">
              <a:extLst>
                <a:ext uri="{FF2B5EF4-FFF2-40B4-BE49-F238E27FC236}">
                  <a16:creationId xmlns:a16="http://schemas.microsoft.com/office/drawing/2014/main" id="{3AE52A03-B57D-6367-3BB1-3A4D203BF2E9}"/>
                </a:ext>
              </a:extLst>
            </p:cNvPr>
            <p:cNvSpPr/>
            <p:nvPr>
              <p:custDataLst>
                <p:tags r:id="rId104"/>
              </p:custDataLst>
            </p:nvPr>
          </p:nvSpPr>
          <p:spPr>
            <a:xfrm>
              <a:off x="3865857" y="3457649"/>
              <a:ext cx="140669" cy="177760"/>
            </a:xfrm>
            <a:custGeom>
              <a:avLst/>
              <a:gdLst>
                <a:gd name="connsiteX0" fmla="*/ 136535 w 140669"/>
                <a:gd name="connsiteY0" fmla="*/ 9785 h 177760"/>
                <a:gd name="connsiteX1" fmla="*/ 140910 w 140669"/>
                <a:gd name="connsiteY1" fmla="*/ 4726 h 177760"/>
                <a:gd name="connsiteX2" fmla="*/ 136305 w 140669"/>
                <a:gd name="connsiteY2" fmla="*/ 127 h 177760"/>
                <a:gd name="connsiteX3" fmla="*/ 132161 w 140669"/>
                <a:gd name="connsiteY3" fmla="*/ 1506 h 177760"/>
                <a:gd name="connsiteX4" fmla="*/ 4844 w 140669"/>
                <a:gd name="connsiteY4" fmla="*/ 61526 h 177760"/>
                <a:gd name="connsiteX5" fmla="*/ 240 w 140669"/>
                <a:gd name="connsiteY5" fmla="*/ 66815 h 177760"/>
                <a:gd name="connsiteX6" fmla="*/ 4844 w 140669"/>
                <a:gd name="connsiteY6" fmla="*/ 71875 h 177760"/>
                <a:gd name="connsiteX7" fmla="*/ 132161 w 140669"/>
                <a:gd name="connsiteY7" fmla="*/ 131664 h 177760"/>
                <a:gd name="connsiteX8" fmla="*/ 136305 w 140669"/>
                <a:gd name="connsiteY8" fmla="*/ 133274 h 177760"/>
                <a:gd name="connsiteX9" fmla="*/ 140910 w 140669"/>
                <a:gd name="connsiteY9" fmla="*/ 128675 h 177760"/>
                <a:gd name="connsiteX10" fmla="*/ 136075 w 140669"/>
                <a:gd name="connsiteY10" fmla="*/ 123386 h 177760"/>
                <a:gd name="connsiteX11" fmla="*/ 15665 w 140669"/>
                <a:gd name="connsiteY11" fmla="*/ 66815 h 177760"/>
                <a:gd name="connsiteX12" fmla="*/ 136535 w 140669"/>
                <a:gd name="connsiteY12" fmla="*/ 9785 h 177760"/>
                <a:gd name="connsiteX13" fmla="*/ 132852 w 140669"/>
                <a:gd name="connsiteY13" fmla="*/ 177887 h 177760"/>
                <a:gd name="connsiteX14" fmla="*/ 140910 w 140669"/>
                <a:gd name="connsiteY14" fmla="*/ 173287 h 177760"/>
                <a:gd name="connsiteX15" fmla="*/ 132621 w 140669"/>
                <a:gd name="connsiteY15" fmla="*/ 168688 h 177760"/>
                <a:gd name="connsiteX16" fmla="*/ 8528 w 140669"/>
                <a:gd name="connsiteY16" fmla="*/ 168688 h 177760"/>
                <a:gd name="connsiteX17" fmla="*/ 240 w 140669"/>
                <a:gd name="connsiteY17" fmla="*/ 173287 h 177760"/>
                <a:gd name="connsiteX18" fmla="*/ 8298 w 140669"/>
                <a:gd name="connsiteY18" fmla="*/ 177887 h 177760"/>
                <a:gd name="connsiteX19" fmla="*/ 132852 w 140669"/>
                <a:gd name="connsiteY19" fmla="*/ 177887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35" y="9785"/>
                  </a:moveTo>
                  <a:cubicBezTo>
                    <a:pt x="139068" y="8635"/>
                    <a:pt x="140910" y="7485"/>
                    <a:pt x="140910" y="4726"/>
                  </a:cubicBezTo>
                  <a:cubicBezTo>
                    <a:pt x="140910" y="2196"/>
                    <a:pt x="139068" y="127"/>
                    <a:pt x="136305" y="127"/>
                  </a:cubicBezTo>
                  <a:cubicBezTo>
                    <a:pt x="135154" y="127"/>
                    <a:pt x="133082" y="1046"/>
                    <a:pt x="132161" y="1506"/>
                  </a:cubicBezTo>
                  <a:lnTo>
                    <a:pt x="4844" y="61526"/>
                  </a:lnTo>
                  <a:cubicBezTo>
                    <a:pt x="931" y="63366"/>
                    <a:pt x="240" y="64976"/>
                    <a:pt x="240" y="66815"/>
                  </a:cubicBezTo>
                  <a:cubicBezTo>
                    <a:pt x="240" y="68885"/>
                    <a:pt x="1621" y="70495"/>
                    <a:pt x="4844" y="71875"/>
                  </a:cubicBezTo>
                  <a:lnTo>
                    <a:pt x="132161" y="131664"/>
                  </a:lnTo>
                  <a:cubicBezTo>
                    <a:pt x="135154" y="133274"/>
                    <a:pt x="135614" y="133274"/>
                    <a:pt x="136305" y="133274"/>
                  </a:cubicBezTo>
                  <a:cubicBezTo>
                    <a:pt x="138838" y="133274"/>
                    <a:pt x="140910" y="131205"/>
                    <a:pt x="140910" y="128675"/>
                  </a:cubicBezTo>
                  <a:cubicBezTo>
                    <a:pt x="140910" y="126605"/>
                    <a:pt x="139989" y="125226"/>
                    <a:pt x="136075" y="123386"/>
                  </a:cubicBezTo>
                  <a:lnTo>
                    <a:pt x="15665" y="66815"/>
                  </a:lnTo>
                  <a:lnTo>
                    <a:pt x="136535" y="9785"/>
                  </a:lnTo>
                  <a:close/>
                  <a:moveTo>
                    <a:pt x="132852" y="177887"/>
                  </a:moveTo>
                  <a:cubicBezTo>
                    <a:pt x="136766" y="177887"/>
                    <a:pt x="140910" y="177887"/>
                    <a:pt x="140910" y="173287"/>
                  </a:cubicBezTo>
                  <a:cubicBezTo>
                    <a:pt x="140910" y="168688"/>
                    <a:pt x="136075" y="168688"/>
                    <a:pt x="132621" y="168688"/>
                  </a:cubicBezTo>
                  <a:lnTo>
                    <a:pt x="8528" y="168688"/>
                  </a:lnTo>
                  <a:cubicBezTo>
                    <a:pt x="5075" y="168688"/>
                    <a:pt x="240" y="168688"/>
                    <a:pt x="240" y="173287"/>
                  </a:cubicBezTo>
                  <a:cubicBezTo>
                    <a:pt x="240" y="177887"/>
                    <a:pt x="4384" y="177887"/>
                    <a:pt x="8298" y="177887"/>
                  </a:cubicBezTo>
                  <a:lnTo>
                    <a:pt x="132852" y="177887"/>
                  </a:lnTo>
                  <a:close/>
                </a:path>
              </a:pathLst>
            </a:custGeom>
            <a:solidFill>
              <a:srgbClr val="000000"/>
            </a:solidFill>
            <a:ln w="23082" cap="flat">
              <a:noFill/>
              <a:prstDash val="solid"/>
              <a:miter/>
            </a:ln>
          </p:spPr>
          <p:txBody>
            <a:bodyPr rtlCol="0" anchor="ctr"/>
            <a:lstStyle/>
            <a:p>
              <a:endParaRPr lang="en-GB" noProof="0"/>
            </a:p>
          </p:txBody>
        </p:sp>
        <p:sp>
          <p:nvSpPr>
            <p:cNvPr id="122" name="Freeform: Shape 121">
              <a:extLst>
                <a:ext uri="{FF2B5EF4-FFF2-40B4-BE49-F238E27FC236}">
                  <a16:creationId xmlns:a16="http://schemas.microsoft.com/office/drawing/2014/main" id="{BE1CE2F8-59ED-E62A-365E-A9F7DCD96D15}"/>
                </a:ext>
              </a:extLst>
            </p:cNvPr>
            <p:cNvSpPr/>
            <p:nvPr>
              <p:custDataLst>
                <p:tags r:id="rId105"/>
              </p:custDataLst>
            </p:nvPr>
          </p:nvSpPr>
          <p:spPr>
            <a:xfrm>
              <a:off x="4099206" y="3502261"/>
              <a:ext cx="129158" cy="104172"/>
            </a:xfrm>
            <a:custGeom>
              <a:avLst/>
              <a:gdLst>
                <a:gd name="connsiteX0" fmla="*/ 100630 w 129158"/>
                <a:gd name="connsiteY0" fmla="*/ 47499 h 104172"/>
                <a:gd name="connsiteX1" fmla="*/ 62182 w 129158"/>
                <a:gd name="connsiteY1" fmla="*/ 127 h 104172"/>
                <a:gd name="connsiteX2" fmla="*/ 250 w 129158"/>
                <a:gd name="connsiteY2" fmla="*/ 65436 h 104172"/>
                <a:gd name="connsiteX3" fmla="*/ 37547 w 129158"/>
                <a:gd name="connsiteY3" fmla="*/ 104299 h 104172"/>
                <a:gd name="connsiteX4" fmla="*/ 86126 w 129158"/>
                <a:gd name="connsiteY4" fmla="*/ 84982 h 104172"/>
                <a:gd name="connsiteX5" fmla="*/ 107077 w 129158"/>
                <a:gd name="connsiteY5" fmla="*/ 104299 h 104172"/>
                <a:gd name="connsiteX6" fmla="*/ 126416 w 129158"/>
                <a:gd name="connsiteY6" fmla="*/ 87972 h 104172"/>
                <a:gd name="connsiteX7" fmla="*/ 123653 w 129158"/>
                <a:gd name="connsiteY7" fmla="*/ 85672 h 104172"/>
                <a:gd name="connsiteX8" fmla="*/ 120660 w 129158"/>
                <a:gd name="connsiteY8" fmla="*/ 87972 h 104172"/>
                <a:gd name="connsiteX9" fmla="*/ 107767 w 129158"/>
                <a:gd name="connsiteY9" fmla="*/ 99240 h 104172"/>
                <a:gd name="connsiteX10" fmla="*/ 100630 w 129158"/>
                <a:gd name="connsiteY10" fmla="*/ 75784 h 104172"/>
                <a:gd name="connsiteX11" fmla="*/ 102932 w 129158"/>
                <a:gd name="connsiteY11" fmla="*/ 67735 h 104172"/>
                <a:gd name="connsiteX12" fmla="*/ 129409 w 129158"/>
                <a:gd name="connsiteY12" fmla="*/ 13694 h 104172"/>
                <a:gd name="connsiteX13" fmla="*/ 126646 w 129158"/>
                <a:gd name="connsiteY13" fmla="*/ 11395 h 104172"/>
                <a:gd name="connsiteX14" fmla="*/ 123193 w 129158"/>
                <a:gd name="connsiteY14" fmla="*/ 16224 h 104172"/>
                <a:gd name="connsiteX15" fmla="*/ 100630 w 129158"/>
                <a:gd name="connsiteY15" fmla="*/ 61756 h 104172"/>
                <a:gd name="connsiteX16" fmla="*/ 100630 w 129158"/>
                <a:gd name="connsiteY16" fmla="*/ 47499 h 104172"/>
                <a:gd name="connsiteX17" fmla="*/ 85205 w 129158"/>
                <a:gd name="connsiteY17" fmla="*/ 79003 h 104172"/>
                <a:gd name="connsiteX18" fmla="*/ 38008 w 129158"/>
                <a:gd name="connsiteY18" fmla="*/ 99240 h 104172"/>
                <a:gd name="connsiteX19" fmla="*/ 17287 w 129158"/>
                <a:gd name="connsiteY19" fmla="*/ 74174 h 104172"/>
                <a:gd name="connsiteX20" fmla="*/ 30641 w 129158"/>
                <a:gd name="connsiteY20" fmla="*/ 26342 h 104172"/>
                <a:gd name="connsiteX21" fmla="*/ 61952 w 129158"/>
                <a:gd name="connsiteY21" fmla="*/ 5186 h 104172"/>
                <a:gd name="connsiteX22" fmla="*/ 84744 w 129158"/>
                <a:gd name="connsiteY22" fmla="*/ 53248 h 104172"/>
                <a:gd name="connsiteX23" fmla="*/ 85205 w 129158"/>
                <a:gd name="connsiteY23" fmla="*/ 79003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158" h="104172">
                  <a:moveTo>
                    <a:pt x="100630" y="47499"/>
                  </a:moveTo>
                  <a:cubicBezTo>
                    <a:pt x="100630" y="11395"/>
                    <a:pt x="79219" y="127"/>
                    <a:pt x="62182" y="127"/>
                  </a:cubicBezTo>
                  <a:cubicBezTo>
                    <a:pt x="30641" y="127"/>
                    <a:pt x="250" y="33011"/>
                    <a:pt x="250" y="65436"/>
                  </a:cubicBezTo>
                  <a:cubicBezTo>
                    <a:pt x="250" y="86822"/>
                    <a:pt x="14064" y="104299"/>
                    <a:pt x="37547" y="104299"/>
                  </a:cubicBezTo>
                  <a:cubicBezTo>
                    <a:pt x="52052" y="104299"/>
                    <a:pt x="68628" y="99010"/>
                    <a:pt x="86126" y="84982"/>
                  </a:cubicBezTo>
                  <a:cubicBezTo>
                    <a:pt x="89119" y="97170"/>
                    <a:pt x="96716" y="104299"/>
                    <a:pt x="107077" y="104299"/>
                  </a:cubicBezTo>
                  <a:cubicBezTo>
                    <a:pt x="119279" y="104299"/>
                    <a:pt x="126416" y="91651"/>
                    <a:pt x="126416" y="87972"/>
                  </a:cubicBezTo>
                  <a:cubicBezTo>
                    <a:pt x="126416" y="86362"/>
                    <a:pt x="125034" y="85672"/>
                    <a:pt x="123653" y="85672"/>
                  </a:cubicBezTo>
                  <a:cubicBezTo>
                    <a:pt x="122041" y="85672"/>
                    <a:pt x="121351" y="86362"/>
                    <a:pt x="120660" y="87972"/>
                  </a:cubicBezTo>
                  <a:cubicBezTo>
                    <a:pt x="116516" y="99240"/>
                    <a:pt x="108228" y="99240"/>
                    <a:pt x="107767" y="99240"/>
                  </a:cubicBezTo>
                  <a:cubicBezTo>
                    <a:pt x="100630" y="99240"/>
                    <a:pt x="100630" y="81303"/>
                    <a:pt x="100630" y="75784"/>
                  </a:cubicBezTo>
                  <a:cubicBezTo>
                    <a:pt x="100630" y="70955"/>
                    <a:pt x="100630" y="70495"/>
                    <a:pt x="102932" y="67735"/>
                  </a:cubicBezTo>
                  <a:cubicBezTo>
                    <a:pt x="124574" y="40600"/>
                    <a:pt x="129409" y="13924"/>
                    <a:pt x="129409" y="13694"/>
                  </a:cubicBezTo>
                  <a:cubicBezTo>
                    <a:pt x="129409" y="13234"/>
                    <a:pt x="129179" y="11395"/>
                    <a:pt x="126646" y="11395"/>
                  </a:cubicBezTo>
                  <a:cubicBezTo>
                    <a:pt x="124344" y="11395"/>
                    <a:pt x="124344" y="12085"/>
                    <a:pt x="123193" y="16224"/>
                  </a:cubicBezTo>
                  <a:cubicBezTo>
                    <a:pt x="119048" y="30711"/>
                    <a:pt x="111451" y="48189"/>
                    <a:pt x="100630" y="61756"/>
                  </a:cubicBezTo>
                  <a:lnTo>
                    <a:pt x="100630" y="47499"/>
                  </a:lnTo>
                  <a:close/>
                  <a:moveTo>
                    <a:pt x="85205" y="79003"/>
                  </a:moveTo>
                  <a:cubicBezTo>
                    <a:pt x="64945" y="96710"/>
                    <a:pt x="47217" y="99240"/>
                    <a:pt x="38008" y="99240"/>
                  </a:cubicBezTo>
                  <a:cubicBezTo>
                    <a:pt x="24194" y="99240"/>
                    <a:pt x="17287" y="88892"/>
                    <a:pt x="17287" y="74174"/>
                  </a:cubicBezTo>
                  <a:cubicBezTo>
                    <a:pt x="17287" y="62906"/>
                    <a:pt x="23273" y="38070"/>
                    <a:pt x="30641" y="26342"/>
                  </a:cubicBezTo>
                  <a:cubicBezTo>
                    <a:pt x="41461" y="9555"/>
                    <a:pt x="53894" y="5186"/>
                    <a:pt x="61952" y="5186"/>
                  </a:cubicBezTo>
                  <a:cubicBezTo>
                    <a:pt x="84744" y="5186"/>
                    <a:pt x="84744" y="35311"/>
                    <a:pt x="84744" y="53248"/>
                  </a:cubicBezTo>
                  <a:cubicBezTo>
                    <a:pt x="84744" y="61756"/>
                    <a:pt x="84744" y="75094"/>
                    <a:pt x="85205" y="79003"/>
                  </a:cubicBezTo>
                  <a:close/>
                </a:path>
              </a:pathLst>
            </a:custGeom>
            <a:solidFill>
              <a:srgbClr val="000000"/>
            </a:solidFill>
            <a:ln w="23082" cap="flat">
              <a:noFill/>
              <a:prstDash val="solid"/>
              <a:miter/>
            </a:ln>
          </p:spPr>
          <p:txBody>
            <a:bodyPr rtlCol="0" anchor="ctr"/>
            <a:lstStyle/>
            <a:p>
              <a:endParaRPr lang="en-GB" noProof="0"/>
            </a:p>
          </p:txBody>
        </p:sp>
        <p:sp>
          <p:nvSpPr>
            <p:cNvPr id="123" name="Freeform: Shape 122">
              <a:extLst>
                <a:ext uri="{FF2B5EF4-FFF2-40B4-BE49-F238E27FC236}">
                  <a16:creationId xmlns:a16="http://schemas.microsoft.com/office/drawing/2014/main" id="{1FDB03B1-78DB-5CE7-9A91-24626BE18858}"/>
                </a:ext>
              </a:extLst>
            </p:cNvPr>
            <p:cNvSpPr/>
            <p:nvPr>
              <p:custDataLst>
                <p:tags r:id="rId106"/>
              </p:custDataLst>
            </p:nvPr>
          </p:nvSpPr>
          <p:spPr>
            <a:xfrm>
              <a:off x="4301951" y="3469837"/>
              <a:ext cx="153102" cy="153154"/>
            </a:xfrm>
            <a:custGeom>
              <a:avLst/>
              <a:gdLst>
                <a:gd name="connsiteX0" fmla="*/ 81530 w 153102"/>
                <a:gd name="connsiteY0" fmla="*/ 81303 h 153154"/>
                <a:gd name="connsiteX1" fmla="*/ 145764 w 153102"/>
                <a:gd name="connsiteY1" fmla="*/ 81303 h 153154"/>
                <a:gd name="connsiteX2" fmla="*/ 153361 w 153102"/>
                <a:gd name="connsiteY2" fmla="*/ 76704 h 153154"/>
                <a:gd name="connsiteX3" fmla="*/ 145764 w 153102"/>
                <a:gd name="connsiteY3" fmla="*/ 72105 h 153154"/>
                <a:gd name="connsiteX4" fmla="*/ 81530 w 153102"/>
                <a:gd name="connsiteY4" fmla="*/ 72105 h 153154"/>
                <a:gd name="connsiteX5" fmla="*/ 81530 w 153102"/>
                <a:gd name="connsiteY5" fmla="*/ 7715 h 153154"/>
                <a:gd name="connsiteX6" fmla="*/ 76925 w 153102"/>
                <a:gd name="connsiteY6" fmla="*/ 127 h 153154"/>
                <a:gd name="connsiteX7" fmla="*/ 72321 w 153102"/>
                <a:gd name="connsiteY7" fmla="*/ 7715 h 153154"/>
                <a:gd name="connsiteX8" fmla="*/ 72321 w 153102"/>
                <a:gd name="connsiteY8" fmla="*/ 72105 h 153154"/>
                <a:gd name="connsiteX9" fmla="*/ 7857 w 153102"/>
                <a:gd name="connsiteY9" fmla="*/ 72105 h 153154"/>
                <a:gd name="connsiteX10" fmla="*/ 259 w 153102"/>
                <a:gd name="connsiteY10" fmla="*/ 76704 h 153154"/>
                <a:gd name="connsiteX11" fmla="*/ 7857 w 153102"/>
                <a:gd name="connsiteY11" fmla="*/ 81303 h 153154"/>
                <a:gd name="connsiteX12" fmla="*/ 72321 w 153102"/>
                <a:gd name="connsiteY12" fmla="*/ 81303 h 153154"/>
                <a:gd name="connsiteX13" fmla="*/ 72321 w 153102"/>
                <a:gd name="connsiteY13" fmla="*/ 145692 h 153154"/>
                <a:gd name="connsiteX14" fmla="*/ 76925 w 153102"/>
                <a:gd name="connsiteY14" fmla="*/ 153281 h 153154"/>
                <a:gd name="connsiteX15" fmla="*/ 81530 w 153102"/>
                <a:gd name="connsiteY15" fmla="*/ 145692 h 153154"/>
                <a:gd name="connsiteX16" fmla="*/ 81530 w 153102"/>
                <a:gd name="connsiteY16" fmla="*/ 81303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30" y="81303"/>
                  </a:moveTo>
                  <a:lnTo>
                    <a:pt x="145764" y="81303"/>
                  </a:lnTo>
                  <a:cubicBezTo>
                    <a:pt x="148987" y="81303"/>
                    <a:pt x="153361" y="81303"/>
                    <a:pt x="153361" y="76704"/>
                  </a:cubicBezTo>
                  <a:cubicBezTo>
                    <a:pt x="153361" y="72105"/>
                    <a:pt x="148987" y="72105"/>
                    <a:pt x="145764" y="72105"/>
                  </a:cubicBezTo>
                  <a:lnTo>
                    <a:pt x="81530" y="72105"/>
                  </a:lnTo>
                  <a:lnTo>
                    <a:pt x="81530" y="7715"/>
                  </a:lnTo>
                  <a:cubicBezTo>
                    <a:pt x="81530" y="4496"/>
                    <a:pt x="81530" y="127"/>
                    <a:pt x="76925" y="127"/>
                  </a:cubicBezTo>
                  <a:cubicBezTo>
                    <a:pt x="72321" y="127"/>
                    <a:pt x="72321" y="4496"/>
                    <a:pt x="72321" y="7715"/>
                  </a:cubicBezTo>
                  <a:lnTo>
                    <a:pt x="72321" y="72105"/>
                  </a:lnTo>
                  <a:lnTo>
                    <a:pt x="7857" y="72105"/>
                  </a:lnTo>
                  <a:cubicBezTo>
                    <a:pt x="4633" y="72105"/>
                    <a:pt x="259" y="72105"/>
                    <a:pt x="259" y="76704"/>
                  </a:cubicBezTo>
                  <a:cubicBezTo>
                    <a:pt x="259" y="81303"/>
                    <a:pt x="4633" y="81303"/>
                    <a:pt x="7857" y="81303"/>
                  </a:cubicBezTo>
                  <a:lnTo>
                    <a:pt x="72321" y="81303"/>
                  </a:lnTo>
                  <a:lnTo>
                    <a:pt x="72321" y="145692"/>
                  </a:lnTo>
                  <a:cubicBezTo>
                    <a:pt x="72321" y="148912"/>
                    <a:pt x="72321" y="153281"/>
                    <a:pt x="76925" y="153281"/>
                  </a:cubicBezTo>
                  <a:cubicBezTo>
                    <a:pt x="81530" y="153281"/>
                    <a:pt x="81530" y="148912"/>
                    <a:pt x="81530" y="145692"/>
                  </a:cubicBezTo>
                  <a:lnTo>
                    <a:pt x="81530" y="81303"/>
                  </a:lnTo>
                  <a:close/>
                </a:path>
              </a:pathLst>
            </a:custGeom>
            <a:solidFill>
              <a:srgbClr val="000000"/>
            </a:solidFill>
            <a:ln w="23082" cap="flat">
              <a:noFill/>
              <a:prstDash val="solid"/>
              <a:miter/>
            </a:ln>
          </p:spPr>
          <p:txBody>
            <a:bodyPr rtlCol="0" anchor="ctr"/>
            <a:lstStyle/>
            <a:p>
              <a:endParaRPr lang="en-GB" noProof="0"/>
            </a:p>
          </p:txBody>
        </p:sp>
        <p:sp>
          <p:nvSpPr>
            <p:cNvPr id="124" name="Freeform: Shape 123">
              <a:extLst>
                <a:ext uri="{FF2B5EF4-FFF2-40B4-BE49-F238E27FC236}">
                  <a16:creationId xmlns:a16="http://schemas.microsoft.com/office/drawing/2014/main" id="{6C2772F6-0CD4-EEAE-F613-01299EF70486}"/>
                </a:ext>
              </a:extLst>
            </p:cNvPr>
            <p:cNvSpPr/>
            <p:nvPr>
              <p:custDataLst>
                <p:tags r:id="rId107"/>
              </p:custDataLst>
            </p:nvPr>
          </p:nvSpPr>
          <p:spPr>
            <a:xfrm>
              <a:off x="4526164" y="3441552"/>
              <a:ext cx="125503" cy="206965"/>
            </a:xfrm>
            <a:custGeom>
              <a:avLst/>
              <a:gdLst>
                <a:gd name="connsiteX0" fmla="*/ 125773 w 125503"/>
                <a:gd name="connsiteY0" fmla="*/ 31631 h 206965"/>
                <a:gd name="connsiteX1" fmla="*/ 94462 w 125503"/>
                <a:gd name="connsiteY1" fmla="*/ 127 h 206965"/>
                <a:gd name="connsiteX2" fmla="*/ 66604 w 125503"/>
                <a:gd name="connsiteY2" fmla="*/ 9785 h 206965"/>
                <a:gd name="connsiteX3" fmla="*/ 36905 w 125503"/>
                <a:gd name="connsiteY3" fmla="*/ 58767 h 206965"/>
                <a:gd name="connsiteX4" fmla="*/ 298 w 125503"/>
                <a:gd name="connsiteY4" fmla="*/ 204792 h 206965"/>
                <a:gd name="connsiteX5" fmla="*/ 3061 w 125503"/>
                <a:gd name="connsiteY5" fmla="*/ 207092 h 206965"/>
                <a:gd name="connsiteX6" fmla="*/ 5824 w 125503"/>
                <a:gd name="connsiteY6" fmla="*/ 205942 h 206965"/>
                <a:gd name="connsiteX7" fmla="*/ 21940 w 125503"/>
                <a:gd name="connsiteY7" fmla="*/ 142473 h 206965"/>
                <a:gd name="connsiteX8" fmla="*/ 53251 w 125503"/>
                <a:gd name="connsiteY8" fmla="*/ 164779 h 206965"/>
                <a:gd name="connsiteX9" fmla="*/ 97685 w 125503"/>
                <a:gd name="connsiteY9" fmla="*/ 146612 h 206965"/>
                <a:gd name="connsiteX10" fmla="*/ 116103 w 125503"/>
                <a:gd name="connsiteY10" fmla="*/ 104299 h 206965"/>
                <a:gd name="connsiteX11" fmla="*/ 99297 w 125503"/>
                <a:gd name="connsiteY11" fmla="*/ 70035 h 206965"/>
                <a:gd name="connsiteX12" fmla="*/ 125773 w 125503"/>
                <a:gd name="connsiteY12" fmla="*/ 31631 h 206965"/>
                <a:gd name="connsiteX13" fmla="*/ 84332 w 125503"/>
                <a:gd name="connsiteY13" fmla="*/ 69805 h 206965"/>
                <a:gd name="connsiteX14" fmla="*/ 73281 w 125503"/>
                <a:gd name="connsiteY14" fmla="*/ 71415 h 206965"/>
                <a:gd name="connsiteX15" fmla="*/ 63151 w 125503"/>
                <a:gd name="connsiteY15" fmla="*/ 70495 h 206965"/>
                <a:gd name="connsiteX16" fmla="*/ 74432 w 125503"/>
                <a:gd name="connsiteY16" fmla="*/ 68655 h 206965"/>
                <a:gd name="connsiteX17" fmla="*/ 84332 w 125503"/>
                <a:gd name="connsiteY17" fmla="*/ 69805 h 206965"/>
                <a:gd name="connsiteX18" fmla="*/ 112880 w 125503"/>
                <a:gd name="connsiteY18" fmla="*/ 26342 h 206965"/>
                <a:gd name="connsiteX19" fmla="*/ 92159 w 125503"/>
                <a:gd name="connsiteY19" fmla="*/ 66126 h 206965"/>
                <a:gd name="connsiteX20" fmla="*/ 74432 w 125503"/>
                <a:gd name="connsiteY20" fmla="*/ 63366 h 206965"/>
                <a:gd name="connsiteX21" fmla="*/ 56704 w 125503"/>
                <a:gd name="connsiteY21" fmla="*/ 70725 h 206965"/>
                <a:gd name="connsiteX22" fmla="*/ 72590 w 125503"/>
                <a:gd name="connsiteY22" fmla="*/ 76474 h 206965"/>
                <a:gd name="connsiteX23" fmla="*/ 91469 w 125503"/>
                <a:gd name="connsiteY23" fmla="*/ 73484 h 206965"/>
                <a:gd name="connsiteX24" fmla="*/ 101599 w 125503"/>
                <a:gd name="connsiteY24" fmla="*/ 99470 h 206965"/>
                <a:gd name="connsiteX25" fmla="*/ 90087 w 125503"/>
                <a:gd name="connsiteY25" fmla="*/ 139023 h 206965"/>
                <a:gd name="connsiteX26" fmla="*/ 52560 w 125503"/>
                <a:gd name="connsiteY26" fmla="*/ 159720 h 206965"/>
                <a:gd name="connsiteX27" fmla="*/ 26314 w 125503"/>
                <a:gd name="connsiteY27" fmla="*/ 130055 h 206965"/>
                <a:gd name="connsiteX28" fmla="*/ 27465 w 125503"/>
                <a:gd name="connsiteY28" fmla="*/ 119936 h 206965"/>
                <a:gd name="connsiteX29" fmla="*/ 42200 w 125503"/>
                <a:gd name="connsiteY29" fmla="*/ 61756 h 206965"/>
                <a:gd name="connsiteX30" fmla="*/ 91469 w 125503"/>
                <a:gd name="connsiteY30" fmla="*/ 5416 h 206965"/>
                <a:gd name="connsiteX31" fmla="*/ 112880 w 125503"/>
                <a:gd name="connsiteY31" fmla="*/ 26342 h 2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5503" h="206965">
                  <a:moveTo>
                    <a:pt x="125773" y="31631"/>
                  </a:moveTo>
                  <a:cubicBezTo>
                    <a:pt x="125773" y="14384"/>
                    <a:pt x="113110" y="127"/>
                    <a:pt x="94462" y="127"/>
                  </a:cubicBezTo>
                  <a:cubicBezTo>
                    <a:pt x="81108" y="127"/>
                    <a:pt x="74662" y="3806"/>
                    <a:pt x="66604" y="9785"/>
                  </a:cubicBezTo>
                  <a:cubicBezTo>
                    <a:pt x="53941" y="18983"/>
                    <a:pt x="41279" y="41290"/>
                    <a:pt x="36905" y="58767"/>
                  </a:cubicBezTo>
                  <a:lnTo>
                    <a:pt x="298" y="204792"/>
                  </a:lnTo>
                  <a:cubicBezTo>
                    <a:pt x="68" y="205712"/>
                    <a:pt x="1219" y="207092"/>
                    <a:pt x="3061" y="207092"/>
                  </a:cubicBezTo>
                  <a:cubicBezTo>
                    <a:pt x="4903" y="207092"/>
                    <a:pt x="5593" y="206632"/>
                    <a:pt x="5824" y="205942"/>
                  </a:cubicBezTo>
                  <a:lnTo>
                    <a:pt x="21940" y="142473"/>
                  </a:lnTo>
                  <a:cubicBezTo>
                    <a:pt x="26314" y="156270"/>
                    <a:pt x="36444" y="164779"/>
                    <a:pt x="53251" y="164779"/>
                  </a:cubicBezTo>
                  <a:cubicBezTo>
                    <a:pt x="70057" y="164779"/>
                    <a:pt x="87325" y="156730"/>
                    <a:pt x="97685" y="146612"/>
                  </a:cubicBezTo>
                  <a:cubicBezTo>
                    <a:pt x="108736" y="136034"/>
                    <a:pt x="116103" y="121316"/>
                    <a:pt x="116103" y="104299"/>
                  </a:cubicBezTo>
                  <a:cubicBezTo>
                    <a:pt x="116103" y="87742"/>
                    <a:pt x="107585" y="75784"/>
                    <a:pt x="99297" y="70035"/>
                  </a:cubicBezTo>
                  <a:cubicBezTo>
                    <a:pt x="112650" y="62446"/>
                    <a:pt x="125773" y="48189"/>
                    <a:pt x="125773" y="31631"/>
                  </a:cubicBezTo>
                  <a:close/>
                  <a:moveTo>
                    <a:pt x="84332" y="69805"/>
                  </a:moveTo>
                  <a:cubicBezTo>
                    <a:pt x="81339" y="70955"/>
                    <a:pt x="78806" y="71415"/>
                    <a:pt x="73281" y="71415"/>
                  </a:cubicBezTo>
                  <a:cubicBezTo>
                    <a:pt x="70057" y="71415"/>
                    <a:pt x="65453" y="71645"/>
                    <a:pt x="63151" y="70495"/>
                  </a:cubicBezTo>
                  <a:cubicBezTo>
                    <a:pt x="63611" y="68195"/>
                    <a:pt x="71899" y="68655"/>
                    <a:pt x="74432" y="68655"/>
                  </a:cubicBezTo>
                  <a:cubicBezTo>
                    <a:pt x="79267" y="68655"/>
                    <a:pt x="81339" y="68655"/>
                    <a:pt x="84332" y="69805"/>
                  </a:cubicBezTo>
                  <a:close/>
                  <a:moveTo>
                    <a:pt x="112880" y="26342"/>
                  </a:moveTo>
                  <a:cubicBezTo>
                    <a:pt x="112880" y="42440"/>
                    <a:pt x="104131" y="58997"/>
                    <a:pt x="92159" y="66126"/>
                  </a:cubicBezTo>
                  <a:cubicBezTo>
                    <a:pt x="85943" y="63826"/>
                    <a:pt x="81339" y="63366"/>
                    <a:pt x="74432" y="63366"/>
                  </a:cubicBezTo>
                  <a:cubicBezTo>
                    <a:pt x="69597" y="63366"/>
                    <a:pt x="56704" y="63136"/>
                    <a:pt x="56704" y="70725"/>
                  </a:cubicBezTo>
                  <a:cubicBezTo>
                    <a:pt x="56474" y="77164"/>
                    <a:pt x="68446" y="76474"/>
                    <a:pt x="72590" y="76474"/>
                  </a:cubicBezTo>
                  <a:cubicBezTo>
                    <a:pt x="81108" y="76474"/>
                    <a:pt x="84562" y="76244"/>
                    <a:pt x="91469" y="73484"/>
                  </a:cubicBezTo>
                  <a:cubicBezTo>
                    <a:pt x="100217" y="81763"/>
                    <a:pt x="101369" y="88892"/>
                    <a:pt x="101599" y="99470"/>
                  </a:cubicBezTo>
                  <a:cubicBezTo>
                    <a:pt x="102059" y="112808"/>
                    <a:pt x="96534" y="130055"/>
                    <a:pt x="90087" y="139023"/>
                  </a:cubicBezTo>
                  <a:cubicBezTo>
                    <a:pt x="81108" y="151441"/>
                    <a:pt x="65683" y="159720"/>
                    <a:pt x="52560" y="159720"/>
                  </a:cubicBezTo>
                  <a:cubicBezTo>
                    <a:pt x="35063" y="159720"/>
                    <a:pt x="26314" y="146382"/>
                    <a:pt x="26314" y="130055"/>
                  </a:cubicBezTo>
                  <a:cubicBezTo>
                    <a:pt x="26314" y="127755"/>
                    <a:pt x="26314" y="124306"/>
                    <a:pt x="27465" y="119936"/>
                  </a:cubicBezTo>
                  <a:lnTo>
                    <a:pt x="42200" y="61756"/>
                  </a:lnTo>
                  <a:cubicBezTo>
                    <a:pt x="47265" y="41980"/>
                    <a:pt x="63841" y="5416"/>
                    <a:pt x="91469" y="5416"/>
                  </a:cubicBezTo>
                  <a:cubicBezTo>
                    <a:pt x="104822" y="5416"/>
                    <a:pt x="112880" y="12545"/>
                    <a:pt x="112880" y="26342"/>
                  </a:cubicBezTo>
                  <a:close/>
                </a:path>
              </a:pathLst>
            </a:custGeom>
            <a:solidFill>
              <a:srgbClr val="000000"/>
            </a:solidFill>
            <a:ln w="23082" cap="flat">
              <a:noFill/>
              <a:prstDash val="solid"/>
              <a:miter/>
            </a:ln>
          </p:spPr>
          <p:txBody>
            <a:bodyPr rtlCol="0" anchor="ctr"/>
            <a:lstStyle/>
            <a:p>
              <a:endParaRPr lang="en-GB" noProof="0"/>
            </a:p>
          </p:txBody>
        </p:sp>
        <p:sp>
          <p:nvSpPr>
            <p:cNvPr id="126" name="Freeform: Shape 125">
              <a:extLst>
                <a:ext uri="{FF2B5EF4-FFF2-40B4-BE49-F238E27FC236}">
                  <a16:creationId xmlns:a16="http://schemas.microsoft.com/office/drawing/2014/main" id="{E59CF3FC-51AE-3B5E-CB33-EA6508C9CC7C}"/>
                </a:ext>
              </a:extLst>
            </p:cNvPr>
            <p:cNvSpPr/>
            <p:nvPr>
              <p:custDataLst>
                <p:tags r:id="rId108"/>
              </p:custDataLst>
            </p:nvPr>
          </p:nvSpPr>
          <p:spPr>
            <a:xfrm>
              <a:off x="4813373" y="3502261"/>
              <a:ext cx="114653" cy="104172"/>
            </a:xfrm>
            <a:custGeom>
              <a:avLst/>
              <a:gdLst>
                <a:gd name="connsiteX0" fmla="*/ 70501 w 114653"/>
                <a:gd name="connsiteY0" fmla="*/ 32321 h 104172"/>
                <a:gd name="connsiteX1" fmla="*/ 93294 w 114653"/>
                <a:gd name="connsiteY1" fmla="*/ 5186 h 104172"/>
                <a:gd name="connsiteX2" fmla="*/ 104805 w 114653"/>
                <a:gd name="connsiteY2" fmla="*/ 8175 h 104172"/>
                <a:gd name="connsiteX3" fmla="*/ 93754 w 114653"/>
                <a:gd name="connsiteY3" fmla="*/ 20593 h 104172"/>
                <a:gd name="connsiteX4" fmla="*/ 102503 w 114653"/>
                <a:gd name="connsiteY4" fmla="*/ 28642 h 104172"/>
                <a:gd name="connsiteX5" fmla="*/ 114935 w 114653"/>
                <a:gd name="connsiteY5" fmla="*/ 15304 h 104172"/>
                <a:gd name="connsiteX6" fmla="*/ 93524 w 114653"/>
                <a:gd name="connsiteY6" fmla="*/ 127 h 104172"/>
                <a:gd name="connsiteX7" fmla="*/ 69350 w 114653"/>
                <a:gd name="connsiteY7" fmla="*/ 17604 h 104172"/>
                <a:gd name="connsiteX8" fmla="*/ 44485 w 114653"/>
                <a:gd name="connsiteY8" fmla="*/ 127 h 104172"/>
                <a:gd name="connsiteX9" fmla="*/ 7418 w 114653"/>
                <a:gd name="connsiteY9" fmla="*/ 35541 h 104172"/>
                <a:gd name="connsiteX10" fmla="*/ 10181 w 114653"/>
                <a:gd name="connsiteY10" fmla="*/ 37840 h 104172"/>
                <a:gd name="connsiteX11" fmla="*/ 13174 w 114653"/>
                <a:gd name="connsiteY11" fmla="*/ 35311 h 104172"/>
                <a:gd name="connsiteX12" fmla="*/ 44025 w 114653"/>
                <a:gd name="connsiteY12" fmla="*/ 5186 h 104172"/>
                <a:gd name="connsiteX13" fmla="*/ 56457 w 114653"/>
                <a:gd name="connsiteY13" fmla="*/ 20593 h 104172"/>
                <a:gd name="connsiteX14" fmla="*/ 44025 w 114653"/>
                <a:gd name="connsiteY14" fmla="*/ 75324 h 104172"/>
                <a:gd name="connsiteX15" fmla="*/ 22153 w 114653"/>
                <a:gd name="connsiteY15" fmla="*/ 99240 h 104172"/>
                <a:gd name="connsiteX16" fmla="*/ 10642 w 114653"/>
                <a:gd name="connsiteY16" fmla="*/ 96250 h 104172"/>
                <a:gd name="connsiteX17" fmla="*/ 21462 w 114653"/>
                <a:gd name="connsiteY17" fmla="*/ 83833 h 104172"/>
                <a:gd name="connsiteX18" fmla="*/ 12944 w 114653"/>
                <a:gd name="connsiteY18" fmla="*/ 75784 h 104172"/>
                <a:gd name="connsiteX19" fmla="*/ 281 w 114653"/>
                <a:gd name="connsiteY19" fmla="*/ 89122 h 104172"/>
                <a:gd name="connsiteX20" fmla="*/ 21923 w 114653"/>
                <a:gd name="connsiteY20" fmla="*/ 104299 h 104172"/>
                <a:gd name="connsiteX21" fmla="*/ 46097 w 114653"/>
                <a:gd name="connsiteY21" fmla="*/ 86822 h 104172"/>
                <a:gd name="connsiteX22" fmla="*/ 70962 w 114653"/>
                <a:gd name="connsiteY22" fmla="*/ 104299 h 104172"/>
                <a:gd name="connsiteX23" fmla="*/ 107798 w 114653"/>
                <a:gd name="connsiteY23" fmla="*/ 68885 h 104172"/>
                <a:gd name="connsiteX24" fmla="*/ 105036 w 114653"/>
                <a:gd name="connsiteY24" fmla="*/ 66585 h 104172"/>
                <a:gd name="connsiteX25" fmla="*/ 102043 w 114653"/>
                <a:gd name="connsiteY25" fmla="*/ 69115 h 104172"/>
                <a:gd name="connsiteX26" fmla="*/ 71422 w 114653"/>
                <a:gd name="connsiteY26" fmla="*/ 99240 h 104172"/>
                <a:gd name="connsiteX27" fmla="*/ 58759 w 114653"/>
                <a:gd name="connsiteY27" fmla="*/ 84063 h 104172"/>
                <a:gd name="connsiteX28" fmla="*/ 62673 w 114653"/>
                <a:gd name="connsiteY28" fmla="*/ 63826 h 104172"/>
                <a:gd name="connsiteX29" fmla="*/ 70501 w 114653"/>
                <a:gd name="connsiteY29" fmla="*/ 32321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653" h="104172">
                  <a:moveTo>
                    <a:pt x="70501" y="32321"/>
                  </a:moveTo>
                  <a:cubicBezTo>
                    <a:pt x="71883" y="26342"/>
                    <a:pt x="77178" y="5186"/>
                    <a:pt x="93294" y="5186"/>
                  </a:cubicBezTo>
                  <a:cubicBezTo>
                    <a:pt x="94445" y="5186"/>
                    <a:pt x="99970" y="5186"/>
                    <a:pt x="104805" y="8175"/>
                  </a:cubicBezTo>
                  <a:cubicBezTo>
                    <a:pt x="98359" y="9325"/>
                    <a:pt x="93754" y="15074"/>
                    <a:pt x="93754" y="20593"/>
                  </a:cubicBezTo>
                  <a:cubicBezTo>
                    <a:pt x="93754" y="24273"/>
                    <a:pt x="96287" y="28642"/>
                    <a:pt x="102503" y="28642"/>
                  </a:cubicBezTo>
                  <a:cubicBezTo>
                    <a:pt x="107568" y="28642"/>
                    <a:pt x="114935" y="24503"/>
                    <a:pt x="114935" y="15304"/>
                  </a:cubicBezTo>
                  <a:cubicBezTo>
                    <a:pt x="114935" y="3346"/>
                    <a:pt x="101352" y="127"/>
                    <a:pt x="93524" y="127"/>
                  </a:cubicBezTo>
                  <a:cubicBezTo>
                    <a:pt x="80171" y="127"/>
                    <a:pt x="72113" y="12315"/>
                    <a:pt x="69350" y="17604"/>
                  </a:cubicBezTo>
                  <a:cubicBezTo>
                    <a:pt x="63594" y="2426"/>
                    <a:pt x="51162" y="127"/>
                    <a:pt x="44485" y="127"/>
                  </a:cubicBezTo>
                  <a:cubicBezTo>
                    <a:pt x="20541" y="127"/>
                    <a:pt x="7418" y="29792"/>
                    <a:pt x="7418" y="35541"/>
                  </a:cubicBezTo>
                  <a:cubicBezTo>
                    <a:pt x="7418" y="37840"/>
                    <a:pt x="9721" y="37840"/>
                    <a:pt x="10181" y="37840"/>
                  </a:cubicBezTo>
                  <a:cubicBezTo>
                    <a:pt x="12023" y="37840"/>
                    <a:pt x="12714" y="37380"/>
                    <a:pt x="13174" y="35311"/>
                  </a:cubicBezTo>
                  <a:cubicBezTo>
                    <a:pt x="21002" y="10935"/>
                    <a:pt x="36197" y="5186"/>
                    <a:pt x="44025" y="5186"/>
                  </a:cubicBezTo>
                  <a:cubicBezTo>
                    <a:pt x="48399" y="5186"/>
                    <a:pt x="56457" y="7255"/>
                    <a:pt x="56457" y="20593"/>
                  </a:cubicBezTo>
                  <a:cubicBezTo>
                    <a:pt x="56457" y="27722"/>
                    <a:pt x="52543" y="43129"/>
                    <a:pt x="44025" y="75324"/>
                  </a:cubicBezTo>
                  <a:cubicBezTo>
                    <a:pt x="40341" y="89582"/>
                    <a:pt x="32283" y="99240"/>
                    <a:pt x="22153" y="99240"/>
                  </a:cubicBezTo>
                  <a:cubicBezTo>
                    <a:pt x="20772" y="99240"/>
                    <a:pt x="15476" y="99240"/>
                    <a:pt x="10642" y="96250"/>
                  </a:cubicBezTo>
                  <a:cubicBezTo>
                    <a:pt x="16397" y="95101"/>
                    <a:pt x="21462" y="90271"/>
                    <a:pt x="21462" y="83833"/>
                  </a:cubicBezTo>
                  <a:cubicBezTo>
                    <a:pt x="21462" y="77624"/>
                    <a:pt x="16397" y="75784"/>
                    <a:pt x="12944" y="75784"/>
                  </a:cubicBezTo>
                  <a:cubicBezTo>
                    <a:pt x="6037" y="75784"/>
                    <a:pt x="281" y="81763"/>
                    <a:pt x="281" y="89122"/>
                  </a:cubicBezTo>
                  <a:cubicBezTo>
                    <a:pt x="281" y="99700"/>
                    <a:pt x="11793" y="104299"/>
                    <a:pt x="21923" y="104299"/>
                  </a:cubicBezTo>
                  <a:cubicBezTo>
                    <a:pt x="37118" y="104299"/>
                    <a:pt x="45406" y="88202"/>
                    <a:pt x="46097" y="86822"/>
                  </a:cubicBezTo>
                  <a:cubicBezTo>
                    <a:pt x="48860" y="95331"/>
                    <a:pt x="57148" y="104299"/>
                    <a:pt x="70962" y="104299"/>
                  </a:cubicBezTo>
                  <a:cubicBezTo>
                    <a:pt x="94675" y="104299"/>
                    <a:pt x="107798" y="74634"/>
                    <a:pt x="107798" y="68885"/>
                  </a:cubicBezTo>
                  <a:cubicBezTo>
                    <a:pt x="107798" y="66585"/>
                    <a:pt x="105726" y="66585"/>
                    <a:pt x="105036" y="66585"/>
                  </a:cubicBezTo>
                  <a:cubicBezTo>
                    <a:pt x="102963" y="66585"/>
                    <a:pt x="102503" y="67505"/>
                    <a:pt x="102043" y="69115"/>
                  </a:cubicBezTo>
                  <a:cubicBezTo>
                    <a:pt x="94445" y="93721"/>
                    <a:pt x="78789" y="99240"/>
                    <a:pt x="71422" y="99240"/>
                  </a:cubicBezTo>
                  <a:cubicBezTo>
                    <a:pt x="62443" y="99240"/>
                    <a:pt x="58759" y="91881"/>
                    <a:pt x="58759" y="84063"/>
                  </a:cubicBezTo>
                  <a:cubicBezTo>
                    <a:pt x="58759" y="79003"/>
                    <a:pt x="60141" y="73944"/>
                    <a:pt x="62673" y="63826"/>
                  </a:cubicBezTo>
                  <a:lnTo>
                    <a:pt x="70501" y="32321"/>
                  </a:lnTo>
                  <a:close/>
                </a:path>
              </a:pathLst>
            </a:custGeom>
            <a:solidFill>
              <a:srgbClr val="000000"/>
            </a:solidFill>
            <a:ln w="23082" cap="flat">
              <a:noFill/>
              <a:prstDash val="solid"/>
              <a:miter/>
            </a:ln>
          </p:spPr>
          <p:txBody>
            <a:bodyPr rtlCol="0" anchor="ctr"/>
            <a:lstStyle/>
            <a:p>
              <a:endParaRPr lang="en-GB" noProof="0"/>
            </a:p>
          </p:txBody>
        </p:sp>
        <p:sp>
          <p:nvSpPr>
            <p:cNvPr id="127" name="Freeform: Shape 126">
              <a:extLst>
                <a:ext uri="{FF2B5EF4-FFF2-40B4-BE49-F238E27FC236}">
                  <a16:creationId xmlns:a16="http://schemas.microsoft.com/office/drawing/2014/main" id="{EDEE15CF-B581-479A-57FD-7975B4FD974E}"/>
                </a:ext>
              </a:extLst>
            </p:cNvPr>
            <p:cNvSpPr/>
            <p:nvPr>
              <p:custDataLst>
                <p:tags r:id="rId109"/>
              </p:custDataLst>
            </p:nvPr>
          </p:nvSpPr>
          <p:spPr>
            <a:xfrm>
              <a:off x="5002332" y="3469837"/>
              <a:ext cx="153102" cy="153154"/>
            </a:xfrm>
            <a:custGeom>
              <a:avLst/>
              <a:gdLst>
                <a:gd name="connsiteX0" fmla="*/ 81560 w 153102"/>
                <a:gd name="connsiteY0" fmla="*/ 81303 h 153154"/>
                <a:gd name="connsiteX1" fmla="*/ 145794 w 153102"/>
                <a:gd name="connsiteY1" fmla="*/ 81303 h 153154"/>
                <a:gd name="connsiteX2" fmla="*/ 153392 w 153102"/>
                <a:gd name="connsiteY2" fmla="*/ 76704 h 153154"/>
                <a:gd name="connsiteX3" fmla="*/ 145794 w 153102"/>
                <a:gd name="connsiteY3" fmla="*/ 72105 h 153154"/>
                <a:gd name="connsiteX4" fmla="*/ 81560 w 153102"/>
                <a:gd name="connsiteY4" fmla="*/ 72105 h 153154"/>
                <a:gd name="connsiteX5" fmla="*/ 81560 w 153102"/>
                <a:gd name="connsiteY5" fmla="*/ 7715 h 153154"/>
                <a:gd name="connsiteX6" fmla="*/ 76955 w 153102"/>
                <a:gd name="connsiteY6" fmla="*/ 127 h 153154"/>
                <a:gd name="connsiteX7" fmla="*/ 72351 w 153102"/>
                <a:gd name="connsiteY7" fmla="*/ 7715 h 153154"/>
                <a:gd name="connsiteX8" fmla="*/ 72351 w 153102"/>
                <a:gd name="connsiteY8" fmla="*/ 72105 h 153154"/>
                <a:gd name="connsiteX9" fmla="*/ 7887 w 153102"/>
                <a:gd name="connsiteY9" fmla="*/ 72105 h 153154"/>
                <a:gd name="connsiteX10" fmla="*/ 289 w 153102"/>
                <a:gd name="connsiteY10" fmla="*/ 76704 h 153154"/>
                <a:gd name="connsiteX11" fmla="*/ 7887 w 153102"/>
                <a:gd name="connsiteY11" fmla="*/ 81303 h 153154"/>
                <a:gd name="connsiteX12" fmla="*/ 72351 w 153102"/>
                <a:gd name="connsiteY12" fmla="*/ 81303 h 153154"/>
                <a:gd name="connsiteX13" fmla="*/ 72351 w 153102"/>
                <a:gd name="connsiteY13" fmla="*/ 145692 h 153154"/>
                <a:gd name="connsiteX14" fmla="*/ 76955 w 153102"/>
                <a:gd name="connsiteY14" fmla="*/ 153281 h 153154"/>
                <a:gd name="connsiteX15" fmla="*/ 81560 w 153102"/>
                <a:gd name="connsiteY15" fmla="*/ 145692 h 153154"/>
                <a:gd name="connsiteX16" fmla="*/ 81560 w 153102"/>
                <a:gd name="connsiteY16" fmla="*/ 81303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60" y="81303"/>
                  </a:moveTo>
                  <a:lnTo>
                    <a:pt x="145794" y="81303"/>
                  </a:lnTo>
                  <a:cubicBezTo>
                    <a:pt x="149017" y="81303"/>
                    <a:pt x="153392" y="81303"/>
                    <a:pt x="153392" y="76704"/>
                  </a:cubicBezTo>
                  <a:cubicBezTo>
                    <a:pt x="153392" y="72105"/>
                    <a:pt x="149017" y="72105"/>
                    <a:pt x="145794" y="72105"/>
                  </a:cubicBezTo>
                  <a:lnTo>
                    <a:pt x="81560" y="72105"/>
                  </a:lnTo>
                  <a:lnTo>
                    <a:pt x="81560" y="7715"/>
                  </a:lnTo>
                  <a:cubicBezTo>
                    <a:pt x="81560" y="4496"/>
                    <a:pt x="81560" y="127"/>
                    <a:pt x="76955" y="127"/>
                  </a:cubicBezTo>
                  <a:cubicBezTo>
                    <a:pt x="72351" y="127"/>
                    <a:pt x="72351" y="4496"/>
                    <a:pt x="72351" y="7715"/>
                  </a:cubicBezTo>
                  <a:lnTo>
                    <a:pt x="72351" y="72105"/>
                  </a:lnTo>
                  <a:lnTo>
                    <a:pt x="7887" y="72105"/>
                  </a:lnTo>
                  <a:cubicBezTo>
                    <a:pt x="4664" y="72105"/>
                    <a:pt x="289" y="72105"/>
                    <a:pt x="289" y="76704"/>
                  </a:cubicBezTo>
                  <a:cubicBezTo>
                    <a:pt x="289" y="81303"/>
                    <a:pt x="4664" y="81303"/>
                    <a:pt x="7887" y="81303"/>
                  </a:cubicBezTo>
                  <a:lnTo>
                    <a:pt x="72351" y="81303"/>
                  </a:lnTo>
                  <a:lnTo>
                    <a:pt x="72351" y="145692"/>
                  </a:lnTo>
                  <a:cubicBezTo>
                    <a:pt x="72351" y="148912"/>
                    <a:pt x="72351" y="153281"/>
                    <a:pt x="76955" y="153281"/>
                  </a:cubicBezTo>
                  <a:cubicBezTo>
                    <a:pt x="81560" y="153281"/>
                    <a:pt x="81560" y="148912"/>
                    <a:pt x="81560" y="145692"/>
                  </a:cubicBezTo>
                  <a:lnTo>
                    <a:pt x="81560" y="81303"/>
                  </a:lnTo>
                  <a:close/>
                </a:path>
              </a:pathLst>
            </a:custGeom>
            <a:solidFill>
              <a:srgbClr val="000000"/>
            </a:solidFill>
            <a:ln w="23082" cap="flat">
              <a:noFill/>
              <a:prstDash val="solid"/>
              <a:miter/>
            </a:ln>
          </p:spPr>
          <p:txBody>
            <a:bodyPr rtlCol="0" anchor="ctr"/>
            <a:lstStyle/>
            <a:p>
              <a:endParaRPr lang="en-GB" noProof="0"/>
            </a:p>
          </p:txBody>
        </p:sp>
        <p:sp>
          <p:nvSpPr>
            <p:cNvPr id="128" name="Freeform: Shape 127">
              <a:extLst>
                <a:ext uri="{FF2B5EF4-FFF2-40B4-BE49-F238E27FC236}">
                  <a16:creationId xmlns:a16="http://schemas.microsoft.com/office/drawing/2014/main" id="{353D5116-A2E7-0C1B-2BAC-2188E5E5AD33}"/>
                </a:ext>
              </a:extLst>
            </p:cNvPr>
            <p:cNvSpPr/>
            <p:nvPr>
              <p:custDataLst>
                <p:tags r:id="rId110"/>
              </p:custDataLst>
            </p:nvPr>
          </p:nvSpPr>
          <p:spPr>
            <a:xfrm>
              <a:off x="5230489" y="3504791"/>
              <a:ext cx="75745" cy="101642"/>
            </a:xfrm>
            <a:custGeom>
              <a:avLst/>
              <a:gdLst>
                <a:gd name="connsiteX0" fmla="*/ 58087 w 75745"/>
                <a:gd name="connsiteY0" fmla="*/ 47269 h 101642"/>
                <a:gd name="connsiteX1" fmla="*/ 65914 w 75745"/>
                <a:gd name="connsiteY1" fmla="*/ 43359 h 101642"/>
                <a:gd name="connsiteX2" fmla="*/ 59238 w 75745"/>
                <a:gd name="connsiteY2" fmla="*/ 40140 h 101642"/>
                <a:gd name="connsiteX3" fmla="*/ 21941 w 75745"/>
                <a:gd name="connsiteY3" fmla="*/ 40140 h 101642"/>
                <a:gd name="connsiteX4" fmla="*/ 61310 w 75745"/>
                <a:gd name="connsiteY4" fmla="*/ 7255 h 101642"/>
                <a:gd name="connsiteX5" fmla="*/ 68447 w 75745"/>
                <a:gd name="connsiteY5" fmla="*/ 7255 h 101642"/>
                <a:gd name="connsiteX6" fmla="*/ 76045 w 75745"/>
                <a:gd name="connsiteY6" fmla="*/ 3346 h 101642"/>
                <a:gd name="connsiteX7" fmla="*/ 69138 w 75745"/>
                <a:gd name="connsiteY7" fmla="*/ 127 h 101642"/>
                <a:gd name="connsiteX8" fmla="*/ 61080 w 75745"/>
                <a:gd name="connsiteY8" fmla="*/ 127 h 101642"/>
                <a:gd name="connsiteX9" fmla="*/ 299 w 75745"/>
                <a:gd name="connsiteY9" fmla="*/ 58307 h 101642"/>
                <a:gd name="connsiteX10" fmla="*/ 41971 w 75745"/>
                <a:gd name="connsiteY10" fmla="*/ 101770 h 101642"/>
                <a:gd name="connsiteX11" fmla="*/ 71900 w 75745"/>
                <a:gd name="connsiteY11" fmla="*/ 90041 h 101642"/>
                <a:gd name="connsiteX12" fmla="*/ 69598 w 75745"/>
                <a:gd name="connsiteY12" fmla="*/ 86822 h 101642"/>
                <a:gd name="connsiteX13" fmla="*/ 66605 w 75745"/>
                <a:gd name="connsiteY13" fmla="*/ 88202 h 101642"/>
                <a:gd name="connsiteX14" fmla="*/ 42431 w 75745"/>
                <a:gd name="connsiteY14" fmla="*/ 96710 h 101642"/>
                <a:gd name="connsiteX15" fmla="*/ 17566 w 75745"/>
                <a:gd name="connsiteY15" fmla="*/ 66815 h 101642"/>
                <a:gd name="connsiteX16" fmla="*/ 20099 w 75745"/>
                <a:gd name="connsiteY16" fmla="*/ 47269 h 101642"/>
                <a:gd name="connsiteX17" fmla="*/ 58087 w 75745"/>
                <a:gd name="connsiteY17" fmla="*/ 47269 h 10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745" h="101642">
                  <a:moveTo>
                    <a:pt x="58087" y="47269"/>
                  </a:moveTo>
                  <a:cubicBezTo>
                    <a:pt x="61770" y="47269"/>
                    <a:pt x="65914" y="47269"/>
                    <a:pt x="65914" y="43359"/>
                  </a:cubicBezTo>
                  <a:cubicBezTo>
                    <a:pt x="65914" y="40140"/>
                    <a:pt x="63152" y="40140"/>
                    <a:pt x="59238" y="40140"/>
                  </a:cubicBezTo>
                  <a:lnTo>
                    <a:pt x="21941" y="40140"/>
                  </a:lnTo>
                  <a:cubicBezTo>
                    <a:pt x="27466" y="20593"/>
                    <a:pt x="40359" y="7255"/>
                    <a:pt x="61310" y="7255"/>
                  </a:cubicBezTo>
                  <a:lnTo>
                    <a:pt x="68447" y="7255"/>
                  </a:lnTo>
                  <a:cubicBezTo>
                    <a:pt x="72361" y="7255"/>
                    <a:pt x="76045" y="7255"/>
                    <a:pt x="76045" y="3346"/>
                  </a:cubicBezTo>
                  <a:cubicBezTo>
                    <a:pt x="76045" y="127"/>
                    <a:pt x="73052" y="127"/>
                    <a:pt x="69138" y="127"/>
                  </a:cubicBezTo>
                  <a:lnTo>
                    <a:pt x="61080" y="127"/>
                  </a:lnTo>
                  <a:cubicBezTo>
                    <a:pt x="31150" y="127"/>
                    <a:pt x="299" y="23123"/>
                    <a:pt x="299" y="58307"/>
                  </a:cubicBezTo>
                  <a:cubicBezTo>
                    <a:pt x="299" y="83603"/>
                    <a:pt x="17566" y="101770"/>
                    <a:pt x="41971" y="101770"/>
                  </a:cubicBezTo>
                  <a:cubicBezTo>
                    <a:pt x="56936" y="101770"/>
                    <a:pt x="71900" y="92571"/>
                    <a:pt x="71900" y="90041"/>
                  </a:cubicBezTo>
                  <a:cubicBezTo>
                    <a:pt x="71900" y="89352"/>
                    <a:pt x="71670" y="86822"/>
                    <a:pt x="69598" y="86822"/>
                  </a:cubicBezTo>
                  <a:cubicBezTo>
                    <a:pt x="69138" y="86822"/>
                    <a:pt x="68677" y="86822"/>
                    <a:pt x="66605" y="88202"/>
                  </a:cubicBezTo>
                  <a:cubicBezTo>
                    <a:pt x="59468" y="92801"/>
                    <a:pt x="50950" y="96710"/>
                    <a:pt x="42431" y="96710"/>
                  </a:cubicBezTo>
                  <a:cubicBezTo>
                    <a:pt x="29078" y="96710"/>
                    <a:pt x="17566" y="87052"/>
                    <a:pt x="17566" y="66815"/>
                  </a:cubicBezTo>
                  <a:cubicBezTo>
                    <a:pt x="17566" y="58767"/>
                    <a:pt x="19408" y="50028"/>
                    <a:pt x="20099" y="47269"/>
                  </a:cubicBezTo>
                  <a:lnTo>
                    <a:pt x="58087" y="47269"/>
                  </a:lnTo>
                  <a:close/>
                </a:path>
              </a:pathLst>
            </a:custGeom>
            <a:solidFill>
              <a:srgbClr val="000000"/>
            </a:solidFill>
            <a:ln w="23082" cap="flat">
              <a:noFill/>
              <a:prstDash val="solid"/>
              <a:miter/>
            </a:ln>
          </p:spPr>
          <p:txBody>
            <a:bodyPr rtlCol="0" anchor="ctr"/>
            <a:lstStyle/>
            <a:p>
              <a:endParaRPr lang="en-GB" noProof="0"/>
            </a:p>
          </p:txBody>
        </p:sp>
        <p:sp>
          <p:nvSpPr>
            <p:cNvPr id="129" name="Freeform: Shape 128">
              <a:extLst>
                <a:ext uri="{FF2B5EF4-FFF2-40B4-BE49-F238E27FC236}">
                  <a16:creationId xmlns:a16="http://schemas.microsoft.com/office/drawing/2014/main" id="{55496641-229F-2CE1-010C-430C3C1EB3E8}"/>
                </a:ext>
              </a:extLst>
            </p:cNvPr>
            <p:cNvSpPr/>
            <p:nvPr>
              <p:custDataLst>
                <p:tags r:id="rId111"/>
              </p:custDataLst>
            </p:nvPr>
          </p:nvSpPr>
          <p:spPr>
            <a:xfrm>
              <a:off x="5396179" y="3457649"/>
              <a:ext cx="140669" cy="177760"/>
            </a:xfrm>
            <a:custGeom>
              <a:avLst/>
              <a:gdLst>
                <a:gd name="connsiteX0" fmla="*/ 136602 w 140669"/>
                <a:gd name="connsiteY0" fmla="*/ 9785 h 177760"/>
                <a:gd name="connsiteX1" fmla="*/ 140976 w 140669"/>
                <a:gd name="connsiteY1" fmla="*/ 4726 h 177760"/>
                <a:gd name="connsiteX2" fmla="*/ 136371 w 140669"/>
                <a:gd name="connsiteY2" fmla="*/ 127 h 177760"/>
                <a:gd name="connsiteX3" fmla="*/ 132227 w 140669"/>
                <a:gd name="connsiteY3" fmla="*/ 1506 h 177760"/>
                <a:gd name="connsiteX4" fmla="*/ 4911 w 140669"/>
                <a:gd name="connsiteY4" fmla="*/ 61526 h 177760"/>
                <a:gd name="connsiteX5" fmla="*/ 306 w 140669"/>
                <a:gd name="connsiteY5" fmla="*/ 66815 h 177760"/>
                <a:gd name="connsiteX6" fmla="*/ 4911 w 140669"/>
                <a:gd name="connsiteY6" fmla="*/ 71875 h 177760"/>
                <a:gd name="connsiteX7" fmla="*/ 132227 w 140669"/>
                <a:gd name="connsiteY7" fmla="*/ 131664 h 177760"/>
                <a:gd name="connsiteX8" fmla="*/ 136371 w 140669"/>
                <a:gd name="connsiteY8" fmla="*/ 133274 h 177760"/>
                <a:gd name="connsiteX9" fmla="*/ 140976 w 140669"/>
                <a:gd name="connsiteY9" fmla="*/ 128675 h 177760"/>
                <a:gd name="connsiteX10" fmla="*/ 136141 w 140669"/>
                <a:gd name="connsiteY10" fmla="*/ 123386 h 177760"/>
                <a:gd name="connsiteX11" fmla="*/ 15731 w 140669"/>
                <a:gd name="connsiteY11" fmla="*/ 66815 h 177760"/>
                <a:gd name="connsiteX12" fmla="*/ 136602 w 140669"/>
                <a:gd name="connsiteY12" fmla="*/ 9785 h 177760"/>
                <a:gd name="connsiteX13" fmla="*/ 132918 w 140669"/>
                <a:gd name="connsiteY13" fmla="*/ 177887 h 177760"/>
                <a:gd name="connsiteX14" fmla="*/ 140976 w 140669"/>
                <a:gd name="connsiteY14" fmla="*/ 173287 h 177760"/>
                <a:gd name="connsiteX15" fmla="*/ 132688 w 140669"/>
                <a:gd name="connsiteY15" fmla="*/ 168688 h 177760"/>
                <a:gd name="connsiteX16" fmla="*/ 8594 w 140669"/>
                <a:gd name="connsiteY16" fmla="*/ 168688 h 177760"/>
                <a:gd name="connsiteX17" fmla="*/ 306 w 140669"/>
                <a:gd name="connsiteY17" fmla="*/ 173287 h 177760"/>
                <a:gd name="connsiteX18" fmla="*/ 8364 w 140669"/>
                <a:gd name="connsiteY18" fmla="*/ 177887 h 177760"/>
                <a:gd name="connsiteX19" fmla="*/ 132918 w 140669"/>
                <a:gd name="connsiteY19" fmla="*/ 177887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602" y="9785"/>
                  </a:moveTo>
                  <a:cubicBezTo>
                    <a:pt x="139134" y="8635"/>
                    <a:pt x="140976" y="7485"/>
                    <a:pt x="140976" y="4726"/>
                  </a:cubicBezTo>
                  <a:cubicBezTo>
                    <a:pt x="140976" y="2196"/>
                    <a:pt x="139134" y="127"/>
                    <a:pt x="136371" y="127"/>
                  </a:cubicBezTo>
                  <a:cubicBezTo>
                    <a:pt x="135220" y="127"/>
                    <a:pt x="133148" y="1046"/>
                    <a:pt x="132227" y="1506"/>
                  </a:cubicBezTo>
                  <a:lnTo>
                    <a:pt x="4911" y="61526"/>
                  </a:lnTo>
                  <a:cubicBezTo>
                    <a:pt x="997" y="63366"/>
                    <a:pt x="306" y="64976"/>
                    <a:pt x="306" y="66815"/>
                  </a:cubicBezTo>
                  <a:cubicBezTo>
                    <a:pt x="306" y="68885"/>
                    <a:pt x="1687" y="70495"/>
                    <a:pt x="4911" y="71875"/>
                  </a:cubicBezTo>
                  <a:lnTo>
                    <a:pt x="132227" y="131664"/>
                  </a:lnTo>
                  <a:cubicBezTo>
                    <a:pt x="135220" y="133274"/>
                    <a:pt x="135681" y="133274"/>
                    <a:pt x="136371" y="133274"/>
                  </a:cubicBezTo>
                  <a:cubicBezTo>
                    <a:pt x="138904" y="133274"/>
                    <a:pt x="140976" y="131205"/>
                    <a:pt x="140976" y="128675"/>
                  </a:cubicBezTo>
                  <a:cubicBezTo>
                    <a:pt x="140976" y="126605"/>
                    <a:pt x="140055" y="125226"/>
                    <a:pt x="136141" y="123386"/>
                  </a:cubicBezTo>
                  <a:lnTo>
                    <a:pt x="15731" y="66815"/>
                  </a:lnTo>
                  <a:lnTo>
                    <a:pt x="136602" y="9785"/>
                  </a:lnTo>
                  <a:close/>
                  <a:moveTo>
                    <a:pt x="132918" y="177887"/>
                  </a:moveTo>
                  <a:cubicBezTo>
                    <a:pt x="136832" y="177887"/>
                    <a:pt x="140976" y="177887"/>
                    <a:pt x="140976" y="173287"/>
                  </a:cubicBezTo>
                  <a:cubicBezTo>
                    <a:pt x="140976" y="168688"/>
                    <a:pt x="136141" y="168688"/>
                    <a:pt x="132688" y="168688"/>
                  </a:cubicBezTo>
                  <a:lnTo>
                    <a:pt x="8594" y="168688"/>
                  </a:lnTo>
                  <a:cubicBezTo>
                    <a:pt x="5141" y="168688"/>
                    <a:pt x="306" y="168688"/>
                    <a:pt x="306" y="173287"/>
                  </a:cubicBezTo>
                  <a:cubicBezTo>
                    <a:pt x="306" y="177887"/>
                    <a:pt x="4450" y="177887"/>
                    <a:pt x="8364" y="177887"/>
                  </a:cubicBezTo>
                  <a:lnTo>
                    <a:pt x="132918" y="177887"/>
                  </a:lnTo>
                  <a:close/>
                </a:path>
              </a:pathLst>
            </a:custGeom>
            <a:solidFill>
              <a:srgbClr val="000000"/>
            </a:solidFill>
            <a:ln w="23082" cap="flat">
              <a:noFill/>
              <a:prstDash val="solid"/>
              <a:miter/>
            </a:ln>
          </p:spPr>
          <p:txBody>
            <a:bodyPr rtlCol="0" anchor="ctr"/>
            <a:lstStyle/>
            <a:p>
              <a:endParaRPr lang="en-GB" noProof="0"/>
            </a:p>
          </p:txBody>
        </p:sp>
        <p:sp>
          <p:nvSpPr>
            <p:cNvPr id="130" name="Freeform: Shape 129">
              <a:extLst>
                <a:ext uri="{FF2B5EF4-FFF2-40B4-BE49-F238E27FC236}">
                  <a16:creationId xmlns:a16="http://schemas.microsoft.com/office/drawing/2014/main" id="{EC6BCF78-3660-A176-4AD5-74AF1CAC2AE2}"/>
                </a:ext>
              </a:extLst>
            </p:cNvPr>
            <p:cNvSpPr/>
            <p:nvPr>
              <p:custDataLst>
                <p:tags r:id="rId112"/>
              </p:custDataLst>
            </p:nvPr>
          </p:nvSpPr>
          <p:spPr>
            <a:xfrm>
              <a:off x="5626995" y="3502261"/>
              <a:ext cx="124784" cy="151314"/>
            </a:xfrm>
            <a:custGeom>
              <a:avLst/>
              <a:gdLst>
                <a:gd name="connsiteX0" fmla="*/ 46593 w 124784"/>
                <a:gd name="connsiteY0" fmla="*/ 21053 h 151314"/>
                <a:gd name="connsiteX1" fmla="*/ 50046 w 124784"/>
                <a:gd name="connsiteY1" fmla="*/ 6336 h 151314"/>
                <a:gd name="connsiteX2" fmla="*/ 43369 w 124784"/>
                <a:gd name="connsiteY2" fmla="*/ 127 h 151314"/>
                <a:gd name="connsiteX3" fmla="*/ 34160 w 124784"/>
                <a:gd name="connsiteY3" fmla="*/ 8405 h 151314"/>
                <a:gd name="connsiteX4" fmla="*/ 1007 w 124784"/>
                <a:gd name="connsiteY4" fmla="*/ 141553 h 151314"/>
                <a:gd name="connsiteX5" fmla="*/ 317 w 124784"/>
                <a:gd name="connsiteY5" fmla="*/ 145232 h 151314"/>
                <a:gd name="connsiteX6" fmla="*/ 6763 w 124784"/>
                <a:gd name="connsiteY6" fmla="*/ 151441 h 151314"/>
                <a:gd name="connsiteX7" fmla="*/ 14821 w 124784"/>
                <a:gd name="connsiteY7" fmla="*/ 146612 h 151314"/>
                <a:gd name="connsiteX8" fmla="*/ 27484 w 124784"/>
                <a:gd name="connsiteY8" fmla="*/ 97170 h 151314"/>
                <a:gd name="connsiteX9" fmla="*/ 49816 w 124784"/>
                <a:gd name="connsiteY9" fmla="*/ 104299 h 151314"/>
                <a:gd name="connsiteX10" fmla="*/ 80436 w 124784"/>
                <a:gd name="connsiteY10" fmla="*/ 87512 h 151314"/>
                <a:gd name="connsiteX11" fmla="*/ 101157 w 124784"/>
                <a:gd name="connsiteY11" fmla="*/ 104299 h 151314"/>
                <a:gd name="connsiteX12" fmla="*/ 118194 w 124784"/>
                <a:gd name="connsiteY12" fmla="*/ 91651 h 151314"/>
                <a:gd name="connsiteX13" fmla="*/ 125101 w 124784"/>
                <a:gd name="connsiteY13" fmla="*/ 68885 h 151314"/>
                <a:gd name="connsiteX14" fmla="*/ 122338 w 124784"/>
                <a:gd name="connsiteY14" fmla="*/ 66585 h 151314"/>
                <a:gd name="connsiteX15" fmla="*/ 119115 w 124784"/>
                <a:gd name="connsiteY15" fmla="*/ 70725 h 151314"/>
                <a:gd name="connsiteX16" fmla="*/ 101617 w 124784"/>
                <a:gd name="connsiteY16" fmla="*/ 99240 h 151314"/>
                <a:gd name="connsiteX17" fmla="*/ 94710 w 124784"/>
                <a:gd name="connsiteY17" fmla="*/ 88662 h 151314"/>
                <a:gd name="connsiteX18" fmla="*/ 99315 w 124784"/>
                <a:gd name="connsiteY18" fmla="*/ 64746 h 151314"/>
                <a:gd name="connsiteX19" fmla="*/ 105761 w 124784"/>
                <a:gd name="connsiteY19" fmla="*/ 39910 h 151314"/>
                <a:gd name="connsiteX20" fmla="*/ 109675 w 124784"/>
                <a:gd name="connsiteY20" fmla="*/ 24273 h 151314"/>
                <a:gd name="connsiteX21" fmla="*/ 113129 w 124784"/>
                <a:gd name="connsiteY21" fmla="*/ 8865 h 151314"/>
                <a:gd name="connsiteX22" fmla="*/ 106452 w 124784"/>
                <a:gd name="connsiteY22" fmla="*/ 2656 h 151314"/>
                <a:gd name="connsiteX23" fmla="*/ 97473 w 124784"/>
                <a:gd name="connsiteY23" fmla="*/ 10705 h 151314"/>
                <a:gd name="connsiteX24" fmla="*/ 86652 w 124784"/>
                <a:gd name="connsiteY24" fmla="*/ 53708 h 151314"/>
                <a:gd name="connsiteX25" fmla="*/ 80666 w 124784"/>
                <a:gd name="connsiteY25" fmla="*/ 77164 h 151314"/>
                <a:gd name="connsiteX26" fmla="*/ 50737 w 124784"/>
                <a:gd name="connsiteY26" fmla="*/ 99240 h 151314"/>
                <a:gd name="connsiteX27" fmla="*/ 33700 w 124784"/>
                <a:gd name="connsiteY27" fmla="*/ 79233 h 151314"/>
                <a:gd name="connsiteX28" fmla="*/ 36923 w 124784"/>
                <a:gd name="connsiteY28" fmla="*/ 59687 h 151314"/>
                <a:gd name="connsiteX29" fmla="*/ 46593 w 124784"/>
                <a:gd name="connsiteY29" fmla="*/ 21053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593" y="21053"/>
                  </a:moveTo>
                  <a:cubicBezTo>
                    <a:pt x="47744" y="16224"/>
                    <a:pt x="50046" y="7485"/>
                    <a:pt x="50046" y="6336"/>
                  </a:cubicBezTo>
                  <a:cubicBezTo>
                    <a:pt x="50046" y="2426"/>
                    <a:pt x="47283" y="127"/>
                    <a:pt x="43369" y="127"/>
                  </a:cubicBezTo>
                  <a:cubicBezTo>
                    <a:pt x="42679" y="127"/>
                    <a:pt x="36232" y="357"/>
                    <a:pt x="34160" y="8405"/>
                  </a:cubicBezTo>
                  <a:lnTo>
                    <a:pt x="1007" y="141553"/>
                  </a:lnTo>
                  <a:cubicBezTo>
                    <a:pt x="317" y="144312"/>
                    <a:pt x="317" y="144772"/>
                    <a:pt x="317" y="145232"/>
                  </a:cubicBezTo>
                  <a:cubicBezTo>
                    <a:pt x="317" y="148682"/>
                    <a:pt x="2849" y="151441"/>
                    <a:pt x="6763" y="151441"/>
                  </a:cubicBezTo>
                  <a:cubicBezTo>
                    <a:pt x="11598" y="151441"/>
                    <a:pt x="14361" y="147302"/>
                    <a:pt x="14821" y="146612"/>
                  </a:cubicBezTo>
                  <a:cubicBezTo>
                    <a:pt x="15742" y="144542"/>
                    <a:pt x="18735" y="132584"/>
                    <a:pt x="27484" y="97170"/>
                  </a:cubicBezTo>
                  <a:cubicBezTo>
                    <a:pt x="34851" y="103379"/>
                    <a:pt x="45211" y="104299"/>
                    <a:pt x="49816" y="104299"/>
                  </a:cubicBezTo>
                  <a:cubicBezTo>
                    <a:pt x="65932" y="104299"/>
                    <a:pt x="74911" y="93951"/>
                    <a:pt x="80436" y="87512"/>
                  </a:cubicBezTo>
                  <a:cubicBezTo>
                    <a:pt x="82508" y="97860"/>
                    <a:pt x="91027" y="104299"/>
                    <a:pt x="101157" y="104299"/>
                  </a:cubicBezTo>
                  <a:cubicBezTo>
                    <a:pt x="109215" y="104299"/>
                    <a:pt x="114510" y="99010"/>
                    <a:pt x="118194" y="91651"/>
                  </a:cubicBezTo>
                  <a:cubicBezTo>
                    <a:pt x="122108" y="83373"/>
                    <a:pt x="125101" y="69345"/>
                    <a:pt x="125101" y="68885"/>
                  </a:cubicBezTo>
                  <a:cubicBezTo>
                    <a:pt x="125101" y="66585"/>
                    <a:pt x="123029" y="66585"/>
                    <a:pt x="122338" y="66585"/>
                  </a:cubicBezTo>
                  <a:cubicBezTo>
                    <a:pt x="120036" y="66585"/>
                    <a:pt x="119805" y="67505"/>
                    <a:pt x="119115" y="70725"/>
                  </a:cubicBezTo>
                  <a:cubicBezTo>
                    <a:pt x="115201" y="85672"/>
                    <a:pt x="111057" y="99240"/>
                    <a:pt x="101617" y="99240"/>
                  </a:cubicBezTo>
                  <a:cubicBezTo>
                    <a:pt x="95401" y="99240"/>
                    <a:pt x="94710" y="93261"/>
                    <a:pt x="94710" y="88662"/>
                  </a:cubicBezTo>
                  <a:cubicBezTo>
                    <a:pt x="94710" y="83603"/>
                    <a:pt x="97473" y="72794"/>
                    <a:pt x="99315" y="64746"/>
                  </a:cubicBezTo>
                  <a:lnTo>
                    <a:pt x="105761" y="39910"/>
                  </a:lnTo>
                  <a:cubicBezTo>
                    <a:pt x="106452" y="36461"/>
                    <a:pt x="108754" y="27722"/>
                    <a:pt x="109675" y="24273"/>
                  </a:cubicBezTo>
                  <a:cubicBezTo>
                    <a:pt x="110826" y="18983"/>
                    <a:pt x="113129" y="10245"/>
                    <a:pt x="113129" y="8865"/>
                  </a:cubicBezTo>
                  <a:cubicBezTo>
                    <a:pt x="113129" y="4726"/>
                    <a:pt x="109906" y="2656"/>
                    <a:pt x="106452" y="2656"/>
                  </a:cubicBezTo>
                  <a:cubicBezTo>
                    <a:pt x="105301" y="2656"/>
                    <a:pt x="99315" y="2886"/>
                    <a:pt x="97473" y="10705"/>
                  </a:cubicBezTo>
                  <a:lnTo>
                    <a:pt x="86652" y="53708"/>
                  </a:lnTo>
                  <a:cubicBezTo>
                    <a:pt x="83890" y="65206"/>
                    <a:pt x="81357" y="74864"/>
                    <a:pt x="80666" y="77164"/>
                  </a:cubicBezTo>
                  <a:cubicBezTo>
                    <a:pt x="80436" y="78313"/>
                    <a:pt x="69385" y="99240"/>
                    <a:pt x="50737" y="99240"/>
                  </a:cubicBezTo>
                  <a:cubicBezTo>
                    <a:pt x="39225" y="99240"/>
                    <a:pt x="33700" y="91651"/>
                    <a:pt x="33700" y="79233"/>
                  </a:cubicBezTo>
                  <a:cubicBezTo>
                    <a:pt x="33700" y="72564"/>
                    <a:pt x="35311" y="66126"/>
                    <a:pt x="36923" y="59687"/>
                  </a:cubicBezTo>
                  <a:lnTo>
                    <a:pt x="46593" y="21053"/>
                  </a:lnTo>
                  <a:close/>
                </a:path>
              </a:pathLst>
            </a:custGeom>
            <a:solidFill>
              <a:srgbClr val="FF0000"/>
            </a:solidFill>
            <a:ln w="23082" cap="flat">
              <a:noFill/>
              <a:prstDash val="solid"/>
              <a:miter/>
            </a:ln>
          </p:spPr>
          <p:txBody>
            <a:bodyPr rtlCol="0" anchor="ctr"/>
            <a:lstStyle/>
            <a:p>
              <a:endParaRPr lang="en-GB" noProof="0"/>
            </a:p>
          </p:txBody>
        </p:sp>
        <p:sp>
          <p:nvSpPr>
            <p:cNvPr id="131" name="Freeform: Shape 130">
              <a:extLst>
                <a:ext uri="{FF2B5EF4-FFF2-40B4-BE49-F238E27FC236}">
                  <a16:creationId xmlns:a16="http://schemas.microsoft.com/office/drawing/2014/main" id="{12E48DC0-CDC0-DFD4-AE6E-B37AF07C7438}"/>
                </a:ext>
              </a:extLst>
            </p:cNvPr>
            <p:cNvSpPr/>
            <p:nvPr>
              <p:custDataLst>
                <p:tags r:id="rId113"/>
              </p:custDataLst>
            </p:nvPr>
          </p:nvSpPr>
          <p:spPr>
            <a:xfrm>
              <a:off x="5775251" y="3528454"/>
              <a:ext cx="94601" cy="113163"/>
            </a:xfrm>
            <a:custGeom>
              <a:avLst/>
              <a:gdLst>
                <a:gd name="connsiteX0" fmla="*/ 80097 w 94601"/>
                <a:gd name="connsiteY0" fmla="*/ 12523 h 113163"/>
                <a:gd name="connsiteX1" fmla="*/ 90733 w 94601"/>
                <a:gd name="connsiteY1" fmla="*/ 5923 h 113163"/>
                <a:gd name="connsiteX2" fmla="*/ 94924 w 94601"/>
                <a:gd name="connsiteY2" fmla="*/ 2543 h 113163"/>
                <a:gd name="connsiteX3" fmla="*/ 92506 w 94601"/>
                <a:gd name="connsiteY3" fmla="*/ 128 h 113163"/>
                <a:gd name="connsiteX4" fmla="*/ 75101 w 94601"/>
                <a:gd name="connsiteY4" fmla="*/ 772 h 113163"/>
                <a:gd name="connsiteX5" fmla="*/ 62692 w 94601"/>
                <a:gd name="connsiteY5" fmla="*/ 611 h 113163"/>
                <a:gd name="connsiteX6" fmla="*/ 49960 w 94601"/>
                <a:gd name="connsiteY6" fmla="*/ 128 h 113163"/>
                <a:gd name="connsiteX7" fmla="*/ 46414 w 94601"/>
                <a:gd name="connsiteY7" fmla="*/ 3509 h 113163"/>
                <a:gd name="connsiteX8" fmla="*/ 52700 w 94601"/>
                <a:gd name="connsiteY8" fmla="*/ 5923 h 113163"/>
                <a:gd name="connsiteX9" fmla="*/ 61080 w 94601"/>
                <a:gd name="connsiteY9" fmla="*/ 6245 h 113163"/>
                <a:gd name="connsiteX10" fmla="*/ 66237 w 94601"/>
                <a:gd name="connsiteY10" fmla="*/ 9143 h 113163"/>
                <a:gd name="connsiteX11" fmla="*/ 65592 w 94601"/>
                <a:gd name="connsiteY11" fmla="*/ 12845 h 113163"/>
                <a:gd name="connsiteX12" fmla="*/ 47059 w 94601"/>
                <a:gd name="connsiteY12" fmla="*/ 86571 h 113163"/>
                <a:gd name="connsiteX13" fmla="*/ 23207 w 94601"/>
                <a:gd name="connsiteY13" fmla="*/ 108785 h 113163"/>
                <a:gd name="connsiteX14" fmla="*/ 7091 w 94601"/>
                <a:gd name="connsiteY14" fmla="*/ 100414 h 113163"/>
                <a:gd name="connsiteX15" fmla="*/ 18534 w 94601"/>
                <a:gd name="connsiteY15" fmla="*/ 89951 h 113163"/>
                <a:gd name="connsiteX16" fmla="*/ 11120 w 94601"/>
                <a:gd name="connsiteY16" fmla="*/ 83029 h 113163"/>
                <a:gd name="connsiteX17" fmla="*/ 323 w 94601"/>
                <a:gd name="connsiteY17" fmla="*/ 95585 h 113163"/>
                <a:gd name="connsiteX18" fmla="*/ 23691 w 94601"/>
                <a:gd name="connsiteY18" fmla="*/ 113292 h 113163"/>
                <a:gd name="connsiteX19" fmla="*/ 61402 w 94601"/>
                <a:gd name="connsiteY19" fmla="*/ 87053 h 113163"/>
                <a:gd name="connsiteX20" fmla="*/ 80097 w 94601"/>
                <a:gd name="connsiteY20" fmla="*/ 12523 h 11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601" h="113163">
                  <a:moveTo>
                    <a:pt x="80097" y="12523"/>
                  </a:moveTo>
                  <a:cubicBezTo>
                    <a:pt x="81547" y="6889"/>
                    <a:pt x="81708" y="5923"/>
                    <a:pt x="90733" y="5923"/>
                  </a:cubicBezTo>
                  <a:cubicBezTo>
                    <a:pt x="92667" y="5923"/>
                    <a:pt x="94924" y="5923"/>
                    <a:pt x="94924" y="2543"/>
                  </a:cubicBezTo>
                  <a:cubicBezTo>
                    <a:pt x="94924" y="772"/>
                    <a:pt x="93634" y="128"/>
                    <a:pt x="92506" y="128"/>
                  </a:cubicBezTo>
                  <a:cubicBezTo>
                    <a:pt x="88638" y="128"/>
                    <a:pt x="78969" y="772"/>
                    <a:pt x="75101" y="772"/>
                  </a:cubicBezTo>
                  <a:cubicBezTo>
                    <a:pt x="71717" y="772"/>
                    <a:pt x="66237" y="611"/>
                    <a:pt x="62692" y="611"/>
                  </a:cubicBezTo>
                  <a:cubicBezTo>
                    <a:pt x="58663" y="450"/>
                    <a:pt x="53989" y="128"/>
                    <a:pt x="49960" y="128"/>
                  </a:cubicBezTo>
                  <a:cubicBezTo>
                    <a:pt x="48832" y="128"/>
                    <a:pt x="46414" y="128"/>
                    <a:pt x="46414" y="3509"/>
                  </a:cubicBezTo>
                  <a:cubicBezTo>
                    <a:pt x="46414" y="5923"/>
                    <a:pt x="47865" y="5923"/>
                    <a:pt x="52700" y="5923"/>
                  </a:cubicBezTo>
                  <a:cubicBezTo>
                    <a:pt x="56406" y="5923"/>
                    <a:pt x="57051" y="5923"/>
                    <a:pt x="61080" y="6245"/>
                  </a:cubicBezTo>
                  <a:cubicBezTo>
                    <a:pt x="65754" y="6728"/>
                    <a:pt x="66237" y="7211"/>
                    <a:pt x="66237" y="9143"/>
                  </a:cubicBezTo>
                  <a:cubicBezTo>
                    <a:pt x="66237" y="10269"/>
                    <a:pt x="66237" y="10591"/>
                    <a:pt x="65592" y="12845"/>
                  </a:cubicBezTo>
                  <a:lnTo>
                    <a:pt x="47059" y="86571"/>
                  </a:lnTo>
                  <a:cubicBezTo>
                    <a:pt x="43997" y="98644"/>
                    <a:pt x="33683" y="108785"/>
                    <a:pt x="23207" y="108785"/>
                  </a:cubicBezTo>
                  <a:cubicBezTo>
                    <a:pt x="20951" y="108785"/>
                    <a:pt x="10798" y="108302"/>
                    <a:pt x="7091" y="100414"/>
                  </a:cubicBezTo>
                  <a:cubicBezTo>
                    <a:pt x="16439" y="100414"/>
                    <a:pt x="18534" y="92849"/>
                    <a:pt x="18534" y="89951"/>
                  </a:cubicBezTo>
                  <a:cubicBezTo>
                    <a:pt x="18534" y="85444"/>
                    <a:pt x="14666" y="83029"/>
                    <a:pt x="11120" y="83029"/>
                  </a:cubicBezTo>
                  <a:cubicBezTo>
                    <a:pt x="6769" y="83029"/>
                    <a:pt x="323" y="86571"/>
                    <a:pt x="323" y="95585"/>
                  </a:cubicBezTo>
                  <a:cubicBezTo>
                    <a:pt x="323" y="106048"/>
                    <a:pt x="10153" y="113292"/>
                    <a:pt x="23691" y="113292"/>
                  </a:cubicBezTo>
                  <a:cubicBezTo>
                    <a:pt x="39484" y="113292"/>
                    <a:pt x="57373" y="103151"/>
                    <a:pt x="61402" y="87053"/>
                  </a:cubicBezTo>
                  <a:lnTo>
                    <a:pt x="80097" y="12523"/>
                  </a:lnTo>
                  <a:close/>
                </a:path>
              </a:pathLst>
            </a:custGeom>
            <a:solidFill>
              <a:srgbClr val="FF0000"/>
            </a:solidFill>
            <a:ln w="23082" cap="flat">
              <a:noFill/>
              <a:prstDash val="solid"/>
              <a:miter/>
            </a:ln>
          </p:spPr>
          <p:txBody>
            <a:bodyPr rtlCol="0" anchor="ctr"/>
            <a:lstStyle/>
            <a:p>
              <a:endParaRPr lang="en-GB" noProof="0"/>
            </a:p>
          </p:txBody>
        </p:sp>
      </p:grpSp>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9B849EB3-BDBE-EE4A-AA9A-119D2A86A81C}"/>
                  </a:ext>
                </a:extLst>
              </p:cNvPr>
              <p:cNvSpPr txBox="1"/>
              <p:nvPr/>
            </p:nvSpPr>
            <p:spPr>
              <a:xfrm>
                <a:off x="935211" y="1087149"/>
                <a:ext cx="5160789" cy="788677"/>
              </a:xfrm>
              <a:prstGeom prst="rect">
                <a:avLst/>
              </a:prstGeom>
              <a:noFill/>
            </p:spPr>
            <p:txBody>
              <a:bodyPr wrap="square">
                <a:spAutoFit/>
              </a:bodyPr>
              <a:lstStyle/>
              <a:p>
                <a:pPr lvl="0">
                  <a:defRPr/>
                </a:pPr>
                <a:r>
                  <a:rPr lang="en-GB" sz="1400">
                    <a:solidFill>
                      <a:prstClr val="black"/>
                    </a:solidFill>
                  </a:rPr>
                  <a:t>By denoting </a:t>
                </a:r>
                <a14:m>
                  <m:oMath xmlns:m="http://schemas.openxmlformats.org/officeDocument/2006/math">
                    <m:r>
                      <a:rPr lang="en-GB" sz="1400" i="1" noProof="0" smtClean="0">
                        <a:solidFill>
                          <a:prstClr val="black"/>
                        </a:solidFill>
                        <a:latin typeface="Cambria Math" panose="02040503050406030204" pitchFamily="18" charset="0"/>
                      </a:rPr>
                      <m:t>𝜇</m:t>
                    </m:r>
                    <m:r>
                      <a:rPr lang="en-GB" sz="1400" i="1" noProof="0" smtClean="0">
                        <a:solidFill>
                          <a:prstClr val="black"/>
                        </a:solidFill>
                        <a:latin typeface="Cambria Math" panose="02040503050406030204" pitchFamily="18" charset="0"/>
                      </a:rPr>
                      <m:t>= </m:t>
                    </m:r>
                    <m:d>
                      <m:dPr>
                        <m:ctrlPr>
                          <a:rPr lang="en-GB" sz="1400" i="1" noProof="0" smtClean="0">
                            <a:solidFill>
                              <a:prstClr val="black"/>
                            </a:solidFill>
                            <a:latin typeface="Cambria Math" panose="02040503050406030204" pitchFamily="18" charset="0"/>
                          </a:rPr>
                        </m:ctrlPr>
                      </m:dPr>
                      <m:e>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0</m:t>
                            </m:r>
                          </m:sub>
                        </m:sSub>
                        <m:r>
                          <a:rPr lang="en-GB" sz="1400" i="1" noProof="0" smtClean="0">
                            <a:solidFill>
                              <a:prstClr val="black"/>
                            </a:solidFill>
                            <a:latin typeface="Cambria Math" panose="02040503050406030204" pitchFamily="18" charset="0"/>
                          </a:rPr>
                          <m:t>, </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1</m:t>
                            </m:r>
                          </m:sub>
                        </m:sSub>
                        <m:r>
                          <a:rPr lang="en-GB" sz="1400" i="1" noProof="0" smtClean="0">
                            <a:solidFill>
                              <a:prstClr val="black"/>
                            </a:solidFill>
                            <a:latin typeface="Cambria Math" panose="02040503050406030204" pitchFamily="18" charset="0"/>
                          </a:rPr>
                          <m:t>, </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2</m:t>
                            </m:r>
                          </m:sub>
                        </m:sSub>
                        <m:r>
                          <a:rPr lang="en-GB" sz="1400" i="1" noProof="0" smtClean="0">
                            <a:solidFill>
                              <a:prstClr val="black"/>
                            </a:solidFill>
                            <a:latin typeface="Cambria Math" panose="02040503050406030204" pitchFamily="18" charset="0"/>
                          </a:rPr>
                          <m:t>, </m:t>
                        </m:r>
                        <m:r>
                          <a:rPr lang="en-GB" sz="1400" b="0" i="1" noProof="0" smtClean="0">
                            <a:solidFill>
                              <a:prstClr val="black"/>
                            </a:solidFill>
                            <a:latin typeface="Cambria Math" panose="02040503050406030204" pitchFamily="18" charset="0"/>
                          </a:rPr>
                          <m:t>….</m:t>
                        </m:r>
                        <m:r>
                          <a:rPr lang="en-GB" sz="1400" i="1" noProof="0" smtClean="0">
                            <a:solidFill>
                              <a:prstClr val="black"/>
                            </a:solidFill>
                            <a:latin typeface="Cambria Math" panose="02040503050406030204" pitchFamily="18" charset="0"/>
                          </a:rPr>
                          <m:t>, </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𝑗</m:t>
                            </m:r>
                          </m:sub>
                        </m:sSub>
                      </m:e>
                    </m:d>
                  </m:oMath>
                </a14:m>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  as a parameter vector with:</a:t>
                </a:r>
                <a:r>
                  <a:rPr kumimoji="0" lang="en-GB" sz="1400" b="1" i="0" u="none" strike="noStrike" kern="1200" cap="none" spc="0" normalizeH="0" noProof="0">
                    <a:ln>
                      <a:noFill/>
                    </a:ln>
                    <a:solidFill>
                      <a:prstClr val="black"/>
                    </a:solidFill>
                    <a:effectLst/>
                    <a:uLnTx/>
                    <a:uFillTx/>
                    <a:latin typeface="Aptos" panose="020B0004020202020204"/>
                    <a:ea typeface="+mn-ea"/>
                    <a:cs typeface="+mn-cs"/>
                  </a:rPr>
                  <a:t> </a:t>
                </a:r>
                <a:r>
                  <a:rPr kumimoji="0" lang="en-GB" sz="1400" i="0" u="none" strike="noStrike" kern="1200" cap="none" spc="0" normalizeH="0" noProof="0">
                    <a:ln>
                      <a:noFill/>
                    </a:ln>
                    <a:solidFill>
                      <a:prstClr val="black"/>
                    </a:solidFill>
                    <a:effectLst/>
                    <a:uLnTx/>
                    <a:uFillTx/>
                    <a:latin typeface="Aptos" panose="020B0004020202020204"/>
                    <a:ea typeface="+mn-ea"/>
                    <a:cs typeface="+mn-cs"/>
                  </a:rPr>
                  <a:t> </a:t>
                </a:r>
                <a14:m>
                  <m:oMath xmlns:m="http://schemas.openxmlformats.org/officeDocument/2006/math">
                    <m:sSub>
                      <m:sSubPr>
                        <m:ctrlPr>
                          <a:rPr kumimoji="0" lang="en-GB" sz="140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ctrlPr>
                      </m:sSubPr>
                      <m:e>
                        <m:r>
                          <a:rPr kumimoji="0" lang="en-GB" sz="140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𝜇</m:t>
                        </m:r>
                      </m:e>
                      <m:sub>
                        <m:r>
                          <a:rPr kumimoji="0" lang="en-GB" sz="140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0</m:t>
                        </m:r>
                      </m:sub>
                    </m:sSub>
                    <m:r>
                      <a:rPr kumimoji="0" lang="en-GB" sz="140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 −</m:t>
                    </m:r>
                    <m:r>
                      <a:rPr kumimoji="0" lang="en-GB" sz="1400" i="1" u="none" strike="noStrike" kern="1200" cap="none" spc="0" normalizeH="0" noProof="0" smtClean="0">
                        <a:ln>
                          <a:noFill/>
                        </a:ln>
                        <a:solidFill>
                          <a:prstClr val="black"/>
                        </a:solidFill>
                        <a:effectLst/>
                        <a:uLnTx/>
                        <a:uFillTx/>
                        <a:latin typeface="Cambria Math" panose="02040503050406030204" pitchFamily="18" charset="0"/>
                        <a:ea typeface="Cambria Math" panose="02040503050406030204" pitchFamily="18" charset="0"/>
                      </a:rPr>
                      <m:t>∞</m:t>
                    </m:r>
                  </m:oMath>
                </a14:m>
                <a:r>
                  <a:rPr kumimoji="0" lang="en-GB" sz="1400" i="0" u="none" strike="noStrike" kern="1200" cap="none" spc="0" normalizeH="0" noProof="0">
                    <a:ln>
                      <a:noFill/>
                    </a:ln>
                    <a:solidFill>
                      <a:prstClr val="black"/>
                    </a:solidFill>
                    <a:effectLst/>
                    <a:uLnTx/>
                    <a:uFillTx/>
                    <a:latin typeface="Aptos" panose="020B0004020202020204"/>
                    <a:ea typeface="+mn-ea"/>
                    <a:cs typeface="+mn-cs"/>
                  </a:rPr>
                  <a:t> y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b="0" i="1" noProof="0" smtClean="0">
                            <a:solidFill>
                              <a:prstClr val="black"/>
                            </a:solidFill>
                            <a:latin typeface="Cambria Math" panose="02040503050406030204" pitchFamily="18" charset="0"/>
                          </a:rPr>
                          <m:t>𝑗</m:t>
                        </m:r>
                      </m:sub>
                    </m:sSub>
                    <m:r>
                      <a:rPr lang="en-GB" sz="1400" i="1" noProof="0" smtClean="0">
                        <a:solidFill>
                          <a:prstClr val="black"/>
                        </a:solidFill>
                        <a:latin typeface="Cambria Math" panose="02040503050406030204" pitchFamily="18" charset="0"/>
                      </a:rPr>
                      <m:t>= </m:t>
                    </m:r>
                    <m:r>
                      <a:rPr lang="en-GB" sz="1400" b="0" i="1" noProof="0" smtClean="0">
                        <a:solidFill>
                          <a:prstClr val="black"/>
                        </a:solidFill>
                        <a:latin typeface="Cambria Math" panose="02040503050406030204" pitchFamily="18" charset="0"/>
                      </a:rPr>
                      <m:t>+</m:t>
                    </m:r>
                    <m:r>
                      <a:rPr lang="en-GB" sz="1400" i="1" noProof="0" smtClean="0">
                        <a:solidFill>
                          <a:prstClr val="black"/>
                        </a:solidFill>
                        <a:latin typeface="Cambria Math" panose="02040503050406030204" pitchFamily="18" charset="0"/>
                        <a:ea typeface="Cambria Math" panose="02040503050406030204" pitchFamily="18" charset="0"/>
                      </a:rPr>
                      <m:t>∞</m:t>
                    </m:r>
                  </m:oMath>
                </a14:m>
                <a:r>
                  <a:rPr kumimoji="0" lang="en-GB" sz="1400" i="0" u="none" strike="noStrike" kern="1200" cap="none" spc="0" normalizeH="0" noProof="0">
                    <a:ln>
                      <a:noFill/>
                    </a:ln>
                    <a:solidFill>
                      <a:prstClr val="black"/>
                    </a:solidFill>
                    <a:effectLst/>
                    <a:uLnTx/>
                    <a:uFillTx/>
                    <a:latin typeface="Aptos" panose="020B0004020202020204"/>
                    <a:ea typeface="+mn-ea"/>
                    <a:cs typeface="+mn-cs"/>
                  </a:rPr>
                  <a:t>, the </a:t>
                </a:r>
                <a:r>
                  <a:rPr kumimoji="0" lang="en-GB" sz="1400" b="1" i="0" u="none" strike="noStrike" kern="1200" cap="none" spc="0" normalizeH="0" noProof="0">
                    <a:ln>
                      <a:noFill/>
                    </a:ln>
                    <a:solidFill>
                      <a:prstClr val="black"/>
                    </a:solidFill>
                    <a:effectLst/>
                    <a:highlight>
                      <a:srgbClr val="FFC000"/>
                    </a:highlight>
                    <a:uLnTx/>
                    <a:uFillTx/>
                    <a:latin typeface="Aptos" panose="020B0004020202020204"/>
                    <a:ea typeface="+mn-ea"/>
                    <a:cs typeface="+mn-cs"/>
                  </a:rPr>
                  <a:t>observation rule for the latent variable is given by</a:t>
                </a:r>
                <a:r>
                  <a:rPr kumimoji="0" lang="en-GB" sz="1400" i="0" u="none" strike="noStrike" kern="1200" cap="none" spc="0" normalizeH="0" noProof="0">
                    <a:ln>
                      <a:noFill/>
                    </a:ln>
                    <a:solidFill>
                      <a:prstClr val="black"/>
                    </a:solidFill>
                    <a:effectLst/>
                    <a:uLnTx/>
                    <a:uFillTx/>
                    <a:latin typeface="Aptos" panose="020B0004020202020204"/>
                    <a:ea typeface="+mn-ea"/>
                    <a:cs typeface="+mn-cs"/>
                  </a:rPr>
                  <a:t>:</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22" name="TextBox 21">
                <a:extLst>
                  <a:ext uri="{FF2B5EF4-FFF2-40B4-BE49-F238E27FC236}">
                    <a16:creationId xmlns:a16="http://schemas.microsoft.com/office/drawing/2014/main" id="{9B849EB3-BDBE-EE4A-AA9A-119D2A86A81C}"/>
                  </a:ext>
                </a:extLst>
              </p:cNvPr>
              <p:cNvSpPr txBox="1">
                <a:spLocks noRot="1" noChangeAspect="1" noMove="1" noResize="1" noEditPoints="1" noAdjustHandles="1" noChangeArrowheads="1" noChangeShapeType="1" noTextEdit="1"/>
              </p:cNvSpPr>
              <p:nvPr/>
            </p:nvSpPr>
            <p:spPr>
              <a:xfrm>
                <a:off x="935211" y="1087149"/>
                <a:ext cx="5160789" cy="788677"/>
              </a:xfrm>
              <a:prstGeom prst="rect">
                <a:avLst/>
              </a:prstGeom>
              <a:blipFill>
                <a:blip r:embed="rId177"/>
                <a:stretch>
                  <a:fillRect l="-354" b="-6923"/>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33" name="TextBox 132">
                <a:extLst>
                  <a:ext uri="{FF2B5EF4-FFF2-40B4-BE49-F238E27FC236}">
                    <a16:creationId xmlns:a16="http://schemas.microsoft.com/office/drawing/2014/main" id="{26B7908F-6869-623F-D31B-1DB695BA3C85}"/>
                  </a:ext>
                </a:extLst>
              </p:cNvPr>
              <p:cNvSpPr txBox="1"/>
              <p:nvPr/>
            </p:nvSpPr>
            <p:spPr>
              <a:xfrm>
                <a:off x="935211" y="3919925"/>
                <a:ext cx="5160789" cy="523220"/>
              </a:xfrm>
              <a:prstGeom prst="rect">
                <a:avLst/>
              </a:prstGeom>
              <a:noFill/>
            </p:spPr>
            <p:txBody>
              <a:bodyPr wrap="square">
                <a:spAutoFit/>
              </a:bodyPr>
              <a:lstStyle/>
              <a:p>
                <a:pPr lvl="0">
                  <a:defRPr/>
                </a:pPr>
                <a:r>
                  <a:rPr kumimoji="0" lang="en-GB" sz="1400" b="0" i="0" u="none" strike="noStrike" kern="1200" cap="none" spc="0" normalizeH="0" baseline="0" noProof="0">
                    <a:ln>
                      <a:noFill/>
                    </a:ln>
                    <a:solidFill>
                      <a:prstClr val="black"/>
                    </a:solidFill>
                    <a:effectLst/>
                    <a:uLnTx/>
                    <a:uFillTx/>
                    <a:latin typeface="Aptos" panose="020B0004020202020204"/>
                    <a:ea typeface="+mn-ea"/>
                    <a:cs typeface="+mn-cs"/>
                  </a:rPr>
                  <a:t>Taking </a:t>
                </a:r>
                <a:r>
                  <a:rPr kumimoji="0" lang="en-GB" sz="1400" b="0" i="0" u="none" strike="noStrike" kern="1200" cap="none" spc="0" normalizeH="0" noProof="0">
                    <a:ln>
                      <a:noFill/>
                    </a:ln>
                    <a:solidFill>
                      <a:prstClr val="black"/>
                    </a:solidFill>
                    <a:effectLst/>
                    <a:uLnTx/>
                    <a:uFillTx/>
                    <a:latin typeface="Aptos" panose="020B0004020202020204"/>
                    <a:ea typeface="+mn-ea"/>
                    <a:cs typeface="+mn-cs"/>
                  </a:rPr>
                  <a:t> </a:t>
                </a:r>
                <a14:m>
                  <m:oMath xmlns:m="http://schemas.openxmlformats.org/officeDocument/2006/math">
                    <m:r>
                      <a:rPr kumimoji="0" lang="en-GB" sz="1400" b="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𝑦</m:t>
                    </m:r>
                    <m:r>
                      <a:rPr kumimoji="0" lang="en-GB" sz="1400" b="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=1</m:t>
                    </m:r>
                  </m:oMath>
                </a14:m>
                <a:r>
                  <a:rPr kumimoji="0" lang="en-GB" sz="1400" b="0" i="0" u="none" strike="noStrike" kern="1200" cap="none" spc="0" normalizeH="0" noProof="0">
                    <a:ln>
                      <a:noFill/>
                    </a:ln>
                    <a:solidFill>
                      <a:prstClr val="black"/>
                    </a:solidFill>
                    <a:effectLst/>
                    <a:uLnTx/>
                    <a:uFillTx/>
                    <a:latin typeface="Aptos" panose="020B0004020202020204"/>
                    <a:ea typeface="+mn-ea"/>
                    <a:cs typeface="+mn-cs"/>
                  </a:rPr>
                  <a:t>, and subtracting </a:t>
                </a:r>
                <a14:m>
                  <m:oMath xmlns:m="http://schemas.openxmlformats.org/officeDocument/2006/math">
                    <m:r>
                      <a:rPr kumimoji="0" lang="en-GB" sz="1400" b="0" i="1" u="none" strike="noStrike" kern="1200" cap="none" spc="0" normalizeH="0" noProof="0" smtClean="0">
                        <a:ln>
                          <a:noFill/>
                        </a:ln>
                        <a:solidFill>
                          <a:prstClr val="black"/>
                        </a:solidFill>
                        <a:effectLst/>
                        <a:uLnTx/>
                        <a:uFillTx/>
                        <a:latin typeface="Cambria Math" panose="02040503050406030204" pitchFamily="18" charset="0"/>
                        <a:ea typeface="+mn-ea"/>
                        <a:cs typeface="+mn-cs"/>
                      </a:rPr>
                      <m:t>𝛼</m:t>
                    </m:r>
                  </m:oMath>
                </a14:m>
                <a:r>
                  <a:rPr kumimoji="0" lang="en-GB" sz="1400" b="0" i="0" u="none" strike="noStrike" kern="1200" cap="none" spc="0" normalizeH="0" noProof="0">
                    <a:ln>
                      <a:noFill/>
                    </a:ln>
                    <a:solidFill>
                      <a:prstClr val="black"/>
                    </a:solidFill>
                    <a:effectLst/>
                    <a:uLnTx/>
                    <a:uFillTx/>
                    <a:latin typeface="Aptos" panose="020B0004020202020204"/>
                    <a:ea typeface="+mn-ea"/>
                    <a:cs typeface="+mn-cs"/>
                  </a:rPr>
                  <a:t> from both sides of the inequality we get:</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133" name="TextBox 132">
                <a:extLst>
                  <a:ext uri="{FF2B5EF4-FFF2-40B4-BE49-F238E27FC236}">
                    <a16:creationId xmlns:a16="http://schemas.microsoft.com/office/drawing/2014/main" id="{26B7908F-6869-623F-D31B-1DB695BA3C85}"/>
                  </a:ext>
                </a:extLst>
              </p:cNvPr>
              <p:cNvSpPr txBox="1">
                <a:spLocks noRot="1" noChangeAspect="1" noMove="1" noResize="1" noEditPoints="1" noAdjustHandles="1" noChangeArrowheads="1" noChangeShapeType="1" noTextEdit="1"/>
              </p:cNvSpPr>
              <p:nvPr/>
            </p:nvSpPr>
            <p:spPr>
              <a:xfrm>
                <a:off x="935211" y="3919925"/>
                <a:ext cx="5160789" cy="523220"/>
              </a:xfrm>
              <a:prstGeom prst="rect">
                <a:avLst/>
              </a:prstGeom>
              <a:blipFill>
                <a:blip r:embed="rId178"/>
                <a:stretch>
                  <a:fillRect l="-354" t="-2326" b="-11628"/>
                </a:stretch>
              </a:blipFill>
            </p:spPr>
            <p:txBody>
              <a:bodyPr/>
              <a:lstStyle/>
              <a:p>
                <a:r>
                  <a:rPr lang="en-US">
                    <a:noFill/>
                  </a:rPr>
                  <a:t> </a:t>
                </a:r>
              </a:p>
            </p:txBody>
          </p:sp>
        </mc:Fallback>
      </mc:AlternateContent>
      <p:grpSp>
        <p:nvGrpSpPr>
          <p:cNvPr id="69" name="Group 68">
            <a:extLst>
              <a:ext uri="{FF2B5EF4-FFF2-40B4-BE49-F238E27FC236}">
                <a16:creationId xmlns:a16="http://schemas.microsoft.com/office/drawing/2014/main" id="{5795488F-067D-D2D2-D8EF-2B97150B33E0}"/>
              </a:ext>
            </a:extLst>
          </p:cNvPr>
          <p:cNvGrpSpPr/>
          <p:nvPr/>
        </p:nvGrpSpPr>
        <p:grpSpPr>
          <a:xfrm>
            <a:off x="1502049" y="4564141"/>
            <a:ext cx="3244234" cy="477333"/>
            <a:chOff x="1229887" y="4574845"/>
            <a:chExt cx="4011716" cy="590255"/>
          </a:xfrm>
        </p:grpSpPr>
        <p:sp>
          <p:nvSpPr>
            <p:cNvPr id="9" name="Freeform: Shape 8">
              <a:extLst>
                <a:ext uri="{FF2B5EF4-FFF2-40B4-BE49-F238E27FC236}">
                  <a16:creationId xmlns:a16="http://schemas.microsoft.com/office/drawing/2014/main" id="{7D89521B-1343-D405-FC63-46F2A7C561D5}"/>
                </a:ext>
              </a:extLst>
            </p:cNvPr>
            <p:cNvSpPr/>
            <p:nvPr>
              <p:custDataLst>
                <p:tags r:id="rId60"/>
              </p:custDataLst>
            </p:nvPr>
          </p:nvSpPr>
          <p:spPr>
            <a:xfrm>
              <a:off x="1243700" y="4665471"/>
              <a:ext cx="106135" cy="148784"/>
            </a:xfrm>
            <a:custGeom>
              <a:avLst/>
              <a:gdLst>
                <a:gd name="connsiteX0" fmla="*/ 105351 w 106135"/>
                <a:gd name="connsiteY0" fmla="*/ 14100 h 148784"/>
                <a:gd name="connsiteX1" fmla="*/ 106272 w 106135"/>
                <a:gd name="connsiteY1" fmla="*/ 8811 h 148784"/>
                <a:gd name="connsiteX2" fmla="*/ 99595 w 106135"/>
                <a:gd name="connsiteY2" fmla="*/ 2602 h 148784"/>
                <a:gd name="connsiteX3" fmla="*/ 91537 w 106135"/>
                <a:gd name="connsiteY3" fmla="*/ 7431 h 148784"/>
                <a:gd name="connsiteX4" fmla="*/ 88314 w 106135"/>
                <a:gd name="connsiteY4" fmla="*/ 19849 h 148784"/>
                <a:gd name="connsiteX5" fmla="*/ 83710 w 106135"/>
                <a:gd name="connsiteY5" fmla="*/ 38246 h 148784"/>
                <a:gd name="connsiteX6" fmla="*/ 73349 w 106135"/>
                <a:gd name="connsiteY6" fmla="*/ 79639 h 148784"/>
                <a:gd name="connsiteX7" fmla="*/ 47334 w 106135"/>
                <a:gd name="connsiteY7" fmla="*/ 99185 h 148784"/>
                <a:gd name="connsiteX8" fmla="*/ 33059 w 106135"/>
                <a:gd name="connsiteY8" fmla="*/ 80559 h 148784"/>
                <a:gd name="connsiteX9" fmla="*/ 44801 w 106135"/>
                <a:gd name="connsiteY9" fmla="*/ 35486 h 148784"/>
                <a:gd name="connsiteX10" fmla="*/ 49406 w 106135"/>
                <a:gd name="connsiteY10" fmla="*/ 18929 h 148784"/>
                <a:gd name="connsiteX11" fmla="*/ 30527 w 106135"/>
                <a:gd name="connsiteY11" fmla="*/ 72 h 148784"/>
                <a:gd name="connsiteX12" fmla="*/ 137 w 106135"/>
                <a:gd name="connsiteY12" fmla="*/ 35486 h 148784"/>
                <a:gd name="connsiteX13" fmla="*/ 2899 w 106135"/>
                <a:gd name="connsiteY13" fmla="*/ 37786 h 148784"/>
                <a:gd name="connsiteX14" fmla="*/ 6583 w 106135"/>
                <a:gd name="connsiteY14" fmla="*/ 33647 h 148784"/>
                <a:gd name="connsiteX15" fmla="*/ 29836 w 106135"/>
                <a:gd name="connsiteY15" fmla="*/ 5131 h 148784"/>
                <a:gd name="connsiteX16" fmla="*/ 35592 w 106135"/>
                <a:gd name="connsiteY16" fmla="*/ 12490 h 148784"/>
                <a:gd name="connsiteX17" fmla="*/ 31678 w 106135"/>
                <a:gd name="connsiteY17" fmla="*/ 28587 h 148784"/>
                <a:gd name="connsiteX18" fmla="*/ 18325 w 106135"/>
                <a:gd name="connsiteY18" fmla="*/ 76879 h 148784"/>
                <a:gd name="connsiteX19" fmla="*/ 46413 w 106135"/>
                <a:gd name="connsiteY19" fmla="*/ 104245 h 148784"/>
                <a:gd name="connsiteX20" fmla="*/ 69666 w 106135"/>
                <a:gd name="connsiteY20" fmla="*/ 93896 h 148784"/>
                <a:gd name="connsiteX21" fmla="*/ 54701 w 106135"/>
                <a:gd name="connsiteY21" fmla="*/ 129310 h 148784"/>
                <a:gd name="connsiteX22" fmla="*/ 29376 w 106135"/>
                <a:gd name="connsiteY22" fmla="*/ 143798 h 148784"/>
                <a:gd name="connsiteX23" fmla="*/ 11878 w 106135"/>
                <a:gd name="connsiteY23" fmla="*/ 134140 h 148784"/>
                <a:gd name="connsiteX24" fmla="*/ 21778 w 106135"/>
                <a:gd name="connsiteY24" fmla="*/ 131380 h 148784"/>
                <a:gd name="connsiteX25" fmla="*/ 26383 w 106135"/>
                <a:gd name="connsiteY25" fmla="*/ 121952 h 148784"/>
                <a:gd name="connsiteX26" fmla="*/ 17864 w 106135"/>
                <a:gd name="connsiteY26" fmla="*/ 113903 h 148784"/>
                <a:gd name="connsiteX27" fmla="*/ 4971 w 106135"/>
                <a:gd name="connsiteY27" fmla="*/ 128850 h 148784"/>
                <a:gd name="connsiteX28" fmla="*/ 29376 w 106135"/>
                <a:gd name="connsiteY28" fmla="*/ 148857 h 148784"/>
                <a:gd name="connsiteX29" fmla="*/ 83249 w 106135"/>
                <a:gd name="connsiteY29" fmla="*/ 101945 h 148784"/>
                <a:gd name="connsiteX30" fmla="*/ 105351 w 106135"/>
                <a:gd name="connsiteY30" fmla="*/ 14100 h 14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6135" h="148784">
                  <a:moveTo>
                    <a:pt x="105351" y="14100"/>
                  </a:moveTo>
                  <a:cubicBezTo>
                    <a:pt x="106272" y="10880"/>
                    <a:pt x="106272" y="10420"/>
                    <a:pt x="106272" y="8811"/>
                  </a:cubicBezTo>
                  <a:cubicBezTo>
                    <a:pt x="106272" y="4671"/>
                    <a:pt x="103049" y="2602"/>
                    <a:pt x="99595" y="2602"/>
                  </a:cubicBezTo>
                  <a:cubicBezTo>
                    <a:pt x="97293" y="2602"/>
                    <a:pt x="93610" y="3981"/>
                    <a:pt x="91537" y="7431"/>
                  </a:cubicBezTo>
                  <a:cubicBezTo>
                    <a:pt x="91077" y="8581"/>
                    <a:pt x="89235" y="15710"/>
                    <a:pt x="88314" y="19849"/>
                  </a:cubicBezTo>
                  <a:cubicBezTo>
                    <a:pt x="86703" y="25828"/>
                    <a:pt x="85091" y="32037"/>
                    <a:pt x="83710" y="38246"/>
                  </a:cubicBezTo>
                  <a:lnTo>
                    <a:pt x="73349" y="79639"/>
                  </a:lnTo>
                  <a:cubicBezTo>
                    <a:pt x="72428" y="83088"/>
                    <a:pt x="62529" y="99185"/>
                    <a:pt x="47334" y="99185"/>
                  </a:cubicBezTo>
                  <a:cubicBezTo>
                    <a:pt x="35592" y="99185"/>
                    <a:pt x="33059" y="89067"/>
                    <a:pt x="33059" y="80559"/>
                  </a:cubicBezTo>
                  <a:cubicBezTo>
                    <a:pt x="33059" y="69980"/>
                    <a:pt x="36973" y="55723"/>
                    <a:pt x="44801" y="35486"/>
                  </a:cubicBezTo>
                  <a:cubicBezTo>
                    <a:pt x="48485" y="26058"/>
                    <a:pt x="49406" y="23528"/>
                    <a:pt x="49406" y="18929"/>
                  </a:cubicBezTo>
                  <a:cubicBezTo>
                    <a:pt x="49406" y="8581"/>
                    <a:pt x="42038" y="72"/>
                    <a:pt x="30527" y="72"/>
                  </a:cubicBezTo>
                  <a:cubicBezTo>
                    <a:pt x="8655" y="72"/>
                    <a:pt x="137" y="33417"/>
                    <a:pt x="137" y="35486"/>
                  </a:cubicBezTo>
                  <a:cubicBezTo>
                    <a:pt x="137" y="37786"/>
                    <a:pt x="2439" y="37786"/>
                    <a:pt x="2899" y="37786"/>
                  </a:cubicBezTo>
                  <a:cubicBezTo>
                    <a:pt x="5202" y="37786"/>
                    <a:pt x="5432" y="37326"/>
                    <a:pt x="6583" y="33647"/>
                  </a:cubicBezTo>
                  <a:cubicBezTo>
                    <a:pt x="12799" y="12030"/>
                    <a:pt x="22008" y="5131"/>
                    <a:pt x="29836" y="5131"/>
                  </a:cubicBezTo>
                  <a:cubicBezTo>
                    <a:pt x="31678" y="5131"/>
                    <a:pt x="35592" y="5131"/>
                    <a:pt x="35592" y="12490"/>
                  </a:cubicBezTo>
                  <a:cubicBezTo>
                    <a:pt x="35592" y="18239"/>
                    <a:pt x="33290" y="24218"/>
                    <a:pt x="31678" y="28587"/>
                  </a:cubicBezTo>
                  <a:cubicBezTo>
                    <a:pt x="22469" y="52963"/>
                    <a:pt x="18325" y="66071"/>
                    <a:pt x="18325" y="76879"/>
                  </a:cubicBezTo>
                  <a:cubicBezTo>
                    <a:pt x="18325" y="97346"/>
                    <a:pt x="32829" y="104245"/>
                    <a:pt x="46413" y="104245"/>
                  </a:cubicBezTo>
                  <a:cubicBezTo>
                    <a:pt x="55392" y="104245"/>
                    <a:pt x="63219" y="100335"/>
                    <a:pt x="69666" y="93896"/>
                  </a:cubicBezTo>
                  <a:cubicBezTo>
                    <a:pt x="66673" y="105854"/>
                    <a:pt x="63910" y="117122"/>
                    <a:pt x="54701" y="129310"/>
                  </a:cubicBezTo>
                  <a:cubicBezTo>
                    <a:pt x="48715" y="137129"/>
                    <a:pt x="39966" y="143798"/>
                    <a:pt x="29376" y="143798"/>
                  </a:cubicBezTo>
                  <a:cubicBezTo>
                    <a:pt x="26152" y="143798"/>
                    <a:pt x="15792" y="143108"/>
                    <a:pt x="11878" y="134140"/>
                  </a:cubicBezTo>
                  <a:cubicBezTo>
                    <a:pt x="15562" y="134140"/>
                    <a:pt x="18555" y="134140"/>
                    <a:pt x="21778" y="131380"/>
                  </a:cubicBezTo>
                  <a:cubicBezTo>
                    <a:pt x="24080" y="129310"/>
                    <a:pt x="26383" y="126321"/>
                    <a:pt x="26383" y="121952"/>
                  </a:cubicBezTo>
                  <a:cubicBezTo>
                    <a:pt x="26383" y="114823"/>
                    <a:pt x="20166" y="113903"/>
                    <a:pt x="17864" y="113903"/>
                  </a:cubicBezTo>
                  <a:cubicBezTo>
                    <a:pt x="12569" y="113903"/>
                    <a:pt x="4971" y="117582"/>
                    <a:pt x="4971" y="128850"/>
                  </a:cubicBezTo>
                  <a:cubicBezTo>
                    <a:pt x="4971" y="140349"/>
                    <a:pt x="15101" y="148857"/>
                    <a:pt x="29376" y="148857"/>
                  </a:cubicBezTo>
                  <a:cubicBezTo>
                    <a:pt x="53089" y="148857"/>
                    <a:pt x="76803" y="127931"/>
                    <a:pt x="83249" y="101945"/>
                  </a:cubicBezTo>
                  <a:lnTo>
                    <a:pt x="105351" y="14100"/>
                  </a:lnTo>
                  <a:close/>
                </a:path>
              </a:pathLst>
            </a:custGeom>
            <a:solidFill>
              <a:srgbClr val="000000"/>
            </a:solidFill>
            <a:ln w="23082" cap="flat">
              <a:noFill/>
              <a:prstDash val="solid"/>
              <a:miter/>
            </a:ln>
          </p:spPr>
          <p:txBody>
            <a:bodyPr rtlCol="0" anchor="ctr"/>
            <a:lstStyle/>
            <a:p>
              <a:endParaRPr lang="en-GB" noProof="0"/>
            </a:p>
          </p:txBody>
        </p:sp>
        <p:sp>
          <p:nvSpPr>
            <p:cNvPr id="12" name="Freeform: Shape 11">
              <a:extLst>
                <a:ext uri="{FF2B5EF4-FFF2-40B4-BE49-F238E27FC236}">
                  <a16:creationId xmlns:a16="http://schemas.microsoft.com/office/drawing/2014/main" id="{60D7FB35-1C64-5758-9B20-B0E27624AA82}"/>
                </a:ext>
              </a:extLst>
            </p:cNvPr>
            <p:cNvSpPr/>
            <p:nvPr>
              <p:custDataLst>
                <p:tags r:id="rId61"/>
              </p:custDataLst>
            </p:nvPr>
          </p:nvSpPr>
          <p:spPr>
            <a:xfrm>
              <a:off x="1435004" y="4682718"/>
              <a:ext cx="153102" cy="53810"/>
            </a:xfrm>
            <a:custGeom>
              <a:avLst/>
              <a:gdLst>
                <a:gd name="connsiteX0" fmla="*/ 145419 w 153102"/>
                <a:gd name="connsiteY0" fmla="*/ 9271 h 53810"/>
                <a:gd name="connsiteX1" fmla="*/ 153247 w 153102"/>
                <a:gd name="connsiteY1" fmla="*/ 4671 h 53810"/>
                <a:gd name="connsiteX2" fmla="*/ 145649 w 153102"/>
                <a:gd name="connsiteY2" fmla="*/ 72 h 53810"/>
                <a:gd name="connsiteX3" fmla="*/ 7742 w 153102"/>
                <a:gd name="connsiteY3" fmla="*/ 72 h 53810"/>
                <a:gd name="connsiteX4" fmla="*/ 145 w 153102"/>
                <a:gd name="connsiteY4" fmla="*/ 4671 h 53810"/>
                <a:gd name="connsiteX5" fmla="*/ 7972 w 153102"/>
                <a:gd name="connsiteY5" fmla="*/ 9271 h 53810"/>
                <a:gd name="connsiteX6" fmla="*/ 145419 w 153102"/>
                <a:gd name="connsiteY6" fmla="*/ 9271 h 53810"/>
                <a:gd name="connsiteX7" fmla="*/ 145649 w 153102"/>
                <a:gd name="connsiteY7" fmla="*/ 53883 h 53810"/>
                <a:gd name="connsiteX8" fmla="*/ 153247 w 153102"/>
                <a:gd name="connsiteY8" fmla="*/ 49284 h 53810"/>
                <a:gd name="connsiteX9" fmla="*/ 145419 w 153102"/>
                <a:gd name="connsiteY9" fmla="*/ 44685 h 53810"/>
                <a:gd name="connsiteX10" fmla="*/ 7972 w 153102"/>
                <a:gd name="connsiteY10" fmla="*/ 44685 h 53810"/>
                <a:gd name="connsiteX11" fmla="*/ 145 w 153102"/>
                <a:gd name="connsiteY11" fmla="*/ 49284 h 53810"/>
                <a:gd name="connsiteX12" fmla="*/ 7742 w 153102"/>
                <a:gd name="connsiteY12" fmla="*/ 53883 h 53810"/>
                <a:gd name="connsiteX13" fmla="*/ 145649 w 153102"/>
                <a:gd name="connsiteY13" fmla="*/ 53883 h 5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02" h="53810">
                  <a:moveTo>
                    <a:pt x="145419" y="9271"/>
                  </a:moveTo>
                  <a:cubicBezTo>
                    <a:pt x="148872" y="9271"/>
                    <a:pt x="153247" y="9271"/>
                    <a:pt x="153247" y="4671"/>
                  </a:cubicBezTo>
                  <a:cubicBezTo>
                    <a:pt x="153247" y="72"/>
                    <a:pt x="148872" y="72"/>
                    <a:pt x="145649" y="72"/>
                  </a:cubicBezTo>
                  <a:lnTo>
                    <a:pt x="7742" y="72"/>
                  </a:lnTo>
                  <a:cubicBezTo>
                    <a:pt x="4519" y="72"/>
                    <a:pt x="145" y="72"/>
                    <a:pt x="145" y="4671"/>
                  </a:cubicBezTo>
                  <a:cubicBezTo>
                    <a:pt x="145" y="9271"/>
                    <a:pt x="4519" y="9271"/>
                    <a:pt x="7972" y="9271"/>
                  </a:cubicBezTo>
                  <a:lnTo>
                    <a:pt x="145419" y="9271"/>
                  </a:lnTo>
                  <a:close/>
                  <a:moveTo>
                    <a:pt x="145649" y="53883"/>
                  </a:moveTo>
                  <a:cubicBezTo>
                    <a:pt x="148872" y="53883"/>
                    <a:pt x="153247" y="53883"/>
                    <a:pt x="153247" y="49284"/>
                  </a:cubicBezTo>
                  <a:cubicBezTo>
                    <a:pt x="153247" y="44685"/>
                    <a:pt x="148872" y="44685"/>
                    <a:pt x="145419" y="44685"/>
                  </a:cubicBezTo>
                  <a:lnTo>
                    <a:pt x="7972" y="44685"/>
                  </a:lnTo>
                  <a:cubicBezTo>
                    <a:pt x="4519" y="44685"/>
                    <a:pt x="145" y="44685"/>
                    <a:pt x="145" y="49284"/>
                  </a:cubicBezTo>
                  <a:cubicBezTo>
                    <a:pt x="145" y="53883"/>
                    <a:pt x="4519" y="53883"/>
                    <a:pt x="7742" y="53883"/>
                  </a:cubicBezTo>
                  <a:lnTo>
                    <a:pt x="145649" y="53883"/>
                  </a:lnTo>
                  <a:close/>
                </a:path>
              </a:pathLst>
            </a:custGeom>
            <a:solidFill>
              <a:srgbClr val="000000"/>
            </a:solidFill>
            <a:ln w="23082" cap="flat">
              <a:noFill/>
              <a:prstDash val="solid"/>
              <a:miter/>
            </a:ln>
          </p:spPr>
          <p:txBody>
            <a:bodyPr rtlCol="0" anchor="ctr"/>
            <a:lstStyle/>
            <a:p>
              <a:endParaRPr lang="en-GB" noProof="0"/>
            </a:p>
          </p:txBody>
        </p:sp>
        <p:sp>
          <p:nvSpPr>
            <p:cNvPr id="13" name="Freeform: Shape 12">
              <a:extLst>
                <a:ext uri="{FF2B5EF4-FFF2-40B4-BE49-F238E27FC236}">
                  <a16:creationId xmlns:a16="http://schemas.microsoft.com/office/drawing/2014/main" id="{82A8F7D2-5EFA-E24F-5D6D-43D19109B824}"/>
                </a:ext>
              </a:extLst>
            </p:cNvPr>
            <p:cNvSpPr/>
            <p:nvPr>
              <p:custDataLst>
                <p:tags r:id="rId62"/>
              </p:custDataLst>
            </p:nvPr>
          </p:nvSpPr>
          <p:spPr>
            <a:xfrm>
              <a:off x="1685620" y="4613960"/>
              <a:ext cx="75975" cy="153154"/>
            </a:xfrm>
            <a:custGeom>
              <a:avLst/>
              <a:gdLst>
                <a:gd name="connsiteX0" fmla="*/ 47352 w 75975"/>
                <a:gd name="connsiteY0" fmla="*/ 6051 h 153154"/>
                <a:gd name="connsiteX1" fmla="*/ 42057 w 75975"/>
                <a:gd name="connsiteY1" fmla="*/ 72 h 153154"/>
                <a:gd name="connsiteX2" fmla="*/ 155 w 75975"/>
                <a:gd name="connsiteY2" fmla="*/ 14790 h 153154"/>
                <a:gd name="connsiteX3" fmla="*/ 155 w 75975"/>
                <a:gd name="connsiteY3" fmla="*/ 21918 h 153154"/>
                <a:gd name="connsiteX4" fmla="*/ 30315 w 75975"/>
                <a:gd name="connsiteY4" fmla="*/ 15939 h 153154"/>
                <a:gd name="connsiteX5" fmla="*/ 30315 w 75975"/>
                <a:gd name="connsiteY5" fmla="*/ 135059 h 153154"/>
                <a:gd name="connsiteX6" fmla="*/ 8904 w 75975"/>
                <a:gd name="connsiteY6" fmla="*/ 146098 h 153154"/>
                <a:gd name="connsiteX7" fmla="*/ 1536 w 75975"/>
                <a:gd name="connsiteY7" fmla="*/ 146098 h 153154"/>
                <a:gd name="connsiteX8" fmla="*/ 1536 w 75975"/>
                <a:gd name="connsiteY8" fmla="*/ 153226 h 153154"/>
                <a:gd name="connsiteX9" fmla="*/ 38834 w 75975"/>
                <a:gd name="connsiteY9" fmla="*/ 152536 h 153154"/>
                <a:gd name="connsiteX10" fmla="*/ 76131 w 75975"/>
                <a:gd name="connsiteY10" fmla="*/ 153226 h 153154"/>
                <a:gd name="connsiteX11" fmla="*/ 76131 w 75975"/>
                <a:gd name="connsiteY11" fmla="*/ 146098 h 153154"/>
                <a:gd name="connsiteX12" fmla="*/ 68763 w 75975"/>
                <a:gd name="connsiteY12" fmla="*/ 146098 h 153154"/>
                <a:gd name="connsiteX13" fmla="*/ 47352 w 75975"/>
                <a:gd name="connsiteY13" fmla="*/ 135059 h 153154"/>
                <a:gd name="connsiteX14" fmla="*/ 47352 w 75975"/>
                <a:gd name="connsiteY14" fmla="*/ 6051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5975" h="153154">
                  <a:moveTo>
                    <a:pt x="47352" y="6051"/>
                  </a:moveTo>
                  <a:cubicBezTo>
                    <a:pt x="47352" y="532"/>
                    <a:pt x="47352" y="72"/>
                    <a:pt x="42057" y="72"/>
                  </a:cubicBezTo>
                  <a:cubicBezTo>
                    <a:pt x="27783" y="14790"/>
                    <a:pt x="7522" y="14790"/>
                    <a:pt x="155" y="14790"/>
                  </a:cubicBezTo>
                  <a:lnTo>
                    <a:pt x="155" y="21918"/>
                  </a:lnTo>
                  <a:cubicBezTo>
                    <a:pt x="4760" y="21918"/>
                    <a:pt x="18343" y="21918"/>
                    <a:pt x="30315" y="15939"/>
                  </a:cubicBezTo>
                  <a:lnTo>
                    <a:pt x="30315" y="135059"/>
                  </a:lnTo>
                  <a:cubicBezTo>
                    <a:pt x="30315" y="143338"/>
                    <a:pt x="29624" y="146098"/>
                    <a:pt x="8904" y="146098"/>
                  </a:cubicBezTo>
                  <a:lnTo>
                    <a:pt x="1536" y="146098"/>
                  </a:lnTo>
                  <a:lnTo>
                    <a:pt x="1536" y="153226"/>
                  </a:lnTo>
                  <a:cubicBezTo>
                    <a:pt x="9594" y="152536"/>
                    <a:pt x="29624" y="152536"/>
                    <a:pt x="38834" y="152536"/>
                  </a:cubicBezTo>
                  <a:cubicBezTo>
                    <a:pt x="48043" y="152536"/>
                    <a:pt x="68073" y="152536"/>
                    <a:pt x="76131" y="153226"/>
                  </a:cubicBezTo>
                  <a:lnTo>
                    <a:pt x="76131" y="146098"/>
                  </a:lnTo>
                  <a:lnTo>
                    <a:pt x="68763" y="146098"/>
                  </a:lnTo>
                  <a:cubicBezTo>
                    <a:pt x="48043" y="146098"/>
                    <a:pt x="47352" y="143568"/>
                    <a:pt x="47352" y="135059"/>
                  </a:cubicBezTo>
                  <a:lnTo>
                    <a:pt x="47352" y="6051"/>
                  </a:lnTo>
                  <a:close/>
                </a:path>
              </a:pathLst>
            </a:custGeom>
            <a:solidFill>
              <a:srgbClr val="000000"/>
            </a:solidFill>
            <a:ln w="23082" cap="flat">
              <a:noFill/>
              <a:prstDash val="solid"/>
              <a:miter/>
            </a:ln>
          </p:spPr>
          <p:txBody>
            <a:bodyPr rtlCol="0" anchor="ctr"/>
            <a:lstStyle/>
            <a:p>
              <a:endParaRPr lang="en-GB" noProof="0"/>
            </a:p>
          </p:txBody>
        </p:sp>
        <p:sp>
          <p:nvSpPr>
            <p:cNvPr id="14" name="Freeform: Shape 13">
              <a:extLst>
                <a:ext uri="{FF2B5EF4-FFF2-40B4-BE49-F238E27FC236}">
                  <a16:creationId xmlns:a16="http://schemas.microsoft.com/office/drawing/2014/main" id="{BE843FA3-1FC4-DC37-3BEB-D87C1242D61E}"/>
                </a:ext>
              </a:extLst>
            </p:cNvPr>
            <p:cNvSpPr/>
            <p:nvPr>
              <p:custDataLst>
                <p:tags r:id="rId63"/>
              </p:custDataLst>
            </p:nvPr>
          </p:nvSpPr>
          <p:spPr>
            <a:xfrm>
              <a:off x="1921614" y="4646384"/>
              <a:ext cx="204443" cy="126478"/>
            </a:xfrm>
            <a:custGeom>
              <a:avLst/>
              <a:gdLst>
                <a:gd name="connsiteX0" fmla="*/ 196577 w 204443"/>
                <a:gd name="connsiteY0" fmla="*/ 90217 h 126478"/>
                <a:gd name="connsiteX1" fmla="*/ 204635 w 204443"/>
                <a:gd name="connsiteY1" fmla="*/ 85618 h 126478"/>
                <a:gd name="connsiteX2" fmla="*/ 196347 w 204443"/>
                <a:gd name="connsiteY2" fmla="*/ 81019 h 126478"/>
                <a:gd name="connsiteX3" fmla="*/ 50151 w 204443"/>
                <a:gd name="connsiteY3" fmla="*/ 81019 h 126478"/>
                <a:gd name="connsiteX4" fmla="*/ 21142 w 204443"/>
                <a:gd name="connsiteY4" fmla="*/ 63311 h 126478"/>
                <a:gd name="connsiteX5" fmla="*/ 50151 w 204443"/>
                <a:gd name="connsiteY5" fmla="*/ 45604 h 126478"/>
                <a:gd name="connsiteX6" fmla="*/ 196347 w 204443"/>
                <a:gd name="connsiteY6" fmla="*/ 45604 h 126478"/>
                <a:gd name="connsiteX7" fmla="*/ 204635 w 204443"/>
                <a:gd name="connsiteY7" fmla="*/ 41005 h 126478"/>
                <a:gd name="connsiteX8" fmla="*/ 196577 w 204443"/>
                <a:gd name="connsiteY8" fmla="*/ 36406 h 126478"/>
                <a:gd name="connsiteX9" fmla="*/ 60511 w 204443"/>
                <a:gd name="connsiteY9" fmla="*/ 36406 h 126478"/>
                <a:gd name="connsiteX10" fmla="*/ 83534 w 204443"/>
                <a:gd name="connsiteY10" fmla="*/ 2602 h 126478"/>
                <a:gd name="connsiteX11" fmla="*/ 79160 w 204443"/>
                <a:gd name="connsiteY11" fmla="*/ 72 h 126478"/>
                <a:gd name="connsiteX12" fmla="*/ 74786 w 204443"/>
                <a:gd name="connsiteY12" fmla="*/ 1912 h 126478"/>
                <a:gd name="connsiteX13" fmla="*/ 48540 w 204443"/>
                <a:gd name="connsiteY13" fmla="*/ 36176 h 126478"/>
                <a:gd name="connsiteX14" fmla="*/ 5257 w 204443"/>
                <a:gd name="connsiteY14" fmla="*/ 59862 h 126478"/>
                <a:gd name="connsiteX15" fmla="*/ 652 w 204443"/>
                <a:gd name="connsiteY15" fmla="*/ 61932 h 126478"/>
                <a:gd name="connsiteX16" fmla="*/ 191 w 204443"/>
                <a:gd name="connsiteY16" fmla="*/ 63311 h 126478"/>
                <a:gd name="connsiteX17" fmla="*/ 422 w 204443"/>
                <a:gd name="connsiteY17" fmla="*/ 64691 h 126478"/>
                <a:gd name="connsiteX18" fmla="*/ 1112 w 204443"/>
                <a:gd name="connsiteY18" fmla="*/ 65151 h 126478"/>
                <a:gd name="connsiteX19" fmla="*/ 6177 w 204443"/>
                <a:gd name="connsiteY19" fmla="*/ 66991 h 126478"/>
                <a:gd name="connsiteX20" fmla="*/ 73174 w 204443"/>
                <a:gd name="connsiteY20" fmla="*/ 121722 h 126478"/>
                <a:gd name="connsiteX21" fmla="*/ 79160 w 204443"/>
                <a:gd name="connsiteY21" fmla="*/ 126551 h 126478"/>
                <a:gd name="connsiteX22" fmla="*/ 83534 w 204443"/>
                <a:gd name="connsiteY22" fmla="*/ 124021 h 126478"/>
                <a:gd name="connsiteX23" fmla="*/ 60511 w 204443"/>
                <a:gd name="connsiteY23" fmla="*/ 90217 h 126478"/>
                <a:gd name="connsiteX24" fmla="*/ 196577 w 204443"/>
                <a:gd name="connsiteY24" fmla="*/ 90217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96577" y="90217"/>
                  </a:moveTo>
                  <a:cubicBezTo>
                    <a:pt x="200491" y="90217"/>
                    <a:pt x="204635" y="90217"/>
                    <a:pt x="204635" y="85618"/>
                  </a:cubicBezTo>
                  <a:cubicBezTo>
                    <a:pt x="204635" y="81019"/>
                    <a:pt x="200491" y="81019"/>
                    <a:pt x="196347" y="81019"/>
                  </a:cubicBezTo>
                  <a:lnTo>
                    <a:pt x="50151" y="81019"/>
                  </a:lnTo>
                  <a:cubicBezTo>
                    <a:pt x="40482" y="72740"/>
                    <a:pt x="28740" y="66761"/>
                    <a:pt x="21142" y="63311"/>
                  </a:cubicBezTo>
                  <a:cubicBezTo>
                    <a:pt x="29431" y="59632"/>
                    <a:pt x="40712" y="53653"/>
                    <a:pt x="50151" y="45604"/>
                  </a:cubicBezTo>
                  <a:lnTo>
                    <a:pt x="196347" y="45604"/>
                  </a:lnTo>
                  <a:cubicBezTo>
                    <a:pt x="200491" y="45604"/>
                    <a:pt x="204635" y="45604"/>
                    <a:pt x="204635" y="41005"/>
                  </a:cubicBezTo>
                  <a:cubicBezTo>
                    <a:pt x="204635" y="36406"/>
                    <a:pt x="200491" y="36406"/>
                    <a:pt x="196577" y="36406"/>
                  </a:cubicBezTo>
                  <a:lnTo>
                    <a:pt x="60511" y="36406"/>
                  </a:lnTo>
                  <a:cubicBezTo>
                    <a:pt x="71562" y="25828"/>
                    <a:pt x="83534" y="5591"/>
                    <a:pt x="83534" y="2602"/>
                  </a:cubicBezTo>
                  <a:cubicBezTo>
                    <a:pt x="83534" y="72"/>
                    <a:pt x="80541" y="72"/>
                    <a:pt x="79160" y="72"/>
                  </a:cubicBezTo>
                  <a:cubicBezTo>
                    <a:pt x="77318" y="72"/>
                    <a:pt x="75707" y="72"/>
                    <a:pt x="74786" y="1912"/>
                  </a:cubicBezTo>
                  <a:cubicBezTo>
                    <a:pt x="69951" y="10650"/>
                    <a:pt x="63504" y="22838"/>
                    <a:pt x="48540" y="36176"/>
                  </a:cubicBezTo>
                  <a:cubicBezTo>
                    <a:pt x="32654" y="50204"/>
                    <a:pt x="17228" y="56413"/>
                    <a:pt x="5257" y="59862"/>
                  </a:cubicBezTo>
                  <a:cubicBezTo>
                    <a:pt x="1343" y="61242"/>
                    <a:pt x="1112" y="61472"/>
                    <a:pt x="652" y="61932"/>
                  </a:cubicBezTo>
                  <a:cubicBezTo>
                    <a:pt x="191" y="62162"/>
                    <a:pt x="191" y="62852"/>
                    <a:pt x="191" y="63311"/>
                  </a:cubicBezTo>
                  <a:cubicBezTo>
                    <a:pt x="191" y="63771"/>
                    <a:pt x="191" y="64231"/>
                    <a:pt x="422" y="64691"/>
                  </a:cubicBezTo>
                  <a:lnTo>
                    <a:pt x="1112" y="65151"/>
                  </a:lnTo>
                  <a:cubicBezTo>
                    <a:pt x="1573" y="65381"/>
                    <a:pt x="1803" y="65611"/>
                    <a:pt x="6177" y="66991"/>
                  </a:cubicBezTo>
                  <a:cubicBezTo>
                    <a:pt x="37258" y="76189"/>
                    <a:pt x="60281" y="97116"/>
                    <a:pt x="73174" y="121722"/>
                  </a:cubicBezTo>
                  <a:cubicBezTo>
                    <a:pt x="75707" y="126321"/>
                    <a:pt x="75937" y="126551"/>
                    <a:pt x="79160" y="126551"/>
                  </a:cubicBezTo>
                  <a:cubicBezTo>
                    <a:pt x="80541" y="126551"/>
                    <a:pt x="83534" y="126551"/>
                    <a:pt x="83534" y="124021"/>
                  </a:cubicBezTo>
                  <a:cubicBezTo>
                    <a:pt x="83534" y="121032"/>
                    <a:pt x="71793" y="101025"/>
                    <a:pt x="60511" y="90217"/>
                  </a:cubicBezTo>
                  <a:lnTo>
                    <a:pt x="196577" y="90217"/>
                  </a:lnTo>
                  <a:close/>
                </a:path>
              </a:pathLst>
            </a:custGeom>
            <a:solidFill>
              <a:srgbClr val="000000"/>
            </a:solidFill>
            <a:ln w="23082" cap="flat">
              <a:noFill/>
              <a:prstDash val="solid"/>
              <a:miter/>
            </a:ln>
          </p:spPr>
          <p:txBody>
            <a:bodyPr rtlCol="0" anchor="ctr"/>
            <a:lstStyle/>
            <a:p>
              <a:endParaRPr lang="en-GB" noProof="0"/>
            </a:p>
          </p:txBody>
        </p:sp>
        <p:sp>
          <p:nvSpPr>
            <p:cNvPr id="21" name="Freeform: Shape 20">
              <a:extLst>
                <a:ext uri="{FF2B5EF4-FFF2-40B4-BE49-F238E27FC236}">
                  <a16:creationId xmlns:a16="http://schemas.microsoft.com/office/drawing/2014/main" id="{B0B1D9D3-6645-CBD9-53F1-42DF6CB2F0FD}"/>
                </a:ext>
              </a:extLst>
            </p:cNvPr>
            <p:cNvSpPr/>
            <p:nvPr>
              <p:custDataLst>
                <p:tags r:id="rId64"/>
              </p:custDataLst>
            </p:nvPr>
          </p:nvSpPr>
          <p:spPr>
            <a:xfrm>
              <a:off x="2113243" y="4646384"/>
              <a:ext cx="204443" cy="126478"/>
            </a:xfrm>
            <a:custGeom>
              <a:avLst/>
              <a:gdLst>
                <a:gd name="connsiteX0" fmla="*/ 154683 w 204443"/>
                <a:gd name="connsiteY0" fmla="*/ 45604 h 126478"/>
                <a:gd name="connsiteX1" fmla="*/ 183692 w 204443"/>
                <a:gd name="connsiteY1" fmla="*/ 63311 h 126478"/>
                <a:gd name="connsiteX2" fmla="*/ 154683 w 204443"/>
                <a:gd name="connsiteY2" fmla="*/ 81019 h 126478"/>
                <a:gd name="connsiteX3" fmla="*/ 8488 w 204443"/>
                <a:gd name="connsiteY3" fmla="*/ 81019 h 126478"/>
                <a:gd name="connsiteX4" fmla="*/ 200 w 204443"/>
                <a:gd name="connsiteY4" fmla="*/ 85618 h 126478"/>
                <a:gd name="connsiteX5" fmla="*/ 8258 w 204443"/>
                <a:gd name="connsiteY5" fmla="*/ 90217 h 126478"/>
                <a:gd name="connsiteX6" fmla="*/ 144323 w 204443"/>
                <a:gd name="connsiteY6" fmla="*/ 90217 h 126478"/>
                <a:gd name="connsiteX7" fmla="*/ 121300 w 204443"/>
                <a:gd name="connsiteY7" fmla="*/ 124021 h 126478"/>
                <a:gd name="connsiteX8" fmla="*/ 125675 w 204443"/>
                <a:gd name="connsiteY8" fmla="*/ 126551 h 126478"/>
                <a:gd name="connsiteX9" fmla="*/ 130049 w 204443"/>
                <a:gd name="connsiteY9" fmla="*/ 124711 h 126478"/>
                <a:gd name="connsiteX10" fmla="*/ 156295 w 204443"/>
                <a:gd name="connsiteY10" fmla="*/ 90447 h 126478"/>
                <a:gd name="connsiteX11" fmla="*/ 199578 w 204443"/>
                <a:gd name="connsiteY11" fmla="*/ 66761 h 126478"/>
                <a:gd name="connsiteX12" fmla="*/ 204183 w 204443"/>
                <a:gd name="connsiteY12" fmla="*/ 64691 h 126478"/>
                <a:gd name="connsiteX13" fmla="*/ 204643 w 204443"/>
                <a:gd name="connsiteY13" fmla="*/ 63311 h 126478"/>
                <a:gd name="connsiteX14" fmla="*/ 204413 w 204443"/>
                <a:gd name="connsiteY14" fmla="*/ 61932 h 126478"/>
                <a:gd name="connsiteX15" fmla="*/ 203722 w 204443"/>
                <a:gd name="connsiteY15" fmla="*/ 61472 h 126478"/>
                <a:gd name="connsiteX16" fmla="*/ 198657 w 204443"/>
                <a:gd name="connsiteY16" fmla="*/ 59632 h 126478"/>
                <a:gd name="connsiteX17" fmla="*/ 131661 w 204443"/>
                <a:gd name="connsiteY17" fmla="*/ 4901 h 126478"/>
                <a:gd name="connsiteX18" fmla="*/ 125675 w 204443"/>
                <a:gd name="connsiteY18" fmla="*/ 72 h 126478"/>
                <a:gd name="connsiteX19" fmla="*/ 121300 w 204443"/>
                <a:gd name="connsiteY19" fmla="*/ 2602 h 126478"/>
                <a:gd name="connsiteX20" fmla="*/ 144323 w 204443"/>
                <a:gd name="connsiteY20" fmla="*/ 36406 h 126478"/>
                <a:gd name="connsiteX21" fmla="*/ 8258 w 204443"/>
                <a:gd name="connsiteY21" fmla="*/ 36406 h 126478"/>
                <a:gd name="connsiteX22" fmla="*/ 200 w 204443"/>
                <a:gd name="connsiteY22" fmla="*/ 41005 h 126478"/>
                <a:gd name="connsiteX23" fmla="*/ 8488 w 204443"/>
                <a:gd name="connsiteY23" fmla="*/ 45604 h 126478"/>
                <a:gd name="connsiteX24" fmla="*/ 154683 w 204443"/>
                <a:gd name="connsiteY24" fmla="*/ 45604 h 12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4443" h="126478">
                  <a:moveTo>
                    <a:pt x="154683" y="45604"/>
                  </a:moveTo>
                  <a:cubicBezTo>
                    <a:pt x="164353" y="53883"/>
                    <a:pt x="176095" y="59862"/>
                    <a:pt x="183692" y="63311"/>
                  </a:cubicBezTo>
                  <a:cubicBezTo>
                    <a:pt x="175404" y="66991"/>
                    <a:pt x="164123" y="72970"/>
                    <a:pt x="154683" y="81019"/>
                  </a:cubicBezTo>
                  <a:lnTo>
                    <a:pt x="8488" y="81019"/>
                  </a:lnTo>
                  <a:cubicBezTo>
                    <a:pt x="4574" y="81019"/>
                    <a:pt x="200" y="81019"/>
                    <a:pt x="200" y="85618"/>
                  </a:cubicBezTo>
                  <a:cubicBezTo>
                    <a:pt x="200" y="90217"/>
                    <a:pt x="4344" y="90217"/>
                    <a:pt x="8258" y="90217"/>
                  </a:cubicBezTo>
                  <a:lnTo>
                    <a:pt x="144323" y="90217"/>
                  </a:lnTo>
                  <a:cubicBezTo>
                    <a:pt x="133272" y="100795"/>
                    <a:pt x="121300" y="121032"/>
                    <a:pt x="121300" y="124021"/>
                  </a:cubicBezTo>
                  <a:cubicBezTo>
                    <a:pt x="121300" y="126551"/>
                    <a:pt x="124293" y="126551"/>
                    <a:pt x="125675" y="126551"/>
                  </a:cubicBezTo>
                  <a:cubicBezTo>
                    <a:pt x="127516" y="126551"/>
                    <a:pt x="129128" y="126551"/>
                    <a:pt x="130049" y="124711"/>
                  </a:cubicBezTo>
                  <a:cubicBezTo>
                    <a:pt x="134884" y="115973"/>
                    <a:pt x="141330" y="103785"/>
                    <a:pt x="156295" y="90447"/>
                  </a:cubicBezTo>
                  <a:cubicBezTo>
                    <a:pt x="172181" y="76419"/>
                    <a:pt x="187606" y="70210"/>
                    <a:pt x="199578" y="66761"/>
                  </a:cubicBezTo>
                  <a:cubicBezTo>
                    <a:pt x="203492" y="65381"/>
                    <a:pt x="203722" y="65151"/>
                    <a:pt x="204183" y="64691"/>
                  </a:cubicBezTo>
                  <a:cubicBezTo>
                    <a:pt x="204643" y="64461"/>
                    <a:pt x="204643" y="63771"/>
                    <a:pt x="204643" y="63311"/>
                  </a:cubicBezTo>
                  <a:cubicBezTo>
                    <a:pt x="204643" y="62852"/>
                    <a:pt x="204643" y="62392"/>
                    <a:pt x="204413" y="61932"/>
                  </a:cubicBezTo>
                  <a:lnTo>
                    <a:pt x="203722" y="61472"/>
                  </a:lnTo>
                  <a:cubicBezTo>
                    <a:pt x="203262" y="61242"/>
                    <a:pt x="203031" y="61012"/>
                    <a:pt x="198657" y="59632"/>
                  </a:cubicBezTo>
                  <a:cubicBezTo>
                    <a:pt x="167576" y="50434"/>
                    <a:pt x="144553" y="29507"/>
                    <a:pt x="131661" y="4901"/>
                  </a:cubicBezTo>
                  <a:cubicBezTo>
                    <a:pt x="129128" y="302"/>
                    <a:pt x="128898" y="72"/>
                    <a:pt x="125675" y="72"/>
                  </a:cubicBezTo>
                  <a:cubicBezTo>
                    <a:pt x="124293" y="72"/>
                    <a:pt x="121300" y="72"/>
                    <a:pt x="121300" y="2602"/>
                  </a:cubicBezTo>
                  <a:cubicBezTo>
                    <a:pt x="121300" y="5591"/>
                    <a:pt x="133042" y="25598"/>
                    <a:pt x="144323" y="36406"/>
                  </a:cubicBezTo>
                  <a:lnTo>
                    <a:pt x="8258" y="36406"/>
                  </a:lnTo>
                  <a:cubicBezTo>
                    <a:pt x="4344" y="36406"/>
                    <a:pt x="200" y="36406"/>
                    <a:pt x="200" y="41005"/>
                  </a:cubicBezTo>
                  <a:cubicBezTo>
                    <a:pt x="200" y="45604"/>
                    <a:pt x="4574" y="45604"/>
                    <a:pt x="8488" y="45604"/>
                  </a:cubicBezTo>
                  <a:lnTo>
                    <a:pt x="154683" y="45604"/>
                  </a:lnTo>
                  <a:close/>
                </a:path>
              </a:pathLst>
            </a:custGeom>
            <a:solidFill>
              <a:srgbClr val="000000"/>
            </a:solidFill>
            <a:ln w="23082" cap="flat">
              <a:noFill/>
              <a:prstDash val="solid"/>
              <a:miter/>
            </a:ln>
          </p:spPr>
          <p:txBody>
            <a:bodyPr rtlCol="0" anchor="ctr"/>
            <a:lstStyle/>
            <a:p>
              <a:endParaRPr lang="en-GB" noProof="0"/>
            </a:p>
          </p:txBody>
        </p:sp>
        <p:sp>
          <p:nvSpPr>
            <p:cNvPr id="23" name="Freeform: Shape 22">
              <a:extLst>
                <a:ext uri="{FF2B5EF4-FFF2-40B4-BE49-F238E27FC236}">
                  <a16:creationId xmlns:a16="http://schemas.microsoft.com/office/drawing/2014/main" id="{7AE96EE2-DAA1-A357-3293-6E47590FD435}"/>
                </a:ext>
              </a:extLst>
            </p:cNvPr>
            <p:cNvSpPr/>
            <p:nvPr>
              <p:custDataLst>
                <p:tags r:id="rId65"/>
              </p:custDataLst>
            </p:nvPr>
          </p:nvSpPr>
          <p:spPr>
            <a:xfrm>
              <a:off x="2465619" y="4665471"/>
              <a:ext cx="124784" cy="151314"/>
            </a:xfrm>
            <a:custGeom>
              <a:avLst/>
              <a:gdLst>
                <a:gd name="connsiteX0" fmla="*/ 46491 w 124784"/>
                <a:gd name="connsiteY0" fmla="*/ 20999 h 151314"/>
                <a:gd name="connsiteX1" fmla="*/ 49945 w 124784"/>
                <a:gd name="connsiteY1" fmla="*/ 6281 h 151314"/>
                <a:gd name="connsiteX2" fmla="*/ 43268 w 124784"/>
                <a:gd name="connsiteY2" fmla="*/ 72 h 151314"/>
                <a:gd name="connsiteX3" fmla="*/ 34059 w 124784"/>
                <a:gd name="connsiteY3" fmla="*/ 8351 h 151314"/>
                <a:gd name="connsiteX4" fmla="*/ 906 w 124784"/>
                <a:gd name="connsiteY4" fmla="*/ 141498 h 151314"/>
                <a:gd name="connsiteX5" fmla="*/ 215 w 124784"/>
                <a:gd name="connsiteY5" fmla="*/ 145178 h 151314"/>
                <a:gd name="connsiteX6" fmla="*/ 6662 w 124784"/>
                <a:gd name="connsiteY6" fmla="*/ 151387 h 151314"/>
                <a:gd name="connsiteX7" fmla="*/ 14720 w 124784"/>
                <a:gd name="connsiteY7" fmla="*/ 146557 h 151314"/>
                <a:gd name="connsiteX8" fmla="*/ 27382 w 124784"/>
                <a:gd name="connsiteY8" fmla="*/ 97116 h 151314"/>
                <a:gd name="connsiteX9" fmla="*/ 49715 w 124784"/>
                <a:gd name="connsiteY9" fmla="*/ 104245 h 151314"/>
                <a:gd name="connsiteX10" fmla="*/ 80335 w 124784"/>
                <a:gd name="connsiteY10" fmla="*/ 87457 h 151314"/>
                <a:gd name="connsiteX11" fmla="*/ 101056 w 124784"/>
                <a:gd name="connsiteY11" fmla="*/ 104245 h 151314"/>
                <a:gd name="connsiteX12" fmla="*/ 118093 w 124784"/>
                <a:gd name="connsiteY12" fmla="*/ 91597 h 151314"/>
                <a:gd name="connsiteX13" fmla="*/ 124999 w 124784"/>
                <a:gd name="connsiteY13" fmla="*/ 68831 h 151314"/>
                <a:gd name="connsiteX14" fmla="*/ 122237 w 124784"/>
                <a:gd name="connsiteY14" fmla="*/ 66531 h 151314"/>
                <a:gd name="connsiteX15" fmla="*/ 119013 w 124784"/>
                <a:gd name="connsiteY15" fmla="*/ 70670 h 151314"/>
                <a:gd name="connsiteX16" fmla="*/ 101516 w 124784"/>
                <a:gd name="connsiteY16" fmla="*/ 99185 h 151314"/>
                <a:gd name="connsiteX17" fmla="*/ 94609 w 124784"/>
                <a:gd name="connsiteY17" fmla="*/ 88607 h 151314"/>
                <a:gd name="connsiteX18" fmla="*/ 99214 w 124784"/>
                <a:gd name="connsiteY18" fmla="*/ 64691 h 151314"/>
                <a:gd name="connsiteX19" fmla="*/ 105660 w 124784"/>
                <a:gd name="connsiteY19" fmla="*/ 39855 h 151314"/>
                <a:gd name="connsiteX20" fmla="*/ 109574 w 124784"/>
                <a:gd name="connsiteY20" fmla="*/ 24218 h 151314"/>
                <a:gd name="connsiteX21" fmla="*/ 113027 w 124784"/>
                <a:gd name="connsiteY21" fmla="*/ 8811 h 151314"/>
                <a:gd name="connsiteX22" fmla="*/ 106351 w 124784"/>
                <a:gd name="connsiteY22" fmla="*/ 2602 h 151314"/>
                <a:gd name="connsiteX23" fmla="*/ 97372 w 124784"/>
                <a:gd name="connsiteY23" fmla="*/ 10650 h 151314"/>
                <a:gd name="connsiteX24" fmla="*/ 86551 w 124784"/>
                <a:gd name="connsiteY24" fmla="*/ 53653 h 151314"/>
                <a:gd name="connsiteX25" fmla="*/ 80565 w 124784"/>
                <a:gd name="connsiteY25" fmla="*/ 77109 h 151314"/>
                <a:gd name="connsiteX26" fmla="*/ 50635 w 124784"/>
                <a:gd name="connsiteY26" fmla="*/ 99185 h 151314"/>
                <a:gd name="connsiteX27" fmla="*/ 33598 w 124784"/>
                <a:gd name="connsiteY27" fmla="*/ 79179 h 151314"/>
                <a:gd name="connsiteX28" fmla="*/ 36822 w 124784"/>
                <a:gd name="connsiteY28" fmla="*/ 59632 h 151314"/>
                <a:gd name="connsiteX29" fmla="*/ 46491 w 124784"/>
                <a:gd name="connsiteY29" fmla="*/ 20999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491" y="20999"/>
                  </a:moveTo>
                  <a:cubicBezTo>
                    <a:pt x="47642" y="16169"/>
                    <a:pt x="49945" y="7431"/>
                    <a:pt x="49945" y="6281"/>
                  </a:cubicBezTo>
                  <a:cubicBezTo>
                    <a:pt x="49945" y="2372"/>
                    <a:pt x="47182" y="72"/>
                    <a:pt x="43268" y="72"/>
                  </a:cubicBezTo>
                  <a:cubicBezTo>
                    <a:pt x="42577" y="72"/>
                    <a:pt x="36131" y="302"/>
                    <a:pt x="34059" y="8351"/>
                  </a:cubicBezTo>
                  <a:lnTo>
                    <a:pt x="906" y="141498"/>
                  </a:lnTo>
                  <a:cubicBezTo>
                    <a:pt x="215" y="144258"/>
                    <a:pt x="215" y="144718"/>
                    <a:pt x="215" y="145178"/>
                  </a:cubicBezTo>
                  <a:cubicBezTo>
                    <a:pt x="215" y="148627"/>
                    <a:pt x="2748" y="151387"/>
                    <a:pt x="6662" y="151387"/>
                  </a:cubicBezTo>
                  <a:cubicBezTo>
                    <a:pt x="11497" y="151387"/>
                    <a:pt x="14259" y="147247"/>
                    <a:pt x="14720" y="146557"/>
                  </a:cubicBezTo>
                  <a:cubicBezTo>
                    <a:pt x="15641" y="144488"/>
                    <a:pt x="18634" y="132530"/>
                    <a:pt x="27382" y="97116"/>
                  </a:cubicBezTo>
                  <a:cubicBezTo>
                    <a:pt x="34750" y="103325"/>
                    <a:pt x="45110" y="104245"/>
                    <a:pt x="49715" y="104245"/>
                  </a:cubicBezTo>
                  <a:cubicBezTo>
                    <a:pt x="65831" y="104245"/>
                    <a:pt x="74809" y="93896"/>
                    <a:pt x="80335" y="87457"/>
                  </a:cubicBezTo>
                  <a:cubicBezTo>
                    <a:pt x="82407" y="97806"/>
                    <a:pt x="90925" y="104245"/>
                    <a:pt x="101056" y="104245"/>
                  </a:cubicBezTo>
                  <a:cubicBezTo>
                    <a:pt x="109114" y="104245"/>
                    <a:pt x="114409" y="98955"/>
                    <a:pt x="118093" y="91597"/>
                  </a:cubicBezTo>
                  <a:cubicBezTo>
                    <a:pt x="122006" y="83318"/>
                    <a:pt x="124999" y="69291"/>
                    <a:pt x="124999" y="68831"/>
                  </a:cubicBezTo>
                  <a:cubicBezTo>
                    <a:pt x="124999" y="66531"/>
                    <a:pt x="122927" y="66531"/>
                    <a:pt x="122237" y="66531"/>
                  </a:cubicBezTo>
                  <a:cubicBezTo>
                    <a:pt x="119934" y="66531"/>
                    <a:pt x="119704" y="67451"/>
                    <a:pt x="119013" y="70670"/>
                  </a:cubicBezTo>
                  <a:cubicBezTo>
                    <a:pt x="115100" y="85618"/>
                    <a:pt x="110955" y="99185"/>
                    <a:pt x="101516" y="99185"/>
                  </a:cubicBezTo>
                  <a:cubicBezTo>
                    <a:pt x="95300" y="99185"/>
                    <a:pt x="94609" y="93206"/>
                    <a:pt x="94609" y="88607"/>
                  </a:cubicBezTo>
                  <a:cubicBezTo>
                    <a:pt x="94609" y="83548"/>
                    <a:pt x="97372" y="72740"/>
                    <a:pt x="99214" y="64691"/>
                  </a:cubicBezTo>
                  <a:lnTo>
                    <a:pt x="105660" y="39855"/>
                  </a:lnTo>
                  <a:cubicBezTo>
                    <a:pt x="106351" y="36406"/>
                    <a:pt x="108653" y="27668"/>
                    <a:pt x="109574" y="24218"/>
                  </a:cubicBezTo>
                  <a:cubicBezTo>
                    <a:pt x="110725" y="18929"/>
                    <a:pt x="113027" y="10190"/>
                    <a:pt x="113027" y="8811"/>
                  </a:cubicBezTo>
                  <a:cubicBezTo>
                    <a:pt x="113027" y="4671"/>
                    <a:pt x="109804" y="2602"/>
                    <a:pt x="106351" y="2602"/>
                  </a:cubicBezTo>
                  <a:cubicBezTo>
                    <a:pt x="105200" y="2602"/>
                    <a:pt x="99214" y="2832"/>
                    <a:pt x="97372" y="10650"/>
                  </a:cubicBezTo>
                  <a:lnTo>
                    <a:pt x="86551" y="53653"/>
                  </a:lnTo>
                  <a:cubicBezTo>
                    <a:pt x="83788" y="65151"/>
                    <a:pt x="81256" y="74810"/>
                    <a:pt x="80565" y="77109"/>
                  </a:cubicBezTo>
                  <a:cubicBezTo>
                    <a:pt x="80335" y="78259"/>
                    <a:pt x="69284" y="99185"/>
                    <a:pt x="50635" y="99185"/>
                  </a:cubicBezTo>
                  <a:cubicBezTo>
                    <a:pt x="39124" y="99185"/>
                    <a:pt x="33598" y="91597"/>
                    <a:pt x="33598" y="79179"/>
                  </a:cubicBezTo>
                  <a:cubicBezTo>
                    <a:pt x="33598" y="72510"/>
                    <a:pt x="35210" y="66071"/>
                    <a:pt x="36822" y="59632"/>
                  </a:cubicBezTo>
                  <a:lnTo>
                    <a:pt x="46491" y="20999"/>
                  </a:lnTo>
                  <a:close/>
                </a:path>
              </a:pathLst>
            </a:custGeom>
            <a:solidFill>
              <a:srgbClr val="FF0000"/>
            </a:solidFill>
            <a:ln w="23082" cap="flat">
              <a:noFill/>
              <a:prstDash val="solid"/>
              <a:miter/>
            </a:ln>
          </p:spPr>
          <p:txBody>
            <a:bodyPr rtlCol="0" anchor="ctr"/>
            <a:lstStyle/>
            <a:p>
              <a:endParaRPr lang="en-GB" noProof="0"/>
            </a:p>
          </p:txBody>
        </p:sp>
        <p:sp>
          <p:nvSpPr>
            <p:cNvPr id="24" name="Freeform: Shape 23">
              <a:extLst>
                <a:ext uri="{FF2B5EF4-FFF2-40B4-BE49-F238E27FC236}">
                  <a16:creationId xmlns:a16="http://schemas.microsoft.com/office/drawing/2014/main" id="{DF19395F-25A9-3DD7-C265-7F81371814E1}"/>
                </a:ext>
              </a:extLst>
            </p:cNvPr>
            <p:cNvSpPr/>
            <p:nvPr>
              <p:custDataLst>
                <p:tags r:id="rId66"/>
              </p:custDataLst>
            </p:nvPr>
          </p:nvSpPr>
          <p:spPr>
            <a:xfrm>
              <a:off x="2605817" y="4694722"/>
              <a:ext cx="74778" cy="110105"/>
            </a:xfrm>
            <a:custGeom>
              <a:avLst/>
              <a:gdLst>
                <a:gd name="connsiteX0" fmla="*/ 75000 w 74778"/>
                <a:gd name="connsiteY0" fmla="*/ 55609 h 110105"/>
                <a:gd name="connsiteX1" fmla="*/ 65491 w 74778"/>
                <a:gd name="connsiteY1" fmla="*/ 13917 h 110105"/>
                <a:gd name="connsiteX2" fmla="*/ 37610 w 74778"/>
                <a:gd name="connsiteY2" fmla="*/ 74 h 110105"/>
                <a:gd name="connsiteX3" fmla="*/ 221 w 74778"/>
                <a:gd name="connsiteY3" fmla="*/ 55609 h 110105"/>
                <a:gd name="connsiteX4" fmla="*/ 37610 w 74778"/>
                <a:gd name="connsiteY4" fmla="*/ 110179 h 110105"/>
                <a:gd name="connsiteX5" fmla="*/ 75000 w 74778"/>
                <a:gd name="connsiteY5" fmla="*/ 55609 h 110105"/>
                <a:gd name="connsiteX6" fmla="*/ 37610 w 74778"/>
                <a:gd name="connsiteY6" fmla="*/ 105672 h 110105"/>
                <a:gd name="connsiteX7" fmla="*/ 17143 w 74778"/>
                <a:gd name="connsiteY7" fmla="*/ 88126 h 110105"/>
                <a:gd name="connsiteX8" fmla="*/ 14887 w 74778"/>
                <a:gd name="connsiteY8" fmla="*/ 53517 h 110105"/>
                <a:gd name="connsiteX9" fmla="*/ 17304 w 74778"/>
                <a:gd name="connsiteY9" fmla="*/ 20678 h 110105"/>
                <a:gd name="connsiteX10" fmla="*/ 37610 w 74778"/>
                <a:gd name="connsiteY10" fmla="*/ 4581 h 110105"/>
                <a:gd name="connsiteX11" fmla="*/ 57594 w 74778"/>
                <a:gd name="connsiteY11" fmla="*/ 19229 h 110105"/>
                <a:gd name="connsiteX12" fmla="*/ 60334 w 74778"/>
                <a:gd name="connsiteY12" fmla="*/ 53517 h 110105"/>
                <a:gd name="connsiteX13" fmla="*/ 58239 w 74778"/>
                <a:gd name="connsiteY13" fmla="*/ 87482 h 110105"/>
                <a:gd name="connsiteX14" fmla="*/ 37610 w 74778"/>
                <a:gd name="connsiteY14" fmla="*/ 105672 h 110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778" h="110105">
                  <a:moveTo>
                    <a:pt x="75000" y="55609"/>
                  </a:moveTo>
                  <a:cubicBezTo>
                    <a:pt x="75000" y="37902"/>
                    <a:pt x="72905" y="25185"/>
                    <a:pt x="65491" y="13917"/>
                  </a:cubicBezTo>
                  <a:cubicBezTo>
                    <a:pt x="60495" y="6513"/>
                    <a:pt x="50503" y="74"/>
                    <a:pt x="37610" y="74"/>
                  </a:cubicBezTo>
                  <a:cubicBezTo>
                    <a:pt x="221" y="74"/>
                    <a:pt x="221" y="44019"/>
                    <a:pt x="221" y="55609"/>
                  </a:cubicBezTo>
                  <a:cubicBezTo>
                    <a:pt x="221" y="67199"/>
                    <a:pt x="221" y="110179"/>
                    <a:pt x="37610" y="110179"/>
                  </a:cubicBezTo>
                  <a:cubicBezTo>
                    <a:pt x="75000" y="110179"/>
                    <a:pt x="75000" y="67199"/>
                    <a:pt x="75000" y="55609"/>
                  </a:cubicBezTo>
                  <a:close/>
                  <a:moveTo>
                    <a:pt x="37610" y="105672"/>
                  </a:moveTo>
                  <a:cubicBezTo>
                    <a:pt x="30197" y="105672"/>
                    <a:pt x="20366" y="101326"/>
                    <a:pt x="17143" y="88126"/>
                  </a:cubicBezTo>
                  <a:cubicBezTo>
                    <a:pt x="14887" y="78628"/>
                    <a:pt x="14887" y="65429"/>
                    <a:pt x="14887" y="53517"/>
                  </a:cubicBezTo>
                  <a:cubicBezTo>
                    <a:pt x="14887" y="41766"/>
                    <a:pt x="14887" y="29532"/>
                    <a:pt x="17304" y="20678"/>
                  </a:cubicBezTo>
                  <a:cubicBezTo>
                    <a:pt x="20689" y="7961"/>
                    <a:pt x="31003" y="4581"/>
                    <a:pt x="37610" y="4581"/>
                  </a:cubicBezTo>
                  <a:cubicBezTo>
                    <a:pt x="46313" y="4581"/>
                    <a:pt x="54693" y="9893"/>
                    <a:pt x="57594" y="19229"/>
                  </a:cubicBezTo>
                  <a:cubicBezTo>
                    <a:pt x="60173" y="27922"/>
                    <a:pt x="60334" y="39512"/>
                    <a:pt x="60334" y="53517"/>
                  </a:cubicBezTo>
                  <a:cubicBezTo>
                    <a:pt x="60334" y="65429"/>
                    <a:pt x="60334" y="77341"/>
                    <a:pt x="58239" y="87482"/>
                  </a:cubicBezTo>
                  <a:cubicBezTo>
                    <a:pt x="55016" y="102130"/>
                    <a:pt x="44057" y="105672"/>
                    <a:pt x="37610" y="105672"/>
                  </a:cubicBezTo>
                  <a:close/>
                </a:path>
              </a:pathLst>
            </a:custGeom>
            <a:solidFill>
              <a:srgbClr val="FF0000"/>
            </a:solidFill>
            <a:ln w="23082" cap="flat">
              <a:noFill/>
              <a:prstDash val="solid"/>
              <a:miter/>
            </a:ln>
          </p:spPr>
          <p:txBody>
            <a:bodyPr rtlCol="0" anchor="ctr"/>
            <a:lstStyle/>
            <a:p>
              <a:endParaRPr lang="en-GB" noProof="0"/>
            </a:p>
          </p:txBody>
        </p:sp>
        <p:sp>
          <p:nvSpPr>
            <p:cNvPr id="26" name="Freeform: Shape 25">
              <a:extLst>
                <a:ext uri="{FF2B5EF4-FFF2-40B4-BE49-F238E27FC236}">
                  <a16:creationId xmlns:a16="http://schemas.microsoft.com/office/drawing/2014/main" id="{EA4A76D5-3431-0A05-F04A-E242CE1C1B3B}"/>
                </a:ext>
              </a:extLst>
            </p:cNvPr>
            <p:cNvSpPr/>
            <p:nvPr>
              <p:custDataLst>
                <p:tags r:id="rId67"/>
              </p:custDataLst>
            </p:nvPr>
          </p:nvSpPr>
          <p:spPr>
            <a:xfrm>
              <a:off x="2783780" y="4620859"/>
              <a:ext cx="140669" cy="177760"/>
            </a:xfrm>
            <a:custGeom>
              <a:avLst/>
              <a:gdLst>
                <a:gd name="connsiteX0" fmla="*/ 136524 w 140669"/>
                <a:gd name="connsiteY0" fmla="*/ 9731 h 177760"/>
                <a:gd name="connsiteX1" fmla="*/ 140898 w 140669"/>
                <a:gd name="connsiteY1" fmla="*/ 4671 h 177760"/>
                <a:gd name="connsiteX2" fmla="*/ 136294 w 140669"/>
                <a:gd name="connsiteY2" fmla="*/ 72 h 177760"/>
                <a:gd name="connsiteX3" fmla="*/ 132150 w 140669"/>
                <a:gd name="connsiteY3" fmla="*/ 1452 h 177760"/>
                <a:gd name="connsiteX4" fmla="*/ 4833 w 140669"/>
                <a:gd name="connsiteY4" fmla="*/ 61472 h 177760"/>
                <a:gd name="connsiteX5" fmla="*/ 229 w 140669"/>
                <a:gd name="connsiteY5" fmla="*/ 66761 h 177760"/>
                <a:gd name="connsiteX6" fmla="*/ 4833 w 140669"/>
                <a:gd name="connsiteY6" fmla="*/ 71820 h 177760"/>
                <a:gd name="connsiteX7" fmla="*/ 132150 w 140669"/>
                <a:gd name="connsiteY7" fmla="*/ 131610 h 177760"/>
                <a:gd name="connsiteX8" fmla="*/ 136294 w 140669"/>
                <a:gd name="connsiteY8" fmla="*/ 133220 h 177760"/>
                <a:gd name="connsiteX9" fmla="*/ 140898 w 140669"/>
                <a:gd name="connsiteY9" fmla="*/ 128621 h 177760"/>
                <a:gd name="connsiteX10" fmla="*/ 136064 w 140669"/>
                <a:gd name="connsiteY10" fmla="*/ 123331 h 177760"/>
                <a:gd name="connsiteX11" fmla="*/ 15654 w 140669"/>
                <a:gd name="connsiteY11" fmla="*/ 66761 h 177760"/>
                <a:gd name="connsiteX12" fmla="*/ 136524 w 140669"/>
                <a:gd name="connsiteY12" fmla="*/ 9731 h 177760"/>
                <a:gd name="connsiteX13" fmla="*/ 132840 w 140669"/>
                <a:gd name="connsiteY13" fmla="*/ 177832 h 177760"/>
                <a:gd name="connsiteX14" fmla="*/ 140898 w 140669"/>
                <a:gd name="connsiteY14" fmla="*/ 173233 h 177760"/>
                <a:gd name="connsiteX15" fmla="*/ 132610 w 140669"/>
                <a:gd name="connsiteY15" fmla="*/ 168634 h 177760"/>
                <a:gd name="connsiteX16" fmla="*/ 8517 w 140669"/>
                <a:gd name="connsiteY16" fmla="*/ 168634 h 177760"/>
                <a:gd name="connsiteX17" fmla="*/ 229 w 140669"/>
                <a:gd name="connsiteY17" fmla="*/ 173233 h 177760"/>
                <a:gd name="connsiteX18" fmla="*/ 8287 w 140669"/>
                <a:gd name="connsiteY18" fmla="*/ 177832 h 177760"/>
                <a:gd name="connsiteX19" fmla="*/ 132840 w 140669"/>
                <a:gd name="connsiteY19" fmla="*/ 177832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24" y="9731"/>
                  </a:moveTo>
                  <a:cubicBezTo>
                    <a:pt x="139057" y="8581"/>
                    <a:pt x="140898" y="7431"/>
                    <a:pt x="140898" y="4671"/>
                  </a:cubicBezTo>
                  <a:cubicBezTo>
                    <a:pt x="140898" y="2142"/>
                    <a:pt x="139057" y="72"/>
                    <a:pt x="136294" y="72"/>
                  </a:cubicBezTo>
                  <a:cubicBezTo>
                    <a:pt x="135143" y="72"/>
                    <a:pt x="133071" y="992"/>
                    <a:pt x="132150" y="1452"/>
                  </a:cubicBezTo>
                  <a:lnTo>
                    <a:pt x="4833" y="61472"/>
                  </a:lnTo>
                  <a:cubicBezTo>
                    <a:pt x="919" y="63311"/>
                    <a:pt x="229" y="64921"/>
                    <a:pt x="229" y="66761"/>
                  </a:cubicBezTo>
                  <a:cubicBezTo>
                    <a:pt x="229" y="68831"/>
                    <a:pt x="1610" y="70440"/>
                    <a:pt x="4833" y="71820"/>
                  </a:cubicBezTo>
                  <a:lnTo>
                    <a:pt x="132150" y="131610"/>
                  </a:lnTo>
                  <a:cubicBezTo>
                    <a:pt x="135143" y="133220"/>
                    <a:pt x="135603" y="133220"/>
                    <a:pt x="136294" y="133220"/>
                  </a:cubicBezTo>
                  <a:cubicBezTo>
                    <a:pt x="138826" y="133220"/>
                    <a:pt x="140898" y="131150"/>
                    <a:pt x="140898" y="128621"/>
                  </a:cubicBezTo>
                  <a:cubicBezTo>
                    <a:pt x="140898" y="126551"/>
                    <a:pt x="139977" y="125171"/>
                    <a:pt x="136064" y="123331"/>
                  </a:cubicBezTo>
                  <a:lnTo>
                    <a:pt x="15654" y="66761"/>
                  </a:lnTo>
                  <a:lnTo>
                    <a:pt x="136524" y="9731"/>
                  </a:lnTo>
                  <a:close/>
                  <a:moveTo>
                    <a:pt x="132840" y="177832"/>
                  </a:moveTo>
                  <a:cubicBezTo>
                    <a:pt x="136754" y="177832"/>
                    <a:pt x="140898" y="177832"/>
                    <a:pt x="140898" y="173233"/>
                  </a:cubicBezTo>
                  <a:cubicBezTo>
                    <a:pt x="140898" y="168634"/>
                    <a:pt x="136064" y="168634"/>
                    <a:pt x="132610" y="168634"/>
                  </a:cubicBezTo>
                  <a:lnTo>
                    <a:pt x="8517" y="168634"/>
                  </a:lnTo>
                  <a:cubicBezTo>
                    <a:pt x="5063" y="168634"/>
                    <a:pt x="229" y="168634"/>
                    <a:pt x="229" y="173233"/>
                  </a:cubicBezTo>
                  <a:cubicBezTo>
                    <a:pt x="229" y="177832"/>
                    <a:pt x="4373" y="177832"/>
                    <a:pt x="8287" y="177832"/>
                  </a:cubicBezTo>
                  <a:lnTo>
                    <a:pt x="132840" y="177832"/>
                  </a:lnTo>
                  <a:close/>
                </a:path>
              </a:pathLst>
            </a:custGeom>
            <a:solidFill>
              <a:srgbClr val="000000"/>
            </a:solidFill>
            <a:ln w="23082" cap="flat">
              <a:noFill/>
              <a:prstDash val="solid"/>
              <a:miter/>
            </a:ln>
          </p:spPr>
          <p:txBody>
            <a:bodyPr rtlCol="0" anchor="ctr"/>
            <a:lstStyle/>
            <a:p>
              <a:endParaRPr lang="en-GB" noProof="0"/>
            </a:p>
          </p:txBody>
        </p:sp>
        <p:sp>
          <p:nvSpPr>
            <p:cNvPr id="30" name="Freeform: Shape 29">
              <a:extLst>
                <a:ext uri="{FF2B5EF4-FFF2-40B4-BE49-F238E27FC236}">
                  <a16:creationId xmlns:a16="http://schemas.microsoft.com/office/drawing/2014/main" id="{4EA7FCF8-8071-6408-FB72-DA777BCA87B2}"/>
                </a:ext>
              </a:extLst>
            </p:cNvPr>
            <p:cNvSpPr/>
            <p:nvPr>
              <p:custDataLst>
                <p:tags r:id="rId68"/>
              </p:custDataLst>
            </p:nvPr>
          </p:nvSpPr>
          <p:spPr>
            <a:xfrm>
              <a:off x="3017129" y="4665471"/>
              <a:ext cx="129158" cy="104172"/>
            </a:xfrm>
            <a:custGeom>
              <a:avLst/>
              <a:gdLst>
                <a:gd name="connsiteX0" fmla="*/ 100619 w 129158"/>
                <a:gd name="connsiteY0" fmla="*/ 47444 h 104172"/>
                <a:gd name="connsiteX1" fmla="*/ 62171 w 129158"/>
                <a:gd name="connsiteY1" fmla="*/ 72 h 104172"/>
                <a:gd name="connsiteX2" fmla="*/ 239 w 129158"/>
                <a:gd name="connsiteY2" fmla="*/ 65381 h 104172"/>
                <a:gd name="connsiteX3" fmla="*/ 37536 w 129158"/>
                <a:gd name="connsiteY3" fmla="*/ 104245 h 104172"/>
                <a:gd name="connsiteX4" fmla="*/ 86114 w 129158"/>
                <a:gd name="connsiteY4" fmla="*/ 84928 h 104172"/>
                <a:gd name="connsiteX5" fmla="*/ 107065 w 129158"/>
                <a:gd name="connsiteY5" fmla="*/ 104245 h 104172"/>
                <a:gd name="connsiteX6" fmla="*/ 126404 w 129158"/>
                <a:gd name="connsiteY6" fmla="*/ 87917 h 104172"/>
                <a:gd name="connsiteX7" fmla="*/ 123642 w 129158"/>
                <a:gd name="connsiteY7" fmla="*/ 85618 h 104172"/>
                <a:gd name="connsiteX8" fmla="*/ 120649 w 129158"/>
                <a:gd name="connsiteY8" fmla="*/ 87917 h 104172"/>
                <a:gd name="connsiteX9" fmla="*/ 107756 w 129158"/>
                <a:gd name="connsiteY9" fmla="*/ 99185 h 104172"/>
                <a:gd name="connsiteX10" fmla="*/ 100619 w 129158"/>
                <a:gd name="connsiteY10" fmla="*/ 75729 h 104172"/>
                <a:gd name="connsiteX11" fmla="*/ 102921 w 129158"/>
                <a:gd name="connsiteY11" fmla="*/ 67681 h 104172"/>
                <a:gd name="connsiteX12" fmla="*/ 129397 w 129158"/>
                <a:gd name="connsiteY12" fmla="*/ 13640 h 104172"/>
                <a:gd name="connsiteX13" fmla="*/ 126635 w 129158"/>
                <a:gd name="connsiteY13" fmla="*/ 11340 h 104172"/>
                <a:gd name="connsiteX14" fmla="*/ 123181 w 129158"/>
                <a:gd name="connsiteY14" fmla="*/ 16169 h 104172"/>
                <a:gd name="connsiteX15" fmla="*/ 100619 w 129158"/>
                <a:gd name="connsiteY15" fmla="*/ 61702 h 104172"/>
                <a:gd name="connsiteX16" fmla="*/ 100619 w 129158"/>
                <a:gd name="connsiteY16" fmla="*/ 47444 h 104172"/>
                <a:gd name="connsiteX17" fmla="*/ 85194 w 129158"/>
                <a:gd name="connsiteY17" fmla="*/ 78949 h 104172"/>
                <a:gd name="connsiteX18" fmla="*/ 37997 w 129158"/>
                <a:gd name="connsiteY18" fmla="*/ 99185 h 104172"/>
                <a:gd name="connsiteX19" fmla="*/ 17276 w 129158"/>
                <a:gd name="connsiteY19" fmla="*/ 74120 h 104172"/>
                <a:gd name="connsiteX20" fmla="*/ 30629 w 129158"/>
                <a:gd name="connsiteY20" fmla="*/ 26288 h 104172"/>
                <a:gd name="connsiteX21" fmla="*/ 61940 w 129158"/>
                <a:gd name="connsiteY21" fmla="*/ 5131 h 104172"/>
                <a:gd name="connsiteX22" fmla="*/ 84733 w 129158"/>
                <a:gd name="connsiteY22" fmla="*/ 53193 h 104172"/>
                <a:gd name="connsiteX23" fmla="*/ 85194 w 129158"/>
                <a:gd name="connsiteY23" fmla="*/ 78949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158" h="104172">
                  <a:moveTo>
                    <a:pt x="100619" y="47444"/>
                  </a:moveTo>
                  <a:cubicBezTo>
                    <a:pt x="100619" y="11340"/>
                    <a:pt x="79208" y="72"/>
                    <a:pt x="62171" y="72"/>
                  </a:cubicBezTo>
                  <a:cubicBezTo>
                    <a:pt x="30629" y="72"/>
                    <a:pt x="239" y="32957"/>
                    <a:pt x="239" y="65381"/>
                  </a:cubicBezTo>
                  <a:cubicBezTo>
                    <a:pt x="239" y="86768"/>
                    <a:pt x="14053" y="104245"/>
                    <a:pt x="37536" y="104245"/>
                  </a:cubicBezTo>
                  <a:cubicBezTo>
                    <a:pt x="52041" y="104245"/>
                    <a:pt x="68617" y="98955"/>
                    <a:pt x="86114" y="84928"/>
                  </a:cubicBezTo>
                  <a:cubicBezTo>
                    <a:pt x="89107" y="97116"/>
                    <a:pt x="96705" y="104245"/>
                    <a:pt x="107065" y="104245"/>
                  </a:cubicBezTo>
                  <a:cubicBezTo>
                    <a:pt x="119267" y="104245"/>
                    <a:pt x="126404" y="91597"/>
                    <a:pt x="126404" y="87917"/>
                  </a:cubicBezTo>
                  <a:cubicBezTo>
                    <a:pt x="126404" y="86308"/>
                    <a:pt x="125023" y="85618"/>
                    <a:pt x="123642" y="85618"/>
                  </a:cubicBezTo>
                  <a:cubicBezTo>
                    <a:pt x="122030" y="85618"/>
                    <a:pt x="121339" y="86308"/>
                    <a:pt x="120649" y="87917"/>
                  </a:cubicBezTo>
                  <a:cubicBezTo>
                    <a:pt x="116505" y="99185"/>
                    <a:pt x="108216" y="99185"/>
                    <a:pt x="107756" y="99185"/>
                  </a:cubicBezTo>
                  <a:cubicBezTo>
                    <a:pt x="100619" y="99185"/>
                    <a:pt x="100619" y="81248"/>
                    <a:pt x="100619" y="75729"/>
                  </a:cubicBezTo>
                  <a:cubicBezTo>
                    <a:pt x="100619" y="70900"/>
                    <a:pt x="100619" y="70440"/>
                    <a:pt x="102921" y="67681"/>
                  </a:cubicBezTo>
                  <a:cubicBezTo>
                    <a:pt x="124563" y="40545"/>
                    <a:pt x="129397" y="13870"/>
                    <a:pt x="129397" y="13640"/>
                  </a:cubicBezTo>
                  <a:cubicBezTo>
                    <a:pt x="129397" y="13180"/>
                    <a:pt x="129167" y="11340"/>
                    <a:pt x="126635" y="11340"/>
                  </a:cubicBezTo>
                  <a:cubicBezTo>
                    <a:pt x="124332" y="11340"/>
                    <a:pt x="124332" y="12030"/>
                    <a:pt x="123181" y="16169"/>
                  </a:cubicBezTo>
                  <a:cubicBezTo>
                    <a:pt x="119037" y="30657"/>
                    <a:pt x="111440" y="48134"/>
                    <a:pt x="100619" y="61702"/>
                  </a:cubicBezTo>
                  <a:lnTo>
                    <a:pt x="100619" y="47444"/>
                  </a:lnTo>
                  <a:close/>
                  <a:moveTo>
                    <a:pt x="85194" y="78949"/>
                  </a:moveTo>
                  <a:cubicBezTo>
                    <a:pt x="64933" y="96656"/>
                    <a:pt x="47206" y="99185"/>
                    <a:pt x="37997" y="99185"/>
                  </a:cubicBezTo>
                  <a:cubicBezTo>
                    <a:pt x="24183" y="99185"/>
                    <a:pt x="17276" y="88837"/>
                    <a:pt x="17276" y="74120"/>
                  </a:cubicBezTo>
                  <a:cubicBezTo>
                    <a:pt x="17276" y="62852"/>
                    <a:pt x="23262" y="38016"/>
                    <a:pt x="30629" y="26288"/>
                  </a:cubicBezTo>
                  <a:cubicBezTo>
                    <a:pt x="41450" y="9501"/>
                    <a:pt x="53882" y="5131"/>
                    <a:pt x="61940" y="5131"/>
                  </a:cubicBezTo>
                  <a:cubicBezTo>
                    <a:pt x="84733" y="5131"/>
                    <a:pt x="84733" y="35256"/>
                    <a:pt x="84733" y="53193"/>
                  </a:cubicBezTo>
                  <a:cubicBezTo>
                    <a:pt x="84733" y="61702"/>
                    <a:pt x="84733" y="75040"/>
                    <a:pt x="85194" y="78949"/>
                  </a:cubicBezTo>
                  <a:close/>
                </a:path>
              </a:pathLst>
            </a:custGeom>
            <a:solidFill>
              <a:srgbClr val="000000"/>
            </a:solidFill>
            <a:ln w="23082" cap="flat">
              <a:noFill/>
              <a:prstDash val="solid"/>
              <a:miter/>
            </a:ln>
          </p:spPr>
          <p:txBody>
            <a:bodyPr rtlCol="0" anchor="ctr"/>
            <a:lstStyle/>
            <a:p>
              <a:endParaRPr lang="en-GB" noProof="0"/>
            </a:p>
          </p:txBody>
        </p:sp>
        <p:sp>
          <p:nvSpPr>
            <p:cNvPr id="31" name="Freeform: Shape 30">
              <a:extLst>
                <a:ext uri="{FF2B5EF4-FFF2-40B4-BE49-F238E27FC236}">
                  <a16:creationId xmlns:a16="http://schemas.microsoft.com/office/drawing/2014/main" id="{A6A8AF4B-0403-A8F9-81FA-D655E9C31211}"/>
                </a:ext>
              </a:extLst>
            </p:cNvPr>
            <p:cNvSpPr/>
            <p:nvPr>
              <p:custDataLst>
                <p:tags r:id="rId69"/>
              </p:custDataLst>
            </p:nvPr>
          </p:nvSpPr>
          <p:spPr>
            <a:xfrm>
              <a:off x="3219873" y="4633047"/>
              <a:ext cx="153102" cy="153154"/>
            </a:xfrm>
            <a:custGeom>
              <a:avLst/>
              <a:gdLst>
                <a:gd name="connsiteX0" fmla="*/ 81518 w 153102"/>
                <a:gd name="connsiteY0" fmla="*/ 81248 h 153154"/>
                <a:gd name="connsiteX1" fmla="*/ 145752 w 153102"/>
                <a:gd name="connsiteY1" fmla="*/ 81248 h 153154"/>
                <a:gd name="connsiteX2" fmla="*/ 153350 w 153102"/>
                <a:gd name="connsiteY2" fmla="*/ 76649 h 153154"/>
                <a:gd name="connsiteX3" fmla="*/ 145752 w 153102"/>
                <a:gd name="connsiteY3" fmla="*/ 72050 h 153154"/>
                <a:gd name="connsiteX4" fmla="*/ 81518 w 153102"/>
                <a:gd name="connsiteY4" fmla="*/ 72050 h 153154"/>
                <a:gd name="connsiteX5" fmla="*/ 81518 w 153102"/>
                <a:gd name="connsiteY5" fmla="*/ 7661 h 153154"/>
                <a:gd name="connsiteX6" fmla="*/ 76914 w 153102"/>
                <a:gd name="connsiteY6" fmla="*/ 72 h 153154"/>
                <a:gd name="connsiteX7" fmla="*/ 72309 w 153102"/>
                <a:gd name="connsiteY7" fmla="*/ 7661 h 153154"/>
                <a:gd name="connsiteX8" fmla="*/ 72309 w 153102"/>
                <a:gd name="connsiteY8" fmla="*/ 72050 h 153154"/>
                <a:gd name="connsiteX9" fmla="*/ 7845 w 153102"/>
                <a:gd name="connsiteY9" fmla="*/ 72050 h 153154"/>
                <a:gd name="connsiteX10" fmla="*/ 248 w 153102"/>
                <a:gd name="connsiteY10" fmla="*/ 76649 h 153154"/>
                <a:gd name="connsiteX11" fmla="*/ 7845 w 153102"/>
                <a:gd name="connsiteY11" fmla="*/ 81248 h 153154"/>
                <a:gd name="connsiteX12" fmla="*/ 72309 w 153102"/>
                <a:gd name="connsiteY12" fmla="*/ 81248 h 153154"/>
                <a:gd name="connsiteX13" fmla="*/ 72309 w 153102"/>
                <a:gd name="connsiteY13" fmla="*/ 145638 h 153154"/>
                <a:gd name="connsiteX14" fmla="*/ 76914 w 153102"/>
                <a:gd name="connsiteY14" fmla="*/ 153226 h 153154"/>
                <a:gd name="connsiteX15" fmla="*/ 81518 w 153102"/>
                <a:gd name="connsiteY15" fmla="*/ 145638 h 153154"/>
                <a:gd name="connsiteX16" fmla="*/ 81518 w 153102"/>
                <a:gd name="connsiteY16" fmla="*/ 81248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18" y="81248"/>
                  </a:moveTo>
                  <a:lnTo>
                    <a:pt x="145752" y="81248"/>
                  </a:lnTo>
                  <a:cubicBezTo>
                    <a:pt x="148976" y="81248"/>
                    <a:pt x="153350" y="81248"/>
                    <a:pt x="153350" y="76649"/>
                  </a:cubicBezTo>
                  <a:cubicBezTo>
                    <a:pt x="153350" y="72050"/>
                    <a:pt x="148976" y="72050"/>
                    <a:pt x="145752" y="72050"/>
                  </a:cubicBezTo>
                  <a:lnTo>
                    <a:pt x="81518" y="72050"/>
                  </a:lnTo>
                  <a:lnTo>
                    <a:pt x="81518" y="7661"/>
                  </a:lnTo>
                  <a:cubicBezTo>
                    <a:pt x="81518" y="4441"/>
                    <a:pt x="81518" y="72"/>
                    <a:pt x="76914" y="72"/>
                  </a:cubicBezTo>
                  <a:cubicBezTo>
                    <a:pt x="72309" y="72"/>
                    <a:pt x="72309" y="4441"/>
                    <a:pt x="72309" y="7661"/>
                  </a:cubicBezTo>
                  <a:lnTo>
                    <a:pt x="72309" y="72050"/>
                  </a:lnTo>
                  <a:lnTo>
                    <a:pt x="7845" y="72050"/>
                  </a:lnTo>
                  <a:cubicBezTo>
                    <a:pt x="4622" y="72050"/>
                    <a:pt x="248" y="72050"/>
                    <a:pt x="248" y="76649"/>
                  </a:cubicBezTo>
                  <a:cubicBezTo>
                    <a:pt x="248" y="81248"/>
                    <a:pt x="4622" y="81248"/>
                    <a:pt x="7845" y="81248"/>
                  </a:cubicBezTo>
                  <a:lnTo>
                    <a:pt x="72309" y="81248"/>
                  </a:lnTo>
                  <a:lnTo>
                    <a:pt x="72309" y="145638"/>
                  </a:lnTo>
                  <a:cubicBezTo>
                    <a:pt x="72309" y="148857"/>
                    <a:pt x="72309" y="153226"/>
                    <a:pt x="76914" y="153226"/>
                  </a:cubicBezTo>
                  <a:cubicBezTo>
                    <a:pt x="81518" y="153226"/>
                    <a:pt x="81518" y="148857"/>
                    <a:pt x="81518" y="145638"/>
                  </a:cubicBezTo>
                  <a:lnTo>
                    <a:pt x="81518" y="81248"/>
                  </a:lnTo>
                  <a:close/>
                </a:path>
              </a:pathLst>
            </a:custGeom>
            <a:solidFill>
              <a:srgbClr val="000000"/>
            </a:solidFill>
            <a:ln w="23082" cap="flat">
              <a:noFill/>
              <a:prstDash val="solid"/>
              <a:miter/>
            </a:ln>
          </p:spPr>
          <p:txBody>
            <a:bodyPr rtlCol="0" anchor="ctr"/>
            <a:lstStyle/>
            <a:p>
              <a:endParaRPr lang="en-GB" noProof="0"/>
            </a:p>
          </p:txBody>
        </p:sp>
        <p:sp>
          <p:nvSpPr>
            <p:cNvPr id="33" name="Freeform: Shape 32">
              <a:extLst>
                <a:ext uri="{FF2B5EF4-FFF2-40B4-BE49-F238E27FC236}">
                  <a16:creationId xmlns:a16="http://schemas.microsoft.com/office/drawing/2014/main" id="{8D611595-7B99-D58E-3179-880EA8860F77}"/>
                </a:ext>
              </a:extLst>
            </p:cNvPr>
            <p:cNvSpPr/>
            <p:nvPr>
              <p:custDataLst>
                <p:tags r:id="rId70"/>
              </p:custDataLst>
            </p:nvPr>
          </p:nvSpPr>
          <p:spPr>
            <a:xfrm>
              <a:off x="3444086" y="4604761"/>
              <a:ext cx="125503" cy="206965"/>
            </a:xfrm>
            <a:custGeom>
              <a:avLst/>
              <a:gdLst>
                <a:gd name="connsiteX0" fmla="*/ 125762 w 125503"/>
                <a:gd name="connsiteY0" fmla="*/ 31577 h 206965"/>
                <a:gd name="connsiteX1" fmla="*/ 94450 w 125503"/>
                <a:gd name="connsiteY1" fmla="*/ 72 h 206965"/>
                <a:gd name="connsiteX2" fmla="*/ 66593 w 125503"/>
                <a:gd name="connsiteY2" fmla="*/ 9731 h 206965"/>
                <a:gd name="connsiteX3" fmla="*/ 36893 w 125503"/>
                <a:gd name="connsiteY3" fmla="*/ 58712 h 206965"/>
                <a:gd name="connsiteX4" fmla="*/ 287 w 125503"/>
                <a:gd name="connsiteY4" fmla="*/ 204738 h 206965"/>
                <a:gd name="connsiteX5" fmla="*/ 3050 w 125503"/>
                <a:gd name="connsiteY5" fmla="*/ 207037 h 206965"/>
                <a:gd name="connsiteX6" fmla="*/ 5812 w 125503"/>
                <a:gd name="connsiteY6" fmla="*/ 205888 h 206965"/>
                <a:gd name="connsiteX7" fmla="*/ 21928 w 125503"/>
                <a:gd name="connsiteY7" fmla="*/ 142418 h 206965"/>
                <a:gd name="connsiteX8" fmla="*/ 53239 w 125503"/>
                <a:gd name="connsiteY8" fmla="*/ 164724 h 206965"/>
                <a:gd name="connsiteX9" fmla="*/ 97674 w 125503"/>
                <a:gd name="connsiteY9" fmla="*/ 146557 h 206965"/>
                <a:gd name="connsiteX10" fmla="*/ 116092 w 125503"/>
                <a:gd name="connsiteY10" fmla="*/ 104245 h 206965"/>
                <a:gd name="connsiteX11" fmla="*/ 99285 w 125503"/>
                <a:gd name="connsiteY11" fmla="*/ 69980 h 206965"/>
                <a:gd name="connsiteX12" fmla="*/ 125762 w 125503"/>
                <a:gd name="connsiteY12" fmla="*/ 31577 h 206965"/>
                <a:gd name="connsiteX13" fmla="*/ 84320 w 125503"/>
                <a:gd name="connsiteY13" fmla="*/ 69750 h 206965"/>
                <a:gd name="connsiteX14" fmla="*/ 73269 w 125503"/>
                <a:gd name="connsiteY14" fmla="*/ 71360 h 206965"/>
                <a:gd name="connsiteX15" fmla="*/ 63139 w 125503"/>
                <a:gd name="connsiteY15" fmla="*/ 70440 h 206965"/>
                <a:gd name="connsiteX16" fmla="*/ 74421 w 125503"/>
                <a:gd name="connsiteY16" fmla="*/ 68601 h 206965"/>
                <a:gd name="connsiteX17" fmla="*/ 84320 w 125503"/>
                <a:gd name="connsiteY17" fmla="*/ 69750 h 206965"/>
                <a:gd name="connsiteX18" fmla="*/ 112869 w 125503"/>
                <a:gd name="connsiteY18" fmla="*/ 26288 h 206965"/>
                <a:gd name="connsiteX19" fmla="*/ 92148 w 125503"/>
                <a:gd name="connsiteY19" fmla="*/ 66071 h 206965"/>
                <a:gd name="connsiteX20" fmla="*/ 74421 w 125503"/>
                <a:gd name="connsiteY20" fmla="*/ 63311 h 206965"/>
                <a:gd name="connsiteX21" fmla="*/ 56693 w 125503"/>
                <a:gd name="connsiteY21" fmla="*/ 70670 h 206965"/>
                <a:gd name="connsiteX22" fmla="*/ 72579 w 125503"/>
                <a:gd name="connsiteY22" fmla="*/ 76419 h 206965"/>
                <a:gd name="connsiteX23" fmla="*/ 91457 w 125503"/>
                <a:gd name="connsiteY23" fmla="*/ 73430 h 206965"/>
                <a:gd name="connsiteX24" fmla="*/ 101588 w 125503"/>
                <a:gd name="connsiteY24" fmla="*/ 99415 h 206965"/>
                <a:gd name="connsiteX25" fmla="*/ 90076 w 125503"/>
                <a:gd name="connsiteY25" fmla="*/ 138969 h 206965"/>
                <a:gd name="connsiteX26" fmla="*/ 52549 w 125503"/>
                <a:gd name="connsiteY26" fmla="*/ 159665 h 206965"/>
                <a:gd name="connsiteX27" fmla="*/ 26303 w 125503"/>
                <a:gd name="connsiteY27" fmla="*/ 130000 h 206965"/>
                <a:gd name="connsiteX28" fmla="*/ 27454 w 125503"/>
                <a:gd name="connsiteY28" fmla="*/ 119882 h 206965"/>
                <a:gd name="connsiteX29" fmla="*/ 42188 w 125503"/>
                <a:gd name="connsiteY29" fmla="*/ 61702 h 206965"/>
                <a:gd name="connsiteX30" fmla="*/ 91457 w 125503"/>
                <a:gd name="connsiteY30" fmla="*/ 5361 h 206965"/>
                <a:gd name="connsiteX31" fmla="*/ 112869 w 125503"/>
                <a:gd name="connsiteY31" fmla="*/ 26288 h 20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5503" h="206965">
                  <a:moveTo>
                    <a:pt x="125762" y="31577"/>
                  </a:moveTo>
                  <a:cubicBezTo>
                    <a:pt x="125762" y="14330"/>
                    <a:pt x="113099" y="72"/>
                    <a:pt x="94450" y="72"/>
                  </a:cubicBezTo>
                  <a:cubicBezTo>
                    <a:pt x="81097" y="72"/>
                    <a:pt x="74651" y="3752"/>
                    <a:pt x="66593" y="9731"/>
                  </a:cubicBezTo>
                  <a:cubicBezTo>
                    <a:pt x="53930" y="18929"/>
                    <a:pt x="41268" y="41235"/>
                    <a:pt x="36893" y="58712"/>
                  </a:cubicBezTo>
                  <a:lnTo>
                    <a:pt x="287" y="204738"/>
                  </a:lnTo>
                  <a:cubicBezTo>
                    <a:pt x="57" y="205658"/>
                    <a:pt x="1208" y="207037"/>
                    <a:pt x="3050" y="207037"/>
                  </a:cubicBezTo>
                  <a:cubicBezTo>
                    <a:pt x="4891" y="207037"/>
                    <a:pt x="5582" y="206577"/>
                    <a:pt x="5812" y="205888"/>
                  </a:cubicBezTo>
                  <a:lnTo>
                    <a:pt x="21928" y="142418"/>
                  </a:lnTo>
                  <a:cubicBezTo>
                    <a:pt x="26303" y="156216"/>
                    <a:pt x="36433" y="164724"/>
                    <a:pt x="53239" y="164724"/>
                  </a:cubicBezTo>
                  <a:cubicBezTo>
                    <a:pt x="70046" y="164724"/>
                    <a:pt x="87313" y="156676"/>
                    <a:pt x="97674" y="146557"/>
                  </a:cubicBezTo>
                  <a:cubicBezTo>
                    <a:pt x="108725" y="135979"/>
                    <a:pt x="116092" y="121262"/>
                    <a:pt x="116092" y="104245"/>
                  </a:cubicBezTo>
                  <a:cubicBezTo>
                    <a:pt x="116092" y="87687"/>
                    <a:pt x="107573" y="75729"/>
                    <a:pt x="99285" y="69980"/>
                  </a:cubicBezTo>
                  <a:cubicBezTo>
                    <a:pt x="112639" y="62392"/>
                    <a:pt x="125762" y="48134"/>
                    <a:pt x="125762" y="31577"/>
                  </a:cubicBezTo>
                  <a:close/>
                  <a:moveTo>
                    <a:pt x="84320" y="69750"/>
                  </a:moveTo>
                  <a:cubicBezTo>
                    <a:pt x="81327" y="70900"/>
                    <a:pt x="78795" y="71360"/>
                    <a:pt x="73269" y="71360"/>
                  </a:cubicBezTo>
                  <a:cubicBezTo>
                    <a:pt x="70046" y="71360"/>
                    <a:pt x="65442" y="71590"/>
                    <a:pt x="63139" y="70440"/>
                  </a:cubicBezTo>
                  <a:cubicBezTo>
                    <a:pt x="63600" y="68141"/>
                    <a:pt x="71888" y="68601"/>
                    <a:pt x="74421" y="68601"/>
                  </a:cubicBezTo>
                  <a:cubicBezTo>
                    <a:pt x="79255" y="68601"/>
                    <a:pt x="81327" y="68601"/>
                    <a:pt x="84320" y="69750"/>
                  </a:cubicBezTo>
                  <a:close/>
                  <a:moveTo>
                    <a:pt x="112869" y="26288"/>
                  </a:moveTo>
                  <a:cubicBezTo>
                    <a:pt x="112869" y="42385"/>
                    <a:pt x="104120" y="58942"/>
                    <a:pt x="92148" y="66071"/>
                  </a:cubicBezTo>
                  <a:cubicBezTo>
                    <a:pt x="85932" y="63771"/>
                    <a:pt x="81327" y="63311"/>
                    <a:pt x="74421" y="63311"/>
                  </a:cubicBezTo>
                  <a:cubicBezTo>
                    <a:pt x="69586" y="63311"/>
                    <a:pt x="56693" y="63082"/>
                    <a:pt x="56693" y="70670"/>
                  </a:cubicBezTo>
                  <a:cubicBezTo>
                    <a:pt x="56463" y="77109"/>
                    <a:pt x="68435" y="76419"/>
                    <a:pt x="72579" y="76419"/>
                  </a:cubicBezTo>
                  <a:cubicBezTo>
                    <a:pt x="81097" y="76419"/>
                    <a:pt x="84551" y="76189"/>
                    <a:pt x="91457" y="73430"/>
                  </a:cubicBezTo>
                  <a:cubicBezTo>
                    <a:pt x="100206" y="81708"/>
                    <a:pt x="101357" y="88837"/>
                    <a:pt x="101588" y="99415"/>
                  </a:cubicBezTo>
                  <a:cubicBezTo>
                    <a:pt x="102048" y="112753"/>
                    <a:pt x="96523" y="130000"/>
                    <a:pt x="90076" y="138969"/>
                  </a:cubicBezTo>
                  <a:cubicBezTo>
                    <a:pt x="81097" y="151387"/>
                    <a:pt x="65672" y="159665"/>
                    <a:pt x="52549" y="159665"/>
                  </a:cubicBezTo>
                  <a:cubicBezTo>
                    <a:pt x="35051" y="159665"/>
                    <a:pt x="26303" y="146328"/>
                    <a:pt x="26303" y="130000"/>
                  </a:cubicBezTo>
                  <a:cubicBezTo>
                    <a:pt x="26303" y="127701"/>
                    <a:pt x="26303" y="124251"/>
                    <a:pt x="27454" y="119882"/>
                  </a:cubicBezTo>
                  <a:lnTo>
                    <a:pt x="42188" y="61702"/>
                  </a:lnTo>
                  <a:cubicBezTo>
                    <a:pt x="47254" y="41925"/>
                    <a:pt x="63830" y="5361"/>
                    <a:pt x="91457" y="5361"/>
                  </a:cubicBezTo>
                  <a:cubicBezTo>
                    <a:pt x="104811" y="5361"/>
                    <a:pt x="112869" y="12490"/>
                    <a:pt x="112869" y="26288"/>
                  </a:cubicBezTo>
                  <a:close/>
                </a:path>
              </a:pathLst>
            </a:custGeom>
            <a:solidFill>
              <a:srgbClr val="000000"/>
            </a:solidFill>
            <a:ln w="23082" cap="flat">
              <a:noFill/>
              <a:prstDash val="solid"/>
              <a:miter/>
            </a:ln>
          </p:spPr>
          <p:txBody>
            <a:bodyPr rtlCol="0" anchor="ctr"/>
            <a:lstStyle/>
            <a:p>
              <a:endParaRPr lang="en-GB" noProof="0"/>
            </a:p>
          </p:txBody>
        </p:sp>
        <p:sp>
          <p:nvSpPr>
            <p:cNvPr id="41" name="Freeform: Shape 40">
              <a:extLst>
                <a:ext uri="{FF2B5EF4-FFF2-40B4-BE49-F238E27FC236}">
                  <a16:creationId xmlns:a16="http://schemas.microsoft.com/office/drawing/2014/main" id="{5C870953-E5BD-F73B-015D-750E3CFADBD8}"/>
                </a:ext>
              </a:extLst>
            </p:cNvPr>
            <p:cNvSpPr/>
            <p:nvPr>
              <p:custDataLst>
                <p:tags r:id="rId71"/>
              </p:custDataLst>
            </p:nvPr>
          </p:nvSpPr>
          <p:spPr>
            <a:xfrm>
              <a:off x="3586513" y="4574845"/>
              <a:ext cx="120386" cy="108817"/>
            </a:xfrm>
            <a:custGeom>
              <a:avLst/>
              <a:gdLst>
                <a:gd name="connsiteX0" fmla="*/ 71658 w 120386"/>
                <a:gd name="connsiteY0" fmla="*/ 11498 h 108817"/>
                <a:gd name="connsiteX1" fmla="*/ 76654 w 120386"/>
                <a:gd name="connsiteY1" fmla="*/ 6025 h 108817"/>
                <a:gd name="connsiteX2" fmla="*/ 86323 w 120386"/>
                <a:gd name="connsiteY2" fmla="*/ 5864 h 108817"/>
                <a:gd name="connsiteX3" fmla="*/ 104373 w 120386"/>
                <a:gd name="connsiteY3" fmla="*/ 7151 h 108817"/>
                <a:gd name="connsiteX4" fmla="*/ 111948 w 120386"/>
                <a:gd name="connsiteY4" fmla="*/ 19868 h 108817"/>
                <a:gd name="connsiteX5" fmla="*/ 110820 w 120386"/>
                <a:gd name="connsiteY5" fmla="*/ 32907 h 108817"/>
                <a:gd name="connsiteX6" fmla="*/ 110497 w 120386"/>
                <a:gd name="connsiteY6" fmla="*/ 34678 h 108817"/>
                <a:gd name="connsiteX7" fmla="*/ 113237 w 120386"/>
                <a:gd name="connsiteY7" fmla="*/ 37092 h 108817"/>
                <a:gd name="connsiteX8" fmla="*/ 116299 w 120386"/>
                <a:gd name="connsiteY8" fmla="*/ 33068 h 108817"/>
                <a:gd name="connsiteX9" fmla="*/ 120651 w 120386"/>
                <a:gd name="connsiteY9" fmla="*/ 2322 h 108817"/>
                <a:gd name="connsiteX10" fmla="*/ 115816 w 120386"/>
                <a:gd name="connsiteY10" fmla="*/ 69 h 108817"/>
                <a:gd name="connsiteX11" fmla="*/ 16702 w 120386"/>
                <a:gd name="connsiteY11" fmla="*/ 69 h 108817"/>
                <a:gd name="connsiteX12" fmla="*/ 11223 w 120386"/>
                <a:gd name="connsiteY12" fmla="*/ 3449 h 108817"/>
                <a:gd name="connsiteX13" fmla="*/ 1070 w 120386"/>
                <a:gd name="connsiteY13" fmla="*/ 31941 h 108817"/>
                <a:gd name="connsiteX14" fmla="*/ 264 w 120386"/>
                <a:gd name="connsiteY14" fmla="*/ 34839 h 108817"/>
                <a:gd name="connsiteX15" fmla="*/ 3004 w 120386"/>
                <a:gd name="connsiteY15" fmla="*/ 37092 h 108817"/>
                <a:gd name="connsiteX16" fmla="*/ 6388 w 120386"/>
                <a:gd name="connsiteY16" fmla="*/ 33229 h 108817"/>
                <a:gd name="connsiteX17" fmla="*/ 45550 w 120386"/>
                <a:gd name="connsiteY17" fmla="*/ 5864 h 108817"/>
                <a:gd name="connsiteX18" fmla="*/ 52319 w 120386"/>
                <a:gd name="connsiteY18" fmla="*/ 5864 h 108817"/>
                <a:gd name="connsiteX19" fmla="*/ 57315 w 120386"/>
                <a:gd name="connsiteY19" fmla="*/ 7473 h 108817"/>
                <a:gd name="connsiteX20" fmla="*/ 56670 w 120386"/>
                <a:gd name="connsiteY20" fmla="*/ 10854 h 108817"/>
                <a:gd name="connsiteX21" fmla="*/ 35397 w 120386"/>
                <a:gd name="connsiteY21" fmla="*/ 95525 h 108817"/>
                <a:gd name="connsiteX22" fmla="*/ 16541 w 120386"/>
                <a:gd name="connsiteY22" fmla="*/ 103091 h 108817"/>
                <a:gd name="connsiteX23" fmla="*/ 9289 w 120386"/>
                <a:gd name="connsiteY23" fmla="*/ 106633 h 108817"/>
                <a:gd name="connsiteX24" fmla="*/ 12028 w 120386"/>
                <a:gd name="connsiteY24" fmla="*/ 108886 h 108817"/>
                <a:gd name="connsiteX25" fmla="*/ 25888 w 120386"/>
                <a:gd name="connsiteY25" fmla="*/ 108403 h 108817"/>
                <a:gd name="connsiteX26" fmla="*/ 39748 w 120386"/>
                <a:gd name="connsiteY26" fmla="*/ 108242 h 108817"/>
                <a:gd name="connsiteX27" fmla="*/ 54252 w 120386"/>
                <a:gd name="connsiteY27" fmla="*/ 108403 h 108817"/>
                <a:gd name="connsiteX28" fmla="*/ 67790 w 120386"/>
                <a:gd name="connsiteY28" fmla="*/ 108886 h 108817"/>
                <a:gd name="connsiteX29" fmla="*/ 71497 w 120386"/>
                <a:gd name="connsiteY29" fmla="*/ 105345 h 108817"/>
                <a:gd name="connsiteX30" fmla="*/ 64889 w 120386"/>
                <a:gd name="connsiteY30" fmla="*/ 103091 h 108817"/>
                <a:gd name="connsiteX31" fmla="*/ 55542 w 120386"/>
                <a:gd name="connsiteY31" fmla="*/ 102769 h 108817"/>
                <a:gd name="connsiteX32" fmla="*/ 49740 w 120386"/>
                <a:gd name="connsiteY32" fmla="*/ 99711 h 108817"/>
                <a:gd name="connsiteX33" fmla="*/ 50385 w 120386"/>
                <a:gd name="connsiteY33" fmla="*/ 96008 h 108817"/>
                <a:gd name="connsiteX34" fmla="*/ 71658 w 120386"/>
                <a:gd name="connsiteY34" fmla="*/ 11498 h 10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0386" h="108817">
                  <a:moveTo>
                    <a:pt x="71658" y="11498"/>
                  </a:moveTo>
                  <a:cubicBezTo>
                    <a:pt x="72786" y="6829"/>
                    <a:pt x="73108" y="6346"/>
                    <a:pt x="76654" y="6025"/>
                  </a:cubicBezTo>
                  <a:cubicBezTo>
                    <a:pt x="77460" y="5864"/>
                    <a:pt x="83100" y="5864"/>
                    <a:pt x="86323" y="5864"/>
                  </a:cubicBezTo>
                  <a:cubicBezTo>
                    <a:pt x="96154" y="5864"/>
                    <a:pt x="100344" y="5864"/>
                    <a:pt x="104373" y="7151"/>
                  </a:cubicBezTo>
                  <a:cubicBezTo>
                    <a:pt x="111626" y="9405"/>
                    <a:pt x="111948" y="14073"/>
                    <a:pt x="111948" y="19868"/>
                  </a:cubicBezTo>
                  <a:cubicBezTo>
                    <a:pt x="111948" y="22444"/>
                    <a:pt x="111948" y="24536"/>
                    <a:pt x="110820" y="32907"/>
                  </a:cubicBezTo>
                  <a:lnTo>
                    <a:pt x="110497" y="34678"/>
                  </a:lnTo>
                  <a:cubicBezTo>
                    <a:pt x="110497" y="36287"/>
                    <a:pt x="111626" y="37092"/>
                    <a:pt x="113237" y="37092"/>
                  </a:cubicBezTo>
                  <a:cubicBezTo>
                    <a:pt x="115655" y="37092"/>
                    <a:pt x="115977" y="35644"/>
                    <a:pt x="116299" y="33068"/>
                  </a:cubicBezTo>
                  <a:lnTo>
                    <a:pt x="120651" y="2322"/>
                  </a:lnTo>
                  <a:cubicBezTo>
                    <a:pt x="120651" y="69"/>
                    <a:pt x="118717" y="69"/>
                    <a:pt x="115816" y="69"/>
                  </a:cubicBezTo>
                  <a:lnTo>
                    <a:pt x="16702" y="69"/>
                  </a:lnTo>
                  <a:cubicBezTo>
                    <a:pt x="12673" y="69"/>
                    <a:pt x="12351" y="69"/>
                    <a:pt x="11223" y="3449"/>
                  </a:cubicBezTo>
                  <a:lnTo>
                    <a:pt x="1070" y="31941"/>
                  </a:lnTo>
                  <a:cubicBezTo>
                    <a:pt x="908" y="32585"/>
                    <a:pt x="264" y="34034"/>
                    <a:pt x="264" y="34839"/>
                  </a:cubicBezTo>
                  <a:cubicBezTo>
                    <a:pt x="264" y="35483"/>
                    <a:pt x="586" y="37092"/>
                    <a:pt x="3004" y="37092"/>
                  </a:cubicBezTo>
                  <a:cubicBezTo>
                    <a:pt x="5099" y="37092"/>
                    <a:pt x="5421" y="36287"/>
                    <a:pt x="6388" y="33229"/>
                  </a:cubicBezTo>
                  <a:cubicBezTo>
                    <a:pt x="15735" y="7473"/>
                    <a:pt x="21053" y="5864"/>
                    <a:pt x="45550" y="5864"/>
                  </a:cubicBezTo>
                  <a:lnTo>
                    <a:pt x="52319" y="5864"/>
                  </a:lnTo>
                  <a:cubicBezTo>
                    <a:pt x="57153" y="5864"/>
                    <a:pt x="57315" y="6025"/>
                    <a:pt x="57315" y="7473"/>
                  </a:cubicBezTo>
                  <a:cubicBezTo>
                    <a:pt x="57315" y="7634"/>
                    <a:pt x="57315" y="8439"/>
                    <a:pt x="56670" y="10854"/>
                  </a:cubicBezTo>
                  <a:lnTo>
                    <a:pt x="35397" y="95525"/>
                  </a:lnTo>
                  <a:cubicBezTo>
                    <a:pt x="33946" y="101481"/>
                    <a:pt x="33463" y="103091"/>
                    <a:pt x="16541" y="103091"/>
                  </a:cubicBezTo>
                  <a:cubicBezTo>
                    <a:pt x="10739" y="103091"/>
                    <a:pt x="9289" y="103091"/>
                    <a:pt x="9289" y="106633"/>
                  </a:cubicBezTo>
                  <a:cubicBezTo>
                    <a:pt x="9289" y="107116"/>
                    <a:pt x="9611" y="108886"/>
                    <a:pt x="12028" y="108886"/>
                  </a:cubicBezTo>
                  <a:cubicBezTo>
                    <a:pt x="16541" y="108886"/>
                    <a:pt x="21376" y="108403"/>
                    <a:pt x="25888" y="108403"/>
                  </a:cubicBezTo>
                  <a:cubicBezTo>
                    <a:pt x="30401" y="108403"/>
                    <a:pt x="35236" y="108242"/>
                    <a:pt x="39748" y="108242"/>
                  </a:cubicBezTo>
                  <a:cubicBezTo>
                    <a:pt x="44261" y="108242"/>
                    <a:pt x="49740" y="108242"/>
                    <a:pt x="54252" y="108403"/>
                  </a:cubicBezTo>
                  <a:cubicBezTo>
                    <a:pt x="58604" y="108564"/>
                    <a:pt x="63439" y="108886"/>
                    <a:pt x="67790" y="108886"/>
                  </a:cubicBezTo>
                  <a:cubicBezTo>
                    <a:pt x="69079" y="108886"/>
                    <a:pt x="71497" y="108886"/>
                    <a:pt x="71497" y="105345"/>
                  </a:cubicBezTo>
                  <a:cubicBezTo>
                    <a:pt x="71497" y="103091"/>
                    <a:pt x="69885" y="103091"/>
                    <a:pt x="64889" y="103091"/>
                  </a:cubicBezTo>
                  <a:cubicBezTo>
                    <a:pt x="61827" y="103091"/>
                    <a:pt x="58604" y="102930"/>
                    <a:pt x="55542" y="102769"/>
                  </a:cubicBezTo>
                  <a:cubicBezTo>
                    <a:pt x="50062" y="102286"/>
                    <a:pt x="49740" y="101642"/>
                    <a:pt x="49740" y="99711"/>
                  </a:cubicBezTo>
                  <a:cubicBezTo>
                    <a:pt x="49740" y="98584"/>
                    <a:pt x="49740" y="98262"/>
                    <a:pt x="50385" y="96008"/>
                  </a:cubicBezTo>
                  <a:lnTo>
                    <a:pt x="71658" y="11498"/>
                  </a:lnTo>
                  <a:close/>
                </a:path>
              </a:pathLst>
            </a:custGeom>
            <a:solidFill>
              <a:srgbClr val="000000"/>
            </a:solidFill>
            <a:ln w="23082" cap="flat">
              <a:noFill/>
              <a:prstDash val="solid"/>
              <a:miter/>
            </a:ln>
          </p:spPr>
          <p:txBody>
            <a:bodyPr rtlCol="0" anchor="ctr"/>
            <a:lstStyle/>
            <a:p>
              <a:endParaRPr lang="en-GB" noProof="0"/>
            </a:p>
          </p:txBody>
        </p:sp>
        <p:sp>
          <p:nvSpPr>
            <p:cNvPr id="42" name="Freeform: Shape 41">
              <a:extLst>
                <a:ext uri="{FF2B5EF4-FFF2-40B4-BE49-F238E27FC236}">
                  <a16:creationId xmlns:a16="http://schemas.microsoft.com/office/drawing/2014/main" id="{455264E6-EEDD-C200-BA38-FAF46201462C}"/>
                </a:ext>
              </a:extLst>
            </p:cNvPr>
            <p:cNvSpPr/>
            <p:nvPr>
              <p:custDataLst>
                <p:tags r:id="rId72"/>
              </p:custDataLst>
            </p:nvPr>
          </p:nvSpPr>
          <p:spPr>
            <a:xfrm>
              <a:off x="3731296" y="4665471"/>
              <a:ext cx="114653" cy="104172"/>
            </a:xfrm>
            <a:custGeom>
              <a:avLst/>
              <a:gdLst>
                <a:gd name="connsiteX0" fmla="*/ 70490 w 114653"/>
                <a:gd name="connsiteY0" fmla="*/ 32267 h 104172"/>
                <a:gd name="connsiteX1" fmla="*/ 93283 w 114653"/>
                <a:gd name="connsiteY1" fmla="*/ 5131 h 104172"/>
                <a:gd name="connsiteX2" fmla="*/ 104794 w 114653"/>
                <a:gd name="connsiteY2" fmla="*/ 8121 h 104172"/>
                <a:gd name="connsiteX3" fmla="*/ 93743 w 114653"/>
                <a:gd name="connsiteY3" fmla="*/ 20539 h 104172"/>
                <a:gd name="connsiteX4" fmla="*/ 102492 w 114653"/>
                <a:gd name="connsiteY4" fmla="*/ 28587 h 104172"/>
                <a:gd name="connsiteX5" fmla="*/ 114924 w 114653"/>
                <a:gd name="connsiteY5" fmla="*/ 15250 h 104172"/>
                <a:gd name="connsiteX6" fmla="*/ 93513 w 114653"/>
                <a:gd name="connsiteY6" fmla="*/ 72 h 104172"/>
                <a:gd name="connsiteX7" fmla="*/ 69339 w 114653"/>
                <a:gd name="connsiteY7" fmla="*/ 17549 h 104172"/>
                <a:gd name="connsiteX8" fmla="*/ 44474 w 114653"/>
                <a:gd name="connsiteY8" fmla="*/ 72 h 104172"/>
                <a:gd name="connsiteX9" fmla="*/ 7407 w 114653"/>
                <a:gd name="connsiteY9" fmla="*/ 35486 h 104172"/>
                <a:gd name="connsiteX10" fmla="*/ 10170 w 114653"/>
                <a:gd name="connsiteY10" fmla="*/ 37786 h 104172"/>
                <a:gd name="connsiteX11" fmla="*/ 13163 w 114653"/>
                <a:gd name="connsiteY11" fmla="*/ 35256 h 104172"/>
                <a:gd name="connsiteX12" fmla="*/ 44014 w 114653"/>
                <a:gd name="connsiteY12" fmla="*/ 5131 h 104172"/>
                <a:gd name="connsiteX13" fmla="*/ 56446 w 114653"/>
                <a:gd name="connsiteY13" fmla="*/ 20539 h 104172"/>
                <a:gd name="connsiteX14" fmla="*/ 44014 w 114653"/>
                <a:gd name="connsiteY14" fmla="*/ 75269 h 104172"/>
                <a:gd name="connsiteX15" fmla="*/ 22142 w 114653"/>
                <a:gd name="connsiteY15" fmla="*/ 99185 h 104172"/>
                <a:gd name="connsiteX16" fmla="*/ 10630 w 114653"/>
                <a:gd name="connsiteY16" fmla="*/ 96196 h 104172"/>
                <a:gd name="connsiteX17" fmla="*/ 21451 w 114653"/>
                <a:gd name="connsiteY17" fmla="*/ 83778 h 104172"/>
                <a:gd name="connsiteX18" fmla="*/ 12933 w 114653"/>
                <a:gd name="connsiteY18" fmla="*/ 75729 h 104172"/>
                <a:gd name="connsiteX19" fmla="*/ 270 w 114653"/>
                <a:gd name="connsiteY19" fmla="*/ 89067 h 104172"/>
                <a:gd name="connsiteX20" fmla="*/ 21912 w 114653"/>
                <a:gd name="connsiteY20" fmla="*/ 104245 h 104172"/>
                <a:gd name="connsiteX21" fmla="*/ 46086 w 114653"/>
                <a:gd name="connsiteY21" fmla="*/ 86768 h 104172"/>
                <a:gd name="connsiteX22" fmla="*/ 70950 w 114653"/>
                <a:gd name="connsiteY22" fmla="*/ 104245 h 104172"/>
                <a:gd name="connsiteX23" fmla="*/ 107787 w 114653"/>
                <a:gd name="connsiteY23" fmla="*/ 68831 h 104172"/>
                <a:gd name="connsiteX24" fmla="*/ 105024 w 114653"/>
                <a:gd name="connsiteY24" fmla="*/ 66531 h 104172"/>
                <a:gd name="connsiteX25" fmla="*/ 102031 w 114653"/>
                <a:gd name="connsiteY25" fmla="*/ 69061 h 104172"/>
                <a:gd name="connsiteX26" fmla="*/ 71411 w 114653"/>
                <a:gd name="connsiteY26" fmla="*/ 99185 h 104172"/>
                <a:gd name="connsiteX27" fmla="*/ 58748 w 114653"/>
                <a:gd name="connsiteY27" fmla="*/ 84008 h 104172"/>
                <a:gd name="connsiteX28" fmla="*/ 62662 w 114653"/>
                <a:gd name="connsiteY28" fmla="*/ 63771 h 104172"/>
                <a:gd name="connsiteX29" fmla="*/ 70490 w 114653"/>
                <a:gd name="connsiteY29" fmla="*/ 32267 h 10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653" h="104172">
                  <a:moveTo>
                    <a:pt x="70490" y="32267"/>
                  </a:moveTo>
                  <a:cubicBezTo>
                    <a:pt x="71871" y="26288"/>
                    <a:pt x="77167" y="5131"/>
                    <a:pt x="93283" y="5131"/>
                  </a:cubicBezTo>
                  <a:cubicBezTo>
                    <a:pt x="94434" y="5131"/>
                    <a:pt x="99959" y="5131"/>
                    <a:pt x="104794" y="8121"/>
                  </a:cubicBezTo>
                  <a:cubicBezTo>
                    <a:pt x="98348" y="9271"/>
                    <a:pt x="93743" y="15020"/>
                    <a:pt x="93743" y="20539"/>
                  </a:cubicBezTo>
                  <a:cubicBezTo>
                    <a:pt x="93743" y="24218"/>
                    <a:pt x="96276" y="28587"/>
                    <a:pt x="102492" y="28587"/>
                  </a:cubicBezTo>
                  <a:cubicBezTo>
                    <a:pt x="107557" y="28587"/>
                    <a:pt x="114924" y="24448"/>
                    <a:pt x="114924" y="15250"/>
                  </a:cubicBezTo>
                  <a:cubicBezTo>
                    <a:pt x="114924" y="3292"/>
                    <a:pt x="101341" y="72"/>
                    <a:pt x="93513" y="72"/>
                  </a:cubicBezTo>
                  <a:cubicBezTo>
                    <a:pt x="80160" y="72"/>
                    <a:pt x="72101" y="12260"/>
                    <a:pt x="69339" y="17549"/>
                  </a:cubicBezTo>
                  <a:cubicBezTo>
                    <a:pt x="63583" y="2372"/>
                    <a:pt x="51151" y="72"/>
                    <a:pt x="44474" y="72"/>
                  </a:cubicBezTo>
                  <a:cubicBezTo>
                    <a:pt x="20530" y="72"/>
                    <a:pt x="7407" y="29737"/>
                    <a:pt x="7407" y="35486"/>
                  </a:cubicBezTo>
                  <a:cubicBezTo>
                    <a:pt x="7407" y="37786"/>
                    <a:pt x="9709" y="37786"/>
                    <a:pt x="10170" y="37786"/>
                  </a:cubicBezTo>
                  <a:cubicBezTo>
                    <a:pt x="12012" y="37786"/>
                    <a:pt x="12702" y="37326"/>
                    <a:pt x="13163" y="35256"/>
                  </a:cubicBezTo>
                  <a:cubicBezTo>
                    <a:pt x="20991" y="10880"/>
                    <a:pt x="36186" y="5131"/>
                    <a:pt x="44014" y="5131"/>
                  </a:cubicBezTo>
                  <a:cubicBezTo>
                    <a:pt x="48388" y="5131"/>
                    <a:pt x="56446" y="7201"/>
                    <a:pt x="56446" y="20539"/>
                  </a:cubicBezTo>
                  <a:cubicBezTo>
                    <a:pt x="56446" y="27668"/>
                    <a:pt x="52532" y="43075"/>
                    <a:pt x="44014" y="75269"/>
                  </a:cubicBezTo>
                  <a:cubicBezTo>
                    <a:pt x="40330" y="89527"/>
                    <a:pt x="32272" y="99185"/>
                    <a:pt x="22142" y="99185"/>
                  </a:cubicBezTo>
                  <a:cubicBezTo>
                    <a:pt x="20760" y="99185"/>
                    <a:pt x="15465" y="99185"/>
                    <a:pt x="10630" y="96196"/>
                  </a:cubicBezTo>
                  <a:cubicBezTo>
                    <a:pt x="16386" y="95046"/>
                    <a:pt x="21451" y="90217"/>
                    <a:pt x="21451" y="83778"/>
                  </a:cubicBezTo>
                  <a:cubicBezTo>
                    <a:pt x="21451" y="77569"/>
                    <a:pt x="16386" y="75729"/>
                    <a:pt x="12933" y="75729"/>
                  </a:cubicBezTo>
                  <a:cubicBezTo>
                    <a:pt x="6026" y="75729"/>
                    <a:pt x="270" y="81708"/>
                    <a:pt x="270" y="89067"/>
                  </a:cubicBezTo>
                  <a:cubicBezTo>
                    <a:pt x="270" y="99645"/>
                    <a:pt x="11782" y="104245"/>
                    <a:pt x="21912" y="104245"/>
                  </a:cubicBezTo>
                  <a:cubicBezTo>
                    <a:pt x="37107" y="104245"/>
                    <a:pt x="45395" y="88147"/>
                    <a:pt x="46086" y="86768"/>
                  </a:cubicBezTo>
                  <a:cubicBezTo>
                    <a:pt x="48848" y="95276"/>
                    <a:pt x="57137" y="104245"/>
                    <a:pt x="70950" y="104245"/>
                  </a:cubicBezTo>
                  <a:cubicBezTo>
                    <a:pt x="94664" y="104245"/>
                    <a:pt x="107787" y="74580"/>
                    <a:pt x="107787" y="68831"/>
                  </a:cubicBezTo>
                  <a:cubicBezTo>
                    <a:pt x="107787" y="66531"/>
                    <a:pt x="105715" y="66531"/>
                    <a:pt x="105024" y="66531"/>
                  </a:cubicBezTo>
                  <a:cubicBezTo>
                    <a:pt x="102952" y="66531"/>
                    <a:pt x="102492" y="67451"/>
                    <a:pt x="102031" y="69061"/>
                  </a:cubicBezTo>
                  <a:cubicBezTo>
                    <a:pt x="94434" y="93666"/>
                    <a:pt x="78778" y="99185"/>
                    <a:pt x="71411" y="99185"/>
                  </a:cubicBezTo>
                  <a:cubicBezTo>
                    <a:pt x="62432" y="99185"/>
                    <a:pt x="58748" y="91827"/>
                    <a:pt x="58748" y="84008"/>
                  </a:cubicBezTo>
                  <a:cubicBezTo>
                    <a:pt x="58748" y="78949"/>
                    <a:pt x="60130" y="73890"/>
                    <a:pt x="62662" y="63771"/>
                  </a:cubicBezTo>
                  <a:lnTo>
                    <a:pt x="70490" y="32267"/>
                  </a:lnTo>
                  <a:close/>
                </a:path>
              </a:pathLst>
            </a:custGeom>
            <a:solidFill>
              <a:srgbClr val="000000"/>
            </a:solidFill>
            <a:ln w="23082" cap="flat">
              <a:noFill/>
              <a:prstDash val="solid"/>
              <a:miter/>
            </a:ln>
          </p:spPr>
          <p:txBody>
            <a:bodyPr rtlCol="0" anchor="ctr"/>
            <a:lstStyle/>
            <a:p>
              <a:endParaRPr lang="en-GB" noProof="0"/>
            </a:p>
          </p:txBody>
        </p:sp>
        <p:sp>
          <p:nvSpPr>
            <p:cNvPr id="43" name="Freeform: Shape 42">
              <a:extLst>
                <a:ext uri="{FF2B5EF4-FFF2-40B4-BE49-F238E27FC236}">
                  <a16:creationId xmlns:a16="http://schemas.microsoft.com/office/drawing/2014/main" id="{8B3842FA-C7C0-87FF-46AA-E9D27B2898FB}"/>
                </a:ext>
              </a:extLst>
            </p:cNvPr>
            <p:cNvSpPr/>
            <p:nvPr>
              <p:custDataLst>
                <p:tags r:id="rId73"/>
              </p:custDataLst>
            </p:nvPr>
          </p:nvSpPr>
          <p:spPr>
            <a:xfrm>
              <a:off x="3920255" y="4633047"/>
              <a:ext cx="153102" cy="153154"/>
            </a:xfrm>
            <a:custGeom>
              <a:avLst/>
              <a:gdLst>
                <a:gd name="connsiteX0" fmla="*/ 81549 w 153102"/>
                <a:gd name="connsiteY0" fmla="*/ 81248 h 153154"/>
                <a:gd name="connsiteX1" fmla="*/ 145783 w 153102"/>
                <a:gd name="connsiteY1" fmla="*/ 81248 h 153154"/>
                <a:gd name="connsiteX2" fmla="*/ 153380 w 153102"/>
                <a:gd name="connsiteY2" fmla="*/ 76649 h 153154"/>
                <a:gd name="connsiteX3" fmla="*/ 145783 w 153102"/>
                <a:gd name="connsiteY3" fmla="*/ 72050 h 153154"/>
                <a:gd name="connsiteX4" fmla="*/ 81549 w 153102"/>
                <a:gd name="connsiteY4" fmla="*/ 72050 h 153154"/>
                <a:gd name="connsiteX5" fmla="*/ 81549 w 153102"/>
                <a:gd name="connsiteY5" fmla="*/ 7661 h 153154"/>
                <a:gd name="connsiteX6" fmla="*/ 76944 w 153102"/>
                <a:gd name="connsiteY6" fmla="*/ 72 h 153154"/>
                <a:gd name="connsiteX7" fmla="*/ 72340 w 153102"/>
                <a:gd name="connsiteY7" fmla="*/ 7661 h 153154"/>
                <a:gd name="connsiteX8" fmla="*/ 72340 w 153102"/>
                <a:gd name="connsiteY8" fmla="*/ 72050 h 153154"/>
                <a:gd name="connsiteX9" fmla="*/ 7876 w 153102"/>
                <a:gd name="connsiteY9" fmla="*/ 72050 h 153154"/>
                <a:gd name="connsiteX10" fmla="*/ 278 w 153102"/>
                <a:gd name="connsiteY10" fmla="*/ 76649 h 153154"/>
                <a:gd name="connsiteX11" fmla="*/ 7876 w 153102"/>
                <a:gd name="connsiteY11" fmla="*/ 81248 h 153154"/>
                <a:gd name="connsiteX12" fmla="*/ 72340 w 153102"/>
                <a:gd name="connsiteY12" fmla="*/ 81248 h 153154"/>
                <a:gd name="connsiteX13" fmla="*/ 72340 w 153102"/>
                <a:gd name="connsiteY13" fmla="*/ 145638 h 153154"/>
                <a:gd name="connsiteX14" fmla="*/ 76944 w 153102"/>
                <a:gd name="connsiteY14" fmla="*/ 153226 h 153154"/>
                <a:gd name="connsiteX15" fmla="*/ 81549 w 153102"/>
                <a:gd name="connsiteY15" fmla="*/ 145638 h 153154"/>
                <a:gd name="connsiteX16" fmla="*/ 81549 w 153102"/>
                <a:gd name="connsiteY16" fmla="*/ 81248 h 15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102" h="153154">
                  <a:moveTo>
                    <a:pt x="81549" y="81248"/>
                  </a:moveTo>
                  <a:lnTo>
                    <a:pt x="145783" y="81248"/>
                  </a:lnTo>
                  <a:cubicBezTo>
                    <a:pt x="149006" y="81248"/>
                    <a:pt x="153380" y="81248"/>
                    <a:pt x="153380" y="76649"/>
                  </a:cubicBezTo>
                  <a:cubicBezTo>
                    <a:pt x="153380" y="72050"/>
                    <a:pt x="149006" y="72050"/>
                    <a:pt x="145783" y="72050"/>
                  </a:cubicBezTo>
                  <a:lnTo>
                    <a:pt x="81549" y="72050"/>
                  </a:lnTo>
                  <a:lnTo>
                    <a:pt x="81549" y="7661"/>
                  </a:lnTo>
                  <a:cubicBezTo>
                    <a:pt x="81549" y="4441"/>
                    <a:pt x="81549" y="72"/>
                    <a:pt x="76944" y="72"/>
                  </a:cubicBezTo>
                  <a:cubicBezTo>
                    <a:pt x="72340" y="72"/>
                    <a:pt x="72340" y="4441"/>
                    <a:pt x="72340" y="7661"/>
                  </a:cubicBezTo>
                  <a:lnTo>
                    <a:pt x="72340" y="72050"/>
                  </a:lnTo>
                  <a:lnTo>
                    <a:pt x="7876" y="72050"/>
                  </a:lnTo>
                  <a:cubicBezTo>
                    <a:pt x="4652" y="72050"/>
                    <a:pt x="278" y="72050"/>
                    <a:pt x="278" y="76649"/>
                  </a:cubicBezTo>
                  <a:cubicBezTo>
                    <a:pt x="278" y="81248"/>
                    <a:pt x="4652" y="81248"/>
                    <a:pt x="7876" y="81248"/>
                  </a:cubicBezTo>
                  <a:lnTo>
                    <a:pt x="72340" y="81248"/>
                  </a:lnTo>
                  <a:lnTo>
                    <a:pt x="72340" y="145638"/>
                  </a:lnTo>
                  <a:cubicBezTo>
                    <a:pt x="72340" y="148857"/>
                    <a:pt x="72340" y="153226"/>
                    <a:pt x="76944" y="153226"/>
                  </a:cubicBezTo>
                  <a:cubicBezTo>
                    <a:pt x="81549" y="153226"/>
                    <a:pt x="81549" y="148857"/>
                    <a:pt x="81549" y="145638"/>
                  </a:cubicBezTo>
                  <a:lnTo>
                    <a:pt x="81549" y="81248"/>
                  </a:lnTo>
                  <a:close/>
                </a:path>
              </a:pathLst>
            </a:custGeom>
            <a:solidFill>
              <a:srgbClr val="000000"/>
            </a:solidFill>
            <a:ln w="23082" cap="flat">
              <a:noFill/>
              <a:prstDash val="solid"/>
              <a:miter/>
            </a:ln>
          </p:spPr>
          <p:txBody>
            <a:bodyPr rtlCol="0" anchor="ctr"/>
            <a:lstStyle/>
            <a:p>
              <a:endParaRPr lang="en-GB" noProof="0"/>
            </a:p>
          </p:txBody>
        </p:sp>
        <p:sp>
          <p:nvSpPr>
            <p:cNvPr id="57" name="Freeform: Shape 56">
              <a:extLst>
                <a:ext uri="{FF2B5EF4-FFF2-40B4-BE49-F238E27FC236}">
                  <a16:creationId xmlns:a16="http://schemas.microsoft.com/office/drawing/2014/main" id="{9499F677-75D6-C756-4102-367E8964B264}"/>
                </a:ext>
              </a:extLst>
            </p:cNvPr>
            <p:cNvSpPr/>
            <p:nvPr>
              <p:custDataLst>
                <p:tags r:id="rId74"/>
              </p:custDataLst>
            </p:nvPr>
          </p:nvSpPr>
          <p:spPr>
            <a:xfrm>
              <a:off x="4148411" y="4668001"/>
              <a:ext cx="75745" cy="101642"/>
            </a:xfrm>
            <a:custGeom>
              <a:avLst/>
              <a:gdLst>
                <a:gd name="connsiteX0" fmla="*/ 58075 w 75745"/>
                <a:gd name="connsiteY0" fmla="*/ 47214 h 101642"/>
                <a:gd name="connsiteX1" fmla="*/ 65903 w 75745"/>
                <a:gd name="connsiteY1" fmla="*/ 43305 h 101642"/>
                <a:gd name="connsiteX2" fmla="*/ 59227 w 75745"/>
                <a:gd name="connsiteY2" fmla="*/ 40085 h 101642"/>
                <a:gd name="connsiteX3" fmla="*/ 21929 w 75745"/>
                <a:gd name="connsiteY3" fmla="*/ 40085 h 101642"/>
                <a:gd name="connsiteX4" fmla="*/ 61299 w 75745"/>
                <a:gd name="connsiteY4" fmla="*/ 7201 h 101642"/>
                <a:gd name="connsiteX5" fmla="*/ 68436 w 75745"/>
                <a:gd name="connsiteY5" fmla="*/ 7201 h 101642"/>
                <a:gd name="connsiteX6" fmla="*/ 76033 w 75745"/>
                <a:gd name="connsiteY6" fmla="*/ 3292 h 101642"/>
                <a:gd name="connsiteX7" fmla="*/ 69126 w 75745"/>
                <a:gd name="connsiteY7" fmla="*/ 72 h 101642"/>
                <a:gd name="connsiteX8" fmla="*/ 61068 w 75745"/>
                <a:gd name="connsiteY8" fmla="*/ 72 h 101642"/>
                <a:gd name="connsiteX9" fmla="*/ 288 w 75745"/>
                <a:gd name="connsiteY9" fmla="*/ 58252 h 101642"/>
                <a:gd name="connsiteX10" fmla="*/ 41959 w 75745"/>
                <a:gd name="connsiteY10" fmla="*/ 101715 h 101642"/>
                <a:gd name="connsiteX11" fmla="*/ 71889 w 75745"/>
                <a:gd name="connsiteY11" fmla="*/ 89987 h 101642"/>
                <a:gd name="connsiteX12" fmla="*/ 69587 w 75745"/>
                <a:gd name="connsiteY12" fmla="*/ 86768 h 101642"/>
                <a:gd name="connsiteX13" fmla="*/ 66594 w 75745"/>
                <a:gd name="connsiteY13" fmla="*/ 88147 h 101642"/>
                <a:gd name="connsiteX14" fmla="*/ 42420 w 75745"/>
                <a:gd name="connsiteY14" fmla="*/ 96656 h 101642"/>
                <a:gd name="connsiteX15" fmla="*/ 17555 w 75745"/>
                <a:gd name="connsiteY15" fmla="*/ 66761 h 101642"/>
                <a:gd name="connsiteX16" fmla="*/ 20088 w 75745"/>
                <a:gd name="connsiteY16" fmla="*/ 47214 h 101642"/>
                <a:gd name="connsiteX17" fmla="*/ 58075 w 75745"/>
                <a:gd name="connsiteY17" fmla="*/ 47214 h 10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745" h="101642">
                  <a:moveTo>
                    <a:pt x="58075" y="47214"/>
                  </a:moveTo>
                  <a:cubicBezTo>
                    <a:pt x="61759" y="47214"/>
                    <a:pt x="65903" y="47214"/>
                    <a:pt x="65903" y="43305"/>
                  </a:cubicBezTo>
                  <a:cubicBezTo>
                    <a:pt x="65903" y="40085"/>
                    <a:pt x="63140" y="40085"/>
                    <a:pt x="59227" y="40085"/>
                  </a:cubicBezTo>
                  <a:lnTo>
                    <a:pt x="21929" y="40085"/>
                  </a:lnTo>
                  <a:cubicBezTo>
                    <a:pt x="27455" y="20539"/>
                    <a:pt x="40348" y="7201"/>
                    <a:pt x="61299" y="7201"/>
                  </a:cubicBezTo>
                  <a:lnTo>
                    <a:pt x="68436" y="7201"/>
                  </a:lnTo>
                  <a:cubicBezTo>
                    <a:pt x="72350" y="7201"/>
                    <a:pt x="76033" y="7201"/>
                    <a:pt x="76033" y="3292"/>
                  </a:cubicBezTo>
                  <a:cubicBezTo>
                    <a:pt x="76033" y="72"/>
                    <a:pt x="73040" y="72"/>
                    <a:pt x="69126" y="72"/>
                  </a:cubicBezTo>
                  <a:lnTo>
                    <a:pt x="61068" y="72"/>
                  </a:lnTo>
                  <a:cubicBezTo>
                    <a:pt x="31139" y="72"/>
                    <a:pt x="288" y="23068"/>
                    <a:pt x="288" y="58252"/>
                  </a:cubicBezTo>
                  <a:cubicBezTo>
                    <a:pt x="288" y="83548"/>
                    <a:pt x="17555" y="101715"/>
                    <a:pt x="41959" y="101715"/>
                  </a:cubicBezTo>
                  <a:cubicBezTo>
                    <a:pt x="56924" y="101715"/>
                    <a:pt x="71889" y="92517"/>
                    <a:pt x="71889" y="89987"/>
                  </a:cubicBezTo>
                  <a:cubicBezTo>
                    <a:pt x="71889" y="89297"/>
                    <a:pt x="71659" y="86768"/>
                    <a:pt x="69587" y="86768"/>
                  </a:cubicBezTo>
                  <a:cubicBezTo>
                    <a:pt x="69126" y="86768"/>
                    <a:pt x="68666" y="86768"/>
                    <a:pt x="66594" y="88147"/>
                  </a:cubicBezTo>
                  <a:cubicBezTo>
                    <a:pt x="59457" y="92747"/>
                    <a:pt x="50938" y="96656"/>
                    <a:pt x="42420" y="96656"/>
                  </a:cubicBezTo>
                  <a:cubicBezTo>
                    <a:pt x="29067" y="96656"/>
                    <a:pt x="17555" y="86998"/>
                    <a:pt x="17555" y="66761"/>
                  </a:cubicBezTo>
                  <a:cubicBezTo>
                    <a:pt x="17555" y="58712"/>
                    <a:pt x="19397" y="49974"/>
                    <a:pt x="20088" y="47214"/>
                  </a:cubicBezTo>
                  <a:lnTo>
                    <a:pt x="58075" y="47214"/>
                  </a:lnTo>
                  <a:close/>
                </a:path>
              </a:pathLst>
            </a:custGeom>
            <a:solidFill>
              <a:srgbClr val="000000"/>
            </a:solidFill>
            <a:ln w="23082" cap="flat">
              <a:noFill/>
              <a:prstDash val="solid"/>
              <a:miter/>
            </a:ln>
          </p:spPr>
          <p:txBody>
            <a:bodyPr rtlCol="0" anchor="ctr"/>
            <a:lstStyle/>
            <a:p>
              <a:endParaRPr lang="en-GB" noProof="0"/>
            </a:p>
          </p:txBody>
        </p:sp>
        <p:sp>
          <p:nvSpPr>
            <p:cNvPr id="61" name="Freeform: Shape 60">
              <a:extLst>
                <a:ext uri="{FF2B5EF4-FFF2-40B4-BE49-F238E27FC236}">
                  <a16:creationId xmlns:a16="http://schemas.microsoft.com/office/drawing/2014/main" id="{BFA9EF3B-D8C4-F7C9-55AC-703756EC45D6}"/>
                </a:ext>
              </a:extLst>
            </p:cNvPr>
            <p:cNvSpPr/>
            <p:nvPr>
              <p:custDataLst>
                <p:tags r:id="rId75"/>
              </p:custDataLst>
            </p:nvPr>
          </p:nvSpPr>
          <p:spPr>
            <a:xfrm>
              <a:off x="4314101" y="4620859"/>
              <a:ext cx="140669" cy="177760"/>
            </a:xfrm>
            <a:custGeom>
              <a:avLst/>
              <a:gdLst>
                <a:gd name="connsiteX0" fmla="*/ 136590 w 140669"/>
                <a:gd name="connsiteY0" fmla="*/ 9731 h 177760"/>
                <a:gd name="connsiteX1" fmla="*/ 140965 w 140669"/>
                <a:gd name="connsiteY1" fmla="*/ 4671 h 177760"/>
                <a:gd name="connsiteX2" fmla="*/ 136360 w 140669"/>
                <a:gd name="connsiteY2" fmla="*/ 72 h 177760"/>
                <a:gd name="connsiteX3" fmla="*/ 132216 w 140669"/>
                <a:gd name="connsiteY3" fmla="*/ 1452 h 177760"/>
                <a:gd name="connsiteX4" fmla="*/ 4899 w 140669"/>
                <a:gd name="connsiteY4" fmla="*/ 61472 h 177760"/>
                <a:gd name="connsiteX5" fmla="*/ 295 w 140669"/>
                <a:gd name="connsiteY5" fmla="*/ 66761 h 177760"/>
                <a:gd name="connsiteX6" fmla="*/ 4899 w 140669"/>
                <a:gd name="connsiteY6" fmla="*/ 71820 h 177760"/>
                <a:gd name="connsiteX7" fmla="*/ 132216 w 140669"/>
                <a:gd name="connsiteY7" fmla="*/ 131610 h 177760"/>
                <a:gd name="connsiteX8" fmla="*/ 136360 w 140669"/>
                <a:gd name="connsiteY8" fmla="*/ 133220 h 177760"/>
                <a:gd name="connsiteX9" fmla="*/ 140965 w 140669"/>
                <a:gd name="connsiteY9" fmla="*/ 128621 h 177760"/>
                <a:gd name="connsiteX10" fmla="*/ 136130 w 140669"/>
                <a:gd name="connsiteY10" fmla="*/ 123331 h 177760"/>
                <a:gd name="connsiteX11" fmla="*/ 15720 w 140669"/>
                <a:gd name="connsiteY11" fmla="*/ 66761 h 177760"/>
                <a:gd name="connsiteX12" fmla="*/ 136590 w 140669"/>
                <a:gd name="connsiteY12" fmla="*/ 9731 h 177760"/>
                <a:gd name="connsiteX13" fmla="*/ 132907 w 140669"/>
                <a:gd name="connsiteY13" fmla="*/ 177832 h 177760"/>
                <a:gd name="connsiteX14" fmla="*/ 140965 w 140669"/>
                <a:gd name="connsiteY14" fmla="*/ 173233 h 177760"/>
                <a:gd name="connsiteX15" fmla="*/ 132676 w 140669"/>
                <a:gd name="connsiteY15" fmla="*/ 168634 h 177760"/>
                <a:gd name="connsiteX16" fmla="*/ 8583 w 140669"/>
                <a:gd name="connsiteY16" fmla="*/ 168634 h 177760"/>
                <a:gd name="connsiteX17" fmla="*/ 295 w 140669"/>
                <a:gd name="connsiteY17" fmla="*/ 173233 h 177760"/>
                <a:gd name="connsiteX18" fmla="*/ 8353 w 140669"/>
                <a:gd name="connsiteY18" fmla="*/ 177832 h 177760"/>
                <a:gd name="connsiteX19" fmla="*/ 132907 w 140669"/>
                <a:gd name="connsiteY19" fmla="*/ 177832 h 17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669" h="177760">
                  <a:moveTo>
                    <a:pt x="136590" y="9731"/>
                  </a:moveTo>
                  <a:cubicBezTo>
                    <a:pt x="139123" y="8581"/>
                    <a:pt x="140965" y="7431"/>
                    <a:pt x="140965" y="4671"/>
                  </a:cubicBezTo>
                  <a:cubicBezTo>
                    <a:pt x="140965" y="2142"/>
                    <a:pt x="139123" y="72"/>
                    <a:pt x="136360" y="72"/>
                  </a:cubicBezTo>
                  <a:cubicBezTo>
                    <a:pt x="135209" y="72"/>
                    <a:pt x="133137" y="992"/>
                    <a:pt x="132216" y="1452"/>
                  </a:cubicBezTo>
                  <a:lnTo>
                    <a:pt x="4899" y="61472"/>
                  </a:lnTo>
                  <a:cubicBezTo>
                    <a:pt x="985" y="63311"/>
                    <a:pt x="295" y="64921"/>
                    <a:pt x="295" y="66761"/>
                  </a:cubicBezTo>
                  <a:cubicBezTo>
                    <a:pt x="295" y="68831"/>
                    <a:pt x="1676" y="70440"/>
                    <a:pt x="4899" y="71820"/>
                  </a:cubicBezTo>
                  <a:lnTo>
                    <a:pt x="132216" y="131610"/>
                  </a:lnTo>
                  <a:cubicBezTo>
                    <a:pt x="135209" y="133220"/>
                    <a:pt x="135669" y="133220"/>
                    <a:pt x="136360" y="133220"/>
                  </a:cubicBezTo>
                  <a:cubicBezTo>
                    <a:pt x="138893" y="133220"/>
                    <a:pt x="140965" y="131150"/>
                    <a:pt x="140965" y="128621"/>
                  </a:cubicBezTo>
                  <a:cubicBezTo>
                    <a:pt x="140965" y="126551"/>
                    <a:pt x="140044" y="125171"/>
                    <a:pt x="136130" y="123331"/>
                  </a:cubicBezTo>
                  <a:lnTo>
                    <a:pt x="15720" y="66761"/>
                  </a:lnTo>
                  <a:lnTo>
                    <a:pt x="136590" y="9731"/>
                  </a:lnTo>
                  <a:close/>
                  <a:moveTo>
                    <a:pt x="132907" y="177832"/>
                  </a:moveTo>
                  <a:cubicBezTo>
                    <a:pt x="136821" y="177832"/>
                    <a:pt x="140965" y="177832"/>
                    <a:pt x="140965" y="173233"/>
                  </a:cubicBezTo>
                  <a:cubicBezTo>
                    <a:pt x="140965" y="168634"/>
                    <a:pt x="136130" y="168634"/>
                    <a:pt x="132676" y="168634"/>
                  </a:cubicBezTo>
                  <a:lnTo>
                    <a:pt x="8583" y="168634"/>
                  </a:lnTo>
                  <a:cubicBezTo>
                    <a:pt x="5130" y="168634"/>
                    <a:pt x="295" y="168634"/>
                    <a:pt x="295" y="173233"/>
                  </a:cubicBezTo>
                  <a:cubicBezTo>
                    <a:pt x="295" y="177832"/>
                    <a:pt x="4439" y="177832"/>
                    <a:pt x="8353" y="177832"/>
                  </a:cubicBezTo>
                  <a:lnTo>
                    <a:pt x="132907" y="177832"/>
                  </a:lnTo>
                  <a:close/>
                </a:path>
              </a:pathLst>
            </a:custGeom>
            <a:solidFill>
              <a:srgbClr val="000000"/>
            </a:solidFill>
            <a:ln w="23082" cap="flat">
              <a:noFill/>
              <a:prstDash val="solid"/>
              <a:miter/>
            </a:ln>
          </p:spPr>
          <p:txBody>
            <a:bodyPr rtlCol="0" anchor="ctr"/>
            <a:lstStyle/>
            <a:p>
              <a:endParaRPr lang="en-GB" noProof="0"/>
            </a:p>
          </p:txBody>
        </p:sp>
        <p:sp>
          <p:nvSpPr>
            <p:cNvPr id="62" name="Freeform: Shape 61">
              <a:extLst>
                <a:ext uri="{FF2B5EF4-FFF2-40B4-BE49-F238E27FC236}">
                  <a16:creationId xmlns:a16="http://schemas.microsoft.com/office/drawing/2014/main" id="{009BD26C-155A-D122-4084-9CB189E4EE32}"/>
                </a:ext>
              </a:extLst>
            </p:cNvPr>
            <p:cNvSpPr/>
            <p:nvPr>
              <p:custDataLst>
                <p:tags r:id="rId76"/>
              </p:custDataLst>
            </p:nvPr>
          </p:nvSpPr>
          <p:spPr>
            <a:xfrm>
              <a:off x="4544918" y="4665471"/>
              <a:ext cx="124784" cy="151314"/>
            </a:xfrm>
            <a:custGeom>
              <a:avLst/>
              <a:gdLst>
                <a:gd name="connsiteX0" fmla="*/ 46581 w 124784"/>
                <a:gd name="connsiteY0" fmla="*/ 20999 h 151314"/>
                <a:gd name="connsiteX1" fmla="*/ 50035 w 124784"/>
                <a:gd name="connsiteY1" fmla="*/ 6281 h 151314"/>
                <a:gd name="connsiteX2" fmla="*/ 43358 w 124784"/>
                <a:gd name="connsiteY2" fmla="*/ 72 h 151314"/>
                <a:gd name="connsiteX3" fmla="*/ 34149 w 124784"/>
                <a:gd name="connsiteY3" fmla="*/ 8351 h 151314"/>
                <a:gd name="connsiteX4" fmla="*/ 996 w 124784"/>
                <a:gd name="connsiteY4" fmla="*/ 141498 h 151314"/>
                <a:gd name="connsiteX5" fmla="*/ 305 w 124784"/>
                <a:gd name="connsiteY5" fmla="*/ 145178 h 151314"/>
                <a:gd name="connsiteX6" fmla="*/ 6752 w 124784"/>
                <a:gd name="connsiteY6" fmla="*/ 151387 h 151314"/>
                <a:gd name="connsiteX7" fmla="*/ 14810 w 124784"/>
                <a:gd name="connsiteY7" fmla="*/ 146557 h 151314"/>
                <a:gd name="connsiteX8" fmla="*/ 27472 w 124784"/>
                <a:gd name="connsiteY8" fmla="*/ 97116 h 151314"/>
                <a:gd name="connsiteX9" fmla="*/ 49804 w 124784"/>
                <a:gd name="connsiteY9" fmla="*/ 104245 h 151314"/>
                <a:gd name="connsiteX10" fmla="*/ 80425 w 124784"/>
                <a:gd name="connsiteY10" fmla="*/ 87457 h 151314"/>
                <a:gd name="connsiteX11" fmla="*/ 101146 w 124784"/>
                <a:gd name="connsiteY11" fmla="*/ 104245 h 151314"/>
                <a:gd name="connsiteX12" fmla="*/ 118182 w 124784"/>
                <a:gd name="connsiteY12" fmla="*/ 91597 h 151314"/>
                <a:gd name="connsiteX13" fmla="*/ 125089 w 124784"/>
                <a:gd name="connsiteY13" fmla="*/ 68831 h 151314"/>
                <a:gd name="connsiteX14" fmla="*/ 122327 w 124784"/>
                <a:gd name="connsiteY14" fmla="*/ 66531 h 151314"/>
                <a:gd name="connsiteX15" fmla="*/ 119103 w 124784"/>
                <a:gd name="connsiteY15" fmla="*/ 70670 h 151314"/>
                <a:gd name="connsiteX16" fmla="*/ 101606 w 124784"/>
                <a:gd name="connsiteY16" fmla="*/ 99185 h 151314"/>
                <a:gd name="connsiteX17" fmla="*/ 94699 w 124784"/>
                <a:gd name="connsiteY17" fmla="*/ 88607 h 151314"/>
                <a:gd name="connsiteX18" fmla="*/ 99304 w 124784"/>
                <a:gd name="connsiteY18" fmla="*/ 64691 h 151314"/>
                <a:gd name="connsiteX19" fmla="*/ 105750 w 124784"/>
                <a:gd name="connsiteY19" fmla="*/ 39855 h 151314"/>
                <a:gd name="connsiteX20" fmla="*/ 109664 w 124784"/>
                <a:gd name="connsiteY20" fmla="*/ 24218 h 151314"/>
                <a:gd name="connsiteX21" fmla="*/ 113117 w 124784"/>
                <a:gd name="connsiteY21" fmla="*/ 8811 h 151314"/>
                <a:gd name="connsiteX22" fmla="*/ 106441 w 124784"/>
                <a:gd name="connsiteY22" fmla="*/ 2602 h 151314"/>
                <a:gd name="connsiteX23" fmla="*/ 97462 w 124784"/>
                <a:gd name="connsiteY23" fmla="*/ 10650 h 151314"/>
                <a:gd name="connsiteX24" fmla="*/ 86641 w 124784"/>
                <a:gd name="connsiteY24" fmla="*/ 53653 h 151314"/>
                <a:gd name="connsiteX25" fmla="*/ 80655 w 124784"/>
                <a:gd name="connsiteY25" fmla="*/ 77109 h 151314"/>
                <a:gd name="connsiteX26" fmla="*/ 50725 w 124784"/>
                <a:gd name="connsiteY26" fmla="*/ 99185 h 151314"/>
                <a:gd name="connsiteX27" fmla="*/ 33688 w 124784"/>
                <a:gd name="connsiteY27" fmla="*/ 79179 h 151314"/>
                <a:gd name="connsiteX28" fmla="*/ 36912 w 124784"/>
                <a:gd name="connsiteY28" fmla="*/ 59632 h 151314"/>
                <a:gd name="connsiteX29" fmla="*/ 46581 w 124784"/>
                <a:gd name="connsiteY29" fmla="*/ 20999 h 1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784" h="151314">
                  <a:moveTo>
                    <a:pt x="46581" y="20999"/>
                  </a:moveTo>
                  <a:cubicBezTo>
                    <a:pt x="47732" y="16169"/>
                    <a:pt x="50035" y="7431"/>
                    <a:pt x="50035" y="6281"/>
                  </a:cubicBezTo>
                  <a:cubicBezTo>
                    <a:pt x="50035" y="2372"/>
                    <a:pt x="47272" y="72"/>
                    <a:pt x="43358" y="72"/>
                  </a:cubicBezTo>
                  <a:cubicBezTo>
                    <a:pt x="42667" y="72"/>
                    <a:pt x="36221" y="302"/>
                    <a:pt x="34149" y="8351"/>
                  </a:cubicBezTo>
                  <a:lnTo>
                    <a:pt x="996" y="141498"/>
                  </a:lnTo>
                  <a:cubicBezTo>
                    <a:pt x="305" y="144258"/>
                    <a:pt x="305" y="144718"/>
                    <a:pt x="305" y="145178"/>
                  </a:cubicBezTo>
                  <a:cubicBezTo>
                    <a:pt x="305" y="148627"/>
                    <a:pt x="2838" y="151387"/>
                    <a:pt x="6752" y="151387"/>
                  </a:cubicBezTo>
                  <a:cubicBezTo>
                    <a:pt x="11586" y="151387"/>
                    <a:pt x="14349" y="147247"/>
                    <a:pt x="14810" y="146557"/>
                  </a:cubicBezTo>
                  <a:cubicBezTo>
                    <a:pt x="15731" y="144488"/>
                    <a:pt x="18724" y="132530"/>
                    <a:pt x="27472" y="97116"/>
                  </a:cubicBezTo>
                  <a:cubicBezTo>
                    <a:pt x="34840" y="103325"/>
                    <a:pt x="45200" y="104245"/>
                    <a:pt x="49804" y="104245"/>
                  </a:cubicBezTo>
                  <a:cubicBezTo>
                    <a:pt x="65921" y="104245"/>
                    <a:pt x="74899" y="93896"/>
                    <a:pt x="80425" y="87457"/>
                  </a:cubicBezTo>
                  <a:cubicBezTo>
                    <a:pt x="82497" y="97806"/>
                    <a:pt x="91015" y="104245"/>
                    <a:pt x="101146" y="104245"/>
                  </a:cubicBezTo>
                  <a:cubicBezTo>
                    <a:pt x="109204" y="104245"/>
                    <a:pt x="114499" y="98955"/>
                    <a:pt x="118182" y="91597"/>
                  </a:cubicBezTo>
                  <a:cubicBezTo>
                    <a:pt x="122096" y="83318"/>
                    <a:pt x="125089" y="69291"/>
                    <a:pt x="125089" y="68831"/>
                  </a:cubicBezTo>
                  <a:cubicBezTo>
                    <a:pt x="125089" y="66531"/>
                    <a:pt x="123017" y="66531"/>
                    <a:pt x="122327" y="66531"/>
                  </a:cubicBezTo>
                  <a:cubicBezTo>
                    <a:pt x="120024" y="66531"/>
                    <a:pt x="119794" y="67451"/>
                    <a:pt x="119103" y="70670"/>
                  </a:cubicBezTo>
                  <a:cubicBezTo>
                    <a:pt x="115190" y="85618"/>
                    <a:pt x="111045" y="99185"/>
                    <a:pt x="101606" y="99185"/>
                  </a:cubicBezTo>
                  <a:cubicBezTo>
                    <a:pt x="95390" y="99185"/>
                    <a:pt x="94699" y="93206"/>
                    <a:pt x="94699" y="88607"/>
                  </a:cubicBezTo>
                  <a:cubicBezTo>
                    <a:pt x="94699" y="83548"/>
                    <a:pt x="97462" y="72740"/>
                    <a:pt x="99304" y="64691"/>
                  </a:cubicBezTo>
                  <a:lnTo>
                    <a:pt x="105750" y="39855"/>
                  </a:lnTo>
                  <a:cubicBezTo>
                    <a:pt x="106441" y="36406"/>
                    <a:pt x="108743" y="27668"/>
                    <a:pt x="109664" y="24218"/>
                  </a:cubicBezTo>
                  <a:cubicBezTo>
                    <a:pt x="110815" y="18929"/>
                    <a:pt x="113117" y="10190"/>
                    <a:pt x="113117" y="8811"/>
                  </a:cubicBezTo>
                  <a:cubicBezTo>
                    <a:pt x="113117" y="4671"/>
                    <a:pt x="109894" y="2602"/>
                    <a:pt x="106441" y="2602"/>
                  </a:cubicBezTo>
                  <a:cubicBezTo>
                    <a:pt x="105290" y="2602"/>
                    <a:pt x="99304" y="2832"/>
                    <a:pt x="97462" y="10650"/>
                  </a:cubicBezTo>
                  <a:lnTo>
                    <a:pt x="86641" y="53653"/>
                  </a:lnTo>
                  <a:cubicBezTo>
                    <a:pt x="83878" y="65151"/>
                    <a:pt x="81346" y="74810"/>
                    <a:pt x="80655" y="77109"/>
                  </a:cubicBezTo>
                  <a:cubicBezTo>
                    <a:pt x="80425" y="78259"/>
                    <a:pt x="69374" y="99185"/>
                    <a:pt x="50725" y="99185"/>
                  </a:cubicBezTo>
                  <a:cubicBezTo>
                    <a:pt x="39214" y="99185"/>
                    <a:pt x="33688" y="91597"/>
                    <a:pt x="33688" y="79179"/>
                  </a:cubicBezTo>
                  <a:cubicBezTo>
                    <a:pt x="33688" y="72510"/>
                    <a:pt x="35300" y="66071"/>
                    <a:pt x="36912" y="59632"/>
                  </a:cubicBezTo>
                  <a:lnTo>
                    <a:pt x="46581" y="20999"/>
                  </a:lnTo>
                  <a:close/>
                </a:path>
              </a:pathLst>
            </a:custGeom>
            <a:solidFill>
              <a:srgbClr val="FF0000"/>
            </a:solidFill>
            <a:ln w="23082" cap="flat">
              <a:noFill/>
              <a:prstDash val="solid"/>
              <a:miter/>
            </a:ln>
          </p:spPr>
          <p:txBody>
            <a:bodyPr rtlCol="0" anchor="ctr"/>
            <a:lstStyle/>
            <a:p>
              <a:endParaRPr lang="en-GB" noProof="0"/>
            </a:p>
          </p:txBody>
        </p:sp>
        <p:sp>
          <p:nvSpPr>
            <p:cNvPr id="66" name="Freeform: Shape 65">
              <a:extLst>
                <a:ext uri="{FF2B5EF4-FFF2-40B4-BE49-F238E27FC236}">
                  <a16:creationId xmlns:a16="http://schemas.microsoft.com/office/drawing/2014/main" id="{0E6F67C3-F457-14FF-5B86-5BC76EC3B962}"/>
                </a:ext>
              </a:extLst>
            </p:cNvPr>
            <p:cNvSpPr/>
            <p:nvPr>
              <p:custDataLst>
                <p:tags r:id="rId77"/>
              </p:custDataLst>
            </p:nvPr>
          </p:nvSpPr>
          <p:spPr>
            <a:xfrm>
              <a:off x="4694302" y="4694722"/>
              <a:ext cx="58662" cy="106885"/>
            </a:xfrm>
            <a:custGeom>
              <a:avLst/>
              <a:gdLst>
                <a:gd name="connsiteX0" fmla="*/ 36733 w 58662"/>
                <a:gd name="connsiteY0" fmla="*/ 4581 h 106885"/>
                <a:gd name="connsiteX1" fmla="*/ 31899 w 58662"/>
                <a:gd name="connsiteY1" fmla="*/ 74 h 106885"/>
                <a:gd name="connsiteX2" fmla="*/ 311 w 58662"/>
                <a:gd name="connsiteY2" fmla="*/ 10376 h 106885"/>
                <a:gd name="connsiteX3" fmla="*/ 311 w 58662"/>
                <a:gd name="connsiteY3" fmla="*/ 16171 h 106885"/>
                <a:gd name="connsiteX4" fmla="*/ 23680 w 58662"/>
                <a:gd name="connsiteY4" fmla="*/ 11664 h 106885"/>
                <a:gd name="connsiteX5" fmla="*/ 23680 w 58662"/>
                <a:gd name="connsiteY5" fmla="*/ 93760 h 106885"/>
                <a:gd name="connsiteX6" fmla="*/ 7563 w 58662"/>
                <a:gd name="connsiteY6" fmla="*/ 101165 h 106885"/>
                <a:gd name="connsiteX7" fmla="*/ 1439 w 58662"/>
                <a:gd name="connsiteY7" fmla="*/ 101165 h 106885"/>
                <a:gd name="connsiteX8" fmla="*/ 1439 w 58662"/>
                <a:gd name="connsiteY8" fmla="*/ 106960 h 106885"/>
                <a:gd name="connsiteX9" fmla="*/ 30126 w 58662"/>
                <a:gd name="connsiteY9" fmla="*/ 106316 h 106885"/>
                <a:gd name="connsiteX10" fmla="*/ 58974 w 58662"/>
                <a:gd name="connsiteY10" fmla="*/ 106960 h 106885"/>
                <a:gd name="connsiteX11" fmla="*/ 58974 w 58662"/>
                <a:gd name="connsiteY11" fmla="*/ 101165 h 106885"/>
                <a:gd name="connsiteX12" fmla="*/ 52850 w 58662"/>
                <a:gd name="connsiteY12" fmla="*/ 101165 h 106885"/>
                <a:gd name="connsiteX13" fmla="*/ 36733 w 58662"/>
                <a:gd name="connsiteY13" fmla="*/ 93760 h 106885"/>
                <a:gd name="connsiteX14" fmla="*/ 36733 w 58662"/>
                <a:gd name="connsiteY14" fmla="*/ 4581 h 10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62" h="106885">
                  <a:moveTo>
                    <a:pt x="36733" y="4581"/>
                  </a:moveTo>
                  <a:cubicBezTo>
                    <a:pt x="36733" y="235"/>
                    <a:pt x="36411" y="74"/>
                    <a:pt x="31899" y="74"/>
                  </a:cubicBezTo>
                  <a:cubicBezTo>
                    <a:pt x="21584" y="10215"/>
                    <a:pt x="6919" y="10376"/>
                    <a:pt x="311" y="10376"/>
                  </a:cubicBezTo>
                  <a:lnTo>
                    <a:pt x="311" y="16171"/>
                  </a:lnTo>
                  <a:cubicBezTo>
                    <a:pt x="4179" y="16171"/>
                    <a:pt x="14816" y="16171"/>
                    <a:pt x="23680" y="11664"/>
                  </a:cubicBezTo>
                  <a:lnTo>
                    <a:pt x="23680" y="93760"/>
                  </a:lnTo>
                  <a:cubicBezTo>
                    <a:pt x="23680" y="99072"/>
                    <a:pt x="23680" y="101165"/>
                    <a:pt x="7563" y="101165"/>
                  </a:cubicBezTo>
                  <a:lnTo>
                    <a:pt x="1439" y="101165"/>
                  </a:lnTo>
                  <a:lnTo>
                    <a:pt x="1439" y="106960"/>
                  </a:lnTo>
                  <a:cubicBezTo>
                    <a:pt x="4340" y="106799"/>
                    <a:pt x="24163" y="106316"/>
                    <a:pt x="30126" y="106316"/>
                  </a:cubicBezTo>
                  <a:cubicBezTo>
                    <a:pt x="35122" y="106316"/>
                    <a:pt x="55428" y="106799"/>
                    <a:pt x="58974" y="106960"/>
                  </a:cubicBezTo>
                  <a:lnTo>
                    <a:pt x="58974" y="101165"/>
                  </a:lnTo>
                  <a:lnTo>
                    <a:pt x="52850" y="101165"/>
                  </a:lnTo>
                  <a:cubicBezTo>
                    <a:pt x="36733" y="101165"/>
                    <a:pt x="36733" y="99072"/>
                    <a:pt x="36733" y="93760"/>
                  </a:cubicBezTo>
                  <a:lnTo>
                    <a:pt x="36733" y="4581"/>
                  </a:lnTo>
                  <a:close/>
                </a:path>
              </a:pathLst>
            </a:custGeom>
            <a:solidFill>
              <a:srgbClr val="FF0000"/>
            </a:solidFill>
            <a:ln w="23082" cap="flat">
              <a:noFill/>
              <a:prstDash val="solid"/>
              <a:miter/>
            </a:ln>
          </p:spPr>
          <p:txBody>
            <a:bodyPr rtlCol="0" anchor="ctr"/>
            <a:lstStyle/>
            <a:p>
              <a:endParaRPr lang="en-GB" noProof="0"/>
            </a:p>
          </p:txBody>
        </p:sp>
        <p:pic>
          <p:nvPicPr>
            <p:cNvPr id="165" name="Picture 164" descr="\documentclass{article}&#10;\usepackage{amsmath}&#10;\pagestyle{empty}&#10;\begin{document}&#10;&#10;\[&#10;y = 1 \iff &#10;\]&#10;&#10;\end{document}" title="IguanaTex Picture Display">
              <a:extLst>
                <a:ext uri="{FF2B5EF4-FFF2-40B4-BE49-F238E27FC236}">
                  <a16:creationId xmlns:a16="http://schemas.microsoft.com/office/drawing/2014/main" id="{40AB5185-3E72-7F42-24D7-0E79F9B259D0}"/>
                </a:ext>
              </a:extLst>
            </p:cNvPr>
            <p:cNvPicPr>
              <a:picLocks noChangeAspect="1"/>
            </p:cNvPicPr>
            <p:nvPr>
              <p:custDataLst>
                <p:tags r:id="rId78"/>
              </p:custDataLst>
            </p:nvPr>
          </p:nvPicPr>
          <p:blipFill>
            <a:blip r:embed="rId179" cstate="print">
              <a:extLst>
                <a:ext uri="{28A0092B-C50C-407E-A947-70E740481C1C}">
                  <a14:useLocalDpi xmlns:a14="http://schemas.microsoft.com/office/drawing/2010/main" val="0"/>
                </a:ext>
              </a:extLst>
            </a:blip>
            <a:stretch>
              <a:fillRect/>
            </a:stretch>
          </p:blipFill>
          <p:spPr>
            <a:xfrm>
              <a:off x="1229887" y="4959940"/>
              <a:ext cx="1105580" cy="205160"/>
            </a:xfrm>
            <a:prstGeom prst="rect">
              <a:avLst/>
            </a:prstGeom>
          </p:spPr>
        </p:pic>
        <p:grpSp>
          <p:nvGrpSpPr>
            <p:cNvPr id="201" name="Group 200" descr="\documentclass{article}&#10;\usepackage{amsmath}&#10;\pagestyle{empty}&#10;\begin{document}&#10;&#10;\[&#10;\mu_0 -\alpha \leq \beta^T x + \epsilon \leq \mu_1 - \alpha&#10;\]&#10;&#10;\end{document}" title="IguanaTex Shape Display">
              <a:extLst>
                <a:ext uri="{FF2B5EF4-FFF2-40B4-BE49-F238E27FC236}">
                  <a16:creationId xmlns:a16="http://schemas.microsoft.com/office/drawing/2014/main" id="{5E9C468D-0E97-6CAB-28A6-F4FC1BCBBF44}"/>
                </a:ext>
              </a:extLst>
            </p:cNvPr>
            <p:cNvGrpSpPr>
              <a:grpSpLocks noChangeAspect="1"/>
            </p:cNvGrpSpPr>
            <p:nvPr>
              <p:custDataLst>
                <p:tags r:id="rId79"/>
              </p:custDataLst>
            </p:nvPr>
          </p:nvGrpSpPr>
          <p:grpSpPr>
            <a:xfrm>
              <a:off x="2425700" y="4876800"/>
              <a:ext cx="2815903" cy="248899"/>
              <a:chOff x="6573391" y="6367450"/>
              <a:chExt cx="2815903" cy="248899"/>
            </a:xfrm>
          </p:grpSpPr>
          <p:sp>
            <p:nvSpPr>
              <p:cNvPr id="186" name="Freeform: Shape 185">
                <a:extLst>
                  <a:ext uri="{FF2B5EF4-FFF2-40B4-BE49-F238E27FC236}">
                    <a16:creationId xmlns:a16="http://schemas.microsoft.com/office/drawing/2014/main" id="{C8093371-F77F-D22E-5DC4-3016D179655B}"/>
                  </a:ext>
                </a:extLst>
              </p:cNvPr>
              <p:cNvSpPr/>
              <p:nvPr>
                <p:custDataLst>
                  <p:tags r:id="rId80"/>
                </p:custDataLst>
              </p:nvPr>
            </p:nvSpPr>
            <p:spPr>
              <a:xfrm>
                <a:off x="6573391" y="6467745"/>
                <a:ext cx="128504" cy="148604"/>
              </a:xfrm>
              <a:custGeom>
                <a:avLst/>
                <a:gdLst>
                  <a:gd name="connsiteX0" fmla="*/ 47830 w 128504"/>
                  <a:gd name="connsiteY0" fmla="*/ 20626 h 148604"/>
                  <a:gd name="connsiteX1" fmla="*/ 51386 w 128504"/>
                  <a:gd name="connsiteY1" fmla="*/ 6172 h 148604"/>
                  <a:gd name="connsiteX2" fmla="*/ 44510 w 128504"/>
                  <a:gd name="connsiteY2" fmla="*/ 75 h 148604"/>
                  <a:gd name="connsiteX3" fmla="*/ 35027 w 128504"/>
                  <a:gd name="connsiteY3" fmla="*/ 8205 h 148604"/>
                  <a:gd name="connsiteX4" fmla="*/ 885 w 128504"/>
                  <a:gd name="connsiteY4" fmla="*/ 138968 h 148604"/>
                  <a:gd name="connsiteX5" fmla="*/ 174 w 128504"/>
                  <a:gd name="connsiteY5" fmla="*/ 142581 h 148604"/>
                  <a:gd name="connsiteX6" fmla="*/ 6813 w 128504"/>
                  <a:gd name="connsiteY6" fmla="*/ 148679 h 148604"/>
                  <a:gd name="connsiteX7" fmla="*/ 15111 w 128504"/>
                  <a:gd name="connsiteY7" fmla="*/ 143936 h 148604"/>
                  <a:gd name="connsiteX8" fmla="*/ 28151 w 128504"/>
                  <a:gd name="connsiteY8" fmla="*/ 95380 h 148604"/>
                  <a:gd name="connsiteX9" fmla="*/ 51149 w 128504"/>
                  <a:gd name="connsiteY9" fmla="*/ 102381 h 148604"/>
                  <a:gd name="connsiteX10" fmla="*/ 82682 w 128504"/>
                  <a:gd name="connsiteY10" fmla="*/ 85895 h 148604"/>
                  <a:gd name="connsiteX11" fmla="*/ 104021 w 128504"/>
                  <a:gd name="connsiteY11" fmla="*/ 102381 h 148604"/>
                  <a:gd name="connsiteX12" fmla="*/ 121565 w 128504"/>
                  <a:gd name="connsiteY12" fmla="*/ 89960 h 148604"/>
                  <a:gd name="connsiteX13" fmla="*/ 128678 w 128504"/>
                  <a:gd name="connsiteY13" fmla="*/ 67602 h 148604"/>
                  <a:gd name="connsiteX14" fmla="*/ 125833 w 128504"/>
                  <a:gd name="connsiteY14" fmla="*/ 65343 h 148604"/>
                  <a:gd name="connsiteX15" fmla="*/ 122514 w 128504"/>
                  <a:gd name="connsiteY15" fmla="*/ 69408 h 148604"/>
                  <a:gd name="connsiteX16" fmla="*/ 104495 w 128504"/>
                  <a:gd name="connsiteY16" fmla="*/ 97413 h 148604"/>
                  <a:gd name="connsiteX17" fmla="*/ 97382 w 128504"/>
                  <a:gd name="connsiteY17" fmla="*/ 87024 h 148604"/>
                  <a:gd name="connsiteX18" fmla="*/ 102124 w 128504"/>
                  <a:gd name="connsiteY18" fmla="*/ 63536 h 148604"/>
                  <a:gd name="connsiteX19" fmla="*/ 108762 w 128504"/>
                  <a:gd name="connsiteY19" fmla="*/ 39145 h 148604"/>
                  <a:gd name="connsiteX20" fmla="*/ 112793 w 128504"/>
                  <a:gd name="connsiteY20" fmla="*/ 23788 h 148604"/>
                  <a:gd name="connsiteX21" fmla="*/ 116349 w 128504"/>
                  <a:gd name="connsiteY21" fmla="*/ 8657 h 148604"/>
                  <a:gd name="connsiteX22" fmla="*/ 109474 w 128504"/>
                  <a:gd name="connsiteY22" fmla="*/ 2559 h 148604"/>
                  <a:gd name="connsiteX23" fmla="*/ 100227 w 128504"/>
                  <a:gd name="connsiteY23" fmla="*/ 10463 h 148604"/>
                  <a:gd name="connsiteX24" fmla="*/ 89084 w 128504"/>
                  <a:gd name="connsiteY24" fmla="*/ 52696 h 148604"/>
                  <a:gd name="connsiteX25" fmla="*/ 82919 w 128504"/>
                  <a:gd name="connsiteY25" fmla="*/ 75732 h 148604"/>
                  <a:gd name="connsiteX26" fmla="*/ 52097 w 128504"/>
                  <a:gd name="connsiteY26" fmla="*/ 97413 h 148604"/>
                  <a:gd name="connsiteX27" fmla="*/ 34553 w 128504"/>
                  <a:gd name="connsiteY27" fmla="*/ 77764 h 148604"/>
                  <a:gd name="connsiteX28" fmla="*/ 37872 w 128504"/>
                  <a:gd name="connsiteY28" fmla="*/ 58568 h 148604"/>
                  <a:gd name="connsiteX29" fmla="*/ 47830 w 128504"/>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504" h="148604">
                    <a:moveTo>
                      <a:pt x="47830" y="20626"/>
                    </a:moveTo>
                    <a:cubicBezTo>
                      <a:pt x="49015" y="15884"/>
                      <a:pt x="51386" y="7302"/>
                      <a:pt x="51386" y="6172"/>
                    </a:cubicBezTo>
                    <a:cubicBezTo>
                      <a:pt x="51386" y="2333"/>
                      <a:pt x="48541" y="75"/>
                      <a:pt x="44510" y="75"/>
                    </a:cubicBezTo>
                    <a:cubicBezTo>
                      <a:pt x="43799" y="75"/>
                      <a:pt x="37161" y="301"/>
                      <a:pt x="35027" y="8205"/>
                    </a:cubicBezTo>
                    <a:lnTo>
                      <a:pt x="885" y="138968"/>
                    </a:lnTo>
                    <a:cubicBezTo>
                      <a:pt x="174" y="141678"/>
                      <a:pt x="174" y="142129"/>
                      <a:pt x="174" y="142581"/>
                    </a:cubicBezTo>
                    <a:cubicBezTo>
                      <a:pt x="174" y="145969"/>
                      <a:pt x="2782" y="148679"/>
                      <a:pt x="6813" y="148679"/>
                    </a:cubicBezTo>
                    <a:cubicBezTo>
                      <a:pt x="11792" y="148679"/>
                      <a:pt x="14637" y="144614"/>
                      <a:pt x="15111" y="143936"/>
                    </a:cubicBezTo>
                    <a:cubicBezTo>
                      <a:pt x="16059" y="141904"/>
                      <a:pt x="19141" y="130160"/>
                      <a:pt x="28151" y="95380"/>
                    </a:cubicBezTo>
                    <a:cubicBezTo>
                      <a:pt x="35738" y="101478"/>
                      <a:pt x="46407" y="102381"/>
                      <a:pt x="51149" y="102381"/>
                    </a:cubicBezTo>
                    <a:cubicBezTo>
                      <a:pt x="67745" y="102381"/>
                      <a:pt x="76992" y="92218"/>
                      <a:pt x="82682" y="85895"/>
                    </a:cubicBezTo>
                    <a:cubicBezTo>
                      <a:pt x="84816" y="96058"/>
                      <a:pt x="93589" y="102381"/>
                      <a:pt x="104021" y="102381"/>
                    </a:cubicBezTo>
                    <a:cubicBezTo>
                      <a:pt x="112319" y="102381"/>
                      <a:pt x="117772" y="97187"/>
                      <a:pt x="121565" y="89960"/>
                    </a:cubicBezTo>
                    <a:cubicBezTo>
                      <a:pt x="125596" y="81830"/>
                      <a:pt x="128678" y="68053"/>
                      <a:pt x="128678" y="67602"/>
                    </a:cubicBezTo>
                    <a:cubicBezTo>
                      <a:pt x="128678" y="65343"/>
                      <a:pt x="126544" y="65343"/>
                      <a:pt x="125833" y="65343"/>
                    </a:cubicBezTo>
                    <a:cubicBezTo>
                      <a:pt x="123462" y="65343"/>
                      <a:pt x="123225" y="66246"/>
                      <a:pt x="122514" y="69408"/>
                    </a:cubicBezTo>
                    <a:cubicBezTo>
                      <a:pt x="118483" y="84088"/>
                      <a:pt x="114216" y="97413"/>
                      <a:pt x="104495" y="97413"/>
                    </a:cubicBezTo>
                    <a:cubicBezTo>
                      <a:pt x="98093" y="97413"/>
                      <a:pt x="97382" y="91541"/>
                      <a:pt x="97382" y="87024"/>
                    </a:cubicBezTo>
                    <a:cubicBezTo>
                      <a:pt x="97382" y="82055"/>
                      <a:pt x="100227" y="71441"/>
                      <a:pt x="102124" y="63536"/>
                    </a:cubicBezTo>
                    <a:lnTo>
                      <a:pt x="108762" y="39145"/>
                    </a:lnTo>
                    <a:cubicBezTo>
                      <a:pt x="109474" y="35758"/>
                      <a:pt x="111845" y="27176"/>
                      <a:pt x="112793" y="23788"/>
                    </a:cubicBezTo>
                    <a:cubicBezTo>
                      <a:pt x="113978" y="18594"/>
                      <a:pt x="116349" y="10012"/>
                      <a:pt x="116349" y="8657"/>
                    </a:cubicBezTo>
                    <a:cubicBezTo>
                      <a:pt x="116349" y="4592"/>
                      <a:pt x="113030" y="2559"/>
                      <a:pt x="109474" y="2559"/>
                    </a:cubicBezTo>
                    <a:cubicBezTo>
                      <a:pt x="108288" y="2559"/>
                      <a:pt x="102124" y="2785"/>
                      <a:pt x="100227" y="10463"/>
                    </a:cubicBezTo>
                    <a:lnTo>
                      <a:pt x="89084" y="52696"/>
                    </a:lnTo>
                    <a:cubicBezTo>
                      <a:pt x="86239" y="63988"/>
                      <a:pt x="83631" y="73473"/>
                      <a:pt x="82919" y="75732"/>
                    </a:cubicBezTo>
                    <a:cubicBezTo>
                      <a:pt x="82682" y="76861"/>
                      <a:pt x="71302" y="97413"/>
                      <a:pt x="52097" y="97413"/>
                    </a:cubicBezTo>
                    <a:cubicBezTo>
                      <a:pt x="40243" y="97413"/>
                      <a:pt x="34553" y="89960"/>
                      <a:pt x="34553" y="77764"/>
                    </a:cubicBezTo>
                    <a:cubicBezTo>
                      <a:pt x="34553" y="71215"/>
                      <a:pt x="36212" y="64891"/>
                      <a:pt x="37872" y="58568"/>
                    </a:cubicBezTo>
                    <a:lnTo>
                      <a:pt x="47830" y="20626"/>
                    </a:lnTo>
                    <a:close/>
                  </a:path>
                </a:pathLst>
              </a:custGeom>
              <a:solidFill>
                <a:srgbClr val="FF0000"/>
              </a:solidFill>
              <a:ln w="23772" cap="flat">
                <a:noFill/>
                <a:prstDash val="solid"/>
                <a:miter/>
              </a:ln>
            </p:spPr>
            <p:txBody>
              <a:bodyPr rtlCol="0" anchor="ctr"/>
              <a:lstStyle/>
              <a:p>
                <a:endParaRPr lang="en-GB" noProof="0">
                  <a:solidFill>
                    <a:srgbClr val="FF0000"/>
                  </a:solidFill>
                </a:endParaRPr>
              </a:p>
            </p:txBody>
          </p:sp>
          <p:sp>
            <p:nvSpPr>
              <p:cNvPr id="187" name="Freeform: Shape 186">
                <a:extLst>
                  <a:ext uri="{FF2B5EF4-FFF2-40B4-BE49-F238E27FC236}">
                    <a16:creationId xmlns:a16="http://schemas.microsoft.com/office/drawing/2014/main" id="{2BB31256-F57B-DA2A-E143-65FA3D37064C}"/>
                  </a:ext>
                </a:extLst>
              </p:cNvPr>
              <p:cNvSpPr/>
              <p:nvPr>
                <p:custDataLst>
                  <p:tags r:id="rId81"/>
                </p:custDataLst>
              </p:nvPr>
            </p:nvSpPr>
            <p:spPr>
              <a:xfrm>
                <a:off x="6717769" y="6496471"/>
                <a:ext cx="77007" cy="108133"/>
              </a:xfrm>
              <a:custGeom>
                <a:avLst/>
                <a:gdLst>
                  <a:gd name="connsiteX0" fmla="*/ 77188 w 77007"/>
                  <a:gd name="connsiteY0" fmla="*/ 54617 h 108133"/>
                  <a:gd name="connsiteX1" fmla="*/ 67396 w 77007"/>
                  <a:gd name="connsiteY1" fmla="*/ 13672 h 108133"/>
                  <a:gd name="connsiteX2" fmla="*/ 38684 w 77007"/>
                  <a:gd name="connsiteY2" fmla="*/ 76 h 108133"/>
                  <a:gd name="connsiteX3" fmla="*/ 180 w 77007"/>
                  <a:gd name="connsiteY3" fmla="*/ 54617 h 108133"/>
                  <a:gd name="connsiteX4" fmla="*/ 38684 w 77007"/>
                  <a:gd name="connsiteY4" fmla="*/ 108209 h 108133"/>
                  <a:gd name="connsiteX5" fmla="*/ 77188 w 77007"/>
                  <a:gd name="connsiteY5" fmla="*/ 54617 h 108133"/>
                  <a:gd name="connsiteX6" fmla="*/ 38684 w 77007"/>
                  <a:gd name="connsiteY6" fmla="*/ 103783 h 108133"/>
                  <a:gd name="connsiteX7" fmla="*/ 17606 w 77007"/>
                  <a:gd name="connsiteY7" fmla="*/ 86551 h 108133"/>
                  <a:gd name="connsiteX8" fmla="*/ 15283 w 77007"/>
                  <a:gd name="connsiteY8" fmla="*/ 52562 h 108133"/>
                  <a:gd name="connsiteX9" fmla="*/ 17772 w 77007"/>
                  <a:gd name="connsiteY9" fmla="*/ 20312 h 108133"/>
                  <a:gd name="connsiteX10" fmla="*/ 38684 w 77007"/>
                  <a:gd name="connsiteY10" fmla="*/ 4503 h 108133"/>
                  <a:gd name="connsiteX11" fmla="*/ 59264 w 77007"/>
                  <a:gd name="connsiteY11" fmla="*/ 18889 h 108133"/>
                  <a:gd name="connsiteX12" fmla="*/ 62085 w 77007"/>
                  <a:gd name="connsiteY12" fmla="*/ 52562 h 108133"/>
                  <a:gd name="connsiteX13" fmla="*/ 59927 w 77007"/>
                  <a:gd name="connsiteY13" fmla="*/ 85919 h 108133"/>
                  <a:gd name="connsiteX14" fmla="*/ 38684 w 77007"/>
                  <a:gd name="connsiteY14" fmla="*/ 103783 h 10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007" h="108133">
                    <a:moveTo>
                      <a:pt x="77188" y="54617"/>
                    </a:moveTo>
                    <a:cubicBezTo>
                      <a:pt x="77188" y="37227"/>
                      <a:pt x="75030" y="24738"/>
                      <a:pt x="67396" y="13672"/>
                    </a:cubicBezTo>
                    <a:cubicBezTo>
                      <a:pt x="62251" y="6400"/>
                      <a:pt x="51961" y="76"/>
                      <a:pt x="38684" y="76"/>
                    </a:cubicBezTo>
                    <a:cubicBezTo>
                      <a:pt x="180" y="76"/>
                      <a:pt x="180" y="43235"/>
                      <a:pt x="180" y="54617"/>
                    </a:cubicBezTo>
                    <a:cubicBezTo>
                      <a:pt x="180" y="66000"/>
                      <a:pt x="180" y="108209"/>
                      <a:pt x="38684" y="108209"/>
                    </a:cubicBezTo>
                    <a:cubicBezTo>
                      <a:pt x="77188" y="108209"/>
                      <a:pt x="77188" y="66000"/>
                      <a:pt x="77188" y="54617"/>
                    </a:cubicBezTo>
                    <a:close/>
                    <a:moveTo>
                      <a:pt x="38684" y="103783"/>
                    </a:moveTo>
                    <a:cubicBezTo>
                      <a:pt x="31050" y="103783"/>
                      <a:pt x="20926" y="99515"/>
                      <a:pt x="17606" y="86551"/>
                    </a:cubicBezTo>
                    <a:cubicBezTo>
                      <a:pt x="15283" y="77224"/>
                      <a:pt x="15283" y="64261"/>
                      <a:pt x="15283" y="52562"/>
                    </a:cubicBezTo>
                    <a:cubicBezTo>
                      <a:pt x="15283" y="41021"/>
                      <a:pt x="15283" y="29007"/>
                      <a:pt x="17772" y="20312"/>
                    </a:cubicBezTo>
                    <a:cubicBezTo>
                      <a:pt x="21258" y="7823"/>
                      <a:pt x="31879" y="4503"/>
                      <a:pt x="38684" y="4503"/>
                    </a:cubicBezTo>
                    <a:cubicBezTo>
                      <a:pt x="47646" y="4503"/>
                      <a:pt x="56276" y="9720"/>
                      <a:pt x="59264" y="18889"/>
                    </a:cubicBezTo>
                    <a:cubicBezTo>
                      <a:pt x="61919" y="27426"/>
                      <a:pt x="62085" y="38808"/>
                      <a:pt x="62085" y="52562"/>
                    </a:cubicBezTo>
                    <a:cubicBezTo>
                      <a:pt x="62085" y="64261"/>
                      <a:pt x="62085" y="75959"/>
                      <a:pt x="59927" y="85919"/>
                    </a:cubicBezTo>
                    <a:cubicBezTo>
                      <a:pt x="56608" y="100305"/>
                      <a:pt x="45323" y="103783"/>
                      <a:pt x="38684" y="103783"/>
                    </a:cubicBezTo>
                    <a:close/>
                  </a:path>
                </a:pathLst>
              </a:custGeom>
              <a:solidFill>
                <a:srgbClr val="FF0000"/>
              </a:solidFill>
              <a:ln w="23772" cap="flat">
                <a:noFill/>
                <a:prstDash val="solid"/>
                <a:miter/>
              </a:ln>
            </p:spPr>
            <p:txBody>
              <a:bodyPr rtlCol="0" anchor="ctr"/>
              <a:lstStyle/>
              <a:p>
                <a:endParaRPr lang="en-GB" noProof="0">
                  <a:solidFill>
                    <a:srgbClr val="FF0000"/>
                  </a:solidFill>
                </a:endParaRPr>
              </a:p>
            </p:txBody>
          </p:sp>
          <p:sp>
            <p:nvSpPr>
              <p:cNvPr id="188" name="Freeform: Shape 187">
                <a:extLst>
                  <a:ext uri="{FF2B5EF4-FFF2-40B4-BE49-F238E27FC236}">
                    <a16:creationId xmlns:a16="http://schemas.microsoft.com/office/drawing/2014/main" id="{7642BBB7-7F70-7F27-E447-54659A36E83D}"/>
                  </a:ext>
                </a:extLst>
              </p:cNvPr>
              <p:cNvSpPr/>
              <p:nvPr>
                <p:custDataLst>
                  <p:tags r:id="rId82"/>
                </p:custDataLst>
              </p:nvPr>
            </p:nvSpPr>
            <p:spPr>
              <a:xfrm>
                <a:off x="6887866" y="6506589"/>
                <a:ext cx="144863" cy="9033"/>
              </a:xfrm>
              <a:custGeom>
                <a:avLst/>
                <a:gdLst>
                  <a:gd name="connsiteX0" fmla="*/ 136752 w 144863"/>
                  <a:gd name="connsiteY0" fmla="*/ 9108 h 9033"/>
                  <a:gd name="connsiteX1" fmla="*/ 145050 w 144863"/>
                  <a:gd name="connsiteY1" fmla="*/ 4592 h 9033"/>
                  <a:gd name="connsiteX2" fmla="*/ 136752 w 144863"/>
                  <a:gd name="connsiteY2" fmla="*/ 75 h 9033"/>
                  <a:gd name="connsiteX3" fmla="*/ 8485 w 144863"/>
                  <a:gd name="connsiteY3" fmla="*/ 75 h 9033"/>
                  <a:gd name="connsiteX4" fmla="*/ 187 w 144863"/>
                  <a:gd name="connsiteY4" fmla="*/ 4592 h 9033"/>
                  <a:gd name="connsiteX5" fmla="*/ 8485 w 144863"/>
                  <a:gd name="connsiteY5" fmla="*/ 9108 h 9033"/>
                  <a:gd name="connsiteX6" fmla="*/ 136752 w 144863"/>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63" h="9033">
                    <a:moveTo>
                      <a:pt x="136752" y="9108"/>
                    </a:moveTo>
                    <a:cubicBezTo>
                      <a:pt x="140783" y="9108"/>
                      <a:pt x="145050" y="9108"/>
                      <a:pt x="145050" y="4592"/>
                    </a:cubicBezTo>
                    <a:cubicBezTo>
                      <a:pt x="145050" y="75"/>
                      <a:pt x="140783" y="75"/>
                      <a:pt x="136752" y="75"/>
                    </a:cubicBezTo>
                    <a:lnTo>
                      <a:pt x="8485" y="75"/>
                    </a:lnTo>
                    <a:cubicBezTo>
                      <a:pt x="4454" y="75"/>
                      <a:pt x="187" y="75"/>
                      <a:pt x="187" y="4592"/>
                    </a:cubicBezTo>
                    <a:cubicBezTo>
                      <a:pt x="187" y="9108"/>
                      <a:pt x="4454" y="9108"/>
                      <a:pt x="8485" y="9108"/>
                    </a:cubicBezTo>
                    <a:lnTo>
                      <a:pt x="136752" y="9108"/>
                    </a:lnTo>
                    <a:close/>
                  </a:path>
                </a:pathLst>
              </a:custGeom>
              <a:solidFill>
                <a:srgbClr val="000000"/>
              </a:solidFill>
              <a:ln w="23772" cap="flat">
                <a:noFill/>
                <a:prstDash val="solid"/>
                <a:miter/>
              </a:ln>
            </p:spPr>
            <p:txBody>
              <a:bodyPr rtlCol="0" anchor="ctr"/>
              <a:lstStyle/>
              <a:p>
                <a:endParaRPr lang="en-GB" noProof="0"/>
              </a:p>
            </p:txBody>
          </p:sp>
          <p:sp>
            <p:nvSpPr>
              <p:cNvPr id="189" name="Freeform: Shape 188">
                <a:extLst>
                  <a:ext uri="{FF2B5EF4-FFF2-40B4-BE49-F238E27FC236}">
                    <a16:creationId xmlns:a16="http://schemas.microsoft.com/office/drawing/2014/main" id="{1295049B-5C44-2220-9CA5-7B9914796AC8}"/>
                  </a:ext>
                </a:extLst>
              </p:cNvPr>
              <p:cNvSpPr/>
              <p:nvPr>
                <p:custDataLst>
                  <p:tags r:id="rId83"/>
                </p:custDataLst>
              </p:nvPr>
            </p:nvSpPr>
            <p:spPr>
              <a:xfrm>
                <a:off x="7115000" y="6467745"/>
                <a:ext cx="133008" cy="102306"/>
              </a:xfrm>
              <a:custGeom>
                <a:avLst/>
                <a:gdLst>
                  <a:gd name="connsiteX0" fmla="*/ 103569 w 133008"/>
                  <a:gd name="connsiteY0" fmla="*/ 46598 h 102306"/>
                  <a:gd name="connsiteX1" fmla="*/ 63975 w 133008"/>
                  <a:gd name="connsiteY1" fmla="*/ 75 h 102306"/>
                  <a:gd name="connsiteX2" fmla="*/ 197 w 133008"/>
                  <a:gd name="connsiteY2" fmla="*/ 64214 h 102306"/>
                  <a:gd name="connsiteX3" fmla="*/ 38606 w 133008"/>
                  <a:gd name="connsiteY3" fmla="*/ 102381 h 102306"/>
                  <a:gd name="connsiteX4" fmla="*/ 88632 w 133008"/>
                  <a:gd name="connsiteY4" fmla="*/ 83410 h 102306"/>
                  <a:gd name="connsiteX5" fmla="*/ 110208 w 133008"/>
                  <a:gd name="connsiteY5" fmla="*/ 102381 h 102306"/>
                  <a:gd name="connsiteX6" fmla="*/ 130123 w 133008"/>
                  <a:gd name="connsiteY6" fmla="*/ 86346 h 102306"/>
                  <a:gd name="connsiteX7" fmla="*/ 127278 w 133008"/>
                  <a:gd name="connsiteY7" fmla="*/ 84088 h 102306"/>
                  <a:gd name="connsiteX8" fmla="*/ 124196 w 133008"/>
                  <a:gd name="connsiteY8" fmla="*/ 86346 h 102306"/>
                  <a:gd name="connsiteX9" fmla="*/ 110919 w 133008"/>
                  <a:gd name="connsiteY9" fmla="*/ 97413 h 102306"/>
                  <a:gd name="connsiteX10" fmla="*/ 103569 w 133008"/>
                  <a:gd name="connsiteY10" fmla="*/ 74377 h 102306"/>
                  <a:gd name="connsiteX11" fmla="*/ 105940 w 133008"/>
                  <a:gd name="connsiteY11" fmla="*/ 66472 h 102306"/>
                  <a:gd name="connsiteX12" fmla="*/ 133206 w 133008"/>
                  <a:gd name="connsiteY12" fmla="*/ 13399 h 102306"/>
                  <a:gd name="connsiteX13" fmla="*/ 130361 w 133008"/>
                  <a:gd name="connsiteY13" fmla="*/ 11141 h 102306"/>
                  <a:gd name="connsiteX14" fmla="*/ 126804 w 133008"/>
                  <a:gd name="connsiteY14" fmla="*/ 15884 h 102306"/>
                  <a:gd name="connsiteX15" fmla="*/ 103569 w 133008"/>
                  <a:gd name="connsiteY15" fmla="*/ 60600 h 102306"/>
                  <a:gd name="connsiteX16" fmla="*/ 103569 w 133008"/>
                  <a:gd name="connsiteY16" fmla="*/ 46598 h 102306"/>
                  <a:gd name="connsiteX17" fmla="*/ 87684 w 133008"/>
                  <a:gd name="connsiteY17" fmla="*/ 77539 h 102306"/>
                  <a:gd name="connsiteX18" fmla="*/ 39080 w 133008"/>
                  <a:gd name="connsiteY18" fmla="*/ 97413 h 102306"/>
                  <a:gd name="connsiteX19" fmla="*/ 17742 w 133008"/>
                  <a:gd name="connsiteY19" fmla="*/ 72796 h 102306"/>
                  <a:gd name="connsiteX20" fmla="*/ 31493 w 133008"/>
                  <a:gd name="connsiteY20" fmla="*/ 25821 h 102306"/>
                  <a:gd name="connsiteX21" fmla="*/ 63738 w 133008"/>
                  <a:gd name="connsiteY21" fmla="*/ 5043 h 102306"/>
                  <a:gd name="connsiteX22" fmla="*/ 87210 w 133008"/>
                  <a:gd name="connsiteY22" fmla="*/ 52244 h 102306"/>
                  <a:gd name="connsiteX23" fmla="*/ 87684 w 133008"/>
                  <a:gd name="connsiteY23" fmla="*/ 77539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3008" h="102306">
                    <a:moveTo>
                      <a:pt x="103569" y="46598"/>
                    </a:moveTo>
                    <a:cubicBezTo>
                      <a:pt x="103569" y="11141"/>
                      <a:pt x="81519" y="75"/>
                      <a:pt x="63975" y="75"/>
                    </a:cubicBezTo>
                    <a:cubicBezTo>
                      <a:pt x="31493" y="75"/>
                      <a:pt x="197" y="32370"/>
                      <a:pt x="197" y="64214"/>
                    </a:cubicBezTo>
                    <a:cubicBezTo>
                      <a:pt x="197" y="85217"/>
                      <a:pt x="14422" y="102381"/>
                      <a:pt x="38606" y="102381"/>
                    </a:cubicBezTo>
                    <a:cubicBezTo>
                      <a:pt x="53543" y="102381"/>
                      <a:pt x="70613" y="97187"/>
                      <a:pt x="88632" y="83410"/>
                    </a:cubicBezTo>
                    <a:cubicBezTo>
                      <a:pt x="91714" y="95380"/>
                      <a:pt x="99538" y="102381"/>
                      <a:pt x="110208" y="102381"/>
                    </a:cubicBezTo>
                    <a:cubicBezTo>
                      <a:pt x="122774" y="102381"/>
                      <a:pt x="130123" y="89960"/>
                      <a:pt x="130123" y="86346"/>
                    </a:cubicBezTo>
                    <a:cubicBezTo>
                      <a:pt x="130123" y="84766"/>
                      <a:pt x="128701" y="84088"/>
                      <a:pt x="127278" y="84088"/>
                    </a:cubicBezTo>
                    <a:cubicBezTo>
                      <a:pt x="125619" y="84088"/>
                      <a:pt x="124907" y="84766"/>
                      <a:pt x="124196" y="86346"/>
                    </a:cubicBezTo>
                    <a:cubicBezTo>
                      <a:pt x="119928" y="97413"/>
                      <a:pt x="111393" y="97413"/>
                      <a:pt x="110919" y="97413"/>
                    </a:cubicBezTo>
                    <a:cubicBezTo>
                      <a:pt x="103569" y="97413"/>
                      <a:pt x="103569" y="79797"/>
                      <a:pt x="103569" y="74377"/>
                    </a:cubicBezTo>
                    <a:cubicBezTo>
                      <a:pt x="103569" y="69634"/>
                      <a:pt x="103569" y="69182"/>
                      <a:pt x="105940" y="66472"/>
                    </a:cubicBezTo>
                    <a:cubicBezTo>
                      <a:pt x="128227" y="39823"/>
                      <a:pt x="133206" y="13625"/>
                      <a:pt x="133206" y="13399"/>
                    </a:cubicBezTo>
                    <a:cubicBezTo>
                      <a:pt x="133206" y="12948"/>
                      <a:pt x="132969" y="11141"/>
                      <a:pt x="130361" y="11141"/>
                    </a:cubicBezTo>
                    <a:cubicBezTo>
                      <a:pt x="127990" y="11141"/>
                      <a:pt x="127990" y="11819"/>
                      <a:pt x="126804" y="15884"/>
                    </a:cubicBezTo>
                    <a:cubicBezTo>
                      <a:pt x="122536" y="30112"/>
                      <a:pt x="114712" y="47276"/>
                      <a:pt x="103569" y="60600"/>
                    </a:cubicBezTo>
                    <a:lnTo>
                      <a:pt x="103569" y="46598"/>
                    </a:lnTo>
                    <a:close/>
                    <a:moveTo>
                      <a:pt x="87684" y="77539"/>
                    </a:moveTo>
                    <a:cubicBezTo>
                      <a:pt x="66820" y="94928"/>
                      <a:pt x="48564" y="97413"/>
                      <a:pt x="39080" y="97413"/>
                    </a:cubicBezTo>
                    <a:cubicBezTo>
                      <a:pt x="24854" y="97413"/>
                      <a:pt x="17742" y="87250"/>
                      <a:pt x="17742" y="72796"/>
                    </a:cubicBezTo>
                    <a:cubicBezTo>
                      <a:pt x="17742" y="61730"/>
                      <a:pt x="23906" y="37339"/>
                      <a:pt x="31493" y="25821"/>
                    </a:cubicBezTo>
                    <a:cubicBezTo>
                      <a:pt x="42636" y="9334"/>
                      <a:pt x="55439" y="5043"/>
                      <a:pt x="63738" y="5043"/>
                    </a:cubicBezTo>
                    <a:cubicBezTo>
                      <a:pt x="87210" y="5043"/>
                      <a:pt x="87210" y="34629"/>
                      <a:pt x="87210" y="52244"/>
                    </a:cubicBezTo>
                    <a:cubicBezTo>
                      <a:pt x="87210" y="60600"/>
                      <a:pt x="87210" y="73699"/>
                      <a:pt x="87684" y="77539"/>
                    </a:cubicBezTo>
                    <a:close/>
                  </a:path>
                </a:pathLst>
              </a:custGeom>
              <a:solidFill>
                <a:schemeClr val="accent4">
                  <a:lumMod val="75000"/>
                </a:schemeClr>
              </a:solidFill>
              <a:ln w="23772" cap="flat">
                <a:noFill/>
                <a:prstDash val="solid"/>
                <a:miter/>
              </a:ln>
            </p:spPr>
            <p:txBody>
              <a:bodyPr rtlCol="0" anchor="ctr"/>
              <a:lstStyle/>
              <a:p>
                <a:endParaRPr lang="en-GB" noProof="0"/>
              </a:p>
            </p:txBody>
          </p:sp>
          <p:sp>
            <p:nvSpPr>
              <p:cNvPr id="190" name="Freeform: Shape 189">
                <a:extLst>
                  <a:ext uri="{FF2B5EF4-FFF2-40B4-BE49-F238E27FC236}">
                    <a16:creationId xmlns:a16="http://schemas.microsoft.com/office/drawing/2014/main" id="{6803C65F-1516-2E24-DEED-5FE26EFEA19F}"/>
                  </a:ext>
                </a:extLst>
              </p:cNvPr>
              <p:cNvSpPr/>
              <p:nvPr>
                <p:custDataLst>
                  <p:tags r:id="rId84"/>
                </p:custDataLst>
              </p:nvPr>
            </p:nvSpPr>
            <p:spPr>
              <a:xfrm>
                <a:off x="7343361" y="6423931"/>
                <a:ext cx="144863" cy="174576"/>
              </a:xfrm>
              <a:custGeom>
                <a:avLst/>
                <a:gdLst>
                  <a:gd name="connsiteX0" fmla="*/ 140565 w 144863"/>
                  <a:gd name="connsiteY0" fmla="*/ 9560 h 174576"/>
                  <a:gd name="connsiteX1" fmla="*/ 145069 w 144863"/>
                  <a:gd name="connsiteY1" fmla="*/ 4592 h 174576"/>
                  <a:gd name="connsiteX2" fmla="*/ 140328 w 144863"/>
                  <a:gd name="connsiteY2" fmla="*/ 75 h 174576"/>
                  <a:gd name="connsiteX3" fmla="*/ 136060 w 144863"/>
                  <a:gd name="connsiteY3" fmla="*/ 1430 h 174576"/>
                  <a:gd name="connsiteX4" fmla="*/ 4948 w 144863"/>
                  <a:gd name="connsiteY4" fmla="*/ 60375 h 174576"/>
                  <a:gd name="connsiteX5" fmla="*/ 206 w 144863"/>
                  <a:gd name="connsiteY5" fmla="*/ 65569 h 174576"/>
                  <a:gd name="connsiteX6" fmla="*/ 4948 w 144863"/>
                  <a:gd name="connsiteY6" fmla="*/ 70537 h 174576"/>
                  <a:gd name="connsiteX7" fmla="*/ 136060 w 144863"/>
                  <a:gd name="connsiteY7" fmla="*/ 129256 h 174576"/>
                  <a:gd name="connsiteX8" fmla="*/ 140328 w 144863"/>
                  <a:gd name="connsiteY8" fmla="*/ 130837 h 174576"/>
                  <a:gd name="connsiteX9" fmla="*/ 145069 w 144863"/>
                  <a:gd name="connsiteY9" fmla="*/ 126321 h 174576"/>
                  <a:gd name="connsiteX10" fmla="*/ 140090 w 144863"/>
                  <a:gd name="connsiteY10" fmla="*/ 121126 h 174576"/>
                  <a:gd name="connsiteX11" fmla="*/ 16091 w 144863"/>
                  <a:gd name="connsiteY11" fmla="*/ 65569 h 174576"/>
                  <a:gd name="connsiteX12" fmla="*/ 140565 w 144863"/>
                  <a:gd name="connsiteY12" fmla="*/ 9560 h 174576"/>
                  <a:gd name="connsiteX13" fmla="*/ 136771 w 144863"/>
                  <a:gd name="connsiteY13" fmla="*/ 174651 h 174576"/>
                  <a:gd name="connsiteX14" fmla="*/ 145069 w 144863"/>
                  <a:gd name="connsiteY14" fmla="*/ 170134 h 174576"/>
                  <a:gd name="connsiteX15" fmla="*/ 136534 w 144863"/>
                  <a:gd name="connsiteY15" fmla="*/ 165617 h 174576"/>
                  <a:gd name="connsiteX16" fmla="*/ 8741 w 144863"/>
                  <a:gd name="connsiteY16" fmla="*/ 165617 h 174576"/>
                  <a:gd name="connsiteX17" fmla="*/ 206 w 144863"/>
                  <a:gd name="connsiteY17" fmla="*/ 170134 h 174576"/>
                  <a:gd name="connsiteX18" fmla="*/ 8504 w 144863"/>
                  <a:gd name="connsiteY18" fmla="*/ 174651 h 174576"/>
                  <a:gd name="connsiteX19" fmla="*/ 136771 w 144863"/>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4863" h="174576">
                    <a:moveTo>
                      <a:pt x="140565" y="9560"/>
                    </a:moveTo>
                    <a:cubicBezTo>
                      <a:pt x="143173" y="8431"/>
                      <a:pt x="145069" y="7302"/>
                      <a:pt x="145069" y="4592"/>
                    </a:cubicBezTo>
                    <a:cubicBezTo>
                      <a:pt x="145069" y="2107"/>
                      <a:pt x="143173" y="75"/>
                      <a:pt x="140328" y="75"/>
                    </a:cubicBezTo>
                    <a:cubicBezTo>
                      <a:pt x="139142" y="75"/>
                      <a:pt x="137008" y="978"/>
                      <a:pt x="136060" y="1430"/>
                    </a:cubicBezTo>
                    <a:lnTo>
                      <a:pt x="4948" y="60375"/>
                    </a:lnTo>
                    <a:cubicBezTo>
                      <a:pt x="917" y="62181"/>
                      <a:pt x="206" y="63762"/>
                      <a:pt x="206" y="65569"/>
                    </a:cubicBezTo>
                    <a:cubicBezTo>
                      <a:pt x="206" y="67602"/>
                      <a:pt x="1628" y="69182"/>
                      <a:pt x="4948" y="70537"/>
                    </a:cubicBezTo>
                    <a:lnTo>
                      <a:pt x="136060" y="129256"/>
                    </a:lnTo>
                    <a:cubicBezTo>
                      <a:pt x="139142" y="130837"/>
                      <a:pt x="139616" y="130837"/>
                      <a:pt x="140328" y="130837"/>
                    </a:cubicBezTo>
                    <a:cubicBezTo>
                      <a:pt x="142936" y="130837"/>
                      <a:pt x="145069" y="128805"/>
                      <a:pt x="145069" y="126321"/>
                    </a:cubicBezTo>
                    <a:cubicBezTo>
                      <a:pt x="145069" y="124288"/>
                      <a:pt x="144121" y="122933"/>
                      <a:pt x="140090" y="121126"/>
                    </a:cubicBezTo>
                    <a:lnTo>
                      <a:pt x="16091" y="65569"/>
                    </a:lnTo>
                    <a:lnTo>
                      <a:pt x="140565" y="9560"/>
                    </a:lnTo>
                    <a:close/>
                    <a:moveTo>
                      <a:pt x="136771" y="174651"/>
                    </a:moveTo>
                    <a:cubicBezTo>
                      <a:pt x="140802" y="174651"/>
                      <a:pt x="145069" y="174651"/>
                      <a:pt x="145069" y="170134"/>
                    </a:cubicBezTo>
                    <a:cubicBezTo>
                      <a:pt x="145069" y="165617"/>
                      <a:pt x="140090" y="165617"/>
                      <a:pt x="136534" y="165617"/>
                    </a:cubicBezTo>
                    <a:lnTo>
                      <a:pt x="8741" y="165617"/>
                    </a:lnTo>
                    <a:cubicBezTo>
                      <a:pt x="5185" y="165617"/>
                      <a:pt x="206" y="165617"/>
                      <a:pt x="206" y="170134"/>
                    </a:cubicBezTo>
                    <a:cubicBezTo>
                      <a:pt x="206" y="174651"/>
                      <a:pt x="4474" y="174651"/>
                      <a:pt x="8504" y="174651"/>
                    </a:cubicBezTo>
                    <a:lnTo>
                      <a:pt x="136771" y="174651"/>
                    </a:lnTo>
                    <a:close/>
                  </a:path>
                </a:pathLst>
              </a:custGeom>
              <a:solidFill>
                <a:srgbClr val="000000"/>
              </a:solidFill>
              <a:ln w="23772" cap="flat">
                <a:noFill/>
                <a:prstDash val="solid"/>
                <a:miter/>
              </a:ln>
            </p:spPr>
            <p:txBody>
              <a:bodyPr rtlCol="0" anchor="ctr"/>
              <a:lstStyle/>
              <a:p>
                <a:endParaRPr lang="en-GB" noProof="0"/>
              </a:p>
            </p:txBody>
          </p:sp>
          <p:sp>
            <p:nvSpPr>
              <p:cNvPr id="191" name="Freeform: Shape 190">
                <a:extLst>
                  <a:ext uri="{FF2B5EF4-FFF2-40B4-BE49-F238E27FC236}">
                    <a16:creationId xmlns:a16="http://schemas.microsoft.com/office/drawing/2014/main" id="{03E5C283-A845-2459-1EBB-D91896678C6C}"/>
                  </a:ext>
                </a:extLst>
              </p:cNvPr>
              <p:cNvSpPr/>
              <p:nvPr>
                <p:custDataLst>
                  <p:tags r:id="rId85"/>
                </p:custDataLst>
              </p:nvPr>
            </p:nvSpPr>
            <p:spPr>
              <a:xfrm>
                <a:off x="7581028" y="6408122"/>
                <a:ext cx="129245" cy="203257"/>
              </a:xfrm>
              <a:custGeom>
                <a:avLst/>
                <a:gdLst>
                  <a:gd name="connsiteX0" fmla="*/ 129462 w 129245"/>
                  <a:gd name="connsiteY0" fmla="*/ 31015 h 203257"/>
                  <a:gd name="connsiteX1" fmla="*/ 97217 w 129245"/>
                  <a:gd name="connsiteY1" fmla="*/ 75 h 203257"/>
                  <a:gd name="connsiteX2" fmla="*/ 68529 w 129245"/>
                  <a:gd name="connsiteY2" fmla="*/ 9560 h 203257"/>
                  <a:gd name="connsiteX3" fmla="*/ 37944 w 129245"/>
                  <a:gd name="connsiteY3" fmla="*/ 57664 h 203257"/>
                  <a:gd name="connsiteX4" fmla="*/ 247 w 129245"/>
                  <a:gd name="connsiteY4" fmla="*/ 201074 h 203257"/>
                  <a:gd name="connsiteX5" fmla="*/ 3092 w 129245"/>
                  <a:gd name="connsiteY5" fmla="*/ 203333 h 203257"/>
                  <a:gd name="connsiteX6" fmla="*/ 5937 w 129245"/>
                  <a:gd name="connsiteY6" fmla="*/ 202203 h 203257"/>
                  <a:gd name="connsiteX7" fmla="*/ 22533 w 129245"/>
                  <a:gd name="connsiteY7" fmla="*/ 139871 h 203257"/>
                  <a:gd name="connsiteX8" fmla="*/ 54778 w 129245"/>
                  <a:gd name="connsiteY8" fmla="*/ 161778 h 203257"/>
                  <a:gd name="connsiteX9" fmla="*/ 100537 w 129245"/>
                  <a:gd name="connsiteY9" fmla="*/ 143936 h 203257"/>
                  <a:gd name="connsiteX10" fmla="*/ 119504 w 129245"/>
                  <a:gd name="connsiteY10" fmla="*/ 102381 h 203257"/>
                  <a:gd name="connsiteX11" fmla="*/ 102196 w 129245"/>
                  <a:gd name="connsiteY11" fmla="*/ 68731 h 203257"/>
                  <a:gd name="connsiteX12" fmla="*/ 129462 w 129245"/>
                  <a:gd name="connsiteY12" fmla="*/ 31015 h 203257"/>
                  <a:gd name="connsiteX13" fmla="*/ 86785 w 129245"/>
                  <a:gd name="connsiteY13" fmla="*/ 68505 h 203257"/>
                  <a:gd name="connsiteX14" fmla="*/ 75405 w 129245"/>
                  <a:gd name="connsiteY14" fmla="*/ 70086 h 203257"/>
                  <a:gd name="connsiteX15" fmla="*/ 64973 w 129245"/>
                  <a:gd name="connsiteY15" fmla="*/ 69182 h 203257"/>
                  <a:gd name="connsiteX16" fmla="*/ 76590 w 129245"/>
                  <a:gd name="connsiteY16" fmla="*/ 67376 h 203257"/>
                  <a:gd name="connsiteX17" fmla="*/ 86785 w 129245"/>
                  <a:gd name="connsiteY17" fmla="*/ 68505 h 203257"/>
                  <a:gd name="connsiteX18" fmla="*/ 116185 w 129245"/>
                  <a:gd name="connsiteY18" fmla="*/ 25821 h 203257"/>
                  <a:gd name="connsiteX19" fmla="*/ 94846 w 129245"/>
                  <a:gd name="connsiteY19" fmla="*/ 64891 h 203257"/>
                  <a:gd name="connsiteX20" fmla="*/ 76590 w 129245"/>
                  <a:gd name="connsiteY20" fmla="*/ 62181 h 203257"/>
                  <a:gd name="connsiteX21" fmla="*/ 58334 w 129245"/>
                  <a:gd name="connsiteY21" fmla="*/ 69408 h 203257"/>
                  <a:gd name="connsiteX22" fmla="*/ 74694 w 129245"/>
                  <a:gd name="connsiteY22" fmla="*/ 75054 h 203257"/>
                  <a:gd name="connsiteX23" fmla="*/ 94135 w 129245"/>
                  <a:gd name="connsiteY23" fmla="*/ 72118 h 203257"/>
                  <a:gd name="connsiteX24" fmla="*/ 104567 w 129245"/>
                  <a:gd name="connsiteY24" fmla="*/ 97639 h 203257"/>
                  <a:gd name="connsiteX25" fmla="*/ 92713 w 129245"/>
                  <a:gd name="connsiteY25" fmla="*/ 136483 h 203257"/>
                  <a:gd name="connsiteX26" fmla="*/ 54067 w 129245"/>
                  <a:gd name="connsiteY26" fmla="*/ 156809 h 203257"/>
                  <a:gd name="connsiteX27" fmla="*/ 27038 w 129245"/>
                  <a:gd name="connsiteY27" fmla="*/ 127676 h 203257"/>
                  <a:gd name="connsiteX28" fmla="*/ 28223 w 129245"/>
                  <a:gd name="connsiteY28" fmla="*/ 117739 h 203257"/>
                  <a:gd name="connsiteX29" fmla="*/ 43397 w 129245"/>
                  <a:gd name="connsiteY29" fmla="*/ 60600 h 203257"/>
                  <a:gd name="connsiteX30" fmla="*/ 94135 w 129245"/>
                  <a:gd name="connsiteY30" fmla="*/ 5269 h 203257"/>
                  <a:gd name="connsiteX31" fmla="*/ 116185 w 129245"/>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245" h="203257">
                    <a:moveTo>
                      <a:pt x="129462" y="31015"/>
                    </a:moveTo>
                    <a:cubicBezTo>
                      <a:pt x="129462" y="14077"/>
                      <a:pt x="116422" y="75"/>
                      <a:pt x="97217" y="75"/>
                    </a:cubicBezTo>
                    <a:cubicBezTo>
                      <a:pt x="83466" y="75"/>
                      <a:pt x="76827" y="3688"/>
                      <a:pt x="68529" y="9560"/>
                    </a:cubicBezTo>
                    <a:cubicBezTo>
                      <a:pt x="55489" y="18594"/>
                      <a:pt x="42449" y="40500"/>
                      <a:pt x="37944" y="57664"/>
                    </a:cubicBezTo>
                    <a:lnTo>
                      <a:pt x="247" y="201074"/>
                    </a:lnTo>
                    <a:cubicBezTo>
                      <a:pt x="9" y="201978"/>
                      <a:pt x="1195" y="203333"/>
                      <a:pt x="3092" y="203333"/>
                    </a:cubicBezTo>
                    <a:cubicBezTo>
                      <a:pt x="4988" y="203333"/>
                      <a:pt x="5700" y="202881"/>
                      <a:pt x="5937" y="202203"/>
                    </a:cubicBezTo>
                    <a:lnTo>
                      <a:pt x="22533" y="139871"/>
                    </a:lnTo>
                    <a:cubicBezTo>
                      <a:pt x="27038" y="153422"/>
                      <a:pt x="37470" y="161778"/>
                      <a:pt x="54778" y="161778"/>
                    </a:cubicBezTo>
                    <a:cubicBezTo>
                      <a:pt x="72085" y="161778"/>
                      <a:pt x="89867" y="153873"/>
                      <a:pt x="100537" y="143936"/>
                    </a:cubicBezTo>
                    <a:cubicBezTo>
                      <a:pt x="111917" y="133547"/>
                      <a:pt x="119504" y="119094"/>
                      <a:pt x="119504" y="102381"/>
                    </a:cubicBezTo>
                    <a:cubicBezTo>
                      <a:pt x="119504" y="86121"/>
                      <a:pt x="110732" y="74377"/>
                      <a:pt x="102196" y="68731"/>
                    </a:cubicBezTo>
                    <a:cubicBezTo>
                      <a:pt x="115948" y="61278"/>
                      <a:pt x="129462" y="47276"/>
                      <a:pt x="129462" y="31015"/>
                    </a:cubicBezTo>
                    <a:close/>
                    <a:moveTo>
                      <a:pt x="86785" y="68505"/>
                    </a:moveTo>
                    <a:cubicBezTo>
                      <a:pt x="83703" y="69634"/>
                      <a:pt x="81095" y="70086"/>
                      <a:pt x="75405" y="70086"/>
                    </a:cubicBezTo>
                    <a:cubicBezTo>
                      <a:pt x="72086" y="70086"/>
                      <a:pt x="67344" y="70312"/>
                      <a:pt x="64973" y="69182"/>
                    </a:cubicBezTo>
                    <a:cubicBezTo>
                      <a:pt x="65447" y="66924"/>
                      <a:pt x="73982" y="67376"/>
                      <a:pt x="76590" y="67376"/>
                    </a:cubicBezTo>
                    <a:cubicBezTo>
                      <a:pt x="81569" y="67376"/>
                      <a:pt x="83703" y="67376"/>
                      <a:pt x="86785" y="68505"/>
                    </a:cubicBezTo>
                    <a:close/>
                    <a:moveTo>
                      <a:pt x="116185" y="25821"/>
                    </a:moveTo>
                    <a:cubicBezTo>
                      <a:pt x="116185" y="41630"/>
                      <a:pt x="107175" y="57890"/>
                      <a:pt x="94846" y="64891"/>
                    </a:cubicBezTo>
                    <a:cubicBezTo>
                      <a:pt x="88445" y="62633"/>
                      <a:pt x="83703" y="62181"/>
                      <a:pt x="76590" y="62181"/>
                    </a:cubicBezTo>
                    <a:cubicBezTo>
                      <a:pt x="71611" y="62181"/>
                      <a:pt x="58334" y="61955"/>
                      <a:pt x="58334" y="69408"/>
                    </a:cubicBezTo>
                    <a:cubicBezTo>
                      <a:pt x="58097" y="75732"/>
                      <a:pt x="70426" y="75054"/>
                      <a:pt x="74694" y="75054"/>
                    </a:cubicBezTo>
                    <a:cubicBezTo>
                      <a:pt x="83466" y="75054"/>
                      <a:pt x="87022" y="74828"/>
                      <a:pt x="94135" y="72118"/>
                    </a:cubicBezTo>
                    <a:cubicBezTo>
                      <a:pt x="103145" y="80249"/>
                      <a:pt x="104330" y="87250"/>
                      <a:pt x="104567" y="97639"/>
                    </a:cubicBezTo>
                    <a:cubicBezTo>
                      <a:pt x="105041" y="110737"/>
                      <a:pt x="99351" y="127676"/>
                      <a:pt x="92713" y="136483"/>
                    </a:cubicBezTo>
                    <a:cubicBezTo>
                      <a:pt x="83466" y="148679"/>
                      <a:pt x="67581" y="156809"/>
                      <a:pt x="54067" y="156809"/>
                    </a:cubicBezTo>
                    <a:cubicBezTo>
                      <a:pt x="36047" y="156809"/>
                      <a:pt x="27038" y="143710"/>
                      <a:pt x="27038" y="127676"/>
                    </a:cubicBezTo>
                    <a:cubicBezTo>
                      <a:pt x="27038" y="125417"/>
                      <a:pt x="27038" y="122030"/>
                      <a:pt x="28223" y="117739"/>
                    </a:cubicBezTo>
                    <a:lnTo>
                      <a:pt x="43397" y="60600"/>
                    </a:lnTo>
                    <a:cubicBezTo>
                      <a:pt x="48613" y="41178"/>
                      <a:pt x="65684" y="5269"/>
                      <a:pt x="94135" y="5269"/>
                    </a:cubicBezTo>
                    <a:cubicBezTo>
                      <a:pt x="107886" y="5269"/>
                      <a:pt x="116185" y="12270"/>
                      <a:pt x="116185" y="25821"/>
                    </a:cubicBezTo>
                    <a:close/>
                  </a:path>
                </a:pathLst>
              </a:custGeom>
              <a:solidFill>
                <a:srgbClr val="000000"/>
              </a:solidFill>
              <a:ln w="23772" cap="flat">
                <a:noFill/>
                <a:prstDash val="solid"/>
                <a:miter/>
              </a:ln>
            </p:spPr>
            <p:txBody>
              <a:bodyPr rtlCol="0" anchor="ctr"/>
              <a:lstStyle/>
              <a:p>
                <a:endParaRPr lang="en-GB" noProof="0"/>
              </a:p>
            </p:txBody>
          </p:sp>
          <p:sp>
            <p:nvSpPr>
              <p:cNvPr id="192" name="Freeform: Shape 191">
                <a:extLst>
                  <a:ext uri="{FF2B5EF4-FFF2-40B4-BE49-F238E27FC236}">
                    <a16:creationId xmlns:a16="http://schemas.microsoft.com/office/drawing/2014/main" id="{398CBCE9-D43B-830B-431B-D73D9F898166}"/>
                  </a:ext>
                </a:extLst>
              </p:cNvPr>
              <p:cNvSpPr/>
              <p:nvPr>
                <p:custDataLst>
                  <p:tags r:id="rId86"/>
                </p:custDataLst>
              </p:nvPr>
            </p:nvSpPr>
            <p:spPr>
              <a:xfrm>
                <a:off x="7727701" y="6367450"/>
                <a:ext cx="123975" cy="106868"/>
              </a:xfrm>
              <a:custGeom>
                <a:avLst/>
                <a:gdLst>
                  <a:gd name="connsiteX0" fmla="*/ 73745 w 123975"/>
                  <a:gd name="connsiteY0" fmla="*/ 11295 h 106868"/>
                  <a:gd name="connsiteX1" fmla="*/ 78890 w 123975"/>
                  <a:gd name="connsiteY1" fmla="*/ 5920 h 106868"/>
                  <a:gd name="connsiteX2" fmla="*/ 88848 w 123975"/>
                  <a:gd name="connsiteY2" fmla="*/ 5762 h 106868"/>
                  <a:gd name="connsiteX3" fmla="*/ 107436 w 123975"/>
                  <a:gd name="connsiteY3" fmla="*/ 7027 h 106868"/>
                  <a:gd name="connsiteX4" fmla="*/ 115236 w 123975"/>
                  <a:gd name="connsiteY4" fmla="*/ 19516 h 106868"/>
                  <a:gd name="connsiteX5" fmla="*/ 114074 w 123975"/>
                  <a:gd name="connsiteY5" fmla="*/ 32321 h 106868"/>
                  <a:gd name="connsiteX6" fmla="*/ 113742 w 123975"/>
                  <a:gd name="connsiteY6" fmla="*/ 34060 h 106868"/>
                  <a:gd name="connsiteX7" fmla="*/ 116564 w 123975"/>
                  <a:gd name="connsiteY7" fmla="*/ 36431 h 106868"/>
                  <a:gd name="connsiteX8" fmla="*/ 119717 w 123975"/>
                  <a:gd name="connsiteY8" fmla="*/ 32479 h 106868"/>
                  <a:gd name="connsiteX9" fmla="*/ 124198 w 123975"/>
                  <a:gd name="connsiteY9" fmla="*/ 2284 h 106868"/>
                  <a:gd name="connsiteX10" fmla="*/ 119219 w 123975"/>
                  <a:gd name="connsiteY10" fmla="*/ 71 h 106868"/>
                  <a:gd name="connsiteX11" fmla="*/ 17151 w 123975"/>
                  <a:gd name="connsiteY11" fmla="*/ 71 h 106868"/>
                  <a:gd name="connsiteX12" fmla="*/ 11508 w 123975"/>
                  <a:gd name="connsiteY12" fmla="*/ 3390 h 106868"/>
                  <a:gd name="connsiteX13" fmla="*/ 1052 w 123975"/>
                  <a:gd name="connsiteY13" fmla="*/ 31372 h 106868"/>
                  <a:gd name="connsiteX14" fmla="*/ 223 w 123975"/>
                  <a:gd name="connsiteY14" fmla="*/ 34218 h 106868"/>
                  <a:gd name="connsiteX15" fmla="*/ 3044 w 123975"/>
                  <a:gd name="connsiteY15" fmla="*/ 36431 h 106868"/>
                  <a:gd name="connsiteX16" fmla="*/ 6529 w 123975"/>
                  <a:gd name="connsiteY16" fmla="*/ 32637 h 106868"/>
                  <a:gd name="connsiteX17" fmla="*/ 46859 w 123975"/>
                  <a:gd name="connsiteY17" fmla="*/ 5762 h 106868"/>
                  <a:gd name="connsiteX18" fmla="*/ 53829 w 123975"/>
                  <a:gd name="connsiteY18" fmla="*/ 5762 h 106868"/>
                  <a:gd name="connsiteX19" fmla="*/ 58974 w 123975"/>
                  <a:gd name="connsiteY19" fmla="*/ 7343 h 106868"/>
                  <a:gd name="connsiteX20" fmla="*/ 58310 w 123975"/>
                  <a:gd name="connsiteY20" fmla="*/ 10663 h 106868"/>
                  <a:gd name="connsiteX21" fmla="*/ 36403 w 123975"/>
                  <a:gd name="connsiteY21" fmla="*/ 93818 h 106868"/>
                  <a:gd name="connsiteX22" fmla="*/ 16985 w 123975"/>
                  <a:gd name="connsiteY22" fmla="*/ 101248 h 106868"/>
                  <a:gd name="connsiteX23" fmla="*/ 9517 w 123975"/>
                  <a:gd name="connsiteY23" fmla="*/ 104726 h 106868"/>
                  <a:gd name="connsiteX24" fmla="*/ 12338 w 123975"/>
                  <a:gd name="connsiteY24" fmla="*/ 106939 h 106868"/>
                  <a:gd name="connsiteX25" fmla="*/ 26611 w 123975"/>
                  <a:gd name="connsiteY25" fmla="*/ 106465 h 106868"/>
                  <a:gd name="connsiteX26" fmla="*/ 40884 w 123975"/>
                  <a:gd name="connsiteY26" fmla="*/ 106307 h 106868"/>
                  <a:gd name="connsiteX27" fmla="*/ 55821 w 123975"/>
                  <a:gd name="connsiteY27" fmla="*/ 106465 h 106868"/>
                  <a:gd name="connsiteX28" fmla="*/ 69762 w 123975"/>
                  <a:gd name="connsiteY28" fmla="*/ 106939 h 106868"/>
                  <a:gd name="connsiteX29" fmla="*/ 73579 w 123975"/>
                  <a:gd name="connsiteY29" fmla="*/ 103461 h 106868"/>
                  <a:gd name="connsiteX30" fmla="*/ 66774 w 123975"/>
                  <a:gd name="connsiteY30" fmla="*/ 101248 h 106868"/>
                  <a:gd name="connsiteX31" fmla="*/ 57149 w 123975"/>
                  <a:gd name="connsiteY31" fmla="*/ 100932 h 106868"/>
                  <a:gd name="connsiteX32" fmla="*/ 51174 w 123975"/>
                  <a:gd name="connsiteY32" fmla="*/ 97928 h 106868"/>
                  <a:gd name="connsiteX33" fmla="*/ 51838 w 123975"/>
                  <a:gd name="connsiteY33" fmla="*/ 94292 h 106868"/>
                  <a:gd name="connsiteX34" fmla="*/ 73745 w 123975"/>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3975" h="106868">
                    <a:moveTo>
                      <a:pt x="73745" y="11295"/>
                    </a:moveTo>
                    <a:cubicBezTo>
                      <a:pt x="74907" y="6710"/>
                      <a:pt x="75239" y="6236"/>
                      <a:pt x="78890" y="5920"/>
                    </a:cubicBezTo>
                    <a:cubicBezTo>
                      <a:pt x="79720" y="5762"/>
                      <a:pt x="85528" y="5762"/>
                      <a:pt x="88848" y="5762"/>
                    </a:cubicBezTo>
                    <a:cubicBezTo>
                      <a:pt x="98972" y="5762"/>
                      <a:pt x="103287" y="5762"/>
                      <a:pt x="107436" y="7027"/>
                    </a:cubicBezTo>
                    <a:cubicBezTo>
                      <a:pt x="114904" y="9240"/>
                      <a:pt x="115236" y="13824"/>
                      <a:pt x="115236" y="19516"/>
                    </a:cubicBezTo>
                    <a:cubicBezTo>
                      <a:pt x="115236" y="22045"/>
                      <a:pt x="115236" y="24100"/>
                      <a:pt x="114074" y="32321"/>
                    </a:cubicBezTo>
                    <a:lnTo>
                      <a:pt x="113742" y="34060"/>
                    </a:lnTo>
                    <a:cubicBezTo>
                      <a:pt x="113742" y="35641"/>
                      <a:pt x="114904" y="36431"/>
                      <a:pt x="116564" y="36431"/>
                    </a:cubicBezTo>
                    <a:cubicBezTo>
                      <a:pt x="119053" y="36431"/>
                      <a:pt x="119385" y="35008"/>
                      <a:pt x="119717" y="32479"/>
                    </a:cubicBezTo>
                    <a:lnTo>
                      <a:pt x="124198" y="2284"/>
                    </a:lnTo>
                    <a:cubicBezTo>
                      <a:pt x="124198" y="71"/>
                      <a:pt x="122207" y="71"/>
                      <a:pt x="119219" y="71"/>
                    </a:cubicBezTo>
                    <a:lnTo>
                      <a:pt x="17151" y="71"/>
                    </a:lnTo>
                    <a:cubicBezTo>
                      <a:pt x="13002" y="71"/>
                      <a:pt x="12670" y="71"/>
                      <a:pt x="11508" y="3390"/>
                    </a:cubicBezTo>
                    <a:lnTo>
                      <a:pt x="1052" y="31372"/>
                    </a:lnTo>
                    <a:cubicBezTo>
                      <a:pt x="886" y="32005"/>
                      <a:pt x="223" y="33428"/>
                      <a:pt x="223" y="34218"/>
                    </a:cubicBezTo>
                    <a:cubicBezTo>
                      <a:pt x="223" y="34850"/>
                      <a:pt x="555" y="36431"/>
                      <a:pt x="3044" y="36431"/>
                    </a:cubicBezTo>
                    <a:cubicBezTo>
                      <a:pt x="5202" y="36431"/>
                      <a:pt x="5533" y="35641"/>
                      <a:pt x="6529" y="32637"/>
                    </a:cubicBezTo>
                    <a:cubicBezTo>
                      <a:pt x="16155" y="7343"/>
                      <a:pt x="21632" y="5762"/>
                      <a:pt x="46859" y="5762"/>
                    </a:cubicBezTo>
                    <a:lnTo>
                      <a:pt x="53829" y="5762"/>
                    </a:lnTo>
                    <a:cubicBezTo>
                      <a:pt x="58808" y="5762"/>
                      <a:pt x="58974" y="5920"/>
                      <a:pt x="58974" y="7343"/>
                    </a:cubicBezTo>
                    <a:cubicBezTo>
                      <a:pt x="58974" y="7501"/>
                      <a:pt x="58974" y="8291"/>
                      <a:pt x="58310" y="10663"/>
                    </a:cubicBezTo>
                    <a:lnTo>
                      <a:pt x="36403" y="93818"/>
                    </a:lnTo>
                    <a:cubicBezTo>
                      <a:pt x="34909" y="99667"/>
                      <a:pt x="34411" y="101248"/>
                      <a:pt x="16985" y="101248"/>
                    </a:cubicBezTo>
                    <a:cubicBezTo>
                      <a:pt x="11010" y="101248"/>
                      <a:pt x="9517" y="101248"/>
                      <a:pt x="9517" y="104726"/>
                    </a:cubicBezTo>
                    <a:cubicBezTo>
                      <a:pt x="9517" y="105200"/>
                      <a:pt x="9849" y="106939"/>
                      <a:pt x="12338" y="106939"/>
                    </a:cubicBezTo>
                    <a:cubicBezTo>
                      <a:pt x="16985" y="106939"/>
                      <a:pt x="21964" y="106465"/>
                      <a:pt x="26611" y="106465"/>
                    </a:cubicBezTo>
                    <a:cubicBezTo>
                      <a:pt x="31258" y="106465"/>
                      <a:pt x="36237" y="106307"/>
                      <a:pt x="40884" y="106307"/>
                    </a:cubicBezTo>
                    <a:cubicBezTo>
                      <a:pt x="45531" y="106307"/>
                      <a:pt x="51174" y="106307"/>
                      <a:pt x="55821" y="106465"/>
                    </a:cubicBezTo>
                    <a:cubicBezTo>
                      <a:pt x="60302" y="106623"/>
                      <a:pt x="65281" y="106939"/>
                      <a:pt x="69762" y="106939"/>
                    </a:cubicBezTo>
                    <a:cubicBezTo>
                      <a:pt x="71090" y="106939"/>
                      <a:pt x="73579" y="106939"/>
                      <a:pt x="73579" y="103461"/>
                    </a:cubicBezTo>
                    <a:cubicBezTo>
                      <a:pt x="73579" y="101248"/>
                      <a:pt x="71919" y="101248"/>
                      <a:pt x="66774" y="101248"/>
                    </a:cubicBezTo>
                    <a:cubicBezTo>
                      <a:pt x="63621" y="101248"/>
                      <a:pt x="60302" y="101090"/>
                      <a:pt x="57149" y="100932"/>
                    </a:cubicBezTo>
                    <a:cubicBezTo>
                      <a:pt x="51506" y="100457"/>
                      <a:pt x="51174" y="99825"/>
                      <a:pt x="51174" y="97928"/>
                    </a:cubicBezTo>
                    <a:cubicBezTo>
                      <a:pt x="51174" y="96821"/>
                      <a:pt x="51174" y="96505"/>
                      <a:pt x="51838" y="94292"/>
                    </a:cubicBezTo>
                    <a:lnTo>
                      <a:pt x="73745" y="11295"/>
                    </a:lnTo>
                    <a:close/>
                  </a:path>
                </a:pathLst>
              </a:custGeom>
              <a:solidFill>
                <a:srgbClr val="000000"/>
              </a:solidFill>
              <a:ln w="23772" cap="flat">
                <a:noFill/>
                <a:prstDash val="solid"/>
                <a:miter/>
              </a:ln>
            </p:spPr>
            <p:txBody>
              <a:bodyPr rtlCol="0" anchor="ctr"/>
              <a:lstStyle/>
              <a:p>
                <a:endParaRPr lang="en-GB" noProof="0"/>
              </a:p>
            </p:txBody>
          </p:sp>
          <p:sp>
            <p:nvSpPr>
              <p:cNvPr id="193" name="Freeform: Shape 192">
                <a:extLst>
                  <a:ext uri="{FF2B5EF4-FFF2-40B4-BE49-F238E27FC236}">
                    <a16:creationId xmlns:a16="http://schemas.microsoft.com/office/drawing/2014/main" id="{855C9DDC-5E6B-1DAD-AF82-92B0AE821F81}"/>
                  </a:ext>
                </a:extLst>
              </p:cNvPr>
              <p:cNvSpPr/>
              <p:nvPr>
                <p:custDataLst>
                  <p:tags r:id="rId87"/>
                </p:custDataLst>
              </p:nvPr>
            </p:nvSpPr>
            <p:spPr>
              <a:xfrm>
                <a:off x="7876800" y="6467745"/>
                <a:ext cx="118072" cy="102306"/>
              </a:xfrm>
              <a:custGeom>
                <a:avLst/>
                <a:gdLst>
                  <a:gd name="connsiteX0" fmla="*/ 72542 w 118072"/>
                  <a:gd name="connsiteY0" fmla="*/ 31693 h 102306"/>
                  <a:gd name="connsiteX1" fmla="*/ 96014 w 118072"/>
                  <a:gd name="connsiteY1" fmla="*/ 5043 h 102306"/>
                  <a:gd name="connsiteX2" fmla="*/ 107869 w 118072"/>
                  <a:gd name="connsiteY2" fmla="*/ 7979 h 102306"/>
                  <a:gd name="connsiteX3" fmla="*/ 96488 w 118072"/>
                  <a:gd name="connsiteY3" fmla="*/ 20175 h 102306"/>
                  <a:gd name="connsiteX4" fmla="*/ 105498 w 118072"/>
                  <a:gd name="connsiteY4" fmla="*/ 28079 h 102306"/>
                  <a:gd name="connsiteX5" fmla="*/ 118301 w 118072"/>
                  <a:gd name="connsiteY5" fmla="*/ 14980 h 102306"/>
                  <a:gd name="connsiteX6" fmla="*/ 96251 w 118072"/>
                  <a:gd name="connsiteY6" fmla="*/ 75 h 102306"/>
                  <a:gd name="connsiteX7" fmla="*/ 71357 w 118072"/>
                  <a:gd name="connsiteY7" fmla="*/ 17239 h 102306"/>
                  <a:gd name="connsiteX8" fmla="*/ 45751 w 118072"/>
                  <a:gd name="connsiteY8" fmla="*/ 75 h 102306"/>
                  <a:gd name="connsiteX9" fmla="*/ 7579 w 118072"/>
                  <a:gd name="connsiteY9" fmla="*/ 34854 h 102306"/>
                  <a:gd name="connsiteX10" fmla="*/ 10424 w 118072"/>
                  <a:gd name="connsiteY10" fmla="*/ 37113 h 102306"/>
                  <a:gd name="connsiteX11" fmla="*/ 13506 w 118072"/>
                  <a:gd name="connsiteY11" fmla="*/ 34629 h 102306"/>
                  <a:gd name="connsiteX12" fmla="*/ 45276 w 118072"/>
                  <a:gd name="connsiteY12" fmla="*/ 5043 h 102306"/>
                  <a:gd name="connsiteX13" fmla="*/ 58079 w 118072"/>
                  <a:gd name="connsiteY13" fmla="*/ 20175 h 102306"/>
                  <a:gd name="connsiteX14" fmla="*/ 45276 w 118072"/>
                  <a:gd name="connsiteY14" fmla="*/ 73925 h 102306"/>
                  <a:gd name="connsiteX15" fmla="*/ 22753 w 118072"/>
                  <a:gd name="connsiteY15" fmla="*/ 97413 h 102306"/>
                  <a:gd name="connsiteX16" fmla="*/ 10898 w 118072"/>
                  <a:gd name="connsiteY16" fmla="*/ 94477 h 102306"/>
                  <a:gd name="connsiteX17" fmla="*/ 22041 w 118072"/>
                  <a:gd name="connsiteY17" fmla="*/ 82281 h 102306"/>
                  <a:gd name="connsiteX18" fmla="*/ 13269 w 118072"/>
                  <a:gd name="connsiteY18" fmla="*/ 74377 h 102306"/>
                  <a:gd name="connsiteX19" fmla="*/ 229 w 118072"/>
                  <a:gd name="connsiteY19" fmla="*/ 87476 h 102306"/>
                  <a:gd name="connsiteX20" fmla="*/ 22516 w 118072"/>
                  <a:gd name="connsiteY20" fmla="*/ 102381 h 102306"/>
                  <a:gd name="connsiteX21" fmla="*/ 47410 w 118072"/>
                  <a:gd name="connsiteY21" fmla="*/ 85217 h 102306"/>
                  <a:gd name="connsiteX22" fmla="*/ 73016 w 118072"/>
                  <a:gd name="connsiteY22" fmla="*/ 102381 h 102306"/>
                  <a:gd name="connsiteX23" fmla="*/ 110951 w 118072"/>
                  <a:gd name="connsiteY23" fmla="*/ 67602 h 102306"/>
                  <a:gd name="connsiteX24" fmla="*/ 108106 w 118072"/>
                  <a:gd name="connsiteY24" fmla="*/ 65343 h 102306"/>
                  <a:gd name="connsiteX25" fmla="*/ 105024 w 118072"/>
                  <a:gd name="connsiteY25" fmla="*/ 67827 h 102306"/>
                  <a:gd name="connsiteX26" fmla="*/ 73490 w 118072"/>
                  <a:gd name="connsiteY26" fmla="*/ 97413 h 102306"/>
                  <a:gd name="connsiteX27" fmla="*/ 60450 w 118072"/>
                  <a:gd name="connsiteY27" fmla="*/ 82507 h 102306"/>
                  <a:gd name="connsiteX28" fmla="*/ 64481 w 118072"/>
                  <a:gd name="connsiteY28" fmla="*/ 62633 h 102306"/>
                  <a:gd name="connsiteX29" fmla="*/ 72542 w 118072"/>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072" h="102306">
                    <a:moveTo>
                      <a:pt x="72542" y="31693"/>
                    </a:moveTo>
                    <a:cubicBezTo>
                      <a:pt x="73965" y="25821"/>
                      <a:pt x="79418" y="5043"/>
                      <a:pt x="96014" y="5043"/>
                    </a:cubicBezTo>
                    <a:cubicBezTo>
                      <a:pt x="97200" y="5043"/>
                      <a:pt x="102890" y="5043"/>
                      <a:pt x="107869" y="7979"/>
                    </a:cubicBezTo>
                    <a:cubicBezTo>
                      <a:pt x="101230" y="9108"/>
                      <a:pt x="96488" y="14754"/>
                      <a:pt x="96488" y="20175"/>
                    </a:cubicBezTo>
                    <a:cubicBezTo>
                      <a:pt x="96488" y="23788"/>
                      <a:pt x="99096" y="28079"/>
                      <a:pt x="105498" y="28079"/>
                    </a:cubicBezTo>
                    <a:cubicBezTo>
                      <a:pt x="110714" y="28079"/>
                      <a:pt x="118301" y="24014"/>
                      <a:pt x="118301" y="14980"/>
                    </a:cubicBezTo>
                    <a:cubicBezTo>
                      <a:pt x="118301" y="3237"/>
                      <a:pt x="104312" y="75"/>
                      <a:pt x="96251" y="75"/>
                    </a:cubicBezTo>
                    <a:cubicBezTo>
                      <a:pt x="82500" y="75"/>
                      <a:pt x="74202" y="12044"/>
                      <a:pt x="71357" y="17239"/>
                    </a:cubicBezTo>
                    <a:cubicBezTo>
                      <a:pt x="65429" y="2333"/>
                      <a:pt x="52626" y="75"/>
                      <a:pt x="45751" y="75"/>
                    </a:cubicBezTo>
                    <a:cubicBezTo>
                      <a:pt x="21093" y="75"/>
                      <a:pt x="7579" y="29208"/>
                      <a:pt x="7579" y="34854"/>
                    </a:cubicBezTo>
                    <a:cubicBezTo>
                      <a:pt x="7579" y="37113"/>
                      <a:pt x="9950" y="37113"/>
                      <a:pt x="10424" y="37113"/>
                    </a:cubicBezTo>
                    <a:cubicBezTo>
                      <a:pt x="12321" y="37113"/>
                      <a:pt x="13032" y="36661"/>
                      <a:pt x="13506" y="34629"/>
                    </a:cubicBezTo>
                    <a:cubicBezTo>
                      <a:pt x="21567" y="10689"/>
                      <a:pt x="37215" y="5043"/>
                      <a:pt x="45276" y="5043"/>
                    </a:cubicBezTo>
                    <a:cubicBezTo>
                      <a:pt x="49781" y="5043"/>
                      <a:pt x="58079" y="7076"/>
                      <a:pt x="58079" y="20175"/>
                    </a:cubicBezTo>
                    <a:cubicBezTo>
                      <a:pt x="58079" y="27176"/>
                      <a:pt x="54049" y="42307"/>
                      <a:pt x="45276" y="73925"/>
                    </a:cubicBezTo>
                    <a:cubicBezTo>
                      <a:pt x="41483" y="87927"/>
                      <a:pt x="33185" y="97413"/>
                      <a:pt x="22753" y="97413"/>
                    </a:cubicBezTo>
                    <a:cubicBezTo>
                      <a:pt x="21330" y="97413"/>
                      <a:pt x="15877" y="97413"/>
                      <a:pt x="10898" y="94477"/>
                    </a:cubicBezTo>
                    <a:cubicBezTo>
                      <a:pt x="16825" y="93348"/>
                      <a:pt x="22041" y="88605"/>
                      <a:pt x="22041" y="82281"/>
                    </a:cubicBezTo>
                    <a:cubicBezTo>
                      <a:pt x="22041" y="76184"/>
                      <a:pt x="16825" y="74377"/>
                      <a:pt x="13269" y="74377"/>
                    </a:cubicBezTo>
                    <a:cubicBezTo>
                      <a:pt x="6156" y="74377"/>
                      <a:pt x="229" y="80249"/>
                      <a:pt x="229" y="87476"/>
                    </a:cubicBezTo>
                    <a:cubicBezTo>
                      <a:pt x="229" y="97864"/>
                      <a:pt x="12084" y="102381"/>
                      <a:pt x="22516" y="102381"/>
                    </a:cubicBezTo>
                    <a:cubicBezTo>
                      <a:pt x="38164" y="102381"/>
                      <a:pt x="46699" y="86572"/>
                      <a:pt x="47410" y="85217"/>
                    </a:cubicBezTo>
                    <a:cubicBezTo>
                      <a:pt x="50255" y="93573"/>
                      <a:pt x="58791" y="102381"/>
                      <a:pt x="73016" y="102381"/>
                    </a:cubicBezTo>
                    <a:cubicBezTo>
                      <a:pt x="97437" y="102381"/>
                      <a:pt x="110951" y="73248"/>
                      <a:pt x="110951" y="67602"/>
                    </a:cubicBezTo>
                    <a:cubicBezTo>
                      <a:pt x="110951" y="65343"/>
                      <a:pt x="108817" y="65343"/>
                      <a:pt x="108106" y="65343"/>
                    </a:cubicBezTo>
                    <a:cubicBezTo>
                      <a:pt x="105972" y="65343"/>
                      <a:pt x="105498" y="66246"/>
                      <a:pt x="105024" y="67827"/>
                    </a:cubicBezTo>
                    <a:cubicBezTo>
                      <a:pt x="97200" y="91993"/>
                      <a:pt x="81077" y="97413"/>
                      <a:pt x="73490" y="97413"/>
                    </a:cubicBezTo>
                    <a:cubicBezTo>
                      <a:pt x="64244" y="97413"/>
                      <a:pt x="60450" y="90186"/>
                      <a:pt x="60450" y="82507"/>
                    </a:cubicBezTo>
                    <a:cubicBezTo>
                      <a:pt x="60450" y="77539"/>
                      <a:pt x="61873" y="72570"/>
                      <a:pt x="64481" y="62633"/>
                    </a:cubicBezTo>
                    <a:lnTo>
                      <a:pt x="72542" y="31693"/>
                    </a:lnTo>
                    <a:close/>
                  </a:path>
                </a:pathLst>
              </a:custGeom>
              <a:solidFill>
                <a:srgbClr val="000000"/>
              </a:solidFill>
              <a:ln w="23772" cap="flat">
                <a:noFill/>
                <a:prstDash val="solid"/>
                <a:miter/>
              </a:ln>
            </p:spPr>
            <p:txBody>
              <a:bodyPr rtlCol="0" anchor="ctr"/>
              <a:lstStyle/>
              <a:p>
                <a:endParaRPr lang="en-GB" noProof="0"/>
              </a:p>
            </p:txBody>
          </p:sp>
          <p:sp>
            <p:nvSpPr>
              <p:cNvPr id="194" name="Freeform: Shape 193">
                <a:extLst>
                  <a:ext uri="{FF2B5EF4-FFF2-40B4-BE49-F238E27FC236}">
                    <a16:creationId xmlns:a16="http://schemas.microsoft.com/office/drawing/2014/main" id="{9CF115BE-0504-FB6D-F16F-E899819E647D}"/>
                  </a:ext>
                </a:extLst>
              </p:cNvPr>
              <p:cNvSpPr/>
              <p:nvPr>
                <p:custDataLst>
                  <p:tags r:id="rId88"/>
                </p:custDataLst>
              </p:nvPr>
            </p:nvSpPr>
            <p:spPr>
              <a:xfrm>
                <a:off x="8071392" y="6435901"/>
                <a:ext cx="157666" cy="150410"/>
              </a:xfrm>
              <a:custGeom>
                <a:avLst/>
                <a:gdLst>
                  <a:gd name="connsiteX0" fmla="*/ 83930 w 157666"/>
                  <a:gd name="connsiteY0" fmla="*/ 79797 h 150410"/>
                  <a:gd name="connsiteX1" fmla="*/ 150079 w 157666"/>
                  <a:gd name="connsiteY1" fmla="*/ 79797 h 150410"/>
                  <a:gd name="connsiteX2" fmla="*/ 157903 w 157666"/>
                  <a:gd name="connsiteY2" fmla="*/ 75280 h 150410"/>
                  <a:gd name="connsiteX3" fmla="*/ 150079 w 157666"/>
                  <a:gd name="connsiteY3" fmla="*/ 70763 h 150410"/>
                  <a:gd name="connsiteX4" fmla="*/ 83930 w 157666"/>
                  <a:gd name="connsiteY4" fmla="*/ 70763 h 150410"/>
                  <a:gd name="connsiteX5" fmla="*/ 83930 w 157666"/>
                  <a:gd name="connsiteY5" fmla="*/ 7528 h 150410"/>
                  <a:gd name="connsiteX6" fmla="*/ 79189 w 157666"/>
                  <a:gd name="connsiteY6" fmla="*/ 75 h 150410"/>
                  <a:gd name="connsiteX7" fmla="*/ 74447 w 157666"/>
                  <a:gd name="connsiteY7" fmla="*/ 7528 h 150410"/>
                  <a:gd name="connsiteX8" fmla="*/ 74447 w 157666"/>
                  <a:gd name="connsiteY8" fmla="*/ 70763 h 150410"/>
                  <a:gd name="connsiteX9" fmla="*/ 8061 w 157666"/>
                  <a:gd name="connsiteY9" fmla="*/ 70763 h 150410"/>
                  <a:gd name="connsiteX10" fmla="*/ 237 w 157666"/>
                  <a:gd name="connsiteY10" fmla="*/ 75280 h 150410"/>
                  <a:gd name="connsiteX11" fmla="*/ 8061 w 157666"/>
                  <a:gd name="connsiteY11" fmla="*/ 79797 h 150410"/>
                  <a:gd name="connsiteX12" fmla="*/ 74447 w 157666"/>
                  <a:gd name="connsiteY12" fmla="*/ 79797 h 150410"/>
                  <a:gd name="connsiteX13" fmla="*/ 74447 w 157666"/>
                  <a:gd name="connsiteY13" fmla="*/ 143033 h 150410"/>
                  <a:gd name="connsiteX14" fmla="*/ 79189 w 157666"/>
                  <a:gd name="connsiteY14" fmla="*/ 150486 h 150410"/>
                  <a:gd name="connsiteX15" fmla="*/ 83930 w 157666"/>
                  <a:gd name="connsiteY15" fmla="*/ 143033 h 150410"/>
                  <a:gd name="connsiteX16" fmla="*/ 83930 w 157666"/>
                  <a:gd name="connsiteY16" fmla="*/ 79797 h 15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666" h="150410">
                    <a:moveTo>
                      <a:pt x="83930" y="79797"/>
                    </a:moveTo>
                    <a:lnTo>
                      <a:pt x="150079" y="79797"/>
                    </a:lnTo>
                    <a:cubicBezTo>
                      <a:pt x="153398" y="79797"/>
                      <a:pt x="157903" y="79797"/>
                      <a:pt x="157903" y="75280"/>
                    </a:cubicBezTo>
                    <a:cubicBezTo>
                      <a:pt x="157903" y="70763"/>
                      <a:pt x="153398" y="70763"/>
                      <a:pt x="150079" y="70763"/>
                    </a:cubicBezTo>
                    <a:lnTo>
                      <a:pt x="83930" y="70763"/>
                    </a:lnTo>
                    <a:lnTo>
                      <a:pt x="83930" y="7528"/>
                    </a:lnTo>
                    <a:cubicBezTo>
                      <a:pt x="83930" y="4366"/>
                      <a:pt x="83930" y="75"/>
                      <a:pt x="79189" y="75"/>
                    </a:cubicBezTo>
                    <a:cubicBezTo>
                      <a:pt x="74447" y="75"/>
                      <a:pt x="74447" y="4366"/>
                      <a:pt x="74447" y="7528"/>
                    </a:cubicBezTo>
                    <a:lnTo>
                      <a:pt x="74447" y="70763"/>
                    </a:lnTo>
                    <a:lnTo>
                      <a:pt x="8061" y="70763"/>
                    </a:lnTo>
                    <a:cubicBezTo>
                      <a:pt x="4742" y="70763"/>
                      <a:pt x="237" y="70763"/>
                      <a:pt x="237" y="75280"/>
                    </a:cubicBezTo>
                    <a:cubicBezTo>
                      <a:pt x="237" y="79797"/>
                      <a:pt x="4742" y="79797"/>
                      <a:pt x="8061" y="79797"/>
                    </a:cubicBezTo>
                    <a:lnTo>
                      <a:pt x="74447" y="79797"/>
                    </a:lnTo>
                    <a:lnTo>
                      <a:pt x="74447" y="143033"/>
                    </a:lnTo>
                    <a:cubicBezTo>
                      <a:pt x="74447" y="146195"/>
                      <a:pt x="74447" y="150486"/>
                      <a:pt x="79189" y="150486"/>
                    </a:cubicBezTo>
                    <a:cubicBezTo>
                      <a:pt x="83930" y="150486"/>
                      <a:pt x="83930" y="146195"/>
                      <a:pt x="83930" y="143033"/>
                    </a:cubicBezTo>
                    <a:lnTo>
                      <a:pt x="83930" y="79797"/>
                    </a:lnTo>
                    <a:close/>
                  </a:path>
                </a:pathLst>
              </a:custGeom>
              <a:solidFill>
                <a:srgbClr val="000000"/>
              </a:solidFill>
              <a:ln w="23772" cap="flat">
                <a:noFill/>
                <a:prstDash val="solid"/>
                <a:miter/>
              </a:ln>
            </p:spPr>
            <p:txBody>
              <a:bodyPr rtlCol="0" anchor="ctr"/>
              <a:lstStyle/>
              <a:p>
                <a:endParaRPr lang="en-GB" noProof="0"/>
              </a:p>
            </p:txBody>
          </p:sp>
          <p:sp>
            <p:nvSpPr>
              <p:cNvPr id="195" name="Freeform: Shape 194">
                <a:extLst>
                  <a:ext uri="{FF2B5EF4-FFF2-40B4-BE49-F238E27FC236}">
                    <a16:creationId xmlns:a16="http://schemas.microsoft.com/office/drawing/2014/main" id="{C3A8B26E-E944-E02F-1E0C-CD1F0D4CBC32}"/>
                  </a:ext>
                </a:extLst>
              </p:cNvPr>
              <p:cNvSpPr/>
              <p:nvPr>
                <p:custDataLst>
                  <p:tags r:id="rId89"/>
                </p:custDataLst>
              </p:nvPr>
            </p:nvSpPr>
            <p:spPr>
              <a:xfrm>
                <a:off x="8306350" y="6470229"/>
                <a:ext cx="78003" cy="99822"/>
              </a:xfrm>
              <a:custGeom>
                <a:avLst/>
                <a:gdLst>
                  <a:gd name="connsiteX0" fmla="*/ 59757 w 78003"/>
                  <a:gd name="connsiteY0" fmla="*/ 46372 h 99822"/>
                  <a:gd name="connsiteX1" fmla="*/ 67818 w 78003"/>
                  <a:gd name="connsiteY1" fmla="*/ 42533 h 99822"/>
                  <a:gd name="connsiteX2" fmla="*/ 60942 w 78003"/>
                  <a:gd name="connsiteY2" fmla="*/ 39371 h 99822"/>
                  <a:gd name="connsiteX3" fmla="*/ 22533 w 78003"/>
                  <a:gd name="connsiteY3" fmla="*/ 39371 h 99822"/>
                  <a:gd name="connsiteX4" fmla="*/ 63076 w 78003"/>
                  <a:gd name="connsiteY4" fmla="*/ 7076 h 99822"/>
                  <a:gd name="connsiteX5" fmla="*/ 70426 w 78003"/>
                  <a:gd name="connsiteY5" fmla="*/ 7076 h 99822"/>
                  <a:gd name="connsiteX6" fmla="*/ 78250 w 78003"/>
                  <a:gd name="connsiteY6" fmla="*/ 3237 h 99822"/>
                  <a:gd name="connsiteX7" fmla="*/ 71137 w 78003"/>
                  <a:gd name="connsiteY7" fmla="*/ 75 h 99822"/>
                  <a:gd name="connsiteX8" fmla="*/ 62839 w 78003"/>
                  <a:gd name="connsiteY8" fmla="*/ 75 h 99822"/>
                  <a:gd name="connsiteX9" fmla="*/ 247 w 78003"/>
                  <a:gd name="connsiteY9" fmla="*/ 57213 h 99822"/>
                  <a:gd name="connsiteX10" fmla="*/ 43160 w 78003"/>
                  <a:gd name="connsiteY10" fmla="*/ 99897 h 99822"/>
                  <a:gd name="connsiteX11" fmla="*/ 73983 w 78003"/>
                  <a:gd name="connsiteY11" fmla="*/ 88379 h 99822"/>
                  <a:gd name="connsiteX12" fmla="*/ 71612 w 78003"/>
                  <a:gd name="connsiteY12" fmla="*/ 85217 h 99822"/>
                  <a:gd name="connsiteX13" fmla="*/ 68529 w 78003"/>
                  <a:gd name="connsiteY13" fmla="*/ 86572 h 99822"/>
                  <a:gd name="connsiteX14" fmla="*/ 43635 w 78003"/>
                  <a:gd name="connsiteY14" fmla="*/ 94928 h 99822"/>
                  <a:gd name="connsiteX15" fmla="*/ 18029 w 78003"/>
                  <a:gd name="connsiteY15" fmla="*/ 65569 h 99822"/>
                  <a:gd name="connsiteX16" fmla="*/ 20637 w 78003"/>
                  <a:gd name="connsiteY16" fmla="*/ 46372 h 99822"/>
                  <a:gd name="connsiteX17" fmla="*/ 59757 w 78003"/>
                  <a:gd name="connsiteY17" fmla="*/ 46372 h 9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003" h="99822">
                    <a:moveTo>
                      <a:pt x="59757" y="46372"/>
                    </a:moveTo>
                    <a:cubicBezTo>
                      <a:pt x="63550" y="46372"/>
                      <a:pt x="67818" y="46372"/>
                      <a:pt x="67818" y="42533"/>
                    </a:cubicBezTo>
                    <a:cubicBezTo>
                      <a:pt x="67818" y="39371"/>
                      <a:pt x="64973" y="39371"/>
                      <a:pt x="60942" y="39371"/>
                    </a:cubicBezTo>
                    <a:lnTo>
                      <a:pt x="22533" y="39371"/>
                    </a:lnTo>
                    <a:cubicBezTo>
                      <a:pt x="28224" y="20175"/>
                      <a:pt x="41501" y="7076"/>
                      <a:pt x="63076" y="7076"/>
                    </a:cubicBezTo>
                    <a:lnTo>
                      <a:pt x="70426" y="7076"/>
                    </a:lnTo>
                    <a:cubicBezTo>
                      <a:pt x="74457" y="7076"/>
                      <a:pt x="78250" y="7076"/>
                      <a:pt x="78250" y="3237"/>
                    </a:cubicBezTo>
                    <a:cubicBezTo>
                      <a:pt x="78250" y="75"/>
                      <a:pt x="75168" y="75"/>
                      <a:pt x="71137" y="75"/>
                    </a:cubicBezTo>
                    <a:lnTo>
                      <a:pt x="62839" y="75"/>
                    </a:lnTo>
                    <a:cubicBezTo>
                      <a:pt x="32017" y="75"/>
                      <a:pt x="247" y="22659"/>
                      <a:pt x="247" y="57213"/>
                    </a:cubicBezTo>
                    <a:cubicBezTo>
                      <a:pt x="247" y="82055"/>
                      <a:pt x="18029" y="99897"/>
                      <a:pt x="43160" y="99897"/>
                    </a:cubicBezTo>
                    <a:cubicBezTo>
                      <a:pt x="58572" y="99897"/>
                      <a:pt x="73983" y="90863"/>
                      <a:pt x="73983" y="88379"/>
                    </a:cubicBezTo>
                    <a:cubicBezTo>
                      <a:pt x="73983" y="87701"/>
                      <a:pt x="73745" y="85217"/>
                      <a:pt x="71612" y="85217"/>
                    </a:cubicBezTo>
                    <a:cubicBezTo>
                      <a:pt x="71137" y="85217"/>
                      <a:pt x="70663" y="85217"/>
                      <a:pt x="68529" y="86572"/>
                    </a:cubicBezTo>
                    <a:cubicBezTo>
                      <a:pt x="61180" y="91089"/>
                      <a:pt x="52407" y="94928"/>
                      <a:pt x="43635" y="94928"/>
                    </a:cubicBezTo>
                    <a:cubicBezTo>
                      <a:pt x="29883" y="94928"/>
                      <a:pt x="18029" y="85443"/>
                      <a:pt x="18029" y="65569"/>
                    </a:cubicBezTo>
                    <a:cubicBezTo>
                      <a:pt x="18029" y="57664"/>
                      <a:pt x="19925" y="49082"/>
                      <a:pt x="20637" y="46372"/>
                    </a:cubicBezTo>
                    <a:lnTo>
                      <a:pt x="59757" y="46372"/>
                    </a:lnTo>
                    <a:close/>
                  </a:path>
                </a:pathLst>
              </a:custGeom>
              <a:solidFill>
                <a:srgbClr val="000000"/>
              </a:solidFill>
              <a:ln w="23772" cap="flat">
                <a:noFill/>
                <a:prstDash val="solid"/>
                <a:miter/>
              </a:ln>
            </p:spPr>
            <p:txBody>
              <a:bodyPr rtlCol="0" anchor="ctr"/>
              <a:lstStyle/>
              <a:p>
                <a:endParaRPr lang="en-GB" noProof="0"/>
              </a:p>
            </p:txBody>
          </p:sp>
          <p:sp>
            <p:nvSpPr>
              <p:cNvPr id="196" name="Freeform: Shape 195">
                <a:extLst>
                  <a:ext uri="{FF2B5EF4-FFF2-40B4-BE49-F238E27FC236}">
                    <a16:creationId xmlns:a16="http://schemas.microsoft.com/office/drawing/2014/main" id="{A59C6038-AB2D-BFFC-F735-E72A029913BE}"/>
                  </a:ext>
                </a:extLst>
              </p:cNvPr>
              <p:cNvSpPr/>
              <p:nvPr>
                <p:custDataLst>
                  <p:tags r:id="rId90"/>
                </p:custDataLst>
              </p:nvPr>
            </p:nvSpPr>
            <p:spPr>
              <a:xfrm>
                <a:off x="8476980" y="6423931"/>
                <a:ext cx="144863" cy="174576"/>
              </a:xfrm>
              <a:custGeom>
                <a:avLst/>
                <a:gdLst>
                  <a:gd name="connsiteX0" fmla="*/ 140612 w 144863"/>
                  <a:gd name="connsiteY0" fmla="*/ 9560 h 174576"/>
                  <a:gd name="connsiteX1" fmla="*/ 145117 w 144863"/>
                  <a:gd name="connsiteY1" fmla="*/ 4592 h 174576"/>
                  <a:gd name="connsiteX2" fmla="*/ 140375 w 144863"/>
                  <a:gd name="connsiteY2" fmla="*/ 75 h 174576"/>
                  <a:gd name="connsiteX3" fmla="*/ 136108 w 144863"/>
                  <a:gd name="connsiteY3" fmla="*/ 1430 h 174576"/>
                  <a:gd name="connsiteX4" fmla="*/ 4995 w 144863"/>
                  <a:gd name="connsiteY4" fmla="*/ 60375 h 174576"/>
                  <a:gd name="connsiteX5" fmla="*/ 254 w 144863"/>
                  <a:gd name="connsiteY5" fmla="*/ 65569 h 174576"/>
                  <a:gd name="connsiteX6" fmla="*/ 4995 w 144863"/>
                  <a:gd name="connsiteY6" fmla="*/ 70537 h 174576"/>
                  <a:gd name="connsiteX7" fmla="*/ 136108 w 144863"/>
                  <a:gd name="connsiteY7" fmla="*/ 129256 h 174576"/>
                  <a:gd name="connsiteX8" fmla="*/ 140375 w 144863"/>
                  <a:gd name="connsiteY8" fmla="*/ 130837 h 174576"/>
                  <a:gd name="connsiteX9" fmla="*/ 145117 w 144863"/>
                  <a:gd name="connsiteY9" fmla="*/ 126321 h 174576"/>
                  <a:gd name="connsiteX10" fmla="*/ 140138 w 144863"/>
                  <a:gd name="connsiteY10" fmla="*/ 121126 h 174576"/>
                  <a:gd name="connsiteX11" fmla="*/ 16139 w 144863"/>
                  <a:gd name="connsiteY11" fmla="*/ 65569 h 174576"/>
                  <a:gd name="connsiteX12" fmla="*/ 140612 w 144863"/>
                  <a:gd name="connsiteY12" fmla="*/ 9560 h 174576"/>
                  <a:gd name="connsiteX13" fmla="*/ 136819 w 144863"/>
                  <a:gd name="connsiteY13" fmla="*/ 174651 h 174576"/>
                  <a:gd name="connsiteX14" fmla="*/ 145117 w 144863"/>
                  <a:gd name="connsiteY14" fmla="*/ 170134 h 174576"/>
                  <a:gd name="connsiteX15" fmla="*/ 136582 w 144863"/>
                  <a:gd name="connsiteY15" fmla="*/ 165617 h 174576"/>
                  <a:gd name="connsiteX16" fmla="*/ 8789 w 144863"/>
                  <a:gd name="connsiteY16" fmla="*/ 165617 h 174576"/>
                  <a:gd name="connsiteX17" fmla="*/ 254 w 144863"/>
                  <a:gd name="connsiteY17" fmla="*/ 170134 h 174576"/>
                  <a:gd name="connsiteX18" fmla="*/ 8552 w 144863"/>
                  <a:gd name="connsiteY18" fmla="*/ 174651 h 174576"/>
                  <a:gd name="connsiteX19" fmla="*/ 136819 w 144863"/>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4863" h="174576">
                    <a:moveTo>
                      <a:pt x="140612" y="9560"/>
                    </a:moveTo>
                    <a:cubicBezTo>
                      <a:pt x="143220" y="8431"/>
                      <a:pt x="145117" y="7302"/>
                      <a:pt x="145117" y="4592"/>
                    </a:cubicBezTo>
                    <a:cubicBezTo>
                      <a:pt x="145117" y="2107"/>
                      <a:pt x="143220" y="75"/>
                      <a:pt x="140375" y="75"/>
                    </a:cubicBezTo>
                    <a:cubicBezTo>
                      <a:pt x="139190" y="75"/>
                      <a:pt x="137056" y="978"/>
                      <a:pt x="136108" y="1430"/>
                    </a:cubicBezTo>
                    <a:lnTo>
                      <a:pt x="4995" y="60375"/>
                    </a:lnTo>
                    <a:cubicBezTo>
                      <a:pt x="965" y="62181"/>
                      <a:pt x="254" y="63762"/>
                      <a:pt x="254" y="65569"/>
                    </a:cubicBezTo>
                    <a:cubicBezTo>
                      <a:pt x="254" y="67602"/>
                      <a:pt x="1676" y="69182"/>
                      <a:pt x="4995" y="70537"/>
                    </a:cubicBezTo>
                    <a:lnTo>
                      <a:pt x="136108" y="129256"/>
                    </a:lnTo>
                    <a:cubicBezTo>
                      <a:pt x="139190" y="130837"/>
                      <a:pt x="139664" y="130837"/>
                      <a:pt x="140375" y="130837"/>
                    </a:cubicBezTo>
                    <a:cubicBezTo>
                      <a:pt x="142983" y="130837"/>
                      <a:pt x="145117" y="128805"/>
                      <a:pt x="145117" y="126321"/>
                    </a:cubicBezTo>
                    <a:cubicBezTo>
                      <a:pt x="145117" y="124288"/>
                      <a:pt x="144169" y="122933"/>
                      <a:pt x="140138" y="121126"/>
                    </a:cubicBezTo>
                    <a:lnTo>
                      <a:pt x="16139" y="65569"/>
                    </a:lnTo>
                    <a:lnTo>
                      <a:pt x="140612" y="9560"/>
                    </a:lnTo>
                    <a:close/>
                    <a:moveTo>
                      <a:pt x="136819" y="174651"/>
                    </a:moveTo>
                    <a:cubicBezTo>
                      <a:pt x="140849" y="174651"/>
                      <a:pt x="145117" y="174651"/>
                      <a:pt x="145117" y="170134"/>
                    </a:cubicBezTo>
                    <a:cubicBezTo>
                      <a:pt x="145117" y="165617"/>
                      <a:pt x="140138" y="165617"/>
                      <a:pt x="136582" y="165617"/>
                    </a:cubicBezTo>
                    <a:lnTo>
                      <a:pt x="8789" y="165617"/>
                    </a:lnTo>
                    <a:cubicBezTo>
                      <a:pt x="5233" y="165617"/>
                      <a:pt x="254" y="165617"/>
                      <a:pt x="254" y="170134"/>
                    </a:cubicBezTo>
                    <a:cubicBezTo>
                      <a:pt x="254" y="174651"/>
                      <a:pt x="4521" y="174651"/>
                      <a:pt x="8552" y="174651"/>
                    </a:cubicBezTo>
                    <a:lnTo>
                      <a:pt x="136819" y="174651"/>
                    </a:lnTo>
                    <a:close/>
                  </a:path>
                </a:pathLst>
              </a:custGeom>
              <a:solidFill>
                <a:srgbClr val="000000"/>
              </a:solidFill>
              <a:ln w="23772" cap="flat">
                <a:noFill/>
                <a:prstDash val="solid"/>
                <a:miter/>
              </a:ln>
            </p:spPr>
            <p:txBody>
              <a:bodyPr rtlCol="0" anchor="ctr"/>
              <a:lstStyle/>
              <a:p>
                <a:endParaRPr lang="en-GB" noProof="0"/>
              </a:p>
            </p:txBody>
          </p:sp>
          <p:sp>
            <p:nvSpPr>
              <p:cNvPr id="197" name="Freeform: Shape 196">
                <a:extLst>
                  <a:ext uri="{FF2B5EF4-FFF2-40B4-BE49-F238E27FC236}">
                    <a16:creationId xmlns:a16="http://schemas.microsoft.com/office/drawing/2014/main" id="{62961318-2A75-EE3B-43F7-211240056D29}"/>
                  </a:ext>
                </a:extLst>
              </p:cNvPr>
              <p:cNvSpPr/>
              <p:nvPr>
                <p:custDataLst>
                  <p:tags r:id="rId91"/>
                </p:custDataLst>
              </p:nvPr>
            </p:nvSpPr>
            <p:spPr>
              <a:xfrm>
                <a:off x="8714677" y="6467745"/>
                <a:ext cx="128504" cy="148604"/>
              </a:xfrm>
              <a:custGeom>
                <a:avLst/>
                <a:gdLst>
                  <a:gd name="connsiteX0" fmla="*/ 47920 w 128504"/>
                  <a:gd name="connsiteY0" fmla="*/ 20626 h 148604"/>
                  <a:gd name="connsiteX1" fmla="*/ 51476 w 128504"/>
                  <a:gd name="connsiteY1" fmla="*/ 6172 h 148604"/>
                  <a:gd name="connsiteX2" fmla="*/ 44600 w 128504"/>
                  <a:gd name="connsiteY2" fmla="*/ 75 h 148604"/>
                  <a:gd name="connsiteX3" fmla="*/ 35117 w 128504"/>
                  <a:gd name="connsiteY3" fmla="*/ 8205 h 148604"/>
                  <a:gd name="connsiteX4" fmla="*/ 975 w 128504"/>
                  <a:gd name="connsiteY4" fmla="*/ 138968 h 148604"/>
                  <a:gd name="connsiteX5" fmla="*/ 264 w 128504"/>
                  <a:gd name="connsiteY5" fmla="*/ 142581 h 148604"/>
                  <a:gd name="connsiteX6" fmla="*/ 6903 w 128504"/>
                  <a:gd name="connsiteY6" fmla="*/ 148679 h 148604"/>
                  <a:gd name="connsiteX7" fmla="*/ 15201 w 128504"/>
                  <a:gd name="connsiteY7" fmla="*/ 143936 h 148604"/>
                  <a:gd name="connsiteX8" fmla="*/ 28241 w 128504"/>
                  <a:gd name="connsiteY8" fmla="*/ 95380 h 148604"/>
                  <a:gd name="connsiteX9" fmla="*/ 51239 w 128504"/>
                  <a:gd name="connsiteY9" fmla="*/ 102381 h 148604"/>
                  <a:gd name="connsiteX10" fmla="*/ 82772 w 128504"/>
                  <a:gd name="connsiteY10" fmla="*/ 85895 h 148604"/>
                  <a:gd name="connsiteX11" fmla="*/ 104111 w 128504"/>
                  <a:gd name="connsiteY11" fmla="*/ 102381 h 148604"/>
                  <a:gd name="connsiteX12" fmla="*/ 121655 w 128504"/>
                  <a:gd name="connsiteY12" fmla="*/ 89960 h 148604"/>
                  <a:gd name="connsiteX13" fmla="*/ 128768 w 128504"/>
                  <a:gd name="connsiteY13" fmla="*/ 67602 h 148604"/>
                  <a:gd name="connsiteX14" fmla="*/ 125923 w 128504"/>
                  <a:gd name="connsiteY14" fmla="*/ 65343 h 148604"/>
                  <a:gd name="connsiteX15" fmla="*/ 122604 w 128504"/>
                  <a:gd name="connsiteY15" fmla="*/ 69408 h 148604"/>
                  <a:gd name="connsiteX16" fmla="*/ 104585 w 128504"/>
                  <a:gd name="connsiteY16" fmla="*/ 97413 h 148604"/>
                  <a:gd name="connsiteX17" fmla="*/ 97472 w 128504"/>
                  <a:gd name="connsiteY17" fmla="*/ 87024 h 148604"/>
                  <a:gd name="connsiteX18" fmla="*/ 102214 w 128504"/>
                  <a:gd name="connsiteY18" fmla="*/ 63536 h 148604"/>
                  <a:gd name="connsiteX19" fmla="*/ 108852 w 128504"/>
                  <a:gd name="connsiteY19" fmla="*/ 39145 h 148604"/>
                  <a:gd name="connsiteX20" fmla="*/ 112883 w 128504"/>
                  <a:gd name="connsiteY20" fmla="*/ 23788 h 148604"/>
                  <a:gd name="connsiteX21" fmla="*/ 116439 w 128504"/>
                  <a:gd name="connsiteY21" fmla="*/ 8657 h 148604"/>
                  <a:gd name="connsiteX22" fmla="*/ 109564 w 128504"/>
                  <a:gd name="connsiteY22" fmla="*/ 2559 h 148604"/>
                  <a:gd name="connsiteX23" fmla="*/ 100317 w 128504"/>
                  <a:gd name="connsiteY23" fmla="*/ 10463 h 148604"/>
                  <a:gd name="connsiteX24" fmla="*/ 89174 w 128504"/>
                  <a:gd name="connsiteY24" fmla="*/ 52696 h 148604"/>
                  <a:gd name="connsiteX25" fmla="*/ 83009 w 128504"/>
                  <a:gd name="connsiteY25" fmla="*/ 75732 h 148604"/>
                  <a:gd name="connsiteX26" fmla="*/ 52187 w 128504"/>
                  <a:gd name="connsiteY26" fmla="*/ 97413 h 148604"/>
                  <a:gd name="connsiteX27" fmla="*/ 34642 w 128504"/>
                  <a:gd name="connsiteY27" fmla="*/ 77764 h 148604"/>
                  <a:gd name="connsiteX28" fmla="*/ 37962 w 128504"/>
                  <a:gd name="connsiteY28" fmla="*/ 58568 h 148604"/>
                  <a:gd name="connsiteX29" fmla="*/ 47920 w 128504"/>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504" h="148604">
                    <a:moveTo>
                      <a:pt x="47920" y="20626"/>
                    </a:moveTo>
                    <a:cubicBezTo>
                      <a:pt x="49105" y="15884"/>
                      <a:pt x="51476" y="7302"/>
                      <a:pt x="51476" y="6172"/>
                    </a:cubicBezTo>
                    <a:cubicBezTo>
                      <a:pt x="51476" y="2333"/>
                      <a:pt x="48631" y="75"/>
                      <a:pt x="44600" y="75"/>
                    </a:cubicBezTo>
                    <a:cubicBezTo>
                      <a:pt x="43889" y="75"/>
                      <a:pt x="37251" y="301"/>
                      <a:pt x="35117" y="8205"/>
                    </a:cubicBezTo>
                    <a:lnTo>
                      <a:pt x="975" y="138968"/>
                    </a:lnTo>
                    <a:cubicBezTo>
                      <a:pt x="264" y="141678"/>
                      <a:pt x="264" y="142129"/>
                      <a:pt x="264" y="142581"/>
                    </a:cubicBezTo>
                    <a:cubicBezTo>
                      <a:pt x="264" y="145969"/>
                      <a:pt x="2872" y="148679"/>
                      <a:pt x="6903" y="148679"/>
                    </a:cubicBezTo>
                    <a:cubicBezTo>
                      <a:pt x="11882" y="148679"/>
                      <a:pt x="14727" y="144614"/>
                      <a:pt x="15201" y="143936"/>
                    </a:cubicBezTo>
                    <a:cubicBezTo>
                      <a:pt x="16149" y="141904"/>
                      <a:pt x="19231" y="130160"/>
                      <a:pt x="28241" y="95380"/>
                    </a:cubicBezTo>
                    <a:cubicBezTo>
                      <a:pt x="35828" y="101478"/>
                      <a:pt x="46497" y="102381"/>
                      <a:pt x="51239" y="102381"/>
                    </a:cubicBezTo>
                    <a:cubicBezTo>
                      <a:pt x="67835" y="102381"/>
                      <a:pt x="77082" y="92218"/>
                      <a:pt x="82772" y="85895"/>
                    </a:cubicBezTo>
                    <a:cubicBezTo>
                      <a:pt x="84906" y="96058"/>
                      <a:pt x="93678" y="102381"/>
                      <a:pt x="104111" y="102381"/>
                    </a:cubicBezTo>
                    <a:cubicBezTo>
                      <a:pt x="112409" y="102381"/>
                      <a:pt x="117862" y="97187"/>
                      <a:pt x="121655" y="89960"/>
                    </a:cubicBezTo>
                    <a:cubicBezTo>
                      <a:pt x="125686" y="81830"/>
                      <a:pt x="128768" y="68053"/>
                      <a:pt x="128768" y="67602"/>
                    </a:cubicBezTo>
                    <a:cubicBezTo>
                      <a:pt x="128768" y="65343"/>
                      <a:pt x="126634" y="65343"/>
                      <a:pt x="125923" y="65343"/>
                    </a:cubicBezTo>
                    <a:cubicBezTo>
                      <a:pt x="123552" y="65343"/>
                      <a:pt x="123315" y="66246"/>
                      <a:pt x="122604" y="69408"/>
                    </a:cubicBezTo>
                    <a:cubicBezTo>
                      <a:pt x="118573" y="84088"/>
                      <a:pt x="114306" y="97413"/>
                      <a:pt x="104585" y="97413"/>
                    </a:cubicBezTo>
                    <a:cubicBezTo>
                      <a:pt x="98183" y="97413"/>
                      <a:pt x="97472" y="91541"/>
                      <a:pt x="97472" y="87024"/>
                    </a:cubicBezTo>
                    <a:cubicBezTo>
                      <a:pt x="97472" y="82055"/>
                      <a:pt x="100317" y="71441"/>
                      <a:pt x="102214" y="63536"/>
                    </a:cubicBezTo>
                    <a:lnTo>
                      <a:pt x="108852" y="39145"/>
                    </a:lnTo>
                    <a:cubicBezTo>
                      <a:pt x="109564" y="35758"/>
                      <a:pt x="111935" y="27176"/>
                      <a:pt x="112883" y="23788"/>
                    </a:cubicBezTo>
                    <a:cubicBezTo>
                      <a:pt x="114068" y="18594"/>
                      <a:pt x="116439" y="10012"/>
                      <a:pt x="116439" y="8657"/>
                    </a:cubicBezTo>
                    <a:cubicBezTo>
                      <a:pt x="116439" y="4592"/>
                      <a:pt x="113120" y="2559"/>
                      <a:pt x="109564" y="2559"/>
                    </a:cubicBezTo>
                    <a:cubicBezTo>
                      <a:pt x="108378" y="2559"/>
                      <a:pt x="102214" y="2785"/>
                      <a:pt x="100317" y="10463"/>
                    </a:cubicBezTo>
                    <a:lnTo>
                      <a:pt x="89174" y="52696"/>
                    </a:lnTo>
                    <a:cubicBezTo>
                      <a:pt x="86329" y="63988"/>
                      <a:pt x="83721" y="73473"/>
                      <a:pt x="83009" y="75732"/>
                    </a:cubicBezTo>
                    <a:cubicBezTo>
                      <a:pt x="82772" y="76861"/>
                      <a:pt x="71392" y="97413"/>
                      <a:pt x="52187" y="97413"/>
                    </a:cubicBezTo>
                    <a:cubicBezTo>
                      <a:pt x="40333" y="97413"/>
                      <a:pt x="34642" y="89960"/>
                      <a:pt x="34642" y="77764"/>
                    </a:cubicBezTo>
                    <a:cubicBezTo>
                      <a:pt x="34642" y="71215"/>
                      <a:pt x="36302" y="64891"/>
                      <a:pt x="37962" y="58568"/>
                    </a:cubicBezTo>
                    <a:lnTo>
                      <a:pt x="47920" y="20626"/>
                    </a:lnTo>
                    <a:close/>
                  </a:path>
                </a:pathLst>
              </a:custGeom>
              <a:solidFill>
                <a:srgbClr val="FF0000"/>
              </a:solidFill>
              <a:ln w="23772" cap="flat">
                <a:noFill/>
                <a:prstDash val="solid"/>
                <a:miter/>
              </a:ln>
            </p:spPr>
            <p:txBody>
              <a:bodyPr rtlCol="0" anchor="ctr"/>
              <a:lstStyle/>
              <a:p>
                <a:endParaRPr lang="en-GB" noProof="0">
                  <a:solidFill>
                    <a:srgbClr val="FF0000"/>
                  </a:solidFill>
                </a:endParaRPr>
              </a:p>
            </p:txBody>
          </p:sp>
          <p:sp>
            <p:nvSpPr>
              <p:cNvPr id="198" name="Freeform: Shape 197">
                <a:extLst>
                  <a:ext uri="{FF2B5EF4-FFF2-40B4-BE49-F238E27FC236}">
                    <a16:creationId xmlns:a16="http://schemas.microsoft.com/office/drawing/2014/main" id="{F0193F5C-1468-9C3C-2B09-55A189E6DA3E}"/>
                  </a:ext>
                </a:extLst>
              </p:cNvPr>
              <p:cNvSpPr/>
              <p:nvPr>
                <p:custDataLst>
                  <p:tags r:id="rId92"/>
                </p:custDataLst>
              </p:nvPr>
            </p:nvSpPr>
            <p:spPr>
              <a:xfrm>
                <a:off x="8868515" y="6496471"/>
                <a:ext cx="60411" cy="104971"/>
              </a:xfrm>
              <a:custGeom>
                <a:avLst/>
                <a:gdLst>
                  <a:gd name="connsiteX0" fmla="*/ 37778 w 60411"/>
                  <a:gd name="connsiteY0" fmla="*/ 4503 h 104971"/>
                  <a:gd name="connsiteX1" fmla="*/ 32799 w 60411"/>
                  <a:gd name="connsiteY1" fmla="*/ 76 h 104971"/>
                  <a:gd name="connsiteX2" fmla="*/ 270 w 60411"/>
                  <a:gd name="connsiteY2" fmla="*/ 10194 h 104971"/>
                  <a:gd name="connsiteX3" fmla="*/ 270 w 60411"/>
                  <a:gd name="connsiteY3" fmla="*/ 15885 h 104971"/>
                  <a:gd name="connsiteX4" fmla="*/ 24335 w 60411"/>
                  <a:gd name="connsiteY4" fmla="*/ 11459 h 104971"/>
                  <a:gd name="connsiteX5" fmla="*/ 24335 w 60411"/>
                  <a:gd name="connsiteY5" fmla="*/ 92084 h 104971"/>
                  <a:gd name="connsiteX6" fmla="*/ 7739 w 60411"/>
                  <a:gd name="connsiteY6" fmla="*/ 99356 h 104971"/>
                  <a:gd name="connsiteX7" fmla="*/ 1432 w 60411"/>
                  <a:gd name="connsiteY7" fmla="*/ 99356 h 104971"/>
                  <a:gd name="connsiteX8" fmla="*/ 1432 w 60411"/>
                  <a:gd name="connsiteY8" fmla="*/ 105048 h 104971"/>
                  <a:gd name="connsiteX9" fmla="*/ 30974 w 60411"/>
                  <a:gd name="connsiteY9" fmla="*/ 104415 h 104971"/>
                  <a:gd name="connsiteX10" fmla="*/ 60681 w 60411"/>
                  <a:gd name="connsiteY10" fmla="*/ 105048 h 104971"/>
                  <a:gd name="connsiteX11" fmla="*/ 60681 w 60411"/>
                  <a:gd name="connsiteY11" fmla="*/ 99356 h 104971"/>
                  <a:gd name="connsiteX12" fmla="*/ 54375 w 60411"/>
                  <a:gd name="connsiteY12" fmla="*/ 99356 h 104971"/>
                  <a:gd name="connsiteX13" fmla="*/ 37778 w 60411"/>
                  <a:gd name="connsiteY13" fmla="*/ 92084 h 104971"/>
                  <a:gd name="connsiteX14" fmla="*/ 37778 w 60411"/>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411" h="104971">
                    <a:moveTo>
                      <a:pt x="37778" y="4503"/>
                    </a:moveTo>
                    <a:cubicBezTo>
                      <a:pt x="37778" y="234"/>
                      <a:pt x="37446" y="76"/>
                      <a:pt x="32799" y="76"/>
                    </a:cubicBezTo>
                    <a:cubicBezTo>
                      <a:pt x="22177" y="10036"/>
                      <a:pt x="7075" y="10194"/>
                      <a:pt x="270" y="10194"/>
                    </a:cubicBezTo>
                    <a:lnTo>
                      <a:pt x="270" y="15885"/>
                    </a:lnTo>
                    <a:cubicBezTo>
                      <a:pt x="4253" y="15885"/>
                      <a:pt x="15207" y="15885"/>
                      <a:pt x="24335" y="11459"/>
                    </a:cubicBezTo>
                    <a:lnTo>
                      <a:pt x="24335" y="92084"/>
                    </a:lnTo>
                    <a:cubicBezTo>
                      <a:pt x="24335" y="97301"/>
                      <a:pt x="24335" y="99356"/>
                      <a:pt x="7739" y="99356"/>
                    </a:cubicBezTo>
                    <a:lnTo>
                      <a:pt x="1432" y="99356"/>
                    </a:lnTo>
                    <a:lnTo>
                      <a:pt x="1432" y="105048"/>
                    </a:lnTo>
                    <a:cubicBezTo>
                      <a:pt x="4419" y="104890"/>
                      <a:pt x="24833" y="104415"/>
                      <a:pt x="30974" y="104415"/>
                    </a:cubicBezTo>
                    <a:cubicBezTo>
                      <a:pt x="36118" y="104415"/>
                      <a:pt x="57030" y="104890"/>
                      <a:pt x="60681" y="105048"/>
                    </a:cubicBezTo>
                    <a:lnTo>
                      <a:pt x="60681" y="99356"/>
                    </a:lnTo>
                    <a:lnTo>
                      <a:pt x="54375" y="99356"/>
                    </a:lnTo>
                    <a:cubicBezTo>
                      <a:pt x="37778" y="99356"/>
                      <a:pt x="37778" y="97301"/>
                      <a:pt x="37778" y="92084"/>
                    </a:cubicBezTo>
                    <a:lnTo>
                      <a:pt x="37778" y="4503"/>
                    </a:lnTo>
                    <a:close/>
                  </a:path>
                </a:pathLst>
              </a:custGeom>
              <a:solidFill>
                <a:srgbClr val="FF0000"/>
              </a:solidFill>
              <a:ln w="23772" cap="flat">
                <a:noFill/>
                <a:prstDash val="solid"/>
                <a:miter/>
              </a:ln>
            </p:spPr>
            <p:txBody>
              <a:bodyPr rtlCol="0" anchor="ctr"/>
              <a:lstStyle/>
              <a:p>
                <a:endParaRPr lang="en-GB" noProof="0">
                  <a:solidFill>
                    <a:srgbClr val="FF0000"/>
                  </a:solidFill>
                </a:endParaRPr>
              </a:p>
            </p:txBody>
          </p:sp>
          <p:sp>
            <p:nvSpPr>
              <p:cNvPr id="199" name="Freeform: Shape 198">
                <a:extLst>
                  <a:ext uri="{FF2B5EF4-FFF2-40B4-BE49-F238E27FC236}">
                    <a16:creationId xmlns:a16="http://schemas.microsoft.com/office/drawing/2014/main" id="{E720E5E7-27F7-4B0F-4FE8-6D62FB739A1D}"/>
                  </a:ext>
                </a:extLst>
              </p:cNvPr>
              <p:cNvSpPr/>
              <p:nvPr>
                <p:custDataLst>
                  <p:tags r:id="rId93"/>
                </p:custDataLst>
              </p:nvPr>
            </p:nvSpPr>
            <p:spPr>
              <a:xfrm>
                <a:off x="9029152" y="6506589"/>
                <a:ext cx="144863" cy="9033"/>
              </a:xfrm>
              <a:custGeom>
                <a:avLst/>
                <a:gdLst>
                  <a:gd name="connsiteX0" fmla="*/ 136842 w 144863"/>
                  <a:gd name="connsiteY0" fmla="*/ 9108 h 9033"/>
                  <a:gd name="connsiteX1" fmla="*/ 145140 w 144863"/>
                  <a:gd name="connsiteY1" fmla="*/ 4592 h 9033"/>
                  <a:gd name="connsiteX2" fmla="*/ 136842 w 144863"/>
                  <a:gd name="connsiteY2" fmla="*/ 75 h 9033"/>
                  <a:gd name="connsiteX3" fmla="*/ 8575 w 144863"/>
                  <a:gd name="connsiteY3" fmla="*/ 75 h 9033"/>
                  <a:gd name="connsiteX4" fmla="*/ 277 w 144863"/>
                  <a:gd name="connsiteY4" fmla="*/ 4592 h 9033"/>
                  <a:gd name="connsiteX5" fmla="*/ 8575 w 144863"/>
                  <a:gd name="connsiteY5" fmla="*/ 9108 h 9033"/>
                  <a:gd name="connsiteX6" fmla="*/ 136842 w 144863"/>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63" h="9033">
                    <a:moveTo>
                      <a:pt x="136842" y="9108"/>
                    </a:moveTo>
                    <a:cubicBezTo>
                      <a:pt x="140873" y="9108"/>
                      <a:pt x="145140" y="9108"/>
                      <a:pt x="145140" y="4592"/>
                    </a:cubicBezTo>
                    <a:cubicBezTo>
                      <a:pt x="145140" y="75"/>
                      <a:pt x="140873" y="75"/>
                      <a:pt x="136842" y="75"/>
                    </a:cubicBezTo>
                    <a:lnTo>
                      <a:pt x="8575" y="75"/>
                    </a:lnTo>
                    <a:cubicBezTo>
                      <a:pt x="4544" y="75"/>
                      <a:pt x="277" y="75"/>
                      <a:pt x="277" y="4592"/>
                    </a:cubicBezTo>
                    <a:cubicBezTo>
                      <a:pt x="277" y="9108"/>
                      <a:pt x="4544" y="9108"/>
                      <a:pt x="8575" y="9108"/>
                    </a:cubicBezTo>
                    <a:lnTo>
                      <a:pt x="136842" y="9108"/>
                    </a:lnTo>
                    <a:close/>
                  </a:path>
                </a:pathLst>
              </a:custGeom>
              <a:solidFill>
                <a:srgbClr val="000000"/>
              </a:solidFill>
              <a:ln w="23772" cap="flat">
                <a:noFill/>
                <a:prstDash val="solid"/>
                <a:miter/>
              </a:ln>
            </p:spPr>
            <p:txBody>
              <a:bodyPr rtlCol="0" anchor="ctr"/>
              <a:lstStyle/>
              <a:p>
                <a:endParaRPr lang="en-GB" noProof="0"/>
              </a:p>
            </p:txBody>
          </p:sp>
          <p:sp>
            <p:nvSpPr>
              <p:cNvPr id="200" name="Freeform: Shape 199">
                <a:extLst>
                  <a:ext uri="{FF2B5EF4-FFF2-40B4-BE49-F238E27FC236}">
                    <a16:creationId xmlns:a16="http://schemas.microsoft.com/office/drawing/2014/main" id="{A604DCA3-5E03-DC3C-16F1-3527F7BA5FED}"/>
                  </a:ext>
                </a:extLst>
              </p:cNvPr>
              <p:cNvSpPr/>
              <p:nvPr>
                <p:custDataLst>
                  <p:tags r:id="rId94"/>
                </p:custDataLst>
              </p:nvPr>
            </p:nvSpPr>
            <p:spPr>
              <a:xfrm>
                <a:off x="9256286" y="6467745"/>
                <a:ext cx="133008" cy="102306"/>
              </a:xfrm>
              <a:custGeom>
                <a:avLst/>
                <a:gdLst>
                  <a:gd name="connsiteX0" fmla="*/ 103659 w 133008"/>
                  <a:gd name="connsiteY0" fmla="*/ 46598 h 102306"/>
                  <a:gd name="connsiteX1" fmla="*/ 64065 w 133008"/>
                  <a:gd name="connsiteY1" fmla="*/ 75 h 102306"/>
                  <a:gd name="connsiteX2" fmla="*/ 287 w 133008"/>
                  <a:gd name="connsiteY2" fmla="*/ 64214 h 102306"/>
                  <a:gd name="connsiteX3" fmla="*/ 38696 w 133008"/>
                  <a:gd name="connsiteY3" fmla="*/ 102381 h 102306"/>
                  <a:gd name="connsiteX4" fmla="*/ 88722 w 133008"/>
                  <a:gd name="connsiteY4" fmla="*/ 83410 h 102306"/>
                  <a:gd name="connsiteX5" fmla="*/ 110298 w 133008"/>
                  <a:gd name="connsiteY5" fmla="*/ 102381 h 102306"/>
                  <a:gd name="connsiteX6" fmla="*/ 130213 w 133008"/>
                  <a:gd name="connsiteY6" fmla="*/ 86346 h 102306"/>
                  <a:gd name="connsiteX7" fmla="*/ 127368 w 133008"/>
                  <a:gd name="connsiteY7" fmla="*/ 84088 h 102306"/>
                  <a:gd name="connsiteX8" fmla="*/ 124286 w 133008"/>
                  <a:gd name="connsiteY8" fmla="*/ 86346 h 102306"/>
                  <a:gd name="connsiteX9" fmla="*/ 111009 w 133008"/>
                  <a:gd name="connsiteY9" fmla="*/ 97413 h 102306"/>
                  <a:gd name="connsiteX10" fmla="*/ 103659 w 133008"/>
                  <a:gd name="connsiteY10" fmla="*/ 74377 h 102306"/>
                  <a:gd name="connsiteX11" fmla="*/ 106030 w 133008"/>
                  <a:gd name="connsiteY11" fmla="*/ 66472 h 102306"/>
                  <a:gd name="connsiteX12" fmla="*/ 133296 w 133008"/>
                  <a:gd name="connsiteY12" fmla="*/ 13399 h 102306"/>
                  <a:gd name="connsiteX13" fmla="*/ 130450 w 133008"/>
                  <a:gd name="connsiteY13" fmla="*/ 11141 h 102306"/>
                  <a:gd name="connsiteX14" fmla="*/ 126894 w 133008"/>
                  <a:gd name="connsiteY14" fmla="*/ 15884 h 102306"/>
                  <a:gd name="connsiteX15" fmla="*/ 103659 w 133008"/>
                  <a:gd name="connsiteY15" fmla="*/ 60600 h 102306"/>
                  <a:gd name="connsiteX16" fmla="*/ 103659 w 133008"/>
                  <a:gd name="connsiteY16" fmla="*/ 46598 h 102306"/>
                  <a:gd name="connsiteX17" fmla="*/ 87774 w 133008"/>
                  <a:gd name="connsiteY17" fmla="*/ 77539 h 102306"/>
                  <a:gd name="connsiteX18" fmla="*/ 39170 w 133008"/>
                  <a:gd name="connsiteY18" fmla="*/ 97413 h 102306"/>
                  <a:gd name="connsiteX19" fmla="*/ 17832 w 133008"/>
                  <a:gd name="connsiteY19" fmla="*/ 72796 h 102306"/>
                  <a:gd name="connsiteX20" fmla="*/ 31583 w 133008"/>
                  <a:gd name="connsiteY20" fmla="*/ 25821 h 102306"/>
                  <a:gd name="connsiteX21" fmla="*/ 63828 w 133008"/>
                  <a:gd name="connsiteY21" fmla="*/ 5043 h 102306"/>
                  <a:gd name="connsiteX22" fmla="*/ 87300 w 133008"/>
                  <a:gd name="connsiteY22" fmla="*/ 52244 h 102306"/>
                  <a:gd name="connsiteX23" fmla="*/ 87774 w 133008"/>
                  <a:gd name="connsiteY23" fmla="*/ 77539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3008" h="102306">
                    <a:moveTo>
                      <a:pt x="103659" y="46598"/>
                    </a:moveTo>
                    <a:cubicBezTo>
                      <a:pt x="103659" y="11141"/>
                      <a:pt x="81609" y="75"/>
                      <a:pt x="64065" y="75"/>
                    </a:cubicBezTo>
                    <a:cubicBezTo>
                      <a:pt x="31583" y="75"/>
                      <a:pt x="287" y="32370"/>
                      <a:pt x="287" y="64214"/>
                    </a:cubicBezTo>
                    <a:cubicBezTo>
                      <a:pt x="287" y="85217"/>
                      <a:pt x="14512" y="102381"/>
                      <a:pt x="38696" y="102381"/>
                    </a:cubicBezTo>
                    <a:cubicBezTo>
                      <a:pt x="53633" y="102381"/>
                      <a:pt x="70703" y="97187"/>
                      <a:pt x="88722" y="83410"/>
                    </a:cubicBezTo>
                    <a:cubicBezTo>
                      <a:pt x="91804" y="95380"/>
                      <a:pt x="99628" y="102381"/>
                      <a:pt x="110298" y="102381"/>
                    </a:cubicBezTo>
                    <a:cubicBezTo>
                      <a:pt x="122864" y="102381"/>
                      <a:pt x="130213" y="89960"/>
                      <a:pt x="130213" y="86346"/>
                    </a:cubicBezTo>
                    <a:cubicBezTo>
                      <a:pt x="130213" y="84766"/>
                      <a:pt x="128791" y="84088"/>
                      <a:pt x="127368" y="84088"/>
                    </a:cubicBezTo>
                    <a:cubicBezTo>
                      <a:pt x="125709" y="84088"/>
                      <a:pt x="124997" y="84766"/>
                      <a:pt x="124286" y="86346"/>
                    </a:cubicBezTo>
                    <a:cubicBezTo>
                      <a:pt x="120018" y="97413"/>
                      <a:pt x="111483" y="97413"/>
                      <a:pt x="111009" y="97413"/>
                    </a:cubicBezTo>
                    <a:cubicBezTo>
                      <a:pt x="103659" y="97413"/>
                      <a:pt x="103659" y="79797"/>
                      <a:pt x="103659" y="74377"/>
                    </a:cubicBezTo>
                    <a:cubicBezTo>
                      <a:pt x="103659" y="69634"/>
                      <a:pt x="103659" y="69182"/>
                      <a:pt x="106030" y="66472"/>
                    </a:cubicBezTo>
                    <a:cubicBezTo>
                      <a:pt x="128317" y="39823"/>
                      <a:pt x="133296" y="13625"/>
                      <a:pt x="133296" y="13399"/>
                    </a:cubicBezTo>
                    <a:cubicBezTo>
                      <a:pt x="133296" y="12948"/>
                      <a:pt x="133059" y="11141"/>
                      <a:pt x="130450" y="11141"/>
                    </a:cubicBezTo>
                    <a:cubicBezTo>
                      <a:pt x="128080" y="11141"/>
                      <a:pt x="128080" y="11819"/>
                      <a:pt x="126894" y="15884"/>
                    </a:cubicBezTo>
                    <a:cubicBezTo>
                      <a:pt x="122626" y="30112"/>
                      <a:pt x="114802" y="47276"/>
                      <a:pt x="103659" y="60600"/>
                    </a:cubicBezTo>
                    <a:lnTo>
                      <a:pt x="103659" y="46598"/>
                    </a:lnTo>
                    <a:close/>
                    <a:moveTo>
                      <a:pt x="87774" y="77539"/>
                    </a:moveTo>
                    <a:cubicBezTo>
                      <a:pt x="66910" y="94928"/>
                      <a:pt x="48654" y="97413"/>
                      <a:pt x="39170" y="97413"/>
                    </a:cubicBezTo>
                    <a:cubicBezTo>
                      <a:pt x="24944" y="97413"/>
                      <a:pt x="17832" y="87250"/>
                      <a:pt x="17832" y="72796"/>
                    </a:cubicBezTo>
                    <a:cubicBezTo>
                      <a:pt x="17832" y="61730"/>
                      <a:pt x="23996" y="37339"/>
                      <a:pt x="31583" y="25821"/>
                    </a:cubicBezTo>
                    <a:cubicBezTo>
                      <a:pt x="42726" y="9334"/>
                      <a:pt x="55529" y="5043"/>
                      <a:pt x="63828" y="5043"/>
                    </a:cubicBezTo>
                    <a:cubicBezTo>
                      <a:pt x="87300" y="5043"/>
                      <a:pt x="87300" y="34629"/>
                      <a:pt x="87300" y="52244"/>
                    </a:cubicBezTo>
                    <a:cubicBezTo>
                      <a:pt x="87300" y="60600"/>
                      <a:pt x="87300" y="73699"/>
                      <a:pt x="87774" y="77539"/>
                    </a:cubicBezTo>
                    <a:close/>
                  </a:path>
                </a:pathLst>
              </a:custGeom>
              <a:solidFill>
                <a:schemeClr val="accent4">
                  <a:lumMod val="75000"/>
                </a:schemeClr>
              </a:solidFill>
              <a:ln w="23772" cap="flat">
                <a:noFill/>
                <a:prstDash val="solid"/>
                <a:miter/>
              </a:ln>
            </p:spPr>
            <p:txBody>
              <a:bodyPr rtlCol="0" anchor="ctr"/>
              <a:lstStyle/>
              <a:p>
                <a:endParaRPr lang="en-GB" noProof="0"/>
              </a:p>
            </p:txBody>
          </p:sp>
        </p:grpSp>
      </p:grpSp>
      <mc:AlternateContent xmlns:mc="http://schemas.openxmlformats.org/markup-compatibility/2006" xmlns:a14="http://schemas.microsoft.com/office/drawing/2010/main">
        <mc:Choice Requires="a14">
          <p:sp>
            <p:nvSpPr>
              <p:cNvPr id="173" name="TextBox 172">
                <a:extLst>
                  <a:ext uri="{FF2B5EF4-FFF2-40B4-BE49-F238E27FC236}">
                    <a16:creationId xmlns:a16="http://schemas.microsoft.com/office/drawing/2014/main" id="{B172B4F4-7CDF-D390-353B-3E2EE0E47038}"/>
                  </a:ext>
                </a:extLst>
              </p:cNvPr>
              <p:cNvSpPr txBox="1"/>
              <p:nvPr/>
            </p:nvSpPr>
            <p:spPr>
              <a:xfrm>
                <a:off x="935211" y="5401983"/>
                <a:ext cx="4875039" cy="523220"/>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r>
                  <a:rPr lang="en-GB" noProof="0"/>
                  <a:t>Thus the observation rule </a:t>
                </a:r>
                <a:r>
                  <a:rPr lang="en-GB"/>
                  <a:t>does not depend on </a:t>
                </a:r>
                <a:r>
                  <a:rPr lang="en-GB" noProof="0"/>
                  <a:t>e, </a:t>
                </a:r>
                <a14:m>
                  <m:oMath xmlns:m="http://schemas.openxmlformats.org/officeDocument/2006/math">
                    <m:sSub>
                      <m:sSubPr>
                        <m:ctrlPr>
                          <a:rPr lang="en-GB" i="1" noProof="0" smtClean="0">
                            <a:latin typeface="Cambria Math" panose="02040503050406030204" pitchFamily="18" charset="0"/>
                          </a:rPr>
                        </m:ctrlPr>
                      </m:sSubPr>
                      <m:e>
                        <m:r>
                          <a:rPr lang="en-GB" noProof="0" smtClean="0">
                            <a:latin typeface="Cambria Math" panose="02040503050406030204" pitchFamily="18" charset="0"/>
                          </a:rPr>
                          <m:t>𝜇</m:t>
                        </m:r>
                      </m:e>
                      <m:sub>
                        <m:r>
                          <a:rPr lang="en-GB" noProof="0" smtClean="0">
                            <a:latin typeface="Cambria Math" panose="02040503050406030204" pitchFamily="18" charset="0"/>
                          </a:rPr>
                          <m:t>0</m:t>
                        </m:r>
                      </m:sub>
                    </m:sSub>
                    <m:r>
                      <a:rPr lang="en-GB" noProof="0" smtClean="0">
                        <a:latin typeface="Cambria Math" panose="02040503050406030204" pitchFamily="18" charset="0"/>
                      </a:rPr>
                      <m:t>, </m:t>
                    </m:r>
                    <m:sSub>
                      <m:sSubPr>
                        <m:ctrlPr>
                          <a:rPr lang="en-GB" i="1" noProof="0" smtClean="0">
                            <a:latin typeface="Cambria Math" panose="02040503050406030204" pitchFamily="18" charset="0"/>
                          </a:rPr>
                        </m:ctrlPr>
                      </m:sSubPr>
                      <m:e>
                        <m:r>
                          <a:rPr lang="en-GB" noProof="0" smtClean="0">
                            <a:latin typeface="Cambria Math" panose="02040503050406030204" pitchFamily="18" charset="0"/>
                          </a:rPr>
                          <m:t>𝜇</m:t>
                        </m:r>
                      </m:e>
                      <m:sub>
                        <m:r>
                          <a:rPr lang="en-GB" noProof="0" smtClean="0">
                            <a:latin typeface="Cambria Math" panose="02040503050406030204" pitchFamily="18" charset="0"/>
                          </a:rPr>
                          <m:t>1</m:t>
                        </m:r>
                      </m:sub>
                    </m:sSub>
                  </m:oMath>
                </a14:m>
                <a:r>
                  <a:rPr lang="en-GB" noProof="0"/>
                  <a:t> or</a:t>
                </a:r>
                <a:r>
                  <a:rPr lang="en-GB"/>
                  <a:t> on</a:t>
                </a:r>
                <a:r>
                  <a:rPr lang="en-GB" noProof="0"/>
                  <a:t> </a:t>
                </a:r>
                <a14:m>
                  <m:oMath xmlns:m="http://schemas.openxmlformats.org/officeDocument/2006/math">
                    <m:r>
                      <a:rPr lang="en-GB" noProof="0" smtClean="0">
                        <a:latin typeface="Cambria Math" panose="02040503050406030204" pitchFamily="18" charset="0"/>
                      </a:rPr>
                      <m:t>𝛼</m:t>
                    </m:r>
                  </m:oMath>
                </a14:m>
                <a:r>
                  <a:rPr lang="en-GB" noProof="0"/>
                  <a:t>, but rather on: </a:t>
                </a:r>
                <a14:m>
                  <m:oMath xmlns:m="http://schemas.openxmlformats.org/officeDocument/2006/math">
                    <m:sSub>
                      <m:sSubPr>
                        <m:ctrlPr>
                          <a:rPr lang="en-GB" i="1" noProof="0" smtClean="0">
                            <a:latin typeface="Cambria Math" panose="02040503050406030204" pitchFamily="18" charset="0"/>
                          </a:rPr>
                        </m:ctrlPr>
                      </m:sSubPr>
                      <m:e>
                        <m:r>
                          <a:rPr lang="en-GB" noProof="0" smtClean="0">
                            <a:latin typeface="Cambria Math" panose="02040503050406030204" pitchFamily="18" charset="0"/>
                          </a:rPr>
                          <m:t> (</m:t>
                        </m:r>
                        <m:r>
                          <a:rPr lang="en-GB" noProof="0" smtClean="0">
                            <a:latin typeface="Cambria Math" panose="02040503050406030204" pitchFamily="18" charset="0"/>
                          </a:rPr>
                          <m:t>𝜇</m:t>
                        </m:r>
                      </m:e>
                      <m:sub>
                        <m:r>
                          <a:rPr lang="en-GB" noProof="0" smtClean="0">
                            <a:latin typeface="Cambria Math" panose="02040503050406030204" pitchFamily="18" charset="0"/>
                          </a:rPr>
                          <m:t>0</m:t>
                        </m:r>
                      </m:sub>
                    </m:sSub>
                    <m:r>
                      <a:rPr lang="en-GB" noProof="0" smtClean="0">
                        <a:latin typeface="Cambria Math" panose="02040503050406030204" pitchFamily="18" charset="0"/>
                      </a:rPr>
                      <m:t>−</m:t>
                    </m:r>
                    <m:r>
                      <a:rPr lang="en-GB" noProof="0" smtClean="0">
                        <a:latin typeface="Cambria Math" panose="02040503050406030204" pitchFamily="18" charset="0"/>
                      </a:rPr>
                      <m:t>𝛼</m:t>
                    </m:r>
                    <m:r>
                      <a:rPr lang="en-GB" noProof="0" smtClean="0">
                        <a:latin typeface="Cambria Math" panose="02040503050406030204" pitchFamily="18" charset="0"/>
                      </a:rPr>
                      <m:t>)</m:t>
                    </m:r>
                  </m:oMath>
                </a14:m>
                <a:r>
                  <a:rPr lang="en-GB" noProof="0"/>
                  <a:t>  y </a:t>
                </a:r>
                <a14:m>
                  <m:oMath xmlns:m="http://schemas.openxmlformats.org/officeDocument/2006/math">
                    <m:r>
                      <a:rPr lang="en-GB" noProof="0" smtClean="0">
                        <a:latin typeface="Cambria Math" panose="02040503050406030204" pitchFamily="18" charset="0"/>
                      </a:rPr>
                      <m:t>(</m:t>
                    </m:r>
                    <m:sSub>
                      <m:sSubPr>
                        <m:ctrlPr>
                          <a:rPr lang="en-GB" i="1" noProof="0" smtClean="0">
                            <a:latin typeface="Cambria Math" panose="02040503050406030204" pitchFamily="18" charset="0"/>
                          </a:rPr>
                        </m:ctrlPr>
                      </m:sSubPr>
                      <m:e>
                        <m:r>
                          <a:rPr lang="en-GB" noProof="0" smtClean="0">
                            <a:latin typeface="Cambria Math" panose="02040503050406030204" pitchFamily="18" charset="0"/>
                          </a:rPr>
                          <m:t>𝜇</m:t>
                        </m:r>
                      </m:e>
                      <m:sub>
                        <m:r>
                          <a:rPr lang="en-GB" noProof="0" smtClean="0">
                            <a:latin typeface="Cambria Math" panose="02040503050406030204" pitchFamily="18" charset="0"/>
                          </a:rPr>
                          <m:t>1</m:t>
                        </m:r>
                      </m:sub>
                    </m:sSub>
                    <m:r>
                      <a:rPr lang="en-GB" noProof="0" smtClean="0">
                        <a:latin typeface="Cambria Math" panose="02040503050406030204" pitchFamily="18" charset="0"/>
                      </a:rPr>
                      <m:t> −</m:t>
                    </m:r>
                    <m:r>
                      <a:rPr lang="en-GB" noProof="0" smtClean="0">
                        <a:latin typeface="Cambria Math" panose="02040503050406030204" pitchFamily="18" charset="0"/>
                      </a:rPr>
                      <m:t>𝛼</m:t>
                    </m:r>
                    <m:r>
                      <a:rPr lang="en-GB" noProof="0" smtClean="0">
                        <a:latin typeface="Cambria Math" panose="02040503050406030204" pitchFamily="18" charset="0"/>
                      </a:rPr>
                      <m:t>)</m:t>
                    </m:r>
                  </m:oMath>
                </a14:m>
                <a:endParaRPr lang="en-GB" noProof="0"/>
              </a:p>
            </p:txBody>
          </p:sp>
        </mc:Choice>
        <mc:Fallback xmlns="">
          <p:sp>
            <p:nvSpPr>
              <p:cNvPr id="173" name="TextBox 172">
                <a:extLst>
                  <a:ext uri="{FF2B5EF4-FFF2-40B4-BE49-F238E27FC236}">
                    <a16:creationId xmlns:a16="http://schemas.microsoft.com/office/drawing/2014/main" id="{B172B4F4-7CDF-D390-353B-3E2EE0E47038}"/>
                  </a:ext>
                </a:extLst>
              </p:cNvPr>
              <p:cNvSpPr txBox="1">
                <a:spLocks noRot="1" noChangeAspect="1" noMove="1" noResize="1" noEditPoints="1" noAdjustHandles="1" noChangeArrowheads="1" noChangeShapeType="1" noTextEdit="1"/>
              </p:cNvSpPr>
              <p:nvPr/>
            </p:nvSpPr>
            <p:spPr>
              <a:xfrm>
                <a:off x="935211" y="5401983"/>
                <a:ext cx="4875039" cy="523220"/>
              </a:xfrm>
              <a:prstGeom prst="rect">
                <a:avLst/>
              </a:prstGeom>
              <a:blipFill>
                <a:blip r:embed="rId180"/>
                <a:stretch>
                  <a:fillRect l="-375" t="-2326" b="-11628"/>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74" name="TextBox 173">
                <a:extLst>
                  <a:ext uri="{FF2B5EF4-FFF2-40B4-BE49-F238E27FC236}">
                    <a16:creationId xmlns:a16="http://schemas.microsoft.com/office/drawing/2014/main" id="{68A7F392-C0CC-5EF4-6706-F419A2150F2B}"/>
                  </a:ext>
                </a:extLst>
              </p:cNvPr>
              <p:cNvSpPr txBox="1"/>
              <p:nvPr/>
            </p:nvSpPr>
            <p:spPr>
              <a:xfrm>
                <a:off x="6472925" y="4356701"/>
                <a:ext cx="4875039" cy="523220"/>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r>
                  <a:rPr lang="en-GB" noProof="0"/>
                  <a:t>Then we can define </a:t>
                </a:r>
                <a14:m>
                  <m:oMath xmlns:m="http://schemas.openxmlformats.org/officeDocument/2006/math">
                    <m:r>
                      <a:rPr lang="en-GB" i="1" noProof="0" smtClean="0">
                        <a:latin typeface="Cambria Math" panose="02040503050406030204" pitchFamily="18" charset="0"/>
                      </a:rPr>
                      <m:t>𝐹</m:t>
                    </m:r>
                  </m:oMath>
                </a14:m>
                <a:r>
                  <a:rPr lang="en-GB" noProof="0"/>
                  <a:t> as the cumulative density function of </a:t>
                </a:r>
                <a14:m>
                  <m:oMath xmlns:m="http://schemas.openxmlformats.org/officeDocument/2006/math">
                    <m:r>
                      <a:rPr lang="en-GB" i="1" noProof="0" smtClean="0">
                        <a:latin typeface="Cambria Math" panose="02040503050406030204" pitchFamily="18" charset="0"/>
                      </a:rPr>
                      <m:t>𝜖</m:t>
                    </m:r>
                  </m:oMath>
                </a14:m>
                <a:r>
                  <a:rPr lang="en-GB" noProof="0"/>
                  <a:t>, for a given  </a:t>
                </a:r>
                <a14:m>
                  <m:oMath xmlns:m="http://schemas.openxmlformats.org/officeDocument/2006/math">
                    <m:r>
                      <a:rPr lang="en-GB" i="1" noProof="0" smtClean="0">
                        <a:latin typeface="Cambria Math" panose="02040503050406030204" pitchFamily="18" charset="0"/>
                      </a:rPr>
                      <m:t>𝑗</m:t>
                    </m:r>
                  </m:oMath>
                </a14:m>
                <a:r>
                  <a:rPr lang="en-GB" noProof="0"/>
                  <a:t> value of </a:t>
                </a:r>
                <a14:m>
                  <m:oMath xmlns:m="http://schemas.openxmlformats.org/officeDocument/2006/math">
                    <m:r>
                      <a:rPr lang="en-GB" i="1" noProof="0" smtClean="0">
                        <a:latin typeface="Cambria Math" panose="02040503050406030204" pitchFamily="18" charset="0"/>
                      </a:rPr>
                      <m:t>𝑦</m:t>
                    </m:r>
                  </m:oMath>
                </a14:m>
                <a:r>
                  <a:rPr lang="en-GB" noProof="0"/>
                  <a:t>.</a:t>
                </a:r>
              </a:p>
            </p:txBody>
          </p:sp>
        </mc:Choice>
        <mc:Fallback xmlns="">
          <p:sp>
            <p:nvSpPr>
              <p:cNvPr id="174" name="TextBox 173">
                <a:extLst>
                  <a:ext uri="{FF2B5EF4-FFF2-40B4-BE49-F238E27FC236}">
                    <a16:creationId xmlns:a16="http://schemas.microsoft.com/office/drawing/2014/main" id="{68A7F392-C0CC-5EF4-6706-F419A2150F2B}"/>
                  </a:ext>
                </a:extLst>
              </p:cNvPr>
              <p:cNvSpPr txBox="1">
                <a:spLocks noRot="1" noChangeAspect="1" noMove="1" noResize="1" noEditPoints="1" noAdjustHandles="1" noChangeArrowheads="1" noChangeShapeType="1" noTextEdit="1"/>
              </p:cNvSpPr>
              <p:nvPr/>
            </p:nvSpPr>
            <p:spPr>
              <a:xfrm>
                <a:off x="6472925" y="4356701"/>
                <a:ext cx="4875039" cy="523220"/>
              </a:xfrm>
              <a:prstGeom prst="rect">
                <a:avLst/>
              </a:prstGeom>
              <a:blipFill>
                <a:blip r:embed="rId181"/>
                <a:stretch>
                  <a:fillRect l="-375" t="-2326" b="-10465"/>
                </a:stretch>
              </a:blipFill>
            </p:spPr>
            <p:txBody>
              <a:bodyPr/>
              <a:lstStyle/>
              <a:p>
                <a:r>
                  <a:rPr lang="en-US">
                    <a:noFill/>
                  </a:rPr>
                  <a:t> </a:t>
                </a:r>
              </a:p>
            </p:txBody>
          </p:sp>
        </mc:Fallback>
      </mc:AlternateContent>
      <p:cxnSp>
        <p:nvCxnSpPr>
          <p:cNvPr id="175" name="Straight Connector 174">
            <a:extLst>
              <a:ext uri="{FF2B5EF4-FFF2-40B4-BE49-F238E27FC236}">
                <a16:creationId xmlns:a16="http://schemas.microsoft.com/office/drawing/2014/main" id="{014BDCCC-5973-937E-78AA-0C811D53975D}"/>
              </a:ext>
            </a:extLst>
          </p:cNvPr>
          <p:cNvCxnSpPr>
            <a:cxnSpLocks/>
          </p:cNvCxnSpPr>
          <p:nvPr/>
        </p:nvCxnSpPr>
        <p:spPr>
          <a:xfrm>
            <a:off x="6347292" y="1179345"/>
            <a:ext cx="0" cy="4895924"/>
          </a:xfrm>
          <a:prstGeom prst="line">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pic>
        <p:nvPicPr>
          <p:cNvPr id="179" name="Picture 178" descr="\documentclass{article}&#10;\usepackage{amsmath}&#10;\pagestyle{empty}&#10;\begin{document}&#10;&#10;\[&#10;y = 1 \iff &#10;\]&#10;&#10;\end{document}" title="IguanaTex Picture Display">
            <a:extLst>
              <a:ext uri="{FF2B5EF4-FFF2-40B4-BE49-F238E27FC236}">
                <a16:creationId xmlns:a16="http://schemas.microsoft.com/office/drawing/2014/main" id="{5225AC49-80C5-E25C-CF24-D45C9CA4CFDC}"/>
              </a:ext>
            </a:extLst>
          </p:cNvPr>
          <p:cNvPicPr>
            <a:picLocks noChangeAspect="1"/>
          </p:cNvPicPr>
          <p:nvPr>
            <p:custDataLst>
              <p:tags r:id="rId20"/>
            </p:custDataLst>
          </p:nvPr>
        </p:nvPicPr>
        <p:blipFill>
          <a:blip r:embed="rId179" cstate="print">
            <a:extLst>
              <a:ext uri="{28A0092B-C50C-407E-A947-70E740481C1C}">
                <a14:useLocalDpi xmlns:a14="http://schemas.microsoft.com/office/drawing/2010/main" val="0"/>
              </a:ext>
            </a:extLst>
          </a:blip>
          <a:stretch>
            <a:fillRect/>
          </a:stretch>
        </p:blipFill>
        <p:spPr>
          <a:xfrm>
            <a:off x="7069153" y="1929002"/>
            <a:ext cx="894071" cy="165911"/>
          </a:xfrm>
          <a:prstGeom prst="rect">
            <a:avLst/>
          </a:prstGeom>
        </p:spPr>
      </p:pic>
      <p:grpSp>
        <p:nvGrpSpPr>
          <p:cNvPr id="299" name="Group 298" descr="\documentclass{article}&#10;\usepackage{amsmath}&#10;\pagestyle{empty}&#10;\begin{document}&#10;&#10;\[&#10;\mu_0 -\alpha - \beta^Tx  \leq  \epsilon \leq \mu_1 - \alpha  - \beta^Tx&#10;\]&#10;&#10;\end{document}" title="IguanaTex Shape Display">
            <a:extLst>
              <a:ext uri="{FF2B5EF4-FFF2-40B4-BE49-F238E27FC236}">
                <a16:creationId xmlns:a16="http://schemas.microsoft.com/office/drawing/2014/main" id="{6E5F2F57-222C-4255-439C-2EA1E52B8504}"/>
              </a:ext>
            </a:extLst>
          </p:cNvPr>
          <p:cNvGrpSpPr>
            <a:grpSpLocks noChangeAspect="1"/>
          </p:cNvGrpSpPr>
          <p:nvPr>
            <p:custDataLst>
              <p:tags r:id="rId21"/>
            </p:custDataLst>
          </p:nvPr>
        </p:nvGrpSpPr>
        <p:grpSpPr>
          <a:xfrm>
            <a:off x="8073605" y="1875826"/>
            <a:ext cx="2858662" cy="201282"/>
            <a:chOff x="11509883" y="2738299"/>
            <a:chExt cx="3534931" cy="248899"/>
          </a:xfrm>
          <a:solidFill>
            <a:schemeClr val="tx1"/>
          </a:solidFill>
        </p:grpSpPr>
        <p:sp>
          <p:nvSpPr>
            <p:cNvPr id="280" name="Freeform: Shape 279">
              <a:extLst>
                <a:ext uri="{FF2B5EF4-FFF2-40B4-BE49-F238E27FC236}">
                  <a16:creationId xmlns:a16="http://schemas.microsoft.com/office/drawing/2014/main" id="{0C0DE5ED-8DE5-848B-3B31-F1BC1E39652E}"/>
                </a:ext>
              </a:extLst>
            </p:cNvPr>
            <p:cNvSpPr/>
            <p:nvPr>
              <p:custDataLst>
                <p:tags r:id="rId41"/>
              </p:custDataLst>
            </p:nvPr>
          </p:nvSpPr>
          <p:spPr>
            <a:xfrm>
              <a:off x="11509883" y="2838594"/>
              <a:ext cx="128449" cy="148604"/>
            </a:xfrm>
            <a:custGeom>
              <a:avLst/>
              <a:gdLst>
                <a:gd name="connsiteX0" fmla="*/ 47794 w 128449"/>
                <a:gd name="connsiteY0" fmla="*/ 20626 h 148604"/>
                <a:gd name="connsiteX1" fmla="*/ 51349 w 128449"/>
                <a:gd name="connsiteY1" fmla="*/ 6172 h 148604"/>
                <a:gd name="connsiteX2" fmla="*/ 44477 w 128449"/>
                <a:gd name="connsiteY2" fmla="*/ 75 h 148604"/>
                <a:gd name="connsiteX3" fmla="*/ 34997 w 128449"/>
                <a:gd name="connsiteY3" fmla="*/ 8205 h 148604"/>
                <a:gd name="connsiteX4" fmla="*/ 870 w 128449"/>
                <a:gd name="connsiteY4" fmla="*/ 138968 h 148604"/>
                <a:gd name="connsiteX5" fmla="*/ 159 w 128449"/>
                <a:gd name="connsiteY5" fmla="*/ 142581 h 148604"/>
                <a:gd name="connsiteX6" fmla="*/ 6795 w 128449"/>
                <a:gd name="connsiteY6" fmla="*/ 148679 h 148604"/>
                <a:gd name="connsiteX7" fmla="*/ 15089 w 128449"/>
                <a:gd name="connsiteY7" fmla="*/ 143936 h 148604"/>
                <a:gd name="connsiteX8" fmla="*/ 28124 w 128449"/>
                <a:gd name="connsiteY8" fmla="*/ 95380 h 148604"/>
                <a:gd name="connsiteX9" fmla="*/ 51112 w 128449"/>
                <a:gd name="connsiteY9" fmla="*/ 102381 h 148604"/>
                <a:gd name="connsiteX10" fmla="*/ 82632 w 128449"/>
                <a:gd name="connsiteY10" fmla="*/ 85895 h 148604"/>
                <a:gd name="connsiteX11" fmla="*/ 103962 w 128449"/>
                <a:gd name="connsiteY11" fmla="*/ 102381 h 148604"/>
                <a:gd name="connsiteX12" fmla="*/ 121499 w 128449"/>
                <a:gd name="connsiteY12" fmla="*/ 89960 h 148604"/>
                <a:gd name="connsiteX13" fmla="*/ 128609 w 128449"/>
                <a:gd name="connsiteY13" fmla="*/ 67602 h 148604"/>
                <a:gd name="connsiteX14" fmla="*/ 125765 w 128449"/>
                <a:gd name="connsiteY14" fmla="*/ 65343 h 148604"/>
                <a:gd name="connsiteX15" fmla="*/ 122447 w 128449"/>
                <a:gd name="connsiteY15" fmla="*/ 69408 h 148604"/>
                <a:gd name="connsiteX16" fmla="*/ 104436 w 128449"/>
                <a:gd name="connsiteY16" fmla="*/ 97413 h 148604"/>
                <a:gd name="connsiteX17" fmla="*/ 97326 w 128449"/>
                <a:gd name="connsiteY17" fmla="*/ 87024 h 148604"/>
                <a:gd name="connsiteX18" fmla="*/ 102066 w 128449"/>
                <a:gd name="connsiteY18" fmla="*/ 63536 h 148604"/>
                <a:gd name="connsiteX19" fmla="*/ 108701 w 128449"/>
                <a:gd name="connsiteY19" fmla="*/ 39145 h 148604"/>
                <a:gd name="connsiteX20" fmla="*/ 112730 w 128449"/>
                <a:gd name="connsiteY20" fmla="*/ 23788 h 148604"/>
                <a:gd name="connsiteX21" fmla="*/ 116285 w 128449"/>
                <a:gd name="connsiteY21" fmla="*/ 8657 h 148604"/>
                <a:gd name="connsiteX22" fmla="*/ 109412 w 128449"/>
                <a:gd name="connsiteY22" fmla="*/ 2559 h 148604"/>
                <a:gd name="connsiteX23" fmla="*/ 100170 w 128449"/>
                <a:gd name="connsiteY23" fmla="*/ 10463 h 148604"/>
                <a:gd name="connsiteX24" fmla="*/ 89031 w 128449"/>
                <a:gd name="connsiteY24" fmla="*/ 52696 h 148604"/>
                <a:gd name="connsiteX25" fmla="*/ 82869 w 128449"/>
                <a:gd name="connsiteY25" fmla="*/ 75732 h 148604"/>
                <a:gd name="connsiteX26" fmla="*/ 52060 w 128449"/>
                <a:gd name="connsiteY26" fmla="*/ 97413 h 148604"/>
                <a:gd name="connsiteX27" fmla="*/ 34523 w 128449"/>
                <a:gd name="connsiteY27" fmla="*/ 77764 h 148604"/>
                <a:gd name="connsiteX28" fmla="*/ 37841 w 128449"/>
                <a:gd name="connsiteY28" fmla="*/ 58568 h 148604"/>
                <a:gd name="connsiteX29" fmla="*/ 47794 w 128449"/>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449" h="148604">
                  <a:moveTo>
                    <a:pt x="47794" y="20626"/>
                  </a:moveTo>
                  <a:cubicBezTo>
                    <a:pt x="48979" y="15884"/>
                    <a:pt x="51349" y="7302"/>
                    <a:pt x="51349" y="6172"/>
                  </a:cubicBezTo>
                  <a:cubicBezTo>
                    <a:pt x="51349" y="2333"/>
                    <a:pt x="48505" y="75"/>
                    <a:pt x="44477" y="75"/>
                  </a:cubicBezTo>
                  <a:cubicBezTo>
                    <a:pt x="43766" y="75"/>
                    <a:pt x="37130" y="301"/>
                    <a:pt x="34997" y="8205"/>
                  </a:cubicBezTo>
                  <a:lnTo>
                    <a:pt x="870" y="138968"/>
                  </a:lnTo>
                  <a:cubicBezTo>
                    <a:pt x="159" y="141678"/>
                    <a:pt x="159" y="142129"/>
                    <a:pt x="159" y="142581"/>
                  </a:cubicBezTo>
                  <a:cubicBezTo>
                    <a:pt x="159" y="145969"/>
                    <a:pt x="2766" y="148679"/>
                    <a:pt x="6795" y="148679"/>
                  </a:cubicBezTo>
                  <a:cubicBezTo>
                    <a:pt x="11772" y="148679"/>
                    <a:pt x="14615" y="144614"/>
                    <a:pt x="15089" y="143936"/>
                  </a:cubicBezTo>
                  <a:cubicBezTo>
                    <a:pt x="16037" y="141904"/>
                    <a:pt x="19118" y="130160"/>
                    <a:pt x="28124" y="95380"/>
                  </a:cubicBezTo>
                  <a:cubicBezTo>
                    <a:pt x="35708" y="101478"/>
                    <a:pt x="46372" y="102381"/>
                    <a:pt x="51112" y="102381"/>
                  </a:cubicBezTo>
                  <a:cubicBezTo>
                    <a:pt x="67702" y="102381"/>
                    <a:pt x="76944" y="92218"/>
                    <a:pt x="82632" y="85895"/>
                  </a:cubicBezTo>
                  <a:cubicBezTo>
                    <a:pt x="84765" y="96058"/>
                    <a:pt x="93534" y="102381"/>
                    <a:pt x="103962" y="102381"/>
                  </a:cubicBezTo>
                  <a:cubicBezTo>
                    <a:pt x="112256" y="102381"/>
                    <a:pt x="117707" y="97187"/>
                    <a:pt x="121499" y="89960"/>
                  </a:cubicBezTo>
                  <a:cubicBezTo>
                    <a:pt x="125528" y="81830"/>
                    <a:pt x="128609" y="68053"/>
                    <a:pt x="128609" y="67602"/>
                  </a:cubicBezTo>
                  <a:cubicBezTo>
                    <a:pt x="128609" y="65343"/>
                    <a:pt x="126476" y="65343"/>
                    <a:pt x="125765" y="65343"/>
                  </a:cubicBezTo>
                  <a:cubicBezTo>
                    <a:pt x="123395" y="65343"/>
                    <a:pt x="123158" y="66246"/>
                    <a:pt x="122447" y="69408"/>
                  </a:cubicBezTo>
                  <a:cubicBezTo>
                    <a:pt x="118418" y="84088"/>
                    <a:pt x="114152" y="97413"/>
                    <a:pt x="104436" y="97413"/>
                  </a:cubicBezTo>
                  <a:cubicBezTo>
                    <a:pt x="98037" y="97413"/>
                    <a:pt x="97326" y="91541"/>
                    <a:pt x="97326" y="87024"/>
                  </a:cubicBezTo>
                  <a:cubicBezTo>
                    <a:pt x="97326" y="82055"/>
                    <a:pt x="100170" y="71441"/>
                    <a:pt x="102066" y="63536"/>
                  </a:cubicBezTo>
                  <a:lnTo>
                    <a:pt x="108701" y="39145"/>
                  </a:lnTo>
                  <a:cubicBezTo>
                    <a:pt x="109412" y="35758"/>
                    <a:pt x="111782" y="27176"/>
                    <a:pt x="112730" y="23788"/>
                  </a:cubicBezTo>
                  <a:cubicBezTo>
                    <a:pt x="113915" y="18594"/>
                    <a:pt x="116285" y="10012"/>
                    <a:pt x="116285" y="8657"/>
                  </a:cubicBezTo>
                  <a:cubicBezTo>
                    <a:pt x="116285" y="4592"/>
                    <a:pt x="112967" y="2559"/>
                    <a:pt x="109412" y="2559"/>
                  </a:cubicBezTo>
                  <a:cubicBezTo>
                    <a:pt x="108227" y="2559"/>
                    <a:pt x="102066" y="2785"/>
                    <a:pt x="100170" y="10463"/>
                  </a:cubicBezTo>
                  <a:lnTo>
                    <a:pt x="89031" y="52696"/>
                  </a:lnTo>
                  <a:cubicBezTo>
                    <a:pt x="86187" y="63988"/>
                    <a:pt x="83580" y="73473"/>
                    <a:pt x="82869" y="75732"/>
                  </a:cubicBezTo>
                  <a:cubicBezTo>
                    <a:pt x="82632" y="76861"/>
                    <a:pt x="71257" y="97413"/>
                    <a:pt x="52060" y="97413"/>
                  </a:cubicBezTo>
                  <a:cubicBezTo>
                    <a:pt x="40211" y="97413"/>
                    <a:pt x="34523" y="89960"/>
                    <a:pt x="34523" y="77764"/>
                  </a:cubicBezTo>
                  <a:cubicBezTo>
                    <a:pt x="34523" y="71215"/>
                    <a:pt x="36182" y="64891"/>
                    <a:pt x="37841" y="58568"/>
                  </a:cubicBezTo>
                  <a:lnTo>
                    <a:pt x="47794" y="20626"/>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1" name="Freeform: Shape 280">
              <a:extLst>
                <a:ext uri="{FF2B5EF4-FFF2-40B4-BE49-F238E27FC236}">
                  <a16:creationId xmlns:a16="http://schemas.microsoft.com/office/drawing/2014/main" id="{C59E4D4D-D773-2471-82B6-994A658CA1CD}"/>
                </a:ext>
              </a:extLst>
            </p:cNvPr>
            <p:cNvSpPr/>
            <p:nvPr>
              <p:custDataLst>
                <p:tags r:id="rId42"/>
              </p:custDataLst>
            </p:nvPr>
          </p:nvSpPr>
          <p:spPr>
            <a:xfrm>
              <a:off x="11654200" y="2867320"/>
              <a:ext cx="76975" cy="108133"/>
            </a:xfrm>
            <a:custGeom>
              <a:avLst/>
              <a:gdLst>
                <a:gd name="connsiteX0" fmla="*/ 77140 w 76975"/>
                <a:gd name="connsiteY0" fmla="*/ 54617 h 108133"/>
                <a:gd name="connsiteX1" fmla="*/ 67352 w 76975"/>
                <a:gd name="connsiteY1" fmla="*/ 13672 h 108133"/>
                <a:gd name="connsiteX2" fmla="*/ 38653 w 76975"/>
                <a:gd name="connsiteY2" fmla="*/ 76 h 108133"/>
                <a:gd name="connsiteX3" fmla="*/ 165 w 76975"/>
                <a:gd name="connsiteY3" fmla="*/ 54617 h 108133"/>
                <a:gd name="connsiteX4" fmla="*/ 38653 w 76975"/>
                <a:gd name="connsiteY4" fmla="*/ 108209 h 108133"/>
                <a:gd name="connsiteX5" fmla="*/ 77140 w 76975"/>
                <a:gd name="connsiteY5" fmla="*/ 54617 h 108133"/>
                <a:gd name="connsiteX6" fmla="*/ 38653 w 76975"/>
                <a:gd name="connsiteY6" fmla="*/ 103783 h 108133"/>
                <a:gd name="connsiteX7" fmla="*/ 17584 w 76975"/>
                <a:gd name="connsiteY7" fmla="*/ 86551 h 108133"/>
                <a:gd name="connsiteX8" fmla="*/ 15261 w 76975"/>
                <a:gd name="connsiteY8" fmla="*/ 52562 h 108133"/>
                <a:gd name="connsiteX9" fmla="*/ 17750 w 76975"/>
                <a:gd name="connsiteY9" fmla="*/ 20312 h 108133"/>
                <a:gd name="connsiteX10" fmla="*/ 38653 w 76975"/>
                <a:gd name="connsiteY10" fmla="*/ 4503 h 108133"/>
                <a:gd name="connsiteX11" fmla="*/ 59223 w 76975"/>
                <a:gd name="connsiteY11" fmla="*/ 18889 h 108133"/>
                <a:gd name="connsiteX12" fmla="*/ 62044 w 76975"/>
                <a:gd name="connsiteY12" fmla="*/ 52562 h 108133"/>
                <a:gd name="connsiteX13" fmla="*/ 59887 w 76975"/>
                <a:gd name="connsiteY13" fmla="*/ 85919 h 108133"/>
                <a:gd name="connsiteX14" fmla="*/ 38653 w 76975"/>
                <a:gd name="connsiteY14" fmla="*/ 103783 h 10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75" h="108133">
                  <a:moveTo>
                    <a:pt x="77140" y="54617"/>
                  </a:moveTo>
                  <a:cubicBezTo>
                    <a:pt x="77140" y="37227"/>
                    <a:pt x="74983" y="24738"/>
                    <a:pt x="67352" y="13672"/>
                  </a:cubicBezTo>
                  <a:cubicBezTo>
                    <a:pt x="62210" y="6400"/>
                    <a:pt x="51924" y="76"/>
                    <a:pt x="38653" y="76"/>
                  </a:cubicBezTo>
                  <a:cubicBezTo>
                    <a:pt x="165" y="76"/>
                    <a:pt x="165" y="43235"/>
                    <a:pt x="165" y="54617"/>
                  </a:cubicBezTo>
                  <a:cubicBezTo>
                    <a:pt x="165" y="66000"/>
                    <a:pt x="165" y="108209"/>
                    <a:pt x="38653" y="108209"/>
                  </a:cubicBezTo>
                  <a:cubicBezTo>
                    <a:pt x="77140" y="108209"/>
                    <a:pt x="77140" y="66000"/>
                    <a:pt x="77140" y="54617"/>
                  </a:cubicBezTo>
                  <a:close/>
                  <a:moveTo>
                    <a:pt x="38653" y="103783"/>
                  </a:moveTo>
                  <a:cubicBezTo>
                    <a:pt x="31021" y="103783"/>
                    <a:pt x="20902" y="99515"/>
                    <a:pt x="17584" y="86551"/>
                  </a:cubicBezTo>
                  <a:cubicBezTo>
                    <a:pt x="15261" y="77224"/>
                    <a:pt x="15261" y="64261"/>
                    <a:pt x="15261" y="52562"/>
                  </a:cubicBezTo>
                  <a:cubicBezTo>
                    <a:pt x="15261" y="41021"/>
                    <a:pt x="15261" y="29007"/>
                    <a:pt x="17750" y="20312"/>
                  </a:cubicBezTo>
                  <a:cubicBezTo>
                    <a:pt x="21234" y="7823"/>
                    <a:pt x="31851" y="4503"/>
                    <a:pt x="38653" y="4503"/>
                  </a:cubicBezTo>
                  <a:cubicBezTo>
                    <a:pt x="47611" y="4503"/>
                    <a:pt x="56237" y="9720"/>
                    <a:pt x="59223" y="18889"/>
                  </a:cubicBezTo>
                  <a:cubicBezTo>
                    <a:pt x="61878" y="27426"/>
                    <a:pt x="62044" y="38808"/>
                    <a:pt x="62044" y="52562"/>
                  </a:cubicBezTo>
                  <a:cubicBezTo>
                    <a:pt x="62044" y="64261"/>
                    <a:pt x="62044" y="75959"/>
                    <a:pt x="59887" y="85919"/>
                  </a:cubicBezTo>
                  <a:cubicBezTo>
                    <a:pt x="56569" y="100305"/>
                    <a:pt x="45288" y="103783"/>
                    <a:pt x="38653" y="103783"/>
                  </a:cubicBez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2" name="Freeform: Shape 281">
              <a:extLst>
                <a:ext uri="{FF2B5EF4-FFF2-40B4-BE49-F238E27FC236}">
                  <a16:creationId xmlns:a16="http://schemas.microsoft.com/office/drawing/2014/main" id="{ECE1BE6C-A209-A25F-18D9-697EB52D1433}"/>
                </a:ext>
              </a:extLst>
            </p:cNvPr>
            <p:cNvSpPr/>
            <p:nvPr>
              <p:custDataLst>
                <p:tags r:id="rId43"/>
              </p:custDataLst>
            </p:nvPr>
          </p:nvSpPr>
          <p:spPr>
            <a:xfrm>
              <a:off x="11824225" y="2877438"/>
              <a:ext cx="144802" cy="9033"/>
            </a:xfrm>
            <a:custGeom>
              <a:avLst/>
              <a:gdLst>
                <a:gd name="connsiteX0" fmla="*/ 136679 w 144802"/>
                <a:gd name="connsiteY0" fmla="*/ 9108 h 9033"/>
                <a:gd name="connsiteX1" fmla="*/ 144974 w 144802"/>
                <a:gd name="connsiteY1" fmla="*/ 4592 h 9033"/>
                <a:gd name="connsiteX2" fmla="*/ 136679 w 144802"/>
                <a:gd name="connsiteY2" fmla="*/ 75 h 9033"/>
                <a:gd name="connsiteX3" fmla="*/ 8466 w 144802"/>
                <a:gd name="connsiteY3" fmla="*/ 75 h 9033"/>
                <a:gd name="connsiteX4" fmla="*/ 172 w 144802"/>
                <a:gd name="connsiteY4" fmla="*/ 4592 h 9033"/>
                <a:gd name="connsiteX5" fmla="*/ 8466 w 144802"/>
                <a:gd name="connsiteY5" fmla="*/ 9108 h 9033"/>
                <a:gd name="connsiteX6" fmla="*/ 136679 w 144802"/>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02" h="9033">
                  <a:moveTo>
                    <a:pt x="136679" y="9108"/>
                  </a:moveTo>
                  <a:cubicBezTo>
                    <a:pt x="140708" y="9108"/>
                    <a:pt x="144974" y="9108"/>
                    <a:pt x="144974" y="4592"/>
                  </a:cubicBezTo>
                  <a:cubicBezTo>
                    <a:pt x="144974" y="75"/>
                    <a:pt x="140708" y="75"/>
                    <a:pt x="136679" y="75"/>
                  </a:cubicBezTo>
                  <a:lnTo>
                    <a:pt x="8466" y="75"/>
                  </a:lnTo>
                  <a:cubicBezTo>
                    <a:pt x="4438" y="75"/>
                    <a:pt x="172" y="75"/>
                    <a:pt x="172" y="4592"/>
                  </a:cubicBezTo>
                  <a:cubicBezTo>
                    <a:pt x="172" y="9108"/>
                    <a:pt x="4438" y="9108"/>
                    <a:pt x="8466" y="9108"/>
                  </a:cubicBezTo>
                  <a:lnTo>
                    <a:pt x="136679"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3" name="Freeform: Shape 282">
              <a:extLst>
                <a:ext uri="{FF2B5EF4-FFF2-40B4-BE49-F238E27FC236}">
                  <a16:creationId xmlns:a16="http://schemas.microsoft.com/office/drawing/2014/main" id="{3162492B-5E21-A91D-AFB0-157F9B7187DB}"/>
                </a:ext>
              </a:extLst>
            </p:cNvPr>
            <p:cNvSpPr/>
            <p:nvPr>
              <p:custDataLst>
                <p:tags r:id="rId44"/>
              </p:custDataLst>
            </p:nvPr>
          </p:nvSpPr>
          <p:spPr>
            <a:xfrm>
              <a:off x="12051263" y="2838594"/>
              <a:ext cx="132952" cy="102306"/>
            </a:xfrm>
            <a:custGeom>
              <a:avLst/>
              <a:gdLst>
                <a:gd name="connsiteX0" fmla="*/ 103510 w 132952"/>
                <a:gd name="connsiteY0" fmla="*/ 46598 h 102306"/>
                <a:gd name="connsiteX1" fmla="*/ 63933 w 132952"/>
                <a:gd name="connsiteY1" fmla="*/ 75 h 102306"/>
                <a:gd name="connsiteX2" fmla="*/ 182 w 132952"/>
                <a:gd name="connsiteY2" fmla="*/ 64214 h 102306"/>
                <a:gd name="connsiteX3" fmla="*/ 38574 w 132952"/>
                <a:gd name="connsiteY3" fmla="*/ 102381 h 102306"/>
                <a:gd name="connsiteX4" fmla="*/ 88580 w 132952"/>
                <a:gd name="connsiteY4" fmla="*/ 83410 h 102306"/>
                <a:gd name="connsiteX5" fmla="*/ 110146 w 132952"/>
                <a:gd name="connsiteY5" fmla="*/ 102381 h 102306"/>
                <a:gd name="connsiteX6" fmla="*/ 130053 w 132952"/>
                <a:gd name="connsiteY6" fmla="*/ 86346 h 102306"/>
                <a:gd name="connsiteX7" fmla="*/ 127210 w 132952"/>
                <a:gd name="connsiteY7" fmla="*/ 84088 h 102306"/>
                <a:gd name="connsiteX8" fmla="*/ 124129 w 132952"/>
                <a:gd name="connsiteY8" fmla="*/ 86346 h 102306"/>
                <a:gd name="connsiteX9" fmla="*/ 110857 w 132952"/>
                <a:gd name="connsiteY9" fmla="*/ 97413 h 102306"/>
                <a:gd name="connsiteX10" fmla="*/ 103510 w 132952"/>
                <a:gd name="connsiteY10" fmla="*/ 74377 h 102306"/>
                <a:gd name="connsiteX11" fmla="*/ 105880 w 132952"/>
                <a:gd name="connsiteY11" fmla="*/ 66472 h 102306"/>
                <a:gd name="connsiteX12" fmla="*/ 133134 w 132952"/>
                <a:gd name="connsiteY12" fmla="*/ 13399 h 102306"/>
                <a:gd name="connsiteX13" fmla="*/ 130290 w 132952"/>
                <a:gd name="connsiteY13" fmla="*/ 11141 h 102306"/>
                <a:gd name="connsiteX14" fmla="*/ 126736 w 132952"/>
                <a:gd name="connsiteY14" fmla="*/ 15884 h 102306"/>
                <a:gd name="connsiteX15" fmla="*/ 103510 w 132952"/>
                <a:gd name="connsiteY15" fmla="*/ 60600 h 102306"/>
                <a:gd name="connsiteX16" fmla="*/ 103510 w 132952"/>
                <a:gd name="connsiteY16" fmla="*/ 46598 h 102306"/>
                <a:gd name="connsiteX17" fmla="*/ 87632 w 132952"/>
                <a:gd name="connsiteY17" fmla="*/ 77539 h 102306"/>
                <a:gd name="connsiteX18" fmla="*/ 39048 w 132952"/>
                <a:gd name="connsiteY18" fmla="*/ 97413 h 102306"/>
                <a:gd name="connsiteX19" fmla="*/ 17719 w 132952"/>
                <a:gd name="connsiteY19" fmla="*/ 72796 h 102306"/>
                <a:gd name="connsiteX20" fmla="*/ 31465 w 132952"/>
                <a:gd name="connsiteY20" fmla="*/ 25821 h 102306"/>
                <a:gd name="connsiteX21" fmla="*/ 63696 w 132952"/>
                <a:gd name="connsiteY21" fmla="*/ 5043 h 102306"/>
                <a:gd name="connsiteX22" fmla="*/ 87158 w 132952"/>
                <a:gd name="connsiteY22" fmla="*/ 52244 h 102306"/>
                <a:gd name="connsiteX23" fmla="*/ 87632 w 132952"/>
                <a:gd name="connsiteY23" fmla="*/ 77539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2952" h="102306">
                  <a:moveTo>
                    <a:pt x="103510" y="46598"/>
                  </a:moveTo>
                  <a:cubicBezTo>
                    <a:pt x="103510" y="11141"/>
                    <a:pt x="81470" y="75"/>
                    <a:pt x="63933" y="75"/>
                  </a:cubicBezTo>
                  <a:cubicBezTo>
                    <a:pt x="31465" y="75"/>
                    <a:pt x="182" y="32370"/>
                    <a:pt x="182" y="64214"/>
                  </a:cubicBezTo>
                  <a:cubicBezTo>
                    <a:pt x="182" y="85217"/>
                    <a:pt x="14401" y="102381"/>
                    <a:pt x="38574" y="102381"/>
                  </a:cubicBezTo>
                  <a:cubicBezTo>
                    <a:pt x="53505" y="102381"/>
                    <a:pt x="70568" y="97187"/>
                    <a:pt x="88580" y="83410"/>
                  </a:cubicBezTo>
                  <a:cubicBezTo>
                    <a:pt x="91661" y="95380"/>
                    <a:pt x="99481" y="102381"/>
                    <a:pt x="110146" y="102381"/>
                  </a:cubicBezTo>
                  <a:cubicBezTo>
                    <a:pt x="122707" y="102381"/>
                    <a:pt x="130053" y="89960"/>
                    <a:pt x="130053" y="86346"/>
                  </a:cubicBezTo>
                  <a:cubicBezTo>
                    <a:pt x="130053" y="84766"/>
                    <a:pt x="128631" y="84088"/>
                    <a:pt x="127210" y="84088"/>
                  </a:cubicBezTo>
                  <a:cubicBezTo>
                    <a:pt x="125551" y="84088"/>
                    <a:pt x="124840" y="84766"/>
                    <a:pt x="124129" y="86346"/>
                  </a:cubicBezTo>
                  <a:cubicBezTo>
                    <a:pt x="119863" y="97413"/>
                    <a:pt x="111331" y="97413"/>
                    <a:pt x="110857" y="97413"/>
                  </a:cubicBezTo>
                  <a:cubicBezTo>
                    <a:pt x="103510" y="97413"/>
                    <a:pt x="103510" y="79797"/>
                    <a:pt x="103510" y="74377"/>
                  </a:cubicBezTo>
                  <a:cubicBezTo>
                    <a:pt x="103510" y="69634"/>
                    <a:pt x="103510" y="69182"/>
                    <a:pt x="105880" y="66472"/>
                  </a:cubicBezTo>
                  <a:cubicBezTo>
                    <a:pt x="128157" y="39823"/>
                    <a:pt x="133134" y="13625"/>
                    <a:pt x="133134" y="13399"/>
                  </a:cubicBezTo>
                  <a:cubicBezTo>
                    <a:pt x="133134" y="12948"/>
                    <a:pt x="132897" y="11141"/>
                    <a:pt x="130290" y="11141"/>
                  </a:cubicBezTo>
                  <a:cubicBezTo>
                    <a:pt x="127920" y="11141"/>
                    <a:pt x="127920" y="11819"/>
                    <a:pt x="126736" y="15884"/>
                  </a:cubicBezTo>
                  <a:cubicBezTo>
                    <a:pt x="122470" y="30112"/>
                    <a:pt x="114649" y="47276"/>
                    <a:pt x="103510" y="60600"/>
                  </a:cubicBezTo>
                  <a:lnTo>
                    <a:pt x="103510" y="46598"/>
                  </a:lnTo>
                  <a:close/>
                  <a:moveTo>
                    <a:pt x="87632" y="77539"/>
                  </a:moveTo>
                  <a:cubicBezTo>
                    <a:pt x="66776" y="94928"/>
                    <a:pt x="48528" y="97413"/>
                    <a:pt x="39048" y="97413"/>
                  </a:cubicBezTo>
                  <a:cubicBezTo>
                    <a:pt x="24829" y="97413"/>
                    <a:pt x="17719" y="87250"/>
                    <a:pt x="17719" y="72796"/>
                  </a:cubicBezTo>
                  <a:cubicBezTo>
                    <a:pt x="17719" y="61730"/>
                    <a:pt x="23881" y="37339"/>
                    <a:pt x="31465" y="25821"/>
                  </a:cubicBezTo>
                  <a:cubicBezTo>
                    <a:pt x="42603" y="9334"/>
                    <a:pt x="55401" y="5043"/>
                    <a:pt x="63696" y="5043"/>
                  </a:cubicBezTo>
                  <a:cubicBezTo>
                    <a:pt x="87158" y="5043"/>
                    <a:pt x="87158" y="34629"/>
                    <a:pt x="87158" y="52244"/>
                  </a:cubicBezTo>
                  <a:cubicBezTo>
                    <a:pt x="87158" y="60600"/>
                    <a:pt x="87158" y="73699"/>
                    <a:pt x="87632" y="77539"/>
                  </a:cubicBezTo>
                  <a:close/>
                </a:path>
              </a:pathLst>
            </a:custGeom>
            <a:solidFill>
              <a:srgbClr val="C0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4" name="Freeform: Shape 283">
              <a:extLst>
                <a:ext uri="{FF2B5EF4-FFF2-40B4-BE49-F238E27FC236}">
                  <a16:creationId xmlns:a16="http://schemas.microsoft.com/office/drawing/2014/main" id="{70F30AFF-E63F-E810-409C-AA0FB7E72C67}"/>
                </a:ext>
              </a:extLst>
            </p:cNvPr>
            <p:cNvSpPr/>
            <p:nvPr>
              <p:custDataLst>
                <p:tags r:id="rId45"/>
              </p:custDataLst>
            </p:nvPr>
          </p:nvSpPr>
          <p:spPr>
            <a:xfrm>
              <a:off x="12266362" y="2877438"/>
              <a:ext cx="144802" cy="9033"/>
            </a:xfrm>
            <a:custGeom>
              <a:avLst/>
              <a:gdLst>
                <a:gd name="connsiteX0" fmla="*/ 136698 w 144802"/>
                <a:gd name="connsiteY0" fmla="*/ 9108 h 9033"/>
                <a:gd name="connsiteX1" fmla="*/ 144993 w 144802"/>
                <a:gd name="connsiteY1" fmla="*/ 4592 h 9033"/>
                <a:gd name="connsiteX2" fmla="*/ 136698 w 144802"/>
                <a:gd name="connsiteY2" fmla="*/ 75 h 9033"/>
                <a:gd name="connsiteX3" fmla="*/ 8485 w 144802"/>
                <a:gd name="connsiteY3" fmla="*/ 75 h 9033"/>
                <a:gd name="connsiteX4" fmla="*/ 190 w 144802"/>
                <a:gd name="connsiteY4" fmla="*/ 4592 h 9033"/>
                <a:gd name="connsiteX5" fmla="*/ 8485 w 144802"/>
                <a:gd name="connsiteY5" fmla="*/ 9108 h 9033"/>
                <a:gd name="connsiteX6" fmla="*/ 136698 w 144802"/>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02" h="9033">
                  <a:moveTo>
                    <a:pt x="136698" y="9108"/>
                  </a:moveTo>
                  <a:cubicBezTo>
                    <a:pt x="140727" y="9108"/>
                    <a:pt x="144993" y="9108"/>
                    <a:pt x="144993" y="4592"/>
                  </a:cubicBezTo>
                  <a:cubicBezTo>
                    <a:pt x="144993" y="75"/>
                    <a:pt x="140727" y="75"/>
                    <a:pt x="136698" y="75"/>
                  </a:cubicBezTo>
                  <a:lnTo>
                    <a:pt x="8485" y="75"/>
                  </a:lnTo>
                  <a:cubicBezTo>
                    <a:pt x="4456" y="75"/>
                    <a:pt x="190" y="75"/>
                    <a:pt x="190" y="4592"/>
                  </a:cubicBezTo>
                  <a:cubicBezTo>
                    <a:pt x="190" y="9108"/>
                    <a:pt x="4456" y="9108"/>
                    <a:pt x="8485" y="9108"/>
                  </a:cubicBezTo>
                  <a:lnTo>
                    <a:pt x="136698"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5" name="Freeform: Shape 284">
              <a:extLst>
                <a:ext uri="{FF2B5EF4-FFF2-40B4-BE49-F238E27FC236}">
                  <a16:creationId xmlns:a16="http://schemas.microsoft.com/office/drawing/2014/main" id="{4C83E1BF-62AA-4AE3-2BA7-F4DD61C3D43E}"/>
                </a:ext>
              </a:extLst>
            </p:cNvPr>
            <p:cNvSpPr/>
            <p:nvPr>
              <p:custDataLst>
                <p:tags r:id="rId46"/>
              </p:custDataLst>
            </p:nvPr>
          </p:nvSpPr>
          <p:spPr>
            <a:xfrm>
              <a:off x="12490763" y="2778971"/>
              <a:ext cx="129190" cy="203257"/>
            </a:xfrm>
            <a:custGeom>
              <a:avLst/>
              <a:gdLst>
                <a:gd name="connsiteX0" fmla="*/ 129391 w 129190"/>
                <a:gd name="connsiteY0" fmla="*/ 31015 h 203257"/>
                <a:gd name="connsiteX1" fmla="*/ 97160 w 129190"/>
                <a:gd name="connsiteY1" fmla="*/ 75 h 203257"/>
                <a:gd name="connsiteX2" fmla="*/ 68484 w 129190"/>
                <a:gd name="connsiteY2" fmla="*/ 9560 h 203257"/>
                <a:gd name="connsiteX3" fmla="*/ 37912 w 129190"/>
                <a:gd name="connsiteY3" fmla="*/ 57664 h 203257"/>
                <a:gd name="connsiteX4" fmla="*/ 230 w 129190"/>
                <a:gd name="connsiteY4" fmla="*/ 201074 h 203257"/>
                <a:gd name="connsiteX5" fmla="*/ 3074 w 129190"/>
                <a:gd name="connsiteY5" fmla="*/ 203333 h 203257"/>
                <a:gd name="connsiteX6" fmla="*/ 5918 w 129190"/>
                <a:gd name="connsiteY6" fmla="*/ 202203 h 203257"/>
                <a:gd name="connsiteX7" fmla="*/ 22508 w 129190"/>
                <a:gd name="connsiteY7" fmla="*/ 139871 h 203257"/>
                <a:gd name="connsiteX8" fmla="*/ 54738 w 129190"/>
                <a:gd name="connsiteY8" fmla="*/ 161778 h 203257"/>
                <a:gd name="connsiteX9" fmla="*/ 100478 w 129190"/>
                <a:gd name="connsiteY9" fmla="*/ 143936 h 203257"/>
                <a:gd name="connsiteX10" fmla="*/ 119437 w 129190"/>
                <a:gd name="connsiteY10" fmla="*/ 102381 h 203257"/>
                <a:gd name="connsiteX11" fmla="*/ 102137 w 129190"/>
                <a:gd name="connsiteY11" fmla="*/ 68731 h 203257"/>
                <a:gd name="connsiteX12" fmla="*/ 129391 w 129190"/>
                <a:gd name="connsiteY12" fmla="*/ 31015 h 203257"/>
                <a:gd name="connsiteX13" fmla="*/ 86732 w 129190"/>
                <a:gd name="connsiteY13" fmla="*/ 68505 h 203257"/>
                <a:gd name="connsiteX14" fmla="*/ 75357 w 129190"/>
                <a:gd name="connsiteY14" fmla="*/ 70086 h 203257"/>
                <a:gd name="connsiteX15" fmla="*/ 64929 w 129190"/>
                <a:gd name="connsiteY15" fmla="*/ 69182 h 203257"/>
                <a:gd name="connsiteX16" fmla="*/ 76542 w 129190"/>
                <a:gd name="connsiteY16" fmla="*/ 67376 h 203257"/>
                <a:gd name="connsiteX17" fmla="*/ 86732 w 129190"/>
                <a:gd name="connsiteY17" fmla="*/ 68505 h 203257"/>
                <a:gd name="connsiteX18" fmla="*/ 116119 w 129190"/>
                <a:gd name="connsiteY18" fmla="*/ 25821 h 203257"/>
                <a:gd name="connsiteX19" fmla="*/ 94790 w 129190"/>
                <a:gd name="connsiteY19" fmla="*/ 64891 h 203257"/>
                <a:gd name="connsiteX20" fmla="*/ 76542 w 129190"/>
                <a:gd name="connsiteY20" fmla="*/ 62181 h 203257"/>
                <a:gd name="connsiteX21" fmla="*/ 58293 w 129190"/>
                <a:gd name="connsiteY21" fmla="*/ 69408 h 203257"/>
                <a:gd name="connsiteX22" fmla="*/ 74646 w 129190"/>
                <a:gd name="connsiteY22" fmla="*/ 75054 h 203257"/>
                <a:gd name="connsiteX23" fmla="*/ 94079 w 129190"/>
                <a:gd name="connsiteY23" fmla="*/ 72118 h 203257"/>
                <a:gd name="connsiteX24" fmla="*/ 104507 w 129190"/>
                <a:gd name="connsiteY24" fmla="*/ 97639 h 203257"/>
                <a:gd name="connsiteX25" fmla="*/ 92657 w 129190"/>
                <a:gd name="connsiteY25" fmla="*/ 136483 h 203257"/>
                <a:gd name="connsiteX26" fmla="*/ 54028 w 129190"/>
                <a:gd name="connsiteY26" fmla="*/ 156809 h 203257"/>
                <a:gd name="connsiteX27" fmla="*/ 27010 w 129190"/>
                <a:gd name="connsiteY27" fmla="*/ 127676 h 203257"/>
                <a:gd name="connsiteX28" fmla="*/ 28195 w 129190"/>
                <a:gd name="connsiteY28" fmla="*/ 117739 h 203257"/>
                <a:gd name="connsiteX29" fmla="*/ 43363 w 129190"/>
                <a:gd name="connsiteY29" fmla="*/ 60600 h 203257"/>
                <a:gd name="connsiteX30" fmla="*/ 94079 w 129190"/>
                <a:gd name="connsiteY30" fmla="*/ 5269 h 203257"/>
                <a:gd name="connsiteX31" fmla="*/ 116119 w 129190"/>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190" h="203257">
                  <a:moveTo>
                    <a:pt x="129391" y="31015"/>
                  </a:moveTo>
                  <a:cubicBezTo>
                    <a:pt x="129391" y="14077"/>
                    <a:pt x="116356" y="75"/>
                    <a:pt x="97160" y="75"/>
                  </a:cubicBezTo>
                  <a:cubicBezTo>
                    <a:pt x="83415" y="75"/>
                    <a:pt x="76779" y="3688"/>
                    <a:pt x="68484" y="9560"/>
                  </a:cubicBezTo>
                  <a:cubicBezTo>
                    <a:pt x="55449" y="18594"/>
                    <a:pt x="42415" y="40500"/>
                    <a:pt x="37912" y="57664"/>
                  </a:cubicBezTo>
                  <a:lnTo>
                    <a:pt x="230" y="201074"/>
                  </a:lnTo>
                  <a:cubicBezTo>
                    <a:pt x="-7" y="201978"/>
                    <a:pt x="1178" y="203333"/>
                    <a:pt x="3074" y="203333"/>
                  </a:cubicBezTo>
                  <a:cubicBezTo>
                    <a:pt x="4970" y="203333"/>
                    <a:pt x="5681" y="202881"/>
                    <a:pt x="5918" y="202203"/>
                  </a:cubicBezTo>
                  <a:lnTo>
                    <a:pt x="22508" y="139871"/>
                  </a:lnTo>
                  <a:cubicBezTo>
                    <a:pt x="27010" y="153422"/>
                    <a:pt x="37438" y="161778"/>
                    <a:pt x="54738" y="161778"/>
                  </a:cubicBezTo>
                  <a:cubicBezTo>
                    <a:pt x="72039" y="161778"/>
                    <a:pt x="89813" y="153873"/>
                    <a:pt x="100478" y="143936"/>
                  </a:cubicBezTo>
                  <a:cubicBezTo>
                    <a:pt x="111854" y="133547"/>
                    <a:pt x="119437" y="119094"/>
                    <a:pt x="119437" y="102381"/>
                  </a:cubicBezTo>
                  <a:cubicBezTo>
                    <a:pt x="119437" y="86121"/>
                    <a:pt x="110669" y="74377"/>
                    <a:pt x="102137" y="68731"/>
                  </a:cubicBezTo>
                  <a:cubicBezTo>
                    <a:pt x="115883" y="61278"/>
                    <a:pt x="129391" y="47276"/>
                    <a:pt x="129391" y="31015"/>
                  </a:cubicBezTo>
                  <a:close/>
                  <a:moveTo>
                    <a:pt x="86732" y="68505"/>
                  </a:moveTo>
                  <a:cubicBezTo>
                    <a:pt x="83652" y="69634"/>
                    <a:pt x="81045" y="70086"/>
                    <a:pt x="75357" y="70086"/>
                  </a:cubicBezTo>
                  <a:cubicBezTo>
                    <a:pt x="72039" y="70086"/>
                    <a:pt x="67299" y="70312"/>
                    <a:pt x="64929" y="69182"/>
                  </a:cubicBezTo>
                  <a:cubicBezTo>
                    <a:pt x="65403" y="66924"/>
                    <a:pt x="73935" y="67376"/>
                    <a:pt x="76542" y="67376"/>
                  </a:cubicBezTo>
                  <a:cubicBezTo>
                    <a:pt x="81519" y="67376"/>
                    <a:pt x="83652" y="67376"/>
                    <a:pt x="86732" y="68505"/>
                  </a:cubicBezTo>
                  <a:close/>
                  <a:moveTo>
                    <a:pt x="116119" y="25821"/>
                  </a:moveTo>
                  <a:cubicBezTo>
                    <a:pt x="116119" y="41630"/>
                    <a:pt x="107114" y="57890"/>
                    <a:pt x="94790" y="64891"/>
                  </a:cubicBezTo>
                  <a:cubicBezTo>
                    <a:pt x="88391" y="62633"/>
                    <a:pt x="83652" y="62181"/>
                    <a:pt x="76542" y="62181"/>
                  </a:cubicBezTo>
                  <a:cubicBezTo>
                    <a:pt x="71565" y="62181"/>
                    <a:pt x="58293" y="61955"/>
                    <a:pt x="58293" y="69408"/>
                  </a:cubicBezTo>
                  <a:cubicBezTo>
                    <a:pt x="58056" y="75732"/>
                    <a:pt x="70380" y="75054"/>
                    <a:pt x="74646" y="75054"/>
                  </a:cubicBezTo>
                  <a:cubicBezTo>
                    <a:pt x="83415" y="75054"/>
                    <a:pt x="86969" y="74828"/>
                    <a:pt x="94079" y="72118"/>
                  </a:cubicBezTo>
                  <a:cubicBezTo>
                    <a:pt x="103085" y="80249"/>
                    <a:pt x="104270" y="87250"/>
                    <a:pt x="104507" y="97639"/>
                  </a:cubicBezTo>
                  <a:cubicBezTo>
                    <a:pt x="104981" y="110737"/>
                    <a:pt x="99293" y="127676"/>
                    <a:pt x="92657" y="136483"/>
                  </a:cubicBezTo>
                  <a:cubicBezTo>
                    <a:pt x="83415" y="148679"/>
                    <a:pt x="67536" y="156809"/>
                    <a:pt x="54028" y="156809"/>
                  </a:cubicBezTo>
                  <a:cubicBezTo>
                    <a:pt x="36016" y="156809"/>
                    <a:pt x="27010" y="143710"/>
                    <a:pt x="27010" y="127676"/>
                  </a:cubicBezTo>
                  <a:cubicBezTo>
                    <a:pt x="27010" y="125417"/>
                    <a:pt x="27010" y="122030"/>
                    <a:pt x="28195" y="117739"/>
                  </a:cubicBezTo>
                  <a:lnTo>
                    <a:pt x="43363" y="60600"/>
                  </a:lnTo>
                  <a:cubicBezTo>
                    <a:pt x="48577" y="41178"/>
                    <a:pt x="65640" y="5269"/>
                    <a:pt x="94079" y="5269"/>
                  </a:cubicBezTo>
                  <a:cubicBezTo>
                    <a:pt x="107825" y="5269"/>
                    <a:pt x="116119" y="12270"/>
                    <a:pt x="116119" y="25821"/>
                  </a:cubicBez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6" name="Freeform: Shape 285">
              <a:extLst>
                <a:ext uri="{FF2B5EF4-FFF2-40B4-BE49-F238E27FC236}">
                  <a16:creationId xmlns:a16="http://schemas.microsoft.com/office/drawing/2014/main" id="{13F600BC-70CF-68D2-5A4F-F8DBE0462D1C}"/>
                </a:ext>
              </a:extLst>
            </p:cNvPr>
            <p:cNvSpPr/>
            <p:nvPr>
              <p:custDataLst>
                <p:tags r:id="rId47"/>
              </p:custDataLst>
            </p:nvPr>
          </p:nvSpPr>
          <p:spPr>
            <a:xfrm>
              <a:off x="12637374" y="2738299"/>
              <a:ext cx="123923" cy="106868"/>
            </a:xfrm>
            <a:custGeom>
              <a:avLst/>
              <a:gdLst>
                <a:gd name="connsiteX0" fmla="*/ 73698 w 123923"/>
                <a:gd name="connsiteY0" fmla="*/ 11295 h 106868"/>
                <a:gd name="connsiteX1" fmla="*/ 78840 w 123923"/>
                <a:gd name="connsiteY1" fmla="*/ 5920 h 106868"/>
                <a:gd name="connsiteX2" fmla="*/ 88794 w 123923"/>
                <a:gd name="connsiteY2" fmla="*/ 5762 h 106868"/>
                <a:gd name="connsiteX3" fmla="*/ 107374 w 123923"/>
                <a:gd name="connsiteY3" fmla="*/ 7027 h 106868"/>
                <a:gd name="connsiteX4" fmla="*/ 115171 w 123923"/>
                <a:gd name="connsiteY4" fmla="*/ 19516 h 106868"/>
                <a:gd name="connsiteX5" fmla="*/ 114010 w 123923"/>
                <a:gd name="connsiteY5" fmla="*/ 32321 h 106868"/>
                <a:gd name="connsiteX6" fmla="*/ 113678 w 123923"/>
                <a:gd name="connsiteY6" fmla="*/ 34060 h 106868"/>
                <a:gd name="connsiteX7" fmla="*/ 116499 w 123923"/>
                <a:gd name="connsiteY7" fmla="*/ 36431 h 106868"/>
                <a:gd name="connsiteX8" fmla="*/ 119651 w 123923"/>
                <a:gd name="connsiteY8" fmla="*/ 32479 h 106868"/>
                <a:gd name="connsiteX9" fmla="*/ 124130 w 123923"/>
                <a:gd name="connsiteY9" fmla="*/ 2284 h 106868"/>
                <a:gd name="connsiteX10" fmla="*/ 119153 w 123923"/>
                <a:gd name="connsiteY10" fmla="*/ 71 h 106868"/>
                <a:gd name="connsiteX11" fmla="*/ 17128 w 123923"/>
                <a:gd name="connsiteY11" fmla="*/ 71 h 106868"/>
                <a:gd name="connsiteX12" fmla="*/ 11487 w 123923"/>
                <a:gd name="connsiteY12" fmla="*/ 3390 h 106868"/>
                <a:gd name="connsiteX13" fmla="*/ 1036 w 123923"/>
                <a:gd name="connsiteY13" fmla="*/ 31372 h 106868"/>
                <a:gd name="connsiteX14" fmla="*/ 206 w 123923"/>
                <a:gd name="connsiteY14" fmla="*/ 34218 h 106868"/>
                <a:gd name="connsiteX15" fmla="*/ 3027 w 123923"/>
                <a:gd name="connsiteY15" fmla="*/ 36431 h 106868"/>
                <a:gd name="connsiteX16" fmla="*/ 6510 w 123923"/>
                <a:gd name="connsiteY16" fmla="*/ 32637 h 106868"/>
                <a:gd name="connsiteX17" fmla="*/ 46823 w 123923"/>
                <a:gd name="connsiteY17" fmla="*/ 5762 h 106868"/>
                <a:gd name="connsiteX18" fmla="*/ 53790 w 123923"/>
                <a:gd name="connsiteY18" fmla="*/ 5762 h 106868"/>
                <a:gd name="connsiteX19" fmla="*/ 58933 w 123923"/>
                <a:gd name="connsiteY19" fmla="*/ 7343 h 106868"/>
                <a:gd name="connsiteX20" fmla="*/ 58269 w 123923"/>
                <a:gd name="connsiteY20" fmla="*/ 10663 h 106868"/>
                <a:gd name="connsiteX21" fmla="*/ 36371 w 123923"/>
                <a:gd name="connsiteY21" fmla="*/ 93818 h 106868"/>
                <a:gd name="connsiteX22" fmla="*/ 16962 w 123923"/>
                <a:gd name="connsiteY22" fmla="*/ 101248 h 106868"/>
                <a:gd name="connsiteX23" fmla="*/ 9496 w 123923"/>
                <a:gd name="connsiteY23" fmla="*/ 104726 h 106868"/>
                <a:gd name="connsiteX24" fmla="*/ 12317 w 123923"/>
                <a:gd name="connsiteY24" fmla="*/ 106939 h 106868"/>
                <a:gd name="connsiteX25" fmla="*/ 26584 w 123923"/>
                <a:gd name="connsiteY25" fmla="*/ 106465 h 106868"/>
                <a:gd name="connsiteX26" fmla="*/ 40851 w 123923"/>
                <a:gd name="connsiteY26" fmla="*/ 106307 h 106868"/>
                <a:gd name="connsiteX27" fmla="*/ 55781 w 123923"/>
                <a:gd name="connsiteY27" fmla="*/ 106465 h 106868"/>
                <a:gd name="connsiteX28" fmla="*/ 69716 w 123923"/>
                <a:gd name="connsiteY28" fmla="*/ 106939 h 106868"/>
                <a:gd name="connsiteX29" fmla="*/ 73532 w 123923"/>
                <a:gd name="connsiteY29" fmla="*/ 103461 h 106868"/>
                <a:gd name="connsiteX30" fmla="*/ 66730 w 123923"/>
                <a:gd name="connsiteY30" fmla="*/ 101248 h 106868"/>
                <a:gd name="connsiteX31" fmla="*/ 57108 w 123923"/>
                <a:gd name="connsiteY31" fmla="*/ 100932 h 106868"/>
                <a:gd name="connsiteX32" fmla="*/ 51136 w 123923"/>
                <a:gd name="connsiteY32" fmla="*/ 97928 h 106868"/>
                <a:gd name="connsiteX33" fmla="*/ 51800 w 123923"/>
                <a:gd name="connsiteY33" fmla="*/ 94292 h 106868"/>
                <a:gd name="connsiteX34" fmla="*/ 73698 w 123923"/>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3923" h="106868">
                  <a:moveTo>
                    <a:pt x="73698" y="11295"/>
                  </a:moveTo>
                  <a:cubicBezTo>
                    <a:pt x="74859" y="6710"/>
                    <a:pt x="75191" y="6236"/>
                    <a:pt x="78840" y="5920"/>
                  </a:cubicBezTo>
                  <a:cubicBezTo>
                    <a:pt x="79670" y="5762"/>
                    <a:pt x="85476" y="5762"/>
                    <a:pt x="88794" y="5762"/>
                  </a:cubicBezTo>
                  <a:cubicBezTo>
                    <a:pt x="98914" y="5762"/>
                    <a:pt x="103227" y="5762"/>
                    <a:pt x="107374" y="7027"/>
                  </a:cubicBezTo>
                  <a:cubicBezTo>
                    <a:pt x="114840" y="9240"/>
                    <a:pt x="115171" y="13824"/>
                    <a:pt x="115171" y="19516"/>
                  </a:cubicBezTo>
                  <a:cubicBezTo>
                    <a:pt x="115171" y="22045"/>
                    <a:pt x="115171" y="24100"/>
                    <a:pt x="114010" y="32321"/>
                  </a:cubicBezTo>
                  <a:lnTo>
                    <a:pt x="113678" y="34060"/>
                  </a:lnTo>
                  <a:cubicBezTo>
                    <a:pt x="113678" y="35641"/>
                    <a:pt x="114840" y="36431"/>
                    <a:pt x="116499" y="36431"/>
                  </a:cubicBezTo>
                  <a:cubicBezTo>
                    <a:pt x="118987" y="36431"/>
                    <a:pt x="119319" y="35008"/>
                    <a:pt x="119651" y="32479"/>
                  </a:cubicBezTo>
                  <a:lnTo>
                    <a:pt x="124130" y="2284"/>
                  </a:lnTo>
                  <a:cubicBezTo>
                    <a:pt x="124130" y="71"/>
                    <a:pt x="122139" y="71"/>
                    <a:pt x="119153" y="71"/>
                  </a:cubicBezTo>
                  <a:lnTo>
                    <a:pt x="17128" y="71"/>
                  </a:lnTo>
                  <a:cubicBezTo>
                    <a:pt x="12980" y="71"/>
                    <a:pt x="12648" y="71"/>
                    <a:pt x="11487" y="3390"/>
                  </a:cubicBezTo>
                  <a:lnTo>
                    <a:pt x="1036" y="31372"/>
                  </a:lnTo>
                  <a:cubicBezTo>
                    <a:pt x="870" y="32005"/>
                    <a:pt x="206" y="33428"/>
                    <a:pt x="206" y="34218"/>
                  </a:cubicBezTo>
                  <a:cubicBezTo>
                    <a:pt x="206" y="34850"/>
                    <a:pt x="538" y="36431"/>
                    <a:pt x="3027" y="36431"/>
                  </a:cubicBezTo>
                  <a:cubicBezTo>
                    <a:pt x="5183" y="36431"/>
                    <a:pt x="5515" y="35641"/>
                    <a:pt x="6510" y="32637"/>
                  </a:cubicBezTo>
                  <a:cubicBezTo>
                    <a:pt x="16132" y="7343"/>
                    <a:pt x="21607" y="5762"/>
                    <a:pt x="46823" y="5762"/>
                  </a:cubicBezTo>
                  <a:lnTo>
                    <a:pt x="53790" y="5762"/>
                  </a:lnTo>
                  <a:cubicBezTo>
                    <a:pt x="58767" y="5762"/>
                    <a:pt x="58933" y="5920"/>
                    <a:pt x="58933" y="7343"/>
                  </a:cubicBezTo>
                  <a:cubicBezTo>
                    <a:pt x="58933" y="7501"/>
                    <a:pt x="58933" y="8291"/>
                    <a:pt x="58269" y="10663"/>
                  </a:cubicBezTo>
                  <a:lnTo>
                    <a:pt x="36371" y="93818"/>
                  </a:lnTo>
                  <a:cubicBezTo>
                    <a:pt x="34878" y="99667"/>
                    <a:pt x="34381" y="101248"/>
                    <a:pt x="16962" y="101248"/>
                  </a:cubicBezTo>
                  <a:cubicBezTo>
                    <a:pt x="10990" y="101248"/>
                    <a:pt x="9496" y="101248"/>
                    <a:pt x="9496" y="104726"/>
                  </a:cubicBezTo>
                  <a:cubicBezTo>
                    <a:pt x="9496" y="105200"/>
                    <a:pt x="9828" y="106939"/>
                    <a:pt x="12317" y="106939"/>
                  </a:cubicBezTo>
                  <a:cubicBezTo>
                    <a:pt x="16962" y="106939"/>
                    <a:pt x="21939" y="106465"/>
                    <a:pt x="26584" y="106465"/>
                  </a:cubicBezTo>
                  <a:cubicBezTo>
                    <a:pt x="31229" y="106465"/>
                    <a:pt x="36205" y="106307"/>
                    <a:pt x="40851" y="106307"/>
                  </a:cubicBezTo>
                  <a:cubicBezTo>
                    <a:pt x="45496" y="106307"/>
                    <a:pt x="51136" y="106307"/>
                    <a:pt x="55781" y="106465"/>
                  </a:cubicBezTo>
                  <a:cubicBezTo>
                    <a:pt x="60260" y="106623"/>
                    <a:pt x="65237" y="106939"/>
                    <a:pt x="69716" y="106939"/>
                  </a:cubicBezTo>
                  <a:cubicBezTo>
                    <a:pt x="71043" y="106939"/>
                    <a:pt x="73532" y="106939"/>
                    <a:pt x="73532" y="103461"/>
                  </a:cubicBezTo>
                  <a:cubicBezTo>
                    <a:pt x="73532" y="101248"/>
                    <a:pt x="71873" y="101248"/>
                    <a:pt x="66730" y="101248"/>
                  </a:cubicBezTo>
                  <a:cubicBezTo>
                    <a:pt x="63578" y="101248"/>
                    <a:pt x="60260" y="101090"/>
                    <a:pt x="57108" y="100932"/>
                  </a:cubicBezTo>
                  <a:cubicBezTo>
                    <a:pt x="51468" y="100457"/>
                    <a:pt x="51136" y="99825"/>
                    <a:pt x="51136" y="97928"/>
                  </a:cubicBezTo>
                  <a:cubicBezTo>
                    <a:pt x="51136" y="96821"/>
                    <a:pt x="51136" y="96505"/>
                    <a:pt x="51800" y="94292"/>
                  </a:cubicBezTo>
                  <a:lnTo>
                    <a:pt x="73698" y="11295"/>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7" name="Freeform: Shape 286">
              <a:extLst>
                <a:ext uri="{FF2B5EF4-FFF2-40B4-BE49-F238E27FC236}">
                  <a16:creationId xmlns:a16="http://schemas.microsoft.com/office/drawing/2014/main" id="{A880B25D-03BC-3E16-E66F-980154E166AB}"/>
                </a:ext>
              </a:extLst>
            </p:cNvPr>
            <p:cNvSpPr/>
            <p:nvPr>
              <p:custDataLst>
                <p:tags r:id="rId48"/>
              </p:custDataLst>
            </p:nvPr>
          </p:nvSpPr>
          <p:spPr>
            <a:xfrm>
              <a:off x="12786410" y="2838594"/>
              <a:ext cx="118022" cy="102306"/>
            </a:xfrm>
            <a:custGeom>
              <a:avLst/>
              <a:gdLst>
                <a:gd name="connsiteX0" fmla="*/ 72495 w 118022"/>
                <a:gd name="connsiteY0" fmla="*/ 31693 h 102306"/>
                <a:gd name="connsiteX1" fmla="*/ 95958 w 118022"/>
                <a:gd name="connsiteY1" fmla="*/ 5043 h 102306"/>
                <a:gd name="connsiteX2" fmla="*/ 107807 w 118022"/>
                <a:gd name="connsiteY2" fmla="*/ 7979 h 102306"/>
                <a:gd name="connsiteX3" fmla="*/ 96431 w 118022"/>
                <a:gd name="connsiteY3" fmla="*/ 20175 h 102306"/>
                <a:gd name="connsiteX4" fmla="*/ 105437 w 118022"/>
                <a:gd name="connsiteY4" fmla="*/ 28079 h 102306"/>
                <a:gd name="connsiteX5" fmla="*/ 118235 w 118022"/>
                <a:gd name="connsiteY5" fmla="*/ 14980 h 102306"/>
                <a:gd name="connsiteX6" fmla="*/ 96195 w 118022"/>
                <a:gd name="connsiteY6" fmla="*/ 75 h 102306"/>
                <a:gd name="connsiteX7" fmla="*/ 71310 w 118022"/>
                <a:gd name="connsiteY7" fmla="*/ 17239 h 102306"/>
                <a:gd name="connsiteX8" fmla="*/ 45715 w 118022"/>
                <a:gd name="connsiteY8" fmla="*/ 75 h 102306"/>
                <a:gd name="connsiteX9" fmla="*/ 7559 w 118022"/>
                <a:gd name="connsiteY9" fmla="*/ 34854 h 102306"/>
                <a:gd name="connsiteX10" fmla="*/ 10403 w 118022"/>
                <a:gd name="connsiteY10" fmla="*/ 37113 h 102306"/>
                <a:gd name="connsiteX11" fmla="*/ 13484 w 118022"/>
                <a:gd name="connsiteY11" fmla="*/ 34629 h 102306"/>
                <a:gd name="connsiteX12" fmla="*/ 45241 w 118022"/>
                <a:gd name="connsiteY12" fmla="*/ 5043 h 102306"/>
                <a:gd name="connsiteX13" fmla="*/ 58039 w 118022"/>
                <a:gd name="connsiteY13" fmla="*/ 20175 h 102306"/>
                <a:gd name="connsiteX14" fmla="*/ 45241 w 118022"/>
                <a:gd name="connsiteY14" fmla="*/ 73925 h 102306"/>
                <a:gd name="connsiteX15" fmla="*/ 22727 w 118022"/>
                <a:gd name="connsiteY15" fmla="*/ 97413 h 102306"/>
                <a:gd name="connsiteX16" fmla="*/ 10877 w 118022"/>
                <a:gd name="connsiteY16" fmla="*/ 94477 h 102306"/>
                <a:gd name="connsiteX17" fmla="*/ 22016 w 118022"/>
                <a:gd name="connsiteY17" fmla="*/ 82281 h 102306"/>
                <a:gd name="connsiteX18" fmla="*/ 13247 w 118022"/>
                <a:gd name="connsiteY18" fmla="*/ 74377 h 102306"/>
                <a:gd name="connsiteX19" fmla="*/ 213 w 118022"/>
                <a:gd name="connsiteY19" fmla="*/ 87476 h 102306"/>
                <a:gd name="connsiteX20" fmla="*/ 22490 w 118022"/>
                <a:gd name="connsiteY20" fmla="*/ 102381 h 102306"/>
                <a:gd name="connsiteX21" fmla="*/ 47374 w 118022"/>
                <a:gd name="connsiteY21" fmla="*/ 85217 h 102306"/>
                <a:gd name="connsiteX22" fmla="*/ 72969 w 118022"/>
                <a:gd name="connsiteY22" fmla="*/ 102381 h 102306"/>
                <a:gd name="connsiteX23" fmla="*/ 110888 w 118022"/>
                <a:gd name="connsiteY23" fmla="*/ 67602 h 102306"/>
                <a:gd name="connsiteX24" fmla="*/ 108044 w 118022"/>
                <a:gd name="connsiteY24" fmla="*/ 65343 h 102306"/>
                <a:gd name="connsiteX25" fmla="*/ 104963 w 118022"/>
                <a:gd name="connsiteY25" fmla="*/ 67827 h 102306"/>
                <a:gd name="connsiteX26" fmla="*/ 73443 w 118022"/>
                <a:gd name="connsiteY26" fmla="*/ 97413 h 102306"/>
                <a:gd name="connsiteX27" fmla="*/ 60409 w 118022"/>
                <a:gd name="connsiteY27" fmla="*/ 82507 h 102306"/>
                <a:gd name="connsiteX28" fmla="*/ 64438 w 118022"/>
                <a:gd name="connsiteY28" fmla="*/ 62633 h 102306"/>
                <a:gd name="connsiteX29" fmla="*/ 72495 w 118022"/>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022" h="102306">
                  <a:moveTo>
                    <a:pt x="72495" y="31693"/>
                  </a:moveTo>
                  <a:cubicBezTo>
                    <a:pt x="73917" y="25821"/>
                    <a:pt x="79368" y="5043"/>
                    <a:pt x="95958" y="5043"/>
                  </a:cubicBezTo>
                  <a:cubicBezTo>
                    <a:pt x="97142" y="5043"/>
                    <a:pt x="102830" y="5043"/>
                    <a:pt x="107807" y="7979"/>
                  </a:cubicBezTo>
                  <a:cubicBezTo>
                    <a:pt x="101171" y="9108"/>
                    <a:pt x="96431" y="14754"/>
                    <a:pt x="96431" y="20175"/>
                  </a:cubicBezTo>
                  <a:cubicBezTo>
                    <a:pt x="96431" y="23788"/>
                    <a:pt x="99038" y="28079"/>
                    <a:pt x="105437" y="28079"/>
                  </a:cubicBezTo>
                  <a:cubicBezTo>
                    <a:pt x="110651" y="28079"/>
                    <a:pt x="118235" y="24014"/>
                    <a:pt x="118235" y="14980"/>
                  </a:cubicBezTo>
                  <a:cubicBezTo>
                    <a:pt x="118235" y="3237"/>
                    <a:pt x="104252" y="75"/>
                    <a:pt x="96195" y="75"/>
                  </a:cubicBezTo>
                  <a:cubicBezTo>
                    <a:pt x="82449" y="75"/>
                    <a:pt x="74154" y="12044"/>
                    <a:pt x="71310" y="17239"/>
                  </a:cubicBezTo>
                  <a:cubicBezTo>
                    <a:pt x="65386" y="2333"/>
                    <a:pt x="52588" y="75"/>
                    <a:pt x="45715" y="75"/>
                  </a:cubicBezTo>
                  <a:cubicBezTo>
                    <a:pt x="21068" y="75"/>
                    <a:pt x="7559" y="29208"/>
                    <a:pt x="7559" y="34854"/>
                  </a:cubicBezTo>
                  <a:cubicBezTo>
                    <a:pt x="7559" y="37113"/>
                    <a:pt x="9929" y="37113"/>
                    <a:pt x="10403" y="37113"/>
                  </a:cubicBezTo>
                  <a:cubicBezTo>
                    <a:pt x="12299" y="37113"/>
                    <a:pt x="13010" y="36661"/>
                    <a:pt x="13484" y="34629"/>
                  </a:cubicBezTo>
                  <a:cubicBezTo>
                    <a:pt x="21542" y="10689"/>
                    <a:pt x="37183" y="5043"/>
                    <a:pt x="45241" y="5043"/>
                  </a:cubicBezTo>
                  <a:cubicBezTo>
                    <a:pt x="49744" y="5043"/>
                    <a:pt x="58039" y="7076"/>
                    <a:pt x="58039" y="20175"/>
                  </a:cubicBezTo>
                  <a:cubicBezTo>
                    <a:pt x="58039" y="27176"/>
                    <a:pt x="54010" y="42307"/>
                    <a:pt x="45241" y="73925"/>
                  </a:cubicBezTo>
                  <a:cubicBezTo>
                    <a:pt x="41449" y="87927"/>
                    <a:pt x="33155" y="97413"/>
                    <a:pt x="22727" y="97413"/>
                  </a:cubicBezTo>
                  <a:cubicBezTo>
                    <a:pt x="21305" y="97413"/>
                    <a:pt x="15854" y="97413"/>
                    <a:pt x="10877" y="94477"/>
                  </a:cubicBezTo>
                  <a:cubicBezTo>
                    <a:pt x="16802" y="93348"/>
                    <a:pt x="22016" y="88605"/>
                    <a:pt x="22016" y="82281"/>
                  </a:cubicBezTo>
                  <a:cubicBezTo>
                    <a:pt x="22016" y="76184"/>
                    <a:pt x="16802" y="74377"/>
                    <a:pt x="13247" y="74377"/>
                  </a:cubicBezTo>
                  <a:cubicBezTo>
                    <a:pt x="6137" y="74377"/>
                    <a:pt x="213" y="80249"/>
                    <a:pt x="213" y="87476"/>
                  </a:cubicBezTo>
                  <a:cubicBezTo>
                    <a:pt x="213" y="97864"/>
                    <a:pt x="12062" y="102381"/>
                    <a:pt x="22490" y="102381"/>
                  </a:cubicBezTo>
                  <a:cubicBezTo>
                    <a:pt x="38131" y="102381"/>
                    <a:pt x="46663" y="86572"/>
                    <a:pt x="47374" y="85217"/>
                  </a:cubicBezTo>
                  <a:cubicBezTo>
                    <a:pt x="50218" y="93573"/>
                    <a:pt x="58750" y="102381"/>
                    <a:pt x="72969" y="102381"/>
                  </a:cubicBezTo>
                  <a:cubicBezTo>
                    <a:pt x="97379" y="102381"/>
                    <a:pt x="110888" y="73248"/>
                    <a:pt x="110888" y="67602"/>
                  </a:cubicBezTo>
                  <a:cubicBezTo>
                    <a:pt x="110888" y="65343"/>
                    <a:pt x="108755" y="65343"/>
                    <a:pt x="108044" y="65343"/>
                  </a:cubicBezTo>
                  <a:cubicBezTo>
                    <a:pt x="105911" y="65343"/>
                    <a:pt x="105437" y="66246"/>
                    <a:pt x="104963" y="67827"/>
                  </a:cubicBezTo>
                  <a:cubicBezTo>
                    <a:pt x="97142" y="91993"/>
                    <a:pt x="81027" y="97413"/>
                    <a:pt x="73443" y="97413"/>
                  </a:cubicBezTo>
                  <a:cubicBezTo>
                    <a:pt x="64201" y="97413"/>
                    <a:pt x="60409" y="90186"/>
                    <a:pt x="60409" y="82507"/>
                  </a:cubicBezTo>
                  <a:cubicBezTo>
                    <a:pt x="60409" y="77539"/>
                    <a:pt x="61831" y="72570"/>
                    <a:pt x="64438" y="62633"/>
                  </a:cubicBezTo>
                  <a:lnTo>
                    <a:pt x="72495" y="31693"/>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8" name="Freeform: Shape 287">
              <a:extLst>
                <a:ext uri="{FF2B5EF4-FFF2-40B4-BE49-F238E27FC236}">
                  <a16:creationId xmlns:a16="http://schemas.microsoft.com/office/drawing/2014/main" id="{066403BD-5250-2293-4581-18110225CB55}"/>
                </a:ext>
              </a:extLst>
            </p:cNvPr>
            <p:cNvSpPr/>
            <p:nvPr>
              <p:custDataLst>
                <p:tags r:id="rId49"/>
              </p:custDataLst>
            </p:nvPr>
          </p:nvSpPr>
          <p:spPr>
            <a:xfrm>
              <a:off x="13000485" y="2794780"/>
              <a:ext cx="144802" cy="174576"/>
            </a:xfrm>
            <a:custGeom>
              <a:avLst/>
              <a:gdLst>
                <a:gd name="connsiteX0" fmla="*/ 140521 w 144802"/>
                <a:gd name="connsiteY0" fmla="*/ 9560 h 174576"/>
                <a:gd name="connsiteX1" fmla="*/ 145023 w 144802"/>
                <a:gd name="connsiteY1" fmla="*/ 4592 h 174576"/>
                <a:gd name="connsiteX2" fmla="*/ 140284 w 144802"/>
                <a:gd name="connsiteY2" fmla="*/ 75 h 174576"/>
                <a:gd name="connsiteX3" fmla="*/ 136018 w 144802"/>
                <a:gd name="connsiteY3" fmla="*/ 1430 h 174576"/>
                <a:gd name="connsiteX4" fmla="*/ 4961 w 144802"/>
                <a:gd name="connsiteY4" fmla="*/ 60375 h 174576"/>
                <a:gd name="connsiteX5" fmla="*/ 221 w 144802"/>
                <a:gd name="connsiteY5" fmla="*/ 65569 h 174576"/>
                <a:gd name="connsiteX6" fmla="*/ 4961 w 144802"/>
                <a:gd name="connsiteY6" fmla="*/ 70537 h 174576"/>
                <a:gd name="connsiteX7" fmla="*/ 136018 w 144802"/>
                <a:gd name="connsiteY7" fmla="*/ 129256 h 174576"/>
                <a:gd name="connsiteX8" fmla="*/ 140284 w 144802"/>
                <a:gd name="connsiteY8" fmla="*/ 130837 h 174576"/>
                <a:gd name="connsiteX9" fmla="*/ 145023 w 144802"/>
                <a:gd name="connsiteY9" fmla="*/ 126321 h 174576"/>
                <a:gd name="connsiteX10" fmla="*/ 140047 w 144802"/>
                <a:gd name="connsiteY10" fmla="*/ 121126 h 174576"/>
                <a:gd name="connsiteX11" fmla="*/ 16100 w 144802"/>
                <a:gd name="connsiteY11" fmla="*/ 65569 h 174576"/>
                <a:gd name="connsiteX12" fmla="*/ 140521 w 144802"/>
                <a:gd name="connsiteY12" fmla="*/ 9560 h 174576"/>
                <a:gd name="connsiteX13" fmla="*/ 136729 w 144802"/>
                <a:gd name="connsiteY13" fmla="*/ 174651 h 174576"/>
                <a:gd name="connsiteX14" fmla="*/ 145023 w 144802"/>
                <a:gd name="connsiteY14" fmla="*/ 170134 h 174576"/>
                <a:gd name="connsiteX15" fmla="*/ 136492 w 144802"/>
                <a:gd name="connsiteY15" fmla="*/ 165617 h 174576"/>
                <a:gd name="connsiteX16" fmla="*/ 8753 w 144802"/>
                <a:gd name="connsiteY16" fmla="*/ 165617 h 174576"/>
                <a:gd name="connsiteX17" fmla="*/ 221 w 144802"/>
                <a:gd name="connsiteY17" fmla="*/ 170134 h 174576"/>
                <a:gd name="connsiteX18" fmla="*/ 8516 w 144802"/>
                <a:gd name="connsiteY18" fmla="*/ 174651 h 174576"/>
                <a:gd name="connsiteX19" fmla="*/ 136729 w 144802"/>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4802" h="174576">
                  <a:moveTo>
                    <a:pt x="140521" y="9560"/>
                  </a:moveTo>
                  <a:cubicBezTo>
                    <a:pt x="143127" y="8431"/>
                    <a:pt x="145023" y="7302"/>
                    <a:pt x="145023" y="4592"/>
                  </a:cubicBezTo>
                  <a:cubicBezTo>
                    <a:pt x="145023" y="2107"/>
                    <a:pt x="143127" y="75"/>
                    <a:pt x="140284" y="75"/>
                  </a:cubicBezTo>
                  <a:cubicBezTo>
                    <a:pt x="139099" y="75"/>
                    <a:pt x="136966" y="978"/>
                    <a:pt x="136018" y="1430"/>
                  </a:cubicBezTo>
                  <a:lnTo>
                    <a:pt x="4961" y="60375"/>
                  </a:lnTo>
                  <a:cubicBezTo>
                    <a:pt x="932" y="62181"/>
                    <a:pt x="221" y="63762"/>
                    <a:pt x="221" y="65569"/>
                  </a:cubicBezTo>
                  <a:cubicBezTo>
                    <a:pt x="221" y="67602"/>
                    <a:pt x="1643" y="69182"/>
                    <a:pt x="4961" y="70537"/>
                  </a:cubicBezTo>
                  <a:lnTo>
                    <a:pt x="136018" y="129256"/>
                  </a:lnTo>
                  <a:cubicBezTo>
                    <a:pt x="139099" y="130837"/>
                    <a:pt x="139573" y="130837"/>
                    <a:pt x="140284" y="130837"/>
                  </a:cubicBezTo>
                  <a:cubicBezTo>
                    <a:pt x="142890" y="130837"/>
                    <a:pt x="145023" y="128805"/>
                    <a:pt x="145023" y="126321"/>
                  </a:cubicBezTo>
                  <a:cubicBezTo>
                    <a:pt x="145023" y="124288"/>
                    <a:pt x="144075" y="122933"/>
                    <a:pt x="140047" y="121126"/>
                  </a:cubicBezTo>
                  <a:lnTo>
                    <a:pt x="16100" y="65569"/>
                  </a:lnTo>
                  <a:lnTo>
                    <a:pt x="140521" y="9560"/>
                  </a:lnTo>
                  <a:close/>
                  <a:moveTo>
                    <a:pt x="136729" y="174651"/>
                  </a:moveTo>
                  <a:cubicBezTo>
                    <a:pt x="140758" y="174651"/>
                    <a:pt x="145023" y="174651"/>
                    <a:pt x="145023" y="170134"/>
                  </a:cubicBezTo>
                  <a:cubicBezTo>
                    <a:pt x="145023" y="165617"/>
                    <a:pt x="140047" y="165617"/>
                    <a:pt x="136492" y="165617"/>
                  </a:cubicBezTo>
                  <a:lnTo>
                    <a:pt x="8753" y="165617"/>
                  </a:lnTo>
                  <a:cubicBezTo>
                    <a:pt x="5198" y="165617"/>
                    <a:pt x="221" y="165617"/>
                    <a:pt x="221" y="170134"/>
                  </a:cubicBezTo>
                  <a:cubicBezTo>
                    <a:pt x="221" y="174651"/>
                    <a:pt x="4487" y="174651"/>
                    <a:pt x="8516" y="174651"/>
                  </a:cubicBezTo>
                  <a:lnTo>
                    <a:pt x="136729" y="174651"/>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89" name="Freeform: Shape 288">
              <a:extLst>
                <a:ext uri="{FF2B5EF4-FFF2-40B4-BE49-F238E27FC236}">
                  <a16:creationId xmlns:a16="http://schemas.microsoft.com/office/drawing/2014/main" id="{F10340D9-D6E6-641C-44A1-1AA69B5F2500}"/>
                </a:ext>
              </a:extLst>
            </p:cNvPr>
            <p:cNvSpPr/>
            <p:nvPr>
              <p:custDataLst>
                <p:tags r:id="rId50"/>
              </p:custDataLst>
            </p:nvPr>
          </p:nvSpPr>
          <p:spPr>
            <a:xfrm>
              <a:off x="13242111" y="2841078"/>
              <a:ext cx="77970" cy="99822"/>
            </a:xfrm>
            <a:custGeom>
              <a:avLst/>
              <a:gdLst>
                <a:gd name="connsiteX0" fmla="*/ 59717 w 77970"/>
                <a:gd name="connsiteY0" fmla="*/ 46372 h 99822"/>
                <a:gd name="connsiteX1" fmla="*/ 67774 w 77970"/>
                <a:gd name="connsiteY1" fmla="*/ 42533 h 99822"/>
                <a:gd name="connsiteX2" fmla="*/ 60902 w 77970"/>
                <a:gd name="connsiteY2" fmla="*/ 39371 h 99822"/>
                <a:gd name="connsiteX3" fmla="*/ 22509 w 77970"/>
                <a:gd name="connsiteY3" fmla="*/ 39371 h 99822"/>
                <a:gd name="connsiteX4" fmla="*/ 63035 w 77970"/>
                <a:gd name="connsiteY4" fmla="*/ 7076 h 99822"/>
                <a:gd name="connsiteX5" fmla="*/ 70381 w 77970"/>
                <a:gd name="connsiteY5" fmla="*/ 7076 h 99822"/>
                <a:gd name="connsiteX6" fmla="*/ 78202 w 77970"/>
                <a:gd name="connsiteY6" fmla="*/ 3237 h 99822"/>
                <a:gd name="connsiteX7" fmla="*/ 71092 w 77970"/>
                <a:gd name="connsiteY7" fmla="*/ 75 h 99822"/>
                <a:gd name="connsiteX8" fmla="*/ 62798 w 77970"/>
                <a:gd name="connsiteY8" fmla="*/ 75 h 99822"/>
                <a:gd name="connsiteX9" fmla="*/ 232 w 77970"/>
                <a:gd name="connsiteY9" fmla="*/ 57213 h 99822"/>
                <a:gd name="connsiteX10" fmla="*/ 43127 w 77970"/>
                <a:gd name="connsiteY10" fmla="*/ 99897 h 99822"/>
                <a:gd name="connsiteX11" fmla="*/ 73936 w 77970"/>
                <a:gd name="connsiteY11" fmla="*/ 88379 h 99822"/>
                <a:gd name="connsiteX12" fmla="*/ 71566 w 77970"/>
                <a:gd name="connsiteY12" fmla="*/ 85217 h 99822"/>
                <a:gd name="connsiteX13" fmla="*/ 68485 w 77970"/>
                <a:gd name="connsiteY13" fmla="*/ 86572 h 99822"/>
                <a:gd name="connsiteX14" fmla="*/ 43601 w 77970"/>
                <a:gd name="connsiteY14" fmla="*/ 94928 h 99822"/>
                <a:gd name="connsiteX15" fmla="*/ 18006 w 77970"/>
                <a:gd name="connsiteY15" fmla="*/ 65569 h 99822"/>
                <a:gd name="connsiteX16" fmla="*/ 20613 w 77970"/>
                <a:gd name="connsiteY16" fmla="*/ 46372 h 99822"/>
                <a:gd name="connsiteX17" fmla="*/ 59717 w 77970"/>
                <a:gd name="connsiteY17" fmla="*/ 46372 h 9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7970" h="99822">
                  <a:moveTo>
                    <a:pt x="59717" y="46372"/>
                  </a:moveTo>
                  <a:cubicBezTo>
                    <a:pt x="63509" y="46372"/>
                    <a:pt x="67774" y="46372"/>
                    <a:pt x="67774" y="42533"/>
                  </a:cubicBezTo>
                  <a:cubicBezTo>
                    <a:pt x="67774" y="39371"/>
                    <a:pt x="64931" y="39371"/>
                    <a:pt x="60902" y="39371"/>
                  </a:cubicBezTo>
                  <a:lnTo>
                    <a:pt x="22509" y="39371"/>
                  </a:lnTo>
                  <a:cubicBezTo>
                    <a:pt x="28197" y="20175"/>
                    <a:pt x="41468" y="7076"/>
                    <a:pt x="63035" y="7076"/>
                  </a:cubicBezTo>
                  <a:lnTo>
                    <a:pt x="70381" y="7076"/>
                  </a:lnTo>
                  <a:cubicBezTo>
                    <a:pt x="74410" y="7076"/>
                    <a:pt x="78202" y="7076"/>
                    <a:pt x="78202" y="3237"/>
                  </a:cubicBezTo>
                  <a:cubicBezTo>
                    <a:pt x="78202" y="75"/>
                    <a:pt x="75121" y="75"/>
                    <a:pt x="71092" y="75"/>
                  </a:cubicBezTo>
                  <a:lnTo>
                    <a:pt x="62798" y="75"/>
                  </a:lnTo>
                  <a:cubicBezTo>
                    <a:pt x="31989" y="75"/>
                    <a:pt x="232" y="22659"/>
                    <a:pt x="232" y="57213"/>
                  </a:cubicBezTo>
                  <a:cubicBezTo>
                    <a:pt x="232" y="82055"/>
                    <a:pt x="18006" y="99897"/>
                    <a:pt x="43127" y="99897"/>
                  </a:cubicBezTo>
                  <a:cubicBezTo>
                    <a:pt x="58532" y="99897"/>
                    <a:pt x="73936" y="90863"/>
                    <a:pt x="73936" y="88379"/>
                  </a:cubicBezTo>
                  <a:cubicBezTo>
                    <a:pt x="73936" y="87701"/>
                    <a:pt x="73699" y="85217"/>
                    <a:pt x="71566" y="85217"/>
                  </a:cubicBezTo>
                  <a:cubicBezTo>
                    <a:pt x="71092" y="85217"/>
                    <a:pt x="70618" y="85217"/>
                    <a:pt x="68485" y="86572"/>
                  </a:cubicBezTo>
                  <a:cubicBezTo>
                    <a:pt x="61139" y="91089"/>
                    <a:pt x="52370" y="94928"/>
                    <a:pt x="43601" y="94928"/>
                  </a:cubicBezTo>
                  <a:cubicBezTo>
                    <a:pt x="29856" y="94928"/>
                    <a:pt x="18006" y="85443"/>
                    <a:pt x="18006" y="65569"/>
                  </a:cubicBezTo>
                  <a:cubicBezTo>
                    <a:pt x="18006" y="57664"/>
                    <a:pt x="19902" y="49082"/>
                    <a:pt x="20613" y="46372"/>
                  </a:cubicBezTo>
                  <a:lnTo>
                    <a:pt x="59717" y="46372"/>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0" name="Freeform: Shape 289">
              <a:extLst>
                <a:ext uri="{FF2B5EF4-FFF2-40B4-BE49-F238E27FC236}">
                  <a16:creationId xmlns:a16="http://schemas.microsoft.com/office/drawing/2014/main" id="{8154BD6B-DBC3-B949-2F3A-75CD627141DC}"/>
                </a:ext>
              </a:extLst>
            </p:cNvPr>
            <p:cNvSpPr/>
            <p:nvPr>
              <p:custDataLst>
                <p:tags r:id="rId51"/>
              </p:custDataLst>
            </p:nvPr>
          </p:nvSpPr>
          <p:spPr>
            <a:xfrm>
              <a:off x="13412669" y="2794780"/>
              <a:ext cx="144802" cy="174576"/>
            </a:xfrm>
            <a:custGeom>
              <a:avLst/>
              <a:gdLst>
                <a:gd name="connsiteX0" fmla="*/ 140538 w 144802"/>
                <a:gd name="connsiteY0" fmla="*/ 9560 h 174576"/>
                <a:gd name="connsiteX1" fmla="*/ 145041 w 144802"/>
                <a:gd name="connsiteY1" fmla="*/ 4592 h 174576"/>
                <a:gd name="connsiteX2" fmla="*/ 140301 w 144802"/>
                <a:gd name="connsiteY2" fmla="*/ 75 h 174576"/>
                <a:gd name="connsiteX3" fmla="*/ 136035 w 144802"/>
                <a:gd name="connsiteY3" fmla="*/ 1430 h 174576"/>
                <a:gd name="connsiteX4" fmla="*/ 4978 w 144802"/>
                <a:gd name="connsiteY4" fmla="*/ 60375 h 174576"/>
                <a:gd name="connsiteX5" fmla="*/ 238 w 144802"/>
                <a:gd name="connsiteY5" fmla="*/ 65569 h 174576"/>
                <a:gd name="connsiteX6" fmla="*/ 4978 w 144802"/>
                <a:gd name="connsiteY6" fmla="*/ 70537 h 174576"/>
                <a:gd name="connsiteX7" fmla="*/ 136035 w 144802"/>
                <a:gd name="connsiteY7" fmla="*/ 129256 h 174576"/>
                <a:gd name="connsiteX8" fmla="*/ 140301 w 144802"/>
                <a:gd name="connsiteY8" fmla="*/ 130837 h 174576"/>
                <a:gd name="connsiteX9" fmla="*/ 145041 w 144802"/>
                <a:gd name="connsiteY9" fmla="*/ 126321 h 174576"/>
                <a:gd name="connsiteX10" fmla="*/ 140064 w 144802"/>
                <a:gd name="connsiteY10" fmla="*/ 121126 h 174576"/>
                <a:gd name="connsiteX11" fmla="*/ 16117 w 144802"/>
                <a:gd name="connsiteY11" fmla="*/ 65569 h 174576"/>
                <a:gd name="connsiteX12" fmla="*/ 140538 w 144802"/>
                <a:gd name="connsiteY12" fmla="*/ 9560 h 174576"/>
                <a:gd name="connsiteX13" fmla="*/ 136746 w 144802"/>
                <a:gd name="connsiteY13" fmla="*/ 174651 h 174576"/>
                <a:gd name="connsiteX14" fmla="*/ 145041 w 144802"/>
                <a:gd name="connsiteY14" fmla="*/ 170134 h 174576"/>
                <a:gd name="connsiteX15" fmla="*/ 136509 w 144802"/>
                <a:gd name="connsiteY15" fmla="*/ 165617 h 174576"/>
                <a:gd name="connsiteX16" fmla="*/ 8770 w 144802"/>
                <a:gd name="connsiteY16" fmla="*/ 165617 h 174576"/>
                <a:gd name="connsiteX17" fmla="*/ 238 w 144802"/>
                <a:gd name="connsiteY17" fmla="*/ 170134 h 174576"/>
                <a:gd name="connsiteX18" fmla="*/ 8533 w 144802"/>
                <a:gd name="connsiteY18" fmla="*/ 174651 h 174576"/>
                <a:gd name="connsiteX19" fmla="*/ 136746 w 144802"/>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4802" h="174576">
                  <a:moveTo>
                    <a:pt x="140538" y="9560"/>
                  </a:moveTo>
                  <a:cubicBezTo>
                    <a:pt x="143145" y="8431"/>
                    <a:pt x="145041" y="7302"/>
                    <a:pt x="145041" y="4592"/>
                  </a:cubicBezTo>
                  <a:cubicBezTo>
                    <a:pt x="145041" y="2107"/>
                    <a:pt x="143145" y="75"/>
                    <a:pt x="140301" y="75"/>
                  </a:cubicBezTo>
                  <a:cubicBezTo>
                    <a:pt x="139116" y="75"/>
                    <a:pt x="136983" y="978"/>
                    <a:pt x="136035" y="1430"/>
                  </a:cubicBezTo>
                  <a:lnTo>
                    <a:pt x="4978" y="60375"/>
                  </a:lnTo>
                  <a:cubicBezTo>
                    <a:pt x="949" y="62181"/>
                    <a:pt x="238" y="63762"/>
                    <a:pt x="238" y="65569"/>
                  </a:cubicBezTo>
                  <a:cubicBezTo>
                    <a:pt x="238" y="67602"/>
                    <a:pt x="1660" y="69182"/>
                    <a:pt x="4978" y="70537"/>
                  </a:cubicBezTo>
                  <a:lnTo>
                    <a:pt x="136035" y="129256"/>
                  </a:lnTo>
                  <a:cubicBezTo>
                    <a:pt x="139116" y="130837"/>
                    <a:pt x="139590" y="130837"/>
                    <a:pt x="140301" y="130837"/>
                  </a:cubicBezTo>
                  <a:cubicBezTo>
                    <a:pt x="142908" y="130837"/>
                    <a:pt x="145041" y="128805"/>
                    <a:pt x="145041" y="126321"/>
                  </a:cubicBezTo>
                  <a:cubicBezTo>
                    <a:pt x="145041" y="124288"/>
                    <a:pt x="144093" y="122933"/>
                    <a:pt x="140064" y="121126"/>
                  </a:cubicBezTo>
                  <a:lnTo>
                    <a:pt x="16117" y="65569"/>
                  </a:lnTo>
                  <a:lnTo>
                    <a:pt x="140538" y="9560"/>
                  </a:lnTo>
                  <a:close/>
                  <a:moveTo>
                    <a:pt x="136746" y="174651"/>
                  </a:moveTo>
                  <a:cubicBezTo>
                    <a:pt x="140775" y="174651"/>
                    <a:pt x="145041" y="174651"/>
                    <a:pt x="145041" y="170134"/>
                  </a:cubicBezTo>
                  <a:cubicBezTo>
                    <a:pt x="145041" y="165617"/>
                    <a:pt x="140064" y="165617"/>
                    <a:pt x="136509" y="165617"/>
                  </a:cubicBezTo>
                  <a:lnTo>
                    <a:pt x="8770" y="165617"/>
                  </a:lnTo>
                  <a:cubicBezTo>
                    <a:pt x="5215" y="165617"/>
                    <a:pt x="238" y="165617"/>
                    <a:pt x="238" y="170134"/>
                  </a:cubicBezTo>
                  <a:cubicBezTo>
                    <a:pt x="238" y="174651"/>
                    <a:pt x="4504" y="174651"/>
                    <a:pt x="8533" y="174651"/>
                  </a:cubicBezTo>
                  <a:lnTo>
                    <a:pt x="136746" y="174651"/>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1" name="Freeform: Shape 290">
              <a:extLst>
                <a:ext uri="{FF2B5EF4-FFF2-40B4-BE49-F238E27FC236}">
                  <a16:creationId xmlns:a16="http://schemas.microsoft.com/office/drawing/2014/main" id="{7CA10146-C3F3-F2D8-259B-9FA8C0015650}"/>
                </a:ext>
              </a:extLst>
            </p:cNvPr>
            <p:cNvSpPr/>
            <p:nvPr>
              <p:custDataLst>
                <p:tags r:id="rId52"/>
              </p:custDataLst>
            </p:nvPr>
          </p:nvSpPr>
          <p:spPr>
            <a:xfrm>
              <a:off x="13650266" y="2838594"/>
              <a:ext cx="128449" cy="148604"/>
            </a:xfrm>
            <a:custGeom>
              <a:avLst/>
              <a:gdLst>
                <a:gd name="connsiteX0" fmla="*/ 47884 w 128449"/>
                <a:gd name="connsiteY0" fmla="*/ 20626 h 148604"/>
                <a:gd name="connsiteX1" fmla="*/ 51439 w 128449"/>
                <a:gd name="connsiteY1" fmla="*/ 6172 h 148604"/>
                <a:gd name="connsiteX2" fmla="*/ 44567 w 128449"/>
                <a:gd name="connsiteY2" fmla="*/ 75 h 148604"/>
                <a:gd name="connsiteX3" fmla="*/ 35087 w 128449"/>
                <a:gd name="connsiteY3" fmla="*/ 8205 h 148604"/>
                <a:gd name="connsiteX4" fmla="*/ 960 w 128449"/>
                <a:gd name="connsiteY4" fmla="*/ 138968 h 148604"/>
                <a:gd name="connsiteX5" fmla="*/ 249 w 128449"/>
                <a:gd name="connsiteY5" fmla="*/ 142581 h 148604"/>
                <a:gd name="connsiteX6" fmla="*/ 6885 w 128449"/>
                <a:gd name="connsiteY6" fmla="*/ 148679 h 148604"/>
                <a:gd name="connsiteX7" fmla="*/ 15179 w 128449"/>
                <a:gd name="connsiteY7" fmla="*/ 143936 h 148604"/>
                <a:gd name="connsiteX8" fmla="*/ 28214 w 128449"/>
                <a:gd name="connsiteY8" fmla="*/ 95380 h 148604"/>
                <a:gd name="connsiteX9" fmla="*/ 51202 w 128449"/>
                <a:gd name="connsiteY9" fmla="*/ 102381 h 148604"/>
                <a:gd name="connsiteX10" fmla="*/ 82722 w 128449"/>
                <a:gd name="connsiteY10" fmla="*/ 85895 h 148604"/>
                <a:gd name="connsiteX11" fmla="*/ 104052 w 128449"/>
                <a:gd name="connsiteY11" fmla="*/ 102381 h 148604"/>
                <a:gd name="connsiteX12" fmla="*/ 121589 w 128449"/>
                <a:gd name="connsiteY12" fmla="*/ 89960 h 148604"/>
                <a:gd name="connsiteX13" fmla="*/ 128699 w 128449"/>
                <a:gd name="connsiteY13" fmla="*/ 67602 h 148604"/>
                <a:gd name="connsiteX14" fmla="*/ 125855 w 128449"/>
                <a:gd name="connsiteY14" fmla="*/ 65343 h 148604"/>
                <a:gd name="connsiteX15" fmla="*/ 122537 w 128449"/>
                <a:gd name="connsiteY15" fmla="*/ 69408 h 148604"/>
                <a:gd name="connsiteX16" fmla="*/ 104526 w 128449"/>
                <a:gd name="connsiteY16" fmla="*/ 97413 h 148604"/>
                <a:gd name="connsiteX17" fmla="*/ 97416 w 128449"/>
                <a:gd name="connsiteY17" fmla="*/ 87024 h 148604"/>
                <a:gd name="connsiteX18" fmla="*/ 102156 w 128449"/>
                <a:gd name="connsiteY18" fmla="*/ 63536 h 148604"/>
                <a:gd name="connsiteX19" fmla="*/ 108791 w 128449"/>
                <a:gd name="connsiteY19" fmla="*/ 39145 h 148604"/>
                <a:gd name="connsiteX20" fmla="*/ 112820 w 128449"/>
                <a:gd name="connsiteY20" fmla="*/ 23788 h 148604"/>
                <a:gd name="connsiteX21" fmla="*/ 116375 w 128449"/>
                <a:gd name="connsiteY21" fmla="*/ 8657 h 148604"/>
                <a:gd name="connsiteX22" fmla="*/ 109502 w 128449"/>
                <a:gd name="connsiteY22" fmla="*/ 2559 h 148604"/>
                <a:gd name="connsiteX23" fmla="*/ 100260 w 128449"/>
                <a:gd name="connsiteY23" fmla="*/ 10463 h 148604"/>
                <a:gd name="connsiteX24" fmla="*/ 89121 w 128449"/>
                <a:gd name="connsiteY24" fmla="*/ 52696 h 148604"/>
                <a:gd name="connsiteX25" fmla="*/ 82959 w 128449"/>
                <a:gd name="connsiteY25" fmla="*/ 75732 h 148604"/>
                <a:gd name="connsiteX26" fmla="*/ 52150 w 128449"/>
                <a:gd name="connsiteY26" fmla="*/ 97413 h 148604"/>
                <a:gd name="connsiteX27" fmla="*/ 34613 w 128449"/>
                <a:gd name="connsiteY27" fmla="*/ 77764 h 148604"/>
                <a:gd name="connsiteX28" fmla="*/ 37931 w 128449"/>
                <a:gd name="connsiteY28" fmla="*/ 58568 h 148604"/>
                <a:gd name="connsiteX29" fmla="*/ 47884 w 128449"/>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449" h="148604">
                  <a:moveTo>
                    <a:pt x="47884" y="20626"/>
                  </a:moveTo>
                  <a:cubicBezTo>
                    <a:pt x="49069" y="15884"/>
                    <a:pt x="51439" y="7302"/>
                    <a:pt x="51439" y="6172"/>
                  </a:cubicBezTo>
                  <a:cubicBezTo>
                    <a:pt x="51439" y="2333"/>
                    <a:pt x="48595" y="75"/>
                    <a:pt x="44567" y="75"/>
                  </a:cubicBezTo>
                  <a:cubicBezTo>
                    <a:pt x="43856" y="75"/>
                    <a:pt x="37220" y="301"/>
                    <a:pt x="35087" y="8205"/>
                  </a:cubicBezTo>
                  <a:lnTo>
                    <a:pt x="960" y="138968"/>
                  </a:lnTo>
                  <a:cubicBezTo>
                    <a:pt x="249" y="141678"/>
                    <a:pt x="249" y="142129"/>
                    <a:pt x="249" y="142581"/>
                  </a:cubicBezTo>
                  <a:cubicBezTo>
                    <a:pt x="249" y="145969"/>
                    <a:pt x="2856" y="148679"/>
                    <a:pt x="6885" y="148679"/>
                  </a:cubicBezTo>
                  <a:cubicBezTo>
                    <a:pt x="11862" y="148679"/>
                    <a:pt x="14705" y="144614"/>
                    <a:pt x="15179" y="143936"/>
                  </a:cubicBezTo>
                  <a:cubicBezTo>
                    <a:pt x="16127" y="141904"/>
                    <a:pt x="19208" y="130160"/>
                    <a:pt x="28214" y="95380"/>
                  </a:cubicBezTo>
                  <a:cubicBezTo>
                    <a:pt x="35798" y="101478"/>
                    <a:pt x="46462" y="102381"/>
                    <a:pt x="51202" y="102381"/>
                  </a:cubicBezTo>
                  <a:cubicBezTo>
                    <a:pt x="67792" y="102381"/>
                    <a:pt x="77034" y="92218"/>
                    <a:pt x="82722" y="85895"/>
                  </a:cubicBezTo>
                  <a:cubicBezTo>
                    <a:pt x="84855" y="96058"/>
                    <a:pt x="93624" y="102381"/>
                    <a:pt x="104052" y="102381"/>
                  </a:cubicBezTo>
                  <a:cubicBezTo>
                    <a:pt x="112346" y="102381"/>
                    <a:pt x="117797" y="97187"/>
                    <a:pt x="121589" y="89960"/>
                  </a:cubicBezTo>
                  <a:cubicBezTo>
                    <a:pt x="125618" y="81830"/>
                    <a:pt x="128699" y="68053"/>
                    <a:pt x="128699" y="67602"/>
                  </a:cubicBezTo>
                  <a:cubicBezTo>
                    <a:pt x="128699" y="65343"/>
                    <a:pt x="126566" y="65343"/>
                    <a:pt x="125855" y="65343"/>
                  </a:cubicBezTo>
                  <a:cubicBezTo>
                    <a:pt x="123485" y="65343"/>
                    <a:pt x="123248" y="66246"/>
                    <a:pt x="122537" y="69408"/>
                  </a:cubicBezTo>
                  <a:cubicBezTo>
                    <a:pt x="118508" y="84088"/>
                    <a:pt x="114242" y="97413"/>
                    <a:pt x="104526" y="97413"/>
                  </a:cubicBezTo>
                  <a:cubicBezTo>
                    <a:pt x="98127" y="97413"/>
                    <a:pt x="97416" y="91541"/>
                    <a:pt x="97416" y="87024"/>
                  </a:cubicBezTo>
                  <a:cubicBezTo>
                    <a:pt x="97416" y="82055"/>
                    <a:pt x="100260" y="71441"/>
                    <a:pt x="102156" y="63536"/>
                  </a:cubicBezTo>
                  <a:lnTo>
                    <a:pt x="108791" y="39145"/>
                  </a:lnTo>
                  <a:cubicBezTo>
                    <a:pt x="109502" y="35758"/>
                    <a:pt x="111872" y="27176"/>
                    <a:pt x="112820" y="23788"/>
                  </a:cubicBezTo>
                  <a:cubicBezTo>
                    <a:pt x="114005" y="18594"/>
                    <a:pt x="116375" y="10012"/>
                    <a:pt x="116375" y="8657"/>
                  </a:cubicBezTo>
                  <a:cubicBezTo>
                    <a:pt x="116375" y="4592"/>
                    <a:pt x="113057" y="2559"/>
                    <a:pt x="109502" y="2559"/>
                  </a:cubicBezTo>
                  <a:cubicBezTo>
                    <a:pt x="108317" y="2559"/>
                    <a:pt x="102156" y="2785"/>
                    <a:pt x="100260" y="10463"/>
                  </a:cubicBezTo>
                  <a:lnTo>
                    <a:pt x="89121" y="52696"/>
                  </a:lnTo>
                  <a:cubicBezTo>
                    <a:pt x="86277" y="63988"/>
                    <a:pt x="83670" y="73473"/>
                    <a:pt x="82959" y="75732"/>
                  </a:cubicBezTo>
                  <a:cubicBezTo>
                    <a:pt x="82722" y="76861"/>
                    <a:pt x="71347" y="97413"/>
                    <a:pt x="52150" y="97413"/>
                  </a:cubicBezTo>
                  <a:cubicBezTo>
                    <a:pt x="40301" y="97413"/>
                    <a:pt x="34613" y="89960"/>
                    <a:pt x="34613" y="77764"/>
                  </a:cubicBezTo>
                  <a:cubicBezTo>
                    <a:pt x="34613" y="71215"/>
                    <a:pt x="36272" y="64891"/>
                    <a:pt x="37931" y="58568"/>
                  </a:cubicBezTo>
                  <a:lnTo>
                    <a:pt x="47884" y="20626"/>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2" name="Freeform: Shape 291">
              <a:extLst>
                <a:ext uri="{FF2B5EF4-FFF2-40B4-BE49-F238E27FC236}">
                  <a16:creationId xmlns:a16="http://schemas.microsoft.com/office/drawing/2014/main" id="{11BA8FE1-7F82-221D-8F5B-54DD29CDA263}"/>
                </a:ext>
              </a:extLst>
            </p:cNvPr>
            <p:cNvSpPr/>
            <p:nvPr>
              <p:custDataLst>
                <p:tags r:id="rId53"/>
              </p:custDataLst>
            </p:nvPr>
          </p:nvSpPr>
          <p:spPr>
            <a:xfrm>
              <a:off x="13804038" y="2867320"/>
              <a:ext cx="60385" cy="104971"/>
            </a:xfrm>
            <a:custGeom>
              <a:avLst/>
              <a:gdLst>
                <a:gd name="connsiteX0" fmla="*/ 37747 w 60385"/>
                <a:gd name="connsiteY0" fmla="*/ 4503 h 104971"/>
                <a:gd name="connsiteX1" fmla="*/ 32770 w 60385"/>
                <a:gd name="connsiteY1" fmla="*/ 76 h 104971"/>
                <a:gd name="connsiteX2" fmla="*/ 255 w 60385"/>
                <a:gd name="connsiteY2" fmla="*/ 10194 h 104971"/>
                <a:gd name="connsiteX3" fmla="*/ 255 w 60385"/>
                <a:gd name="connsiteY3" fmla="*/ 15885 h 104971"/>
                <a:gd name="connsiteX4" fmla="*/ 24310 w 60385"/>
                <a:gd name="connsiteY4" fmla="*/ 11459 h 104971"/>
                <a:gd name="connsiteX5" fmla="*/ 24310 w 60385"/>
                <a:gd name="connsiteY5" fmla="*/ 92084 h 104971"/>
                <a:gd name="connsiteX6" fmla="*/ 7720 w 60385"/>
                <a:gd name="connsiteY6" fmla="*/ 99356 h 104971"/>
                <a:gd name="connsiteX7" fmla="*/ 1416 w 60385"/>
                <a:gd name="connsiteY7" fmla="*/ 99356 h 104971"/>
                <a:gd name="connsiteX8" fmla="*/ 1416 w 60385"/>
                <a:gd name="connsiteY8" fmla="*/ 105048 h 104971"/>
                <a:gd name="connsiteX9" fmla="*/ 30945 w 60385"/>
                <a:gd name="connsiteY9" fmla="*/ 104415 h 104971"/>
                <a:gd name="connsiteX10" fmla="*/ 60641 w 60385"/>
                <a:gd name="connsiteY10" fmla="*/ 105048 h 104971"/>
                <a:gd name="connsiteX11" fmla="*/ 60641 w 60385"/>
                <a:gd name="connsiteY11" fmla="*/ 99356 h 104971"/>
                <a:gd name="connsiteX12" fmla="*/ 54337 w 60385"/>
                <a:gd name="connsiteY12" fmla="*/ 99356 h 104971"/>
                <a:gd name="connsiteX13" fmla="*/ 37747 w 60385"/>
                <a:gd name="connsiteY13" fmla="*/ 92084 h 104971"/>
                <a:gd name="connsiteX14" fmla="*/ 37747 w 60385"/>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385" h="104971">
                  <a:moveTo>
                    <a:pt x="37747" y="4503"/>
                  </a:moveTo>
                  <a:cubicBezTo>
                    <a:pt x="37747" y="234"/>
                    <a:pt x="37415" y="76"/>
                    <a:pt x="32770" y="76"/>
                  </a:cubicBezTo>
                  <a:cubicBezTo>
                    <a:pt x="22153" y="10036"/>
                    <a:pt x="7057" y="10194"/>
                    <a:pt x="255" y="10194"/>
                  </a:cubicBezTo>
                  <a:lnTo>
                    <a:pt x="255" y="15885"/>
                  </a:lnTo>
                  <a:cubicBezTo>
                    <a:pt x="4236" y="15885"/>
                    <a:pt x="15185" y="15885"/>
                    <a:pt x="24310" y="11459"/>
                  </a:cubicBezTo>
                  <a:lnTo>
                    <a:pt x="24310" y="92084"/>
                  </a:lnTo>
                  <a:cubicBezTo>
                    <a:pt x="24310" y="97301"/>
                    <a:pt x="24310" y="99356"/>
                    <a:pt x="7720" y="99356"/>
                  </a:cubicBezTo>
                  <a:lnTo>
                    <a:pt x="1416" y="99356"/>
                  </a:lnTo>
                  <a:lnTo>
                    <a:pt x="1416" y="105048"/>
                  </a:lnTo>
                  <a:cubicBezTo>
                    <a:pt x="4402" y="104890"/>
                    <a:pt x="24807" y="104415"/>
                    <a:pt x="30945" y="104415"/>
                  </a:cubicBezTo>
                  <a:cubicBezTo>
                    <a:pt x="36088" y="104415"/>
                    <a:pt x="56991" y="104890"/>
                    <a:pt x="60641" y="105048"/>
                  </a:cubicBezTo>
                  <a:lnTo>
                    <a:pt x="60641" y="99356"/>
                  </a:lnTo>
                  <a:lnTo>
                    <a:pt x="54337" y="99356"/>
                  </a:lnTo>
                  <a:cubicBezTo>
                    <a:pt x="37747" y="99356"/>
                    <a:pt x="37747" y="97301"/>
                    <a:pt x="37747" y="92084"/>
                  </a:cubicBezTo>
                  <a:lnTo>
                    <a:pt x="37747" y="4503"/>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3" name="Freeform: Shape 292">
              <a:extLst>
                <a:ext uri="{FF2B5EF4-FFF2-40B4-BE49-F238E27FC236}">
                  <a16:creationId xmlns:a16="http://schemas.microsoft.com/office/drawing/2014/main" id="{16785B5F-14B3-4971-AD14-C4DEC8326E7D}"/>
                </a:ext>
              </a:extLst>
            </p:cNvPr>
            <p:cNvSpPr/>
            <p:nvPr>
              <p:custDataLst>
                <p:tags r:id="rId54"/>
              </p:custDataLst>
            </p:nvPr>
          </p:nvSpPr>
          <p:spPr>
            <a:xfrm>
              <a:off x="13964607" y="2877438"/>
              <a:ext cx="144802" cy="9033"/>
            </a:xfrm>
            <a:custGeom>
              <a:avLst/>
              <a:gdLst>
                <a:gd name="connsiteX0" fmla="*/ 136769 w 144802"/>
                <a:gd name="connsiteY0" fmla="*/ 9108 h 9033"/>
                <a:gd name="connsiteX1" fmla="*/ 145064 w 144802"/>
                <a:gd name="connsiteY1" fmla="*/ 4592 h 9033"/>
                <a:gd name="connsiteX2" fmla="*/ 136769 w 144802"/>
                <a:gd name="connsiteY2" fmla="*/ 75 h 9033"/>
                <a:gd name="connsiteX3" fmla="*/ 8556 w 144802"/>
                <a:gd name="connsiteY3" fmla="*/ 75 h 9033"/>
                <a:gd name="connsiteX4" fmla="*/ 262 w 144802"/>
                <a:gd name="connsiteY4" fmla="*/ 4592 h 9033"/>
                <a:gd name="connsiteX5" fmla="*/ 8556 w 144802"/>
                <a:gd name="connsiteY5" fmla="*/ 9108 h 9033"/>
                <a:gd name="connsiteX6" fmla="*/ 136769 w 144802"/>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02" h="9033">
                  <a:moveTo>
                    <a:pt x="136769" y="9108"/>
                  </a:moveTo>
                  <a:cubicBezTo>
                    <a:pt x="140798" y="9108"/>
                    <a:pt x="145064" y="9108"/>
                    <a:pt x="145064" y="4592"/>
                  </a:cubicBezTo>
                  <a:cubicBezTo>
                    <a:pt x="145064" y="75"/>
                    <a:pt x="140798" y="75"/>
                    <a:pt x="136769" y="75"/>
                  </a:cubicBezTo>
                  <a:lnTo>
                    <a:pt x="8556" y="75"/>
                  </a:lnTo>
                  <a:cubicBezTo>
                    <a:pt x="4527" y="75"/>
                    <a:pt x="262" y="75"/>
                    <a:pt x="262" y="4592"/>
                  </a:cubicBezTo>
                  <a:cubicBezTo>
                    <a:pt x="262" y="9108"/>
                    <a:pt x="4527" y="9108"/>
                    <a:pt x="8556" y="9108"/>
                  </a:cubicBezTo>
                  <a:lnTo>
                    <a:pt x="136769"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4" name="Freeform: Shape 293">
              <a:extLst>
                <a:ext uri="{FF2B5EF4-FFF2-40B4-BE49-F238E27FC236}">
                  <a16:creationId xmlns:a16="http://schemas.microsoft.com/office/drawing/2014/main" id="{DB52B76A-A918-F478-2605-0225EDCD348E}"/>
                </a:ext>
              </a:extLst>
            </p:cNvPr>
            <p:cNvSpPr/>
            <p:nvPr>
              <p:custDataLst>
                <p:tags r:id="rId55"/>
              </p:custDataLst>
            </p:nvPr>
          </p:nvSpPr>
          <p:spPr>
            <a:xfrm>
              <a:off x="14191645" y="2838594"/>
              <a:ext cx="132952" cy="102306"/>
            </a:xfrm>
            <a:custGeom>
              <a:avLst/>
              <a:gdLst>
                <a:gd name="connsiteX0" fmla="*/ 103600 w 132952"/>
                <a:gd name="connsiteY0" fmla="*/ 46598 h 102306"/>
                <a:gd name="connsiteX1" fmla="*/ 64023 w 132952"/>
                <a:gd name="connsiteY1" fmla="*/ 75 h 102306"/>
                <a:gd name="connsiteX2" fmla="*/ 272 w 132952"/>
                <a:gd name="connsiteY2" fmla="*/ 64214 h 102306"/>
                <a:gd name="connsiteX3" fmla="*/ 38664 w 132952"/>
                <a:gd name="connsiteY3" fmla="*/ 102381 h 102306"/>
                <a:gd name="connsiteX4" fmla="*/ 88670 w 132952"/>
                <a:gd name="connsiteY4" fmla="*/ 83410 h 102306"/>
                <a:gd name="connsiteX5" fmla="*/ 110236 w 132952"/>
                <a:gd name="connsiteY5" fmla="*/ 102381 h 102306"/>
                <a:gd name="connsiteX6" fmla="*/ 130143 w 132952"/>
                <a:gd name="connsiteY6" fmla="*/ 86346 h 102306"/>
                <a:gd name="connsiteX7" fmla="*/ 127299 w 132952"/>
                <a:gd name="connsiteY7" fmla="*/ 84088 h 102306"/>
                <a:gd name="connsiteX8" fmla="*/ 124219 w 132952"/>
                <a:gd name="connsiteY8" fmla="*/ 86346 h 102306"/>
                <a:gd name="connsiteX9" fmla="*/ 110947 w 132952"/>
                <a:gd name="connsiteY9" fmla="*/ 97413 h 102306"/>
                <a:gd name="connsiteX10" fmla="*/ 103600 w 132952"/>
                <a:gd name="connsiteY10" fmla="*/ 74377 h 102306"/>
                <a:gd name="connsiteX11" fmla="*/ 105970 w 132952"/>
                <a:gd name="connsiteY11" fmla="*/ 66472 h 102306"/>
                <a:gd name="connsiteX12" fmla="*/ 133224 w 132952"/>
                <a:gd name="connsiteY12" fmla="*/ 13399 h 102306"/>
                <a:gd name="connsiteX13" fmla="*/ 130380 w 132952"/>
                <a:gd name="connsiteY13" fmla="*/ 11141 h 102306"/>
                <a:gd name="connsiteX14" fmla="*/ 126826 w 132952"/>
                <a:gd name="connsiteY14" fmla="*/ 15884 h 102306"/>
                <a:gd name="connsiteX15" fmla="*/ 103600 w 132952"/>
                <a:gd name="connsiteY15" fmla="*/ 60600 h 102306"/>
                <a:gd name="connsiteX16" fmla="*/ 103600 w 132952"/>
                <a:gd name="connsiteY16" fmla="*/ 46598 h 102306"/>
                <a:gd name="connsiteX17" fmla="*/ 87722 w 132952"/>
                <a:gd name="connsiteY17" fmla="*/ 77539 h 102306"/>
                <a:gd name="connsiteX18" fmla="*/ 39138 w 132952"/>
                <a:gd name="connsiteY18" fmla="*/ 97413 h 102306"/>
                <a:gd name="connsiteX19" fmla="*/ 17809 w 132952"/>
                <a:gd name="connsiteY19" fmla="*/ 72796 h 102306"/>
                <a:gd name="connsiteX20" fmla="*/ 31555 w 132952"/>
                <a:gd name="connsiteY20" fmla="*/ 25821 h 102306"/>
                <a:gd name="connsiteX21" fmla="*/ 63786 w 132952"/>
                <a:gd name="connsiteY21" fmla="*/ 5043 h 102306"/>
                <a:gd name="connsiteX22" fmla="*/ 87248 w 132952"/>
                <a:gd name="connsiteY22" fmla="*/ 52244 h 102306"/>
                <a:gd name="connsiteX23" fmla="*/ 87722 w 132952"/>
                <a:gd name="connsiteY23" fmla="*/ 77539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2952" h="102306">
                  <a:moveTo>
                    <a:pt x="103600" y="46598"/>
                  </a:moveTo>
                  <a:cubicBezTo>
                    <a:pt x="103600" y="11141"/>
                    <a:pt x="81560" y="75"/>
                    <a:pt x="64023" y="75"/>
                  </a:cubicBezTo>
                  <a:cubicBezTo>
                    <a:pt x="31555" y="75"/>
                    <a:pt x="272" y="32370"/>
                    <a:pt x="272" y="64214"/>
                  </a:cubicBezTo>
                  <a:cubicBezTo>
                    <a:pt x="272" y="85217"/>
                    <a:pt x="14491" y="102381"/>
                    <a:pt x="38664" y="102381"/>
                  </a:cubicBezTo>
                  <a:cubicBezTo>
                    <a:pt x="53595" y="102381"/>
                    <a:pt x="70658" y="97187"/>
                    <a:pt x="88670" y="83410"/>
                  </a:cubicBezTo>
                  <a:cubicBezTo>
                    <a:pt x="91751" y="95380"/>
                    <a:pt x="99571" y="102381"/>
                    <a:pt x="110236" y="102381"/>
                  </a:cubicBezTo>
                  <a:cubicBezTo>
                    <a:pt x="122797" y="102381"/>
                    <a:pt x="130143" y="89960"/>
                    <a:pt x="130143" y="86346"/>
                  </a:cubicBezTo>
                  <a:cubicBezTo>
                    <a:pt x="130143" y="84766"/>
                    <a:pt x="128721" y="84088"/>
                    <a:pt x="127299" y="84088"/>
                  </a:cubicBezTo>
                  <a:cubicBezTo>
                    <a:pt x="125641" y="84088"/>
                    <a:pt x="124930" y="84766"/>
                    <a:pt x="124219" y="86346"/>
                  </a:cubicBezTo>
                  <a:cubicBezTo>
                    <a:pt x="119953" y="97413"/>
                    <a:pt x="111421" y="97413"/>
                    <a:pt x="110947" y="97413"/>
                  </a:cubicBezTo>
                  <a:cubicBezTo>
                    <a:pt x="103600" y="97413"/>
                    <a:pt x="103600" y="79797"/>
                    <a:pt x="103600" y="74377"/>
                  </a:cubicBezTo>
                  <a:cubicBezTo>
                    <a:pt x="103600" y="69634"/>
                    <a:pt x="103600" y="69182"/>
                    <a:pt x="105970" y="66472"/>
                  </a:cubicBezTo>
                  <a:cubicBezTo>
                    <a:pt x="128247" y="39823"/>
                    <a:pt x="133224" y="13625"/>
                    <a:pt x="133224" y="13399"/>
                  </a:cubicBezTo>
                  <a:cubicBezTo>
                    <a:pt x="133224" y="12948"/>
                    <a:pt x="132987" y="11141"/>
                    <a:pt x="130380" y="11141"/>
                  </a:cubicBezTo>
                  <a:cubicBezTo>
                    <a:pt x="128010" y="11141"/>
                    <a:pt x="128010" y="11819"/>
                    <a:pt x="126826" y="15884"/>
                  </a:cubicBezTo>
                  <a:cubicBezTo>
                    <a:pt x="122560" y="30112"/>
                    <a:pt x="114739" y="47276"/>
                    <a:pt x="103600" y="60600"/>
                  </a:cubicBezTo>
                  <a:lnTo>
                    <a:pt x="103600" y="46598"/>
                  </a:lnTo>
                  <a:close/>
                  <a:moveTo>
                    <a:pt x="87722" y="77539"/>
                  </a:moveTo>
                  <a:cubicBezTo>
                    <a:pt x="66866" y="94928"/>
                    <a:pt x="48618" y="97413"/>
                    <a:pt x="39138" y="97413"/>
                  </a:cubicBezTo>
                  <a:cubicBezTo>
                    <a:pt x="24919" y="97413"/>
                    <a:pt x="17809" y="87250"/>
                    <a:pt x="17809" y="72796"/>
                  </a:cubicBezTo>
                  <a:cubicBezTo>
                    <a:pt x="17809" y="61730"/>
                    <a:pt x="23971" y="37339"/>
                    <a:pt x="31555" y="25821"/>
                  </a:cubicBezTo>
                  <a:cubicBezTo>
                    <a:pt x="42693" y="9334"/>
                    <a:pt x="55491" y="5043"/>
                    <a:pt x="63786" y="5043"/>
                  </a:cubicBezTo>
                  <a:cubicBezTo>
                    <a:pt x="87248" y="5043"/>
                    <a:pt x="87248" y="34629"/>
                    <a:pt x="87248" y="52244"/>
                  </a:cubicBezTo>
                  <a:cubicBezTo>
                    <a:pt x="87248" y="60600"/>
                    <a:pt x="87248" y="73699"/>
                    <a:pt x="87722" y="77539"/>
                  </a:cubicBezTo>
                  <a:close/>
                </a:path>
              </a:pathLst>
            </a:custGeom>
            <a:solidFill>
              <a:srgbClr val="C0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5" name="Freeform: Shape 294">
              <a:extLst>
                <a:ext uri="{FF2B5EF4-FFF2-40B4-BE49-F238E27FC236}">
                  <a16:creationId xmlns:a16="http://schemas.microsoft.com/office/drawing/2014/main" id="{86597A60-97E0-862D-8593-ECECE1DEA770}"/>
                </a:ext>
              </a:extLst>
            </p:cNvPr>
            <p:cNvSpPr/>
            <p:nvPr>
              <p:custDataLst>
                <p:tags r:id="rId56"/>
              </p:custDataLst>
            </p:nvPr>
          </p:nvSpPr>
          <p:spPr>
            <a:xfrm>
              <a:off x="14406745" y="2877438"/>
              <a:ext cx="144802" cy="9033"/>
            </a:xfrm>
            <a:custGeom>
              <a:avLst/>
              <a:gdLst>
                <a:gd name="connsiteX0" fmla="*/ 136788 w 144802"/>
                <a:gd name="connsiteY0" fmla="*/ 9108 h 9033"/>
                <a:gd name="connsiteX1" fmla="*/ 145083 w 144802"/>
                <a:gd name="connsiteY1" fmla="*/ 4592 h 9033"/>
                <a:gd name="connsiteX2" fmla="*/ 136788 w 144802"/>
                <a:gd name="connsiteY2" fmla="*/ 75 h 9033"/>
                <a:gd name="connsiteX3" fmla="*/ 8575 w 144802"/>
                <a:gd name="connsiteY3" fmla="*/ 75 h 9033"/>
                <a:gd name="connsiteX4" fmla="*/ 280 w 144802"/>
                <a:gd name="connsiteY4" fmla="*/ 4592 h 9033"/>
                <a:gd name="connsiteX5" fmla="*/ 8575 w 144802"/>
                <a:gd name="connsiteY5" fmla="*/ 9108 h 9033"/>
                <a:gd name="connsiteX6" fmla="*/ 136788 w 144802"/>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802" h="9033">
                  <a:moveTo>
                    <a:pt x="136788" y="9108"/>
                  </a:moveTo>
                  <a:cubicBezTo>
                    <a:pt x="140817" y="9108"/>
                    <a:pt x="145083" y="9108"/>
                    <a:pt x="145083" y="4592"/>
                  </a:cubicBezTo>
                  <a:cubicBezTo>
                    <a:pt x="145083" y="75"/>
                    <a:pt x="140817" y="75"/>
                    <a:pt x="136788" y="75"/>
                  </a:cubicBezTo>
                  <a:lnTo>
                    <a:pt x="8575" y="75"/>
                  </a:lnTo>
                  <a:cubicBezTo>
                    <a:pt x="4546" y="75"/>
                    <a:pt x="280" y="75"/>
                    <a:pt x="280" y="4592"/>
                  </a:cubicBezTo>
                  <a:cubicBezTo>
                    <a:pt x="280" y="9108"/>
                    <a:pt x="4546" y="9108"/>
                    <a:pt x="8575" y="9108"/>
                  </a:cubicBezTo>
                  <a:lnTo>
                    <a:pt x="136788"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6" name="Freeform: Shape 295">
              <a:extLst>
                <a:ext uri="{FF2B5EF4-FFF2-40B4-BE49-F238E27FC236}">
                  <a16:creationId xmlns:a16="http://schemas.microsoft.com/office/drawing/2014/main" id="{D867510E-C791-3275-9C94-FA2A3E8F7CDC}"/>
                </a:ext>
              </a:extLst>
            </p:cNvPr>
            <p:cNvSpPr/>
            <p:nvPr>
              <p:custDataLst>
                <p:tags r:id="rId57"/>
              </p:custDataLst>
            </p:nvPr>
          </p:nvSpPr>
          <p:spPr>
            <a:xfrm>
              <a:off x="14631146" y="2778971"/>
              <a:ext cx="129190" cy="203257"/>
            </a:xfrm>
            <a:custGeom>
              <a:avLst/>
              <a:gdLst>
                <a:gd name="connsiteX0" fmla="*/ 129481 w 129190"/>
                <a:gd name="connsiteY0" fmla="*/ 31015 h 203257"/>
                <a:gd name="connsiteX1" fmla="*/ 97250 w 129190"/>
                <a:gd name="connsiteY1" fmla="*/ 75 h 203257"/>
                <a:gd name="connsiteX2" fmla="*/ 68574 w 129190"/>
                <a:gd name="connsiteY2" fmla="*/ 9560 h 203257"/>
                <a:gd name="connsiteX3" fmla="*/ 38002 w 129190"/>
                <a:gd name="connsiteY3" fmla="*/ 57664 h 203257"/>
                <a:gd name="connsiteX4" fmla="*/ 320 w 129190"/>
                <a:gd name="connsiteY4" fmla="*/ 201074 h 203257"/>
                <a:gd name="connsiteX5" fmla="*/ 3164 w 129190"/>
                <a:gd name="connsiteY5" fmla="*/ 203333 h 203257"/>
                <a:gd name="connsiteX6" fmla="*/ 6008 w 129190"/>
                <a:gd name="connsiteY6" fmla="*/ 202203 h 203257"/>
                <a:gd name="connsiteX7" fmla="*/ 22597 w 129190"/>
                <a:gd name="connsiteY7" fmla="*/ 139871 h 203257"/>
                <a:gd name="connsiteX8" fmla="*/ 54828 w 129190"/>
                <a:gd name="connsiteY8" fmla="*/ 161778 h 203257"/>
                <a:gd name="connsiteX9" fmla="*/ 100568 w 129190"/>
                <a:gd name="connsiteY9" fmla="*/ 143936 h 203257"/>
                <a:gd name="connsiteX10" fmla="*/ 119527 w 129190"/>
                <a:gd name="connsiteY10" fmla="*/ 102381 h 203257"/>
                <a:gd name="connsiteX11" fmla="*/ 102227 w 129190"/>
                <a:gd name="connsiteY11" fmla="*/ 68731 h 203257"/>
                <a:gd name="connsiteX12" fmla="*/ 129481 w 129190"/>
                <a:gd name="connsiteY12" fmla="*/ 31015 h 203257"/>
                <a:gd name="connsiteX13" fmla="*/ 86822 w 129190"/>
                <a:gd name="connsiteY13" fmla="*/ 68505 h 203257"/>
                <a:gd name="connsiteX14" fmla="*/ 75447 w 129190"/>
                <a:gd name="connsiteY14" fmla="*/ 70086 h 203257"/>
                <a:gd name="connsiteX15" fmla="*/ 65019 w 129190"/>
                <a:gd name="connsiteY15" fmla="*/ 69182 h 203257"/>
                <a:gd name="connsiteX16" fmla="*/ 76632 w 129190"/>
                <a:gd name="connsiteY16" fmla="*/ 67376 h 203257"/>
                <a:gd name="connsiteX17" fmla="*/ 86822 w 129190"/>
                <a:gd name="connsiteY17" fmla="*/ 68505 h 203257"/>
                <a:gd name="connsiteX18" fmla="*/ 116209 w 129190"/>
                <a:gd name="connsiteY18" fmla="*/ 25821 h 203257"/>
                <a:gd name="connsiteX19" fmla="*/ 94880 w 129190"/>
                <a:gd name="connsiteY19" fmla="*/ 64891 h 203257"/>
                <a:gd name="connsiteX20" fmla="*/ 76632 w 129190"/>
                <a:gd name="connsiteY20" fmla="*/ 62181 h 203257"/>
                <a:gd name="connsiteX21" fmla="*/ 58383 w 129190"/>
                <a:gd name="connsiteY21" fmla="*/ 69408 h 203257"/>
                <a:gd name="connsiteX22" fmla="*/ 74736 w 129190"/>
                <a:gd name="connsiteY22" fmla="*/ 75054 h 203257"/>
                <a:gd name="connsiteX23" fmla="*/ 94169 w 129190"/>
                <a:gd name="connsiteY23" fmla="*/ 72118 h 203257"/>
                <a:gd name="connsiteX24" fmla="*/ 104597 w 129190"/>
                <a:gd name="connsiteY24" fmla="*/ 97639 h 203257"/>
                <a:gd name="connsiteX25" fmla="*/ 92747 w 129190"/>
                <a:gd name="connsiteY25" fmla="*/ 136483 h 203257"/>
                <a:gd name="connsiteX26" fmla="*/ 54117 w 129190"/>
                <a:gd name="connsiteY26" fmla="*/ 156809 h 203257"/>
                <a:gd name="connsiteX27" fmla="*/ 27100 w 129190"/>
                <a:gd name="connsiteY27" fmla="*/ 127676 h 203257"/>
                <a:gd name="connsiteX28" fmla="*/ 28285 w 129190"/>
                <a:gd name="connsiteY28" fmla="*/ 117739 h 203257"/>
                <a:gd name="connsiteX29" fmla="*/ 43453 w 129190"/>
                <a:gd name="connsiteY29" fmla="*/ 60600 h 203257"/>
                <a:gd name="connsiteX30" fmla="*/ 94169 w 129190"/>
                <a:gd name="connsiteY30" fmla="*/ 5269 h 203257"/>
                <a:gd name="connsiteX31" fmla="*/ 116209 w 129190"/>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190" h="203257">
                  <a:moveTo>
                    <a:pt x="129481" y="31015"/>
                  </a:moveTo>
                  <a:cubicBezTo>
                    <a:pt x="129481" y="14077"/>
                    <a:pt x="116446" y="75"/>
                    <a:pt x="97250" y="75"/>
                  </a:cubicBezTo>
                  <a:cubicBezTo>
                    <a:pt x="83505" y="75"/>
                    <a:pt x="76869" y="3688"/>
                    <a:pt x="68574" y="9560"/>
                  </a:cubicBezTo>
                  <a:cubicBezTo>
                    <a:pt x="55539" y="18594"/>
                    <a:pt x="42505" y="40500"/>
                    <a:pt x="38002" y="57664"/>
                  </a:cubicBezTo>
                  <a:lnTo>
                    <a:pt x="320" y="201074"/>
                  </a:lnTo>
                  <a:cubicBezTo>
                    <a:pt x="83" y="201978"/>
                    <a:pt x="1268" y="203333"/>
                    <a:pt x="3164" y="203333"/>
                  </a:cubicBezTo>
                  <a:cubicBezTo>
                    <a:pt x="5060" y="203333"/>
                    <a:pt x="5771" y="202881"/>
                    <a:pt x="6008" y="202203"/>
                  </a:cubicBezTo>
                  <a:lnTo>
                    <a:pt x="22597" y="139871"/>
                  </a:lnTo>
                  <a:cubicBezTo>
                    <a:pt x="27100" y="153422"/>
                    <a:pt x="37528" y="161778"/>
                    <a:pt x="54828" y="161778"/>
                  </a:cubicBezTo>
                  <a:cubicBezTo>
                    <a:pt x="72129" y="161778"/>
                    <a:pt x="89903" y="153873"/>
                    <a:pt x="100568" y="143936"/>
                  </a:cubicBezTo>
                  <a:cubicBezTo>
                    <a:pt x="111944" y="133547"/>
                    <a:pt x="119527" y="119094"/>
                    <a:pt x="119527" y="102381"/>
                  </a:cubicBezTo>
                  <a:cubicBezTo>
                    <a:pt x="119527" y="86121"/>
                    <a:pt x="110759" y="74377"/>
                    <a:pt x="102227" y="68731"/>
                  </a:cubicBezTo>
                  <a:cubicBezTo>
                    <a:pt x="115972" y="61278"/>
                    <a:pt x="129481" y="47276"/>
                    <a:pt x="129481" y="31015"/>
                  </a:cubicBezTo>
                  <a:close/>
                  <a:moveTo>
                    <a:pt x="86822" y="68505"/>
                  </a:moveTo>
                  <a:cubicBezTo>
                    <a:pt x="83742" y="69634"/>
                    <a:pt x="81135" y="70086"/>
                    <a:pt x="75447" y="70086"/>
                  </a:cubicBezTo>
                  <a:cubicBezTo>
                    <a:pt x="72129" y="70086"/>
                    <a:pt x="67389" y="70312"/>
                    <a:pt x="65019" y="69182"/>
                  </a:cubicBezTo>
                  <a:cubicBezTo>
                    <a:pt x="65493" y="66924"/>
                    <a:pt x="74025" y="67376"/>
                    <a:pt x="76632" y="67376"/>
                  </a:cubicBezTo>
                  <a:cubicBezTo>
                    <a:pt x="81609" y="67376"/>
                    <a:pt x="83742" y="67376"/>
                    <a:pt x="86822" y="68505"/>
                  </a:cubicBezTo>
                  <a:close/>
                  <a:moveTo>
                    <a:pt x="116209" y="25821"/>
                  </a:moveTo>
                  <a:cubicBezTo>
                    <a:pt x="116209" y="41630"/>
                    <a:pt x="107204" y="57890"/>
                    <a:pt x="94880" y="64891"/>
                  </a:cubicBezTo>
                  <a:cubicBezTo>
                    <a:pt x="88481" y="62633"/>
                    <a:pt x="83742" y="62181"/>
                    <a:pt x="76632" y="62181"/>
                  </a:cubicBezTo>
                  <a:cubicBezTo>
                    <a:pt x="71655" y="62181"/>
                    <a:pt x="58383" y="61955"/>
                    <a:pt x="58383" y="69408"/>
                  </a:cubicBezTo>
                  <a:cubicBezTo>
                    <a:pt x="58146" y="75732"/>
                    <a:pt x="70470" y="75054"/>
                    <a:pt x="74736" y="75054"/>
                  </a:cubicBezTo>
                  <a:cubicBezTo>
                    <a:pt x="83505" y="75054"/>
                    <a:pt x="87059" y="74828"/>
                    <a:pt x="94169" y="72118"/>
                  </a:cubicBezTo>
                  <a:cubicBezTo>
                    <a:pt x="103175" y="80249"/>
                    <a:pt x="104360" y="87250"/>
                    <a:pt x="104597" y="97639"/>
                  </a:cubicBezTo>
                  <a:cubicBezTo>
                    <a:pt x="105071" y="110737"/>
                    <a:pt x="99383" y="127676"/>
                    <a:pt x="92747" y="136483"/>
                  </a:cubicBezTo>
                  <a:cubicBezTo>
                    <a:pt x="83505" y="148679"/>
                    <a:pt x="67626" y="156809"/>
                    <a:pt x="54117" y="156809"/>
                  </a:cubicBezTo>
                  <a:cubicBezTo>
                    <a:pt x="36106" y="156809"/>
                    <a:pt x="27100" y="143710"/>
                    <a:pt x="27100" y="127676"/>
                  </a:cubicBezTo>
                  <a:cubicBezTo>
                    <a:pt x="27100" y="125417"/>
                    <a:pt x="27100" y="122030"/>
                    <a:pt x="28285" y="117739"/>
                  </a:cubicBezTo>
                  <a:lnTo>
                    <a:pt x="43453" y="60600"/>
                  </a:lnTo>
                  <a:cubicBezTo>
                    <a:pt x="48667" y="41178"/>
                    <a:pt x="65730" y="5269"/>
                    <a:pt x="94169" y="5269"/>
                  </a:cubicBezTo>
                  <a:cubicBezTo>
                    <a:pt x="107915" y="5269"/>
                    <a:pt x="116209" y="12270"/>
                    <a:pt x="116209" y="25821"/>
                  </a:cubicBez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7" name="Freeform: Shape 296">
              <a:extLst>
                <a:ext uri="{FF2B5EF4-FFF2-40B4-BE49-F238E27FC236}">
                  <a16:creationId xmlns:a16="http://schemas.microsoft.com/office/drawing/2014/main" id="{3D3F368E-2074-C02E-AF78-67942F2B9955}"/>
                </a:ext>
              </a:extLst>
            </p:cNvPr>
            <p:cNvSpPr/>
            <p:nvPr>
              <p:custDataLst>
                <p:tags r:id="rId58"/>
              </p:custDataLst>
            </p:nvPr>
          </p:nvSpPr>
          <p:spPr>
            <a:xfrm>
              <a:off x="14777756" y="2738299"/>
              <a:ext cx="123923" cy="106868"/>
            </a:xfrm>
            <a:custGeom>
              <a:avLst/>
              <a:gdLst>
                <a:gd name="connsiteX0" fmla="*/ 73788 w 123923"/>
                <a:gd name="connsiteY0" fmla="*/ 11295 h 106868"/>
                <a:gd name="connsiteX1" fmla="*/ 78930 w 123923"/>
                <a:gd name="connsiteY1" fmla="*/ 5920 h 106868"/>
                <a:gd name="connsiteX2" fmla="*/ 88884 w 123923"/>
                <a:gd name="connsiteY2" fmla="*/ 5762 h 106868"/>
                <a:gd name="connsiteX3" fmla="*/ 107464 w 123923"/>
                <a:gd name="connsiteY3" fmla="*/ 7027 h 106868"/>
                <a:gd name="connsiteX4" fmla="*/ 115261 w 123923"/>
                <a:gd name="connsiteY4" fmla="*/ 19516 h 106868"/>
                <a:gd name="connsiteX5" fmla="*/ 114100 w 123923"/>
                <a:gd name="connsiteY5" fmla="*/ 32321 h 106868"/>
                <a:gd name="connsiteX6" fmla="*/ 113768 w 123923"/>
                <a:gd name="connsiteY6" fmla="*/ 34060 h 106868"/>
                <a:gd name="connsiteX7" fmla="*/ 116588 w 123923"/>
                <a:gd name="connsiteY7" fmla="*/ 36431 h 106868"/>
                <a:gd name="connsiteX8" fmla="*/ 119740 w 123923"/>
                <a:gd name="connsiteY8" fmla="*/ 32479 h 106868"/>
                <a:gd name="connsiteX9" fmla="*/ 124220 w 123923"/>
                <a:gd name="connsiteY9" fmla="*/ 2284 h 106868"/>
                <a:gd name="connsiteX10" fmla="*/ 119243 w 123923"/>
                <a:gd name="connsiteY10" fmla="*/ 71 h 106868"/>
                <a:gd name="connsiteX11" fmla="*/ 17218 w 123923"/>
                <a:gd name="connsiteY11" fmla="*/ 71 h 106868"/>
                <a:gd name="connsiteX12" fmla="*/ 11577 w 123923"/>
                <a:gd name="connsiteY12" fmla="*/ 3390 h 106868"/>
                <a:gd name="connsiteX13" fmla="*/ 1126 w 123923"/>
                <a:gd name="connsiteY13" fmla="*/ 31372 h 106868"/>
                <a:gd name="connsiteX14" fmla="*/ 296 w 123923"/>
                <a:gd name="connsiteY14" fmla="*/ 34218 h 106868"/>
                <a:gd name="connsiteX15" fmla="*/ 3117 w 123923"/>
                <a:gd name="connsiteY15" fmla="*/ 36431 h 106868"/>
                <a:gd name="connsiteX16" fmla="*/ 6600 w 123923"/>
                <a:gd name="connsiteY16" fmla="*/ 32637 h 106868"/>
                <a:gd name="connsiteX17" fmla="*/ 46913 w 123923"/>
                <a:gd name="connsiteY17" fmla="*/ 5762 h 106868"/>
                <a:gd name="connsiteX18" fmla="*/ 53880 w 123923"/>
                <a:gd name="connsiteY18" fmla="*/ 5762 h 106868"/>
                <a:gd name="connsiteX19" fmla="*/ 59023 w 123923"/>
                <a:gd name="connsiteY19" fmla="*/ 7343 h 106868"/>
                <a:gd name="connsiteX20" fmla="*/ 58359 w 123923"/>
                <a:gd name="connsiteY20" fmla="*/ 10663 h 106868"/>
                <a:gd name="connsiteX21" fmla="*/ 36461 w 123923"/>
                <a:gd name="connsiteY21" fmla="*/ 93818 h 106868"/>
                <a:gd name="connsiteX22" fmla="*/ 17052 w 123923"/>
                <a:gd name="connsiteY22" fmla="*/ 101248 h 106868"/>
                <a:gd name="connsiteX23" fmla="*/ 9586 w 123923"/>
                <a:gd name="connsiteY23" fmla="*/ 104726 h 106868"/>
                <a:gd name="connsiteX24" fmla="*/ 12407 w 123923"/>
                <a:gd name="connsiteY24" fmla="*/ 106939 h 106868"/>
                <a:gd name="connsiteX25" fmla="*/ 26674 w 123923"/>
                <a:gd name="connsiteY25" fmla="*/ 106465 h 106868"/>
                <a:gd name="connsiteX26" fmla="*/ 40941 w 123923"/>
                <a:gd name="connsiteY26" fmla="*/ 106307 h 106868"/>
                <a:gd name="connsiteX27" fmla="*/ 55871 w 123923"/>
                <a:gd name="connsiteY27" fmla="*/ 106465 h 106868"/>
                <a:gd name="connsiteX28" fmla="*/ 69806 w 123923"/>
                <a:gd name="connsiteY28" fmla="*/ 106939 h 106868"/>
                <a:gd name="connsiteX29" fmla="*/ 73622 w 123923"/>
                <a:gd name="connsiteY29" fmla="*/ 103461 h 106868"/>
                <a:gd name="connsiteX30" fmla="*/ 66820 w 123923"/>
                <a:gd name="connsiteY30" fmla="*/ 101248 h 106868"/>
                <a:gd name="connsiteX31" fmla="*/ 57198 w 123923"/>
                <a:gd name="connsiteY31" fmla="*/ 100932 h 106868"/>
                <a:gd name="connsiteX32" fmla="*/ 51226 w 123923"/>
                <a:gd name="connsiteY32" fmla="*/ 97928 h 106868"/>
                <a:gd name="connsiteX33" fmla="*/ 51890 w 123923"/>
                <a:gd name="connsiteY33" fmla="*/ 94292 h 106868"/>
                <a:gd name="connsiteX34" fmla="*/ 73788 w 123923"/>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3923" h="106868">
                  <a:moveTo>
                    <a:pt x="73788" y="11295"/>
                  </a:moveTo>
                  <a:cubicBezTo>
                    <a:pt x="74949" y="6710"/>
                    <a:pt x="75281" y="6236"/>
                    <a:pt x="78930" y="5920"/>
                  </a:cubicBezTo>
                  <a:cubicBezTo>
                    <a:pt x="79760" y="5762"/>
                    <a:pt x="85566" y="5762"/>
                    <a:pt x="88884" y="5762"/>
                  </a:cubicBezTo>
                  <a:cubicBezTo>
                    <a:pt x="99004" y="5762"/>
                    <a:pt x="103317" y="5762"/>
                    <a:pt x="107464" y="7027"/>
                  </a:cubicBezTo>
                  <a:cubicBezTo>
                    <a:pt x="114930" y="9240"/>
                    <a:pt x="115261" y="13824"/>
                    <a:pt x="115261" y="19516"/>
                  </a:cubicBezTo>
                  <a:cubicBezTo>
                    <a:pt x="115261" y="22045"/>
                    <a:pt x="115261" y="24100"/>
                    <a:pt x="114100" y="32321"/>
                  </a:cubicBezTo>
                  <a:lnTo>
                    <a:pt x="113768" y="34060"/>
                  </a:lnTo>
                  <a:cubicBezTo>
                    <a:pt x="113768" y="35641"/>
                    <a:pt x="114930" y="36431"/>
                    <a:pt x="116588" y="36431"/>
                  </a:cubicBezTo>
                  <a:cubicBezTo>
                    <a:pt x="119077" y="36431"/>
                    <a:pt x="119409" y="35008"/>
                    <a:pt x="119740" y="32479"/>
                  </a:cubicBezTo>
                  <a:lnTo>
                    <a:pt x="124220" y="2284"/>
                  </a:lnTo>
                  <a:cubicBezTo>
                    <a:pt x="124220" y="71"/>
                    <a:pt x="122229" y="71"/>
                    <a:pt x="119243" y="71"/>
                  </a:cubicBezTo>
                  <a:lnTo>
                    <a:pt x="17218" y="71"/>
                  </a:lnTo>
                  <a:cubicBezTo>
                    <a:pt x="13070" y="71"/>
                    <a:pt x="12738" y="71"/>
                    <a:pt x="11577" y="3390"/>
                  </a:cubicBezTo>
                  <a:lnTo>
                    <a:pt x="1126" y="31372"/>
                  </a:lnTo>
                  <a:cubicBezTo>
                    <a:pt x="960" y="32005"/>
                    <a:pt x="296" y="33428"/>
                    <a:pt x="296" y="34218"/>
                  </a:cubicBezTo>
                  <a:cubicBezTo>
                    <a:pt x="296" y="34850"/>
                    <a:pt x="628" y="36431"/>
                    <a:pt x="3117" y="36431"/>
                  </a:cubicBezTo>
                  <a:cubicBezTo>
                    <a:pt x="5273" y="36431"/>
                    <a:pt x="5605" y="35641"/>
                    <a:pt x="6600" y="32637"/>
                  </a:cubicBezTo>
                  <a:cubicBezTo>
                    <a:pt x="16222" y="7343"/>
                    <a:pt x="21697" y="5762"/>
                    <a:pt x="46913" y="5762"/>
                  </a:cubicBezTo>
                  <a:lnTo>
                    <a:pt x="53880" y="5762"/>
                  </a:lnTo>
                  <a:cubicBezTo>
                    <a:pt x="58857" y="5762"/>
                    <a:pt x="59023" y="5920"/>
                    <a:pt x="59023" y="7343"/>
                  </a:cubicBezTo>
                  <a:cubicBezTo>
                    <a:pt x="59023" y="7501"/>
                    <a:pt x="59023" y="8291"/>
                    <a:pt x="58359" y="10663"/>
                  </a:cubicBezTo>
                  <a:lnTo>
                    <a:pt x="36461" y="93818"/>
                  </a:lnTo>
                  <a:cubicBezTo>
                    <a:pt x="34968" y="99667"/>
                    <a:pt x="34471" y="101248"/>
                    <a:pt x="17052" y="101248"/>
                  </a:cubicBezTo>
                  <a:cubicBezTo>
                    <a:pt x="11079" y="101248"/>
                    <a:pt x="9586" y="101248"/>
                    <a:pt x="9586" y="104726"/>
                  </a:cubicBezTo>
                  <a:cubicBezTo>
                    <a:pt x="9586" y="105200"/>
                    <a:pt x="9918" y="106939"/>
                    <a:pt x="12407" y="106939"/>
                  </a:cubicBezTo>
                  <a:cubicBezTo>
                    <a:pt x="17052" y="106939"/>
                    <a:pt x="22029" y="106465"/>
                    <a:pt x="26674" y="106465"/>
                  </a:cubicBezTo>
                  <a:cubicBezTo>
                    <a:pt x="31319" y="106465"/>
                    <a:pt x="36295" y="106307"/>
                    <a:pt x="40941" y="106307"/>
                  </a:cubicBezTo>
                  <a:cubicBezTo>
                    <a:pt x="45586" y="106307"/>
                    <a:pt x="51226" y="106307"/>
                    <a:pt x="55871" y="106465"/>
                  </a:cubicBezTo>
                  <a:cubicBezTo>
                    <a:pt x="60350" y="106623"/>
                    <a:pt x="65327" y="106939"/>
                    <a:pt x="69806" y="106939"/>
                  </a:cubicBezTo>
                  <a:cubicBezTo>
                    <a:pt x="71133" y="106939"/>
                    <a:pt x="73622" y="106939"/>
                    <a:pt x="73622" y="103461"/>
                  </a:cubicBezTo>
                  <a:cubicBezTo>
                    <a:pt x="73622" y="101248"/>
                    <a:pt x="71963" y="101248"/>
                    <a:pt x="66820" y="101248"/>
                  </a:cubicBezTo>
                  <a:cubicBezTo>
                    <a:pt x="63668" y="101248"/>
                    <a:pt x="60350" y="101090"/>
                    <a:pt x="57198" y="100932"/>
                  </a:cubicBezTo>
                  <a:cubicBezTo>
                    <a:pt x="51558" y="100457"/>
                    <a:pt x="51226" y="99825"/>
                    <a:pt x="51226" y="97928"/>
                  </a:cubicBezTo>
                  <a:cubicBezTo>
                    <a:pt x="51226" y="96821"/>
                    <a:pt x="51226" y="96505"/>
                    <a:pt x="51890" y="94292"/>
                  </a:cubicBezTo>
                  <a:lnTo>
                    <a:pt x="73788" y="11295"/>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98" name="Freeform: Shape 297">
              <a:extLst>
                <a:ext uri="{FF2B5EF4-FFF2-40B4-BE49-F238E27FC236}">
                  <a16:creationId xmlns:a16="http://schemas.microsoft.com/office/drawing/2014/main" id="{D0424C56-797E-79B0-4D10-9F1ACD40505C}"/>
                </a:ext>
              </a:extLst>
            </p:cNvPr>
            <p:cNvSpPr/>
            <p:nvPr>
              <p:custDataLst>
                <p:tags r:id="rId59"/>
              </p:custDataLst>
            </p:nvPr>
          </p:nvSpPr>
          <p:spPr>
            <a:xfrm>
              <a:off x="14926792" y="2838594"/>
              <a:ext cx="118022" cy="102306"/>
            </a:xfrm>
            <a:custGeom>
              <a:avLst/>
              <a:gdLst>
                <a:gd name="connsiteX0" fmla="*/ 72585 w 118022"/>
                <a:gd name="connsiteY0" fmla="*/ 31693 h 102306"/>
                <a:gd name="connsiteX1" fmla="*/ 96048 w 118022"/>
                <a:gd name="connsiteY1" fmla="*/ 5043 h 102306"/>
                <a:gd name="connsiteX2" fmla="*/ 107897 w 118022"/>
                <a:gd name="connsiteY2" fmla="*/ 7979 h 102306"/>
                <a:gd name="connsiteX3" fmla="*/ 96521 w 118022"/>
                <a:gd name="connsiteY3" fmla="*/ 20175 h 102306"/>
                <a:gd name="connsiteX4" fmla="*/ 105527 w 118022"/>
                <a:gd name="connsiteY4" fmla="*/ 28079 h 102306"/>
                <a:gd name="connsiteX5" fmla="*/ 118325 w 118022"/>
                <a:gd name="connsiteY5" fmla="*/ 14980 h 102306"/>
                <a:gd name="connsiteX6" fmla="*/ 96284 w 118022"/>
                <a:gd name="connsiteY6" fmla="*/ 75 h 102306"/>
                <a:gd name="connsiteX7" fmla="*/ 71400 w 118022"/>
                <a:gd name="connsiteY7" fmla="*/ 17239 h 102306"/>
                <a:gd name="connsiteX8" fmla="*/ 45805 w 118022"/>
                <a:gd name="connsiteY8" fmla="*/ 75 h 102306"/>
                <a:gd name="connsiteX9" fmla="*/ 7649 w 118022"/>
                <a:gd name="connsiteY9" fmla="*/ 34854 h 102306"/>
                <a:gd name="connsiteX10" fmla="*/ 10493 w 118022"/>
                <a:gd name="connsiteY10" fmla="*/ 37113 h 102306"/>
                <a:gd name="connsiteX11" fmla="*/ 13574 w 118022"/>
                <a:gd name="connsiteY11" fmla="*/ 34629 h 102306"/>
                <a:gd name="connsiteX12" fmla="*/ 45331 w 118022"/>
                <a:gd name="connsiteY12" fmla="*/ 5043 h 102306"/>
                <a:gd name="connsiteX13" fmla="*/ 58129 w 118022"/>
                <a:gd name="connsiteY13" fmla="*/ 20175 h 102306"/>
                <a:gd name="connsiteX14" fmla="*/ 45331 w 118022"/>
                <a:gd name="connsiteY14" fmla="*/ 73925 h 102306"/>
                <a:gd name="connsiteX15" fmla="*/ 22817 w 118022"/>
                <a:gd name="connsiteY15" fmla="*/ 97413 h 102306"/>
                <a:gd name="connsiteX16" fmla="*/ 10967 w 118022"/>
                <a:gd name="connsiteY16" fmla="*/ 94477 h 102306"/>
                <a:gd name="connsiteX17" fmla="*/ 22106 w 118022"/>
                <a:gd name="connsiteY17" fmla="*/ 82281 h 102306"/>
                <a:gd name="connsiteX18" fmla="*/ 13337 w 118022"/>
                <a:gd name="connsiteY18" fmla="*/ 74377 h 102306"/>
                <a:gd name="connsiteX19" fmla="*/ 303 w 118022"/>
                <a:gd name="connsiteY19" fmla="*/ 87476 h 102306"/>
                <a:gd name="connsiteX20" fmla="*/ 22580 w 118022"/>
                <a:gd name="connsiteY20" fmla="*/ 102381 h 102306"/>
                <a:gd name="connsiteX21" fmla="*/ 47464 w 118022"/>
                <a:gd name="connsiteY21" fmla="*/ 85217 h 102306"/>
                <a:gd name="connsiteX22" fmla="*/ 73059 w 118022"/>
                <a:gd name="connsiteY22" fmla="*/ 102381 h 102306"/>
                <a:gd name="connsiteX23" fmla="*/ 110978 w 118022"/>
                <a:gd name="connsiteY23" fmla="*/ 67602 h 102306"/>
                <a:gd name="connsiteX24" fmla="*/ 108134 w 118022"/>
                <a:gd name="connsiteY24" fmla="*/ 65343 h 102306"/>
                <a:gd name="connsiteX25" fmla="*/ 105053 w 118022"/>
                <a:gd name="connsiteY25" fmla="*/ 67827 h 102306"/>
                <a:gd name="connsiteX26" fmla="*/ 73533 w 118022"/>
                <a:gd name="connsiteY26" fmla="*/ 97413 h 102306"/>
                <a:gd name="connsiteX27" fmla="*/ 60499 w 118022"/>
                <a:gd name="connsiteY27" fmla="*/ 82507 h 102306"/>
                <a:gd name="connsiteX28" fmla="*/ 64528 w 118022"/>
                <a:gd name="connsiteY28" fmla="*/ 62633 h 102306"/>
                <a:gd name="connsiteX29" fmla="*/ 72585 w 118022"/>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022" h="102306">
                  <a:moveTo>
                    <a:pt x="72585" y="31693"/>
                  </a:moveTo>
                  <a:cubicBezTo>
                    <a:pt x="74007" y="25821"/>
                    <a:pt x="79458" y="5043"/>
                    <a:pt x="96048" y="5043"/>
                  </a:cubicBezTo>
                  <a:cubicBezTo>
                    <a:pt x="97232" y="5043"/>
                    <a:pt x="102920" y="5043"/>
                    <a:pt x="107897" y="7979"/>
                  </a:cubicBezTo>
                  <a:cubicBezTo>
                    <a:pt x="101261" y="9108"/>
                    <a:pt x="96521" y="14754"/>
                    <a:pt x="96521" y="20175"/>
                  </a:cubicBezTo>
                  <a:cubicBezTo>
                    <a:pt x="96521" y="23788"/>
                    <a:pt x="99128" y="28079"/>
                    <a:pt x="105527" y="28079"/>
                  </a:cubicBezTo>
                  <a:cubicBezTo>
                    <a:pt x="110741" y="28079"/>
                    <a:pt x="118325" y="24014"/>
                    <a:pt x="118325" y="14980"/>
                  </a:cubicBezTo>
                  <a:cubicBezTo>
                    <a:pt x="118325" y="3237"/>
                    <a:pt x="104342" y="75"/>
                    <a:pt x="96284" y="75"/>
                  </a:cubicBezTo>
                  <a:cubicBezTo>
                    <a:pt x="82539" y="75"/>
                    <a:pt x="74244" y="12044"/>
                    <a:pt x="71400" y="17239"/>
                  </a:cubicBezTo>
                  <a:cubicBezTo>
                    <a:pt x="65475" y="2333"/>
                    <a:pt x="52678" y="75"/>
                    <a:pt x="45805" y="75"/>
                  </a:cubicBezTo>
                  <a:cubicBezTo>
                    <a:pt x="21158" y="75"/>
                    <a:pt x="7649" y="29208"/>
                    <a:pt x="7649" y="34854"/>
                  </a:cubicBezTo>
                  <a:cubicBezTo>
                    <a:pt x="7649" y="37113"/>
                    <a:pt x="10019" y="37113"/>
                    <a:pt x="10493" y="37113"/>
                  </a:cubicBezTo>
                  <a:cubicBezTo>
                    <a:pt x="12389" y="37113"/>
                    <a:pt x="13100" y="36661"/>
                    <a:pt x="13574" y="34629"/>
                  </a:cubicBezTo>
                  <a:cubicBezTo>
                    <a:pt x="21632" y="10689"/>
                    <a:pt x="37273" y="5043"/>
                    <a:pt x="45331" y="5043"/>
                  </a:cubicBezTo>
                  <a:cubicBezTo>
                    <a:pt x="49834" y="5043"/>
                    <a:pt x="58129" y="7076"/>
                    <a:pt x="58129" y="20175"/>
                  </a:cubicBezTo>
                  <a:cubicBezTo>
                    <a:pt x="58129" y="27176"/>
                    <a:pt x="54100" y="42307"/>
                    <a:pt x="45331" y="73925"/>
                  </a:cubicBezTo>
                  <a:cubicBezTo>
                    <a:pt x="41539" y="87927"/>
                    <a:pt x="33245" y="97413"/>
                    <a:pt x="22817" y="97413"/>
                  </a:cubicBezTo>
                  <a:cubicBezTo>
                    <a:pt x="21395" y="97413"/>
                    <a:pt x="15944" y="97413"/>
                    <a:pt x="10967" y="94477"/>
                  </a:cubicBezTo>
                  <a:cubicBezTo>
                    <a:pt x="16892" y="93348"/>
                    <a:pt x="22106" y="88605"/>
                    <a:pt x="22106" y="82281"/>
                  </a:cubicBezTo>
                  <a:cubicBezTo>
                    <a:pt x="22106" y="76184"/>
                    <a:pt x="16892" y="74377"/>
                    <a:pt x="13337" y="74377"/>
                  </a:cubicBezTo>
                  <a:cubicBezTo>
                    <a:pt x="6227" y="74377"/>
                    <a:pt x="303" y="80249"/>
                    <a:pt x="303" y="87476"/>
                  </a:cubicBezTo>
                  <a:cubicBezTo>
                    <a:pt x="303" y="97864"/>
                    <a:pt x="12152" y="102381"/>
                    <a:pt x="22580" y="102381"/>
                  </a:cubicBezTo>
                  <a:cubicBezTo>
                    <a:pt x="38221" y="102381"/>
                    <a:pt x="46753" y="86572"/>
                    <a:pt x="47464" y="85217"/>
                  </a:cubicBezTo>
                  <a:cubicBezTo>
                    <a:pt x="50308" y="93573"/>
                    <a:pt x="58840" y="102381"/>
                    <a:pt x="73059" y="102381"/>
                  </a:cubicBezTo>
                  <a:cubicBezTo>
                    <a:pt x="97469" y="102381"/>
                    <a:pt x="110978" y="73248"/>
                    <a:pt x="110978" y="67602"/>
                  </a:cubicBezTo>
                  <a:cubicBezTo>
                    <a:pt x="110978" y="65343"/>
                    <a:pt x="108845" y="65343"/>
                    <a:pt x="108134" y="65343"/>
                  </a:cubicBezTo>
                  <a:cubicBezTo>
                    <a:pt x="106001" y="65343"/>
                    <a:pt x="105527" y="66246"/>
                    <a:pt x="105053" y="67827"/>
                  </a:cubicBezTo>
                  <a:cubicBezTo>
                    <a:pt x="97232" y="91993"/>
                    <a:pt x="81117" y="97413"/>
                    <a:pt x="73533" y="97413"/>
                  </a:cubicBezTo>
                  <a:cubicBezTo>
                    <a:pt x="64291" y="97413"/>
                    <a:pt x="60499" y="90186"/>
                    <a:pt x="60499" y="82507"/>
                  </a:cubicBezTo>
                  <a:cubicBezTo>
                    <a:pt x="60499" y="77539"/>
                    <a:pt x="61921" y="72570"/>
                    <a:pt x="64528" y="62633"/>
                  </a:cubicBezTo>
                  <a:lnTo>
                    <a:pt x="72585" y="31693"/>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pic>
        <p:nvPicPr>
          <p:cNvPr id="223" name="Picture 222" descr="\documentclass{article}&#10;\usepackage{amsmath}&#10;\pagestyle{empty}&#10;\begin{document}&#10;&#10;\[&#10;y = 1 \iff &#10;\]&#10;&#10;\end{document}" title="IguanaTex Picture Display">
            <a:extLst>
              <a:ext uri="{FF2B5EF4-FFF2-40B4-BE49-F238E27FC236}">
                <a16:creationId xmlns:a16="http://schemas.microsoft.com/office/drawing/2014/main" id="{19D48031-44EC-72AA-3808-65981AE4066C}"/>
              </a:ext>
            </a:extLst>
          </p:cNvPr>
          <p:cNvPicPr>
            <a:picLocks noChangeAspect="1"/>
          </p:cNvPicPr>
          <p:nvPr>
            <p:custDataLst>
              <p:tags r:id="rId22"/>
            </p:custDataLst>
          </p:nvPr>
        </p:nvPicPr>
        <p:blipFill>
          <a:blip r:embed="rId179" cstate="print">
            <a:extLst>
              <a:ext uri="{28A0092B-C50C-407E-A947-70E740481C1C}">
                <a14:useLocalDpi xmlns:a14="http://schemas.microsoft.com/office/drawing/2010/main" val="0"/>
              </a:ext>
            </a:extLst>
          </a:blip>
          <a:stretch>
            <a:fillRect/>
          </a:stretch>
        </p:blipFill>
        <p:spPr>
          <a:xfrm>
            <a:off x="7070635" y="2196250"/>
            <a:ext cx="894071" cy="165911"/>
          </a:xfrm>
          <a:prstGeom prst="rect">
            <a:avLst/>
          </a:prstGeom>
        </p:spPr>
      </p:pic>
      <p:grpSp>
        <p:nvGrpSpPr>
          <p:cNvPr id="336" name="Group 335" descr="\documentclass{article}&#10;\usepackage{amsmath}&#10;\pagestyle{empty}&#10;\begin{document}&#10;&#10;\[&#10;\mu_0 - \beta^Tx  \leq  \epsilon \leq \mu_1 - \beta^Tx&#10;\]&#10;&#10;\end{document}" title="IguanaTex Shape Display">
            <a:extLst>
              <a:ext uri="{FF2B5EF4-FFF2-40B4-BE49-F238E27FC236}">
                <a16:creationId xmlns:a16="http://schemas.microsoft.com/office/drawing/2014/main" id="{2B0D262D-A030-1D92-F9F3-BF2109A01E92}"/>
              </a:ext>
            </a:extLst>
          </p:cNvPr>
          <p:cNvGrpSpPr>
            <a:grpSpLocks noChangeAspect="1"/>
          </p:cNvGrpSpPr>
          <p:nvPr>
            <p:custDataLst>
              <p:tags r:id="rId23"/>
            </p:custDataLst>
          </p:nvPr>
        </p:nvGrpSpPr>
        <p:grpSpPr>
          <a:xfrm>
            <a:off x="8073605" y="2142855"/>
            <a:ext cx="2149521" cy="201282"/>
            <a:chOff x="11963789" y="3068499"/>
            <a:chExt cx="2658029" cy="248899"/>
          </a:xfrm>
          <a:solidFill>
            <a:schemeClr val="tx1"/>
          </a:solidFill>
        </p:grpSpPr>
        <p:sp>
          <p:nvSpPr>
            <p:cNvPr id="321" name="Freeform: Shape 320">
              <a:extLst>
                <a:ext uri="{FF2B5EF4-FFF2-40B4-BE49-F238E27FC236}">
                  <a16:creationId xmlns:a16="http://schemas.microsoft.com/office/drawing/2014/main" id="{F68C8A9D-B497-F50A-46BF-20A18C6BA379}"/>
                </a:ext>
              </a:extLst>
            </p:cNvPr>
            <p:cNvSpPr/>
            <p:nvPr>
              <p:custDataLst>
                <p:tags r:id="rId26"/>
              </p:custDataLst>
            </p:nvPr>
          </p:nvSpPr>
          <p:spPr>
            <a:xfrm>
              <a:off x="11963789" y="3168794"/>
              <a:ext cx="128807" cy="148604"/>
            </a:xfrm>
            <a:custGeom>
              <a:avLst/>
              <a:gdLst>
                <a:gd name="connsiteX0" fmla="*/ 47946 w 128807"/>
                <a:gd name="connsiteY0" fmla="*/ 20626 h 148604"/>
                <a:gd name="connsiteX1" fmla="*/ 51510 w 128807"/>
                <a:gd name="connsiteY1" fmla="*/ 6172 h 148604"/>
                <a:gd name="connsiteX2" fmla="*/ 44618 w 128807"/>
                <a:gd name="connsiteY2" fmla="*/ 75 h 148604"/>
                <a:gd name="connsiteX3" fmla="*/ 35112 w 128807"/>
                <a:gd name="connsiteY3" fmla="*/ 8205 h 148604"/>
                <a:gd name="connsiteX4" fmla="*/ 890 w 128807"/>
                <a:gd name="connsiteY4" fmla="*/ 138968 h 148604"/>
                <a:gd name="connsiteX5" fmla="*/ 178 w 128807"/>
                <a:gd name="connsiteY5" fmla="*/ 142581 h 148604"/>
                <a:gd name="connsiteX6" fmla="*/ 6832 w 128807"/>
                <a:gd name="connsiteY6" fmla="*/ 148679 h 148604"/>
                <a:gd name="connsiteX7" fmla="*/ 15150 w 128807"/>
                <a:gd name="connsiteY7" fmla="*/ 143936 h 148604"/>
                <a:gd name="connsiteX8" fmla="*/ 28220 w 128807"/>
                <a:gd name="connsiteY8" fmla="*/ 95380 h 148604"/>
                <a:gd name="connsiteX9" fmla="*/ 51273 w 128807"/>
                <a:gd name="connsiteY9" fmla="*/ 102381 h 148604"/>
                <a:gd name="connsiteX10" fmla="*/ 82880 w 128807"/>
                <a:gd name="connsiteY10" fmla="*/ 85895 h 148604"/>
                <a:gd name="connsiteX11" fmla="*/ 104269 w 128807"/>
                <a:gd name="connsiteY11" fmla="*/ 102381 h 148604"/>
                <a:gd name="connsiteX12" fmla="*/ 121855 w 128807"/>
                <a:gd name="connsiteY12" fmla="*/ 89960 h 148604"/>
                <a:gd name="connsiteX13" fmla="*/ 128985 w 128807"/>
                <a:gd name="connsiteY13" fmla="*/ 67602 h 148604"/>
                <a:gd name="connsiteX14" fmla="*/ 126133 w 128807"/>
                <a:gd name="connsiteY14" fmla="*/ 65343 h 148604"/>
                <a:gd name="connsiteX15" fmla="*/ 122806 w 128807"/>
                <a:gd name="connsiteY15" fmla="*/ 69408 h 148604"/>
                <a:gd name="connsiteX16" fmla="*/ 104744 w 128807"/>
                <a:gd name="connsiteY16" fmla="*/ 97413 h 148604"/>
                <a:gd name="connsiteX17" fmla="*/ 97615 w 128807"/>
                <a:gd name="connsiteY17" fmla="*/ 87024 h 148604"/>
                <a:gd name="connsiteX18" fmla="*/ 102368 w 128807"/>
                <a:gd name="connsiteY18" fmla="*/ 63536 h 148604"/>
                <a:gd name="connsiteX19" fmla="*/ 109022 w 128807"/>
                <a:gd name="connsiteY19" fmla="*/ 39145 h 148604"/>
                <a:gd name="connsiteX20" fmla="*/ 113062 w 128807"/>
                <a:gd name="connsiteY20" fmla="*/ 23788 h 148604"/>
                <a:gd name="connsiteX21" fmla="*/ 116627 w 128807"/>
                <a:gd name="connsiteY21" fmla="*/ 8657 h 148604"/>
                <a:gd name="connsiteX22" fmla="*/ 109735 w 128807"/>
                <a:gd name="connsiteY22" fmla="*/ 2559 h 148604"/>
                <a:gd name="connsiteX23" fmla="*/ 100466 w 128807"/>
                <a:gd name="connsiteY23" fmla="*/ 10463 h 148604"/>
                <a:gd name="connsiteX24" fmla="*/ 89297 w 128807"/>
                <a:gd name="connsiteY24" fmla="*/ 52696 h 148604"/>
                <a:gd name="connsiteX25" fmla="*/ 83118 w 128807"/>
                <a:gd name="connsiteY25" fmla="*/ 75732 h 148604"/>
                <a:gd name="connsiteX26" fmla="*/ 52223 w 128807"/>
                <a:gd name="connsiteY26" fmla="*/ 97413 h 148604"/>
                <a:gd name="connsiteX27" fmla="*/ 34637 w 128807"/>
                <a:gd name="connsiteY27" fmla="*/ 77764 h 148604"/>
                <a:gd name="connsiteX28" fmla="*/ 37964 w 128807"/>
                <a:gd name="connsiteY28" fmla="*/ 58568 h 148604"/>
                <a:gd name="connsiteX29" fmla="*/ 47946 w 128807"/>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807" h="148604">
                  <a:moveTo>
                    <a:pt x="47946" y="20626"/>
                  </a:moveTo>
                  <a:cubicBezTo>
                    <a:pt x="49134" y="15884"/>
                    <a:pt x="51510" y="7302"/>
                    <a:pt x="51510" y="6172"/>
                  </a:cubicBezTo>
                  <a:cubicBezTo>
                    <a:pt x="51510" y="2333"/>
                    <a:pt x="48658" y="75"/>
                    <a:pt x="44618" y="75"/>
                  </a:cubicBezTo>
                  <a:cubicBezTo>
                    <a:pt x="43905" y="75"/>
                    <a:pt x="37251" y="301"/>
                    <a:pt x="35112" y="8205"/>
                  </a:cubicBezTo>
                  <a:lnTo>
                    <a:pt x="890" y="138968"/>
                  </a:lnTo>
                  <a:cubicBezTo>
                    <a:pt x="178" y="141678"/>
                    <a:pt x="178" y="142129"/>
                    <a:pt x="178" y="142581"/>
                  </a:cubicBezTo>
                  <a:cubicBezTo>
                    <a:pt x="178" y="145969"/>
                    <a:pt x="2792" y="148679"/>
                    <a:pt x="6832" y="148679"/>
                  </a:cubicBezTo>
                  <a:cubicBezTo>
                    <a:pt x="11822" y="148679"/>
                    <a:pt x="14674" y="144614"/>
                    <a:pt x="15150" y="143936"/>
                  </a:cubicBezTo>
                  <a:cubicBezTo>
                    <a:pt x="16100" y="141904"/>
                    <a:pt x="19190" y="130160"/>
                    <a:pt x="28220" y="95380"/>
                  </a:cubicBezTo>
                  <a:cubicBezTo>
                    <a:pt x="35825" y="101478"/>
                    <a:pt x="46520" y="102381"/>
                    <a:pt x="51273" y="102381"/>
                  </a:cubicBezTo>
                  <a:cubicBezTo>
                    <a:pt x="67908" y="102381"/>
                    <a:pt x="77177" y="92218"/>
                    <a:pt x="82880" y="85895"/>
                  </a:cubicBezTo>
                  <a:cubicBezTo>
                    <a:pt x="85019" y="96058"/>
                    <a:pt x="93812" y="102381"/>
                    <a:pt x="104269" y="102381"/>
                  </a:cubicBezTo>
                  <a:cubicBezTo>
                    <a:pt x="112587" y="102381"/>
                    <a:pt x="118053" y="97187"/>
                    <a:pt x="121855" y="89960"/>
                  </a:cubicBezTo>
                  <a:cubicBezTo>
                    <a:pt x="125895" y="81830"/>
                    <a:pt x="128985" y="68053"/>
                    <a:pt x="128985" y="67602"/>
                  </a:cubicBezTo>
                  <a:cubicBezTo>
                    <a:pt x="128985" y="65343"/>
                    <a:pt x="126846" y="65343"/>
                    <a:pt x="126133" y="65343"/>
                  </a:cubicBezTo>
                  <a:cubicBezTo>
                    <a:pt x="123756" y="65343"/>
                    <a:pt x="123519" y="66246"/>
                    <a:pt x="122806" y="69408"/>
                  </a:cubicBezTo>
                  <a:cubicBezTo>
                    <a:pt x="118766" y="84088"/>
                    <a:pt x="114488" y="97413"/>
                    <a:pt x="104744" y="97413"/>
                  </a:cubicBezTo>
                  <a:cubicBezTo>
                    <a:pt x="98328" y="97413"/>
                    <a:pt x="97615" y="91541"/>
                    <a:pt x="97615" y="87024"/>
                  </a:cubicBezTo>
                  <a:cubicBezTo>
                    <a:pt x="97615" y="82055"/>
                    <a:pt x="100466" y="71441"/>
                    <a:pt x="102368" y="63536"/>
                  </a:cubicBezTo>
                  <a:lnTo>
                    <a:pt x="109022" y="39145"/>
                  </a:lnTo>
                  <a:cubicBezTo>
                    <a:pt x="109735" y="35758"/>
                    <a:pt x="112111" y="27176"/>
                    <a:pt x="113062" y="23788"/>
                  </a:cubicBezTo>
                  <a:cubicBezTo>
                    <a:pt x="114250" y="18594"/>
                    <a:pt x="116627" y="10012"/>
                    <a:pt x="116627" y="8657"/>
                  </a:cubicBezTo>
                  <a:cubicBezTo>
                    <a:pt x="116627" y="4592"/>
                    <a:pt x="113300" y="2559"/>
                    <a:pt x="109735" y="2559"/>
                  </a:cubicBezTo>
                  <a:cubicBezTo>
                    <a:pt x="108547" y="2559"/>
                    <a:pt x="102368" y="2785"/>
                    <a:pt x="100466" y="10463"/>
                  </a:cubicBezTo>
                  <a:lnTo>
                    <a:pt x="89297" y="52696"/>
                  </a:lnTo>
                  <a:cubicBezTo>
                    <a:pt x="86445" y="63988"/>
                    <a:pt x="83831" y="73473"/>
                    <a:pt x="83118" y="75732"/>
                  </a:cubicBezTo>
                  <a:cubicBezTo>
                    <a:pt x="82880" y="76861"/>
                    <a:pt x="71473" y="97413"/>
                    <a:pt x="52223" y="97413"/>
                  </a:cubicBezTo>
                  <a:cubicBezTo>
                    <a:pt x="40341" y="97413"/>
                    <a:pt x="34637" y="89960"/>
                    <a:pt x="34637" y="77764"/>
                  </a:cubicBezTo>
                  <a:cubicBezTo>
                    <a:pt x="34637" y="71215"/>
                    <a:pt x="36301" y="64891"/>
                    <a:pt x="37964" y="58568"/>
                  </a:cubicBezTo>
                  <a:lnTo>
                    <a:pt x="47946" y="20626"/>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2" name="Freeform: Shape 321">
              <a:extLst>
                <a:ext uri="{FF2B5EF4-FFF2-40B4-BE49-F238E27FC236}">
                  <a16:creationId xmlns:a16="http://schemas.microsoft.com/office/drawing/2014/main" id="{818B1619-D205-158A-85AB-8141369A08AC}"/>
                </a:ext>
              </a:extLst>
            </p:cNvPr>
            <p:cNvSpPr/>
            <p:nvPr>
              <p:custDataLst>
                <p:tags r:id="rId27"/>
              </p:custDataLst>
            </p:nvPr>
          </p:nvSpPr>
          <p:spPr>
            <a:xfrm>
              <a:off x="12108507" y="3197520"/>
              <a:ext cx="77189" cy="108133"/>
            </a:xfrm>
            <a:custGeom>
              <a:avLst/>
              <a:gdLst>
                <a:gd name="connsiteX0" fmla="*/ 77373 w 77189"/>
                <a:gd name="connsiteY0" fmla="*/ 54617 h 108133"/>
                <a:gd name="connsiteX1" fmla="*/ 67558 w 77189"/>
                <a:gd name="connsiteY1" fmla="*/ 13672 h 108133"/>
                <a:gd name="connsiteX2" fmla="*/ 38778 w 77189"/>
                <a:gd name="connsiteY2" fmla="*/ 76 h 108133"/>
                <a:gd name="connsiteX3" fmla="*/ 184 w 77189"/>
                <a:gd name="connsiteY3" fmla="*/ 54617 h 108133"/>
                <a:gd name="connsiteX4" fmla="*/ 38778 w 77189"/>
                <a:gd name="connsiteY4" fmla="*/ 108209 h 108133"/>
                <a:gd name="connsiteX5" fmla="*/ 77373 w 77189"/>
                <a:gd name="connsiteY5" fmla="*/ 54617 h 108133"/>
                <a:gd name="connsiteX6" fmla="*/ 38778 w 77189"/>
                <a:gd name="connsiteY6" fmla="*/ 103783 h 108133"/>
                <a:gd name="connsiteX7" fmla="*/ 17651 w 77189"/>
                <a:gd name="connsiteY7" fmla="*/ 86551 h 108133"/>
                <a:gd name="connsiteX8" fmla="*/ 15322 w 77189"/>
                <a:gd name="connsiteY8" fmla="*/ 52562 h 108133"/>
                <a:gd name="connsiteX9" fmla="*/ 17817 w 77189"/>
                <a:gd name="connsiteY9" fmla="*/ 20312 h 108133"/>
                <a:gd name="connsiteX10" fmla="*/ 38778 w 77189"/>
                <a:gd name="connsiteY10" fmla="*/ 4503 h 108133"/>
                <a:gd name="connsiteX11" fmla="*/ 59406 w 77189"/>
                <a:gd name="connsiteY11" fmla="*/ 18889 h 108133"/>
                <a:gd name="connsiteX12" fmla="*/ 62234 w 77189"/>
                <a:gd name="connsiteY12" fmla="*/ 52562 h 108133"/>
                <a:gd name="connsiteX13" fmla="*/ 60072 w 77189"/>
                <a:gd name="connsiteY13" fmla="*/ 85919 h 108133"/>
                <a:gd name="connsiteX14" fmla="*/ 38778 w 77189"/>
                <a:gd name="connsiteY14" fmla="*/ 103783 h 10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189" h="108133">
                  <a:moveTo>
                    <a:pt x="77373" y="54617"/>
                  </a:moveTo>
                  <a:cubicBezTo>
                    <a:pt x="77373" y="37227"/>
                    <a:pt x="75210" y="24738"/>
                    <a:pt x="67558" y="13672"/>
                  </a:cubicBezTo>
                  <a:cubicBezTo>
                    <a:pt x="62401" y="6400"/>
                    <a:pt x="52087" y="76"/>
                    <a:pt x="38778" y="76"/>
                  </a:cubicBezTo>
                  <a:cubicBezTo>
                    <a:pt x="184" y="76"/>
                    <a:pt x="184" y="43235"/>
                    <a:pt x="184" y="54617"/>
                  </a:cubicBezTo>
                  <a:cubicBezTo>
                    <a:pt x="184" y="66000"/>
                    <a:pt x="184" y="108209"/>
                    <a:pt x="38778" y="108209"/>
                  </a:cubicBezTo>
                  <a:cubicBezTo>
                    <a:pt x="77373" y="108209"/>
                    <a:pt x="77373" y="66000"/>
                    <a:pt x="77373" y="54617"/>
                  </a:cubicBezTo>
                  <a:close/>
                  <a:moveTo>
                    <a:pt x="38778" y="103783"/>
                  </a:moveTo>
                  <a:cubicBezTo>
                    <a:pt x="31126" y="103783"/>
                    <a:pt x="20978" y="99515"/>
                    <a:pt x="17651" y="86551"/>
                  </a:cubicBezTo>
                  <a:cubicBezTo>
                    <a:pt x="15322" y="77224"/>
                    <a:pt x="15322" y="64261"/>
                    <a:pt x="15322" y="52562"/>
                  </a:cubicBezTo>
                  <a:cubicBezTo>
                    <a:pt x="15322" y="41021"/>
                    <a:pt x="15322" y="29007"/>
                    <a:pt x="17817" y="20312"/>
                  </a:cubicBezTo>
                  <a:cubicBezTo>
                    <a:pt x="21311" y="7823"/>
                    <a:pt x="31958" y="4503"/>
                    <a:pt x="38778" y="4503"/>
                  </a:cubicBezTo>
                  <a:cubicBezTo>
                    <a:pt x="47761" y="4503"/>
                    <a:pt x="56412" y="9720"/>
                    <a:pt x="59406" y="18889"/>
                  </a:cubicBezTo>
                  <a:cubicBezTo>
                    <a:pt x="62068" y="27426"/>
                    <a:pt x="62234" y="38808"/>
                    <a:pt x="62234" y="52562"/>
                  </a:cubicBezTo>
                  <a:cubicBezTo>
                    <a:pt x="62234" y="64261"/>
                    <a:pt x="62234" y="75959"/>
                    <a:pt x="60072" y="85919"/>
                  </a:cubicBezTo>
                  <a:cubicBezTo>
                    <a:pt x="56745" y="100305"/>
                    <a:pt x="45432" y="103783"/>
                    <a:pt x="38778" y="103783"/>
                  </a:cubicBez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3" name="Freeform: Shape 322">
              <a:extLst>
                <a:ext uri="{FF2B5EF4-FFF2-40B4-BE49-F238E27FC236}">
                  <a16:creationId xmlns:a16="http://schemas.microsoft.com/office/drawing/2014/main" id="{4BFDEB9A-2808-E3B0-CFCB-D244BF3DAB66}"/>
                </a:ext>
              </a:extLst>
            </p:cNvPr>
            <p:cNvSpPr/>
            <p:nvPr>
              <p:custDataLst>
                <p:tags r:id="rId28"/>
              </p:custDataLst>
            </p:nvPr>
          </p:nvSpPr>
          <p:spPr>
            <a:xfrm>
              <a:off x="12279005" y="3207638"/>
              <a:ext cx="145205" cy="9033"/>
            </a:xfrm>
            <a:custGeom>
              <a:avLst/>
              <a:gdLst>
                <a:gd name="connsiteX0" fmla="*/ 137078 w 145205"/>
                <a:gd name="connsiteY0" fmla="*/ 9108 h 9033"/>
                <a:gd name="connsiteX1" fmla="*/ 145395 w 145205"/>
                <a:gd name="connsiteY1" fmla="*/ 4592 h 9033"/>
                <a:gd name="connsiteX2" fmla="*/ 137078 w 145205"/>
                <a:gd name="connsiteY2" fmla="*/ 75 h 9033"/>
                <a:gd name="connsiteX3" fmla="*/ 8508 w 145205"/>
                <a:gd name="connsiteY3" fmla="*/ 75 h 9033"/>
                <a:gd name="connsiteX4" fmla="*/ 190 w 145205"/>
                <a:gd name="connsiteY4" fmla="*/ 4592 h 9033"/>
                <a:gd name="connsiteX5" fmla="*/ 8508 w 145205"/>
                <a:gd name="connsiteY5" fmla="*/ 9108 h 9033"/>
                <a:gd name="connsiteX6" fmla="*/ 137078 w 145205"/>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205" h="9033">
                  <a:moveTo>
                    <a:pt x="137078" y="9108"/>
                  </a:moveTo>
                  <a:cubicBezTo>
                    <a:pt x="141118" y="9108"/>
                    <a:pt x="145395" y="9108"/>
                    <a:pt x="145395" y="4592"/>
                  </a:cubicBezTo>
                  <a:cubicBezTo>
                    <a:pt x="145395" y="75"/>
                    <a:pt x="141118" y="75"/>
                    <a:pt x="137078" y="75"/>
                  </a:cubicBezTo>
                  <a:lnTo>
                    <a:pt x="8508" y="75"/>
                  </a:lnTo>
                  <a:cubicBezTo>
                    <a:pt x="4468" y="75"/>
                    <a:pt x="190" y="75"/>
                    <a:pt x="190" y="4592"/>
                  </a:cubicBezTo>
                  <a:cubicBezTo>
                    <a:pt x="190" y="9108"/>
                    <a:pt x="4468" y="9108"/>
                    <a:pt x="8508" y="9108"/>
                  </a:cubicBezTo>
                  <a:lnTo>
                    <a:pt x="137078"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4" name="Freeform: Shape 323">
              <a:extLst>
                <a:ext uri="{FF2B5EF4-FFF2-40B4-BE49-F238E27FC236}">
                  <a16:creationId xmlns:a16="http://schemas.microsoft.com/office/drawing/2014/main" id="{8FD6641E-7AC2-7754-1CAB-2624A9E61073}"/>
                </a:ext>
              </a:extLst>
            </p:cNvPr>
            <p:cNvSpPr/>
            <p:nvPr>
              <p:custDataLst>
                <p:tags r:id="rId29"/>
              </p:custDataLst>
            </p:nvPr>
          </p:nvSpPr>
          <p:spPr>
            <a:xfrm>
              <a:off x="12504030" y="3109171"/>
              <a:ext cx="129550" cy="203257"/>
            </a:xfrm>
            <a:custGeom>
              <a:avLst/>
              <a:gdLst>
                <a:gd name="connsiteX0" fmla="*/ 129750 w 129550"/>
                <a:gd name="connsiteY0" fmla="*/ 31015 h 203257"/>
                <a:gd name="connsiteX1" fmla="*/ 97430 w 129550"/>
                <a:gd name="connsiteY1" fmla="*/ 75 h 203257"/>
                <a:gd name="connsiteX2" fmla="*/ 68674 w 129550"/>
                <a:gd name="connsiteY2" fmla="*/ 9560 h 203257"/>
                <a:gd name="connsiteX3" fmla="*/ 38017 w 129550"/>
                <a:gd name="connsiteY3" fmla="*/ 57664 h 203257"/>
                <a:gd name="connsiteX4" fmla="*/ 230 w 129550"/>
                <a:gd name="connsiteY4" fmla="*/ 201074 h 203257"/>
                <a:gd name="connsiteX5" fmla="*/ 3082 w 129550"/>
                <a:gd name="connsiteY5" fmla="*/ 203333 h 203257"/>
                <a:gd name="connsiteX6" fmla="*/ 5934 w 129550"/>
                <a:gd name="connsiteY6" fmla="*/ 202203 h 203257"/>
                <a:gd name="connsiteX7" fmla="*/ 22570 w 129550"/>
                <a:gd name="connsiteY7" fmla="*/ 139871 h 203257"/>
                <a:gd name="connsiteX8" fmla="*/ 54890 w 129550"/>
                <a:gd name="connsiteY8" fmla="*/ 161778 h 203257"/>
                <a:gd name="connsiteX9" fmla="*/ 100757 w 129550"/>
                <a:gd name="connsiteY9" fmla="*/ 143936 h 203257"/>
                <a:gd name="connsiteX10" fmla="*/ 119769 w 129550"/>
                <a:gd name="connsiteY10" fmla="*/ 102381 h 203257"/>
                <a:gd name="connsiteX11" fmla="*/ 102420 w 129550"/>
                <a:gd name="connsiteY11" fmla="*/ 68731 h 203257"/>
                <a:gd name="connsiteX12" fmla="*/ 129750 w 129550"/>
                <a:gd name="connsiteY12" fmla="*/ 31015 h 203257"/>
                <a:gd name="connsiteX13" fmla="*/ 86973 w 129550"/>
                <a:gd name="connsiteY13" fmla="*/ 68505 h 203257"/>
                <a:gd name="connsiteX14" fmla="*/ 75566 w 129550"/>
                <a:gd name="connsiteY14" fmla="*/ 70086 h 203257"/>
                <a:gd name="connsiteX15" fmla="*/ 65109 w 129550"/>
                <a:gd name="connsiteY15" fmla="*/ 69182 h 203257"/>
                <a:gd name="connsiteX16" fmla="*/ 76754 w 129550"/>
                <a:gd name="connsiteY16" fmla="*/ 67376 h 203257"/>
                <a:gd name="connsiteX17" fmla="*/ 86973 w 129550"/>
                <a:gd name="connsiteY17" fmla="*/ 68505 h 203257"/>
                <a:gd name="connsiteX18" fmla="*/ 116442 w 129550"/>
                <a:gd name="connsiteY18" fmla="*/ 25821 h 203257"/>
                <a:gd name="connsiteX19" fmla="*/ 95053 w 129550"/>
                <a:gd name="connsiteY19" fmla="*/ 64891 h 203257"/>
                <a:gd name="connsiteX20" fmla="*/ 76754 w 129550"/>
                <a:gd name="connsiteY20" fmla="*/ 62181 h 203257"/>
                <a:gd name="connsiteX21" fmla="*/ 58455 w 129550"/>
                <a:gd name="connsiteY21" fmla="*/ 69408 h 203257"/>
                <a:gd name="connsiteX22" fmla="*/ 74853 w 129550"/>
                <a:gd name="connsiteY22" fmla="*/ 75054 h 203257"/>
                <a:gd name="connsiteX23" fmla="*/ 94340 w 129550"/>
                <a:gd name="connsiteY23" fmla="*/ 72118 h 203257"/>
                <a:gd name="connsiteX24" fmla="*/ 104797 w 129550"/>
                <a:gd name="connsiteY24" fmla="*/ 97639 h 203257"/>
                <a:gd name="connsiteX25" fmla="*/ 92914 w 129550"/>
                <a:gd name="connsiteY25" fmla="*/ 136483 h 203257"/>
                <a:gd name="connsiteX26" fmla="*/ 54177 w 129550"/>
                <a:gd name="connsiteY26" fmla="*/ 156809 h 203257"/>
                <a:gd name="connsiteX27" fmla="*/ 27085 w 129550"/>
                <a:gd name="connsiteY27" fmla="*/ 127676 h 203257"/>
                <a:gd name="connsiteX28" fmla="*/ 28273 w 129550"/>
                <a:gd name="connsiteY28" fmla="*/ 117739 h 203257"/>
                <a:gd name="connsiteX29" fmla="*/ 43483 w 129550"/>
                <a:gd name="connsiteY29" fmla="*/ 60600 h 203257"/>
                <a:gd name="connsiteX30" fmla="*/ 94340 w 129550"/>
                <a:gd name="connsiteY30" fmla="*/ 5269 h 203257"/>
                <a:gd name="connsiteX31" fmla="*/ 116442 w 129550"/>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550" h="203257">
                  <a:moveTo>
                    <a:pt x="129750" y="31015"/>
                  </a:moveTo>
                  <a:cubicBezTo>
                    <a:pt x="129750" y="14077"/>
                    <a:pt x="116680" y="75"/>
                    <a:pt x="97430" y="75"/>
                  </a:cubicBezTo>
                  <a:cubicBezTo>
                    <a:pt x="83646" y="75"/>
                    <a:pt x="76992" y="3688"/>
                    <a:pt x="68674" y="9560"/>
                  </a:cubicBezTo>
                  <a:cubicBezTo>
                    <a:pt x="55603" y="18594"/>
                    <a:pt x="42532" y="40500"/>
                    <a:pt x="38017" y="57664"/>
                  </a:cubicBezTo>
                  <a:lnTo>
                    <a:pt x="230" y="201074"/>
                  </a:lnTo>
                  <a:cubicBezTo>
                    <a:pt x="-7" y="201978"/>
                    <a:pt x="1181" y="203333"/>
                    <a:pt x="3082" y="203333"/>
                  </a:cubicBezTo>
                  <a:cubicBezTo>
                    <a:pt x="4983" y="203333"/>
                    <a:pt x="5696" y="202881"/>
                    <a:pt x="5934" y="202203"/>
                  </a:cubicBezTo>
                  <a:lnTo>
                    <a:pt x="22570" y="139871"/>
                  </a:lnTo>
                  <a:cubicBezTo>
                    <a:pt x="27085" y="153422"/>
                    <a:pt x="37542" y="161778"/>
                    <a:pt x="54890" y="161778"/>
                  </a:cubicBezTo>
                  <a:cubicBezTo>
                    <a:pt x="72239" y="161778"/>
                    <a:pt x="90063" y="153873"/>
                    <a:pt x="100757" y="143936"/>
                  </a:cubicBezTo>
                  <a:cubicBezTo>
                    <a:pt x="112164" y="133547"/>
                    <a:pt x="119769" y="119094"/>
                    <a:pt x="119769" y="102381"/>
                  </a:cubicBezTo>
                  <a:cubicBezTo>
                    <a:pt x="119769" y="86121"/>
                    <a:pt x="110976" y="74377"/>
                    <a:pt x="102420" y="68731"/>
                  </a:cubicBezTo>
                  <a:cubicBezTo>
                    <a:pt x="116204" y="61278"/>
                    <a:pt x="129750" y="47276"/>
                    <a:pt x="129750" y="31015"/>
                  </a:cubicBezTo>
                  <a:close/>
                  <a:moveTo>
                    <a:pt x="86973" y="68505"/>
                  </a:moveTo>
                  <a:cubicBezTo>
                    <a:pt x="83884" y="69634"/>
                    <a:pt x="81270" y="70086"/>
                    <a:pt x="75566" y="70086"/>
                  </a:cubicBezTo>
                  <a:cubicBezTo>
                    <a:pt x="72239" y="70086"/>
                    <a:pt x="67486" y="70312"/>
                    <a:pt x="65109" y="69182"/>
                  </a:cubicBezTo>
                  <a:cubicBezTo>
                    <a:pt x="65585" y="66924"/>
                    <a:pt x="74140" y="67376"/>
                    <a:pt x="76754" y="67376"/>
                  </a:cubicBezTo>
                  <a:cubicBezTo>
                    <a:pt x="81745" y="67376"/>
                    <a:pt x="83884" y="67376"/>
                    <a:pt x="86973" y="68505"/>
                  </a:cubicBezTo>
                  <a:close/>
                  <a:moveTo>
                    <a:pt x="116442" y="25821"/>
                  </a:moveTo>
                  <a:cubicBezTo>
                    <a:pt x="116442" y="41630"/>
                    <a:pt x="107411" y="57890"/>
                    <a:pt x="95053" y="64891"/>
                  </a:cubicBezTo>
                  <a:cubicBezTo>
                    <a:pt x="88637" y="62633"/>
                    <a:pt x="83884" y="62181"/>
                    <a:pt x="76754" y="62181"/>
                  </a:cubicBezTo>
                  <a:cubicBezTo>
                    <a:pt x="71763" y="62181"/>
                    <a:pt x="58455" y="61955"/>
                    <a:pt x="58455" y="69408"/>
                  </a:cubicBezTo>
                  <a:cubicBezTo>
                    <a:pt x="58217" y="75732"/>
                    <a:pt x="70575" y="75054"/>
                    <a:pt x="74853" y="75054"/>
                  </a:cubicBezTo>
                  <a:cubicBezTo>
                    <a:pt x="83646" y="75054"/>
                    <a:pt x="87211" y="74828"/>
                    <a:pt x="94340" y="72118"/>
                  </a:cubicBezTo>
                  <a:cubicBezTo>
                    <a:pt x="103371" y="80249"/>
                    <a:pt x="104559" y="87250"/>
                    <a:pt x="104797" y="97639"/>
                  </a:cubicBezTo>
                  <a:cubicBezTo>
                    <a:pt x="105272" y="110737"/>
                    <a:pt x="99569" y="127676"/>
                    <a:pt x="92914" y="136483"/>
                  </a:cubicBezTo>
                  <a:cubicBezTo>
                    <a:pt x="83646" y="148679"/>
                    <a:pt x="67723" y="156809"/>
                    <a:pt x="54177" y="156809"/>
                  </a:cubicBezTo>
                  <a:cubicBezTo>
                    <a:pt x="36116" y="156809"/>
                    <a:pt x="27085" y="143710"/>
                    <a:pt x="27085" y="127676"/>
                  </a:cubicBezTo>
                  <a:cubicBezTo>
                    <a:pt x="27085" y="125417"/>
                    <a:pt x="27085" y="122030"/>
                    <a:pt x="28273" y="117739"/>
                  </a:cubicBezTo>
                  <a:lnTo>
                    <a:pt x="43483" y="60600"/>
                  </a:lnTo>
                  <a:cubicBezTo>
                    <a:pt x="48711" y="41178"/>
                    <a:pt x="65822" y="5269"/>
                    <a:pt x="94340" y="5269"/>
                  </a:cubicBezTo>
                  <a:cubicBezTo>
                    <a:pt x="108124" y="5269"/>
                    <a:pt x="116442" y="12270"/>
                    <a:pt x="116442" y="25821"/>
                  </a:cubicBez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5" name="Freeform: Shape 324">
              <a:extLst>
                <a:ext uri="{FF2B5EF4-FFF2-40B4-BE49-F238E27FC236}">
                  <a16:creationId xmlns:a16="http://schemas.microsoft.com/office/drawing/2014/main" id="{0AAF536B-CA48-3B4E-2FAD-8E3CE2332D34}"/>
                </a:ext>
              </a:extLst>
            </p:cNvPr>
            <p:cNvSpPr/>
            <p:nvPr>
              <p:custDataLst>
                <p:tags r:id="rId30"/>
              </p:custDataLst>
            </p:nvPr>
          </p:nvSpPr>
          <p:spPr>
            <a:xfrm>
              <a:off x="12651049" y="3068499"/>
              <a:ext cx="124268" cy="106868"/>
            </a:xfrm>
            <a:custGeom>
              <a:avLst/>
              <a:gdLst>
                <a:gd name="connsiteX0" fmla="*/ 73902 w 124268"/>
                <a:gd name="connsiteY0" fmla="*/ 11295 h 106868"/>
                <a:gd name="connsiteX1" fmla="*/ 79059 w 124268"/>
                <a:gd name="connsiteY1" fmla="*/ 5920 h 106868"/>
                <a:gd name="connsiteX2" fmla="*/ 89041 w 124268"/>
                <a:gd name="connsiteY2" fmla="*/ 5762 h 106868"/>
                <a:gd name="connsiteX3" fmla="*/ 107672 w 124268"/>
                <a:gd name="connsiteY3" fmla="*/ 7027 h 106868"/>
                <a:gd name="connsiteX4" fmla="*/ 115491 w 124268"/>
                <a:gd name="connsiteY4" fmla="*/ 19516 h 106868"/>
                <a:gd name="connsiteX5" fmla="*/ 114327 w 124268"/>
                <a:gd name="connsiteY5" fmla="*/ 32321 h 106868"/>
                <a:gd name="connsiteX6" fmla="*/ 113994 w 124268"/>
                <a:gd name="connsiteY6" fmla="*/ 34060 h 106868"/>
                <a:gd name="connsiteX7" fmla="*/ 116822 w 124268"/>
                <a:gd name="connsiteY7" fmla="*/ 36431 h 106868"/>
                <a:gd name="connsiteX8" fmla="*/ 119983 w 124268"/>
                <a:gd name="connsiteY8" fmla="*/ 32479 h 106868"/>
                <a:gd name="connsiteX9" fmla="*/ 124474 w 124268"/>
                <a:gd name="connsiteY9" fmla="*/ 2284 h 106868"/>
                <a:gd name="connsiteX10" fmla="*/ 119484 w 124268"/>
                <a:gd name="connsiteY10" fmla="*/ 71 h 106868"/>
                <a:gd name="connsiteX11" fmla="*/ 17175 w 124268"/>
                <a:gd name="connsiteY11" fmla="*/ 71 h 106868"/>
                <a:gd name="connsiteX12" fmla="*/ 11519 w 124268"/>
                <a:gd name="connsiteY12" fmla="*/ 3390 h 106868"/>
                <a:gd name="connsiteX13" fmla="*/ 1038 w 124268"/>
                <a:gd name="connsiteY13" fmla="*/ 31372 h 106868"/>
                <a:gd name="connsiteX14" fmla="*/ 206 w 124268"/>
                <a:gd name="connsiteY14" fmla="*/ 34218 h 106868"/>
                <a:gd name="connsiteX15" fmla="*/ 3034 w 124268"/>
                <a:gd name="connsiteY15" fmla="*/ 36431 h 106868"/>
                <a:gd name="connsiteX16" fmla="*/ 6528 w 124268"/>
                <a:gd name="connsiteY16" fmla="*/ 32637 h 106868"/>
                <a:gd name="connsiteX17" fmla="*/ 46952 w 124268"/>
                <a:gd name="connsiteY17" fmla="*/ 5762 h 106868"/>
                <a:gd name="connsiteX18" fmla="*/ 53939 w 124268"/>
                <a:gd name="connsiteY18" fmla="*/ 5762 h 106868"/>
                <a:gd name="connsiteX19" fmla="*/ 59096 w 124268"/>
                <a:gd name="connsiteY19" fmla="*/ 7343 h 106868"/>
                <a:gd name="connsiteX20" fmla="*/ 58431 w 124268"/>
                <a:gd name="connsiteY20" fmla="*/ 10663 h 106868"/>
                <a:gd name="connsiteX21" fmla="*/ 36472 w 124268"/>
                <a:gd name="connsiteY21" fmla="*/ 93818 h 106868"/>
                <a:gd name="connsiteX22" fmla="*/ 17008 w 124268"/>
                <a:gd name="connsiteY22" fmla="*/ 101248 h 106868"/>
                <a:gd name="connsiteX23" fmla="*/ 9522 w 124268"/>
                <a:gd name="connsiteY23" fmla="*/ 104726 h 106868"/>
                <a:gd name="connsiteX24" fmla="*/ 12350 w 124268"/>
                <a:gd name="connsiteY24" fmla="*/ 106939 h 106868"/>
                <a:gd name="connsiteX25" fmla="*/ 26657 w 124268"/>
                <a:gd name="connsiteY25" fmla="*/ 106465 h 106868"/>
                <a:gd name="connsiteX26" fmla="*/ 40964 w 124268"/>
                <a:gd name="connsiteY26" fmla="*/ 106307 h 106868"/>
                <a:gd name="connsiteX27" fmla="*/ 55936 w 124268"/>
                <a:gd name="connsiteY27" fmla="*/ 106465 h 106868"/>
                <a:gd name="connsiteX28" fmla="*/ 69910 w 124268"/>
                <a:gd name="connsiteY28" fmla="*/ 106939 h 106868"/>
                <a:gd name="connsiteX29" fmla="*/ 73736 w 124268"/>
                <a:gd name="connsiteY29" fmla="*/ 103461 h 106868"/>
                <a:gd name="connsiteX30" fmla="*/ 66915 w 124268"/>
                <a:gd name="connsiteY30" fmla="*/ 101248 h 106868"/>
                <a:gd name="connsiteX31" fmla="*/ 57266 w 124268"/>
                <a:gd name="connsiteY31" fmla="*/ 100932 h 106868"/>
                <a:gd name="connsiteX32" fmla="*/ 51278 w 124268"/>
                <a:gd name="connsiteY32" fmla="*/ 97928 h 106868"/>
                <a:gd name="connsiteX33" fmla="*/ 51943 w 124268"/>
                <a:gd name="connsiteY33" fmla="*/ 94292 h 106868"/>
                <a:gd name="connsiteX34" fmla="*/ 73902 w 124268"/>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4268" h="106868">
                  <a:moveTo>
                    <a:pt x="73902" y="11295"/>
                  </a:moveTo>
                  <a:cubicBezTo>
                    <a:pt x="75067" y="6710"/>
                    <a:pt x="75399" y="6236"/>
                    <a:pt x="79059" y="5920"/>
                  </a:cubicBezTo>
                  <a:cubicBezTo>
                    <a:pt x="79891" y="5762"/>
                    <a:pt x="85713" y="5762"/>
                    <a:pt x="89041" y="5762"/>
                  </a:cubicBezTo>
                  <a:cubicBezTo>
                    <a:pt x="99188" y="5762"/>
                    <a:pt x="103513" y="5762"/>
                    <a:pt x="107672" y="7027"/>
                  </a:cubicBezTo>
                  <a:cubicBezTo>
                    <a:pt x="115158" y="9240"/>
                    <a:pt x="115491" y="13824"/>
                    <a:pt x="115491" y="19516"/>
                  </a:cubicBezTo>
                  <a:cubicBezTo>
                    <a:pt x="115491" y="22045"/>
                    <a:pt x="115491" y="24100"/>
                    <a:pt x="114327" y="32321"/>
                  </a:cubicBezTo>
                  <a:lnTo>
                    <a:pt x="113994" y="34060"/>
                  </a:lnTo>
                  <a:cubicBezTo>
                    <a:pt x="113994" y="35641"/>
                    <a:pt x="115158" y="36431"/>
                    <a:pt x="116822" y="36431"/>
                  </a:cubicBezTo>
                  <a:cubicBezTo>
                    <a:pt x="119317" y="36431"/>
                    <a:pt x="119650" y="35008"/>
                    <a:pt x="119983" y="32479"/>
                  </a:cubicBezTo>
                  <a:lnTo>
                    <a:pt x="124474" y="2284"/>
                  </a:lnTo>
                  <a:cubicBezTo>
                    <a:pt x="124474" y="71"/>
                    <a:pt x="122478" y="71"/>
                    <a:pt x="119484" y="71"/>
                  </a:cubicBezTo>
                  <a:lnTo>
                    <a:pt x="17175" y="71"/>
                  </a:lnTo>
                  <a:cubicBezTo>
                    <a:pt x="13016" y="71"/>
                    <a:pt x="12683" y="71"/>
                    <a:pt x="11519" y="3390"/>
                  </a:cubicBezTo>
                  <a:lnTo>
                    <a:pt x="1038" y="31372"/>
                  </a:lnTo>
                  <a:cubicBezTo>
                    <a:pt x="872" y="32005"/>
                    <a:pt x="206" y="33428"/>
                    <a:pt x="206" y="34218"/>
                  </a:cubicBezTo>
                  <a:cubicBezTo>
                    <a:pt x="206" y="34850"/>
                    <a:pt x="539" y="36431"/>
                    <a:pt x="3034" y="36431"/>
                  </a:cubicBezTo>
                  <a:cubicBezTo>
                    <a:pt x="5197" y="36431"/>
                    <a:pt x="5530" y="35641"/>
                    <a:pt x="6528" y="32637"/>
                  </a:cubicBezTo>
                  <a:cubicBezTo>
                    <a:pt x="16177" y="7343"/>
                    <a:pt x="21666" y="5762"/>
                    <a:pt x="46952" y="5762"/>
                  </a:cubicBezTo>
                  <a:lnTo>
                    <a:pt x="53939" y="5762"/>
                  </a:lnTo>
                  <a:cubicBezTo>
                    <a:pt x="58930" y="5762"/>
                    <a:pt x="59096" y="5920"/>
                    <a:pt x="59096" y="7343"/>
                  </a:cubicBezTo>
                  <a:cubicBezTo>
                    <a:pt x="59096" y="7501"/>
                    <a:pt x="59096" y="8291"/>
                    <a:pt x="58431" y="10663"/>
                  </a:cubicBezTo>
                  <a:lnTo>
                    <a:pt x="36472" y="93818"/>
                  </a:lnTo>
                  <a:cubicBezTo>
                    <a:pt x="34975" y="99667"/>
                    <a:pt x="34476" y="101248"/>
                    <a:pt x="17008" y="101248"/>
                  </a:cubicBezTo>
                  <a:cubicBezTo>
                    <a:pt x="11020" y="101248"/>
                    <a:pt x="9522" y="101248"/>
                    <a:pt x="9522" y="104726"/>
                  </a:cubicBezTo>
                  <a:cubicBezTo>
                    <a:pt x="9522" y="105200"/>
                    <a:pt x="9855" y="106939"/>
                    <a:pt x="12350" y="106939"/>
                  </a:cubicBezTo>
                  <a:cubicBezTo>
                    <a:pt x="17008" y="106939"/>
                    <a:pt x="21999" y="106465"/>
                    <a:pt x="26657" y="106465"/>
                  </a:cubicBezTo>
                  <a:cubicBezTo>
                    <a:pt x="31315" y="106465"/>
                    <a:pt x="36306" y="106307"/>
                    <a:pt x="40964" y="106307"/>
                  </a:cubicBezTo>
                  <a:cubicBezTo>
                    <a:pt x="45622" y="106307"/>
                    <a:pt x="51278" y="106307"/>
                    <a:pt x="55936" y="106465"/>
                  </a:cubicBezTo>
                  <a:cubicBezTo>
                    <a:pt x="60427" y="106623"/>
                    <a:pt x="65418" y="106939"/>
                    <a:pt x="69910" y="106939"/>
                  </a:cubicBezTo>
                  <a:cubicBezTo>
                    <a:pt x="71240" y="106939"/>
                    <a:pt x="73736" y="106939"/>
                    <a:pt x="73736" y="103461"/>
                  </a:cubicBezTo>
                  <a:cubicBezTo>
                    <a:pt x="73736" y="101248"/>
                    <a:pt x="72072" y="101248"/>
                    <a:pt x="66915" y="101248"/>
                  </a:cubicBezTo>
                  <a:cubicBezTo>
                    <a:pt x="63754" y="101248"/>
                    <a:pt x="60427" y="101090"/>
                    <a:pt x="57266" y="100932"/>
                  </a:cubicBezTo>
                  <a:cubicBezTo>
                    <a:pt x="51610" y="100457"/>
                    <a:pt x="51278" y="99825"/>
                    <a:pt x="51278" y="97928"/>
                  </a:cubicBezTo>
                  <a:cubicBezTo>
                    <a:pt x="51278" y="96821"/>
                    <a:pt x="51278" y="96505"/>
                    <a:pt x="51943" y="94292"/>
                  </a:cubicBezTo>
                  <a:lnTo>
                    <a:pt x="73902" y="11295"/>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6" name="Freeform: Shape 325">
              <a:extLst>
                <a:ext uri="{FF2B5EF4-FFF2-40B4-BE49-F238E27FC236}">
                  <a16:creationId xmlns:a16="http://schemas.microsoft.com/office/drawing/2014/main" id="{95585656-16FE-269F-5071-84ED7D3B07BC}"/>
                </a:ext>
              </a:extLst>
            </p:cNvPr>
            <p:cNvSpPr/>
            <p:nvPr>
              <p:custDataLst>
                <p:tags r:id="rId31"/>
              </p:custDataLst>
            </p:nvPr>
          </p:nvSpPr>
          <p:spPr>
            <a:xfrm>
              <a:off x="12800499" y="3168794"/>
              <a:ext cx="118350" cy="102306"/>
            </a:xfrm>
            <a:custGeom>
              <a:avLst/>
              <a:gdLst>
                <a:gd name="connsiteX0" fmla="*/ 72696 w 118350"/>
                <a:gd name="connsiteY0" fmla="*/ 31693 h 102306"/>
                <a:gd name="connsiteX1" fmla="*/ 96224 w 118350"/>
                <a:gd name="connsiteY1" fmla="*/ 5043 h 102306"/>
                <a:gd name="connsiteX2" fmla="*/ 108106 w 118350"/>
                <a:gd name="connsiteY2" fmla="*/ 7979 h 102306"/>
                <a:gd name="connsiteX3" fmla="*/ 96699 w 118350"/>
                <a:gd name="connsiteY3" fmla="*/ 20175 h 102306"/>
                <a:gd name="connsiteX4" fmla="*/ 105730 w 118350"/>
                <a:gd name="connsiteY4" fmla="*/ 28079 h 102306"/>
                <a:gd name="connsiteX5" fmla="*/ 118563 w 118350"/>
                <a:gd name="connsiteY5" fmla="*/ 14980 h 102306"/>
                <a:gd name="connsiteX6" fmla="*/ 96462 w 118350"/>
                <a:gd name="connsiteY6" fmla="*/ 75 h 102306"/>
                <a:gd name="connsiteX7" fmla="*/ 71508 w 118350"/>
                <a:gd name="connsiteY7" fmla="*/ 17239 h 102306"/>
                <a:gd name="connsiteX8" fmla="*/ 45842 w 118350"/>
                <a:gd name="connsiteY8" fmla="*/ 75 h 102306"/>
                <a:gd name="connsiteX9" fmla="*/ 7580 w 118350"/>
                <a:gd name="connsiteY9" fmla="*/ 34854 h 102306"/>
                <a:gd name="connsiteX10" fmla="*/ 10432 w 118350"/>
                <a:gd name="connsiteY10" fmla="*/ 37113 h 102306"/>
                <a:gd name="connsiteX11" fmla="*/ 13521 w 118350"/>
                <a:gd name="connsiteY11" fmla="*/ 34629 h 102306"/>
                <a:gd name="connsiteX12" fmla="*/ 45366 w 118350"/>
                <a:gd name="connsiteY12" fmla="*/ 5043 h 102306"/>
                <a:gd name="connsiteX13" fmla="*/ 58200 w 118350"/>
                <a:gd name="connsiteY13" fmla="*/ 20175 h 102306"/>
                <a:gd name="connsiteX14" fmla="*/ 45366 w 118350"/>
                <a:gd name="connsiteY14" fmla="*/ 73925 h 102306"/>
                <a:gd name="connsiteX15" fmla="*/ 22790 w 118350"/>
                <a:gd name="connsiteY15" fmla="*/ 97413 h 102306"/>
                <a:gd name="connsiteX16" fmla="*/ 10907 w 118350"/>
                <a:gd name="connsiteY16" fmla="*/ 94477 h 102306"/>
                <a:gd name="connsiteX17" fmla="*/ 22077 w 118350"/>
                <a:gd name="connsiteY17" fmla="*/ 82281 h 102306"/>
                <a:gd name="connsiteX18" fmla="*/ 13283 w 118350"/>
                <a:gd name="connsiteY18" fmla="*/ 74377 h 102306"/>
                <a:gd name="connsiteX19" fmla="*/ 213 w 118350"/>
                <a:gd name="connsiteY19" fmla="*/ 87476 h 102306"/>
                <a:gd name="connsiteX20" fmla="*/ 22552 w 118350"/>
                <a:gd name="connsiteY20" fmla="*/ 102381 h 102306"/>
                <a:gd name="connsiteX21" fmla="*/ 47505 w 118350"/>
                <a:gd name="connsiteY21" fmla="*/ 85217 h 102306"/>
                <a:gd name="connsiteX22" fmla="*/ 73172 w 118350"/>
                <a:gd name="connsiteY22" fmla="*/ 102381 h 102306"/>
                <a:gd name="connsiteX23" fmla="*/ 111196 w 118350"/>
                <a:gd name="connsiteY23" fmla="*/ 67602 h 102306"/>
                <a:gd name="connsiteX24" fmla="*/ 108344 w 118350"/>
                <a:gd name="connsiteY24" fmla="*/ 65343 h 102306"/>
                <a:gd name="connsiteX25" fmla="*/ 105255 w 118350"/>
                <a:gd name="connsiteY25" fmla="*/ 67827 h 102306"/>
                <a:gd name="connsiteX26" fmla="*/ 73647 w 118350"/>
                <a:gd name="connsiteY26" fmla="*/ 97413 h 102306"/>
                <a:gd name="connsiteX27" fmla="*/ 60576 w 118350"/>
                <a:gd name="connsiteY27" fmla="*/ 82507 h 102306"/>
                <a:gd name="connsiteX28" fmla="*/ 64616 w 118350"/>
                <a:gd name="connsiteY28" fmla="*/ 62633 h 102306"/>
                <a:gd name="connsiteX29" fmla="*/ 72696 w 118350"/>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350" h="102306">
                  <a:moveTo>
                    <a:pt x="72696" y="31693"/>
                  </a:moveTo>
                  <a:cubicBezTo>
                    <a:pt x="74122" y="25821"/>
                    <a:pt x="79588" y="5043"/>
                    <a:pt x="96224" y="5043"/>
                  </a:cubicBezTo>
                  <a:cubicBezTo>
                    <a:pt x="97412" y="5043"/>
                    <a:pt x="103116" y="5043"/>
                    <a:pt x="108106" y="7979"/>
                  </a:cubicBezTo>
                  <a:cubicBezTo>
                    <a:pt x="101452" y="9108"/>
                    <a:pt x="96699" y="14754"/>
                    <a:pt x="96699" y="20175"/>
                  </a:cubicBezTo>
                  <a:cubicBezTo>
                    <a:pt x="96699" y="23788"/>
                    <a:pt x="99313" y="28079"/>
                    <a:pt x="105730" y="28079"/>
                  </a:cubicBezTo>
                  <a:cubicBezTo>
                    <a:pt x="110958" y="28079"/>
                    <a:pt x="118563" y="24014"/>
                    <a:pt x="118563" y="14980"/>
                  </a:cubicBezTo>
                  <a:cubicBezTo>
                    <a:pt x="118563" y="3237"/>
                    <a:pt x="104542" y="75"/>
                    <a:pt x="96462" y="75"/>
                  </a:cubicBezTo>
                  <a:cubicBezTo>
                    <a:pt x="82678" y="75"/>
                    <a:pt x="74360" y="12044"/>
                    <a:pt x="71508" y="17239"/>
                  </a:cubicBezTo>
                  <a:cubicBezTo>
                    <a:pt x="65567" y="2333"/>
                    <a:pt x="52734" y="75"/>
                    <a:pt x="45842" y="75"/>
                  </a:cubicBezTo>
                  <a:cubicBezTo>
                    <a:pt x="21126" y="75"/>
                    <a:pt x="7580" y="29208"/>
                    <a:pt x="7580" y="34854"/>
                  </a:cubicBezTo>
                  <a:cubicBezTo>
                    <a:pt x="7580" y="37113"/>
                    <a:pt x="9956" y="37113"/>
                    <a:pt x="10432" y="37113"/>
                  </a:cubicBezTo>
                  <a:cubicBezTo>
                    <a:pt x="12333" y="37113"/>
                    <a:pt x="13046" y="36661"/>
                    <a:pt x="13521" y="34629"/>
                  </a:cubicBezTo>
                  <a:cubicBezTo>
                    <a:pt x="21601" y="10689"/>
                    <a:pt x="37286" y="5043"/>
                    <a:pt x="45366" y="5043"/>
                  </a:cubicBezTo>
                  <a:cubicBezTo>
                    <a:pt x="49882" y="5043"/>
                    <a:pt x="58200" y="7076"/>
                    <a:pt x="58200" y="20175"/>
                  </a:cubicBezTo>
                  <a:cubicBezTo>
                    <a:pt x="58200" y="27176"/>
                    <a:pt x="54160" y="42307"/>
                    <a:pt x="45366" y="73925"/>
                  </a:cubicBezTo>
                  <a:cubicBezTo>
                    <a:pt x="41564" y="87927"/>
                    <a:pt x="33246" y="97413"/>
                    <a:pt x="22790" y="97413"/>
                  </a:cubicBezTo>
                  <a:cubicBezTo>
                    <a:pt x="21364" y="97413"/>
                    <a:pt x="15898" y="97413"/>
                    <a:pt x="10907" y="94477"/>
                  </a:cubicBezTo>
                  <a:cubicBezTo>
                    <a:pt x="16848" y="93348"/>
                    <a:pt x="22077" y="88605"/>
                    <a:pt x="22077" y="82281"/>
                  </a:cubicBezTo>
                  <a:cubicBezTo>
                    <a:pt x="22077" y="76184"/>
                    <a:pt x="16848" y="74377"/>
                    <a:pt x="13283" y="74377"/>
                  </a:cubicBezTo>
                  <a:cubicBezTo>
                    <a:pt x="6154" y="74377"/>
                    <a:pt x="213" y="80249"/>
                    <a:pt x="213" y="87476"/>
                  </a:cubicBezTo>
                  <a:cubicBezTo>
                    <a:pt x="213" y="97864"/>
                    <a:pt x="12095" y="102381"/>
                    <a:pt x="22552" y="102381"/>
                  </a:cubicBezTo>
                  <a:cubicBezTo>
                    <a:pt x="38237" y="102381"/>
                    <a:pt x="46792" y="86572"/>
                    <a:pt x="47505" y="85217"/>
                  </a:cubicBezTo>
                  <a:cubicBezTo>
                    <a:pt x="50357" y="93573"/>
                    <a:pt x="58913" y="102381"/>
                    <a:pt x="73172" y="102381"/>
                  </a:cubicBezTo>
                  <a:cubicBezTo>
                    <a:pt x="97650" y="102381"/>
                    <a:pt x="111196" y="73248"/>
                    <a:pt x="111196" y="67602"/>
                  </a:cubicBezTo>
                  <a:cubicBezTo>
                    <a:pt x="111196" y="65343"/>
                    <a:pt x="109057" y="65343"/>
                    <a:pt x="108344" y="65343"/>
                  </a:cubicBezTo>
                  <a:cubicBezTo>
                    <a:pt x="106205" y="65343"/>
                    <a:pt x="105730" y="66246"/>
                    <a:pt x="105255" y="67827"/>
                  </a:cubicBezTo>
                  <a:cubicBezTo>
                    <a:pt x="97412" y="91993"/>
                    <a:pt x="81252" y="97413"/>
                    <a:pt x="73647" y="97413"/>
                  </a:cubicBezTo>
                  <a:cubicBezTo>
                    <a:pt x="64379" y="97413"/>
                    <a:pt x="60576" y="90186"/>
                    <a:pt x="60576" y="82507"/>
                  </a:cubicBezTo>
                  <a:cubicBezTo>
                    <a:pt x="60576" y="77539"/>
                    <a:pt x="62002" y="72570"/>
                    <a:pt x="64616" y="62633"/>
                  </a:cubicBezTo>
                  <a:lnTo>
                    <a:pt x="72696" y="31693"/>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7" name="Freeform: Shape 326">
              <a:extLst>
                <a:ext uri="{FF2B5EF4-FFF2-40B4-BE49-F238E27FC236}">
                  <a16:creationId xmlns:a16="http://schemas.microsoft.com/office/drawing/2014/main" id="{03377CC8-69D0-FC2D-5D5D-628B9B643592}"/>
                </a:ext>
              </a:extLst>
            </p:cNvPr>
            <p:cNvSpPr/>
            <p:nvPr>
              <p:custDataLst>
                <p:tags r:id="rId32"/>
              </p:custDataLst>
            </p:nvPr>
          </p:nvSpPr>
          <p:spPr>
            <a:xfrm>
              <a:off x="13015170" y="3124980"/>
              <a:ext cx="145205" cy="174576"/>
            </a:xfrm>
            <a:custGeom>
              <a:avLst/>
              <a:gdLst>
                <a:gd name="connsiteX0" fmla="*/ 140911 w 145205"/>
                <a:gd name="connsiteY0" fmla="*/ 9560 h 174576"/>
                <a:gd name="connsiteX1" fmla="*/ 145426 w 145205"/>
                <a:gd name="connsiteY1" fmla="*/ 4592 h 174576"/>
                <a:gd name="connsiteX2" fmla="*/ 140673 w 145205"/>
                <a:gd name="connsiteY2" fmla="*/ 75 h 174576"/>
                <a:gd name="connsiteX3" fmla="*/ 136395 w 145205"/>
                <a:gd name="connsiteY3" fmla="*/ 1430 h 174576"/>
                <a:gd name="connsiteX4" fmla="*/ 4974 w 145205"/>
                <a:gd name="connsiteY4" fmla="*/ 60375 h 174576"/>
                <a:gd name="connsiteX5" fmla="*/ 221 w 145205"/>
                <a:gd name="connsiteY5" fmla="*/ 65569 h 174576"/>
                <a:gd name="connsiteX6" fmla="*/ 4974 w 145205"/>
                <a:gd name="connsiteY6" fmla="*/ 70537 h 174576"/>
                <a:gd name="connsiteX7" fmla="*/ 136395 w 145205"/>
                <a:gd name="connsiteY7" fmla="*/ 129256 h 174576"/>
                <a:gd name="connsiteX8" fmla="*/ 140673 w 145205"/>
                <a:gd name="connsiteY8" fmla="*/ 130837 h 174576"/>
                <a:gd name="connsiteX9" fmla="*/ 145426 w 145205"/>
                <a:gd name="connsiteY9" fmla="*/ 126321 h 174576"/>
                <a:gd name="connsiteX10" fmla="*/ 140436 w 145205"/>
                <a:gd name="connsiteY10" fmla="*/ 121126 h 174576"/>
                <a:gd name="connsiteX11" fmla="*/ 16144 w 145205"/>
                <a:gd name="connsiteY11" fmla="*/ 65569 h 174576"/>
                <a:gd name="connsiteX12" fmla="*/ 140911 w 145205"/>
                <a:gd name="connsiteY12" fmla="*/ 9560 h 174576"/>
                <a:gd name="connsiteX13" fmla="*/ 137108 w 145205"/>
                <a:gd name="connsiteY13" fmla="*/ 174651 h 174576"/>
                <a:gd name="connsiteX14" fmla="*/ 145426 w 145205"/>
                <a:gd name="connsiteY14" fmla="*/ 170134 h 174576"/>
                <a:gd name="connsiteX15" fmla="*/ 136871 w 145205"/>
                <a:gd name="connsiteY15" fmla="*/ 165617 h 174576"/>
                <a:gd name="connsiteX16" fmla="*/ 8777 w 145205"/>
                <a:gd name="connsiteY16" fmla="*/ 165617 h 174576"/>
                <a:gd name="connsiteX17" fmla="*/ 221 w 145205"/>
                <a:gd name="connsiteY17" fmla="*/ 170134 h 174576"/>
                <a:gd name="connsiteX18" fmla="*/ 8539 w 145205"/>
                <a:gd name="connsiteY18" fmla="*/ 174651 h 174576"/>
                <a:gd name="connsiteX19" fmla="*/ 137108 w 145205"/>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5205" h="174576">
                  <a:moveTo>
                    <a:pt x="140911" y="9560"/>
                  </a:moveTo>
                  <a:cubicBezTo>
                    <a:pt x="143525" y="8431"/>
                    <a:pt x="145426" y="7302"/>
                    <a:pt x="145426" y="4592"/>
                  </a:cubicBezTo>
                  <a:cubicBezTo>
                    <a:pt x="145426" y="2107"/>
                    <a:pt x="143525" y="75"/>
                    <a:pt x="140673" y="75"/>
                  </a:cubicBezTo>
                  <a:cubicBezTo>
                    <a:pt x="139485" y="75"/>
                    <a:pt x="137346" y="978"/>
                    <a:pt x="136395" y="1430"/>
                  </a:cubicBezTo>
                  <a:lnTo>
                    <a:pt x="4974" y="60375"/>
                  </a:lnTo>
                  <a:cubicBezTo>
                    <a:pt x="934" y="62181"/>
                    <a:pt x="221" y="63762"/>
                    <a:pt x="221" y="65569"/>
                  </a:cubicBezTo>
                  <a:cubicBezTo>
                    <a:pt x="221" y="67602"/>
                    <a:pt x="1647" y="69182"/>
                    <a:pt x="4974" y="70537"/>
                  </a:cubicBezTo>
                  <a:lnTo>
                    <a:pt x="136395" y="129256"/>
                  </a:lnTo>
                  <a:cubicBezTo>
                    <a:pt x="139485" y="130837"/>
                    <a:pt x="139960" y="130837"/>
                    <a:pt x="140673" y="130837"/>
                  </a:cubicBezTo>
                  <a:cubicBezTo>
                    <a:pt x="143287" y="130837"/>
                    <a:pt x="145426" y="128805"/>
                    <a:pt x="145426" y="126321"/>
                  </a:cubicBezTo>
                  <a:cubicBezTo>
                    <a:pt x="145426" y="124288"/>
                    <a:pt x="144476" y="122933"/>
                    <a:pt x="140436" y="121126"/>
                  </a:cubicBezTo>
                  <a:lnTo>
                    <a:pt x="16144" y="65569"/>
                  </a:lnTo>
                  <a:lnTo>
                    <a:pt x="140911" y="9560"/>
                  </a:lnTo>
                  <a:close/>
                  <a:moveTo>
                    <a:pt x="137108" y="174651"/>
                  </a:moveTo>
                  <a:cubicBezTo>
                    <a:pt x="141148" y="174651"/>
                    <a:pt x="145426" y="174651"/>
                    <a:pt x="145426" y="170134"/>
                  </a:cubicBezTo>
                  <a:cubicBezTo>
                    <a:pt x="145426" y="165617"/>
                    <a:pt x="140436" y="165617"/>
                    <a:pt x="136871" y="165617"/>
                  </a:cubicBezTo>
                  <a:lnTo>
                    <a:pt x="8777" y="165617"/>
                  </a:lnTo>
                  <a:cubicBezTo>
                    <a:pt x="5212" y="165617"/>
                    <a:pt x="221" y="165617"/>
                    <a:pt x="221" y="170134"/>
                  </a:cubicBezTo>
                  <a:cubicBezTo>
                    <a:pt x="221" y="174651"/>
                    <a:pt x="4499" y="174651"/>
                    <a:pt x="8539" y="174651"/>
                  </a:cubicBezTo>
                  <a:lnTo>
                    <a:pt x="137108" y="174651"/>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8" name="Freeform: Shape 327">
              <a:extLst>
                <a:ext uri="{FF2B5EF4-FFF2-40B4-BE49-F238E27FC236}">
                  <a16:creationId xmlns:a16="http://schemas.microsoft.com/office/drawing/2014/main" id="{72042656-3407-BBA2-699D-3DAD7C6101B3}"/>
                </a:ext>
              </a:extLst>
            </p:cNvPr>
            <p:cNvSpPr/>
            <p:nvPr>
              <p:custDataLst>
                <p:tags r:id="rId33"/>
              </p:custDataLst>
            </p:nvPr>
          </p:nvSpPr>
          <p:spPr>
            <a:xfrm>
              <a:off x="13257468" y="3171278"/>
              <a:ext cx="78187" cy="99822"/>
            </a:xfrm>
            <a:custGeom>
              <a:avLst/>
              <a:gdLst>
                <a:gd name="connsiteX0" fmla="*/ 59882 w 78187"/>
                <a:gd name="connsiteY0" fmla="*/ 46372 h 99822"/>
                <a:gd name="connsiteX1" fmla="*/ 67962 w 78187"/>
                <a:gd name="connsiteY1" fmla="*/ 42533 h 99822"/>
                <a:gd name="connsiteX2" fmla="*/ 61070 w 78187"/>
                <a:gd name="connsiteY2" fmla="*/ 39371 h 99822"/>
                <a:gd name="connsiteX3" fmla="*/ 22571 w 78187"/>
                <a:gd name="connsiteY3" fmla="*/ 39371 h 99822"/>
                <a:gd name="connsiteX4" fmla="*/ 63209 w 78187"/>
                <a:gd name="connsiteY4" fmla="*/ 7076 h 99822"/>
                <a:gd name="connsiteX5" fmla="*/ 70576 w 78187"/>
                <a:gd name="connsiteY5" fmla="*/ 7076 h 99822"/>
                <a:gd name="connsiteX6" fmla="*/ 78419 w 78187"/>
                <a:gd name="connsiteY6" fmla="*/ 3237 h 99822"/>
                <a:gd name="connsiteX7" fmla="*/ 71289 w 78187"/>
                <a:gd name="connsiteY7" fmla="*/ 75 h 99822"/>
                <a:gd name="connsiteX8" fmla="*/ 62972 w 78187"/>
                <a:gd name="connsiteY8" fmla="*/ 75 h 99822"/>
                <a:gd name="connsiteX9" fmla="*/ 232 w 78187"/>
                <a:gd name="connsiteY9" fmla="*/ 57213 h 99822"/>
                <a:gd name="connsiteX10" fmla="*/ 43247 w 78187"/>
                <a:gd name="connsiteY10" fmla="*/ 99897 h 99822"/>
                <a:gd name="connsiteX11" fmla="*/ 74141 w 78187"/>
                <a:gd name="connsiteY11" fmla="*/ 88379 h 99822"/>
                <a:gd name="connsiteX12" fmla="*/ 71765 w 78187"/>
                <a:gd name="connsiteY12" fmla="*/ 85217 h 99822"/>
                <a:gd name="connsiteX13" fmla="*/ 68675 w 78187"/>
                <a:gd name="connsiteY13" fmla="*/ 86572 h 99822"/>
                <a:gd name="connsiteX14" fmla="*/ 43722 w 78187"/>
                <a:gd name="connsiteY14" fmla="*/ 94928 h 99822"/>
                <a:gd name="connsiteX15" fmla="*/ 18055 w 78187"/>
                <a:gd name="connsiteY15" fmla="*/ 65569 h 99822"/>
                <a:gd name="connsiteX16" fmla="*/ 20670 w 78187"/>
                <a:gd name="connsiteY16" fmla="*/ 46372 h 99822"/>
                <a:gd name="connsiteX17" fmla="*/ 59882 w 78187"/>
                <a:gd name="connsiteY17" fmla="*/ 46372 h 9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187" h="99822">
                  <a:moveTo>
                    <a:pt x="59882" y="46372"/>
                  </a:moveTo>
                  <a:cubicBezTo>
                    <a:pt x="63685" y="46372"/>
                    <a:pt x="67962" y="46372"/>
                    <a:pt x="67962" y="42533"/>
                  </a:cubicBezTo>
                  <a:cubicBezTo>
                    <a:pt x="67962" y="39371"/>
                    <a:pt x="65110" y="39371"/>
                    <a:pt x="61070" y="39371"/>
                  </a:cubicBezTo>
                  <a:lnTo>
                    <a:pt x="22571" y="39371"/>
                  </a:lnTo>
                  <a:cubicBezTo>
                    <a:pt x="28275" y="20175"/>
                    <a:pt x="41583" y="7076"/>
                    <a:pt x="63209" y="7076"/>
                  </a:cubicBezTo>
                  <a:lnTo>
                    <a:pt x="70576" y="7076"/>
                  </a:lnTo>
                  <a:cubicBezTo>
                    <a:pt x="74617" y="7076"/>
                    <a:pt x="78419" y="7076"/>
                    <a:pt x="78419" y="3237"/>
                  </a:cubicBezTo>
                  <a:cubicBezTo>
                    <a:pt x="78419" y="75"/>
                    <a:pt x="75329" y="75"/>
                    <a:pt x="71289" y="75"/>
                  </a:cubicBezTo>
                  <a:lnTo>
                    <a:pt x="62972" y="75"/>
                  </a:lnTo>
                  <a:cubicBezTo>
                    <a:pt x="32077" y="75"/>
                    <a:pt x="232" y="22659"/>
                    <a:pt x="232" y="57213"/>
                  </a:cubicBezTo>
                  <a:cubicBezTo>
                    <a:pt x="232" y="82055"/>
                    <a:pt x="18055" y="99897"/>
                    <a:pt x="43247" y="99897"/>
                  </a:cubicBezTo>
                  <a:cubicBezTo>
                    <a:pt x="58694" y="99897"/>
                    <a:pt x="74141" y="90863"/>
                    <a:pt x="74141" y="88379"/>
                  </a:cubicBezTo>
                  <a:cubicBezTo>
                    <a:pt x="74141" y="87701"/>
                    <a:pt x="73904" y="85217"/>
                    <a:pt x="71765" y="85217"/>
                  </a:cubicBezTo>
                  <a:cubicBezTo>
                    <a:pt x="71289" y="85217"/>
                    <a:pt x="70814" y="85217"/>
                    <a:pt x="68675" y="86572"/>
                  </a:cubicBezTo>
                  <a:cubicBezTo>
                    <a:pt x="61308" y="91089"/>
                    <a:pt x="52515" y="94928"/>
                    <a:pt x="43722" y="94928"/>
                  </a:cubicBezTo>
                  <a:cubicBezTo>
                    <a:pt x="29938" y="94928"/>
                    <a:pt x="18055" y="85443"/>
                    <a:pt x="18055" y="65569"/>
                  </a:cubicBezTo>
                  <a:cubicBezTo>
                    <a:pt x="18055" y="57664"/>
                    <a:pt x="19957" y="49082"/>
                    <a:pt x="20670" y="46372"/>
                  </a:cubicBezTo>
                  <a:lnTo>
                    <a:pt x="59882" y="46372"/>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9" name="Freeform: Shape 328">
              <a:extLst>
                <a:ext uri="{FF2B5EF4-FFF2-40B4-BE49-F238E27FC236}">
                  <a16:creationId xmlns:a16="http://schemas.microsoft.com/office/drawing/2014/main" id="{323AE52B-1F53-6CAD-57E5-1EC22C800A33}"/>
                </a:ext>
              </a:extLst>
            </p:cNvPr>
            <p:cNvSpPr/>
            <p:nvPr>
              <p:custDataLst>
                <p:tags r:id="rId34"/>
              </p:custDataLst>
            </p:nvPr>
          </p:nvSpPr>
          <p:spPr>
            <a:xfrm>
              <a:off x="13428500" y="3124980"/>
              <a:ext cx="145205" cy="174576"/>
            </a:xfrm>
            <a:custGeom>
              <a:avLst/>
              <a:gdLst>
                <a:gd name="connsiteX0" fmla="*/ 140928 w 145205"/>
                <a:gd name="connsiteY0" fmla="*/ 9560 h 174576"/>
                <a:gd name="connsiteX1" fmla="*/ 145444 w 145205"/>
                <a:gd name="connsiteY1" fmla="*/ 4592 h 174576"/>
                <a:gd name="connsiteX2" fmla="*/ 140690 w 145205"/>
                <a:gd name="connsiteY2" fmla="*/ 75 h 174576"/>
                <a:gd name="connsiteX3" fmla="*/ 136413 w 145205"/>
                <a:gd name="connsiteY3" fmla="*/ 1430 h 174576"/>
                <a:gd name="connsiteX4" fmla="*/ 4991 w 145205"/>
                <a:gd name="connsiteY4" fmla="*/ 60375 h 174576"/>
                <a:gd name="connsiteX5" fmla="*/ 238 w 145205"/>
                <a:gd name="connsiteY5" fmla="*/ 65569 h 174576"/>
                <a:gd name="connsiteX6" fmla="*/ 4991 w 145205"/>
                <a:gd name="connsiteY6" fmla="*/ 70537 h 174576"/>
                <a:gd name="connsiteX7" fmla="*/ 136413 w 145205"/>
                <a:gd name="connsiteY7" fmla="*/ 129256 h 174576"/>
                <a:gd name="connsiteX8" fmla="*/ 140690 w 145205"/>
                <a:gd name="connsiteY8" fmla="*/ 130837 h 174576"/>
                <a:gd name="connsiteX9" fmla="*/ 145444 w 145205"/>
                <a:gd name="connsiteY9" fmla="*/ 126321 h 174576"/>
                <a:gd name="connsiteX10" fmla="*/ 140453 w 145205"/>
                <a:gd name="connsiteY10" fmla="*/ 121126 h 174576"/>
                <a:gd name="connsiteX11" fmla="*/ 16161 w 145205"/>
                <a:gd name="connsiteY11" fmla="*/ 65569 h 174576"/>
                <a:gd name="connsiteX12" fmla="*/ 140928 w 145205"/>
                <a:gd name="connsiteY12" fmla="*/ 9560 h 174576"/>
                <a:gd name="connsiteX13" fmla="*/ 137126 w 145205"/>
                <a:gd name="connsiteY13" fmla="*/ 174651 h 174576"/>
                <a:gd name="connsiteX14" fmla="*/ 145444 w 145205"/>
                <a:gd name="connsiteY14" fmla="*/ 170134 h 174576"/>
                <a:gd name="connsiteX15" fmla="*/ 136888 w 145205"/>
                <a:gd name="connsiteY15" fmla="*/ 165617 h 174576"/>
                <a:gd name="connsiteX16" fmla="*/ 8794 w 145205"/>
                <a:gd name="connsiteY16" fmla="*/ 165617 h 174576"/>
                <a:gd name="connsiteX17" fmla="*/ 238 w 145205"/>
                <a:gd name="connsiteY17" fmla="*/ 170134 h 174576"/>
                <a:gd name="connsiteX18" fmla="*/ 8556 w 145205"/>
                <a:gd name="connsiteY18" fmla="*/ 174651 h 174576"/>
                <a:gd name="connsiteX19" fmla="*/ 137126 w 145205"/>
                <a:gd name="connsiteY19" fmla="*/ 174651 h 17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5205" h="174576">
                  <a:moveTo>
                    <a:pt x="140928" y="9560"/>
                  </a:moveTo>
                  <a:cubicBezTo>
                    <a:pt x="143542" y="8431"/>
                    <a:pt x="145444" y="7302"/>
                    <a:pt x="145444" y="4592"/>
                  </a:cubicBezTo>
                  <a:cubicBezTo>
                    <a:pt x="145444" y="2107"/>
                    <a:pt x="143542" y="75"/>
                    <a:pt x="140690" y="75"/>
                  </a:cubicBezTo>
                  <a:cubicBezTo>
                    <a:pt x="139502" y="75"/>
                    <a:pt x="137363" y="978"/>
                    <a:pt x="136413" y="1430"/>
                  </a:cubicBezTo>
                  <a:lnTo>
                    <a:pt x="4991" y="60375"/>
                  </a:lnTo>
                  <a:cubicBezTo>
                    <a:pt x="951" y="62181"/>
                    <a:pt x="238" y="63762"/>
                    <a:pt x="238" y="65569"/>
                  </a:cubicBezTo>
                  <a:cubicBezTo>
                    <a:pt x="238" y="67602"/>
                    <a:pt x="1664" y="69182"/>
                    <a:pt x="4991" y="70537"/>
                  </a:cubicBezTo>
                  <a:lnTo>
                    <a:pt x="136413" y="129256"/>
                  </a:lnTo>
                  <a:cubicBezTo>
                    <a:pt x="139502" y="130837"/>
                    <a:pt x="139978" y="130837"/>
                    <a:pt x="140690" y="130837"/>
                  </a:cubicBezTo>
                  <a:cubicBezTo>
                    <a:pt x="143305" y="130837"/>
                    <a:pt x="145444" y="128805"/>
                    <a:pt x="145444" y="126321"/>
                  </a:cubicBezTo>
                  <a:cubicBezTo>
                    <a:pt x="145444" y="124288"/>
                    <a:pt x="144493" y="122933"/>
                    <a:pt x="140453" y="121126"/>
                  </a:cubicBezTo>
                  <a:lnTo>
                    <a:pt x="16161" y="65569"/>
                  </a:lnTo>
                  <a:lnTo>
                    <a:pt x="140928" y="9560"/>
                  </a:lnTo>
                  <a:close/>
                  <a:moveTo>
                    <a:pt x="137126" y="174651"/>
                  </a:moveTo>
                  <a:cubicBezTo>
                    <a:pt x="141166" y="174651"/>
                    <a:pt x="145444" y="174651"/>
                    <a:pt x="145444" y="170134"/>
                  </a:cubicBezTo>
                  <a:cubicBezTo>
                    <a:pt x="145444" y="165617"/>
                    <a:pt x="140453" y="165617"/>
                    <a:pt x="136888" y="165617"/>
                  </a:cubicBezTo>
                  <a:lnTo>
                    <a:pt x="8794" y="165617"/>
                  </a:lnTo>
                  <a:cubicBezTo>
                    <a:pt x="5229" y="165617"/>
                    <a:pt x="238" y="165617"/>
                    <a:pt x="238" y="170134"/>
                  </a:cubicBezTo>
                  <a:cubicBezTo>
                    <a:pt x="238" y="174651"/>
                    <a:pt x="4516" y="174651"/>
                    <a:pt x="8556" y="174651"/>
                  </a:cubicBezTo>
                  <a:lnTo>
                    <a:pt x="137126" y="174651"/>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0" name="Freeform: Shape 329">
              <a:extLst>
                <a:ext uri="{FF2B5EF4-FFF2-40B4-BE49-F238E27FC236}">
                  <a16:creationId xmlns:a16="http://schemas.microsoft.com/office/drawing/2014/main" id="{66AB2138-CBA2-863D-FD3B-B70E8DD1AC8B}"/>
                </a:ext>
              </a:extLst>
            </p:cNvPr>
            <p:cNvSpPr/>
            <p:nvPr>
              <p:custDataLst>
                <p:tags r:id="rId35"/>
              </p:custDataLst>
            </p:nvPr>
          </p:nvSpPr>
          <p:spPr>
            <a:xfrm>
              <a:off x="13666758" y="3168794"/>
              <a:ext cx="128807" cy="148604"/>
            </a:xfrm>
            <a:custGeom>
              <a:avLst/>
              <a:gdLst>
                <a:gd name="connsiteX0" fmla="*/ 48017 w 128807"/>
                <a:gd name="connsiteY0" fmla="*/ 20626 h 148604"/>
                <a:gd name="connsiteX1" fmla="*/ 51582 w 128807"/>
                <a:gd name="connsiteY1" fmla="*/ 6172 h 148604"/>
                <a:gd name="connsiteX2" fmla="*/ 44690 w 128807"/>
                <a:gd name="connsiteY2" fmla="*/ 75 h 148604"/>
                <a:gd name="connsiteX3" fmla="*/ 35184 w 128807"/>
                <a:gd name="connsiteY3" fmla="*/ 8205 h 148604"/>
                <a:gd name="connsiteX4" fmla="*/ 962 w 128807"/>
                <a:gd name="connsiteY4" fmla="*/ 138968 h 148604"/>
                <a:gd name="connsiteX5" fmla="*/ 249 w 128807"/>
                <a:gd name="connsiteY5" fmla="*/ 142581 h 148604"/>
                <a:gd name="connsiteX6" fmla="*/ 6903 w 128807"/>
                <a:gd name="connsiteY6" fmla="*/ 148679 h 148604"/>
                <a:gd name="connsiteX7" fmla="*/ 15221 w 128807"/>
                <a:gd name="connsiteY7" fmla="*/ 143936 h 148604"/>
                <a:gd name="connsiteX8" fmla="*/ 28292 w 128807"/>
                <a:gd name="connsiteY8" fmla="*/ 95380 h 148604"/>
                <a:gd name="connsiteX9" fmla="*/ 51344 w 128807"/>
                <a:gd name="connsiteY9" fmla="*/ 102381 h 148604"/>
                <a:gd name="connsiteX10" fmla="*/ 82952 w 128807"/>
                <a:gd name="connsiteY10" fmla="*/ 85895 h 148604"/>
                <a:gd name="connsiteX11" fmla="*/ 104340 w 128807"/>
                <a:gd name="connsiteY11" fmla="*/ 102381 h 148604"/>
                <a:gd name="connsiteX12" fmla="*/ 121927 w 128807"/>
                <a:gd name="connsiteY12" fmla="*/ 89960 h 148604"/>
                <a:gd name="connsiteX13" fmla="*/ 129056 w 128807"/>
                <a:gd name="connsiteY13" fmla="*/ 67602 h 148604"/>
                <a:gd name="connsiteX14" fmla="*/ 126204 w 128807"/>
                <a:gd name="connsiteY14" fmla="*/ 65343 h 148604"/>
                <a:gd name="connsiteX15" fmla="*/ 122877 w 128807"/>
                <a:gd name="connsiteY15" fmla="*/ 69408 h 148604"/>
                <a:gd name="connsiteX16" fmla="*/ 104816 w 128807"/>
                <a:gd name="connsiteY16" fmla="*/ 97413 h 148604"/>
                <a:gd name="connsiteX17" fmla="*/ 97686 w 128807"/>
                <a:gd name="connsiteY17" fmla="*/ 87024 h 148604"/>
                <a:gd name="connsiteX18" fmla="*/ 102439 w 128807"/>
                <a:gd name="connsiteY18" fmla="*/ 63536 h 148604"/>
                <a:gd name="connsiteX19" fmla="*/ 109093 w 128807"/>
                <a:gd name="connsiteY19" fmla="*/ 39145 h 148604"/>
                <a:gd name="connsiteX20" fmla="*/ 113133 w 128807"/>
                <a:gd name="connsiteY20" fmla="*/ 23788 h 148604"/>
                <a:gd name="connsiteX21" fmla="*/ 116698 w 128807"/>
                <a:gd name="connsiteY21" fmla="*/ 8657 h 148604"/>
                <a:gd name="connsiteX22" fmla="*/ 109806 w 128807"/>
                <a:gd name="connsiteY22" fmla="*/ 2559 h 148604"/>
                <a:gd name="connsiteX23" fmla="*/ 100538 w 128807"/>
                <a:gd name="connsiteY23" fmla="*/ 10463 h 148604"/>
                <a:gd name="connsiteX24" fmla="*/ 89368 w 128807"/>
                <a:gd name="connsiteY24" fmla="*/ 52696 h 148604"/>
                <a:gd name="connsiteX25" fmla="*/ 83189 w 128807"/>
                <a:gd name="connsiteY25" fmla="*/ 75732 h 148604"/>
                <a:gd name="connsiteX26" fmla="*/ 52295 w 128807"/>
                <a:gd name="connsiteY26" fmla="*/ 97413 h 148604"/>
                <a:gd name="connsiteX27" fmla="*/ 34708 w 128807"/>
                <a:gd name="connsiteY27" fmla="*/ 77764 h 148604"/>
                <a:gd name="connsiteX28" fmla="*/ 38036 w 128807"/>
                <a:gd name="connsiteY28" fmla="*/ 58568 h 148604"/>
                <a:gd name="connsiteX29" fmla="*/ 48017 w 128807"/>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807" h="148604">
                  <a:moveTo>
                    <a:pt x="48017" y="20626"/>
                  </a:moveTo>
                  <a:cubicBezTo>
                    <a:pt x="49205" y="15884"/>
                    <a:pt x="51582" y="7302"/>
                    <a:pt x="51582" y="6172"/>
                  </a:cubicBezTo>
                  <a:cubicBezTo>
                    <a:pt x="51582" y="2333"/>
                    <a:pt x="48730" y="75"/>
                    <a:pt x="44690" y="75"/>
                  </a:cubicBezTo>
                  <a:cubicBezTo>
                    <a:pt x="43977" y="75"/>
                    <a:pt x="37323" y="301"/>
                    <a:pt x="35184" y="8205"/>
                  </a:cubicBezTo>
                  <a:lnTo>
                    <a:pt x="962" y="138968"/>
                  </a:lnTo>
                  <a:cubicBezTo>
                    <a:pt x="249" y="141678"/>
                    <a:pt x="249" y="142129"/>
                    <a:pt x="249" y="142581"/>
                  </a:cubicBezTo>
                  <a:cubicBezTo>
                    <a:pt x="249" y="145969"/>
                    <a:pt x="2863" y="148679"/>
                    <a:pt x="6903" y="148679"/>
                  </a:cubicBezTo>
                  <a:cubicBezTo>
                    <a:pt x="11894" y="148679"/>
                    <a:pt x="14746" y="144614"/>
                    <a:pt x="15221" y="143936"/>
                  </a:cubicBezTo>
                  <a:cubicBezTo>
                    <a:pt x="16172" y="141904"/>
                    <a:pt x="19261" y="130160"/>
                    <a:pt x="28292" y="95380"/>
                  </a:cubicBezTo>
                  <a:cubicBezTo>
                    <a:pt x="35897" y="101478"/>
                    <a:pt x="46591" y="102381"/>
                    <a:pt x="51344" y="102381"/>
                  </a:cubicBezTo>
                  <a:cubicBezTo>
                    <a:pt x="67980" y="102381"/>
                    <a:pt x="77248" y="92218"/>
                    <a:pt x="82952" y="85895"/>
                  </a:cubicBezTo>
                  <a:cubicBezTo>
                    <a:pt x="85091" y="96058"/>
                    <a:pt x="93884" y="102381"/>
                    <a:pt x="104340" y="102381"/>
                  </a:cubicBezTo>
                  <a:cubicBezTo>
                    <a:pt x="112658" y="102381"/>
                    <a:pt x="118124" y="97187"/>
                    <a:pt x="121927" y="89960"/>
                  </a:cubicBezTo>
                  <a:cubicBezTo>
                    <a:pt x="125967" y="81830"/>
                    <a:pt x="129056" y="68053"/>
                    <a:pt x="129056" y="67602"/>
                  </a:cubicBezTo>
                  <a:cubicBezTo>
                    <a:pt x="129056" y="65343"/>
                    <a:pt x="126917" y="65343"/>
                    <a:pt x="126204" y="65343"/>
                  </a:cubicBezTo>
                  <a:cubicBezTo>
                    <a:pt x="123828" y="65343"/>
                    <a:pt x="123590" y="66246"/>
                    <a:pt x="122877" y="69408"/>
                  </a:cubicBezTo>
                  <a:cubicBezTo>
                    <a:pt x="118837" y="84088"/>
                    <a:pt x="114559" y="97413"/>
                    <a:pt x="104816" y="97413"/>
                  </a:cubicBezTo>
                  <a:cubicBezTo>
                    <a:pt x="98399" y="97413"/>
                    <a:pt x="97686" y="91541"/>
                    <a:pt x="97686" y="87024"/>
                  </a:cubicBezTo>
                  <a:cubicBezTo>
                    <a:pt x="97686" y="82055"/>
                    <a:pt x="100538" y="71441"/>
                    <a:pt x="102439" y="63536"/>
                  </a:cubicBezTo>
                  <a:lnTo>
                    <a:pt x="109093" y="39145"/>
                  </a:lnTo>
                  <a:cubicBezTo>
                    <a:pt x="109806" y="35758"/>
                    <a:pt x="112183" y="27176"/>
                    <a:pt x="113133" y="23788"/>
                  </a:cubicBezTo>
                  <a:cubicBezTo>
                    <a:pt x="114322" y="18594"/>
                    <a:pt x="116698" y="10012"/>
                    <a:pt x="116698" y="8657"/>
                  </a:cubicBezTo>
                  <a:cubicBezTo>
                    <a:pt x="116698" y="4592"/>
                    <a:pt x="113371" y="2559"/>
                    <a:pt x="109806" y="2559"/>
                  </a:cubicBezTo>
                  <a:cubicBezTo>
                    <a:pt x="108618" y="2559"/>
                    <a:pt x="102439" y="2785"/>
                    <a:pt x="100538" y="10463"/>
                  </a:cubicBezTo>
                  <a:lnTo>
                    <a:pt x="89368" y="52696"/>
                  </a:lnTo>
                  <a:cubicBezTo>
                    <a:pt x="86516" y="63988"/>
                    <a:pt x="83902" y="73473"/>
                    <a:pt x="83189" y="75732"/>
                  </a:cubicBezTo>
                  <a:cubicBezTo>
                    <a:pt x="82952" y="76861"/>
                    <a:pt x="71544" y="97413"/>
                    <a:pt x="52295" y="97413"/>
                  </a:cubicBezTo>
                  <a:cubicBezTo>
                    <a:pt x="40412" y="97413"/>
                    <a:pt x="34708" y="89960"/>
                    <a:pt x="34708" y="77764"/>
                  </a:cubicBezTo>
                  <a:cubicBezTo>
                    <a:pt x="34708" y="71215"/>
                    <a:pt x="36372" y="64891"/>
                    <a:pt x="38036" y="58568"/>
                  </a:cubicBezTo>
                  <a:lnTo>
                    <a:pt x="48017" y="20626"/>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1" name="Freeform: Shape 330">
              <a:extLst>
                <a:ext uri="{FF2B5EF4-FFF2-40B4-BE49-F238E27FC236}">
                  <a16:creationId xmlns:a16="http://schemas.microsoft.com/office/drawing/2014/main" id="{0D3DCCE0-6F6F-B2F0-F5A5-A38E35950827}"/>
                </a:ext>
              </a:extLst>
            </p:cNvPr>
            <p:cNvSpPr/>
            <p:nvPr>
              <p:custDataLst>
                <p:tags r:id="rId36"/>
              </p:custDataLst>
            </p:nvPr>
          </p:nvSpPr>
          <p:spPr>
            <a:xfrm>
              <a:off x="13820958" y="3197520"/>
              <a:ext cx="60553" cy="104971"/>
            </a:xfrm>
            <a:custGeom>
              <a:avLst/>
              <a:gdLst>
                <a:gd name="connsiteX0" fmla="*/ 37851 w 60553"/>
                <a:gd name="connsiteY0" fmla="*/ 4503 h 104971"/>
                <a:gd name="connsiteX1" fmla="*/ 32861 w 60553"/>
                <a:gd name="connsiteY1" fmla="*/ 76 h 104971"/>
                <a:gd name="connsiteX2" fmla="*/ 255 w 60553"/>
                <a:gd name="connsiteY2" fmla="*/ 10194 h 104971"/>
                <a:gd name="connsiteX3" fmla="*/ 255 w 60553"/>
                <a:gd name="connsiteY3" fmla="*/ 15885 h 104971"/>
                <a:gd name="connsiteX4" fmla="*/ 24377 w 60553"/>
                <a:gd name="connsiteY4" fmla="*/ 11459 h 104971"/>
                <a:gd name="connsiteX5" fmla="*/ 24377 w 60553"/>
                <a:gd name="connsiteY5" fmla="*/ 92084 h 104971"/>
                <a:gd name="connsiteX6" fmla="*/ 7741 w 60553"/>
                <a:gd name="connsiteY6" fmla="*/ 99356 h 104971"/>
                <a:gd name="connsiteX7" fmla="*/ 1419 w 60553"/>
                <a:gd name="connsiteY7" fmla="*/ 99356 h 104971"/>
                <a:gd name="connsiteX8" fmla="*/ 1419 w 60553"/>
                <a:gd name="connsiteY8" fmla="*/ 105048 h 104971"/>
                <a:gd name="connsiteX9" fmla="*/ 31031 w 60553"/>
                <a:gd name="connsiteY9" fmla="*/ 104415 h 104971"/>
                <a:gd name="connsiteX10" fmla="*/ 60809 w 60553"/>
                <a:gd name="connsiteY10" fmla="*/ 105048 h 104971"/>
                <a:gd name="connsiteX11" fmla="*/ 60809 w 60553"/>
                <a:gd name="connsiteY11" fmla="*/ 99356 h 104971"/>
                <a:gd name="connsiteX12" fmla="*/ 54487 w 60553"/>
                <a:gd name="connsiteY12" fmla="*/ 99356 h 104971"/>
                <a:gd name="connsiteX13" fmla="*/ 37851 w 60553"/>
                <a:gd name="connsiteY13" fmla="*/ 92084 h 104971"/>
                <a:gd name="connsiteX14" fmla="*/ 37851 w 60553"/>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553" h="104971">
                  <a:moveTo>
                    <a:pt x="37851" y="4503"/>
                  </a:moveTo>
                  <a:cubicBezTo>
                    <a:pt x="37851" y="234"/>
                    <a:pt x="37519" y="76"/>
                    <a:pt x="32861" y="76"/>
                  </a:cubicBezTo>
                  <a:cubicBezTo>
                    <a:pt x="22214" y="10036"/>
                    <a:pt x="7076" y="10194"/>
                    <a:pt x="255" y="10194"/>
                  </a:cubicBezTo>
                  <a:lnTo>
                    <a:pt x="255" y="15885"/>
                  </a:lnTo>
                  <a:cubicBezTo>
                    <a:pt x="4247" y="15885"/>
                    <a:pt x="15227" y="15885"/>
                    <a:pt x="24377" y="11459"/>
                  </a:cubicBezTo>
                  <a:lnTo>
                    <a:pt x="24377" y="92084"/>
                  </a:lnTo>
                  <a:cubicBezTo>
                    <a:pt x="24377" y="97301"/>
                    <a:pt x="24377" y="99356"/>
                    <a:pt x="7741" y="99356"/>
                  </a:cubicBezTo>
                  <a:lnTo>
                    <a:pt x="1419" y="99356"/>
                  </a:lnTo>
                  <a:lnTo>
                    <a:pt x="1419" y="105048"/>
                  </a:lnTo>
                  <a:cubicBezTo>
                    <a:pt x="4414" y="104890"/>
                    <a:pt x="24876" y="104415"/>
                    <a:pt x="31031" y="104415"/>
                  </a:cubicBezTo>
                  <a:cubicBezTo>
                    <a:pt x="36188" y="104415"/>
                    <a:pt x="57149" y="104890"/>
                    <a:pt x="60809" y="105048"/>
                  </a:cubicBezTo>
                  <a:lnTo>
                    <a:pt x="60809" y="99356"/>
                  </a:lnTo>
                  <a:lnTo>
                    <a:pt x="54487" y="99356"/>
                  </a:lnTo>
                  <a:cubicBezTo>
                    <a:pt x="37851" y="99356"/>
                    <a:pt x="37851" y="97301"/>
                    <a:pt x="37851" y="92084"/>
                  </a:cubicBezTo>
                  <a:lnTo>
                    <a:pt x="37851" y="4503"/>
                  </a:lnTo>
                  <a:close/>
                </a:path>
              </a:pathLst>
            </a:custGeom>
            <a:solidFill>
              <a:srgbClr val="FF000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2" name="Freeform: Shape 331">
              <a:extLst>
                <a:ext uri="{FF2B5EF4-FFF2-40B4-BE49-F238E27FC236}">
                  <a16:creationId xmlns:a16="http://schemas.microsoft.com/office/drawing/2014/main" id="{B0E5EFC2-271F-79A4-B88A-171A23565EF8}"/>
                </a:ext>
              </a:extLst>
            </p:cNvPr>
            <p:cNvSpPr/>
            <p:nvPr>
              <p:custDataLst>
                <p:tags r:id="rId37"/>
              </p:custDataLst>
            </p:nvPr>
          </p:nvSpPr>
          <p:spPr>
            <a:xfrm>
              <a:off x="13981974" y="3207638"/>
              <a:ext cx="145205" cy="9033"/>
            </a:xfrm>
            <a:custGeom>
              <a:avLst/>
              <a:gdLst>
                <a:gd name="connsiteX0" fmla="*/ 137149 w 145205"/>
                <a:gd name="connsiteY0" fmla="*/ 9108 h 9033"/>
                <a:gd name="connsiteX1" fmla="*/ 145467 w 145205"/>
                <a:gd name="connsiteY1" fmla="*/ 4592 h 9033"/>
                <a:gd name="connsiteX2" fmla="*/ 137149 w 145205"/>
                <a:gd name="connsiteY2" fmla="*/ 75 h 9033"/>
                <a:gd name="connsiteX3" fmla="*/ 8579 w 145205"/>
                <a:gd name="connsiteY3" fmla="*/ 75 h 9033"/>
                <a:gd name="connsiteX4" fmla="*/ 262 w 145205"/>
                <a:gd name="connsiteY4" fmla="*/ 4592 h 9033"/>
                <a:gd name="connsiteX5" fmla="*/ 8579 w 145205"/>
                <a:gd name="connsiteY5" fmla="*/ 9108 h 9033"/>
                <a:gd name="connsiteX6" fmla="*/ 137149 w 145205"/>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205" h="9033">
                  <a:moveTo>
                    <a:pt x="137149" y="9108"/>
                  </a:moveTo>
                  <a:cubicBezTo>
                    <a:pt x="141189" y="9108"/>
                    <a:pt x="145467" y="9108"/>
                    <a:pt x="145467" y="4592"/>
                  </a:cubicBezTo>
                  <a:cubicBezTo>
                    <a:pt x="145467" y="75"/>
                    <a:pt x="141189" y="75"/>
                    <a:pt x="137149" y="75"/>
                  </a:cubicBezTo>
                  <a:lnTo>
                    <a:pt x="8579" y="75"/>
                  </a:lnTo>
                  <a:cubicBezTo>
                    <a:pt x="4539" y="75"/>
                    <a:pt x="262" y="75"/>
                    <a:pt x="262" y="4592"/>
                  </a:cubicBezTo>
                  <a:cubicBezTo>
                    <a:pt x="262" y="9108"/>
                    <a:pt x="4539" y="9108"/>
                    <a:pt x="8579" y="9108"/>
                  </a:cubicBezTo>
                  <a:lnTo>
                    <a:pt x="137149"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3" name="Freeform: Shape 332">
              <a:extLst>
                <a:ext uri="{FF2B5EF4-FFF2-40B4-BE49-F238E27FC236}">
                  <a16:creationId xmlns:a16="http://schemas.microsoft.com/office/drawing/2014/main" id="{A78B81AD-63A7-1F83-EACB-4A05C0CB829E}"/>
                </a:ext>
              </a:extLst>
            </p:cNvPr>
            <p:cNvSpPr/>
            <p:nvPr>
              <p:custDataLst>
                <p:tags r:id="rId38"/>
              </p:custDataLst>
            </p:nvPr>
          </p:nvSpPr>
          <p:spPr>
            <a:xfrm>
              <a:off x="14206999" y="3109171"/>
              <a:ext cx="129550" cy="203257"/>
            </a:xfrm>
            <a:custGeom>
              <a:avLst/>
              <a:gdLst>
                <a:gd name="connsiteX0" fmla="*/ 129822 w 129550"/>
                <a:gd name="connsiteY0" fmla="*/ 31015 h 203257"/>
                <a:gd name="connsiteX1" fmla="*/ 97501 w 129550"/>
                <a:gd name="connsiteY1" fmla="*/ 75 h 203257"/>
                <a:gd name="connsiteX2" fmla="*/ 68745 w 129550"/>
                <a:gd name="connsiteY2" fmla="*/ 9560 h 203257"/>
                <a:gd name="connsiteX3" fmla="*/ 38088 w 129550"/>
                <a:gd name="connsiteY3" fmla="*/ 57664 h 203257"/>
                <a:gd name="connsiteX4" fmla="*/ 302 w 129550"/>
                <a:gd name="connsiteY4" fmla="*/ 201074 h 203257"/>
                <a:gd name="connsiteX5" fmla="*/ 3154 w 129550"/>
                <a:gd name="connsiteY5" fmla="*/ 203333 h 203257"/>
                <a:gd name="connsiteX6" fmla="*/ 6005 w 129550"/>
                <a:gd name="connsiteY6" fmla="*/ 202203 h 203257"/>
                <a:gd name="connsiteX7" fmla="*/ 22641 w 129550"/>
                <a:gd name="connsiteY7" fmla="*/ 139871 h 203257"/>
                <a:gd name="connsiteX8" fmla="*/ 54962 w 129550"/>
                <a:gd name="connsiteY8" fmla="*/ 161778 h 203257"/>
                <a:gd name="connsiteX9" fmla="*/ 100828 w 129550"/>
                <a:gd name="connsiteY9" fmla="*/ 143936 h 203257"/>
                <a:gd name="connsiteX10" fmla="*/ 119840 w 129550"/>
                <a:gd name="connsiteY10" fmla="*/ 102381 h 203257"/>
                <a:gd name="connsiteX11" fmla="*/ 102492 w 129550"/>
                <a:gd name="connsiteY11" fmla="*/ 68731 h 203257"/>
                <a:gd name="connsiteX12" fmla="*/ 129822 w 129550"/>
                <a:gd name="connsiteY12" fmla="*/ 31015 h 203257"/>
                <a:gd name="connsiteX13" fmla="*/ 87045 w 129550"/>
                <a:gd name="connsiteY13" fmla="*/ 68505 h 203257"/>
                <a:gd name="connsiteX14" fmla="*/ 75637 w 129550"/>
                <a:gd name="connsiteY14" fmla="*/ 70086 h 203257"/>
                <a:gd name="connsiteX15" fmla="*/ 65181 w 129550"/>
                <a:gd name="connsiteY15" fmla="*/ 69182 h 203257"/>
                <a:gd name="connsiteX16" fmla="*/ 76826 w 129550"/>
                <a:gd name="connsiteY16" fmla="*/ 67376 h 203257"/>
                <a:gd name="connsiteX17" fmla="*/ 87045 w 129550"/>
                <a:gd name="connsiteY17" fmla="*/ 68505 h 203257"/>
                <a:gd name="connsiteX18" fmla="*/ 116513 w 129550"/>
                <a:gd name="connsiteY18" fmla="*/ 25821 h 203257"/>
                <a:gd name="connsiteX19" fmla="*/ 95125 w 129550"/>
                <a:gd name="connsiteY19" fmla="*/ 64891 h 203257"/>
                <a:gd name="connsiteX20" fmla="*/ 76826 w 129550"/>
                <a:gd name="connsiteY20" fmla="*/ 62181 h 203257"/>
                <a:gd name="connsiteX21" fmla="*/ 58526 w 129550"/>
                <a:gd name="connsiteY21" fmla="*/ 69408 h 203257"/>
                <a:gd name="connsiteX22" fmla="*/ 74924 w 129550"/>
                <a:gd name="connsiteY22" fmla="*/ 75054 h 203257"/>
                <a:gd name="connsiteX23" fmla="*/ 94412 w 129550"/>
                <a:gd name="connsiteY23" fmla="*/ 72118 h 203257"/>
                <a:gd name="connsiteX24" fmla="*/ 104868 w 129550"/>
                <a:gd name="connsiteY24" fmla="*/ 97639 h 203257"/>
                <a:gd name="connsiteX25" fmla="*/ 92986 w 129550"/>
                <a:gd name="connsiteY25" fmla="*/ 136483 h 203257"/>
                <a:gd name="connsiteX26" fmla="*/ 54249 w 129550"/>
                <a:gd name="connsiteY26" fmla="*/ 156809 h 203257"/>
                <a:gd name="connsiteX27" fmla="*/ 27156 w 129550"/>
                <a:gd name="connsiteY27" fmla="*/ 127676 h 203257"/>
                <a:gd name="connsiteX28" fmla="*/ 28345 w 129550"/>
                <a:gd name="connsiteY28" fmla="*/ 117739 h 203257"/>
                <a:gd name="connsiteX29" fmla="*/ 43554 w 129550"/>
                <a:gd name="connsiteY29" fmla="*/ 60600 h 203257"/>
                <a:gd name="connsiteX30" fmla="*/ 94412 w 129550"/>
                <a:gd name="connsiteY30" fmla="*/ 5269 h 203257"/>
                <a:gd name="connsiteX31" fmla="*/ 116513 w 129550"/>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550" h="203257">
                  <a:moveTo>
                    <a:pt x="129822" y="31015"/>
                  </a:moveTo>
                  <a:cubicBezTo>
                    <a:pt x="129822" y="14077"/>
                    <a:pt x="116751" y="75"/>
                    <a:pt x="97501" y="75"/>
                  </a:cubicBezTo>
                  <a:cubicBezTo>
                    <a:pt x="83717" y="75"/>
                    <a:pt x="77063" y="3688"/>
                    <a:pt x="68745" y="9560"/>
                  </a:cubicBezTo>
                  <a:cubicBezTo>
                    <a:pt x="55675" y="18594"/>
                    <a:pt x="42604" y="40500"/>
                    <a:pt x="38088" y="57664"/>
                  </a:cubicBezTo>
                  <a:lnTo>
                    <a:pt x="302" y="201074"/>
                  </a:lnTo>
                  <a:cubicBezTo>
                    <a:pt x="64" y="201978"/>
                    <a:pt x="1252" y="203333"/>
                    <a:pt x="3154" y="203333"/>
                  </a:cubicBezTo>
                  <a:cubicBezTo>
                    <a:pt x="5055" y="203333"/>
                    <a:pt x="5768" y="202881"/>
                    <a:pt x="6005" y="202203"/>
                  </a:cubicBezTo>
                  <a:lnTo>
                    <a:pt x="22641" y="139871"/>
                  </a:lnTo>
                  <a:cubicBezTo>
                    <a:pt x="27156" y="153422"/>
                    <a:pt x="37613" y="161778"/>
                    <a:pt x="54962" y="161778"/>
                  </a:cubicBezTo>
                  <a:cubicBezTo>
                    <a:pt x="72310" y="161778"/>
                    <a:pt x="90134" y="153873"/>
                    <a:pt x="100828" y="143936"/>
                  </a:cubicBezTo>
                  <a:cubicBezTo>
                    <a:pt x="112236" y="133547"/>
                    <a:pt x="119840" y="119094"/>
                    <a:pt x="119840" y="102381"/>
                  </a:cubicBezTo>
                  <a:cubicBezTo>
                    <a:pt x="119840" y="86121"/>
                    <a:pt x="111047" y="74377"/>
                    <a:pt x="102492" y="68731"/>
                  </a:cubicBezTo>
                  <a:cubicBezTo>
                    <a:pt x="116276" y="61278"/>
                    <a:pt x="129822" y="47276"/>
                    <a:pt x="129822" y="31015"/>
                  </a:cubicBezTo>
                  <a:close/>
                  <a:moveTo>
                    <a:pt x="87045" y="68505"/>
                  </a:moveTo>
                  <a:cubicBezTo>
                    <a:pt x="83955" y="69634"/>
                    <a:pt x="81341" y="70086"/>
                    <a:pt x="75637" y="70086"/>
                  </a:cubicBezTo>
                  <a:cubicBezTo>
                    <a:pt x="72310" y="70086"/>
                    <a:pt x="67557" y="70312"/>
                    <a:pt x="65181" y="69182"/>
                  </a:cubicBezTo>
                  <a:cubicBezTo>
                    <a:pt x="65656" y="66924"/>
                    <a:pt x="74211" y="67376"/>
                    <a:pt x="76826" y="67376"/>
                  </a:cubicBezTo>
                  <a:cubicBezTo>
                    <a:pt x="81816" y="67376"/>
                    <a:pt x="83955" y="67376"/>
                    <a:pt x="87045" y="68505"/>
                  </a:cubicBezTo>
                  <a:close/>
                  <a:moveTo>
                    <a:pt x="116513" y="25821"/>
                  </a:moveTo>
                  <a:cubicBezTo>
                    <a:pt x="116513" y="41630"/>
                    <a:pt x="107483" y="57890"/>
                    <a:pt x="95125" y="64891"/>
                  </a:cubicBezTo>
                  <a:cubicBezTo>
                    <a:pt x="88708" y="62633"/>
                    <a:pt x="83955" y="62181"/>
                    <a:pt x="76826" y="62181"/>
                  </a:cubicBezTo>
                  <a:cubicBezTo>
                    <a:pt x="71835" y="62181"/>
                    <a:pt x="58526" y="61955"/>
                    <a:pt x="58526" y="69408"/>
                  </a:cubicBezTo>
                  <a:cubicBezTo>
                    <a:pt x="58289" y="75732"/>
                    <a:pt x="70647" y="75054"/>
                    <a:pt x="74924" y="75054"/>
                  </a:cubicBezTo>
                  <a:cubicBezTo>
                    <a:pt x="83717" y="75054"/>
                    <a:pt x="87282" y="74828"/>
                    <a:pt x="94412" y="72118"/>
                  </a:cubicBezTo>
                  <a:cubicBezTo>
                    <a:pt x="103442" y="80249"/>
                    <a:pt x="104631" y="87250"/>
                    <a:pt x="104868" y="97639"/>
                  </a:cubicBezTo>
                  <a:cubicBezTo>
                    <a:pt x="105344" y="110737"/>
                    <a:pt x="99640" y="127676"/>
                    <a:pt x="92986" y="136483"/>
                  </a:cubicBezTo>
                  <a:cubicBezTo>
                    <a:pt x="83717" y="148679"/>
                    <a:pt x="67795" y="156809"/>
                    <a:pt x="54249" y="156809"/>
                  </a:cubicBezTo>
                  <a:cubicBezTo>
                    <a:pt x="36187" y="156809"/>
                    <a:pt x="27156" y="143710"/>
                    <a:pt x="27156" y="127676"/>
                  </a:cubicBezTo>
                  <a:cubicBezTo>
                    <a:pt x="27156" y="125417"/>
                    <a:pt x="27156" y="122030"/>
                    <a:pt x="28345" y="117739"/>
                  </a:cubicBezTo>
                  <a:lnTo>
                    <a:pt x="43554" y="60600"/>
                  </a:lnTo>
                  <a:cubicBezTo>
                    <a:pt x="48783" y="41178"/>
                    <a:pt x="65894" y="5269"/>
                    <a:pt x="94412" y="5269"/>
                  </a:cubicBezTo>
                  <a:cubicBezTo>
                    <a:pt x="108196" y="5269"/>
                    <a:pt x="116513" y="12270"/>
                    <a:pt x="116513" y="25821"/>
                  </a:cubicBez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4" name="Freeform: Shape 333">
              <a:extLst>
                <a:ext uri="{FF2B5EF4-FFF2-40B4-BE49-F238E27FC236}">
                  <a16:creationId xmlns:a16="http://schemas.microsoft.com/office/drawing/2014/main" id="{0FBAA4BA-FED7-78A5-B3BC-54A2F802B072}"/>
                </a:ext>
              </a:extLst>
            </p:cNvPr>
            <p:cNvSpPr/>
            <p:nvPr>
              <p:custDataLst>
                <p:tags r:id="rId39"/>
              </p:custDataLst>
            </p:nvPr>
          </p:nvSpPr>
          <p:spPr>
            <a:xfrm>
              <a:off x="14354018" y="3068499"/>
              <a:ext cx="124268" cy="106868"/>
            </a:xfrm>
            <a:custGeom>
              <a:avLst/>
              <a:gdLst>
                <a:gd name="connsiteX0" fmla="*/ 73974 w 124268"/>
                <a:gd name="connsiteY0" fmla="*/ 11295 h 106868"/>
                <a:gd name="connsiteX1" fmla="*/ 79131 w 124268"/>
                <a:gd name="connsiteY1" fmla="*/ 5920 h 106868"/>
                <a:gd name="connsiteX2" fmla="*/ 89112 w 124268"/>
                <a:gd name="connsiteY2" fmla="*/ 5762 h 106868"/>
                <a:gd name="connsiteX3" fmla="*/ 107744 w 124268"/>
                <a:gd name="connsiteY3" fmla="*/ 7027 h 106868"/>
                <a:gd name="connsiteX4" fmla="*/ 115563 w 124268"/>
                <a:gd name="connsiteY4" fmla="*/ 19516 h 106868"/>
                <a:gd name="connsiteX5" fmla="*/ 114398 w 124268"/>
                <a:gd name="connsiteY5" fmla="*/ 32321 h 106868"/>
                <a:gd name="connsiteX6" fmla="*/ 114065 w 124268"/>
                <a:gd name="connsiteY6" fmla="*/ 34060 h 106868"/>
                <a:gd name="connsiteX7" fmla="*/ 116893 w 124268"/>
                <a:gd name="connsiteY7" fmla="*/ 36431 h 106868"/>
                <a:gd name="connsiteX8" fmla="*/ 120054 w 124268"/>
                <a:gd name="connsiteY8" fmla="*/ 32479 h 106868"/>
                <a:gd name="connsiteX9" fmla="*/ 124546 w 124268"/>
                <a:gd name="connsiteY9" fmla="*/ 2284 h 106868"/>
                <a:gd name="connsiteX10" fmla="*/ 119555 w 124268"/>
                <a:gd name="connsiteY10" fmla="*/ 71 h 106868"/>
                <a:gd name="connsiteX11" fmla="*/ 17246 w 124268"/>
                <a:gd name="connsiteY11" fmla="*/ 71 h 106868"/>
                <a:gd name="connsiteX12" fmla="*/ 11590 w 124268"/>
                <a:gd name="connsiteY12" fmla="*/ 3390 h 106868"/>
                <a:gd name="connsiteX13" fmla="*/ 1110 w 124268"/>
                <a:gd name="connsiteY13" fmla="*/ 31372 h 106868"/>
                <a:gd name="connsiteX14" fmla="*/ 278 w 124268"/>
                <a:gd name="connsiteY14" fmla="*/ 34218 h 106868"/>
                <a:gd name="connsiteX15" fmla="*/ 3106 w 124268"/>
                <a:gd name="connsiteY15" fmla="*/ 36431 h 106868"/>
                <a:gd name="connsiteX16" fmla="*/ 6599 w 124268"/>
                <a:gd name="connsiteY16" fmla="*/ 32637 h 106868"/>
                <a:gd name="connsiteX17" fmla="*/ 47024 w 124268"/>
                <a:gd name="connsiteY17" fmla="*/ 5762 h 106868"/>
                <a:gd name="connsiteX18" fmla="*/ 54011 w 124268"/>
                <a:gd name="connsiteY18" fmla="*/ 5762 h 106868"/>
                <a:gd name="connsiteX19" fmla="*/ 59168 w 124268"/>
                <a:gd name="connsiteY19" fmla="*/ 7343 h 106868"/>
                <a:gd name="connsiteX20" fmla="*/ 58502 w 124268"/>
                <a:gd name="connsiteY20" fmla="*/ 10663 h 106868"/>
                <a:gd name="connsiteX21" fmla="*/ 36543 w 124268"/>
                <a:gd name="connsiteY21" fmla="*/ 93818 h 106868"/>
                <a:gd name="connsiteX22" fmla="*/ 17080 w 124268"/>
                <a:gd name="connsiteY22" fmla="*/ 101248 h 106868"/>
                <a:gd name="connsiteX23" fmla="*/ 9594 w 124268"/>
                <a:gd name="connsiteY23" fmla="*/ 104726 h 106868"/>
                <a:gd name="connsiteX24" fmla="*/ 12422 w 124268"/>
                <a:gd name="connsiteY24" fmla="*/ 106939 h 106868"/>
                <a:gd name="connsiteX25" fmla="*/ 26728 w 124268"/>
                <a:gd name="connsiteY25" fmla="*/ 106465 h 106868"/>
                <a:gd name="connsiteX26" fmla="*/ 41035 w 124268"/>
                <a:gd name="connsiteY26" fmla="*/ 106307 h 106868"/>
                <a:gd name="connsiteX27" fmla="*/ 56007 w 124268"/>
                <a:gd name="connsiteY27" fmla="*/ 106465 h 106868"/>
                <a:gd name="connsiteX28" fmla="*/ 69981 w 124268"/>
                <a:gd name="connsiteY28" fmla="*/ 106939 h 106868"/>
                <a:gd name="connsiteX29" fmla="*/ 73807 w 124268"/>
                <a:gd name="connsiteY29" fmla="*/ 103461 h 106868"/>
                <a:gd name="connsiteX30" fmla="*/ 66987 w 124268"/>
                <a:gd name="connsiteY30" fmla="*/ 101248 h 106868"/>
                <a:gd name="connsiteX31" fmla="*/ 57338 w 124268"/>
                <a:gd name="connsiteY31" fmla="*/ 100932 h 106868"/>
                <a:gd name="connsiteX32" fmla="*/ 51349 w 124268"/>
                <a:gd name="connsiteY32" fmla="*/ 97928 h 106868"/>
                <a:gd name="connsiteX33" fmla="*/ 52014 w 124268"/>
                <a:gd name="connsiteY33" fmla="*/ 94292 h 106868"/>
                <a:gd name="connsiteX34" fmla="*/ 73974 w 124268"/>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4268" h="106868">
                  <a:moveTo>
                    <a:pt x="73974" y="11295"/>
                  </a:moveTo>
                  <a:cubicBezTo>
                    <a:pt x="75138" y="6710"/>
                    <a:pt x="75471" y="6236"/>
                    <a:pt x="79131" y="5920"/>
                  </a:cubicBezTo>
                  <a:cubicBezTo>
                    <a:pt x="79962" y="5762"/>
                    <a:pt x="85785" y="5762"/>
                    <a:pt x="89112" y="5762"/>
                  </a:cubicBezTo>
                  <a:cubicBezTo>
                    <a:pt x="99260" y="5762"/>
                    <a:pt x="103585" y="5762"/>
                    <a:pt x="107744" y="7027"/>
                  </a:cubicBezTo>
                  <a:cubicBezTo>
                    <a:pt x="115230" y="9240"/>
                    <a:pt x="115563" y="13824"/>
                    <a:pt x="115563" y="19516"/>
                  </a:cubicBezTo>
                  <a:cubicBezTo>
                    <a:pt x="115563" y="22045"/>
                    <a:pt x="115563" y="24100"/>
                    <a:pt x="114398" y="32321"/>
                  </a:cubicBezTo>
                  <a:lnTo>
                    <a:pt x="114065" y="34060"/>
                  </a:lnTo>
                  <a:cubicBezTo>
                    <a:pt x="114065" y="35641"/>
                    <a:pt x="115230" y="36431"/>
                    <a:pt x="116893" y="36431"/>
                  </a:cubicBezTo>
                  <a:cubicBezTo>
                    <a:pt x="119389" y="36431"/>
                    <a:pt x="119721" y="35008"/>
                    <a:pt x="120054" y="32479"/>
                  </a:cubicBezTo>
                  <a:lnTo>
                    <a:pt x="124546" y="2284"/>
                  </a:lnTo>
                  <a:cubicBezTo>
                    <a:pt x="124546" y="71"/>
                    <a:pt x="122549" y="71"/>
                    <a:pt x="119555" y="71"/>
                  </a:cubicBezTo>
                  <a:lnTo>
                    <a:pt x="17246" y="71"/>
                  </a:lnTo>
                  <a:cubicBezTo>
                    <a:pt x="13087" y="71"/>
                    <a:pt x="12754" y="71"/>
                    <a:pt x="11590" y="3390"/>
                  </a:cubicBezTo>
                  <a:lnTo>
                    <a:pt x="1110" y="31372"/>
                  </a:lnTo>
                  <a:cubicBezTo>
                    <a:pt x="943" y="32005"/>
                    <a:pt x="278" y="33428"/>
                    <a:pt x="278" y="34218"/>
                  </a:cubicBezTo>
                  <a:cubicBezTo>
                    <a:pt x="278" y="34850"/>
                    <a:pt x="610" y="36431"/>
                    <a:pt x="3106" y="36431"/>
                  </a:cubicBezTo>
                  <a:cubicBezTo>
                    <a:pt x="5268" y="36431"/>
                    <a:pt x="5601" y="35641"/>
                    <a:pt x="6599" y="32637"/>
                  </a:cubicBezTo>
                  <a:cubicBezTo>
                    <a:pt x="16248" y="7343"/>
                    <a:pt x="21738" y="5762"/>
                    <a:pt x="47024" y="5762"/>
                  </a:cubicBezTo>
                  <a:lnTo>
                    <a:pt x="54011" y="5762"/>
                  </a:lnTo>
                  <a:cubicBezTo>
                    <a:pt x="59001" y="5762"/>
                    <a:pt x="59168" y="5920"/>
                    <a:pt x="59168" y="7343"/>
                  </a:cubicBezTo>
                  <a:cubicBezTo>
                    <a:pt x="59168" y="7501"/>
                    <a:pt x="59168" y="8291"/>
                    <a:pt x="58502" y="10663"/>
                  </a:cubicBezTo>
                  <a:lnTo>
                    <a:pt x="36543" y="93818"/>
                  </a:lnTo>
                  <a:cubicBezTo>
                    <a:pt x="35046" y="99667"/>
                    <a:pt x="34547" y="101248"/>
                    <a:pt x="17080" y="101248"/>
                  </a:cubicBezTo>
                  <a:cubicBezTo>
                    <a:pt x="11091" y="101248"/>
                    <a:pt x="9594" y="101248"/>
                    <a:pt x="9594" y="104726"/>
                  </a:cubicBezTo>
                  <a:cubicBezTo>
                    <a:pt x="9594" y="105200"/>
                    <a:pt x="9926" y="106939"/>
                    <a:pt x="12422" y="106939"/>
                  </a:cubicBezTo>
                  <a:cubicBezTo>
                    <a:pt x="17080" y="106939"/>
                    <a:pt x="22070" y="106465"/>
                    <a:pt x="26728" y="106465"/>
                  </a:cubicBezTo>
                  <a:cubicBezTo>
                    <a:pt x="31386" y="106465"/>
                    <a:pt x="36377" y="106307"/>
                    <a:pt x="41035" y="106307"/>
                  </a:cubicBezTo>
                  <a:cubicBezTo>
                    <a:pt x="45693" y="106307"/>
                    <a:pt x="51349" y="106307"/>
                    <a:pt x="56007" y="106465"/>
                  </a:cubicBezTo>
                  <a:cubicBezTo>
                    <a:pt x="60499" y="106623"/>
                    <a:pt x="65489" y="106939"/>
                    <a:pt x="69981" y="106939"/>
                  </a:cubicBezTo>
                  <a:cubicBezTo>
                    <a:pt x="71312" y="106939"/>
                    <a:pt x="73807" y="106939"/>
                    <a:pt x="73807" y="103461"/>
                  </a:cubicBezTo>
                  <a:cubicBezTo>
                    <a:pt x="73807" y="101248"/>
                    <a:pt x="72144" y="101248"/>
                    <a:pt x="66987" y="101248"/>
                  </a:cubicBezTo>
                  <a:cubicBezTo>
                    <a:pt x="63826" y="101248"/>
                    <a:pt x="60499" y="101090"/>
                    <a:pt x="57338" y="100932"/>
                  </a:cubicBezTo>
                  <a:cubicBezTo>
                    <a:pt x="51682" y="100457"/>
                    <a:pt x="51349" y="99825"/>
                    <a:pt x="51349" y="97928"/>
                  </a:cubicBezTo>
                  <a:cubicBezTo>
                    <a:pt x="51349" y="96821"/>
                    <a:pt x="51349" y="96505"/>
                    <a:pt x="52014" y="94292"/>
                  </a:cubicBezTo>
                  <a:lnTo>
                    <a:pt x="73974" y="11295"/>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5" name="Freeform: Shape 334">
              <a:extLst>
                <a:ext uri="{FF2B5EF4-FFF2-40B4-BE49-F238E27FC236}">
                  <a16:creationId xmlns:a16="http://schemas.microsoft.com/office/drawing/2014/main" id="{B374D1E5-9224-D532-DFB2-7E6A80AD4441}"/>
                </a:ext>
              </a:extLst>
            </p:cNvPr>
            <p:cNvSpPr/>
            <p:nvPr>
              <p:custDataLst>
                <p:tags r:id="rId40"/>
              </p:custDataLst>
            </p:nvPr>
          </p:nvSpPr>
          <p:spPr>
            <a:xfrm>
              <a:off x="14503468" y="3168794"/>
              <a:ext cx="118350" cy="102306"/>
            </a:xfrm>
            <a:custGeom>
              <a:avLst/>
              <a:gdLst>
                <a:gd name="connsiteX0" fmla="*/ 72768 w 118350"/>
                <a:gd name="connsiteY0" fmla="*/ 31693 h 102306"/>
                <a:gd name="connsiteX1" fmla="*/ 96295 w 118350"/>
                <a:gd name="connsiteY1" fmla="*/ 5043 h 102306"/>
                <a:gd name="connsiteX2" fmla="*/ 108178 w 118350"/>
                <a:gd name="connsiteY2" fmla="*/ 7979 h 102306"/>
                <a:gd name="connsiteX3" fmla="*/ 96771 w 118350"/>
                <a:gd name="connsiteY3" fmla="*/ 20175 h 102306"/>
                <a:gd name="connsiteX4" fmla="*/ 105801 w 118350"/>
                <a:gd name="connsiteY4" fmla="*/ 28079 h 102306"/>
                <a:gd name="connsiteX5" fmla="*/ 118634 w 118350"/>
                <a:gd name="connsiteY5" fmla="*/ 14980 h 102306"/>
                <a:gd name="connsiteX6" fmla="*/ 96533 w 118350"/>
                <a:gd name="connsiteY6" fmla="*/ 75 h 102306"/>
                <a:gd name="connsiteX7" fmla="*/ 71579 w 118350"/>
                <a:gd name="connsiteY7" fmla="*/ 17239 h 102306"/>
                <a:gd name="connsiteX8" fmla="*/ 45913 w 118350"/>
                <a:gd name="connsiteY8" fmla="*/ 75 h 102306"/>
                <a:gd name="connsiteX9" fmla="*/ 7651 w 118350"/>
                <a:gd name="connsiteY9" fmla="*/ 34854 h 102306"/>
                <a:gd name="connsiteX10" fmla="*/ 10503 w 118350"/>
                <a:gd name="connsiteY10" fmla="*/ 37113 h 102306"/>
                <a:gd name="connsiteX11" fmla="*/ 13592 w 118350"/>
                <a:gd name="connsiteY11" fmla="*/ 34629 h 102306"/>
                <a:gd name="connsiteX12" fmla="*/ 45438 w 118350"/>
                <a:gd name="connsiteY12" fmla="*/ 5043 h 102306"/>
                <a:gd name="connsiteX13" fmla="*/ 58271 w 118350"/>
                <a:gd name="connsiteY13" fmla="*/ 20175 h 102306"/>
                <a:gd name="connsiteX14" fmla="*/ 45438 w 118350"/>
                <a:gd name="connsiteY14" fmla="*/ 73925 h 102306"/>
                <a:gd name="connsiteX15" fmla="*/ 22861 w 118350"/>
                <a:gd name="connsiteY15" fmla="*/ 97413 h 102306"/>
                <a:gd name="connsiteX16" fmla="*/ 10978 w 118350"/>
                <a:gd name="connsiteY16" fmla="*/ 94477 h 102306"/>
                <a:gd name="connsiteX17" fmla="*/ 22148 w 118350"/>
                <a:gd name="connsiteY17" fmla="*/ 82281 h 102306"/>
                <a:gd name="connsiteX18" fmla="*/ 13355 w 118350"/>
                <a:gd name="connsiteY18" fmla="*/ 74377 h 102306"/>
                <a:gd name="connsiteX19" fmla="*/ 284 w 118350"/>
                <a:gd name="connsiteY19" fmla="*/ 87476 h 102306"/>
                <a:gd name="connsiteX20" fmla="*/ 22623 w 118350"/>
                <a:gd name="connsiteY20" fmla="*/ 102381 h 102306"/>
                <a:gd name="connsiteX21" fmla="*/ 47577 w 118350"/>
                <a:gd name="connsiteY21" fmla="*/ 85217 h 102306"/>
                <a:gd name="connsiteX22" fmla="*/ 73243 w 118350"/>
                <a:gd name="connsiteY22" fmla="*/ 102381 h 102306"/>
                <a:gd name="connsiteX23" fmla="*/ 111267 w 118350"/>
                <a:gd name="connsiteY23" fmla="*/ 67602 h 102306"/>
                <a:gd name="connsiteX24" fmla="*/ 108415 w 118350"/>
                <a:gd name="connsiteY24" fmla="*/ 65343 h 102306"/>
                <a:gd name="connsiteX25" fmla="*/ 105326 w 118350"/>
                <a:gd name="connsiteY25" fmla="*/ 67827 h 102306"/>
                <a:gd name="connsiteX26" fmla="*/ 73718 w 118350"/>
                <a:gd name="connsiteY26" fmla="*/ 97413 h 102306"/>
                <a:gd name="connsiteX27" fmla="*/ 60648 w 118350"/>
                <a:gd name="connsiteY27" fmla="*/ 82507 h 102306"/>
                <a:gd name="connsiteX28" fmla="*/ 64688 w 118350"/>
                <a:gd name="connsiteY28" fmla="*/ 62633 h 102306"/>
                <a:gd name="connsiteX29" fmla="*/ 72768 w 118350"/>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350" h="102306">
                  <a:moveTo>
                    <a:pt x="72768" y="31693"/>
                  </a:moveTo>
                  <a:cubicBezTo>
                    <a:pt x="74194" y="25821"/>
                    <a:pt x="79660" y="5043"/>
                    <a:pt x="96295" y="5043"/>
                  </a:cubicBezTo>
                  <a:cubicBezTo>
                    <a:pt x="97483" y="5043"/>
                    <a:pt x="103187" y="5043"/>
                    <a:pt x="108178" y="7979"/>
                  </a:cubicBezTo>
                  <a:cubicBezTo>
                    <a:pt x="101524" y="9108"/>
                    <a:pt x="96771" y="14754"/>
                    <a:pt x="96771" y="20175"/>
                  </a:cubicBezTo>
                  <a:cubicBezTo>
                    <a:pt x="96771" y="23788"/>
                    <a:pt x="99385" y="28079"/>
                    <a:pt x="105801" y="28079"/>
                  </a:cubicBezTo>
                  <a:cubicBezTo>
                    <a:pt x="111030" y="28079"/>
                    <a:pt x="118634" y="24014"/>
                    <a:pt x="118634" y="14980"/>
                  </a:cubicBezTo>
                  <a:cubicBezTo>
                    <a:pt x="118634" y="3237"/>
                    <a:pt x="104613" y="75"/>
                    <a:pt x="96533" y="75"/>
                  </a:cubicBezTo>
                  <a:cubicBezTo>
                    <a:pt x="82749" y="75"/>
                    <a:pt x="74431" y="12044"/>
                    <a:pt x="71579" y="17239"/>
                  </a:cubicBezTo>
                  <a:cubicBezTo>
                    <a:pt x="65638" y="2333"/>
                    <a:pt x="52805" y="75"/>
                    <a:pt x="45913" y="75"/>
                  </a:cubicBezTo>
                  <a:cubicBezTo>
                    <a:pt x="21197" y="75"/>
                    <a:pt x="7651" y="29208"/>
                    <a:pt x="7651" y="34854"/>
                  </a:cubicBezTo>
                  <a:cubicBezTo>
                    <a:pt x="7651" y="37113"/>
                    <a:pt x="10028" y="37113"/>
                    <a:pt x="10503" y="37113"/>
                  </a:cubicBezTo>
                  <a:cubicBezTo>
                    <a:pt x="12404" y="37113"/>
                    <a:pt x="13117" y="36661"/>
                    <a:pt x="13592" y="34629"/>
                  </a:cubicBezTo>
                  <a:cubicBezTo>
                    <a:pt x="21673" y="10689"/>
                    <a:pt x="37358" y="5043"/>
                    <a:pt x="45438" y="5043"/>
                  </a:cubicBezTo>
                  <a:cubicBezTo>
                    <a:pt x="49953" y="5043"/>
                    <a:pt x="58271" y="7076"/>
                    <a:pt x="58271" y="20175"/>
                  </a:cubicBezTo>
                  <a:cubicBezTo>
                    <a:pt x="58271" y="27176"/>
                    <a:pt x="54231" y="42307"/>
                    <a:pt x="45438" y="73925"/>
                  </a:cubicBezTo>
                  <a:cubicBezTo>
                    <a:pt x="41635" y="87927"/>
                    <a:pt x="33318" y="97413"/>
                    <a:pt x="22861" y="97413"/>
                  </a:cubicBezTo>
                  <a:cubicBezTo>
                    <a:pt x="21435" y="97413"/>
                    <a:pt x="15969" y="97413"/>
                    <a:pt x="10978" y="94477"/>
                  </a:cubicBezTo>
                  <a:cubicBezTo>
                    <a:pt x="16920" y="93348"/>
                    <a:pt x="22148" y="88605"/>
                    <a:pt x="22148" y="82281"/>
                  </a:cubicBezTo>
                  <a:cubicBezTo>
                    <a:pt x="22148" y="76184"/>
                    <a:pt x="16920" y="74377"/>
                    <a:pt x="13355" y="74377"/>
                  </a:cubicBezTo>
                  <a:cubicBezTo>
                    <a:pt x="6225" y="74377"/>
                    <a:pt x="284" y="80249"/>
                    <a:pt x="284" y="87476"/>
                  </a:cubicBezTo>
                  <a:cubicBezTo>
                    <a:pt x="284" y="97864"/>
                    <a:pt x="12167" y="102381"/>
                    <a:pt x="22623" y="102381"/>
                  </a:cubicBezTo>
                  <a:cubicBezTo>
                    <a:pt x="38308" y="102381"/>
                    <a:pt x="46864" y="86572"/>
                    <a:pt x="47577" y="85217"/>
                  </a:cubicBezTo>
                  <a:cubicBezTo>
                    <a:pt x="50428" y="93573"/>
                    <a:pt x="58984" y="102381"/>
                    <a:pt x="73243" y="102381"/>
                  </a:cubicBezTo>
                  <a:cubicBezTo>
                    <a:pt x="97721" y="102381"/>
                    <a:pt x="111267" y="73248"/>
                    <a:pt x="111267" y="67602"/>
                  </a:cubicBezTo>
                  <a:cubicBezTo>
                    <a:pt x="111267" y="65343"/>
                    <a:pt x="109128" y="65343"/>
                    <a:pt x="108415" y="65343"/>
                  </a:cubicBezTo>
                  <a:cubicBezTo>
                    <a:pt x="106277" y="65343"/>
                    <a:pt x="105801" y="66246"/>
                    <a:pt x="105326" y="67827"/>
                  </a:cubicBezTo>
                  <a:cubicBezTo>
                    <a:pt x="97483" y="91993"/>
                    <a:pt x="81323" y="97413"/>
                    <a:pt x="73718" y="97413"/>
                  </a:cubicBezTo>
                  <a:cubicBezTo>
                    <a:pt x="64450" y="97413"/>
                    <a:pt x="60648" y="90186"/>
                    <a:pt x="60648" y="82507"/>
                  </a:cubicBezTo>
                  <a:cubicBezTo>
                    <a:pt x="60648" y="77539"/>
                    <a:pt x="62073" y="72570"/>
                    <a:pt x="64688" y="62633"/>
                  </a:cubicBezTo>
                  <a:lnTo>
                    <a:pt x="72768" y="31693"/>
                  </a:lnTo>
                  <a:close/>
                </a:path>
              </a:pathLst>
            </a:custGeom>
            <a:solidFill>
              <a:srgbClr val="0070C0"/>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sp>
        <p:nvSpPr>
          <p:cNvPr id="352" name="TextBox 351">
            <a:extLst>
              <a:ext uri="{FF2B5EF4-FFF2-40B4-BE49-F238E27FC236}">
                <a16:creationId xmlns:a16="http://schemas.microsoft.com/office/drawing/2014/main" id="{BB24AF1F-C16D-1D98-54E6-4E57059F39A1}"/>
              </a:ext>
            </a:extLst>
          </p:cNvPr>
          <p:cNvSpPr txBox="1"/>
          <p:nvPr/>
        </p:nvSpPr>
        <p:spPr>
          <a:xfrm>
            <a:off x="6518030" y="2719172"/>
            <a:ext cx="5135613" cy="738664"/>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r>
              <a:rPr lang="en-US"/>
              <a:t>The decision regarding the value that</a:t>
            </a:r>
            <a:r>
              <a:rPr lang="en-US" i="1"/>
              <a:t> y </a:t>
            </a:r>
            <a:r>
              <a:rPr lang="en-US"/>
              <a:t>takes is therefore reduced to determining where the error term ε falls with respect to the thresholds adjusted by the linear predictor. </a:t>
            </a:r>
            <a:endParaRPr lang="en-GB" noProof="0"/>
          </a:p>
        </p:txBody>
      </p:sp>
      <mc:AlternateContent xmlns:mc="http://schemas.openxmlformats.org/markup-compatibility/2006" xmlns:a14="http://schemas.microsoft.com/office/drawing/2010/main">
        <mc:Choice Requires="a14">
          <p:sp>
            <p:nvSpPr>
              <p:cNvPr id="354" name="TextBox 353">
                <a:extLst>
                  <a:ext uri="{FF2B5EF4-FFF2-40B4-BE49-F238E27FC236}">
                    <a16:creationId xmlns:a16="http://schemas.microsoft.com/office/drawing/2014/main" id="{33BAC9D4-012B-7FF5-21A6-B22162C19A4E}"/>
                  </a:ext>
                </a:extLst>
              </p:cNvPr>
              <p:cNvSpPr txBox="1"/>
              <p:nvPr/>
            </p:nvSpPr>
            <p:spPr>
              <a:xfrm>
                <a:off x="6491125" y="3520433"/>
                <a:ext cx="5162516" cy="738664"/>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r>
                  <a:rPr lang="en-US" b="1">
                    <a:highlight>
                      <a:srgbClr val="FFC000"/>
                    </a:highlight>
                  </a:rPr>
                  <a:t>The model transforms the original thresholds into shifted thresholds</a:t>
                </a:r>
                <a:r>
                  <a:rPr lang="en-US" b="1"/>
                  <a:t>, and the probability of each category is calculated as the area under the curve of </a:t>
                </a:r>
                <a14:m>
                  <m:oMath xmlns:m="http://schemas.openxmlformats.org/officeDocument/2006/math">
                    <m:r>
                      <a:rPr lang="en-GB" i="1" noProof="0" smtClean="0">
                        <a:latin typeface="Cambria Math" panose="02040503050406030204" pitchFamily="18" charset="0"/>
                      </a:rPr>
                      <m:t>𝜖</m:t>
                    </m:r>
                    <m:r>
                      <a:rPr lang="en-GB" i="1" noProof="0" smtClean="0">
                        <a:latin typeface="Cambria Math" panose="02040503050406030204" pitchFamily="18" charset="0"/>
                      </a:rPr>
                      <m:t>∼</m:t>
                    </m:r>
                    <m:r>
                      <a:rPr lang="en-GB" i="1" noProof="0" smtClean="0">
                        <a:latin typeface="Cambria Math" panose="02040503050406030204" pitchFamily="18" charset="0"/>
                      </a:rPr>
                      <m:t>𝑁</m:t>
                    </m:r>
                    <m:d>
                      <m:dPr>
                        <m:ctrlPr>
                          <a:rPr lang="en-GB" i="1" noProof="0" smtClean="0">
                            <a:latin typeface="Cambria Math" panose="02040503050406030204" pitchFamily="18" charset="0"/>
                          </a:rPr>
                        </m:ctrlPr>
                      </m:dPr>
                      <m:e>
                        <m:r>
                          <a:rPr lang="en-GB" i="1" noProof="0" smtClean="0">
                            <a:latin typeface="Cambria Math" panose="02040503050406030204" pitchFamily="18" charset="0"/>
                          </a:rPr>
                          <m:t>0,1</m:t>
                        </m:r>
                      </m:e>
                    </m:d>
                  </m:oMath>
                </a14:m>
                <a:r>
                  <a:rPr lang="en-GB"/>
                  <a:t> between those limits</a:t>
                </a:r>
                <a:r>
                  <a:rPr lang="en-GB" noProof="0"/>
                  <a:t>.</a:t>
                </a:r>
              </a:p>
            </p:txBody>
          </p:sp>
        </mc:Choice>
        <mc:Fallback xmlns="">
          <p:sp>
            <p:nvSpPr>
              <p:cNvPr id="354" name="TextBox 353">
                <a:extLst>
                  <a:ext uri="{FF2B5EF4-FFF2-40B4-BE49-F238E27FC236}">
                    <a16:creationId xmlns:a16="http://schemas.microsoft.com/office/drawing/2014/main" id="{33BAC9D4-012B-7FF5-21A6-B22162C19A4E}"/>
                  </a:ext>
                </a:extLst>
              </p:cNvPr>
              <p:cNvSpPr txBox="1">
                <a:spLocks noRot="1" noChangeAspect="1" noMove="1" noResize="1" noEditPoints="1" noAdjustHandles="1" noChangeArrowheads="1" noChangeShapeType="1" noTextEdit="1"/>
              </p:cNvSpPr>
              <p:nvPr/>
            </p:nvSpPr>
            <p:spPr>
              <a:xfrm>
                <a:off x="6491125" y="3520433"/>
                <a:ext cx="5162516" cy="738664"/>
              </a:xfrm>
              <a:prstGeom prst="rect">
                <a:avLst/>
              </a:prstGeom>
              <a:blipFill>
                <a:blip r:embed="rId182"/>
                <a:stretch>
                  <a:fillRect l="-354" t="-820" r="-708" b="-7377"/>
                </a:stretch>
              </a:blipFill>
            </p:spPr>
            <p:txBody>
              <a:bodyPr/>
              <a:lstStyle/>
              <a:p>
                <a:r>
                  <a:rPr lang="en-US">
                    <a:noFill/>
                  </a:rPr>
                  <a:t> </a:t>
                </a:r>
              </a:p>
            </p:txBody>
          </p:sp>
        </mc:Fallback>
      </mc:AlternateContent>
      <p:pic>
        <p:nvPicPr>
          <p:cNvPr id="139" name="Picture 138" descr="\documentclass{article}&#10;\usepackage{amsmath}&#10;\pagestyle{empty}&#10;\begin{document}&#10;&#10;$P(y_n = j) = F(\mu_j - \beta^\top x_n) - F(\mu_{j-1} - \beta^\top x_n)$&#10;&#10;&#10;\end{document}" title="IguanaTex Picture Display">
            <a:extLst>
              <a:ext uri="{FF2B5EF4-FFF2-40B4-BE49-F238E27FC236}">
                <a16:creationId xmlns:a16="http://schemas.microsoft.com/office/drawing/2014/main" id="{FA6E609E-D1DA-F2B1-E9DC-13964744F8C2}"/>
              </a:ext>
            </a:extLst>
          </p:cNvPr>
          <p:cNvPicPr>
            <a:picLocks noChangeAspect="1"/>
          </p:cNvPicPr>
          <p:nvPr>
            <p:custDataLst>
              <p:tags r:id="rId24"/>
            </p:custDataLst>
          </p:nvPr>
        </p:nvPicPr>
        <p:blipFill>
          <a:blip r:embed="rId183" cstate="print">
            <a:extLst>
              <a:ext uri="{28A0092B-C50C-407E-A947-70E740481C1C}">
                <a14:useLocalDpi xmlns:a14="http://schemas.microsoft.com/office/drawing/2010/main" val="0"/>
              </a:ext>
            </a:extLst>
          </a:blip>
          <a:stretch>
            <a:fillRect/>
          </a:stretch>
        </p:blipFill>
        <p:spPr>
          <a:xfrm>
            <a:off x="7141665" y="5036186"/>
            <a:ext cx="3511827" cy="198291"/>
          </a:xfrm>
          <a:prstGeom prst="rect">
            <a:avLst/>
          </a:prstGeom>
        </p:spPr>
      </p:pic>
      <p:pic>
        <p:nvPicPr>
          <p:cNvPr id="145" name="Picture 144" descr="\documentclass{article}&#10;\usepackage{amsmath}&#10;\pagestyle{empty}&#10;\begin{document}&#10;&#10;\[&#10;\frac{\partial \Pr[y_n = j]}{\partial x_n} = \left\{ F'(\mu_j - \beta^\top x_n) - F'(\mu_{j-1} - \beta^\top x_n) \right\} &#10;\]&#10;&#10;\end{document}" title="IguanaTex Picture Display">
            <a:extLst>
              <a:ext uri="{FF2B5EF4-FFF2-40B4-BE49-F238E27FC236}">
                <a16:creationId xmlns:a16="http://schemas.microsoft.com/office/drawing/2014/main" id="{A0F6BE8D-6650-8C45-E8E9-3103FB52054C}"/>
              </a:ext>
            </a:extLst>
          </p:cNvPr>
          <p:cNvPicPr>
            <a:picLocks noChangeAspect="1"/>
          </p:cNvPicPr>
          <p:nvPr>
            <p:custDataLst>
              <p:tags r:id="rId25"/>
            </p:custDataLst>
          </p:nvPr>
        </p:nvPicPr>
        <p:blipFill>
          <a:blip r:embed="rId184" cstate="print">
            <a:extLst>
              <a:ext uri="{28A0092B-C50C-407E-A947-70E740481C1C}">
                <a14:useLocalDpi xmlns:a14="http://schemas.microsoft.com/office/drawing/2010/main" val="0"/>
              </a:ext>
            </a:extLst>
          </a:blip>
          <a:stretch>
            <a:fillRect/>
          </a:stretch>
        </p:blipFill>
        <p:spPr>
          <a:xfrm>
            <a:off x="7132039" y="5433070"/>
            <a:ext cx="3978331" cy="393451"/>
          </a:xfrm>
          <a:prstGeom prst="rect">
            <a:avLst/>
          </a:prstGeom>
        </p:spPr>
      </p:pic>
    </p:spTree>
    <p:extLst>
      <p:ext uri="{BB962C8B-B14F-4D97-AF65-F5344CB8AC3E}">
        <p14:creationId xmlns:p14="http://schemas.microsoft.com/office/powerpoint/2010/main" val="169552647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32"/>
                                        </p:tgtEl>
                                        <p:attrNameLst>
                                          <p:attrName>style.visibility</p:attrName>
                                        </p:attrNameLst>
                                      </p:cBhvr>
                                      <p:to>
                                        <p:strVal val="visible"/>
                                      </p:to>
                                    </p:set>
                                    <p:animEffect transition="in" filter="fade">
                                      <p:cBhvr>
                                        <p:cTn id="12" dur="500"/>
                                        <p:tgtEl>
                                          <p:spTgt spid="13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4"/>
                                        </p:tgtEl>
                                        <p:attrNameLst>
                                          <p:attrName>style.visibility</p:attrName>
                                        </p:attrNameLst>
                                      </p:cBhvr>
                                      <p:to>
                                        <p:strVal val="visible"/>
                                      </p:to>
                                    </p:set>
                                    <p:animEffect transition="in" filter="fade">
                                      <p:cBhvr>
                                        <p:cTn id="17" dur="500"/>
                                        <p:tgtEl>
                                          <p:spTgt spid="13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2"/>
                                        </p:tgtEl>
                                        <p:attrNameLst>
                                          <p:attrName>style.visibility</p:attrName>
                                        </p:attrNameLst>
                                      </p:cBhvr>
                                      <p:to>
                                        <p:strVal val="visible"/>
                                      </p:to>
                                    </p:set>
                                    <p:animEffect transition="in" filter="fade">
                                      <p:cBhvr>
                                        <p:cTn id="22" dur="500"/>
                                        <p:tgtEl>
                                          <p:spTgt spid="8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83"/>
                                        </p:tgtEl>
                                        <p:attrNameLst>
                                          <p:attrName>style.visibility</p:attrName>
                                        </p:attrNameLst>
                                      </p:cBhvr>
                                      <p:to>
                                        <p:strVal val="visible"/>
                                      </p:to>
                                    </p:set>
                                    <p:animEffect transition="in" filter="fade">
                                      <p:cBhvr>
                                        <p:cTn id="25" dur="500"/>
                                        <p:tgtEl>
                                          <p:spTgt spid="8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84"/>
                                        </p:tgtEl>
                                        <p:attrNameLst>
                                          <p:attrName>style.visibility</p:attrName>
                                        </p:attrNameLst>
                                      </p:cBhvr>
                                      <p:to>
                                        <p:strVal val="visible"/>
                                      </p:to>
                                    </p:set>
                                    <p:animEffect transition="in" filter="fade">
                                      <p:cBhvr>
                                        <p:cTn id="28" dur="500"/>
                                        <p:tgtEl>
                                          <p:spTgt spid="8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fade">
                                      <p:cBhvr>
                                        <p:cTn id="31" dur="500"/>
                                        <p:tgtEl>
                                          <p:spTgt spid="8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86"/>
                                        </p:tgtEl>
                                        <p:attrNameLst>
                                          <p:attrName>style.visibility</p:attrName>
                                        </p:attrNameLst>
                                      </p:cBhvr>
                                      <p:to>
                                        <p:strVal val="visible"/>
                                      </p:to>
                                    </p:set>
                                    <p:animEffect transition="in" filter="fade">
                                      <p:cBhvr>
                                        <p:cTn id="34" dur="500"/>
                                        <p:tgtEl>
                                          <p:spTgt spid="86"/>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87"/>
                                        </p:tgtEl>
                                        <p:attrNameLst>
                                          <p:attrName>style.visibility</p:attrName>
                                        </p:attrNameLst>
                                      </p:cBhvr>
                                      <p:to>
                                        <p:strVal val="visible"/>
                                      </p:to>
                                    </p:set>
                                    <p:animEffect transition="in" filter="fade">
                                      <p:cBhvr>
                                        <p:cTn id="37" dur="500"/>
                                        <p:tgtEl>
                                          <p:spTgt spid="8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fade">
                                      <p:cBhvr>
                                        <p:cTn id="42" dur="500"/>
                                        <p:tgtEl>
                                          <p:spTgt spid="6"/>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fade">
                                      <p:cBhvr>
                                        <p:cTn id="47" dur="500"/>
                                        <p:tgtEl>
                                          <p:spTgt spid="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6"/>
                                        </p:tgtEl>
                                        <p:attrNameLst>
                                          <p:attrName>style.visibility</p:attrName>
                                        </p:attrNameLst>
                                      </p:cBhvr>
                                      <p:to>
                                        <p:strVal val="visible"/>
                                      </p:to>
                                    </p:set>
                                    <p:animEffect transition="in" filter="fade">
                                      <p:cBhvr>
                                        <p:cTn id="55" dur="500"/>
                                        <p:tgtEl>
                                          <p:spTgt spid="16"/>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Effect transition="in" filter="fade">
                                      <p:cBhvr>
                                        <p:cTn id="58" dur="500"/>
                                        <p:tgtEl>
                                          <p:spTgt spid="17"/>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fade">
                                      <p:cBhvr>
                                        <p:cTn id="61" dur="500"/>
                                        <p:tgtEl>
                                          <p:spTgt spid="18"/>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fade">
                                      <p:cBhvr>
                                        <p:cTn id="64" dur="500"/>
                                        <p:tgtEl>
                                          <p:spTgt spid="19"/>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0"/>
                                        </p:tgtEl>
                                        <p:attrNameLst>
                                          <p:attrName>style.visibility</p:attrName>
                                        </p:attrNameLst>
                                      </p:cBhvr>
                                      <p:to>
                                        <p:strVal val="visible"/>
                                      </p:to>
                                    </p:set>
                                    <p:animEffect transition="in" filter="fade">
                                      <p:cBhvr>
                                        <p:cTn id="67" dur="500"/>
                                        <p:tgtEl>
                                          <p:spTgt spid="20"/>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fade">
                                      <p:cBhvr>
                                        <p:cTn id="70" dur="500"/>
                                        <p:tgtEl>
                                          <p:spTgt spid="25"/>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7"/>
                                        </p:tgtEl>
                                        <p:attrNameLst>
                                          <p:attrName>style.visibility</p:attrName>
                                        </p:attrNameLst>
                                      </p:cBhvr>
                                      <p:to>
                                        <p:strVal val="visible"/>
                                      </p:to>
                                    </p:set>
                                    <p:animEffect transition="in" filter="fade">
                                      <p:cBhvr>
                                        <p:cTn id="73" dur="500"/>
                                        <p:tgtEl>
                                          <p:spTgt spid="27"/>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28"/>
                                        </p:tgtEl>
                                        <p:attrNameLst>
                                          <p:attrName>style.visibility</p:attrName>
                                        </p:attrNameLst>
                                      </p:cBhvr>
                                      <p:to>
                                        <p:strVal val="visible"/>
                                      </p:to>
                                    </p:set>
                                    <p:animEffect transition="in" filter="fade">
                                      <p:cBhvr>
                                        <p:cTn id="76" dur="500"/>
                                        <p:tgtEl>
                                          <p:spTgt spid="28"/>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29"/>
                                        </p:tgtEl>
                                        <p:attrNameLst>
                                          <p:attrName>style.visibility</p:attrName>
                                        </p:attrNameLst>
                                      </p:cBhvr>
                                      <p:to>
                                        <p:strVal val="visible"/>
                                      </p:to>
                                    </p:set>
                                    <p:animEffect transition="in" filter="fade">
                                      <p:cBhvr>
                                        <p:cTn id="79" dur="500"/>
                                        <p:tgtEl>
                                          <p:spTgt spid="29"/>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32"/>
                                        </p:tgtEl>
                                        <p:attrNameLst>
                                          <p:attrName>style.visibility</p:attrName>
                                        </p:attrNameLst>
                                      </p:cBhvr>
                                      <p:to>
                                        <p:strVal val="visible"/>
                                      </p:to>
                                    </p:set>
                                    <p:animEffect transition="in" filter="fade">
                                      <p:cBhvr>
                                        <p:cTn id="82" dur="500"/>
                                        <p:tgtEl>
                                          <p:spTgt spid="32"/>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34"/>
                                        </p:tgtEl>
                                        <p:attrNameLst>
                                          <p:attrName>style.visibility</p:attrName>
                                        </p:attrNameLst>
                                      </p:cBhvr>
                                      <p:to>
                                        <p:strVal val="visible"/>
                                      </p:to>
                                    </p:set>
                                    <p:animEffect transition="in" filter="fade">
                                      <p:cBhvr>
                                        <p:cTn id="85" dur="500"/>
                                        <p:tgtEl>
                                          <p:spTgt spid="34"/>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35"/>
                                        </p:tgtEl>
                                        <p:attrNameLst>
                                          <p:attrName>style.visibility</p:attrName>
                                        </p:attrNameLst>
                                      </p:cBhvr>
                                      <p:to>
                                        <p:strVal val="visible"/>
                                      </p:to>
                                    </p:set>
                                    <p:animEffect transition="in" filter="fade">
                                      <p:cBhvr>
                                        <p:cTn id="88" dur="500"/>
                                        <p:tgtEl>
                                          <p:spTgt spid="35"/>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133"/>
                                        </p:tgtEl>
                                        <p:attrNameLst>
                                          <p:attrName>style.visibility</p:attrName>
                                        </p:attrNameLst>
                                      </p:cBhvr>
                                      <p:to>
                                        <p:strVal val="visible"/>
                                      </p:to>
                                    </p:set>
                                    <p:animEffect transition="in" filter="fade">
                                      <p:cBhvr>
                                        <p:cTn id="93" dur="500"/>
                                        <p:tgtEl>
                                          <p:spTgt spid="133"/>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nodeType="clickEffect">
                                  <p:stCondLst>
                                    <p:cond delay="0"/>
                                  </p:stCondLst>
                                  <p:childTnLst>
                                    <p:set>
                                      <p:cBhvr>
                                        <p:cTn id="97" dur="1" fill="hold">
                                          <p:stCondLst>
                                            <p:cond delay="0"/>
                                          </p:stCondLst>
                                        </p:cTn>
                                        <p:tgtEl>
                                          <p:spTgt spid="69"/>
                                        </p:tgtEl>
                                        <p:attrNameLst>
                                          <p:attrName>style.visibility</p:attrName>
                                        </p:attrNameLst>
                                      </p:cBhvr>
                                      <p:to>
                                        <p:strVal val="visible"/>
                                      </p:to>
                                    </p:set>
                                    <p:animEffect transition="in" filter="fade">
                                      <p:cBhvr>
                                        <p:cTn id="98" dur="500"/>
                                        <p:tgtEl>
                                          <p:spTgt spid="69"/>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173"/>
                                        </p:tgtEl>
                                        <p:attrNameLst>
                                          <p:attrName>style.visibility</p:attrName>
                                        </p:attrNameLst>
                                      </p:cBhvr>
                                      <p:to>
                                        <p:strVal val="visible"/>
                                      </p:to>
                                    </p:set>
                                    <p:animEffect transition="in" filter="fade">
                                      <p:cBhvr>
                                        <p:cTn id="103" dur="500"/>
                                        <p:tgtEl>
                                          <p:spTgt spid="173"/>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nodeType="clickEffect">
                                  <p:stCondLst>
                                    <p:cond delay="0"/>
                                  </p:stCondLst>
                                  <p:childTnLst>
                                    <p:set>
                                      <p:cBhvr>
                                        <p:cTn id="107" dur="1" fill="hold">
                                          <p:stCondLst>
                                            <p:cond delay="0"/>
                                          </p:stCondLst>
                                        </p:cTn>
                                        <p:tgtEl>
                                          <p:spTgt spid="175"/>
                                        </p:tgtEl>
                                        <p:attrNameLst>
                                          <p:attrName>style.visibility</p:attrName>
                                        </p:attrNameLst>
                                      </p:cBhvr>
                                      <p:to>
                                        <p:strVal val="visible"/>
                                      </p:to>
                                    </p:set>
                                    <p:animEffect transition="in" filter="fade">
                                      <p:cBhvr>
                                        <p:cTn id="108" dur="500"/>
                                        <p:tgtEl>
                                          <p:spTgt spid="175"/>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nodeType="clickEffect">
                                  <p:stCondLst>
                                    <p:cond delay="0"/>
                                  </p:stCondLst>
                                  <p:childTnLst>
                                    <p:set>
                                      <p:cBhvr>
                                        <p:cTn id="112" dur="1" fill="hold">
                                          <p:stCondLst>
                                            <p:cond delay="0"/>
                                          </p:stCondLst>
                                        </p:cTn>
                                        <p:tgtEl>
                                          <p:spTgt spid="299"/>
                                        </p:tgtEl>
                                        <p:attrNameLst>
                                          <p:attrName>style.visibility</p:attrName>
                                        </p:attrNameLst>
                                      </p:cBhvr>
                                      <p:to>
                                        <p:strVal val="visible"/>
                                      </p:to>
                                    </p:set>
                                    <p:animEffect transition="in" filter="fade">
                                      <p:cBhvr>
                                        <p:cTn id="113" dur="500"/>
                                        <p:tgtEl>
                                          <p:spTgt spid="299"/>
                                        </p:tgtEl>
                                      </p:cBhvr>
                                    </p:animEffect>
                                  </p:childTnLst>
                                </p:cTn>
                              </p:par>
                              <p:par>
                                <p:cTn id="114" presetID="10" presetClass="entr" presetSubtype="0" fill="hold" nodeType="withEffect">
                                  <p:stCondLst>
                                    <p:cond delay="0"/>
                                  </p:stCondLst>
                                  <p:childTnLst>
                                    <p:set>
                                      <p:cBhvr>
                                        <p:cTn id="115" dur="1" fill="hold">
                                          <p:stCondLst>
                                            <p:cond delay="0"/>
                                          </p:stCondLst>
                                        </p:cTn>
                                        <p:tgtEl>
                                          <p:spTgt spid="179"/>
                                        </p:tgtEl>
                                        <p:attrNameLst>
                                          <p:attrName>style.visibility</p:attrName>
                                        </p:attrNameLst>
                                      </p:cBhvr>
                                      <p:to>
                                        <p:strVal val="visible"/>
                                      </p:to>
                                    </p:set>
                                    <p:animEffect transition="in" filter="fade">
                                      <p:cBhvr>
                                        <p:cTn id="116" dur="500"/>
                                        <p:tgtEl>
                                          <p:spTgt spid="179"/>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nodeType="clickEffect">
                                  <p:stCondLst>
                                    <p:cond delay="0"/>
                                  </p:stCondLst>
                                  <p:childTnLst>
                                    <p:set>
                                      <p:cBhvr>
                                        <p:cTn id="120" dur="1" fill="hold">
                                          <p:stCondLst>
                                            <p:cond delay="0"/>
                                          </p:stCondLst>
                                        </p:cTn>
                                        <p:tgtEl>
                                          <p:spTgt spid="223"/>
                                        </p:tgtEl>
                                        <p:attrNameLst>
                                          <p:attrName>style.visibility</p:attrName>
                                        </p:attrNameLst>
                                      </p:cBhvr>
                                      <p:to>
                                        <p:strVal val="visible"/>
                                      </p:to>
                                    </p:set>
                                    <p:animEffect transition="in" filter="fade">
                                      <p:cBhvr>
                                        <p:cTn id="121" dur="500"/>
                                        <p:tgtEl>
                                          <p:spTgt spid="223"/>
                                        </p:tgtEl>
                                      </p:cBhvr>
                                    </p:animEffect>
                                  </p:childTnLst>
                                </p:cTn>
                              </p:par>
                              <p:par>
                                <p:cTn id="122" presetID="10" presetClass="entr" presetSubtype="0" fill="hold" nodeType="withEffect">
                                  <p:stCondLst>
                                    <p:cond delay="0"/>
                                  </p:stCondLst>
                                  <p:childTnLst>
                                    <p:set>
                                      <p:cBhvr>
                                        <p:cTn id="123" dur="1" fill="hold">
                                          <p:stCondLst>
                                            <p:cond delay="0"/>
                                          </p:stCondLst>
                                        </p:cTn>
                                        <p:tgtEl>
                                          <p:spTgt spid="336"/>
                                        </p:tgtEl>
                                        <p:attrNameLst>
                                          <p:attrName>style.visibility</p:attrName>
                                        </p:attrNameLst>
                                      </p:cBhvr>
                                      <p:to>
                                        <p:strVal val="visible"/>
                                      </p:to>
                                    </p:set>
                                    <p:animEffect transition="in" filter="fade">
                                      <p:cBhvr>
                                        <p:cTn id="124" dur="500"/>
                                        <p:tgtEl>
                                          <p:spTgt spid="336"/>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352"/>
                                        </p:tgtEl>
                                        <p:attrNameLst>
                                          <p:attrName>style.visibility</p:attrName>
                                        </p:attrNameLst>
                                      </p:cBhvr>
                                      <p:to>
                                        <p:strVal val="visible"/>
                                      </p:to>
                                    </p:set>
                                    <p:animEffect transition="in" filter="fade">
                                      <p:cBhvr>
                                        <p:cTn id="129" dur="500"/>
                                        <p:tgtEl>
                                          <p:spTgt spid="352"/>
                                        </p:tgtEl>
                                      </p:cBhvr>
                                    </p:animEffect>
                                  </p:childTnLst>
                                </p:cTn>
                              </p:par>
                              <p:par>
                                <p:cTn id="130" presetID="10" presetClass="entr" presetSubtype="0" fill="hold" grpId="0" nodeType="withEffect">
                                  <p:stCondLst>
                                    <p:cond delay="0"/>
                                  </p:stCondLst>
                                  <p:childTnLst>
                                    <p:set>
                                      <p:cBhvr>
                                        <p:cTn id="131" dur="1" fill="hold">
                                          <p:stCondLst>
                                            <p:cond delay="0"/>
                                          </p:stCondLst>
                                        </p:cTn>
                                        <p:tgtEl>
                                          <p:spTgt spid="354"/>
                                        </p:tgtEl>
                                        <p:attrNameLst>
                                          <p:attrName>style.visibility</p:attrName>
                                        </p:attrNameLst>
                                      </p:cBhvr>
                                      <p:to>
                                        <p:strVal val="visible"/>
                                      </p:to>
                                    </p:set>
                                    <p:animEffect transition="in" filter="fade">
                                      <p:cBhvr>
                                        <p:cTn id="132" dur="500"/>
                                        <p:tgtEl>
                                          <p:spTgt spid="354"/>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174"/>
                                        </p:tgtEl>
                                        <p:attrNameLst>
                                          <p:attrName>style.visibility</p:attrName>
                                        </p:attrNameLst>
                                      </p:cBhvr>
                                      <p:to>
                                        <p:strVal val="visible"/>
                                      </p:to>
                                    </p:set>
                                    <p:animEffect transition="in" filter="fade">
                                      <p:cBhvr>
                                        <p:cTn id="137" dur="500"/>
                                        <p:tgtEl>
                                          <p:spTgt spid="174"/>
                                        </p:tgtEl>
                                      </p:cBhvr>
                                    </p:animEffect>
                                  </p:childTnLst>
                                </p:cTn>
                              </p:par>
                              <p:par>
                                <p:cTn id="138" presetID="10" presetClass="entr" presetSubtype="0" fill="hold" nodeType="withEffect">
                                  <p:stCondLst>
                                    <p:cond delay="0"/>
                                  </p:stCondLst>
                                  <p:childTnLst>
                                    <p:set>
                                      <p:cBhvr>
                                        <p:cTn id="139" dur="1" fill="hold">
                                          <p:stCondLst>
                                            <p:cond delay="0"/>
                                          </p:stCondLst>
                                        </p:cTn>
                                        <p:tgtEl>
                                          <p:spTgt spid="139"/>
                                        </p:tgtEl>
                                        <p:attrNameLst>
                                          <p:attrName>style.visibility</p:attrName>
                                        </p:attrNameLst>
                                      </p:cBhvr>
                                      <p:to>
                                        <p:strVal val="visible"/>
                                      </p:to>
                                    </p:set>
                                    <p:animEffect transition="in" filter="fade">
                                      <p:cBhvr>
                                        <p:cTn id="140" dur="500"/>
                                        <p:tgtEl>
                                          <p:spTgt spid="139"/>
                                        </p:tgtEl>
                                      </p:cBhvr>
                                    </p:animEffec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nodeType="clickEffect">
                                  <p:stCondLst>
                                    <p:cond delay="0"/>
                                  </p:stCondLst>
                                  <p:childTnLst>
                                    <p:set>
                                      <p:cBhvr>
                                        <p:cTn id="144" dur="1" fill="hold">
                                          <p:stCondLst>
                                            <p:cond delay="0"/>
                                          </p:stCondLst>
                                        </p:cTn>
                                        <p:tgtEl>
                                          <p:spTgt spid="145"/>
                                        </p:tgtEl>
                                        <p:attrNameLst>
                                          <p:attrName>style.visibility</p:attrName>
                                        </p:attrNameLst>
                                      </p:cBhvr>
                                      <p:to>
                                        <p:strVal val="visible"/>
                                      </p:to>
                                    </p:set>
                                    <p:animEffect transition="in" filter="fade">
                                      <p:cBhvr>
                                        <p:cTn id="145" dur="5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18" grpId="0" animBg="1"/>
      <p:bldP spid="19" grpId="0" animBg="1"/>
      <p:bldP spid="20" grpId="0" animBg="1"/>
      <p:bldP spid="25" grpId="0" animBg="1"/>
      <p:bldP spid="27" grpId="0" animBg="1"/>
      <p:bldP spid="28" grpId="0" animBg="1"/>
      <p:bldP spid="29" grpId="0" animBg="1"/>
      <p:bldP spid="32" grpId="0" animBg="1"/>
      <p:bldP spid="34" grpId="0" animBg="1"/>
      <p:bldP spid="35" grpId="0" animBg="1"/>
      <p:bldP spid="82" grpId="0" animBg="1"/>
      <p:bldP spid="83" grpId="0" animBg="1"/>
      <p:bldP spid="84" grpId="0" animBg="1"/>
      <p:bldP spid="85" grpId="0" animBg="1"/>
      <p:bldP spid="86" grpId="0" animBg="1"/>
      <p:bldP spid="87" grpId="0" animBg="1"/>
      <p:bldP spid="22" grpId="0"/>
      <p:bldP spid="133" grpId="0"/>
      <p:bldP spid="173" grpId="0"/>
      <p:bldP spid="174" grpId="0"/>
      <p:bldP spid="352" grpId="0"/>
      <p:bldP spid="354"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07DDB7-9A31-0859-2FA1-8A1B4D8AEE66}"/>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1844B0DC-48A8-7A9E-3DA0-76F8B524F015}"/>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53C751FD-2B25-FD02-7126-B5593BB44A30}"/>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0C545F8C-1443-BEC6-F998-CDCB8C255D01}"/>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CE901B5D-53E7-F78F-F333-781DB3F77EA0}"/>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139" name="Picture 138" descr="\documentclass{article}&#10;\usepackage{amsmath}&#10;\pagestyle{empty}&#10;\begin{document}&#10;&#10;$P(y_n = j) = F(\mu_j - \beta^\top x_n) - F(\mu_{j-1} - \beta^\top x_n)$&#10;&#10;&#10;\end{document}" title="IguanaTex Picture Display">
            <a:extLst>
              <a:ext uri="{FF2B5EF4-FFF2-40B4-BE49-F238E27FC236}">
                <a16:creationId xmlns:a16="http://schemas.microsoft.com/office/drawing/2014/main" id="{AEB65426-B581-9E60-90D3-7BA988B6D45A}"/>
              </a:ext>
            </a:extLst>
          </p:cNvPr>
          <p:cNvPicPr>
            <a:picLocks noChangeAspect="1"/>
          </p:cNvPicPr>
          <p:nvPr>
            <p:custDataLst>
              <p:tags r:id="rId1"/>
            </p:custDataLst>
          </p:nvPr>
        </p:nvPicPr>
        <p:blipFill>
          <a:blip r:embed="rId6" cstate="print">
            <a:extLst>
              <a:ext uri="{28A0092B-C50C-407E-A947-70E740481C1C}">
                <a14:useLocalDpi xmlns:a14="http://schemas.microsoft.com/office/drawing/2010/main" val="0"/>
              </a:ext>
            </a:extLst>
          </a:blip>
          <a:stretch>
            <a:fillRect/>
          </a:stretch>
        </p:blipFill>
        <p:spPr>
          <a:xfrm>
            <a:off x="2291751" y="1501056"/>
            <a:ext cx="8418726" cy="475353"/>
          </a:xfrm>
          <a:prstGeom prst="rect">
            <a:avLst/>
          </a:prstGeom>
        </p:spPr>
      </p:pic>
      <p:sp>
        <p:nvSpPr>
          <p:cNvPr id="134" name="Oval 133">
            <a:extLst>
              <a:ext uri="{FF2B5EF4-FFF2-40B4-BE49-F238E27FC236}">
                <a16:creationId xmlns:a16="http://schemas.microsoft.com/office/drawing/2014/main" id="{D6DF3EDA-2519-5F9B-A6CF-01A135A4A4A6}"/>
              </a:ext>
            </a:extLst>
          </p:cNvPr>
          <p:cNvSpPr/>
          <p:nvPr/>
        </p:nvSpPr>
        <p:spPr>
          <a:xfrm>
            <a:off x="5300474" y="3988211"/>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135" name="TextBox 134">
                <a:extLst>
                  <a:ext uri="{FF2B5EF4-FFF2-40B4-BE49-F238E27FC236}">
                    <a16:creationId xmlns:a16="http://schemas.microsoft.com/office/drawing/2014/main" id="{DFEE413E-D6CB-27EF-23E4-CFD0A74A3CB4}"/>
                  </a:ext>
                </a:extLst>
              </p:cNvPr>
              <p:cNvSpPr txBox="1"/>
              <p:nvPr/>
            </p:nvSpPr>
            <p:spPr>
              <a:xfrm>
                <a:off x="891589" y="2695550"/>
                <a:ext cx="2779575" cy="1600438"/>
              </a:xfrm>
              <a:prstGeom prst="rect">
                <a:avLst/>
              </a:prstGeom>
              <a:noFill/>
            </p:spPr>
            <p:txBody>
              <a:bodyPr wrap="square">
                <a:spAutoFit/>
              </a:bodyPr>
              <a:lstStyle/>
              <a:p>
                <a:pPr lvl="0">
                  <a:defRPr/>
                </a:pPr>
                <a:r>
                  <a:rPr lang="en-US" sz="1400">
                    <a:solidFill>
                      <a:prstClr val="black"/>
                    </a:solidFill>
                  </a:rPr>
                  <a:t>The probability that observation </a:t>
                </a:r>
                <a14:m>
                  <m:oMath xmlns:m="http://schemas.openxmlformats.org/officeDocument/2006/math">
                    <m:r>
                      <a:rPr lang="en-US" sz="1400" b="0" i="1" dirty="0" smtClean="0">
                        <a:solidFill>
                          <a:prstClr val="black"/>
                        </a:solidFill>
                        <a:latin typeface="Cambria Math" panose="02040503050406030204" pitchFamily="18" charset="0"/>
                      </a:rPr>
                      <m:t>𝑖</m:t>
                    </m:r>
                  </m:oMath>
                </a14:m>
                <a:r>
                  <a:rPr lang="en-US" sz="1400">
                    <a:solidFill>
                      <a:prstClr val="black"/>
                    </a:solidFill>
                  </a:rPr>
                  <a:t> falls into the ordered category </a:t>
                </a:r>
                <a14:m>
                  <m:oMath xmlns:m="http://schemas.openxmlformats.org/officeDocument/2006/math">
                    <m:r>
                      <a:rPr lang="en-US" sz="1400" b="0" i="1" dirty="0" smtClean="0">
                        <a:solidFill>
                          <a:prstClr val="black"/>
                        </a:solidFill>
                        <a:latin typeface="Cambria Math" panose="02040503050406030204" pitchFamily="18" charset="0"/>
                      </a:rPr>
                      <m:t>𝑗</m:t>
                    </m:r>
                  </m:oMath>
                </a14:m>
                <a:r>
                  <a:rPr lang="en-US" sz="1400">
                    <a:solidFill>
                      <a:prstClr val="black"/>
                    </a:solidFill>
                  </a:rPr>
                  <a:t> is defined as the </a:t>
                </a:r>
                <a:r>
                  <a:rPr lang="en-US" sz="1400" b="1">
                    <a:solidFill>
                      <a:prstClr val="black"/>
                    </a:solidFill>
                    <a:highlight>
                      <a:srgbClr val="FFC000"/>
                    </a:highlight>
                  </a:rPr>
                  <a:t>difference between the cumulative distribution functions of </a:t>
                </a:r>
                <a14:m>
                  <m:oMath xmlns:m="http://schemas.openxmlformats.org/officeDocument/2006/math">
                    <m:r>
                      <a:rPr lang="en-US" sz="1400" b="1" dirty="0">
                        <a:solidFill>
                          <a:prstClr val="black"/>
                        </a:solidFill>
                        <a:highlight>
                          <a:srgbClr val="FFC000"/>
                        </a:highlight>
                        <a:latin typeface="Cambria Math" panose="02040503050406030204" pitchFamily="18" charset="0"/>
                      </a:rPr>
                      <m:t>𝜺</m:t>
                    </m:r>
                  </m:oMath>
                </a14:m>
                <a:r>
                  <a:rPr lang="en-US" sz="1400" b="1">
                    <a:solidFill>
                      <a:prstClr val="black"/>
                    </a:solidFill>
                    <a:highlight>
                      <a:srgbClr val="FFC000"/>
                    </a:highlight>
                  </a:rPr>
                  <a:t>, evaluated at different threshold points</a:t>
                </a:r>
                <a14:m>
                  <m:oMath xmlns:m="http://schemas.openxmlformats.org/officeDocument/2006/math">
                    <m:r>
                      <a:rPr lang="en-US" sz="1400" b="1" dirty="0">
                        <a:solidFill>
                          <a:prstClr val="black"/>
                        </a:solidFill>
                        <a:highlight>
                          <a:srgbClr val="FFC000"/>
                        </a:highlight>
                        <a:latin typeface="Cambria Math" panose="02040503050406030204" pitchFamily="18" charset="0"/>
                      </a:rPr>
                      <m:t> </m:t>
                    </m:r>
                    <m:r>
                      <a:rPr lang="en-US" sz="1400" b="1" dirty="0">
                        <a:solidFill>
                          <a:prstClr val="black"/>
                        </a:solidFill>
                        <a:highlight>
                          <a:srgbClr val="FFC000"/>
                        </a:highlight>
                        <a:latin typeface="Cambria Math" panose="02040503050406030204" pitchFamily="18" charset="0"/>
                      </a:rPr>
                      <m:t>𝝁</m:t>
                    </m:r>
                  </m:oMath>
                </a14:m>
                <a:endParaRPr lang="en-GB" sz="1400" b="1">
                  <a:solidFill>
                    <a:prstClr val="black"/>
                  </a:solidFill>
                  <a:highlight>
                    <a:srgbClr val="FFC000"/>
                  </a:highlight>
                </a:endParaRPr>
              </a:p>
            </p:txBody>
          </p:sp>
        </mc:Choice>
        <mc:Fallback xmlns="">
          <p:sp>
            <p:nvSpPr>
              <p:cNvPr id="135" name="TextBox 134">
                <a:extLst>
                  <a:ext uri="{FF2B5EF4-FFF2-40B4-BE49-F238E27FC236}">
                    <a16:creationId xmlns:a16="http://schemas.microsoft.com/office/drawing/2014/main" id="{DFEE413E-D6CB-27EF-23E4-CFD0A74A3CB4}"/>
                  </a:ext>
                </a:extLst>
              </p:cNvPr>
              <p:cNvSpPr txBox="1">
                <a:spLocks noRot="1" noChangeAspect="1" noMove="1" noResize="1" noEditPoints="1" noAdjustHandles="1" noChangeArrowheads="1" noChangeShapeType="1" noTextEdit="1"/>
              </p:cNvSpPr>
              <p:nvPr/>
            </p:nvSpPr>
            <p:spPr>
              <a:xfrm>
                <a:off x="891589" y="2695550"/>
                <a:ext cx="2779575" cy="1600438"/>
              </a:xfrm>
              <a:prstGeom prst="rect">
                <a:avLst/>
              </a:prstGeom>
              <a:blipFill>
                <a:blip r:embed="rId7"/>
                <a:stretch>
                  <a:fillRect l="-658" t="-760"/>
                </a:stretch>
              </a:blipFill>
            </p:spPr>
            <p:txBody>
              <a:bodyPr/>
              <a:lstStyle/>
              <a:p>
                <a:r>
                  <a:rPr lang="en-US">
                    <a:noFill/>
                  </a:rPr>
                  <a:t> </a:t>
                </a:r>
              </a:p>
            </p:txBody>
          </p:sp>
        </mc:Fallback>
      </mc:AlternateContent>
      <p:cxnSp>
        <p:nvCxnSpPr>
          <p:cNvPr id="136" name="Connector: Elbow 135">
            <a:extLst>
              <a:ext uri="{FF2B5EF4-FFF2-40B4-BE49-F238E27FC236}">
                <a16:creationId xmlns:a16="http://schemas.microsoft.com/office/drawing/2014/main" id="{AAE54A5C-E5EF-A0CE-16D2-C95ED88814E4}"/>
              </a:ext>
            </a:extLst>
          </p:cNvPr>
          <p:cNvCxnSpPr>
            <a:cxnSpLocks/>
            <a:stCxn id="204" idx="2"/>
            <a:endCxn id="135" idx="0"/>
          </p:cNvCxnSpPr>
          <p:nvPr/>
        </p:nvCxnSpPr>
        <p:spPr>
          <a:xfrm rot="10800000" flipH="1" flipV="1">
            <a:off x="2161213" y="1738730"/>
            <a:ext cx="120163" cy="956819"/>
          </a:xfrm>
          <a:prstGeom prst="bentConnector4">
            <a:avLst>
              <a:gd name="adj1" fmla="val -190242"/>
              <a:gd name="adj2" fmla="val 6633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141" name="TextBox 140">
            <a:extLst>
              <a:ext uri="{FF2B5EF4-FFF2-40B4-BE49-F238E27FC236}">
                <a16:creationId xmlns:a16="http://schemas.microsoft.com/office/drawing/2014/main" id="{7BD975A2-FEE4-1A8B-2903-EE37562C4147}"/>
              </a:ext>
            </a:extLst>
          </p:cNvPr>
          <p:cNvSpPr txBox="1"/>
          <p:nvPr/>
        </p:nvSpPr>
        <p:spPr>
          <a:xfrm>
            <a:off x="4065449" y="2671046"/>
            <a:ext cx="3141769" cy="954107"/>
          </a:xfrm>
          <a:prstGeom prst="rect">
            <a:avLst/>
          </a:prstGeom>
          <a:noFill/>
        </p:spPr>
        <p:txBody>
          <a:bodyPr wrap="square">
            <a:spAutoFit/>
          </a:bodyPr>
          <a:lstStyle/>
          <a:p>
            <a:pPr lvl="0">
              <a:defRPr/>
            </a:pPr>
            <a:r>
              <a:rPr lang="en-US" sz="1400" b="1">
                <a:solidFill>
                  <a:prstClr val="black"/>
                </a:solidFill>
                <a:highlight>
                  <a:srgbClr val="FFC000"/>
                </a:highlight>
              </a:rPr>
              <a:t>Cumulative distribution functions of ε</a:t>
            </a:r>
            <a:r>
              <a:rPr lang="en-US" sz="1400" b="1">
                <a:solidFill>
                  <a:prstClr val="black"/>
                </a:solidFill>
              </a:rPr>
              <a:t>, </a:t>
            </a:r>
            <a:r>
              <a:rPr lang="en-US" sz="1400">
                <a:solidFill>
                  <a:prstClr val="black"/>
                </a:solidFill>
              </a:rPr>
              <a:t>evaluated at different threshold points μ, the covariates x, and the parameters β.</a:t>
            </a:r>
            <a:endParaRPr kumimoji="0" lang="en-GB" sz="1400" i="0" u="none" strike="noStrike" kern="1200" cap="none" spc="0" normalizeH="0" baseline="0" noProof="0">
              <a:ln>
                <a:noFill/>
              </a:ln>
              <a:solidFill>
                <a:prstClr val="black"/>
              </a:solidFill>
              <a:effectLst/>
              <a:uLnTx/>
              <a:uFillTx/>
              <a:latin typeface="Aptos" panose="020B0004020202020204"/>
            </a:endParaRPr>
          </a:p>
        </p:txBody>
      </p:sp>
      <p:cxnSp>
        <p:nvCxnSpPr>
          <p:cNvPr id="142" name="Connector: Elbow 141">
            <a:extLst>
              <a:ext uri="{FF2B5EF4-FFF2-40B4-BE49-F238E27FC236}">
                <a16:creationId xmlns:a16="http://schemas.microsoft.com/office/drawing/2014/main" id="{1C1C513C-D243-8A17-0F07-9122EFA16A15}"/>
              </a:ext>
            </a:extLst>
          </p:cNvPr>
          <p:cNvCxnSpPr>
            <a:cxnSpLocks/>
            <a:stCxn id="177" idx="4"/>
            <a:endCxn id="141" idx="1"/>
          </p:cNvCxnSpPr>
          <p:nvPr/>
        </p:nvCxnSpPr>
        <p:spPr>
          <a:xfrm rot="5400000">
            <a:off x="3854269" y="2227847"/>
            <a:ext cx="1131433" cy="709072"/>
          </a:xfrm>
          <a:prstGeom prst="bentConnector4">
            <a:avLst>
              <a:gd name="adj1" fmla="val 28918"/>
              <a:gd name="adj2" fmla="val 132239"/>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44" name="Connector: Elbow 143">
            <a:extLst>
              <a:ext uri="{FF2B5EF4-FFF2-40B4-BE49-F238E27FC236}">
                <a16:creationId xmlns:a16="http://schemas.microsoft.com/office/drawing/2014/main" id="{7F7FEE08-837F-6EEC-C76E-A82D51FBBC73}"/>
              </a:ext>
            </a:extLst>
          </p:cNvPr>
          <p:cNvCxnSpPr>
            <a:cxnSpLocks/>
            <a:stCxn id="149" idx="4"/>
            <a:endCxn id="147" idx="0"/>
          </p:cNvCxnSpPr>
          <p:nvPr/>
        </p:nvCxnSpPr>
        <p:spPr>
          <a:xfrm rot="16200000" flipH="1">
            <a:off x="7023286" y="462862"/>
            <a:ext cx="504152" cy="3826064"/>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147" name="TextBox 146">
                <a:extLst>
                  <a:ext uri="{FF2B5EF4-FFF2-40B4-BE49-F238E27FC236}">
                    <a16:creationId xmlns:a16="http://schemas.microsoft.com/office/drawing/2014/main" id="{32C2879B-B04C-346F-119B-1AC660335BE3}"/>
                  </a:ext>
                </a:extLst>
              </p:cNvPr>
              <p:cNvSpPr txBox="1"/>
              <p:nvPr/>
            </p:nvSpPr>
            <p:spPr>
              <a:xfrm>
                <a:off x="7207218" y="2627970"/>
                <a:ext cx="3962351" cy="969561"/>
              </a:xfrm>
              <a:prstGeom prst="rect">
                <a:avLst/>
              </a:prstGeom>
              <a:noFill/>
            </p:spPr>
            <p:txBody>
              <a:bodyPr wrap="square">
                <a:spAutoFit/>
              </a:bodyPr>
              <a:lstStyle/>
              <a:p>
                <a:pPr lvl="0">
                  <a:defRPr/>
                </a:pPr>
                <a:r>
                  <a:rPr lang="en-US" sz="1400">
                    <a:solidFill>
                      <a:prstClr val="black"/>
                    </a:solidFill>
                  </a:rPr>
                  <a:t>The parameters β, along with the m − 1 threshold parameters </a:t>
                </a:r>
                <a14:m>
                  <m:oMath xmlns:m="http://schemas.openxmlformats.org/officeDocument/2006/math">
                    <m:sSub>
                      <m:sSubPr>
                        <m:ctrlPr>
                          <a:rPr lang="en-GB" sz="1400" b="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b="0" i="1" noProof="0" smtClean="0">
                            <a:solidFill>
                              <a:prstClr val="black"/>
                            </a:solidFill>
                            <a:latin typeface="Cambria Math" panose="02040503050406030204" pitchFamily="18" charset="0"/>
                          </a:rPr>
                          <m:t>1</m:t>
                        </m:r>
                      </m:sub>
                    </m:sSub>
                    <m:r>
                      <a:rPr lang="en-GB" sz="1400" b="0" i="1" noProof="0" smtClean="0">
                        <a:solidFill>
                          <a:prstClr val="black"/>
                        </a:solidFill>
                        <a:latin typeface="Cambria Math" panose="02040503050406030204" pitchFamily="18" charset="0"/>
                      </a:rPr>
                      <m:t>, …,</m:t>
                    </m:r>
                    <m:sSub>
                      <m:sSubPr>
                        <m:ctrlPr>
                          <a:rPr lang="en-GB" sz="1400" b="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d>
                          <m:dPr>
                            <m:begChr m:val="{"/>
                            <m:endChr m:val="}"/>
                            <m:ctrlPr>
                              <a:rPr lang="en-GB" sz="1400" b="0" i="1" noProof="0" smtClean="0">
                                <a:solidFill>
                                  <a:prstClr val="black"/>
                                </a:solidFill>
                                <a:latin typeface="Cambria Math" panose="02040503050406030204" pitchFamily="18" charset="0"/>
                              </a:rPr>
                            </m:ctrlPr>
                          </m:dPr>
                          <m:e>
                            <m:r>
                              <a:rPr lang="en-GB" sz="1400" b="0" i="1" noProof="0" smtClean="0">
                                <a:solidFill>
                                  <a:prstClr val="black"/>
                                </a:solidFill>
                                <a:latin typeface="Cambria Math" panose="02040503050406030204" pitchFamily="18" charset="0"/>
                              </a:rPr>
                              <m:t>𝑚</m:t>
                            </m:r>
                            <m:r>
                              <a:rPr lang="en-GB" sz="1400" b="0" i="1" noProof="0" smtClean="0">
                                <a:solidFill>
                                  <a:prstClr val="black"/>
                                </a:solidFill>
                                <a:latin typeface="Cambria Math" panose="02040503050406030204" pitchFamily="18" charset="0"/>
                              </a:rPr>
                              <m:t>−1</m:t>
                            </m:r>
                          </m:e>
                        </m:d>
                      </m:sub>
                    </m:sSub>
                  </m:oMath>
                </a14:m>
                <a:r>
                  <a:rPr kumimoji="0" lang="en-GB" sz="1400" i="0" u="none" strike="noStrike" kern="1200" cap="none" spc="0" normalizeH="0" baseline="0" noProof="0">
                    <a:ln>
                      <a:noFill/>
                    </a:ln>
                    <a:solidFill>
                      <a:prstClr val="black"/>
                    </a:solidFill>
                    <a:effectLst/>
                    <a:uLnTx/>
                    <a:uFillTx/>
                    <a:latin typeface="Aptos" panose="020B0004020202020204"/>
                    <a:ea typeface="+mn-ea"/>
                    <a:cs typeface="+mn-cs"/>
                  </a:rPr>
                  <a:t> </a:t>
                </a:r>
                <a:r>
                  <a:rPr lang="en-US" sz="1400">
                    <a:solidFill>
                      <a:prstClr val="black"/>
                    </a:solidFill>
                  </a:rPr>
                  <a:t> are obtained by maximising the log‑likelihood function of the model.</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147" name="TextBox 146">
                <a:extLst>
                  <a:ext uri="{FF2B5EF4-FFF2-40B4-BE49-F238E27FC236}">
                    <a16:creationId xmlns:a16="http://schemas.microsoft.com/office/drawing/2014/main" id="{32C2879B-B04C-346F-119B-1AC660335BE3}"/>
                  </a:ext>
                </a:extLst>
              </p:cNvPr>
              <p:cNvSpPr txBox="1">
                <a:spLocks noRot="1" noChangeAspect="1" noMove="1" noResize="1" noEditPoints="1" noAdjustHandles="1" noChangeArrowheads="1" noChangeShapeType="1" noTextEdit="1"/>
              </p:cNvSpPr>
              <p:nvPr/>
            </p:nvSpPr>
            <p:spPr>
              <a:xfrm>
                <a:off x="7207218" y="2627970"/>
                <a:ext cx="3962351" cy="969561"/>
              </a:xfrm>
              <a:prstGeom prst="rect">
                <a:avLst/>
              </a:prstGeom>
              <a:blipFill>
                <a:blip r:embed="rId8"/>
                <a:stretch>
                  <a:fillRect l="-462" t="-1258"/>
                </a:stretch>
              </a:blipFill>
            </p:spPr>
            <p:txBody>
              <a:bodyPr/>
              <a:lstStyle/>
              <a:p>
                <a:r>
                  <a:rPr lang="en-US">
                    <a:noFill/>
                  </a:rPr>
                  <a:t> </a:t>
                </a:r>
              </a:p>
            </p:txBody>
          </p:sp>
        </mc:Fallback>
      </mc:AlternateContent>
      <p:sp>
        <p:nvSpPr>
          <p:cNvPr id="149" name="Oval 148">
            <a:extLst>
              <a:ext uri="{FF2B5EF4-FFF2-40B4-BE49-F238E27FC236}">
                <a16:creationId xmlns:a16="http://schemas.microsoft.com/office/drawing/2014/main" id="{7E20B915-87C8-7CF5-3088-411C3EA74198}"/>
              </a:ext>
            </a:extLst>
          </p:cNvPr>
          <p:cNvSpPr/>
          <p:nvPr/>
        </p:nvSpPr>
        <p:spPr>
          <a:xfrm>
            <a:off x="5057781" y="1498785"/>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150" name="Oval 149">
            <a:extLst>
              <a:ext uri="{FF2B5EF4-FFF2-40B4-BE49-F238E27FC236}">
                <a16:creationId xmlns:a16="http://schemas.microsoft.com/office/drawing/2014/main" id="{43ABE88F-6D86-627D-3E85-0231CE149A81}"/>
              </a:ext>
            </a:extLst>
          </p:cNvPr>
          <p:cNvSpPr/>
          <p:nvPr/>
        </p:nvSpPr>
        <p:spPr>
          <a:xfrm>
            <a:off x="5950140" y="1498443"/>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151" name="Oval 150">
            <a:extLst>
              <a:ext uri="{FF2B5EF4-FFF2-40B4-BE49-F238E27FC236}">
                <a16:creationId xmlns:a16="http://schemas.microsoft.com/office/drawing/2014/main" id="{5BC72F0C-A5D3-2F3A-2320-6F7A05DD92D5}"/>
              </a:ext>
            </a:extLst>
          </p:cNvPr>
          <p:cNvSpPr/>
          <p:nvPr/>
        </p:nvSpPr>
        <p:spPr>
          <a:xfrm>
            <a:off x="8330308" y="147801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152" name="Oval 151">
            <a:extLst>
              <a:ext uri="{FF2B5EF4-FFF2-40B4-BE49-F238E27FC236}">
                <a16:creationId xmlns:a16="http://schemas.microsoft.com/office/drawing/2014/main" id="{56D49724-E94B-701E-B8E8-70D4EE6C05BF}"/>
              </a:ext>
            </a:extLst>
          </p:cNvPr>
          <p:cNvSpPr/>
          <p:nvPr/>
        </p:nvSpPr>
        <p:spPr>
          <a:xfrm>
            <a:off x="9563121" y="1395578"/>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cxnSp>
        <p:nvCxnSpPr>
          <p:cNvPr id="156" name="Connector: Elbow 155">
            <a:extLst>
              <a:ext uri="{FF2B5EF4-FFF2-40B4-BE49-F238E27FC236}">
                <a16:creationId xmlns:a16="http://schemas.microsoft.com/office/drawing/2014/main" id="{E597DD54-3118-4205-1004-ABB82FCB93D2}"/>
              </a:ext>
            </a:extLst>
          </p:cNvPr>
          <p:cNvCxnSpPr>
            <a:cxnSpLocks/>
            <a:stCxn id="150" idx="4"/>
            <a:endCxn id="147" idx="0"/>
          </p:cNvCxnSpPr>
          <p:nvPr/>
        </p:nvCxnSpPr>
        <p:spPr>
          <a:xfrm rot="16200000" flipH="1">
            <a:off x="7469294" y="908870"/>
            <a:ext cx="504494" cy="2933705"/>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59" name="Connector: Elbow 158">
            <a:extLst>
              <a:ext uri="{FF2B5EF4-FFF2-40B4-BE49-F238E27FC236}">
                <a16:creationId xmlns:a16="http://schemas.microsoft.com/office/drawing/2014/main" id="{8A9295BA-EC11-50BA-8CA4-333C9CC32074}"/>
              </a:ext>
            </a:extLst>
          </p:cNvPr>
          <p:cNvCxnSpPr>
            <a:cxnSpLocks/>
            <a:stCxn id="151" idx="4"/>
            <a:endCxn id="147" idx="0"/>
          </p:cNvCxnSpPr>
          <p:nvPr/>
        </p:nvCxnSpPr>
        <p:spPr>
          <a:xfrm rot="16200000" flipH="1">
            <a:off x="8649164" y="2088739"/>
            <a:ext cx="524923" cy="553537"/>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62" name="Connector: Elbow 161">
            <a:extLst>
              <a:ext uri="{FF2B5EF4-FFF2-40B4-BE49-F238E27FC236}">
                <a16:creationId xmlns:a16="http://schemas.microsoft.com/office/drawing/2014/main" id="{4A4D6B4F-DC24-A55B-53C2-C1B1A2D5D259}"/>
              </a:ext>
            </a:extLst>
          </p:cNvPr>
          <p:cNvCxnSpPr>
            <a:cxnSpLocks/>
            <a:stCxn id="152" idx="4"/>
            <a:endCxn id="147" idx="0"/>
          </p:cNvCxnSpPr>
          <p:nvPr/>
        </p:nvCxnSpPr>
        <p:spPr>
          <a:xfrm rot="5400000">
            <a:off x="9224353" y="1984652"/>
            <a:ext cx="607359" cy="679276"/>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177" name="Oval 176">
            <a:extLst>
              <a:ext uri="{FF2B5EF4-FFF2-40B4-BE49-F238E27FC236}">
                <a16:creationId xmlns:a16="http://schemas.microsoft.com/office/drawing/2014/main" id="{AC9057E6-96D5-8C66-DEAA-AB3960EDEB30}"/>
              </a:ext>
            </a:extLst>
          </p:cNvPr>
          <p:cNvSpPr/>
          <p:nvPr/>
        </p:nvSpPr>
        <p:spPr>
          <a:xfrm>
            <a:off x="4469972" y="139163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204" name="Oval 203">
            <a:extLst>
              <a:ext uri="{FF2B5EF4-FFF2-40B4-BE49-F238E27FC236}">
                <a16:creationId xmlns:a16="http://schemas.microsoft.com/office/drawing/2014/main" id="{37FAD124-0A45-B128-B3C8-B6E0D8E24071}"/>
              </a:ext>
            </a:extLst>
          </p:cNvPr>
          <p:cNvSpPr/>
          <p:nvPr/>
        </p:nvSpPr>
        <p:spPr>
          <a:xfrm>
            <a:off x="2161214" y="142621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pic>
        <p:nvPicPr>
          <p:cNvPr id="208" name="Picture 207" descr="\documentclass{article}&#10;\usepackage{amsmath}&#10;\pagestyle{empty}&#10;\begin{document}&#10;&#10;$F(z) = \frac{e^z}{1 + e^z}$&#10;&#10;&#10;\end{document}" title="IguanaTex Picture Display">
            <a:extLst>
              <a:ext uri="{FF2B5EF4-FFF2-40B4-BE49-F238E27FC236}">
                <a16:creationId xmlns:a16="http://schemas.microsoft.com/office/drawing/2014/main" id="{E2F28046-4A72-0C44-0B1F-DA783D152F01}"/>
              </a:ext>
            </a:extLst>
          </p:cNvPr>
          <p:cNvPicPr>
            <a:picLocks noChangeAspect="1"/>
          </p:cNvPicPr>
          <p:nvPr>
            <p:custDataLst>
              <p:tags r:id="rId2"/>
            </p:custDataLst>
          </p:nvPr>
        </p:nvPicPr>
        <p:blipFill>
          <a:blip r:embed="rId9" cstate="print">
            <a:extLst>
              <a:ext uri="{28A0092B-C50C-407E-A947-70E740481C1C}">
                <a14:useLocalDpi xmlns:a14="http://schemas.microsoft.com/office/drawing/2010/main" val="0"/>
              </a:ext>
            </a:extLst>
          </a:blip>
          <a:stretch>
            <a:fillRect/>
          </a:stretch>
        </p:blipFill>
        <p:spPr>
          <a:xfrm>
            <a:off x="959589" y="4936989"/>
            <a:ext cx="1326839" cy="338126"/>
          </a:xfrm>
          <a:prstGeom prst="rect">
            <a:avLst/>
          </a:prstGeom>
        </p:spPr>
      </p:pic>
      <p:sp>
        <p:nvSpPr>
          <p:cNvPr id="211" name="TextBox 210">
            <a:extLst>
              <a:ext uri="{FF2B5EF4-FFF2-40B4-BE49-F238E27FC236}">
                <a16:creationId xmlns:a16="http://schemas.microsoft.com/office/drawing/2014/main" id="{00E9B24E-0D70-58B9-1D79-71C6AE074407}"/>
              </a:ext>
            </a:extLst>
          </p:cNvPr>
          <p:cNvSpPr txBox="1"/>
          <p:nvPr/>
        </p:nvSpPr>
        <p:spPr>
          <a:xfrm>
            <a:off x="7994856" y="4648123"/>
            <a:ext cx="3487734" cy="954107"/>
          </a:xfrm>
          <a:prstGeom prst="rect">
            <a:avLst/>
          </a:prstGeom>
          <a:noFill/>
        </p:spPr>
        <p:txBody>
          <a:bodyPr wrap="square">
            <a:spAutoFit/>
          </a:bodyPr>
          <a:lstStyle/>
          <a:p>
            <a:pPr lvl="0">
              <a:defRPr/>
            </a:pPr>
            <a:r>
              <a:rPr lang="en-US" sz="1400">
                <a:solidFill>
                  <a:prstClr val="black"/>
                </a:solidFill>
              </a:rPr>
              <a:t>In the ordered probit model, the error term ε </a:t>
            </a:r>
            <a:r>
              <a:rPr lang="en-US" sz="1400" b="1">
                <a:solidFill>
                  <a:prstClr val="black"/>
                </a:solidFill>
                <a:highlight>
                  <a:srgbClr val="FFC000"/>
                </a:highlight>
              </a:rPr>
              <a:t>follows a standard normal distribution</a:t>
            </a:r>
            <a:r>
              <a:rPr lang="en-US" sz="1400">
                <a:solidFill>
                  <a:prstClr val="black"/>
                </a:solidFill>
              </a:rPr>
              <a:t>, and F corresponds to the CDF of that normal distribution</a:t>
            </a:r>
            <a:endParaRPr lang="en-GB" sz="1400" noProof="0">
              <a:solidFill>
                <a:prstClr val="black"/>
              </a:solidFill>
            </a:endParaRPr>
          </a:p>
        </p:txBody>
      </p:sp>
      <p:sp>
        <p:nvSpPr>
          <p:cNvPr id="215" name="TextBox 214">
            <a:extLst>
              <a:ext uri="{FF2B5EF4-FFF2-40B4-BE49-F238E27FC236}">
                <a16:creationId xmlns:a16="http://schemas.microsoft.com/office/drawing/2014/main" id="{DB3DDB7E-E7C8-BEE8-E742-5EE57A30B3A5}"/>
              </a:ext>
            </a:extLst>
          </p:cNvPr>
          <p:cNvSpPr txBox="1"/>
          <p:nvPr/>
        </p:nvSpPr>
        <p:spPr>
          <a:xfrm>
            <a:off x="2798236" y="4736720"/>
            <a:ext cx="2280832" cy="738664"/>
          </a:xfrm>
          <a:prstGeom prst="rect">
            <a:avLst/>
          </a:prstGeom>
          <a:noFill/>
        </p:spPr>
        <p:txBody>
          <a:bodyPr wrap="square">
            <a:spAutoFit/>
          </a:bodyPr>
          <a:lstStyle>
            <a:defPPr>
              <a:defRPr lang="en-US"/>
            </a:defPPr>
            <a:lvl1pPr lvl="0">
              <a:defRPr sz="1400">
                <a:solidFill>
                  <a:prstClr val="black"/>
                </a:solidFill>
              </a:defRPr>
            </a:lvl1pPr>
          </a:lstStyle>
          <a:p>
            <a:r>
              <a:rPr lang="en-US"/>
              <a:t>In the ordered logit model, the error term ε follows a </a:t>
            </a:r>
            <a:r>
              <a:rPr lang="en-US" b="1">
                <a:highlight>
                  <a:srgbClr val="FFC000"/>
                </a:highlight>
              </a:rPr>
              <a:t>logistic distribution</a:t>
            </a:r>
            <a:r>
              <a:rPr lang="en-US"/>
              <a:t>.</a:t>
            </a:r>
            <a:endParaRPr lang="en-GB" noProof="0"/>
          </a:p>
        </p:txBody>
      </p:sp>
      <p:pic>
        <p:nvPicPr>
          <p:cNvPr id="220" name="Picture 219" descr="\documentclass{article}&#10;\usepackage{amsmath}&#10;\pagestyle{empty}&#10;\begin{document}&#10;&#10;$F(z) = \Phi(z)$&#10;&#10;&#10;\end{document}" title="IguanaTex Picture Display">
            <a:extLst>
              <a:ext uri="{FF2B5EF4-FFF2-40B4-BE49-F238E27FC236}">
                <a16:creationId xmlns:a16="http://schemas.microsoft.com/office/drawing/2014/main" id="{F1A993E9-D4FA-E4C0-85B0-4419824339E1}"/>
              </a:ext>
            </a:extLst>
          </p:cNvPr>
          <p:cNvPicPr>
            <a:picLocks noChangeAspect="1"/>
          </p:cNvPicPr>
          <p:nvPr>
            <p:custDataLst>
              <p:tags r:id="rId3"/>
            </p:custDataLst>
          </p:nvPr>
        </p:nvPicPr>
        <p:blipFill>
          <a:blip r:embed="rId10" cstate="print">
            <a:extLst>
              <a:ext uri="{28A0092B-C50C-407E-A947-70E740481C1C}">
                <a14:useLocalDpi xmlns:a14="http://schemas.microsoft.com/office/drawing/2010/main" val="0"/>
              </a:ext>
            </a:extLst>
          </a:blip>
          <a:stretch>
            <a:fillRect/>
          </a:stretch>
        </p:blipFill>
        <p:spPr>
          <a:xfrm>
            <a:off x="6118397" y="4936989"/>
            <a:ext cx="1322311" cy="252085"/>
          </a:xfrm>
          <a:prstGeom prst="rect">
            <a:avLst/>
          </a:prstGeom>
        </p:spPr>
      </p:pic>
      <p:cxnSp>
        <p:nvCxnSpPr>
          <p:cNvPr id="221" name="Straight Connector 220">
            <a:extLst>
              <a:ext uri="{FF2B5EF4-FFF2-40B4-BE49-F238E27FC236}">
                <a16:creationId xmlns:a16="http://schemas.microsoft.com/office/drawing/2014/main" id="{7E3FE8A2-6C66-6125-F58C-4261DE8FF4B0}"/>
              </a:ext>
            </a:extLst>
          </p:cNvPr>
          <p:cNvCxnSpPr>
            <a:cxnSpLocks/>
          </p:cNvCxnSpPr>
          <p:nvPr/>
        </p:nvCxnSpPr>
        <p:spPr>
          <a:xfrm>
            <a:off x="5836293" y="4688760"/>
            <a:ext cx="0" cy="865373"/>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229" name="Oval 228">
            <a:extLst>
              <a:ext uri="{FF2B5EF4-FFF2-40B4-BE49-F238E27FC236}">
                <a16:creationId xmlns:a16="http://schemas.microsoft.com/office/drawing/2014/main" id="{EEC9C99B-032A-3981-AAEA-EBCEE2AD1C26}"/>
              </a:ext>
            </a:extLst>
          </p:cNvPr>
          <p:cNvSpPr/>
          <p:nvPr/>
        </p:nvSpPr>
        <p:spPr>
          <a:xfrm>
            <a:off x="1552114" y="475051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Tree>
    <p:extLst>
      <p:ext uri="{BB962C8B-B14F-4D97-AF65-F5344CB8AC3E}">
        <p14:creationId xmlns:p14="http://schemas.microsoft.com/office/powerpoint/2010/main" val="254715268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9"/>
                                        </p:tgtEl>
                                        <p:attrNameLst>
                                          <p:attrName>style.visibility</p:attrName>
                                        </p:attrNameLst>
                                      </p:cBhvr>
                                      <p:to>
                                        <p:strVal val="visible"/>
                                      </p:to>
                                    </p:set>
                                    <p:animEffect transition="in" filter="fade">
                                      <p:cBhvr>
                                        <p:cTn id="7" dur="500"/>
                                        <p:tgtEl>
                                          <p:spTgt spid="139"/>
                                        </p:tgtEl>
                                      </p:cBhvr>
                                    </p:animEffect>
                                  </p:childTnLst>
                                </p:cTn>
                              </p:par>
                              <p:par>
                                <p:cTn id="8" presetID="10" presetClass="entr" presetSubtype="0" fill="hold" grpId="0" nodeType="withEffect" nodePh="1">
                                  <p:stCondLst>
                                    <p:cond delay="0"/>
                                  </p:stCondLst>
                                  <p:endCondLst>
                                    <p:cond evt="begin" delay="0">
                                      <p:tn val="8"/>
                                    </p:cond>
                                  </p:endCondLst>
                                  <p:childTnLst>
                                    <p:set>
                                      <p:cBhvr>
                                        <p:cTn id="9" dur="1" fill="hold">
                                          <p:stCondLst>
                                            <p:cond delay="0"/>
                                          </p:stCondLst>
                                        </p:cTn>
                                        <p:tgtEl>
                                          <p:spTgt spid="149"/>
                                        </p:tgtEl>
                                        <p:attrNameLst>
                                          <p:attrName>style.visibility</p:attrName>
                                        </p:attrNameLst>
                                      </p:cBhvr>
                                      <p:to>
                                        <p:strVal val="visible"/>
                                      </p:to>
                                    </p:set>
                                    <p:animEffect transition="in" filter="fade">
                                      <p:cBhvr>
                                        <p:cTn id="10" dur="500"/>
                                        <p:tgtEl>
                                          <p:spTgt spid="149"/>
                                        </p:tgtEl>
                                      </p:cBhvr>
                                    </p:animEffect>
                                  </p:childTnLst>
                                </p:cTn>
                              </p:par>
                              <p:par>
                                <p:cTn id="11" presetID="10" presetClass="entr" presetSubtype="0" fill="hold" grpId="0" nodeType="withEffect" nodePh="1">
                                  <p:stCondLst>
                                    <p:cond delay="0"/>
                                  </p:stCondLst>
                                  <p:endCondLst>
                                    <p:cond evt="begin" delay="0">
                                      <p:tn val="11"/>
                                    </p:cond>
                                  </p:endCondLst>
                                  <p:childTnLst>
                                    <p:set>
                                      <p:cBhvr>
                                        <p:cTn id="12" dur="1" fill="hold">
                                          <p:stCondLst>
                                            <p:cond delay="0"/>
                                          </p:stCondLst>
                                        </p:cTn>
                                        <p:tgtEl>
                                          <p:spTgt spid="150"/>
                                        </p:tgtEl>
                                        <p:attrNameLst>
                                          <p:attrName>style.visibility</p:attrName>
                                        </p:attrNameLst>
                                      </p:cBhvr>
                                      <p:to>
                                        <p:strVal val="visible"/>
                                      </p:to>
                                    </p:set>
                                    <p:animEffect transition="in" filter="fade">
                                      <p:cBhvr>
                                        <p:cTn id="13" dur="500"/>
                                        <p:tgtEl>
                                          <p:spTgt spid="150"/>
                                        </p:tgtEl>
                                      </p:cBhvr>
                                    </p:animEffect>
                                  </p:childTnLst>
                                </p:cTn>
                              </p:par>
                              <p:par>
                                <p:cTn id="14" presetID="10" presetClass="entr" presetSubtype="0" fill="hold" grpId="0" nodeType="withEffect" nodePh="1">
                                  <p:stCondLst>
                                    <p:cond delay="0"/>
                                  </p:stCondLst>
                                  <p:endCondLst>
                                    <p:cond evt="begin" delay="0">
                                      <p:tn val="14"/>
                                    </p:cond>
                                  </p:endCondLst>
                                  <p:childTnLst>
                                    <p:set>
                                      <p:cBhvr>
                                        <p:cTn id="15" dur="1" fill="hold">
                                          <p:stCondLst>
                                            <p:cond delay="0"/>
                                          </p:stCondLst>
                                        </p:cTn>
                                        <p:tgtEl>
                                          <p:spTgt spid="151"/>
                                        </p:tgtEl>
                                        <p:attrNameLst>
                                          <p:attrName>style.visibility</p:attrName>
                                        </p:attrNameLst>
                                      </p:cBhvr>
                                      <p:to>
                                        <p:strVal val="visible"/>
                                      </p:to>
                                    </p:set>
                                    <p:animEffect transition="in" filter="fade">
                                      <p:cBhvr>
                                        <p:cTn id="16" dur="500"/>
                                        <p:tgtEl>
                                          <p:spTgt spid="151"/>
                                        </p:tgtEl>
                                      </p:cBhvr>
                                    </p:animEffect>
                                  </p:childTnLst>
                                </p:cTn>
                              </p:par>
                              <p:par>
                                <p:cTn id="17" presetID="10" presetClass="entr" presetSubtype="0" fill="hold" grpId="0" nodeType="withEffect" nodePh="1">
                                  <p:stCondLst>
                                    <p:cond delay="0"/>
                                  </p:stCondLst>
                                  <p:endCondLst>
                                    <p:cond evt="begin" delay="0">
                                      <p:tn val="17"/>
                                    </p:cond>
                                  </p:endCondLst>
                                  <p:childTnLst>
                                    <p:set>
                                      <p:cBhvr>
                                        <p:cTn id="18" dur="1" fill="hold">
                                          <p:stCondLst>
                                            <p:cond delay="0"/>
                                          </p:stCondLst>
                                        </p:cTn>
                                        <p:tgtEl>
                                          <p:spTgt spid="152"/>
                                        </p:tgtEl>
                                        <p:attrNameLst>
                                          <p:attrName>style.visibility</p:attrName>
                                        </p:attrNameLst>
                                      </p:cBhvr>
                                      <p:to>
                                        <p:strVal val="visible"/>
                                      </p:to>
                                    </p:set>
                                    <p:animEffect transition="in" filter="fade">
                                      <p:cBhvr>
                                        <p:cTn id="19" dur="500"/>
                                        <p:tgtEl>
                                          <p:spTgt spid="152"/>
                                        </p:tgtEl>
                                      </p:cBhvr>
                                    </p:animEffect>
                                  </p:childTnLst>
                                </p:cTn>
                              </p:par>
                              <p:par>
                                <p:cTn id="20" presetID="10" presetClass="entr" presetSubtype="0" fill="hold" grpId="0" nodeType="withEffect" nodePh="1">
                                  <p:stCondLst>
                                    <p:cond delay="0"/>
                                  </p:stCondLst>
                                  <p:endCondLst>
                                    <p:cond evt="begin" delay="0">
                                      <p:tn val="20"/>
                                    </p:cond>
                                  </p:endCondLst>
                                  <p:childTnLst>
                                    <p:set>
                                      <p:cBhvr>
                                        <p:cTn id="21" dur="1" fill="hold">
                                          <p:stCondLst>
                                            <p:cond delay="0"/>
                                          </p:stCondLst>
                                        </p:cTn>
                                        <p:tgtEl>
                                          <p:spTgt spid="177"/>
                                        </p:tgtEl>
                                        <p:attrNameLst>
                                          <p:attrName>style.visibility</p:attrName>
                                        </p:attrNameLst>
                                      </p:cBhvr>
                                      <p:to>
                                        <p:strVal val="visible"/>
                                      </p:to>
                                    </p:set>
                                    <p:animEffect transition="in" filter="fade">
                                      <p:cBhvr>
                                        <p:cTn id="22" dur="500"/>
                                        <p:tgtEl>
                                          <p:spTgt spid="177"/>
                                        </p:tgtEl>
                                      </p:cBhvr>
                                    </p:animEffect>
                                  </p:childTnLst>
                                </p:cTn>
                              </p:par>
                              <p:par>
                                <p:cTn id="23" presetID="10" presetClass="entr" presetSubtype="0" fill="hold" grpId="0" nodeType="withEffect" nodePh="1">
                                  <p:stCondLst>
                                    <p:cond delay="0"/>
                                  </p:stCondLst>
                                  <p:endCondLst>
                                    <p:cond evt="begin" delay="0">
                                      <p:tn val="23"/>
                                    </p:cond>
                                  </p:endCondLst>
                                  <p:childTnLst>
                                    <p:set>
                                      <p:cBhvr>
                                        <p:cTn id="24" dur="1" fill="hold">
                                          <p:stCondLst>
                                            <p:cond delay="0"/>
                                          </p:stCondLst>
                                        </p:cTn>
                                        <p:tgtEl>
                                          <p:spTgt spid="204"/>
                                        </p:tgtEl>
                                        <p:attrNameLst>
                                          <p:attrName>style.visibility</p:attrName>
                                        </p:attrNameLst>
                                      </p:cBhvr>
                                      <p:to>
                                        <p:strVal val="visible"/>
                                      </p:to>
                                    </p:set>
                                    <p:animEffect transition="in" filter="fade">
                                      <p:cBhvr>
                                        <p:cTn id="25" dur="500"/>
                                        <p:tgtEl>
                                          <p:spTgt spid="204"/>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36"/>
                                        </p:tgtEl>
                                        <p:attrNameLst>
                                          <p:attrName>style.visibility</p:attrName>
                                        </p:attrNameLst>
                                      </p:cBhvr>
                                      <p:to>
                                        <p:strVal val="visible"/>
                                      </p:to>
                                    </p:set>
                                    <p:animEffect transition="in" filter="fade">
                                      <p:cBhvr>
                                        <p:cTn id="30" dur="500"/>
                                        <p:tgtEl>
                                          <p:spTgt spid="136"/>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35"/>
                                        </p:tgtEl>
                                        <p:attrNameLst>
                                          <p:attrName>style.visibility</p:attrName>
                                        </p:attrNameLst>
                                      </p:cBhvr>
                                      <p:to>
                                        <p:strVal val="visible"/>
                                      </p:to>
                                    </p:set>
                                    <p:animEffect transition="in" filter="fade">
                                      <p:cBhvr>
                                        <p:cTn id="33" dur="500"/>
                                        <p:tgtEl>
                                          <p:spTgt spid="13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142"/>
                                        </p:tgtEl>
                                        <p:attrNameLst>
                                          <p:attrName>style.visibility</p:attrName>
                                        </p:attrNameLst>
                                      </p:cBhvr>
                                      <p:to>
                                        <p:strVal val="visible"/>
                                      </p:to>
                                    </p:set>
                                    <p:animEffect transition="in" filter="fade">
                                      <p:cBhvr>
                                        <p:cTn id="38" dur="500"/>
                                        <p:tgtEl>
                                          <p:spTgt spid="14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41"/>
                                        </p:tgtEl>
                                        <p:attrNameLst>
                                          <p:attrName>style.visibility</p:attrName>
                                        </p:attrNameLst>
                                      </p:cBhvr>
                                      <p:to>
                                        <p:strVal val="visible"/>
                                      </p:to>
                                    </p:set>
                                    <p:animEffect transition="in" filter="fade">
                                      <p:cBhvr>
                                        <p:cTn id="41" dur="500"/>
                                        <p:tgtEl>
                                          <p:spTgt spid="141"/>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7"/>
                                        </p:tgtEl>
                                        <p:attrNameLst>
                                          <p:attrName>style.visibility</p:attrName>
                                        </p:attrNameLst>
                                      </p:cBhvr>
                                      <p:to>
                                        <p:strVal val="visible"/>
                                      </p:to>
                                    </p:set>
                                    <p:animEffect transition="in" filter="fade">
                                      <p:cBhvr>
                                        <p:cTn id="46" dur="500"/>
                                        <p:tgtEl>
                                          <p:spTgt spid="147"/>
                                        </p:tgtEl>
                                      </p:cBhvr>
                                    </p:animEffect>
                                  </p:childTnLst>
                                </p:cTn>
                              </p:par>
                              <p:par>
                                <p:cTn id="47" presetID="10" presetClass="entr" presetSubtype="0" fill="hold" nodeType="withEffect">
                                  <p:stCondLst>
                                    <p:cond delay="0"/>
                                  </p:stCondLst>
                                  <p:childTnLst>
                                    <p:set>
                                      <p:cBhvr>
                                        <p:cTn id="48" dur="1" fill="hold">
                                          <p:stCondLst>
                                            <p:cond delay="0"/>
                                          </p:stCondLst>
                                        </p:cTn>
                                        <p:tgtEl>
                                          <p:spTgt spid="156"/>
                                        </p:tgtEl>
                                        <p:attrNameLst>
                                          <p:attrName>style.visibility</p:attrName>
                                        </p:attrNameLst>
                                      </p:cBhvr>
                                      <p:to>
                                        <p:strVal val="visible"/>
                                      </p:to>
                                    </p:set>
                                    <p:animEffect transition="in" filter="fade">
                                      <p:cBhvr>
                                        <p:cTn id="49" dur="500"/>
                                        <p:tgtEl>
                                          <p:spTgt spid="156"/>
                                        </p:tgtEl>
                                      </p:cBhvr>
                                    </p:animEffect>
                                  </p:childTnLst>
                                </p:cTn>
                              </p:par>
                              <p:par>
                                <p:cTn id="50" presetID="10" presetClass="entr" presetSubtype="0" fill="hold" nodeType="withEffect">
                                  <p:stCondLst>
                                    <p:cond delay="0"/>
                                  </p:stCondLst>
                                  <p:childTnLst>
                                    <p:set>
                                      <p:cBhvr>
                                        <p:cTn id="51" dur="1" fill="hold">
                                          <p:stCondLst>
                                            <p:cond delay="0"/>
                                          </p:stCondLst>
                                        </p:cTn>
                                        <p:tgtEl>
                                          <p:spTgt spid="144"/>
                                        </p:tgtEl>
                                        <p:attrNameLst>
                                          <p:attrName>style.visibility</p:attrName>
                                        </p:attrNameLst>
                                      </p:cBhvr>
                                      <p:to>
                                        <p:strVal val="visible"/>
                                      </p:to>
                                    </p:set>
                                    <p:animEffect transition="in" filter="fade">
                                      <p:cBhvr>
                                        <p:cTn id="52" dur="500"/>
                                        <p:tgtEl>
                                          <p:spTgt spid="144"/>
                                        </p:tgtEl>
                                      </p:cBhvr>
                                    </p:animEffect>
                                  </p:childTnLst>
                                </p:cTn>
                              </p:par>
                              <p:par>
                                <p:cTn id="53" presetID="10" presetClass="entr" presetSubtype="0" fill="hold" nodeType="withEffect">
                                  <p:stCondLst>
                                    <p:cond delay="0"/>
                                  </p:stCondLst>
                                  <p:childTnLst>
                                    <p:set>
                                      <p:cBhvr>
                                        <p:cTn id="54" dur="1" fill="hold">
                                          <p:stCondLst>
                                            <p:cond delay="0"/>
                                          </p:stCondLst>
                                        </p:cTn>
                                        <p:tgtEl>
                                          <p:spTgt spid="159"/>
                                        </p:tgtEl>
                                        <p:attrNameLst>
                                          <p:attrName>style.visibility</p:attrName>
                                        </p:attrNameLst>
                                      </p:cBhvr>
                                      <p:to>
                                        <p:strVal val="visible"/>
                                      </p:to>
                                    </p:set>
                                    <p:animEffect transition="in" filter="fade">
                                      <p:cBhvr>
                                        <p:cTn id="55" dur="500"/>
                                        <p:tgtEl>
                                          <p:spTgt spid="159"/>
                                        </p:tgtEl>
                                      </p:cBhvr>
                                    </p:animEffect>
                                  </p:childTnLst>
                                </p:cTn>
                              </p:par>
                              <p:par>
                                <p:cTn id="56" presetID="10" presetClass="entr" presetSubtype="0" fill="hold" nodeType="withEffect">
                                  <p:stCondLst>
                                    <p:cond delay="0"/>
                                  </p:stCondLst>
                                  <p:childTnLst>
                                    <p:set>
                                      <p:cBhvr>
                                        <p:cTn id="57" dur="1" fill="hold">
                                          <p:stCondLst>
                                            <p:cond delay="0"/>
                                          </p:stCondLst>
                                        </p:cTn>
                                        <p:tgtEl>
                                          <p:spTgt spid="162"/>
                                        </p:tgtEl>
                                        <p:attrNameLst>
                                          <p:attrName>style.visibility</p:attrName>
                                        </p:attrNameLst>
                                      </p:cBhvr>
                                      <p:to>
                                        <p:strVal val="visible"/>
                                      </p:to>
                                    </p:set>
                                    <p:animEffect transition="in" filter="fade">
                                      <p:cBhvr>
                                        <p:cTn id="58" dur="500"/>
                                        <p:tgtEl>
                                          <p:spTgt spid="162"/>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08"/>
                                        </p:tgtEl>
                                        <p:attrNameLst>
                                          <p:attrName>style.visibility</p:attrName>
                                        </p:attrNameLst>
                                      </p:cBhvr>
                                      <p:to>
                                        <p:strVal val="visible"/>
                                      </p:to>
                                    </p:set>
                                    <p:animEffect transition="in" filter="fade">
                                      <p:cBhvr>
                                        <p:cTn id="63" dur="500"/>
                                        <p:tgtEl>
                                          <p:spTgt spid="208"/>
                                        </p:tgtEl>
                                      </p:cBhvr>
                                    </p:animEffect>
                                  </p:childTnLst>
                                </p:cTn>
                              </p:par>
                              <p:par>
                                <p:cTn id="64" presetID="10" presetClass="entr" presetSubtype="0" fill="hold" grpId="0" nodeType="withEffect" nodePh="1">
                                  <p:stCondLst>
                                    <p:cond delay="0"/>
                                  </p:stCondLst>
                                  <p:endCondLst>
                                    <p:cond evt="begin" delay="0">
                                      <p:tn val="64"/>
                                    </p:cond>
                                  </p:endCondLst>
                                  <p:childTnLst>
                                    <p:set>
                                      <p:cBhvr>
                                        <p:cTn id="65" dur="1" fill="hold">
                                          <p:stCondLst>
                                            <p:cond delay="0"/>
                                          </p:stCondLst>
                                        </p:cTn>
                                        <p:tgtEl>
                                          <p:spTgt spid="229"/>
                                        </p:tgtEl>
                                        <p:attrNameLst>
                                          <p:attrName>style.visibility</p:attrName>
                                        </p:attrNameLst>
                                      </p:cBhvr>
                                      <p:to>
                                        <p:strVal val="visible"/>
                                      </p:to>
                                    </p:set>
                                    <p:animEffect transition="in" filter="fade">
                                      <p:cBhvr>
                                        <p:cTn id="66" dur="500"/>
                                        <p:tgtEl>
                                          <p:spTgt spid="229"/>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15"/>
                                        </p:tgtEl>
                                        <p:attrNameLst>
                                          <p:attrName>style.visibility</p:attrName>
                                        </p:attrNameLst>
                                      </p:cBhvr>
                                      <p:to>
                                        <p:strVal val="visible"/>
                                      </p:to>
                                    </p:set>
                                    <p:animEffect transition="in" filter="fade">
                                      <p:cBhvr>
                                        <p:cTn id="69" dur="500"/>
                                        <p:tgtEl>
                                          <p:spTgt spid="215"/>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11"/>
                                        </p:tgtEl>
                                        <p:attrNameLst>
                                          <p:attrName>style.visibility</p:attrName>
                                        </p:attrNameLst>
                                      </p:cBhvr>
                                      <p:to>
                                        <p:strVal val="visible"/>
                                      </p:to>
                                    </p:set>
                                    <p:animEffect transition="in" filter="fade">
                                      <p:cBhvr>
                                        <p:cTn id="74" dur="500"/>
                                        <p:tgtEl>
                                          <p:spTgt spid="211"/>
                                        </p:tgtEl>
                                      </p:cBhvr>
                                    </p:animEffect>
                                  </p:childTnLst>
                                </p:cTn>
                              </p:par>
                              <p:par>
                                <p:cTn id="75" presetID="10" presetClass="entr" presetSubtype="0" fill="hold" nodeType="withEffect">
                                  <p:stCondLst>
                                    <p:cond delay="0"/>
                                  </p:stCondLst>
                                  <p:childTnLst>
                                    <p:set>
                                      <p:cBhvr>
                                        <p:cTn id="76" dur="1" fill="hold">
                                          <p:stCondLst>
                                            <p:cond delay="0"/>
                                          </p:stCondLst>
                                        </p:cTn>
                                        <p:tgtEl>
                                          <p:spTgt spid="220"/>
                                        </p:tgtEl>
                                        <p:attrNameLst>
                                          <p:attrName>style.visibility</p:attrName>
                                        </p:attrNameLst>
                                      </p:cBhvr>
                                      <p:to>
                                        <p:strVal val="visible"/>
                                      </p:to>
                                    </p:set>
                                    <p:animEffect transition="in" filter="fade">
                                      <p:cBhvr>
                                        <p:cTn id="77" dur="500"/>
                                        <p:tgtEl>
                                          <p:spTgt spid="220"/>
                                        </p:tgtEl>
                                      </p:cBhvr>
                                    </p:animEffect>
                                  </p:childTnLst>
                                </p:cTn>
                              </p:par>
                              <p:par>
                                <p:cTn id="78" presetID="10" presetClass="entr" presetSubtype="0" fill="hold" nodeType="withEffect">
                                  <p:stCondLst>
                                    <p:cond delay="0"/>
                                  </p:stCondLst>
                                  <p:childTnLst>
                                    <p:set>
                                      <p:cBhvr>
                                        <p:cTn id="79" dur="1" fill="hold">
                                          <p:stCondLst>
                                            <p:cond delay="0"/>
                                          </p:stCondLst>
                                        </p:cTn>
                                        <p:tgtEl>
                                          <p:spTgt spid="221"/>
                                        </p:tgtEl>
                                        <p:attrNameLst>
                                          <p:attrName>style.visibility</p:attrName>
                                        </p:attrNameLst>
                                      </p:cBhvr>
                                      <p:to>
                                        <p:strVal val="visible"/>
                                      </p:to>
                                    </p:set>
                                    <p:animEffect transition="in" filter="fade">
                                      <p:cBhvr>
                                        <p:cTn id="80" dur="500"/>
                                        <p:tgtEl>
                                          <p:spTgt spid="2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 grpId="0"/>
      <p:bldP spid="141" grpId="0"/>
      <p:bldP spid="147" grpId="0"/>
      <p:bldP spid="149" grpId="0"/>
      <p:bldP spid="150" grpId="0"/>
      <p:bldP spid="151" grpId="0"/>
      <p:bldP spid="152" grpId="0"/>
      <p:bldP spid="177" grpId="0"/>
      <p:bldP spid="204" grpId="0"/>
      <p:bldP spid="211" grpId="0"/>
      <p:bldP spid="215" grpId="0"/>
      <p:bldP spid="229"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55AA9A-6B89-5074-0C92-0B973FE0DA41}"/>
            </a:ext>
          </a:extLst>
        </p:cNvPr>
        <p:cNvGrpSpPr/>
        <p:nvPr/>
      </p:nvGrpSpPr>
      <p:grpSpPr>
        <a:xfrm>
          <a:off x="0" y="0"/>
          <a:ext cx="0" cy="0"/>
          <a:chOff x="0" y="0"/>
          <a:chExt cx="0" cy="0"/>
        </a:xfrm>
      </p:grpSpPr>
      <p:sp>
        <p:nvSpPr>
          <p:cNvPr id="264" name="Freeform: Shape 263">
            <a:extLst>
              <a:ext uri="{FF2B5EF4-FFF2-40B4-BE49-F238E27FC236}">
                <a16:creationId xmlns:a16="http://schemas.microsoft.com/office/drawing/2014/main" id="{9A858C40-1A3F-25F6-D4E2-3EB1DEB3A99E}"/>
              </a:ext>
            </a:extLst>
          </p:cNvPr>
          <p:cNvSpPr/>
          <p:nvPr/>
        </p:nvSpPr>
        <p:spPr>
          <a:xfrm>
            <a:off x="4968859" y="1548271"/>
            <a:ext cx="2254282" cy="4293838"/>
          </a:xfrm>
          <a:custGeom>
            <a:avLst/>
            <a:gdLst>
              <a:gd name="connsiteX0" fmla="*/ 1438 w 1091211"/>
              <a:gd name="connsiteY0" fmla="*/ 1133047 h 2893056"/>
              <a:gd name="connsiteX1" fmla="*/ 2900 w 1091211"/>
              <a:gd name="connsiteY1" fmla="*/ 1128372 h 2893056"/>
              <a:gd name="connsiteX2" fmla="*/ 4370 w 1091211"/>
              <a:gd name="connsiteY2" fmla="*/ 1123674 h 2893056"/>
              <a:gd name="connsiteX3" fmla="*/ 5832 w 1091211"/>
              <a:gd name="connsiteY3" fmla="*/ 1118999 h 2893056"/>
              <a:gd name="connsiteX4" fmla="*/ 7270 w 1091211"/>
              <a:gd name="connsiteY4" fmla="*/ 1114293 h 2893056"/>
              <a:gd name="connsiteX5" fmla="*/ 10201 w 1091211"/>
              <a:gd name="connsiteY5" fmla="*/ 1104951 h 2893056"/>
              <a:gd name="connsiteX6" fmla="*/ 11632 w 1091211"/>
              <a:gd name="connsiteY6" fmla="*/ 1100245 h 2893056"/>
              <a:gd name="connsiteX7" fmla="*/ 16033 w 1091211"/>
              <a:gd name="connsiteY7" fmla="*/ 1086237 h 2893056"/>
              <a:gd name="connsiteX8" fmla="*/ 17464 w 1091211"/>
              <a:gd name="connsiteY8" fmla="*/ 1081531 h 2893056"/>
              <a:gd name="connsiteX9" fmla="*/ 20395 w 1091211"/>
              <a:gd name="connsiteY9" fmla="*/ 1072189 h 2893056"/>
              <a:gd name="connsiteX10" fmla="*/ 21834 w 1091211"/>
              <a:gd name="connsiteY10" fmla="*/ 1067514 h 2893056"/>
              <a:gd name="connsiteX11" fmla="*/ 24765 w 1091211"/>
              <a:gd name="connsiteY11" fmla="*/ 1058173 h 2893056"/>
              <a:gd name="connsiteX12" fmla="*/ 26235 w 1091211"/>
              <a:gd name="connsiteY12" fmla="*/ 1053467 h 2893056"/>
              <a:gd name="connsiteX13" fmla="*/ 27665 w 1091211"/>
              <a:gd name="connsiteY13" fmla="*/ 1048792 h 2893056"/>
              <a:gd name="connsiteX14" fmla="*/ 29135 w 1091211"/>
              <a:gd name="connsiteY14" fmla="*/ 1044156 h 2893056"/>
              <a:gd name="connsiteX15" fmla="*/ 30597 w 1091211"/>
              <a:gd name="connsiteY15" fmla="*/ 1039482 h 2893056"/>
              <a:gd name="connsiteX16" fmla="*/ 32035 w 1091211"/>
              <a:gd name="connsiteY16" fmla="*/ 1034807 h 2893056"/>
              <a:gd name="connsiteX17" fmla="*/ 36428 w 1091211"/>
              <a:gd name="connsiteY17" fmla="*/ 1020791 h 2893056"/>
              <a:gd name="connsiteX18" fmla="*/ 37867 w 1091211"/>
              <a:gd name="connsiteY18" fmla="*/ 1016155 h 2893056"/>
              <a:gd name="connsiteX19" fmla="*/ 39329 w 1091211"/>
              <a:gd name="connsiteY19" fmla="*/ 1011480 h 2893056"/>
              <a:gd name="connsiteX20" fmla="*/ 40798 w 1091211"/>
              <a:gd name="connsiteY20" fmla="*/ 1006837 h 2893056"/>
              <a:gd name="connsiteX21" fmla="*/ 42229 w 1091211"/>
              <a:gd name="connsiteY21" fmla="*/ 1002170 h 2893056"/>
              <a:gd name="connsiteX22" fmla="*/ 43698 w 1091211"/>
              <a:gd name="connsiteY22" fmla="*/ 997526 h 2893056"/>
              <a:gd name="connsiteX23" fmla="*/ 45160 w 1091211"/>
              <a:gd name="connsiteY23" fmla="*/ 992852 h 2893056"/>
              <a:gd name="connsiteX24" fmla="*/ 46630 w 1091211"/>
              <a:gd name="connsiteY24" fmla="*/ 988208 h 2893056"/>
              <a:gd name="connsiteX25" fmla="*/ 48068 w 1091211"/>
              <a:gd name="connsiteY25" fmla="*/ 983573 h 2893056"/>
              <a:gd name="connsiteX26" fmla="*/ 50992 w 1091211"/>
              <a:gd name="connsiteY26" fmla="*/ 974286 h 2893056"/>
              <a:gd name="connsiteX27" fmla="*/ 52430 w 1091211"/>
              <a:gd name="connsiteY27" fmla="*/ 969642 h 2893056"/>
              <a:gd name="connsiteX28" fmla="*/ 55362 w 1091211"/>
              <a:gd name="connsiteY28" fmla="*/ 960363 h 2893056"/>
              <a:gd name="connsiteX29" fmla="*/ 56800 w 1091211"/>
              <a:gd name="connsiteY29" fmla="*/ 955720 h 2893056"/>
              <a:gd name="connsiteX30" fmla="*/ 58262 w 1091211"/>
              <a:gd name="connsiteY30" fmla="*/ 951108 h 2893056"/>
              <a:gd name="connsiteX31" fmla="*/ 59732 w 1091211"/>
              <a:gd name="connsiteY31" fmla="*/ 946472 h 2893056"/>
              <a:gd name="connsiteX32" fmla="*/ 61194 w 1091211"/>
              <a:gd name="connsiteY32" fmla="*/ 941860 h 2893056"/>
              <a:gd name="connsiteX33" fmla="*/ 62632 w 1091211"/>
              <a:gd name="connsiteY33" fmla="*/ 937216 h 2893056"/>
              <a:gd name="connsiteX34" fmla="*/ 65563 w 1091211"/>
              <a:gd name="connsiteY34" fmla="*/ 927992 h 2893056"/>
              <a:gd name="connsiteX35" fmla="*/ 66994 w 1091211"/>
              <a:gd name="connsiteY35" fmla="*/ 923380 h 2893056"/>
              <a:gd name="connsiteX36" fmla="*/ 69925 w 1091211"/>
              <a:gd name="connsiteY36" fmla="*/ 914163 h 2893056"/>
              <a:gd name="connsiteX37" fmla="*/ 71395 w 1091211"/>
              <a:gd name="connsiteY37" fmla="*/ 909582 h 2893056"/>
              <a:gd name="connsiteX38" fmla="*/ 72826 w 1091211"/>
              <a:gd name="connsiteY38" fmla="*/ 904970 h 2893056"/>
              <a:gd name="connsiteX39" fmla="*/ 74295 w 1091211"/>
              <a:gd name="connsiteY39" fmla="*/ 900389 h 2893056"/>
              <a:gd name="connsiteX40" fmla="*/ 75757 w 1091211"/>
              <a:gd name="connsiteY40" fmla="*/ 895777 h 2893056"/>
              <a:gd name="connsiteX41" fmla="*/ 77195 w 1091211"/>
              <a:gd name="connsiteY41" fmla="*/ 891196 h 2893056"/>
              <a:gd name="connsiteX42" fmla="*/ 81597 w 1091211"/>
              <a:gd name="connsiteY42" fmla="*/ 877453 h 2893056"/>
              <a:gd name="connsiteX43" fmla="*/ 83027 w 1091211"/>
              <a:gd name="connsiteY43" fmla="*/ 872880 h 2893056"/>
              <a:gd name="connsiteX44" fmla="*/ 84497 w 1091211"/>
              <a:gd name="connsiteY44" fmla="*/ 868323 h 2893056"/>
              <a:gd name="connsiteX45" fmla="*/ 85959 w 1091211"/>
              <a:gd name="connsiteY45" fmla="*/ 863750 h 2893056"/>
              <a:gd name="connsiteX46" fmla="*/ 87397 w 1091211"/>
              <a:gd name="connsiteY46" fmla="*/ 859200 h 2893056"/>
              <a:gd name="connsiteX47" fmla="*/ 91790 w 1091211"/>
              <a:gd name="connsiteY47" fmla="*/ 845543 h 2893056"/>
              <a:gd name="connsiteX48" fmla="*/ 93229 w 1091211"/>
              <a:gd name="connsiteY48" fmla="*/ 840994 h 2893056"/>
              <a:gd name="connsiteX49" fmla="*/ 94691 w 1091211"/>
              <a:gd name="connsiteY49" fmla="*/ 836475 h 2893056"/>
              <a:gd name="connsiteX50" fmla="*/ 96160 w 1091211"/>
              <a:gd name="connsiteY50" fmla="*/ 831926 h 2893056"/>
              <a:gd name="connsiteX51" fmla="*/ 97591 w 1091211"/>
              <a:gd name="connsiteY51" fmla="*/ 827407 h 2893056"/>
              <a:gd name="connsiteX52" fmla="*/ 101992 w 1091211"/>
              <a:gd name="connsiteY52" fmla="*/ 813852 h 2893056"/>
              <a:gd name="connsiteX53" fmla="*/ 103430 w 1091211"/>
              <a:gd name="connsiteY53" fmla="*/ 809334 h 2893056"/>
              <a:gd name="connsiteX54" fmla="*/ 104892 w 1091211"/>
              <a:gd name="connsiteY54" fmla="*/ 804839 h 2893056"/>
              <a:gd name="connsiteX55" fmla="*/ 106362 w 1091211"/>
              <a:gd name="connsiteY55" fmla="*/ 800320 h 2893056"/>
              <a:gd name="connsiteX56" fmla="*/ 107792 w 1091211"/>
              <a:gd name="connsiteY56" fmla="*/ 795833 h 2893056"/>
              <a:gd name="connsiteX57" fmla="*/ 110724 w 1091211"/>
              <a:gd name="connsiteY57" fmla="*/ 786859 h 2893056"/>
              <a:gd name="connsiteX58" fmla="*/ 112193 w 1091211"/>
              <a:gd name="connsiteY58" fmla="*/ 782395 h 2893056"/>
              <a:gd name="connsiteX59" fmla="*/ 113624 w 1091211"/>
              <a:gd name="connsiteY59" fmla="*/ 777908 h 2893056"/>
              <a:gd name="connsiteX60" fmla="*/ 116555 w 1091211"/>
              <a:gd name="connsiteY60" fmla="*/ 768989 h 2893056"/>
              <a:gd name="connsiteX61" fmla="*/ 117994 w 1091211"/>
              <a:gd name="connsiteY61" fmla="*/ 764533 h 2893056"/>
              <a:gd name="connsiteX62" fmla="*/ 119456 w 1091211"/>
              <a:gd name="connsiteY62" fmla="*/ 760077 h 2893056"/>
              <a:gd name="connsiteX63" fmla="*/ 120925 w 1091211"/>
              <a:gd name="connsiteY63" fmla="*/ 755645 h 2893056"/>
              <a:gd name="connsiteX64" fmla="*/ 122356 w 1091211"/>
              <a:gd name="connsiteY64" fmla="*/ 751220 h 2893056"/>
              <a:gd name="connsiteX65" fmla="*/ 126757 w 1091211"/>
              <a:gd name="connsiteY65" fmla="*/ 737939 h 2893056"/>
              <a:gd name="connsiteX66" fmla="*/ 128195 w 1091211"/>
              <a:gd name="connsiteY66" fmla="*/ 733538 h 2893056"/>
              <a:gd name="connsiteX67" fmla="*/ 129657 w 1091211"/>
              <a:gd name="connsiteY67" fmla="*/ 729113 h 2893056"/>
              <a:gd name="connsiteX68" fmla="*/ 131119 w 1091211"/>
              <a:gd name="connsiteY68" fmla="*/ 724712 h 2893056"/>
              <a:gd name="connsiteX69" fmla="*/ 132557 w 1091211"/>
              <a:gd name="connsiteY69" fmla="*/ 720319 h 2893056"/>
              <a:gd name="connsiteX70" fmla="*/ 135489 w 1091211"/>
              <a:gd name="connsiteY70" fmla="*/ 711587 h 2893056"/>
              <a:gd name="connsiteX71" fmla="*/ 136958 w 1091211"/>
              <a:gd name="connsiteY71" fmla="*/ 707186 h 2893056"/>
              <a:gd name="connsiteX72" fmla="*/ 138389 w 1091211"/>
              <a:gd name="connsiteY72" fmla="*/ 702824 h 2893056"/>
              <a:gd name="connsiteX73" fmla="*/ 139859 w 1091211"/>
              <a:gd name="connsiteY73" fmla="*/ 698485 h 2893056"/>
              <a:gd name="connsiteX74" fmla="*/ 141321 w 1091211"/>
              <a:gd name="connsiteY74" fmla="*/ 694115 h 2893056"/>
              <a:gd name="connsiteX75" fmla="*/ 142759 w 1091211"/>
              <a:gd name="connsiteY75" fmla="*/ 689784 h 2893056"/>
              <a:gd name="connsiteX76" fmla="*/ 145690 w 1091211"/>
              <a:gd name="connsiteY76" fmla="*/ 681107 h 2893056"/>
              <a:gd name="connsiteX77" fmla="*/ 147152 w 1091211"/>
              <a:gd name="connsiteY77" fmla="*/ 676800 h 2893056"/>
              <a:gd name="connsiteX78" fmla="*/ 148591 w 1091211"/>
              <a:gd name="connsiteY78" fmla="*/ 672469 h 2893056"/>
              <a:gd name="connsiteX79" fmla="*/ 151522 w 1091211"/>
              <a:gd name="connsiteY79" fmla="*/ 663854 h 2893056"/>
              <a:gd name="connsiteX80" fmla="*/ 152953 w 1091211"/>
              <a:gd name="connsiteY80" fmla="*/ 659578 h 2893056"/>
              <a:gd name="connsiteX81" fmla="*/ 154422 w 1091211"/>
              <a:gd name="connsiteY81" fmla="*/ 655279 h 2893056"/>
              <a:gd name="connsiteX82" fmla="*/ 155884 w 1091211"/>
              <a:gd name="connsiteY82" fmla="*/ 651003 h 2893056"/>
              <a:gd name="connsiteX83" fmla="*/ 157354 w 1091211"/>
              <a:gd name="connsiteY83" fmla="*/ 646758 h 2893056"/>
              <a:gd name="connsiteX84" fmla="*/ 158792 w 1091211"/>
              <a:gd name="connsiteY84" fmla="*/ 642482 h 2893056"/>
              <a:gd name="connsiteX85" fmla="*/ 161723 w 1091211"/>
              <a:gd name="connsiteY85" fmla="*/ 633993 h 2893056"/>
              <a:gd name="connsiteX86" fmla="*/ 163154 w 1091211"/>
              <a:gd name="connsiteY86" fmla="*/ 629748 h 2893056"/>
              <a:gd name="connsiteX87" fmla="*/ 164624 w 1091211"/>
              <a:gd name="connsiteY87" fmla="*/ 625503 h 2893056"/>
              <a:gd name="connsiteX88" fmla="*/ 167555 w 1091211"/>
              <a:gd name="connsiteY88" fmla="*/ 617076 h 2893056"/>
              <a:gd name="connsiteX89" fmla="*/ 168986 w 1091211"/>
              <a:gd name="connsiteY89" fmla="*/ 612894 h 2893056"/>
              <a:gd name="connsiteX90" fmla="*/ 170455 w 1091211"/>
              <a:gd name="connsiteY90" fmla="*/ 608680 h 2893056"/>
              <a:gd name="connsiteX91" fmla="*/ 171917 w 1091211"/>
              <a:gd name="connsiteY91" fmla="*/ 604490 h 2893056"/>
              <a:gd name="connsiteX92" fmla="*/ 173356 w 1091211"/>
              <a:gd name="connsiteY92" fmla="*/ 600308 h 2893056"/>
              <a:gd name="connsiteX93" fmla="*/ 174818 w 1091211"/>
              <a:gd name="connsiteY93" fmla="*/ 596157 h 2893056"/>
              <a:gd name="connsiteX94" fmla="*/ 176287 w 1091211"/>
              <a:gd name="connsiteY94" fmla="*/ 591974 h 2893056"/>
              <a:gd name="connsiteX95" fmla="*/ 177718 w 1091211"/>
              <a:gd name="connsiteY95" fmla="*/ 587821 h 2893056"/>
              <a:gd name="connsiteX96" fmla="*/ 179187 w 1091211"/>
              <a:gd name="connsiteY96" fmla="*/ 583699 h 2893056"/>
              <a:gd name="connsiteX97" fmla="*/ 180649 w 1091211"/>
              <a:gd name="connsiteY97" fmla="*/ 579546 h 2893056"/>
              <a:gd name="connsiteX98" fmla="*/ 182119 w 1091211"/>
              <a:gd name="connsiteY98" fmla="*/ 575424 h 2893056"/>
              <a:gd name="connsiteX99" fmla="*/ 183557 w 1091211"/>
              <a:gd name="connsiteY99" fmla="*/ 571332 h 2893056"/>
              <a:gd name="connsiteX100" fmla="*/ 185019 w 1091211"/>
              <a:gd name="connsiteY100" fmla="*/ 567210 h 2893056"/>
              <a:gd name="connsiteX101" fmla="*/ 186489 w 1091211"/>
              <a:gd name="connsiteY101" fmla="*/ 563117 h 2893056"/>
              <a:gd name="connsiteX102" fmla="*/ 187919 w 1091211"/>
              <a:gd name="connsiteY102" fmla="*/ 559026 h 2893056"/>
              <a:gd name="connsiteX103" fmla="*/ 189389 w 1091211"/>
              <a:gd name="connsiteY103" fmla="*/ 554934 h 2893056"/>
              <a:gd name="connsiteX104" fmla="*/ 192320 w 1091211"/>
              <a:gd name="connsiteY104" fmla="*/ 546811 h 2893056"/>
              <a:gd name="connsiteX105" fmla="*/ 193751 w 1091211"/>
              <a:gd name="connsiteY105" fmla="*/ 542750 h 2893056"/>
              <a:gd name="connsiteX106" fmla="*/ 195220 w 1091211"/>
              <a:gd name="connsiteY106" fmla="*/ 538719 h 2893056"/>
              <a:gd name="connsiteX107" fmla="*/ 196682 w 1091211"/>
              <a:gd name="connsiteY107" fmla="*/ 534719 h 2893056"/>
              <a:gd name="connsiteX108" fmla="*/ 198121 w 1091211"/>
              <a:gd name="connsiteY108" fmla="*/ 530688 h 2893056"/>
              <a:gd name="connsiteX109" fmla="*/ 202514 w 1091211"/>
              <a:gd name="connsiteY109" fmla="*/ 518687 h 2893056"/>
              <a:gd name="connsiteX110" fmla="*/ 203952 w 1091211"/>
              <a:gd name="connsiteY110" fmla="*/ 514718 h 2893056"/>
              <a:gd name="connsiteX111" fmla="*/ 206884 w 1091211"/>
              <a:gd name="connsiteY111" fmla="*/ 506778 h 2893056"/>
              <a:gd name="connsiteX112" fmla="*/ 208322 w 1091211"/>
              <a:gd name="connsiteY112" fmla="*/ 502839 h 2893056"/>
              <a:gd name="connsiteX113" fmla="*/ 211246 w 1091211"/>
              <a:gd name="connsiteY113" fmla="*/ 494961 h 2893056"/>
              <a:gd name="connsiteX114" fmla="*/ 212716 w 1091211"/>
              <a:gd name="connsiteY114" fmla="*/ 491052 h 2893056"/>
              <a:gd name="connsiteX115" fmla="*/ 214154 w 1091211"/>
              <a:gd name="connsiteY115" fmla="*/ 487144 h 2893056"/>
              <a:gd name="connsiteX116" fmla="*/ 215616 w 1091211"/>
              <a:gd name="connsiteY116" fmla="*/ 483235 h 2893056"/>
              <a:gd name="connsiteX117" fmla="*/ 217085 w 1091211"/>
              <a:gd name="connsiteY117" fmla="*/ 479357 h 2893056"/>
              <a:gd name="connsiteX118" fmla="*/ 218516 w 1091211"/>
              <a:gd name="connsiteY118" fmla="*/ 475509 h 2893056"/>
              <a:gd name="connsiteX119" fmla="*/ 219986 w 1091211"/>
              <a:gd name="connsiteY119" fmla="*/ 471631 h 2893056"/>
              <a:gd name="connsiteX120" fmla="*/ 222917 w 1091211"/>
              <a:gd name="connsiteY120" fmla="*/ 463936 h 2893056"/>
              <a:gd name="connsiteX121" fmla="*/ 224348 w 1091211"/>
              <a:gd name="connsiteY121" fmla="*/ 460119 h 2893056"/>
              <a:gd name="connsiteX122" fmla="*/ 227279 w 1091211"/>
              <a:gd name="connsiteY122" fmla="*/ 452485 h 2893056"/>
              <a:gd name="connsiteX123" fmla="*/ 228717 w 1091211"/>
              <a:gd name="connsiteY123" fmla="*/ 448698 h 2893056"/>
              <a:gd name="connsiteX124" fmla="*/ 230179 w 1091211"/>
              <a:gd name="connsiteY124" fmla="*/ 444912 h 2893056"/>
              <a:gd name="connsiteX125" fmla="*/ 231649 w 1091211"/>
              <a:gd name="connsiteY125" fmla="*/ 441156 h 2893056"/>
              <a:gd name="connsiteX126" fmla="*/ 233111 w 1091211"/>
              <a:gd name="connsiteY126" fmla="*/ 437370 h 2893056"/>
              <a:gd name="connsiteX127" fmla="*/ 234549 w 1091211"/>
              <a:gd name="connsiteY127" fmla="*/ 433644 h 2893056"/>
              <a:gd name="connsiteX128" fmla="*/ 236011 w 1091211"/>
              <a:gd name="connsiteY128" fmla="*/ 429919 h 2893056"/>
              <a:gd name="connsiteX129" fmla="*/ 237481 w 1091211"/>
              <a:gd name="connsiteY129" fmla="*/ 426163 h 2893056"/>
              <a:gd name="connsiteX130" fmla="*/ 238919 w 1091211"/>
              <a:gd name="connsiteY130" fmla="*/ 422468 h 2893056"/>
              <a:gd name="connsiteX131" fmla="*/ 241850 w 1091211"/>
              <a:gd name="connsiteY131" fmla="*/ 415078 h 2893056"/>
              <a:gd name="connsiteX132" fmla="*/ 243281 w 1091211"/>
              <a:gd name="connsiteY132" fmla="*/ 411414 h 2893056"/>
              <a:gd name="connsiteX133" fmla="*/ 246213 w 1091211"/>
              <a:gd name="connsiteY133" fmla="*/ 404085 h 2893056"/>
              <a:gd name="connsiteX134" fmla="*/ 247682 w 1091211"/>
              <a:gd name="connsiteY134" fmla="*/ 400451 h 2893056"/>
              <a:gd name="connsiteX135" fmla="*/ 249113 w 1091211"/>
              <a:gd name="connsiteY135" fmla="*/ 396818 h 2893056"/>
              <a:gd name="connsiteX136" fmla="*/ 252044 w 1091211"/>
              <a:gd name="connsiteY136" fmla="*/ 389611 h 2893056"/>
              <a:gd name="connsiteX137" fmla="*/ 253483 w 1091211"/>
              <a:gd name="connsiteY137" fmla="*/ 386038 h 2893056"/>
              <a:gd name="connsiteX138" fmla="*/ 254944 w 1091211"/>
              <a:gd name="connsiteY138" fmla="*/ 382435 h 2893056"/>
              <a:gd name="connsiteX139" fmla="*/ 257876 w 1091211"/>
              <a:gd name="connsiteY139" fmla="*/ 375351 h 2893056"/>
              <a:gd name="connsiteX140" fmla="*/ 259314 w 1091211"/>
              <a:gd name="connsiteY140" fmla="*/ 371778 h 2893056"/>
              <a:gd name="connsiteX141" fmla="*/ 260776 w 1091211"/>
              <a:gd name="connsiteY141" fmla="*/ 368297 h 2893056"/>
              <a:gd name="connsiteX142" fmla="*/ 262246 w 1091211"/>
              <a:gd name="connsiteY142" fmla="*/ 364785 h 2893056"/>
              <a:gd name="connsiteX143" fmla="*/ 263684 w 1091211"/>
              <a:gd name="connsiteY143" fmla="*/ 361273 h 2893056"/>
              <a:gd name="connsiteX144" fmla="*/ 266615 w 1091211"/>
              <a:gd name="connsiteY144" fmla="*/ 354311 h 2893056"/>
              <a:gd name="connsiteX145" fmla="*/ 268077 w 1091211"/>
              <a:gd name="connsiteY145" fmla="*/ 350861 h 2893056"/>
              <a:gd name="connsiteX146" fmla="*/ 269516 w 1091211"/>
              <a:gd name="connsiteY146" fmla="*/ 347410 h 2893056"/>
              <a:gd name="connsiteX147" fmla="*/ 272447 w 1091211"/>
              <a:gd name="connsiteY147" fmla="*/ 340570 h 2893056"/>
              <a:gd name="connsiteX148" fmla="*/ 273878 w 1091211"/>
              <a:gd name="connsiteY148" fmla="*/ 337180 h 2893056"/>
              <a:gd name="connsiteX149" fmla="*/ 276809 w 1091211"/>
              <a:gd name="connsiteY149" fmla="*/ 330401 h 2893056"/>
              <a:gd name="connsiteX150" fmla="*/ 278279 w 1091211"/>
              <a:gd name="connsiteY150" fmla="*/ 327042 h 2893056"/>
              <a:gd name="connsiteX151" fmla="*/ 279710 w 1091211"/>
              <a:gd name="connsiteY151" fmla="*/ 323683 h 2893056"/>
              <a:gd name="connsiteX152" fmla="*/ 282641 w 1091211"/>
              <a:gd name="connsiteY152" fmla="*/ 317027 h 2893056"/>
              <a:gd name="connsiteX153" fmla="*/ 284079 w 1091211"/>
              <a:gd name="connsiteY153" fmla="*/ 313729 h 2893056"/>
              <a:gd name="connsiteX154" fmla="*/ 285541 w 1091211"/>
              <a:gd name="connsiteY154" fmla="*/ 310431 h 2893056"/>
              <a:gd name="connsiteX155" fmla="*/ 288473 w 1091211"/>
              <a:gd name="connsiteY155" fmla="*/ 303896 h 2893056"/>
              <a:gd name="connsiteX156" fmla="*/ 289911 w 1091211"/>
              <a:gd name="connsiteY156" fmla="*/ 300628 h 2893056"/>
              <a:gd name="connsiteX157" fmla="*/ 291373 w 1091211"/>
              <a:gd name="connsiteY157" fmla="*/ 297422 h 2893056"/>
              <a:gd name="connsiteX158" fmla="*/ 292842 w 1091211"/>
              <a:gd name="connsiteY158" fmla="*/ 294185 h 2893056"/>
              <a:gd name="connsiteX159" fmla="*/ 294281 w 1091211"/>
              <a:gd name="connsiteY159" fmla="*/ 290979 h 2893056"/>
              <a:gd name="connsiteX160" fmla="*/ 298674 w 1091211"/>
              <a:gd name="connsiteY160" fmla="*/ 281452 h 2893056"/>
              <a:gd name="connsiteX161" fmla="*/ 300112 w 1091211"/>
              <a:gd name="connsiteY161" fmla="*/ 278306 h 2893056"/>
              <a:gd name="connsiteX162" fmla="*/ 301574 w 1091211"/>
              <a:gd name="connsiteY162" fmla="*/ 275192 h 2893056"/>
              <a:gd name="connsiteX163" fmla="*/ 303044 w 1091211"/>
              <a:gd name="connsiteY163" fmla="*/ 272047 h 2893056"/>
              <a:gd name="connsiteX164" fmla="*/ 304475 w 1091211"/>
              <a:gd name="connsiteY164" fmla="*/ 268962 h 2893056"/>
              <a:gd name="connsiteX165" fmla="*/ 307406 w 1091211"/>
              <a:gd name="connsiteY165" fmla="*/ 262794 h 2893056"/>
              <a:gd name="connsiteX166" fmla="*/ 308844 w 1091211"/>
              <a:gd name="connsiteY166" fmla="*/ 259740 h 2893056"/>
              <a:gd name="connsiteX167" fmla="*/ 310306 w 1091211"/>
              <a:gd name="connsiteY167" fmla="*/ 256717 h 2893056"/>
              <a:gd name="connsiteX168" fmla="*/ 311776 w 1091211"/>
              <a:gd name="connsiteY168" fmla="*/ 253664 h 2893056"/>
              <a:gd name="connsiteX169" fmla="*/ 313238 w 1091211"/>
              <a:gd name="connsiteY169" fmla="*/ 250671 h 2893056"/>
              <a:gd name="connsiteX170" fmla="*/ 314676 w 1091211"/>
              <a:gd name="connsiteY170" fmla="*/ 247679 h 2893056"/>
              <a:gd name="connsiteX171" fmla="*/ 316138 w 1091211"/>
              <a:gd name="connsiteY171" fmla="*/ 244687 h 2893056"/>
              <a:gd name="connsiteX172" fmla="*/ 317608 w 1091211"/>
              <a:gd name="connsiteY172" fmla="*/ 241724 h 2893056"/>
              <a:gd name="connsiteX173" fmla="*/ 319046 w 1091211"/>
              <a:gd name="connsiteY173" fmla="*/ 238792 h 2893056"/>
              <a:gd name="connsiteX174" fmla="*/ 320508 w 1091211"/>
              <a:gd name="connsiteY174" fmla="*/ 235830 h 2893056"/>
              <a:gd name="connsiteX175" fmla="*/ 323439 w 1091211"/>
              <a:gd name="connsiteY175" fmla="*/ 230029 h 2893056"/>
              <a:gd name="connsiteX176" fmla="*/ 324878 w 1091211"/>
              <a:gd name="connsiteY176" fmla="*/ 227128 h 2893056"/>
              <a:gd name="connsiteX177" fmla="*/ 326339 w 1091211"/>
              <a:gd name="connsiteY177" fmla="*/ 224288 h 2893056"/>
              <a:gd name="connsiteX178" fmla="*/ 327809 w 1091211"/>
              <a:gd name="connsiteY178" fmla="*/ 221418 h 2893056"/>
              <a:gd name="connsiteX179" fmla="*/ 329240 w 1091211"/>
              <a:gd name="connsiteY179" fmla="*/ 218578 h 2893056"/>
              <a:gd name="connsiteX180" fmla="*/ 333641 w 1091211"/>
              <a:gd name="connsiteY180" fmla="*/ 210150 h 2893056"/>
              <a:gd name="connsiteX181" fmla="*/ 335071 w 1091211"/>
              <a:gd name="connsiteY181" fmla="*/ 207401 h 2893056"/>
              <a:gd name="connsiteX182" fmla="*/ 336541 w 1091211"/>
              <a:gd name="connsiteY182" fmla="*/ 204623 h 2893056"/>
              <a:gd name="connsiteX183" fmla="*/ 338003 w 1091211"/>
              <a:gd name="connsiteY183" fmla="*/ 201875 h 2893056"/>
              <a:gd name="connsiteX184" fmla="*/ 339441 w 1091211"/>
              <a:gd name="connsiteY184" fmla="*/ 199156 h 2893056"/>
              <a:gd name="connsiteX185" fmla="*/ 340903 w 1091211"/>
              <a:gd name="connsiteY185" fmla="*/ 196470 h 2893056"/>
              <a:gd name="connsiteX186" fmla="*/ 342373 w 1091211"/>
              <a:gd name="connsiteY186" fmla="*/ 193752 h 2893056"/>
              <a:gd name="connsiteX187" fmla="*/ 343835 w 1091211"/>
              <a:gd name="connsiteY187" fmla="*/ 191095 h 2893056"/>
              <a:gd name="connsiteX188" fmla="*/ 345273 w 1091211"/>
              <a:gd name="connsiteY188" fmla="*/ 188438 h 2893056"/>
              <a:gd name="connsiteX189" fmla="*/ 346742 w 1091211"/>
              <a:gd name="connsiteY189" fmla="*/ 185782 h 2893056"/>
              <a:gd name="connsiteX190" fmla="*/ 348204 w 1091211"/>
              <a:gd name="connsiteY190" fmla="*/ 183187 h 2893056"/>
              <a:gd name="connsiteX191" fmla="*/ 349643 w 1091211"/>
              <a:gd name="connsiteY191" fmla="*/ 180560 h 2893056"/>
              <a:gd name="connsiteX192" fmla="*/ 351105 w 1091211"/>
              <a:gd name="connsiteY192" fmla="*/ 177965 h 2893056"/>
              <a:gd name="connsiteX193" fmla="*/ 354036 w 1091211"/>
              <a:gd name="connsiteY193" fmla="*/ 172835 h 2893056"/>
              <a:gd name="connsiteX194" fmla="*/ 355474 w 1091211"/>
              <a:gd name="connsiteY194" fmla="*/ 170300 h 2893056"/>
              <a:gd name="connsiteX195" fmla="*/ 356936 w 1091211"/>
              <a:gd name="connsiteY195" fmla="*/ 167766 h 2893056"/>
              <a:gd name="connsiteX196" fmla="*/ 358406 w 1091211"/>
              <a:gd name="connsiteY196" fmla="*/ 165262 h 2893056"/>
              <a:gd name="connsiteX197" fmla="*/ 359836 w 1091211"/>
              <a:gd name="connsiteY197" fmla="*/ 162758 h 2893056"/>
              <a:gd name="connsiteX198" fmla="*/ 362768 w 1091211"/>
              <a:gd name="connsiteY198" fmla="*/ 157872 h 2893056"/>
              <a:gd name="connsiteX199" fmla="*/ 364206 w 1091211"/>
              <a:gd name="connsiteY199" fmla="*/ 155399 h 2893056"/>
              <a:gd name="connsiteX200" fmla="*/ 365668 w 1091211"/>
              <a:gd name="connsiteY200" fmla="*/ 152986 h 2893056"/>
              <a:gd name="connsiteX201" fmla="*/ 367138 w 1091211"/>
              <a:gd name="connsiteY201" fmla="*/ 150604 h 2893056"/>
              <a:gd name="connsiteX202" fmla="*/ 368600 w 1091211"/>
              <a:gd name="connsiteY202" fmla="*/ 148192 h 2893056"/>
              <a:gd name="connsiteX203" fmla="*/ 370038 w 1091211"/>
              <a:gd name="connsiteY203" fmla="*/ 145840 h 2893056"/>
              <a:gd name="connsiteX204" fmla="*/ 372969 w 1091211"/>
              <a:gd name="connsiteY204" fmla="*/ 141138 h 2893056"/>
              <a:gd name="connsiteX205" fmla="*/ 374408 w 1091211"/>
              <a:gd name="connsiteY205" fmla="*/ 138848 h 2893056"/>
              <a:gd name="connsiteX206" fmla="*/ 377339 w 1091211"/>
              <a:gd name="connsiteY206" fmla="*/ 134268 h 2893056"/>
              <a:gd name="connsiteX207" fmla="*/ 378801 w 1091211"/>
              <a:gd name="connsiteY207" fmla="*/ 132008 h 2893056"/>
              <a:gd name="connsiteX208" fmla="*/ 380239 w 1091211"/>
              <a:gd name="connsiteY208" fmla="*/ 129778 h 2893056"/>
              <a:gd name="connsiteX209" fmla="*/ 381701 w 1091211"/>
              <a:gd name="connsiteY209" fmla="*/ 127519 h 2893056"/>
              <a:gd name="connsiteX210" fmla="*/ 383171 w 1091211"/>
              <a:gd name="connsiteY210" fmla="*/ 125320 h 2893056"/>
              <a:gd name="connsiteX211" fmla="*/ 384602 w 1091211"/>
              <a:gd name="connsiteY211" fmla="*/ 123152 h 2893056"/>
              <a:gd name="connsiteX212" fmla="*/ 386071 w 1091211"/>
              <a:gd name="connsiteY212" fmla="*/ 120953 h 2893056"/>
              <a:gd name="connsiteX213" fmla="*/ 389003 w 1091211"/>
              <a:gd name="connsiteY213" fmla="*/ 116679 h 2893056"/>
              <a:gd name="connsiteX214" fmla="*/ 390433 w 1091211"/>
              <a:gd name="connsiteY214" fmla="*/ 114541 h 2893056"/>
              <a:gd name="connsiteX215" fmla="*/ 393365 w 1091211"/>
              <a:gd name="connsiteY215" fmla="*/ 110388 h 2893056"/>
              <a:gd name="connsiteX216" fmla="*/ 394803 w 1091211"/>
              <a:gd name="connsiteY216" fmla="*/ 108311 h 2893056"/>
              <a:gd name="connsiteX217" fmla="*/ 396265 w 1091211"/>
              <a:gd name="connsiteY217" fmla="*/ 106266 h 2893056"/>
              <a:gd name="connsiteX218" fmla="*/ 399196 w 1091211"/>
              <a:gd name="connsiteY218" fmla="*/ 102235 h 2893056"/>
              <a:gd name="connsiteX219" fmla="*/ 400635 w 1091211"/>
              <a:gd name="connsiteY219" fmla="*/ 100250 h 2893056"/>
              <a:gd name="connsiteX220" fmla="*/ 402104 w 1091211"/>
              <a:gd name="connsiteY220" fmla="*/ 98296 h 2893056"/>
              <a:gd name="connsiteX221" fmla="*/ 403566 w 1091211"/>
              <a:gd name="connsiteY221" fmla="*/ 96311 h 2893056"/>
              <a:gd name="connsiteX222" fmla="*/ 405005 w 1091211"/>
              <a:gd name="connsiteY222" fmla="*/ 94387 h 2893056"/>
              <a:gd name="connsiteX223" fmla="*/ 406466 w 1091211"/>
              <a:gd name="connsiteY223" fmla="*/ 92494 h 2893056"/>
              <a:gd name="connsiteX224" fmla="*/ 407936 w 1091211"/>
              <a:gd name="connsiteY224" fmla="*/ 90570 h 2893056"/>
              <a:gd name="connsiteX225" fmla="*/ 409398 w 1091211"/>
              <a:gd name="connsiteY225" fmla="*/ 88707 h 2893056"/>
              <a:gd name="connsiteX226" fmla="*/ 410836 w 1091211"/>
              <a:gd name="connsiteY226" fmla="*/ 86845 h 2893056"/>
              <a:gd name="connsiteX227" fmla="*/ 412298 w 1091211"/>
              <a:gd name="connsiteY227" fmla="*/ 84982 h 2893056"/>
              <a:gd name="connsiteX228" fmla="*/ 413768 w 1091211"/>
              <a:gd name="connsiteY228" fmla="*/ 83180 h 2893056"/>
              <a:gd name="connsiteX229" fmla="*/ 415198 w 1091211"/>
              <a:gd name="connsiteY229" fmla="*/ 81378 h 2893056"/>
              <a:gd name="connsiteX230" fmla="*/ 416668 w 1091211"/>
              <a:gd name="connsiteY230" fmla="*/ 79577 h 2893056"/>
              <a:gd name="connsiteX231" fmla="*/ 419599 w 1091211"/>
              <a:gd name="connsiteY231" fmla="*/ 76096 h 2893056"/>
              <a:gd name="connsiteX232" fmla="*/ 421030 w 1091211"/>
              <a:gd name="connsiteY232" fmla="*/ 74355 h 2893056"/>
              <a:gd name="connsiteX233" fmla="*/ 422500 w 1091211"/>
              <a:gd name="connsiteY233" fmla="*/ 72645 h 2893056"/>
              <a:gd name="connsiteX234" fmla="*/ 423962 w 1091211"/>
              <a:gd name="connsiteY234" fmla="*/ 70966 h 2893056"/>
              <a:gd name="connsiteX235" fmla="*/ 425400 w 1091211"/>
              <a:gd name="connsiteY235" fmla="*/ 69287 h 2893056"/>
              <a:gd name="connsiteX236" fmla="*/ 426869 w 1091211"/>
              <a:gd name="connsiteY236" fmla="*/ 67637 h 2893056"/>
              <a:gd name="connsiteX237" fmla="*/ 428331 w 1091211"/>
              <a:gd name="connsiteY237" fmla="*/ 66019 h 2893056"/>
              <a:gd name="connsiteX238" fmla="*/ 429770 w 1091211"/>
              <a:gd name="connsiteY238" fmla="*/ 64401 h 2893056"/>
              <a:gd name="connsiteX239" fmla="*/ 431232 w 1091211"/>
              <a:gd name="connsiteY239" fmla="*/ 62812 h 2893056"/>
              <a:gd name="connsiteX240" fmla="*/ 432701 w 1091211"/>
              <a:gd name="connsiteY240" fmla="*/ 61255 h 2893056"/>
              <a:gd name="connsiteX241" fmla="*/ 434163 w 1091211"/>
              <a:gd name="connsiteY241" fmla="*/ 59668 h 2893056"/>
              <a:gd name="connsiteX242" fmla="*/ 435601 w 1091211"/>
              <a:gd name="connsiteY242" fmla="*/ 58141 h 2893056"/>
              <a:gd name="connsiteX243" fmla="*/ 437063 w 1091211"/>
              <a:gd name="connsiteY243" fmla="*/ 56645 h 2893056"/>
              <a:gd name="connsiteX244" fmla="*/ 438533 w 1091211"/>
              <a:gd name="connsiteY244" fmla="*/ 55118 h 2893056"/>
              <a:gd name="connsiteX245" fmla="*/ 439963 w 1091211"/>
              <a:gd name="connsiteY245" fmla="*/ 53652 h 2893056"/>
              <a:gd name="connsiteX246" fmla="*/ 441433 w 1091211"/>
              <a:gd name="connsiteY246" fmla="*/ 52217 h 2893056"/>
              <a:gd name="connsiteX247" fmla="*/ 442895 w 1091211"/>
              <a:gd name="connsiteY247" fmla="*/ 50751 h 2893056"/>
              <a:gd name="connsiteX248" fmla="*/ 444364 w 1091211"/>
              <a:gd name="connsiteY248" fmla="*/ 49346 h 2893056"/>
              <a:gd name="connsiteX249" fmla="*/ 445795 w 1091211"/>
              <a:gd name="connsiteY249" fmla="*/ 47942 h 2893056"/>
              <a:gd name="connsiteX250" fmla="*/ 447265 w 1091211"/>
              <a:gd name="connsiteY250" fmla="*/ 46567 h 2893056"/>
              <a:gd name="connsiteX251" fmla="*/ 448727 w 1091211"/>
              <a:gd name="connsiteY251" fmla="*/ 45224 h 2893056"/>
              <a:gd name="connsiteX252" fmla="*/ 450165 w 1091211"/>
              <a:gd name="connsiteY252" fmla="*/ 43881 h 2893056"/>
              <a:gd name="connsiteX253" fmla="*/ 451627 w 1091211"/>
              <a:gd name="connsiteY253" fmla="*/ 42537 h 2893056"/>
              <a:gd name="connsiteX254" fmla="*/ 454566 w 1091211"/>
              <a:gd name="connsiteY254" fmla="*/ 39972 h 2893056"/>
              <a:gd name="connsiteX255" fmla="*/ 455997 w 1091211"/>
              <a:gd name="connsiteY255" fmla="*/ 38689 h 2893056"/>
              <a:gd name="connsiteX256" fmla="*/ 458928 w 1091211"/>
              <a:gd name="connsiteY256" fmla="*/ 36246 h 2893056"/>
              <a:gd name="connsiteX257" fmla="*/ 460366 w 1091211"/>
              <a:gd name="connsiteY257" fmla="*/ 35024 h 2893056"/>
              <a:gd name="connsiteX258" fmla="*/ 464760 w 1091211"/>
              <a:gd name="connsiteY258" fmla="*/ 31543 h 2893056"/>
              <a:gd name="connsiteX259" fmla="*/ 466198 w 1091211"/>
              <a:gd name="connsiteY259" fmla="*/ 30444 h 2893056"/>
              <a:gd name="connsiteX260" fmla="*/ 469130 w 1091211"/>
              <a:gd name="connsiteY260" fmla="*/ 28246 h 2893056"/>
              <a:gd name="connsiteX261" fmla="*/ 470560 w 1091211"/>
              <a:gd name="connsiteY261" fmla="*/ 27207 h 2893056"/>
              <a:gd name="connsiteX262" fmla="*/ 473492 w 1091211"/>
              <a:gd name="connsiteY262" fmla="*/ 25131 h 2893056"/>
              <a:gd name="connsiteX263" fmla="*/ 474961 w 1091211"/>
              <a:gd name="connsiteY263" fmla="*/ 24123 h 2893056"/>
              <a:gd name="connsiteX264" fmla="*/ 476392 w 1091211"/>
              <a:gd name="connsiteY264" fmla="*/ 23146 h 2893056"/>
              <a:gd name="connsiteX265" fmla="*/ 477861 w 1091211"/>
              <a:gd name="connsiteY265" fmla="*/ 22169 h 2893056"/>
              <a:gd name="connsiteX266" fmla="*/ 479323 w 1091211"/>
              <a:gd name="connsiteY266" fmla="*/ 21253 h 2893056"/>
              <a:gd name="connsiteX267" fmla="*/ 480762 w 1091211"/>
              <a:gd name="connsiteY267" fmla="*/ 20337 h 2893056"/>
              <a:gd name="connsiteX268" fmla="*/ 482231 w 1091211"/>
              <a:gd name="connsiteY268" fmla="*/ 19421 h 2893056"/>
              <a:gd name="connsiteX269" fmla="*/ 483693 w 1091211"/>
              <a:gd name="connsiteY269" fmla="*/ 18536 h 2893056"/>
              <a:gd name="connsiteX270" fmla="*/ 485163 w 1091211"/>
              <a:gd name="connsiteY270" fmla="*/ 17680 h 2893056"/>
              <a:gd name="connsiteX271" fmla="*/ 486593 w 1091211"/>
              <a:gd name="connsiteY271" fmla="*/ 16825 h 2893056"/>
              <a:gd name="connsiteX272" fmla="*/ 489525 w 1091211"/>
              <a:gd name="connsiteY272" fmla="*/ 15237 h 2893056"/>
              <a:gd name="connsiteX273" fmla="*/ 490963 w 1091211"/>
              <a:gd name="connsiteY273" fmla="*/ 14443 h 2893056"/>
              <a:gd name="connsiteX274" fmla="*/ 492425 w 1091211"/>
              <a:gd name="connsiteY274" fmla="*/ 13680 h 2893056"/>
              <a:gd name="connsiteX275" fmla="*/ 493895 w 1091211"/>
              <a:gd name="connsiteY275" fmla="*/ 12947 h 2893056"/>
              <a:gd name="connsiteX276" fmla="*/ 495325 w 1091211"/>
              <a:gd name="connsiteY276" fmla="*/ 12214 h 2893056"/>
              <a:gd name="connsiteX277" fmla="*/ 498257 w 1091211"/>
              <a:gd name="connsiteY277" fmla="*/ 10871 h 2893056"/>
              <a:gd name="connsiteX278" fmla="*/ 499726 w 1091211"/>
              <a:gd name="connsiteY278" fmla="*/ 10169 h 2893056"/>
              <a:gd name="connsiteX279" fmla="*/ 501157 w 1091211"/>
              <a:gd name="connsiteY279" fmla="*/ 9557 h 2893056"/>
              <a:gd name="connsiteX280" fmla="*/ 504088 w 1091211"/>
              <a:gd name="connsiteY280" fmla="*/ 8336 h 2893056"/>
              <a:gd name="connsiteX281" fmla="*/ 505527 w 1091211"/>
              <a:gd name="connsiteY281" fmla="*/ 7787 h 2893056"/>
              <a:gd name="connsiteX282" fmla="*/ 506996 w 1091211"/>
              <a:gd name="connsiteY282" fmla="*/ 7206 h 2893056"/>
              <a:gd name="connsiteX283" fmla="*/ 508458 w 1091211"/>
              <a:gd name="connsiteY283" fmla="*/ 6656 h 2893056"/>
              <a:gd name="connsiteX284" fmla="*/ 509928 w 1091211"/>
              <a:gd name="connsiteY284" fmla="*/ 6168 h 2893056"/>
              <a:gd name="connsiteX285" fmla="*/ 511358 w 1091211"/>
              <a:gd name="connsiteY285" fmla="*/ 5679 h 2893056"/>
              <a:gd name="connsiteX286" fmla="*/ 512828 w 1091211"/>
              <a:gd name="connsiteY286" fmla="*/ 5191 h 2893056"/>
              <a:gd name="connsiteX287" fmla="*/ 514290 w 1091211"/>
              <a:gd name="connsiteY287" fmla="*/ 4764 h 2893056"/>
              <a:gd name="connsiteX288" fmla="*/ 515728 w 1091211"/>
              <a:gd name="connsiteY288" fmla="*/ 4336 h 2893056"/>
              <a:gd name="connsiteX289" fmla="*/ 517190 w 1091211"/>
              <a:gd name="connsiteY289" fmla="*/ 3878 h 2893056"/>
              <a:gd name="connsiteX290" fmla="*/ 520122 w 1091211"/>
              <a:gd name="connsiteY290" fmla="*/ 3145 h 2893056"/>
              <a:gd name="connsiteX291" fmla="*/ 521560 w 1091211"/>
              <a:gd name="connsiteY291" fmla="*/ 2778 h 2893056"/>
              <a:gd name="connsiteX292" fmla="*/ 524491 w 1091211"/>
              <a:gd name="connsiteY292" fmla="*/ 2168 h 2893056"/>
              <a:gd name="connsiteX293" fmla="*/ 525922 w 1091211"/>
              <a:gd name="connsiteY293" fmla="*/ 1863 h 2893056"/>
              <a:gd name="connsiteX294" fmla="*/ 527392 w 1091211"/>
              <a:gd name="connsiteY294" fmla="*/ 1588 h 2893056"/>
              <a:gd name="connsiteX295" fmla="*/ 530323 w 1091211"/>
              <a:gd name="connsiteY295" fmla="*/ 1099 h 2893056"/>
              <a:gd name="connsiteX296" fmla="*/ 531754 w 1091211"/>
              <a:gd name="connsiteY296" fmla="*/ 916 h 2893056"/>
              <a:gd name="connsiteX297" fmla="*/ 534693 w 1091211"/>
              <a:gd name="connsiteY297" fmla="*/ 550 h 2893056"/>
              <a:gd name="connsiteX298" fmla="*/ 536124 w 1091211"/>
              <a:gd name="connsiteY298" fmla="*/ 428 h 2893056"/>
              <a:gd name="connsiteX299" fmla="*/ 539055 w 1091211"/>
              <a:gd name="connsiteY299" fmla="*/ 183 h 2893056"/>
              <a:gd name="connsiteX300" fmla="*/ 540525 w 1091211"/>
              <a:gd name="connsiteY300" fmla="*/ 122 h 2893056"/>
              <a:gd name="connsiteX301" fmla="*/ 541955 w 1091211"/>
              <a:gd name="connsiteY301" fmla="*/ 61 h 2893056"/>
              <a:gd name="connsiteX302" fmla="*/ 543425 w 1091211"/>
              <a:gd name="connsiteY302" fmla="*/ 0 h 2893056"/>
              <a:gd name="connsiteX303" fmla="*/ 547787 w 1091211"/>
              <a:gd name="connsiteY303" fmla="*/ 0 h 2893056"/>
              <a:gd name="connsiteX304" fmla="*/ 549257 w 1091211"/>
              <a:gd name="connsiteY304" fmla="*/ 61 h 2893056"/>
              <a:gd name="connsiteX305" fmla="*/ 550687 w 1091211"/>
              <a:gd name="connsiteY305" fmla="*/ 122 h 2893056"/>
              <a:gd name="connsiteX306" fmla="*/ 552157 w 1091211"/>
              <a:gd name="connsiteY306" fmla="*/ 183 h 2893056"/>
              <a:gd name="connsiteX307" fmla="*/ 555088 w 1091211"/>
              <a:gd name="connsiteY307" fmla="*/ 428 h 2893056"/>
              <a:gd name="connsiteX308" fmla="*/ 556519 w 1091211"/>
              <a:gd name="connsiteY308" fmla="*/ 550 h 2893056"/>
              <a:gd name="connsiteX309" fmla="*/ 559450 w 1091211"/>
              <a:gd name="connsiteY309" fmla="*/ 916 h 2893056"/>
              <a:gd name="connsiteX310" fmla="*/ 560889 w 1091211"/>
              <a:gd name="connsiteY310" fmla="*/ 1099 h 2893056"/>
              <a:gd name="connsiteX311" fmla="*/ 563820 w 1091211"/>
              <a:gd name="connsiteY311" fmla="*/ 1588 h 2893056"/>
              <a:gd name="connsiteX312" fmla="*/ 565290 w 1091211"/>
              <a:gd name="connsiteY312" fmla="*/ 1863 h 2893056"/>
              <a:gd name="connsiteX313" fmla="*/ 566720 w 1091211"/>
              <a:gd name="connsiteY313" fmla="*/ 2168 h 2893056"/>
              <a:gd name="connsiteX314" fmla="*/ 569652 w 1091211"/>
              <a:gd name="connsiteY314" fmla="*/ 2778 h 2893056"/>
              <a:gd name="connsiteX315" fmla="*/ 571090 w 1091211"/>
              <a:gd name="connsiteY315" fmla="*/ 3145 h 2893056"/>
              <a:gd name="connsiteX316" fmla="*/ 574022 w 1091211"/>
              <a:gd name="connsiteY316" fmla="*/ 3878 h 2893056"/>
              <a:gd name="connsiteX317" fmla="*/ 575484 w 1091211"/>
              <a:gd name="connsiteY317" fmla="*/ 4336 h 2893056"/>
              <a:gd name="connsiteX318" fmla="*/ 576922 w 1091211"/>
              <a:gd name="connsiteY318" fmla="*/ 4764 h 2893056"/>
              <a:gd name="connsiteX319" fmla="*/ 578384 w 1091211"/>
              <a:gd name="connsiteY319" fmla="*/ 5191 h 2893056"/>
              <a:gd name="connsiteX320" fmla="*/ 579853 w 1091211"/>
              <a:gd name="connsiteY320" fmla="*/ 5679 h 2893056"/>
              <a:gd name="connsiteX321" fmla="*/ 581284 w 1091211"/>
              <a:gd name="connsiteY321" fmla="*/ 6168 h 2893056"/>
              <a:gd name="connsiteX322" fmla="*/ 582754 w 1091211"/>
              <a:gd name="connsiteY322" fmla="*/ 6656 h 2893056"/>
              <a:gd name="connsiteX323" fmla="*/ 584215 w 1091211"/>
              <a:gd name="connsiteY323" fmla="*/ 7206 h 2893056"/>
              <a:gd name="connsiteX324" fmla="*/ 585685 w 1091211"/>
              <a:gd name="connsiteY324" fmla="*/ 7787 h 2893056"/>
              <a:gd name="connsiteX325" fmla="*/ 587123 w 1091211"/>
              <a:gd name="connsiteY325" fmla="*/ 8336 h 2893056"/>
              <a:gd name="connsiteX326" fmla="*/ 590055 w 1091211"/>
              <a:gd name="connsiteY326" fmla="*/ 9557 h 2893056"/>
              <a:gd name="connsiteX327" fmla="*/ 591485 w 1091211"/>
              <a:gd name="connsiteY327" fmla="*/ 10169 h 2893056"/>
              <a:gd name="connsiteX328" fmla="*/ 592955 w 1091211"/>
              <a:gd name="connsiteY328" fmla="*/ 10871 h 2893056"/>
              <a:gd name="connsiteX329" fmla="*/ 595886 w 1091211"/>
              <a:gd name="connsiteY329" fmla="*/ 12214 h 2893056"/>
              <a:gd name="connsiteX330" fmla="*/ 597317 w 1091211"/>
              <a:gd name="connsiteY330" fmla="*/ 12947 h 2893056"/>
              <a:gd name="connsiteX331" fmla="*/ 598787 w 1091211"/>
              <a:gd name="connsiteY331" fmla="*/ 13680 h 2893056"/>
              <a:gd name="connsiteX332" fmla="*/ 600249 w 1091211"/>
              <a:gd name="connsiteY332" fmla="*/ 14443 h 2893056"/>
              <a:gd name="connsiteX333" fmla="*/ 601687 w 1091211"/>
              <a:gd name="connsiteY333" fmla="*/ 15237 h 2893056"/>
              <a:gd name="connsiteX334" fmla="*/ 604618 w 1091211"/>
              <a:gd name="connsiteY334" fmla="*/ 16825 h 2893056"/>
              <a:gd name="connsiteX335" fmla="*/ 606080 w 1091211"/>
              <a:gd name="connsiteY335" fmla="*/ 17680 h 2893056"/>
              <a:gd name="connsiteX336" fmla="*/ 607519 w 1091211"/>
              <a:gd name="connsiteY336" fmla="*/ 18536 h 2893056"/>
              <a:gd name="connsiteX337" fmla="*/ 608981 w 1091211"/>
              <a:gd name="connsiteY337" fmla="*/ 19421 h 2893056"/>
              <a:gd name="connsiteX338" fmla="*/ 610450 w 1091211"/>
              <a:gd name="connsiteY338" fmla="*/ 20337 h 2893056"/>
              <a:gd name="connsiteX339" fmla="*/ 611881 w 1091211"/>
              <a:gd name="connsiteY339" fmla="*/ 21253 h 2893056"/>
              <a:gd name="connsiteX340" fmla="*/ 613350 w 1091211"/>
              <a:gd name="connsiteY340" fmla="*/ 22169 h 2893056"/>
              <a:gd name="connsiteX341" fmla="*/ 614820 w 1091211"/>
              <a:gd name="connsiteY341" fmla="*/ 23146 h 2893056"/>
              <a:gd name="connsiteX342" fmla="*/ 616251 w 1091211"/>
              <a:gd name="connsiteY342" fmla="*/ 24123 h 2893056"/>
              <a:gd name="connsiteX343" fmla="*/ 617720 w 1091211"/>
              <a:gd name="connsiteY343" fmla="*/ 25131 h 2893056"/>
              <a:gd name="connsiteX344" fmla="*/ 620652 w 1091211"/>
              <a:gd name="connsiteY344" fmla="*/ 27207 h 2893056"/>
              <a:gd name="connsiteX345" fmla="*/ 622082 w 1091211"/>
              <a:gd name="connsiteY345" fmla="*/ 28246 h 2893056"/>
              <a:gd name="connsiteX346" fmla="*/ 625014 w 1091211"/>
              <a:gd name="connsiteY346" fmla="*/ 30444 h 2893056"/>
              <a:gd name="connsiteX347" fmla="*/ 626452 w 1091211"/>
              <a:gd name="connsiteY347" fmla="*/ 31543 h 2893056"/>
              <a:gd name="connsiteX348" fmla="*/ 630845 w 1091211"/>
              <a:gd name="connsiteY348" fmla="*/ 35024 h 2893056"/>
              <a:gd name="connsiteX349" fmla="*/ 632284 w 1091211"/>
              <a:gd name="connsiteY349" fmla="*/ 36246 h 2893056"/>
              <a:gd name="connsiteX350" fmla="*/ 635215 w 1091211"/>
              <a:gd name="connsiteY350" fmla="*/ 38689 h 2893056"/>
              <a:gd name="connsiteX351" fmla="*/ 636646 w 1091211"/>
              <a:gd name="connsiteY351" fmla="*/ 39972 h 2893056"/>
              <a:gd name="connsiteX352" fmla="*/ 639577 w 1091211"/>
              <a:gd name="connsiteY352" fmla="*/ 42537 h 2893056"/>
              <a:gd name="connsiteX353" fmla="*/ 641047 w 1091211"/>
              <a:gd name="connsiteY353" fmla="*/ 43881 h 2893056"/>
              <a:gd name="connsiteX354" fmla="*/ 642485 w 1091211"/>
              <a:gd name="connsiteY354" fmla="*/ 45224 h 2893056"/>
              <a:gd name="connsiteX355" fmla="*/ 643947 w 1091211"/>
              <a:gd name="connsiteY355" fmla="*/ 46567 h 2893056"/>
              <a:gd name="connsiteX356" fmla="*/ 645417 w 1091211"/>
              <a:gd name="connsiteY356" fmla="*/ 47942 h 2893056"/>
              <a:gd name="connsiteX357" fmla="*/ 646847 w 1091211"/>
              <a:gd name="connsiteY357" fmla="*/ 49346 h 2893056"/>
              <a:gd name="connsiteX358" fmla="*/ 648317 w 1091211"/>
              <a:gd name="connsiteY358" fmla="*/ 50751 h 2893056"/>
              <a:gd name="connsiteX359" fmla="*/ 649779 w 1091211"/>
              <a:gd name="connsiteY359" fmla="*/ 52217 h 2893056"/>
              <a:gd name="connsiteX360" fmla="*/ 651248 w 1091211"/>
              <a:gd name="connsiteY360" fmla="*/ 53652 h 2893056"/>
              <a:gd name="connsiteX361" fmla="*/ 652679 w 1091211"/>
              <a:gd name="connsiteY361" fmla="*/ 55118 h 2893056"/>
              <a:gd name="connsiteX362" fmla="*/ 654149 w 1091211"/>
              <a:gd name="connsiteY362" fmla="*/ 56645 h 2893056"/>
              <a:gd name="connsiteX363" fmla="*/ 655610 w 1091211"/>
              <a:gd name="connsiteY363" fmla="*/ 58141 h 2893056"/>
              <a:gd name="connsiteX364" fmla="*/ 657049 w 1091211"/>
              <a:gd name="connsiteY364" fmla="*/ 59668 h 2893056"/>
              <a:gd name="connsiteX365" fmla="*/ 658511 w 1091211"/>
              <a:gd name="connsiteY365" fmla="*/ 61255 h 2893056"/>
              <a:gd name="connsiteX366" fmla="*/ 659980 w 1091211"/>
              <a:gd name="connsiteY366" fmla="*/ 62812 h 2893056"/>
              <a:gd name="connsiteX367" fmla="*/ 661442 w 1091211"/>
              <a:gd name="connsiteY367" fmla="*/ 64401 h 2893056"/>
              <a:gd name="connsiteX368" fmla="*/ 662880 w 1091211"/>
              <a:gd name="connsiteY368" fmla="*/ 66019 h 2893056"/>
              <a:gd name="connsiteX369" fmla="*/ 664342 w 1091211"/>
              <a:gd name="connsiteY369" fmla="*/ 67637 h 2893056"/>
              <a:gd name="connsiteX370" fmla="*/ 665812 w 1091211"/>
              <a:gd name="connsiteY370" fmla="*/ 69287 h 2893056"/>
              <a:gd name="connsiteX371" fmla="*/ 667250 w 1091211"/>
              <a:gd name="connsiteY371" fmla="*/ 70966 h 2893056"/>
              <a:gd name="connsiteX372" fmla="*/ 668712 w 1091211"/>
              <a:gd name="connsiteY372" fmla="*/ 72645 h 2893056"/>
              <a:gd name="connsiteX373" fmla="*/ 670182 w 1091211"/>
              <a:gd name="connsiteY373" fmla="*/ 74355 h 2893056"/>
              <a:gd name="connsiteX374" fmla="*/ 671612 w 1091211"/>
              <a:gd name="connsiteY374" fmla="*/ 76096 h 2893056"/>
              <a:gd name="connsiteX375" fmla="*/ 674544 w 1091211"/>
              <a:gd name="connsiteY375" fmla="*/ 79577 h 2893056"/>
              <a:gd name="connsiteX376" fmla="*/ 676013 w 1091211"/>
              <a:gd name="connsiteY376" fmla="*/ 81378 h 2893056"/>
              <a:gd name="connsiteX377" fmla="*/ 677444 w 1091211"/>
              <a:gd name="connsiteY377" fmla="*/ 83180 h 2893056"/>
              <a:gd name="connsiteX378" fmla="*/ 678914 w 1091211"/>
              <a:gd name="connsiteY378" fmla="*/ 84982 h 2893056"/>
              <a:gd name="connsiteX379" fmla="*/ 680376 w 1091211"/>
              <a:gd name="connsiteY379" fmla="*/ 86845 h 2893056"/>
              <a:gd name="connsiteX380" fmla="*/ 681814 w 1091211"/>
              <a:gd name="connsiteY380" fmla="*/ 88707 h 2893056"/>
              <a:gd name="connsiteX381" fmla="*/ 683276 w 1091211"/>
              <a:gd name="connsiteY381" fmla="*/ 90570 h 2893056"/>
              <a:gd name="connsiteX382" fmla="*/ 684745 w 1091211"/>
              <a:gd name="connsiteY382" fmla="*/ 92494 h 2893056"/>
              <a:gd name="connsiteX383" fmla="*/ 686207 w 1091211"/>
              <a:gd name="connsiteY383" fmla="*/ 94387 h 2893056"/>
              <a:gd name="connsiteX384" fmla="*/ 687646 w 1091211"/>
              <a:gd name="connsiteY384" fmla="*/ 96311 h 2893056"/>
              <a:gd name="connsiteX385" fmla="*/ 689107 w 1091211"/>
              <a:gd name="connsiteY385" fmla="*/ 98296 h 2893056"/>
              <a:gd name="connsiteX386" fmla="*/ 690577 w 1091211"/>
              <a:gd name="connsiteY386" fmla="*/ 100250 h 2893056"/>
              <a:gd name="connsiteX387" fmla="*/ 692008 w 1091211"/>
              <a:gd name="connsiteY387" fmla="*/ 102235 h 2893056"/>
              <a:gd name="connsiteX388" fmla="*/ 694947 w 1091211"/>
              <a:gd name="connsiteY388" fmla="*/ 106266 h 2893056"/>
              <a:gd name="connsiteX389" fmla="*/ 696409 w 1091211"/>
              <a:gd name="connsiteY389" fmla="*/ 108311 h 2893056"/>
              <a:gd name="connsiteX390" fmla="*/ 697847 w 1091211"/>
              <a:gd name="connsiteY390" fmla="*/ 110388 h 2893056"/>
              <a:gd name="connsiteX391" fmla="*/ 700778 w 1091211"/>
              <a:gd name="connsiteY391" fmla="*/ 114541 h 2893056"/>
              <a:gd name="connsiteX392" fmla="*/ 702209 w 1091211"/>
              <a:gd name="connsiteY392" fmla="*/ 116679 h 2893056"/>
              <a:gd name="connsiteX393" fmla="*/ 705141 w 1091211"/>
              <a:gd name="connsiteY393" fmla="*/ 120953 h 2893056"/>
              <a:gd name="connsiteX394" fmla="*/ 706610 w 1091211"/>
              <a:gd name="connsiteY394" fmla="*/ 123152 h 2893056"/>
              <a:gd name="connsiteX395" fmla="*/ 708041 w 1091211"/>
              <a:gd name="connsiteY395" fmla="*/ 125320 h 2893056"/>
              <a:gd name="connsiteX396" fmla="*/ 709510 w 1091211"/>
              <a:gd name="connsiteY396" fmla="*/ 127519 h 2893056"/>
              <a:gd name="connsiteX397" fmla="*/ 710972 w 1091211"/>
              <a:gd name="connsiteY397" fmla="*/ 129778 h 2893056"/>
              <a:gd name="connsiteX398" fmla="*/ 712411 w 1091211"/>
              <a:gd name="connsiteY398" fmla="*/ 132008 h 2893056"/>
              <a:gd name="connsiteX399" fmla="*/ 713873 w 1091211"/>
              <a:gd name="connsiteY399" fmla="*/ 134268 h 2893056"/>
              <a:gd name="connsiteX400" fmla="*/ 716804 w 1091211"/>
              <a:gd name="connsiteY400" fmla="*/ 138848 h 2893056"/>
              <a:gd name="connsiteX401" fmla="*/ 718242 w 1091211"/>
              <a:gd name="connsiteY401" fmla="*/ 141138 h 2893056"/>
              <a:gd name="connsiteX402" fmla="*/ 721174 w 1091211"/>
              <a:gd name="connsiteY402" fmla="*/ 145840 h 2893056"/>
              <a:gd name="connsiteX403" fmla="*/ 722612 w 1091211"/>
              <a:gd name="connsiteY403" fmla="*/ 148192 h 2893056"/>
              <a:gd name="connsiteX404" fmla="*/ 724074 w 1091211"/>
              <a:gd name="connsiteY404" fmla="*/ 150604 h 2893056"/>
              <a:gd name="connsiteX405" fmla="*/ 725544 w 1091211"/>
              <a:gd name="connsiteY405" fmla="*/ 152986 h 2893056"/>
              <a:gd name="connsiteX406" fmla="*/ 727005 w 1091211"/>
              <a:gd name="connsiteY406" fmla="*/ 155399 h 2893056"/>
              <a:gd name="connsiteX407" fmla="*/ 728444 w 1091211"/>
              <a:gd name="connsiteY407" fmla="*/ 157872 h 2893056"/>
              <a:gd name="connsiteX408" fmla="*/ 731375 w 1091211"/>
              <a:gd name="connsiteY408" fmla="*/ 162758 h 2893056"/>
              <a:gd name="connsiteX409" fmla="*/ 732806 w 1091211"/>
              <a:gd name="connsiteY409" fmla="*/ 165262 h 2893056"/>
              <a:gd name="connsiteX410" fmla="*/ 734275 w 1091211"/>
              <a:gd name="connsiteY410" fmla="*/ 167766 h 2893056"/>
              <a:gd name="connsiteX411" fmla="*/ 735737 w 1091211"/>
              <a:gd name="connsiteY411" fmla="*/ 170300 h 2893056"/>
              <a:gd name="connsiteX412" fmla="*/ 737176 w 1091211"/>
              <a:gd name="connsiteY412" fmla="*/ 172835 h 2893056"/>
              <a:gd name="connsiteX413" fmla="*/ 740107 w 1091211"/>
              <a:gd name="connsiteY413" fmla="*/ 177965 h 2893056"/>
              <a:gd name="connsiteX414" fmla="*/ 741569 w 1091211"/>
              <a:gd name="connsiteY414" fmla="*/ 180560 h 2893056"/>
              <a:gd name="connsiteX415" fmla="*/ 743007 w 1091211"/>
              <a:gd name="connsiteY415" fmla="*/ 183187 h 2893056"/>
              <a:gd name="connsiteX416" fmla="*/ 744469 w 1091211"/>
              <a:gd name="connsiteY416" fmla="*/ 185782 h 2893056"/>
              <a:gd name="connsiteX417" fmla="*/ 745939 w 1091211"/>
              <a:gd name="connsiteY417" fmla="*/ 188438 h 2893056"/>
              <a:gd name="connsiteX418" fmla="*/ 747377 w 1091211"/>
              <a:gd name="connsiteY418" fmla="*/ 191095 h 2893056"/>
              <a:gd name="connsiteX419" fmla="*/ 748839 w 1091211"/>
              <a:gd name="connsiteY419" fmla="*/ 193752 h 2893056"/>
              <a:gd name="connsiteX420" fmla="*/ 750309 w 1091211"/>
              <a:gd name="connsiteY420" fmla="*/ 196470 h 2893056"/>
              <a:gd name="connsiteX421" fmla="*/ 751771 w 1091211"/>
              <a:gd name="connsiteY421" fmla="*/ 199156 h 2893056"/>
              <a:gd name="connsiteX422" fmla="*/ 753209 w 1091211"/>
              <a:gd name="connsiteY422" fmla="*/ 201875 h 2893056"/>
              <a:gd name="connsiteX423" fmla="*/ 754671 w 1091211"/>
              <a:gd name="connsiteY423" fmla="*/ 204623 h 2893056"/>
              <a:gd name="connsiteX424" fmla="*/ 756140 w 1091211"/>
              <a:gd name="connsiteY424" fmla="*/ 207401 h 2893056"/>
              <a:gd name="connsiteX425" fmla="*/ 757571 w 1091211"/>
              <a:gd name="connsiteY425" fmla="*/ 210150 h 2893056"/>
              <a:gd name="connsiteX426" fmla="*/ 761972 w 1091211"/>
              <a:gd name="connsiteY426" fmla="*/ 218578 h 2893056"/>
              <a:gd name="connsiteX427" fmla="*/ 763403 w 1091211"/>
              <a:gd name="connsiteY427" fmla="*/ 221418 h 2893056"/>
              <a:gd name="connsiteX428" fmla="*/ 764872 w 1091211"/>
              <a:gd name="connsiteY428" fmla="*/ 224288 h 2893056"/>
              <a:gd name="connsiteX429" fmla="*/ 766334 w 1091211"/>
              <a:gd name="connsiteY429" fmla="*/ 227128 h 2893056"/>
              <a:gd name="connsiteX430" fmla="*/ 767772 w 1091211"/>
              <a:gd name="connsiteY430" fmla="*/ 230029 h 2893056"/>
              <a:gd name="connsiteX431" fmla="*/ 770704 w 1091211"/>
              <a:gd name="connsiteY431" fmla="*/ 235830 h 2893056"/>
              <a:gd name="connsiteX432" fmla="*/ 772166 w 1091211"/>
              <a:gd name="connsiteY432" fmla="*/ 238792 h 2893056"/>
              <a:gd name="connsiteX433" fmla="*/ 773604 w 1091211"/>
              <a:gd name="connsiteY433" fmla="*/ 241724 h 2893056"/>
              <a:gd name="connsiteX434" fmla="*/ 775074 w 1091211"/>
              <a:gd name="connsiteY434" fmla="*/ 244687 h 2893056"/>
              <a:gd name="connsiteX435" fmla="*/ 776536 w 1091211"/>
              <a:gd name="connsiteY435" fmla="*/ 247679 h 2893056"/>
              <a:gd name="connsiteX436" fmla="*/ 777974 w 1091211"/>
              <a:gd name="connsiteY436" fmla="*/ 250671 h 2893056"/>
              <a:gd name="connsiteX437" fmla="*/ 779436 w 1091211"/>
              <a:gd name="connsiteY437" fmla="*/ 253664 h 2893056"/>
              <a:gd name="connsiteX438" fmla="*/ 780905 w 1091211"/>
              <a:gd name="connsiteY438" fmla="*/ 256717 h 2893056"/>
              <a:gd name="connsiteX439" fmla="*/ 782367 w 1091211"/>
              <a:gd name="connsiteY439" fmla="*/ 259740 h 2893056"/>
              <a:gd name="connsiteX440" fmla="*/ 783806 w 1091211"/>
              <a:gd name="connsiteY440" fmla="*/ 262794 h 2893056"/>
              <a:gd name="connsiteX441" fmla="*/ 786737 w 1091211"/>
              <a:gd name="connsiteY441" fmla="*/ 268962 h 2893056"/>
              <a:gd name="connsiteX442" fmla="*/ 788168 w 1091211"/>
              <a:gd name="connsiteY442" fmla="*/ 272047 h 2893056"/>
              <a:gd name="connsiteX443" fmla="*/ 789637 w 1091211"/>
              <a:gd name="connsiteY443" fmla="*/ 275192 h 2893056"/>
              <a:gd name="connsiteX444" fmla="*/ 791099 w 1091211"/>
              <a:gd name="connsiteY444" fmla="*/ 278306 h 2893056"/>
              <a:gd name="connsiteX445" fmla="*/ 792569 w 1091211"/>
              <a:gd name="connsiteY445" fmla="*/ 281452 h 2893056"/>
              <a:gd name="connsiteX446" fmla="*/ 793999 w 1091211"/>
              <a:gd name="connsiteY446" fmla="*/ 284627 h 2893056"/>
              <a:gd name="connsiteX447" fmla="*/ 796931 w 1091211"/>
              <a:gd name="connsiteY447" fmla="*/ 290979 h 2893056"/>
              <a:gd name="connsiteX448" fmla="*/ 798369 w 1091211"/>
              <a:gd name="connsiteY448" fmla="*/ 294185 h 2893056"/>
              <a:gd name="connsiteX449" fmla="*/ 799831 w 1091211"/>
              <a:gd name="connsiteY449" fmla="*/ 297422 h 2893056"/>
              <a:gd name="connsiteX450" fmla="*/ 801301 w 1091211"/>
              <a:gd name="connsiteY450" fmla="*/ 300628 h 2893056"/>
              <a:gd name="connsiteX451" fmla="*/ 802739 w 1091211"/>
              <a:gd name="connsiteY451" fmla="*/ 303896 h 2893056"/>
              <a:gd name="connsiteX452" fmla="*/ 805671 w 1091211"/>
              <a:gd name="connsiteY452" fmla="*/ 310431 h 2893056"/>
              <a:gd name="connsiteX453" fmla="*/ 807132 w 1091211"/>
              <a:gd name="connsiteY453" fmla="*/ 313729 h 2893056"/>
              <a:gd name="connsiteX454" fmla="*/ 808571 w 1091211"/>
              <a:gd name="connsiteY454" fmla="*/ 317027 h 2893056"/>
              <a:gd name="connsiteX455" fmla="*/ 811502 w 1091211"/>
              <a:gd name="connsiteY455" fmla="*/ 323683 h 2893056"/>
              <a:gd name="connsiteX456" fmla="*/ 812933 w 1091211"/>
              <a:gd name="connsiteY456" fmla="*/ 327042 h 2893056"/>
              <a:gd name="connsiteX457" fmla="*/ 814402 w 1091211"/>
              <a:gd name="connsiteY457" fmla="*/ 330401 h 2893056"/>
              <a:gd name="connsiteX458" fmla="*/ 817334 w 1091211"/>
              <a:gd name="connsiteY458" fmla="*/ 337180 h 2893056"/>
              <a:gd name="connsiteX459" fmla="*/ 818765 w 1091211"/>
              <a:gd name="connsiteY459" fmla="*/ 340570 h 2893056"/>
              <a:gd name="connsiteX460" fmla="*/ 821696 w 1091211"/>
              <a:gd name="connsiteY460" fmla="*/ 347410 h 2893056"/>
              <a:gd name="connsiteX461" fmla="*/ 823134 w 1091211"/>
              <a:gd name="connsiteY461" fmla="*/ 350861 h 2893056"/>
              <a:gd name="connsiteX462" fmla="*/ 824596 w 1091211"/>
              <a:gd name="connsiteY462" fmla="*/ 354311 h 2893056"/>
              <a:gd name="connsiteX463" fmla="*/ 827528 w 1091211"/>
              <a:gd name="connsiteY463" fmla="*/ 361273 h 2893056"/>
              <a:gd name="connsiteX464" fmla="*/ 828966 w 1091211"/>
              <a:gd name="connsiteY464" fmla="*/ 364785 h 2893056"/>
              <a:gd name="connsiteX465" fmla="*/ 830436 w 1091211"/>
              <a:gd name="connsiteY465" fmla="*/ 368297 h 2893056"/>
              <a:gd name="connsiteX466" fmla="*/ 831898 w 1091211"/>
              <a:gd name="connsiteY466" fmla="*/ 371778 h 2893056"/>
              <a:gd name="connsiteX467" fmla="*/ 833336 w 1091211"/>
              <a:gd name="connsiteY467" fmla="*/ 375351 h 2893056"/>
              <a:gd name="connsiteX468" fmla="*/ 836267 w 1091211"/>
              <a:gd name="connsiteY468" fmla="*/ 382435 h 2893056"/>
              <a:gd name="connsiteX469" fmla="*/ 837729 w 1091211"/>
              <a:gd name="connsiteY469" fmla="*/ 386038 h 2893056"/>
              <a:gd name="connsiteX470" fmla="*/ 839168 w 1091211"/>
              <a:gd name="connsiteY470" fmla="*/ 389611 h 2893056"/>
              <a:gd name="connsiteX471" fmla="*/ 842099 w 1091211"/>
              <a:gd name="connsiteY471" fmla="*/ 396818 h 2893056"/>
              <a:gd name="connsiteX472" fmla="*/ 843530 w 1091211"/>
              <a:gd name="connsiteY472" fmla="*/ 400451 h 2893056"/>
              <a:gd name="connsiteX473" fmla="*/ 844999 w 1091211"/>
              <a:gd name="connsiteY473" fmla="*/ 404085 h 2893056"/>
              <a:gd name="connsiteX474" fmla="*/ 847931 w 1091211"/>
              <a:gd name="connsiteY474" fmla="*/ 411414 h 2893056"/>
              <a:gd name="connsiteX475" fmla="*/ 849361 w 1091211"/>
              <a:gd name="connsiteY475" fmla="*/ 415078 h 2893056"/>
              <a:gd name="connsiteX476" fmla="*/ 852293 w 1091211"/>
              <a:gd name="connsiteY476" fmla="*/ 422468 h 2893056"/>
              <a:gd name="connsiteX477" fmla="*/ 853731 w 1091211"/>
              <a:gd name="connsiteY477" fmla="*/ 426163 h 2893056"/>
              <a:gd name="connsiteX478" fmla="*/ 855201 w 1091211"/>
              <a:gd name="connsiteY478" fmla="*/ 429919 h 2893056"/>
              <a:gd name="connsiteX479" fmla="*/ 856663 w 1091211"/>
              <a:gd name="connsiteY479" fmla="*/ 433644 h 2893056"/>
              <a:gd name="connsiteX480" fmla="*/ 858101 w 1091211"/>
              <a:gd name="connsiteY480" fmla="*/ 437370 h 2893056"/>
              <a:gd name="connsiteX481" fmla="*/ 859563 w 1091211"/>
              <a:gd name="connsiteY481" fmla="*/ 441156 h 2893056"/>
              <a:gd name="connsiteX482" fmla="*/ 861032 w 1091211"/>
              <a:gd name="connsiteY482" fmla="*/ 444912 h 2893056"/>
              <a:gd name="connsiteX483" fmla="*/ 862494 w 1091211"/>
              <a:gd name="connsiteY483" fmla="*/ 448698 h 2893056"/>
              <a:gd name="connsiteX484" fmla="*/ 863933 w 1091211"/>
              <a:gd name="connsiteY484" fmla="*/ 452485 h 2893056"/>
              <a:gd name="connsiteX485" fmla="*/ 866864 w 1091211"/>
              <a:gd name="connsiteY485" fmla="*/ 460119 h 2893056"/>
              <a:gd name="connsiteX486" fmla="*/ 868295 w 1091211"/>
              <a:gd name="connsiteY486" fmla="*/ 463936 h 2893056"/>
              <a:gd name="connsiteX487" fmla="*/ 871226 w 1091211"/>
              <a:gd name="connsiteY487" fmla="*/ 471631 h 2893056"/>
              <a:gd name="connsiteX488" fmla="*/ 872696 w 1091211"/>
              <a:gd name="connsiteY488" fmla="*/ 475509 h 2893056"/>
              <a:gd name="connsiteX489" fmla="*/ 874126 w 1091211"/>
              <a:gd name="connsiteY489" fmla="*/ 479357 h 2893056"/>
              <a:gd name="connsiteX490" fmla="*/ 875596 w 1091211"/>
              <a:gd name="connsiteY490" fmla="*/ 483235 h 2893056"/>
              <a:gd name="connsiteX491" fmla="*/ 877058 w 1091211"/>
              <a:gd name="connsiteY491" fmla="*/ 487144 h 2893056"/>
              <a:gd name="connsiteX492" fmla="*/ 878496 w 1091211"/>
              <a:gd name="connsiteY492" fmla="*/ 491052 h 2893056"/>
              <a:gd name="connsiteX493" fmla="*/ 879958 w 1091211"/>
              <a:gd name="connsiteY493" fmla="*/ 494961 h 2893056"/>
              <a:gd name="connsiteX494" fmla="*/ 882890 w 1091211"/>
              <a:gd name="connsiteY494" fmla="*/ 502839 h 2893056"/>
              <a:gd name="connsiteX495" fmla="*/ 884328 w 1091211"/>
              <a:gd name="connsiteY495" fmla="*/ 506778 h 2893056"/>
              <a:gd name="connsiteX496" fmla="*/ 887259 w 1091211"/>
              <a:gd name="connsiteY496" fmla="*/ 514718 h 2893056"/>
              <a:gd name="connsiteX497" fmla="*/ 888698 w 1091211"/>
              <a:gd name="connsiteY497" fmla="*/ 518687 h 2893056"/>
              <a:gd name="connsiteX498" fmla="*/ 893091 w 1091211"/>
              <a:gd name="connsiteY498" fmla="*/ 530688 h 2893056"/>
              <a:gd name="connsiteX499" fmla="*/ 894529 w 1091211"/>
              <a:gd name="connsiteY499" fmla="*/ 534719 h 2893056"/>
              <a:gd name="connsiteX500" fmla="*/ 895991 w 1091211"/>
              <a:gd name="connsiteY500" fmla="*/ 538719 h 2893056"/>
              <a:gd name="connsiteX501" fmla="*/ 897461 w 1091211"/>
              <a:gd name="connsiteY501" fmla="*/ 542750 h 2893056"/>
              <a:gd name="connsiteX502" fmla="*/ 898892 w 1091211"/>
              <a:gd name="connsiteY502" fmla="*/ 546811 h 2893056"/>
              <a:gd name="connsiteX503" fmla="*/ 901823 w 1091211"/>
              <a:gd name="connsiteY503" fmla="*/ 554934 h 2893056"/>
              <a:gd name="connsiteX504" fmla="*/ 903293 w 1091211"/>
              <a:gd name="connsiteY504" fmla="*/ 559026 h 2893056"/>
              <a:gd name="connsiteX505" fmla="*/ 904723 w 1091211"/>
              <a:gd name="connsiteY505" fmla="*/ 563117 h 2893056"/>
              <a:gd name="connsiteX506" fmla="*/ 906193 w 1091211"/>
              <a:gd name="connsiteY506" fmla="*/ 567210 h 2893056"/>
              <a:gd name="connsiteX507" fmla="*/ 907655 w 1091211"/>
              <a:gd name="connsiteY507" fmla="*/ 571332 h 2893056"/>
              <a:gd name="connsiteX508" fmla="*/ 909093 w 1091211"/>
              <a:gd name="connsiteY508" fmla="*/ 575424 h 2893056"/>
              <a:gd name="connsiteX509" fmla="*/ 910563 w 1091211"/>
              <a:gd name="connsiteY509" fmla="*/ 579546 h 2893056"/>
              <a:gd name="connsiteX510" fmla="*/ 912024 w 1091211"/>
              <a:gd name="connsiteY510" fmla="*/ 583699 h 2893056"/>
              <a:gd name="connsiteX511" fmla="*/ 913494 w 1091211"/>
              <a:gd name="connsiteY511" fmla="*/ 587821 h 2893056"/>
              <a:gd name="connsiteX512" fmla="*/ 914925 w 1091211"/>
              <a:gd name="connsiteY512" fmla="*/ 591974 h 2893056"/>
              <a:gd name="connsiteX513" fmla="*/ 916394 w 1091211"/>
              <a:gd name="connsiteY513" fmla="*/ 596157 h 2893056"/>
              <a:gd name="connsiteX514" fmla="*/ 917856 w 1091211"/>
              <a:gd name="connsiteY514" fmla="*/ 600308 h 2893056"/>
              <a:gd name="connsiteX515" fmla="*/ 919294 w 1091211"/>
              <a:gd name="connsiteY515" fmla="*/ 604490 h 2893056"/>
              <a:gd name="connsiteX516" fmla="*/ 920756 w 1091211"/>
              <a:gd name="connsiteY516" fmla="*/ 608680 h 2893056"/>
              <a:gd name="connsiteX517" fmla="*/ 922226 w 1091211"/>
              <a:gd name="connsiteY517" fmla="*/ 612894 h 2893056"/>
              <a:gd name="connsiteX518" fmla="*/ 923657 w 1091211"/>
              <a:gd name="connsiteY518" fmla="*/ 617076 h 2893056"/>
              <a:gd name="connsiteX519" fmla="*/ 926588 w 1091211"/>
              <a:gd name="connsiteY519" fmla="*/ 625503 h 2893056"/>
              <a:gd name="connsiteX520" fmla="*/ 928058 w 1091211"/>
              <a:gd name="connsiteY520" fmla="*/ 629748 h 2893056"/>
              <a:gd name="connsiteX521" fmla="*/ 929488 w 1091211"/>
              <a:gd name="connsiteY521" fmla="*/ 633993 h 2893056"/>
              <a:gd name="connsiteX522" fmla="*/ 932420 w 1091211"/>
              <a:gd name="connsiteY522" fmla="*/ 642482 h 2893056"/>
              <a:gd name="connsiteX523" fmla="*/ 933858 w 1091211"/>
              <a:gd name="connsiteY523" fmla="*/ 646758 h 2893056"/>
              <a:gd name="connsiteX524" fmla="*/ 935328 w 1091211"/>
              <a:gd name="connsiteY524" fmla="*/ 651003 h 2893056"/>
              <a:gd name="connsiteX525" fmla="*/ 936790 w 1091211"/>
              <a:gd name="connsiteY525" fmla="*/ 655279 h 2893056"/>
              <a:gd name="connsiteX526" fmla="*/ 938251 w 1091211"/>
              <a:gd name="connsiteY526" fmla="*/ 659578 h 2893056"/>
              <a:gd name="connsiteX527" fmla="*/ 939690 w 1091211"/>
              <a:gd name="connsiteY527" fmla="*/ 663854 h 2893056"/>
              <a:gd name="connsiteX528" fmla="*/ 942621 w 1091211"/>
              <a:gd name="connsiteY528" fmla="*/ 672469 h 2893056"/>
              <a:gd name="connsiteX529" fmla="*/ 944060 w 1091211"/>
              <a:gd name="connsiteY529" fmla="*/ 676800 h 2893056"/>
              <a:gd name="connsiteX530" fmla="*/ 945521 w 1091211"/>
              <a:gd name="connsiteY530" fmla="*/ 681107 h 2893056"/>
              <a:gd name="connsiteX531" fmla="*/ 948453 w 1091211"/>
              <a:gd name="connsiteY531" fmla="*/ 689784 h 2893056"/>
              <a:gd name="connsiteX532" fmla="*/ 949891 w 1091211"/>
              <a:gd name="connsiteY532" fmla="*/ 694115 h 2893056"/>
              <a:gd name="connsiteX533" fmla="*/ 951353 w 1091211"/>
              <a:gd name="connsiteY533" fmla="*/ 698485 h 2893056"/>
              <a:gd name="connsiteX534" fmla="*/ 952823 w 1091211"/>
              <a:gd name="connsiteY534" fmla="*/ 702824 h 2893056"/>
              <a:gd name="connsiteX535" fmla="*/ 954253 w 1091211"/>
              <a:gd name="connsiteY535" fmla="*/ 707186 h 2893056"/>
              <a:gd name="connsiteX536" fmla="*/ 955723 w 1091211"/>
              <a:gd name="connsiteY536" fmla="*/ 711587 h 2893056"/>
              <a:gd name="connsiteX537" fmla="*/ 958654 w 1091211"/>
              <a:gd name="connsiteY537" fmla="*/ 720319 h 2893056"/>
              <a:gd name="connsiteX538" fmla="*/ 960085 w 1091211"/>
              <a:gd name="connsiteY538" fmla="*/ 724712 h 2893056"/>
              <a:gd name="connsiteX539" fmla="*/ 961555 w 1091211"/>
              <a:gd name="connsiteY539" fmla="*/ 729113 h 2893056"/>
              <a:gd name="connsiteX540" fmla="*/ 963017 w 1091211"/>
              <a:gd name="connsiteY540" fmla="*/ 733538 h 2893056"/>
              <a:gd name="connsiteX541" fmla="*/ 964455 w 1091211"/>
              <a:gd name="connsiteY541" fmla="*/ 737939 h 2893056"/>
              <a:gd name="connsiteX542" fmla="*/ 968856 w 1091211"/>
              <a:gd name="connsiteY542" fmla="*/ 751220 h 2893056"/>
              <a:gd name="connsiteX543" fmla="*/ 970287 w 1091211"/>
              <a:gd name="connsiteY543" fmla="*/ 755645 h 2893056"/>
              <a:gd name="connsiteX544" fmla="*/ 971756 w 1091211"/>
              <a:gd name="connsiteY544" fmla="*/ 760077 h 2893056"/>
              <a:gd name="connsiteX545" fmla="*/ 973218 w 1091211"/>
              <a:gd name="connsiteY545" fmla="*/ 764533 h 2893056"/>
              <a:gd name="connsiteX546" fmla="*/ 974656 w 1091211"/>
              <a:gd name="connsiteY546" fmla="*/ 768989 h 2893056"/>
              <a:gd name="connsiteX547" fmla="*/ 977588 w 1091211"/>
              <a:gd name="connsiteY547" fmla="*/ 777908 h 2893056"/>
              <a:gd name="connsiteX548" fmla="*/ 979050 w 1091211"/>
              <a:gd name="connsiteY548" fmla="*/ 782395 h 2893056"/>
              <a:gd name="connsiteX549" fmla="*/ 980488 w 1091211"/>
              <a:gd name="connsiteY549" fmla="*/ 786859 h 2893056"/>
              <a:gd name="connsiteX550" fmla="*/ 983419 w 1091211"/>
              <a:gd name="connsiteY550" fmla="*/ 795833 h 2893056"/>
              <a:gd name="connsiteX551" fmla="*/ 984850 w 1091211"/>
              <a:gd name="connsiteY551" fmla="*/ 800320 h 2893056"/>
              <a:gd name="connsiteX552" fmla="*/ 986320 w 1091211"/>
              <a:gd name="connsiteY552" fmla="*/ 804839 h 2893056"/>
              <a:gd name="connsiteX553" fmla="*/ 987782 w 1091211"/>
              <a:gd name="connsiteY553" fmla="*/ 809334 h 2893056"/>
              <a:gd name="connsiteX554" fmla="*/ 989220 w 1091211"/>
              <a:gd name="connsiteY554" fmla="*/ 813852 h 2893056"/>
              <a:gd name="connsiteX555" fmla="*/ 993621 w 1091211"/>
              <a:gd name="connsiteY555" fmla="*/ 827407 h 2893056"/>
              <a:gd name="connsiteX556" fmla="*/ 995052 w 1091211"/>
              <a:gd name="connsiteY556" fmla="*/ 831926 h 2893056"/>
              <a:gd name="connsiteX557" fmla="*/ 996521 w 1091211"/>
              <a:gd name="connsiteY557" fmla="*/ 836475 h 2893056"/>
              <a:gd name="connsiteX558" fmla="*/ 997983 w 1091211"/>
              <a:gd name="connsiteY558" fmla="*/ 840994 h 2893056"/>
              <a:gd name="connsiteX559" fmla="*/ 999421 w 1091211"/>
              <a:gd name="connsiteY559" fmla="*/ 845543 h 2893056"/>
              <a:gd name="connsiteX560" fmla="*/ 1003815 w 1091211"/>
              <a:gd name="connsiteY560" fmla="*/ 859200 h 2893056"/>
              <a:gd name="connsiteX561" fmla="*/ 1005253 w 1091211"/>
              <a:gd name="connsiteY561" fmla="*/ 863750 h 2893056"/>
              <a:gd name="connsiteX562" fmla="*/ 1006715 w 1091211"/>
              <a:gd name="connsiteY562" fmla="*/ 868323 h 2893056"/>
              <a:gd name="connsiteX563" fmla="*/ 1008185 w 1091211"/>
              <a:gd name="connsiteY563" fmla="*/ 872880 h 2893056"/>
              <a:gd name="connsiteX564" fmla="*/ 1009615 w 1091211"/>
              <a:gd name="connsiteY564" fmla="*/ 877453 h 2893056"/>
              <a:gd name="connsiteX565" fmla="*/ 1014016 w 1091211"/>
              <a:gd name="connsiteY565" fmla="*/ 891196 h 2893056"/>
              <a:gd name="connsiteX566" fmla="*/ 1015455 w 1091211"/>
              <a:gd name="connsiteY566" fmla="*/ 895777 h 2893056"/>
              <a:gd name="connsiteX567" fmla="*/ 1016916 w 1091211"/>
              <a:gd name="connsiteY567" fmla="*/ 900389 h 2893056"/>
              <a:gd name="connsiteX568" fmla="*/ 1018378 w 1091211"/>
              <a:gd name="connsiteY568" fmla="*/ 904970 h 2893056"/>
              <a:gd name="connsiteX569" fmla="*/ 1019817 w 1091211"/>
              <a:gd name="connsiteY569" fmla="*/ 909582 h 2893056"/>
              <a:gd name="connsiteX570" fmla="*/ 1021286 w 1091211"/>
              <a:gd name="connsiteY570" fmla="*/ 914163 h 2893056"/>
              <a:gd name="connsiteX571" fmla="*/ 1024218 w 1091211"/>
              <a:gd name="connsiteY571" fmla="*/ 923380 h 2893056"/>
              <a:gd name="connsiteX572" fmla="*/ 1025648 w 1091211"/>
              <a:gd name="connsiteY572" fmla="*/ 927992 h 2893056"/>
              <a:gd name="connsiteX573" fmla="*/ 1028580 w 1091211"/>
              <a:gd name="connsiteY573" fmla="*/ 937216 h 2893056"/>
              <a:gd name="connsiteX574" fmla="*/ 1030018 w 1091211"/>
              <a:gd name="connsiteY574" fmla="*/ 941860 h 2893056"/>
              <a:gd name="connsiteX575" fmla="*/ 1031480 w 1091211"/>
              <a:gd name="connsiteY575" fmla="*/ 946472 h 2893056"/>
              <a:gd name="connsiteX576" fmla="*/ 1032950 w 1091211"/>
              <a:gd name="connsiteY576" fmla="*/ 951108 h 2893056"/>
              <a:gd name="connsiteX577" fmla="*/ 1034412 w 1091211"/>
              <a:gd name="connsiteY577" fmla="*/ 955720 h 2893056"/>
              <a:gd name="connsiteX578" fmla="*/ 1035850 w 1091211"/>
              <a:gd name="connsiteY578" fmla="*/ 960363 h 2893056"/>
              <a:gd name="connsiteX579" fmla="*/ 1038781 w 1091211"/>
              <a:gd name="connsiteY579" fmla="*/ 969642 h 2893056"/>
              <a:gd name="connsiteX580" fmla="*/ 1040212 w 1091211"/>
              <a:gd name="connsiteY580" fmla="*/ 974286 h 2893056"/>
              <a:gd name="connsiteX581" fmla="*/ 1043143 w 1091211"/>
              <a:gd name="connsiteY581" fmla="*/ 983573 h 2893056"/>
              <a:gd name="connsiteX582" fmla="*/ 1044582 w 1091211"/>
              <a:gd name="connsiteY582" fmla="*/ 988208 h 2893056"/>
              <a:gd name="connsiteX583" fmla="*/ 1046051 w 1091211"/>
              <a:gd name="connsiteY583" fmla="*/ 992852 h 2893056"/>
              <a:gd name="connsiteX584" fmla="*/ 1047513 w 1091211"/>
              <a:gd name="connsiteY584" fmla="*/ 997526 h 2893056"/>
              <a:gd name="connsiteX585" fmla="*/ 1048983 w 1091211"/>
              <a:gd name="connsiteY585" fmla="*/ 1002170 h 2893056"/>
              <a:gd name="connsiteX586" fmla="*/ 1050414 w 1091211"/>
              <a:gd name="connsiteY586" fmla="*/ 1006837 h 2893056"/>
              <a:gd name="connsiteX587" fmla="*/ 1051883 w 1091211"/>
              <a:gd name="connsiteY587" fmla="*/ 1011480 h 2893056"/>
              <a:gd name="connsiteX588" fmla="*/ 1053345 w 1091211"/>
              <a:gd name="connsiteY588" fmla="*/ 1016155 h 2893056"/>
              <a:gd name="connsiteX589" fmla="*/ 1054783 w 1091211"/>
              <a:gd name="connsiteY589" fmla="*/ 1020791 h 2893056"/>
              <a:gd name="connsiteX590" fmla="*/ 1059177 w 1091211"/>
              <a:gd name="connsiteY590" fmla="*/ 1034807 h 2893056"/>
              <a:gd name="connsiteX591" fmla="*/ 1060615 w 1091211"/>
              <a:gd name="connsiteY591" fmla="*/ 1039482 h 2893056"/>
              <a:gd name="connsiteX592" fmla="*/ 1062077 w 1091211"/>
              <a:gd name="connsiteY592" fmla="*/ 1044156 h 2893056"/>
              <a:gd name="connsiteX593" fmla="*/ 1063546 w 1091211"/>
              <a:gd name="connsiteY593" fmla="*/ 1048792 h 2893056"/>
              <a:gd name="connsiteX594" fmla="*/ 1064977 w 1091211"/>
              <a:gd name="connsiteY594" fmla="*/ 1053467 h 2893056"/>
              <a:gd name="connsiteX595" fmla="*/ 1066447 w 1091211"/>
              <a:gd name="connsiteY595" fmla="*/ 1058173 h 2893056"/>
              <a:gd name="connsiteX596" fmla="*/ 1069378 w 1091211"/>
              <a:gd name="connsiteY596" fmla="*/ 1067514 h 2893056"/>
              <a:gd name="connsiteX597" fmla="*/ 1070816 w 1091211"/>
              <a:gd name="connsiteY597" fmla="*/ 1072189 h 2893056"/>
              <a:gd name="connsiteX598" fmla="*/ 1073748 w 1091211"/>
              <a:gd name="connsiteY598" fmla="*/ 1081531 h 2893056"/>
              <a:gd name="connsiteX599" fmla="*/ 1075179 w 1091211"/>
              <a:gd name="connsiteY599" fmla="*/ 1086237 h 2893056"/>
              <a:gd name="connsiteX600" fmla="*/ 1079580 w 1091211"/>
              <a:gd name="connsiteY600" fmla="*/ 1100245 h 2893056"/>
              <a:gd name="connsiteX601" fmla="*/ 1081010 w 1091211"/>
              <a:gd name="connsiteY601" fmla="*/ 1104951 h 2893056"/>
              <a:gd name="connsiteX602" fmla="*/ 1083942 w 1091211"/>
              <a:gd name="connsiteY602" fmla="*/ 1114293 h 2893056"/>
              <a:gd name="connsiteX603" fmla="*/ 1085380 w 1091211"/>
              <a:gd name="connsiteY603" fmla="*/ 1118999 h 2893056"/>
              <a:gd name="connsiteX604" fmla="*/ 1086842 w 1091211"/>
              <a:gd name="connsiteY604" fmla="*/ 1123674 h 2893056"/>
              <a:gd name="connsiteX605" fmla="*/ 1088312 w 1091211"/>
              <a:gd name="connsiteY605" fmla="*/ 1128372 h 2893056"/>
              <a:gd name="connsiteX606" fmla="*/ 1089773 w 1091211"/>
              <a:gd name="connsiteY606" fmla="*/ 1133047 h 2893056"/>
              <a:gd name="connsiteX607" fmla="*/ 1091212 w 1091211"/>
              <a:gd name="connsiteY607" fmla="*/ 2893056 h 2893056"/>
              <a:gd name="connsiteX608" fmla="*/ 0 w 1091211"/>
              <a:gd name="connsiteY608" fmla="*/ 2893056 h 289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Lst>
            <a:rect l="l" t="t" r="r" b="b"/>
            <a:pathLst>
              <a:path w="1091211" h="2893056">
                <a:moveTo>
                  <a:pt x="1438" y="1133047"/>
                </a:moveTo>
                <a:lnTo>
                  <a:pt x="2900" y="1128372"/>
                </a:lnTo>
                <a:lnTo>
                  <a:pt x="4370" y="1123674"/>
                </a:lnTo>
                <a:lnTo>
                  <a:pt x="5832" y="1118999"/>
                </a:lnTo>
                <a:lnTo>
                  <a:pt x="7270" y="1114293"/>
                </a:lnTo>
                <a:lnTo>
                  <a:pt x="10201" y="1104951"/>
                </a:lnTo>
                <a:lnTo>
                  <a:pt x="11632" y="1100245"/>
                </a:lnTo>
                <a:lnTo>
                  <a:pt x="16033" y="1086237"/>
                </a:lnTo>
                <a:lnTo>
                  <a:pt x="17464" y="1081531"/>
                </a:lnTo>
                <a:lnTo>
                  <a:pt x="20395" y="1072189"/>
                </a:lnTo>
                <a:lnTo>
                  <a:pt x="21834" y="1067514"/>
                </a:lnTo>
                <a:lnTo>
                  <a:pt x="24765" y="1058173"/>
                </a:lnTo>
                <a:lnTo>
                  <a:pt x="26235" y="1053467"/>
                </a:lnTo>
                <a:lnTo>
                  <a:pt x="27665" y="1048792"/>
                </a:lnTo>
                <a:lnTo>
                  <a:pt x="29135" y="1044156"/>
                </a:lnTo>
                <a:lnTo>
                  <a:pt x="30597" y="1039482"/>
                </a:lnTo>
                <a:lnTo>
                  <a:pt x="32035" y="1034807"/>
                </a:lnTo>
                <a:lnTo>
                  <a:pt x="36428" y="1020791"/>
                </a:lnTo>
                <a:lnTo>
                  <a:pt x="37867" y="1016155"/>
                </a:lnTo>
                <a:lnTo>
                  <a:pt x="39329" y="1011480"/>
                </a:lnTo>
                <a:lnTo>
                  <a:pt x="40798" y="1006837"/>
                </a:lnTo>
                <a:lnTo>
                  <a:pt x="42229" y="1002170"/>
                </a:lnTo>
                <a:lnTo>
                  <a:pt x="43698" y="997526"/>
                </a:lnTo>
                <a:lnTo>
                  <a:pt x="45160" y="992852"/>
                </a:lnTo>
                <a:lnTo>
                  <a:pt x="46630" y="988208"/>
                </a:lnTo>
                <a:lnTo>
                  <a:pt x="48068" y="983573"/>
                </a:lnTo>
                <a:lnTo>
                  <a:pt x="50992" y="974286"/>
                </a:lnTo>
                <a:lnTo>
                  <a:pt x="52430" y="969642"/>
                </a:lnTo>
                <a:lnTo>
                  <a:pt x="55362" y="960363"/>
                </a:lnTo>
                <a:lnTo>
                  <a:pt x="56800" y="955720"/>
                </a:lnTo>
                <a:lnTo>
                  <a:pt x="58262" y="951108"/>
                </a:lnTo>
                <a:lnTo>
                  <a:pt x="59732" y="946472"/>
                </a:lnTo>
                <a:lnTo>
                  <a:pt x="61194" y="941860"/>
                </a:lnTo>
                <a:lnTo>
                  <a:pt x="62632" y="937216"/>
                </a:lnTo>
                <a:lnTo>
                  <a:pt x="65563" y="927992"/>
                </a:lnTo>
                <a:lnTo>
                  <a:pt x="66994" y="923380"/>
                </a:lnTo>
                <a:lnTo>
                  <a:pt x="69925" y="914163"/>
                </a:lnTo>
                <a:lnTo>
                  <a:pt x="71395" y="909582"/>
                </a:lnTo>
                <a:lnTo>
                  <a:pt x="72826" y="904970"/>
                </a:lnTo>
                <a:lnTo>
                  <a:pt x="74295" y="900389"/>
                </a:lnTo>
                <a:lnTo>
                  <a:pt x="75757" y="895777"/>
                </a:lnTo>
                <a:lnTo>
                  <a:pt x="77195" y="891196"/>
                </a:lnTo>
                <a:lnTo>
                  <a:pt x="81597" y="877453"/>
                </a:lnTo>
                <a:lnTo>
                  <a:pt x="83027" y="872880"/>
                </a:lnTo>
                <a:lnTo>
                  <a:pt x="84497" y="868323"/>
                </a:lnTo>
                <a:lnTo>
                  <a:pt x="85959" y="863750"/>
                </a:lnTo>
                <a:lnTo>
                  <a:pt x="87397" y="859200"/>
                </a:lnTo>
                <a:lnTo>
                  <a:pt x="91790" y="845543"/>
                </a:lnTo>
                <a:lnTo>
                  <a:pt x="93229" y="840994"/>
                </a:lnTo>
                <a:lnTo>
                  <a:pt x="94691" y="836475"/>
                </a:lnTo>
                <a:lnTo>
                  <a:pt x="96160" y="831926"/>
                </a:lnTo>
                <a:lnTo>
                  <a:pt x="97591" y="827407"/>
                </a:lnTo>
                <a:lnTo>
                  <a:pt x="101992" y="813852"/>
                </a:lnTo>
                <a:lnTo>
                  <a:pt x="103430" y="809334"/>
                </a:lnTo>
                <a:lnTo>
                  <a:pt x="104892" y="804839"/>
                </a:lnTo>
                <a:lnTo>
                  <a:pt x="106362" y="800320"/>
                </a:lnTo>
                <a:lnTo>
                  <a:pt x="107792" y="795833"/>
                </a:lnTo>
                <a:lnTo>
                  <a:pt x="110724" y="786859"/>
                </a:lnTo>
                <a:lnTo>
                  <a:pt x="112193" y="782395"/>
                </a:lnTo>
                <a:lnTo>
                  <a:pt x="113624" y="777908"/>
                </a:lnTo>
                <a:lnTo>
                  <a:pt x="116555" y="768989"/>
                </a:lnTo>
                <a:lnTo>
                  <a:pt x="117994" y="764533"/>
                </a:lnTo>
                <a:lnTo>
                  <a:pt x="119456" y="760077"/>
                </a:lnTo>
                <a:lnTo>
                  <a:pt x="120925" y="755645"/>
                </a:lnTo>
                <a:lnTo>
                  <a:pt x="122356" y="751220"/>
                </a:lnTo>
                <a:lnTo>
                  <a:pt x="126757" y="737939"/>
                </a:lnTo>
                <a:lnTo>
                  <a:pt x="128195" y="733538"/>
                </a:lnTo>
                <a:lnTo>
                  <a:pt x="129657" y="729113"/>
                </a:lnTo>
                <a:lnTo>
                  <a:pt x="131119" y="724712"/>
                </a:lnTo>
                <a:lnTo>
                  <a:pt x="132557" y="720319"/>
                </a:lnTo>
                <a:lnTo>
                  <a:pt x="135489" y="711587"/>
                </a:lnTo>
                <a:lnTo>
                  <a:pt x="136958" y="707186"/>
                </a:lnTo>
                <a:lnTo>
                  <a:pt x="138389" y="702824"/>
                </a:lnTo>
                <a:lnTo>
                  <a:pt x="139859" y="698485"/>
                </a:lnTo>
                <a:lnTo>
                  <a:pt x="141321" y="694115"/>
                </a:lnTo>
                <a:lnTo>
                  <a:pt x="142759" y="689784"/>
                </a:lnTo>
                <a:lnTo>
                  <a:pt x="145690" y="681107"/>
                </a:lnTo>
                <a:lnTo>
                  <a:pt x="147152" y="676800"/>
                </a:lnTo>
                <a:lnTo>
                  <a:pt x="148591" y="672469"/>
                </a:lnTo>
                <a:lnTo>
                  <a:pt x="151522" y="663854"/>
                </a:lnTo>
                <a:lnTo>
                  <a:pt x="152953" y="659578"/>
                </a:lnTo>
                <a:lnTo>
                  <a:pt x="154422" y="655279"/>
                </a:lnTo>
                <a:lnTo>
                  <a:pt x="155884" y="651003"/>
                </a:lnTo>
                <a:lnTo>
                  <a:pt x="157354" y="646758"/>
                </a:lnTo>
                <a:lnTo>
                  <a:pt x="158792" y="642482"/>
                </a:lnTo>
                <a:lnTo>
                  <a:pt x="161723" y="633993"/>
                </a:lnTo>
                <a:lnTo>
                  <a:pt x="163154" y="629748"/>
                </a:lnTo>
                <a:lnTo>
                  <a:pt x="164624" y="625503"/>
                </a:lnTo>
                <a:lnTo>
                  <a:pt x="167555" y="617076"/>
                </a:lnTo>
                <a:lnTo>
                  <a:pt x="168986" y="612894"/>
                </a:lnTo>
                <a:lnTo>
                  <a:pt x="170455" y="608680"/>
                </a:lnTo>
                <a:lnTo>
                  <a:pt x="171917" y="604490"/>
                </a:lnTo>
                <a:lnTo>
                  <a:pt x="173356" y="600308"/>
                </a:lnTo>
                <a:lnTo>
                  <a:pt x="174818" y="596157"/>
                </a:lnTo>
                <a:lnTo>
                  <a:pt x="176287" y="591974"/>
                </a:lnTo>
                <a:lnTo>
                  <a:pt x="177718" y="587821"/>
                </a:lnTo>
                <a:lnTo>
                  <a:pt x="179187" y="583699"/>
                </a:lnTo>
                <a:lnTo>
                  <a:pt x="180649" y="579546"/>
                </a:lnTo>
                <a:lnTo>
                  <a:pt x="182119" y="575424"/>
                </a:lnTo>
                <a:lnTo>
                  <a:pt x="183557" y="571332"/>
                </a:lnTo>
                <a:lnTo>
                  <a:pt x="185019" y="567210"/>
                </a:lnTo>
                <a:lnTo>
                  <a:pt x="186489" y="563117"/>
                </a:lnTo>
                <a:lnTo>
                  <a:pt x="187919" y="559026"/>
                </a:lnTo>
                <a:lnTo>
                  <a:pt x="189389" y="554934"/>
                </a:lnTo>
                <a:lnTo>
                  <a:pt x="192320" y="546811"/>
                </a:lnTo>
                <a:lnTo>
                  <a:pt x="193751" y="542750"/>
                </a:lnTo>
                <a:lnTo>
                  <a:pt x="195220" y="538719"/>
                </a:lnTo>
                <a:lnTo>
                  <a:pt x="196682" y="534719"/>
                </a:lnTo>
                <a:lnTo>
                  <a:pt x="198121" y="530688"/>
                </a:lnTo>
                <a:lnTo>
                  <a:pt x="202514" y="518687"/>
                </a:lnTo>
                <a:lnTo>
                  <a:pt x="203952" y="514718"/>
                </a:lnTo>
                <a:lnTo>
                  <a:pt x="206884" y="506778"/>
                </a:lnTo>
                <a:lnTo>
                  <a:pt x="208322" y="502839"/>
                </a:lnTo>
                <a:lnTo>
                  <a:pt x="211246" y="494961"/>
                </a:lnTo>
                <a:lnTo>
                  <a:pt x="212716" y="491052"/>
                </a:lnTo>
                <a:lnTo>
                  <a:pt x="214154" y="487144"/>
                </a:lnTo>
                <a:lnTo>
                  <a:pt x="215616" y="483235"/>
                </a:lnTo>
                <a:lnTo>
                  <a:pt x="217085" y="479357"/>
                </a:lnTo>
                <a:lnTo>
                  <a:pt x="218516" y="475509"/>
                </a:lnTo>
                <a:lnTo>
                  <a:pt x="219986" y="471631"/>
                </a:lnTo>
                <a:lnTo>
                  <a:pt x="222917" y="463936"/>
                </a:lnTo>
                <a:lnTo>
                  <a:pt x="224348" y="460119"/>
                </a:lnTo>
                <a:lnTo>
                  <a:pt x="227279" y="452485"/>
                </a:lnTo>
                <a:lnTo>
                  <a:pt x="228717" y="448698"/>
                </a:lnTo>
                <a:lnTo>
                  <a:pt x="230179" y="444912"/>
                </a:lnTo>
                <a:lnTo>
                  <a:pt x="231649" y="441156"/>
                </a:lnTo>
                <a:lnTo>
                  <a:pt x="233111" y="437370"/>
                </a:lnTo>
                <a:lnTo>
                  <a:pt x="234549" y="433644"/>
                </a:lnTo>
                <a:lnTo>
                  <a:pt x="236011" y="429919"/>
                </a:lnTo>
                <a:lnTo>
                  <a:pt x="237481" y="426163"/>
                </a:lnTo>
                <a:lnTo>
                  <a:pt x="238919" y="422468"/>
                </a:lnTo>
                <a:lnTo>
                  <a:pt x="241850" y="415078"/>
                </a:lnTo>
                <a:lnTo>
                  <a:pt x="243281" y="411414"/>
                </a:lnTo>
                <a:lnTo>
                  <a:pt x="246213" y="404085"/>
                </a:lnTo>
                <a:lnTo>
                  <a:pt x="247682" y="400451"/>
                </a:lnTo>
                <a:lnTo>
                  <a:pt x="249113" y="396818"/>
                </a:lnTo>
                <a:lnTo>
                  <a:pt x="252044" y="389611"/>
                </a:lnTo>
                <a:lnTo>
                  <a:pt x="253483" y="386038"/>
                </a:lnTo>
                <a:lnTo>
                  <a:pt x="254944" y="382435"/>
                </a:lnTo>
                <a:lnTo>
                  <a:pt x="257876" y="375351"/>
                </a:lnTo>
                <a:lnTo>
                  <a:pt x="259314" y="371778"/>
                </a:lnTo>
                <a:lnTo>
                  <a:pt x="260776" y="368297"/>
                </a:lnTo>
                <a:lnTo>
                  <a:pt x="262246" y="364785"/>
                </a:lnTo>
                <a:lnTo>
                  <a:pt x="263684" y="361273"/>
                </a:lnTo>
                <a:lnTo>
                  <a:pt x="266615" y="354311"/>
                </a:lnTo>
                <a:lnTo>
                  <a:pt x="268077" y="350861"/>
                </a:lnTo>
                <a:lnTo>
                  <a:pt x="269516" y="347410"/>
                </a:lnTo>
                <a:lnTo>
                  <a:pt x="272447" y="340570"/>
                </a:lnTo>
                <a:lnTo>
                  <a:pt x="273878" y="337180"/>
                </a:lnTo>
                <a:lnTo>
                  <a:pt x="276809" y="330401"/>
                </a:lnTo>
                <a:lnTo>
                  <a:pt x="278279" y="327042"/>
                </a:lnTo>
                <a:lnTo>
                  <a:pt x="279710" y="323683"/>
                </a:lnTo>
                <a:lnTo>
                  <a:pt x="282641" y="317027"/>
                </a:lnTo>
                <a:lnTo>
                  <a:pt x="284079" y="313729"/>
                </a:lnTo>
                <a:lnTo>
                  <a:pt x="285541" y="310431"/>
                </a:lnTo>
                <a:lnTo>
                  <a:pt x="288473" y="303896"/>
                </a:lnTo>
                <a:lnTo>
                  <a:pt x="289911" y="300628"/>
                </a:lnTo>
                <a:lnTo>
                  <a:pt x="291373" y="297422"/>
                </a:lnTo>
                <a:lnTo>
                  <a:pt x="292842" y="294185"/>
                </a:lnTo>
                <a:lnTo>
                  <a:pt x="294281" y="290979"/>
                </a:lnTo>
                <a:lnTo>
                  <a:pt x="298674" y="281452"/>
                </a:lnTo>
                <a:lnTo>
                  <a:pt x="300112" y="278306"/>
                </a:lnTo>
                <a:lnTo>
                  <a:pt x="301574" y="275192"/>
                </a:lnTo>
                <a:lnTo>
                  <a:pt x="303044" y="272047"/>
                </a:lnTo>
                <a:lnTo>
                  <a:pt x="304475" y="268962"/>
                </a:lnTo>
                <a:lnTo>
                  <a:pt x="307406" y="262794"/>
                </a:lnTo>
                <a:lnTo>
                  <a:pt x="308844" y="259740"/>
                </a:lnTo>
                <a:lnTo>
                  <a:pt x="310306" y="256717"/>
                </a:lnTo>
                <a:lnTo>
                  <a:pt x="311776" y="253664"/>
                </a:lnTo>
                <a:lnTo>
                  <a:pt x="313238" y="250671"/>
                </a:lnTo>
                <a:lnTo>
                  <a:pt x="314676" y="247679"/>
                </a:lnTo>
                <a:lnTo>
                  <a:pt x="316138" y="244687"/>
                </a:lnTo>
                <a:lnTo>
                  <a:pt x="317608" y="241724"/>
                </a:lnTo>
                <a:lnTo>
                  <a:pt x="319046" y="238792"/>
                </a:lnTo>
                <a:lnTo>
                  <a:pt x="320508" y="235830"/>
                </a:lnTo>
                <a:lnTo>
                  <a:pt x="323439" y="230029"/>
                </a:lnTo>
                <a:lnTo>
                  <a:pt x="324878" y="227128"/>
                </a:lnTo>
                <a:lnTo>
                  <a:pt x="326339" y="224288"/>
                </a:lnTo>
                <a:lnTo>
                  <a:pt x="327809" y="221418"/>
                </a:lnTo>
                <a:lnTo>
                  <a:pt x="329240" y="218578"/>
                </a:lnTo>
                <a:lnTo>
                  <a:pt x="333641" y="210150"/>
                </a:lnTo>
                <a:lnTo>
                  <a:pt x="335071" y="207401"/>
                </a:lnTo>
                <a:lnTo>
                  <a:pt x="336541" y="204623"/>
                </a:lnTo>
                <a:lnTo>
                  <a:pt x="338003" y="201875"/>
                </a:lnTo>
                <a:lnTo>
                  <a:pt x="339441" y="199156"/>
                </a:lnTo>
                <a:lnTo>
                  <a:pt x="340903" y="196470"/>
                </a:lnTo>
                <a:lnTo>
                  <a:pt x="342373" y="193752"/>
                </a:lnTo>
                <a:lnTo>
                  <a:pt x="343835" y="191095"/>
                </a:lnTo>
                <a:lnTo>
                  <a:pt x="345273" y="188438"/>
                </a:lnTo>
                <a:lnTo>
                  <a:pt x="346742" y="185782"/>
                </a:lnTo>
                <a:lnTo>
                  <a:pt x="348204" y="183187"/>
                </a:lnTo>
                <a:lnTo>
                  <a:pt x="349643" y="180560"/>
                </a:lnTo>
                <a:lnTo>
                  <a:pt x="351105" y="177965"/>
                </a:lnTo>
                <a:lnTo>
                  <a:pt x="354036" y="172835"/>
                </a:lnTo>
                <a:lnTo>
                  <a:pt x="355474" y="170300"/>
                </a:lnTo>
                <a:lnTo>
                  <a:pt x="356936" y="167766"/>
                </a:lnTo>
                <a:lnTo>
                  <a:pt x="358406" y="165262"/>
                </a:lnTo>
                <a:lnTo>
                  <a:pt x="359836" y="162758"/>
                </a:lnTo>
                <a:lnTo>
                  <a:pt x="362768" y="157872"/>
                </a:lnTo>
                <a:lnTo>
                  <a:pt x="364206" y="155399"/>
                </a:lnTo>
                <a:lnTo>
                  <a:pt x="365668" y="152986"/>
                </a:lnTo>
                <a:lnTo>
                  <a:pt x="367138" y="150604"/>
                </a:lnTo>
                <a:lnTo>
                  <a:pt x="368600" y="148192"/>
                </a:lnTo>
                <a:lnTo>
                  <a:pt x="370038" y="145840"/>
                </a:lnTo>
                <a:lnTo>
                  <a:pt x="372969" y="141138"/>
                </a:lnTo>
                <a:lnTo>
                  <a:pt x="374408" y="138848"/>
                </a:lnTo>
                <a:lnTo>
                  <a:pt x="377339" y="134268"/>
                </a:lnTo>
                <a:lnTo>
                  <a:pt x="378801" y="132008"/>
                </a:lnTo>
                <a:lnTo>
                  <a:pt x="380239" y="129778"/>
                </a:lnTo>
                <a:lnTo>
                  <a:pt x="381701" y="127519"/>
                </a:lnTo>
                <a:lnTo>
                  <a:pt x="383171" y="125320"/>
                </a:lnTo>
                <a:lnTo>
                  <a:pt x="384602" y="123152"/>
                </a:lnTo>
                <a:lnTo>
                  <a:pt x="386071" y="120953"/>
                </a:lnTo>
                <a:lnTo>
                  <a:pt x="389003" y="116679"/>
                </a:lnTo>
                <a:lnTo>
                  <a:pt x="390433" y="114541"/>
                </a:lnTo>
                <a:lnTo>
                  <a:pt x="393365" y="110388"/>
                </a:lnTo>
                <a:lnTo>
                  <a:pt x="394803" y="108311"/>
                </a:lnTo>
                <a:lnTo>
                  <a:pt x="396265" y="106266"/>
                </a:lnTo>
                <a:lnTo>
                  <a:pt x="399196" y="102235"/>
                </a:lnTo>
                <a:lnTo>
                  <a:pt x="400635" y="100250"/>
                </a:lnTo>
                <a:lnTo>
                  <a:pt x="402104" y="98296"/>
                </a:lnTo>
                <a:lnTo>
                  <a:pt x="403566" y="96311"/>
                </a:lnTo>
                <a:lnTo>
                  <a:pt x="405005" y="94387"/>
                </a:lnTo>
                <a:lnTo>
                  <a:pt x="406466" y="92494"/>
                </a:lnTo>
                <a:lnTo>
                  <a:pt x="407936" y="90570"/>
                </a:lnTo>
                <a:lnTo>
                  <a:pt x="409398" y="88707"/>
                </a:lnTo>
                <a:lnTo>
                  <a:pt x="410836" y="86845"/>
                </a:lnTo>
                <a:lnTo>
                  <a:pt x="412298" y="84982"/>
                </a:lnTo>
                <a:lnTo>
                  <a:pt x="413768" y="83180"/>
                </a:lnTo>
                <a:lnTo>
                  <a:pt x="415198" y="81378"/>
                </a:lnTo>
                <a:lnTo>
                  <a:pt x="416668" y="79577"/>
                </a:lnTo>
                <a:lnTo>
                  <a:pt x="419599" y="76096"/>
                </a:lnTo>
                <a:lnTo>
                  <a:pt x="421030" y="74355"/>
                </a:lnTo>
                <a:lnTo>
                  <a:pt x="422500" y="72645"/>
                </a:lnTo>
                <a:lnTo>
                  <a:pt x="423962" y="70966"/>
                </a:lnTo>
                <a:lnTo>
                  <a:pt x="425400" y="69287"/>
                </a:lnTo>
                <a:lnTo>
                  <a:pt x="426869" y="67637"/>
                </a:lnTo>
                <a:lnTo>
                  <a:pt x="428331" y="66019"/>
                </a:lnTo>
                <a:lnTo>
                  <a:pt x="429770" y="64401"/>
                </a:lnTo>
                <a:lnTo>
                  <a:pt x="431232" y="62812"/>
                </a:lnTo>
                <a:lnTo>
                  <a:pt x="432701" y="61255"/>
                </a:lnTo>
                <a:lnTo>
                  <a:pt x="434163" y="59668"/>
                </a:lnTo>
                <a:lnTo>
                  <a:pt x="435601" y="58141"/>
                </a:lnTo>
                <a:lnTo>
                  <a:pt x="437063" y="56645"/>
                </a:lnTo>
                <a:lnTo>
                  <a:pt x="438533" y="55118"/>
                </a:lnTo>
                <a:lnTo>
                  <a:pt x="439963" y="53652"/>
                </a:lnTo>
                <a:lnTo>
                  <a:pt x="441433" y="52217"/>
                </a:lnTo>
                <a:lnTo>
                  <a:pt x="442895" y="50751"/>
                </a:lnTo>
                <a:lnTo>
                  <a:pt x="444364" y="49346"/>
                </a:lnTo>
                <a:lnTo>
                  <a:pt x="445795" y="47942"/>
                </a:lnTo>
                <a:lnTo>
                  <a:pt x="447265" y="46567"/>
                </a:lnTo>
                <a:lnTo>
                  <a:pt x="448727" y="45224"/>
                </a:lnTo>
                <a:lnTo>
                  <a:pt x="450165" y="43881"/>
                </a:lnTo>
                <a:lnTo>
                  <a:pt x="451627" y="42537"/>
                </a:lnTo>
                <a:lnTo>
                  <a:pt x="454566" y="39972"/>
                </a:lnTo>
                <a:lnTo>
                  <a:pt x="455997" y="38689"/>
                </a:lnTo>
                <a:lnTo>
                  <a:pt x="458928" y="36246"/>
                </a:lnTo>
                <a:lnTo>
                  <a:pt x="460366" y="35024"/>
                </a:lnTo>
                <a:lnTo>
                  <a:pt x="464760" y="31543"/>
                </a:lnTo>
                <a:lnTo>
                  <a:pt x="466198" y="30444"/>
                </a:lnTo>
                <a:lnTo>
                  <a:pt x="469130" y="28246"/>
                </a:lnTo>
                <a:lnTo>
                  <a:pt x="470560" y="27207"/>
                </a:lnTo>
                <a:lnTo>
                  <a:pt x="473492" y="25131"/>
                </a:lnTo>
                <a:lnTo>
                  <a:pt x="474961" y="24123"/>
                </a:lnTo>
                <a:lnTo>
                  <a:pt x="476392" y="23146"/>
                </a:lnTo>
                <a:lnTo>
                  <a:pt x="477861" y="22169"/>
                </a:lnTo>
                <a:lnTo>
                  <a:pt x="479323" y="21253"/>
                </a:lnTo>
                <a:lnTo>
                  <a:pt x="480762" y="20337"/>
                </a:lnTo>
                <a:lnTo>
                  <a:pt x="482231" y="19421"/>
                </a:lnTo>
                <a:lnTo>
                  <a:pt x="483693" y="18536"/>
                </a:lnTo>
                <a:lnTo>
                  <a:pt x="485163" y="17680"/>
                </a:lnTo>
                <a:lnTo>
                  <a:pt x="486593" y="16825"/>
                </a:lnTo>
                <a:lnTo>
                  <a:pt x="489525" y="15237"/>
                </a:lnTo>
                <a:lnTo>
                  <a:pt x="490963" y="14443"/>
                </a:lnTo>
                <a:lnTo>
                  <a:pt x="492425" y="13680"/>
                </a:lnTo>
                <a:lnTo>
                  <a:pt x="493895" y="12947"/>
                </a:lnTo>
                <a:lnTo>
                  <a:pt x="495325" y="12214"/>
                </a:lnTo>
                <a:lnTo>
                  <a:pt x="498257" y="10871"/>
                </a:lnTo>
                <a:lnTo>
                  <a:pt x="499726" y="10169"/>
                </a:lnTo>
                <a:lnTo>
                  <a:pt x="501157" y="9557"/>
                </a:lnTo>
                <a:lnTo>
                  <a:pt x="504088" y="8336"/>
                </a:lnTo>
                <a:lnTo>
                  <a:pt x="505527" y="7787"/>
                </a:lnTo>
                <a:lnTo>
                  <a:pt x="506996" y="7206"/>
                </a:lnTo>
                <a:lnTo>
                  <a:pt x="508458" y="6656"/>
                </a:lnTo>
                <a:lnTo>
                  <a:pt x="509928" y="6168"/>
                </a:lnTo>
                <a:lnTo>
                  <a:pt x="511358" y="5679"/>
                </a:lnTo>
                <a:lnTo>
                  <a:pt x="512828" y="5191"/>
                </a:lnTo>
                <a:lnTo>
                  <a:pt x="514290" y="4764"/>
                </a:lnTo>
                <a:lnTo>
                  <a:pt x="515728" y="4336"/>
                </a:lnTo>
                <a:lnTo>
                  <a:pt x="517190" y="3878"/>
                </a:lnTo>
                <a:lnTo>
                  <a:pt x="520122" y="3145"/>
                </a:lnTo>
                <a:lnTo>
                  <a:pt x="521560" y="2778"/>
                </a:lnTo>
                <a:lnTo>
                  <a:pt x="524491" y="2168"/>
                </a:lnTo>
                <a:lnTo>
                  <a:pt x="525922" y="1863"/>
                </a:lnTo>
                <a:lnTo>
                  <a:pt x="527392" y="1588"/>
                </a:lnTo>
                <a:lnTo>
                  <a:pt x="530323" y="1099"/>
                </a:lnTo>
                <a:lnTo>
                  <a:pt x="531754" y="916"/>
                </a:lnTo>
                <a:lnTo>
                  <a:pt x="534693" y="550"/>
                </a:lnTo>
                <a:lnTo>
                  <a:pt x="536124" y="428"/>
                </a:lnTo>
                <a:lnTo>
                  <a:pt x="539055" y="183"/>
                </a:lnTo>
                <a:lnTo>
                  <a:pt x="540525" y="122"/>
                </a:lnTo>
                <a:lnTo>
                  <a:pt x="541955" y="61"/>
                </a:lnTo>
                <a:lnTo>
                  <a:pt x="543425" y="0"/>
                </a:lnTo>
                <a:lnTo>
                  <a:pt x="547787" y="0"/>
                </a:lnTo>
                <a:lnTo>
                  <a:pt x="549257" y="61"/>
                </a:lnTo>
                <a:lnTo>
                  <a:pt x="550687" y="122"/>
                </a:lnTo>
                <a:lnTo>
                  <a:pt x="552157" y="183"/>
                </a:lnTo>
                <a:lnTo>
                  <a:pt x="555088" y="428"/>
                </a:lnTo>
                <a:lnTo>
                  <a:pt x="556519" y="550"/>
                </a:lnTo>
                <a:lnTo>
                  <a:pt x="559450" y="916"/>
                </a:lnTo>
                <a:lnTo>
                  <a:pt x="560889" y="1099"/>
                </a:lnTo>
                <a:lnTo>
                  <a:pt x="563820" y="1588"/>
                </a:lnTo>
                <a:lnTo>
                  <a:pt x="565290" y="1863"/>
                </a:lnTo>
                <a:lnTo>
                  <a:pt x="566720" y="2168"/>
                </a:lnTo>
                <a:lnTo>
                  <a:pt x="569652" y="2778"/>
                </a:lnTo>
                <a:lnTo>
                  <a:pt x="571090" y="3145"/>
                </a:lnTo>
                <a:lnTo>
                  <a:pt x="574022" y="3878"/>
                </a:lnTo>
                <a:lnTo>
                  <a:pt x="575484" y="4336"/>
                </a:lnTo>
                <a:lnTo>
                  <a:pt x="576922" y="4764"/>
                </a:lnTo>
                <a:lnTo>
                  <a:pt x="578384" y="5191"/>
                </a:lnTo>
                <a:lnTo>
                  <a:pt x="579853" y="5679"/>
                </a:lnTo>
                <a:lnTo>
                  <a:pt x="581284" y="6168"/>
                </a:lnTo>
                <a:lnTo>
                  <a:pt x="582754" y="6656"/>
                </a:lnTo>
                <a:lnTo>
                  <a:pt x="584215" y="7206"/>
                </a:lnTo>
                <a:lnTo>
                  <a:pt x="585685" y="7787"/>
                </a:lnTo>
                <a:lnTo>
                  <a:pt x="587123" y="8336"/>
                </a:lnTo>
                <a:lnTo>
                  <a:pt x="590055" y="9557"/>
                </a:lnTo>
                <a:lnTo>
                  <a:pt x="591485" y="10169"/>
                </a:lnTo>
                <a:lnTo>
                  <a:pt x="592955" y="10871"/>
                </a:lnTo>
                <a:lnTo>
                  <a:pt x="595886" y="12214"/>
                </a:lnTo>
                <a:lnTo>
                  <a:pt x="597317" y="12947"/>
                </a:lnTo>
                <a:lnTo>
                  <a:pt x="598787" y="13680"/>
                </a:lnTo>
                <a:lnTo>
                  <a:pt x="600249" y="14443"/>
                </a:lnTo>
                <a:lnTo>
                  <a:pt x="601687" y="15237"/>
                </a:lnTo>
                <a:lnTo>
                  <a:pt x="604618" y="16825"/>
                </a:lnTo>
                <a:lnTo>
                  <a:pt x="606080" y="17680"/>
                </a:lnTo>
                <a:lnTo>
                  <a:pt x="607519" y="18536"/>
                </a:lnTo>
                <a:lnTo>
                  <a:pt x="608981" y="19421"/>
                </a:lnTo>
                <a:lnTo>
                  <a:pt x="610450" y="20337"/>
                </a:lnTo>
                <a:lnTo>
                  <a:pt x="611881" y="21253"/>
                </a:lnTo>
                <a:lnTo>
                  <a:pt x="613350" y="22169"/>
                </a:lnTo>
                <a:lnTo>
                  <a:pt x="614820" y="23146"/>
                </a:lnTo>
                <a:lnTo>
                  <a:pt x="616251" y="24123"/>
                </a:lnTo>
                <a:lnTo>
                  <a:pt x="617720" y="25131"/>
                </a:lnTo>
                <a:lnTo>
                  <a:pt x="620652" y="27207"/>
                </a:lnTo>
                <a:lnTo>
                  <a:pt x="622082" y="28246"/>
                </a:lnTo>
                <a:lnTo>
                  <a:pt x="625014" y="30444"/>
                </a:lnTo>
                <a:lnTo>
                  <a:pt x="626452" y="31543"/>
                </a:lnTo>
                <a:lnTo>
                  <a:pt x="630845" y="35024"/>
                </a:lnTo>
                <a:lnTo>
                  <a:pt x="632284" y="36246"/>
                </a:lnTo>
                <a:lnTo>
                  <a:pt x="635215" y="38689"/>
                </a:lnTo>
                <a:lnTo>
                  <a:pt x="636646" y="39972"/>
                </a:lnTo>
                <a:lnTo>
                  <a:pt x="639577" y="42537"/>
                </a:lnTo>
                <a:lnTo>
                  <a:pt x="641047" y="43881"/>
                </a:lnTo>
                <a:lnTo>
                  <a:pt x="642485" y="45224"/>
                </a:lnTo>
                <a:lnTo>
                  <a:pt x="643947" y="46567"/>
                </a:lnTo>
                <a:lnTo>
                  <a:pt x="645417" y="47942"/>
                </a:lnTo>
                <a:lnTo>
                  <a:pt x="646847" y="49346"/>
                </a:lnTo>
                <a:lnTo>
                  <a:pt x="648317" y="50751"/>
                </a:lnTo>
                <a:lnTo>
                  <a:pt x="649779" y="52217"/>
                </a:lnTo>
                <a:lnTo>
                  <a:pt x="651248" y="53652"/>
                </a:lnTo>
                <a:lnTo>
                  <a:pt x="652679" y="55118"/>
                </a:lnTo>
                <a:lnTo>
                  <a:pt x="654149" y="56645"/>
                </a:lnTo>
                <a:lnTo>
                  <a:pt x="655610" y="58141"/>
                </a:lnTo>
                <a:lnTo>
                  <a:pt x="657049" y="59668"/>
                </a:lnTo>
                <a:lnTo>
                  <a:pt x="658511" y="61255"/>
                </a:lnTo>
                <a:lnTo>
                  <a:pt x="659980" y="62812"/>
                </a:lnTo>
                <a:lnTo>
                  <a:pt x="661442" y="64401"/>
                </a:lnTo>
                <a:lnTo>
                  <a:pt x="662880" y="66019"/>
                </a:lnTo>
                <a:lnTo>
                  <a:pt x="664342" y="67637"/>
                </a:lnTo>
                <a:lnTo>
                  <a:pt x="665812" y="69287"/>
                </a:lnTo>
                <a:lnTo>
                  <a:pt x="667250" y="70966"/>
                </a:lnTo>
                <a:lnTo>
                  <a:pt x="668712" y="72645"/>
                </a:lnTo>
                <a:lnTo>
                  <a:pt x="670182" y="74355"/>
                </a:lnTo>
                <a:lnTo>
                  <a:pt x="671612" y="76096"/>
                </a:lnTo>
                <a:lnTo>
                  <a:pt x="674544" y="79577"/>
                </a:lnTo>
                <a:lnTo>
                  <a:pt x="676013" y="81378"/>
                </a:lnTo>
                <a:lnTo>
                  <a:pt x="677444" y="83180"/>
                </a:lnTo>
                <a:lnTo>
                  <a:pt x="678914" y="84982"/>
                </a:lnTo>
                <a:lnTo>
                  <a:pt x="680376" y="86845"/>
                </a:lnTo>
                <a:lnTo>
                  <a:pt x="681814" y="88707"/>
                </a:lnTo>
                <a:lnTo>
                  <a:pt x="683276" y="90570"/>
                </a:lnTo>
                <a:lnTo>
                  <a:pt x="684745" y="92494"/>
                </a:lnTo>
                <a:lnTo>
                  <a:pt x="686207" y="94387"/>
                </a:lnTo>
                <a:lnTo>
                  <a:pt x="687646" y="96311"/>
                </a:lnTo>
                <a:lnTo>
                  <a:pt x="689107" y="98296"/>
                </a:lnTo>
                <a:lnTo>
                  <a:pt x="690577" y="100250"/>
                </a:lnTo>
                <a:lnTo>
                  <a:pt x="692008" y="102235"/>
                </a:lnTo>
                <a:lnTo>
                  <a:pt x="694947" y="106266"/>
                </a:lnTo>
                <a:lnTo>
                  <a:pt x="696409" y="108311"/>
                </a:lnTo>
                <a:lnTo>
                  <a:pt x="697847" y="110388"/>
                </a:lnTo>
                <a:lnTo>
                  <a:pt x="700778" y="114541"/>
                </a:lnTo>
                <a:lnTo>
                  <a:pt x="702209" y="116679"/>
                </a:lnTo>
                <a:lnTo>
                  <a:pt x="705141" y="120953"/>
                </a:lnTo>
                <a:lnTo>
                  <a:pt x="706610" y="123152"/>
                </a:lnTo>
                <a:lnTo>
                  <a:pt x="708041" y="125320"/>
                </a:lnTo>
                <a:lnTo>
                  <a:pt x="709510" y="127519"/>
                </a:lnTo>
                <a:lnTo>
                  <a:pt x="710972" y="129778"/>
                </a:lnTo>
                <a:lnTo>
                  <a:pt x="712411" y="132008"/>
                </a:lnTo>
                <a:lnTo>
                  <a:pt x="713873" y="134268"/>
                </a:lnTo>
                <a:lnTo>
                  <a:pt x="716804" y="138848"/>
                </a:lnTo>
                <a:lnTo>
                  <a:pt x="718242" y="141138"/>
                </a:lnTo>
                <a:lnTo>
                  <a:pt x="721174" y="145840"/>
                </a:lnTo>
                <a:lnTo>
                  <a:pt x="722612" y="148192"/>
                </a:lnTo>
                <a:lnTo>
                  <a:pt x="724074" y="150604"/>
                </a:lnTo>
                <a:lnTo>
                  <a:pt x="725544" y="152986"/>
                </a:lnTo>
                <a:lnTo>
                  <a:pt x="727005" y="155399"/>
                </a:lnTo>
                <a:lnTo>
                  <a:pt x="728444" y="157872"/>
                </a:lnTo>
                <a:lnTo>
                  <a:pt x="731375" y="162758"/>
                </a:lnTo>
                <a:lnTo>
                  <a:pt x="732806" y="165262"/>
                </a:lnTo>
                <a:lnTo>
                  <a:pt x="734275" y="167766"/>
                </a:lnTo>
                <a:lnTo>
                  <a:pt x="735737" y="170300"/>
                </a:lnTo>
                <a:lnTo>
                  <a:pt x="737176" y="172835"/>
                </a:lnTo>
                <a:lnTo>
                  <a:pt x="740107" y="177965"/>
                </a:lnTo>
                <a:lnTo>
                  <a:pt x="741569" y="180560"/>
                </a:lnTo>
                <a:lnTo>
                  <a:pt x="743007" y="183187"/>
                </a:lnTo>
                <a:lnTo>
                  <a:pt x="744469" y="185782"/>
                </a:lnTo>
                <a:lnTo>
                  <a:pt x="745939" y="188438"/>
                </a:lnTo>
                <a:lnTo>
                  <a:pt x="747377" y="191095"/>
                </a:lnTo>
                <a:lnTo>
                  <a:pt x="748839" y="193752"/>
                </a:lnTo>
                <a:lnTo>
                  <a:pt x="750309" y="196470"/>
                </a:lnTo>
                <a:lnTo>
                  <a:pt x="751771" y="199156"/>
                </a:lnTo>
                <a:lnTo>
                  <a:pt x="753209" y="201875"/>
                </a:lnTo>
                <a:lnTo>
                  <a:pt x="754671" y="204623"/>
                </a:lnTo>
                <a:lnTo>
                  <a:pt x="756140" y="207401"/>
                </a:lnTo>
                <a:lnTo>
                  <a:pt x="757571" y="210150"/>
                </a:lnTo>
                <a:lnTo>
                  <a:pt x="761972" y="218578"/>
                </a:lnTo>
                <a:lnTo>
                  <a:pt x="763403" y="221418"/>
                </a:lnTo>
                <a:lnTo>
                  <a:pt x="764872" y="224288"/>
                </a:lnTo>
                <a:lnTo>
                  <a:pt x="766334" y="227128"/>
                </a:lnTo>
                <a:lnTo>
                  <a:pt x="767772" y="230029"/>
                </a:lnTo>
                <a:lnTo>
                  <a:pt x="770704" y="235830"/>
                </a:lnTo>
                <a:lnTo>
                  <a:pt x="772166" y="238792"/>
                </a:lnTo>
                <a:lnTo>
                  <a:pt x="773604" y="241724"/>
                </a:lnTo>
                <a:lnTo>
                  <a:pt x="775074" y="244687"/>
                </a:lnTo>
                <a:lnTo>
                  <a:pt x="776536" y="247679"/>
                </a:lnTo>
                <a:lnTo>
                  <a:pt x="777974" y="250671"/>
                </a:lnTo>
                <a:lnTo>
                  <a:pt x="779436" y="253664"/>
                </a:lnTo>
                <a:lnTo>
                  <a:pt x="780905" y="256717"/>
                </a:lnTo>
                <a:lnTo>
                  <a:pt x="782367" y="259740"/>
                </a:lnTo>
                <a:lnTo>
                  <a:pt x="783806" y="262794"/>
                </a:lnTo>
                <a:lnTo>
                  <a:pt x="786737" y="268962"/>
                </a:lnTo>
                <a:lnTo>
                  <a:pt x="788168" y="272047"/>
                </a:lnTo>
                <a:lnTo>
                  <a:pt x="789637" y="275192"/>
                </a:lnTo>
                <a:lnTo>
                  <a:pt x="791099" y="278306"/>
                </a:lnTo>
                <a:lnTo>
                  <a:pt x="792569" y="281452"/>
                </a:lnTo>
                <a:lnTo>
                  <a:pt x="793999" y="284627"/>
                </a:lnTo>
                <a:lnTo>
                  <a:pt x="796931" y="290979"/>
                </a:lnTo>
                <a:lnTo>
                  <a:pt x="798369" y="294185"/>
                </a:lnTo>
                <a:lnTo>
                  <a:pt x="799831" y="297422"/>
                </a:lnTo>
                <a:lnTo>
                  <a:pt x="801301" y="300628"/>
                </a:lnTo>
                <a:lnTo>
                  <a:pt x="802739" y="303896"/>
                </a:lnTo>
                <a:lnTo>
                  <a:pt x="805671" y="310431"/>
                </a:lnTo>
                <a:lnTo>
                  <a:pt x="807132" y="313729"/>
                </a:lnTo>
                <a:lnTo>
                  <a:pt x="808571" y="317027"/>
                </a:lnTo>
                <a:lnTo>
                  <a:pt x="811502" y="323683"/>
                </a:lnTo>
                <a:lnTo>
                  <a:pt x="812933" y="327042"/>
                </a:lnTo>
                <a:lnTo>
                  <a:pt x="814402" y="330401"/>
                </a:lnTo>
                <a:lnTo>
                  <a:pt x="817334" y="337180"/>
                </a:lnTo>
                <a:lnTo>
                  <a:pt x="818765" y="340570"/>
                </a:lnTo>
                <a:lnTo>
                  <a:pt x="821696" y="347410"/>
                </a:lnTo>
                <a:lnTo>
                  <a:pt x="823134" y="350861"/>
                </a:lnTo>
                <a:lnTo>
                  <a:pt x="824596" y="354311"/>
                </a:lnTo>
                <a:lnTo>
                  <a:pt x="827528" y="361273"/>
                </a:lnTo>
                <a:lnTo>
                  <a:pt x="828966" y="364785"/>
                </a:lnTo>
                <a:lnTo>
                  <a:pt x="830436" y="368297"/>
                </a:lnTo>
                <a:lnTo>
                  <a:pt x="831898" y="371778"/>
                </a:lnTo>
                <a:lnTo>
                  <a:pt x="833336" y="375351"/>
                </a:lnTo>
                <a:lnTo>
                  <a:pt x="836267" y="382435"/>
                </a:lnTo>
                <a:lnTo>
                  <a:pt x="837729" y="386038"/>
                </a:lnTo>
                <a:lnTo>
                  <a:pt x="839168" y="389611"/>
                </a:lnTo>
                <a:lnTo>
                  <a:pt x="842099" y="396818"/>
                </a:lnTo>
                <a:lnTo>
                  <a:pt x="843530" y="400451"/>
                </a:lnTo>
                <a:lnTo>
                  <a:pt x="844999" y="404085"/>
                </a:lnTo>
                <a:lnTo>
                  <a:pt x="847931" y="411414"/>
                </a:lnTo>
                <a:lnTo>
                  <a:pt x="849361" y="415078"/>
                </a:lnTo>
                <a:lnTo>
                  <a:pt x="852293" y="422468"/>
                </a:lnTo>
                <a:lnTo>
                  <a:pt x="853731" y="426163"/>
                </a:lnTo>
                <a:lnTo>
                  <a:pt x="855201" y="429919"/>
                </a:lnTo>
                <a:lnTo>
                  <a:pt x="856663" y="433644"/>
                </a:lnTo>
                <a:lnTo>
                  <a:pt x="858101" y="437370"/>
                </a:lnTo>
                <a:lnTo>
                  <a:pt x="859563" y="441156"/>
                </a:lnTo>
                <a:lnTo>
                  <a:pt x="861032" y="444912"/>
                </a:lnTo>
                <a:lnTo>
                  <a:pt x="862494" y="448698"/>
                </a:lnTo>
                <a:lnTo>
                  <a:pt x="863933" y="452485"/>
                </a:lnTo>
                <a:lnTo>
                  <a:pt x="866864" y="460119"/>
                </a:lnTo>
                <a:lnTo>
                  <a:pt x="868295" y="463936"/>
                </a:lnTo>
                <a:lnTo>
                  <a:pt x="871226" y="471631"/>
                </a:lnTo>
                <a:lnTo>
                  <a:pt x="872696" y="475509"/>
                </a:lnTo>
                <a:lnTo>
                  <a:pt x="874126" y="479357"/>
                </a:lnTo>
                <a:lnTo>
                  <a:pt x="875596" y="483235"/>
                </a:lnTo>
                <a:lnTo>
                  <a:pt x="877058" y="487144"/>
                </a:lnTo>
                <a:lnTo>
                  <a:pt x="878496" y="491052"/>
                </a:lnTo>
                <a:lnTo>
                  <a:pt x="879958" y="494961"/>
                </a:lnTo>
                <a:lnTo>
                  <a:pt x="882890" y="502839"/>
                </a:lnTo>
                <a:lnTo>
                  <a:pt x="884328" y="506778"/>
                </a:lnTo>
                <a:lnTo>
                  <a:pt x="887259" y="514718"/>
                </a:lnTo>
                <a:lnTo>
                  <a:pt x="888698" y="518687"/>
                </a:lnTo>
                <a:lnTo>
                  <a:pt x="893091" y="530688"/>
                </a:lnTo>
                <a:lnTo>
                  <a:pt x="894529" y="534719"/>
                </a:lnTo>
                <a:lnTo>
                  <a:pt x="895991" y="538719"/>
                </a:lnTo>
                <a:lnTo>
                  <a:pt x="897461" y="542750"/>
                </a:lnTo>
                <a:lnTo>
                  <a:pt x="898892" y="546811"/>
                </a:lnTo>
                <a:lnTo>
                  <a:pt x="901823" y="554934"/>
                </a:lnTo>
                <a:lnTo>
                  <a:pt x="903293" y="559026"/>
                </a:lnTo>
                <a:lnTo>
                  <a:pt x="904723" y="563117"/>
                </a:lnTo>
                <a:lnTo>
                  <a:pt x="906193" y="567210"/>
                </a:lnTo>
                <a:lnTo>
                  <a:pt x="907655" y="571332"/>
                </a:lnTo>
                <a:lnTo>
                  <a:pt x="909093" y="575424"/>
                </a:lnTo>
                <a:lnTo>
                  <a:pt x="910563" y="579546"/>
                </a:lnTo>
                <a:lnTo>
                  <a:pt x="912024" y="583699"/>
                </a:lnTo>
                <a:lnTo>
                  <a:pt x="913494" y="587821"/>
                </a:lnTo>
                <a:lnTo>
                  <a:pt x="914925" y="591974"/>
                </a:lnTo>
                <a:lnTo>
                  <a:pt x="916394" y="596157"/>
                </a:lnTo>
                <a:lnTo>
                  <a:pt x="917856" y="600308"/>
                </a:lnTo>
                <a:lnTo>
                  <a:pt x="919294" y="604490"/>
                </a:lnTo>
                <a:lnTo>
                  <a:pt x="920756" y="608680"/>
                </a:lnTo>
                <a:lnTo>
                  <a:pt x="922226" y="612894"/>
                </a:lnTo>
                <a:lnTo>
                  <a:pt x="923657" y="617076"/>
                </a:lnTo>
                <a:lnTo>
                  <a:pt x="926588" y="625503"/>
                </a:lnTo>
                <a:lnTo>
                  <a:pt x="928058" y="629748"/>
                </a:lnTo>
                <a:lnTo>
                  <a:pt x="929488" y="633993"/>
                </a:lnTo>
                <a:lnTo>
                  <a:pt x="932420" y="642482"/>
                </a:lnTo>
                <a:lnTo>
                  <a:pt x="933858" y="646758"/>
                </a:lnTo>
                <a:lnTo>
                  <a:pt x="935328" y="651003"/>
                </a:lnTo>
                <a:lnTo>
                  <a:pt x="936790" y="655279"/>
                </a:lnTo>
                <a:lnTo>
                  <a:pt x="938251" y="659578"/>
                </a:lnTo>
                <a:lnTo>
                  <a:pt x="939690" y="663854"/>
                </a:lnTo>
                <a:lnTo>
                  <a:pt x="942621" y="672469"/>
                </a:lnTo>
                <a:lnTo>
                  <a:pt x="944060" y="676800"/>
                </a:lnTo>
                <a:lnTo>
                  <a:pt x="945521" y="681107"/>
                </a:lnTo>
                <a:lnTo>
                  <a:pt x="948453" y="689784"/>
                </a:lnTo>
                <a:lnTo>
                  <a:pt x="949891" y="694115"/>
                </a:lnTo>
                <a:lnTo>
                  <a:pt x="951353" y="698485"/>
                </a:lnTo>
                <a:lnTo>
                  <a:pt x="952823" y="702824"/>
                </a:lnTo>
                <a:lnTo>
                  <a:pt x="954253" y="707186"/>
                </a:lnTo>
                <a:lnTo>
                  <a:pt x="955723" y="711587"/>
                </a:lnTo>
                <a:lnTo>
                  <a:pt x="958654" y="720319"/>
                </a:lnTo>
                <a:lnTo>
                  <a:pt x="960085" y="724712"/>
                </a:lnTo>
                <a:lnTo>
                  <a:pt x="961555" y="729113"/>
                </a:lnTo>
                <a:lnTo>
                  <a:pt x="963017" y="733538"/>
                </a:lnTo>
                <a:lnTo>
                  <a:pt x="964455" y="737939"/>
                </a:lnTo>
                <a:lnTo>
                  <a:pt x="968856" y="751220"/>
                </a:lnTo>
                <a:lnTo>
                  <a:pt x="970287" y="755645"/>
                </a:lnTo>
                <a:lnTo>
                  <a:pt x="971756" y="760077"/>
                </a:lnTo>
                <a:lnTo>
                  <a:pt x="973218" y="764533"/>
                </a:lnTo>
                <a:lnTo>
                  <a:pt x="974656" y="768989"/>
                </a:lnTo>
                <a:lnTo>
                  <a:pt x="977588" y="777908"/>
                </a:lnTo>
                <a:lnTo>
                  <a:pt x="979050" y="782395"/>
                </a:lnTo>
                <a:lnTo>
                  <a:pt x="980488" y="786859"/>
                </a:lnTo>
                <a:lnTo>
                  <a:pt x="983419" y="795833"/>
                </a:lnTo>
                <a:lnTo>
                  <a:pt x="984850" y="800320"/>
                </a:lnTo>
                <a:lnTo>
                  <a:pt x="986320" y="804839"/>
                </a:lnTo>
                <a:lnTo>
                  <a:pt x="987782" y="809334"/>
                </a:lnTo>
                <a:lnTo>
                  <a:pt x="989220" y="813852"/>
                </a:lnTo>
                <a:lnTo>
                  <a:pt x="993621" y="827407"/>
                </a:lnTo>
                <a:lnTo>
                  <a:pt x="995052" y="831926"/>
                </a:lnTo>
                <a:lnTo>
                  <a:pt x="996521" y="836475"/>
                </a:lnTo>
                <a:lnTo>
                  <a:pt x="997983" y="840994"/>
                </a:lnTo>
                <a:lnTo>
                  <a:pt x="999421" y="845543"/>
                </a:lnTo>
                <a:lnTo>
                  <a:pt x="1003815" y="859200"/>
                </a:lnTo>
                <a:lnTo>
                  <a:pt x="1005253" y="863750"/>
                </a:lnTo>
                <a:lnTo>
                  <a:pt x="1006715" y="868323"/>
                </a:lnTo>
                <a:lnTo>
                  <a:pt x="1008185" y="872880"/>
                </a:lnTo>
                <a:lnTo>
                  <a:pt x="1009615" y="877453"/>
                </a:lnTo>
                <a:lnTo>
                  <a:pt x="1014016" y="891196"/>
                </a:lnTo>
                <a:lnTo>
                  <a:pt x="1015455" y="895777"/>
                </a:lnTo>
                <a:lnTo>
                  <a:pt x="1016916" y="900389"/>
                </a:lnTo>
                <a:lnTo>
                  <a:pt x="1018378" y="904970"/>
                </a:lnTo>
                <a:lnTo>
                  <a:pt x="1019817" y="909582"/>
                </a:lnTo>
                <a:lnTo>
                  <a:pt x="1021286" y="914163"/>
                </a:lnTo>
                <a:lnTo>
                  <a:pt x="1024218" y="923380"/>
                </a:lnTo>
                <a:lnTo>
                  <a:pt x="1025648" y="927992"/>
                </a:lnTo>
                <a:lnTo>
                  <a:pt x="1028580" y="937216"/>
                </a:lnTo>
                <a:lnTo>
                  <a:pt x="1030018" y="941860"/>
                </a:lnTo>
                <a:lnTo>
                  <a:pt x="1031480" y="946472"/>
                </a:lnTo>
                <a:lnTo>
                  <a:pt x="1032950" y="951108"/>
                </a:lnTo>
                <a:lnTo>
                  <a:pt x="1034412" y="955720"/>
                </a:lnTo>
                <a:lnTo>
                  <a:pt x="1035850" y="960363"/>
                </a:lnTo>
                <a:lnTo>
                  <a:pt x="1038781" y="969642"/>
                </a:lnTo>
                <a:lnTo>
                  <a:pt x="1040212" y="974286"/>
                </a:lnTo>
                <a:lnTo>
                  <a:pt x="1043143" y="983573"/>
                </a:lnTo>
                <a:lnTo>
                  <a:pt x="1044582" y="988208"/>
                </a:lnTo>
                <a:lnTo>
                  <a:pt x="1046051" y="992852"/>
                </a:lnTo>
                <a:lnTo>
                  <a:pt x="1047513" y="997526"/>
                </a:lnTo>
                <a:lnTo>
                  <a:pt x="1048983" y="1002170"/>
                </a:lnTo>
                <a:lnTo>
                  <a:pt x="1050414" y="1006837"/>
                </a:lnTo>
                <a:lnTo>
                  <a:pt x="1051883" y="1011480"/>
                </a:lnTo>
                <a:lnTo>
                  <a:pt x="1053345" y="1016155"/>
                </a:lnTo>
                <a:lnTo>
                  <a:pt x="1054783" y="1020791"/>
                </a:lnTo>
                <a:lnTo>
                  <a:pt x="1059177" y="1034807"/>
                </a:lnTo>
                <a:lnTo>
                  <a:pt x="1060615" y="1039482"/>
                </a:lnTo>
                <a:lnTo>
                  <a:pt x="1062077" y="1044156"/>
                </a:lnTo>
                <a:lnTo>
                  <a:pt x="1063546" y="1048792"/>
                </a:lnTo>
                <a:lnTo>
                  <a:pt x="1064977" y="1053467"/>
                </a:lnTo>
                <a:lnTo>
                  <a:pt x="1066447" y="1058173"/>
                </a:lnTo>
                <a:lnTo>
                  <a:pt x="1069378" y="1067514"/>
                </a:lnTo>
                <a:lnTo>
                  <a:pt x="1070816" y="1072189"/>
                </a:lnTo>
                <a:lnTo>
                  <a:pt x="1073748" y="1081531"/>
                </a:lnTo>
                <a:lnTo>
                  <a:pt x="1075179" y="1086237"/>
                </a:lnTo>
                <a:lnTo>
                  <a:pt x="1079580" y="1100245"/>
                </a:lnTo>
                <a:lnTo>
                  <a:pt x="1081010" y="1104951"/>
                </a:lnTo>
                <a:lnTo>
                  <a:pt x="1083942" y="1114293"/>
                </a:lnTo>
                <a:lnTo>
                  <a:pt x="1085380" y="1118999"/>
                </a:lnTo>
                <a:lnTo>
                  <a:pt x="1086842" y="1123674"/>
                </a:lnTo>
                <a:lnTo>
                  <a:pt x="1088312" y="1128372"/>
                </a:lnTo>
                <a:lnTo>
                  <a:pt x="1089773" y="1133047"/>
                </a:lnTo>
                <a:lnTo>
                  <a:pt x="1091212" y="2893056"/>
                </a:lnTo>
                <a:lnTo>
                  <a:pt x="0" y="2893056"/>
                </a:lnTo>
                <a:close/>
              </a:path>
            </a:pathLst>
          </a:custGeom>
          <a:solidFill>
            <a:schemeClr val="tx1">
              <a:lumMod val="50000"/>
              <a:lumOff val="50000"/>
              <a:alpha val="60000"/>
            </a:schemeClr>
          </a:solidFill>
          <a:ln w="7808" cap="flat">
            <a:noFill/>
            <a:prstDash val="solid"/>
            <a:miter/>
          </a:ln>
        </p:spPr>
        <p:txBody>
          <a:bodyPr rtlCol="0" anchor="ctr"/>
          <a:lstStyle/>
          <a:p>
            <a:endParaRPr lang="en-GB" noProof="0"/>
          </a:p>
        </p:txBody>
      </p:sp>
      <p:sp>
        <p:nvSpPr>
          <p:cNvPr id="5" name="Slide Number Placeholder 2">
            <a:extLst>
              <a:ext uri="{FF2B5EF4-FFF2-40B4-BE49-F238E27FC236}">
                <a16:creationId xmlns:a16="http://schemas.microsoft.com/office/drawing/2014/main" id="{E05061A6-2F7C-7562-B9A9-601F760AA8B7}"/>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7A1539AB-2A4B-1F5D-1A01-CC64379C53A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05AA8FED-9BFF-EB00-9A84-897DD1536C21}"/>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0C1A8131-CD3A-CF2C-18DA-DF31041BAF4D}"/>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58" name="Freeform: Shape 157">
            <a:extLst>
              <a:ext uri="{FF2B5EF4-FFF2-40B4-BE49-F238E27FC236}">
                <a16:creationId xmlns:a16="http://schemas.microsoft.com/office/drawing/2014/main" id="{0087DADD-E303-DB19-EDC1-0400C18B871D}"/>
              </a:ext>
            </a:extLst>
          </p:cNvPr>
          <p:cNvSpPr/>
          <p:nvPr/>
        </p:nvSpPr>
        <p:spPr>
          <a:xfrm>
            <a:off x="1585894" y="3250774"/>
            <a:ext cx="3376908" cy="258988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160" name="Freeform: Shape 159">
            <a:extLst>
              <a:ext uri="{FF2B5EF4-FFF2-40B4-BE49-F238E27FC236}">
                <a16:creationId xmlns:a16="http://schemas.microsoft.com/office/drawing/2014/main" id="{B407C460-CBEE-DB27-E9CC-2CA7F8FB9F73}"/>
              </a:ext>
            </a:extLst>
          </p:cNvPr>
          <p:cNvSpPr/>
          <p:nvPr/>
        </p:nvSpPr>
        <p:spPr>
          <a:xfrm>
            <a:off x="4971832" y="1548271"/>
            <a:ext cx="2248340" cy="1681653"/>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162" name="Freeform: Shape 161">
            <a:extLst>
              <a:ext uri="{FF2B5EF4-FFF2-40B4-BE49-F238E27FC236}">
                <a16:creationId xmlns:a16="http://schemas.microsoft.com/office/drawing/2014/main" id="{B44BE5E0-AFE7-B8DF-BC1D-99B0BE63AEDD}"/>
              </a:ext>
            </a:extLst>
          </p:cNvPr>
          <p:cNvSpPr/>
          <p:nvPr/>
        </p:nvSpPr>
        <p:spPr>
          <a:xfrm>
            <a:off x="7229200" y="3250774"/>
            <a:ext cx="3376901" cy="258988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163" name="Freeform: Shape 162">
            <a:extLst>
              <a:ext uri="{FF2B5EF4-FFF2-40B4-BE49-F238E27FC236}">
                <a16:creationId xmlns:a16="http://schemas.microsoft.com/office/drawing/2014/main" id="{76357DCF-1AB9-3453-421B-8D957094A4DF}"/>
              </a:ext>
            </a:extLst>
          </p:cNvPr>
          <p:cNvSpPr/>
          <p:nvPr/>
        </p:nvSpPr>
        <p:spPr>
          <a:xfrm flipH="1">
            <a:off x="4874041" y="3229924"/>
            <a:ext cx="94449" cy="2623787"/>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164" name="Freeform: Shape 163">
            <a:extLst>
              <a:ext uri="{FF2B5EF4-FFF2-40B4-BE49-F238E27FC236}">
                <a16:creationId xmlns:a16="http://schemas.microsoft.com/office/drawing/2014/main" id="{88C3B71F-28B2-851D-3AA2-6F7C3793BB21}"/>
              </a:ext>
            </a:extLst>
          </p:cNvPr>
          <p:cNvSpPr/>
          <p:nvPr/>
        </p:nvSpPr>
        <p:spPr>
          <a:xfrm flipH="1">
            <a:off x="7129066" y="3229924"/>
            <a:ext cx="94449" cy="2623787"/>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254" name="TextBox 253">
                <a:extLst>
                  <a:ext uri="{FF2B5EF4-FFF2-40B4-BE49-F238E27FC236}">
                    <a16:creationId xmlns:a16="http://schemas.microsoft.com/office/drawing/2014/main" id="{FD1DD633-FCA1-B92D-8960-7DF485370B39}"/>
                  </a:ext>
                </a:extLst>
              </p:cNvPr>
              <p:cNvSpPr txBox="1"/>
              <p:nvPr/>
            </p:nvSpPr>
            <p:spPr>
              <a:xfrm>
                <a:off x="10771530" y="5686724"/>
                <a:ext cx="281857" cy="307777"/>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254" name="TextBox 253">
                <a:extLst>
                  <a:ext uri="{FF2B5EF4-FFF2-40B4-BE49-F238E27FC236}">
                    <a16:creationId xmlns:a16="http://schemas.microsoft.com/office/drawing/2014/main" id="{FD1DD633-FCA1-B92D-8960-7DF485370B39}"/>
                  </a:ext>
                </a:extLst>
              </p:cNvPr>
              <p:cNvSpPr txBox="1">
                <a:spLocks noRot="1" noChangeAspect="1" noMove="1" noResize="1" noEditPoints="1" noAdjustHandles="1" noChangeArrowheads="1" noChangeShapeType="1" noTextEdit="1"/>
              </p:cNvSpPr>
              <p:nvPr/>
            </p:nvSpPr>
            <p:spPr>
              <a:xfrm>
                <a:off x="10771530" y="5686724"/>
                <a:ext cx="281857" cy="307777"/>
              </a:xfrm>
              <a:prstGeom prst="rect">
                <a:avLst/>
              </a:prstGeom>
              <a:blipFill>
                <a:blip r:embed="rId38"/>
                <a:stretch>
                  <a:fillRect/>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55" name="TextBox 254">
                <a:extLst>
                  <a:ext uri="{FF2B5EF4-FFF2-40B4-BE49-F238E27FC236}">
                    <a16:creationId xmlns:a16="http://schemas.microsoft.com/office/drawing/2014/main" id="{9E713C58-50C4-FD51-3D5C-9954A99DE354}"/>
                  </a:ext>
                </a:extLst>
              </p:cNvPr>
              <p:cNvSpPr txBox="1"/>
              <p:nvPr/>
            </p:nvSpPr>
            <p:spPr>
              <a:xfrm>
                <a:off x="967789" y="1074435"/>
                <a:ext cx="3086051" cy="954107"/>
              </a:xfrm>
              <a:prstGeom prst="rect">
                <a:avLst/>
              </a:prstGeom>
              <a:noFill/>
            </p:spPr>
            <p:txBody>
              <a:bodyPr wrap="square">
                <a:spAutoFit/>
              </a:bodyPr>
              <a:lstStyle/>
              <a:p>
                <a:pPr lvl="0">
                  <a:defRPr/>
                </a:pPr>
                <a:r>
                  <a:rPr lang="en-US" sz="1400">
                    <a:solidFill>
                      <a:prstClr val="black"/>
                    </a:solidFill>
                  </a:rPr>
                  <a:t>Let us suppose that for a latent variable </a:t>
                </a:r>
                <a14:m>
                  <m:oMath xmlns:m="http://schemas.openxmlformats.org/officeDocument/2006/math">
                    <m:sSup>
                      <m:sSupPr>
                        <m:ctrlP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pPr>
                      <m:e>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𝑦</m:t>
                        </m:r>
                      </m:e>
                      <m: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m:t>
                        </m:r>
                      </m:sup>
                    </m:sSup>
                    <m:r>
                      <a:rPr kumimoji="0" lang="en-GB" sz="14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 </m:t>
                    </m:r>
                  </m:oMath>
                </a14:m>
                <a:r>
                  <a:rPr lang="en-US" sz="1400">
                    <a:solidFill>
                      <a:prstClr val="black"/>
                    </a:solidFill>
                  </a:rPr>
                  <a:t>we can observe three levels of measurement:</a:t>
                </a:r>
                <a:r>
                  <a:rPr lang="en-GB" sz="1400" noProof="0">
                    <a:solidFill>
                      <a:prstClr val="black"/>
                    </a:solidFill>
                    <a:latin typeface="Aptos" panose="020B0004020202020204"/>
                  </a:rPr>
                  <a:t> </a:t>
                </a:r>
                <a14:m>
                  <m:oMath xmlns:m="http://schemas.openxmlformats.org/officeDocument/2006/math">
                    <m:r>
                      <a:rPr lang="en-GB" sz="1400" i="1" noProof="0" smtClean="0">
                        <a:solidFill>
                          <a:prstClr val="black"/>
                        </a:solidFill>
                        <a:latin typeface="Cambria Math" panose="02040503050406030204" pitchFamily="18" charset="0"/>
                      </a:rPr>
                      <m:t>𝐽</m:t>
                    </m:r>
                    <m:r>
                      <a:rPr lang="en-GB" sz="1400" i="1" noProof="0" smtClean="0">
                        <a:solidFill>
                          <a:prstClr val="black"/>
                        </a:solidFill>
                        <a:latin typeface="Cambria Math" panose="02040503050406030204" pitchFamily="18" charset="0"/>
                      </a:rPr>
                      <m:t> =(1, 2 ,3)</m:t>
                    </m:r>
                  </m:oMath>
                </a14:m>
                <a:r>
                  <a:rPr lang="en-GB" sz="1400" noProof="0">
                    <a:solidFill>
                      <a:prstClr val="black"/>
                    </a:solidFill>
                    <a:latin typeface="Aptos" panose="020B0004020202020204"/>
                  </a:rPr>
                  <a:t>. </a:t>
                </a:r>
                <a:r>
                  <a:rPr lang="en-GB" sz="1400">
                    <a:solidFill>
                      <a:prstClr val="black"/>
                    </a:solidFill>
                  </a:rPr>
                  <a:t>That is </a:t>
                </a:r>
                <a14:m>
                  <m:oMath xmlns:m="http://schemas.openxmlformats.org/officeDocument/2006/math">
                    <m:r>
                      <a:rPr lang="en-GB" sz="1400" i="1" noProof="0" smtClean="0">
                        <a:solidFill>
                          <a:prstClr val="black"/>
                        </a:solidFill>
                        <a:latin typeface="Cambria Math" panose="02040503050406030204" pitchFamily="18" charset="0"/>
                      </a:rPr>
                      <m:t>𝑦</m:t>
                    </m:r>
                    <m:r>
                      <a:rPr lang="en-GB" sz="1400" i="1" noProof="0" smtClean="0">
                        <a:solidFill>
                          <a:prstClr val="black"/>
                        </a:solidFill>
                        <a:latin typeface="Cambria Math" panose="02040503050406030204" pitchFamily="18" charset="0"/>
                      </a:rPr>
                      <m:t> =1</m:t>
                    </m:r>
                  </m:oMath>
                </a14:m>
                <a:r>
                  <a:rPr lang="en-GB" sz="1400" i="1" noProof="0">
                    <a:solidFill>
                      <a:prstClr val="black"/>
                    </a:solidFill>
                    <a:latin typeface="Cambria Math" panose="02040503050406030204" pitchFamily="18" charset="0"/>
                  </a:rPr>
                  <a:t>, </a:t>
                </a:r>
                <a14:m>
                  <m:oMath xmlns:m="http://schemas.openxmlformats.org/officeDocument/2006/math">
                    <m:r>
                      <a:rPr lang="en-GB" sz="1400" i="1" noProof="0" smtClean="0">
                        <a:solidFill>
                          <a:prstClr val="black"/>
                        </a:solidFill>
                        <a:latin typeface="Cambria Math" panose="02040503050406030204" pitchFamily="18" charset="0"/>
                      </a:rPr>
                      <m:t>𝑦</m:t>
                    </m:r>
                    <m:r>
                      <a:rPr lang="en-GB" sz="1400" i="1" noProof="0" smtClean="0">
                        <a:solidFill>
                          <a:prstClr val="black"/>
                        </a:solidFill>
                        <a:latin typeface="Cambria Math" panose="02040503050406030204" pitchFamily="18" charset="0"/>
                      </a:rPr>
                      <m:t>=2</m:t>
                    </m:r>
                  </m:oMath>
                </a14:m>
                <a:r>
                  <a:rPr lang="en-GB" sz="1400" i="1" noProof="0">
                    <a:solidFill>
                      <a:prstClr val="black"/>
                    </a:solidFill>
                    <a:latin typeface="Cambria Math" panose="02040503050406030204" pitchFamily="18" charset="0"/>
                  </a:rPr>
                  <a:t>, </a:t>
                </a:r>
                <a14:m>
                  <m:oMath xmlns:m="http://schemas.openxmlformats.org/officeDocument/2006/math">
                    <m:r>
                      <a:rPr lang="en-GB" sz="1400" b="0" i="1" noProof="0" smtClean="0">
                        <a:solidFill>
                          <a:prstClr val="black"/>
                        </a:solidFill>
                        <a:latin typeface="Cambria Math" panose="02040503050406030204" pitchFamily="18" charset="0"/>
                      </a:rPr>
                      <m:t> </m:t>
                    </m:r>
                    <m:r>
                      <a:rPr lang="en-GB" sz="1400" i="1" noProof="0" smtClean="0">
                        <a:solidFill>
                          <a:prstClr val="black"/>
                        </a:solidFill>
                        <a:latin typeface="Cambria Math" panose="02040503050406030204" pitchFamily="18" charset="0"/>
                      </a:rPr>
                      <m:t>𝑦</m:t>
                    </m:r>
                    <m:r>
                      <a:rPr lang="en-GB" sz="1400" i="1" noProof="0" smtClean="0">
                        <a:solidFill>
                          <a:prstClr val="black"/>
                        </a:solidFill>
                        <a:latin typeface="Cambria Math" panose="02040503050406030204" pitchFamily="18" charset="0"/>
                      </a:rPr>
                      <m:t>=3</m:t>
                    </m:r>
                  </m:oMath>
                </a14:m>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255" name="TextBox 254">
                <a:extLst>
                  <a:ext uri="{FF2B5EF4-FFF2-40B4-BE49-F238E27FC236}">
                    <a16:creationId xmlns:a16="http://schemas.microsoft.com/office/drawing/2014/main" id="{9E713C58-50C4-FD51-3D5C-9954A99DE354}"/>
                  </a:ext>
                </a:extLst>
              </p:cNvPr>
              <p:cNvSpPr txBox="1">
                <a:spLocks noRot="1" noChangeAspect="1" noMove="1" noResize="1" noEditPoints="1" noAdjustHandles="1" noChangeArrowheads="1" noChangeShapeType="1" noTextEdit="1"/>
              </p:cNvSpPr>
              <p:nvPr/>
            </p:nvSpPr>
            <p:spPr>
              <a:xfrm>
                <a:off x="967789" y="1074435"/>
                <a:ext cx="3086051" cy="954107"/>
              </a:xfrm>
              <a:prstGeom prst="rect">
                <a:avLst/>
              </a:prstGeom>
              <a:blipFill>
                <a:blip r:embed="rId39"/>
                <a:stretch>
                  <a:fillRect l="-593" t="-637" r="-593" b="-5096"/>
                </a:stretch>
              </a:blipFill>
            </p:spPr>
            <p:txBody>
              <a:bodyPr/>
              <a:lstStyle/>
              <a:p>
                <a:r>
                  <a:rPr lang="en-US">
                    <a:noFill/>
                  </a:rPr>
                  <a:t> </a:t>
                </a:r>
              </a:p>
            </p:txBody>
          </p:sp>
        </mc:Fallback>
      </mc:AlternateContent>
      <p:cxnSp>
        <p:nvCxnSpPr>
          <p:cNvPr id="260" name="Straight Connector 259">
            <a:extLst>
              <a:ext uri="{FF2B5EF4-FFF2-40B4-BE49-F238E27FC236}">
                <a16:creationId xmlns:a16="http://schemas.microsoft.com/office/drawing/2014/main" id="{04A71E3D-9C8C-2E96-EAAF-E0C12ECACA23}"/>
              </a:ext>
            </a:extLst>
          </p:cNvPr>
          <p:cNvCxnSpPr>
            <a:cxnSpLocks/>
          </p:cNvCxnSpPr>
          <p:nvPr/>
        </p:nvCxnSpPr>
        <p:spPr>
          <a:xfrm>
            <a:off x="1597943" y="5840613"/>
            <a:ext cx="9146257"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263" name="Freeform: Shape 262">
            <a:extLst>
              <a:ext uri="{FF2B5EF4-FFF2-40B4-BE49-F238E27FC236}">
                <a16:creationId xmlns:a16="http://schemas.microsoft.com/office/drawing/2014/main" id="{C7473A12-ED04-67AC-9BF2-ADBE453E16F4}"/>
              </a:ext>
            </a:extLst>
          </p:cNvPr>
          <p:cNvSpPr/>
          <p:nvPr/>
        </p:nvSpPr>
        <p:spPr>
          <a:xfrm>
            <a:off x="1582866" y="3250774"/>
            <a:ext cx="3382973" cy="2591335"/>
          </a:xfrm>
          <a:custGeom>
            <a:avLst/>
            <a:gdLst>
              <a:gd name="connsiteX0" fmla="*/ 1466 w 1637567"/>
              <a:gd name="connsiteY0" fmla="*/ 1744985 h 1745962"/>
              <a:gd name="connsiteX1" fmla="*/ 2901 w 1637567"/>
              <a:gd name="connsiteY1" fmla="*/ 1744985 h 1745962"/>
              <a:gd name="connsiteX2" fmla="*/ 4367 w 1637567"/>
              <a:gd name="connsiteY2" fmla="*/ 1744954 h 1745962"/>
              <a:gd name="connsiteX3" fmla="*/ 7298 w 1637567"/>
              <a:gd name="connsiteY3" fmla="*/ 1744954 h 1745962"/>
              <a:gd name="connsiteX4" fmla="*/ 8733 w 1637567"/>
              <a:gd name="connsiteY4" fmla="*/ 1744930 h 1745962"/>
              <a:gd name="connsiteX5" fmla="*/ 11665 w 1637567"/>
              <a:gd name="connsiteY5" fmla="*/ 1744930 h 1745962"/>
              <a:gd name="connsiteX6" fmla="*/ 13100 w 1637567"/>
              <a:gd name="connsiteY6" fmla="*/ 1744899 h 1745962"/>
              <a:gd name="connsiteX7" fmla="*/ 16032 w 1637567"/>
              <a:gd name="connsiteY7" fmla="*/ 1744899 h 1745962"/>
              <a:gd name="connsiteX8" fmla="*/ 17497 w 1637567"/>
              <a:gd name="connsiteY8" fmla="*/ 1744868 h 1745962"/>
              <a:gd name="connsiteX9" fmla="*/ 18933 w 1637567"/>
              <a:gd name="connsiteY9" fmla="*/ 1744868 h 1745962"/>
              <a:gd name="connsiteX10" fmla="*/ 20398 w 1637567"/>
              <a:gd name="connsiteY10" fmla="*/ 1744836 h 1745962"/>
              <a:gd name="connsiteX11" fmla="*/ 23299 w 1637567"/>
              <a:gd name="connsiteY11" fmla="*/ 1744836 h 1745962"/>
              <a:gd name="connsiteX12" fmla="*/ 24765 w 1637567"/>
              <a:gd name="connsiteY12" fmla="*/ 1744805 h 1745962"/>
              <a:gd name="connsiteX13" fmla="*/ 26231 w 1637567"/>
              <a:gd name="connsiteY13" fmla="*/ 1744805 h 1745962"/>
              <a:gd name="connsiteX14" fmla="*/ 27666 w 1637567"/>
              <a:gd name="connsiteY14" fmla="*/ 1744774 h 1745962"/>
              <a:gd name="connsiteX15" fmla="*/ 30598 w 1637567"/>
              <a:gd name="connsiteY15" fmla="*/ 1744774 h 1745962"/>
              <a:gd name="connsiteX16" fmla="*/ 32063 w 1637567"/>
              <a:gd name="connsiteY16" fmla="*/ 1744743 h 1745962"/>
              <a:gd name="connsiteX17" fmla="*/ 33498 w 1637567"/>
              <a:gd name="connsiteY17" fmla="*/ 1744743 h 1745962"/>
              <a:gd name="connsiteX18" fmla="*/ 34964 w 1637567"/>
              <a:gd name="connsiteY18" fmla="*/ 1744711 h 1745962"/>
              <a:gd name="connsiteX19" fmla="*/ 37864 w 1637567"/>
              <a:gd name="connsiteY19" fmla="*/ 1744711 h 1745962"/>
              <a:gd name="connsiteX20" fmla="*/ 39330 w 1637567"/>
              <a:gd name="connsiteY20" fmla="*/ 1744680 h 1745962"/>
              <a:gd name="connsiteX21" fmla="*/ 40796 w 1637567"/>
              <a:gd name="connsiteY21" fmla="*/ 1744680 h 1745962"/>
              <a:gd name="connsiteX22" fmla="*/ 42262 w 1637567"/>
              <a:gd name="connsiteY22" fmla="*/ 1744649 h 1745962"/>
              <a:gd name="connsiteX23" fmla="*/ 43697 w 1637567"/>
              <a:gd name="connsiteY23" fmla="*/ 1744649 h 1745962"/>
              <a:gd name="connsiteX24" fmla="*/ 45163 w 1637567"/>
              <a:gd name="connsiteY24" fmla="*/ 1744618 h 1745962"/>
              <a:gd name="connsiteX25" fmla="*/ 46628 w 1637567"/>
              <a:gd name="connsiteY25" fmla="*/ 1744618 h 1745962"/>
              <a:gd name="connsiteX26" fmla="*/ 48064 w 1637567"/>
              <a:gd name="connsiteY26" fmla="*/ 1744594 h 1745962"/>
              <a:gd name="connsiteX27" fmla="*/ 49529 w 1637567"/>
              <a:gd name="connsiteY27" fmla="*/ 1744594 h 1745962"/>
              <a:gd name="connsiteX28" fmla="*/ 50995 w 1637567"/>
              <a:gd name="connsiteY28" fmla="*/ 1744563 h 1745962"/>
              <a:gd name="connsiteX29" fmla="*/ 52461 w 1637567"/>
              <a:gd name="connsiteY29" fmla="*/ 1744563 h 1745962"/>
              <a:gd name="connsiteX30" fmla="*/ 53896 w 1637567"/>
              <a:gd name="connsiteY30" fmla="*/ 1744531 h 1745962"/>
              <a:gd name="connsiteX31" fmla="*/ 55362 w 1637567"/>
              <a:gd name="connsiteY31" fmla="*/ 1744531 h 1745962"/>
              <a:gd name="connsiteX32" fmla="*/ 56828 w 1637567"/>
              <a:gd name="connsiteY32" fmla="*/ 1744500 h 1745962"/>
              <a:gd name="connsiteX33" fmla="*/ 58263 w 1637567"/>
              <a:gd name="connsiteY33" fmla="*/ 1744500 h 1745962"/>
              <a:gd name="connsiteX34" fmla="*/ 59729 w 1637567"/>
              <a:gd name="connsiteY34" fmla="*/ 1744469 h 1745962"/>
              <a:gd name="connsiteX35" fmla="*/ 61194 w 1637567"/>
              <a:gd name="connsiteY35" fmla="*/ 1744469 h 1745962"/>
              <a:gd name="connsiteX36" fmla="*/ 62660 w 1637567"/>
              <a:gd name="connsiteY36" fmla="*/ 1744438 h 1745962"/>
              <a:gd name="connsiteX37" fmla="*/ 64095 w 1637567"/>
              <a:gd name="connsiteY37" fmla="*/ 1744438 h 1745962"/>
              <a:gd name="connsiteX38" fmla="*/ 65561 w 1637567"/>
              <a:gd name="connsiteY38" fmla="*/ 1744406 h 1745962"/>
              <a:gd name="connsiteX39" fmla="*/ 67027 w 1637567"/>
              <a:gd name="connsiteY39" fmla="*/ 1744406 h 1745962"/>
              <a:gd name="connsiteX40" fmla="*/ 68462 w 1637567"/>
              <a:gd name="connsiteY40" fmla="*/ 1744375 h 1745962"/>
              <a:gd name="connsiteX41" fmla="*/ 69928 w 1637567"/>
              <a:gd name="connsiteY41" fmla="*/ 1744375 h 1745962"/>
              <a:gd name="connsiteX42" fmla="*/ 71393 w 1637567"/>
              <a:gd name="connsiteY42" fmla="*/ 1744344 h 1745962"/>
              <a:gd name="connsiteX43" fmla="*/ 72859 w 1637567"/>
              <a:gd name="connsiteY43" fmla="*/ 1744344 h 1745962"/>
              <a:gd name="connsiteX44" fmla="*/ 74294 w 1637567"/>
              <a:gd name="connsiteY44" fmla="*/ 1744313 h 1745962"/>
              <a:gd name="connsiteX45" fmla="*/ 75760 w 1637567"/>
              <a:gd name="connsiteY45" fmla="*/ 1744313 h 1745962"/>
              <a:gd name="connsiteX46" fmla="*/ 77226 w 1637567"/>
              <a:gd name="connsiteY46" fmla="*/ 1744281 h 1745962"/>
              <a:gd name="connsiteX47" fmla="*/ 78661 w 1637567"/>
              <a:gd name="connsiteY47" fmla="*/ 1744281 h 1745962"/>
              <a:gd name="connsiteX48" fmla="*/ 81593 w 1637567"/>
              <a:gd name="connsiteY48" fmla="*/ 1744227 h 1745962"/>
              <a:gd name="connsiteX49" fmla="*/ 83058 w 1637567"/>
              <a:gd name="connsiteY49" fmla="*/ 1744227 h 1745962"/>
              <a:gd name="connsiteX50" fmla="*/ 84494 w 1637567"/>
              <a:gd name="connsiteY50" fmla="*/ 1744195 h 1745962"/>
              <a:gd name="connsiteX51" fmla="*/ 85959 w 1637567"/>
              <a:gd name="connsiteY51" fmla="*/ 1744195 h 1745962"/>
              <a:gd name="connsiteX52" fmla="*/ 87425 w 1637567"/>
              <a:gd name="connsiteY52" fmla="*/ 1744164 h 1745962"/>
              <a:gd name="connsiteX53" fmla="*/ 88860 w 1637567"/>
              <a:gd name="connsiteY53" fmla="*/ 1744133 h 1745962"/>
              <a:gd name="connsiteX54" fmla="*/ 90326 w 1637567"/>
              <a:gd name="connsiteY54" fmla="*/ 1744133 h 1745962"/>
              <a:gd name="connsiteX55" fmla="*/ 91792 w 1637567"/>
              <a:gd name="connsiteY55" fmla="*/ 1744102 h 1745962"/>
              <a:gd name="connsiteX56" fmla="*/ 93227 w 1637567"/>
              <a:gd name="connsiteY56" fmla="*/ 1744102 h 1745962"/>
              <a:gd name="connsiteX57" fmla="*/ 96159 w 1637567"/>
              <a:gd name="connsiteY57" fmla="*/ 1744039 h 1745962"/>
              <a:gd name="connsiteX58" fmla="*/ 97624 w 1637567"/>
              <a:gd name="connsiteY58" fmla="*/ 1744039 h 1745962"/>
              <a:gd name="connsiteX59" fmla="*/ 99060 w 1637567"/>
              <a:gd name="connsiteY59" fmla="*/ 1744008 h 1745962"/>
              <a:gd name="connsiteX60" fmla="*/ 100525 w 1637567"/>
              <a:gd name="connsiteY60" fmla="*/ 1743977 h 1745962"/>
              <a:gd name="connsiteX61" fmla="*/ 101991 w 1637567"/>
              <a:gd name="connsiteY61" fmla="*/ 1743977 h 1745962"/>
              <a:gd name="connsiteX62" fmla="*/ 103426 w 1637567"/>
              <a:gd name="connsiteY62" fmla="*/ 1743945 h 1745962"/>
              <a:gd name="connsiteX63" fmla="*/ 104892 w 1637567"/>
              <a:gd name="connsiteY63" fmla="*/ 1743922 h 1745962"/>
              <a:gd name="connsiteX64" fmla="*/ 106358 w 1637567"/>
              <a:gd name="connsiteY64" fmla="*/ 1743922 h 1745962"/>
              <a:gd name="connsiteX65" fmla="*/ 107824 w 1637567"/>
              <a:gd name="connsiteY65" fmla="*/ 1743890 h 1745962"/>
              <a:gd name="connsiteX66" fmla="*/ 109259 w 1637567"/>
              <a:gd name="connsiteY66" fmla="*/ 1743859 h 1745962"/>
              <a:gd name="connsiteX67" fmla="*/ 110725 w 1637567"/>
              <a:gd name="connsiteY67" fmla="*/ 1743859 h 1745962"/>
              <a:gd name="connsiteX68" fmla="*/ 112190 w 1637567"/>
              <a:gd name="connsiteY68" fmla="*/ 1743828 h 1745962"/>
              <a:gd name="connsiteX69" fmla="*/ 113625 w 1637567"/>
              <a:gd name="connsiteY69" fmla="*/ 1743797 h 1745962"/>
              <a:gd name="connsiteX70" fmla="*/ 115091 w 1637567"/>
              <a:gd name="connsiteY70" fmla="*/ 1743765 h 1745962"/>
              <a:gd name="connsiteX71" fmla="*/ 116556 w 1637567"/>
              <a:gd name="connsiteY71" fmla="*/ 1743765 h 1745962"/>
              <a:gd name="connsiteX72" fmla="*/ 118023 w 1637567"/>
              <a:gd name="connsiteY72" fmla="*/ 1743734 h 1745962"/>
              <a:gd name="connsiteX73" fmla="*/ 119457 w 1637567"/>
              <a:gd name="connsiteY73" fmla="*/ 1743703 h 1745962"/>
              <a:gd name="connsiteX74" fmla="*/ 120923 w 1637567"/>
              <a:gd name="connsiteY74" fmla="*/ 1743672 h 1745962"/>
              <a:gd name="connsiteX75" fmla="*/ 122389 w 1637567"/>
              <a:gd name="connsiteY75" fmla="*/ 1743672 h 1745962"/>
              <a:gd name="connsiteX76" fmla="*/ 123824 w 1637567"/>
              <a:gd name="connsiteY76" fmla="*/ 1743640 h 1745962"/>
              <a:gd name="connsiteX77" fmla="*/ 126755 w 1637567"/>
              <a:gd name="connsiteY77" fmla="*/ 1743586 h 1745962"/>
              <a:gd name="connsiteX78" fmla="*/ 128221 w 1637567"/>
              <a:gd name="connsiteY78" fmla="*/ 1743586 h 1745962"/>
              <a:gd name="connsiteX79" fmla="*/ 129656 w 1637567"/>
              <a:gd name="connsiteY79" fmla="*/ 1743554 h 1745962"/>
              <a:gd name="connsiteX80" fmla="*/ 132588 w 1637567"/>
              <a:gd name="connsiteY80" fmla="*/ 1743492 h 1745962"/>
              <a:gd name="connsiteX81" fmla="*/ 134023 w 1637567"/>
              <a:gd name="connsiteY81" fmla="*/ 1743461 h 1745962"/>
              <a:gd name="connsiteX82" fmla="*/ 135489 w 1637567"/>
              <a:gd name="connsiteY82" fmla="*/ 1743461 h 1745962"/>
              <a:gd name="connsiteX83" fmla="*/ 138420 w 1637567"/>
              <a:gd name="connsiteY83" fmla="*/ 1743398 h 1745962"/>
              <a:gd name="connsiteX84" fmla="*/ 139856 w 1637567"/>
              <a:gd name="connsiteY84" fmla="*/ 1743367 h 1745962"/>
              <a:gd name="connsiteX85" fmla="*/ 142787 w 1637567"/>
              <a:gd name="connsiteY85" fmla="*/ 1743304 h 1745962"/>
              <a:gd name="connsiteX86" fmla="*/ 144222 w 1637567"/>
              <a:gd name="connsiteY86" fmla="*/ 1743281 h 1745962"/>
              <a:gd name="connsiteX87" fmla="*/ 145688 w 1637567"/>
              <a:gd name="connsiteY87" fmla="*/ 1743281 h 1745962"/>
              <a:gd name="connsiteX88" fmla="*/ 147154 w 1637567"/>
              <a:gd name="connsiteY88" fmla="*/ 1743249 h 1745962"/>
              <a:gd name="connsiteX89" fmla="*/ 148589 w 1637567"/>
              <a:gd name="connsiteY89" fmla="*/ 1743218 h 1745962"/>
              <a:gd name="connsiteX90" fmla="*/ 152986 w 1637567"/>
              <a:gd name="connsiteY90" fmla="*/ 1743124 h 1745962"/>
              <a:gd name="connsiteX91" fmla="*/ 154421 w 1637567"/>
              <a:gd name="connsiteY91" fmla="*/ 1743093 h 1745962"/>
              <a:gd name="connsiteX92" fmla="*/ 157353 w 1637567"/>
              <a:gd name="connsiteY92" fmla="*/ 1743031 h 1745962"/>
              <a:gd name="connsiteX93" fmla="*/ 158788 w 1637567"/>
              <a:gd name="connsiteY93" fmla="*/ 1742999 h 1745962"/>
              <a:gd name="connsiteX94" fmla="*/ 163185 w 1637567"/>
              <a:gd name="connsiteY94" fmla="*/ 1742913 h 1745962"/>
              <a:gd name="connsiteX95" fmla="*/ 164621 w 1637567"/>
              <a:gd name="connsiteY95" fmla="*/ 1742882 h 1745962"/>
              <a:gd name="connsiteX96" fmla="*/ 167552 w 1637567"/>
              <a:gd name="connsiteY96" fmla="*/ 1742820 h 1745962"/>
              <a:gd name="connsiteX97" fmla="*/ 168987 w 1637567"/>
              <a:gd name="connsiteY97" fmla="*/ 1742788 h 1745962"/>
              <a:gd name="connsiteX98" fmla="*/ 173385 w 1637567"/>
              <a:gd name="connsiteY98" fmla="*/ 1742695 h 1745962"/>
              <a:gd name="connsiteX99" fmla="*/ 174820 w 1637567"/>
              <a:gd name="connsiteY99" fmla="*/ 1742663 h 1745962"/>
              <a:gd name="connsiteX100" fmla="*/ 177751 w 1637567"/>
              <a:gd name="connsiteY100" fmla="*/ 1742608 h 1745962"/>
              <a:gd name="connsiteX101" fmla="*/ 179187 w 1637567"/>
              <a:gd name="connsiteY101" fmla="*/ 1742577 h 1745962"/>
              <a:gd name="connsiteX102" fmla="*/ 183584 w 1637567"/>
              <a:gd name="connsiteY102" fmla="*/ 1742483 h 1745962"/>
              <a:gd name="connsiteX103" fmla="*/ 185019 w 1637567"/>
              <a:gd name="connsiteY103" fmla="*/ 1742452 h 1745962"/>
              <a:gd name="connsiteX104" fmla="*/ 186485 w 1637567"/>
              <a:gd name="connsiteY104" fmla="*/ 1742390 h 1745962"/>
              <a:gd name="connsiteX105" fmla="*/ 187950 w 1637567"/>
              <a:gd name="connsiteY105" fmla="*/ 1742358 h 1745962"/>
              <a:gd name="connsiteX106" fmla="*/ 189386 w 1637567"/>
              <a:gd name="connsiteY106" fmla="*/ 1742327 h 1745962"/>
              <a:gd name="connsiteX107" fmla="*/ 193783 w 1637567"/>
              <a:gd name="connsiteY107" fmla="*/ 1742241 h 1745962"/>
              <a:gd name="connsiteX108" fmla="*/ 195218 w 1637567"/>
              <a:gd name="connsiteY108" fmla="*/ 1742179 h 1745962"/>
              <a:gd name="connsiteX109" fmla="*/ 198150 w 1637567"/>
              <a:gd name="connsiteY109" fmla="*/ 1742116 h 1745962"/>
              <a:gd name="connsiteX110" fmla="*/ 199584 w 1637567"/>
              <a:gd name="connsiteY110" fmla="*/ 1742085 h 1745962"/>
              <a:gd name="connsiteX111" fmla="*/ 201050 w 1637567"/>
              <a:gd name="connsiteY111" fmla="*/ 1742054 h 1745962"/>
              <a:gd name="connsiteX112" fmla="*/ 202516 w 1637567"/>
              <a:gd name="connsiteY112" fmla="*/ 1741991 h 1745962"/>
              <a:gd name="connsiteX113" fmla="*/ 203981 w 1637567"/>
              <a:gd name="connsiteY113" fmla="*/ 1741967 h 1745962"/>
              <a:gd name="connsiteX114" fmla="*/ 205417 w 1637567"/>
              <a:gd name="connsiteY114" fmla="*/ 1741936 h 1745962"/>
              <a:gd name="connsiteX115" fmla="*/ 206882 w 1637567"/>
              <a:gd name="connsiteY115" fmla="*/ 1741874 h 1745962"/>
              <a:gd name="connsiteX116" fmla="*/ 208348 w 1637567"/>
              <a:gd name="connsiteY116" fmla="*/ 1741842 h 1745962"/>
              <a:gd name="connsiteX117" fmla="*/ 209783 w 1637567"/>
              <a:gd name="connsiteY117" fmla="*/ 1741811 h 1745962"/>
              <a:gd name="connsiteX118" fmla="*/ 211249 w 1637567"/>
              <a:gd name="connsiteY118" fmla="*/ 1741780 h 1745962"/>
              <a:gd name="connsiteX119" fmla="*/ 212715 w 1637567"/>
              <a:gd name="connsiteY119" fmla="*/ 1741717 h 1745962"/>
              <a:gd name="connsiteX120" fmla="*/ 214150 w 1637567"/>
              <a:gd name="connsiteY120" fmla="*/ 1741686 h 1745962"/>
              <a:gd name="connsiteX121" fmla="*/ 215616 w 1637567"/>
              <a:gd name="connsiteY121" fmla="*/ 1741663 h 1745962"/>
              <a:gd name="connsiteX122" fmla="*/ 217081 w 1637567"/>
              <a:gd name="connsiteY122" fmla="*/ 1741600 h 1745962"/>
              <a:gd name="connsiteX123" fmla="*/ 218547 w 1637567"/>
              <a:gd name="connsiteY123" fmla="*/ 1741569 h 1745962"/>
              <a:gd name="connsiteX124" fmla="*/ 219982 w 1637567"/>
              <a:gd name="connsiteY124" fmla="*/ 1741506 h 1745962"/>
              <a:gd name="connsiteX125" fmla="*/ 222914 w 1637567"/>
              <a:gd name="connsiteY125" fmla="*/ 1741444 h 1745962"/>
              <a:gd name="connsiteX126" fmla="*/ 224349 w 1637567"/>
              <a:gd name="connsiteY126" fmla="*/ 1741381 h 1745962"/>
              <a:gd name="connsiteX127" fmla="*/ 225815 w 1637567"/>
              <a:gd name="connsiteY127" fmla="*/ 1741350 h 1745962"/>
              <a:gd name="connsiteX128" fmla="*/ 227281 w 1637567"/>
              <a:gd name="connsiteY128" fmla="*/ 1741295 h 1745962"/>
              <a:gd name="connsiteX129" fmla="*/ 228746 w 1637567"/>
              <a:gd name="connsiteY129" fmla="*/ 1741264 h 1745962"/>
              <a:gd name="connsiteX130" fmla="*/ 230182 w 1637567"/>
              <a:gd name="connsiteY130" fmla="*/ 1741201 h 1745962"/>
              <a:gd name="connsiteX131" fmla="*/ 231647 w 1637567"/>
              <a:gd name="connsiteY131" fmla="*/ 1741170 h 1745962"/>
              <a:gd name="connsiteX132" fmla="*/ 233113 w 1637567"/>
              <a:gd name="connsiteY132" fmla="*/ 1741108 h 1745962"/>
              <a:gd name="connsiteX133" fmla="*/ 234548 w 1637567"/>
              <a:gd name="connsiteY133" fmla="*/ 1741076 h 1745962"/>
              <a:gd name="connsiteX134" fmla="*/ 236014 w 1637567"/>
              <a:gd name="connsiteY134" fmla="*/ 1741021 h 1745962"/>
              <a:gd name="connsiteX135" fmla="*/ 237480 w 1637567"/>
              <a:gd name="connsiteY135" fmla="*/ 1740990 h 1745962"/>
              <a:gd name="connsiteX136" fmla="*/ 238946 w 1637567"/>
              <a:gd name="connsiteY136" fmla="*/ 1740928 h 1745962"/>
              <a:gd name="connsiteX137" fmla="*/ 240381 w 1637567"/>
              <a:gd name="connsiteY137" fmla="*/ 1740896 h 1745962"/>
              <a:gd name="connsiteX138" fmla="*/ 243312 w 1637567"/>
              <a:gd name="connsiteY138" fmla="*/ 1740771 h 1745962"/>
              <a:gd name="connsiteX139" fmla="*/ 244748 w 1637567"/>
              <a:gd name="connsiteY139" fmla="*/ 1740740 h 1745962"/>
              <a:gd name="connsiteX140" fmla="*/ 247679 w 1637567"/>
              <a:gd name="connsiteY140" fmla="*/ 1740623 h 1745962"/>
              <a:gd name="connsiteX141" fmla="*/ 249145 w 1637567"/>
              <a:gd name="connsiteY141" fmla="*/ 1740592 h 1745962"/>
              <a:gd name="connsiteX142" fmla="*/ 250580 w 1637567"/>
              <a:gd name="connsiteY142" fmla="*/ 1740529 h 1745962"/>
              <a:gd name="connsiteX143" fmla="*/ 252046 w 1637567"/>
              <a:gd name="connsiteY143" fmla="*/ 1740467 h 1745962"/>
              <a:gd name="connsiteX144" fmla="*/ 253511 w 1637567"/>
              <a:gd name="connsiteY144" fmla="*/ 1740435 h 1745962"/>
              <a:gd name="connsiteX145" fmla="*/ 254947 w 1637567"/>
              <a:gd name="connsiteY145" fmla="*/ 1740373 h 1745962"/>
              <a:gd name="connsiteX146" fmla="*/ 256412 w 1637567"/>
              <a:gd name="connsiteY146" fmla="*/ 1740318 h 1745962"/>
              <a:gd name="connsiteX147" fmla="*/ 257878 w 1637567"/>
              <a:gd name="connsiteY147" fmla="*/ 1740287 h 1745962"/>
              <a:gd name="connsiteX148" fmla="*/ 259344 w 1637567"/>
              <a:gd name="connsiteY148" fmla="*/ 1740224 h 1745962"/>
              <a:gd name="connsiteX149" fmla="*/ 260779 w 1637567"/>
              <a:gd name="connsiteY149" fmla="*/ 1740162 h 1745962"/>
              <a:gd name="connsiteX150" fmla="*/ 263711 w 1637567"/>
              <a:gd name="connsiteY150" fmla="*/ 1740037 h 1745962"/>
              <a:gd name="connsiteX151" fmla="*/ 265146 w 1637567"/>
              <a:gd name="connsiteY151" fmla="*/ 1740013 h 1745962"/>
              <a:gd name="connsiteX152" fmla="*/ 268077 w 1637567"/>
              <a:gd name="connsiteY152" fmla="*/ 1739888 h 1745962"/>
              <a:gd name="connsiteX153" fmla="*/ 269513 w 1637567"/>
              <a:gd name="connsiteY153" fmla="*/ 1739826 h 1745962"/>
              <a:gd name="connsiteX154" fmla="*/ 273910 w 1637567"/>
              <a:gd name="connsiteY154" fmla="*/ 1739646 h 1745962"/>
              <a:gd name="connsiteX155" fmla="*/ 275345 w 1637567"/>
              <a:gd name="connsiteY155" fmla="*/ 1739583 h 1745962"/>
              <a:gd name="connsiteX156" fmla="*/ 278277 w 1637567"/>
              <a:gd name="connsiteY156" fmla="*/ 1739458 h 1745962"/>
              <a:gd name="connsiteX157" fmla="*/ 279709 w 1637567"/>
              <a:gd name="connsiteY157" fmla="*/ 1739396 h 1745962"/>
              <a:gd name="connsiteX158" fmla="*/ 284110 w 1637567"/>
              <a:gd name="connsiteY158" fmla="*/ 1739216 h 1745962"/>
              <a:gd name="connsiteX159" fmla="*/ 285540 w 1637567"/>
              <a:gd name="connsiteY159" fmla="*/ 1739153 h 1745962"/>
              <a:gd name="connsiteX160" fmla="*/ 288472 w 1637567"/>
              <a:gd name="connsiteY160" fmla="*/ 1739036 h 1745962"/>
              <a:gd name="connsiteX161" fmla="*/ 289910 w 1637567"/>
              <a:gd name="connsiteY161" fmla="*/ 1738973 h 1745962"/>
              <a:gd name="connsiteX162" fmla="*/ 294311 w 1637567"/>
              <a:gd name="connsiteY162" fmla="*/ 1738786 h 1745962"/>
              <a:gd name="connsiteX163" fmla="*/ 295742 w 1637567"/>
              <a:gd name="connsiteY163" fmla="*/ 1738700 h 1745962"/>
              <a:gd name="connsiteX164" fmla="*/ 298673 w 1637567"/>
              <a:gd name="connsiteY164" fmla="*/ 1738575 h 1745962"/>
              <a:gd name="connsiteX165" fmla="*/ 300112 w 1637567"/>
              <a:gd name="connsiteY165" fmla="*/ 1738512 h 1745962"/>
              <a:gd name="connsiteX166" fmla="*/ 301574 w 1637567"/>
              <a:gd name="connsiteY166" fmla="*/ 1738419 h 1745962"/>
              <a:gd name="connsiteX167" fmla="*/ 304505 w 1637567"/>
              <a:gd name="connsiteY167" fmla="*/ 1738301 h 1745962"/>
              <a:gd name="connsiteX168" fmla="*/ 305943 w 1637567"/>
              <a:gd name="connsiteY168" fmla="*/ 1738239 h 1745962"/>
              <a:gd name="connsiteX169" fmla="*/ 307405 w 1637567"/>
              <a:gd name="connsiteY169" fmla="*/ 1738145 h 1745962"/>
              <a:gd name="connsiteX170" fmla="*/ 308875 w 1637567"/>
              <a:gd name="connsiteY170" fmla="*/ 1738082 h 1745962"/>
              <a:gd name="connsiteX171" fmla="*/ 310305 w 1637567"/>
              <a:gd name="connsiteY171" fmla="*/ 1737996 h 1745962"/>
              <a:gd name="connsiteX172" fmla="*/ 313237 w 1637567"/>
              <a:gd name="connsiteY172" fmla="*/ 1737871 h 1745962"/>
              <a:gd name="connsiteX173" fmla="*/ 314707 w 1637567"/>
              <a:gd name="connsiteY173" fmla="*/ 1737778 h 1745962"/>
              <a:gd name="connsiteX174" fmla="*/ 316137 w 1637567"/>
              <a:gd name="connsiteY174" fmla="*/ 1737723 h 1745962"/>
              <a:gd name="connsiteX175" fmla="*/ 317607 w 1637567"/>
              <a:gd name="connsiteY175" fmla="*/ 1737629 h 1745962"/>
              <a:gd name="connsiteX176" fmla="*/ 319076 w 1637567"/>
              <a:gd name="connsiteY176" fmla="*/ 1737566 h 1745962"/>
              <a:gd name="connsiteX177" fmla="*/ 320507 w 1637567"/>
              <a:gd name="connsiteY177" fmla="*/ 1737473 h 1745962"/>
              <a:gd name="connsiteX178" fmla="*/ 321977 w 1637567"/>
              <a:gd name="connsiteY178" fmla="*/ 1737418 h 1745962"/>
              <a:gd name="connsiteX179" fmla="*/ 323438 w 1637567"/>
              <a:gd name="connsiteY179" fmla="*/ 1737324 h 1745962"/>
              <a:gd name="connsiteX180" fmla="*/ 324908 w 1637567"/>
              <a:gd name="connsiteY180" fmla="*/ 1737261 h 1745962"/>
              <a:gd name="connsiteX181" fmla="*/ 326339 w 1637567"/>
              <a:gd name="connsiteY181" fmla="*/ 1737168 h 1745962"/>
              <a:gd name="connsiteX182" fmla="*/ 327808 w 1637567"/>
              <a:gd name="connsiteY182" fmla="*/ 1737082 h 1745962"/>
              <a:gd name="connsiteX183" fmla="*/ 329270 w 1637567"/>
              <a:gd name="connsiteY183" fmla="*/ 1737019 h 1745962"/>
              <a:gd name="connsiteX184" fmla="*/ 330709 w 1637567"/>
              <a:gd name="connsiteY184" fmla="*/ 1736925 h 1745962"/>
              <a:gd name="connsiteX185" fmla="*/ 332170 w 1637567"/>
              <a:gd name="connsiteY185" fmla="*/ 1736832 h 1745962"/>
              <a:gd name="connsiteX186" fmla="*/ 333640 w 1637567"/>
              <a:gd name="connsiteY186" fmla="*/ 1736777 h 1745962"/>
              <a:gd name="connsiteX187" fmla="*/ 335071 w 1637567"/>
              <a:gd name="connsiteY187" fmla="*/ 1736683 h 1745962"/>
              <a:gd name="connsiteX188" fmla="*/ 339472 w 1637567"/>
              <a:gd name="connsiteY188" fmla="*/ 1736409 h 1745962"/>
              <a:gd name="connsiteX189" fmla="*/ 340902 w 1637567"/>
              <a:gd name="connsiteY189" fmla="*/ 1736347 h 1745962"/>
              <a:gd name="connsiteX190" fmla="*/ 343834 w 1637567"/>
              <a:gd name="connsiteY190" fmla="*/ 1736159 h 1745962"/>
              <a:gd name="connsiteX191" fmla="*/ 345272 w 1637567"/>
              <a:gd name="connsiteY191" fmla="*/ 1736073 h 1745962"/>
              <a:gd name="connsiteX192" fmla="*/ 349673 w 1637567"/>
              <a:gd name="connsiteY192" fmla="*/ 1735800 h 1745962"/>
              <a:gd name="connsiteX193" fmla="*/ 351104 w 1637567"/>
              <a:gd name="connsiteY193" fmla="*/ 1735706 h 1745962"/>
              <a:gd name="connsiteX194" fmla="*/ 354035 w 1637567"/>
              <a:gd name="connsiteY194" fmla="*/ 1735518 h 1745962"/>
              <a:gd name="connsiteX195" fmla="*/ 355474 w 1637567"/>
              <a:gd name="connsiteY195" fmla="*/ 1735432 h 1745962"/>
              <a:gd name="connsiteX196" fmla="*/ 359867 w 1637567"/>
              <a:gd name="connsiteY196" fmla="*/ 1735159 h 1745962"/>
              <a:gd name="connsiteX197" fmla="*/ 361305 w 1637567"/>
              <a:gd name="connsiteY197" fmla="*/ 1735034 h 1745962"/>
              <a:gd name="connsiteX198" fmla="*/ 364237 w 1637567"/>
              <a:gd name="connsiteY198" fmla="*/ 1734846 h 1745962"/>
              <a:gd name="connsiteX199" fmla="*/ 365667 w 1637567"/>
              <a:gd name="connsiteY199" fmla="*/ 1734760 h 1745962"/>
              <a:gd name="connsiteX200" fmla="*/ 367137 w 1637567"/>
              <a:gd name="connsiteY200" fmla="*/ 1734666 h 1745962"/>
              <a:gd name="connsiteX201" fmla="*/ 368599 w 1637567"/>
              <a:gd name="connsiteY201" fmla="*/ 1734541 h 1745962"/>
              <a:gd name="connsiteX202" fmla="*/ 370068 w 1637567"/>
              <a:gd name="connsiteY202" fmla="*/ 1734455 h 1745962"/>
              <a:gd name="connsiteX203" fmla="*/ 371507 w 1637567"/>
              <a:gd name="connsiteY203" fmla="*/ 1734361 h 1745962"/>
              <a:gd name="connsiteX204" fmla="*/ 372969 w 1637567"/>
              <a:gd name="connsiteY204" fmla="*/ 1734236 h 1745962"/>
              <a:gd name="connsiteX205" fmla="*/ 374438 w 1637567"/>
              <a:gd name="connsiteY205" fmla="*/ 1734150 h 1745962"/>
              <a:gd name="connsiteX206" fmla="*/ 375869 w 1637567"/>
              <a:gd name="connsiteY206" fmla="*/ 1734025 h 1745962"/>
              <a:gd name="connsiteX207" fmla="*/ 377338 w 1637567"/>
              <a:gd name="connsiteY207" fmla="*/ 1733931 h 1745962"/>
              <a:gd name="connsiteX208" fmla="*/ 378800 w 1637567"/>
              <a:gd name="connsiteY208" fmla="*/ 1733814 h 1745962"/>
              <a:gd name="connsiteX209" fmla="*/ 380270 w 1637567"/>
              <a:gd name="connsiteY209" fmla="*/ 1733720 h 1745962"/>
              <a:gd name="connsiteX210" fmla="*/ 381701 w 1637567"/>
              <a:gd name="connsiteY210" fmla="*/ 1733595 h 1745962"/>
              <a:gd name="connsiteX211" fmla="*/ 383170 w 1637567"/>
              <a:gd name="connsiteY211" fmla="*/ 1733509 h 1745962"/>
              <a:gd name="connsiteX212" fmla="*/ 384632 w 1637567"/>
              <a:gd name="connsiteY212" fmla="*/ 1733384 h 1745962"/>
              <a:gd name="connsiteX213" fmla="*/ 386070 w 1637567"/>
              <a:gd name="connsiteY213" fmla="*/ 1733259 h 1745962"/>
              <a:gd name="connsiteX214" fmla="*/ 387532 w 1637567"/>
              <a:gd name="connsiteY214" fmla="*/ 1733173 h 1745962"/>
              <a:gd name="connsiteX215" fmla="*/ 390464 w 1637567"/>
              <a:gd name="connsiteY215" fmla="*/ 1732923 h 1745962"/>
              <a:gd name="connsiteX216" fmla="*/ 391902 w 1637567"/>
              <a:gd name="connsiteY216" fmla="*/ 1732837 h 1745962"/>
              <a:gd name="connsiteX217" fmla="*/ 394834 w 1637567"/>
              <a:gd name="connsiteY217" fmla="*/ 1732587 h 1745962"/>
              <a:gd name="connsiteX218" fmla="*/ 396264 w 1637567"/>
              <a:gd name="connsiteY218" fmla="*/ 1732469 h 1745962"/>
              <a:gd name="connsiteX219" fmla="*/ 399203 w 1637567"/>
              <a:gd name="connsiteY219" fmla="*/ 1732219 h 1745962"/>
              <a:gd name="connsiteX220" fmla="*/ 400634 w 1637567"/>
              <a:gd name="connsiteY220" fmla="*/ 1732102 h 1745962"/>
              <a:gd name="connsiteX221" fmla="*/ 405035 w 1637567"/>
              <a:gd name="connsiteY221" fmla="*/ 1731735 h 1745962"/>
              <a:gd name="connsiteX222" fmla="*/ 406466 w 1637567"/>
              <a:gd name="connsiteY222" fmla="*/ 1731610 h 1745962"/>
              <a:gd name="connsiteX223" fmla="*/ 409397 w 1637567"/>
              <a:gd name="connsiteY223" fmla="*/ 1731367 h 1745962"/>
              <a:gd name="connsiteX224" fmla="*/ 410835 w 1637567"/>
              <a:gd name="connsiteY224" fmla="*/ 1731250 h 1745962"/>
              <a:gd name="connsiteX225" fmla="*/ 412297 w 1637567"/>
              <a:gd name="connsiteY225" fmla="*/ 1731125 h 1745962"/>
              <a:gd name="connsiteX226" fmla="*/ 413767 w 1637567"/>
              <a:gd name="connsiteY226" fmla="*/ 1730969 h 1745962"/>
              <a:gd name="connsiteX227" fmla="*/ 415229 w 1637567"/>
              <a:gd name="connsiteY227" fmla="*/ 1730851 h 1745962"/>
              <a:gd name="connsiteX228" fmla="*/ 416667 w 1637567"/>
              <a:gd name="connsiteY228" fmla="*/ 1730726 h 1745962"/>
              <a:gd name="connsiteX229" fmla="*/ 418129 w 1637567"/>
              <a:gd name="connsiteY229" fmla="*/ 1730601 h 1745962"/>
              <a:gd name="connsiteX230" fmla="*/ 419599 w 1637567"/>
              <a:gd name="connsiteY230" fmla="*/ 1730453 h 1745962"/>
              <a:gd name="connsiteX231" fmla="*/ 421029 w 1637567"/>
              <a:gd name="connsiteY231" fmla="*/ 1730328 h 1745962"/>
              <a:gd name="connsiteX232" fmla="*/ 422499 w 1637567"/>
              <a:gd name="connsiteY232" fmla="*/ 1730179 h 1745962"/>
              <a:gd name="connsiteX233" fmla="*/ 423961 w 1637567"/>
              <a:gd name="connsiteY233" fmla="*/ 1730054 h 1745962"/>
              <a:gd name="connsiteX234" fmla="*/ 425430 w 1637567"/>
              <a:gd name="connsiteY234" fmla="*/ 1729905 h 1745962"/>
              <a:gd name="connsiteX235" fmla="*/ 426869 w 1637567"/>
              <a:gd name="connsiteY235" fmla="*/ 1729780 h 1745962"/>
              <a:gd name="connsiteX236" fmla="*/ 428331 w 1637567"/>
              <a:gd name="connsiteY236" fmla="*/ 1729624 h 1745962"/>
              <a:gd name="connsiteX237" fmla="*/ 429800 w 1637567"/>
              <a:gd name="connsiteY237" fmla="*/ 1729507 h 1745962"/>
              <a:gd name="connsiteX238" fmla="*/ 431231 w 1637567"/>
              <a:gd name="connsiteY238" fmla="*/ 1729350 h 1745962"/>
              <a:gd name="connsiteX239" fmla="*/ 432700 w 1637567"/>
              <a:gd name="connsiteY239" fmla="*/ 1729202 h 1745962"/>
              <a:gd name="connsiteX240" fmla="*/ 434162 w 1637567"/>
              <a:gd name="connsiteY240" fmla="*/ 1729077 h 1745962"/>
              <a:gd name="connsiteX241" fmla="*/ 435632 w 1637567"/>
              <a:gd name="connsiteY241" fmla="*/ 1728928 h 1745962"/>
              <a:gd name="connsiteX242" fmla="*/ 437062 w 1637567"/>
              <a:gd name="connsiteY242" fmla="*/ 1728772 h 1745962"/>
              <a:gd name="connsiteX243" fmla="*/ 439994 w 1637567"/>
              <a:gd name="connsiteY243" fmla="*/ 1728467 h 1745962"/>
              <a:gd name="connsiteX244" fmla="*/ 441432 w 1637567"/>
              <a:gd name="connsiteY244" fmla="*/ 1728311 h 1745962"/>
              <a:gd name="connsiteX245" fmla="*/ 442894 w 1637567"/>
              <a:gd name="connsiteY245" fmla="*/ 1728193 h 1745962"/>
              <a:gd name="connsiteX246" fmla="*/ 445826 w 1637567"/>
              <a:gd name="connsiteY246" fmla="*/ 1727889 h 1745962"/>
              <a:gd name="connsiteX247" fmla="*/ 447264 w 1637567"/>
              <a:gd name="connsiteY247" fmla="*/ 1727732 h 1745962"/>
              <a:gd name="connsiteX248" fmla="*/ 448726 w 1637567"/>
              <a:gd name="connsiteY248" fmla="*/ 1727552 h 1745962"/>
              <a:gd name="connsiteX249" fmla="*/ 450195 w 1637567"/>
              <a:gd name="connsiteY249" fmla="*/ 1727396 h 1745962"/>
              <a:gd name="connsiteX250" fmla="*/ 451634 w 1637567"/>
              <a:gd name="connsiteY250" fmla="*/ 1727248 h 1745962"/>
              <a:gd name="connsiteX251" fmla="*/ 454565 w 1637567"/>
              <a:gd name="connsiteY251" fmla="*/ 1726943 h 1745962"/>
              <a:gd name="connsiteX252" fmla="*/ 455996 w 1637567"/>
              <a:gd name="connsiteY252" fmla="*/ 1726755 h 1745962"/>
              <a:gd name="connsiteX253" fmla="*/ 458927 w 1637567"/>
              <a:gd name="connsiteY253" fmla="*/ 1726450 h 1745962"/>
              <a:gd name="connsiteX254" fmla="*/ 460397 w 1637567"/>
              <a:gd name="connsiteY254" fmla="*/ 1726270 h 1745962"/>
              <a:gd name="connsiteX255" fmla="*/ 461827 w 1637567"/>
              <a:gd name="connsiteY255" fmla="*/ 1726114 h 1745962"/>
              <a:gd name="connsiteX256" fmla="*/ 463297 w 1637567"/>
              <a:gd name="connsiteY256" fmla="*/ 1725934 h 1745962"/>
              <a:gd name="connsiteX257" fmla="*/ 464759 w 1637567"/>
              <a:gd name="connsiteY257" fmla="*/ 1725778 h 1745962"/>
              <a:gd name="connsiteX258" fmla="*/ 466197 w 1637567"/>
              <a:gd name="connsiteY258" fmla="*/ 1725598 h 1745962"/>
              <a:gd name="connsiteX259" fmla="*/ 467659 w 1637567"/>
              <a:gd name="connsiteY259" fmla="*/ 1725411 h 1745962"/>
              <a:gd name="connsiteX260" fmla="*/ 469129 w 1637567"/>
              <a:gd name="connsiteY260" fmla="*/ 1725262 h 1745962"/>
              <a:gd name="connsiteX261" fmla="*/ 470591 w 1637567"/>
              <a:gd name="connsiteY261" fmla="*/ 1725074 h 1745962"/>
              <a:gd name="connsiteX262" fmla="*/ 472029 w 1637567"/>
              <a:gd name="connsiteY262" fmla="*/ 1724895 h 1745962"/>
              <a:gd name="connsiteX263" fmla="*/ 473491 w 1637567"/>
              <a:gd name="connsiteY263" fmla="*/ 1724738 h 1745962"/>
              <a:gd name="connsiteX264" fmla="*/ 474960 w 1637567"/>
              <a:gd name="connsiteY264" fmla="*/ 1724558 h 1745962"/>
              <a:gd name="connsiteX265" fmla="*/ 476391 w 1637567"/>
              <a:gd name="connsiteY265" fmla="*/ 1724379 h 1745962"/>
              <a:gd name="connsiteX266" fmla="*/ 480792 w 1637567"/>
              <a:gd name="connsiteY266" fmla="*/ 1723824 h 1745962"/>
              <a:gd name="connsiteX267" fmla="*/ 482231 w 1637567"/>
              <a:gd name="connsiteY267" fmla="*/ 1723644 h 1745962"/>
              <a:gd name="connsiteX268" fmla="*/ 485162 w 1637567"/>
              <a:gd name="connsiteY268" fmla="*/ 1723276 h 1745962"/>
              <a:gd name="connsiteX269" fmla="*/ 486593 w 1637567"/>
              <a:gd name="connsiteY269" fmla="*/ 1723065 h 1745962"/>
              <a:gd name="connsiteX270" fmla="*/ 490994 w 1637567"/>
              <a:gd name="connsiteY270" fmla="*/ 1722510 h 1745962"/>
              <a:gd name="connsiteX271" fmla="*/ 492424 w 1637567"/>
              <a:gd name="connsiteY271" fmla="*/ 1722299 h 1745962"/>
              <a:gd name="connsiteX272" fmla="*/ 493894 w 1637567"/>
              <a:gd name="connsiteY272" fmla="*/ 1722119 h 1745962"/>
              <a:gd name="connsiteX273" fmla="*/ 495356 w 1637567"/>
              <a:gd name="connsiteY273" fmla="*/ 1721901 h 1745962"/>
              <a:gd name="connsiteX274" fmla="*/ 496794 w 1637567"/>
              <a:gd name="connsiteY274" fmla="*/ 1721721 h 1745962"/>
              <a:gd name="connsiteX275" fmla="*/ 499726 w 1637567"/>
              <a:gd name="connsiteY275" fmla="*/ 1721291 h 1745962"/>
              <a:gd name="connsiteX276" fmla="*/ 501187 w 1637567"/>
              <a:gd name="connsiteY276" fmla="*/ 1721111 h 1745962"/>
              <a:gd name="connsiteX277" fmla="*/ 502626 w 1637567"/>
              <a:gd name="connsiteY277" fmla="*/ 1720892 h 1745962"/>
              <a:gd name="connsiteX278" fmla="*/ 505557 w 1637567"/>
              <a:gd name="connsiteY278" fmla="*/ 1720470 h 1745962"/>
              <a:gd name="connsiteX279" fmla="*/ 506996 w 1637567"/>
              <a:gd name="connsiteY279" fmla="*/ 1720282 h 1745962"/>
              <a:gd name="connsiteX280" fmla="*/ 511389 w 1637567"/>
              <a:gd name="connsiteY280" fmla="*/ 1719641 h 1745962"/>
              <a:gd name="connsiteX281" fmla="*/ 512827 w 1637567"/>
              <a:gd name="connsiteY281" fmla="*/ 1719430 h 1745962"/>
              <a:gd name="connsiteX282" fmla="*/ 514289 w 1637567"/>
              <a:gd name="connsiteY282" fmla="*/ 1719188 h 1745962"/>
              <a:gd name="connsiteX283" fmla="*/ 515759 w 1637567"/>
              <a:gd name="connsiteY283" fmla="*/ 1718969 h 1745962"/>
              <a:gd name="connsiteX284" fmla="*/ 517189 w 1637567"/>
              <a:gd name="connsiteY284" fmla="*/ 1718758 h 1745962"/>
              <a:gd name="connsiteX285" fmla="*/ 518659 w 1637567"/>
              <a:gd name="connsiteY285" fmla="*/ 1718539 h 1745962"/>
              <a:gd name="connsiteX286" fmla="*/ 520121 w 1637567"/>
              <a:gd name="connsiteY286" fmla="*/ 1718297 h 1745962"/>
              <a:gd name="connsiteX287" fmla="*/ 521559 w 1637567"/>
              <a:gd name="connsiteY287" fmla="*/ 1718086 h 1745962"/>
              <a:gd name="connsiteX288" fmla="*/ 523021 w 1637567"/>
              <a:gd name="connsiteY288" fmla="*/ 1717843 h 1745962"/>
              <a:gd name="connsiteX289" fmla="*/ 524491 w 1637567"/>
              <a:gd name="connsiteY289" fmla="*/ 1717625 h 1745962"/>
              <a:gd name="connsiteX290" fmla="*/ 525952 w 1637567"/>
              <a:gd name="connsiteY290" fmla="*/ 1717382 h 1745962"/>
              <a:gd name="connsiteX291" fmla="*/ 527391 w 1637567"/>
              <a:gd name="connsiteY291" fmla="*/ 1717171 h 1745962"/>
              <a:gd name="connsiteX292" fmla="*/ 530322 w 1637567"/>
              <a:gd name="connsiteY292" fmla="*/ 1716679 h 1745962"/>
              <a:gd name="connsiteX293" fmla="*/ 531761 w 1637567"/>
              <a:gd name="connsiteY293" fmla="*/ 1716468 h 1745962"/>
              <a:gd name="connsiteX294" fmla="*/ 536154 w 1637567"/>
              <a:gd name="connsiteY294" fmla="*/ 1715733 h 1745962"/>
              <a:gd name="connsiteX295" fmla="*/ 537592 w 1637567"/>
              <a:gd name="connsiteY295" fmla="*/ 1715490 h 1745962"/>
              <a:gd name="connsiteX296" fmla="*/ 540524 w 1637567"/>
              <a:gd name="connsiteY296" fmla="*/ 1714998 h 1745962"/>
              <a:gd name="connsiteX297" fmla="*/ 541954 w 1637567"/>
              <a:gd name="connsiteY297" fmla="*/ 1714756 h 1745962"/>
              <a:gd name="connsiteX298" fmla="*/ 543424 w 1637567"/>
              <a:gd name="connsiteY298" fmla="*/ 1714482 h 1745962"/>
              <a:gd name="connsiteX299" fmla="*/ 546356 w 1637567"/>
              <a:gd name="connsiteY299" fmla="*/ 1713990 h 1745962"/>
              <a:gd name="connsiteX300" fmla="*/ 547786 w 1637567"/>
              <a:gd name="connsiteY300" fmla="*/ 1713716 h 1745962"/>
              <a:gd name="connsiteX301" fmla="*/ 549256 w 1637567"/>
              <a:gd name="connsiteY301" fmla="*/ 1713474 h 1745962"/>
              <a:gd name="connsiteX302" fmla="*/ 550718 w 1637567"/>
              <a:gd name="connsiteY302" fmla="*/ 1713200 h 1745962"/>
              <a:gd name="connsiteX303" fmla="*/ 552156 w 1637567"/>
              <a:gd name="connsiteY303" fmla="*/ 1712958 h 1745962"/>
              <a:gd name="connsiteX304" fmla="*/ 556549 w 1637567"/>
              <a:gd name="connsiteY304" fmla="*/ 1712129 h 1745962"/>
              <a:gd name="connsiteX305" fmla="*/ 557988 w 1637567"/>
              <a:gd name="connsiteY305" fmla="*/ 1711887 h 1745962"/>
              <a:gd name="connsiteX306" fmla="*/ 560919 w 1637567"/>
              <a:gd name="connsiteY306" fmla="*/ 1711339 h 1745962"/>
              <a:gd name="connsiteX307" fmla="*/ 562358 w 1637567"/>
              <a:gd name="connsiteY307" fmla="*/ 1711058 h 1745962"/>
              <a:gd name="connsiteX308" fmla="*/ 563819 w 1637567"/>
              <a:gd name="connsiteY308" fmla="*/ 1710784 h 1745962"/>
              <a:gd name="connsiteX309" fmla="*/ 565289 w 1637567"/>
              <a:gd name="connsiteY309" fmla="*/ 1710480 h 1745962"/>
              <a:gd name="connsiteX310" fmla="*/ 566751 w 1637567"/>
              <a:gd name="connsiteY310" fmla="*/ 1710206 h 1745962"/>
              <a:gd name="connsiteX311" fmla="*/ 568189 w 1637567"/>
              <a:gd name="connsiteY311" fmla="*/ 1709932 h 1745962"/>
              <a:gd name="connsiteX312" fmla="*/ 569651 w 1637567"/>
              <a:gd name="connsiteY312" fmla="*/ 1709659 h 1745962"/>
              <a:gd name="connsiteX313" fmla="*/ 571121 w 1637567"/>
              <a:gd name="connsiteY313" fmla="*/ 1709354 h 1745962"/>
              <a:gd name="connsiteX314" fmla="*/ 572551 w 1637567"/>
              <a:gd name="connsiteY314" fmla="*/ 1709080 h 1745962"/>
              <a:gd name="connsiteX315" fmla="*/ 575483 w 1637567"/>
              <a:gd name="connsiteY315" fmla="*/ 1708463 h 1745962"/>
              <a:gd name="connsiteX316" fmla="*/ 576952 w 1637567"/>
              <a:gd name="connsiteY316" fmla="*/ 1708189 h 1745962"/>
              <a:gd name="connsiteX317" fmla="*/ 578383 w 1637567"/>
              <a:gd name="connsiteY317" fmla="*/ 1707884 h 1745962"/>
              <a:gd name="connsiteX318" fmla="*/ 581314 w 1637567"/>
              <a:gd name="connsiteY318" fmla="*/ 1707274 h 1745962"/>
              <a:gd name="connsiteX319" fmla="*/ 582753 w 1637567"/>
              <a:gd name="connsiteY319" fmla="*/ 1706970 h 1745962"/>
              <a:gd name="connsiteX320" fmla="*/ 585684 w 1637567"/>
              <a:gd name="connsiteY320" fmla="*/ 1706360 h 1745962"/>
              <a:gd name="connsiteX321" fmla="*/ 587123 w 1637567"/>
              <a:gd name="connsiteY321" fmla="*/ 1706055 h 1745962"/>
              <a:gd name="connsiteX322" fmla="*/ 588584 w 1637567"/>
              <a:gd name="connsiteY322" fmla="*/ 1705750 h 1745962"/>
              <a:gd name="connsiteX323" fmla="*/ 590054 w 1637567"/>
              <a:gd name="connsiteY323" fmla="*/ 1705414 h 1745962"/>
              <a:gd name="connsiteX324" fmla="*/ 591516 w 1637567"/>
              <a:gd name="connsiteY324" fmla="*/ 1705109 h 1745962"/>
              <a:gd name="connsiteX325" fmla="*/ 592954 w 1637567"/>
              <a:gd name="connsiteY325" fmla="*/ 1704773 h 1745962"/>
              <a:gd name="connsiteX326" fmla="*/ 594416 w 1637567"/>
              <a:gd name="connsiteY326" fmla="*/ 1704468 h 1745962"/>
              <a:gd name="connsiteX327" fmla="*/ 595886 w 1637567"/>
              <a:gd name="connsiteY327" fmla="*/ 1704132 h 1745962"/>
              <a:gd name="connsiteX328" fmla="*/ 597316 w 1637567"/>
              <a:gd name="connsiteY328" fmla="*/ 1703827 h 1745962"/>
              <a:gd name="connsiteX329" fmla="*/ 601717 w 1637567"/>
              <a:gd name="connsiteY329" fmla="*/ 1702819 h 1745962"/>
              <a:gd name="connsiteX330" fmla="*/ 603148 w 1637567"/>
              <a:gd name="connsiteY330" fmla="*/ 1702482 h 1745962"/>
              <a:gd name="connsiteX331" fmla="*/ 606079 w 1637567"/>
              <a:gd name="connsiteY331" fmla="*/ 1701810 h 1745962"/>
              <a:gd name="connsiteX332" fmla="*/ 607518 w 1637567"/>
              <a:gd name="connsiteY332" fmla="*/ 1701474 h 1745962"/>
              <a:gd name="connsiteX333" fmla="*/ 608980 w 1637567"/>
              <a:gd name="connsiteY333" fmla="*/ 1701138 h 1745962"/>
              <a:gd name="connsiteX334" fmla="*/ 610449 w 1637567"/>
              <a:gd name="connsiteY334" fmla="*/ 1700771 h 1745962"/>
              <a:gd name="connsiteX335" fmla="*/ 611911 w 1637567"/>
              <a:gd name="connsiteY335" fmla="*/ 1700434 h 1745962"/>
              <a:gd name="connsiteX336" fmla="*/ 613350 w 1637567"/>
              <a:gd name="connsiteY336" fmla="*/ 1700067 h 1745962"/>
              <a:gd name="connsiteX337" fmla="*/ 614819 w 1637567"/>
              <a:gd name="connsiteY337" fmla="*/ 1699731 h 1745962"/>
              <a:gd name="connsiteX338" fmla="*/ 616281 w 1637567"/>
              <a:gd name="connsiteY338" fmla="*/ 1699363 h 1745962"/>
              <a:gd name="connsiteX339" fmla="*/ 617719 w 1637567"/>
              <a:gd name="connsiteY339" fmla="*/ 1698996 h 1745962"/>
              <a:gd name="connsiteX340" fmla="*/ 619181 w 1637567"/>
              <a:gd name="connsiteY340" fmla="*/ 1698636 h 1745962"/>
              <a:gd name="connsiteX341" fmla="*/ 620651 w 1637567"/>
              <a:gd name="connsiteY341" fmla="*/ 1698300 h 1745962"/>
              <a:gd name="connsiteX342" fmla="*/ 622113 w 1637567"/>
              <a:gd name="connsiteY342" fmla="*/ 1697933 h 1745962"/>
              <a:gd name="connsiteX343" fmla="*/ 623551 w 1637567"/>
              <a:gd name="connsiteY343" fmla="*/ 1697534 h 1745962"/>
              <a:gd name="connsiteX344" fmla="*/ 626482 w 1637567"/>
              <a:gd name="connsiteY344" fmla="*/ 1696799 h 1745962"/>
              <a:gd name="connsiteX345" fmla="*/ 627913 w 1637567"/>
              <a:gd name="connsiteY345" fmla="*/ 1696432 h 1745962"/>
              <a:gd name="connsiteX346" fmla="*/ 629383 w 1637567"/>
              <a:gd name="connsiteY346" fmla="*/ 1696041 h 1745962"/>
              <a:gd name="connsiteX347" fmla="*/ 630845 w 1637567"/>
              <a:gd name="connsiteY347" fmla="*/ 1695674 h 1745962"/>
              <a:gd name="connsiteX348" fmla="*/ 632314 w 1637567"/>
              <a:gd name="connsiteY348" fmla="*/ 1695275 h 1745962"/>
              <a:gd name="connsiteX349" fmla="*/ 633745 w 1637567"/>
              <a:gd name="connsiteY349" fmla="*/ 1694908 h 1745962"/>
              <a:gd name="connsiteX350" fmla="*/ 636676 w 1637567"/>
              <a:gd name="connsiteY350" fmla="*/ 1694118 h 1745962"/>
              <a:gd name="connsiteX351" fmla="*/ 638115 w 1637567"/>
              <a:gd name="connsiteY351" fmla="*/ 1693719 h 1745962"/>
              <a:gd name="connsiteX352" fmla="*/ 641046 w 1637567"/>
              <a:gd name="connsiteY352" fmla="*/ 1692922 h 1745962"/>
              <a:gd name="connsiteX353" fmla="*/ 642484 w 1637567"/>
              <a:gd name="connsiteY353" fmla="*/ 1692523 h 1745962"/>
              <a:gd name="connsiteX354" fmla="*/ 645416 w 1637567"/>
              <a:gd name="connsiteY354" fmla="*/ 1691734 h 1745962"/>
              <a:gd name="connsiteX355" fmla="*/ 646878 w 1637567"/>
              <a:gd name="connsiteY355" fmla="*/ 1691304 h 1745962"/>
              <a:gd name="connsiteX356" fmla="*/ 648316 w 1637567"/>
              <a:gd name="connsiteY356" fmla="*/ 1690905 h 1745962"/>
              <a:gd name="connsiteX357" fmla="*/ 651248 w 1637567"/>
              <a:gd name="connsiteY357" fmla="*/ 1690053 h 1745962"/>
              <a:gd name="connsiteX358" fmla="*/ 652678 w 1637567"/>
              <a:gd name="connsiteY358" fmla="*/ 1689654 h 1745962"/>
              <a:gd name="connsiteX359" fmla="*/ 657079 w 1637567"/>
              <a:gd name="connsiteY359" fmla="*/ 1688372 h 1745962"/>
              <a:gd name="connsiteX360" fmla="*/ 658510 w 1637567"/>
              <a:gd name="connsiteY360" fmla="*/ 1687942 h 1745962"/>
              <a:gd name="connsiteX361" fmla="*/ 659979 w 1637567"/>
              <a:gd name="connsiteY361" fmla="*/ 1687489 h 1745962"/>
              <a:gd name="connsiteX362" fmla="*/ 661441 w 1637567"/>
              <a:gd name="connsiteY362" fmla="*/ 1687059 h 1745962"/>
              <a:gd name="connsiteX363" fmla="*/ 662880 w 1637567"/>
              <a:gd name="connsiteY363" fmla="*/ 1686629 h 1745962"/>
              <a:gd name="connsiteX364" fmla="*/ 664341 w 1637567"/>
              <a:gd name="connsiteY364" fmla="*/ 1686176 h 1745962"/>
              <a:gd name="connsiteX365" fmla="*/ 665811 w 1637567"/>
              <a:gd name="connsiteY365" fmla="*/ 1685746 h 1745962"/>
              <a:gd name="connsiteX366" fmla="*/ 667273 w 1637567"/>
              <a:gd name="connsiteY366" fmla="*/ 1685292 h 1745962"/>
              <a:gd name="connsiteX367" fmla="*/ 668711 w 1637567"/>
              <a:gd name="connsiteY367" fmla="*/ 1684831 h 1745962"/>
              <a:gd name="connsiteX368" fmla="*/ 671643 w 1637567"/>
              <a:gd name="connsiteY368" fmla="*/ 1683916 h 1745962"/>
              <a:gd name="connsiteX369" fmla="*/ 673081 w 1637567"/>
              <a:gd name="connsiteY369" fmla="*/ 1683455 h 1745962"/>
              <a:gd name="connsiteX370" fmla="*/ 676013 w 1637567"/>
              <a:gd name="connsiteY370" fmla="*/ 1682541 h 1745962"/>
              <a:gd name="connsiteX371" fmla="*/ 677475 w 1637567"/>
              <a:gd name="connsiteY371" fmla="*/ 1682056 h 1745962"/>
              <a:gd name="connsiteX372" fmla="*/ 678913 w 1637567"/>
              <a:gd name="connsiteY372" fmla="*/ 1681595 h 1745962"/>
              <a:gd name="connsiteX373" fmla="*/ 681844 w 1637567"/>
              <a:gd name="connsiteY373" fmla="*/ 1680618 h 1745962"/>
              <a:gd name="connsiteX374" fmla="*/ 683275 w 1637567"/>
              <a:gd name="connsiteY374" fmla="*/ 1680156 h 1745962"/>
              <a:gd name="connsiteX375" fmla="*/ 687676 w 1637567"/>
              <a:gd name="connsiteY375" fmla="*/ 1678695 h 1745962"/>
              <a:gd name="connsiteX376" fmla="*/ 689107 w 1637567"/>
              <a:gd name="connsiteY376" fmla="*/ 1678202 h 1745962"/>
              <a:gd name="connsiteX377" fmla="*/ 690576 w 1637567"/>
              <a:gd name="connsiteY377" fmla="*/ 1677686 h 1745962"/>
              <a:gd name="connsiteX378" fmla="*/ 692038 w 1637567"/>
              <a:gd name="connsiteY378" fmla="*/ 1677194 h 1745962"/>
              <a:gd name="connsiteX379" fmla="*/ 693476 w 1637567"/>
              <a:gd name="connsiteY379" fmla="*/ 1676678 h 1745962"/>
              <a:gd name="connsiteX380" fmla="*/ 694946 w 1637567"/>
              <a:gd name="connsiteY380" fmla="*/ 1676193 h 1745962"/>
              <a:gd name="connsiteX381" fmla="*/ 697878 w 1637567"/>
              <a:gd name="connsiteY381" fmla="*/ 1675153 h 1745962"/>
              <a:gd name="connsiteX382" fmla="*/ 699308 w 1637567"/>
              <a:gd name="connsiteY382" fmla="*/ 1674630 h 1745962"/>
              <a:gd name="connsiteX383" fmla="*/ 702240 w 1637567"/>
              <a:gd name="connsiteY383" fmla="*/ 1673590 h 1745962"/>
              <a:gd name="connsiteX384" fmla="*/ 703678 w 1637567"/>
              <a:gd name="connsiteY384" fmla="*/ 1673074 h 1745962"/>
              <a:gd name="connsiteX385" fmla="*/ 705140 w 1637567"/>
              <a:gd name="connsiteY385" fmla="*/ 1672558 h 1745962"/>
              <a:gd name="connsiteX386" fmla="*/ 706609 w 1637567"/>
              <a:gd name="connsiteY386" fmla="*/ 1672003 h 1745962"/>
              <a:gd name="connsiteX387" fmla="*/ 708040 w 1637567"/>
              <a:gd name="connsiteY387" fmla="*/ 1671487 h 1745962"/>
              <a:gd name="connsiteX388" fmla="*/ 712441 w 1637567"/>
              <a:gd name="connsiteY388" fmla="*/ 1669838 h 1745962"/>
              <a:gd name="connsiteX389" fmla="*/ 713872 w 1637567"/>
              <a:gd name="connsiteY389" fmla="*/ 1669290 h 1745962"/>
              <a:gd name="connsiteX390" fmla="*/ 716803 w 1637567"/>
              <a:gd name="connsiteY390" fmla="*/ 1668188 h 1745962"/>
              <a:gd name="connsiteX391" fmla="*/ 718242 w 1637567"/>
              <a:gd name="connsiteY391" fmla="*/ 1667641 h 1745962"/>
              <a:gd name="connsiteX392" fmla="*/ 719711 w 1637567"/>
              <a:gd name="connsiteY392" fmla="*/ 1667062 h 1745962"/>
              <a:gd name="connsiteX393" fmla="*/ 721173 w 1637567"/>
              <a:gd name="connsiteY393" fmla="*/ 1666507 h 1745962"/>
              <a:gd name="connsiteX394" fmla="*/ 722635 w 1637567"/>
              <a:gd name="connsiteY394" fmla="*/ 1665929 h 1745962"/>
              <a:gd name="connsiteX395" fmla="*/ 724073 w 1637567"/>
              <a:gd name="connsiteY395" fmla="*/ 1665350 h 1745962"/>
              <a:gd name="connsiteX396" fmla="*/ 727005 w 1637567"/>
              <a:gd name="connsiteY396" fmla="*/ 1664186 h 1745962"/>
              <a:gd name="connsiteX397" fmla="*/ 728443 w 1637567"/>
              <a:gd name="connsiteY397" fmla="*/ 1663607 h 1745962"/>
              <a:gd name="connsiteX398" fmla="*/ 731374 w 1637567"/>
              <a:gd name="connsiteY398" fmla="*/ 1662450 h 1745962"/>
              <a:gd name="connsiteX399" fmla="*/ 732836 w 1637567"/>
              <a:gd name="connsiteY399" fmla="*/ 1661840 h 1745962"/>
              <a:gd name="connsiteX400" fmla="*/ 734275 w 1637567"/>
              <a:gd name="connsiteY400" fmla="*/ 1661223 h 1745962"/>
              <a:gd name="connsiteX401" fmla="*/ 735737 w 1637567"/>
              <a:gd name="connsiteY401" fmla="*/ 1660645 h 1745962"/>
              <a:gd name="connsiteX402" fmla="*/ 737206 w 1637567"/>
              <a:gd name="connsiteY402" fmla="*/ 1660035 h 1745962"/>
              <a:gd name="connsiteX403" fmla="*/ 738637 w 1637567"/>
              <a:gd name="connsiteY403" fmla="*/ 1659425 h 1745962"/>
              <a:gd name="connsiteX404" fmla="*/ 740106 w 1637567"/>
              <a:gd name="connsiteY404" fmla="*/ 1658815 h 1745962"/>
              <a:gd name="connsiteX405" fmla="*/ 741568 w 1637567"/>
              <a:gd name="connsiteY405" fmla="*/ 1658174 h 1745962"/>
              <a:gd name="connsiteX406" fmla="*/ 743038 w 1637567"/>
              <a:gd name="connsiteY406" fmla="*/ 1657564 h 1745962"/>
              <a:gd name="connsiteX407" fmla="*/ 744468 w 1637567"/>
              <a:gd name="connsiteY407" fmla="*/ 1656955 h 1745962"/>
              <a:gd name="connsiteX408" fmla="*/ 747400 w 1637567"/>
              <a:gd name="connsiteY408" fmla="*/ 1655673 h 1745962"/>
              <a:gd name="connsiteX409" fmla="*/ 748838 w 1637567"/>
              <a:gd name="connsiteY409" fmla="*/ 1655032 h 1745962"/>
              <a:gd name="connsiteX410" fmla="*/ 753239 w 1637567"/>
              <a:gd name="connsiteY410" fmla="*/ 1653101 h 1745962"/>
              <a:gd name="connsiteX411" fmla="*/ 754670 w 1637567"/>
              <a:gd name="connsiteY411" fmla="*/ 1652460 h 1745962"/>
              <a:gd name="connsiteX412" fmla="*/ 756140 w 1637567"/>
              <a:gd name="connsiteY412" fmla="*/ 1651788 h 1745962"/>
              <a:gd name="connsiteX413" fmla="*/ 757601 w 1637567"/>
              <a:gd name="connsiteY413" fmla="*/ 1651147 h 1745962"/>
              <a:gd name="connsiteX414" fmla="*/ 759040 w 1637567"/>
              <a:gd name="connsiteY414" fmla="*/ 1650474 h 1745962"/>
              <a:gd name="connsiteX415" fmla="*/ 763433 w 1637567"/>
              <a:gd name="connsiteY415" fmla="*/ 1648465 h 1745962"/>
              <a:gd name="connsiteX416" fmla="*/ 764871 w 1637567"/>
              <a:gd name="connsiteY416" fmla="*/ 1647793 h 1745962"/>
              <a:gd name="connsiteX417" fmla="*/ 766333 w 1637567"/>
              <a:gd name="connsiteY417" fmla="*/ 1647089 h 1745962"/>
              <a:gd name="connsiteX418" fmla="*/ 767803 w 1637567"/>
              <a:gd name="connsiteY418" fmla="*/ 1646417 h 1745962"/>
              <a:gd name="connsiteX419" fmla="*/ 769234 w 1637567"/>
              <a:gd name="connsiteY419" fmla="*/ 1645714 h 1745962"/>
              <a:gd name="connsiteX420" fmla="*/ 772165 w 1637567"/>
              <a:gd name="connsiteY420" fmla="*/ 1644306 h 1745962"/>
              <a:gd name="connsiteX421" fmla="*/ 773603 w 1637567"/>
              <a:gd name="connsiteY421" fmla="*/ 1643611 h 1745962"/>
              <a:gd name="connsiteX422" fmla="*/ 776535 w 1637567"/>
              <a:gd name="connsiteY422" fmla="*/ 1642204 h 1745962"/>
              <a:gd name="connsiteX423" fmla="*/ 778005 w 1637567"/>
              <a:gd name="connsiteY423" fmla="*/ 1641469 h 1745962"/>
              <a:gd name="connsiteX424" fmla="*/ 779435 w 1637567"/>
              <a:gd name="connsiteY424" fmla="*/ 1640765 h 1745962"/>
              <a:gd name="connsiteX425" fmla="*/ 782367 w 1637567"/>
              <a:gd name="connsiteY425" fmla="*/ 1639303 h 1745962"/>
              <a:gd name="connsiteX426" fmla="*/ 783805 w 1637567"/>
              <a:gd name="connsiteY426" fmla="*/ 1638569 h 1745962"/>
              <a:gd name="connsiteX427" fmla="*/ 786736 w 1637567"/>
              <a:gd name="connsiteY427" fmla="*/ 1637107 h 1745962"/>
              <a:gd name="connsiteX428" fmla="*/ 788198 w 1637567"/>
              <a:gd name="connsiteY428" fmla="*/ 1636341 h 1745962"/>
              <a:gd name="connsiteX429" fmla="*/ 789637 w 1637567"/>
              <a:gd name="connsiteY429" fmla="*/ 1635606 h 1745962"/>
              <a:gd name="connsiteX430" fmla="*/ 792568 w 1637567"/>
              <a:gd name="connsiteY430" fmla="*/ 1634081 h 1745962"/>
              <a:gd name="connsiteX431" fmla="*/ 793999 w 1637567"/>
              <a:gd name="connsiteY431" fmla="*/ 1633315 h 1745962"/>
              <a:gd name="connsiteX432" fmla="*/ 796930 w 1637567"/>
              <a:gd name="connsiteY432" fmla="*/ 1631791 h 1745962"/>
              <a:gd name="connsiteX433" fmla="*/ 798400 w 1637567"/>
              <a:gd name="connsiteY433" fmla="*/ 1630994 h 1745962"/>
              <a:gd name="connsiteX434" fmla="*/ 799838 w 1637567"/>
              <a:gd name="connsiteY434" fmla="*/ 1630204 h 1745962"/>
              <a:gd name="connsiteX435" fmla="*/ 801300 w 1637567"/>
              <a:gd name="connsiteY435" fmla="*/ 1629438 h 1745962"/>
              <a:gd name="connsiteX436" fmla="*/ 802762 w 1637567"/>
              <a:gd name="connsiteY436" fmla="*/ 1628641 h 1745962"/>
              <a:gd name="connsiteX437" fmla="*/ 804200 w 1637567"/>
              <a:gd name="connsiteY437" fmla="*/ 1627851 h 1745962"/>
              <a:gd name="connsiteX438" fmla="*/ 805670 w 1637567"/>
              <a:gd name="connsiteY438" fmla="*/ 1627054 h 1745962"/>
              <a:gd name="connsiteX439" fmla="*/ 807132 w 1637567"/>
              <a:gd name="connsiteY439" fmla="*/ 1626233 h 1745962"/>
              <a:gd name="connsiteX440" fmla="*/ 808601 w 1637567"/>
              <a:gd name="connsiteY440" fmla="*/ 1625436 h 1745962"/>
              <a:gd name="connsiteX441" fmla="*/ 810032 w 1637567"/>
              <a:gd name="connsiteY441" fmla="*/ 1624615 h 1745962"/>
              <a:gd name="connsiteX442" fmla="*/ 812963 w 1637567"/>
              <a:gd name="connsiteY442" fmla="*/ 1622965 h 1745962"/>
              <a:gd name="connsiteX443" fmla="*/ 814402 w 1637567"/>
              <a:gd name="connsiteY443" fmla="*/ 1622137 h 1745962"/>
              <a:gd name="connsiteX444" fmla="*/ 817333 w 1637567"/>
              <a:gd name="connsiteY444" fmla="*/ 1620495 h 1745962"/>
              <a:gd name="connsiteX445" fmla="*/ 818795 w 1637567"/>
              <a:gd name="connsiteY445" fmla="*/ 1619635 h 1745962"/>
              <a:gd name="connsiteX446" fmla="*/ 820233 w 1637567"/>
              <a:gd name="connsiteY446" fmla="*/ 1618783 h 1745962"/>
              <a:gd name="connsiteX447" fmla="*/ 821695 w 1637567"/>
              <a:gd name="connsiteY447" fmla="*/ 1617923 h 1745962"/>
              <a:gd name="connsiteX448" fmla="*/ 823165 w 1637567"/>
              <a:gd name="connsiteY448" fmla="*/ 1617102 h 1745962"/>
              <a:gd name="connsiteX449" fmla="*/ 824595 w 1637567"/>
              <a:gd name="connsiteY449" fmla="*/ 1616219 h 1745962"/>
              <a:gd name="connsiteX450" fmla="*/ 827527 w 1637567"/>
              <a:gd name="connsiteY450" fmla="*/ 1614507 h 1745962"/>
              <a:gd name="connsiteX451" fmla="*/ 828965 w 1637567"/>
              <a:gd name="connsiteY451" fmla="*/ 1613624 h 1745962"/>
              <a:gd name="connsiteX452" fmla="*/ 833366 w 1637567"/>
              <a:gd name="connsiteY452" fmla="*/ 1610966 h 1745962"/>
              <a:gd name="connsiteX453" fmla="*/ 834797 w 1637567"/>
              <a:gd name="connsiteY453" fmla="*/ 1610082 h 1745962"/>
              <a:gd name="connsiteX454" fmla="*/ 837728 w 1637567"/>
              <a:gd name="connsiteY454" fmla="*/ 1608245 h 1745962"/>
              <a:gd name="connsiteX455" fmla="*/ 839167 w 1637567"/>
              <a:gd name="connsiteY455" fmla="*/ 1607362 h 1745962"/>
              <a:gd name="connsiteX456" fmla="*/ 842098 w 1637567"/>
              <a:gd name="connsiteY456" fmla="*/ 1605525 h 1745962"/>
              <a:gd name="connsiteX457" fmla="*/ 843560 w 1637567"/>
              <a:gd name="connsiteY457" fmla="*/ 1604579 h 1745962"/>
              <a:gd name="connsiteX458" fmla="*/ 844998 w 1637567"/>
              <a:gd name="connsiteY458" fmla="*/ 1603665 h 1745962"/>
              <a:gd name="connsiteX459" fmla="*/ 847930 w 1637567"/>
              <a:gd name="connsiteY459" fmla="*/ 1601773 h 1745962"/>
              <a:gd name="connsiteX460" fmla="*/ 849360 w 1637567"/>
              <a:gd name="connsiteY460" fmla="*/ 1600858 h 1745962"/>
              <a:gd name="connsiteX461" fmla="*/ 850830 w 1637567"/>
              <a:gd name="connsiteY461" fmla="*/ 1599881 h 1745962"/>
              <a:gd name="connsiteX462" fmla="*/ 853762 w 1637567"/>
              <a:gd name="connsiteY462" fmla="*/ 1597989 h 1745962"/>
              <a:gd name="connsiteX463" fmla="*/ 855200 w 1637567"/>
              <a:gd name="connsiteY463" fmla="*/ 1597012 h 1745962"/>
              <a:gd name="connsiteX464" fmla="*/ 858131 w 1637567"/>
              <a:gd name="connsiteY464" fmla="*/ 1595058 h 1745962"/>
              <a:gd name="connsiteX465" fmla="*/ 859562 w 1637567"/>
              <a:gd name="connsiteY465" fmla="*/ 1594080 h 1745962"/>
              <a:gd name="connsiteX466" fmla="*/ 861032 w 1637567"/>
              <a:gd name="connsiteY466" fmla="*/ 1593103 h 1745962"/>
              <a:gd name="connsiteX467" fmla="*/ 862494 w 1637567"/>
              <a:gd name="connsiteY467" fmla="*/ 1592095 h 1745962"/>
              <a:gd name="connsiteX468" fmla="*/ 863963 w 1637567"/>
              <a:gd name="connsiteY468" fmla="*/ 1591118 h 1745962"/>
              <a:gd name="connsiteX469" fmla="*/ 865394 w 1637567"/>
              <a:gd name="connsiteY469" fmla="*/ 1590109 h 1745962"/>
              <a:gd name="connsiteX470" fmla="*/ 868325 w 1637567"/>
              <a:gd name="connsiteY470" fmla="*/ 1588092 h 1745962"/>
              <a:gd name="connsiteX471" fmla="*/ 869764 w 1637567"/>
              <a:gd name="connsiteY471" fmla="*/ 1587053 h 1745962"/>
              <a:gd name="connsiteX472" fmla="*/ 871225 w 1637567"/>
              <a:gd name="connsiteY472" fmla="*/ 1586044 h 1745962"/>
              <a:gd name="connsiteX473" fmla="*/ 874157 w 1637567"/>
              <a:gd name="connsiteY473" fmla="*/ 1583973 h 1745962"/>
              <a:gd name="connsiteX474" fmla="*/ 875595 w 1637567"/>
              <a:gd name="connsiteY474" fmla="*/ 1582933 h 1745962"/>
              <a:gd name="connsiteX475" fmla="*/ 877057 w 1637567"/>
              <a:gd name="connsiteY475" fmla="*/ 1581893 h 1745962"/>
              <a:gd name="connsiteX476" fmla="*/ 878527 w 1637567"/>
              <a:gd name="connsiteY476" fmla="*/ 1580822 h 1745962"/>
              <a:gd name="connsiteX477" fmla="*/ 879965 w 1637567"/>
              <a:gd name="connsiteY477" fmla="*/ 1579783 h 1745962"/>
              <a:gd name="connsiteX478" fmla="*/ 884358 w 1637567"/>
              <a:gd name="connsiteY478" fmla="*/ 1576578 h 1745962"/>
              <a:gd name="connsiteX479" fmla="*/ 885797 w 1637567"/>
              <a:gd name="connsiteY479" fmla="*/ 1575483 h 1745962"/>
              <a:gd name="connsiteX480" fmla="*/ 887259 w 1637567"/>
              <a:gd name="connsiteY480" fmla="*/ 1574412 h 1745962"/>
              <a:gd name="connsiteX481" fmla="*/ 888728 w 1637567"/>
              <a:gd name="connsiteY481" fmla="*/ 1573310 h 1745962"/>
              <a:gd name="connsiteX482" fmla="*/ 890159 w 1637567"/>
              <a:gd name="connsiteY482" fmla="*/ 1572216 h 1745962"/>
              <a:gd name="connsiteX483" fmla="*/ 893090 w 1637567"/>
              <a:gd name="connsiteY483" fmla="*/ 1570011 h 1745962"/>
              <a:gd name="connsiteX484" fmla="*/ 894529 w 1637567"/>
              <a:gd name="connsiteY484" fmla="*/ 1568885 h 1745962"/>
              <a:gd name="connsiteX485" fmla="*/ 895991 w 1637567"/>
              <a:gd name="connsiteY485" fmla="*/ 1567752 h 1745962"/>
              <a:gd name="connsiteX486" fmla="*/ 897460 w 1637567"/>
              <a:gd name="connsiteY486" fmla="*/ 1566658 h 1745962"/>
              <a:gd name="connsiteX487" fmla="*/ 898922 w 1637567"/>
              <a:gd name="connsiteY487" fmla="*/ 1565493 h 1745962"/>
              <a:gd name="connsiteX488" fmla="*/ 900360 w 1637567"/>
              <a:gd name="connsiteY488" fmla="*/ 1564367 h 1745962"/>
              <a:gd name="connsiteX489" fmla="*/ 901822 w 1637567"/>
              <a:gd name="connsiteY489" fmla="*/ 1563234 h 1745962"/>
              <a:gd name="connsiteX490" fmla="*/ 903292 w 1637567"/>
              <a:gd name="connsiteY490" fmla="*/ 1562077 h 1745962"/>
              <a:gd name="connsiteX491" fmla="*/ 904722 w 1637567"/>
              <a:gd name="connsiteY491" fmla="*/ 1560912 h 1745962"/>
              <a:gd name="connsiteX492" fmla="*/ 909123 w 1637567"/>
              <a:gd name="connsiteY492" fmla="*/ 1557433 h 1745962"/>
              <a:gd name="connsiteX493" fmla="*/ 910562 w 1637567"/>
              <a:gd name="connsiteY493" fmla="*/ 1556245 h 1745962"/>
              <a:gd name="connsiteX494" fmla="*/ 913493 w 1637567"/>
              <a:gd name="connsiteY494" fmla="*/ 1553861 h 1745962"/>
              <a:gd name="connsiteX495" fmla="*/ 914924 w 1637567"/>
              <a:gd name="connsiteY495" fmla="*/ 1552672 h 1745962"/>
              <a:gd name="connsiteX496" fmla="*/ 916394 w 1637567"/>
              <a:gd name="connsiteY496" fmla="*/ 1551477 h 1745962"/>
              <a:gd name="connsiteX497" fmla="*/ 919325 w 1637567"/>
              <a:gd name="connsiteY497" fmla="*/ 1549037 h 1745962"/>
              <a:gd name="connsiteX498" fmla="*/ 920756 w 1637567"/>
              <a:gd name="connsiteY498" fmla="*/ 1547818 h 1745962"/>
              <a:gd name="connsiteX499" fmla="*/ 923687 w 1637567"/>
              <a:gd name="connsiteY499" fmla="*/ 1545371 h 1745962"/>
              <a:gd name="connsiteX500" fmla="*/ 925125 w 1637567"/>
              <a:gd name="connsiteY500" fmla="*/ 1544120 h 1745962"/>
              <a:gd name="connsiteX501" fmla="*/ 929519 w 1637567"/>
              <a:gd name="connsiteY501" fmla="*/ 1540368 h 1745962"/>
              <a:gd name="connsiteX502" fmla="*/ 930957 w 1637567"/>
              <a:gd name="connsiteY502" fmla="*/ 1539078 h 1745962"/>
              <a:gd name="connsiteX503" fmla="*/ 932419 w 1637567"/>
              <a:gd name="connsiteY503" fmla="*/ 1537828 h 1745962"/>
              <a:gd name="connsiteX504" fmla="*/ 933889 w 1637567"/>
              <a:gd name="connsiteY504" fmla="*/ 1536546 h 1745962"/>
              <a:gd name="connsiteX505" fmla="*/ 935327 w 1637567"/>
              <a:gd name="connsiteY505" fmla="*/ 1535263 h 1745962"/>
              <a:gd name="connsiteX506" fmla="*/ 936789 w 1637567"/>
              <a:gd name="connsiteY506" fmla="*/ 1533981 h 1745962"/>
              <a:gd name="connsiteX507" fmla="*/ 939720 w 1637567"/>
              <a:gd name="connsiteY507" fmla="*/ 1531355 h 1745962"/>
              <a:gd name="connsiteX508" fmla="*/ 941159 w 1637567"/>
              <a:gd name="connsiteY508" fmla="*/ 1530073 h 1745962"/>
              <a:gd name="connsiteX509" fmla="*/ 942620 w 1637567"/>
              <a:gd name="connsiteY509" fmla="*/ 1528728 h 1745962"/>
              <a:gd name="connsiteX510" fmla="*/ 944090 w 1637567"/>
              <a:gd name="connsiteY510" fmla="*/ 1527415 h 1745962"/>
              <a:gd name="connsiteX511" fmla="*/ 945521 w 1637567"/>
              <a:gd name="connsiteY511" fmla="*/ 1526102 h 1745962"/>
              <a:gd name="connsiteX512" fmla="*/ 948452 w 1637567"/>
              <a:gd name="connsiteY512" fmla="*/ 1523420 h 1745962"/>
              <a:gd name="connsiteX513" fmla="*/ 949890 w 1637567"/>
              <a:gd name="connsiteY513" fmla="*/ 1522076 h 1745962"/>
              <a:gd name="connsiteX514" fmla="*/ 951352 w 1637567"/>
              <a:gd name="connsiteY514" fmla="*/ 1520700 h 1745962"/>
              <a:gd name="connsiteX515" fmla="*/ 952822 w 1637567"/>
              <a:gd name="connsiteY515" fmla="*/ 1519355 h 1745962"/>
              <a:gd name="connsiteX516" fmla="*/ 954284 w 1637567"/>
              <a:gd name="connsiteY516" fmla="*/ 1517980 h 1745962"/>
              <a:gd name="connsiteX517" fmla="*/ 955722 w 1637567"/>
              <a:gd name="connsiteY517" fmla="*/ 1516604 h 1745962"/>
              <a:gd name="connsiteX518" fmla="*/ 957184 w 1637567"/>
              <a:gd name="connsiteY518" fmla="*/ 1515236 h 1745962"/>
              <a:gd name="connsiteX519" fmla="*/ 958654 w 1637567"/>
              <a:gd name="connsiteY519" fmla="*/ 1513828 h 1745962"/>
              <a:gd name="connsiteX520" fmla="*/ 960092 w 1637567"/>
              <a:gd name="connsiteY520" fmla="*/ 1512421 h 1745962"/>
              <a:gd name="connsiteX521" fmla="*/ 961554 w 1637567"/>
              <a:gd name="connsiteY521" fmla="*/ 1511053 h 1745962"/>
              <a:gd name="connsiteX522" fmla="*/ 963016 w 1637567"/>
              <a:gd name="connsiteY522" fmla="*/ 1509646 h 1745962"/>
              <a:gd name="connsiteX523" fmla="*/ 964485 w 1637567"/>
              <a:gd name="connsiteY523" fmla="*/ 1508208 h 1745962"/>
              <a:gd name="connsiteX524" fmla="*/ 965924 w 1637567"/>
              <a:gd name="connsiteY524" fmla="*/ 1506777 h 1745962"/>
              <a:gd name="connsiteX525" fmla="*/ 967386 w 1637567"/>
              <a:gd name="connsiteY525" fmla="*/ 1505370 h 1745962"/>
              <a:gd name="connsiteX526" fmla="*/ 968855 w 1637567"/>
              <a:gd name="connsiteY526" fmla="*/ 1503932 h 1745962"/>
              <a:gd name="connsiteX527" fmla="*/ 970286 w 1637567"/>
              <a:gd name="connsiteY527" fmla="*/ 1502470 h 1745962"/>
              <a:gd name="connsiteX528" fmla="*/ 971755 w 1637567"/>
              <a:gd name="connsiteY528" fmla="*/ 1501032 h 1745962"/>
              <a:gd name="connsiteX529" fmla="*/ 974687 w 1637567"/>
              <a:gd name="connsiteY529" fmla="*/ 1498100 h 1745962"/>
              <a:gd name="connsiteX530" fmla="*/ 976117 w 1637567"/>
              <a:gd name="connsiteY530" fmla="*/ 1496638 h 1745962"/>
              <a:gd name="connsiteX531" fmla="*/ 977587 w 1637567"/>
              <a:gd name="connsiteY531" fmla="*/ 1495169 h 1745962"/>
              <a:gd name="connsiteX532" fmla="*/ 979049 w 1637567"/>
              <a:gd name="connsiteY532" fmla="*/ 1493676 h 1745962"/>
              <a:gd name="connsiteX533" fmla="*/ 980487 w 1637567"/>
              <a:gd name="connsiteY533" fmla="*/ 1492206 h 1745962"/>
              <a:gd name="connsiteX534" fmla="*/ 981949 w 1637567"/>
              <a:gd name="connsiteY534" fmla="*/ 1490682 h 1745962"/>
              <a:gd name="connsiteX535" fmla="*/ 984881 w 1637567"/>
              <a:gd name="connsiteY535" fmla="*/ 1487688 h 1745962"/>
              <a:gd name="connsiteX536" fmla="*/ 986319 w 1637567"/>
              <a:gd name="connsiteY536" fmla="*/ 1486163 h 1745962"/>
              <a:gd name="connsiteX537" fmla="*/ 989250 w 1637567"/>
              <a:gd name="connsiteY537" fmla="*/ 1483107 h 1745962"/>
              <a:gd name="connsiteX538" fmla="*/ 990689 w 1637567"/>
              <a:gd name="connsiteY538" fmla="*/ 1481551 h 1745962"/>
              <a:gd name="connsiteX539" fmla="*/ 992151 w 1637567"/>
              <a:gd name="connsiteY539" fmla="*/ 1480027 h 1745962"/>
              <a:gd name="connsiteX540" fmla="*/ 993620 w 1637567"/>
              <a:gd name="connsiteY540" fmla="*/ 1478471 h 1745962"/>
              <a:gd name="connsiteX541" fmla="*/ 995082 w 1637567"/>
              <a:gd name="connsiteY541" fmla="*/ 1476876 h 1745962"/>
              <a:gd name="connsiteX542" fmla="*/ 996521 w 1637567"/>
              <a:gd name="connsiteY542" fmla="*/ 1475321 h 1745962"/>
              <a:gd name="connsiteX543" fmla="*/ 997982 w 1637567"/>
              <a:gd name="connsiteY543" fmla="*/ 1473765 h 1745962"/>
              <a:gd name="connsiteX544" fmla="*/ 999452 w 1637567"/>
              <a:gd name="connsiteY544" fmla="*/ 1472178 h 1745962"/>
              <a:gd name="connsiteX545" fmla="*/ 1000883 w 1637567"/>
              <a:gd name="connsiteY545" fmla="*/ 1470591 h 1745962"/>
              <a:gd name="connsiteX546" fmla="*/ 1002352 w 1637567"/>
              <a:gd name="connsiteY546" fmla="*/ 1468973 h 1745962"/>
              <a:gd name="connsiteX547" fmla="*/ 1003814 w 1637567"/>
              <a:gd name="connsiteY547" fmla="*/ 1467386 h 1745962"/>
              <a:gd name="connsiteX548" fmla="*/ 1005284 w 1637567"/>
              <a:gd name="connsiteY548" fmla="*/ 1465768 h 1745962"/>
              <a:gd name="connsiteX549" fmla="*/ 1006714 w 1637567"/>
              <a:gd name="connsiteY549" fmla="*/ 1464150 h 1745962"/>
              <a:gd name="connsiteX550" fmla="*/ 1008184 w 1637567"/>
              <a:gd name="connsiteY550" fmla="*/ 1462500 h 1745962"/>
              <a:gd name="connsiteX551" fmla="*/ 1009646 w 1637567"/>
              <a:gd name="connsiteY551" fmla="*/ 1460882 h 1745962"/>
              <a:gd name="connsiteX552" fmla="*/ 1011084 w 1637567"/>
              <a:gd name="connsiteY552" fmla="*/ 1459233 h 1745962"/>
              <a:gd name="connsiteX553" fmla="*/ 1014015 w 1637567"/>
              <a:gd name="connsiteY553" fmla="*/ 1455934 h 1745962"/>
              <a:gd name="connsiteX554" fmla="*/ 1015454 w 1637567"/>
              <a:gd name="connsiteY554" fmla="*/ 1454284 h 1745962"/>
              <a:gd name="connsiteX555" fmla="*/ 1019847 w 1637567"/>
              <a:gd name="connsiteY555" fmla="*/ 1449242 h 1745962"/>
              <a:gd name="connsiteX556" fmla="*/ 1021286 w 1637567"/>
              <a:gd name="connsiteY556" fmla="*/ 1447538 h 1745962"/>
              <a:gd name="connsiteX557" fmla="*/ 1024217 w 1637567"/>
              <a:gd name="connsiteY557" fmla="*/ 1444114 h 1745962"/>
              <a:gd name="connsiteX558" fmla="*/ 1025648 w 1637567"/>
              <a:gd name="connsiteY558" fmla="*/ 1442402 h 1745962"/>
              <a:gd name="connsiteX559" fmla="*/ 1027117 w 1637567"/>
              <a:gd name="connsiteY559" fmla="*/ 1440698 h 1745962"/>
              <a:gd name="connsiteX560" fmla="*/ 1030049 w 1637567"/>
              <a:gd name="connsiteY560" fmla="*/ 1437212 h 1745962"/>
              <a:gd name="connsiteX561" fmla="*/ 1031479 w 1637567"/>
              <a:gd name="connsiteY561" fmla="*/ 1435476 h 1745962"/>
              <a:gd name="connsiteX562" fmla="*/ 1034411 w 1637567"/>
              <a:gd name="connsiteY562" fmla="*/ 1431927 h 1745962"/>
              <a:gd name="connsiteX563" fmla="*/ 1035849 w 1637567"/>
              <a:gd name="connsiteY563" fmla="*/ 1430160 h 1745962"/>
              <a:gd name="connsiteX564" fmla="*/ 1037311 w 1637567"/>
              <a:gd name="connsiteY564" fmla="*/ 1428417 h 1745962"/>
              <a:gd name="connsiteX565" fmla="*/ 1040242 w 1637567"/>
              <a:gd name="connsiteY565" fmla="*/ 1424813 h 1745962"/>
              <a:gd name="connsiteX566" fmla="*/ 1041681 w 1637567"/>
              <a:gd name="connsiteY566" fmla="*/ 1423015 h 1745962"/>
              <a:gd name="connsiteX567" fmla="*/ 1043143 w 1637567"/>
              <a:gd name="connsiteY567" fmla="*/ 1421210 h 1745962"/>
              <a:gd name="connsiteX568" fmla="*/ 1044612 w 1637567"/>
              <a:gd name="connsiteY568" fmla="*/ 1419380 h 1745962"/>
              <a:gd name="connsiteX569" fmla="*/ 1046051 w 1637567"/>
              <a:gd name="connsiteY569" fmla="*/ 1417575 h 1745962"/>
              <a:gd name="connsiteX570" fmla="*/ 1047512 w 1637567"/>
              <a:gd name="connsiteY570" fmla="*/ 1415745 h 1745962"/>
              <a:gd name="connsiteX571" fmla="*/ 1048982 w 1637567"/>
              <a:gd name="connsiteY571" fmla="*/ 1413885 h 1745962"/>
              <a:gd name="connsiteX572" fmla="*/ 1050444 w 1637567"/>
              <a:gd name="connsiteY572" fmla="*/ 1412048 h 1745962"/>
              <a:gd name="connsiteX573" fmla="*/ 1051882 w 1637567"/>
              <a:gd name="connsiteY573" fmla="*/ 1410187 h 1745962"/>
              <a:gd name="connsiteX574" fmla="*/ 1054814 w 1637567"/>
              <a:gd name="connsiteY574" fmla="*/ 1406466 h 1745962"/>
              <a:gd name="connsiteX575" fmla="*/ 1056244 w 1637567"/>
              <a:gd name="connsiteY575" fmla="*/ 1404567 h 1745962"/>
              <a:gd name="connsiteX576" fmla="*/ 1060645 w 1637567"/>
              <a:gd name="connsiteY576" fmla="*/ 1398891 h 1745962"/>
              <a:gd name="connsiteX577" fmla="*/ 1062076 w 1637567"/>
              <a:gd name="connsiteY577" fmla="*/ 1396968 h 1745962"/>
              <a:gd name="connsiteX578" fmla="*/ 1063546 w 1637567"/>
              <a:gd name="connsiteY578" fmla="*/ 1395076 h 1745962"/>
              <a:gd name="connsiteX579" fmla="*/ 1065007 w 1637567"/>
              <a:gd name="connsiteY579" fmla="*/ 1393122 h 1745962"/>
              <a:gd name="connsiteX580" fmla="*/ 1066446 w 1637567"/>
              <a:gd name="connsiteY580" fmla="*/ 1391199 h 1745962"/>
              <a:gd name="connsiteX581" fmla="*/ 1070839 w 1637567"/>
              <a:gd name="connsiteY581" fmla="*/ 1385336 h 1745962"/>
              <a:gd name="connsiteX582" fmla="*/ 1072278 w 1637567"/>
              <a:gd name="connsiteY582" fmla="*/ 1383382 h 1745962"/>
              <a:gd name="connsiteX583" fmla="*/ 1075209 w 1637567"/>
              <a:gd name="connsiteY583" fmla="*/ 1379411 h 1745962"/>
              <a:gd name="connsiteX584" fmla="*/ 1076647 w 1637567"/>
              <a:gd name="connsiteY584" fmla="*/ 1377425 h 1745962"/>
              <a:gd name="connsiteX585" fmla="*/ 1079579 w 1637567"/>
              <a:gd name="connsiteY585" fmla="*/ 1373391 h 1745962"/>
              <a:gd name="connsiteX586" fmla="*/ 1081010 w 1637567"/>
              <a:gd name="connsiteY586" fmla="*/ 1371375 h 1745962"/>
              <a:gd name="connsiteX587" fmla="*/ 1082479 w 1637567"/>
              <a:gd name="connsiteY587" fmla="*/ 1369365 h 1745962"/>
              <a:gd name="connsiteX588" fmla="*/ 1085411 w 1637567"/>
              <a:gd name="connsiteY588" fmla="*/ 1365269 h 1745962"/>
              <a:gd name="connsiteX589" fmla="*/ 1086841 w 1637567"/>
              <a:gd name="connsiteY589" fmla="*/ 1363221 h 1745962"/>
              <a:gd name="connsiteX590" fmla="*/ 1088311 w 1637567"/>
              <a:gd name="connsiteY590" fmla="*/ 1361181 h 1745962"/>
              <a:gd name="connsiteX591" fmla="*/ 1089773 w 1637567"/>
              <a:gd name="connsiteY591" fmla="*/ 1359101 h 1745962"/>
              <a:gd name="connsiteX592" fmla="*/ 1091211 w 1637567"/>
              <a:gd name="connsiteY592" fmla="*/ 1357022 h 1745962"/>
              <a:gd name="connsiteX593" fmla="*/ 1092673 w 1637567"/>
              <a:gd name="connsiteY593" fmla="*/ 1354950 h 1745962"/>
              <a:gd name="connsiteX594" fmla="*/ 1095604 w 1637567"/>
              <a:gd name="connsiteY594" fmla="*/ 1350737 h 1745962"/>
              <a:gd name="connsiteX595" fmla="*/ 1097043 w 1637567"/>
              <a:gd name="connsiteY595" fmla="*/ 1348626 h 1745962"/>
              <a:gd name="connsiteX596" fmla="*/ 1098512 w 1637567"/>
              <a:gd name="connsiteY596" fmla="*/ 1346523 h 1745962"/>
              <a:gd name="connsiteX597" fmla="*/ 1099974 w 1637567"/>
              <a:gd name="connsiteY597" fmla="*/ 1344382 h 1745962"/>
              <a:gd name="connsiteX598" fmla="*/ 1101413 w 1637567"/>
              <a:gd name="connsiteY598" fmla="*/ 1342247 h 1745962"/>
              <a:gd name="connsiteX599" fmla="*/ 1102874 w 1637567"/>
              <a:gd name="connsiteY599" fmla="*/ 1340137 h 1745962"/>
              <a:gd name="connsiteX600" fmla="*/ 1105806 w 1637567"/>
              <a:gd name="connsiteY600" fmla="*/ 1335806 h 1745962"/>
              <a:gd name="connsiteX601" fmla="*/ 1107244 w 1637567"/>
              <a:gd name="connsiteY601" fmla="*/ 1333633 h 1745962"/>
              <a:gd name="connsiteX602" fmla="*/ 1108706 w 1637567"/>
              <a:gd name="connsiteY602" fmla="*/ 1331467 h 1745962"/>
              <a:gd name="connsiteX603" fmla="*/ 1110176 w 1637567"/>
              <a:gd name="connsiteY603" fmla="*/ 1329271 h 1745962"/>
              <a:gd name="connsiteX604" fmla="*/ 1111606 w 1637567"/>
              <a:gd name="connsiteY604" fmla="*/ 1327098 h 1745962"/>
              <a:gd name="connsiteX605" fmla="*/ 1113076 w 1637567"/>
              <a:gd name="connsiteY605" fmla="*/ 1324870 h 1745962"/>
              <a:gd name="connsiteX606" fmla="*/ 1114538 w 1637567"/>
              <a:gd name="connsiteY606" fmla="*/ 1322673 h 1745962"/>
              <a:gd name="connsiteX607" fmla="*/ 1116007 w 1637567"/>
              <a:gd name="connsiteY607" fmla="*/ 1320445 h 1745962"/>
              <a:gd name="connsiteX608" fmla="*/ 1117438 w 1637567"/>
              <a:gd name="connsiteY608" fmla="*/ 1318217 h 1745962"/>
              <a:gd name="connsiteX609" fmla="*/ 1120369 w 1637567"/>
              <a:gd name="connsiteY609" fmla="*/ 1313754 h 1745962"/>
              <a:gd name="connsiteX610" fmla="*/ 1121808 w 1637567"/>
              <a:gd name="connsiteY610" fmla="*/ 1311494 h 1745962"/>
              <a:gd name="connsiteX611" fmla="*/ 1123270 w 1637567"/>
              <a:gd name="connsiteY611" fmla="*/ 1309204 h 1745962"/>
              <a:gd name="connsiteX612" fmla="*/ 1124739 w 1637567"/>
              <a:gd name="connsiteY612" fmla="*/ 1306945 h 1745962"/>
              <a:gd name="connsiteX613" fmla="*/ 1126209 w 1637567"/>
              <a:gd name="connsiteY613" fmla="*/ 1304654 h 1745962"/>
              <a:gd name="connsiteX614" fmla="*/ 1127639 w 1637567"/>
              <a:gd name="connsiteY614" fmla="*/ 1302364 h 1745962"/>
              <a:gd name="connsiteX615" fmla="*/ 1129109 w 1637567"/>
              <a:gd name="connsiteY615" fmla="*/ 1300105 h 1745962"/>
              <a:gd name="connsiteX616" fmla="*/ 1130571 w 1637567"/>
              <a:gd name="connsiteY616" fmla="*/ 1297783 h 1745962"/>
              <a:gd name="connsiteX617" fmla="*/ 1132009 w 1637567"/>
              <a:gd name="connsiteY617" fmla="*/ 1295461 h 1745962"/>
              <a:gd name="connsiteX618" fmla="*/ 1133471 w 1637567"/>
              <a:gd name="connsiteY618" fmla="*/ 1293147 h 1745962"/>
              <a:gd name="connsiteX619" fmla="*/ 1134941 w 1637567"/>
              <a:gd name="connsiteY619" fmla="*/ 1290794 h 1745962"/>
              <a:gd name="connsiteX620" fmla="*/ 1136371 w 1637567"/>
              <a:gd name="connsiteY620" fmla="*/ 1288472 h 1745962"/>
              <a:gd name="connsiteX621" fmla="*/ 1139303 w 1637567"/>
              <a:gd name="connsiteY621" fmla="*/ 1283767 h 1745962"/>
              <a:gd name="connsiteX622" fmla="*/ 1140772 w 1637567"/>
              <a:gd name="connsiteY622" fmla="*/ 1281390 h 1745962"/>
              <a:gd name="connsiteX623" fmla="*/ 1142203 w 1637567"/>
              <a:gd name="connsiteY623" fmla="*/ 1279037 h 1745962"/>
              <a:gd name="connsiteX624" fmla="*/ 1143673 w 1637567"/>
              <a:gd name="connsiteY624" fmla="*/ 1276622 h 1745962"/>
              <a:gd name="connsiteX625" fmla="*/ 1145134 w 1637567"/>
              <a:gd name="connsiteY625" fmla="*/ 1274245 h 1745962"/>
              <a:gd name="connsiteX626" fmla="*/ 1146573 w 1637567"/>
              <a:gd name="connsiteY626" fmla="*/ 1271829 h 1745962"/>
              <a:gd name="connsiteX627" fmla="*/ 1150966 w 1637567"/>
              <a:gd name="connsiteY627" fmla="*/ 1264591 h 1745962"/>
              <a:gd name="connsiteX628" fmla="*/ 1152405 w 1637567"/>
              <a:gd name="connsiteY628" fmla="*/ 1262120 h 1745962"/>
              <a:gd name="connsiteX629" fmla="*/ 1155336 w 1637567"/>
              <a:gd name="connsiteY629" fmla="*/ 1257235 h 1745962"/>
              <a:gd name="connsiteX630" fmla="*/ 1156774 w 1637567"/>
              <a:gd name="connsiteY630" fmla="*/ 1254757 h 1745962"/>
              <a:gd name="connsiteX631" fmla="*/ 1159706 w 1637567"/>
              <a:gd name="connsiteY631" fmla="*/ 1249816 h 1745962"/>
              <a:gd name="connsiteX632" fmla="*/ 1161168 w 1637567"/>
              <a:gd name="connsiteY632" fmla="*/ 1247307 h 1745962"/>
              <a:gd name="connsiteX633" fmla="*/ 1162606 w 1637567"/>
              <a:gd name="connsiteY633" fmla="*/ 1244805 h 1745962"/>
              <a:gd name="connsiteX634" fmla="*/ 1164068 w 1637567"/>
              <a:gd name="connsiteY634" fmla="*/ 1242335 h 1745962"/>
              <a:gd name="connsiteX635" fmla="*/ 1165537 w 1637567"/>
              <a:gd name="connsiteY635" fmla="*/ 1239794 h 1745962"/>
              <a:gd name="connsiteX636" fmla="*/ 1166968 w 1637567"/>
              <a:gd name="connsiteY636" fmla="*/ 1237262 h 1745962"/>
              <a:gd name="connsiteX637" fmla="*/ 1169900 w 1637567"/>
              <a:gd name="connsiteY637" fmla="*/ 1232196 h 1745962"/>
              <a:gd name="connsiteX638" fmla="*/ 1171369 w 1637567"/>
              <a:gd name="connsiteY638" fmla="*/ 1229632 h 1745962"/>
              <a:gd name="connsiteX639" fmla="*/ 1172800 w 1637567"/>
              <a:gd name="connsiteY639" fmla="*/ 1227060 h 1745962"/>
              <a:gd name="connsiteX640" fmla="*/ 1174269 w 1637567"/>
              <a:gd name="connsiteY640" fmla="*/ 1224496 h 1745962"/>
              <a:gd name="connsiteX641" fmla="*/ 1175731 w 1637567"/>
              <a:gd name="connsiteY641" fmla="*/ 1221901 h 1745962"/>
              <a:gd name="connsiteX642" fmla="*/ 1177170 w 1637567"/>
              <a:gd name="connsiteY642" fmla="*/ 1219337 h 1745962"/>
              <a:gd name="connsiteX643" fmla="*/ 1178639 w 1637567"/>
              <a:gd name="connsiteY643" fmla="*/ 1216710 h 1745962"/>
              <a:gd name="connsiteX644" fmla="*/ 1180101 w 1637567"/>
              <a:gd name="connsiteY644" fmla="*/ 1214115 h 1745962"/>
              <a:gd name="connsiteX645" fmla="*/ 1181571 w 1637567"/>
              <a:gd name="connsiteY645" fmla="*/ 1211488 h 1745962"/>
              <a:gd name="connsiteX646" fmla="*/ 1183001 w 1637567"/>
              <a:gd name="connsiteY646" fmla="*/ 1208862 h 1745962"/>
              <a:gd name="connsiteX647" fmla="*/ 1185933 w 1637567"/>
              <a:gd name="connsiteY647" fmla="*/ 1203608 h 1745962"/>
              <a:gd name="connsiteX648" fmla="*/ 1187371 w 1637567"/>
              <a:gd name="connsiteY648" fmla="*/ 1200927 h 1745962"/>
              <a:gd name="connsiteX649" fmla="*/ 1190303 w 1637567"/>
              <a:gd name="connsiteY649" fmla="*/ 1195611 h 1745962"/>
              <a:gd name="connsiteX650" fmla="*/ 1191764 w 1637567"/>
              <a:gd name="connsiteY650" fmla="*/ 1192922 h 1745962"/>
              <a:gd name="connsiteX651" fmla="*/ 1193203 w 1637567"/>
              <a:gd name="connsiteY651" fmla="*/ 1190233 h 1745962"/>
              <a:gd name="connsiteX652" fmla="*/ 1194665 w 1637567"/>
              <a:gd name="connsiteY652" fmla="*/ 1187552 h 1745962"/>
              <a:gd name="connsiteX653" fmla="*/ 1196134 w 1637567"/>
              <a:gd name="connsiteY653" fmla="*/ 1184831 h 1745962"/>
              <a:gd name="connsiteX654" fmla="*/ 1197565 w 1637567"/>
              <a:gd name="connsiteY654" fmla="*/ 1182111 h 1745962"/>
              <a:gd name="connsiteX655" fmla="*/ 1199034 w 1637567"/>
              <a:gd name="connsiteY655" fmla="*/ 1179398 h 1745962"/>
              <a:gd name="connsiteX656" fmla="*/ 1200496 w 1637567"/>
              <a:gd name="connsiteY656" fmla="*/ 1176647 h 1745962"/>
              <a:gd name="connsiteX657" fmla="*/ 1201935 w 1637567"/>
              <a:gd name="connsiteY657" fmla="*/ 1173903 h 1745962"/>
              <a:gd name="connsiteX658" fmla="*/ 1203397 w 1637567"/>
              <a:gd name="connsiteY658" fmla="*/ 1171151 h 1745962"/>
              <a:gd name="connsiteX659" fmla="*/ 1206336 w 1637567"/>
              <a:gd name="connsiteY659" fmla="*/ 1165593 h 1745962"/>
              <a:gd name="connsiteX660" fmla="*/ 1207766 w 1637567"/>
              <a:gd name="connsiteY660" fmla="*/ 1162849 h 1745962"/>
              <a:gd name="connsiteX661" fmla="*/ 1210698 w 1637567"/>
              <a:gd name="connsiteY661" fmla="*/ 1157228 h 1745962"/>
              <a:gd name="connsiteX662" fmla="*/ 1212136 w 1637567"/>
              <a:gd name="connsiteY662" fmla="*/ 1154446 h 1745962"/>
              <a:gd name="connsiteX663" fmla="*/ 1215068 w 1637567"/>
              <a:gd name="connsiteY663" fmla="*/ 1148770 h 1745962"/>
              <a:gd name="connsiteX664" fmla="*/ 1216530 w 1637567"/>
              <a:gd name="connsiteY664" fmla="*/ 1145956 h 1745962"/>
              <a:gd name="connsiteX665" fmla="*/ 1217968 w 1637567"/>
              <a:gd name="connsiteY665" fmla="*/ 1143087 h 1745962"/>
              <a:gd name="connsiteX666" fmla="*/ 1219430 w 1637567"/>
              <a:gd name="connsiteY666" fmla="*/ 1140249 h 1745962"/>
              <a:gd name="connsiteX667" fmla="*/ 1220899 w 1637567"/>
              <a:gd name="connsiteY667" fmla="*/ 1137380 h 1745962"/>
              <a:gd name="connsiteX668" fmla="*/ 1222330 w 1637567"/>
              <a:gd name="connsiteY668" fmla="*/ 1134511 h 1745962"/>
              <a:gd name="connsiteX669" fmla="*/ 1223800 w 1637567"/>
              <a:gd name="connsiteY669" fmla="*/ 1131635 h 1745962"/>
              <a:gd name="connsiteX670" fmla="*/ 1226731 w 1637567"/>
              <a:gd name="connsiteY670" fmla="*/ 1125834 h 1745962"/>
              <a:gd name="connsiteX671" fmla="*/ 1228162 w 1637567"/>
              <a:gd name="connsiteY671" fmla="*/ 1122934 h 1745962"/>
              <a:gd name="connsiteX672" fmla="*/ 1231093 w 1637567"/>
              <a:gd name="connsiteY672" fmla="*/ 1117071 h 1745962"/>
              <a:gd name="connsiteX673" fmla="*/ 1232531 w 1637567"/>
              <a:gd name="connsiteY673" fmla="*/ 1114140 h 1745962"/>
              <a:gd name="connsiteX674" fmla="*/ 1234001 w 1637567"/>
              <a:gd name="connsiteY674" fmla="*/ 1111208 h 1745962"/>
              <a:gd name="connsiteX675" fmla="*/ 1236933 w 1637567"/>
              <a:gd name="connsiteY675" fmla="*/ 1105283 h 1745962"/>
              <a:gd name="connsiteX676" fmla="*/ 1238363 w 1637567"/>
              <a:gd name="connsiteY676" fmla="*/ 1102289 h 1745962"/>
              <a:gd name="connsiteX677" fmla="*/ 1241295 w 1637567"/>
              <a:gd name="connsiteY677" fmla="*/ 1096308 h 1745962"/>
              <a:gd name="connsiteX678" fmla="*/ 1242733 w 1637567"/>
              <a:gd name="connsiteY678" fmla="*/ 1093315 h 1745962"/>
              <a:gd name="connsiteX679" fmla="*/ 1244195 w 1637567"/>
              <a:gd name="connsiteY679" fmla="*/ 1090321 h 1745962"/>
              <a:gd name="connsiteX680" fmla="*/ 1247126 w 1637567"/>
              <a:gd name="connsiteY680" fmla="*/ 1084278 h 1745962"/>
              <a:gd name="connsiteX681" fmla="*/ 1248565 w 1637567"/>
              <a:gd name="connsiteY681" fmla="*/ 1081221 h 1745962"/>
              <a:gd name="connsiteX682" fmla="*/ 1251496 w 1637567"/>
              <a:gd name="connsiteY682" fmla="*/ 1075116 h 1745962"/>
              <a:gd name="connsiteX683" fmla="*/ 1252927 w 1637567"/>
              <a:gd name="connsiteY683" fmla="*/ 1072059 h 1745962"/>
              <a:gd name="connsiteX684" fmla="*/ 1257328 w 1637567"/>
              <a:gd name="connsiteY684" fmla="*/ 1062811 h 1745962"/>
              <a:gd name="connsiteX685" fmla="*/ 1258766 w 1637567"/>
              <a:gd name="connsiteY685" fmla="*/ 1059692 h 1745962"/>
              <a:gd name="connsiteX686" fmla="*/ 1261698 w 1637567"/>
              <a:gd name="connsiteY686" fmla="*/ 1053462 h 1745962"/>
              <a:gd name="connsiteX687" fmla="*/ 1263128 w 1637567"/>
              <a:gd name="connsiteY687" fmla="*/ 1050320 h 1745962"/>
              <a:gd name="connsiteX688" fmla="*/ 1264598 w 1637567"/>
              <a:gd name="connsiteY688" fmla="*/ 1047208 h 1745962"/>
              <a:gd name="connsiteX689" fmla="*/ 1266060 w 1637567"/>
              <a:gd name="connsiteY689" fmla="*/ 1044027 h 1745962"/>
              <a:gd name="connsiteX690" fmla="*/ 1267498 w 1637567"/>
              <a:gd name="connsiteY690" fmla="*/ 1040884 h 1745962"/>
              <a:gd name="connsiteX691" fmla="*/ 1268960 w 1637567"/>
              <a:gd name="connsiteY691" fmla="*/ 1037741 h 1745962"/>
              <a:gd name="connsiteX692" fmla="*/ 1270430 w 1637567"/>
              <a:gd name="connsiteY692" fmla="*/ 1034529 h 1745962"/>
              <a:gd name="connsiteX693" fmla="*/ 1271891 w 1637567"/>
              <a:gd name="connsiteY693" fmla="*/ 1031355 h 1745962"/>
              <a:gd name="connsiteX694" fmla="*/ 1273330 w 1637567"/>
              <a:gd name="connsiteY694" fmla="*/ 1028181 h 1745962"/>
              <a:gd name="connsiteX695" fmla="*/ 1274792 w 1637567"/>
              <a:gd name="connsiteY695" fmla="*/ 1024945 h 1745962"/>
              <a:gd name="connsiteX696" fmla="*/ 1276261 w 1637567"/>
              <a:gd name="connsiteY696" fmla="*/ 1021740 h 1745962"/>
              <a:gd name="connsiteX697" fmla="*/ 1277692 w 1637567"/>
              <a:gd name="connsiteY697" fmla="*/ 1018534 h 1745962"/>
              <a:gd name="connsiteX698" fmla="*/ 1282093 w 1637567"/>
              <a:gd name="connsiteY698" fmla="*/ 1008818 h 1745962"/>
              <a:gd name="connsiteX699" fmla="*/ 1283523 w 1637567"/>
              <a:gd name="connsiteY699" fmla="*/ 1005550 h 1745962"/>
              <a:gd name="connsiteX700" fmla="*/ 1286463 w 1637567"/>
              <a:gd name="connsiteY700" fmla="*/ 999023 h 1745962"/>
              <a:gd name="connsiteX701" fmla="*/ 1287893 w 1637567"/>
              <a:gd name="connsiteY701" fmla="*/ 995724 h 1745962"/>
              <a:gd name="connsiteX702" fmla="*/ 1290825 w 1637567"/>
              <a:gd name="connsiteY702" fmla="*/ 989126 h 1745962"/>
              <a:gd name="connsiteX703" fmla="*/ 1292294 w 1637567"/>
              <a:gd name="connsiteY703" fmla="*/ 985796 h 1745962"/>
              <a:gd name="connsiteX704" fmla="*/ 1293725 w 1637567"/>
              <a:gd name="connsiteY704" fmla="*/ 982466 h 1745962"/>
              <a:gd name="connsiteX705" fmla="*/ 1295195 w 1637567"/>
              <a:gd name="connsiteY705" fmla="*/ 979167 h 1745962"/>
              <a:gd name="connsiteX706" fmla="*/ 1296657 w 1637567"/>
              <a:gd name="connsiteY706" fmla="*/ 975813 h 1745962"/>
              <a:gd name="connsiteX707" fmla="*/ 1298095 w 1637567"/>
              <a:gd name="connsiteY707" fmla="*/ 972452 h 1745962"/>
              <a:gd name="connsiteX708" fmla="*/ 1299557 w 1637567"/>
              <a:gd name="connsiteY708" fmla="*/ 969122 h 1745962"/>
              <a:gd name="connsiteX709" fmla="*/ 1302488 w 1637567"/>
              <a:gd name="connsiteY709" fmla="*/ 962344 h 1745962"/>
              <a:gd name="connsiteX710" fmla="*/ 1303927 w 1637567"/>
              <a:gd name="connsiteY710" fmla="*/ 958983 h 1745962"/>
              <a:gd name="connsiteX711" fmla="*/ 1305388 w 1637567"/>
              <a:gd name="connsiteY711" fmla="*/ 955566 h 1745962"/>
              <a:gd name="connsiteX712" fmla="*/ 1306858 w 1637567"/>
              <a:gd name="connsiteY712" fmla="*/ 952174 h 1745962"/>
              <a:gd name="connsiteX713" fmla="*/ 1308289 w 1637567"/>
              <a:gd name="connsiteY713" fmla="*/ 948758 h 1745962"/>
              <a:gd name="connsiteX714" fmla="*/ 1312690 w 1637567"/>
              <a:gd name="connsiteY714" fmla="*/ 938494 h 1745962"/>
              <a:gd name="connsiteX715" fmla="*/ 1314128 w 1637567"/>
              <a:gd name="connsiteY715" fmla="*/ 935015 h 1745962"/>
              <a:gd name="connsiteX716" fmla="*/ 1317060 w 1637567"/>
              <a:gd name="connsiteY716" fmla="*/ 928112 h 1745962"/>
              <a:gd name="connsiteX717" fmla="*/ 1318490 w 1637567"/>
              <a:gd name="connsiteY717" fmla="*/ 924634 h 1745962"/>
              <a:gd name="connsiteX718" fmla="*/ 1321422 w 1637567"/>
              <a:gd name="connsiteY718" fmla="*/ 917668 h 1745962"/>
              <a:gd name="connsiteX719" fmla="*/ 1322860 w 1637567"/>
              <a:gd name="connsiteY719" fmla="*/ 914158 h 1745962"/>
              <a:gd name="connsiteX720" fmla="*/ 1325791 w 1637567"/>
              <a:gd name="connsiteY720" fmla="*/ 907138 h 1745962"/>
              <a:gd name="connsiteX721" fmla="*/ 1327253 w 1637567"/>
              <a:gd name="connsiteY721" fmla="*/ 903590 h 1745962"/>
              <a:gd name="connsiteX722" fmla="*/ 1328692 w 1637567"/>
              <a:gd name="connsiteY722" fmla="*/ 900048 h 1745962"/>
              <a:gd name="connsiteX723" fmla="*/ 1331623 w 1637567"/>
              <a:gd name="connsiteY723" fmla="*/ 892966 h 1745962"/>
              <a:gd name="connsiteX724" fmla="*/ 1333054 w 1637567"/>
              <a:gd name="connsiteY724" fmla="*/ 889393 h 1745962"/>
              <a:gd name="connsiteX725" fmla="*/ 1335985 w 1637567"/>
              <a:gd name="connsiteY725" fmla="*/ 882248 h 1745962"/>
              <a:gd name="connsiteX726" fmla="*/ 1337455 w 1637567"/>
              <a:gd name="connsiteY726" fmla="*/ 878645 h 1745962"/>
              <a:gd name="connsiteX727" fmla="*/ 1338893 w 1637567"/>
              <a:gd name="connsiteY727" fmla="*/ 875072 h 1745962"/>
              <a:gd name="connsiteX728" fmla="*/ 1340355 w 1637567"/>
              <a:gd name="connsiteY728" fmla="*/ 871437 h 1745962"/>
              <a:gd name="connsiteX729" fmla="*/ 1341825 w 1637567"/>
              <a:gd name="connsiteY729" fmla="*/ 867833 h 1745962"/>
              <a:gd name="connsiteX730" fmla="*/ 1343255 w 1637567"/>
              <a:gd name="connsiteY730" fmla="*/ 864198 h 1745962"/>
              <a:gd name="connsiteX731" fmla="*/ 1347656 w 1637567"/>
              <a:gd name="connsiteY731" fmla="*/ 853301 h 1745962"/>
              <a:gd name="connsiteX732" fmla="*/ 1349087 w 1637567"/>
              <a:gd name="connsiteY732" fmla="*/ 849635 h 1745962"/>
              <a:gd name="connsiteX733" fmla="*/ 1350556 w 1637567"/>
              <a:gd name="connsiteY733" fmla="*/ 845969 h 1745962"/>
              <a:gd name="connsiteX734" fmla="*/ 1352018 w 1637567"/>
              <a:gd name="connsiteY734" fmla="*/ 842279 h 1745962"/>
              <a:gd name="connsiteX735" fmla="*/ 1353457 w 1637567"/>
              <a:gd name="connsiteY735" fmla="*/ 838612 h 1745962"/>
              <a:gd name="connsiteX736" fmla="*/ 1356388 w 1637567"/>
              <a:gd name="connsiteY736" fmla="*/ 831225 h 1745962"/>
              <a:gd name="connsiteX737" fmla="*/ 1357850 w 1637567"/>
              <a:gd name="connsiteY737" fmla="*/ 827496 h 1745962"/>
              <a:gd name="connsiteX738" fmla="*/ 1359288 w 1637567"/>
              <a:gd name="connsiteY738" fmla="*/ 823775 h 1745962"/>
              <a:gd name="connsiteX739" fmla="*/ 1362220 w 1637567"/>
              <a:gd name="connsiteY739" fmla="*/ 816318 h 1745962"/>
              <a:gd name="connsiteX740" fmla="*/ 1363650 w 1637567"/>
              <a:gd name="connsiteY740" fmla="*/ 812565 h 1745962"/>
              <a:gd name="connsiteX741" fmla="*/ 1365120 w 1637567"/>
              <a:gd name="connsiteY741" fmla="*/ 808837 h 1745962"/>
              <a:gd name="connsiteX742" fmla="*/ 1366590 w 1637567"/>
              <a:gd name="connsiteY742" fmla="*/ 805053 h 1745962"/>
              <a:gd name="connsiteX743" fmla="*/ 1368052 w 1637567"/>
              <a:gd name="connsiteY743" fmla="*/ 801301 h 1745962"/>
              <a:gd name="connsiteX744" fmla="*/ 1369490 w 1637567"/>
              <a:gd name="connsiteY744" fmla="*/ 797509 h 1745962"/>
              <a:gd name="connsiteX745" fmla="*/ 1372421 w 1637567"/>
              <a:gd name="connsiteY745" fmla="*/ 789934 h 1745962"/>
              <a:gd name="connsiteX746" fmla="*/ 1373852 w 1637567"/>
              <a:gd name="connsiteY746" fmla="*/ 786151 h 1745962"/>
              <a:gd name="connsiteX747" fmla="*/ 1378253 w 1637567"/>
              <a:gd name="connsiteY747" fmla="*/ 774699 h 1745962"/>
              <a:gd name="connsiteX748" fmla="*/ 1379684 w 1637567"/>
              <a:gd name="connsiteY748" fmla="*/ 770852 h 1745962"/>
              <a:gd name="connsiteX749" fmla="*/ 1382615 w 1637567"/>
              <a:gd name="connsiteY749" fmla="*/ 763160 h 1745962"/>
              <a:gd name="connsiteX750" fmla="*/ 1384053 w 1637567"/>
              <a:gd name="connsiteY750" fmla="*/ 759283 h 1745962"/>
              <a:gd name="connsiteX751" fmla="*/ 1385515 w 1637567"/>
              <a:gd name="connsiteY751" fmla="*/ 755429 h 1745962"/>
              <a:gd name="connsiteX752" fmla="*/ 1386985 w 1637567"/>
              <a:gd name="connsiteY752" fmla="*/ 751552 h 1745962"/>
              <a:gd name="connsiteX753" fmla="*/ 1388415 w 1637567"/>
              <a:gd name="connsiteY753" fmla="*/ 747674 h 1745962"/>
              <a:gd name="connsiteX754" fmla="*/ 1389885 w 1637567"/>
              <a:gd name="connsiteY754" fmla="*/ 743766 h 1745962"/>
              <a:gd name="connsiteX755" fmla="*/ 1391347 w 1637567"/>
              <a:gd name="connsiteY755" fmla="*/ 739888 h 1745962"/>
              <a:gd name="connsiteX756" fmla="*/ 1392817 w 1637567"/>
              <a:gd name="connsiteY756" fmla="*/ 735980 h 1745962"/>
              <a:gd name="connsiteX757" fmla="*/ 1394255 w 1637567"/>
              <a:gd name="connsiteY757" fmla="*/ 732040 h 1745962"/>
              <a:gd name="connsiteX758" fmla="*/ 1395717 w 1637567"/>
              <a:gd name="connsiteY758" fmla="*/ 728131 h 1745962"/>
              <a:gd name="connsiteX759" fmla="*/ 1397187 w 1637567"/>
              <a:gd name="connsiteY759" fmla="*/ 724191 h 1745962"/>
              <a:gd name="connsiteX760" fmla="*/ 1398617 w 1637567"/>
              <a:gd name="connsiteY760" fmla="*/ 720251 h 1745962"/>
              <a:gd name="connsiteX761" fmla="*/ 1400087 w 1637567"/>
              <a:gd name="connsiteY761" fmla="*/ 716311 h 1745962"/>
              <a:gd name="connsiteX762" fmla="*/ 1401549 w 1637567"/>
              <a:gd name="connsiteY762" fmla="*/ 712348 h 1745962"/>
              <a:gd name="connsiteX763" fmla="*/ 1403018 w 1637567"/>
              <a:gd name="connsiteY763" fmla="*/ 708408 h 1745962"/>
              <a:gd name="connsiteX764" fmla="*/ 1404449 w 1637567"/>
              <a:gd name="connsiteY764" fmla="*/ 704437 h 1745962"/>
              <a:gd name="connsiteX765" fmla="*/ 1405918 w 1637567"/>
              <a:gd name="connsiteY765" fmla="*/ 700435 h 1745962"/>
              <a:gd name="connsiteX766" fmla="*/ 1407380 w 1637567"/>
              <a:gd name="connsiteY766" fmla="*/ 696463 h 1745962"/>
              <a:gd name="connsiteX767" fmla="*/ 1408819 w 1637567"/>
              <a:gd name="connsiteY767" fmla="*/ 692469 h 1745962"/>
              <a:gd name="connsiteX768" fmla="*/ 1413212 w 1637567"/>
              <a:gd name="connsiteY768" fmla="*/ 680469 h 1745962"/>
              <a:gd name="connsiteX769" fmla="*/ 1414650 w 1637567"/>
              <a:gd name="connsiteY769" fmla="*/ 676435 h 1745962"/>
              <a:gd name="connsiteX770" fmla="*/ 1416112 w 1637567"/>
              <a:gd name="connsiteY770" fmla="*/ 672371 h 1745962"/>
              <a:gd name="connsiteX771" fmla="*/ 1417582 w 1637567"/>
              <a:gd name="connsiteY771" fmla="*/ 668345 h 1745962"/>
              <a:gd name="connsiteX772" fmla="*/ 1419020 w 1637567"/>
              <a:gd name="connsiteY772" fmla="*/ 664311 h 1745962"/>
              <a:gd name="connsiteX773" fmla="*/ 1423413 w 1637567"/>
              <a:gd name="connsiteY773" fmla="*/ 652132 h 1745962"/>
              <a:gd name="connsiteX774" fmla="*/ 1424852 w 1637567"/>
              <a:gd name="connsiteY774" fmla="*/ 648035 h 1745962"/>
              <a:gd name="connsiteX775" fmla="*/ 1426314 w 1637567"/>
              <a:gd name="connsiteY775" fmla="*/ 643978 h 1745962"/>
              <a:gd name="connsiteX776" fmla="*/ 1427783 w 1637567"/>
              <a:gd name="connsiteY776" fmla="*/ 639882 h 1745962"/>
              <a:gd name="connsiteX777" fmla="*/ 1429214 w 1637567"/>
              <a:gd name="connsiteY777" fmla="*/ 635762 h 1745962"/>
              <a:gd name="connsiteX778" fmla="*/ 1430683 w 1637567"/>
              <a:gd name="connsiteY778" fmla="*/ 631666 h 1745962"/>
              <a:gd name="connsiteX779" fmla="*/ 1433615 w 1637567"/>
              <a:gd name="connsiteY779" fmla="*/ 623427 h 1745962"/>
              <a:gd name="connsiteX780" fmla="*/ 1435046 w 1637567"/>
              <a:gd name="connsiteY780" fmla="*/ 619299 h 1745962"/>
              <a:gd name="connsiteX781" fmla="*/ 1436515 w 1637567"/>
              <a:gd name="connsiteY781" fmla="*/ 615179 h 1745962"/>
              <a:gd name="connsiteX782" fmla="*/ 1437977 w 1637567"/>
              <a:gd name="connsiteY782" fmla="*/ 611028 h 1745962"/>
              <a:gd name="connsiteX783" fmla="*/ 1439415 w 1637567"/>
              <a:gd name="connsiteY783" fmla="*/ 606901 h 1745962"/>
              <a:gd name="connsiteX784" fmla="*/ 1440877 w 1637567"/>
              <a:gd name="connsiteY784" fmla="*/ 602719 h 1745962"/>
              <a:gd name="connsiteX785" fmla="*/ 1443809 w 1637567"/>
              <a:gd name="connsiteY785" fmla="*/ 594417 h 1745962"/>
              <a:gd name="connsiteX786" fmla="*/ 1445247 w 1637567"/>
              <a:gd name="connsiteY786" fmla="*/ 590235 h 1745962"/>
              <a:gd name="connsiteX787" fmla="*/ 1448178 w 1637567"/>
              <a:gd name="connsiteY787" fmla="*/ 581862 h 1745962"/>
              <a:gd name="connsiteX788" fmla="*/ 1449617 w 1637567"/>
              <a:gd name="connsiteY788" fmla="*/ 577649 h 1745962"/>
              <a:gd name="connsiteX789" fmla="*/ 1451079 w 1637567"/>
              <a:gd name="connsiteY789" fmla="*/ 573467 h 1745962"/>
              <a:gd name="connsiteX790" fmla="*/ 1452548 w 1637567"/>
              <a:gd name="connsiteY790" fmla="*/ 569253 h 1745962"/>
              <a:gd name="connsiteX791" fmla="*/ 1453979 w 1637567"/>
              <a:gd name="connsiteY791" fmla="*/ 565039 h 1745962"/>
              <a:gd name="connsiteX792" fmla="*/ 1455448 w 1637567"/>
              <a:gd name="connsiteY792" fmla="*/ 560795 h 1745962"/>
              <a:gd name="connsiteX793" fmla="*/ 1456910 w 1637567"/>
              <a:gd name="connsiteY793" fmla="*/ 556581 h 1745962"/>
              <a:gd name="connsiteX794" fmla="*/ 1458380 w 1637567"/>
              <a:gd name="connsiteY794" fmla="*/ 552336 h 1745962"/>
              <a:gd name="connsiteX795" fmla="*/ 1459811 w 1637567"/>
              <a:gd name="connsiteY795" fmla="*/ 548092 h 1745962"/>
              <a:gd name="connsiteX796" fmla="*/ 1462742 w 1637567"/>
              <a:gd name="connsiteY796" fmla="*/ 539602 h 1745962"/>
              <a:gd name="connsiteX797" fmla="*/ 1464180 w 1637567"/>
              <a:gd name="connsiteY797" fmla="*/ 535326 h 1745962"/>
              <a:gd name="connsiteX798" fmla="*/ 1468574 w 1637567"/>
              <a:gd name="connsiteY798" fmla="*/ 522498 h 1745962"/>
              <a:gd name="connsiteX799" fmla="*/ 1470012 w 1637567"/>
              <a:gd name="connsiteY799" fmla="*/ 518230 h 1745962"/>
              <a:gd name="connsiteX800" fmla="*/ 1472944 w 1637567"/>
              <a:gd name="connsiteY800" fmla="*/ 509615 h 1745962"/>
              <a:gd name="connsiteX801" fmla="*/ 1474382 w 1637567"/>
              <a:gd name="connsiteY801" fmla="*/ 505308 h 1745962"/>
              <a:gd name="connsiteX802" fmla="*/ 1475844 w 1637567"/>
              <a:gd name="connsiteY802" fmla="*/ 501000 h 1745962"/>
              <a:gd name="connsiteX803" fmla="*/ 1477313 w 1637567"/>
              <a:gd name="connsiteY803" fmla="*/ 496670 h 1745962"/>
              <a:gd name="connsiteX804" fmla="*/ 1478775 w 1637567"/>
              <a:gd name="connsiteY804" fmla="*/ 492362 h 1745962"/>
              <a:gd name="connsiteX805" fmla="*/ 1480214 w 1637567"/>
              <a:gd name="connsiteY805" fmla="*/ 488024 h 1745962"/>
              <a:gd name="connsiteX806" fmla="*/ 1483145 w 1637567"/>
              <a:gd name="connsiteY806" fmla="*/ 479354 h 1745962"/>
              <a:gd name="connsiteX807" fmla="*/ 1484576 w 1637567"/>
              <a:gd name="connsiteY807" fmla="*/ 474985 h 1745962"/>
              <a:gd name="connsiteX808" fmla="*/ 1486045 w 1637567"/>
              <a:gd name="connsiteY808" fmla="*/ 470654 h 1745962"/>
              <a:gd name="connsiteX809" fmla="*/ 1488977 w 1637567"/>
              <a:gd name="connsiteY809" fmla="*/ 461914 h 1745962"/>
              <a:gd name="connsiteX810" fmla="*/ 1490407 w 1637567"/>
              <a:gd name="connsiteY810" fmla="*/ 457552 h 1745962"/>
              <a:gd name="connsiteX811" fmla="*/ 1491877 w 1637567"/>
              <a:gd name="connsiteY811" fmla="*/ 453182 h 1745962"/>
              <a:gd name="connsiteX812" fmla="*/ 1493339 w 1637567"/>
              <a:gd name="connsiteY812" fmla="*/ 448789 h 1745962"/>
              <a:gd name="connsiteX813" fmla="*/ 1494777 w 1637567"/>
              <a:gd name="connsiteY813" fmla="*/ 444388 h 1745962"/>
              <a:gd name="connsiteX814" fmla="*/ 1496239 w 1637567"/>
              <a:gd name="connsiteY814" fmla="*/ 440026 h 1745962"/>
              <a:gd name="connsiteX815" fmla="*/ 1497709 w 1637567"/>
              <a:gd name="connsiteY815" fmla="*/ 435594 h 1745962"/>
              <a:gd name="connsiteX816" fmla="*/ 1499171 w 1637567"/>
              <a:gd name="connsiteY816" fmla="*/ 431200 h 1745962"/>
              <a:gd name="connsiteX817" fmla="*/ 1500609 w 1637567"/>
              <a:gd name="connsiteY817" fmla="*/ 426799 h 1745962"/>
              <a:gd name="connsiteX818" fmla="*/ 1503540 w 1637567"/>
              <a:gd name="connsiteY818" fmla="*/ 417950 h 1745962"/>
              <a:gd name="connsiteX819" fmla="*/ 1504979 w 1637567"/>
              <a:gd name="connsiteY819" fmla="*/ 413518 h 1745962"/>
              <a:gd name="connsiteX820" fmla="*/ 1507910 w 1637567"/>
              <a:gd name="connsiteY820" fmla="*/ 404661 h 1745962"/>
              <a:gd name="connsiteX821" fmla="*/ 1509341 w 1637567"/>
              <a:gd name="connsiteY821" fmla="*/ 400236 h 1745962"/>
              <a:gd name="connsiteX822" fmla="*/ 1513742 w 1637567"/>
              <a:gd name="connsiteY822" fmla="*/ 386861 h 1745962"/>
              <a:gd name="connsiteX823" fmla="*/ 1515172 w 1637567"/>
              <a:gd name="connsiteY823" fmla="*/ 382405 h 1745962"/>
              <a:gd name="connsiteX824" fmla="*/ 1516642 w 1637567"/>
              <a:gd name="connsiteY824" fmla="*/ 377941 h 1745962"/>
              <a:gd name="connsiteX825" fmla="*/ 1518104 w 1637567"/>
              <a:gd name="connsiteY825" fmla="*/ 373454 h 1745962"/>
              <a:gd name="connsiteX826" fmla="*/ 1519542 w 1637567"/>
              <a:gd name="connsiteY826" fmla="*/ 368998 h 1745962"/>
              <a:gd name="connsiteX827" fmla="*/ 1523936 w 1637567"/>
              <a:gd name="connsiteY827" fmla="*/ 355529 h 1745962"/>
              <a:gd name="connsiteX828" fmla="*/ 1525374 w 1637567"/>
              <a:gd name="connsiteY828" fmla="*/ 351042 h 1745962"/>
              <a:gd name="connsiteX829" fmla="*/ 1526844 w 1637567"/>
              <a:gd name="connsiteY829" fmla="*/ 346524 h 1745962"/>
              <a:gd name="connsiteX830" fmla="*/ 1528305 w 1637567"/>
              <a:gd name="connsiteY830" fmla="*/ 342036 h 1745962"/>
              <a:gd name="connsiteX831" fmla="*/ 1529744 w 1637567"/>
              <a:gd name="connsiteY831" fmla="*/ 337510 h 1745962"/>
              <a:gd name="connsiteX832" fmla="*/ 1534137 w 1637567"/>
              <a:gd name="connsiteY832" fmla="*/ 323955 h 1745962"/>
              <a:gd name="connsiteX833" fmla="*/ 1535575 w 1637567"/>
              <a:gd name="connsiteY833" fmla="*/ 319437 h 1745962"/>
              <a:gd name="connsiteX834" fmla="*/ 1537037 w 1637567"/>
              <a:gd name="connsiteY834" fmla="*/ 314918 h 1745962"/>
              <a:gd name="connsiteX835" fmla="*/ 1538507 w 1637567"/>
              <a:gd name="connsiteY835" fmla="*/ 310369 h 1745962"/>
              <a:gd name="connsiteX836" fmla="*/ 1539938 w 1637567"/>
              <a:gd name="connsiteY836" fmla="*/ 305850 h 1745962"/>
              <a:gd name="connsiteX837" fmla="*/ 1544339 w 1637567"/>
              <a:gd name="connsiteY837" fmla="*/ 292201 h 1745962"/>
              <a:gd name="connsiteX838" fmla="*/ 1545769 w 1637567"/>
              <a:gd name="connsiteY838" fmla="*/ 287652 h 1745962"/>
              <a:gd name="connsiteX839" fmla="*/ 1547239 w 1637567"/>
              <a:gd name="connsiteY839" fmla="*/ 283071 h 1745962"/>
              <a:gd name="connsiteX840" fmla="*/ 1548701 w 1637567"/>
              <a:gd name="connsiteY840" fmla="*/ 278521 h 1745962"/>
              <a:gd name="connsiteX841" fmla="*/ 1550139 w 1637567"/>
              <a:gd name="connsiteY841" fmla="*/ 273972 h 1745962"/>
              <a:gd name="connsiteX842" fmla="*/ 1554532 w 1637567"/>
              <a:gd name="connsiteY842" fmla="*/ 260229 h 1745962"/>
              <a:gd name="connsiteX843" fmla="*/ 1555971 w 1637567"/>
              <a:gd name="connsiteY843" fmla="*/ 255648 h 1745962"/>
              <a:gd name="connsiteX844" fmla="*/ 1558902 w 1637567"/>
              <a:gd name="connsiteY844" fmla="*/ 246486 h 1745962"/>
              <a:gd name="connsiteX845" fmla="*/ 1560341 w 1637567"/>
              <a:gd name="connsiteY845" fmla="*/ 241905 h 1745962"/>
              <a:gd name="connsiteX846" fmla="*/ 1561802 w 1637567"/>
              <a:gd name="connsiteY846" fmla="*/ 237293 h 1745962"/>
              <a:gd name="connsiteX847" fmla="*/ 1563272 w 1637567"/>
              <a:gd name="connsiteY847" fmla="*/ 232712 h 1745962"/>
              <a:gd name="connsiteX848" fmla="*/ 1564734 w 1637567"/>
              <a:gd name="connsiteY848" fmla="*/ 228100 h 1745962"/>
              <a:gd name="connsiteX849" fmla="*/ 1566172 w 1637567"/>
              <a:gd name="connsiteY849" fmla="*/ 223488 h 1745962"/>
              <a:gd name="connsiteX850" fmla="*/ 1569104 w 1637567"/>
              <a:gd name="connsiteY850" fmla="*/ 214271 h 1745962"/>
              <a:gd name="connsiteX851" fmla="*/ 1570534 w 1637567"/>
              <a:gd name="connsiteY851" fmla="*/ 209659 h 1745962"/>
              <a:gd name="connsiteX852" fmla="*/ 1573466 w 1637567"/>
              <a:gd name="connsiteY852" fmla="*/ 200435 h 1745962"/>
              <a:gd name="connsiteX853" fmla="*/ 1574904 w 1637567"/>
              <a:gd name="connsiteY853" fmla="*/ 195822 h 1745962"/>
              <a:gd name="connsiteX854" fmla="*/ 1576366 w 1637567"/>
              <a:gd name="connsiteY854" fmla="*/ 191187 h 1745962"/>
              <a:gd name="connsiteX855" fmla="*/ 1577836 w 1637567"/>
              <a:gd name="connsiteY855" fmla="*/ 186575 h 1745962"/>
              <a:gd name="connsiteX856" fmla="*/ 1579298 w 1637567"/>
              <a:gd name="connsiteY856" fmla="*/ 181931 h 1745962"/>
              <a:gd name="connsiteX857" fmla="*/ 1580736 w 1637567"/>
              <a:gd name="connsiteY857" fmla="*/ 177288 h 1745962"/>
              <a:gd name="connsiteX858" fmla="*/ 1582205 w 1637567"/>
              <a:gd name="connsiteY858" fmla="*/ 172675 h 1745962"/>
              <a:gd name="connsiteX859" fmla="*/ 1583667 w 1637567"/>
              <a:gd name="connsiteY859" fmla="*/ 168040 h 1745962"/>
              <a:gd name="connsiteX860" fmla="*/ 1585106 w 1637567"/>
              <a:gd name="connsiteY860" fmla="*/ 163396 h 1745962"/>
              <a:gd name="connsiteX861" fmla="*/ 1589499 w 1637567"/>
              <a:gd name="connsiteY861" fmla="*/ 149474 h 1745962"/>
              <a:gd name="connsiteX862" fmla="*/ 1590937 w 1637567"/>
              <a:gd name="connsiteY862" fmla="*/ 144830 h 1745962"/>
              <a:gd name="connsiteX863" fmla="*/ 1592399 w 1637567"/>
              <a:gd name="connsiteY863" fmla="*/ 140156 h 1745962"/>
              <a:gd name="connsiteX864" fmla="*/ 1593869 w 1637567"/>
              <a:gd name="connsiteY864" fmla="*/ 135520 h 1745962"/>
              <a:gd name="connsiteX865" fmla="*/ 1595299 w 1637567"/>
              <a:gd name="connsiteY865" fmla="*/ 130845 h 1745962"/>
              <a:gd name="connsiteX866" fmla="*/ 1596769 w 1637567"/>
              <a:gd name="connsiteY866" fmla="*/ 126202 h 1745962"/>
              <a:gd name="connsiteX867" fmla="*/ 1598231 w 1637567"/>
              <a:gd name="connsiteY867" fmla="*/ 121535 h 1745962"/>
              <a:gd name="connsiteX868" fmla="*/ 1599700 w 1637567"/>
              <a:gd name="connsiteY868" fmla="*/ 116891 h 1745962"/>
              <a:gd name="connsiteX869" fmla="*/ 1601131 w 1637567"/>
              <a:gd name="connsiteY869" fmla="*/ 112217 h 1745962"/>
              <a:gd name="connsiteX870" fmla="*/ 1602601 w 1637567"/>
              <a:gd name="connsiteY870" fmla="*/ 107573 h 1745962"/>
              <a:gd name="connsiteX871" fmla="*/ 1604063 w 1637567"/>
              <a:gd name="connsiteY871" fmla="*/ 102906 h 1745962"/>
              <a:gd name="connsiteX872" fmla="*/ 1605501 w 1637567"/>
              <a:gd name="connsiteY872" fmla="*/ 98232 h 1745962"/>
              <a:gd name="connsiteX873" fmla="*/ 1609894 w 1637567"/>
              <a:gd name="connsiteY873" fmla="*/ 84215 h 1745962"/>
              <a:gd name="connsiteX874" fmla="*/ 1611333 w 1637567"/>
              <a:gd name="connsiteY874" fmla="*/ 79541 h 1745962"/>
              <a:gd name="connsiteX875" fmla="*/ 1614264 w 1637567"/>
              <a:gd name="connsiteY875" fmla="*/ 70199 h 1745962"/>
              <a:gd name="connsiteX876" fmla="*/ 1615702 w 1637567"/>
              <a:gd name="connsiteY876" fmla="*/ 65524 h 1745962"/>
              <a:gd name="connsiteX877" fmla="*/ 1620096 w 1637567"/>
              <a:gd name="connsiteY877" fmla="*/ 51508 h 1745962"/>
              <a:gd name="connsiteX878" fmla="*/ 1621534 w 1637567"/>
              <a:gd name="connsiteY878" fmla="*/ 46810 h 1745962"/>
              <a:gd name="connsiteX879" fmla="*/ 1624466 w 1637567"/>
              <a:gd name="connsiteY879" fmla="*/ 37468 h 1745962"/>
              <a:gd name="connsiteX880" fmla="*/ 1625896 w 1637567"/>
              <a:gd name="connsiteY880" fmla="*/ 32793 h 1745962"/>
              <a:gd name="connsiteX881" fmla="*/ 1627366 w 1637567"/>
              <a:gd name="connsiteY881" fmla="*/ 28087 h 1745962"/>
              <a:gd name="connsiteX882" fmla="*/ 1628828 w 1637567"/>
              <a:gd name="connsiteY882" fmla="*/ 23420 h 1745962"/>
              <a:gd name="connsiteX883" fmla="*/ 1630266 w 1637567"/>
              <a:gd name="connsiteY883" fmla="*/ 18746 h 1745962"/>
              <a:gd name="connsiteX884" fmla="*/ 1631728 w 1637567"/>
              <a:gd name="connsiteY884" fmla="*/ 14048 h 1745962"/>
              <a:gd name="connsiteX885" fmla="*/ 1633197 w 1637567"/>
              <a:gd name="connsiteY885" fmla="*/ 9373 h 1745962"/>
              <a:gd name="connsiteX886" fmla="*/ 1634659 w 1637567"/>
              <a:gd name="connsiteY886" fmla="*/ 4667 h 1745962"/>
              <a:gd name="connsiteX887" fmla="*/ 1636098 w 1637567"/>
              <a:gd name="connsiteY887" fmla="*/ 0 h 1745962"/>
              <a:gd name="connsiteX888" fmla="*/ 1637567 w 1637567"/>
              <a:gd name="connsiteY888" fmla="*/ 1745962 h 1745962"/>
              <a:gd name="connsiteX889" fmla="*/ 0 w 1637567"/>
              <a:gd name="connsiteY889"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7567" h="1745962">
                <a:moveTo>
                  <a:pt x="1466" y="1744985"/>
                </a:moveTo>
                <a:lnTo>
                  <a:pt x="2901" y="1744985"/>
                </a:lnTo>
                <a:lnTo>
                  <a:pt x="4367" y="1744954"/>
                </a:lnTo>
                <a:lnTo>
                  <a:pt x="7298" y="1744954"/>
                </a:lnTo>
                <a:lnTo>
                  <a:pt x="8733" y="1744930"/>
                </a:lnTo>
                <a:lnTo>
                  <a:pt x="11665" y="1744930"/>
                </a:lnTo>
                <a:lnTo>
                  <a:pt x="13100" y="1744899"/>
                </a:lnTo>
                <a:lnTo>
                  <a:pt x="16032" y="1744899"/>
                </a:lnTo>
                <a:lnTo>
                  <a:pt x="17497" y="1744868"/>
                </a:lnTo>
                <a:lnTo>
                  <a:pt x="18933" y="1744868"/>
                </a:lnTo>
                <a:lnTo>
                  <a:pt x="20398" y="1744836"/>
                </a:lnTo>
                <a:lnTo>
                  <a:pt x="23299" y="1744836"/>
                </a:lnTo>
                <a:lnTo>
                  <a:pt x="24765" y="1744805"/>
                </a:lnTo>
                <a:lnTo>
                  <a:pt x="26231" y="1744805"/>
                </a:lnTo>
                <a:lnTo>
                  <a:pt x="27666" y="1744774"/>
                </a:lnTo>
                <a:lnTo>
                  <a:pt x="30598" y="1744774"/>
                </a:lnTo>
                <a:lnTo>
                  <a:pt x="32063" y="1744743"/>
                </a:lnTo>
                <a:lnTo>
                  <a:pt x="33498" y="1744743"/>
                </a:lnTo>
                <a:lnTo>
                  <a:pt x="34964" y="1744711"/>
                </a:lnTo>
                <a:lnTo>
                  <a:pt x="37864" y="1744711"/>
                </a:lnTo>
                <a:lnTo>
                  <a:pt x="39330" y="1744680"/>
                </a:lnTo>
                <a:lnTo>
                  <a:pt x="40796" y="1744680"/>
                </a:lnTo>
                <a:lnTo>
                  <a:pt x="42262" y="1744649"/>
                </a:lnTo>
                <a:lnTo>
                  <a:pt x="43697" y="1744649"/>
                </a:lnTo>
                <a:lnTo>
                  <a:pt x="45163" y="1744618"/>
                </a:lnTo>
                <a:lnTo>
                  <a:pt x="46628" y="1744618"/>
                </a:lnTo>
                <a:lnTo>
                  <a:pt x="48064" y="1744594"/>
                </a:lnTo>
                <a:lnTo>
                  <a:pt x="49529" y="1744594"/>
                </a:lnTo>
                <a:lnTo>
                  <a:pt x="50995" y="1744563"/>
                </a:lnTo>
                <a:lnTo>
                  <a:pt x="52461" y="1744563"/>
                </a:lnTo>
                <a:lnTo>
                  <a:pt x="53896" y="1744531"/>
                </a:lnTo>
                <a:lnTo>
                  <a:pt x="55362" y="1744531"/>
                </a:lnTo>
                <a:lnTo>
                  <a:pt x="56828" y="1744500"/>
                </a:lnTo>
                <a:lnTo>
                  <a:pt x="58263" y="1744500"/>
                </a:lnTo>
                <a:lnTo>
                  <a:pt x="59729" y="1744469"/>
                </a:lnTo>
                <a:lnTo>
                  <a:pt x="61194" y="1744469"/>
                </a:lnTo>
                <a:lnTo>
                  <a:pt x="62660" y="1744438"/>
                </a:lnTo>
                <a:lnTo>
                  <a:pt x="64095" y="1744438"/>
                </a:lnTo>
                <a:lnTo>
                  <a:pt x="65561" y="1744406"/>
                </a:lnTo>
                <a:lnTo>
                  <a:pt x="67027" y="1744406"/>
                </a:lnTo>
                <a:lnTo>
                  <a:pt x="68462" y="1744375"/>
                </a:lnTo>
                <a:lnTo>
                  <a:pt x="69928" y="1744375"/>
                </a:lnTo>
                <a:lnTo>
                  <a:pt x="71393" y="1744344"/>
                </a:lnTo>
                <a:lnTo>
                  <a:pt x="72859" y="1744344"/>
                </a:lnTo>
                <a:lnTo>
                  <a:pt x="74294" y="1744313"/>
                </a:lnTo>
                <a:lnTo>
                  <a:pt x="75760" y="1744313"/>
                </a:lnTo>
                <a:lnTo>
                  <a:pt x="77226" y="1744281"/>
                </a:lnTo>
                <a:lnTo>
                  <a:pt x="78661" y="1744281"/>
                </a:lnTo>
                <a:lnTo>
                  <a:pt x="81593" y="1744227"/>
                </a:lnTo>
                <a:lnTo>
                  <a:pt x="83058" y="1744227"/>
                </a:lnTo>
                <a:lnTo>
                  <a:pt x="84494" y="1744195"/>
                </a:lnTo>
                <a:lnTo>
                  <a:pt x="85959" y="1744195"/>
                </a:lnTo>
                <a:lnTo>
                  <a:pt x="87425" y="1744164"/>
                </a:lnTo>
                <a:lnTo>
                  <a:pt x="88860" y="1744133"/>
                </a:lnTo>
                <a:lnTo>
                  <a:pt x="90326" y="1744133"/>
                </a:lnTo>
                <a:lnTo>
                  <a:pt x="91792" y="1744102"/>
                </a:lnTo>
                <a:lnTo>
                  <a:pt x="93227" y="1744102"/>
                </a:lnTo>
                <a:lnTo>
                  <a:pt x="96159" y="1744039"/>
                </a:lnTo>
                <a:lnTo>
                  <a:pt x="97624" y="1744039"/>
                </a:lnTo>
                <a:lnTo>
                  <a:pt x="99060" y="1744008"/>
                </a:lnTo>
                <a:lnTo>
                  <a:pt x="100525" y="1743977"/>
                </a:lnTo>
                <a:lnTo>
                  <a:pt x="101991" y="1743977"/>
                </a:lnTo>
                <a:lnTo>
                  <a:pt x="103426" y="1743945"/>
                </a:lnTo>
                <a:lnTo>
                  <a:pt x="104892" y="1743922"/>
                </a:lnTo>
                <a:lnTo>
                  <a:pt x="106358" y="1743922"/>
                </a:lnTo>
                <a:lnTo>
                  <a:pt x="107824" y="1743890"/>
                </a:lnTo>
                <a:lnTo>
                  <a:pt x="109259" y="1743859"/>
                </a:lnTo>
                <a:lnTo>
                  <a:pt x="110725" y="1743859"/>
                </a:lnTo>
                <a:lnTo>
                  <a:pt x="112190" y="1743828"/>
                </a:lnTo>
                <a:lnTo>
                  <a:pt x="113625" y="1743797"/>
                </a:lnTo>
                <a:lnTo>
                  <a:pt x="115091" y="1743765"/>
                </a:lnTo>
                <a:lnTo>
                  <a:pt x="116556" y="1743765"/>
                </a:lnTo>
                <a:lnTo>
                  <a:pt x="118023" y="1743734"/>
                </a:lnTo>
                <a:lnTo>
                  <a:pt x="119457" y="1743703"/>
                </a:lnTo>
                <a:lnTo>
                  <a:pt x="120923" y="1743672"/>
                </a:lnTo>
                <a:lnTo>
                  <a:pt x="122389" y="1743672"/>
                </a:lnTo>
                <a:lnTo>
                  <a:pt x="123824" y="1743640"/>
                </a:lnTo>
                <a:lnTo>
                  <a:pt x="126755" y="1743586"/>
                </a:lnTo>
                <a:lnTo>
                  <a:pt x="128221" y="1743586"/>
                </a:lnTo>
                <a:lnTo>
                  <a:pt x="129656" y="1743554"/>
                </a:lnTo>
                <a:lnTo>
                  <a:pt x="132588" y="1743492"/>
                </a:lnTo>
                <a:lnTo>
                  <a:pt x="134023" y="1743461"/>
                </a:lnTo>
                <a:lnTo>
                  <a:pt x="135489" y="1743461"/>
                </a:lnTo>
                <a:lnTo>
                  <a:pt x="138420" y="1743398"/>
                </a:lnTo>
                <a:lnTo>
                  <a:pt x="139856" y="1743367"/>
                </a:lnTo>
                <a:lnTo>
                  <a:pt x="142787" y="1743304"/>
                </a:lnTo>
                <a:lnTo>
                  <a:pt x="144222" y="1743281"/>
                </a:lnTo>
                <a:lnTo>
                  <a:pt x="145688" y="1743281"/>
                </a:lnTo>
                <a:lnTo>
                  <a:pt x="147154" y="1743249"/>
                </a:lnTo>
                <a:lnTo>
                  <a:pt x="148589" y="1743218"/>
                </a:lnTo>
                <a:lnTo>
                  <a:pt x="152986" y="1743124"/>
                </a:lnTo>
                <a:lnTo>
                  <a:pt x="154421" y="1743093"/>
                </a:lnTo>
                <a:lnTo>
                  <a:pt x="157353" y="1743031"/>
                </a:lnTo>
                <a:lnTo>
                  <a:pt x="158788" y="1742999"/>
                </a:lnTo>
                <a:lnTo>
                  <a:pt x="163185" y="1742913"/>
                </a:lnTo>
                <a:lnTo>
                  <a:pt x="164621" y="1742882"/>
                </a:lnTo>
                <a:lnTo>
                  <a:pt x="167552" y="1742820"/>
                </a:lnTo>
                <a:lnTo>
                  <a:pt x="168987" y="1742788"/>
                </a:lnTo>
                <a:lnTo>
                  <a:pt x="173385" y="1742695"/>
                </a:lnTo>
                <a:lnTo>
                  <a:pt x="174820" y="1742663"/>
                </a:lnTo>
                <a:lnTo>
                  <a:pt x="177751" y="1742608"/>
                </a:lnTo>
                <a:lnTo>
                  <a:pt x="179187" y="1742577"/>
                </a:lnTo>
                <a:lnTo>
                  <a:pt x="183584" y="1742483"/>
                </a:lnTo>
                <a:lnTo>
                  <a:pt x="185019" y="1742452"/>
                </a:lnTo>
                <a:lnTo>
                  <a:pt x="186485" y="1742390"/>
                </a:lnTo>
                <a:lnTo>
                  <a:pt x="187950" y="1742358"/>
                </a:lnTo>
                <a:lnTo>
                  <a:pt x="189386" y="1742327"/>
                </a:lnTo>
                <a:lnTo>
                  <a:pt x="193783" y="1742241"/>
                </a:lnTo>
                <a:lnTo>
                  <a:pt x="195218" y="1742179"/>
                </a:lnTo>
                <a:lnTo>
                  <a:pt x="198150" y="1742116"/>
                </a:lnTo>
                <a:lnTo>
                  <a:pt x="199584" y="1742085"/>
                </a:lnTo>
                <a:lnTo>
                  <a:pt x="201050" y="1742054"/>
                </a:lnTo>
                <a:lnTo>
                  <a:pt x="202516" y="1741991"/>
                </a:lnTo>
                <a:lnTo>
                  <a:pt x="203981" y="1741967"/>
                </a:lnTo>
                <a:lnTo>
                  <a:pt x="205417" y="1741936"/>
                </a:lnTo>
                <a:lnTo>
                  <a:pt x="206882" y="1741874"/>
                </a:lnTo>
                <a:lnTo>
                  <a:pt x="208348" y="1741842"/>
                </a:lnTo>
                <a:lnTo>
                  <a:pt x="209783" y="1741811"/>
                </a:lnTo>
                <a:lnTo>
                  <a:pt x="211249" y="1741780"/>
                </a:lnTo>
                <a:lnTo>
                  <a:pt x="212715" y="1741717"/>
                </a:lnTo>
                <a:lnTo>
                  <a:pt x="214150" y="1741686"/>
                </a:lnTo>
                <a:lnTo>
                  <a:pt x="215616" y="1741663"/>
                </a:lnTo>
                <a:lnTo>
                  <a:pt x="217081" y="1741600"/>
                </a:lnTo>
                <a:lnTo>
                  <a:pt x="218547" y="1741569"/>
                </a:lnTo>
                <a:lnTo>
                  <a:pt x="219982" y="1741506"/>
                </a:lnTo>
                <a:lnTo>
                  <a:pt x="222914" y="1741444"/>
                </a:lnTo>
                <a:lnTo>
                  <a:pt x="224349" y="1741381"/>
                </a:lnTo>
                <a:lnTo>
                  <a:pt x="225815" y="1741350"/>
                </a:lnTo>
                <a:lnTo>
                  <a:pt x="227281" y="1741295"/>
                </a:lnTo>
                <a:lnTo>
                  <a:pt x="228746" y="1741264"/>
                </a:lnTo>
                <a:lnTo>
                  <a:pt x="230182" y="1741201"/>
                </a:lnTo>
                <a:lnTo>
                  <a:pt x="231647" y="1741170"/>
                </a:lnTo>
                <a:lnTo>
                  <a:pt x="233113" y="1741108"/>
                </a:lnTo>
                <a:lnTo>
                  <a:pt x="234548" y="1741076"/>
                </a:lnTo>
                <a:lnTo>
                  <a:pt x="236014" y="1741021"/>
                </a:lnTo>
                <a:lnTo>
                  <a:pt x="237480" y="1740990"/>
                </a:lnTo>
                <a:lnTo>
                  <a:pt x="238946" y="1740928"/>
                </a:lnTo>
                <a:lnTo>
                  <a:pt x="240381" y="1740896"/>
                </a:lnTo>
                <a:lnTo>
                  <a:pt x="243312" y="1740771"/>
                </a:lnTo>
                <a:lnTo>
                  <a:pt x="244748" y="1740740"/>
                </a:lnTo>
                <a:lnTo>
                  <a:pt x="247679" y="1740623"/>
                </a:lnTo>
                <a:lnTo>
                  <a:pt x="249145" y="1740592"/>
                </a:lnTo>
                <a:lnTo>
                  <a:pt x="250580" y="1740529"/>
                </a:lnTo>
                <a:lnTo>
                  <a:pt x="252046" y="1740467"/>
                </a:lnTo>
                <a:lnTo>
                  <a:pt x="253511" y="1740435"/>
                </a:lnTo>
                <a:lnTo>
                  <a:pt x="254947" y="1740373"/>
                </a:lnTo>
                <a:lnTo>
                  <a:pt x="256412" y="1740318"/>
                </a:lnTo>
                <a:lnTo>
                  <a:pt x="257878" y="1740287"/>
                </a:lnTo>
                <a:lnTo>
                  <a:pt x="259344" y="1740224"/>
                </a:lnTo>
                <a:lnTo>
                  <a:pt x="260779" y="1740162"/>
                </a:lnTo>
                <a:lnTo>
                  <a:pt x="263711" y="1740037"/>
                </a:lnTo>
                <a:lnTo>
                  <a:pt x="265146" y="1740013"/>
                </a:lnTo>
                <a:lnTo>
                  <a:pt x="268077" y="1739888"/>
                </a:lnTo>
                <a:lnTo>
                  <a:pt x="269513" y="1739826"/>
                </a:lnTo>
                <a:lnTo>
                  <a:pt x="273910" y="1739646"/>
                </a:lnTo>
                <a:lnTo>
                  <a:pt x="275345" y="1739583"/>
                </a:lnTo>
                <a:lnTo>
                  <a:pt x="278277" y="1739458"/>
                </a:lnTo>
                <a:lnTo>
                  <a:pt x="279709" y="1739396"/>
                </a:lnTo>
                <a:lnTo>
                  <a:pt x="284110" y="1739216"/>
                </a:lnTo>
                <a:lnTo>
                  <a:pt x="285540" y="1739153"/>
                </a:lnTo>
                <a:lnTo>
                  <a:pt x="288472" y="1739036"/>
                </a:lnTo>
                <a:lnTo>
                  <a:pt x="289910" y="1738973"/>
                </a:lnTo>
                <a:lnTo>
                  <a:pt x="294311" y="1738786"/>
                </a:lnTo>
                <a:lnTo>
                  <a:pt x="295742" y="1738700"/>
                </a:lnTo>
                <a:lnTo>
                  <a:pt x="298673" y="1738575"/>
                </a:lnTo>
                <a:lnTo>
                  <a:pt x="300112" y="1738512"/>
                </a:lnTo>
                <a:lnTo>
                  <a:pt x="301574" y="1738419"/>
                </a:lnTo>
                <a:lnTo>
                  <a:pt x="304505" y="1738301"/>
                </a:lnTo>
                <a:lnTo>
                  <a:pt x="305943" y="1738239"/>
                </a:lnTo>
                <a:lnTo>
                  <a:pt x="307405" y="1738145"/>
                </a:lnTo>
                <a:lnTo>
                  <a:pt x="308875" y="1738082"/>
                </a:lnTo>
                <a:lnTo>
                  <a:pt x="310305" y="1737996"/>
                </a:lnTo>
                <a:lnTo>
                  <a:pt x="313237" y="1737871"/>
                </a:lnTo>
                <a:lnTo>
                  <a:pt x="314707" y="1737778"/>
                </a:lnTo>
                <a:lnTo>
                  <a:pt x="316137" y="1737723"/>
                </a:lnTo>
                <a:lnTo>
                  <a:pt x="317607" y="1737629"/>
                </a:lnTo>
                <a:lnTo>
                  <a:pt x="319076" y="1737566"/>
                </a:lnTo>
                <a:lnTo>
                  <a:pt x="320507" y="1737473"/>
                </a:lnTo>
                <a:lnTo>
                  <a:pt x="321977" y="1737418"/>
                </a:lnTo>
                <a:lnTo>
                  <a:pt x="323438" y="1737324"/>
                </a:lnTo>
                <a:lnTo>
                  <a:pt x="324908" y="1737261"/>
                </a:lnTo>
                <a:lnTo>
                  <a:pt x="326339" y="1737168"/>
                </a:lnTo>
                <a:lnTo>
                  <a:pt x="327808" y="1737082"/>
                </a:lnTo>
                <a:lnTo>
                  <a:pt x="329270" y="1737019"/>
                </a:lnTo>
                <a:lnTo>
                  <a:pt x="330709" y="1736925"/>
                </a:lnTo>
                <a:lnTo>
                  <a:pt x="332170" y="1736832"/>
                </a:lnTo>
                <a:lnTo>
                  <a:pt x="333640" y="1736777"/>
                </a:lnTo>
                <a:lnTo>
                  <a:pt x="335071" y="1736683"/>
                </a:lnTo>
                <a:lnTo>
                  <a:pt x="339472" y="1736409"/>
                </a:lnTo>
                <a:lnTo>
                  <a:pt x="340902" y="1736347"/>
                </a:lnTo>
                <a:lnTo>
                  <a:pt x="343834" y="1736159"/>
                </a:lnTo>
                <a:lnTo>
                  <a:pt x="345272" y="1736073"/>
                </a:lnTo>
                <a:lnTo>
                  <a:pt x="349673" y="1735800"/>
                </a:lnTo>
                <a:lnTo>
                  <a:pt x="351104" y="1735706"/>
                </a:lnTo>
                <a:lnTo>
                  <a:pt x="354035" y="1735518"/>
                </a:lnTo>
                <a:lnTo>
                  <a:pt x="355474" y="1735432"/>
                </a:lnTo>
                <a:lnTo>
                  <a:pt x="359867" y="1735159"/>
                </a:lnTo>
                <a:lnTo>
                  <a:pt x="361305" y="1735034"/>
                </a:lnTo>
                <a:lnTo>
                  <a:pt x="364237" y="1734846"/>
                </a:lnTo>
                <a:lnTo>
                  <a:pt x="365667" y="1734760"/>
                </a:lnTo>
                <a:lnTo>
                  <a:pt x="367137" y="1734666"/>
                </a:lnTo>
                <a:lnTo>
                  <a:pt x="368599" y="1734541"/>
                </a:lnTo>
                <a:lnTo>
                  <a:pt x="370068" y="1734455"/>
                </a:lnTo>
                <a:lnTo>
                  <a:pt x="371507" y="1734361"/>
                </a:lnTo>
                <a:lnTo>
                  <a:pt x="372969" y="1734236"/>
                </a:lnTo>
                <a:lnTo>
                  <a:pt x="374438" y="1734150"/>
                </a:lnTo>
                <a:lnTo>
                  <a:pt x="375869" y="1734025"/>
                </a:lnTo>
                <a:lnTo>
                  <a:pt x="377338" y="1733931"/>
                </a:lnTo>
                <a:lnTo>
                  <a:pt x="378800" y="1733814"/>
                </a:lnTo>
                <a:lnTo>
                  <a:pt x="380270" y="1733720"/>
                </a:lnTo>
                <a:lnTo>
                  <a:pt x="381701" y="1733595"/>
                </a:lnTo>
                <a:lnTo>
                  <a:pt x="383170" y="1733509"/>
                </a:lnTo>
                <a:lnTo>
                  <a:pt x="384632" y="1733384"/>
                </a:lnTo>
                <a:lnTo>
                  <a:pt x="386070" y="1733259"/>
                </a:lnTo>
                <a:lnTo>
                  <a:pt x="387532" y="1733173"/>
                </a:lnTo>
                <a:lnTo>
                  <a:pt x="390464" y="1732923"/>
                </a:lnTo>
                <a:lnTo>
                  <a:pt x="391902" y="1732837"/>
                </a:lnTo>
                <a:lnTo>
                  <a:pt x="394834" y="1732587"/>
                </a:lnTo>
                <a:lnTo>
                  <a:pt x="396264" y="1732469"/>
                </a:lnTo>
                <a:lnTo>
                  <a:pt x="399203" y="1732219"/>
                </a:lnTo>
                <a:lnTo>
                  <a:pt x="400634" y="1732102"/>
                </a:lnTo>
                <a:lnTo>
                  <a:pt x="405035" y="1731735"/>
                </a:lnTo>
                <a:lnTo>
                  <a:pt x="406466" y="1731610"/>
                </a:lnTo>
                <a:lnTo>
                  <a:pt x="409397" y="1731367"/>
                </a:lnTo>
                <a:lnTo>
                  <a:pt x="410835" y="1731250"/>
                </a:lnTo>
                <a:lnTo>
                  <a:pt x="412297" y="1731125"/>
                </a:lnTo>
                <a:lnTo>
                  <a:pt x="413767" y="1730969"/>
                </a:lnTo>
                <a:lnTo>
                  <a:pt x="415229" y="1730851"/>
                </a:lnTo>
                <a:lnTo>
                  <a:pt x="416667" y="1730726"/>
                </a:lnTo>
                <a:lnTo>
                  <a:pt x="418129" y="1730601"/>
                </a:lnTo>
                <a:lnTo>
                  <a:pt x="419599" y="1730453"/>
                </a:lnTo>
                <a:lnTo>
                  <a:pt x="421029" y="1730328"/>
                </a:lnTo>
                <a:lnTo>
                  <a:pt x="422499" y="1730179"/>
                </a:lnTo>
                <a:lnTo>
                  <a:pt x="423961" y="1730054"/>
                </a:lnTo>
                <a:lnTo>
                  <a:pt x="425430" y="1729905"/>
                </a:lnTo>
                <a:lnTo>
                  <a:pt x="426869" y="1729780"/>
                </a:lnTo>
                <a:lnTo>
                  <a:pt x="428331" y="1729624"/>
                </a:lnTo>
                <a:lnTo>
                  <a:pt x="429800" y="1729507"/>
                </a:lnTo>
                <a:lnTo>
                  <a:pt x="431231" y="1729350"/>
                </a:lnTo>
                <a:lnTo>
                  <a:pt x="432700" y="1729202"/>
                </a:lnTo>
                <a:lnTo>
                  <a:pt x="434162" y="1729077"/>
                </a:lnTo>
                <a:lnTo>
                  <a:pt x="435632" y="1728928"/>
                </a:lnTo>
                <a:lnTo>
                  <a:pt x="437062" y="1728772"/>
                </a:lnTo>
                <a:lnTo>
                  <a:pt x="439994" y="1728467"/>
                </a:lnTo>
                <a:lnTo>
                  <a:pt x="441432" y="1728311"/>
                </a:lnTo>
                <a:lnTo>
                  <a:pt x="442894" y="1728193"/>
                </a:lnTo>
                <a:lnTo>
                  <a:pt x="445826" y="1727889"/>
                </a:lnTo>
                <a:lnTo>
                  <a:pt x="447264" y="1727732"/>
                </a:lnTo>
                <a:lnTo>
                  <a:pt x="448726" y="1727552"/>
                </a:lnTo>
                <a:lnTo>
                  <a:pt x="450195" y="1727396"/>
                </a:lnTo>
                <a:lnTo>
                  <a:pt x="451634" y="1727248"/>
                </a:lnTo>
                <a:lnTo>
                  <a:pt x="454565" y="1726943"/>
                </a:lnTo>
                <a:lnTo>
                  <a:pt x="455996" y="1726755"/>
                </a:lnTo>
                <a:lnTo>
                  <a:pt x="458927" y="1726450"/>
                </a:lnTo>
                <a:lnTo>
                  <a:pt x="460397" y="1726270"/>
                </a:lnTo>
                <a:lnTo>
                  <a:pt x="461827" y="1726114"/>
                </a:lnTo>
                <a:lnTo>
                  <a:pt x="463297" y="1725934"/>
                </a:lnTo>
                <a:lnTo>
                  <a:pt x="464759" y="1725778"/>
                </a:lnTo>
                <a:lnTo>
                  <a:pt x="466197" y="1725598"/>
                </a:lnTo>
                <a:lnTo>
                  <a:pt x="467659" y="1725411"/>
                </a:lnTo>
                <a:lnTo>
                  <a:pt x="469129" y="1725262"/>
                </a:lnTo>
                <a:lnTo>
                  <a:pt x="470591" y="1725074"/>
                </a:lnTo>
                <a:lnTo>
                  <a:pt x="472029" y="1724895"/>
                </a:lnTo>
                <a:lnTo>
                  <a:pt x="473491" y="1724738"/>
                </a:lnTo>
                <a:lnTo>
                  <a:pt x="474960" y="1724558"/>
                </a:lnTo>
                <a:lnTo>
                  <a:pt x="476391" y="1724379"/>
                </a:lnTo>
                <a:lnTo>
                  <a:pt x="480792" y="1723824"/>
                </a:lnTo>
                <a:lnTo>
                  <a:pt x="482231" y="1723644"/>
                </a:lnTo>
                <a:lnTo>
                  <a:pt x="485162" y="1723276"/>
                </a:lnTo>
                <a:lnTo>
                  <a:pt x="486593" y="1723065"/>
                </a:lnTo>
                <a:lnTo>
                  <a:pt x="490994" y="1722510"/>
                </a:lnTo>
                <a:lnTo>
                  <a:pt x="492424" y="1722299"/>
                </a:lnTo>
                <a:lnTo>
                  <a:pt x="493894" y="1722119"/>
                </a:lnTo>
                <a:lnTo>
                  <a:pt x="495356" y="1721901"/>
                </a:lnTo>
                <a:lnTo>
                  <a:pt x="496794" y="1721721"/>
                </a:lnTo>
                <a:lnTo>
                  <a:pt x="499726" y="1721291"/>
                </a:lnTo>
                <a:lnTo>
                  <a:pt x="501187" y="1721111"/>
                </a:lnTo>
                <a:lnTo>
                  <a:pt x="502626" y="1720892"/>
                </a:lnTo>
                <a:lnTo>
                  <a:pt x="505557" y="1720470"/>
                </a:lnTo>
                <a:lnTo>
                  <a:pt x="506996" y="1720282"/>
                </a:lnTo>
                <a:lnTo>
                  <a:pt x="511389" y="1719641"/>
                </a:lnTo>
                <a:lnTo>
                  <a:pt x="512827" y="1719430"/>
                </a:lnTo>
                <a:lnTo>
                  <a:pt x="514289" y="1719188"/>
                </a:lnTo>
                <a:lnTo>
                  <a:pt x="515759" y="1718969"/>
                </a:lnTo>
                <a:lnTo>
                  <a:pt x="517189" y="1718758"/>
                </a:lnTo>
                <a:lnTo>
                  <a:pt x="518659" y="1718539"/>
                </a:lnTo>
                <a:lnTo>
                  <a:pt x="520121" y="1718297"/>
                </a:lnTo>
                <a:lnTo>
                  <a:pt x="521559" y="1718086"/>
                </a:lnTo>
                <a:lnTo>
                  <a:pt x="523021" y="1717843"/>
                </a:lnTo>
                <a:lnTo>
                  <a:pt x="524491" y="1717625"/>
                </a:lnTo>
                <a:lnTo>
                  <a:pt x="525952" y="1717382"/>
                </a:lnTo>
                <a:lnTo>
                  <a:pt x="527391" y="1717171"/>
                </a:lnTo>
                <a:lnTo>
                  <a:pt x="530322" y="1716679"/>
                </a:lnTo>
                <a:lnTo>
                  <a:pt x="531761" y="1716468"/>
                </a:lnTo>
                <a:lnTo>
                  <a:pt x="536154" y="1715733"/>
                </a:lnTo>
                <a:lnTo>
                  <a:pt x="537592" y="1715490"/>
                </a:lnTo>
                <a:lnTo>
                  <a:pt x="540524" y="1714998"/>
                </a:lnTo>
                <a:lnTo>
                  <a:pt x="541954" y="1714756"/>
                </a:lnTo>
                <a:lnTo>
                  <a:pt x="543424" y="1714482"/>
                </a:lnTo>
                <a:lnTo>
                  <a:pt x="546356" y="1713990"/>
                </a:lnTo>
                <a:lnTo>
                  <a:pt x="547786" y="1713716"/>
                </a:lnTo>
                <a:lnTo>
                  <a:pt x="549256" y="1713474"/>
                </a:lnTo>
                <a:lnTo>
                  <a:pt x="550718" y="1713200"/>
                </a:lnTo>
                <a:lnTo>
                  <a:pt x="552156" y="1712958"/>
                </a:lnTo>
                <a:lnTo>
                  <a:pt x="556549" y="1712129"/>
                </a:lnTo>
                <a:lnTo>
                  <a:pt x="557988" y="1711887"/>
                </a:lnTo>
                <a:lnTo>
                  <a:pt x="560919" y="1711339"/>
                </a:lnTo>
                <a:lnTo>
                  <a:pt x="562358" y="1711058"/>
                </a:lnTo>
                <a:lnTo>
                  <a:pt x="563819" y="1710784"/>
                </a:lnTo>
                <a:lnTo>
                  <a:pt x="565289" y="1710480"/>
                </a:lnTo>
                <a:lnTo>
                  <a:pt x="566751" y="1710206"/>
                </a:lnTo>
                <a:lnTo>
                  <a:pt x="568189" y="1709932"/>
                </a:lnTo>
                <a:lnTo>
                  <a:pt x="569651" y="1709659"/>
                </a:lnTo>
                <a:lnTo>
                  <a:pt x="571121" y="1709354"/>
                </a:lnTo>
                <a:lnTo>
                  <a:pt x="572551" y="1709080"/>
                </a:lnTo>
                <a:lnTo>
                  <a:pt x="575483" y="1708463"/>
                </a:lnTo>
                <a:lnTo>
                  <a:pt x="576952" y="1708189"/>
                </a:lnTo>
                <a:lnTo>
                  <a:pt x="578383" y="1707884"/>
                </a:lnTo>
                <a:lnTo>
                  <a:pt x="581314" y="1707274"/>
                </a:lnTo>
                <a:lnTo>
                  <a:pt x="582753" y="1706970"/>
                </a:lnTo>
                <a:lnTo>
                  <a:pt x="585684" y="1706360"/>
                </a:lnTo>
                <a:lnTo>
                  <a:pt x="587123" y="1706055"/>
                </a:lnTo>
                <a:lnTo>
                  <a:pt x="588584" y="1705750"/>
                </a:lnTo>
                <a:lnTo>
                  <a:pt x="590054" y="1705414"/>
                </a:lnTo>
                <a:lnTo>
                  <a:pt x="591516" y="1705109"/>
                </a:lnTo>
                <a:lnTo>
                  <a:pt x="592954" y="1704773"/>
                </a:lnTo>
                <a:lnTo>
                  <a:pt x="594416" y="1704468"/>
                </a:lnTo>
                <a:lnTo>
                  <a:pt x="595886" y="1704132"/>
                </a:lnTo>
                <a:lnTo>
                  <a:pt x="597316" y="1703827"/>
                </a:lnTo>
                <a:lnTo>
                  <a:pt x="601717" y="1702819"/>
                </a:lnTo>
                <a:lnTo>
                  <a:pt x="603148" y="1702482"/>
                </a:lnTo>
                <a:lnTo>
                  <a:pt x="606079" y="1701810"/>
                </a:lnTo>
                <a:lnTo>
                  <a:pt x="607518" y="1701474"/>
                </a:lnTo>
                <a:lnTo>
                  <a:pt x="608980" y="1701138"/>
                </a:lnTo>
                <a:lnTo>
                  <a:pt x="610449" y="1700771"/>
                </a:lnTo>
                <a:lnTo>
                  <a:pt x="611911" y="1700434"/>
                </a:lnTo>
                <a:lnTo>
                  <a:pt x="613350" y="1700067"/>
                </a:lnTo>
                <a:lnTo>
                  <a:pt x="614819" y="1699731"/>
                </a:lnTo>
                <a:lnTo>
                  <a:pt x="616281" y="1699363"/>
                </a:lnTo>
                <a:lnTo>
                  <a:pt x="617719" y="1698996"/>
                </a:lnTo>
                <a:lnTo>
                  <a:pt x="619181" y="1698636"/>
                </a:lnTo>
                <a:lnTo>
                  <a:pt x="620651" y="1698300"/>
                </a:lnTo>
                <a:lnTo>
                  <a:pt x="622113" y="1697933"/>
                </a:lnTo>
                <a:lnTo>
                  <a:pt x="623551" y="1697534"/>
                </a:lnTo>
                <a:lnTo>
                  <a:pt x="626482" y="1696799"/>
                </a:lnTo>
                <a:lnTo>
                  <a:pt x="627913" y="1696432"/>
                </a:lnTo>
                <a:lnTo>
                  <a:pt x="629383" y="1696041"/>
                </a:lnTo>
                <a:lnTo>
                  <a:pt x="630845" y="1695674"/>
                </a:lnTo>
                <a:lnTo>
                  <a:pt x="632314" y="1695275"/>
                </a:lnTo>
                <a:lnTo>
                  <a:pt x="633745" y="1694908"/>
                </a:lnTo>
                <a:lnTo>
                  <a:pt x="636676" y="1694118"/>
                </a:lnTo>
                <a:lnTo>
                  <a:pt x="638115" y="1693719"/>
                </a:lnTo>
                <a:lnTo>
                  <a:pt x="641046" y="1692922"/>
                </a:lnTo>
                <a:lnTo>
                  <a:pt x="642484" y="1692523"/>
                </a:lnTo>
                <a:lnTo>
                  <a:pt x="645416" y="1691734"/>
                </a:lnTo>
                <a:lnTo>
                  <a:pt x="646878" y="1691304"/>
                </a:lnTo>
                <a:lnTo>
                  <a:pt x="648316" y="1690905"/>
                </a:lnTo>
                <a:lnTo>
                  <a:pt x="651248" y="1690053"/>
                </a:lnTo>
                <a:lnTo>
                  <a:pt x="652678" y="1689654"/>
                </a:lnTo>
                <a:lnTo>
                  <a:pt x="657079" y="1688372"/>
                </a:lnTo>
                <a:lnTo>
                  <a:pt x="658510" y="1687942"/>
                </a:lnTo>
                <a:lnTo>
                  <a:pt x="659979" y="1687489"/>
                </a:lnTo>
                <a:lnTo>
                  <a:pt x="661441" y="1687059"/>
                </a:lnTo>
                <a:lnTo>
                  <a:pt x="662880" y="1686629"/>
                </a:lnTo>
                <a:lnTo>
                  <a:pt x="664341" y="1686176"/>
                </a:lnTo>
                <a:lnTo>
                  <a:pt x="665811" y="1685746"/>
                </a:lnTo>
                <a:lnTo>
                  <a:pt x="667273" y="1685292"/>
                </a:lnTo>
                <a:lnTo>
                  <a:pt x="668711" y="1684831"/>
                </a:lnTo>
                <a:lnTo>
                  <a:pt x="671643" y="1683916"/>
                </a:lnTo>
                <a:lnTo>
                  <a:pt x="673081" y="1683455"/>
                </a:lnTo>
                <a:lnTo>
                  <a:pt x="676013" y="1682541"/>
                </a:lnTo>
                <a:lnTo>
                  <a:pt x="677475" y="1682056"/>
                </a:lnTo>
                <a:lnTo>
                  <a:pt x="678913" y="1681595"/>
                </a:lnTo>
                <a:lnTo>
                  <a:pt x="681844" y="1680618"/>
                </a:lnTo>
                <a:lnTo>
                  <a:pt x="683275" y="1680156"/>
                </a:lnTo>
                <a:lnTo>
                  <a:pt x="687676" y="1678695"/>
                </a:lnTo>
                <a:lnTo>
                  <a:pt x="689107" y="1678202"/>
                </a:lnTo>
                <a:lnTo>
                  <a:pt x="690576" y="1677686"/>
                </a:lnTo>
                <a:lnTo>
                  <a:pt x="692038" y="1677194"/>
                </a:lnTo>
                <a:lnTo>
                  <a:pt x="693476" y="1676678"/>
                </a:lnTo>
                <a:lnTo>
                  <a:pt x="694946" y="1676193"/>
                </a:lnTo>
                <a:lnTo>
                  <a:pt x="697878" y="1675153"/>
                </a:lnTo>
                <a:lnTo>
                  <a:pt x="699308" y="1674630"/>
                </a:lnTo>
                <a:lnTo>
                  <a:pt x="702240" y="1673590"/>
                </a:lnTo>
                <a:lnTo>
                  <a:pt x="703678" y="1673074"/>
                </a:lnTo>
                <a:lnTo>
                  <a:pt x="705140" y="1672558"/>
                </a:lnTo>
                <a:lnTo>
                  <a:pt x="706609" y="1672003"/>
                </a:lnTo>
                <a:lnTo>
                  <a:pt x="708040" y="1671487"/>
                </a:lnTo>
                <a:lnTo>
                  <a:pt x="712441" y="1669838"/>
                </a:lnTo>
                <a:lnTo>
                  <a:pt x="713872" y="1669290"/>
                </a:lnTo>
                <a:lnTo>
                  <a:pt x="716803" y="1668188"/>
                </a:lnTo>
                <a:lnTo>
                  <a:pt x="718242" y="1667641"/>
                </a:lnTo>
                <a:lnTo>
                  <a:pt x="719711" y="1667062"/>
                </a:lnTo>
                <a:lnTo>
                  <a:pt x="721173" y="1666507"/>
                </a:lnTo>
                <a:lnTo>
                  <a:pt x="722635" y="1665929"/>
                </a:lnTo>
                <a:lnTo>
                  <a:pt x="724073" y="1665350"/>
                </a:lnTo>
                <a:lnTo>
                  <a:pt x="727005" y="1664186"/>
                </a:lnTo>
                <a:lnTo>
                  <a:pt x="728443" y="1663607"/>
                </a:lnTo>
                <a:lnTo>
                  <a:pt x="731374" y="1662450"/>
                </a:lnTo>
                <a:lnTo>
                  <a:pt x="732836" y="1661840"/>
                </a:lnTo>
                <a:lnTo>
                  <a:pt x="734275" y="1661223"/>
                </a:lnTo>
                <a:lnTo>
                  <a:pt x="735737" y="1660645"/>
                </a:lnTo>
                <a:lnTo>
                  <a:pt x="737206" y="1660035"/>
                </a:lnTo>
                <a:lnTo>
                  <a:pt x="738637" y="1659425"/>
                </a:lnTo>
                <a:lnTo>
                  <a:pt x="740106" y="1658815"/>
                </a:lnTo>
                <a:lnTo>
                  <a:pt x="741568" y="1658174"/>
                </a:lnTo>
                <a:lnTo>
                  <a:pt x="743038" y="1657564"/>
                </a:lnTo>
                <a:lnTo>
                  <a:pt x="744468" y="1656955"/>
                </a:lnTo>
                <a:lnTo>
                  <a:pt x="747400" y="1655673"/>
                </a:lnTo>
                <a:lnTo>
                  <a:pt x="748838" y="1655032"/>
                </a:lnTo>
                <a:lnTo>
                  <a:pt x="753239" y="1653101"/>
                </a:lnTo>
                <a:lnTo>
                  <a:pt x="754670" y="1652460"/>
                </a:lnTo>
                <a:lnTo>
                  <a:pt x="756140" y="1651788"/>
                </a:lnTo>
                <a:lnTo>
                  <a:pt x="757601" y="1651147"/>
                </a:lnTo>
                <a:lnTo>
                  <a:pt x="759040" y="1650474"/>
                </a:lnTo>
                <a:lnTo>
                  <a:pt x="763433" y="1648465"/>
                </a:lnTo>
                <a:lnTo>
                  <a:pt x="764871" y="1647793"/>
                </a:lnTo>
                <a:lnTo>
                  <a:pt x="766333" y="1647089"/>
                </a:lnTo>
                <a:lnTo>
                  <a:pt x="767803" y="1646417"/>
                </a:lnTo>
                <a:lnTo>
                  <a:pt x="769234" y="1645714"/>
                </a:lnTo>
                <a:lnTo>
                  <a:pt x="772165" y="1644306"/>
                </a:lnTo>
                <a:lnTo>
                  <a:pt x="773603" y="1643611"/>
                </a:lnTo>
                <a:lnTo>
                  <a:pt x="776535" y="1642204"/>
                </a:lnTo>
                <a:lnTo>
                  <a:pt x="778005" y="1641469"/>
                </a:lnTo>
                <a:lnTo>
                  <a:pt x="779435" y="1640765"/>
                </a:lnTo>
                <a:lnTo>
                  <a:pt x="782367" y="1639303"/>
                </a:lnTo>
                <a:lnTo>
                  <a:pt x="783805" y="1638569"/>
                </a:lnTo>
                <a:lnTo>
                  <a:pt x="786736" y="1637107"/>
                </a:lnTo>
                <a:lnTo>
                  <a:pt x="788198" y="1636341"/>
                </a:lnTo>
                <a:lnTo>
                  <a:pt x="789637" y="1635606"/>
                </a:lnTo>
                <a:lnTo>
                  <a:pt x="792568" y="1634081"/>
                </a:lnTo>
                <a:lnTo>
                  <a:pt x="793999" y="1633315"/>
                </a:lnTo>
                <a:lnTo>
                  <a:pt x="796930" y="1631791"/>
                </a:lnTo>
                <a:lnTo>
                  <a:pt x="798400" y="1630994"/>
                </a:lnTo>
                <a:lnTo>
                  <a:pt x="799838" y="1630204"/>
                </a:lnTo>
                <a:lnTo>
                  <a:pt x="801300" y="1629438"/>
                </a:lnTo>
                <a:lnTo>
                  <a:pt x="802762" y="1628641"/>
                </a:lnTo>
                <a:lnTo>
                  <a:pt x="804200" y="1627851"/>
                </a:lnTo>
                <a:lnTo>
                  <a:pt x="805670" y="1627054"/>
                </a:lnTo>
                <a:lnTo>
                  <a:pt x="807132" y="1626233"/>
                </a:lnTo>
                <a:lnTo>
                  <a:pt x="808601" y="1625436"/>
                </a:lnTo>
                <a:lnTo>
                  <a:pt x="810032" y="1624615"/>
                </a:lnTo>
                <a:lnTo>
                  <a:pt x="812963" y="1622965"/>
                </a:lnTo>
                <a:lnTo>
                  <a:pt x="814402" y="1622137"/>
                </a:lnTo>
                <a:lnTo>
                  <a:pt x="817333" y="1620495"/>
                </a:lnTo>
                <a:lnTo>
                  <a:pt x="818795" y="1619635"/>
                </a:lnTo>
                <a:lnTo>
                  <a:pt x="820233" y="1618783"/>
                </a:lnTo>
                <a:lnTo>
                  <a:pt x="821695" y="1617923"/>
                </a:lnTo>
                <a:lnTo>
                  <a:pt x="823165" y="1617102"/>
                </a:lnTo>
                <a:lnTo>
                  <a:pt x="824595" y="1616219"/>
                </a:lnTo>
                <a:lnTo>
                  <a:pt x="827527" y="1614507"/>
                </a:lnTo>
                <a:lnTo>
                  <a:pt x="828965" y="1613624"/>
                </a:lnTo>
                <a:lnTo>
                  <a:pt x="833366" y="1610966"/>
                </a:lnTo>
                <a:lnTo>
                  <a:pt x="834797" y="1610082"/>
                </a:lnTo>
                <a:lnTo>
                  <a:pt x="837728" y="1608245"/>
                </a:lnTo>
                <a:lnTo>
                  <a:pt x="839167" y="1607362"/>
                </a:lnTo>
                <a:lnTo>
                  <a:pt x="842098" y="1605525"/>
                </a:lnTo>
                <a:lnTo>
                  <a:pt x="843560" y="1604579"/>
                </a:lnTo>
                <a:lnTo>
                  <a:pt x="844998" y="1603665"/>
                </a:lnTo>
                <a:lnTo>
                  <a:pt x="847930" y="1601773"/>
                </a:lnTo>
                <a:lnTo>
                  <a:pt x="849360" y="1600858"/>
                </a:lnTo>
                <a:lnTo>
                  <a:pt x="850830" y="1599881"/>
                </a:lnTo>
                <a:lnTo>
                  <a:pt x="853762" y="1597989"/>
                </a:lnTo>
                <a:lnTo>
                  <a:pt x="855200" y="1597012"/>
                </a:lnTo>
                <a:lnTo>
                  <a:pt x="858131" y="1595058"/>
                </a:lnTo>
                <a:lnTo>
                  <a:pt x="859562" y="1594080"/>
                </a:lnTo>
                <a:lnTo>
                  <a:pt x="861032" y="1593103"/>
                </a:lnTo>
                <a:lnTo>
                  <a:pt x="862494" y="1592095"/>
                </a:lnTo>
                <a:lnTo>
                  <a:pt x="863963" y="1591118"/>
                </a:lnTo>
                <a:lnTo>
                  <a:pt x="865394" y="1590109"/>
                </a:lnTo>
                <a:lnTo>
                  <a:pt x="868325" y="1588092"/>
                </a:lnTo>
                <a:lnTo>
                  <a:pt x="869764" y="1587053"/>
                </a:lnTo>
                <a:lnTo>
                  <a:pt x="871225" y="1586044"/>
                </a:lnTo>
                <a:lnTo>
                  <a:pt x="874157" y="1583973"/>
                </a:lnTo>
                <a:lnTo>
                  <a:pt x="875595" y="1582933"/>
                </a:lnTo>
                <a:lnTo>
                  <a:pt x="877057" y="1581893"/>
                </a:lnTo>
                <a:lnTo>
                  <a:pt x="878527" y="1580822"/>
                </a:lnTo>
                <a:lnTo>
                  <a:pt x="879965" y="1579783"/>
                </a:lnTo>
                <a:lnTo>
                  <a:pt x="884358" y="1576578"/>
                </a:lnTo>
                <a:lnTo>
                  <a:pt x="885797" y="1575483"/>
                </a:lnTo>
                <a:lnTo>
                  <a:pt x="887259" y="1574412"/>
                </a:lnTo>
                <a:lnTo>
                  <a:pt x="888728" y="1573310"/>
                </a:lnTo>
                <a:lnTo>
                  <a:pt x="890159" y="1572216"/>
                </a:lnTo>
                <a:lnTo>
                  <a:pt x="893090" y="1570011"/>
                </a:lnTo>
                <a:lnTo>
                  <a:pt x="894529" y="1568885"/>
                </a:lnTo>
                <a:lnTo>
                  <a:pt x="895991" y="1567752"/>
                </a:lnTo>
                <a:lnTo>
                  <a:pt x="897460" y="1566658"/>
                </a:lnTo>
                <a:lnTo>
                  <a:pt x="898922" y="1565493"/>
                </a:lnTo>
                <a:lnTo>
                  <a:pt x="900360" y="1564367"/>
                </a:lnTo>
                <a:lnTo>
                  <a:pt x="901822" y="1563234"/>
                </a:lnTo>
                <a:lnTo>
                  <a:pt x="903292" y="1562077"/>
                </a:lnTo>
                <a:lnTo>
                  <a:pt x="904722" y="1560912"/>
                </a:lnTo>
                <a:lnTo>
                  <a:pt x="909123" y="1557433"/>
                </a:lnTo>
                <a:lnTo>
                  <a:pt x="910562" y="1556245"/>
                </a:lnTo>
                <a:lnTo>
                  <a:pt x="913493" y="1553861"/>
                </a:lnTo>
                <a:lnTo>
                  <a:pt x="914924" y="1552672"/>
                </a:lnTo>
                <a:lnTo>
                  <a:pt x="916394" y="1551477"/>
                </a:lnTo>
                <a:lnTo>
                  <a:pt x="919325" y="1549037"/>
                </a:lnTo>
                <a:lnTo>
                  <a:pt x="920756" y="1547818"/>
                </a:lnTo>
                <a:lnTo>
                  <a:pt x="923687" y="1545371"/>
                </a:lnTo>
                <a:lnTo>
                  <a:pt x="925125" y="1544120"/>
                </a:lnTo>
                <a:lnTo>
                  <a:pt x="929519" y="1540368"/>
                </a:lnTo>
                <a:lnTo>
                  <a:pt x="930957" y="1539078"/>
                </a:lnTo>
                <a:lnTo>
                  <a:pt x="932419" y="1537828"/>
                </a:lnTo>
                <a:lnTo>
                  <a:pt x="933889" y="1536546"/>
                </a:lnTo>
                <a:lnTo>
                  <a:pt x="935327" y="1535263"/>
                </a:lnTo>
                <a:lnTo>
                  <a:pt x="936789" y="1533981"/>
                </a:lnTo>
                <a:lnTo>
                  <a:pt x="939720" y="1531355"/>
                </a:lnTo>
                <a:lnTo>
                  <a:pt x="941159" y="1530073"/>
                </a:lnTo>
                <a:lnTo>
                  <a:pt x="942620" y="1528728"/>
                </a:lnTo>
                <a:lnTo>
                  <a:pt x="944090" y="1527415"/>
                </a:lnTo>
                <a:lnTo>
                  <a:pt x="945521" y="1526102"/>
                </a:lnTo>
                <a:lnTo>
                  <a:pt x="948452" y="1523420"/>
                </a:lnTo>
                <a:lnTo>
                  <a:pt x="949890" y="1522076"/>
                </a:lnTo>
                <a:lnTo>
                  <a:pt x="951352" y="1520700"/>
                </a:lnTo>
                <a:lnTo>
                  <a:pt x="952822" y="1519355"/>
                </a:lnTo>
                <a:lnTo>
                  <a:pt x="954284" y="1517980"/>
                </a:lnTo>
                <a:lnTo>
                  <a:pt x="955722" y="1516604"/>
                </a:lnTo>
                <a:lnTo>
                  <a:pt x="957184" y="1515236"/>
                </a:lnTo>
                <a:lnTo>
                  <a:pt x="958654" y="1513828"/>
                </a:lnTo>
                <a:lnTo>
                  <a:pt x="960092" y="1512421"/>
                </a:lnTo>
                <a:lnTo>
                  <a:pt x="961554" y="1511053"/>
                </a:lnTo>
                <a:lnTo>
                  <a:pt x="963016" y="1509646"/>
                </a:lnTo>
                <a:lnTo>
                  <a:pt x="964485" y="1508208"/>
                </a:lnTo>
                <a:lnTo>
                  <a:pt x="965924" y="1506777"/>
                </a:lnTo>
                <a:lnTo>
                  <a:pt x="967386" y="1505370"/>
                </a:lnTo>
                <a:lnTo>
                  <a:pt x="968855" y="1503932"/>
                </a:lnTo>
                <a:lnTo>
                  <a:pt x="970286" y="1502470"/>
                </a:lnTo>
                <a:lnTo>
                  <a:pt x="971755" y="1501032"/>
                </a:lnTo>
                <a:lnTo>
                  <a:pt x="974687" y="1498100"/>
                </a:lnTo>
                <a:lnTo>
                  <a:pt x="976117" y="1496638"/>
                </a:lnTo>
                <a:lnTo>
                  <a:pt x="977587" y="1495169"/>
                </a:lnTo>
                <a:lnTo>
                  <a:pt x="979049" y="1493676"/>
                </a:lnTo>
                <a:lnTo>
                  <a:pt x="980487" y="1492206"/>
                </a:lnTo>
                <a:lnTo>
                  <a:pt x="981949" y="1490682"/>
                </a:lnTo>
                <a:lnTo>
                  <a:pt x="984881" y="1487688"/>
                </a:lnTo>
                <a:lnTo>
                  <a:pt x="986319" y="1486163"/>
                </a:lnTo>
                <a:lnTo>
                  <a:pt x="989250" y="1483107"/>
                </a:lnTo>
                <a:lnTo>
                  <a:pt x="990689" y="1481551"/>
                </a:lnTo>
                <a:lnTo>
                  <a:pt x="992151" y="1480027"/>
                </a:lnTo>
                <a:lnTo>
                  <a:pt x="993620" y="1478471"/>
                </a:lnTo>
                <a:lnTo>
                  <a:pt x="995082" y="1476876"/>
                </a:lnTo>
                <a:lnTo>
                  <a:pt x="996521" y="1475321"/>
                </a:lnTo>
                <a:lnTo>
                  <a:pt x="997982" y="1473765"/>
                </a:lnTo>
                <a:lnTo>
                  <a:pt x="999452" y="1472178"/>
                </a:lnTo>
                <a:lnTo>
                  <a:pt x="1000883" y="1470591"/>
                </a:lnTo>
                <a:lnTo>
                  <a:pt x="1002352" y="1468973"/>
                </a:lnTo>
                <a:lnTo>
                  <a:pt x="1003814" y="1467386"/>
                </a:lnTo>
                <a:lnTo>
                  <a:pt x="1005284" y="1465768"/>
                </a:lnTo>
                <a:lnTo>
                  <a:pt x="1006714" y="1464150"/>
                </a:lnTo>
                <a:lnTo>
                  <a:pt x="1008184" y="1462500"/>
                </a:lnTo>
                <a:lnTo>
                  <a:pt x="1009646" y="1460882"/>
                </a:lnTo>
                <a:lnTo>
                  <a:pt x="1011084" y="1459233"/>
                </a:lnTo>
                <a:lnTo>
                  <a:pt x="1014015" y="1455934"/>
                </a:lnTo>
                <a:lnTo>
                  <a:pt x="1015454" y="1454284"/>
                </a:lnTo>
                <a:lnTo>
                  <a:pt x="1019847" y="1449242"/>
                </a:lnTo>
                <a:lnTo>
                  <a:pt x="1021286" y="1447538"/>
                </a:lnTo>
                <a:lnTo>
                  <a:pt x="1024217" y="1444114"/>
                </a:lnTo>
                <a:lnTo>
                  <a:pt x="1025648" y="1442402"/>
                </a:lnTo>
                <a:lnTo>
                  <a:pt x="1027117" y="1440698"/>
                </a:lnTo>
                <a:lnTo>
                  <a:pt x="1030049" y="1437212"/>
                </a:lnTo>
                <a:lnTo>
                  <a:pt x="1031479" y="1435476"/>
                </a:lnTo>
                <a:lnTo>
                  <a:pt x="1034411" y="1431927"/>
                </a:lnTo>
                <a:lnTo>
                  <a:pt x="1035849" y="1430160"/>
                </a:lnTo>
                <a:lnTo>
                  <a:pt x="1037311" y="1428417"/>
                </a:lnTo>
                <a:lnTo>
                  <a:pt x="1040242" y="1424813"/>
                </a:lnTo>
                <a:lnTo>
                  <a:pt x="1041681" y="1423015"/>
                </a:lnTo>
                <a:lnTo>
                  <a:pt x="1043143" y="1421210"/>
                </a:lnTo>
                <a:lnTo>
                  <a:pt x="1044612" y="1419380"/>
                </a:lnTo>
                <a:lnTo>
                  <a:pt x="1046051" y="1417575"/>
                </a:lnTo>
                <a:lnTo>
                  <a:pt x="1047512" y="1415745"/>
                </a:lnTo>
                <a:lnTo>
                  <a:pt x="1048982" y="1413885"/>
                </a:lnTo>
                <a:lnTo>
                  <a:pt x="1050444" y="1412048"/>
                </a:lnTo>
                <a:lnTo>
                  <a:pt x="1051882" y="1410187"/>
                </a:lnTo>
                <a:lnTo>
                  <a:pt x="1054814" y="1406466"/>
                </a:lnTo>
                <a:lnTo>
                  <a:pt x="1056244" y="1404567"/>
                </a:lnTo>
                <a:lnTo>
                  <a:pt x="1060645" y="1398891"/>
                </a:lnTo>
                <a:lnTo>
                  <a:pt x="1062076" y="1396968"/>
                </a:lnTo>
                <a:lnTo>
                  <a:pt x="1063546" y="1395076"/>
                </a:lnTo>
                <a:lnTo>
                  <a:pt x="1065007" y="1393122"/>
                </a:lnTo>
                <a:lnTo>
                  <a:pt x="1066446" y="1391199"/>
                </a:lnTo>
                <a:lnTo>
                  <a:pt x="1070839" y="1385336"/>
                </a:lnTo>
                <a:lnTo>
                  <a:pt x="1072278" y="1383382"/>
                </a:lnTo>
                <a:lnTo>
                  <a:pt x="1075209" y="1379411"/>
                </a:lnTo>
                <a:lnTo>
                  <a:pt x="1076647" y="1377425"/>
                </a:lnTo>
                <a:lnTo>
                  <a:pt x="1079579" y="1373391"/>
                </a:lnTo>
                <a:lnTo>
                  <a:pt x="1081010" y="1371375"/>
                </a:lnTo>
                <a:lnTo>
                  <a:pt x="1082479" y="1369365"/>
                </a:lnTo>
                <a:lnTo>
                  <a:pt x="1085411" y="1365269"/>
                </a:lnTo>
                <a:lnTo>
                  <a:pt x="1086841" y="1363221"/>
                </a:lnTo>
                <a:lnTo>
                  <a:pt x="1088311" y="1361181"/>
                </a:lnTo>
                <a:lnTo>
                  <a:pt x="1089773" y="1359101"/>
                </a:lnTo>
                <a:lnTo>
                  <a:pt x="1091211" y="1357022"/>
                </a:lnTo>
                <a:lnTo>
                  <a:pt x="1092673" y="1354950"/>
                </a:lnTo>
                <a:lnTo>
                  <a:pt x="1095604" y="1350737"/>
                </a:lnTo>
                <a:lnTo>
                  <a:pt x="1097043" y="1348626"/>
                </a:lnTo>
                <a:lnTo>
                  <a:pt x="1098512" y="1346523"/>
                </a:lnTo>
                <a:lnTo>
                  <a:pt x="1099974" y="1344382"/>
                </a:lnTo>
                <a:lnTo>
                  <a:pt x="1101413" y="1342247"/>
                </a:lnTo>
                <a:lnTo>
                  <a:pt x="1102874" y="1340137"/>
                </a:lnTo>
                <a:lnTo>
                  <a:pt x="1105806" y="1335806"/>
                </a:lnTo>
                <a:lnTo>
                  <a:pt x="1107244" y="1333633"/>
                </a:lnTo>
                <a:lnTo>
                  <a:pt x="1108706" y="1331467"/>
                </a:lnTo>
                <a:lnTo>
                  <a:pt x="1110176" y="1329271"/>
                </a:lnTo>
                <a:lnTo>
                  <a:pt x="1111606" y="1327098"/>
                </a:lnTo>
                <a:lnTo>
                  <a:pt x="1113076" y="1324870"/>
                </a:lnTo>
                <a:lnTo>
                  <a:pt x="1114538" y="1322673"/>
                </a:lnTo>
                <a:lnTo>
                  <a:pt x="1116007" y="1320445"/>
                </a:lnTo>
                <a:lnTo>
                  <a:pt x="1117438" y="1318217"/>
                </a:lnTo>
                <a:lnTo>
                  <a:pt x="1120369" y="1313754"/>
                </a:lnTo>
                <a:lnTo>
                  <a:pt x="1121808" y="1311494"/>
                </a:lnTo>
                <a:lnTo>
                  <a:pt x="1123270" y="1309204"/>
                </a:lnTo>
                <a:lnTo>
                  <a:pt x="1124739" y="1306945"/>
                </a:lnTo>
                <a:lnTo>
                  <a:pt x="1126209" y="1304654"/>
                </a:lnTo>
                <a:lnTo>
                  <a:pt x="1127639" y="1302364"/>
                </a:lnTo>
                <a:lnTo>
                  <a:pt x="1129109" y="1300105"/>
                </a:lnTo>
                <a:lnTo>
                  <a:pt x="1130571" y="1297783"/>
                </a:lnTo>
                <a:lnTo>
                  <a:pt x="1132009" y="1295461"/>
                </a:lnTo>
                <a:lnTo>
                  <a:pt x="1133471" y="1293147"/>
                </a:lnTo>
                <a:lnTo>
                  <a:pt x="1134941" y="1290794"/>
                </a:lnTo>
                <a:lnTo>
                  <a:pt x="1136371" y="1288472"/>
                </a:lnTo>
                <a:lnTo>
                  <a:pt x="1139303" y="1283767"/>
                </a:lnTo>
                <a:lnTo>
                  <a:pt x="1140772" y="1281390"/>
                </a:lnTo>
                <a:lnTo>
                  <a:pt x="1142203" y="1279037"/>
                </a:lnTo>
                <a:lnTo>
                  <a:pt x="1143673" y="1276622"/>
                </a:lnTo>
                <a:lnTo>
                  <a:pt x="1145134" y="1274245"/>
                </a:lnTo>
                <a:lnTo>
                  <a:pt x="1146573" y="1271829"/>
                </a:lnTo>
                <a:lnTo>
                  <a:pt x="1150966" y="1264591"/>
                </a:lnTo>
                <a:lnTo>
                  <a:pt x="1152405" y="1262120"/>
                </a:lnTo>
                <a:lnTo>
                  <a:pt x="1155336" y="1257235"/>
                </a:lnTo>
                <a:lnTo>
                  <a:pt x="1156774" y="1254757"/>
                </a:lnTo>
                <a:lnTo>
                  <a:pt x="1159706" y="1249816"/>
                </a:lnTo>
                <a:lnTo>
                  <a:pt x="1161168" y="1247307"/>
                </a:lnTo>
                <a:lnTo>
                  <a:pt x="1162606" y="1244805"/>
                </a:lnTo>
                <a:lnTo>
                  <a:pt x="1164068" y="1242335"/>
                </a:lnTo>
                <a:lnTo>
                  <a:pt x="1165537" y="1239794"/>
                </a:lnTo>
                <a:lnTo>
                  <a:pt x="1166968" y="1237262"/>
                </a:lnTo>
                <a:lnTo>
                  <a:pt x="1169900" y="1232196"/>
                </a:lnTo>
                <a:lnTo>
                  <a:pt x="1171369" y="1229632"/>
                </a:lnTo>
                <a:lnTo>
                  <a:pt x="1172800" y="1227060"/>
                </a:lnTo>
                <a:lnTo>
                  <a:pt x="1174269" y="1224496"/>
                </a:lnTo>
                <a:lnTo>
                  <a:pt x="1175731" y="1221901"/>
                </a:lnTo>
                <a:lnTo>
                  <a:pt x="1177170" y="1219337"/>
                </a:lnTo>
                <a:lnTo>
                  <a:pt x="1178639" y="1216710"/>
                </a:lnTo>
                <a:lnTo>
                  <a:pt x="1180101" y="1214115"/>
                </a:lnTo>
                <a:lnTo>
                  <a:pt x="1181571" y="1211488"/>
                </a:lnTo>
                <a:lnTo>
                  <a:pt x="1183001" y="1208862"/>
                </a:lnTo>
                <a:lnTo>
                  <a:pt x="1185933" y="1203608"/>
                </a:lnTo>
                <a:lnTo>
                  <a:pt x="1187371" y="1200927"/>
                </a:lnTo>
                <a:lnTo>
                  <a:pt x="1190303" y="1195611"/>
                </a:lnTo>
                <a:lnTo>
                  <a:pt x="1191764" y="1192922"/>
                </a:lnTo>
                <a:lnTo>
                  <a:pt x="1193203" y="1190233"/>
                </a:lnTo>
                <a:lnTo>
                  <a:pt x="1194665" y="1187552"/>
                </a:lnTo>
                <a:lnTo>
                  <a:pt x="1196134" y="1184831"/>
                </a:lnTo>
                <a:lnTo>
                  <a:pt x="1197565" y="1182111"/>
                </a:lnTo>
                <a:lnTo>
                  <a:pt x="1199034" y="1179398"/>
                </a:lnTo>
                <a:lnTo>
                  <a:pt x="1200496" y="1176647"/>
                </a:lnTo>
                <a:lnTo>
                  <a:pt x="1201935" y="1173903"/>
                </a:lnTo>
                <a:lnTo>
                  <a:pt x="1203397" y="1171151"/>
                </a:lnTo>
                <a:lnTo>
                  <a:pt x="1206336" y="1165593"/>
                </a:lnTo>
                <a:lnTo>
                  <a:pt x="1207766" y="1162849"/>
                </a:lnTo>
                <a:lnTo>
                  <a:pt x="1210698" y="1157228"/>
                </a:lnTo>
                <a:lnTo>
                  <a:pt x="1212136" y="1154446"/>
                </a:lnTo>
                <a:lnTo>
                  <a:pt x="1215068" y="1148770"/>
                </a:lnTo>
                <a:lnTo>
                  <a:pt x="1216530" y="1145956"/>
                </a:lnTo>
                <a:lnTo>
                  <a:pt x="1217968" y="1143087"/>
                </a:lnTo>
                <a:lnTo>
                  <a:pt x="1219430" y="1140249"/>
                </a:lnTo>
                <a:lnTo>
                  <a:pt x="1220899" y="1137380"/>
                </a:lnTo>
                <a:lnTo>
                  <a:pt x="1222330" y="1134511"/>
                </a:lnTo>
                <a:lnTo>
                  <a:pt x="1223800" y="1131635"/>
                </a:lnTo>
                <a:lnTo>
                  <a:pt x="1226731" y="1125834"/>
                </a:lnTo>
                <a:lnTo>
                  <a:pt x="1228162" y="1122934"/>
                </a:lnTo>
                <a:lnTo>
                  <a:pt x="1231093" y="1117071"/>
                </a:lnTo>
                <a:lnTo>
                  <a:pt x="1232531" y="1114140"/>
                </a:lnTo>
                <a:lnTo>
                  <a:pt x="1234001" y="1111208"/>
                </a:lnTo>
                <a:lnTo>
                  <a:pt x="1236933" y="1105283"/>
                </a:lnTo>
                <a:lnTo>
                  <a:pt x="1238363" y="1102289"/>
                </a:lnTo>
                <a:lnTo>
                  <a:pt x="1241295" y="1096308"/>
                </a:lnTo>
                <a:lnTo>
                  <a:pt x="1242733" y="1093315"/>
                </a:lnTo>
                <a:lnTo>
                  <a:pt x="1244195" y="1090321"/>
                </a:lnTo>
                <a:lnTo>
                  <a:pt x="1247126" y="1084278"/>
                </a:lnTo>
                <a:lnTo>
                  <a:pt x="1248565" y="1081221"/>
                </a:lnTo>
                <a:lnTo>
                  <a:pt x="1251496" y="1075116"/>
                </a:lnTo>
                <a:lnTo>
                  <a:pt x="1252927" y="1072059"/>
                </a:lnTo>
                <a:lnTo>
                  <a:pt x="1257328" y="1062811"/>
                </a:lnTo>
                <a:lnTo>
                  <a:pt x="1258766" y="1059692"/>
                </a:lnTo>
                <a:lnTo>
                  <a:pt x="1261698" y="1053462"/>
                </a:lnTo>
                <a:lnTo>
                  <a:pt x="1263128" y="1050320"/>
                </a:lnTo>
                <a:lnTo>
                  <a:pt x="1264598" y="1047208"/>
                </a:lnTo>
                <a:lnTo>
                  <a:pt x="1266060" y="1044027"/>
                </a:lnTo>
                <a:lnTo>
                  <a:pt x="1267498" y="1040884"/>
                </a:lnTo>
                <a:lnTo>
                  <a:pt x="1268960" y="1037741"/>
                </a:lnTo>
                <a:lnTo>
                  <a:pt x="1270430" y="1034529"/>
                </a:lnTo>
                <a:lnTo>
                  <a:pt x="1271891" y="1031355"/>
                </a:lnTo>
                <a:lnTo>
                  <a:pt x="1273330" y="1028181"/>
                </a:lnTo>
                <a:lnTo>
                  <a:pt x="1274792" y="1024945"/>
                </a:lnTo>
                <a:lnTo>
                  <a:pt x="1276261" y="1021740"/>
                </a:lnTo>
                <a:lnTo>
                  <a:pt x="1277692" y="1018534"/>
                </a:lnTo>
                <a:lnTo>
                  <a:pt x="1282093" y="1008818"/>
                </a:lnTo>
                <a:lnTo>
                  <a:pt x="1283523" y="1005550"/>
                </a:lnTo>
                <a:lnTo>
                  <a:pt x="1286463" y="999023"/>
                </a:lnTo>
                <a:lnTo>
                  <a:pt x="1287893" y="995724"/>
                </a:lnTo>
                <a:lnTo>
                  <a:pt x="1290825" y="989126"/>
                </a:lnTo>
                <a:lnTo>
                  <a:pt x="1292294" y="985796"/>
                </a:lnTo>
                <a:lnTo>
                  <a:pt x="1293725" y="982466"/>
                </a:lnTo>
                <a:lnTo>
                  <a:pt x="1295195" y="979167"/>
                </a:lnTo>
                <a:lnTo>
                  <a:pt x="1296657" y="975813"/>
                </a:lnTo>
                <a:lnTo>
                  <a:pt x="1298095" y="972452"/>
                </a:lnTo>
                <a:lnTo>
                  <a:pt x="1299557" y="969122"/>
                </a:lnTo>
                <a:lnTo>
                  <a:pt x="1302488" y="962344"/>
                </a:lnTo>
                <a:lnTo>
                  <a:pt x="1303927" y="958983"/>
                </a:lnTo>
                <a:lnTo>
                  <a:pt x="1305388" y="955566"/>
                </a:lnTo>
                <a:lnTo>
                  <a:pt x="1306858" y="952174"/>
                </a:lnTo>
                <a:lnTo>
                  <a:pt x="1308289" y="948758"/>
                </a:lnTo>
                <a:lnTo>
                  <a:pt x="1312690" y="938494"/>
                </a:lnTo>
                <a:lnTo>
                  <a:pt x="1314128" y="935015"/>
                </a:lnTo>
                <a:lnTo>
                  <a:pt x="1317060" y="928112"/>
                </a:lnTo>
                <a:lnTo>
                  <a:pt x="1318490" y="924634"/>
                </a:lnTo>
                <a:lnTo>
                  <a:pt x="1321422" y="917668"/>
                </a:lnTo>
                <a:lnTo>
                  <a:pt x="1322860" y="914158"/>
                </a:lnTo>
                <a:lnTo>
                  <a:pt x="1325791" y="907138"/>
                </a:lnTo>
                <a:lnTo>
                  <a:pt x="1327253" y="903590"/>
                </a:lnTo>
                <a:lnTo>
                  <a:pt x="1328692" y="900048"/>
                </a:lnTo>
                <a:lnTo>
                  <a:pt x="1331623" y="892966"/>
                </a:lnTo>
                <a:lnTo>
                  <a:pt x="1333054" y="889393"/>
                </a:lnTo>
                <a:lnTo>
                  <a:pt x="1335985" y="882248"/>
                </a:lnTo>
                <a:lnTo>
                  <a:pt x="1337455" y="878645"/>
                </a:lnTo>
                <a:lnTo>
                  <a:pt x="1338893" y="875072"/>
                </a:lnTo>
                <a:lnTo>
                  <a:pt x="1340355" y="871437"/>
                </a:lnTo>
                <a:lnTo>
                  <a:pt x="1341825" y="867833"/>
                </a:lnTo>
                <a:lnTo>
                  <a:pt x="1343255" y="864198"/>
                </a:lnTo>
                <a:lnTo>
                  <a:pt x="1347656" y="853301"/>
                </a:lnTo>
                <a:lnTo>
                  <a:pt x="1349087" y="849635"/>
                </a:lnTo>
                <a:lnTo>
                  <a:pt x="1350556" y="845969"/>
                </a:lnTo>
                <a:lnTo>
                  <a:pt x="1352018" y="842279"/>
                </a:lnTo>
                <a:lnTo>
                  <a:pt x="1353457" y="838612"/>
                </a:lnTo>
                <a:lnTo>
                  <a:pt x="1356388" y="831225"/>
                </a:lnTo>
                <a:lnTo>
                  <a:pt x="1357850" y="827496"/>
                </a:lnTo>
                <a:lnTo>
                  <a:pt x="1359288" y="823775"/>
                </a:lnTo>
                <a:lnTo>
                  <a:pt x="1362220" y="816318"/>
                </a:lnTo>
                <a:lnTo>
                  <a:pt x="1363650" y="812565"/>
                </a:lnTo>
                <a:lnTo>
                  <a:pt x="1365120" y="808837"/>
                </a:lnTo>
                <a:lnTo>
                  <a:pt x="1366590" y="805053"/>
                </a:lnTo>
                <a:lnTo>
                  <a:pt x="1368052" y="801301"/>
                </a:lnTo>
                <a:lnTo>
                  <a:pt x="1369490" y="797509"/>
                </a:lnTo>
                <a:lnTo>
                  <a:pt x="1372421" y="789934"/>
                </a:lnTo>
                <a:lnTo>
                  <a:pt x="1373852" y="786151"/>
                </a:lnTo>
                <a:lnTo>
                  <a:pt x="1378253" y="774699"/>
                </a:lnTo>
                <a:lnTo>
                  <a:pt x="1379684" y="770852"/>
                </a:lnTo>
                <a:lnTo>
                  <a:pt x="1382615" y="763160"/>
                </a:lnTo>
                <a:lnTo>
                  <a:pt x="1384053" y="759283"/>
                </a:lnTo>
                <a:lnTo>
                  <a:pt x="1385515" y="755429"/>
                </a:lnTo>
                <a:lnTo>
                  <a:pt x="1386985" y="751552"/>
                </a:lnTo>
                <a:lnTo>
                  <a:pt x="1388415" y="747674"/>
                </a:lnTo>
                <a:lnTo>
                  <a:pt x="1389885" y="743766"/>
                </a:lnTo>
                <a:lnTo>
                  <a:pt x="1391347" y="739888"/>
                </a:lnTo>
                <a:lnTo>
                  <a:pt x="1392817" y="735980"/>
                </a:lnTo>
                <a:lnTo>
                  <a:pt x="1394255" y="732040"/>
                </a:lnTo>
                <a:lnTo>
                  <a:pt x="1395717" y="728131"/>
                </a:lnTo>
                <a:lnTo>
                  <a:pt x="1397187" y="724191"/>
                </a:lnTo>
                <a:lnTo>
                  <a:pt x="1398617" y="720251"/>
                </a:lnTo>
                <a:lnTo>
                  <a:pt x="1400087" y="716311"/>
                </a:lnTo>
                <a:lnTo>
                  <a:pt x="1401549" y="712348"/>
                </a:lnTo>
                <a:lnTo>
                  <a:pt x="1403018" y="708408"/>
                </a:lnTo>
                <a:lnTo>
                  <a:pt x="1404449" y="704437"/>
                </a:lnTo>
                <a:lnTo>
                  <a:pt x="1405918" y="700435"/>
                </a:lnTo>
                <a:lnTo>
                  <a:pt x="1407380" y="696463"/>
                </a:lnTo>
                <a:lnTo>
                  <a:pt x="1408819" y="692469"/>
                </a:lnTo>
                <a:lnTo>
                  <a:pt x="1413212" y="680469"/>
                </a:lnTo>
                <a:lnTo>
                  <a:pt x="1414650" y="676435"/>
                </a:lnTo>
                <a:lnTo>
                  <a:pt x="1416112" y="672371"/>
                </a:lnTo>
                <a:lnTo>
                  <a:pt x="1417582" y="668345"/>
                </a:lnTo>
                <a:lnTo>
                  <a:pt x="1419020" y="664311"/>
                </a:lnTo>
                <a:lnTo>
                  <a:pt x="1423413" y="652132"/>
                </a:lnTo>
                <a:lnTo>
                  <a:pt x="1424852" y="648035"/>
                </a:lnTo>
                <a:lnTo>
                  <a:pt x="1426314" y="643978"/>
                </a:lnTo>
                <a:lnTo>
                  <a:pt x="1427783" y="639882"/>
                </a:lnTo>
                <a:lnTo>
                  <a:pt x="1429214" y="635762"/>
                </a:lnTo>
                <a:lnTo>
                  <a:pt x="1430683" y="631666"/>
                </a:lnTo>
                <a:lnTo>
                  <a:pt x="1433615" y="623427"/>
                </a:lnTo>
                <a:lnTo>
                  <a:pt x="1435046" y="619299"/>
                </a:lnTo>
                <a:lnTo>
                  <a:pt x="1436515" y="615179"/>
                </a:lnTo>
                <a:lnTo>
                  <a:pt x="1437977" y="611028"/>
                </a:lnTo>
                <a:lnTo>
                  <a:pt x="1439415" y="606901"/>
                </a:lnTo>
                <a:lnTo>
                  <a:pt x="1440877" y="602719"/>
                </a:lnTo>
                <a:lnTo>
                  <a:pt x="1443809" y="594417"/>
                </a:lnTo>
                <a:lnTo>
                  <a:pt x="1445247" y="590235"/>
                </a:lnTo>
                <a:lnTo>
                  <a:pt x="1448178" y="581862"/>
                </a:lnTo>
                <a:lnTo>
                  <a:pt x="1449617" y="577649"/>
                </a:lnTo>
                <a:lnTo>
                  <a:pt x="1451079" y="573467"/>
                </a:lnTo>
                <a:lnTo>
                  <a:pt x="1452548" y="569253"/>
                </a:lnTo>
                <a:lnTo>
                  <a:pt x="1453979" y="565039"/>
                </a:lnTo>
                <a:lnTo>
                  <a:pt x="1455448" y="560795"/>
                </a:lnTo>
                <a:lnTo>
                  <a:pt x="1456910" y="556581"/>
                </a:lnTo>
                <a:lnTo>
                  <a:pt x="1458380" y="552336"/>
                </a:lnTo>
                <a:lnTo>
                  <a:pt x="1459811" y="548092"/>
                </a:lnTo>
                <a:lnTo>
                  <a:pt x="1462742" y="539602"/>
                </a:lnTo>
                <a:lnTo>
                  <a:pt x="1464180" y="535326"/>
                </a:lnTo>
                <a:lnTo>
                  <a:pt x="1468574" y="522498"/>
                </a:lnTo>
                <a:lnTo>
                  <a:pt x="1470012" y="518230"/>
                </a:lnTo>
                <a:lnTo>
                  <a:pt x="1472944" y="509615"/>
                </a:lnTo>
                <a:lnTo>
                  <a:pt x="1474382" y="505308"/>
                </a:lnTo>
                <a:lnTo>
                  <a:pt x="1475844" y="501000"/>
                </a:lnTo>
                <a:lnTo>
                  <a:pt x="1477313" y="496670"/>
                </a:lnTo>
                <a:lnTo>
                  <a:pt x="1478775" y="492362"/>
                </a:lnTo>
                <a:lnTo>
                  <a:pt x="1480214" y="488024"/>
                </a:lnTo>
                <a:lnTo>
                  <a:pt x="1483145" y="479354"/>
                </a:lnTo>
                <a:lnTo>
                  <a:pt x="1484576" y="474985"/>
                </a:lnTo>
                <a:lnTo>
                  <a:pt x="1486045" y="470654"/>
                </a:lnTo>
                <a:lnTo>
                  <a:pt x="1488977" y="461914"/>
                </a:lnTo>
                <a:lnTo>
                  <a:pt x="1490407" y="457552"/>
                </a:lnTo>
                <a:lnTo>
                  <a:pt x="1491877" y="453182"/>
                </a:lnTo>
                <a:lnTo>
                  <a:pt x="1493339" y="448789"/>
                </a:lnTo>
                <a:lnTo>
                  <a:pt x="1494777" y="444388"/>
                </a:lnTo>
                <a:lnTo>
                  <a:pt x="1496239" y="440026"/>
                </a:lnTo>
                <a:lnTo>
                  <a:pt x="1497709" y="435594"/>
                </a:lnTo>
                <a:lnTo>
                  <a:pt x="1499171" y="431200"/>
                </a:lnTo>
                <a:lnTo>
                  <a:pt x="1500609" y="426799"/>
                </a:lnTo>
                <a:lnTo>
                  <a:pt x="1503540" y="417950"/>
                </a:lnTo>
                <a:lnTo>
                  <a:pt x="1504979" y="413518"/>
                </a:lnTo>
                <a:lnTo>
                  <a:pt x="1507910" y="404661"/>
                </a:lnTo>
                <a:lnTo>
                  <a:pt x="1509341" y="400236"/>
                </a:lnTo>
                <a:lnTo>
                  <a:pt x="1513742" y="386861"/>
                </a:lnTo>
                <a:lnTo>
                  <a:pt x="1515172" y="382405"/>
                </a:lnTo>
                <a:lnTo>
                  <a:pt x="1516642" y="377941"/>
                </a:lnTo>
                <a:lnTo>
                  <a:pt x="1518104" y="373454"/>
                </a:lnTo>
                <a:lnTo>
                  <a:pt x="1519542" y="368998"/>
                </a:lnTo>
                <a:lnTo>
                  <a:pt x="1523936" y="355529"/>
                </a:lnTo>
                <a:lnTo>
                  <a:pt x="1525374" y="351042"/>
                </a:lnTo>
                <a:lnTo>
                  <a:pt x="1526844" y="346524"/>
                </a:lnTo>
                <a:lnTo>
                  <a:pt x="1528305" y="342036"/>
                </a:lnTo>
                <a:lnTo>
                  <a:pt x="1529744" y="337510"/>
                </a:lnTo>
                <a:lnTo>
                  <a:pt x="1534137" y="323955"/>
                </a:lnTo>
                <a:lnTo>
                  <a:pt x="1535575" y="319437"/>
                </a:lnTo>
                <a:lnTo>
                  <a:pt x="1537037" y="314918"/>
                </a:lnTo>
                <a:lnTo>
                  <a:pt x="1538507" y="310369"/>
                </a:lnTo>
                <a:lnTo>
                  <a:pt x="1539938" y="305850"/>
                </a:lnTo>
                <a:lnTo>
                  <a:pt x="1544339" y="292201"/>
                </a:lnTo>
                <a:lnTo>
                  <a:pt x="1545769" y="287652"/>
                </a:lnTo>
                <a:lnTo>
                  <a:pt x="1547239" y="283071"/>
                </a:lnTo>
                <a:lnTo>
                  <a:pt x="1548701" y="278521"/>
                </a:lnTo>
                <a:lnTo>
                  <a:pt x="1550139" y="273972"/>
                </a:lnTo>
                <a:lnTo>
                  <a:pt x="1554532" y="260229"/>
                </a:lnTo>
                <a:lnTo>
                  <a:pt x="1555971" y="255648"/>
                </a:lnTo>
                <a:lnTo>
                  <a:pt x="1558902" y="246486"/>
                </a:lnTo>
                <a:lnTo>
                  <a:pt x="1560341" y="241905"/>
                </a:lnTo>
                <a:lnTo>
                  <a:pt x="1561802" y="237293"/>
                </a:lnTo>
                <a:lnTo>
                  <a:pt x="1563272" y="232712"/>
                </a:lnTo>
                <a:lnTo>
                  <a:pt x="1564734" y="228100"/>
                </a:lnTo>
                <a:lnTo>
                  <a:pt x="1566172" y="223488"/>
                </a:lnTo>
                <a:lnTo>
                  <a:pt x="1569104" y="214271"/>
                </a:lnTo>
                <a:lnTo>
                  <a:pt x="1570534" y="209659"/>
                </a:lnTo>
                <a:lnTo>
                  <a:pt x="1573466" y="200435"/>
                </a:lnTo>
                <a:lnTo>
                  <a:pt x="1574904" y="195822"/>
                </a:lnTo>
                <a:lnTo>
                  <a:pt x="1576366" y="191187"/>
                </a:lnTo>
                <a:lnTo>
                  <a:pt x="1577836" y="186575"/>
                </a:lnTo>
                <a:lnTo>
                  <a:pt x="1579298" y="181931"/>
                </a:lnTo>
                <a:lnTo>
                  <a:pt x="1580736" y="177288"/>
                </a:lnTo>
                <a:lnTo>
                  <a:pt x="1582205" y="172675"/>
                </a:lnTo>
                <a:lnTo>
                  <a:pt x="1583667" y="168040"/>
                </a:lnTo>
                <a:lnTo>
                  <a:pt x="1585106" y="163396"/>
                </a:lnTo>
                <a:lnTo>
                  <a:pt x="1589499" y="149474"/>
                </a:lnTo>
                <a:lnTo>
                  <a:pt x="1590937" y="144830"/>
                </a:lnTo>
                <a:lnTo>
                  <a:pt x="1592399" y="140156"/>
                </a:lnTo>
                <a:lnTo>
                  <a:pt x="1593869" y="135520"/>
                </a:lnTo>
                <a:lnTo>
                  <a:pt x="1595299" y="130845"/>
                </a:lnTo>
                <a:lnTo>
                  <a:pt x="1596769" y="126202"/>
                </a:lnTo>
                <a:lnTo>
                  <a:pt x="1598231" y="121535"/>
                </a:lnTo>
                <a:lnTo>
                  <a:pt x="1599700" y="116891"/>
                </a:lnTo>
                <a:lnTo>
                  <a:pt x="1601131" y="112217"/>
                </a:lnTo>
                <a:lnTo>
                  <a:pt x="1602601" y="107573"/>
                </a:lnTo>
                <a:lnTo>
                  <a:pt x="1604063" y="102906"/>
                </a:lnTo>
                <a:lnTo>
                  <a:pt x="1605501" y="98232"/>
                </a:lnTo>
                <a:lnTo>
                  <a:pt x="1609894" y="84215"/>
                </a:lnTo>
                <a:lnTo>
                  <a:pt x="1611333" y="79541"/>
                </a:lnTo>
                <a:lnTo>
                  <a:pt x="1614264" y="70199"/>
                </a:lnTo>
                <a:lnTo>
                  <a:pt x="1615702" y="65524"/>
                </a:lnTo>
                <a:lnTo>
                  <a:pt x="1620096" y="51508"/>
                </a:lnTo>
                <a:lnTo>
                  <a:pt x="1621534" y="46810"/>
                </a:lnTo>
                <a:lnTo>
                  <a:pt x="1624466" y="37468"/>
                </a:lnTo>
                <a:lnTo>
                  <a:pt x="1625896" y="32793"/>
                </a:lnTo>
                <a:lnTo>
                  <a:pt x="1627366" y="28087"/>
                </a:lnTo>
                <a:lnTo>
                  <a:pt x="1628828" y="23420"/>
                </a:lnTo>
                <a:lnTo>
                  <a:pt x="1630266" y="18746"/>
                </a:lnTo>
                <a:lnTo>
                  <a:pt x="1631728" y="14048"/>
                </a:lnTo>
                <a:lnTo>
                  <a:pt x="1633197" y="9373"/>
                </a:lnTo>
                <a:lnTo>
                  <a:pt x="1634659" y="4667"/>
                </a:lnTo>
                <a:lnTo>
                  <a:pt x="1636098" y="0"/>
                </a:lnTo>
                <a:lnTo>
                  <a:pt x="1637567" y="1745962"/>
                </a:lnTo>
                <a:lnTo>
                  <a:pt x="0" y="1745962"/>
                </a:lnTo>
                <a:close/>
              </a:path>
            </a:pathLst>
          </a:custGeom>
          <a:solidFill>
            <a:schemeClr val="tx1">
              <a:lumMod val="95000"/>
              <a:lumOff val="5000"/>
              <a:alpha val="60000"/>
            </a:schemeClr>
          </a:solidFill>
          <a:ln w="7808" cap="flat">
            <a:noFill/>
            <a:prstDash val="solid"/>
            <a:miter/>
          </a:ln>
        </p:spPr>
        <p:txBody>
          <a:bodyPr rtlCol="0" anchor="ctr"/>
          <a:lstStyle/>
          <a:p>
            <a:endParaRPr lang="en-GB" noProof="0"/>
          </a:p>
        </p:txBody>
      </p:sp>
      <p:sp>
        <p:nvSpPr>
          <p:cNvPr id="265" name="Freeform: Shape 264">
            <a:extLst>
              <a:ext uri="{FF2B5EF4-FFF2-40B4-BE49-F238E27FC236}">
                <a16:creationId xmlns:a16="http://schemas.microsoft.com/office/drawing/2014/main" id="{A178F68F-7E42-5134-EA24-997CD8CB645A}"/>
              </a:ext>
            </a:extLst>
          </p:cNvPr>
          <p:cNvSpPr/>
          <p:nvPr/>
        </p:nvSpPr>
        <p:spPr>
          <a:xfrm>
            <a:off x="7226163" y="3250774"/>
            <a:ext cx="3382973" cy="2591335"/>
          </a:xfrm>
          <a:custGeom>
            <a:avLst/>
            <a:gdLst>
              <a:gd name="connsiteX0" fmla="*/ 1470 w 1637567"/>
              <a:gd name="connsiteY0" fmla="*/ 0 h 1745962"/>
              <a:gd name="connsiteX1" fmla="*/ 2908 w 1637567"/>
              <a:gd name="connsiteY1" fmla="*/ 4667 h 1745962"/>
              <a:gd name="connsiteX2" fmla="*/ 4370 w 1637567"/>
              <a:gd name="connsiteY2" fmla="*/ 9373 h 1745962"/>
              <a:gd name="connsiteX3" fmla="*/ 5832 w 1637567"/>
              <a:gd name="connsiteY3" fmla="*/ 14048 h 1745962"/>
              <a:gd name="connsiteX4" fmla="*/ 7301 w 1637567"/>
              <a:gd name="connsiteY4" fmla="*/ 18746 h 1745962"/>
              <a:gd name="connsiteX5" fmla="*/ 8740 w 1637567"/>
              <a:gd name="connsiteY5" fmla="*/ 23420 h 1745962"/>
              <a:gd name="connsiteX6" fmla="*/ 10201 w 1637567"/>
              <a:gd name="connsiteY6" fmla="*/ 28087 h 1745962"/>
              <a:gd name="connsiteX7" fmla="*/ 11671 w 1637567"/>
              <a:gd name="connsiteY7" fmla="*/ 32793 h 1745962"/>
              <a:gd name="connsiteX8" fmla="*/ 13102 w 1637567"/>
              <a:gd name="connsiteY8" fmla="*/ 37468 h 1745962"/>
              <a:gd name="connsiteX9" fmla="*/ 16033 w 1637567"/>
              <a:gd name="connsiteY9" fmla="*/ 46810 h 1745962"/>
              <a:gd name="connsiteX10" fmla="*/ 17471 w 1637567"/>
              <a:gd name="connsiteY10" fmla="*/ 51508 h 1745962"/>
              <a:gd name="connsiteX11" fmla="*/ 21865 w 1637567"/>
              <a:gd name="connsiteY11" fmla="*/ 65524 h 1745962"/>
              <a:gd name="connsiteX12" fmla="*/ 23303 w 1637567"/>
              <a:gd name="connsiteY12" fmla="*/ 70199 h 1745962"/>
              <a:gd name="connsiteX13" fmla="*/ 26235 w 1637567"/>
              <a:gd name="connsiteY13" fmla="*/ 79541 h 1745962"/>
              <a:gd name="connsiteX14" fmla="*/ 27665 w 1637567"/>
              <a:gd name="connsiteY14" fmla="*/ 84215 h 1745962"/>
              <a:gd name="connsiteX15" fmla="*/ 32066 w 1637567"/>
              <a:gd name="connsiteY15" fmla="*/ 98232 h 1745962"/>
              <a:gd name="connsiteX16" fmla="*/ 33505 w 1637567"/>
              <a:gd name="connsiteY16" fmla="*/ 102906 h 1745962"/>
              <a:gd name="connsiteX17" fmla="*/ 34967 w 1637567"/>
              <a:gd name="connsiteY17" fmla="*/ 107573 h 1745962"/>
              <a:gd name="connsiteX18" fmla="*/ 36436 w 1637567"/>
              <a:gd name="connsiteY18" fmla="*/ 112217 h 1745962"/>
              <a:gd name="connsiteX19" fmla="*/ 37867 w 1637567"/>
              <a:gd name="connsiteY19" fmla="*/ 116891 h 1745962"/>
              <a:gd name="connsiteX20" fmla="*/ 39336 w 1637567"/>
              <a:gd name="connsiteY20" fmla="*/ 121535 h 1745962"/>
              <a:gd name="connsiteX21" fmla="*/ 40798 w 1637567"/>
              <a:gd name="connsiteY21" fmla="*/ 126202 h 1745962"/>
              <a:gd name="connsiteX22" fmla="*/ 42268 w 1637567"/>
              <a:gd name="connsiteY22" fmla="*/ 130845 h 1745962"/>
              <a:gd name="connsiteX23" fmla="*/ 43698 w 1637567"/>
              <a:gd name="connsiteY23" fmla="*/ 135520 h 1745962"/>
              <a:gd name="connsiteX24" fmla="*/ 45168 w 1637567"/>
              <a:gd name="connsiteY24" fmla="*/ 140156 h 1745962"/>
              <a:gd name="connsiteX25" fmla="*/ 46630 w 1637567"/>
              <a:gd name="connsiteY25" fmla="*/ 144830 h 1745962"/>
              <a:gd name="connsiteX26" fmla="*/ 48068 w 1637567"/>
              <a:gd name="connsiteY26" fmla="*/ 149474 h 1745962"/>
              <a:gd name="connsiteX27" fmla="*/ 52462 w 1637567"/>
              <a:gd name="connsiteY27" fmla="*/ 163396 h 1745962"/>
              <a:gd name="connsiteX28" fmla="*/ 53900 w 1637567"/>
              <a:gd name="connsiteY28" fmla="*/ 168040 h 1745962"/>
              <a:gd name="connsiteX29" fmla="*/ 55362 w 1637567"/>
              <a:gd name="connsiteY29" fmla="*/ 172675 h 1745962"/>
              <a:gd name="connsiteX30" fmla="*/ 56831 w 1637567"/>
              <a:gd name="connsiteY30" fmla="*/ 177288 h 1745962"/>
              <a:gd name="connsiteX31" fmla="*/ 58270 w 1637567"/>
              <a:gd name="connsiteY31" fmla="*/ 181931 h 1745962"/>
              <a:gd name="connsiteX32" fmla="*/ 59732 w 1637567"/>
              <a:gd name="connsiteY32" fmla="*/ 186575 h 1745962"/>
              <a:gd name="connsiteX33" fmla="*/ 61201 w 1637567"/>
              <a:gd name="connsiteY33" fmla="*/ 191187 h 1745962"/>
              <a:gd name="connsiteX34" fmla="*/ 62663 w 1637567"/>
              <a:gd name="connsiteY34" fmla="*/ 195822 h 1745962"/>
              <a:gd name="connsiteX35" fmla="*/ 64101 w 1637567"/>
              <a:gd name="connsiteY35" fmla="*/ 200435 h 1745962"/>
              <a:gd name="connsiteX36" fmla="*/ 67033 w 1637567"/>
              <a:gd name="connsiteY36" fmla="*/ 209659 h 1745962"/>
              <a:gd name="connsiteX37" fmla="*/ 68464 w 1637567"/>
              <a:gd name="connsiteY37" fmla="*/ 214271 h 1745962"/>
              <a:gd name="connsiteX38" fmla="*/ 72865 w 1637567"/>
              <a:gd name="connsiteY38" fmla="*/ 228100 h 1745962"/>
              <a:gd name="connsiteX39" fmla="*/ 74295 w 1637567"/>
              <a:gd name="connsiteY39" fmla="*/ 232712 h 1745962"/>
              <a:gd name="connsiteX40" fmla="*/ 75765 w 1637567"/>
              <a:gd name="connsiteY40" fmla="*/ 237293 h 1745962"/>
              <a:gd name="connsiteX41" fmla="*/ 77227 w 1637567"/>
              <a:gd name="connsiteY41" fmla="*/ 241905 h 1745962"/>
              <a:gd name="connsiteX42" fmla="*/ 78665 w 1637567"/>
              <a:gd name="connsiteY42" fmla="*/ 246486 h 1745962"/>
              <a:gd name="connsiteX43" fmla="*/ 81597 w 1637567"/>
              <a:gd name="connsiteY43" fmla="*/ 255648 h 1745962"/>
              <a:gd name="connsiteX44" fmla="*/ 83035 w 1637567"/>
              <a:gd name="connsiteY44" fmla="*/ 260229 h 1745962"/>
              <a:gd name="connsiteX45" fmla="*/ 87428 w 1637567"/>
              <a:gd name="connsiteY45" fmla="*/ 273972 h 1745962"/>
              <a:gd name="connsiteX46" fmla="*/ 88866 w 1637567"/>
              <a:gd name="connsiteY46" fmla="*/ 278521 h 1745962"/>
              <a:gd name="connsiteX47" fmla="*/ 90328 w 1637567"/>
              <a:gd name="connsiteY47" fmla="*/ 283071 h 1745962"/>
              <a:gd name="connsiteX48" fmla="*/ 91798 w 1637567"/>
              <a:gd name="connsiteY48" fmla="*/ 287652 h 1745962"/>
              <a:gd name="connsiteX49" fmla="*/ 93229 w 1637567"/>
              <a:gd name="connsiteY49" fmla="*/ 292201 h 1745962"/>
              <a:gd name="connsiteX50" fmla="*/ 97630 w 1637567"/>
              <a:gd name="connsiteY50" fmla="*/ 305850 h 1745962"/>
              <a:gd name="connsiteX51" fmla="*/ 99060 w 1637567"/>
              <a:gd name="connsiteY51" fmla="*/ 310369 h 1745962"/>
              <a:gd name="connsiteX52" fmla="*/ 100530 w 1637567"/>
              <a:gd name="connsiteY52" fmla="*/ 314918 h 1745962"/>
              <a:gd name="connsiteX53" fmla="*/ 101992 w 1637567"/>
              <a:gd name="connsiteY53" fmla="*/ 319437 h 1745962"/>
              <a:gd name="connsiteX54" fmla="*/ 103430 w 1637567"/>
              <a:gd name="connsiteY54" fmla="*/ 323955 h 1745962"/>
              <a:gd name="connsiteX55" fmla="*/ 107824 w 1637567"/>
              <a:gd name="connsiteY55" fmla="*/ 337510 h 1745962"/>
              <a:gd name="connsiteX56" fmla="*/ 109262 w 1637567"/>
              <a:gd name="connsiteY56" fmla="*/ 342036 h 1745962"/>
              <a:gd name="connsiteX57" fmla="*/ 110724 w 1637567"/>
              <a:gd name="connsiteY57" fmla="*/ 346524 h 1745962"/>
              <a:gd name="connsiteX58" fmla="*/ 112193 w 1637567"/>
              <a:gd name="connsiteY58" fmla="*/ 351042 h 1745962"/>
              <a:gd name="connsiteX59" fmla="*/ 113632 w 1637567"/>
              <a:gd name="connsiteY59" fmla="*/ 355529 h 1745962"/>
              <a:gd name="connsiteX60" fmla="*/ 118025 w 1637567"/>
              <a:gd name="connsiteY60" fmla="*/ 368998 h 1745962"/>
              <a:gd name="connsiteX61" fmla="*/ 119463 w 1637567"/>
              <a:gd name="connsiteY61" fmla="*/ 373454 h 1745962"/>
              <a:gd name="connsiteX62" fmla="*/ 120925 w 1637567"/>
              <a:gd name="connsiteY62" fmla="*/ 377941 h 1745962"/>
              <a:gd name="connsiteX63" fmla="*/ 122395 w 1637567"/>
              <a:gd name="connsiteY63" fmla="*/ 382405 h 1745962"/>
              <a:gd name="connsiteX64" fmla="*/ 123825 w 1637567"/>
              <a:gd name="connsiteY64" fmla="*/ 386861 h 1745962"/>
              <a:gd name="connsiteX65" fmla="*/ 128226 w 1637567"/>
              <a:gd name="connsiteY65" fmla="*/ 400236 h 1745962"/>
              <a:gd name="connsiteX66" fmla="*/ 129657 w 1637567"/>
              <a:gd name="connsiteY66" fmla="*/ 404661 h 1745962"/>
              <a:gd name="connsiteX67" fmla="*/ 132589 w 1637567"/>
              <a:gd name="connsiteY67" fmla="*/ 413518 h 1745962"/>
              <a:gd name="connsiteX68" fmla="*/ 134027 w 1637567"/>
              <a:gd name="connsiteY68" fmla="*/ 417950 h 1745962"/>
              <a:gd name="connsiteX69" fmla="*/ 136958 w 1637567"/>
              <a:gd name="connsiteY69" fmla="*/ 426799 h 1745962"/>
              <a:gd name="connsiteX70" fmla="*/ 138397 w 1637567"/>
              <a:gd name="connsiteY70" fmla="*/ 431200 h 1745962"/>
              <a:gd name="connsiteX71" fmla="*/ 139859 w 1637567"/>
              <a:gd name="connsiteY71" fmla="*/ 435594 h 1745962"/>
              <a:gd name="connsiteX72" fmla="*/ 141328 w 1637567"/>
              <a:gd name="connsiteY72" fmla="*/ 440026 h 1745962"/>
              <a:gd name="connsiteX73" fmla="*/ 142790 w 1637567"/>
              <a:gd name="connsiteY73" fmla="*/ 444388 h 1745962"/>
              <a:gd name="connsiteX74" fmla="*/ 144228 w 1637567"/>
              <a:gd name="connsiteY74" fmla="*/ 448789 h 1745962"/>
              <a:gd name="connsiteX75" fmla="*/ 145690 w 1637567"/>
              <a:gd name="connsiteY75" fmla="*/ 453182 h 1745962"/>
              <a:gd name="connsiteX76" fmla="*/ 147160 w 1637567"/>
              <a:gd name="connsiteY76" fmla="*/ 457552 h 1745962"/>
              <a:gd name="connsiteX77" fmla="*/ 148591 w 1637567"/>
              <a:gd name="connsiteY77" fmla="*/ 461914 h 1745962"/>
              <a:gd name="connsiteX78" fmla="*/ 151522 w 1637567"/>
              <a:gd name="connsiteY78" fmla="*/ 470654 h 1745962"/>
              <a:gd name="connsiteX79" fmla="*/ 152992 w 1637567"/>
              <a:gd name="connsiteY79" fmla="*/ 474985 h 1745962"/>
              <a:gd name="connsiteX80" fmla="*/ 154422 w 1637567"/>
              <a:gd name="connsiteY80" fmla="*/ 479354 h 1745962"/>
              <a:gd name="connsiteX81" fmla="*/ 157354 w 1637567"/>
              <a:gd name="connsiteY81" fmla="*/ 488024 h 1745962"/>
              <a:gd name="connsiteX82" fmla="*/ 158792 w 1637567"/>
              <a:gd name="connsiteY82" fmla="*/ 492362 h 1745962"/>
              <a:gd name="connsiteX83" fmla="*/ 160254 w 1637567"/>
              <a:gd name="connsiteY83" fmla="*/ 496670 h 1745962"/>
              <a:gd name="connsiteX84" fmla="*/ 161723 w 1637567"/>
              <a:gd name="connsiteY84" fmla="*/ 501000 h 1745962"/>
              <a:gd name="connsiteX85" fmla="*/ 163185 w 1637567"/>
              <a:gd name="connsiteY85" fmla="*/ 505308 h 1745962"/>
              <a:gd name="connsiteX86" fmla="*/ 164624 w 1637567"/>
              <a:gd name="connsiteY86" fmla="*/ 509615 h 1745962"/>
              <a:gd name="connsiteX87" fmla="*/ 167555 w 1637567"/>
              <a:gd name="connsiteY87" fmla="*/ 518230 h 1745962"/>
              <a:gd name="connsiteX88" fmla="*/ 168993 w 1637567"/>
              <a:gd name="connsiteY88" fmla="*/ 522498 h 1745962"/>
              <a:gd name="connsiteX89" fmla="*/ 173387 w 1637567"/>
              <a:gd name="connsiteY89" fmla="*/ 535326 h 1745962"/>
              <a:gd name="connsiteX90" fmla="*/ 174825 w 1637567"/>
              <a:gd name="connsiteY90" fmla="*/ 539602 h 1745962"/>
              <a:gd name="connsiteX91" fmla="*/ 177757 w 1637567"/>
              <a:gd name="connsiteY91" fmla="*/ 548092 h 1745962"/>
              <a:gd name="connsiteX92" fmla="*/ 179187 w 1637567"/>
              <a:gd name="connsiteY92" fmla="*/ 552336 h 1745962"/>
              <a:gd name="connsiteX93" fmla="*/ 180657 w 1637567"/>
              <a:gd name="connsiteY93" fmla="*/ 556581 h 1745962"/>
              <a:gd name="connsiteX94" fmla="*/ 182119 w 1637567"/>
              <a:gd name="connsiteY94" fmla="*/ 560795 h 1745962"/>
              <a:gd name="connsiteX95" fmla="*/ 183588 w 1637567"/>
              <a:gd name="connsiteY95" fmla="*/ 565039 h 1745962"/>
              <a:gd name="connsiteX96" fmla="*/ 185019 w 1637567"/>
              <a:gd name="connsiteY96" fmla="*/ 569253 h 1745962"/>
              <a:gd name="connsiteX97" fmla="*/ 186489 w 1637567"/>
              <a:gd name="connsiteY97" fmla="*/ 573467 h 1745962"/>
              <a:gd name="connsiteX98" fmla="*/ 187950 w 1637567"/>
              <a:gd name="connsiteY98" fmla="*/ 577649 h 1745962"/>
              <a:gd name="connsiteX99" fmla="*/ 189389 w 1637567"/>
              <a:gd name="connsiteY99" fmla="*/ 581862 h 1745962"/>
              <a:gd name="connsiteX100" fmla="*/ 193782 w 1637567"/>
              <a:gd name="connsiteY100" fmla="*/ 594417 h 1745962"/>
              <a:gd name="connsiteX101" fmla="*/ 195220 w 1637567"/>
              <a:gd name="connsiteY101" fmla="*/ 598568 h 1745962"/>
              <a:gd name="connsiteX102" fmla="*/ 196690 w 1637567"/>
              <a:gd name="connsiteY102" fmla="*/ 602719 h 1745962"/>
              <a:gd name="connsiteX103" fmla="*/ 198152 w 1637567"/>
              <a:gd name="connsiteY103" fmla="*/ 606901 h 1745962"/>
              <a:gd name="connsiteX104" fmla="*/ 199590 w 1637567"/>
              <a:gd name="connsiteY104" fmla="*/ 611028 h 1745962"/>
              <a:gd name="connsiteX105" fmla="*/ 201052 w 1637567"/>
              <a:gd name="connsiteY105" fmla="*/ 615179 h 1745962"/>
              <a:gd name="connsiteX106" fmla="*/ 202522 w 1637567"/>
              <a:gd name="connsiteY106" fmla="*/ 619299 h 1745962"/>
              <a:gd name="connsiteX107" fmla="*/ 203952 w 1637567"/>
              <a:gd name="connsiteY107" fmla="*/ 623427 h 1745962"/>
              <a:gd name="connsiteX108" fmla="*/ 206884 w 1637567"/>
              <a:gd name="connsiteY108" fmla="*/ 631666 h 1745962"/>
              <a:gd name="connsiteX109" fmla="*/ 208353 w 1637567"/>
              <a:gd name="connsiteY109" fmla="*/ 635762 h 1745962"/>
              <a:gd name="connsiteX110" fmla="*/ 209784 w 1637567"/>
              <a:gd name="connsiteY110" fmla="*/ 639882 h 1745962"/>
              <a:gd name="connsiteX111" fmla="*/ 211254 w 1637567"/>
              <a:gd name="connsiteY111" fmla="*/ 643978 h 1745962"/>
              <a:gd name="connsiteX112" fmla="*/ 212716 w 1637567"/>
              <a:gd name="connsiteY112" fmla="*/ 648035 h 1745962"/>
              <a:gd name="connsiteX113" fmla="*/ 214154 w 1637567"/>
              <a:gd name="connsiteY113" fmla="*/ 652132 h 1745962"/>
              <a:gd name="connsiteX114" fmla="*/ 218547 w 1637567"/>
              <a:gd name="connsiteY114" fmla="*/ 664311 h 1745962"/>
              <a:gd name="connsiteX115" fmla="*/ 219986 w 1637567"/>
              <a:gd name="connsiteY115" fmla="*/ 668345 h 1745962"/>
              <a:gd name="connsiteX116" fmla="*/ 221455 w 1637567"/>
              <a:gd name="connsiteY116" fmla="*/ 672371 h 1745962"/>
              <a:gd name="connsiteX117" fmla="*/ 222917 w 1637567"/>
              <a:gd name="connsiteY117" fmla="*/ 676435 h 1745962"/>
              <a:gd name="connsiteX118" fmla="*/ 224355 w 1637567"/>
              <a:gd name="connsiteY118" fmla="*/ 680469 h 1745962"/>
              <a:gd name="connsiteX119" fmla="*/ 228749 w 1637567"/>
              <a:gd name="connsiteY119" fmla="*/ 692469 h 1745962"/>
              <a:gd name="connsiteX120" fmla="*/ 230187 w 1637567"/>
              <a:gd name="connsiteY120" fmla="*/ 696463 h 1745962"/>
              <a:gd name="connsiteX121" fmla="*/ 231649 w 1637567"/>
              <a:gd name="connsiteY121" fmla="*/ 700435 h 1745962"/>
              <a:gd name="connsiteX122" fmla="*/ 233118 w 1637567"/>
              <a:gd name="connsiteY122" fmla="*/ 704437 h 1745962"/>
              <a:gd name="connsiteX123" fmla="*/ 234549 w 1637567"/>
              <a:gd name="connsiteY123" fmla="*/ 708408 h 1745962"/>
              <a:gd name="connsiteX124" fmla="*/ 236019 w 1637567"/>
              <a:gd name="connsiteY124" fmla="*/ 712348 h 1745962"/>
              <a:gd name="connsiteX125" fmla="*/ 237481 w 1637567"/>
              <a:gd name="connsiteY125" fmla="*/ 716311 h 1745962"/>
              <a:gd name="connsiteX126" fmla="*/ 238950 w 1637567"/>
              <a:gd name="connsiteY126" fmla="*/ 720251 h 1745962"/>
              <a:gd name="connsiteX127" fmla="*/ 240381 w 1637567"/>
              <a:gd name="connsiteY127" fmla="*/ 724191 h 1745962"/>
              <a:gd name="connsiteX128" fmla="*/ 241850 w 1637567"/>
              <a:gd name="connsiteY128" fmla="*/ 728131 h 1745962"/>
              <a:gd name="connsiteX129" fmla="*/ 243312 w 1637567"/>
              <a:gd name="connsiteY129" fmla="*/ 732040 h 1745962"/>
              <a:gd name="connsiteX130" fmla="*/ 244751 w 1637567"/>
              <a:gd name="connsiteY130" fmla="*/ 735980 h 1745962"/>
              <a:gd name="connsiteX131" fmla="*/ 246213 w 1637567"/>
              <a:gd name="connsiteY131" fmla="*/ 739888 h 1745962"/>
              <a:gd name="connsiteX132" fmla="*/ 247682 w 1637567"/>
              <a:gd name="connsiteY132" fmla="*/ 743766 h 1745962"/>
              <a:gd name="connsiteX133" fmla="*/ 249152 w 1637567"/>
              <a:gd name="connsiteY133" fmla="*/ 747674 h 1745962"/>
              <a:gd name="connsiteX134" fmla="*/ 250582 w 1637567"/>
              <a:gd name="connsiteY134" fmla="*/ 751552 h 1745962"/>
              <a:gd name="connsiteX135" fmla="*/ 252052 w 1637567"/>
              <a:gd name="connsiteY135" fmla="*/ 755429 h 1745962"/>
              <a:gd name="connsiteX136" fmla="*/ 253514 w 1637567"/>
              <a:gd name="connsiteY136" fmla="*/ 759283 h 1745962"/>
              <a:gd name="connsiteX137" fmla="*/ 254952 w 1637567"/>
              <a:gd name="connsiteY137" fmla="*/ 763160 h 1745962"/>
              <a:gd name="connsiteX138" fmla="*/ 257884 w 1637567"/>
              <a:gd name="connsiteY138" fmla="*/ 770852 h 1745962"/>
              <a:gd name="connsiteX139" fmla="*/ 259314 w 1637567"/>
              <a:gd name="connsiteY139" fmla="*/ 774699 h 1745962"/>
              <a:gd name="connsiteX140" fmla="*/ 263715 w 1637567"/>
              <a:gd name="connsiteY140" fmla="*/ 786151 h 1745962"/>
              <a:gd name="connsiteX141" fmla="*/ 265146 w 1637567"/>
              <a:gd name="connsiteY141" fmla="*/ 789934 h 1745962"/>
              <a:gd name="connsiteX142" fmla="*/ 268077 w 1637567"/>
              <a:gd name="connsiteY142" fmla="*/ 797509 h 1745962"/>
              <a:gd name="connsiteX143" fmla="*/ 269516 w 1637567"/>
              <a:gd name="connsiteY143" fmla="*/ 801301 h 1745962"/>
              <a:gd name="connsiteX144" fmla="*/ 270978 w 1637567"/>
              <a:gd name="connsiteY144" fmla="*/ 805053 h 1745962"/>
              <a:gd name="connsiteX145" fmla="*/ 272447 w 1637567"/>
              <a:gd name="connsiteY145" fmla="*/ 808837 h 1745962"/>
              <a:gd name="connsiteX146" fmla="*/ 273909 w 1637567"/>
              <a:gd name="connsiteY146" fmla="*/ 812565 h 1745962"/>
              <a:gd name="connsiteX147" fmla="*/ 275347 w 1637567"/>
              <a:gd name="connsiteY147" fmla="*/ 816318 h 1745962"/>
              <a:gd name="connsiteX148" fmla="*/ 278279 w 1637567"/>
              <a:gd name="connsiteY148" fmla="*/ 823775 h 1745962"/>
              <a:gd name="connsiteX149" fmla="*/ 279717 w 1637567"/>
              <a:gd name="connsiteY149" fmla="*/ 827496 h 1745962"/>
              <a:gd name="connsiteX150" fmla="*/ 281179 w 1637567"/>
              <a:gd name="connsiteY150" fmla="*/ 831225 h 1745962"/>
              <a:gd name="connsiteX151" fmla="*/ 284111 w 1637567"/>
              <a:gd name="connsiteY151" fmla="*/ 838612 h 1745962"/>
              <a:gd name="connsiteX152" fmla="*/ 285549 w 1637567"/>
              <a:gd name="connsiteY152" fmla="*/ 842279 h 1745962"/>
              <a:gd name="connsiteX153" fmla="*/ 287011 w 1637567"/>
              <a:gd name="connsiteY153" fmla="*/ 845969 h 1745962"/>
              <a:gd name="connsiteX154" fmla="*/ 288480 w 1637567"/>
              <a:gd name="connsiteY154" fmla="*/ 849635 h 1745962"/>
              <a:gd name="connsiteX155" fmla="*/ 289911 w 1637567"/>
              <a:gd name="connsiteY155" fmla="*/ 853301 h 1745962"/>
              <a:gd name="connsiteX156" fmla="*/ 294312 w 1637567"/>
              <a:gd name="connsiteY156" fmla="*/ 864198 h 1745962"/>
              <a:gd name="connsiteX157" fmla="*/ 295743 w 1637567"/>
              <a:gd name="connsiteY157" fmla="*/ 867833 h 1745962"/>
              <a:gd name="connsiteX158" fmla="*/ 297212 w 1637567"/>
              <a:gd name="connsiteY158" fmla="*/ 871437 h 1745962"/>
              <a:gd name="connsiteX159" fmla="*/ 298674 w 1637567"/>
              <a:gd name="connsiteY159" fmla="*/ 875072 h 1745962"/>
              <a:gd name="connsiteX160" fmla="*/ 300112 w 1637567"/>
              <a:gd name="connsiteY160" fmla="*/ 878645 h 1745962"/>
              <a:gd name="connsiteX161" fmla="*/ 301582 w 1637567"/>
              <a:gd name="connsiteY161" fmla="*/ 882248 h 1745962"/>
              <a:gd name="connsiteX162" fmla="*/ 304514 w 1637567"/>
              <a:gd name="connsiteY162" fmla="*/ 889393 h 1745962"/>
              <a:gd name="connsiteX163" fmla="*/ 305944 w 1637567"/>
              <a:gd name="connsiteY163" fmla="*/ 892966 h 1745962"/>
              <a:gd name="connsiteX164" fmla="*/ 308876 w 1637567"/>
              <a:gd name="connsiteY164" fmla="*/ 900048 h 1745962"/>
              <a:gd name="connsiteX165" fmla="*/ 310314 w 1637567"/>
              <a:gd name="connsiteY165" fmla="*/ 903590 h 1745962"/>
              <a:gd name="connsiteX166" fmla="*/ 311776 w 1637567"/>
              <a:gd name="connsiteY166" fmla="*/ 907138 h 1745962"/>
              <a:gd name="connsiteX167" fmla="*/ 314707 w 1637567"/>
              <a:gd name="connsiteY167" fmla="*/ 914158 h 1745962"/>
              <a:gd name="connsiteX168" fmla="*/ 316146 w 1637567"/>
              <a:gd name="connsiteY168" fmla="*/ 917668 h 1745962"/>
              <a:gd name="connsiteX169" fmla="*/ 319077 w 1637567"/>
              <a:gd name="connsiteY169" fmla="*/ 924634 h 1745962"/>
              <a:gd name="connsiteX170" fmla="*/ 320508 w 1637567"/>
              <a:gd name="connsiteY170" fmla="*/ 928112 h 1745962"/>
              <a:gd name="connsiteX171" fmla="*/ 323439 w 1637567"/>
              <a:gd name="connsiteY171" fmla="*/ 935015 h 1745962"/>
              <a:gd name="connsiteX172" fmla="*/ 324878 w 1637567"/>
              <a:gd name="connsiteY172" fmla="*/ 938494 h 1745962"/>
              <a:gd name="connsiteX173" fmla="*/ 329279 w 1637567"/>
              <a:gd name="connsiteY173" fmla="*/ 948758 h 1745962"/>
              <a:gd name="connsiteX174" fmla="*/ 330709 w 1637567"/>
              <a:gd name="connsiteY174" fmla="*/ 952174 h 1745962"/>
              <a:gd name="connsiteX175" fmla="*/ 332179 w 1637567"/>
              <a:gd name="connsiteY175" fmla="*/ 955566 h 1745962"/>
              <a:gd name="connsiteX176" fmla="*/ 333641 w 1637567"/>
              <a:gd name="connsiteY176" fmla="*/ 958983 h 1745962"/>
              <a:gd name="connsiteX177" fmla="*/ 335079 w 1637567"/>
              <a:gd name="connsiteY177" fmla="*/ 962344 h 1745962"/>
              <a:gd name="connsiteX178" fmla="*/ 338011 w 1637567"/>
              <a:gd name="connsiteY178" fmla="*/ 969122 h 1745962"/>
              <a:gd name="connsiteX179" fmla="*/ 339472 w 1637567"/>
              <a:gd name="connsiteY179" fmla="*/ 972452 h 1745962"/>
              <a:gd name="connsiteX180" fmla="*/ 340911 w 1637567"/>
              <a:gd name="connsiteY180" fmla="*/ 975813 h 1745962"/>
              <a:gd name="connsiteX181" fmla="*/ 342373 w 1637567"/>
              <a:gd name="connsiteY181" fmla="*/ 979167 h 1745962"/>
              <a:gd name="connsiteX182" fmla="*/ 343842 w 1637567"/>
              <a:gd name="connsiteY182" fmla="*/ 982466 h 1745962"/>
              <a:gd name="connsiteX183" fmla="*/ 345273 w 1637567"/>
              <a:gd name="connsiteY183" fmla="*/ 985796 h 1745962"/>
              <a:gd name="connsiteX184" fmla="*/ 346742 w 1637567"/>
              <a:gd name="connsiteY184" fmla="*/ 989126 h 1745962"/>
              <a:gd name="connsiteX185" fmla="*/ 349674 w 1637567"/>
              <a:gd name="connsiteY185" fmla="*/ 995724 h 1745962"/>
              <a:gd name="connsiteX186" fmla="*/ 351105 w 1637567"/>
              <a:gd name="connsiteY186" fmla="*/ 999023 h 1745962"/>
              <a:gd name="connsiteX187" fmla="*/ 354036 w 1637567"/>
              <a:gd name="connsiteY187" fmla="*/ 1005550 h 1745962"/>
              <a:gd name="connsiteX188" fmla="*/ 355474 w 1637567"/>
              <a:gd name="connsiteY188" fmla="*/ 1008818 h 1745962"/>
              <a:gd name="connsiteX189" fmla="*/ 359875 w 1637567"/>
              <a:gd name="connsiteY189" fmla="*/ 1018534 h 1745962"/>
              <a:gd name="connsiteX190" fmla="*/ 361306 w 1637567"/>
              <a:gd name="connsiteY190" fmla="*/ 1021740 h 1745962"/>
              <a:gd name="connsiteX191" fmla="*/ 362776 w 1637567"/>
              <a:gd name="connsiteY191" fmla="*/ 1024945 h 1745962"/>
              <a:gd name="connsiteX192" fmla="*/ 364238 w 1637567"/>
              <a:gd name="connsiteY192" fmla="*/ 1028181 h 1745962"/>
              <a:gd name="connsiteX193" fmla="*/ 365676 w 1637567"/>
              <a:gd name="connsiteY193" fmla="*/ 1031355 h 1745962"/>
              <a:gd name="connsiteX194" fmla="*/ 367138 w 1637567"/>
              <a:gd name="connsiteY194" fmla="*/ 1034529 h 1745962"/>
              <a:gd name="connsiteX195" fmla="*/ 368607 w 1637567"/>
              <a:gd name="connsiteY195" fmla="*/ 1037741 h 1745962"/>
              <a:gd name="connsiteX196" fmla="*/ 370069 w 1637567"/>
              <a:gd name="connsiteY196" fmla="*/ 1040884 h 1745962"/>
              <a:gd name="connsiteX197" fmla="*/ 371508 w 1637567"/>
              <a:gd name="connsiteY197" fmla="*/ 1044027 h 1745962"/>
              <a:gd name="connsiteX198" fmla="*/ 372969 w 1637567"/>
              <a:gd name="connsiteY198" fmla="*/ 1047208 h 1745962"/>
              <a:gd name="connsiteX199" fmla="*/ 374439 w 1637567"/>
              <a:gd name="connsiteY199" fmla="*/ 1050320 h 1745962"/>
              <a:gd name="connsiteX200" fmla="*/ 375870 w 1637567"/>
              <a:gd name="connsiteY200" fmla="*/ 1053462 h 1745962"/>
              <a:gd name="connsiteX201" fmla="*/ 380271 w 1637567"/>
              <a:gd name="connsiteY201" fmla="*/ 1062811 h 1745962"/>
              <a:gd name="connsiteX202" fmla="*/ 381709 w 1637567"/>
              <a:gd name="connsiteY202" fmla="*/ 1065892 h 1745962"/>
              <a:gd name="connsiteX203" fmla="*/ 384640 w 1637567"/>
              <a:gd name="connsiteY203" fmla="*/ 1072059 h 1745962"/>
              <a:gd name="connsiteX204" fmla="*/ 386071 w 1637567"/>
              <a:gd name="connsiteY204" fmla="*/ 1075116 h 1745962"/>
              <a:gd name="connsiteX205" fmla="*/ 389003 w 1637567"/>
              <a:gd name="connsiteY205" fmla="*/ 1081221 h 1745962"/>
              <a:gd name="connsiteX206" fmla="*/ 390441 w 1637567"/>
              <a:gd name="connsiteY206" fmla="*/ 1084278 h 1745962"/>
              <a:gd name="connsiteX207" fmla="*/ 393372 w 1637567"/>
              <a:gd name="connsiteY207" fmla="*/ 1090321 h 1745962"/>
              <a:gd name="connsiteX208" fmla="*/ 394834 w 1637567"/>
              <a:gd name="connsiteY208" fmla="*/ 1093315 h 1745962"/>
              <a:gd name="connsiteX209" fmla="*/ 396273 w 1637567"/>
              <a:gd name="connsiteY209" fmla="*/ 1096308 h 1745962"/>
              <a:gd name="connsiteX210" fmla="*/ 399204 w 1637567"/>
              <a:gd name="connsiteY210" fmla="*/ 1102289 h 1745962"/>
              <a:gd name="connsiteX211" fmla="*/ 400635 w 1637567"/>
              <a:gd name="connsiteY211" fmla="*/ 1105283 h 1745962"/>
              <a:gd name="connsiteX212" fmla="*/ 403566 w 1637567"/>
              <a:gd name="connsiteY212" fmla="*/ 1111208 h 1745962"/>
              <a:gd name="connsiteX213" fmla="*/ 405036 w 1637567"/>
              <a:gd name="connsiteY213" fmla="*/ 1114140 h 1745962"/>
              <a:gd name="connsiteX214" fmla="*/ 406466 w 1637567"/>
              <a:gd name="connsiteY214" fmla="*/ 1117071 h 1745962"/>
              <a:gd name="connsiteX215" fmla="*/ 409406 w 1637567"/>
              <a:gd name="connsiteY215" fmla="*/ 1122934 h 1745962"/>
              <a:gd name="connsiteX216" fmla="*/ 410836 w 1637567"/>
              <a:gd name="connsiteY216" fmla="*/ 1125834 h 1745962"/>
              <a:gd name="connsiteX217" fmla="*/ 413768 w 1637567"/>
              <a:gd name="connsiteY217" fmla="*/ 1131635 h 1745962"/>
              <a:gd name="connsiteX218" fmla="*/ 415237 w 1637567"/>
              <a:gd name="connsiteY218" fmla="*/ 1134511 h 1745962"/>
              <a:gd name="connsiteX219" fmla="*/ 416668 w 1637567"/>
              <a:gd name="connsiteY219" fmla="*/ 1137380 h 1745962"/>
              <a:gd name="connsiteX220" fmla="*/ 418137 w 1637567"/>
              <a:gd name="connsiteY220" fmla="*/ 1140249 h 1745962"/>
              <a:gd name="connsiteX221" fmla="*/ 419599 w 1637567"/>
              <a:gd name="connsiteY221" fmla="*/ 1143087 h 1745962"/>
              <a:gd name="connsiteX222" fmla="*/ 421038 w 1637567"/>
              <a:gd name="connsiteY222" fmla="*/ 1145956 h 1745962"/>
              <a:gd name="connsiteX223" fmla="*/ 422500 w 1637567"/>
              <a:gd name="connsiteY223" fmla="*/ 1148770 h 1745962"/>
              <a:gd name="connsiteX224" fmla="*/ 425431 w 1637567"/>
              <a:gd name="connsiteY224" fmla="*/ 1154446 h 1745962"/>
              <a:gd name="connsiteX225" fmla="*/ 426869 w 1637567"/>
              <a:gd name="connsiteY225" fmla="*/ 1157228 h 1745962"/>
              <a:gd name="connsiteX226" fmla="*/ 429801 w 1637567"/>
              <a:gd name="connsiteY226" fmla="*/ 1162849 h 1745962"/>
              <a:gd name="connsiteX227" fmla="*/ 431232 w 1637567"/>
              <a:gd name="connsiteY227" fmla="*/ 1165593 h 1745962"/>
              <a:gd name="connsiteX228" fmla="*/ 434163 w 1637567"/>
              <a:gd name="connsiteY228" fmla="*/ 1171151 h 1745962"/>
              <a:gd name="connsiteX229" fmla="*/ 435633 w 1637567"/>
              <a:gd name="connsiteY229" fmla="*/ 1173903 h 1745962"/>
              <a:gd name="connsiteX230" fmla="*/ 437071 w 1637567"/>
              <a:gd name="connsiteY230" fmla="*/ 1176647 h 1745962"/>
              <a:gd name="connsiteX231" fmla="*/ 438533 w 1637567"/>
              <a:gd name="connsiteY231" fmla="*/ 1179398 h 1745962"/>
              <a:gd name="connsiteX232" fmla="*/ 440002 w 1637567"/>
              <a:gd name="connsiteY232" fmla="*/ 1182111 h 1745962"/>
              <a:gd name="connsiteX233" fmla="*/ 441433 w 1637567"/>
              <a:gd name="connsiteY233" fmla="*/ 1184831 h 1745962"/>
              <a:gd name="connsiteX234" fmla="*/ 442903 w 1637567"/>
              <a:gd name="connsiteY234" fmla="*/ 1187552 h 1745962"/>
              <a:gd name="connsiteX235" fmla="*/ 444364 w 1637567"/>
              <a:gd name="connsiteY235" fmla="*/ 1190233 h 1745962"/>
              <a:gd name="connsiteX236" fmla="*/ 445803 w 1637567"/>
              <a:gd name="connsiteY236" fmla="*/ 1192922 h 1745962"/>
              <a:gd name="connsiteX237" fmla="*/ 447265 w 1637567"/>
              <a:gd name="connsiteY237" fmla="*/ 1195611 h 1745962"/>
              <a:gd name="connsiteX238" fmla="*/ 450196 w 1637567"/>
              <a:gd name="connsiteY238" fmla="*/ 1200927 h 1745962"/>
              <a:gd name="connsiteX239" fmla="*/ 451634 w 1637567"/>
              <a:gd name="connsiteY239" fmla="*/ 1203608 h 1745962"/>
              <a:gd name="connsiteX240" fmla="*/ 454566 w 1637567"/>
              <a:gd name="connsiteY240" fmla="*/ 1208862 h 1745962"/>
              <a:gd name="connsiteX241" fmla="*/ 455997 w 1637567"/>
              <a:gd name="connsiteY241" fmla="*/ 1211488 h 1745962"/>
              <a:gd name="connsiteX242" fmla="*/ 457466 w 1637567"/>
              <a:gd name="connsiteY242" fmla="*/ 1214115 h 1745962"/>
              <a:gd name="connsiteX243" fmla="*/ 458928 w 1637567"/>
              <a:gd name="connsiteY243" fmla="*/ 1216710 h 1745962"/>
              <a:gd name="connsiteX244" fmla="*/ 460398 w 1637567"/>
              <a:gd name="connsiteY244" fmla="*/ 1219337 h 1745962"/>
              <a:gd name="connsiteX245" fmla="*/ 461836 w 1637567"/>
              <a:gd name="connsiteY245" fmla="*/ 1221901 h 1745962"/>
              <a:gd name="connsiteX246" fmla="*/ 463298 w 1637567"/>
              <a:gd name="connsiteY246" fmla="*/ 1224496 h 1745962"/>
              <a:gd name="connsiteX247" fmla="*/ 464767 w 1637567"/>
              <a:gd name="connsiteY247" fmla="*/ 1227060 h 1745962"/>
              <a:gd name="connsiteX248" fmla="*/ 466198 w 1637567"/>
              <a:gd name="connsiteY248" fmla="*/ 1229632 h 1745962"/>
              <a:gd name="connsiteX249" fmla="*/ 467668 w 1637567"/>
              <a:gd name="connsiteY249" fmla="*/ 1232196 h 1745962"/>
              <a:gd name="connsiteX250" fmla="*/ 470599 w 1637567"/>
              <a:gd name="connsiteY250" fmla="*/ 1237262 h 1745962"/>
              <a:gd name="connsiteX251" fmla="*/ 472030 w 1637567"/>
              <a:gd name="connsiteY251" fmla="*/ 1239794 h 1745962"/>
              <a:gd name="connsiteX252" fmla="*/ 473499 w 1637567"/>
              <a:gd name="connsiteY252" fmla="*/ 1242335 h 1745962"/>
              <a:gd name="connsiteX253" fmla="*/ 474961 w 1637567"/>
              <a:gd name="connsiteY253" fmla="*/ 1244805 h 1745962"/>
              <a:gd name="connsiteX254" fmla="*/ 476400 w 1637567"/>
              <a:gd name="connsiteY254" fmla="*/ 1247307 h 1745962"/>
              <a:gd name="connsiteX255" fmla="*/ 477861 w 1637567"/>
              <a:gd name="connsiteY255" fmla="*/ 1249816 h 1745962"/>
              <a:gd name="connsiteX256" fmla="*/ 480793 w 1637567"/>
              <a:gd name="connsiteY256" fmla="*/ 1254757 h 1745962"/>
              <a:gd name="connsiteX257" fmla="*/ 482231 w 1637567"/>
              <a:gd name="connsiteY257" fmla="*/ 1257235 h 1745962"/>
              <a:gd name="connsiteX258" fmla="*/ 485163 w 1637567"/>
              <a:gd name="connsiteY258" fmla="*/ 1262120 h 1745962"/>
              <a:gd name="connsiteX259" fmla="*/ 486593 w 1637567"/>
              <a:gd name="connsiteY259" fmla="*/ 1264591 h 1745962"/>
              <a:gd name="connsiteX260" fmla="*/ 490994 w 1637567"/>
              <a:gd name="connsiteY260" fmla="*/ 1271829 h 1745962"/>
              <a:gd name="connsiteX261" fmla="*/ 492433 w 1637567"/>
              <a:gd name="connsiteY261" fmla="*/ 1274245 h 1745962"/>
              <a:gd name="connsiteX262" fmla="*/ 493895 w 1637567"/>
              <a:gd name="connsiteY262" fmla="*/ 1276622 h 1745962"/>
              <a:gd name="connsiteX263" fmla="*/ 495364 w 1637567"/>
              <a:gd name="connsiteY263" fmla="*/ 1279037 h 1745962"/>
              <a:gd name="connsiteX264" fmla="*/ 496795 w 1637567"/>
              <a:gd name="connsiteY264" fmla="*/ 1281390 h 1745962"/>
              <a:gd name="connsiteX265" fmla="*/ 498264 w 1637567"/>
              <a:gd name="connsiteY265" fmla="*/ 1283767 h 1745962"/>
              <a:gd name="connsiteX266" fmla="*/ 501196 w 1637567"/>
              <a:gd name="connsiteY266" fmla="*/ 1288472 h 1745962"/>
              <a:gd name="connsiteX267" fmla="*/ 502627 w 1637567"/>
              <a:gd name="connsiteY267" fmla="*/ 1290794 h 1745962"/>
              <a:gd name="connsiteX268" fmla="*/ 504096 w 1637567"/>
              <a:gd name="connsiteY268" fmla="*/ 1293147 h 1745962"/>
              <a:gd name="connsiteX269" fmla="*/ 505558 w 1637567"/>
              <a:gd name="connsiteY269" fmla="*/ 1295461 h 1745962"/>
              <a:gd name="connsiteX270" fmla="*/ 506996 w 1637567"/>
              <a:gd name="connsiteY270" fmla="*/ 1297783 h 1745962"/>
              <a:gd name="connsiteX271" fmla="*/ 508458 w 1637567"/>
              <a:gd name="connsiteY271" fmla="*/ 1300105 h 1745962"/>
              <a:gd name="connsiteX272" fmla="*/ 509928 w 1637567"/>
              <a:gd name="connsiteY272" fmla="*/ 1302364 h 1745962"/>
              <a:gd name="connsiteX273" fmla="*/ 511358 w 1637567"/>
              <a:gd name="connsiteY273" fmla="*/ 1304654 h 1745962"/>
              <a:gd name="connsiteX274" fmla="*/ 512828 w 1637567"/>
              <a:gd name="connsiteY274" fmla="*/ 1306945 h 1745962"/>
              <a:gd name="connsiteX275" fmla="*/ 514290 w 1637567"/>
              <a:gd name="connsiteY275" fmla="*/ 1309204 h 1745962"/>
              <a:gd name="connsiteX276" fmla="*/ 515759 w 1637567"/>
              <a:gd name="connsiteY276" fmla="*/ 1311494 h 1745962"/>
              <a:gd name="connsiteX277" fmla="*/ 517198 w 1637567"/>
              <a:gd name="connsiteY277" fmla="*/ 1313754 h 1745962"/>
              <a:gd name="connsiteX278" fmla="*/ 520129 w 1637567"/>
              <a:gd name="connsiteY278" fmla="*/ 1318217 h 1745962"/>
              <a:gd name="connsiteX279" fmla="*/ 521560 w 1637567"/>
              <a:gd name="connsiteY279" fmla="*/ 1320445 h 1745962"/>
              <a:gd name="connsiteX280" fmla="*/ 523029 w 1637567"/>
              <a:gd name="connsiteY280" fmla="*/ 1322673 h 1745962"/>
              <a:gd name="connsiteX281" fmla="*/ 524491 w 1637567"/>
              <a:gd name="connsiteY281" fmla="*/ 1324870 h 1745962"/>
              <a:gd name="connsiteX282" fmla="*/ 525961 w 1637567"/>
              <a:gd name="connsiteY282" fmla="*/ 1327098 h 1745962"/>
              <a:gd name="connsiteX283" fmla="*/ 527392 w 1637567"/>
              <a:gd name="connsiteY283" fmla="*/ 1329271 h 1745962"/>
              <a:gd name="connsiteX284" fmla="*/ 528861 w 1637567"/>
              <a:gd name="connsiteY284" fmla="*/ 1331467 h 1745962"/>
              <a:gd name="connsiteX285" fmla="*/ 530323 w 1637567"/>
              <a:gd name="connsiteY285" fmla="*/ 1333633 h 1745962"/>
              <a:gd name="connsiteX286" fmla="*/ 531761 w 1637567"/>
              <a:gd name="connsiteY286" fmla="*/ 1335806 h 1745962"/>
              <a:gd name="connsiteX287" fmla="*/ 534693 w 1637567"/>
              <a:gd name="connsiteY287" fmla="*/ 1340137 h 1745962"/>
              <a:gd name="connsiteX288" fmla="*/ 536155 w 1637567"/>
              <a:gd name="connsiteY288" fmla="*/ 1342247 h 1745962"/>
              <a:gd name="connsiteX289" fmla="*/ 537593 w 1637567"/>
              <a:gd name="connsiteY289" fmla="*/ 1344382 h 1745962"/>
              <a:gd name="connsiteX290" fmla="*/ 539055 w 1637567"/>
              <a:gd name="connsiteY290" fmla="*/ 1346523 h 1745962"/>
              <a:gd name="connsiteX291" fmla="*/ 540525 w 1637567"/>
              <a:gd name="connsiteY291" fmla="*/ 1348626 h 1745962"/>
              <a:gd name="connsiteX292" fmla="*/ 541963 w 1637567"/>
              <a:gd name="connsiteY292" fmla="*/ 1350737 h 1745962"/>
              <a:gd name="connsiteX293" fmla="*/ 544894 w 1637567"/>
              <a:gd name="connsiteY293" fmla="*/ 1354950 h 1745962"/>
              <a:gd name="connsiteX294" fmla="*/ 546356 w 1637567"/>
              <a:gd name="connsiteY294" fmla="*/ 1357022 h 1745962"/>
              <a:gd name="connsiteX295" fmla="*/ 547795 w 1637567"/>
              <a:gd name="connsiteY295" fmla="*/ 1359101 h 1745962"/>
              <a:gd name="connsiteX296" fmla="*/ 549257 w 1637567"/>
              <a:gd name="connsiteY296" fmla="*/ 1361181 h 1745962"/>
              <a:gd name="connsiteX297" fmla="*/ 550726 w 1637567"/>
              <a:gd name="connsiteY297" fmla="*/ 1363221 h 1745962"/>
              <a:gd name="connsiteX298" fmla="*/ 552157 w 1637567"/>
              <a:gd name="connsiteY298" fmla="*/ 1365269 h 1745962"/>
              <a:gd name="connsiteX299" fmla="*/ 555088 w 1637567"/>
              <a:gd name="connsiteY299" fmla="*/ 1369365 h 1745962"/>
              <a:gd name="connsiteX300" fmla="*/ 556558 w 1637567"/>
              <a:gd name="connsiteY300" fmla="*/ 1371375 h 1745962"/>
              <a:gd name="connsiteX301" fmla="*/ 557988 w 1637567"/>
              <a:gd name="connsiteY301" fmla="*/ 1373391 h 1745962"/>
              <a:gd name="connsiteX302" fmla="*/ 560920 w 1637567"/>
              <a:gd name="connsiteY302" fmla="*/ 1377425 h 1745962"/>
              <a:gd name="connsiteX303" fmla="*/ 562358 w 1637567"/>
              <a:gd name="connsiteY303" fmla="*/ 1379411 h 1745962"/>
              <a:gd name="connsiteX304" fmla="*/ 565290 w 1637567"/>
              <a:gd name="connsiteY304" fmla="*/ 1383382 h 1745962"/>
              <a:gd name="connsiteX305" fmla="*/ 566752 w 1637567"/>
              <a:gd name="connsiteY305" fmla="*/ 1385336 h 1745962"/>
              <a:gd name="connsiteX306" fmla="*/ 568190 w 1637567"/>
              <a:gd name="connsiteY306" fmla="*/ 1387290 h 1745962"/>
              <a:gd name="connsiteX307" fmla="*/ 571121 w 1637567"/>
              <a:gd name="connsiteY307" fmla="*/ 1391199 h 1745962"/>
              <a:gd name="connsiteX308" fmla="*/ 572560 w 1637567"/>
              <a:gd name="connsiteY308" fmla="*/ 1393122 h 1745962"/>
              <a:gd name="connsiteX309" fmla="*/ 574022 w 1637567"/>
              <a:gd name="connsiteY309" fmla="*/ 1395076 h 1745962"/>
              <a:gd name="connsiteX310" fmla="*/ 575491 w 1637567"/>
              <a:gd name="connsiteY310" fmla="*/ 1396968 h 1745962"/>
              <a:gd name="connsiteX311" fmla="*/ 576922 w 1637567"/>
              <a:gd name="connsiteY311" fmla="*/ 1398891 h 1745962"/>
              <a:gd name="connsiteX312" fmla="*/ 581323 w 1637567"/>
              <a:gd name="connsiteY312" fmla="*/ 1404567 h 1745962"/>
              <a:gd name="connsiteX313" fmla="*/ 582754 w 1637567"/>
              <a:gd name="connsiteY313" fmla="*/ 1406466 h 1745962"/>
              <a:gd name="connsiteX314" fmla="*/ 585685 w 1637567"/>
              <a:gd name="connsiteY314" fmla="*/ 1410187 h 1745962"/>
              <a:gd name="connsiteX315" fmla="*/ 587123 w 1637567"/>
              <a:gd name="connsiteY315" fmla="*/ 1412048 h 1745962"/>
              <a:gd name="connsiteX316" fmla="*/ 588585 w 1637567"/>
              <a:gd name="connsiteY316" fmla="*/ 1413885 h 1745962"/>
              <a:gd name="connsiteX317" fmla="*/ 590055 w 1637567"/>
              <a:gd name="connsiteY317" fmla="*/ 1415745 h 1745962"/>
              <a:gd name="connsiteX318" fmla="*/ 591517 w 1637567"/>
              <a:gd name="connsiteY318" fmla="*/ 1417575 h 1745962"/>
              <a:gd name="connsiteX319" fmla="*/ 592955 w 1637567"/>
              <a:gd name="connsiteY319" fmla="*/ 1419380 h 1745962"/>
              <a:gd name="connsiteX320" fmla="*/ 594417 w 1637567"/>
              <a:gd name="connsiteY320" fmla="*/ 1421210 h 1745962"/>
              <a:gd name="connsiteX321" fmla="*/ 595886 w 1637567"/>
              <a:gd name="connsiteY321" fmla="*/ 1423015 h 1745962"/>
              <a:gd name="connsiteX322" fmla="*/ 597325 w 1637567"/>
              <a:gd name="connsiteY322" fmla="*/ 1424813 h 1745962"/>
              <a:gd name="connsiteX323" fmla="*/ 600256 w 1637567"/>
              <a:gd name="connsiteY323" fmla="*/ 1428417 h 1745962"/>
              <a:gd name="connsiteX324" fmla="*/ 601718 w 1637567"/>
              <a:gd name="connsiteY324" fmla="*/ 1430160 h 1745962"/>
              <a:gd name="connsiteX325" fmla="*/ 603156 w 1637567"/>
              <a:gd name="connsiteY325" fmla="*/ 1431927 h 1745962"/>
              <a:gd name="connsiteX326" fmla="*/ 606088 w 1637567"/>
              <a:gd name="connsiteY326" fmla="*/ 1435476 h 1745962"/>
              <a:gd name="connsiteX327" fmla="*/ 607519 w 1637567"/>
              <a:gd name="connsiteY327" fmla="*/ 1437212 h 1745962"/>
              <a:gd name="connsiteX328" fmla="*/ 610450 w 1637567"/>
              <a:gd name="connsiteY328" fmla="*/ 1440698 h 1745962"/>
              <a:gd name="connsiteX329" fmla="*/ 611920 w 1637567"/>
              <a:gd name="connsiteY329" fmla="*/ 1442402 h 1745962"/>
              <a:gd name="connsiteX330" fmla="*/ 613350 w 1637567"/>
              <a:gd name="connsiteY330" fmla="*/ 1444114 h 1745962"/>
              <a:gd name="connsiteX331" fmla="*/ 616282 w 1637567"/>
              <a:gd name="connsiteY331" fmla="*/ 1447538 h 1745962"/>
              <a:gd name="connsiteX332" fmla="*/ 617720 w 1637567"/>
              <a:gd name="connsiteY332" fmla="*/ 1449242 h 1745962"/>
              <a:gd name="connsiteX333" fmla="*/ 622113 w 1637567"/>
              <a:gd name="connsiteY333" fmla="*/ 1454284 h 1745962"/>
              <a:gd name="connsiteX334" fmla="*/ 623552 w 1637567"/>
              <a:gd name="connsiteY334" fmla="*/ 1455934 h 1745962"/>
              <a:gd name="connsiteX335" fmla="*/ 626483 w 1637567"/>
              <a:gd name="connsiteY335" fmla="*/ 1459233 h 1745962"/>
              <a:gd name="connsiteX336" fmla="*/ 627922 w 1637567"/>
              <a:gd name="connsiteY336" fmla="*/ 1460882 h 1745962"/>
              <a:gd name="connsiteX337" fmla="*/ 629383 w 1637567"/>
              <a:gd name="connsiteY337" fmla="*/ 1462500 h 1745962"/>
              <a:gd name="connsiteX338" fmla="*/ 630853 w 1637567"/>
              <a:gd name="connsiteY338" fmla="*/ 1464150 h 1745962"/>
              <a:gd name="connsiteX339" fmla="*/ 632284 w 1637567"/>
              <a:gd name="connsiteY339" fmla="*/ 1465768 h 1745962"/>
              <a:gd name="connsiteX340" fmla="*/ 633753 w 1637567"/>
              <a:gd name="connsiteY340" fmla="*/ 1467386 h 1745962"/>
              <a:gd name="connsiteX341" fmla="*/ 635215 w 1637567"/>
              <a:gd name="connsiteY341" fmla="*/ 1468973 h 1745962"/>
              <a:gd name="connsiteX342" fmla="*/ 636685 w 1637567"/>
              <a:gd name="connsiteY342" fmla="*/ 1470591 h 1745962"/>
              <a:gd name="connsiteX343" fmla="*/ 638115 w 1637567"/>
              <a:gd name="connsiteY343" fmla="*/ 1472178 h 1745962"/>
              <a:gd name="connsiteX344" fmla="*/ 639585 w 1637567"/>
              <a:gd name="connsiteY344" fmla="*/ 1473765 h 1745962"/>
              <a:gd name="connsiteX345" fmla="*/ 641047 w 1637567"/>
              <a:gd name="connsiteY345" fmla="*/ 1475321 h 1745962"/>
              <a:gd name="connsiteX346" fmla="*/ 642485 w 1637567"/>
              <a:gd name="connsiteY346" fmla="*/ 1476876 h 1745962"/>
              <a:gd name="connsiteX347" fmla="*/ 643947 w 1637567"/>
              <a:gd name="connsiteY347" fmla="*/ 1478471 h 1745962"/>
              <a:gd name="connsiteX348" fmla="*/ 645417 w 1637567"/>
              <a:gd name="connsiteY348" fmla="*/ 1480027 h 1745962"/>
              <a:gd name="connsiteX349" fmla="*/ 646879 w 1637567"/>
              <a:gd name="connsiteY349" fmla="*/ 1481551 h 1745962"/>
              <a:gd name="connsiteX350" fmla="*/ 648317 w 1637567"/>
              <a:gd name="connsiteY350" fmla="*/ 1483107 h 1745962"/>
              <a:gd name="connsiteX351" fmla="*/ 651248 w 1637567"/>
              <a:gd name="connsiteY351" fmla="*/ 1486163 h 1745962"/>
              <a:gd name="connsiteX352" fmla="*/ 652687 w 1637567"/>
              <a:gd name="connsiteY352" fmla="*/ 1487688 h 1745962"/>
              <a:gd name="connsiteX353" fmla="*/ 655618 w 1637567"/>
              <a:gd name="connsiteY353" fmla="*/ 1490682 h 1745962"/>
              <a:gd name="connsiteX354" fmla="*/ 657080 w 1637567"/>
              <a:gd name="connsiteY354" fmla="*/ 1492206 h 1745962"/>
              <a:gd name="connsiteX355" fmla="*/ 658518 w 1637567"/>
              <a:gd name="connsiteY355" fmla="*/ 1493676 h 1745962"/>
              <a:gd name="connsiteX356" fmla="*/ 659980 w 1637567"/>
              <a:gd name="connsiteY356" fmla="*/ 1495169 h 1745962"/>
              <a:gd name="connsiteX357" fmla="*/ 661450 w 1637567"/>
              <a:gd name="connsiteY357" fmla="*/ 1496638 h 1745962"/>
              <a:gd name="connsiteX358" fmla="*/ 662880 w 1637567"/>
              <a:gd name="connsiteY358" fmla="*/ 1498100 h 1745962"/>
              <a:gd name="connsiteX359" fmla="*/ 665812 w 1637567"/>
              <a:gd name="connsiteY359" fmla="*/ 1501032 h 1745962"/>
              <a:gd name="connsiteX360" fmla="*/ 667281 w 1637567"/>
              <a:gd name="connsiteY360" fmla="*/ 1502470 h 1745962"/>
              <a:gd name="connsiteX361" fmla="*/ 668712 w 1637567"/>
              <a:gd name="connsiteY361" fmla="*/ 1503932 h 1745962"/>
              <a:gd name="connsiteX362" fmla="*/ 670182 w 1637567"/>
              <a:gd name="connsiteY362" fmla="*/ 1505370 h 1745962"/>
              <a:gd name="connsiteX363" fmla="*/ 671644 w 1637567"/>
              <a:gd name="connsiteY363" fmla="*/ 1506777 h 1745962"/>
              <a:gd name="connsiteX364" fmla="*/ 673082 w 1637567"/>
              <a:gd name="connsiteY364" fmla="*/ 1508208 h 1745962"/>
              <a:gd name="connsiteX365" fmla="*/ 674544 w 1637567"/>
              <a:gd name="connsiteY365" fmla="*/ 1509646 h 1745962"/>
              <a:gd name="connsiteX366" fmla="*/ 676013 w 1637567"/>
              <a:gd name="connsiteY366" fmla="*/ 1511053 h 1745962"/>
              <a:gd name="connsiteX367" fmla="*/ 677475 w 1637567"/>
              <a:gd name="connsiteY367" fmla="*/ 1512421 h 1745962"/>
              <a:gd name="connsiteX368" fmla="*/ 678914 w 1637567"/>
              <a:gd name="connsiteY368" fmla="*/ 1513828 h 1745962"/>
              <a:gd name="connsiteX369" fmla="*/ 680383 w 1637567"/>
              <a:gd name="connsiteY369" fmla="*/ 1515236 h 1745962"/>
              <a:gd name="connsiteX370" fmla="*/ 681845 w 1637567"/>
              <a:gd name="connsiteY370" fmla="*/ 1516604 h 1745962"/>
              <a:gd name="connsiteX371" fmla="*/ 683283 w 1637567"/>
              <a:gd name="connsiteY371" fmla="*/ 1517980 h 1745962"/>
              <a:gd name="connsiteX372" fmla="*/ 684745 w 1637567"/>
              <a:gd name="connsiteY372" fmla="*/ 1519355 h 1745962"/>
              <a:gd name="connsiteX373" fmla="*/ 686215 w 1637567"/>
              <a:gd name="connsiteY373" fmla="*/ 1520700 h 1745962"/>
              <a:gd name="connsiteX374" fmla="*/ 687677 w 1637567"/>
              <a:gd name="connsiteY374" fmla="*/ 1522076 h 1745962"/>
              <a:gd name="connsiteX375" fmla="*/ 689115 w 1637567"/>
              <a:gd name="connsiteY375" fmla="*/ 1523420 h 1745962"/>
              <a:gd name="connsiteX376" fmla="*/ 692047 w 1637567"/>
              <a:gd name="connsiteY376" fmla="*/ 1526102 h 1745962"/>
              <a:gd name="connsiteX377" fmla="*/ 693477 w 1637567"/>
              <a:gd name="connsiteY377" fmla="*/ 1527415 h 1745962"/>
              <a:gd name="connsiteX378" fmla="*/ 694947 w 1637567"/>
              <a:gd name="connsiteY378" fmla="*/ 1528728 h 1745962"/>
              <a:gd name="connsiteX379" fmla="*/ 696409 w 1637567"/>
              <a:gd name="connsiteY379" fmla="*/ 1530073 h 1745962"/>
              <a:gd name="connsiteX380" fmla="*/ 697847 w 1637567"/>
              <a:gd name="connsiteY380" fmla="*/ 1531355 h 1745962"/>
              <a:gd name="connsiteX381" fmla="*/ 700778 w 1637567"/>
              <a:gd name="connsiteY381" fmla="*/ 1533981 h 1745962"/>
              <a:gd name="connsiteX382" fmla="*/ 702240 w 1637567"/>
              <a:gd name="connsiteY382" fmla="*/ 1535263 h 1745962"/>
              <a:gd name="connsiteX383" fmla="*/ 703679 w 1637567"/>
              <a:gd name="connsiteY383" fmla="*/ 1536546 h 1745962"/>
              <a:gd name="connsiteX384" fmla="*/ 705148 w 1637567"/>
              <a:gd name="connsiteY384" fmla="*/ 1537828 h 1745962"/>
              <a:gd name="connsiteX385" fmla="*/ 706610 w 1637567"/>
              <a:gd name="connsiteY385" fmla="*/ 1539078 h 1745962"/>
              <a:gd name="connsiteX386" fmla="*/ 708048 w 1637567"/>
              <a:gd name="connsiteY386" fmla="*/ 1540368 h 1745962"/>
              <a:gd name="connsiteX387" fmla="*/ 712442 w 1637567"/>
              <a:gd name="connsiteY387" fmla="*/ 1544120 h 1745962"/>
              <a:gd name="connsiteX388" fmla="*/ 713880 w 1637567"/>
              <a:gd name="connsiteY388" fmla="*/ 1545371 h 1745962"/>
              <a:gd name="connsiteX389" fmla="*/ 716812 w 1637567"/>
              <a:gd name="connsiteY389" fmla="*/ 1547818 h 1745962"/>
              <a:gd name="connsiteX390" fmla="*/ 718242 w 1637567"/>
              <a:gd name="connsiteY390" fmla="*/ 1549037 h 1745962"/>
              <a:gd name="connsiteX391" fmla="*/ 721174 w 1637567"/>
              <a:gd name="connsiteY391" fmla="*/ 1551477 h 1745962"/>
              <a:gd name="connsiteX392" fmla="*/ 722643 w 1637567"/>
              <a:gd name="connsiteY392" fmla="*/ 1552672 h 1745962"/>
              <a:gd name="connsiteX393" fmla="*/ 724074 w 1637567"/>
              <a:gd name="connsiteY393" fmla="*/ 1553861 h 1745962"/>
              <a:gd name="connsiteX394" fmla="*/ 727005 w 1637567"/>
              <a:gd name="connsiteY394" fmla="*/ 1556245 h 1745962"/>
              <a:gd name="connsiteX395" fmla="*/ 728444 w 1637567"/>
              <a:gd name="connsiteY395" fmla="*/ 1557433 h 1745962"/>
              <a:gd name="connsiteX396" fmla="*/ 732837 w 1637567"/>
              <a:gd name="connsiteY396" fmla="*/ 1560912 h 1745962"/>
              <a:gd name="connsiteX397" fmla="*/ 734275 w 1637567"/>
              <a:gd name="connsiteY397" fmla="*/ 1562077 h 1745962"/>
              <a:gd name="connsiteX398" fmla="*/ 735745 w 1637567"/>
              <a:gd name="connsiteY398" fmla="*/ 1563234 h 1745962"/>
              <a:gd name="connsiteX399" fmla="*/ 737207 w 1637567"/>
              <a:gd name="connsiteY399" fmla="*/ 1564367 h 1745962"/>
              <a:gd name="connsiteX400" fmla="*/ 738645 w 1637567"/>
              <a:gd name="connsiteY400" fmla="*/ 1565493 h 1745962"/>
              <a:gd name="connsiteX401" fmla="*/ 740107 w 1637567"/>
              <a:gd name="connsiteY401" fmla="*/ 1566658 h 1745962"/>
              <a:gd name="connsiteX402" fmla="*/ 741577 w 1637567"/>
              <a:gd name="connsiteY402" fmla="*/ 1567752 h 1745962"/>
              <a:gd name="connsiteX403" fmla="*/ 743039 w 1637567"/>
              <a:gd name="connsiteY403" fmla="*/ 1568885 h 1745962"/>
              <a:gd name="connsiteX404" fmla="*/ 744477 w 1637567"/>
              <a:gd name="connsiteY404" fmla="*/ 1570011 h 1745962"/>
              <a:gd name="connsiteX405" fmla="*/ 747408 w 1637567"/>
              <a:gd name="connsiteY405" fmla="*/ 1572216 h 1745962"/>
              <a:gd name="connsiteX406" fmla="*/ 748839 w 1637567"/>
              <a:gd name="connsiteY406" fmla="*/ 1573310 h 1745962"/>
              <a:gd name="connsiteX407" fmla="*/ 750309 w 1637567"/>
              <a:gd name="connsiteY407" fmla="*/ 1574412 h 1745962"/>
              <a:gd name="connsiteX408" fmla="*/ 751771 w 1637567"/>
              <a:gd name="connsiteY408" fmla="*/ 1575483 h 1745962"/>
              <a:gd name="connsiteX409" fmla="*/ 753240 w 1637567"/>
              <a:gd name="connsiteY409" fmla="*/ 1576578 h 1745962"/>
              <a:gd name="connsiteX410" fmla="*/ 754671 w 1637567"/>
              <a:gd name="connsiteY410" fmla="*/ 1577649 h 1745962"/>
              <a:gd name="connsiteX411" fmla="*/ 757602 w 1637567"/>
              <a:gd name="connsiteY411" fmla="*/ 1579783 h 1745962"/>
              <a:gd name="connsiteX412" fmla="*/ 759041 w 1637567"/>
              <a:gd name="connsiteY412" fmla="*/ 1580822 h 1745962"/>
              <a:gd name="connsiteX413" fmla="*/ 760510 w 1637567"/>
              <a:gd name="connsiteY413" fmla="*/ 1581893 h 1745962"/>
              <a:gd name="connsiteX414" fmla="*/ 761972 w 1637567"/>
              <a:gd name="connsiteY414" fmla="*/ 1582933 h 1745962"/>
              <a:gd name="connsiteX415" fmla="*/ 763410 w 1637567"/>
              <a:gd name="connsiteY415" fmla="*/ 1583973 h 1745962"/>
              <a:gd name="connsiteX416" fmla="*/ 766342 w 1637567"/>
              <a:gd name="connsiteY416" fmla="*/ 1586044 h 1745962"/>
              <a:gd name="connsiteX417" fmla="*/ 767803 w 1637567"/>
              <a:gd name="connsiteY417" fmla="*/ 1587053 h 1745962"/>
              <a:gd name="connsiteX418" fmla="*/ 769242 w 1637567"/>
              <a:gd name="connsiteY418" fmla="*/ 1588092 h 1745962"/>
              <a:gd name="connsiteX419" fmla="*/ 772174 w 1637567"/>
              <a:gd name="connsiteY419" fmla="*/ 1590109 h 1745962"/>
              <a:gd name="connsiteX420" fmla="*/ 773604 w 1637567"/>
              <a:gd name="connsiteY420" fmla="*/ 1591118 h 1745962"/>
              <a:gd name="connsiteX421" fmla="*/ 775074 w 1637567"/>
              <a:gd name="connsiteY421" fmla="*/ 1592095 h 1745962"/>
              <a:gd name="connsiteX422" fmla="*/ 776535 w 1637567"/>
              <a:gd name="connsiteY422" fmla="*/ 1593103 h 1745962"/>
              <a:gd name="connsiteX423" fmla="*/ 778005 w 1637567"/>
              <a:gd name="connsiteY423" fmla="*/ 1594080 h 1745962"/>
              <a:gd name="connsiteX424" fmla="*/ 779436 w 1637567"/>
              <a:gd name="connsiteY424" fmla="*/ 1595058 h 1745962"/>
              <a:gd name="connsiteX425" fmla="*/ 782367 w 1637567"/>
              <a:gd name="connsiteY425" fmla="*/ 1597012 h 1745962"/>
              <a:gd name="connsiteX426" fmla="*/ 783805 w 1637567"/>
              <a:gd name="connsiteY426" fmla="*/ 1597989 h 1745962"/>
              <a:gd name="connsiteX427" fmla="*/ 786737 w 1637567"/>
              <a:gd name="connsiteY427" fmla="*/ 1599881 h 1745962"/>
              <a:gd name="connsiteX428" fmla="*/ 788207 w 1637567"/>
              <a:gd name="connsiteY428" fmla="*/ 1600858 h 1745962"/>
              <a:gd name="connsiteX429" fmla="*/ 789637 w 1637567"/>
              <a:gd name="connsiteY429" fmla="*/ 1601773 h 1745962"/>
              <a:gd name="connsiteX430" fmla="*/ 792569 w 1637567"/>
              <a:gd name="connsiteY430" fmla="*/ 1603665 h 1745962"/>
              <a:gd name="connsiteX431" fmla="*/ 794007 w 1637567"/>
              <a:gd name="connsiteY431" fmla="*/ 1604579 h 1745962"/>
              <a:gd name="connsiteX432" fmla="*/ 795469 w 1637567"/>
              <a:gd name="connsiteY432" fmla="*/ 1605525 h 1745962"/>
              <a:gd name="connsiteX433" fmla="*/ 798400 w 1637567"/>
              <a:gd name="connsiteY433" fmla="*/ 1607362 h 1745962"/>
              <a:gd name="connsiteX434" fmla="*/ 799839 w 1637567"/>
              <a:gd name="connsiteY434" fmla="*/ 1608245 h 1745962"/>
              <a:gd name="connsiteX435" fmla="*/ 802770 w 1637567"/>
              <a:gd name="connsiteY435" fmla="*/ 1610082 h 1745962"/>
              <a:gd name="connsiteX436" fmla="*/ 804201 w 1637567"/>
              <a:gd name="connsiteY436" fmla="*/ 1610966 h 1745962"/>
              <a:gd name="connsiteX437" fmla="*/ 808602 w 1637567"/>
              <a:gd name="connsiteY437" fmla="*/ 1613624 h 1745962"/>
              <a:gd name="connsiteX438" fmla="*/ 810040 w 1637567"/>
              <a:gd name="connsiteY438" fmla="*/ 1614507 h 1745962"/>
              <a:gd name="connsiteX439" fmla="*/ 812964 w 1637567"/>
              <a:gd name="connsiteY439" fmla="*/ 1616219 h 1745962"/>
              <a:gd name="connsiteX440" fmla="*/ 814402 w 1637567"/>
              <a:gd name="connsiteY440" fmla="*/ 1617102 h 1745962"/>
              <a:gd name="connsiteX441" fmla="*/ 815872 w 1637567"/>
              <a:gd name="connsiteY441" fmla="*/ 1617923 h 1745962"/>
              <a:gd name="connsiteX442" fmla="*/ 817334 w 1637567"/>
              <a:gd name="connsiteY442" fmla="*/ 1618783 h 1745962"/>
              <a:gd name="connsiteX443" fmla="*/ 818772 w 1637567"/>
              <a:gd name="connsiteY443" fmla="*/ 1619635 h 1745962"/>
              <a:gd name="connsiteX444" fmla="*/ 820234 w 1637567"/>
              <a:gd name="connsiteY444" fmla="*/ 1620495 h 1745962"/>
              <a:gd name="connsiteX445" fmla="*/ 823166 w 1637567"/>
              <a:gd name="connsiteY445" fmla="*/ 1622137 h 1745962"/>
              <a:gd name="connsiteX446" fmla="*/ 824604 w 1637567"/>
              <a:gd name="connsiteY446" fmla="*/ 1622965 h 1745962"/>
              <a:gd name="connsiteX447" fmla="*/ 827536 w 1637567"/>
              <a:gd name="connsiteY447" fmla="*/ 1624615 h 1745962"/>
              <a:gd name="connsiteX448" fmla="*/ 828966 w 1637567"/>
              <a:gd name="connsiteY448" fmla="*/ 1625436 h 1745962"/>
              <a:gd name="connsiteX449" fmla="*/ 830436 w 1637567"/>
              <a:gd name="connsiteY449" fmla="*/ 1626233 h 1745962"/>
              <a:gd name="connsiteX450" fmla="*/ 831898 w 1637567"/>
              <a:gd name="connsiteY450" fmla="*/ 1627054 h 1745962"/>
              <a:gd name="connsiteX451" fmla="*/ 833367 w 1637567"/>
              <a:gd name="connsiteY451" fmla="*/ 1627851 h 1745962"/>
              <a:gd name="connsiteX452" fmla="*/ 834797 w 1637567"/>
              <a:gd name="connsiteY452" fmla="*/ 1628641 h 1745962"/>
              <a:gd name="connsiteX453" fmla="*/ 836268 w 1637567"/>
              <a:gd name="connsiteY453" fmla="*/ 1629438 h 1745962"/>
              <a:gd name="connsiteX454" fmla="*/ 837729 w 1637567"/>
              <a:gd name="connsiteY454" fmla="*/ 1630204 h 1745962"/>
              <a:gd name="connsiteX455" fmla="*/ 839168 w 1637567"/>
              <a:gd name="connsiteY455" fmla="*/ 1630994 h 1745962"/>
              <a:gd name="connsiteX456" fmla="*/ 840637 w 1637567"/>
              <a:gd name="connsiteY456" fmla="*/ 1631791 h 1745962"/>
              <a:gd name="connsiteX457" fmla="*/ 843569 w 1637567"/>
              <a:gd name="connsiteY457" fmla="*/ 1633315 h 1745962"/>
              <a:gd name="connsiteX458" fmla="*/ 844999 w 1637567"/>
              <a:gd name="connsiteY458" fmla="*/ 1634081 h 1745962"/>
              <a:gd name="connsiteX459" fmla="*/ 847930 w 1637567"/>
              <a:gd name="connsiteY459" fmla="*/ 1635606 h 1745962"/>
              <a:gd name="connsiteX460" fmla="*/ 849369 w 1637567"/>
              <a:gd name="connsiteY460" fmla="*/ 1636341 h 1745962"/>
              <a:gd name="connsiteX461" fmla="*/ 850831 w 1637567"/>
              <a:gd name="connsiteY461" fmla="*/ 1637107 h 1745962"/>
              <a:gd name="connsiteX462" fmla="*/ 853762 w 1637567"/>
              <a:gd name="connsiteY462" fmla="*/ 1638569 h 1745962"/>
              <a:gd name="connsiteX463" fmla="*/ 855201 w 1637567"/>
              <a:gd name="connsiteY463" fmla="*/ 1639303 h 1745962"/>
              <a:gd name="connsiteX464" fmla="*/ 858132 w 1637567"/>
              <a:gd name="connsiteY464" fmla="*/ 1640765 h 1745962"/>
              <a:gd name="connsiteX465" fmla="*/ 859563 w 1637567"/>
              <a:gd name="connsiteY465" fmla="*/ 1641469 h 1745962"/>
              <a:gd name="connsiteX466" fmla="*/ 861032 w 1637567"/>
              <a:gd name="connsiteY466" fmla="*/ 1642204 h 1745962"/>
              <a:gd name="connsiteX467" fmla="*/ 863964 w 1637567"/>
              <a:gd name="connsiteY467" fmla="*/ 1643611 h 1745962"/>
              <a:gd name="connsiteX468" fmla="*/ 865402 w 1637567"/>
              <a:gd name="connsiteY468" fmla="*/ 1644306 h 1745962"/>
              <a:gd name="connsiteX469" fmla="*/ 868334 w 1637567"/>
              <a:gd name="connsiteY469" fmla="*/ 1645714 h 1745962"/>
              <a:gd name="connsiteX470" fmla="*/ 869764 w 1637567"/>
              <a:gd name="connsiteY470" fmla="*/ 1646417 h 1745962"/>
              <a:gd name="connsiteX471" fmla="*/ 871234 w 1637567"/>
              <a:gd name="connsiteY471" fmla="*/ 1647089 h 1745962"/>
              <a:gd name="connsiteX472" fmla="*/ 872696 w 1637567"/>
              <a:gd name="connsiteY472" fmla="*/ 1647793 h 1745962"/>
              <a:gd name="connsiteX473" fmla="*/ 874165 w 1637567"/>
              <a:gd name="connsiteY473" fmla="*/ 1648465 h 1745962"/>
              <a:gd name="connsiteX474" fmla="*/ 875596 w 1637567"/>
              <a:gd name="connsiteY474" fmla="*/ 1649137 h 1745962"/>
              <a:gd name="connsiteX475" fmla="*/ 878527 w 1637567"/>
              <a:gd name="connsiteY475" fmla="*/ 1650474 h 1745962"/>
              <a:gd name="connsiteX476" fmla="*/ 879966 w 1637567"/>
              <a:gd name="connsiteY476" fmla="*/ 1651147 h 1745962"/>
              <a:gd name="connsiteX477" fmla="*/ 881428 w 1637567"/>
              <a:gd name="connsiteY477" fmla="*/ 1651788 h 1745962"/>
              <a:gd name="connsiteX478" fmla="*/ 882897 w 1637567"/>
              <a:gd name="connsiteY478" fmla="*/ 1652460 h 1745962"/>
              <a:gd name="connsiteX479" fmla="*/ 884328 w 1637567"/>
              <a:gd name="connsiteY479" fmla="*/ 1653101 h 1745962"/>
              <a:gd name="connsiteX480" fmla="*/ 888729 w 1637567"/>
              <a:gd name="connsiteY480" fmla="*/ 1655032 h 1745962"/>
              <a:gd name="connsiteX481" fmla="*/ 890167 w 1637567"/>
              <a:gd name="connsiteY481" fmla="*/ 1655673 h 1745962"/>
              <a:gd name="connsiteX482" fmla="*/ 893091 w 1637567"/>
              <a:gd name="connsiteY482" fmla="*/ 1656955 h 1745962"/>
              <a:gd name="connsiteX483" fmla="*/ 894529 w 1637567"/>
              <a:gd name="connsiteY483" fmla="*/ 1657564 h 1745962"/>
              <a:gd name="connsiteX484" fmla="*/ 895999 w 1637567"/>
              <a:gd name="connsiteY484" fmla="*/ 1658174 h 1745962"/>
              <a:gd name="connsiteX485" fmla="*/ 897461 w 1637567"/>
              <a:gd name="connsiteY485" fmla="*/ 1658815 h 1745962"/>
              <a:gd name="connsiteX486" fmla="*/ 898931 w 1637567"/>
              <a:gd name="connsiteY486" fmla="*/ 1659425 h 1745962"/>
              <a:gd name="connsiteX487" fmla="*/ 900361 w 1637567"/>
              <a:gd name="connsiteY487" fmla="*/ 1660035 h 1745962"/>
              <a:gd name="connsiteX488" fmla="*/ 901831 w 1637567"/>
              <a:gd name="connsiteY488" fmla="*/ 1660645 h 1745962"/>
              <a:gd name="connsiteX489" fmla="*/ 903293 w 1637567"/>
              <a:gd name="connsiteY489" fmla="*/ 1661223 h 1745962"/>
              <a:gd name="connsiteX490" fmla="*/ 904731 w 1637567"/>
              <a:gd name="connsiteY490" fmla="*/ 1661840 h 1745962"/>
              <a:gd name="connsiteX491" fmla="*/ 906193 w 1637567"/>
              <a:gd name="connsiteY491" fmla="*/ 1662450 h 1745962"/>
              <a:gd name="connsiteX492" fmla="*/ 909124 w 1637567"/>
              <a:gd name="connsiteY492" fmla="*/ 1663607 h 1745962"/>
              <a:gd name="connsiteX493" fmla="*/ 910563 w 1637567"/>
              <a:gd name="connsiteY493" fmla="*/ 1664186 h 1745962"/>
              <a:gd name="connsiteX494" fmla="*/ 913494 w 1637567"/>
              <a:gd name="connsiteY494" fmla="*/ 1665350 h 1745962"/>
              <a:gd name="connsiteX495" fmla="*/ 914924 w 1637567"/>
              <a:gd name="connsiteY495" fmla="*/ 1665929 h 1745962"/>
              <a:gd name="connsiteX496" fmla="*/ 916394 w 1637567"/>
              <a:gd name="connsiteY496" fmla="*/ 1666507 h 1745962"/>
              <a:gd name="connsiteX497" fmla="*/ 917856 w 1637567"/>
              <a:gd name="connsiteY497" fmla="*/ 1667062 h 1745962"/>
              <a:gd name="connsiteX498" fmla="*/ 919326 w 1637567"/>
              <a:gd name="connsiteY498" fmla="*/ 1667641 h 1745962"/>
              <a:gd name="connsiteX499" fmla="*/ 920764 w 1637567"/>
              <a:gd name="connsiteY499" fmla="*/ 1668188 h 1745962"/>
              <a:gd name="connsiteX500" fmla="*/ 923695 w 1637567"/>
              <a:gd name="connsiteY500" fmla="*/ 1669290 h 1745962"/>
              <a:gd name="connsiteX501" fmla="*/ 925126 w 1637567"/>
              <a:gd name="connsiteY501" fmla="*/ 1669838 h 1745962"/>
              <a:gd name="connsiteX502" fmla="*/ 929527 w 1637567"/>
              <a:gd name="connsiteY502" fmla="*/ 1671487 h 1745962"/>
              <a:gd name="connsiteX503" fmla="*/ 930958 w 1637567"/>
              <a:gd name="connsiteY503" fmla="*/ 1672003 h 1745962"/>
              <a:gd name="connsiteX504" fmla="*/ 932427 w 1637567"/>
              <a:gd name="connsiteY504" fmla="*/ 1672558 h 1745962"/>
              <a:gd name="connsiteX505" fmla="*/ 933889 w 1637567"/>
              <a:gd name="connsiteY505" fmla="*/ 1673074 h 1745962"/>
              <a:gd name="connsiteX506" fmla="*/ 935328 w 1637567"/>
              <a:gd name="connsiteY506" fmla="*/ 1673590 h 1745962"/>
              <a:gd name="connsiteX507" fmla="*/ 938259 w 1637567"/>
              <a:gd name="connsiteY507" fmla="*/ 1674630 h 1745962"/>
              <a:gd name="connsiteX508" fmla="*/ 939690 w 1637567"/>
              <a:gd name="connsiteY508" fmla="*/ 1675153 h 1745962"/>
              <a:gd name="connsiteX509" fmla="*/ 942621 w 1637567"/>
              <a:gd name="connsiteY509" fmla="*/ 1676193 h 1745962"/>
              <a:gd name="connsiteX510" fmla="*/ 944091 w 1637567"/>
              <a:gd name="connsiteY510" fmla="*/ 1676678 h 1745962"/>
              <a:gd name="connsiteX511" fmla="*/ 945529 w 1637567"/>
              <a:gd name="connsiteY511" fmla="*/ 1677194 h 1745962"/>
              <a:gd name="connsiteX512" fmla="*/ 946991 w 1637567"/>
              <a:gd name="connsiteY512" fmla="*/ 1677686 h 1745962"/>
              <a:gd name="connsiteX513" fmla="*/ 948461 w 1637567"/>
              <a:gd name="connsiteY513" fmla="*/ 1678202 h 1745962"/>
              <a:gd name="connsiteX514" fmla="*/ 949891 w 1637567"/>
              <a:gd name="connsiteY514" fmla="*/ 1678695 h 1745962"/>
              <a:gd name="connsiteX515" fmla="*/ 954292 w 1637567"/>
              <a:gd name="connsiteY515" fmla="*/ 1680156 h 1745962"/>
              <a:gd name="connsiteX516" fmla="*/ 955723 w 1637567"/>
              <a:gd name="connsiteY516" fmla="*/ 1680618 h 1745962"/>
              <a:gd name="connsiteX517" fmla="*/ 958654 w 1637567"/>
              <a:gd name="connsiteY517" fmla="*/ 1681595 h 1745962"/>
              <a:gd name="connsiteX518" fmla="*/ 960093 w 1637567"/>
              <a:gd name="connsiteY518" fmla="*/ 1682056 h 1745962"/>
              <a:gd name="connsiteX519" fmla="*/ 961555 w 1637567"/>
              <a:gd name="connsiteY519" fmla="*/ 1682541 h 1745962"/>
              <a:gd name="connsiteX520" fmla="*/ 964486 w 1637567"/>
              <a:gd name="connsiteY520" fmla="*/ 1683455 h 1745962"/>
              <a:gd name="connsiteX521" fmla="*/ 965925 w 1637567"/>
              <a:gd name="connsiteY521" fmla="*/ 1683916 h 1745962"/>
              <a:gd name="connsiteX522" fmla="*/ 968856 w 1637567"/>
              <a:gd name="connsiteY522" fmla="*/ 1684831 h 1745962"/>
              <a:gd name="connsiteX523" fmla="*/ 970294 w 1637567"/>
              <a:gd name="connsiteY523" fmla="*/ 1685292 h 1745962"/>
              <a:gd name="connsiteX524" fmla="*/ 971756 w 1637567"/>
              <a:gd name="connsiteY524" fmla="*/ 1685746 h 1745962"/>
              <a:gd name="connsiteX525" fmla="*/ 973218 w 1637567"/>
              <a:gd name="connsiteY525" fmla="*/ 1686176 h 1745962"/>
              <a:gd name="connsiteX526" fmla="*/ 974688 w 1637567"/>
              <a:gd name="connsiteY526" fmla="*/ 1686629 h 1745962"/>
              <a:gd name="connsiteX527" fmla="*/ 976126 w 1637567"/>
              <a:gd name="connsiteY527" fmla="*/ 1687059 h 1745962"/>
              <a:gd name="connsiteX528" fmla="*/ 977588 w 1637567"/>
              <a:gd name="connsiteY528" fmla="*/ 1687489 h 1745962"/>
              <a:gd name="connsiteX529" fmla="*/ 979058 w 1637567"/>
              <a:gd name="connsiteY529" fmla="*/ 1687942 h 1745962"/>
              <a:gd name="connsiteX530" fmla="*/ 980488 w 1637567"/>
              <a:gd name="connsiteY530" fmla="*/ 1688372 h 1745962"/>
              <a:gd name="connsiteX531" fmla="*/ 984889 w 1637567"/>
              <a:gd name="connsiteY531" fmla="*/ 1689654 h 1745962"/>
              <a:gd name="connsiteX532" fmla="*/ 986319 w 1637567"/>
              <a:gd name="connsiteY532" fmla="*/ 1690053 h 1745962"/>
              <a:gd name="connsiteX533" fmla="*/ 989251 w 1637567"/>
              <a:gd name="connsiteY533" fmla="*/ 1690905 h 1745962"/>
              <a:gd name="connsiteX534" fmla="*/ 990689 w 1637567"/>
              <a:gd name="connsiteY534" fmla="*/ 1691304 h 1745962"/>
              <a:gd name="connsiteX535" fmla="*/ 992151 w 1637567"/>
              <a:gd name="connsiteY535" fmla="*/ 1691734 h 1745962"/>
              <a:gd name="connsiteX536" fmla="*/ 995083 w 1637567"/>
              <a:gd name="connsiteY536" fmla="*/ 1692523 h 1745962"/>
              <a:gd name="connsiteX537" fmla="*/ 996521 w 1637567"/>
              <a:gd name="connsiteY537" fmla="*/ 1692922 h 1745962"/>
              <a:gd name="connsiteX538" fmla="*/ 999453 w 1637567"/>
              <a:gd name="connsiteY538" fmla="*/ 1693719 h 1745962"/>
              <a:gd name="connsiteX539" fmla="*/ 1000891 w 1637567"/>
              <a:gd name="connsiteY539" fmla="*/ 1694118 h 1745962"/>
              <a:gd name="connsiteX540" fmla="*/ 1003822 w 1637567"/>
              <a:gd name="connsiteY540" fmla="*/ 1694908 h 1745962"/>
              <a:gd name="connsiteX541" fmla="*/ 1005253 w 1637567"/>
              <a:gd name="connsiteY541" fmla="*/ 1695275 h 1745962"/>
              <a:gd name="connsiteX542" fmla="*/ 1006723 w 1637567"/>
              <a:gd name="connsiteY542" fmla="*/ 1695674 h 1745962"/>
              <a:gd name="connsiteX543" fmla="*/ 1008184 w 1637567"/>
              <a:gd name="connsiteY543" fmla="*/ 1696041 h 1745962"/>
              <a:gd name="connsiteX544" fmla="*/ 1009654 w 1637567"/>
              <a:gd name="connsiteY544" fmla="*/ 1696432 h 1745962"/>
              <a:gd name="connsiteX545" fmla="*/ 1011085 w 1637567"/>
              <a:gd name="connsiteY545" fmla="*/ 1696799 h 1745962"/>
              <a:gd name="connsiteX546" fmla="*/ 1014016 w 1637567"/>
              <a:gd name="connsiteY546" fmla="*/ 1697534 h 1745962"/>
              <a:gd name="connsiteX547" fmla="*/ 1015455 w 1637567"/>
              <a:gd name="connsiteY547" fmla="*/ 1697933 h 1745962"/>
              <a:gd name="connsiteX548" fmla="*/ 1016916 w 1637567"/>
              <a:gd name="connsiteY548" fmla="*/ 1698300 h 1745962"/>
              <a:gd name="connsiteX549" fmla="*/ 1018386 w 1637567"/>
              <a:gd name="connsiteY549" fmla="*/ 1698636 h 1745962"/>
              <a:gd name="connsiteX550" fmla="*/ 1019848 w 1637567"/>
              <a:gd name="connsiteY550" fmla="*/ 1698996 h 1745962"/>
              <a:gd name="connsiteX551" fmla="*/ 1021286 w 1637567"/>
              <a:gd name="connsiteY551" fmla="*/ 1699363 h 1745962"/>
              <a:gd name="connsiteX552" fmla="*/ 1022748 w 1637567"/>
              <a:gd name="connsiteY552" fmla="*/ 1699731 h 1745962"/>
              <a:gd name="connsiteX553" fmla="*/ 1024218 w 1637567"/>
              <a:gd name="connsiteY553" fmla="*/ 1700067 h 1745962"/>
              <a:gd name="connsiteX554" fmla="*/ 1025656 w 1637567"/>
              <a:gd name="connsiteY554" fmla="*/ 1700434 h 1745962"/>
              <a:gd name="connsiteX555" fmla="*/ 1027118 w 1637567"/>
              <a:gd name="connsiteY555" fmla="*/ 1700771 h 1745962"/>
              <a:gd name="connsiteX556" fmla="*/ 1028588 w 1637567"/>
              <a:gd name="connsiteY556" fmla="*/ 1701138 h 1745962"/>
              <a:gd name="connsiteX557" fmla="*/ 1030049 w 1637567"/>
              <a:gd name="connsiteY557" fmla="*/ 1701474 h 1745962"/>
              <a:gd name="connsiteX558" fmla="*/ 1031488 w 1637567"/>
              <a:gd name="connsiteY558" fmla="*/ 1701810 h 1745962"/>
              <a:gd name="connsiteX559" fmla="*/ 1034419 w 1637567"/>
              <a:gd name="connsiteY559" fmla="*/ 1702482 h 1745962"/>
              <a:gd name="connsiteX560" fmla="*/ 1035850 w 1637567"/>
              <a:gd name="connsiteY560" fmla="*/ 1702819 h 1745962"/>
              <a:gd name="connsiteX561" fmla="*/ 1040251 w 1637567"/>
              <a:gd name="connsiteY561" fmla="*/ 1703827 h 1745962"/>
              <a:gd name="connsiteX562" fmla="*/ 1041682 w 1637567"/>
              <a:gd name="connsiteY562" fmla="*/ 1704132 h 1745962"/>
              <a:gd name="connsiteX563" fmla="*/ 1043151 w 1637567"/>
              <a:gd name="connsiteY563" fmla="*/ 1704468 h 1745962"/>
              <a:gd name="connsiteX564" fmla="*/ 1044613 w 1637567"/>
              <a:gd name="connsiteY564" fmla="*/ 1704773 h 1745962"/>
              <a:gd name="connsiteX565" fmla="*/ 1046052 w 1637567"/>
              <a:gd name="connsiteY565" fmla="*/ 1705109 h 1745962"/>
              <a:gd name="connsiteX566" fmla="*/ 1047513 w 1637567"/>
              <a:gd name="connsiteY566" fmla="*/ 1705414 h 1745962"/>
              <a:gd name="connsiteX567" fmla="*/ 1048983 w 1637567"/>
              <a:gd name="connsiteY567" fmla="*/ 1705750 h 1745962"/>
              <a:gd name="connsiteX568" fmla="*/ 1050445 w 1637567"/>
              <a:gd name="connsiteY568" fmla="*/ 1706055 h 1745962"/>
              <a:gd name="connsiteX569" fmla="*/ 1051883 w 1637567"/>
              <a:gd name="connsiteY569" fmla="*/ 1706360 h 1745962"/>
              <a:gd name="connsiteX570" fmla="*/ 1054815 w 1637567"/>
              <a:gd name="connsiteY570" fmla="*/ 1706970 h 1745962"/>
              <a:gd name="connsiteX571" fmla="*/ 1056253 w 1637567"/>
              <a:gd name="connsiteY571" fmla="*/ 1707274 h 1745962"/>
              <a:gd name="connsiteX572" fmla="*/ 1060646 w 1637567"/>
              <a:gd name="connsiteY572" fmla="*/ 1708189 h 1745962"/>
              <a:gd name="connsiteX573" fmla="*/ 1062085 w 1637567"/>
              <a:gd name="connsiteY573" fmla="*/ 1708463 h 1745962"/>
              <a:gd name="connsiteX574" fmla="*/ 1065016 w 1637567"/>
              <a:gd name="connsiteY574" fmla="*/ 1709080 h 1745962"/>
              <a:gd name="connsiteX575" fmla="*/ 1066446 w 1637567"/>
              <a:gd name="connsiteY575" fmla="*/ 1709354 h 1745962"/>
              <a:gd name="connsiteX576" fmla="*/ 1067916 w 1637567"/>
              <a:gd name="connsiteY576" fmla="*/ 1709659 h 1745962"/>
              <a:gd name="connsiteX577" fmla="*/ 1069378 w 1637567"/>
              <a:gd name="connsiteY577" fmla="*/ 1709932 h 1745962"/>
              <a:gd name="connsiteX578" fmla="*/ 1070816 w 1637567"/>
              <a:gd name="connsiteY578" fmla="*/ 1710206 h 1745962"/>
              <a:gd name="connsiteX579" fmla="*/ 1072278 w 1637567"/>
              <a:gd name="connsiteY579" fmla="*/ 1710480 h 1745962"/>
              <a:gd name="connsiteX580" fmla="*/ 1073748 w 1637567"/>
              <a:gd name="connsiteY580" fmla="*/ 1710784 h 1745962"/>
              <a:gd name="connsiteX581" fmla="*/ 1075210 w 1637567"/>
              <a:gd name="connsiteY581" fmla="*/ 1711058 h 1745962"/>
              <a:gd name="connsiteX582" fmla="*/ 1076648 w 1637567"/>
              <a:gd name="connsiteY582" fmla="*/ 1711339 h 1745962"/>
              <a:gd name="connsiteX583" fmla="*/ 1079580 w 1637567"/>
              <a:gd name="connsiteY583" fmla="*/ 1711887 h 1745962"/>
              <a:gd name="connsiteX584" fmla="*/ 1081018 w 1637567"/>
              <a:gd name="connsiteY584" fmla="*/ 1712129 h 1745962"/>
              <a:gd name="connsiteX585" fmla="*/ 1085411 w 1637567"/>
              <a:gd name="connsiteY585" fmla="*/ 1712958 h 1745962"/>
              <a:gd name="connsiteX586" fmla="*/ 1086850 w 1637567"/>
              <a:gd name="connsiteY586" fmla="*/ 1713200 h 1745962"/>
              <a:gd name="connsiteX587" fmla="*/ 1088311 w 1637567"/>
              <a:gd name="connsiteY587" fmla="*/ 1713474 h 1745962"/>
              <a:gd name="connsiteX588" fmla="*/ 1089781 w 1637567"/>
              <a:gd name="connsiteY588" fmla="*/ 1713716 h 1745962"/>
              <a:gd name="connsiteX589" fmla="*/ 1091212 w 1637567"/>
              <a:gd name="connsiteY589" fmla="*/ 1713990 h 1745962"/>
              <a:gd name="connsiteX590" fmla="*/ 1094143 w 1637567"/>
              <a:gd name="connsiteY590" fmla="*/ 1714482 h 1745962"/>
              <a:gd name="connsiteX591" fmla="*/ 1095613 w 1637567"/>
              <a:gd name="connsiteY591" fmla="*/ 1714756 h 1745962"/>
              <a:gd name="connsiteX592" fmla="*/ 1097043 w 1637567"/>
              <a:gd name="connsiteY592" fmla="*/ 1714998 h 1745962"/>
              <a:gd name="connsiteX593" fmla="*/ 1099975 w 1637567"/>
              <a:gd name="connsiteY593" fmla="*/ 1715490 h 1745962"/>
              <a:gd name="connsiteX594" fmla="*/ 1101413 w 1637567"/>
              <a:gd name="connsiteY594" fmla="*/ 1715733 h 1745962"/>
              <a:gd name="connsiteX595" fmla="*/ 1105807 w 1637567"/>
              <a:gd name="connsiteY595" fmla="*/ 1716468 h 1745962"/>
              <a:gd name="connsiteX596" fmla="*/ 1107245 w 1637567"/>
              <a:gd name="connsiteY596" fmla="*/ 1716679 h 1745962"/>
              <a:gd name="connsiteX597" fmla="*/ 1110176 w 1637567"/>
              <a:gd name="connsiteY597" fmla="*/ 1717171 h 1745962"/>
              <a:gd name="connsiteX598" fmla="*/ 1111615 w 1637567"/>
              <a:gd name="connsiteY598" fmla="*/ 1717382 h 1745962"/>
              <a:gd name="connsiteX599" fmla="*/ 1113077 w 1637567"/>
              <a:gd name="connsiteY599" fmla="*/ 1717625 h 1745962"/>
              <a:gd name="connsiteX600" fmla="*/ 1114546 w 1637567"/>
              <a:gd name="connsiteY600" fmla="*/ 1717843 h 1745962"/>
              <a:gd name="connsiteX601" fmla="*/ 1116008 w 1637567"/>
              <a:gd name="connsiteY601" fmla="*/ 1718086 h 1745962"/>
              <a:gd name="connsiteX602" fmla="*/ 1117447 w 1637567"/>
              <a:gd name="connsiteY602" fmla="*/ 1718297 h 1745962"/>
              <a:gd name="connsiteX603" fmla="*/ 1118908 w 1637567"/>
              <a:gd name="connsiteY603" fmla="*/ 1718539 h 1745962"/>
              <a:gd name="connsiteX604" fmla="*/ 1120378 w 1637567"/>
              <a:gd name="connsiteY604" fmla="*/ 1718758 h 1745962"/>
              <a:gd name="connsiteX605" fmla="*/ 1121809 w 1637567"/>
              <a:gd name="connsiteY605" fmla="*/ 1718969 h 1745962"/>
              <a:gd name="connsiteX606" fmla="*/ 1123278 w 1637567"/>
              <a:gd name="connsiteY606" fmla="*/ 1719188 h 1745962"/>
              <a:gd name="connsiteX607" fmla="*/ 1124740 w 1637567"/>
              <a:gd name="connsiteY607" fmla="*/ 1719430 h 1745962"/>
              <a:gd name="connsiteX608" fmla="*/ 1126179 w 1637567"/>
              <a:gd name="connsiteY608" fmla="*/ 1719641 h 1745962"/>
              <a:gd name="connsiteX609" fmla="*/ 1130571 w 1637567"/>
              <a:gd name="connsiteY609" fmla="*/ 1720282 h 1745962"/>
              <a:gd name="connsiteX610" fmla="*/ 1132010 w 1637567"/>
              <a:gd name="connsiteY610" fmla="*/ 1720470 h 1745962"/>
              <a:gd name="connsiteX611" fmla="*/ 1134941 w 1637567"/>
              <a:gd name="connsiteY611" fmla="*/ 1720892 h 1745962"/>
              <a:gd name="connsiteX612" fmla="*/ 1136380 w 1637567"/>
              <a:gd name="connsiteY612" fmla="*/ 1721111 h 1745962"/>
              <a:gd name="connsiteX613" fmla="*/ 1137841 w 1637567"/>
              <a:gd name="connsiteY613" fmla="*/ 1721291 h 1745962"/>
              <a:gd name="connsiteX614" fmla="*/ 1140773 w 1637567"/>
              <a:gd name="connsiteY614" fmla="*/ 1721721 h 1745962"/>
              <a:gd name="connsiteX615" fmla="*/ 1142211 w 1637567"/>
              <a:gd name="connsiteY615" fmla="*/ 1721901 h 1745962"/>
              <a:gd name="connsiteX616" fmla="*/ 1143673 w 1637567"/>
              <a:gd name="connsiteY616" fmla="*/ 1722119 h 1745962"/>
              <a:gd name="connsiteX617" fmla="*/ 1145143 w 1637567"/>
              <a:gd name="connsiteY617" fmla="*/ 1722299 h 1745962"/>
              <a:gd name="connsiteX618" fmla="*/ 1146573 w 1637567"/>
              <a:gd name="connsiteY618" fmla="*/ 1722510 h 1745962"/>
              <a:gd name="connsiteX619" fmla="*/ 1150975 w 1637567"/>
              <a:gd name="connsiteY619" fmla="*/ 1723065 h 1745962"/>
              <a:gd name="connsiteX620" fmla="*/ 1152405 w 1637567"/>
              <a:gd name="connsiteY620" fmla="*/ 1723276 h 1745962"/>
              <a:gd name="connsiteX621" fmla="*/ 1155337 w 1637567"/>
              <a:gd name="connsiteY621" fmla="*/ 1723644 h 1745962"/>
              <a:gd name="connsiteX622" fmla="*/ 1156775 w 1637567"/>
              <a:gd name="connsiteY622" fmla="*/ 1723824 h 1745962"/>
              <a:gd name="connsiteX623" fmla="*/ 1161168 w 1637567"/>
              <a:gd name="connsiteY623" fmla="*/ 1724379 h 1745962"/>
              <a:gd name="connsiteX624" fmla="*/ 1162607 w 1637567"/>
              <a:gd name="connsiteY624" fmla="*/ 1724558 h 1745962"/>
              <a:gd name="connsiteX625" fmla="*/ 1164076 w 1637567"/>
              <a:gd name="connsiteY625" fmla="*/ 1724738 h 1745962"/>
              <a:gd name="connsiteX626" fmla="*/ 1165538 w 1637567"/>
              <a:gd name="connsiteY626" fmla="*/ 1724895 h 1745962"/>
              <a:gd name="connsiteX627" fmla="*/ 1166977 w 1637567"/>
              <a:gd name="connsiteY627" fmla="*/ 1725074 h 1745962"/>
              <a:gd name="connsiteX628" fmla="*/ 1168438 w 1637567"/>
              <a:gd name="connsiteY628" fmla="*/ 1725262 h 1745962"/>
              <a:gd name="connsiteX629" fmla="*/ 1169908 w 1637567"/>
              <a:gd name="connsiteY629" fmla="*/ 1725411 h 1745962"/>
              <a:gd name="connsiteX630" fmla="*/ 1171370 w 1637567"/>
              <a:gd name="connsiteY630" fmla="*/ 1725598 h 1745962"/>
              <a:gd name="connsiteX631" fmla="*/ 1172808 w 1637567"/>
              <a:gd name="connsiteY631" fmla="*/ 1725778 h 1745962"/>
              <a:gd name="connsiteX632" fmla="*/ 1174270 w 1637567"/>
              <a:gd name="connsiteY632" fmla="*/ 1725934 h 1745962"/>
              <a:gd name="connsiteX633" fmla="*/ 1175740 w 1637567"/>
              <a:gd name="connsiteY633" fmla="*/ 1726114 h 1745962"/>
              <a:gd name="connsiteX634" fmla="*/ 1177170 w 1637567"/>
              <a:gd name="connsiteY634" fmla="*/ 1726270 h 1745962"/>
              <a:gd name="connsiteX635" fmla="*/ 1178640 w 1637567"/>
              <a:gd name="connsiteY635" fmla="*/ 1726450 h 1745962"/>
              <a:gd name="connsiteX636" fmla="*/ 1181572 w 1637567"/>
              <a:gd name="connsiteY636" fmla="*/ 1726755 h 1745962"/>
              <a:gd name="connsiteX637" fmla="*/ 1183002 w 1637567"/>
              <a:gd name="connsiteY637" fmla="*/ 1726943 h 1745962"/>
              <a:gd name="connsiteX638" fmla="*/ 1185934 w 1637567"/>
              <a:gd name="connsiteY638" fmla="*/ 1727248 h 1745962"/>
              <a:gd name="connsiteX639" fmla="*/ 1187372 w 1637567"/>
              <a:gd name="connsiteY639" fmla="*/ 1727396 h 1745962"/>
              <a:gd name="connsiteX640" fmla="*/ 1188842 w 1637567"/>
              <a:gd name="connsiteY640" fmla="*/ 1727552 h 1745962"/>
              <a:gd name="connsiteX641" fmla="*/ 1190303 w 1637567"/>
              <a:gd name="connsiteY641" fmla="*/ 1727732 h 1745962"/>
              <a:gd name="connsiteX642" fmla="*/ 1191742 w 1637567"/>
              <a:gd name="connsiteY642" fmla="*/ 1727889 h 1745962"/>
              <a:gd name="connsiteX643" fmla="*/ 1194673 w 1637567"/>
              <a:gd name="connsiteY643" fmla="*/ 1728193 h 1745962"/>
              <a:gd name="connsiteX644" fmla="*/ 1196135 w 1637567"/>
              <a:gd name="connsiteY644" fmla="*/ 1728311 h 1745962"/>
              <a:gd name="connsiteX645" fmla="*/ 1197574 w 1637567"/>
              <a:gd name="connsiteY645" fmla="*/ 1728467 h 1745962"/>
              <a:gd name="connsiteX646" fmla="*/ 1200505 w 1637567"/>
              <a:gd name="connsiteY646" fmla="*/ 1728772 h 1745962"/>
              <a:gd name="connsiteX647" fmla="*/ 1201935 w 1637567"/>
              <a:gd name="connsiteY647" fmla="*/ 1728928 h 1745962"/>
              <a:gd name="connsiteX648" fmla="*/ 1203405 w 1637567"/>
              <a:gd name="connsiteY648" fmla="*/ 1729077 h 1745962"/>
              <a:gd name="connsiteX649" fmla="*/ 1204867 w 1637567"/>
              <a:gd name="connsiteY649" fmla="*/ 1729202 h 1745962"/>
              <a:gd name="connsiteX650" fmla="*/ 1206337 w 1637567"/>
              <a:gd name="connsiteY650" fmla="*/ 1729350 h 1745962"/>
              <a:gd name="connsiteX651" fmla="*/ 1207767 w 1637567"/>
              <a:gd name="connsiteY651" fmla="*/ 1729507 h 1745962"/>
              <a:gd name="connsiteX652" fmla="*/ 1209237 w 1637567"/>
              <a:gd name="connsiteY652" fmla="*/ 1729624 h 1745962"/>
              <a:gd name="connsiteX653" fmla="*/ 1210698 w 1637567"/>
              <a:gd name="connsiteY653" fmla="*/ 1729780 h 1745962"/>
              <a:gd name="connsiteX654" fmla="*/ 1212137 w 1637567"/>
              <a:gd name="connsiteY654" fmla="*/ 1729905 h 1745962"/>
              <a:gd name="connsiteX655" fmla="*/ 1213599 w 1637567"/>
              <a:gd name="connsiteY655" fmla="*/ 1730054 h 1745962"/>
              <a:gd name="connsiteX656" fmla="*/ 1215068 w 1637567"/>
              <a:gd name="connsiteY656" fmla="*/ 1730179 h 1745962"/>
              <a:gd name="connsiteX657" fmla="*/ 1216538 w 1637567"/>
              <a:gd name="connsiteY657" fmla="*/ 1730328 h 1745962"/>
              <a:gd name="connsiteX658" fmla="*/ 1217968 w 1637567"/>
              <a:gd name="connsiteY658" fmla="*/ 1730453 h 1745962"/>
              <a:gd name="connsiteX659" fmla="*/ 1219438 w 1637567"/>
              <a:gd name="connsiteY659" fmla="*/ 1730601 h 1745962"/>
              <a:gd name="connsiteX660" fmla="*/ 1220900 w 1637567"/>
              <a:gd name="connsiteY660" fmla="*/ 1730726 h 1745962"/>
              <a:gd name="connsiteX661" fmla="*/ 1222338 w 1637567"/>
              <a:gd name="connsiteY661" fmla="*/ 1730851 h 1745962"/>
              <a:gd name="connsiteX662" fmla="*/ 1223800 w 1637567"/>
              <a:gd name="connsiteY662" fmla="*/ 1730969 h 1745962"/>
              <a:gd name="connsiteX663" fmla="*/ 1225270 w 1637567"/>
              <a:gd name="connsiteY663" fmla="*/ 1731125 h 1745962"/>
              <a:gd name="connsiteX664" fmla="*/ 1226732 w 1637567"/>
              <a:gd name="connsiteY664" fmla="*/ 1731250 h 1745962"/>
              <a:gd name="connsiteX665" fmla="*/ 1228170 w 1637567"/>
              <a:gd name="connsiteY665" fmla="*/ 1731367 h 1745962"/>
              <a:gd name="connsiteX666" fmla="*/ 1231102 w 1637567"/>
              <a:gd name="connsiteY666" fmla="*/ 1731610 h 1745962"/>
              <a:gd name="connsiteX667" fmla="*/ 1232532 w 1637567"/>
              <a:gd name="connsiteY667" fmla="*/ 1731735 h 1745962"/>
              <a:gd name="connsiteX668" fmla="*/ 1236933 w 1637567"/>
              <a:gd name="connsiteY668" fmla="*/ 1732102 h 1745962"/>
              <a:gd name="connsiteX669" fmla="*/ 1238364 w 1637567"/>
              <a:gd name="connsiteY669" fmla="*/ 1732219 h 1745962"/>
              <a:gd name="connsiteX670" fmla="*/ 1241295 w 1637567"/>
              <a:gd name="connsiteY670" fmla="*/ 1732469 h 1745962"/>
              <a:gd name="connsiteX671" fmla="*/ 1242734 w 1637567"/>
              <a:gd name="connsiteY671" fmla="*/ 1732587 h 1745962"/>
              <a:gd name="connsiteX672" fmla="*/ 1245665 w 1637567"/>
              <a:gd name="connsiteY672" fmla="*/ 1732837 h 1745962"/>
              <a:gd name="connsiteX673" fmla="*/ 1247135 w 1637567"/>
              <a:gd name="connsiteY673" fmla="*/ 1732923 h 1745962"/>
              <a:gd name="connsiteX674" fmla="*/ 1248565 w 1637567"/>
              <a:gd name="connsiteY674" fmla="*/ 1733048 h 1745962"/>
              <a:gd name="connsiteX675" fmla="*/ 1250035 w 1637567"/>
              <a:gd name="connsiteY675" fmla="*/ 1733173 h 1745962"/>
              <a:gd name="connsiteX676" fmla="*/ 1251497 w 1637567"/>
              <a:gd name="connsiteY676" fmla="*/ 1733259 h 1745962"/>
              <a:gd name="connsiteX677" fmla="*/ 1252935 w 1637567"/>
              <a:gd name="connsiteY677" fmla="*/ 1733384 h 1745962"/>
              <a:gd name="connsiteX678" fmla="*/ 1254397 w 1637567"/>
              <a:gd name="connsiteY678" fmla="*/ 1733509 h 1745962"/>
              <a:gd name="connsiteX679" fmla="*/ 1255867 w 1637567"/>
              <a:gd name="connsiteY679" fmla="*/ 1733595 h 1745962"/>
              <a:gd name="connsiteX680" fmla="*/ 1257297 w 1637567"/>
              <a:gd name="connsiteY680" fmla="*/ 1733720 h 1745962"/>
              <a:gd name="connsiteX681" fmla="*/ 1258767 w 1637567"/>
              <a:gd name="connsiteY681" fmla="*/ 1733814 h 1745962"/>
              <a:gd name="connsiteX682" fmla="*/ 1260229 w 1637567"/>
              <a:gd name="connsiteY682" fmla="*/ 1733931 h 1745962"/>
              <a:gd name="connsiteX683" fmla="*/ 1261699 w 1637567"/>
              <a:gd name="connsiteY683" fmla="*/ 1734025 h 1745962"/>
              <a:gd name="connsiteX684" fmla="*/ 1263129 w 1637567"/>
              <a:gd name="connsiteY684" fmla="*/ 1734150 h 1745962"/>
              <a:gd name="connsiteX685" fmla="*/ 1264599 w 1637567"/>
              <a:gd name="connsiteY685" fmla="*/ 1734236 h 1745962"/>
              <a:gd name="connsiteX686" fmla="*/ 1266061 w 1637567"/>
              <a:gd name="connsiteY686" fmla="*/ 1734361 h 1745962"/>
              <a:gd name="connsiteX687" fmla="*/ 1267499 w 1637567"/>
              <a:gd name="connsiteY687" fmla="*/ 1734455 h 1745962"/>
              <a:gd name="connsiteX688" fmla="*/ 1268969 w 1637567"/>
              <a:gd name="connsiteY688" fmla="*/ 1734541 h 1745962"/>
              <a:gd name="connsiteX689" fmla="*/ 1270430 w 1637567"/>
              <a:gd name="connsiteY689" fmla="*/ 1734666 h 1745962"/>
              <a:gd name="connsiteX690" fmla="*/ 1271900 w 1637567"/>
              <a:gd name="connsiteY690" fmla="*/ 1734760 h 1745962"/>
              <a:gd name="connsiteX691" fmla="*/ 1273331 w 1637567"/>
              <a:gd name="connsiteY691" fmla="*/ 1734846 h 1745962"/>
              <a:gd name="connsiteX692" fmla="*/ 1276262 w 1637567"/>
              <a:gd name="connsiteY692" fmla="*/ 1735034 h 1745962"/>
              <a:gd name="connsiteX693" fmla="*/ 1277701 w 1637567"/>
              <a:gd name="connsiteY693" fmla="*/ 1735159 h 1745962"/>
              <a:gd name="connsiteX694" fmla="*/ 1282093 w 1637567"/>
              <a:gd name="connsiteY694" fmla="*/ 1735432 h 1745962"/>
              <a:gd name="connsiteX695" fmla="*/ 1283532 w 1637567"/>
              <a:gd name="connsiteY695" fmla="*/ 1735518 h 1745962"/>
              <a:gd name="connsiteX696" fmla="*/ 1286463 w 1637567"/>
              <a:gd name="connsiteY696" fmla="*/ 1735706 h 1745962"/>
              <a:gd name="connsiteX697" fmla="*/ 1287894 w 1637567"/>
              <a:gd name="connsiteY697" fmla="*/ 1735800 h 1745962"/>
              <a:gd name="connsiteX698" fmla="*/ 1292295 w 1637567"/>
              <a:gd name="connsiteY698" fmla="*/ 1736073 h 1745962"/>
              <a:gd name="connsiteX699" fmla="*/ 1293726 w 1637567"/>
              <a:gd name="connsiteY699" fmla="*/ 1736159 h 1745962"/>
              <a:gd name="connsiteX700" fmla="*/ 1296665 w 1637567"/>
              <a:gd name="connsiteY700" fmla="*/ 1736347 h 1745962"/>
              <a:gd name="connsiteX701" fmla="*/ 1298095 w 1637567"/>
              <a:gd name="connsiteY701" fmla="*/ 1736409 h 1745962"/>
              <a:gd name="connsiteX702" fmla="*/ 1302497 w 1637567"/>
              <a:gd name="connsiteY702" fmla="*/ 1736683 h 1745962"/>
              <a:gd name="connsiteX703" fmla="*/ 1303927 w 1637567"/>
              <a:gd name="connsiteY703" fmla="*/ 1736777 h 1745962"/>
              <a:gd name="connsiteX704" fmla="*/ 1305397 w 1637567"/>
              <a:gd name="connsiteY704" fmla="*/ 1736832 h 1745962"/>
              <a:gd name="connsiteX705" fmla="*/ 1306859 w 1637567"/>
              <a:gd name="connsiteY705" fmla="*/ 1736925 h 1745962"/>
              <a:gd name="connsiteX706" fmla="*/ 1308297 w 1637567"/>
              <a:gd name="connsiteY706" fmla="*/ 1737019 h 1745962"/>
              <a:gd name="connsiteX707" fmla="*/ 1309759 w 1637567"/>
              <a:gd name="connsiteY707" fmla="*/ 1737082 h 1745962"/>
              <a:gd name="connsiteX708" fmla="*/ 1311229 w 1637567"/>
              <a:gd name="connsiteY708" fmla="*/ 1737168 h 1745962"/>
              <a:gd name="connsiteX709" fmla="*/ 1312659 w 1637567"/>
              <a:gd name="connsiteY709" fmla="*/ 1737261 h 1745962"/>
              <a:gd name="connsiteX710" fmla="*/ 1314129 w 1637567"/>
              <a:gd name="connsiteY710" fmla="*/ 1737324 h 1745962"/>
              <a:gd name="connsiteX711" fmla="*/ 1315591 w 1637567"/>
              <a:gd name="connsiteY711" fmla="*/ 1737418 h 1745962"/>
              <a:gd name="connsiteX712" fmla="*/ 1317060 w 1637567"/>
              <a:gd name="connsiteY712" fmla="*/ 1737473 h 1745962"/>
              <a:gd name="connsiteX713" fmla="*/ 1318491 w 1637567"/>
              <a:gd name="connsiteY713" fmla="*/ 1737566 h 1745962"/>
              <a:gd name="connsiteX714" fmla="*/ 1319961 w 1637567"/>
              <a:gd name="connsiteY714" fmla="*/ 1737629 h 1745962"/>
              <a:gd name="connsiteX715" fmla="*/ 1321422 w 1637567"/>
              <a:gd name="connsiteY715" fmla="*/ 1737723 h 1745962"/>
              <a:gd name="connsiteX716" fmla="*/ 1322861 w 1637567"/>
              <a:gd name="connsiteY716" fmla="*/ 1737778 h 1745962"/>
              <a:gd name="connsiteX717" fmla="*/ 1324330 w 1637567"/>
              <a:gd name="connsiteY717" fmla="*/ 1737871 h 1745962"/>
              <a:gd name="connsiteX718" fmla="*/ 1327262 w 1637567"/>
              <a:gd name="connsiteY718" fmla="*/ 1737996 h 1745962"/>
              <a:gd name="connsiteX719" fmla="*/ 1328692 w 1637567"/>
              <a:gd name="connsiteY719" fmla="*/ 1738082 h 1745962"/>
              <a:gd name="connsiteX720" fmla="*/ 1330162 w 1637567"/>
              <a:gd name="connsiteY720" fmla="*/ 1738145 h 1745962"/>
              <a:gd name="connsiteX721" fmla="*/ 1331624 w 1637567"/>
              <a:gd name="connsiteY721" fmla="*/ 1738239 h 1745962"/>
              <a:gd name="connsiteX722" fmla="*/ 1333062 w 1637567"/>
              <a:gd name="connsiteY722" fmla="*/ 1738301 h 1745962"/>
              <a:gd name="connsiteX723" fmla="*/ 1335994 w 1637567"/>
              <a:gd name="connsiteY723" fmla="*/ 1738419 h 1745962"/>
              <a:gd name="connsiteX724" fmla="*/ 1337456 w 1637567"/>
              <a:gd name="connsiteY724" fmla="*/ 1738512 h 1745962"/>
              <a:gd name="connsiteX725" fmla="*/ 1338894 w 1637567"/>
              <a:gd name="connsiteY725" fmla="*/ 1738575 h 1745962"/>
              <a:gd name="connsiteX726" fmla="*/ 1341826 w 1637567"/>
              <a:gd name="connsiteY726" fmla="*/ 1738700 h 1745962"/>
              <a:gd name="connsiteX727" fmla="*/ 1343256 w 1637567"/>
              <a:gd name="connsiteY727" fmla="*/ 1738786 h 1745962"/>
              <a:gd name="connsiteX728" fmla="*/ 1347657 w 1637567"/>
              <a:gd name="connsiteY728" fmla="*/ 1738973 h 1745962"/>
              <a:gd name="connsiteX729" fmla="*/ 1349096 w 1637567"/>
              <a:gd name="connsiteY729" fmla="*/ 1739036 h 1745962"/>
              <a:gd name="connsiteX730" fmla="*/ 1352027 w 1637567"/>
              <a:gd name="connsiteY730" fmla="*/ 1739153 h 1745962"/>
              <a:gd name="connsiteX731" fmla="*/ 1353457 w 1637567"/>
              <a:gd name="connsiteY731" fmla="*/ 1739216 h 1745962"/>
              <a:gd name="connsiteX732" fmla="*/ 1357858 w 1637567"/>
              <a:gd name="connsiteY732" fmla="*/ 1739396 h 1745962"/>
              <a:gd name="connsiteX733" fmla="*/ 1359289 w 1637567"/>
              <a:gd name="connsiteY733" fmla="*/ 1739458 h 1745962"/>
              <a:gd name="connsiteX734" fmla="*/ 1362220 w 1637567"/>
              <a:gd name="connsiteY734" fmla="*/ 1739583 h 1745962"/>
              <a:gd name="connsiteX735" fmla="*/ 1363659 w 1637567"/>
              <a:gd name="connsiteY735" fmla="*/ 1739646 h 1745962"/>
              <a:gd name="connsiteX736" fmla="*/ 1368052 w 1637567"/>
              <a:gd name="connsiteY736" fmla="*/ 1739826 h 1745962"/>
              <a:gd name="connsiteX737" fmla="*/ 1369491 w 1637567"/>
              <a:gd name="connsiteY737" fmla="*/ 1739888 h 1745962"/>
              <a:gd name="connsiteX738" fmla="*/ 1372422 w 1637567"/>
              <a:gd name="connsiteY738" fmla="*/ 1740013 h 1745962"/>
              <a:gd name="connsiteX739" fmla="*/ 1373853 w 1637567"/>
              <a:gd name="connsiteY739" fmla="*/ 1740037 h 1745962"/>
              <a:gd name="connsiteX740" fmla="*/ 1376792 w 1637567"/>
              <a:gd name="connsiteY740" fmla="*/ 1740162 h 1745962"/>
              <a:gd name="connsiteX741" fmla="*/ 1378222 w 1637567"/>
              <a:gd name="connsiteY741" fmla="*/ 1740224 h 1745962"/>
              <a:gd name="connsiteX742" fmla="*/ 1379692 w 1637567"/>
              <a:gd name="connsiteY742" fmla="*/ 1740287 h 1745962"/>
              <a:gd name="connsiteX743" fmla="*/ 1381154 w 1637567"/>
              <a:gd name="connsiteY743" fmla="*/ 1740318 h 1745962"/>
              <a:gd name="connsiteX744" fmla="*/ 1382624 w 1637567"/>
              <a:gd name="connsiteY744" fmla="*/ 1740373 h 1745962"/>
              <a:gd name="connsiteX745" fmla="*/ 1384054 w 1637567"/>
              <a:gd name="connsiteY745" fmla="*/ 1740435 h 1745962"/>
              <a:gd name="connsiteX746" fmla="*/ 1385524 w 1637567"/>
              <a:gd name="connsiteY746" fmla="*/ 1740467 h 1745962"/>
              <a:gd name="connsiteX747" fmla="*/ 1386986 w 1637567"/>
              <a:gd name="connsiteY747" fmla="*/ 1740529 h 1745962"/>
              <a:gd name="connsiteX748" fmla="*/ 1388424 w 1637567"/>
              <a:gd name="connsiteY748" fmla="*/ 1740592 h 1745962"/>
              <a:gd name="connsiteX749" fmla="*/ 1389886 w 1637567"/>
              <a:gd name="connsiteY749" fmla="*/ 1740623 h 1745962"/>
              <a:gd name="connsiteX750" fmla="*/ 1392817 w 1637567"/>
              <a:gd name="connsiteY750" fmla="*/ 1740740 h 1745962"/>
              <a:gd name="connsiteX751" fmla="*/ 1394256 w 1637567"/>
              <a:gd name="connsiteY751" fmla="*/ 1740771 h 1745962"/>
              <a:gd name="connsiteX752" fmla="*/ 1397187 w 1637567"/>
              <a:gd name="connsiteY752" fmla="*/ 1740896 h 1745962"/>
              <a:gd name="connsiteX753" fmla="*/ 1398618 w 1637567"/>
              <a:gd name="connsiteY753" fmla="*/ 1740928 h 1745962"/>
              <a:gd name="connsiteX754" fmla="*/ 1400088 w 1637567"/>
              <a:gd name="connsiteY754" fmla="*/ 1740990 h 1745962"/>
              <a:gd name="connsiteX755" fmla="*/ 1401549 w 1637567"/>
              <a:gd name="connsiteY755" fmla="*/ 1741021 h 1745962"/>
              <a:gd name="connsiteX756" fmla="*/ 1403019 w 1637567"/>
              <a:gd name="connsiteY756" fmla="*/ 1741076 h 1745962"/>
              <a:gd name="connsiteX757" fmla="*/ 1404457 w 1637567"/>
              <a:gd name="connsiteY757" fmla="*/ 1741108 h 1745962"/>
              <a:gd name="connsiteX758" fmla="*/ 1405919 w 1637567"/>
              <a:gd name="connsiteY758" fmla="*/ 1741170 h 1745962"/>
              <a:gd name="connsiteX759" fmla="*/ 1407389 w 1637567"/>
              <a:gd name="connsiteY759" fmla="*/ 1741201 h 1745962"/>
              <a:gd name="connsiteX760" fmla="*/ 1408819 w 1637567"/>
              <a:gd name="connsiteY760" fmla="*/ 1741264 h 1745962"/>
              <a:gd name="connsiteX761" fmla="*/ 1410289 w 1637567"/>
              <a:gd name="connsiteY761" fmla="*/ 1741295 h 1745962"/>
              <a:gd name="connsiteX762" fmla="*/ 1411751 w 1637567"/>
              <a:gd name="connsiteY762" fmla="*/ 1741350 h 1745962"/>
              <a:gd name="connsiteX763" fmla="*/ 1413221 w 1637567"/>
              <a:gd name="connsiteY763" fmla="*/ 1741381 h 1745962"/>
              <a:gd name="connsiteX764" fmla="*/ 1414651 w 1637567"/>
              <a:gd name="connsiteY764" fmla="*/ 1741444 h 1745962"/>
              <a:gd name="connsiteX765" fmla="*/ 1417582 w 1637567"/>
              <a:gd name="connsiteY765" fmla="*/ 1741506 h 1745962"/>
              <a:gd name="connsiteX766" fmla="*/ 1419021 w 1637567"/>
              <a:gd name="connsiteY766" fmla="*/ 1741569 h 1745962"/>
              <a:gd name="connsiteX767" fmla="*/ 1420482 w 1637567"/>
              <a:gd name="connsiteY767" fmla="*/ 1741600 h 1745962"/>
              <a:gd name="connsiteX768" fmla="*/ 1421952 w 1637567"/>
              <a:gd name="connsiteY768" fmla="*/ 1741663 h 1745962"/>
              <a:gd name="connsiteX769" fmla="*/ 1423414 w 1637567"/>
              <a:gd name="connsiteY769" fmla="*/ 1741686 h 1745962"/>
              <a:gd name="connsiteX770" fmla="*/ 1424852 w 1637567"/>
              <a:gd name="connsiteY770" fmla="*/ 1741717 h 1745962"/>
              <a:gd name="connsiteX771" fmla="*/ 1426314 w 1637567"/>
              <a:gd name="connsiteY771" fmla="*/ 1741780 h 1745962"/>
              <a:gd name="connsiteX772" fmla="*/ 1427784 w 1637567"/>
              <a:gd name="connsiteY772" fmla="*/ 1741811 h 1745962"/>
              <a:gd name="connsiteX773" fmla="*/ 1429222 w 1637567"/>
              <a:gd name="connsiteY773" fmla="*/ 1741842 h 1745962"/>
              <a:gd name="connsiteX774" fmla="*/ 1430684 w 1637567"/>
              <a:gd name="connsiteY774" fmla="*/ 1741874 h 1745962"/>
              <a:gd name="connsiteX775" fmla="*/ 1432154 w 1637567"/>
              <a:gd name="connsiteY775" fmla="*/ 1741936 h 1745962"/>
              <a:gd name="connsiteX776" fmla="*/ 1433615 w 1637567"/>
              <a:gd name="connsiteY776" fmla="*/ 1741967 h 1745962"/>
              <a:gd name="connsiteX777" fmla="*/ 1435054 w 1637567"/>
              <a:gd name="connsiteY777" fmla="*/ 1741991 h 1745962"/>
              <a:gd name="connsiteX778" fmla="*/ 1436516 w 1637567"/>
              <a:gd name="connsiteY778" fmla="*/ 1742054 h 1745962"/>
              <a:gd name="connsiteX779" fmla="*/ 1437985 w 1637567"/>
              <a:gd name="connsiteY779" fmla="*/ 1742085 h 1745962"/>
              <a:gd name="connsiteX780" fmla="*/ 1439416 w 1637567"/>
              <a:gd name="connsiteY780" fmla="*/ 1742116 h 1745962"/>
              <a:gd name="connsiteX781" fmla="*/ 1442347 w 1637567"/>
              <a:gd name="connsiteY781" fmla="*/ 1742179 h 1745962"/>
              <a:gd name="connsiteX782" fmla="*/ 1443786 w 1637567"/>
              <a:gd name="connsiteY782" fmla="*/ 1742241 h 1745962"/>
              <a:gd name="connsiteX783" fmla="*/ 1448179 w 1637567"/>
              <a:gd name="connsiteY783" fmla="*/ 1742327 h 1745962"/>
              <a:gd name="connsiteX784" fmla="*/ 1449618 w 1637567"/>
              <a:gd name="connsiteY784" fmla="*/ 1742358 h 1745962"/>
              <a:gd name="connsiteX785" fmla="*/ 1451079 w 1637567"/>
              <a:gd name="connsiteY785" fmla="*/ 1742390 h 1745962"/>
              <a:gd name="connsiteX786" fmla="*/ 1452549 w 1637567"/>
              <a:gd name="connsiteY786" fmla="*/ 1742452 h 1745962"/>
              <a:gd name="connsiteX787" fmla="*/ 1453980 w 1637567"/>
              <a:gd name="connsiteY787" fmla="*/ 1742483 h 1745962"/>
              <a:gd name="connsiteX788" fmla="*/ 1458381 w 1637567"/>
              <a:gd name="connsiteY788" fmla="*/ 1742577 h 1745962"/>
              <a:gd name="connsiteX789" fmla="*/ 1459819 w 1637567"/>
              <a:gd name="connsiteY789" fmla="*/ 1742608 h 1745962"/>
              <a:gd name="connsiteX790" fmla="*/ 1462751 w 1637567"/>
              <a:gd name="connsiteY790" fmla="*/ 1742663 h 1745962"/>
              <a:gd name="connsiteX791" fmla="*/ 1464181 w 1637567"/>
              <a:gd name="connsiteY791" fmla="*/ 1742695 h 1745962"/>
              <a:gd name="connsiteX792" fmla="*/ 1468582 w 1637567"/>
              <a:gd name="connsiteY792" fmla="*/ 1742788 h 1745962"/>
              <a:gd name="connsiteX793" fmla="*/ 1470013 w 1637567"/>
              <a:gd name="connsiteY793" fmla="*/ 1742820 h 1745962"/>
              <a:gd name="connsiteX794" fmla="*/ 1472944 w 1637567"/>
              <a:gd name="connsiteY794" fmla="*/ 1742882 h 1745962"/>
              <a:gd name="connsiteX795" fmla="*/ 1474383 w 1637567"/>
              <a:gd name="connsiteY795" fmla="*/ 1742913 h 1745962"/>
              <a:gd name="connsiteX796" fmla="*/ 1478776 w 1637567"/>
              <a:gd name="connsiteY796" fmla="*/ 1742999 h 1745962"/>
              <a:gd name="connsiteX797" fmla="*/ 1480215 w 1637567"/>
              <a:gd name="connsiteY797" fmla="*/ 1743031 h 1745962"/>
              <a:gd name="connsiteX798" fmla="*/ 1483146 w 1637567"/>
              <a:gd name="connsiteY798" fmla="*/ 1743093 h 1745962"/>
              <a:gd name="connsiteX799" fmla="*/ 1484584 w 1637567"/>
              <a:gd name="connsiteY799" fmla="*/ 1743124 h 1745962"/>
              <a:gd name="connsiteX800" fmla="*/ 1488978 w 1637567"/>
              <a:gd name="connsiteY800" fmla="*/ 1743218 h 1745962"/>
              <a:gd name="connsiteX801" fmla="*/ 1490416 w 1637567"/>
              <a:gd name="connsiteY801" fmla="*/ 1743249 h 1745962"/>
              <a:gd name="connsiteX802" fmla="*/ 1491877 w 1637567"/>
              <a:gd name="connsiteY802" fmla="*/ 1743281 h 1745962"/>
              <a:gd name="connsiteX803" fmla="*/ 1493348 w 1637567"/>
              <a:gd name="connsiteY803" fmla="*/ 1743281 h 1745962"/>
              <a:gd name="connsiteX804" fmla="*/ 1494778 w 1637567"/>
              <a:gd name="connsiteY804" fmla="*/ 1743304 h 1745962"/>
              <a:gd name="connsiteX805" fmla="*/ 1497709 w 1637567"/>
              <a:gd name="connsiteY805" fmla="*/ 1743367 h 1745962"/>
              <a:gd name="connsiteX806" fmla="*/ 1499148 w 1637567"/>
              <a:gd name="connsiteY806" fmla="*/ 1743398 h 1745962"/>
              <a:gd name="connsiteX807" fmla="*/ 1502079 w 1637567"/>
              <a:gd name="connsiteY807" fmla="*/ 1743461 h 1745962"/>
              <a:gd name="connsiteX808" fmla="*/ 1503541 w 1637567"/>
              <a:gd name="connsiteY808" fmla="*/ 1743461 h 1745962"/>
              <a:gd name="connsiteX809" fmla="*/ 1504979 w 1637567"/>
              <a:gd name="connsiteY809" fmla="*/ 1743492 h 1745962"/>
              <a:gd name="connsiteX810" fmla="*/ 1507911 w 1637567"/>
              <a:gd name="connsiteY810" fmla="*/ 1743554 h 1745962"/>
              <a:gd name="connsiteX811" fmla="*/ 1509349 w 1637567"/>
              <a:gd name="connsiteY811" fmla="*/ 1743586 h 1745962"/>
              <a:gd name="connsiteX812" fmla="*/ 1510811 w 1637567"/>
              <a:gd name="connsiteY812" fmla="*/ 1743586 h 1745962"/>
              <a:gd name="connsiteX813" fmla="*/ 1513742 w 1637567"/>
              <a:gd name="connsiteY813" fmla="*/ 1743640 h 1745962"/>
              <a:gd name="connsiteX814" fmla="*/ 1515181 w 1637567"/>
              <a:gd name="connsiteY814" fmla="*/ 1743672 h 1745962"/>
              <a:gd name="connsiteX815" fmla="*/ 1516643 w 1637567"/>
              <a:gd name="connsiteY815" fmla="*/ 1743672 h 1745962"/>
              <a:gd name="connsiteX816" fmla="*/ 1518112 w 1637567"/>
              <a:gd name="connsiteY816" fmla="*/ 1743703 h 1745962"/>
              <a:gd name="connsiteX817" fmla="*/ 1519543 w 1637567"/>
              <a:gd name="connsiteY817" fmla="*/ 1743734 h 1745962"/>
              <a:gd name="connsiteX818" fmla="*/ 1521013 w 1637567"/>
              <a:gd name="connsiteY818" fmla="*/ 1743765 h 1745962"/>
              <a:gd name="connsiteX819" fmla="*/ 1522474 w 1637567"/>
              <a:gd name="connsiteY819" fmla="*/ 1743765 h 1745962"/>
              <a:gd name="connsiteX820" fmla="*/ 1523944 w 1637567"/>
              <a:gd name="connsiteY820" fmla="*/ 1743797 h 1745962"/>
              <a:gd name="connsiteX821" fmla="*/ 1525375 w 1637567"/>
              <a:gd name="connsiteY821" fmla="*/ 1743828 h 1745962"/>
              <a:gd name="connsiteX822" fmla="*/ 1526844 w 1637567"/>
              <a:gd name="connsiteY822" fmla="*/ 1743859 h 1745962"/>
              <a:gd name="connsiteX823" fmla="*/ 1528306 w 1637567"/>
              <a:gd name="connsiteY823" fmla="*/ 1743859 h 1745962"/>
              <a:gd name="connsiteX824" fmla="*/ 1529745 w 1637567"/>
              <a:gd name="connsiteY824" fmla="*/ 1743890 h 1745962"/>
              <a:gd name="connsiteX825" fmla="*/ 1531206 w 1637567"/>
              <a:gd name="connsiteY825" fmla="*/ 1743922 h 1745962"/>
              <a:gd name="connsiteX826" fmla="*/ 1532676 w 1637567"/>
              <a:gd name="connsiteY826" fmla="*/ 1743922 h 1745962"/>
              <a:gd name="connsiteX827" fmla="*/ 1534138 w 1637567"/>
              <a:gd name="connsiteY827" fmla="*/ 1743945 h 1745962"/>
              <a:gd name="connsiteX828" fmla="*/ 1535576 w 1637567"/>
              <a:gd name="connsiteY828" fmla="*/ 1743977 h 1745962"/>
              <a:gd name="connsiteX829" fmla="*/ 1537046 w 1637567"/>
              <a:gd name="connsiteY829" fmla="*/ 1743977 h 1745962"/>
              <a:gd name="connsiteX830" fmla="*/ 1538508 w 1637567"/>
              <a:gd name="connsiteY830" fmla="*/ 1744008 h 1745962"/>
              <a:gd name="connsiteX831" fmla="*/ 1539946 w 1637567"/>
              <a:gd name="connsiteY831" fmla="*/ 1744039 h 1745962"/>
              <a:gd name="connsiteX832" fmla="*/ 1541408 w 1637567"/>
              <a:gd name="connsiteY832" fmla="*/ 1744039 h 1745962"/>
              <a:gd name="connsiteX833" fmla="*/ 1544339 w 1637567"/>
              <a:gd name="connsiteY833" fmla="*/ 1744102 h 1745962"/>
              <a:gd name="connsiteX834" fmla="*/ 1545778 w 1637567"/>
              <a:gd name="connsiteY834" fmla="*/ 1744102 h 1745962"/>
              <a:gd name="connsiteX835" fmla="*/ 1547240 w 1637567"/>
              <a:gd name="connsiteY835" fmla="*/ 1744133 h 1745962"/>
              <a:gd name="connsiteX836" fmla="*/ 1548709 w 1637567"/>
              <a:gd name="connsiteY836" fmla="*/ 1744133 h 1745962"/>
              <a:gd name="connsiteX837" fmla="*/ 1550140 w 1637567"/>
              <a:gd name="connsiteY837" fmla="*/ 1744164 h 1745962"/>
              <a:gd name="connsiteX838" fmla="*/ 1551610 w 1637567"/>
              <a:gd name="connsiteY838" fmla="*/ 1744195 h 1745962"/>
              <a:gd name="connsiteX839" fmla="*/ 1553071 w 1637567"/>
              <a:gd name="connsiteY839" fmla="*/ 1744195 h 1745962"/>
              <a:gd name="connsiteX840" fmla="*/ 1554541 w 1637567"/>
              <a:gd name="connsiteY840" fmla="*/ 1744227 h 1745962"/>
              <a:gd name="connsiteX841" fmla="*/ 1555972 w 1637567"/>
              <a:gd name="connsiteY841" fmla="*/ 1744227 h 1745962"/>
              <a:gd name="connsiteX842" fmla="*/ 1558903 w 1637567"/>
              <a:gd name="connsiteY842" fmla="*/ 1744281 h 1745962"/>
              <a:gd name="connsiteX843" fmla="*/ 1560342 w 1637567"/>
              <a:gd name="connsiteY843" fmla="*/ 1744281 h 1745962"/>
              <a:gd name="connsiteX844" fmla="*/ 1561803 w 1637567"/>
              <a:gd name="connsiteY844" fmla="*/ 1744313 h 1745962"/>
              <a:gd name="connsiteX845" fmla="*/ 1563273 w 1637567"/>
              <a:gd name="connsiteY845" fmla="*/ 1744313 h 1745962"/>
              <a:gd name="connsiteX846" fmla="*/ 1564711 w 1637567"/>
              <a:gd name="connsiteY846" fmla="*/ 1744344 h 1745962"/>
              <a:gd name="connsiteX847" fmla="*/ 1566173 w 1637567"/>
              <a:gd name="connsiteY847" fmla="*/ 1744344 h 1745962"/>
              <a:gd name="connsiteX848" fmla="*/ 1567643 w 1637567"/>
              <a:gd name="connsiteY848" fmla="*/ 1744375 h 1745962"/>
              <a:gd name="connsiteX849" fmla="*/ 1569104 w 1637567"/>
              <a:gd name="connsiteY849" fmla="*/ 1744375 h 1745962"/>
              <a:gd name="connsiteX850" fmla="*/ 1570543 w 1637567"/>
              <a:gd name="connsiteY850" fmla="*/ 1744406 h 1745962"/>
              <a:gd name="connsiteX851" fmla="*/ 1572004 w 1637567"/>
              <a:gd name="connsiteY851" fmla="*/ 1744406 h 1745962"/>
              <a:gd name="connsiteX852" fmla="*/ 1573474 w 1637567"/>
              <a:gd name="connsiteY852" fmla="*/ 1744438 h 1745962"/>
              <a:gd name="connsiteX853" fmla="*/ 1574905 w 1637567"/>
              <a:gd name="connsiteY853" fmla="*/ 1744438 h 1745962"/>
              <a:gd name="connsiteX854" fmla="*/ 1576374 w 1637567"/>
              <a:gd name="connsiteY854" fmla="*/ 1744469 h 1745962"/>
              <a:gd name="connsiteX855" fmla="*/ 1577836 w 1637567"/>
              <a:gd name="connsiteY855" fmla="*/ 1744469 h 1745962"/>
              <a:gd name="connsiteX856" fmla="*/ 1579306 w 1637567"/>
              <a:gd name="connsiteY856" fmla="*/ 1744500 h 1745962"/>
              <a:gd name="connsiteX857" fmla="*/ 1580736 w 1637567"/>
              <a:gd name="connsiteY857" fmla="*/ 1744500 h 1745962"/>
              <a:gd name="connsiteX858" fmla="*/ 1582206 w 1637567"/>
              <a:gd name="connsiteY858" fmla="*/ 1744531 h 1745962"/>
              <a:gd name="connsiteX859" fmla="*/ 1583668 w 1637567"/>
              <a:gd name="connsiteY859" fmla="*/ 1744531 h 1745962"/>
              <a:gd name="connsiteX860" fmla="*/ 1585106 w 1637567"/>
              <a:gd name="connsiteY860" fmla="*/ 1744563 h 1745962"/>
              <a:gd name="connsiteX861" fmla="*/ 1586568 w 1637567"/>
              <a:gd name="connsiteY861" fmla="*/ 1744563 h 1745962"/>
              <a:gd name="connsiteX862" fmla="*/ 1588038 w 1637567"/>
              <a:gd name="connsiteY862" fmla="*/ 1744594 h 1745962"/>
              <a:gd name="connsiteX863" fmla="*/ 1589500 w 1637567"/>
              <a:gd name="connsiteY863" fmla="*/ 1744594 h 1745962"/>
              <a:gd name="connsiteX864" fmla="*/ 1590938 w 1637567"/>
              <a:gd name="connsiteY864" fmla="*/ 1744618 h 1745962"/>
              <a:gd name="connsiteX865" fmla="*/ 1592408 w 1637567"/>
              <a:gd name="connsiteY865" fmla="*/ 1744618 h 1745962"/>
              <a:gd name="connsiteX866" fmla="*/ 1593869 w 1637567"/>
              <a:gd name="connsiteY866" fmla="*/ 1744649 h 1745962"/>
              <a:gd name="connsiteX867" fmla="*/ 1595308 w 1637567"/>
              <a:gd name="connsiteY867" fmla="*/ 1744649 h 1745962"/>
              <a:gd name="connsiteX868" fmla="*/ 1596770 w 1637567"/>
              <a:gd name="connsiteY868" fmla="*/ 1744680 h 1745962"/>
              <a:gd name="connsiteX869" fmla="*/ 1598239 w 1637567"/>
              <a:gd name="connsiteY869" fmla="*/ 1744680 h 1745962"/>
              <a:gd name="connsiteX870" fmla="*/ 1599701 w 1637567"/>
              <a:gd name="connsiteY870" fmla="*/ 1744711 h 1745962"/>
              <a:gd name="connsiteX871" fmla="*/ 1602601 w 1637567"/>
              <a:gd name="connsiteY871" fmla="*/ 1744711 h 1745962"/>
              <a:gd name="connsiteX872" fmla="*/ 1604071 w 1637567"/>
              <a:gd name="connsiteY872" fmla="*/ 1744743 h 1745962"/>
              <a:gd name="connsiteX873" fmla="*/ 1605502 w 1637567"/>
              <a:gd name="connsiteY873" fmla="*/ 1744743 h 1745962"/>
              <a:gd name="connsiteX874" fmla="*/ 1606971 w 1637567"/>
              <a:gd name="connsiteY874" fmla="*/ 1744774 h 1745962"/>
              <a:gd name="connsiteX875" fmla="*/ 1609903 w 1637567"/>
              <a:gd name="connsiteY875" fmla="*/ 1744774 h 1745962"/>
              <a:gd name="connsiteX876" fmla="*/ 1611333 w 1637567"/>
              <a:gd name="connsiteY876" fmla="*/ 1744805 h 1745962"/>
              <a:gd name="connsiteX877" fmla="*/ 1612803 w 1637567"/>
              <a:gd name="connsiteY877" fmla="*/ 1744805 h 1745962"/>
              <a:gd name="connsiteX878" fmla="*/ 1614265 w 1637567"/>
              <a:gd name="connsiteY878" fmla="*/ 1744836 h 1745962"/>
              <a:gd name="connsiteX879" fmla="*/ 1617173 w 1637567"/>
              <a:gd name="connsiteY879" fmla="*/ 1744836 h 1745962"/>
              <a:gd name="connsiteX880" fmla="*/ 1618635 w 1637567"/>
              <a:gd name="connsiteY880" fmla="*/ 1744868 h 1745962"/>
              <a:gd name="connsiteX881" fmla="*/ 1620073 w 1637567"/>
              <a:gd name="connsiteY881" fmla="*/ 1744868 h 1745962"/>
              <a:gd name="connsiteX882" fmla="*/ 1621535 w 1637567"/>
              <a:gd name="connsiteY882" fmla="*/ 1744899 h 1745962"/>
              <a:gd name="connsiteX883" fmla="*/ 1624466 w 1637567"/>
              <a:gd name="connsiteY883" fmla="*/ 1744899 h 1745962"/>
              <a:gd name="connsiteX884" fmla="*/ 1625905 w 1637567"/>
              <a:gd name="connsiteY884" fmla="*/ 1744930 h 1745962"/>
              <a:gd name="connsiteX885" fmla="*/ 1628836 w 1637567"/>
              <a:gd name="connsiteY885" fmla="*/ 1744930 h 1745962"/>
              <a:gd name="connsiteX886" fmla="*/ 1630267 w 1637567"/>
              <a:gd name="connsiteY886" fmla="*/ 1744954 h 1745962"/>
              <a:gd name="connsiteX887" fmla="*/ 1633198 w 1637567"/>
              <a:gd name="connsiteY887" fmla="*/ 1744954 h 1745962"/>
              <a:gd name="connsiteX888" fmla="*/ 1634668 w 1637567"/>
              <a:gd name="connsiteY888" fmla="*/ 1744985 h 1745962"/>
              <a:gd name="connsiteX889" fmla="*/ 1636098 w 1637567"/>
              <a:gd name="connsiteY889" fmla="*/ 1744985 h 1745962"/>
              <a:gd name="connsiteX890" fmla="*/ 1637568 w 1637567"/>
              <a:gd name="connsiteY890" fmla="*/ 1745962 h 1745962"/>
              <a:gd name="connsiteX891" fmla="*/ 0 w 1637567"/>
              <a:gd name="connsiteY891"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Lst>
            <a:rect l="l" t="t" r="r" b="b"/>
            <a:pathLst>
              <a:path w="1637567" h="1745962">
                <a:moveTo>
                  <a:pt x="1470" y="0"/>
                </a:moveTo>
                <a:lnTo>
                  <a:pt x="2908" y="4667"/>
                </a:lnTo>
                <a:lnTo>
                  <a:pt x="4370" y="9373"/>
                </a:lnTo>
                <a:lnTo>
                  <a:pt x="5832" y="14048"/>
                </a:lnTo>
                <a:lnTo>
                  <a:pt x="7301" y="18746"/>
                </a:lnTo>
                <a:lnTo>
                  <a:pt x="8740" y="23420"/>
                </a:lnTo>
                <a:lnTo>
                  <a:pt x="10201" y="28087"/>
                </a:lnTo>
                <a:lnTo>
                  <a:pt x="11671" y="32793"/>
                </a:lnTo>
                <a:lnTo>
                  <a:pt x="13102" y="37468"/>
                </a:lnTo>
                <a:lnTo>
                  <a:pt x="16033" y="46810"/>
                </a:lnTo>
                <a:lnTo>
                  <a:pt x="17471" y="51508"/>
                </a:lnTo>
                <a:lnTo>
                  <a:pt x="21865" y="65524"/>
                </a:lnTo>
                <a:lnTo>
                  <a:pt x="23303" y="70199"/>
                </a:lnTo>
                <a:lnTo>
                  <a:pt x="26235" y="79541"/>
                </a:lnTo>
                <a:lnTo>
                  <a:pt x="27665" y="84215"/>
                </a:lnTo>
                <a:lnTo>
                  <a:pt x="32066" y="98232"/>
                </a:lnTo>
                <a:lnTo>
                  <a:pt x="33505" y="102906"/>
                </a:lnTo>
                <a:lnTo>
                  <a:pt x="34967" y="107573"/>
                </a:lnTo>
                <a:lnTo>
                  <a:pt x="36436" y="112217"/>
                </a:lnTo>
                <a:lnTo>
                  <a:pt x="37867" y="116891"/>
                </a:lnTo>
                <a:lnTo>
                  <a:pt x="39336" y="121535"/>
                </a:lnTo>
                <a:lnTo>
                  <a:pt x="40798" y="126202"/>
                </a:lnTo>
                <a:lnTo>
                  <a:pt x="42268" y="130845"/>
                </a:lnTo>
                <a:lnTo>
                  <a:pt x="43698" y="135520"/>
                </a:lnTo>
                <a:lnTo>
                  <a:pt x="45168" y="140156"/>
                </a:lnTo>
                <a:lnTo>
                  <a:pt x="46630" y="144830"/>
                </a:lnTo>
                <a:lnTo>
                  <a:pt x="48068" y="149474"/>
                </a:lnTo>
                <a:lnTo>
                  <a:pt x="52462" y="163396"/>
                </a:lnTo>
                <a:lnTo>
                  <a:pt x="53900" y="168040"/>
                </a:lnTo>
                <a:lnTo>
                  <a:pt x="55362" y="172675"/>
                </a:lnTo>
                <a:lnTo>
                  <a:pt x="56831" y="177288"/>
                </a:lnTo>
                <a:lnTo>
                  <a:pt x="58270" y="181931"/>
                </a:lnTo>
                <a:lnTo>
                  <a:pt x="59732" y="186575"/>
                </a:lnTo>
                <a:lnTo>
                  <a:pt x="61201" y="191187"/>
                </a:lnTo>
                <a:lnTo>
                  <a:pt x="62663" y="195822"/>
                </a:lnTo>
                <a:lnTo>
                  <a:pt x="64101" y="200435"/>
                </a:lnTo>
                <a:lnTo>
                  <a:pt x="67033" y="209659"/>
                </a:lnTo>
                <a:lnTo>
                  <a:pt x="68464" y="214271"/>
                </a:lnTo>
                <a:lnTo>
                  <a:pt x="72865" y="228100"/>
                </a:lnTo>
                <a:lnTo>
                  <a:pt x="74295" y="232712"/>
                </a:lnTo>
                <a:lnTo>
                  <a:pt x="75765" y="237293"/>
                </a:lnTo>
                <a:lnTo>
                  <a:pt x="77227" y="241905"/>
                </a:lnTo>
                <a:lnTo>
                  <a:pt x="78665" y="246486"/>
                </a:lnTo>
                <a:lnTo>
                  <a:pt x="81597" y="255648"/>
                </a:lnTo>
                <a:lnTo>
                  <a:pt x="83035" y="260229"/>
                </a:lnTo>
                <a:lnTo>
                  <a:pt x="87428" y="273972"/>
                </a:lnTo>
                <a:lnTo>
                  <a:pt x="88866" y="278521"/>
                </a:lnTo>
                <a:lnTo>
                  <a:pt x="90328" y="283071"/>
                </a:lnTo>
                <a:lnTo>
                  <a:pt x="91798" y="287652"/>
                </a:lnTo>
                <a:lnTo>
                  <a:pt x="93229" y="292201"/>
                </a:lnTo>
                <a:lnTo>
                  <a:pt x="97630" y="305850"/>
                </a:lnTo>
                <a:lnTo>
                  <a:pt x="99060" y="310369"/>
                </a:lnTo>
                <a:lnTo>
                  <a:pt x="100530" y="314918"/>
                </a:lnTo>
                <a:lnTo>
                  <a:pt x="101992" y="319437"/>
                </a:lnTo>
                <a:lnTo>
                  <a:pt x="103430" y="323955"/>
                </a:lnTo>
                <a:lnTo>
                  <a:pt x="107824" y="337510"/>
                </a:lnTo>
                <a:lnTo>
                  <a:pt x="109262" y="342036"/>
                </a:lnTo>
                <a:lnTo>
                  <a:pt x="110724" y="346524"/>
                </a:lnTo>
                <a:lnTo>
                  <a:pt x="112193" y="351042"/>
                </a:lnTo>
                <a:lnTo>
                  <a:pt x="113632" y="355529"/>
                </a:lnTo>
                <a:lnTo>
                  <a:pt x="118025" y="368998"/>
                </a:lnTo>
                <a:lnTo>
                  <a:pt x="119463" y="373454"/>
                </a:lnTo>
                <a:lnTo>
                  <a:pt x="120925" y="377941"/>
                </a:lnTo>
                <a:lnTo>
                  <a:pt x="122395" y="382405"/>
                </a:lnTo>
                <a:lnTo>
                  <a:pt x="123825" y="386861"/>
                </a:lnTo>
                <a:lnTo>
                  <a:pt x="128226" y="400236"/>
                </a:lnTo>
                <a:lnTo>
                  <a:pt x="129657" y="404661"/>
                </a:lnTo>
                <a:lnTo>
                  <a:pt x="132589" y="413518"/>
                </a:lnTo>
                <a:lnTo>
                  <a:pt x="134027" y="417950"/>
                </a:lnTo>
                <a:lnTo>
                  <a:pt x="136958" y="426799"/>
                </a:lnTo>
                <a:lnTo>
                  <a:pt x="138397" y="431200"/>
                </a:lnTo>
                <a:lnTo>
                  <a:pt x="139859" y="435594"/>
                </a:lnTo>
                <a:lnTo>
                  <a:pt x="141328" y="440026"/>
                </a:lnTo>
                <a:lnTo>
                  <a:pt x="142790" y="444388"/>
                </a:lnTo>
                <a:lnTo>
                  <a:pt x="144228" y="448789"/>
                </a:lnTo>
                <a:lnTo>
                  <a:pt x="145690" y="453182"/>
                </a:lnTo>
                <a:lnTo>
                  <a:pt x="147160" y="457552"/>
                </a:lnTo>
                <a:lnTo>
                  <a:pt x="148591" y="461914"/>
                </a:lnTo>
                <a:lnTo>
                  <a:pt x="151522" y="470654"/>
                </a:lnTo>
                <a:lnTo>
                  <a:pt x="152992" y="474985"/>
                </a:lnTo>
                <a:lnTo>
                  <a:pt x="154422" y="479354"/>
                </a:lnTo>
                <a:lnTo>
                  <a:pt x="157354" y="488024"/>
                </a:lnTo>
                <a:lnTo>
                  <a:pt x="158792" y="492362"/>
                </a:lnTo>
                <a:lnTo>
                  <a:pt x="160254" y="496670"/>
                </a:lnTo>
                <a:lnTo>
                  <a:pt x="161723" y="501000"/>
                </a:lnTo>
                <a:lnTo>
                  <a:pt x="163185" y="505308"/>
                </a:lnTo>
                <a:lnTo>
                  <a:pt x="164624" y="509615"/>
                </a:lnTo>
                <a:lnTo>
                  <a:pt x="167555" y="518230"/>
                </a:lnTo>
                <a:lnTo>
                  <a:pt x="168993" y="522498"/>
                </a:lnTo>
                <a:lnTo>
                  <a:pt x="173387" y="535326"/>
                </a:lnTo>
                <a:lnTo>
                  <a:pt x="174825" y="539602"/>
                </a:lnTo>
                <a:lnTo>
                  <a:pt x="177757" y="548092"/>
                </a:lnTo>
                <a:lnTo>
                  <a:pt x="179187" y="552336"/>
                </a:lnTo>
                <a:lnTo>
                  <a:pt x="180657" y="556581"/>
                </a:lnTo>
                <a:lnTo>
                  <a:pt x="182119" y="560795"/>
                </a:lnTo>
                <a:lnTo>
                  <a:pt x="183588" y="565039"/>
                </a:lnTo>
                <a:lnTo>
                  <a:pt x="185019" y="569253"/>
                </a:lnTo>
                <a:lnTo>
                  <a:pt x="186489" y="573467"/>
                </a:lnTo>
                <a:lnTo>
                  <a:pt x="187950" y="577649"/>
                </a:lnTo>
                <a:lnTo>
                  <a:pt x="189389" y="581862"/>
                </a:lnTo>
                <a:lnTo>
                  <a:pt x="193782" y="594417"/>
                </a:lnTo>
                <a:lnTo>
                  <a:pt x="195220" y="598568"/>
                </a:lnTo>
                <a:lnTo>
                  <a:pt x="196690" y="602719"/>
                </a:lnTo>
                <a:lnTo>
                  <a:pt x="198152" y="606901"/>
                </a:lnTo>
                <a:lnTo>
                  <a:pt x="199590" y="611028"/>
                </a:lnTo>
                <a:lnTo>
                  <a:pt x="201052" y="615179"/>
                </a:lnTo>
                <a:lnTo>
                  <a:pt x="202522" y="619299"/>
                </a:lnTo>
                <a:lnTo>
                  <a:pt x="203952" y="623427"/>
                </a:lnTo>
                <a:lnTo>
                  <a:pt x="206884" y="631666"/>
                </a:lnTo>
                <a:lnTo>
                  <a:pt x="208353" y="635762"/>
                </a:lnTo>
                <a:lnTo>
                  <a:pt x="209784" y="639882"/>
                </a:lnTo>
                <a:lnTo>
                  <a:pt x="211254" y="643978"/>
                </a:lnTo>
                <a:lnTo>
                  <a:pt x="212716" y="648035"/>
                </a:lnTo>
                <a:lnTo>
                  <a:pt x="214154" y="652132"/>
                </a:lnTo>
                <a:lnTo>
                  <a:pt x="218547" y="664311"/>
                </a:lnTo>
                <a:lnTo>
                  <a:pt x="219986" y="668345"/>
                </a:lnTo>
                <a:lnTo>
                  <a:pt x="221455" y="672371"/>
                </a:lnTo>
                <a:lnTo>
                  <a:pt x="222917" y="676435"/>
                </a:lnTo>
                <a:lnTo>
                  <a:pt x="224355" y="680469"/>
                </a:lnTo>
                <a:lnTo>
                  <a:pt x="228749" y="692469"/>
                </a:lnTo>
                <a:lnTo>
                  <a:pt x="230187" y="696463"/>
                </a:lnTo>
                <a:lnTo>
                  <a:pt x="231649" y="700435"/>
                </a:lnTo>
                <a:lnTo>
                  <a:pt x="233118" y="704437"/>
                </a:lnTo>
                <a:lnTo>
                  <a:pt x="234549" y="708408"/>
                </a:lnTo>
                <a:lnTo>
                  <a:pt x="236019" y="712348"/>
                </a:lnTo>
                <a:lnTo>
                  <a:pt x="237481" y="716311"/>
                </a:lnTo>
                <a:lnTo>
                  <a:pt x="238950" y="720251"/>
                </a:lnTo>
                <a:lnTo>
                  <a:pt x="240381" y="724191"/>
                </a:lnTo>
                <a:lnTo>
                  <a:pt x="241850" y="728131"/>
                </a:lnTo>
                <a:lnTo>
                  <a:pt x="243312" y="732040"/>
                </a:lnTo>
                <a:lnTo>
                  <a:pt x="244751" y="735980"/>
                </a:lnTo>
                <a:lnTo>
                  <a:pt x="246213" y="739888"/>
                </a:lnTo>
                <a:lnTo>
                  <a:pt x="247682" y="743766"/>
                </a:lnTo>
                <a:lnTo>
                  <a:pt x="249152" y="747674"/>
                </a:lnTo>
                <a:lnTo>
                  <a:pt x="250582" y="751552"/>
                </a:lnTo>
                <a:lnTo>
                  <a:pt x="252052" y="755429"/>
                </a:lnTo>
                <a:lnTo>
                  <a:pt x="253514" y="759283"/>
                </a:lnTo>
                <a:lnTo>
                  <a:pt x="254952" y="763160"/>
                </a:lnTo>
                <a:lnTo>
                  <a:pt x="257884" y="770852"/>
                </a:lnTo>
                <a:lnTo>
                  <a:pt x="259314" y="774699"/>
                </a:lnTo>
                <a:lnTo>
                  <a:pt x="263715" y="786151"/>
                </a:lnTo>
                <a:lnTo>
                  <a:pt x="265146" y="789934"/>
                </a:lnTo>
                <a:lnTo>
                  <a:pt x="268077" y="797509"/>
                </a:lnTo>
                <a:lnTo>
                  <a:pt x="269516" y="801301"/>
                </a:lnTo>
                <a:lnTo>
                  <a:pt x="270978" y="805053"/>
                </a:lnTo>
                <a:lnTo>
                  <a:pt x="272447" y="808837"/>
                </a:lnTo>
                <a:lnTo>
                  <a:pt x="273909" y="812565"/>
                </a:lnTo>
                <a:lnTo>
                  <a:pt x="275347" y="816318"/>
                </a:lnTo>
                <a:lnTo>
                  <a:pt x="278279" y="823775"/>
                </a:lnTo>
                <a:lnTo>
                  <a:pt x="279717" y="827496"/>
                </a:lnTo>
                <a:lnTo>
                  <a:pt x="281179" y="831225"/>
                </a:lnTo>
                <a:lnTo>
                  <a:pt x="284111" y="838612"/>
                </a:lnTo>
                <a:lnTo>
                  <a:pt x="285549" y="842279"/>
                </a:lnTo>
                <a:lnTo>
                  <a:pt x="287011" y="845969"/>
                </a:lnTo>
                <a:lnTo>
                  <a:pt x="288480" y="849635"/>
                </a:lnTo>
                <a:lnTo>
                  <a:pt x="289911" y="853301"/>
                </a:lnTo>
                <a:lnTo>
                  <a:pt x="294312" y="864198"/>
                </a:lnTo>
                <a:lnTo>
                  <a:pt x="295743" y="867833"/>
                </a:lnTo>
                <a:lnTo>
                  <a:pt x="297212" y="871437"/>
                </a:lnTo>
                <a:lnTo>
                  <a:pt x="298674" y="875072"/>
                </a:lnTo>
                <a:lnTo>
                  <a:pt x="300112" y="878645"/>
                </a:lnTo>
                <a:lnTo>
                  <a:pt x="301582" y="882248"/>
                </a:lnTo>
                <a:lnTo>
                  <a:pt x="304514" y="889393"/>
                </a:lnTo>
                <a:lnTo>
                  <a:pt x="305944" y="892966"/>
                </a:lnTo>
                <a:lnTo>
                  <a:pt x="308876" y="900048"/>
                </a:lnTo>
                <a:lnTo>
                  <a:pt x="310314" y="903590"/>
                </a:lnTo>
                <a:lnTo>
                  <a:pt x="311776" y="907138"/>
                </a:lnTo>
                <a:lnTo>
                  <a:pt x="314707" y="914158"/>
                </a:lnTo>
                <a:lnTo>
                  <a:pt x="316146" y="917668"/>
                </a:lnTo>
                <a:lnTo>
                  <a:pt x="319077" y="924634"/>
                </a:lnTo>
                <a:lnTo>
                  <a:pt x="320508" y="928112"/>
                </a:lnTo>
                <a:lnTo>
                  <a:pt x="323439" y="935015"/>
                </a:lnTo>
                <a:lnTo>
                  <a:pt x="324878" y="938494"/>
                </a:lnTo>
                <a:lnTo>
                  <a:pt x="329279" y="948758"/>
                </a:lnTo>
                <a:lnTo>
                  <a:pt x="330709" y="952174"/>
                </a:lnTo>
                <a:lnTo>
                  <a:pt x="332179" y="955566"/>
                </a:lnTo>
                <a:lnTo>
                  <a:pt x="333641" y="958983"/>
                </a:lnTo>
                <a:lnTo>
                  <a:pt x="335079" y="962344"/>
                </a:lnTo>
                <a:lnTo>
                  <a:pt x="338011" y="969122"/>
                </a:lnTo>
                <a:lnTo>
                  <a:pt x="339472" y="972452"/>
                </a:lnTo>
                <a:lnTo>
                  <a:pt x="340911" y="975813"/>
                </a:lnTo>
                <a:lnTo>
                  <a:pt x="342373" y="979167"/>
                </a:lnTo>
                <a:lnTo>
                  <a:pt x="343842" y="982466"/>
                </a:lnTo>
                <a:lnTo>
                  <a:pt x="345273" y="985796"/>
                </a:lnTo>
                <a:lnTo>
                  <a:pt x="346742" y="989126"/>
                </a:lnTo>
                <a:lnTo>
                  <a:pt x="349674" y="995724"/>
                </a:lnTo>
                <a:lnTo>
                  <a:pt x="351105" y="999023"/>
                </a:lnTo>
                <a:lnTo>
                  <a:pt x="354036" y="1005550"/>
                </a:lnTo>
                <a:lnTo>
                  <a:pt x="355474" y="1008818"/>
                </a:lnTo>
                <a:lnTo>
                  <a:pt x="359875" y="1018534"/>
                </a:lnTo>
                <a:lnTo>
                  <a:pt x="361306" y="1021740"/>
                </a:lnTo>
                <a:lnTo>
                  <a:pt x="362776" y="1024945"/>
                </a:lnTo>
                <a:lnTo>
                  <a:pt x="364238" y="1028181"/>
                </a:lnTo>
                <a:lnTo>
                  <a:pt x="365676" y="1031355"/>
                </a:lnTo>
                <a:lnTo>
                  <a:pt x="367138" y="1034529"/>
                </a:lnTo>
                <a:lnTo>
                  <a:pt x="368607" y="1037741"/>
                </a:lnTo>
                <a:lnTo>
                  <a:pt x="370069" y="1040884"/>
                </a:lnTo>
                <a:lnTo>
                  <a:pt x="371508" y="1044027"/>
                </a:lnTo>
                <a:lnTo>
                  <a:pt x="372969" y="1047208"/>
                </a:lnTo>
                <a:lnTo>
                  <a:pt x="374439" y="1050320"/>
                </a:lnTo>
                <a:lnTo>
                  <a:pt x="375870" y="1053462"/>
                </a:lnTo>
                <a:lnTo>
                  <a:pt x="380271" y="1062811"/>
                </a:lnTo>
                <a:lnTo>
                  <a:pt x="381709" y="1065892"/>
                </a:lnTo>
                <a:lnTo>
                  <a:pt x="384640" y="1072059"/>
                </a:lnTo>
                <a:lnTo>
                  <a:pt x="386071" y="1075116"/>
                </a:lnTo>
                <a:lnTo>
                  <a:pt x="389003" y="1081221"/>
                </a:lnTo>
                <a:lnTo>
                  <a:pt x="390441" y="1084278"/>
                </a:lnTo>
                <a:lnTo>
                  <a:pt x="393372" y="1090321"/>
                </a:lnTo>
                <a:lnTo>
                  <a:pt x="394834" y="1093315"/>
                </a:lnTo>
                <a:lnTo>
                  <a:pt x="396273" y="1096308"/>
                </a:lnTo>
                <a:lnTo>
                  <a:pt x="399204" y="1102289"/>
                </a:lnTo>
                <a:lnTo>
                  <a:pt x="400635" y="1105283"/>
                </a:lnTo>
                <a:lnTo>
                  <a:pt x="403566" y="1111208"/>
                </a:lnTo>
                <a:lnTo>
                  <a:pt x="405036" y="1114140"/>
                </a:lnTo>
                <a:lnTo>
                  <a:pt x="406466" y="1117071"/>
                </a:lnTo>
                <a:lnTo>
                  <a:pt x="409406" y="1122934"/>
                </a:lnTo>
                <a:lnTo>
                  <a:pt x="410836" y="1125834"/>
                </a:lnTo>
                <a:lnTo>
                  <a:pt x="413768" y="1131635"/>
                </a:lnTo>
                <a:lnTo>
                  <a:pt x="415237" y="1134511"/>
                </a:lnTo>
                <a:lnTo>
                  <a:pt x="416668" y="1137380"/>
                </a:lnTo>
                <a:lnTo>
                  <a:pt x="418137" y="1140249"/>
                </a:lnTo>
                <a:lnTo>
                  <a:pt x="419599" y="1143087"/>
                </a:lnTo>
                <a:lnTo>
                  <a:pt x="421038" y="1145956"/>
                </a:lnTo>
                <a:lnTo>
                  <a:pt x="422500" y="1148770"/>
                </a:lnTo>
                <a:lnTo>
                  <a:pt x="425431" y="1154446"/>
                </a:lnTo>
                <a:lnTo>
                  <a:pt x="426869" y="1157228"/>
                </a:lnTo>
                <a:lnTo>
                  <a:pt x="429801" y="1162849"/>
                </a:lnTo>
                <a:lnTo>
                  <a:pt x="431232" y="1165593"/>
                </a:lnTo>
                <a:lnTo>
                  <a:pt x="434163" y="1171151"/>
                </a:lnTo>
                <a:lnTo>
                  <a:pt x="435633" y="1173903"/>
                </a:lnTo>
                <a:lnTo>
                  <a:pt x="437071" y="1176647"/>
                </a:lnTo>
                <a:lnTo>
                  <a:pt x="438533" y="1179398"/>
                </a:lnTo>
                <a:lnTo>
                  <a:pt x="440002" y="1182111"/>
                </a:lnTo>
                <a:lnTo>
                  <a:pt x="441433" y="1184831"/>
                </a:lnTo>
                <a:lnTo>
                  <a:pt x="442903" y="1187552"/>
                </a:lnTo>
                <a:lnTo>
                  <a:pt x="444364" y="1190233"/>
                </a:lnTo>
                <a:lnTo>
                  <a:pt x="445803" y="1192922"/>
                </a:lnTo>
                <a:lnTo>
                  <a:pt x="447265" y="1195611"/>
                </a:lnTo>
                <a:lnTo>
                  <a:pt x="450196" y="1200927"/>
                </a:lnTo>
                <a:lnTo>
                  <a:pt x="451634" y="1203608"/>
                </a:lnTo>
                <a:lnTo>
                  <a:pt x="454566" y="1208862"/>
                </a:lnTo>
                <a:lnTo>
                  <a:pt x="455997" y="1211488"/>
                </a:lnTo>
                <a:lnTo>
                  <a:pt x="457466" y="1214115"/>
                </a:lnTo>
                <a:lnTo>
                  <a:pt x="458928" y="1216710"/>
                </a:lnTo>
                <a:lnTo>
                  <a:pt x="460398" y="1219337"/>
                </a:lnTo>
                <a:lnTo>
                  <a:pt x="461836" y="1221901"/>
                </a:lnTo>
                <a:lnTo>
                  <a:pt x="463298" y="1224496"/>
                </a:lnTo>
                <a:lnTo>
                  <a:pt x="464767" y="1227060"/>
                </a:lnTo>
                <a:lnTo>
                  <a:pt x="466198" y="1229632"/>
                </a:lnTo>
                <a:lnTo>
                  <a:pt x="467668" y="1232196"/>
                </a:lnTo>
                <a:lnTo>
                  <a:pt x="470599" y="1237262"/>
                </a:lnTo>
                <a:lnTo>
                  <a:pt x="472030" y="1239794"/>
                </a:lnTo>
                <a:lnTo>
                  <a:pt x="473499" y="1242335"/>
                </a:lnTo>
                <a:lnTo>
                  <a:pt x="474961" y="1244805"/>
                </a:lnTo>
                <a:lnTo>
                  <a:pt x="476400" y="1247307"/>
                </a:lnTo>
                <a:lnTo>
                  <a:pt x="477861" y="1249816"/>
                </a:lnTo>
                <a:lnTo>
                  <a:pt x="480793" y="1254757"/>
                </a:lnTo>
                <a:lnTo>
                  <a:pt x="482231" y="1257235"/>
                </a:lnTo>
                <a:lnTo>
                  <a:pt x="485163" y="1262120"/>
                </a:lnTo>
                <a:lnTo>
                  <a:pt x="486593" y="1264591"/>
                </a:lnTo>
                <a:lnTo>
                  <a:pt x="490994" y="1271829"/>
                </a:lnTo>
                <a:lnTo>
                  <a:pt x="492433" y="1274245"/>
                </a:lnTo>
                <a:lnTo>
                  <a:pt x="493895" y="1276622"/>
                </a:lnTo>
                <a:lnTo>
                  <a:pt x="495364" y="1279037"/>
                </a:lnTo>
                <a:lnTo>
                  <a:pt x="496795" y="1281390"/>
                </a:lnTo>
                <a:lnTo>
                  <a:pt x="498264" y="1283767"/>
                </a:lnTo>
                <a:lnTo>
                  <a:pt x="501196" y="1288472"/>
                </a:lnTo>
                <a:lnTo>
                  <a:pt x="502627" y="1290794"/>
                </a:lnTo>
                <a:lnTo>
                  <a:pt x="504096" y="1293147"/>
                </a:lnTo>
                <a:lnTo>
                  <a:pt x="505558" y="1295461"/>
                </a:lnTo>
                <a:lnTo>
                  <a:pt x="506996" y="1297783"/>
                </a:lnTo>
                <a:lnTo>
                  <a:pt x="508458" y="1300105"/>
                </a:lnTo>
                <a:lnTo>
                  <a:pt x="509928" y="1302364"/>
                </a:lnTo>
                <a:lnTo>
                  <a:pt x="511358" y="1304654"/>
                </a:lnTo>
                <a:lnTo>
                  <a:pt x="512828" y="1306945"/>
                </a:lnTo>
                <a:lnTo>
                  <a:pt x="514290" y="1309204"/>
                </a:lnTo>
                <a:lnTo>
                  <a:pt x="515759" y="1311494"/>
                </a:lnTo>
                <a:lnTo>
                  <a:pt x="517198" y="1313754"/>
                </a:lnTo>
                <a:lnTo>
                  <a:pt x="520129" y="1318217"/>
                </a:lnTo>
                <a:lnTo>
                  <a:pt x="521560" y="1320445"/>
                </a:lnTo>
                <a:lnTo>
                  <a:pt x="523029" y="1322673"/>
                </a:lnTo>
                <a:lnTo>
                  <a:pt x="524491" y="1324870"/>
                </a:lnTo>
                <a:lnTo>
                  <a:pt x="525961" y="1327098"/>
                </a:lnTo>
                <a:lnTo>
                  <a:pt x="527392" y="1329271"/>
                </a:lnTo>
                <a:lnTo>
                  <a:pt x="528861" y="1331467"/>
                </a:lnTo>
                <a:lnTo>
                  <a:pt x="530323" y="1333633"/>
                </a:lnTo>
                <a:lnTo>
                  <a:pt x="531761" y="1335806"/>
                </a:lnTo>
                <a:lnTo>
                  <a:pt x="534693" y="1340137"/>
                </a:lnTo>
                <a:lnTo>
                  <a:pt x="536155" y="1342247"/>
                </a:lnTo>
                <a:lnTo>
                  <a:pt x="537593" y="1344382"/>
                </a:lnTo>
                <a:lnTo>
                  <a:pt x="539055" y="1346523"/>
                </a:lnTo>
                <a:lnTo>
                  <a:pt x="540525" y="1348626"/>
                </a:lnTo>
                <a:lnTo>
                  <a:pt x="541963" y="1350737"/>
                </a:lnTo>
                <a:lnTo>
                  <a:pt x="544894" y="1354950"/>
                </a:lnTo>
                <a:lnTo>
                  <a:pt x="546356" y="1357022"/>
                </a:lnTo>
                <a:lnTo>
                  <a:pt x="547795" y="1359101"/>
                </a:lnTo>
                <a:lnTo>
                  <a:pt x="549257" y="1361181"/>
                </a:lnTo>
                <a:lnTo>
                  <a:pt x="550726" y="1363221"/>
                </a:lnTo>
                <a:lnTo>
                  <a:pt x="552157" y="1365269"/>
                </a:lnTo>
                <a:lnTo>
                  <a:pt x="555088" y="1369365"/>
                </a:lnTo>
                <a:lnTo>
                  <a:pt x="556558" y="1371375"/>
                </a:lnTo>
                <a:lnTo>
                  <a:pt x="557988" y="1373391"/>
                </a:lnTo>
                <a:lnTo>
                  <a:pt x="560920" y="1377425"/>
                </a:lnTo>
                <a:lnTo>
                  <a:pt x="562358" y="1379411"/>
                </a:lnTo>
                <a:lnTo>
                  <a:pt x="565290" y="1383382"/>
                </a:lnTo>
                <a:lnTo>
                  <a:pt x="566752" y="1385336"/>
                </a:lnTo>
                <a:lnTo>
                  <a:pt x="568190" y="1387290"/>
                </a:lnTo>
                <a:lnTo>
                  <a:pt x="571121" y="1391199"/>
                </a:lnTo>
                <a:lnTo>
                  <a:pt x="572560" y="1393122"/>
                </a:lnTo>
                <a:lnTo>
                  <a:pt x="574022" y="1395076"/>
                </a:lnTo>
                <a:lnTo>
                  <a:pt x="575491" y="1396968"/>
                </a:lnTo>
                <a:lnTo>
                  <a:pt x="576922" y="1398891"/>
                </a:lnTo>
                <a:lnTo>
                  <a:pt x="581323" y="1404567"/>
                </a:lnTo>
                <a:lnTo>
                  <a:pt x="582754" y="1406466"/>
                </a:lnTo>
                <a:lnTo>
                  <a:pt x="585685" y="1410187"/>
                </a:lnTo>
                <a:lnTo>
                  <a:pt x="587123" y="1412048"/>
                </a:lnTo>
                <a:lnTo>
                  <a:pt x="588585" y="1413885"/>
                </a:lnTo>
                <a:lnTo>
                  <a:pt x="590055" y="1415745"/>
                </a:lnTo>
                <a:lnTo>
                  <a:pt x="591517" y="1417575"/>
                </a:lnTo>
                <a:lnTo>
                  <a:pt x="592955" y="1419380"/>
                </a:lnTo>
                <a:lnTo>
                  <a:pt x="594417" y="1421210"/>
                </a:lnTo>
                <a:lnTo>
                  <a:pt x="595886" y="1423015"/>
                </a:lnTo>
                <a:lnTo>
                  <a:pt x="597325" y="1424813"/>
                </a:lnTo>
                <a:lnTo>
                  <a:pt x="600256" y="1428417"/>
                </a:lnTo>
                <a:lnTo>
                  <a:pt x="601718" y="1430160"/>
                </a:lnTo>
                <a:lnTo>
                  <a:pt x="603156" y="1431927"/>
                </a:lnTo>
                <a:lnTo>
                  <a:pt x="606088" y="1435476"/>
                </a:lnTo>
                <a:lnTo>
                  <a:pt x="607519" y="1437212"/>
                </a:lnTo>
                <a:lnTo>
                  <a:pt x="610450" y="1440698"/>
                </a:lnTo>
                <a:lnTo>
                  <a:pt x="611920" y="1442402"/>
                </a:lnTo>
                <a:lnTo>
                  <a:pt x="613350" y="1444114"/>
                </a:lnTo>
                <a:lnTo>
                  <a:pt x="616282" y="1447538"/>
                </a:lnTo>
                <a:lnTo>
                  <a:pt x="617720" y="1449242"/>
                </a:lnTo>
                <a:lnTo>
                  <a:pt x="622113" y="1454284"/>
                </a:lnTo>
                <a:lnTo>
                  <a:pt x="623552" y="1455934"/>
                </a:lnTo>
                <a:lnTo>
                  <a:pt x="626483" y="1459233"/>
                </a:lnTo>
                <a:lnTo>
                  <a:pt x="627922" y="1460882"/>
                </a:lnTo>
                <a:lnTo>
                  <a:pt x="629383" y="1462500"/>
                </a:lnTo>
                <a:lnTo>
                  <a:pt x="630853" y="1464150"/>
                </a:lnTo>
                <a:lnTo>
                  <a:pt x="632284" y="1465768"/>
                </a:lnTo>
                <a:lnTo>
                  <a:pt x="633753" y="1467386"/>
                </a:lnTo>
                <a:lnTo>
                  <a:pt x="635215" y="1468973"/>
                </a:lnTo>
                <a:lnTo>
                  <a:pt x="636685" y="1470591"/>
                </a:lnTo>
                <a:lnTo>
                  <a:pt x="638115" y="1472178"/>
                </a:lnTo>
                <a:lnTo>
                  <a:pt x="639585" y="1473765"/>
                </a:lnTo>
                <a:lnTo>
                  <a:pt x="641047" y="1475321"/>
                </a:lnTo>
                <a:lnTo>
                  <a:pt x="642485" y="1476876"/>
                </a:lnTo>
                <a:lnTo>
                  <a:pt x="643947" y="1478471"/>
                </a:lnTo>
                <a:lnTo>
                  <a:pt x="645417" y="1480027"/>
                </a:lnTo>
                <a:lnTo>
                  <a:pt x="646879" y="1481551"/>
                </a:lnTo>
                <a:lnTo>
                  <a:pt x="648317" y="1483107"/>
                </a:lnTo>
                <a:lnTo>
                  <a:pt x="651248" y="1486163"/>
                </a:lnTo>
                <a:lnTo>
                  <a:pt x="652687" y="1487688"/>
                </a:lnTo>
                <a:lnTo>
                  <a:pt x="655618" y="1490682"/>
                </a:lnTo>
                <a:lnTo>
                  <a:pt x="657080" y="1492206"/>
                </a:lnTo>
                <a:lnTo>
                  <a:pt x="658518" y="1493676"/>
                </a:lnTo>
                <a:lnTo>
                  <a:pt x="659980" y="1495169"/>
                </a:lnTo>
                <a:lnTo>
                  <a:pt x="661450" y="1496638"/>
                </a:lnTo>
                <a:lnTo>
                  <a:pt x="662880" y="1498100"/>
                </a:lnTo>
                <a:lnTo>
                  <a:pt x="665812" y="1501032"/>
                </a:lnTo>
                <a:lnTo>
                  <a:pt x="667281" y="1502470"/>
                </a:lnTo>
                <a:lnTo>
                  <a:pt x="668712" y="1503932"/>
                </a:lnTo>
                <a:lnTo>
                  <a:pt x="670182" y="1505370"/>
                </a:lnTo>
                <a:lnTo>
                  <a:pt x="671644" y="1506777"/>
                </a:lnTo>
                <a:lnTo>
                  <a:pt x="673082" y="1508208"/>
                </a:lnTo>
                <a:lnTo>
                  <a:pt x="674544" y="1509646"/>
                </a:lnTo>
                <a:lnTo>
                  <a:pt x="676013" y="1511053"/>
                </a:lnTo>
                <a:lnTo>
                  <a:pt x="677475" y="1512421"/>
                </a:lnTo>
                <a:lnTo>
                  <a:pt x="678914" y="1513828"/>
                </a:lnTo>
                <a:lnTo>
                  <a:pt x="680383" y="1515236"/>
                </a:lnTo>
                <a:lnTo>
                  <a:pt x="681845" y="1516604"/>
                </a:lnTo>
                <a:lnTo>
                  <a:pt x="683283" y="1517980"/>
                </a:lnTo>
                <a:lnTo>
                  <a:pt x="684745" y="1519355"/>
                </a:lnTo>
                <a:lnTo>
                  <a:pt x="686215" y="1520700"/>
                </a:lnTo>
                <a:lnTo>
                  <a:pt x="687677" y="1522076"/>
                </a:lnTo>
                <a:lnTo>
                  <a:pt x="689115" y="1523420"/>
                </a:lnTo>
                <a:lnTo>
                  <a:pt x="692047" y="1526102"/>
                </a:lnTo>
                <a:lnTo>
                  <a:pt x="693477" y="1527415"/>
                </a:lnTo>
                <a:lnTo>
                  <a:pt x="694947" y="1528728"/>
                </a:lnTo>
                <a:lnTo>
                  <a:pt x="696409" y="1530073"/>
                </a:lnTo>
                <a:lnTo>
                  <a:pt x="697847" y="1531355"/>
                </a:lnTo>
                <a:lnTo>
                  <a:pt x="700778" y="1533981"/>
                </a:lnTo>
                <a:lnTo>
                  <a:pt x="702240" y="1535263"/>
                </a:lnTo>
                <a:lnTo>
                  <a:pt x="703679" y="1536546"/>
                </a:lnTo>
                <a:lnTo>
                  <a:pt x="705148" y="1537828"/>
                </a:lnTo>
                <a:lnTo>
                  <a:pt x="706610" y="1539078"/>
                </a:lnTo>
                <a:lnTo>
                  <a:pt x="708048" y="1540368"/>
                </a:lnTo>
                <a:lnTo>
                  <a:pt x="712442" y="1544120"/>
                </a:lnTo>
                <a:lnTo>
                  <a:pt x="713880" y="1545371"/>
                </a:lnTo>
                <a:lnTo>
                  <a:pt x="716812" y="1547818"/>
                </a:lnTo>
                <a:lnTo>
                  <a:pt x="718242" y="1549037"/>
                </a:lnTo>
                <a:lnTo>
                  <a:pt x="721174" y="1551477"/>
                </a:lnTo>
                <a:lnTo>
                  <a:pt x="722643" y="1552672"/>
                </a:lnTo>
                <a:lnTo>
                  <a:pt x="724074" y="1553861"/>
                </a:lnTo>
                <a:lnTo>
                  <a:pt x="727005" y="1556245"/>
                </a:lnTo>
                <a:lnTo>
                  <a:pt x="728444" y="1557433"/>
                </a:lnTo>
                <a:lnTo>
                  <a:pt x="732837" y="1560912"/>
                </a:lnTo>
                <a:lnTo>
                  <a:pt x="734275" y="1562077"/>
                </a:lnTo>
                <a:lnTo>
                  <a:pt x="735745" y="1563234"/>
                </a:lnTo>
                <a:lnTo>
                  <a:pt x="737207" y="1564367"/>
                </a:lnTo>
                <a:lnTo>
                  <a:pt x="738645" y="1565493"/>
                </a:lnTo>
                <a:lnTo>
                  <a:pt x="740107" y="1566658"/>
                </a:lnTo>
                <a:lnTo>
                  <a:pt x="741577" y="1567752"/>
                </a:lnTo>
                <a:lnTo>
                  <a:pt x="743039" y="1568885"/>
                </a:lnTo>
                <a:lnTo>
                  <a:pt x="744477" y="1570011"/>
                </a:lnTo>
                <a:lnTo>
                  <a:pt x="747408" y="1572216"/>
                </a:lnTo>
                <a:lnTo>
                  <a:pt x="748839" y="1573310"/>
                </a:lnTo>
                <a:lnTo>
                  <a:pt x="750309" y="1574412"/>
                </a:lnTo>
                <a:lnTo>
                  <a:pt x="751771" y="1575483"/>
                </a:lnTo>
                <a:lnTo>
                  <a:pt x="753240" y="1576578"/>
                </a:lnTo>
                <a:lnTo>
                  <a:pt x="754671" y="1577649"/>
                </a:lnTo>
                <a:lnTo>
                  <a:pt x="757602" y="1579783"/>
                </a:lnTo>
                <a:lnTo>
                  <a:pt x="759041" y="1580822"/>
                </a:lnTo>
                <a:lnTo>
                  <a:pt x="760510" y="1581893"/>
                </a:lnTo>
                <a:lnTo>
                  <a:pt x="761972" y="1582933"/>
                </a:lnTo>
                <a:lnTo>
                  <a:pt x="763410" y="1583973"/>
                </a:lnTo>
                <a:lnTo>
                  <a:pt x="766342" y="1586044"/>
                </a:lnTo>
                <a:lnTo>
                  <a:pt x="767803" y="1587053"/>
                </a:lnTo>
                <a:lnTo>
                  <a:pt x="769242" y="1588092"/>
                </a:lnTo>
                <a:lnTo>
                  <a:pt x="772174" y="1590109"/>
                </a:lnTo>
                <a:lnTo>
                  <a:pt x="773604" y="1591118"/>
                </a:lnTo>
                <a:lnTo>
                  <a:pt x="775074" y="1592095"/>
                </a:lnTo>
                <a:lnTo>
                  <a:pt x="776535" y="1593103"/>
                </a:lnTo>
                <a:lnTo>
                  <a:pt x="778005" y="1594080"/>
                </a:lnTo>
                <a:lnTo>
                  <a:pt x="779436" y="1595058"/>
                </a:lnTo>
                <a:lnTo>
                  <a:pt x="782367" y="1597012"/>
                </a:lnTo>
                <a:lnTo>
                  <a:pt x="783805" y="1597989"/>
                </a:lnTo>
                <a:lnTo>
                  <a:pt x="786737" y="1599881"/>
                </a:lnTo>
                <a:lnTo>
                  <a:pt x="788207" y="1600858"/>
                </a:lnTo>
                <a:lnTo>
                  <a:pt x="789637" y="1601773"/>
                </a:lnTo>
                <a:lnTo>
                  <a:pt x="792569" y="1603665"/>
                </a:lnTo>
                <a:lnTo>
                  <a:pt x="794007" y="1604579"/>
                </a:lnTo>
                <a:lnTo>
                  <a:pt x="795469" y="1605525"/>
                </a:lnTo>
                <a:lnTo>
                  <a:pt x="798400" y="1607362"/>
                </a:lnTo>
                <a:lnTo>
                  <a:pt x="799839" y="1608245"/>
                </a:lnTo>
                <a:lnTo>
                  <a:pt x="802770" y="1610082"/>
                </a:lnTo>
                <a:lnTo>
                  <a:pt x="804201" y="1610966"/>
                </a:lnTo>
                <a:lnTo>
                  <a:pt x="808602" y="1613624"/>
                </a:lnTo>
                <a:lnTo>
                  <a:pt x="810040" y="1614507"/>
                </a:lnTo>
                <a:lnTo>
                  <a:pt x="812964" y="1616219"/>
                </a:lnTo>
                <a:lnTo>
                  <a:pt x="814402" y="1617102"/>
                </a:lnTo>
                <a:lnTo>
                  <a:pt x="815872" y="1617923"/>
                </a:lnTo>
                <a:lnTo>
                  <a:pt x="817334" y="1618783"/>
                </a:lnTo>
                <a:lnTo>
                  <a:pt x="818772" y="1619635"/>
                </a:lnTo>
                <a:lnTo>
                  <a:pt x="820234" y="1620495"/>
                </a:lnTo>
                <a:lnTo>
                  <a:pt x="823166" y="1622137"/>
                </a:lnTo>
                <a:lnTo>
                  <a:pt x="824604" y="1622965"/>
                </a:lnTo>
                <a:lnTo>
                  <a:pt x="827536" y="1624615"/>
                </a:lnTo>
                <a:lnTo>
                  <a:pt x="828966" y="1625436"/>
                </a:lnTo>
                <a:lnTo>
                  <a:pt x="830436" y="1626233"/>
                </a:lnTo>
                <a:lnTo>
                  <a:pt x="831898" y="1627054"/>
                </a:lnTo>
                <a:lnTo>
                  <a:pt x="833367" y="1627851"/>
                </a:lnTo>
                <a:lnTo>
                  <a:pt x="834797" y="1628641"/>
                </a:lnTo>
                <a:lnTo>
                  <a:pt x="836268" y="1629438"/>
                </a:lnTo>
                <a:lnTo>
                  <a:pt x="837729" y="1630204"/>
                </a:lnTo>
                <a:lnTo>
                  <a:pt x="839168" y="1630994"/>
                </a:lnTo>
                <a:lnTo>
                  <a:pt x="840637" y="1631791"/>
                </a:lnTo>
                <a:lnTo>
                  <a:pt x="843569" y="1633315"/>
                </a:lnTo>
                <a:lnTo>
                  <a:pt x="844999" y="1634081"/>
                </a:lnTo>
                <a:lnTo>
                  <a:pt x="847930" y="1635606"/>
                </a:lnTo>
                <a:lnTo>
                  <a:pt x="849369" y="1636341"/>
                </a:lnTo>
                <a:lnTo>
                  <a:pt x="850831" y="1637107"/>
                </a:lnTo>
                <a:lnTo>
                  <a:pt x="853762" y="1638569"/>
                </a:lnTo>
                <a:lnTo>
                  <a:pt x="855201" y="1639303"/>
                </a:lnTo>
                <a:lnTo>
                  <a:pt x="858132" y="1640765"/>
                </a:lnTo>
                <a:lnTo>
                  <a:pt x="859563" y="1641469"/>
                </a:lnTo>
                <a:lnTo>
                  <a:pt x="861032" y="1642204"/>
                </a:lnTo>
                <a:lnTo>
                  <a:pt x="863964" y="1643611"/>
                </a:lnTo>
                <a:lnTo>
                  <a:pt x="865402" y="1644306"/>
                </a:lnTo>
                <a:lnTo>
                  <a:pt x="868334" y="1645714"/>
                </a:lnTo>
                <a:lnTo>
                  <a:pt x="869764" y="1646417"/>
                </a:lnTo>
                <a:lnTo>
                  <a:pt x="871234" y="1647089"/>
                </a:lnTo>
                <a:lnTo>
                  <a:pt x="872696" y="1647793"/>
                </a:lnTo>
                <a:lnTo>
                  <a:pt x="874165" y="1648465"/>
                </a:lnTo>
                <a:lnTo>
                  <a:pt x="875596" y="1649137"/>
                </a:lnTo>
                <a:lnTo>
                  <a:pt x="878527" y="1650474"/>
                </a:lnTo>
                <a:lnTo>
                  <a:pt x="879966" y="1651147"/>
                </a:lnTo>
                <a:lnTo>
                  <a:pt x="881428" y="1651788"/>
                </a:lnTo>
                <a:lnTo>
                  <a:pt x="882897" y="1652460"/>
                </a:lnTo>
                <a:lnTo>
                  <a:pt x="884328" y="1653101"/>
                </a:lnTo>
                <a:lnTo>
                  <a:pt x="888729" y="1655032"/>
                </a:lnTo>
                <a:lnTo>
                  <a:pt x="890167" y="1655673"/>
                </a:lnTo>
                <a:lnTo>
                  <a:pt x="893091" y="1656955"/>
                </a:lnTo>
                <a:lnTo>
                  <a:pt x="894529" y="1657564"/>
                </a:lnTo>
                <a:lnTo>
                  <a:pt x="895999" y="1658174"/>
                </a:lnTo>
                <a:lnTo>
                  <a:pt x="897461" y="1658815"/>
                </a:lnTo>
                <a:lnTo>
                  <a:pt x="898931" y="1659425"/>
                </a:lnTo>
                <a:lnTo>
                  <a:pt x="900361" y="1660035"/>
                </a:lnTo>
                <a:lnTo>
                  <a:pt x="901831" y="1660645"/>
                </a:lnTo>
                <a:lnTo>
                  <a:pt x="903293" y="1661223"/>
                </a:lnTo>
                <a:lnTo>
                  <a:pt x="904731" y="1661840"/>
                </a:lnTo>
                <a:lnTo>
                  <a:pt x="906193" y="1662450"/>
                </a:lnTo>
                <a:lnTo>
                  <a:pt x="909124" y="1663607"/>
                </a:lnTo>
                <a:lnTo>
                  <a:pt x="910563" y="1664186"/>
                </a:lnTo>
                <a:lnTo>
                  <a:pt x="913494" y="1665350"/>
                </a:lnTo>
                <a:lnTo>
                  <a:pt x="914924" y="1665929"/>
                </a:lnTo>
                <a:lnTo>
                  <a:pt x="916394" y="1666507"/>
                </a:lnTo>
                <a:lnTo>
                  <a:pt x="917856" y="1667062"/>
                </a:lnTo>
                <a:lnTo>
                  <a:pt x="919326" y="1667641"/>
                </a:lnTo>
                <a:lnTo>
                  <a:pt x="920764" y="1668188"/>
                </a:lnTo>
                <a:lnTo>
                  <a:pt x="923695" y="1669290"/>
                </a:lnTo>
                <a:lnTo>
                  <a:pt x="925126" y="1669838"/>
                </a:lnTo>
                <a:lnTo>
                  <a:pt x="929527" y="1671487"/>
                </a:lnTo>
                <a:lnTo>
                  <a:pt x="930958" y="1672003"/>
                </a:lnTo>
                <a:lnTo>
                  <a:pt x="932427" y="1672558"/>
                </a:lnTo>
                <a:lnTo>
                  <a:pt x="933889" y="1673074"/>
                </a:lnTo>
                <a:lnTo>
                  <a:pt x="935328" y="1673590"/>
                </a:lnTo>
                <a:lnTo>
                  <a:pt x="938259" y="1674630"/>
                </a:lnTo>
                <a:lnTo>
                  <a:pt x="939690" y="1675153"/>
                </a:lnTo>
                <a:lnTo>
                  <a:pt x="942621" y="1676193"/>
                </a:lnTo>
                <a:lnTo>
                  <a:pt x="944091" y="1676678"/>
                </a:lnTo>
                <a:lnTo>
                  <a:pt x="945529" y="1677194"/>
                </a:lnTo>
                <a:lnTo>
                  <a:pt x="946991" y="1677686"/>
                </a:lnTo>
                <a:lnTo>
                  <a:pt x="948461" y="1678202"/>
                </a:lnTo>
                <a:lnTo>
                  <a:pt x="949891" y="1678695"/>
                </a:lnTo>
                <a:lnTo>
                  <a:pt x="954292" y="1680156"/>
                </a:lnTo>
                <a:lnTo>
                  <a:pt x="955723" y="1680618"/>
                </a:lnTo>
                <a:lnTo>
                  <a:pt x="958654" y="1681595"/>
                </a:lnTo>
                <a:lnTo>
                  <a:pt x="960093" y="1682056"/>
                </a:lnTo>
                <a:lnTo>
                  <a:pt x="961555" y="1682541"/>
                </a:lnTo>
                <a:lnTo>
                  <a:pt x="964486" y="1683455"/>
                </a:lnTo>
                <a:lnTo>
                  <a:pt x="965925" y="1683916"/>
                </a:lnTo>
                <a:lnTo>
                  <a:pt x="968856" y="1684831"/>
                </a:lnTo>
                <a:lnTo>
                  <a:pt x="970294" y="1685292"/>
                </a:lnTo>
                <a:lnTo>
                  <a:pt x="971756" y="1685746"/>
                </a:lnTo>
                <a:lnTo>
                  <a:pt x="973218" y="1686176"/>
                </a:lnTo>
                <a:lnTo>
                  <a:pt x="974688" y="1686629"/>
                </a:lnTo>
                <a:lnTo>
                  <a:pt x="976126" y="1687059"/>
                </a:lnTo>
                <a:lnTo>
                  <a:pt x="977588" y="1687489"/>
                </a:lnTo>
                <a:lnTo>
                  <a:pt x="979058" y="1687942"/>
                </a:lnTo>
                <a:lnTo>
                  <a:pt x="980488" y="1688372"/>
                </a:lnTo>
                <a:lnTo>
                  <a:pt x="984889" y="1689654"/>
                </a:lnTo>
                <a:lnTo>
                  <a:pt x="986319" y="1690053"/>
                </a:lnTo>
                <a:lnTo>
                  <a:pt x="989251" y="1690905"/>
                </a:lnTo>
                <a:lnTo>
                  <a:pt x="990689" y="1691304"/>
                </a:lnTo>
                <a:lnTo>
                  <a:pt x="992151" y="1691734"/>
                </a:lnTo>
                <a:lnTo>
                  <a:pt x="995083" y="1692523"/>
                </a:lnTo>
                <a:lnTo>
                  <a:pt x="996521" y="1692922"/>
                </a:lnTo>
                <a:lnTo>
                  <a:pt x="999453" y="1693719"/>
                </a:lnTo>
                <a:lnTo>
                  <a:pt x="1000891" y="1694118"/>
                </a:lnTo>
                <a:lnTo>
                  <a:pt x="1003822" y="1694908"/>
                </a:lnTo>
                <a:lnTo>
                  <a:pt x="1005253" y="1695275"/>
                </a:lnTo>
                <a:lnTo>
                  <a:pt x="1006723" y="1695674"/>
                </a:lnTo>
                <a:lnTo>
                  <a:pt x="1008184" y="1696041"/>
                </a:lnTo>
                <a:lnTo>
                  <a:pt x="1009654" y="1696432"/>
                </a:lnTo>
                <a:lnTo>
                  <a:pt x="1011085" y="1696799"/>
                </a:lnTo>
                <a:lnTo>
                  <a:pt x="1014016" y="1697534"/>
                </a:lnTo>
                <a:lnTo>
                  <a:pt x="1015455" y="1697933"/>
                </a:lnTo>
                <a:lnTo>
                  <a:pt x="1016916" y="1698300"/>
                </a:lnTo>
                <a:lnTo>
                  <a:pt x="1018386" y="1698636"/>
                </a:lnTo>
                <a:lnTo>
                  <a:pt x="1019848" y="1698996"/>
                </a:lnTo>
                <a:lnTo>
                  <a:pt x="1021286" y="1699363"/>
                </a:lnTo>
                <a:lnTo>
                  <a:pt x="1022748" y="1699731"/>
                </a:lnTo>
                <a:lnTo>
                  <a:pt x="1024218" y="1700067"/>
                </a:lnTo>
                <a:lnTo>
                  <a:pt x="1025656" y="1700434"/>
                </a:lnTo>
                <a:lnTo>
                  <a:pt x="1027118" y="1700771"/>
                </a:lnTo>
                <a:lnTo>
                  <a:pt x="1028588" y="1701138"/>
                </a:lnTo>
                <a:lnTo>
                  <a:pt x="1030049" y="1701474"/>
                </a:lnTo>
                <a:lnTo>
                  <a:pt x="1031488" y="1701810"/>
                </a:lnTo>
                <a:lnTo>
                  <a:pt x="1034419" y="1702482"/>
                </a:lnTo>
                <a:lnTo>
                  <a:pt x="1035850" y="1702819"/>
                </a:lnTo>
                <a:lnTo>
                  <a:pt x="1040251" y="1703827"/>
                </a:lnTo>
                <a:lnTo>
                  <a:pt x="1041682" y="1704132"/>
                </a:lnTo>
                <a:lnTo>
                  <a:pt x="1043151" y="1704468"/>
                </a:lnTo>
                <a:lnTo>
                  <a:pt x="1044613" y="1704773"/>
                </a:lnTo>
                <a:lnTo>
                  <a:pt x="1046052" y="1705109"/>
                </a:lnTo>
                <a:lnTo>
                  <a:pt x="1047513" y="1705414"/>
                </a:lnTo>
                <a:lnTo>
                  <a:pt x="1048983" y="1705750"/>
                </a:lnTo>
                <a:lnTo>
                  <a:pt x="1050445" y="1706055"/>
                </a:lnTo>
                <a:lnTo>
                  <a:pt x="1051883" y="1706360"/>
                </a:lnTo>
                <a:lnTo>
                  <a:pt x="1054815" y="1706970"/>
                </a:lnTo>
                <a:lnTo>
                  <a:pt x="1056253" y="1707274"/>
                </a:lnTo>
                <a:lnTo>
                  <a:pt x="1060646" y="1708189"/>
                </a:lnTo>
                <a:lnTo>
                  <a:pt x="1062085" y="1708463"/>
                </a:lnTo>
                <a:lnTo>
                  <a:pt x="1065016" y="1709080"/>
                </a:lnTo>
                <a:lnTo>
                  <a:pt x="1066446" y="1709354"/>
                </a:lnTo>
                <a:lnTo>
                  <a:pt x="1067916" y="1709659"/>
                </a:lnTo>
                <a:lnTo>
                  <a:pt x="1069378" y="1709932"/>
                </a:lnTo>
                <a:lnTo>
                  <a:pt x="1070816" y="1710206"/>
                </a:lnTo>
                <a:lnTo>
                  <a:pt x="1072278" y="1710480"/>
                </a:lnTo>
                <a:lnTo>
                  <a:pt x="1073748" y="1710784"/>
                </a:lnTo>
                <a:lnTo>
                  <a:pt x="1075210" y="1711058"/>
                </a:lnTo>
                <a:lnTo>
                  <a:pt x="1076648" y="1711339"/>
                </a:lnTo>
                <a:lnTo>
                  <a:pt x="1079580" y="1711887"/>
                </a:lnTo>
                <a:lnTo>
                  <a:pt x="1081018" y="1712129"/>
                </a:lnTo>
                <a:lnTo>
                  <a:pt x="1085411" y="1712958"/>
                </a:lnTo>
                <a:lnTo>
                  <a:pt x="1086850" y="1713200"/>
                </a:lnTo>
                <a:lnTo>
                  <a:pt x="1088311" y="1713474"/>
                </a:lnTo>
                <a:lnTo>
                  <a:pt x="1089781" y="1713716"/>
                </a:lnTo>
                <a:lnTo>
                  <a:pt x="1091212" y="1713990"/>
                </a:lnTo>
                <a:lnTo>
                  <a:pt x="1094143" y="1714482"/>
                </a:lnTo>
                <a:lnTo>
                  <a:pt x="1095613" y="1714756"/>
                </a:lnTo>
                <a:lnTo>
                  <a:pt x="1097043" y="1714998"/>
                </a:lnTo>
                <a:lnTo>
                  <a:pt x="1099975" y="1715490"/>
                </a:lnTo>
                <a:lnTo>
                  <a:pt x="1101413" y="1715733"/>
                </a:lnTo>
                <a:lnTo>
                  <a:pt x="1105807" y="1716468"/>
                </a:lnTo>
                <a:lnTo>
                  <a:pt x="1107245" y="1716679"/>
                </a:lnTo>
                <a:lnTo>
                  <a:pt x="1110176" y="1717171"/>
                </a:lnTo>
                <a:lnTo>
                  <a:pt x="1111615" y="1717382"/>
                </a:lnTo>
                <a:lnTo>
                  <a:pt x="1113077" y="1717625"/>
                </a:lnTo>
                <a:lnTo>
                  <a:pt x="1114546" y="1717843"/>
                </a:lnTo>
                <a:lnTo>
                  <a:pt x="1116008" y="1718086"/>
                </a:lnTo>
                <a:lnTo>
                  <a:pt x="1117447" y="1718297"/>
                </a:lnTo>
                <a:lnTo>
                  <a:pt x="1118908" y="1718539"/>
                </a:lnTo>
                <a:lnTo>
                  <a:pt x="1120378" y="1718758"/>
                </a:lnTo>
                <a:lnTo>
                  <a:pt x="1121809" y="1718969"/>
                </a:lnTo>
                <a:lnTo>
                  <a:pt x="1123278" y="1719188"/>
                </a:lnTo>
                <a:lnTo>
                  <a:pt x="1124740" y="1719430"/>
                </a:lnTo>
                <a:lnTo>
                  <a:pt x="1126179" y="1719641"/>
                </a:lnTo>
                <a:lnTo>
                  <a:pt x="1130571" y="1720282"/>
                </a:lnTo>
                <a:lnTo>
                  <a:pt x="1132010" y="1720470"/>
                </a:lnTo>
                <a:lnTo>
                  <a:pt x="1134941" y="1720892"/>
                </a:lnTo>
                <a:lnTo>
                  <a:pt x="1136380" y="1721111"/>
                </a:lnTo>
                <a:lnTo>
                  <a:pt x="1137841" y="1721291"/>
                </a:lnTo>
                <a:lnTo>
                  <a:pt x="1140773" y="1721721"/>
                </a:lnTo>
                <a:lnTo>
                  <a:pt x="1142211" y="1721901"/>
                </a:lnTo>
                <a:lnTo>
                  <a:pt x="1143673" y="1722119"/>
                </a:lnTo>
                <a:lnTo>
                  <a:pt x="1145143" y="1722299"/>
                </a:lnTo>
                <a:lnTo>
                  <a:pt x="1146573" y="1722510"/>
                </a:lnTo>
                <a:lnTo>
                  <a:pt x="1150975" y="1723065"/>
                </a:lnTo>
                <a:lnTo>
                  <a:pt x="1152405" y="1723276"/>
                </a:lnTo>
                <a:lnTo>
                  <a:pt x="1155337" y="1723644"/>
                </a:lnTo>
                <a:lnTo>
                  <a:pt x="1156775" y="1723824"/>
                </a:lnTo>
                <a:lnTo>
                  <a:pt x="1161168" y="1724379"/>
                </a:lnTo>
                <a:lnTo>
                  <a:pt x="1162607" y="1724558"/>
                </a:lnTo>
                <a:lnTo>
                  <a:pt x="1164076" y="1724738"/>
                </a:lnTo>
                <a:lnTo>
                  <a:pt x="1165538" y="1724895"/>
                </a:lnTo>
                <a:lnTo>
                  <a:pt x="1166977" y="1725074"/>
                </a:lnTo>
                <a:lnTo>
                  <a:pt x="1168438" y="1725262"/>
                </a:lnTo>
                <a:lnTo>
                  <a:pt x="1169908" y="1725411"/>
                </a:lnTo>
                <a:lnTo>
                  <a:pt x="1171370" y="1725598"/>
                </a:lnTo>
                <a:lnTo>
                  <a:pt x="1172808" y="1725778"/>
                </a:lnTo>
                <a:lnTo>
                  <a:pt x="1174270" y="1725934"/>
                </a:lnTo>
                <a:lnTo>
                  <a:pt x="1175740" y="1726114"/>
                </a:lnTo>
                <a:lnTo>
                  <a:pt x="1177170" y="1726270"/>
                </a:lnTo>
                <a:lnTo>
                  <a:pt x="1178640" y="1726450"/>
                </a:lnTo>
                <a:lnTo>
                  <a:pt x="1181572" y="1726755"/>
                </a:lnTo>
                <a:lnTo>
                  <a:pt x="1183002" y="1726943"/>
                </a:lnTo>
                <a:lnTo>
                  <a:pt x="1185934" y="1727248"/>
                </a:lnTo>
                <a:lnTo>
                  <a:pt x="1187372" y="1727396"/>
                </a:lnTo>
                <a:lnTo>
                  <a:pt x="1188842" y="1727552"/>
                </a:lnTo>
                <a:lnTo>
                  <a:pt x="1190303" y="1727732"/>
                </a:lnTo>
                <a:lnTo>
                  <a:pt x="1191742" y="1727889"/>
                </a:lnTo>
                <a:lnTo>
                  <a:pt x="1194673" y="1728193"/>
                </a:lnTo>
                <a:lnTo>
                  <a:pt x="1196135" y="1728311"/>
                </a:lnTo>
                <a:lnTo>
                  <a:pt x="1197574" y="1728467"/>
                </a:lnTo>
                <a:lnTo>
                  <a:pt x="1200505" y="1728772"/>
                </a:lnTo>
                <a:lnTo>
                  <a:pt x="1201935" y="1728928"/>
                </a:lnTo>
                <a:lnTo>
                  <a:pt x="1203405" y="1729077"/>
                </a:lnTo>
                <a:lnTo>
                  <a:pt x="1204867" y="1729202"/>
                </a:lnTo>
                <a:lnTo>
                  <a:pt x="1206337" y="1729350"/>
                </a:lnTo>
                <a:lnTo>
                  <a:pt x="1207767" y="1729507"/>
                </a:lnTo>
                <a:lnTo>
                  <a:pt x="1209237" y="1729624"/>
                </a:lnTo>
                <a:lnTo>
                  <a:pt x="1210698" y="1729780"/>
                </a:lnTo>
                <a:lnTo>
                  <a:pt x="1212137" y="1729905"/>
                </a:lnTo>
                <a:lnTo>
                  <a:pt x="1213599" y="1730054"/>
                </a:lnTo>
                <a:lnTo>
                  <a:pt x="1215068" y="1730179"/>
                </a:lnTo>
                <a:lnTo>
                  <a:pt x="1216538" y="1730328"/>
                </a:lnTo>
                <a:lnTo>
                  <a:pt x="1217968" y="1730453"/>
                </a:lnTo>
                <a:lnTo>
                  <a:pt x="1219438" y="1730601"/>
                </a:lnTo>
                <a:lnTo>
                  <a:pt x="1220900" y="1730726"/>
                </a:lnTo>
                <a:lnTo>
                  <a:pt x="1222338" y="1730851"/>
                </a:lnTo>
                <a:lnTo>
                  <a:pt x="1223800" y="1730969"/>
                </a:lnTo>
                <a:lnTo>
                  <a:pt x="1225270" y="1731125"/>
                </a:lnTo>
                <a:lnTo>
                  <a:pt x="1226732" y="1731250"/>
                </a:lnTo>
                <a:lnTo>
                  <a:pt x="1228170" y="1731367"/>
                </a:lnTo>
                <a:lnTo>
                  <a:pt x="1231102" y="1731610"/>
                </a:lnTo>
                <a:lnTo>
                  <a:pt x="1232532" y="1731735"/>
                </a:lnTo>
                <a:lnTo>
                  <a:pt x="1236933" y="1732102"/>
                </a:lnTo>
                <a:lnTo>
                  <a:pt x="1238364" y="1732219"/>
                </a:lnTo>
                <a:lnTo>
                  <a:pt x="1241295" y="1732469"/>
                </a:lnTo>
                <a:lnTo>
                  <a:pt x="1242734" y="1732587"/>
                </a:lnTo>
                <a:lnTo>
                  <a:pt x="1245665" y="1732837"/>
                </a:lnTo>
                <a:lnTo>
                  <a:pt x="1247135" y="1732923"/>
                </a:lnTo>
                <a:lnTo>
                  <a:pt x="1248565" y="1733048"/>
                </a:lnTo>
                <a:lnTo>
                  <a:pt x="1250035" y="1733173"/>
                </a:lnTo>
                <a:lnTo>
                  <a:pt x="1251497" y="1733259"/>
                </a:lnTo>
                <a:lnTo>
                  <a:pt x="1252935" y="1733384"/>
                </a:lnTo>
                <a:lnTo>
                  <a:pt x="1254397" y="1733509"/>
                </a:lnTo>
                <a:lnTo>
                  <a:pt x="1255867" y="1733595"/>
                </a:lnTo>
                <a:lnTo>
                  <a:pt x="1257297" y="1733720"/>
                </a:lnTo>
                <a:lnTo>
                  <a:pt x="1258767" y="1733814"/>
                </a:lnTo>
                <a:lnTo>
                  <a:pt x="1260229" y="1733931"/>
                </a:lnTo>
                <a:lnTo>
                  <a:pt x="1261699" y="1734025"/>
                </a:lnTo>
                <a:lnTo>
                  <a:pt x="1263129" y="1734150"/>
                </a:lnTo>
                <a:lnTo>
                  <a:pt x="1264599" y="1734236"/>
                </a:lnTo>
                <a:lnTo>
                  <a:pt x="1266061" y="1734361"/>
                </a:lnTo>
                <a:lnTo>
                  <a:pt x="1267499" y="1734455"/>
                </a:lnTo>
                <a:lnTo>
                  <a:pt x="1268969" y="1734541"/>
                </a:lnTo>
                <a:lnTo>
                  <a:pt x="1270430" y="1734666"/>
                </a:lnTo>
                <a:lnTo>
                  <a:pt x="1271900" y="1734760"/>
                </a:lnTo>
                <a:lnTo>
                  <a:pt x="1273331" y="1734846"/>
                </a:lnTo>
                <a:lnTo>
                  <a:pt x="1276262" y="1735034"/>
                </a:lnTo>
                <a:lnTo>
                  <a:pt x="1277701" y="1735159"/>
                </a:lnTo>
                <a:lnTo>
                  <a:pt x="1282093" y="1735432"/>
                </a:lnTo>
                <a:lnTo>
                  <a:pt x="1283532" y="1735518"/>
                </a:lnTo>
                <a:lnTo>
                  <a:pt x="1286463" y="1735706"/>
                </a:lnTo>
                <a:lnTo>
                  <a:pt x="1287894" y="1735800"/>
                </a:lnTo>
                <a:lnTo>
                  <a:pt x="1292295" y="1736073"/>
                </a:lnTo>
                <a:lnTo>
                  <a:pt x="1293726" y="1736159"/>
                </a:lnTo>
                <a:lnTo>
                  <a:pt x="1296665" y="1736347"/>
                </a:lnTo>
                <a:lnTo>
                  <a:pt x="1298095" y="1736409"/>
                </a:lnTo>
                <a:lnTo>
                  <a:pt x="1302497" y="1736683"/>
                </a:lnTo>
                <a:lnTo>
                  <a:pt x="1303927" y="1736777"/>
                </a:lnTo>
                <a:lnTo>
                  <a:pt x="1305397" y="1736832"/>
                </a:lnTo>
                <a:lnTo>
                  <a:pt x="1306859" y="1736925"/>
                </a:lnTo>
                <a:lnTo>
                  <a:pt x="1308297" y="1737019"/>
                </a:lnTo>
                <a:lnTo>
                  <a:pt x="1309759" y="1737082"/>
                </a:lnTo>
                <a:lnTo>
                  <a:pt x="1311229" y="1737168"/>
                </a:lnTo>
                <a:lnTo>
                  <a:pt x="1312659" y="1737261"/>
                </a:lnTo>
                <a:lnTo>
                  <a:pt x="1314129" y="1737324"/>
                </a:lnTo>
                <a:lnTo>
                  <a:pt x="1315591" y="1737418"/>
                </a:lnTo>
                <a:lnTo>
                  <a:pt x="1317060" y="1737473"/>
                </a:lnTo>
                <a:lnTo>
                  <a:pt x="1318491" y="1737566"/>
                </a:lnTo>
                <a:lnTo>
                  <a:pt x="1319961" y="1737629"/>
                </a:lnTo>
                <a:lnTo>
                  <a:pt x="1321422" y="1737723"/>
                </a:lnTo>
                <a:lnTo>
                  <a:pt x="1322861" y="1737778"/>
                </a:lnTo>
                <a:lnTo>
                  <a:pt x="1324330" y="1737871"/>
                </a:lnTo>
                <a:lnTo>
                  <a:pt x="1327262" y="1737996"/>
                </a:lnTo>
                <a:lnTo>
                  <a:pt x="1328692" y="1738082"/>
                </a:lnTo>
                <a:lnTo>
                  <a:pt x="1330162" y="1738145"/>
                </a:lnTo>
                <a:lnTo>
                  <a:pt x="1331624" y="1738239"/>
                </a:lnTo>
                <a:lnTo>
                  <a:pt x="1333062" y="1738301"/>
                </a:lnTo>
                <a:lnTo>
                  <a:pt x="1335994" y="1738419"/>
                </a:lnTo>
                <a:lnTo>
                  <a:pt x="1337456" y="1738512"/>
                </a:lnTo>
                <a:lnTo>
                  <a:pt x="1338894" y="1738575"/>
                </a:lnTo>
                <a:lnTo>
                  <a:pt x="1341826" y="1738700"/>
                </a:lnTo>
                <a:lnTo>
                  <a:pt x="1343256" y="1738786"/>
                </a:lnTo>
                <a:lnTo>
                  <a:pt x="1347657" y="1738973"/>
                </a:lnTo>
                <a:lnTo>
                  <a:pt x="1349096" y="1739036"/>
                </a:lnTo>
                <a:lnTo>
                  <a:pt x="1352027" y="1739153"/>
                </a:lnTo>
                <a:lnTo>
                  <a:pt x="1353457" y="1739216"/>
                </a:lnTo>
                <a:lnTo>
                  <a:pt x="1357858" y="1739396"/>
                </a:lnTo>
                <a:lnTo>
                  <a:pt x="1359289" y="1739458"/>
                </a:lnTo>
                <a:lnTo>
                  <a:pt x="1362220" y="1739583"/>
                </a:lnTo>
                <a:lnTo>
                  <a:pt x="1363659" y="1739646"/>
                </a:lnTo>
                <a:lnTo>
                  <a:pt x="1368052" y="1739826"/>
                </a:lnTo>
                <a:lnTo>
                  <a:pt x="1369491" y="1739888"/>
                </a:lnTo>
                <a:lnTo>
                  <a:pt x="1372422" y="1740013"/>
                </a:lnTo>
                <a:lnTo>
                  <a:pt x="1373853" y="1740037"/>
                </a:lnTo>
                <a:lnTo>
                  <a:pt x="1376792" y="1740162"/>
                </a:lnTo>
                <a:lnTo>
                  <a:pt x="1378222" y="1740224"/>
                </a:lnTo>
                <a:lnTo>
                  <a:pt x="1379692" y="1740287"/>
                </a:lnTo>
                <a:lnTo>
                  <a:pt x="1381154" y="1740318"/>
                </a:lnTo>
                <a:lnTo>
                  <a:pt x="1382624" y="1740373"/>
                </a:lnTo>
                <a:lnTo>
                  <a:pt x="1384054" y="1740435"/>
                </a:lnTo>
                <a:lnTo>
                  <a:pt x="1385524" y="1740467"/>
                </a:lnTo>
                <a:lnTo>
                  <a:pt x="1386986" y="1740529"/>
                </a:lnTo>
                <a:lnTo>
                  <a:pt x="1388424" y="1740592"/>
                </a:lnTo>
                <a:lnTo>
                  <a:pt x="1389886" y="1740623"/>
                </a:lnTo>
                <a:lnTo>
                  <a:pt x="1392817" y="1740740"/>
                </a:lnTo>
                <a:lnTo>
                  <a:pt x="1394256" y="1740771"/>
                </a:lnTo>
                <a:lnTo>
                  <a:pt x="1397187" y="1740896"/>
                </a:lnTo>
                <a:lnTo>
                  <a:pt x="1398618" y="1740928"/>
                </a:lnTo>
                <a:lnTo>
                  <a:pt x="1400088" y="1740990"/>
                </a:lnTo>
                <a:lnTo>
                  <a:pt x="1401549" y="1741021"/>
                </a:lnTo>
                <a:lnTo>
                  <a:pt x="1403019" y="1741076"/>
                </a:lnTo>
                <a:lnTo>
                  <a:pt x="1404457" y="1741108"/>
                </a:lnTo>
                <a:lnTo>
                  <a:pt x="1405919" y="1741170"/>
                </a:lnTo>
                <a:lnTo>
                  <a:pt x="1407389" y="1741201"/>
                </a:lnTo>
                <a:lnTo>
                  <a:pt x="1408819" y="1741264"/>
                </a:lnTo>
                <a:lnTo>
                  <a:pt x="1410289" y="1741295"/>
                </a:lnTo>
                <a:lnTo>
                  <a:pt x="1411751" y="1741350"/>
                </a:lnTo>
                <a:lnTo>
                  <a:pt x="1413221" y="1741381"/>
                </a:lnTo>
                <a:lnTo>
                  <a:pt x="1414651" y="1741444"/>
                </a:lnTo>
                <a:lnTo>
                  <a:pt x="1417582" y="1741506"/>
                </a:lnTo>
                <a:lnTo>
                  <a:pt x="1419021" y="1741569"/>
                </a:lnTo>
                <a:lnTo>
                  <a:pt x="1420482" y="1741600"/>
                </a:lnTo>
                <a:lnTo>
                  <a:pt x="1421952" y="1741663"/>
                </a:lnTo>
                <a:lnTo>
                  <a:pt x="1423414" y="1741686"/>
                </a:lnTo>
                <a:lnTo>
                  <a:pt x="1424852" y="1741717"/>
                </a:lnTo>
                <a:lnTo>
                  <a:pt x="1426314" y="1741780"/>
                </a:lnTo>
                <a:lnTo>
                  <a:pt x="1427784" y="1741811"/>
                </a:lnTo>
                <a:lnTo>
                  <a:pt x="1429222" y="1741842"/>
                </a:lnTo>
                <a:lnTo>
                  <a:pt x="1430684" y="1741874"/>
                </a:lnTo>
                <a:lnTo>
                  <a:pt x="1432154" y="1741936"/>
                </a:lnTo>
                <a:lnTo>
                  <a:pt x="1433615" y="1741967"/>
                </a:lnTo>
                <a:lnTo>
                  <a:pt x="1435054" y="1741991"/>
                </a:lnTo>
                <a:lnTo>
                  <a:pt x="1436516" y="1742054"/>
                </a:lnTo>
                <a:lnTo>
                  <a:pt x="1437985" y="1742085"/>
                </a:lnTo>
                <a:lnTo>
                  <a:pt x="1439416" y="1742116"/>
                </a:lnTo>
                <a:lnTo>
                  <a:pt x="1442347" y="1742179"/>
                </a:lnTo>
                <a:lnTo>
                  <a:pt x="1443786" y="1742241"/>
                </a:lnTo>
                <a:lnTo>
                  <a:pt x="1448179" y="1742327"/>
                </a:lnTo>
                <a:lnTo>
                  <a:pt x="1449618" y="1742358"/>
                </a:lnTo>
                <a:lnTo>
                  <a:pt x="1451079" y="1742390"/>
                </a:lnTo>
                <a:lnTo>
                  <a:pt x="1452549" y="1742452"/>
                </a:lnTo>
                <a:lnTo>
                  <a:pt x="1453980" y="1742483"/>
                </a:lnTo>
                <a:lnTo>
                  <a:pt x="1458381" y="1742577"/>
                </a:lnTo>
                <a:lnTo>
                  <a:pt x="1459819" y="1742608"/>
                </a:lnTo>
                <a:lnTo>
                  <a:pt x="1462751" y="1742663"/>
                </a:lnTo>
                <a:lnTo>
                  <a:pt x="1464181" y="1742695"/>
                </a:lnTo>
                <a:lnTo>
                  <a:pt x="1468582" y="1742788"/>
                </a:lnTo>
                <a:lnTo>
                  <a:pt x="1470013" y="1742820"/>
                </a:lnTo>
                <a:lnTo>
                  <a:pt x="1472944" y="1742882"/>
                </a:lnTo>
                <a:lnTo>
                  <a:pt x="1474383" y="1742913"/>
                </a:lnTo>
                <a:lnTo>
                  <a:pt x="1478776" y="1742999"/>
                </a:lnTo>
                <a:lnTo>
                  <a:pt x="1480215" y="1743031"/>
                </a:lnTo>
                <a:lnTo>
                  <a:pt x="1483146" y="1743093"/>
                </a:lnTo>
                <a:lnTo>
                  <a:pt x="1484584" y="1743124"/>
                </a:lnTo>
                <a:lnTo>
                  <a:pt x="1488978" y="1743218"/>
                </a:lnTo>
                <a:lnTo>
                  <a:pt x="1490416" y="1743249"/>
                </a:lnTo>
                <a:lnTo>
                  <a:pt x="1491877" y="1743281"/>
                </a:lnTo>
                <a:lnTo>
                  <a:pt x="1493348" y="1743281"/>
                </a:lnTo>
                <a:lnTo>
                  <a:pt x="1494778" y="1743304"/>
                </a:lnTo>
                <a:lnTo>
                  <a:pt x="1497709" y="1743367"/>
                </a:lnTo>
                <a:lnTo>
                  <a:pt x="1499148" y="1743398"/>
                </a:lnTo>
                <a:lnTo>
                  <a:pt x="1502079" y="1743461"/>
                </a:lnTo>
                <a:lnTo>
                  <a:pt x="1503541" y="1743461"/>
                </a:lnTo>
                <a:lnTo>
                  <a:pt x="1504979" y="1743492"/>
                </a:lnTo>
                <a:lnTo>
                  <a:pt x="1507911" y="1743554"/>
                </a:lnTo>
                <a:lnTo>
                  <a:pt x="1509349" y="1743586"/>
                </a:lnTo>
                <a:lnTo>
                  <a:pt x="1510811" y="1743586"/>
                </a:lnTo>
                <a:lnTo>
                  <a:pt x="1513742" y="1743640"/>
                </a:lnTo>
                <a:lnTo>
                  <a:pt x="1515181" y="1743672"/>
                </a:lnTo>
                <a:lnTo>
                  <a:pt x="1516643" y="1743672"/>
                </a:lnTo>
                <a:lnTo>
                  <a:pt x="1518112" y="1743703"/>
                </a:lnTo>
                <a:lnTo>
                  <a:pt x="1519543" y="1743734"/>
                </a:lnTo>
                <a:lnTo>
                  <a:pt x="1521013" y="1743765"/>
                </a:lnTo>
                <a:lnTo>
                  <a:pt x="1522474" y="1743765"/>
                </a:lnTo>
                <a:lnTo>
                  <a:pt x="1523944" y="1743797"/>
                </a:lnTo>
                <a:lnTo>
                  <a:pt x="1525375" y="1743828"/>
                </a:lnTo>
                <a:lnTo>
                  <a:pt x="1526844" y="1743859"/>
                </a:lnTo>
                <a:lnTo>
                  <a:pt x="1528306" y="1743859"/>
                </a:lnTo>
                <a:lnTo>
                  <a:pt x="1529745" y="1743890"/>
                </a:lnTo>
                <a:lnTo>
                  <a:pt x="1531206" y="1743922"/>
                </a:lnTo>
                <a:lnTo>
                  <a:pt x="1532676" y="1743922"/>
                </a:lnTo>
                <a:lnTo>
                  <a:pt x="1534138" y="1743945"/>
                </a:lnTo>
                <a:lnTo>
                  <a:pt x="1535576" y="1743977"/>
                </a:lnTo>
                <a:lnTo>
                  <a:pt x="1537046" y="1743977"/>
                </a:lnTo>
                <a:lnTo>
                  <a:pt x="1538508" y="1744008"/>
                </a:lnTo>
                <a:lnTo>
                  <a:pt x="1539946" y="1744039"/>
                </a:lnTo>
                <a:lnTo>
                  <a:pt x="1541408" y="1744039"/>
                </a:lnTo>
                <a:lnTo>
                  <a:pt x="1544339" y="1744102"/>
                </a:lnTo>
                <a:lnTo>
                  <a:pt x="1545778" y="1744102"/>
                </a:lnTo>
                <a:lnTo>
                  <a:pt x="1547240" y="1744133"/>
                </a:lnTo>
                <a:lnTo>
                  <a:pt x="1548709" y="1744133"/>
                </a:lnTo>
                <a:lnTo>
                  <a:pt x="1550140" y="1744164"/>
                </a:lnTo>
                <a:lnTo>
                  <a:pt x="1551610" y="1744195"/>
                </a:lnTo>
                <a:lnTo>
                  <a:pt x="1553071" y="1744195"/>
                </a:lnTo>
                <a:lnTo>
                  <a:pt x="1554541" y="1744227"/>
                </a:lnTo>
                <a:lnTo>
                  <a:pt x="1555972" y="1744227"/>
                </a:lnTo>
                <a:lnTo>
                  <a:pt x="1558903" y="1744281"/>
                </a:lnTo>
                <a:lnTo>
                  <a:pt x="1560342" y="1744281"/>
                </a:lnTo>
                <a:lnTo>
                  <a:pt x="1561803" y="1744313"/>
                </a:lnTo>
                <a:lnTo>
                  <a:pt x="1563273" y="1744313"/>
                </a:lnTo>
                <a:lnTo>
                  <a:pt x="1564711" y="1744344"/>
                </a:lnTo>
                <a:lnTo>
                  <a:pt x="1566173" y="1744344"/>
                </a:lnTo>
                <a:lnTo>
                  <a:pt x="1567643" y="1744375"/>
                </a:lnTo>
                <a:lnTo>
                  <a:pt x="1569104" y="1744375"/>
                </a:lnTo>
                <a:lnTo>
                  <a:pt x="1570543" y="1744406"/>
                </a:lnTo>
                <a:lnTo>
                  <a:pt x="1572004" y="1744406"/>
                </a:lnTo>
                <a:lnTo>
                  <a:pt x="1573474" y="1744438"/>
                </a:lnTo>
                <a:lnTo>
                  <a:pt x="1574905" y="1744438"/>
                </a:lnTo>
                <a:lnTo>
                  <a:pt x="1576374" y="1744469"/>
                </a:lnTo>
                <a:lnTo>
                  <a:pt x="1577836" y="1744469"/>
                </a:lnTo>
                <a:lnTo>
                  <a:pt x="1579306" y="1744500"/>
                </a:lnTo>
                <a:lnTo>
                  <a:pt x="1580736" y="1744500"/>
                </a:lnTo>
                <a:lnTo>
                  <a:pt x="1582206" y="1744531"/>
                </a:lnTo>
                <a:lnTo>
                  <a:pt x="1583668" y="1744531"/>
                </a:lnTo>
                <a:lnTo>
                  <a:pt x="1585106" y="1744563"/>
                </a:lnTo>
                <a:lnTo>
                  <a:pt x="1586568" y="1744563"/>
                </a:lnTo>
                <a:lnTo>
                  <a:pt x="1588038" y="1744594"/>
                </a:lnTo>
                <a:lnTo>
                  <a:pt x="1589500" y="1744594"/>
                </a:lnTo>
                <a:lnTo>
                  <a:pt x="1590938" y="1744618"/>
                </a:lnTo>
                <a:lnTo>
                  <a:pt x="1592408" y="1744618"/>
                </a:lnTo>
                <a:lnTo>
                  <a:pt x="1593869" y="1744649"/>
                </a:lnTo>
                <a:lnTo>
                  <a:pt x="1595308" y="1744649"/>
                </a:lnTo>
                <a:lnTo>
                  <a:pt x="1596770" y="1744680"/>
                </a:lnTo>
                <a:lnTo>
                  <a:pt x="1598239" y="1744680"/>
                </a:lnTo>
                <a:lnTo>
                  <a:pt x="1599701" y="1744711"/>
                </a:lnTo>
                <a:lnTo>
                  <a:pt x="1602601" y="1744711"/>
                </a:lnTo>
                <a:lnTo>
                  <a:pt x="1604071" y="1744743"/>
                </a:lnTo>
                <a:lnTo>
                  <a:pt x="1605502" y="1744743"/>
                </a:lnTo>
                <a:lnTo>
                  <a:pt x="1606971" y="1744774"/>
                </a:lnTo>
                <a:lnTo>
                  <a:pt x="1609903" y="1744774"/>
                </a:lnTo>
                <a:lnTo>
                  <a:pt x="1611333" y="1744805"/>
                </a:lnTo>
                <a:lnTo>
                  <a:pt x="1612803" y="1744805"/>
                </a:lnTo>
                <a:lnTo>
                  <a:pt x="1614265" y="1744836"/>
                </a:lnTo>
                <a:lnTo>
                  <a:pt x="1617173" y="1744836"/>
                </a:lnTo>
                <a:lnTo>
                  <a:pt x="1618635" y="1744868"/>
                </a:lnTo>
                <a:lnTo>
                  <a:pt x="1620073" y="1744868"/>
                </a:lnTo>
                <a:lnTo>
                  <a:pt x="1621535" y="1744899"/>
                </a:lnTo>
                <a:lnTo>
                  <a:pt x="1624466" y="1744899"/>
                </a:lnTo>
                <a:lnTo>
                  <a:pt x="1625905" y="1744930"/>
                </a:lnTo>
                <a:lnTo>
                  <a:pt x="1628836" y="1744930"/>
                </a:lnTo>
                <a:lnTo>
                  <a:pt x="1630267" y="1744954"/>
                </a:lnTo>
                <a:lnTo>
                  <a:pt x="1633198" y="1744954"/>
                </a:lnTo>
                <a:lnTo>
                  <a:pt x="1634668" y="1744985"/>
                </a:lnTo>
                <a:lnTo>
                  <a:pt x="1636098" y="1744985"/>
                </a:lnTo>
                <a:lnTo>
                  <a:pt x="1637568" y="1745962"/>
                </a:lnTo>
                <a:lnTo>
                  <a:pt x="0" y="1745962"/>
                </a:lnTo>
                <a:close/>
              </a:path>
            </a:pathLst>
          </a:custGeom>
          <a:solidFill>
            <a:schemeClr val="bg2">
              <a:lumMod val="90000"/>
              <a:alpha val="60000"/>
            </a:schemeClr>
          </a:solidFill>
          <a:ln w="7808" cap="flat">
            <a:noFill/>
            <a:prstDash val="solid"/>
            <a:miter/>
          </a:ln>
        </p:spPr>
        <p:txBody>
          <a:bodyPr rtlCol="0" anchor="ctr"/>
          <a:lstStyle/>
          <a:p>
            <a:endParaRPr lang="en-GB" noProof="0"/>
          </a:p>
        </p:txBody>
      </p:sp>
      <p:grpSp>
        <p:nvGrpSpPr>
          <p:cNvPr id="355" name="Group 354" descr="\documentclass{article}&#10;\usepackage{amsmath}&#10;\pagestyle{empty}&#10;\begin{document}&#10;&#10;\[&#10;\mu_1 - \beta^Tx&#10;\]&#10;&#10;\end{document}" title="IguanaTex Shape Display">
            <a:extLst>
              <a:ext uri="{FF2B5EF4-FFF2-40B4-BE49-F238E27FC236}">
                <a16:creationId xmlns:a16="http://schemas.microsoft.com/office/drawing/2014/main" id="{109D1B94-14A6-8AB5-EDE3-BDFC09DB3692}"/>
              </a:ext>
            </a:extLst>
          </p:cNvPr>
          <p:cNvGrpSpPr>
            <a:grpSpLocks noChangeAspect="1"/>
          </p:cNvGrpSpPr>
          <p:nvPr>
            <p:custDataLst>
              <p:tags r:id="rId1"/>
            </p:custDataLst>
          </p:nvPr>
        </p:nvGrpSpPr>
        <p:grpSpPr>
          <a:xfrm>
            <a:off x="4729835" y="5948095"/>
            <a:ext cx="614082" cy="162735"/>
            <a:chOff x="13739750" y="2207302"/>
            <a:chExt cx="939221" cy="248899"/>
          </a:xfrm>
          <a:solidFill>
            <a:schemeClr val="tx1"/>
          </a:solidFill>
        </p:grpSpPr>
        <p:sp>
          <p:nvSpPr>
            <p:cNvPr id="349" name="Freeform: Shape 348">
              <a:extLst>
                <a:ext uri="{FF2B5EF4-FFF2-40B4-BE49-F238E27FC236}">
                  <a16:creationId xmlns:a16="http://schemas.microsoft.com/office/drawing/2014/main" id="{F0EDA746-75EF-8534-B761-09F62145838E}"/>
                </a:ext>
              </a:extLst>
            </p:cNvPr>
            <p:cNvSpPr/>
            <p:nvPr>
              <p:custDataLst>
                <p:tags r:id="rId30"/>
              </p:custDataLst>
            </p:nvPr>
          </p:nvSpPr>
          <p:spPr>
            <a:xfrm>
              <a:off x="13739750" y="2307597"/>
              <a:ext cx="126670" cy="148604"/>
            </a:xfrm>
            <a:custGeom>
              <a:avLst/>
              <a:gdLst>
                <a:gd name="connsiteX0" fmla="*/ 47189 w 126670"/>
                <a:gd name="connsiteY0" fmla="*/ 20626 h 148604"/>
                <a:gd name="connsiteX1" fmla="*/ 50695 w 126670"/>
                <a:gd name="connsiteY1" fmla="*/ 6172 h 148604"/>
                <a:gd name="connsiteX2" fmla="*/ 43917 w 126670"/>
                <a:gd name="connsiteY2" fmla="*/ 75 h 148604"/>
                <a:gd name="connsiteX3" fmla="*/ 34569 w 126670"/>
                <a:gd name="connsiteY3" fmla="*/ 8205 h 148604"/>
                <a:gd name="connsiteX4" fmla="*/ 914 w 126670"/>
                <a:gd name="connsiteY4" fmla="*/ 138968 h 148604"/>
                <a:gd name="connsiteX5" fmla="*/ 213 w 126670"/>
                <a:gd name="connsiteY5" fmla="*/ 142581 h 148604"/>
                <a:gd name="connsiteX6" fmla="*/ 6757 w 126670"/>
                <a:gd name="connsiteY6" fmla="*/ 148679 h 148604"/>
                <a:gd name="connsiteX7" fmla="*/ 14937 w 126670"/>
                <a:gd name="connsiteY7" fmla="*/ 143936 h 148604"/>
                <a:gd name="connsiteX8" fmla="*/ 27791 w 126670"/>
                <a:gd name="connsiteY8" fmla="*/ 95380 h 148604"/>
                <a:gd name="connsiteX9" fmla="*/ 50461 w 126670"/>
                <a:gd name="connsiteY9" fmla="*/ 102381 h 148604"/>
                <a:gd name="connsiteX10" fmla="*/ 81544 w 126670"/>
                <a:gd name="connsiteY10" fmla="*/ 85895 h 148604"/>
                <a:gd name="connsiteX11" fmla="*/ 102578 w 126670"/>
                <a:gd name="connsiteY11" fmla="*/ 102381 h 148604"/>
                <a:gd name="connsiteX12" fmla="*/ 119873 w 126670"/>
                <a:gd name="connsiteY12" fmla="*/ 89960 h 148604"/>
                <a:gd name="connsiteX13" fmla="*/ 126884 w 126670"/>
                <a:gd name="connsiteY13" fmla="*/ 67602 h 148604"/>
                <a:gd name="connsiteX14" fmla="*/ 124080 w 126670"/>
                <a:gd name="connsiteY14" fmla="*/ 65343 h 148604"/>
                <a:gd name="connsiteX15" fmla="*/ 120808 w 126670"/>
                <a:gd name="connsiteY15" fmla="*/ 69408 h 148604"/>
                <a:gd name="connsiteX16" fmla="*/ 103046 w 126670"/>
                <a:gd name="connsiteY16" fmla="*/ 97413 h 148604"/>
                <a:gd name="connsiteX17" fmla="*/ 96034 w 126670"/>
                <a:gd name="connsiteY17" fmla="*/ 87024 h 148604"/>
                <a:gd name="connsiteX18" fmla="*/ 100709 w 126670"/>
                <a:gd name="connsiteY18" fmla="*/ 63536 h 148604"/>
                <a:gd name="connsiteX19" fmla="*/ 107252 w 126670"/>
                <a:gd name="connsiteY19" fmla="*/ 39145 h 148604"/>
                <a:gd name="connsiteX20" fmla="*/ 111226 w 126670"/>
                <a:gd name="connsiteY20" fmla="*/ 23788 h 148604"/>
                <a:gd name="connsiteX21" fmla="*/ 114731 w 126670"/>
                <a:gd name="connsiteY21" fmla="*/ 8657 h 148604"/>
                <a:gd name="connsiteX22" fmla="*/ 107954 w 126670"/>
                <a:gd name="connsiteY22" fmla="*/ 2559 h 148604"/>
                <a:gd name="connsiteX23" fmla="*/ 98839 w 126670"/>
                <a:gd name="connsiteY23" fmla="*/ 10463 h 148604"/>
                <a:gd name="connsiteX24" fmla="*/ 87855 w 126670"/>
                <a:gd name="connsiteY24" fmla="*/ 52696 h 148604"/>
                <a:gd name="connsiteX25" fmla="*/ 81778 w 126670"/>
                <a:gd name="connsiteY25" fmla="*/ 75732 h 148604"/>
                <a:gd name="connsiteX26" fmla="*/ 51396 w 126670"/>
                <a:gd name="connsiteY26" fmla="*/ 97413 h 148604"/>
                <a:gd name="connsiteX27" fmla="*/ 34101 w 126670"/>
                <a:gd name="connsiteY27" fmla="*/ 77764 h 148604"/>
                <a:gd name="connsiteX28" fmla="*/ 37373 w 126670"/>
                <a:gd name="connsiteY28" fmla="*/ 58568 h 148604"/>
                <a:gd name="connsiteX29" fmla="*/ 47189 w 126670"/>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70" h="148604">
                  <a:moveTo>
                    <a:pt x="47189" y="20626"/>
                  </a:moveTo>
                  <a:cubicBezTo>
                    <a:pt x="48358" y="15884"/>
                    <a:pt x="50695" y="7302"/>
                    <a:pt x="50695" y="6172"/>
                  </a:cubicBezTo>
                  <a:cubicBezTo>
                    <a:pt x="50695" y="2333"/>
                    <a:pt x="47890" y="75"/>
                    <a:pt x="43917" y="75"/>
                  </a:cubicBezTo>
                  <a:cubicBezTo>
                    <a:pt x="43216" y="75"/>
                    <a:pt x="36672" y="301"/>
                    <a:pt x="34569" y="8205"/>
                  </a:cubicBezTo>
                  <a:lnTo>
                    <a:pt x="914" y="138968"/>
                  </a:lnTo>
                  <a:cubicBezTo>
                    <a:pt x="213" y="141678"/>
                    <a:pt x="213" y="142129"/>
                    <a:pt x="213" y="142581"/>
                  </a:cubicBezTo>
                  <a:cubicBezTo>
                    <a:pt x="213" y="145969"/>
                    <a:pt x="2784" y="148679"/>
                    <a:pt x="6757" y="148679"/>
                  </a:cubicBezTo>
                  <a:cubicBezTo>
                    <a:pt x="11665" y="148679"/>
                    <a:pt x="14470" y="144614"/>
                    <a:pt x="14937" y="143936"/>
                  </a:cubicBezTo>
                  <a:cubicBezTo>
                    <a:pt x="15872" y="141904"/>
                    <a:pt x="18910" y="130160"/>
                    <a:pt x="27791" y="95380"/>
                  </a:cubicBezTo>
                  <a:cubicBezTo>
                    <a:pt x="35270" y="101478"/>
                    <a:pt x="45787" y="102381"/>
                    <a:pt x="50461" y="102381"/>
                  </a:cubicBezTo>
                  <a:cubicBezTo>
                    <a:pt x="66821" y="102381"/>
                    <a:pt x="75935" y="92218"/>
                    <a:pt x="81544" y="85895"/>
                  </a:cubicBezTo>
                  <a:cubicBezTo>
                    <a:pt x="83648" y="96058"/>
                    <a:pt x="92295" y="102381"/>
                    <a:pt x="102578" y="102381"/>
                  </a:cubicBezTo>
                  <a:cubicBezTo>
                    <a:pt x="110758" y="102381"/>
                    <a:pt x="116133" y="97187"/>
                    <a:pt x="119873" y="89960"/>
                  </a:cubicBezTo>
                  <a:cubicBezTo>
                    <a:pt x="123846" y="81830"/>
                    <a:pt x="126884" y="68053"/>
                    <a:pt x="126884" y="67602"/>
                  </a:cubicBezTo>
                  <a:cubicBezTo>
                    <a:pt x="126884" y="65343"/>
                    <a:pt x="124781" y="65343"/>
                    <a:pt x="124080" y="65343"/>
                  </a:cubicBezTo>
                  <a:cubicBezTo>
                    <a:pt x="121743" y="65343"/>
                    <a:pt x="121509" y="66246"/>
                    <a:pt x="120808" y="69408"/>
                  </a:cubicBezTo>
                  <a:cubicBezTo>
                    <a:pt x="116835" y="84088"/>
                    <a:pt x="112628" y="97413"/>
                    <a:pt x="103046" y="97413"/>
                  </a:cubicBezTo>
                  <a:cubicBezTo>
                    <a:pt x="96736" y="97413"/>
                    <a:pt x="96034" y="91541"/>
                    <a:pt x="96034" y="87024"/>
                  </a:cubicBezTo>
                  <a:cubicBezTo>
                    <a:pt x="96034" y="82055"/>
                    <a:pt x="98839" y="71441"/>
                    <a:pt x="100709" y="63536"/>
                  </a:cubicBezTo>
                  <a:lnTo>
                    <a:pt x="107252" y="39145"/>
                  </a:lnTo>
                  <a:cubicBezTo>
                    <a:pt x="107954" y="35758"/>
                    <a:pt x="110291" y="27176"/>
                    <a:pt x="111226" y="23788"/>
                  </a:cubicBezTo>
                  <a:cubicBezTo>
                    <a:pt x="112394" y="18594"/>
                    <a:pt x="114731" y="10012"/>
                    <a:pt x="114731" y="8657"/>
                  </a:cubicBezTo>
                  <a:cubicBezTo>
                    <a:pt x="114731" y="4592"/>
                    <a:pt x="111459" y="2559"/>
                    <a:pt x="107954" y="2559"/>
                  </a:cubicBezTo>
                  <a:cubicBezTo>
                    <a:pt x="106785" y="2559"/>
                    <a:pt x="100709" y="2785"/>
                    <a:pt x="98839" y="10463"/>
                  </a:cubicBezTo>
                  <a:lnTo>
                    <a:pt x="87855" y="52696"/>
                  </a:lnTo>
                  <a:cubicBezTo>
                    <a:pt x="85050" y="63988"/>
                    <a:pt x="82479" y="73473"/>
                    <a:pt x="81778" y="75732"/>
                  </a:cubicBezTo>
                  <a:cubicBezTo>
                    <a:pt x="81544" y="76861"/>
                    <a:pt x="70326" y="97413"/>
                    <a:pt x="51396" y="97413"/>
                  </a:cubicBezTo>
                  <a:cubicBezTo>
                    <a:pt x="39710" y="97413"/>
                    <a:pt x="34101" y="89960"/>
                    <a:pt x="34101" y="77764"/>
                  </a:cubicBezTo>
                  <a:cubicBezTo>
                    <a:pt x="34101" y="71215"/>
                    <a:pt x="35737" y="64891"/>
                    <a:pt x="37373" y="58568"/>
                  </a:cubicBezTo>
                  <a:lnTo>
                    <a:pt x="47189" y="20626"/>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0" name="Freeform: Shape 349">
              <a:extLst>
                <a:ext uri="{FF2B5EF4-FFF2-40B4-BE49-F238E27FC236}">
                  <a16:creationId xmlns:a16="http://schemas.microsoft.com/office/drawing/2014/main" id="{728B0016-9EBA-0F05-FE7C-015C29DEB312}"/>
                </a:ext>
              </a:extLst>
            </p:cNvPr>
            <p:cNvSpPr/>
            <p:nvPr>
              <p:custDataLst>
                <p:tags r:id="rId31"/>
              </p:custDataLst>
            </p:nvPr>
          </p:nvSpPr>
          <p:spPr>
            <a:xfrm>
              <a:off x="13891393" y="2336323"/>
              <a:ext cx="59549" cy="104971"/>
            </a:xfrm>
            <a:custGeom>
              <a:avLst/>
              <a:gdLst>
                <a:gd name="connsiteX0" fmla="*/ 37192 w 59549"/>
                <a:gd name="connsiteY0" fmla="*/ 4503 h 104971"/>
                <a:gd name="connsiteX1" fmla="*/ 32284 w 59549"/>
                <a:gd name="connsiteY1" fmla="*/ 76 h 104971"/>
                <a:gd name="connsiteX2" fmla="*/ 219 w 59549"/>
                <a:gd name="connsiteY2" fmla="*/ 10194 h 104971"/>
                <a:gd name="connsiteX3" fmla="*/ 219 w 59549"/>
                <a:gd name="connsiteY3" fmla="*/ 15885 h 104971"/>
                <a:gd name="connsiteX4" fmla="*/ 23941 w 59549"/>
                <a:gd name="connsiteY4" fmla="*/ 11459 h 104971"/>
                <a:gd name="connsiteX5" fmla="*/ 23941 w 59549"/>
                <a:gd name="connsiteY5" fmla="*/ 92084 h 104971"/>
                <a:gd name="connsiteX6" fmla="*/ 7581 w 59549"/>
                <a:gd name="connsiteY6" fmla="*/ 99356 h 104971"/>
                <a:gd name="connsiteX7" fmla="*/ 1364 w 59549"/>
                <a:gd name="connsiteY7" fmla="*/ 99356 h 104971"/>
                <a:gd name="connsiteX8" fmla="*/ 1364 w 59549"/>
                <a:gd name="connsiteY8" fmla="*/ 105048 h 104971"/>
                <a:gd name="connsiteX9" fmla="*/ 30485 w 59549"/>
                <a:gd name="connsiteY9" fmla="*/ 104415 h 104971"/>
                <a:gd name="connsiteX10" fmla="*/ 59769 w 59549"/>
                <a:gd name="connsiteY10" fmla="*/ 105048 h 104971"/>
                <a:gd name="connsiteX11" fmla="*/ 59769 w 59549"/>
                <a:gd name="connsiteY11" fmla="*/ 99356 h 104971"/>
                <a:gd name="connsiteX12" fmla="*/ 53552 w 59549"/>
                <a:gd name="connsiteY12" fmla="*/ 99356 h 104971"/>
                <a:gd name="connsiteX13" fmla="*/ 37192 w 59549"/>
                <a:gd name="connsiteY13" fmla="*/ 92084 h 104971"/>
                <a:gd name="connsiteX14" fmla="*/ 37192 w 59549"/>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9" h="104971">
                  <a:moveTo>
                    <a:pt x="37192" y="4503"/>
                  </a:moveTo>
                  <a:cubicBezTo>
                    <a:pt x="37192" y="234"/>
                    <a:pt x="36865" y="76"/>
                    <a:pt x="32284" y="76"/>
                  </a:cubicBezTo>
                  <a:cubicBezTo>
                    <a:pt x="21814" y="10036"/>
                    <a:pt x="6927" y="10194"/>
                    <a:pt x="219" y="10194"/>
                  </a:cubicBezTo>
                  <a:lnTo>
                    <a:pt x="219" y="15885"/>
                  </a:lnTo>
                  <a:cubicBezTo>
                    <a:pt x="4146" y="15885"/>
                    <a:pt x="14943" y="15885"/>
                    <a:pt x="23941" y="11459"/>
                  </a:cubicBezTo>
                  <a:lnTo>
                    <a:pt x="23941" y="92084"/>
                  </a:lnTo>
                  <a:cubicBezTo>
                    <a:pt x="23941" y="97301"/>
                    <a:pt x="23941" y="99356"/>
                    <a:pt x="7581" y="99356"/>
                  </a:cubicBezTo>
                  <a:lnTo>
                    <a:pt x="1364" y="99356"/>
                  </a:lnTo>
                  <a:lnTo>
                    <a:pt x="1364" y="105048"/>
                  </a:lnTo>
                  <a:cubicBezTo>
                    <a:pt x="4309" y="104890"/>
                    <a:pt x="24432" y="104415"/>
                    <a:pt x="30485" y="104415"/>
                  </a:cubicBezTo>
                  <a:cubicBezTo>
                    <a:pt x="35556" y="104415"/>
                    <a:pt x="56169" y="104890"/>
                    <a:pt x="59769" y="105048"/>
                  </a:cubicBezTo>
                  <a:lnTo>
                    <a:pt x="59769" y="99356"/>
                  </a:lnTo>
                  <a:lnTo>
                    <a:pt x="53552" y="99356"/>
                  </a:lnTo>
                  <a:cubicBezTo>
                    <a:pt x="37192" y="99356"/>
                    <a:pt x="37192" y="97301"/>
                    <a:pt x="37192" y="92084"/>
                  </a:cubicBezTo>
                  <a:lnTo>
                    <a:pt x="37192" y="450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1" name="Freeform: Shape 350">
              <a:extLst>
                <a:ext uri="{FF2B5EF4-FFF2-40B4-BE49-F238E27FC236}">
                  <a16:creationId xmlns:a16="http://schemas.microsoft.com/office/drawing/2014/main" id="{7AB65D50-C87E-0311-89A4-D41007242DD2}"/>
                </a:ext>
              </a:extLst>
            </p:cNvPr>
            <p:cNvSpPr/>
            <p:nvPr>
              <p:custDataLst>
                <p:tags r:id="rId32"/>
              </p:custDataLst>
            </p:nvPr>
          </p:nvSpPr>
          <p:spPr>
            <a:xfrm>
              <a:off x="14049739" y="2346441"/>
              <a:ext cx="142796" cy="9033"/>
            </a:xfrm>
            <a:custGeom>
              <a:avLst/>
              <a:gdLst>
                <a:gd name="connsiteX0" fmla="*/ 134843 w 142796"/>
                <a:gd name="connsiteY0" fmla="*/ 9108 h 9033"/>
                <a:gd name="connsiteX1" fmla="*/ 143023 w 142796"/>
                <a:gd name="connsiteY1" fmla="*/ 4592 h 9033"/>
                <a:gd name="connsiteX2" fmla="*/ 134843 w 142796"/>
                <a:gd name="connsiteY2" fmla="*/ 75 h 9033"/>
                <a:gd name="connsiteX3" fmla="*/ 8406 w 142796"/>
                <a:gd name="connsiteY3" fmla="*/ 75 h 9033"/>
                <a:gd name="connsiteX4" fmla="*/ 226 w 142796"/>
                <a:gd name="connsiteY4" fmla="*/ 4592 h 9033"/>
                <a:gd name="connsiteX5" fmla="*/ 8406 w 142796"/>
                <a:gd name="connsiteY5" fmla="*/ 9108 h 9033"/>
                <a:gd name="connsiteX6" fmla="*/ 134843 w 142796"/>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96" h="9033">
                  <a:moveTo>
                    <a:pt x="134843" y="9108"/>
                  </a:moveTo>
                  <a:cubicBezTo>
                    <a:pt x="138816" y="9108"/>
                    <a:pt x="143023" y="9108"/>
                    <a:pt x="143023" y="4592"/>
                  </a:cubicBezTo>
                  <a:cubicBezTo>
                    <a:pt x="143023" y="75"/>
                    <a:pt x="138816" y="75"/>
                    <a:pt x="134843" y="75"/>
                  </a:cubicBezTo>
                  <a:lnTo>
                    <a:pt x="8406" y="75"/>
                  </a:lnTo>
                  <a:cubicBezTo>
                    <a:pt x="4433" y="75"/>
                    <a:pt x="226" y="75"/>
                    <a:pt x="226" y="4592"/>
                  </a:cubicBezTo>
                  <a:cubicBezTo>
                    <a:pt x="226" y="9108"/>
                    <a:pt x="4433" y="9108"/>
                    <a:pt x="8406" y="9108"/>
                  </a:cubicBezTo>
                  <a:lnTo>
                    <a:pt x="134843"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2" name="Freeform: Shape 351">
              <a:extLst>
                <a:ext uri="{FF2B5EF4-FFF2-40B4-BE49-F238E27FC236}">
                  <a16:creationId xmlns:a16="http://schemas.microsoft.com/office/drawing/2014/main" id="{2A36FC11-890F-4F13-89A2-C10FEE93B9A8}"/>
                </a:ext>
              </a:extLst>
            </p:cNvPr>
            <p:cNvSpPr/>
            <p:nvPr>
              <p:custDataLst>
                <p:tags r:id="rId33"/>
              </p:custDataLst>
            </p:nvPr>
          </p:nvSpPr>
          <p:spPr>
            <a:xfrm>
              <a:off x="14271032" y="2247974"/>
              <a:ext cx="127401" cy="203257"/>
            </a:xfrm>
            <a:custGeom>
              <a:avLst/>
              <a:gdLst>
                <a:gd name="connsiteX0" fmla="*/ 127638 w 127401"/>
                <a:gd name="connsiteY0" fmla="*/ 31015 h 203257"/>
                <a:gd name="connsiteX1" fmla="*/ 95853 w 127401"/>
                <a:gd name="connsiteY1" fmla="*/ 75 h 203257"/>
                <a:gd name="connsiteX2" fmla="*/ 67574 w 127401"/>
                <a:gd name="connsiteY2" fmla="*/ 9560 h 203257"/>
                <a:gd name="connsiteX3" fmla="*/ 37425 w 127401"/>
                <a:gd name="connsiteY3" fmla="*/ 57664 h 203257"/>
                <a:gd name="connsiteX4" fmla="*/ 266 w 127401"/>
                <a:gd name="connsiteY4" fmla="*/ 201074 h 203257"/>
                <a:gd name="connsiteX5" fmla="*/ 3070 w 127401"/>
                <a:gd name="connsiteY5" fmla="*/ 203333 h 203257"/>
                <a:gd name="connsiteX6" fmla="*/ 5875 w 127401"/>
                <a:gd name="connsiteY6" fmla="*/ 202203 h 203257"/>
                <a:gd name="connsiteX7" fmla="*/ 22234 w 127401"/>
                <a:gd name="connsiteY7" fmla="*/ 139871 h 203257"/>
                <a:gd name="connsiteX8" fmla="*/ 54019 w 127401"/>
                <a:gd name="connsiteY8" fmla="*/ 161778 h 203257"/>
                <a:gd name="connsiteX9" fmla="*/ 99125 w 127401"/>
                <a:gd name="connsiteY9" fmla="*/ 143936 h 203257"/>
                <a:gd name="connsiteX10" fmla="*/ 117822 w 127401"/>
                <a:gd name="connsiteY10" fmla="*/ 102381 h 203257"/>
                <a:gd name="connsiteX11" fmla="*/ 100761 w 127401"/>
                <a:gd name="connsiteY11" fmla="*/ 68731 h 203257"/>
                <a:gd name="connsiteX12" fmla="*/ 127638 w 127401"/>
                <a:gd name="connsiteY12" fmla="*/ 31015 h 203257"/>
                <a:gd name="connsiteX13" fmla="*/ 85570 w 127401"/>
                <a:gd name="connsiteY13" fmla="*/ 68505 h 203257"/>
                <a:gd name="connsiteX14" fmla="*/ 74352 w 127401"/>
                <a:gd name="connsiteY14" fmla="*/ 70086 h 203257"/>
                <a:gd name="connsiteX15" fmla="*/ 64068 w 127401"/>
                <a:gd name="connsiteY15" fmla="*/ 69182 h 203257"/>
                <a:gd name="connsiteX16" fmla="*/ 75520 w 127401"/>
                <a:gd name="connsiteY16" fmla="*/ 67376 h 203257"/>
                <a:gd name="connsiteX17" fmla="*/ 85570 w 127401"/>
                <a:gd name="connsiteY17" fmla="*/ 68505 h 203257"/>
                <a:gd name="connsiteX18" fmla="*/ 114550 w 127401"/>
                <a:gd name="connsiteY18" fmla="*/ 25821 h 203257"/>
                <a:gd name="connsiteX19" fmla="*/ 93516 w 127401"/>
                <a:gd name="connsiteY19" fmla="*/ 64891 h 203257"/>
                <a:gd name="connsiteX20" fmla="*/ 75520 w 127401"/>
                <a:gd name="connsiteY20" fmla="*/ 62181 h 203257"/>
                <a:gd name="connsiteX21" fmla="*/ 57525 w 127401"/>
                <a:gd name="connsiteY21" fmla="*/ 69408 h 203257"/>
                <a:gd name="connsiteX22" fmla="*/ 73651 w 127401"/>
                <a:gd name="connsiteY22" fmla="*/ 75054 h 203257"/>
                <a:gd name="connsiteX23" fmla="*/ 92815 w 127401"/>
                <a:gd name="connsiteY23" fmla="*/ 72118 h 203257"/>
                <a:gd name="connsiteX24" fmla="*/ 103098 w 127401"/>
                <a:gd name="connsiteY24" fmla="*/ 97639 h 203257"/>
                <a:gd name="connsiteX25" fmla="*/ 91412 w 127401"/>
                <a:gd name="connsiteY25" fmla="*/ 136483 h 203257"/>
                <a:gd name="connsiteX26" fmla="*/ 53318 w 127401"/>
                <a:gd name="connsiteY26" fmla="*/ 156809 h 203257"/>
                <a:gd name="connsiteX27" fmla="*/ 26675 w 127401"/>
                <a:gd name="connsiteY27" fmla="*/ 127676 h 203257"/>
                <a:gd name="connsiteX28" fmla="*/ 27843 w 127401"/>
                <a:gd name="connsiteY28" fmla="*/ 117739 h 203257"/>
                <a:gd name="connsiteX29" fmla="*/ 42801 w 127401"/>
                <a:gd name="connsiteY29" fmla="*/ 60600 h 203257"/>
                <a:gd name="connsiteX30" fmla="*/ 92815 w 127401"/>
                <a:gd name="connsiteY30" fmla="*/ 5269 h 203257"/>
                <a:gd name="connsiteX31" fmla="*/ 114550 w 127401"/>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01" h="203257">
                  <a:moveTo>
                    <a:pt x="127638" y="31015"/>
                  </a:moveTo>
                  <a:cubicBezTo>
                    <a:pt x="127638" y="14077"/>
                    <a:pt x="114784" y="75"/>
                    <a:pt x="95853" y="75"/>
                  </a:cubicBezTo>
                  <a:cubicBezTo>
                    <a:pt x="82298" y="75"/>
                    <a:pt x="75754" y="3688"/>
                    <a:pt x="67574" y="9560"/>
                  </a:cubicBezTo>
                  <a:cubicBezTo>
                    <a:pt x="54720" y="18594"/>
                    <a:pt x="41866" y="40500"/>
                    <a:pt x="37425" y="57664"/>
                  </a:cubicBezTo>
                  <a:lnTo>
                    <a:pt x="266" y="201074"/>
                  </a:lnTo>
                  <a:cubicBezTo>
                    <a:pt x="32" y="201978"/>
                    <a:pt x="1200" y="203333"/>
                    <a:pt x="3070" y="203333"/>
                  </a:cubicBezTo>
                  <a:cubicBezTo>
                    <a:pt x="4940" y="203333"/>
                    <a:pt x="5641" y="202881"/>
                    <a:pt x="5875" y="202203"/>
                  </a:cubicBezTo>
                  <a:lnTo>
                    <a:pt x="22234" y="139871"/>
                  </a:lnTo>
                  <a:cubicBezTo>
                    <a:pt x="26675" y="153422"/>
                    <a:pt x="36958" y="161778"/>
                    <a:pt x="54019" y="161778"/>
                  </a:cubicBezTo>
                  <a:cubicBezTo>
                    <a:pt x="71080" y="161778"/>
                    <a:pt x="88608" y="153873"/>
                    <a:pt x="99125" y="143936"/>
                  </a:cubicBezTo>
                  <a:cubicBezTo>
                    <a:pt x="110343" y="133547"/>
                    <a:pt x="117822" y="119094"/>
                    <a:pt x="117822" y="102381"/>
                  </a:cubicBezTo>
                  <a:cubicBezTo>
                    <a:pt x="117822" y="86121"/>
                    <a:pt x="109174" y="74377"/>
                    <a:pt x="100761" y="68731"/>
                  </a:cubicBezTo>
                  <a:cubicBezTo>
                    <a:pt x="114316" y="61278"/>
                    <a:pt x="127638" y="47276"/>
                    <a:pt x="127638" y="31015"/>
                  </a:cubicBezTo>
                  <a:close/>
                  <a:moveTo>
                    <a:pt x="85570" y="68505"/>
                  </a:moveTo>
                  <a:cubicBezTo>
                    <a:pt x="82532" y="69634"/>
                    <a:pt x="79961" y="70086"/>
                    <a:pt x="74352" y="70086"/>
                  </a:cubicBezTo>
                  <a:cubicBezTo>
                    <a:pt x="71080" y="70086"/>
                    <a:pt x="66405" y="70312"/>
                    <a:pt x="64068" y="69182"/>
                  </a:cubicBezTo>
                  <a:cubicBezTo>
                    <a:pt x="64536" y="66924"/>
                    <a:pt x="72949" y="67376"/>
                    <a:pt x="75520" y="67376"/>
                  </a:cubicBezTo>
                  <a:cubicBezTo>
                    <a:pt x="80428" y="67376"/>
                    <a:pt x="82532" y="67376"/>
                    <a:pt x="85570" y="68505"/>
                  </a:cubicBezTo>
                  <a:close/>
                  <a:moveTo>
                    <a:pt x="114550" y="25821"/>
                  </a:moveTo>
                  <a:cubicBezTo>
                    <a:pt x="114550" y="41630"/>
                    <a:pt x="105669" y="57890"/>
                    <a:pt x="93516" y="64891"/>
                  </a:cubicBezTo>
                  <a:cubicBezTo>
                    <a:pt x="87206" y="62633"/>
                    <a:pt x="82532" y="62181"/>
                    <a:pt x="75520" y="62181"/>
                  </a:cubicBezTo>
                  <a:cubicBezTo>
                    <a:pt x="70612" y="62181"/>
                    <a:pt x="57525" y="61955"/>
                    <a:pt x="57525" y="69408"/>
                  </a:cubicBezTo>
                  <a:cubicBezTo>
                    <a:pt x="57291" y="75732"/>
                    <a:pt x="69444" y="75054"/>
                    <a:pt x="73651" y="75054"/>
                  </a:cubicBezTo>
                  <a:cubicBezTo>
                    <a:pt x="82298" y="75054"/>
                    <a:pt x="85803" y="74828"/>
                    <a:pt x="92815" y="72118"/>
                  </a:cubicBezTo>
                  <a:cubicBezTo>
                    <a:pt x="101696" y="80249"/>
                    <a:pt x="102864" y="87250"/>
                    <a:pt x="103098" y="97639"/>
                  </a:cubicBezTo>
                  <a:cubicBezTo>
                    <a:pt x="103565" y="110737"/>
                    <a:pt x="97956" y="127676"/>
                    <a:pt x="91412" y="136483"/>
                  </a:cubicBezTo>
                  <a:cubicBezTo>
                    <a:pt x="82298" y="148679"/>
                    <a:pt x="66639" y="156809"/>
                    <a:pt x="53318" y="156809"/>
                  </a:cubicBezTo>
                  <a:cubicBezTo>
                    <a:pt x="35556" y="156809"/>
                    <a:pt x="26675" y="143710"/>
                    <a:pt x="26675" y="127676"/>
                  </a:cubicBezTo>
                  <a:cubicBezTo>
                    <a:pt x="26675" y="125417"/>
                    <a:pt x="26675" y="122030"/>
                    <a:pt x="27843" y="117739"/>
                  </a:cubicBezTo>
                  <a:lnTo>
                    <a:pt x="42801" y="60600"/>
                  </a:lnTo>
                  <a:cubicBezTo>
                    <a:pt x="47942" y="41178"/>
                    <a:pt x="64770" y="5269"/>
                    <a:pt x="92815" y="5269"/>
                  </a:cubicBezTo>
                  <a:cubicBezTo>
                    <a:pt x="106370" y="5269"/>
                    <a:pt x="114550" y="12270"/>
                    <a:pt x="114550" y="25821"/>
                  </a:cubicBez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3" name="Freeform: Shape 352">
              <a:extLst>
                <a:ext uri="{FF2B5EF4-FFF2-40B4-BE49-F238E27FC236}">
                  <a16:creationId xmlns:a16="http://schemas.microsoft.com/office/drawing/2014/main" id="{B2620C0A-C069-42EF-D708-E64D11BE6EDF}"/>
                </a:ext>
              </a:extLst>
            </p:cNvPr>
            <p:cNvSpPr/>
            <p:nvPr>
              <p:custDataLst>
                <p:tags r:id="rId34"/>
              </p:custDataLst>
            </p:nvPr>
          </p:nvSpPr>
          <p:spPr>
            <a:xfrm>
              <a:off x="14415612" y="2207302"/>
              <a:ext cx="122207" cy="106868"/>
            </a:xfrm>
            <a:custGeom>
              <a:avLst/>
              <a:gdLst>
                <a:gd name="connsiteX0" fmla="*/ 72716 w 122207"/>
                <a:gd name="connsiteY0" fmla="*/ 11295 h 106868"/>
                <a:gd name="connsiteX1" fmla="*/ 77787 w 122207"/>
                <a:gd name="connsiteY1" fmla="*/ 5920 h 106868"/>
                <a:gd name="connsiteX2" fmla="*/ 87603 w 122207"/>
                <a:gd name="connsiteY2" fmla="*/ 5762 h 106868"/>
                <a:gd name="connsiteX3" fmla="*/ 105926 w 122207"/>
                <a:gd name="connsiteY3" fmla="*/ 7027 h 106868"/>
                <a:gd name="connsiteX4" fmla="*/ 113615 w 122207"/>
                <a:gd name="connsiteY4" fmla="*/ 19516 h 106868"/>
                <a:gd name="connsiteX5" fmla="*/ 112470 w 122207"/>
                <a:gd name="connsiteY5" fmla="*/ 32321 h 106868"/>
                <a:gd name="connsiteX6" fmla="*/ 112142 w 122207"/>
                <a:gd name="connsiteY6" fmla="*/ 34060 h 106868"/>
                <a:gd name="connsiteX7" fmla="*/ 114924 w 122207"/>
                <a:gd name="connsiteY7" fmla="*/ 36431 h 106868"/>
                <a:gd name="connsiteX8" fmla="*/ 118032 w 122207"/>
                <a:gd name="connsiteY8" fmla="*/ 32479 h 106868"/>
                <a:gd name="connsiteX9" fmla="*/ 122449 w 122207"/>
                <a:gd name="connsiteY9" fmla="*/ 2284 h 106868"/>
                <a:gd name="connsiteX10" fmla="*/ 117541 w 122207"/>
                <a:gd name="connsiteY10" fmla="*/ 71 h 106868"/>
                <a:gd name="connsiteX11" fmla="*/ 16929 w 122207"/>
                <a:gd name="connsiteY11" fmla="*/ 71 h 106868"/>
                <a:gd name="connsiteX12" fmla="*/ 11367 w 122207"/>
                <a:gd name="connsiteY12" fmla="*/ 3390 h 106868"/>
                <a:gd name="connsiteX13" fmla="*/ 1060 w 122207"/>
                <a:gd name="connsiteY13" fmla="*/ 31372 h 106868"/>
                <a:gd name="connsiteX14" fmla="*/ 242 w 122207"/>
                <a:gd name="connsiteY14" fmla="*/ 34218 h 106868"/>
                <a:gd name="connsiteX15" fmla="*/ 3023 w 122207"/>
                <a:gd name="connsiteY15" fmla="*/ 36431 h 106868"/>
                <a:gd name="connsiteX16" fmla="*/ 6459 w 122207"/>
                <a:gd name="connsiteY16" fmla="*/ 32637 h 106868"/>
                <a:gd name="connsiteX17" fmla="*/ 46213 w 122207"/>
                <a:gd name="connsiteY17" fmla="*/ 5762 h 106868"/>
                <a:gd name="connsiteX18" fmla="*/ 53084 w 122207"/>
                <a:gd name="connsiteY18" fmla="*/ 5762 h 106868"/>
                <a:gd name="connsiteX19" fmla="*/ 58155 w 122207"/>
                <a:gd name="connsiteY19" fmla="*/ 7343 h 106868"/>
                <a:gd name="connsiteX20" fmla="*/ 57501 w 122207"/>
                <a:gd name="connsiteY20" fmla="*/ 10663 h 106868"/>
                <a:gd name="connsiteX21" fmla="*/ 35906 w 122207"/>
                <a:gd name="connsiteY21" fmla="*/ 93818 h 106868"/>
                <a:gd name="connsiteX22" fmla="*/ 16765 w 122207"/>
                <a:gd name="connsiteY22" fmla="*/ 101248 h 106868"/>
                <a:gd name="connsiteX23" fmla="*/ 9403 w 122207"/>
                <a:gd name="connsiteY23" fmla="*/ 104726 h 106868"/>
                <a:gd name="connsiteX24" fmla="*/ 12185 w 122207"/>
                <a:gd name="connsiteY24" fmla="*/ 106939 h 106868"/>
                <a:gd name="connsiteX25" fmla="*/ 26254 w 122207"/>
                <a:gd name="connsiteY25" fmla="*/ 106465 h 106868"/>
                <a:gd name="connsiteX26" fmla="*/ 40323 w 122207"/>
                <a:gd name="connsiteY26" fmla="*/ 106307 h 106868"/>
                <a:gd name="connsiteX27" fmla="*/ 55047 w 122207"/>
                <a:gd name="connsiteY27" fmla="*/ 106465 h 106868"/>
                <a:gd name="connsiteX28" fmla="*/ 68789 w 122207"/>
                <a:gd name="connsiteY28" fmla="*/ 106939 h 106868"/>
                <a:gd name="connsiteX29" fmla="*/ 72552 w 122207"/>
                <a:gd name="connsiteY29" fmla="*/ 103461 h 106868"/>
                <a:gd name="connsiteX30" fmla="*/ 65845 w 122207"/>
                <a:gd name="connsiteY30" fmla="*/ 101248 h 106868"/>
                <a:gd name="connsiteX31" fmla="*/ 56356 w 122207"/>
                <a:gd name="connsiteY31" fmla="*/ 100932 h 106868"/>
                <a:gd name="connsiteX32" fmla="*/ 50466 w 122207"/>
                <a:gd name="connsiteY32" fmla="*/ 97928 h 106868"/>
                <a:gd name="connsiteX33" fmla="*/ 51121 w 122207"/>
                <a:gd name="connsiteY33" fmla="*/ 94292 h 106868"/>
                <a:gd name="connsiteX34" fmla="*/ 72716 w 122207"/>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207" h="106868">
                  <a:moveTo>
                    <a:pt x="72716" y="11295"/>
                  </a:moveTo>
                  <a:cubicBezTo>
                    <a:pt x="73861" y="6710"/>
                    <a:pt x="74188" y="6236"/>
                    <a:pt x="77787" y="5920"/>
                  </a:cubicBezTo>
                  <a:cubicBezTo>
                    <a:pt x="78605" y="5762"/>
                    <a:pt x="84331" y="5762"/>
                    <a:pt x="87603" y="5762"/>
                  </a:cubicBezTo>
                  <a:cubicBezTo>
                    <a:pt x="97582" y="5762"/>
                    <a:pt x="101836" y="5762"/>
                    <a:pt x="105926" y="7027"/>
                  </a:cubicBezTo>
                  <a:cubicBezTo>
                    <a:pt x="113288" y="9240"/>
                    <a:pt x="113615" y="13824"/>
                    <a:pt x="113615" y="19516"/>
                  </a:cubicBezTo>
                  <a:cubicBezTo>
                    <a:pt x="113615" y="22045"/>
                    <a:pt x="113615" y="24100"/>
                    <a:pt x="112470" y="32321"/>
                  </a:cubicBezTo>
                  <a:lnTo>
                    <a:pt x="112142" y="34060"/>
                  </a:lnTo>
                  <a:cubicBezTo>
                    <a:pt x="112142" y="35641"/>
                    <a:pt x="113288" y="36431"/>
                    <a:pt x="114924" y="36431"/>
                  </a:cubicBezTo>
                  <a:cubicBezTo>
                    <a:pt x="117378" y="36431"/>
                    <a:pt x="117705" y="35008"/>
                    <a:pt x="118032" y="32479"/>
                  </a:cubicBezTo>
                  <a:lnTo>
                    <a:pt x="122449" y="2284"/>
                  </a:lnTo>
                  <a:cubicBezTo>
                    <a:pt x="122449" y="71"/>
                    <a:pt x="120486" y="71"/>
                    <a:pt x="117541" y="71"/>
                  </a:cubicBezTo>
                  <a:lnTo>
                    <a:pt x="16929" y="71"/>
                  </a:lnTo>
                  <a:cubicBezTo>
                    <a:pt x="12839" y="71"/>
                    <a:pt x="12512" y="71"/>
                    <a:pt x="11367" y="3390"/>
                  </a:cubicBezTo>
                  <a:lnTo>
                    <a:pt x="1060" y="31372"/>
                  </a:lnTo>
                  <a:cubicBezTo>
                    <a:pt x="896" y="32005"/>
                    <a:pt x="242" y="33428"/>
                    <a:pt x="242" y="34218"/>
                  </a:cubicBezTo>
                  <a:cubicBezTo>
                    <a:pt x="242" y="34850"/>
                    <a:pt x="569" y="36431"/>
                    <a:pt x="3023" y="36431"/>
                  </a:cubicBezTo>
                  <a:cubicBezTo>
                    <a:pt x="5150" y="36431"/>
                    <a:pt x="5477" y="35641"/>
                    <a:pt x="6459" y="32637"/>
                  </a:cubicBezTo>
                  <a:cubicBezTo>
                    <a:pt x="15947" y="7343"/>
                    <a:pt x="21346" y="5762"/>
                    <a:pt x="46213" y="5762"/>
                  </a:cubicBezTo>
                  <a:lnTo>
                    <a:pt x="53084" y="5762"/>
                  </a:lnTo>
                  <a:cubicBezTo>
                    <a:pt x="57992" y="5762"/>
                    <a:pt x="58155" y="5920"/>
                    <a:pt x="58155" y="7343"/>
                  </a:cubicBezTo>
                  <a:cubicBezTo>
                    <a:pt x="58155" y="7501"/>
                    <a:pt x="58155" y="8291"/>
                    <a:pt x="57501" y="10663"/>
                  </a:cubicBezTo>
                  <a:lnTo>
                    <a:pt x="35906" y="93818"/>
                  </a:lnTo>
                  <a:cubicBezTo>
                    <a:pt x="34434" y="99667"/>
                    <a:pt x="33943" y="101248"/>
                    <a:pt x="16765" y="101248"/>
                  </a:cubicBezTo>
                  <a:cubicBezTo>
                    <a:pt x="10876" y="101248"/>
                    <a:pt x="9403" y="101248"/>
                    <a:pt x="9403" y="104726"/>
                  </a:cubicBezTo>
                  <a:cubicBezTo>
                    <a:pt x="9403" y="105200"/>
                    <a:pt x="9731" y="106939"/>
                    <a:pt x="12185" y="106939"/>
                  </a:cubicBezTo>
                  <a:cubicBezTo>
                    <a:pt x="16765" y="106939"/>
                    <a:pt x="21673" y="106465"/>
                    <a:pt x="26254" y="106465"/>
                  </a:cubicBezTo>
                  <a:cubicBezTo>
                    <a:pt x="30835" y="106465"/>
                    <a:pt x="35743" y="106307"/>
                    <a:pt x="40323" y="106307"/>
                  </a:cubicBezTo>
                  <a:cubicBezTo>
                    <a:pt x="44904" y="106307"/>
                    <a:pt x="50466" y="106307"/>
                    <a:pt x="55047" y="106465"/>
                  </a:cubicBezTo>
                  <a:cubicBezTo>
                    <a:pt x="59464" y="106623"/>
                    <a:pt x="64372" y="106939"/>
                    <a:pt x="68789" y="106939"/>
                  </a:cubicBezTo>
                  <a:cubicBezTo>
                    <a:pt x="70098" y="106939"/>
                    <a:pt x="72552" y="106939"/>
                    <a:pt x="72552" y="103461"/>
                  </a:cubicBezTo>
                  <a:cubicBezTo>
                    <a:pt x="72552" y="101248"/>
                    <a:pt x="70916" y="101248"/>
                    <a:pt x="65845" y="101248"/>
                  </a:cubicBezTo>
                  <a:cubicBezTo>
                    <a:pt x="62736" y="101248"/>
                    <a:pt x="59464" y="101090"/>
                    <a:pt x="56356" y="100932"/>
                  </a:cubicBezTo>
                  <a:cubicBezTo>
                    <a:pt x="50794" y="100457"/>
                    <a:pt x="50466" y="99825"/>
                    <a:pt x="50466" y="97928"/>
                  </a:cubicBezTo>
                  <a:cubicBezTo>
                    <a:pt x="50466" y="96821"/>
                    <a:pt x="50466" y="96505"/>
                    <a:pt x="51121" y="94292"/>
                  </a:cubicBezTo>
                  <a:lnTo>
                    <a:pt x="72716" y="11295"/>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4" name="Freeform: Shape 353">
              <a:extLst>
                <a:ext uri="{FF2B5EF4-FFF2-40B4-BE49-F238E27FC236}">
                  <a16:creationId xmlns:a16="http://schemas.microsoft.com/office/drawing/2014/main" id="{51C2058A-701E-6B88-1B88-C2197978C616}"/>
                </a:ext>
              </a:extLst>
            </p:cNvPr>
            <p:cNvSpPr/>
            <p:nvPr>
              <p:custDataLst>
                <p:tags r:id="rId35"/>
              </p:custDataLst>
            </p:nvPr>
          </p:nvSpPr>
          <p:spPr>
            <a:xfrm>
              <a:off x="14562584" y="2307597"/>
              <a:ext cx="116387" cy="102306"/>
            </a:xfrm>
            <a:custGeom>
              <a:avLst/>
              <a:gdLst>
                <a:gd name="connsiteX0" fmla="*/ 71530 w 116387"/>
                <a:gd name="connsiteY0" fmla="*/ 31693 h 102306"/>
                <a:gd name="connsiteX1" fmla="*/ 94667 w 116387"/>
                <a:gd name="connsiteY1" fmla="*/ 5043 h 102306"/>
                <a:gd name="connsiteX2" fmla="*/ 106353 w 116387"/>
                <a:gd name="connsiteY2" fmla="*/ 7979 h 102306"/>
                <a:gd name="connsiteX3" fmla="*/ 95135 w 116387"/>
                <a:gd name="connsiteY3" fmla="*/ 20175 h 102306"/>
                <a:gd name="connsiteX4" fmla="*/ 104016 w 116387"/>
                <a:gd name="connsiteY4" fmla="*/ 28079 h 102306"/>
                <a:gd name="connsiteX5" fmla="*/ 116636 w 116387"/>
                <a:gd name="connsiteY5" fmla="*/ 14980 h 102306"/>
                <a:gd name="connsiteX6" fmla="*/ 94901 w 116387"/>
                <a:gd name="connsiteY6" fmla="*/ 75 h 102306"/>
                <a:gd name="connsiteX7" fmla="*/ 70361 w 116387"/>
                <a:gd name="connsiteY7" fmla="*/ 17239 h 102306"/>
                <a:gd name="connsiteX8" fmla="*/ 45121 w 116387"/>
                <a:gd name="connsiteY8" fmla="*/ 75 h 102306"/>
                <a:gd name="connsiteX9" fmla="*/ 7493 w 116387"/>
                <a:gd name="connsiteY9" fmla="*/ 34854 h 102306"/>
                <a:gd name="connsiteX10" fmla="*/ 10298 w 116387"/>
                <a:gd name="connsiteY10" fmla="*/ 37113 h 102306"/>
                <a:gd name="connsiteX11" fmla="*/ 13336 w 116387"/>
                <a:gd name="connsiteY11" fmla="*/ 34629 h 102306"/>
                <a:gd name="connsiteX12" fmla="*/ 44653 w 116387"/>
                <a:gd name="connsiteY12" fmla="*/ 5043 h 102306"/>
                <a:gd name="connsiteX13" fmla="*/ 57274 w 116387"/>
                <a:gd name="connsiteY13" fmla="*/ 20175 h 102306"/>
                <a:gd name="connsiteX14" fmla="*/ 44653 w 116387"/>
                <a:gd name="connsiteY14" fmla="*/ 73925 h 102306"/>
                <a:gd name="connsiteX15" fmla="*/ 22451 w 116387"/>
                <a:gd name="connsiteY15" fmla="*/ 97413 h 102306"/>
                <a:gd name="connsiteX16" fmla="*/ 10765 w 116387"/>
                <a:gd name="connsiteY16" fmla="*/ 94477 h 102306"/>
                <a:gd name="connsiteX17" fmla="*/ 21750 w 116387"/>
                <a:gd name="connsiteY17" fmla="*/ 82281 h 102306"/>
                <a:gd name="connsiteX18" fmla="*/ 13102 w 116387"/>
                <a:gd name="connsiteY18" fmla="*/ 74377 h 102306"/>
                <a:gd name="connsiteX19" fmla="*/ 248 w 116387"/>
                <a:gd name="connsiteY19" fmla="*/ 87476 h 102306"/>
                <a:gd name="connsiteX20" fmla="*/ 22217 w 116387"/>
                <a:gd name="connsiteY20" fmla="*/ 102381 h 102306"/>
                <a:gd name="connsiteX21" fmla="*/ 46757 w 116387"/>
                <a:gd name="connsiteY21" fmla="*/ 85217 h 102306"/>
                <a:gd name="connsiteX22" fmla="*/ 71997 w 116387"/>
                <a:gd name="connsiteY22" fmla="*/ 102381 h 102306"/>
                <a:gd name="connsiteX23" fmla="*/ 109391 w 116387"/>
                <a:gd name="connsiteY23" fmla="*/ 67602 h 102306"/>
                <a:gd name="connsiteX24" fmla="*/ 106586 w 116387"/>
                <a:gd name="connsiteY24" fmla="*/ 65343 h 102306"/>
                <a:gd name="connsiteX25" fmla="*/ 103548 w 116387"/>
                <a:gd name="connsiteY25" fmla="*/ 67827 h 102306"/>
                <a:gd name="connsiteX26" fmla="*/ 72465 w 116387"/>
                <a:gd name="connsiteY26" fmla="*/ 97413 h 102306"/>
                <a:gd name="connsiteX27" fmla="*/ 59611 w 116387"/>
                <a:gd name="connsiteY27" fmla="*/ 82507 h 102306"/>
                <a:gd name="connsiteX28" fmla="*/ 63584 w 116387"/>
                <a:gd name="connsiteY28" fmla="*/ 62633 h 102306"/>
                <a:gd name="connsiteX29" fmla="*/ 71530 w 116387"/>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387" h="102306">
                  <a:moveTo>
                    <a:pt x="71530" y="31693"/>
                  </a:moveTo>
                  <a:cubicBezTo>
                    <a:pt x="72932" y="25821"/>
                    <a:pt x="78308" y="5043"/>
                    <a:pt x="94667" y="5043"/>
                  </a:cubicBezTo>
                  <a:cubicBezTo>
                    <a:pt x="95836" y="5043"/>
                    <a:pt x="101445" y="5043"/>
                    <a:pt x="106353" y="7979"/>
                  </a:cubicBezTo>
                  <a:cubicBezTo>
                    <a:pt x="99809" y="9108"/>
                    <a:pt x="95135" y="14754"/>
                    <a:pt x="95135" y="20175"/>
                  </a:cubicBezTo>
                  <a:cubicBezTo>
                    <a:pt x="95135" y="23788"/>
                    <a:pt x="97705" y="28079"/>
                    <a:pt x="104016" y="28079"/>
                  </a:cubicBezTo>
                  <a:cubicBezTo>
                    <a:pt x="109157" y="28079"/>
                    <a:pt x="116636" y="24014"/>
                    <a:pt x="116636" y="14980"/>
                  </a:cubicBezTo>
                  <a:cubicBezTo>
                    <a:pt x="116636" y="3237"/>
                    <a:pt x="102847" y="75"/>
                    <a:pt x="94901" y="75"/>
                  </a:cubicBezTo>
                  <a:cubicBezTo>
                    <a:pt x="81346" y="75"/>
                    <a:pt x="73166" y="12044"/>
                    <a:pt x="70361" y="17239"/>
                  </a:cubicBezTo>
                  <a:cubicBezTo>
                    <a:pt x="64519" y="2333"/>
                    <a:pt x="51898" y="75"/>
                    <a:pt x="45121" y="75"/>
                  </a:cubicBezTo>
                  <a:cubicBezTo>
                    <a:pt x="20815" y="75"/>
                    <a:pt x="7493" y="29208"/>
                    <a:pt x="7493" y="34854"/>
                  </a:cubicBezTo>
                  <a:cubicBezTo>
                    <a:pt x="7493" y="37113"/>
                    <a:pt x="9830" y="37113"/>
                    <a:pt x="10298" y="37113"/>
                  </a:cubicBezTo>
                  <a:cubicBezTo>
                    <a:pt x="12168" y="37113"/>
                    <a:pt x="12869" y="36661"/>
                    <a:pt x="13336" y="34629"/>
                  </a:cubicBezTo>
                  <a:cubicBezTo>
                    <a:pt x="21282" y="10689"/>
                    <a:pt x="36707" y="5043"/>
                    <a:pt x="44653" y="5043"/>
                  </a:cubicBezTo>
                  <a:cubicBezTo>
                    <a:pt x="49094" y="5043"/>
                    <a:pt x="57274" y="7076"/>
                    <a:pt x="57274" y="20175"/>
                  </a:cubicBezTo>
                  <a:cubicBezTo>
                    <a:pt x="57274" y="27176"/>
                    <a:pt x="53301" y="42307"/>
                    <a:pt x="44653" y="73925"/>
                  </a:cubicBezTo>
                  <a:cubicBezTo>
                    <a:pt x="40914" y="87927"/>
                    <a:pt x="32734" y="97413"/>
                    <a:pt x="22451" y="97413"/>
                  </a:cubicBezTo>
                  <a:cubicBezTo>
                    <a:pt x="21049" y="97413"/>
                    <a:pt x="15673" y="97413"/>
                    <a:pt x="10765" y="94477"/>
                  </a:cubicBezTo>
                  <a:cubicBezTo>
                    <a:pt x="16608" y="93348"/>
                    <a:pt x="21750" y="88605"/>
                    <a:pt x="21750" y="82281"/>
                  </a:cubicBezTo>
                  <a:cubicBezTo>
                    <a:pt x="21750" y="76184"/>
                    <a:pt x="16608" y="74377"/>
                    <a:pt x="13102" y="74377"/>
                  </a:cubicBezTo>
                  <a:cubicBezTo>
                    <a:pt x="6091" y="74377"/>
                    <a:pt x="248" y="80249"/>
                    <a:pt x="248" y="87476"/>
                  </a:cubicBezTo>
                  <a:cubicBezTo>
                    <a:pt x="248" y="97864"/>
                    <a:pt x="11934" y="102381"/>
                    <a:pt x="22217" y="102381"/>
                  </a:cubicBezTo>
                  <a:cubicBezTo>
                    <a:pt x="37642" y="102381"/>
                    <a:pt x="46056" y="86572"/>
                    <a:pt x="46757" y="85217"/>
                  </a:cubicBezTo>
                  <a:cubicBezTo>
                    <a:pt x="49561" y="93573"/>
                    <a:pt x="57975" y="102381"/>
                    <a:pt x="71997" y="102381"/>
                  </a:cubicBezTo>
                  <a:cubicBezTo>
                    <a:pt x="96069" y="102381"/>
                    <a:pt x="109391" y="73248"/>
                    <a:pt x="109391" y="67602"/>
                  </a:cubicBezTo>
                  <a:cubicBezTo>
                    <a:pt x="109391" y="65343"/>
                    <a:pt x="107288" y="65343"/>
                    <a:pt x="106586" y="65343"/>
                  </a:cubicBezTo>
                  <a:cubicBezTo>
                    <a:pt x="104483" y="65343"/>
                    <a:pt x="104016" y="66246"/>
                    <a:pt x="103548" y="67827"/>
                  </a:cubicBezTo>
                  <a:cubicBezTo>
                    <a:pt x="95836" y="91993"/>
                    <a:pt x="79943" y="97413"/>
                    <a:pt x="72465" y="97413"/>
                  </a:cubicBezTo>
                  <a:cubicBezTo>
                    <a:pt x="63350" y="97413"/>
                    <a:pt x="59611" y="90186"/>
                    <a:pt x="59611" y="82507"/>
                  </a:cubicBezTo>
                  <a:cubicBezTo>
                    <a:pt x="59611" y="77539"/>
                    <a:pt x="61013" y="72570"/>
                    <a:pt x="63584" y="62633"/>
                  </a:cubicBezTo>
                  <a:lnTo>
                    <a:pt x="71530" y="3169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297" name="Group 296" descr="\documentclass{article}&#10;\usepackage{amsmath}&#10;\pagestyle{empty}&#10;\begin{document}&#10;&#10;$P(y = 1)$&#10;&#10;&#10;\end{document}" title="IguanaTex Shape Display">
            <a:extLst>
              <a:ext uri="{FF2B5EF4-FFF2-40B4-BE49-F238E27FC236}">
                <a16:creationId xmlns:a16="http://schemas.microsoft.com/office/drawing/2014/main" id="{EB54DDCA-82ED-4284-9DFF-0E9F899BD5CD}"/>
              </a:ext>
            </a:extLst>
          </p:cNvPr>
          <p:cNvGrpSpPr>
            <a:grpSpLocks noChangeAspect="1"/>
          </p:cNvGrpSpPr>
          <p:nvPr>
            <p:custDataLst>
              <p:tags r:id="rId2"/>
            </p:custDataLst>
          </p:nvPr>
        </p:nvGrpSpPr>
        <p:grpSpPr>
          <a:xfrm>
            <a:off x="4292600" y="5270500"/>
            <a:ext cx="536662" cy="138487"/>
            <a:chOff x="5396034" y="6037953"/>
            <a:chExt cx="536662" cy="138487"/>
          </a:xfrm>
          <a:solidFill>
            <a:schemeClr val="bg1"/>
          </a:solidFill>
        </p:grpSpPr>
        <p:sp>
          <p:nvSpPr>
            <p:cNvPr id="291" name="Freeform: Shape 290">
              <a:extLst>
                <a:ext uri="{FF2B5EF4-FFF2-40B4-BE49-F238E27FC236}">
                  <a16:creationId xmlns:a16="http://schemas.microsoft.com/office/drawing/2014/main" id="{DF29837B-3D34-B806-D049-48CD17B6363F}"/>
                </a:ext>
              </a:extLst>
            </p:cNvPr>
            <p:cNvSpPr/>
            <p:nvPr>
              <p:custDataLst>
                <p:tags r:id="rId24"/>
              </p:custDataLst>
            </p:nvPr>
          </p:nvSpPr>
          <p:spPr>
            <a:xfrm>
              <a:off x="5396034" y="6047232"/>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grpFill/>
            <a:ln w="14165" cap="flat">
              <a:noFill/>
              <a:prstDash val="solid"/>
              <a:miter/>
            </a:ln>
          </p:spPr>
          <p:txBody>
            <a:bodyPr rtlCol="0" anchor="ctr"/>
            <a:lstStyle/>
            <a:p>
              <a:endParaRPr lang="en-GB" noProof="0"/>
            </a:p>
          </p:txBody>
        </p:sp>
        <p:sp>
          <p:nvSpPr>
            <p:cNvPr id="292" name="Freeform: Shape 291">
              <a:extLst>
                <a:ext uri="{FF2B5EF4-FFF2-40B4-BE49-F238E27FC236}">
                  <a16:creationId xmlns:a16="http://schemas.microsoft.com/office/drawing/2014/main" id="{ED31409D-5BC1-D4D2-7B4E-78D5E4F8BD69}"/>
                </a:ext>
              </a:extLst>
            </p:cNvPr>
            <p:cNvSpPr/>
            <p:nvPr>
              <p:custDataLst>
                <p:tags r:id="rId25"/>
              </p:custDataLst>
            </p:nvPr>
          </p:nvSpPr>
          <p:spPr>
            <a:xfrm>
              <a:off x="5515333" y="6037953"/>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grpFill/>
            <a:ln w="14165" cap="flat">
              <a:noFill/>
              <a:prstDash val="solid"/>
              <a:miter/>
            </a:ln>
          </p:spPr>
          <p:txBody>
            <a:bodyPr rtlCol="0" anchor="ctr"/>
            <a:lstStyle/>
            <a:p>
              <a:endParaRPr lang="en-GB" noProof="0"/>
            </a:p>
          </p:txBody>
        </p:sp>
        <p:sp>
          <p:nvSpPr>
            <p:cNvPr id="293" name="Freeform: Shape 292">
              <a:extLst>
                <a:ext uri="{FF2B5EF4-FFF2-40B4-BE49-F238E27FC236}">
                  <a16:creationId xmlns:a16="http://schemas.microsoft.com/office/drawing/2014/main" id="{66BBFBD0-3AB0-623F-4BF4-872485D61B55}"/>
                </a:ext>
              </a:extLst>
            </p:cNvPr>
            <p:cNvSpPr/>
            <p:nvPr>
              <p:custDataLst>
                <p:tags r:id="rId26"/>
              </p:custDataLst>
            </p:nvPr>
          </p:nvSpPr>
          <p:spPr>
            <a:xfrm>
              <a:off x="5560627" y="6080607"/>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grpFill/>
            <a:ln w="14165" cap="flat">
              <a:noFill/>
              <a:prstDash val="solid"/>
              <a:miter/>
            </a:ln>
          </p:spPr>
          <p:txBody>
            <a:bodyPr rtlCol="0" anchor="ctr"/>
            <a:lstStyle/>
            <a:p>
              <a:endParaRPr lang="en-GB" noProof="0"/>
            </a:p>
          </p:txBody>
        </p:sp>
        <p:sp>
          <p:nvSpPr>
            <p:cNvPr id="294" name="Freeform: Shape 293">
              <a:extLst>
                <a:ext uri="{FF2B5EF4-FFF2-40B4-BE49-F238E27FC236}">
                  <a16:creationId xmlns:a16="http://schemas.microsoft.com/office/drawing/2014/main" id="{07B7F51B-CB8F-BF85-7EDC-4EA92B291820}"/>
                </a:ext>
              </a:extLst>
            </p:cNvPr>
            <p:cNvSpPr/>
            <p:nvPr>
              <p:custDataLst>
                <p:tags r:id="rId27"/>
              </p:custDataLst>
            </p:nvPr>
          </p:nvSpPr>
          <p:spPr>
            <a:xfrm>
              <a:off x="5678652" y="6090994"/>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grpFill/>
            <a:ln w="14165" cap="flat">
              <a:noFill/>
              <a:prstDash val="solid"/>
              <a:miter/>
            </a:ln>
          </p:spPr>
          <p:txBody>
            <a:bodyPr rtlCol="0" anchor="ctr"/>
            <a:lstStyle/>
            <a:p>
              <a:endParaRPr lang="en-GB" noProof="0"/>
            </a:p>
          </p:txBody>
        </p:sp>
        <p:sp>
          <p:nvSpPr>
            <p:cNvPr id="295" name="Freeform: Shape 294">
              <a:extLst>
                <a:ext uri="{FF2B5EF4-FFF2-40B4-BE49-F238E27FC236}">
                  <a16:creationId xmlns:a16="http://schemas.microsoft.com/office/drawing/2014/main" id="{4E182BA1-1C50-AE8C-A514-839C19F070BF}"/>
                </a:ext>
              </a:extLst>
            </p:cNvPr>
            <p:cNvSpPr/>
            <p:nvPr>
              <p:custDataLst>
                <p:tags r:id="rId28"/>
              </p:custDataLst>
            </p:nvPr>
          </p:nvSpPr>
          <p:spPr>
            <a:xfrm>
              <a:off x="5833269" y="6049586"/>
              <a:ext cx="46872" cy="92232"/>
            </a:xfrm>
            <a:custGeom>
              <a:avLst/>
              <a:gdLst>
                <a:gd name="connsiteX0" fmla="*/ 29225 w 46872"/>
                <a:gd name="connsiteY0" fmla="*/ 3663 h 92232"/>
                <a:gd name="connsiteX1" fmla="*/ 25958 w 46872"/>
                <a:gd name="connsiteY1" fmla="*/ 63 h 92232"/>
                <a:gd name="connsiteX2" fmla="*/ 107 w 46872"/>
                <a:gd name="connsiteY2" fmla="*/ 8926 h 92232"/>
                <a:gd name="connsiteX3" fmla="*/ 107 w 46872"/>
                <a:gd name="connsiteY3" fmla="*/ 13219 h 92232"/>
                <a:gd name="connsiteX4" fmla="*/ 18714 w 46872"/>
                <a:gd name="connsiteY4" fmla="*/ 9618 h 92232"/>
                <a:gd name="connsiteX5" fmla="*/ 18714 w 46872"/>
                <a:gd name="connsiteY5" fmla="*/ 81355 h 92232"/>
                <a:gd name="connsiteX6" fmla="*/ 5504 w 46872"/>
                <a:gd name="connsiteY6" fmla="*/ 88002 h 92232"/>
                <a:gd name="connsiteX7" fmla="*/ 959 w 46872"/>
                <a:gd name="connsiteY7" fmla="*/ 88002 h 92232"/>
                <a:gd name="connsiteX8" fmla="*/ 959 w 46872"/>
                <a:gd name="connsiteY8" fmla="*/ 92296 h 92232"/>
                <a:gd name="connsiteX9" fmla="*/ 23969 w 46872"/>
                <a:gd name="connsiteY9" fmla="*/ 91880 h 92232"/>
                <a:gd name="connsiteX10" fmla="*/ 46980 w 46872"/>
                <a:gd name="connsiteY10" fmla="*/ 92296 h 92232"/>
                <a:gd name="connsiteX11" fmla="*/ 46980 w 46872"/>
                <a:gd name="connsiteY11" fmla="*/ 88002 h 92232"/>
                <a:gd name="connsiteX12" fmla="*/ 42434 w 46872"/>
                <a:gd name="connsiteY12" fmla="*/ 88002 h 92232"/>
                <a:gd name="connsiteX13" fmla="*/ 29225 w 46872"/>
                <a:gd name="connsiteY13" fmla="*/ 81355 h 92232"/>
                <a:gd name="connsiteX14" fmla="*/ 29225 w 46872"/>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872" h="92232">
                  <a:moveTo>
                    <a:pt x="29225" y="3663"/>
                  </a:moveTo>
                  <a:cubicBezTo>
                    <a:pt x="29225" y="340"/>
                    <a:pt x="29225" y="63"/>
                    <a:pt x="25958" y="63"/>
                  </a:cubicBezTo>
                  <a:cubicBezTo>
                    <a:pt x="17152" y="8926"/>
                    <a:pt x="4652" y="8926"/>
                    <a:pt x="107" y="8926"/>
                  </a:cubicBezTo>
                  <a:lnTo>
                    <a:pt x="107" y="13219"/>
                  </a:lnTo>
                  <a:cubicBezTo>
                    <a:pt x="2948" y="13219"/>
                    <a:pt x="11328" y="13219"/>
                    <a:pt x="18714" y="9618"/>
                  </a:cubicBezTo>
                  <a:lnTo>
                    <a:pt x="18714" y="81355"/>
                  </a:lnTo>
                  <a:cubicBezTo>
                    <a:pt x="18714" y="86341"/>
                    <a:pt x="18288" y="88002"/>
                    <a:pt x="5504" y="88002"/>
                  </a:cubicBezTo>
                  <a:lnTo>
                    <a:pt x="959" y="88002"/>
                  </a:lnTo>
                  <a:lnTo>
                    <a:pt x="959" y="92296"/>
                  </a:lnTo>
                  <a:cubicBezTo>
                    <a:pt x="5930" y="91880"/>
                    <a:pt x="18288" y="91880"/>
                    <a:pt x="23969" y="91880"/>
                  </a:cubicBezTo>
                  <a:cubicBezTo>
                    <a:pt x="29651" y="91880"/>
                    <a:pt x="42008" y="91880"/>
                    <a:pt x="46980" y="92296"/>
                  </a:cubicBezTo>
                  <a:lnTo>
                    <a:pt x="46980" y="88002"/>
                  </a:lnTo>
                  <a:lnTo>
                    <a:pt x="42434" y="88002"/>
                  </a:lnTo>
                  <a:cubicBezTo>
                    <a:pt x="29651" y="88002"/>
                    <a:pt x="29225" y="86479"/>
                    <a:pt x="29225" y="81355"/>
                  </a:cubicBezTo>
                  <a:lnTo>
                    <a:pt x="29225" y="3663"/>
                  </a:lnTo>
                  <a:close/>
                </a:path>
              </a:pathLst>
            </a:custGeom>
            <a:grpFill/>
            <a:ln w="14165" cap="flat">
              <a:noFill/>
              <a:prstDash val="solid"/>
              <a:miter/>
            </a:ln>
          </p:spPr>
          <p:txBody>
            <a:bodyPr rtlCol="0" anchor="ctr"/>
            <a:lstStyle/>
            <a:p>
              <a:endParaRPr lang="en-GB" noProof="0"/>
            </a:p>
          </p:txBody>
        </p:sp>
        <p:sp>
          <p:nvSpPr>
            <p:cNvPr id="296" name="Freeform: Shape 295">
              <a:extLst>
                <a:ext uri="{FF2B5EF4-FFF2-40B4-BE49-F238E27FC236}">
                  <a16:creationId xmlns:a16="http://schemas.microsoft.com/office/drawing/2014/main" id="{F937F04B-2CEB-9264-B528-40A683B5F310}"/>
                </a:ext>
              </a:extLst>
            </p:cNvPr>
            <p:cNvSpPr/>
            <p:nvPr>
              <p:custDataLst>
                <p:tags r:id="rId29"/>
              </p:custDataLst>
            </p:nvPr>
          </p:nvSpPr>
          <p:spPr>
            <a:xfrm>
              <a:off x="5899743" y="6037953"/>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grpFill/>
            <a:ln w="14165" cap="flat">
              <a:noFill/>
              <a:prstDash val="solid"/>
              <a:miter/>
            </a:ln>
          </p:spPr>
          <p:txBody>
            <a:bodyPr rtlCol="0" anchor="ctr"/>
            <a:lstStyle/>
            <a:p>
              <a:endParaRPr lang="en-GB" noProof="0"/>
            </a:p>
          </p:txBody>
        </p:sp>
      </p:grpSp>
      <p:grpSp>
        <p:nvGrpSpPr>
          <p:cNvPr id="314" name="Group 313" descr="\documentclass{article}&#10;\usepackage{amsmath}&#10;\pagestyle{empty}&#10;\begin{document}&#10;&#10;$P(y = 2)$&#10;&#10;&#10;\end{document}" title="IguanaTex Shape Display">
            <a:extLst>
              <a:ext uri="{FF2B5EF4-FFF2-40B4-BE49-F238E27FC236}">
                <a16:creationId xmlns:a16="http://schemas.microsoft.com/office/drawing/2014/main" id="{7F11D87D-9614-AF47-EB01-090DB5D0C3A1}"/>
              </a:ext>
            </a:extLst>
          </p:cNvPr>
          <p:cNvGrpSpPr>
            <a:grpSpLocks noChangeAspect="1"/>
          </p:cNvGrpSpPr>
          <p:nvPr>
            <p:custDataLst>
              <p:tags r:id="rId3"/>
            </p:custDataLst>
          </p:nvPr>
        </p:nvGrpSpPr>
        <p:grpSpPr>
          <a:xfrm>
            <a:off x="6553200" y="5270500"/>
            <a:ext cx="536662" cy="138487"/>
            <a:chOff x="7650630" y="6032874"/>
            <a:chExt cx="536662" cy="138487"/>
          </a:xfrm>
        </p:grpSpPr>
        <p:sp>
          <p:nvSpPr>
            <p:cNvPr id="308" name="Freeform: Shape 307">
              <a:extLst>
                <a:ext uri="{FF2B5EF4-FFF2-40B4-BE49-F238E27FC236}">
                  <a16:creationId xmlns:a16="http://schemas.microsoft.com/office/drawing/2014/main" id="{5F0F441C-32B6-241D-C424-860C78C4129E}"/>
                </a:ext>
              </a:extLst>
            </p:cNvPr>
            <p:cNvSpPr/>
            <p:nvPr>
              <p:custDataLst>
                <p:tags r:id="rId18"/>
              </p:custDataLst>
            </p:nvPr>
          </p:nvSpPr>
          <p:spPr>
            <a:xfrm>
              <a:off x="7650630" y="6042153"/>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09" name="Freeform: Shape 308">
              <a:extLst>
                <a:ext uri="{FF2B5EF4-FFF2-40B4-BE49-F238E27FC236}">
                  <a16:creationId xmlns:a16="http://schemas.microsoft.com/office/drawing/2014/main" id="{FAF19EFE-E378-5BD7-D206-B2AD3B13FB2B}"/>
                </a:ext>
              </a:extLst>
            </p:cNvPr>
            <p:cNvSpPr/>
            <p:nvPr>
              <p:custDataLst>
                <p:tags r:id="rId19"/>
              </p:custDataLst>
            </p:nvPr>
          </p:nvSpPr>
          <p:spPr>
            <a:xfrm>
              <a:off x="7769929" y="6032874"/>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10" name="Freeform: Shape 309">
              <a:extLst>
                <a:ext uri="{FF2B5EF4-FFF2-40B4-BE49-F238E27FC236}">
                  <a16:creationId xmlns:a16="http://schemas.microsoft.com/office/drawing/2014/main" id="{368B0901-8062-E5F4-A026-F3E930FC0FCD}"/>
                </a:ext>
              </a:extLst>
            </p:cNvPr>
            <p:cNvSpPr/>
            <p:nvPr>
              <p:custDataLst>
                <p:tags r:id="rId20"/>
              </p:custDataLst>
            </p:nvPr>
          </p:nvSpPr>
          <p:spPr>
            <a:xfrm>
              <a:off x="7815223" y="6075528"/>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11" name="Freeform: Shape 310">
              <a:extLst>
                <a:ext uri="{FF2B5EF4-FFF2-40B4-BE49-F238E27FC236}">
                  <a16:creationId xmlns:a16="http://schemas.microsoft.com/office/drawing/2014/main" id="{0DE88EE4-812F-466B-78AC-F96C3A62AB31}"/>
                </a:ext>
              </a:extLst>
            </p:cNvPr>
            <p:cNvSpPr/>
            <p:nvPr>
              <p:custDataLst>
                <p:tags r:id="rId21"/>
              </p:custDataLst>
            </p:nvPr>
          </p:nvSpPr>
          <p:spPr>
            <a:xfrm>
              <a:off x="7933248" y="6085915"/>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12" name="Freeform: Shape 311">
              <a:extLst>
                <a:ext uri="{FF2B5EF4-FFF2-40B4-BE49-F238E27FC236}">
                  <a16:creationId xmlns:a16="http://schemas.microsoft.com/office/drawing/2014/main" id="{9FD62F15-37B2-764C-9483-09CA033BF931}"/>
                </a:ext>
              </a:extLst>
            </p:cNvPr>
            <p:cNvSpPr/>
            <p:nvPr>
              <p:custDataLst>
                <p:tags r:id="rId22"/>
              </p:custDataLst>
            </p:nvPr>
          </p:nvSpPr>
          <p:spPr>
            <a:xfrm>
              <a:off x="8082325" y="6044507"/>
              <a:ext cx="56673" cy="92232"/>
            </a:xfrm>
            <a:custGeom>
              <a:avLst/>
              <a:gdLst>
                <a:gd name="connsiteX0" fmla="*/ 11044 w 56673"/>
                <a:gd name="connsiteY0" fmla="*/ 81632 h 92232"/>
                <a:gd name="connsiteX1" fmla="*/ 26100 w 56673"/>
                <a:gd name="connsiteY1" fmla="*/ 67368 h 92232"/>
                <a:gd name="connsiteX2" fmla="*/ 56780 w 56673"/>
                <a:gd name="connsiteY2" fmla="*/ 26929 h 92232"/>
                <a:gd name="connsiteX3" fmla="*/ 26668 w 56673"/>
                <a:gd name="connsiteY3" fmla="*/ 63 h 92232"/>
                <a:gd name="connsiteX4" fmla="*/ 107 w 56673"/>
                <a:gd name="connsiteY4" fmla="*/ 25129 h 92232"/>
                <a:gd name="connsiteX5" fmla="*/ 7635 w 56673"/>
                <a:gd name="connsiteY5" fmla="*/ 32884 h 92232"/>
                <a:gd name="connsiteX6" fmla="*/ 15021 w 56673"/>
                <a:gd name="connsiteY6" fmla="*/ 25544 h 92232"/>
                <a:gd name="connsiteX7" fmla="*/ 7493 w 56673"/>
                <a:gd name="connsiteY7" fmla="*/ 18343 h 92232"/>
                <a:gd name="connsiteX8" fmla="*/ 5646 w 56673"/>
                <a:gd name="connsiteY8" fmla="*/ 18482 h 92232"/>
                <a:gd name="connsiteX9" fmla="*/ 24822 w 56673"/>
                <a:gd name="connsiteY9" fmla="*/ 4356 h 92232"/>
                <a:gd name="connsiteX10" fmla="*/ 43855 w 56673"/>
                <a:gd name="connsiteY10" fmla="*/ 26929 h 92232"/>
                <a:gd name="connsiteX11" fmla="*/ 28941 w 56673"/>
                <a:gd name="connsiteY11" fmla="*/ 57535 h 92232"/>
                <a:gd name="connsiteX12" fmla="*/ 1669 w 56673"/>
                <a:gd name="connsiteY12" fmla="*/ 87172 h 92232"/>
                <a:gd name="connsiteX13" fmla="*/ 107 w 56673"/>
                <a:gd name="connsiteY13" fmla="*/ 92296 h 92232"/>
                <a:gd name="connsiteX14" fmla="*/ 52803 w 56673"/>
                <a:gd name="connsiteY14" fmla="*/ 92296 h 92232"/>
                <a:gd name="connsiteX15" fmla="*/ 56780 w 56673"/>
                <a:gd name="connsiteY15" fmla="*/ 68199 h 92232"/>
                <a:gd name="connsiteX16" fmla="*/ 53229 w 56673"/>
                <a:gd name="connsiteY16" fmla="*/ 68199 h 92232"/>
                <a:gd name="connsiteX17" fmla="*/ 50105 w 56673"/>
                <a:gd name="connsiteY17" fmla="*/ 80524 h 92232"/>
                <a:gd name="connsiteX18" fmla="*/ 36611 w 56673"/>
                <a:gd name="connsiteY18" fmla="*/ 81632 h 92232"/>
                <a:gd name="connsiteX19" fmla="*/ 11044 w 56673"/>
                <a:gd name="connsiteY19" fmla="*/ 81632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673" h="92232">
                  <a:moveTo>
                    <a:pt x="11044" y="81632"/>
                  </a:moveTo>
                  <a:lnTo>
                    <a:pt x="26100" y="67368"/>
                  </a:lnTo>
                  <a:cubicBezTo>
                    <a:pt x="48258" y="48256"/>
                    <a:pt x="56780" y="40778"/>
                    <a:pt x="56780" y="26929"/>
                  </a:cubicBezTo>
                  <a:cubicBezTo>
                    <a:pt x="56780" y="11142"/>
                    <a:pt x="43997" y="63"/>
                    <a:pt x="26668" y="63"/>
                  </a:cubicBezTo>
                  <a:cubicBezTo>
                    <a:pt x="10618" y="63"/>
                    <a:pt x="107" y="12804"/>
                    <a:pt x="107" y="25129"/>
                  </a:cubicBezTo>
                  <a:cubicBezTo>
                    <a:pt x="107" y="32884"/>
                    <a:pt x="7209" y="32884"/>
                    <a:pt x="7635" y="32884"/>
                  </a:cubicBezTo>
                  <a:cubicBezTo>
                    <a:pt x="10050" y="32884"/>
                    <a:pt x="15021" y="31222"/>
                    <a:pt x="15021" y="25544"/>
                  </a:cubicBezTo>
                  <a:cubicBezTo>
                    <a:pt x="15021" y="21944"/>
                    <a:pt x="12464" y="18343"/>
                    <a:pt x="7493" y="18343"/>
                  </a:cubicBezTo>
                  <a:cubicBezTo>
                    <a:pt x="6357" y="18343"/>
                    <a:pt x="6073" y="18343"/>
                    <a:pt x="5646" y="18482"/>
                  </a:cubicBezTo>
                  <a:cubicBezTo>
                    <a:pt x="8913" y="9480"/>
                    <a:pt x="16583" y="4356"/>
                    <a:pt x="24822" y="4356"/>
                  </a:cubicBezTo>
                  <a:cubicBezTo>
                    <a:pt x="37747" y="4356"/>
                    <a:pt x="43855" y="15573"/>
                    <a:pt x="43855" y="26929"/>
                  </a:cubicBezTo>
                  <a:cubicBezTo>
                    <a:pt x="43855" y="38008"/>
                    <a:pt x="36753" y="48949"/>
                    <a:pt x="28941" y="57535"/>
                  </a:cubicBezTo>
                  <a:lnTo>
                    <a:pt x="1669" y="87172"/>
                  </a:lnTo>
                  <a:cubicBezTo>
                    <a:pt x="107" y="88695"/>
                    <a:pt x="107" y="88972"/>
                    <a:pt x="107" y="92296"/>
                  </a:cubicBezTo>
                  <a:lnTo>
                    <a:pt x="52803" y="92296"/>
                  </a:lnTo>
                  <a:lnTo>
                    <a:pt x="56780" y="68199"/>
                  </a:lnTo>
                  <a:lnTo>
                    <a:pt x="53229" y="68199"/>
                  </a:lnTo>
                  <a:cubicBezTo>
                    <a:pt x="52519" y="72353"/>
                    <a:pt x="51525" y="78447"/>
                    <a:pt x="50105" y="80524"/>
                  </a:cubicBezTo>
                  <a:cubicBezTo>
                    <a:pt x="49110" y="81632"/>
                    <a:pt x="39736" y="81632"/>
                    <a:pt x="36611" y="81632"/>
                  </a:cubicBezTo>
                  <a:lnTo>
                    <a:pt x="11044" y="81632"/>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13" name="Freeform: Shape 312">
              <a:extLst>
                <a:ext uri="{FF2B5EF4-FFF2-40B4-BE49-F238E27FC236}">
                  <a16:creationId xmlns:a16="http://schemas.microsoft.com/office/drawing/2014/main" id="{23A07D17-A50F-C2E8-E1AE-0CDC8FE41AC2}"/>
                </a:ext>
              </a:extLst>
            </p:cNvPr>
            <p:cNvSpPr/>
            <p:nvPr>
              <p:custDataLst>
                <p:tags r:id="rId23"/>
              </p:custDataLst>
            </p:nvPr>
          </p:nvSpPr>
          <p:spPr>
            <a:xfrm>
              <a:off x="8154339" y="6032874"/>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38" name="Group 337" descr="\documentclass{article}&#10;\usepackage{amsmath}&#10;\pagestyle{empty}&#10;\begin{document}&#10;&#10;$P(y = 3)$&#10;&#10;&#10;\end{document}" title="IguanaTex Shape Display">
            <a:extLst>
              <a:ext uri="{FF2B5EF4-FFF2-40B4-BE49-F238E27FC236}">
                <a16:creationId xmlns:a16="http://schemas.microsoft.com/office/drawing/2014/main" id="{BC096ABE-2A1F-0317-661C-3C986CAC9F55}"/>
              </a:ext>
            </a:extLst>
          </p:cNvPr>
          <p:cNvGrpSpPr>
            <a:grpSpLocks noChangeAspect="1"/>
          </p:cNvGrpSpPr>
          <p:nvPr>
            <p:custDataLst>
              <p:tags r:id="rId4"/>
            </p:custDataLst>
          </p:nvPr>
        </p:nvGrpSpPr>
        <p:grpSpPr>
          <a:xfrm>
            <a:off x="7721600" y="5270500"/>
            <a:ext cx="536662" cy="138487"/>
            <a:chOff x="8824417" y="6039105"/>
            <a:chExt cx="536662" cy="138487"/>
          </a:xfrm>
        </p:grpSpPr>
        <p:sp>
          <p:nvSpPr>
            <p:cNvPr id="332" name="Freeform: Shape 331">
              <a:extLst>
                <a:ext uri="{FF2B5EF4-FFF2-40B4-BE49-F238E27FC236}">
                  <a16:creationId xmlns:a16="http://schemas.microsoft.com/office/drawing/2014/main" id="{F409B088-0A2A-D0A8-8265-129A3EA3C3EC}"/>
                </a:ext>
              </a:extLst>
            </p:cNvPr>
            <p:cNvSpPr/>
            <p:nvPr>
              <p:custDataLst>
                <p:tags r:id="rId12"/>
              </p:custDataLst>
            </p:nvPr>
          </p:nvSpPr>
          <p:spPr>
            <a:xfrm>
              <a:off x="8824417" y="6048384"/>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3" name="Freeform: Shape 332">
              <a:extLst>
                <a:ext uri="{FF2B5EF4-FFF2-40B4-BE49-F238E27FC236}">
                  <a16:creationId xmlns:a16="http://schemas.microsoft.com/office/drawing/2014/main" id="{FCC91DAA-2625-C7C9-795E-7CC14A6C564F}"/>
                </a:ext>
              </a:extLst>
            </p:cNvPr>
            <p:cNvSpPr/>
            <p:nvPr>
              <p:custDataLst>
                <p:tags r:id="rId13"/>
              </p:custDataLst>
            </p:nvPr>
          </p:nvSpPr>
          <p:spPr>
            <a:xfrm>
              <a:off x="8943716" y="6039105"/>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4" name="Freeform: Shape 333">
              <a:extLst>
                <a:ext uri="{FF2B5EF4-FFF2-40B4-BE49-F238E27FC236}">
                  <a16:creationId xmlns:a16="http://schemas.microsoft.com/office/drawing/2014/main" id="{A79E8819-ED17-F40F-3DCE-FB75207A4BD7}"/>
                </a:ext>
              </a:extLst>
            </p:cNvPr>
            <p:cNvSpPr/>
            <p:nvPr>
              <p:custDataLst>
                <p:tags r:id="rId14"/>
              </p:custDataLst>
            </p:nvPr>
          </p:nvSpPr>
          <p:spPr>
            <a:xfrm>
              <a:off x="8989010" y="6081759"/>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5" name="Freeform: Shape 334">
              <a:extLst>
                <a:ext uri="{FF2B5EF4-FFF2-40B4-BE49-F238E27FC236}">
                  <a16:creationId xmlns:a16="http://schemas.microsoft.com/office/drawing/2014/main" id="{2E083EB9-699D-F96E-24DA-4B9FDB01ACC2}"/>
                </a:ext>
              </a:extLst>
            </p:cNvPr>
            <p:cNvSpPr/>
            <p:nvPr>
              <p:custDataLst>
                <p:tags r:id="rId15"/>
              </p:custDataLst>
            </p:nvPr>
          </p:nvSpPr>
          <p:spPr>
            <a:xfrm>
              <a:off x="9107035" y="6092146"/>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6" name="Freeform: Shape 335">
              <a:extLst>
                <a:ext uri="{FF2B5EF4-FFF2-40B4-BE49-F238E27FC236}">
                  <a16:creationId xmlns:a16="http://schemas.microsoft.com/office/drawing/2014/main" id="{C7EDC26A-202F-B8DE-450C-19853B5BAFAB}"/>
                </a:ext>
              </a:extLst>
            </p:cNvPr>
            <p:cNvSpPr/>
            <p:nvPr>
              <p:custDataLst>
                <p:tags r:id="rId16"/>
              </p:custDataLst>
            </p:nvPr>
          </p:nvSpPr>
          <p:spPr>
            <a:xfrm>
              <a:off x="9254976" y="6050738"/>
              <a:ext cx="58946" cy="95279"/>
            </a:xfrm>
            <a:custGeom>
              <a:avLst/>
              <a:gdLst>
                <a:gd name="connsiteX0" fmla="*/ 35333 w 58946"/>
                <a:gd name="connsiteY0" fmla="*/ 43548 h 95279"/>
                <a:gd name="connsiteX1" fmla="*/ 55218 w 58946"/>
                <a:gd name="connsiteY1" fmla="*/ 19174 h 95279"/>
                <a:gd name="connsiteX2" fmla="*/ 29083 w 58946"/>
                <a:gd name="connsiteY2" fmla="*/ 63 h 95279"/>
                <a:gd name="connsiteX3" fmla="*/ 3942 w 58946"/>
                <a:gd name="connsiteY3" fmla="*/ 18897 h 95279"/>
                <a:gd name="connsiteX4" fmla="*/ 11186 w 58946"/>
                <a:gd name="connsiteY4" fmla="*/ 26098 h 95279"/>
                <a:gd name="connsiteX5" fmla="*/ 18430 w 58946"/>
                <a:gd name="connsiteY5" fmla="*/ 19036 h 95279"/>
                <a:gd name="connsiteX6" fmla="*/ 9623 w 58946"/>
                <a:gd name="connsiteY6" fmla="*/ 12111 h 95279"/>
                <a:gd name="connsiteX7" fmla="*/ 28515 w 58946"/>
                <a:gd name="connsiteY7" fmla="*/ 3525 h 95279"/>
                <a:gd name="connsiteX8" fmla="*/ 42150 w 58946"/>
                <a:gd name="connsiteY8" fmla="*/ 19036 h 95279"/>
                <a:gd name="connsiteX9" fmla="*/ 38173 w 58946"/>
                <a:gd name="connsiteY9" fmla="*/ 34823 h 95279"/>
                <a:gd name="connsiteX10" fmla="*/ 25532 w 58946"/>
                <a:gd name="connsiteY10" fmla="*/ 42025 h 95279"/>
                <a:gd name="connsiteX11" fmla="*/ 19992 w 58946"/>
                <a:gd name="connsiteY11" fmla="*/ 42440 h 95279"/>
                <a:gd name="connsiteX12" fmla="*/ 17862 w 58946"/>
                <a:gd name="connsiteY12" fmla="*/ 44102 h 95279"/>
                <a:gd name="connsiteX13" fmla="*/ 21271 w 58946"/>
                <a:gd name="connsiteY13" fmla="*/ 45625 h 95279"/>
                <a:gd name="connsiteX14" fmla="*/ 27520 w 58946"/>
                <a:gd name="connsiteY14" fmla="*/ 45625 h 95279"/>
                <a:gd name="connsiteX15" fmla="*/ 44423 w 58946"/>
                <a:gd name="connsiteY15" fmla="*/ 68614 h 95279"/>
                <a:gd name="connsiteX16" fmla="*/ 28373 w 58946"/>
                <a:gd name="connsiteY16" fmla="*/ 91465 h 95279"/>
                <a:gd name="connsiteX17" fmla="*/ 6641 w 58946"/>
                <a:gd name="connsiteY17" fmla="*/ 80940 h 95279"/>
                <a:gd name="connsiteX18" fmla="*/ 16015 w 58946"/>
                <a:gd name="connsiteY18" fmla="*/ 73323 h 95279"/>
                <a:gd name="connsiteX19" fmla="*/ 8061 w 58946"/>
                <a:gd name="connsiteY19" fmla="*/ 65567 h 95279"/>
                <a:gd name="connsiteX20" fmla="*/ 107 w 58946"/>
                <a:gd name="connsiteY20" fmla="*/ 73600 h 95279"/>
                <a:gd name="connsiteX21" fmla="*/ 28799 w 58946"/>
                <a:gd name="connsiteY21" fmla="*/ 95342 h 95279"/>
                <a:gd name="connsiteX22" fmla="*/ 59053 w 58946"/>
                <a:gd name="connsiteY22" fmla="*/ 68614 h 95279"/>
                <a:gd name="connsiteX23" fmla="*/ 35333 w 58946"/>
                <a:gd name="connsiteY23" fmla="*/ 43548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946" h="95279">
                  <a:moveTo>
                    <a:pt x="35333" y="43548"/>
                  </a:moveTo>
                  <a:cubicBezTo>
                    <a:pt x="46980" y="39809"/>
                    <a:pt x="55218" y="30115"/>
                    <a:pt x="55218" y="19174"/>
                  </a:cubicBezTo>
                  <a:cubicBezTo>
                    <a:pt x="55218" y="7818"/>
                    <a:pt x="42719" y="63"/>
                    <a:pt x="29083" y="63"/>
                  </a:cubicBezTo>
                  <a:cubicBezTo>
                    <a:pt x="14737" y="63"/>
                    <a:pt x="3942" y="8372"/>
                    <a:pt x="3942" y="18897"/>
                  </a:cubicBezTo>
                  <a:cubicBezTo>
                    <a:pt x="3942" y="23467"/>
                    <a:pt x="7067" y="26098"/>
                    <a:pt x="11186" y="26098"/>
                  </a:cubicBezTo>
                  <a:cubicBezTo>
                    <a:pt x="15589" y="26098"/>
                    <a:pt x="18430" y="23052"/>
                    <a:pt x="18430" y="19036"/>
                  </a:cubicBezTo>
                  <a:cubicBezTo>
                    <a:pt x="18430" y="12111"/>
                    <a:pt x="11754" y="12111"/>
                    <a:pt x="9623" y="12111"/>
                  </a:cubicBezTo>
                  <a:cubicBezTo>
                    <a:pt x="14027" y="5325"/>
                    <a:pt x="23401" y="3525"/>
                    <a:pt x="28515" y="3525"/>
                  </a:cubicBezTo>
                  <a:cubicBezTo>
                    <a:pt x="34338" y="3525"/>
                    <a:pt x="42150" y="6572"/>
                    <a:pt x="42150" y="19036"/>
                  </a:cubicBezTo>
                  <a:cubicBezTo>
                    <a:pt x="42150" y="20697"/>
                    <a:pt x="41866" y="28730"/>
                    <a:pt x="38173" y="34823"/>
                  </a:cubicBezTo>
                  <a:cubicBezTo>
                    <a:pt x="33912" y="41471"/>
                    <a:pt x="29083" y="41886"/>
                    <a:pt x="25532" y="42025"/>
                  </a:cubicBezTo>
                  <a:cubicBezTo>
                    <a:pt x="24396" y="42163"/>
                    <a:pt x="20987" y="42440"/>
                    <a:pt x="19992" y="42440"/>
                  </a:cubicBezTo>
                  <a:cubicBezTo>
                    <a:pt x="18856" y="42578"/>
                    <a:pt x="17862" y="42717"/>
                    <a:pt x="17862" y="44102"/>
                  </a:cubicBezTo>
                  <a:cubicBezTo>
                    <a:pt x="17862" y="45625"/>
                    <a:pt x="18856" y="45625"/>
                    <a:pt x="21271" y="45625"/>
                  </a:cubicBezTo>
                  <a:lnTo>
                    <a:pt x="27520" y="45625"/>
                  </a:lnTo>
                  <a:cubicBezTo>
                    <a:pt x="39168" y="45625"/>
                    <a:pt x="44423" y="55042"/>
                    <a:pt x="44423" y="68614"/>
                  </a:cubicBezTo>
                  <a:cubicBezTo>
                    <a:pt x="44423" y="87448"/>
                    <a:pt x="34622" y="91465"/>
                    <a:pt x="28373" y="91465"/>
                  </a:cubicBezTo>
                  <a:cubicBezTo>
                    <a:pt x="22265" y="91465"/>
                    <a:pt x="11612" y="89110"/>
                    <a:pt x="6641" y="80940"/>
                  </a:cubicBezTo>
                  <a:cubicBezTo>
                    <a:pt x="11612" y="81632"/>
                    <a:pt x="16015" y="78585"/>
                    <a:pt x="16015" y="73323"/>
                  </a:cubicBezTo>
                  <a:cubicBezTo>
                    <a:pt x="16015" y="68337"/>
                    <a:pt x="12180" y="65567"/>
                    <a:pt x="8061" y="65567"/>
                  </a:cubicBezTo>
                  <a:cubicBezTo>
                    <a:pt x="4652" y="65567"/>
                    <a:pt x="107" y="67506"/>
                    <a:pt x="107" y="73600"/>
                  </a:cubicBezTo>
                  <a:cubicBezTo>
                    <a:pt x="107" y="86202"/>
                    <a:pt x="13317" y="95342"/>
                    <a:pt x="28799" y="95342"/>
                  </a:cubicBezTo>
                  <a:cubicBezTo>
                    <a:pt x="46127" y="95342"/>
                    <a:pt x="59053" y="82740"/>
                    <a:pt x="59053" y="68614"/>
                  </a:cubicBezTo>
                  <a:cubicBezTo>
                    <a:pt x="59053" y="57258"/>
                    <a:pt x="50105" y="46456"/>
                    <a:pt x="35333" y="43548"/>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7" name="Freeform: Shape 336">
              <a:extLst>
                <a:ext uri="{FF2B5EF4-FFF2-40B4-BE49-F238E27FC236}">
                  <a16:creationId xmlns:a16="http://schemas.microsoft.com/office/drawing/2014/main" id="{27DE06F6-44E6-5999-6189-FFE8D5E809FE}"/>
                </a:ext>
              </a:extLst>
            </p:cNvPr>
            <p:cNvSpPr/>
            <p:nvPr>
              <p:custDataLst>
                <p:tags r:id="rId17"/>
              </p:custDataLst>
            </p:nvPr>
          </p:nvSpPr>
          <p:spPr>
            <a:xfrm>
              <a:off x="9328126" y="6039105"/>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88" name="Group 387" descr="\documentclass{article}&#10;\usepackage{amsmath}&#10;\pagestyle{empty}&#10;\begin{document}&#10;&#10;\[&#10;\mu_2 - \beta^Tx&#10;\]&#10;&#10;\end{document}" title="IguanaTex Shape Display">
            <a:extLst>
              <a:ext uri="{FF2B5EF4-FFF2-40B4-BE49-F238E27FC236}">
                <a16:creationId xmlns:a16="http://schemas.microsoft.com/office/drawing/2014/main" id="{D22B5BDC-113E-DE8F-FE73-67252BD1452F}"/>
              </a:ext>
            </a:extLst>
          </p:cNvPr>
          <p:cNvGrpSpPr>
            <a:grpSpLocks noChangeAspect="1"/>
          </p:cNvGrpSpPr>
          <p:nvPr>
            <p:custDataLst>
              <p:tags r:id="rId5"/>
            </p:custDataLst>
          </p:nvPr>
        </p:nvGrpSpPr>
        <p:grpSpPr>
          <a:xfrm>
            <a:off x="6959600" y="5943600"/>
            <a:ext cx="614082" cy="162734"/>
            <a:chOff x="10233638" y="6924704"/>
            <a:chExt cx="614082" cy="162734"/>
          </a:xfrm>
        </p:grpSpPr>
        <p:sp>
          <p:nvSpPr>
            <p:cNvPr id="382" name="Freeform: Shape 381">
              <a:extLst>
                <a:ext uri="{FF2B5EF4-FFF2-40B4-BE49-F238E27FC236}">
                  <a16:creationId xmlns:a16="http://schemas.microsoft.com/office/drawing/2014/main" id="{9F7D0B59-8B2F-D359-824B-1472EAE070A2}"/>
                </a:ext>
              </a:extLst>
            </p:cNvPr>
            <p:cNvSpPr/>
            <p:nvPr>
              <p:custDataLst>
                <p:tags r:id="rId6"/>
              </p:custDataLst>
            </p:nvPr>
          </p:nvSpPr>
          <p:spPr>
            <a:xfrm>
              <a:off x="10233638" y="6990278"/>
              <a:ext cx="82820" cy="97160"/>
            </a:xfrm>
            <a:custGeom>
              <a:avLst/>
              <a:gdLst>
                <a:gd name="connsiteX0" fmla="*/ 30927 w 82820"/>
                <a:gd name="connsiteY0" fmla="*/ 13512 h 97160"/>
                <a:gd name="connsiteX1" fmla="*/ 33219 w 82820"/>
                <a:gd name="connsiteY1" fmla="*/ 4062 h 97160"/>
                <a:gd name="connsiteX2" fmla="*/ 28788 w 82820"/>
                <a:gd name="connsiteY2" fmla="*/ 75 h 97160"/>
                <a:gd name="connsiteX3" fmla="*/ 22676 w 82820"/>
                <a:gd name="connsiteY3" fmla="*/ 5390 h 97160"/>
                <a:gd name="connsiteX4" fmla="*/ 672 w 82820"/>
                <a:gd name="connsiteY4" fmla="*/ 90886 h 97160"/>
                <a:gd name="connsiteX5" fmla="*/ 213 w 82820"/>
                <a:gd name="connsiteY5" fmla="*/ 93248 h 97160"/>
                <a:gd name="connsiteX6" fmla="*/ 4492 w 82820"/>
                <a:gd name="connsiteY6" fmla="*/ 97235 h 97160"/>
                <a:gd name="connsiteX7" fmla="*/ 9840 w 82820"/>
                <a:gd name="connsiteY7" fmla="*/ 94134 h 97160"/>
                <a:gd name="connsiteX8" fmla="*/ 18244 w 82820"/>
                <a:gd name="connsiteY8" fmla="*/ 62387 h 97160"/>
                <a:gd name="connsiteX9" fmla="*/ 33066 w 82820"/>
                <a:gd name="connsiteY9" fmla="*/ 66965 h 97160"/>
                <a:gd name="connsiteX10" fmla="*/ 53389 w 82820"/>
                <a:gd name="connsiteY10" fmla="*/ 56185 h 97160"/>
                <a:gd name="connsiteX11" fmla="*/ 67142 w 82820"/>
                <a:gd name="connsiteY11" fmla="*/ 66965 h 97160"/>
                <a:gd name="connsiteX12" fmla="*/ 78449 w 82820"/>
                <a:gd name="connsiteY12" fmla="*/ 58843 h 97160"/>
                <a:gd name="connsiteX13" fmla="*/ 83033 w 82820"/>
                <a:gd name="connsiteY13" fmla="*/ 44225 h 97160"/>
                <a:gd name="connsiteX14" fmla="*/ 81200 w 82820"/>
                <a:gd name="connsiteY14" fmla="*/ 42748 h 97160"/>
                <a:gd name="connsiteX15" fmla="*/ 79060 w 82820"/>
                <a:gd name="connsiteY15" fmla="*/ 45406 h 97160"/>
                <a:gd name="connsiteX16" fmla="*/ 67447 w 82820"/>
                <a:gd name="connsiteY16" fmla="*/ 63716 h 97160"/>
                <a:gd name="connsiteX17" fmla="*/ 62863 w 82820"/>
                <a:gd name="connsiteY17" fmla="*/ 56924 h 97160"/>
                <a:gd name="connsiteX18" fmla="*/ 65919 w 82820"/>
                <a:gd name="connsiteY18" fmla="*/ 41567 h 97160"/>
                <a:gd name="connsiteX19" fmla="*/ 70198 w 82820"/>
                <a:gd name="connsiteY19" fmla="*/ 25620 h 97160"/>
                <a:gd name="connsiteX20" fmla="*/ 72795 w 82820"/>
                <a:gd name="connsiteY20" fmla="*/ 15579 h 97160"/>
                <a:gd name="connsiteX21" fmla="*/ 75087 w 82820"/>
                <a:gd name="connsiteY21" fmla="*/ 5686 h 97160"/>
                <a:gd name="connsiteX22" fmla="*/ 70656 w 82820"/>
                <a:gd name="connsiteY22" fmla="*/ 1699 h 97160"/>
                <a:gd name="connsiteX23" fmla="*/ 64697 w 82820"/>
                <a:gd name="connsiteY23" fmla="*/ 6867 h 97160"/>
                <a:gd name="connsiteX24" fmla="*/ 57515 w 82820"/>
                <a:gd name="connsiteY24" fmla="*/ 34479 h 97160"/>
                <a:gd name="connsiteX25" fmla="*/ 53542 w 82820"/>
                <a:gd name="connsiteY25" fmla="*/ 49541 h 97160"/>
                <a:gd name="connsiteX26" fmla="*/ 33677 w 82820"/>
                <a:gd name="connsiteY26" fmla="*/ 63716 h 97160"/>
                <a:gd name="connsiteX27" fmla="*/ 22370 w 82820"/>
                <a:gd name="connsiteY27" fmla="*/ 50870 h 97160"/>
                <a:gd name="connsiteX28" fmla="*/ 24509 w 82820"/>
                <a:gd name="connsiteY28" fmla="*/ 38319 h 97160"/>
                <a:gd name="connsiteX29" fmla="*/ 30927 w 82820"/>
                <a:gd name="connsiteY29" fmla="*/ 13512 h 9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820" h="97160">
                  <a:moveTo>
                    <a:pt x="30927" y="13512"/>
                  </a:moveTo>
                  <a:cubicBezTo>
                    <a:pt x="31691" y="10411"/>
                    <a:pt x="33219" y="4800"/>
                    <a:pt x="33219" y="4062"/>
                  </a:cubicBezTo>
                  <a:cubicBezTo>
                    <a:pt x="33219" y="1551"/>
                    <a:pt x="31385" y="75"/>
                    <a:pt x="28788" y="75"/>
                  </a:cubicBezTo>
                  <a:cubicBezTo>
                    <a:pt x="28329" y="75"/>
                    <a:pt x="24051" y="222"/>
                    <a:pt x="22676" y="5390"/>
                  </a:cubicBezTo>
                  <a:lnTo>
                    <a:pt x="672" y="90886"/>
                  </a:lnTo>
                  <a:cubicBezTo>
                    <a:pt x="213" y="92657"/>
                    <a:pt x="213" y="92953"/>
                    <a:pt x="213" y="93248"/>
                  </a:cubicBezTo>
                  <a:cubicBezTo>
                    <a:pt x="213" y="95463"/>
                    <a:pt x="1894" y="97235"/>
                    <a:pt x="4492" y="97235"/>
                  </a:cubicBezTo>
                  <a:cubicBezTo>
                    <a:pt x="7701" y="97235"/>
                    <a:pt x="9534" y="94577"/>
                    <a:pt x="9840" y="94134"/>
                  </a:cubicBezTo>
                  <a:cubicBezTo>
                    <a:pt x="10451" y="92805"/>
                    <a:pt x="12438" y="85127"/>
                    <a:pt x="18244" y="62387"/>
                  </a:cubicBezTo>
                  <a:cubicBezTo>
                    <a:pt x="23134" y="66374"/>
                    <a:pt x="30010" y="66965"/>
                    <a:pt x="33066" y="66965"/>
                  </a:cubicBezTo>
                  <a:cubicBezTo>
                    <a:pt x="43763" y="66965"/>
                    <a:pt x="49722" y="60320"/>
                    <a:pt x="53389" y="56185"/>
                  </a:cubicBezTo>
                  <a:cubicBezTo>
                    <a:pt x="54764" y="62830"/>
                    <a:pt x="60418" y="66965"/>
                    <a:pt x="67142" y="66965"/>
                  </a:cubicBezTo>
                  <a:cubicBezTo>
                    <a:pt x="72490" y="66965"/>
                    <a:pt x="76004" y="63568"/>
                    <a:pt x="78449" y="58843"/>
                  </a:cubicBezTo>
                  <a:cubicBezTo>
                    <a:pt x="81047" y="53528"/>
                    <a:pt x="83033" y="44520"/>
                    <a:pt x="83033" y="44225"/>
                  </a:cubicBezTo>
                  <a:cubicBezTo>
                    <a:pt x="83033" y="42748"/>
                    <a:pt x="81658" y="42748"/>
                    <a:pt x="81200" y="42748"/>
                  </a:cubicBezTo>
                  <a:cubicBezTo>
                    <a:pt x="79672" y="42748"/>
                    <a:pt x="79519" y="43339"/>
                    <a:pt x="79060" y="45406"/>
                  </a:cubicBezTo>
                  <a:cubicBezTo>
                    <a:pt x="76463" y="55004"/>
                    <a:pt x="73712" y="63716"/>
                    <a:pt x="67447" y="63716"/>
                  </a:cubicBezTo>
                  <a:cubicBezTo>
                    <a:pt x="63322" y="63716"/>
                    <a:pt x="62863" y="59877"/>
                    <a:pt x="62863" y="56924"/>
                  </a:cubicBezTo>
                  <a:cubicBezTo>
                    <a:pt x="62863" y="53675"/>
                    <a:pt x="64697" y="46735"/>
                    <a:pt x="65919" y="41567"/>
                  </a:cubicBezTo>
                  <a:lnTo>
                    <a:pt x="70198" y="25620"/>
                  </a:lnTo>
                  <a:cubicBezTo>
                    <a:pt x="70656" y="23405"/>
                    <a:pt x="72184" y="17794"/>
                    <a:pt x="72795" y="15579"/>
                  </a:cubicBezTo>
                  <a:cubicBezTo>
                    <a:pt x="73559" y="12183"/>
                    <a:pt x="75087" y="6572"/>
                    <a:pt x="75087" y="5686"/>
                  </a:cubicBezTo>
                  <a:cubicBezTo>
                    <a:pt x="75087" y="3028"/>
                    <a:pt x="72948" y="1699"/>
                    <a:pt x="70656" y="1699"/>
                  </a:cubicBezTo>
                  <a:cubicBezTo>
                    <a:pt x="69892" y="1699"/>
                    <a:pt x="65919" y="1847"/>
                    <a:pt x="64697" y="6867"/>
                  </a:cubicBezTo>
                  <a:lnTo>
                    <a:pt x="57515" y="34479"/>
                  </a:lnTo>
                  <a:cubicBezTo>
                    <a:pt x="55681" y="41862"/>
                    <a:pt x="54000" y="48064"/>
                    <a:pt x="53542" y="49541"/>
                  </a:cubicBezTo>
                  <a:cubicBezTo>
                    <a:pt x="53389" y="50279"/>
                    <a:pt x="46055" y="63716"/>
                    <a:pt x="33677" y="63716"/>
                  </a:cubicBezTo>
                  <a:cubicBezTo>
                    <a:pt x="26037" y="63716"/>
                    <a:pt x="22370" y="58843"/>
                    <a:pt x="22370" y="50870"/>
                  </a:cubicBezTo>
                  <a:cubicBezTo>
                    <a:pt x="22370" y="46588"/>
                    <a:pt x="23440" y="42453"/>
                    <a:pt x="24509" y="38319"/>
                  </a:cubicBezTo>
                  <a:lnTo>
                    <a:pt x="30927" y="13512"/>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3" name="Freeform: Shape 382">
              <a:extLst>
                <a:ext uri="{FF2B5EF4-FFF2-40B4-BE49-F238E27FC236}">
                  <a16:creationId xmlns:a16="http://schemas.microsoft.com/office/drawing/2014/main" id="{BD1A9E2B-298E-FAF3-F7E3-415C78080DCF}"/>
                </a:ext>
              </a:extLst>
            </p:cNvPr>
            <p:cNvSpPr/>
            <p:nvPr>
              <p:custDataLst>
                <p:tags r:id="rId7"/>
              </p:custDataLst>
            </p:nvPr>
          </p:nvSpPr>
          <p:spPr>
            <a:xfrm>
              <a:off x="10327865" y="7009060"/>
              <a:ext cx="47277" cy="68632"/>
            </a:xfrm>
            <a:custGeom>
              <a:avLst/>
              <a:gdLst>
                <a:gd name="connsiteX0" fmla="*/ 47497 w 47277"/>
                <a:gd name="connsiteY0" fmla="*/ 49897 h 68632"/>
                <a:gd name="connsiteX1" fmla="*/ 43860 w 47277"/>
                <a:gd name="connsiteY1" fmla="*/ 49897 h 68632"/>
                <a:gd name="connsiteX2" fmla="*/ 41079 w 47277"/>
                <a:gd name="connsiteY2" fmla="*/ 59303 h 68632"/>
                <a:gd name="connsiteX3" fmla="*/ 30490 w 47277"/>
                <a:gd name="connsiteY3" fmla="*/ 59923 h 68632"/>
                <a:gd name="connsiteX4" fmla="*/ 10809 w 47277"/>
                <a:gd name="connsiteY4" fmla="*/ 59923 h 68632"/>
                <a:gd name="connsiteX5" fmla="*/ 32201 w 47277"/>
                <a:gd name="connsiteY5" fmla="*/ 42558 h 68632"/>
                <a:gd name="connsiteX6" fmla="*/ 47497 w 47277"/>
                <a:gd name="connsiteY6" fmla="*/ 20232 h 68632"/>
                <a:gd name="connsiteX7" fmla="*/ 22468 w 47277"/>
                <a:gd name="connsiteY7" fmla="*/ 76 h 68632"/>
                <a:gd name="connsiteX8" fmla="*/ 219 w 47277"/>
                <a:gd name="connsiteY8" fmla="*/ 18578 h 68632"/>
                <a:gd name="connsiteX9" fmla="*/ 5888 w 47277"/>
                <a:gd name="connsiteY9" fmla="*/ 24366 h 68632"/>
                <a:gd name="connsiteX10" fmla="*/ 11557 w 47277"/>
                <a:gd name="connsiteY10" fmla="*/ 18888 h 68632"/>
                <a:gd name="connsiteX11" fmla="*/ 5247 w 47277"/>
                <a:gd name="connsiteY11" fmla="*/ 13410 h 68632"/>
                <a:gd name="connsiteX12" fmla="*/ 20863 w 47277"/>
                <a:gd name="connsiteY12" fmla="*/ 3797 h 68632"/>
                <a:gd name="connsiteX13" fmla="*/ 37122 w 47277"/>
                <a:gd name="connsiteY13" fmla="*/ 20232 h 68632"/>
                <a:gd name="connsiteX14" fmla="*/ 27067 w 47277"/>
                <a:gd name="connsiteY14" fmla="*/ 40077 h 68632"/>
                <a:gd name="connsiteX15" fmla="*/ 1289 w 47277"/>
                <a:gd name="connsiteY15" fmla="*/ 64677 h 68632"/>
                <a:gd name="connsiteX16" fmla="*/ 219 w 47277"/>
                <a:gd name="connsiteY16" fmla="*/ 68709 h 68632"/>
                <a:gd name="connsiteX17" fmla="*/ 44288 w 47277"/>
                <a:gd name="connsiteY17" fmla="*/ 68709 h 68632"/>
                <a:gd name="connsiteX18" fmla="*/ 47497 w 47277"/>
                <a:gd name="connsiteY18" fmla="*/ 49897 h 6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277" h="68632">
                  <a:moveTo>
                    <a:pt x="47497" y="49897"/>
                  </a:moveTo>
                  <a:lnTo>
                    <a:pt x="43860" y="49897"/>
                  </a:lnTo>
                  <a:cubicBezTo>
                    <a:pt x="43539" y="52171"/>
                    <a:pt x="42470" y="58269"/>
                    <a:pt x="41079" y="59303"/>
                  </a:cubicBezTo>
                  <a:cubicBezTo>
                    <a:pt x="40223" y="59923"/>
                    <a:pt x="31987" y="59923"/>
                    <a:pt x="30490" y="59923"/>
                  </a:cubicBezTo>
                  <a:lnTo>
                    <a:pt x="10809" y="59923"/>
                  </a:lnTo>
                  <a:cubicBezTo>
                    <a:pt x="22040" y="50310"/>
                    <a:pt x="25783" y="47416"/>
                    <a:pt x="32201" y="42558"/>
                  </a:cubicBezTo>
                  <a:cubicBezTo>
                    <a:pt x="40117" y="36460"/>
                    <a:pt x="47497" y="30051"/>
                    <a:pt x="47497" y="20232"/>
                  </a:cubicBezTo>
                  <a:cubicBezTo>
                    <a:pt x="47497" y="7725"/>
                    <a:pt x="36159" y="76"/>
                    <a:pt x="22468" y="76"/>
                  </a:cubicBezTo>
                  <a:cubicBezTo>
                    <a:pt x="9204" y="76"/>
                    <a:pt x="219" y="9069"/>
                    <a:pt x="219" y="18578"/>
                  </a:cubicBezTo>
                  <a:cubicBezTo>
                    <a:pt x="219" y="23849"/>
                    <a:pt x="4819" y="24366"/>
                    <a:pt x="5888" y="24366"/>
                  </a:cubicBezTo>
                  <a:cubicBezTo>
                    <a:pt x="8455" y="24366"/>
                    <a:pt x="11557" y="22609"/>
                    <a:pt x="11557" y="18888"/>
                  </a:cubicBezTo>
                  <a:cubicBezTo>
                    <a:pt x="11557" y="17028"/>
                    <a:pt x="10809" y="13410"/>
                    <a:pt x="5247" y="13410"/>
                  </a:cubicBezTo>
                  <a:cubicBezTo>
                    <a:pt x="8562" y="6071"/>
                    <a:pt x="15836" y="3797"/>
                    <a:pt x="20863" y="3797"/>
                  </a:cubicBezTo>
                  <a:cubicBezTo>
                    <a:pt x="31559" y="3797"/>
                    <a:pt x="37122" y="11859"/>
                    <a:pt x="37122" y="20232"/>
                  </a:cubicBezTo>
                  <a:cubicBezTo>
                    <a:pt x="37122" y="29224"/>
                    <a:pt x="30490" y="36356"/>
                    <a:pt x="27067" y="40077"/>
                  </a:cubicBezTo>
                  <a:lnTo>
                    <a:pt x="1289" y="64677"/>
                  </a:lnTo>
                  <a:cubicBezTo>
                    <a:pt x="219" y="65608"/>
                    <a:pt x="219" y="65814"/>
                    <a:pt x="219" y="68709"/>
                  </a:cubicBezTo>
                  <a:lnTo>
                    <a:pt x="44288" y="68709"/>
                  </a:lnTo>
                  <a:lnTo>
                    <a:pt x="47497" y="4989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4" name="Freeform: Shape 383">
              <a:extLst>
                <a:ext uri="{FF2B5EF4-FFF2-40B4-BE49-F238E27FC236}">
                  <a16:creationId xmlns:a16="http://schemas.microsoft.com/office/drawing/2014/main" id="{B56F621A-D75E-0865-573F-41BD841C9DF0}"/>
                </a:ext>
              </a:extLst>
            </p:cNvPr>
            <p:cNvSpPr/>
            <p:nvPr>
              <p:custDataLst>
                <p:tags r:id="rId8"/>
              </p:custDataLst>
            </p:nvPr>
          </p:nvSpPr>
          <p:spPr>
            <a:xfrm>
              <a:off x="10436315" y="7015676"/>
              <a:ext cx="93363" cy="5906"/>
            </a:xfrm>
            <a:custGeom>
              <a:avLst/>
              <a:gdLst>
                <a:gd name="connsiteX0" fmla="*/ 88241 w 93363"/>
                <a:gd name="connsiteY0" fmla="*/ 5981 h 5906"/>
                <a:gd name="connsiteX1" fmla="*/ 93589 w 93363"/>
                <a:gd name="connsiteY1" fmla="*/ 3028 h 5906"/>
                <a:gd name="connsiteX2" fmla="*/ 88241 w 93363"/>
                <a:gd name="connsiteY2" fmla="*/ 75 h 5906"/>
                <a:gd name="connsiteX3" fmla="*/ 5574 w 93363"/>
                <a:gd name="connsiteY3" fmla="*/ 75 h 5906"/>
                <a:gd name="connsiteX4" fmla="*/ 226 w 93363"/>
                <a:gd name="connsiteY4" fmla="*/ 3028 h 5906"/>
                <a:gd name="connsiteX5" fmla="*/ 5574 w 93363"/>
                <a:gd name="connsiteY5" fmla="*/ 5981 h 5906"/>
                <a:gd name="connsiteX6" fmla="*/ 88241 w 93363"/>
                <a:gd name="connsiteY6" fmla="*/ 5981 h 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63" h="5906">
                  <a:moveTo>
                    <a:pt x="88241" y="5981"/>
                  </a:moveTo>
                  <a:cubicBezTo>
                    <a:pt x="90839" y="5981"/>
                    <a:pt x="93589" y="5981"/>
                    <a:pt x="93589" y="3028"/>
                  </a:cubicBezTo>
                  <a:cubicBezTo>
                    <a:pt x="93589" y="75"/>
                    <a:pt x="90839" y="75"/>
                    <a:pt x="88241" y="75"/>
                  </a:cubicBezTo>
                  <a:lnTo>
                    <a:pt x="5574" y="75"/>
                  </a:lnTo>
                  <a:cubicBezTo>
                    <a:pt x="2976" y="75"/>
                    <a:pt x="226" y="75"/>
                    <a:pt x="226" y="3028"/>
                  </a:cubicBezTo>
                  <a:cubicBezTo>
                    <a:pt x="226" y="5981"/>
                    <a:pt x="2976" y="5981"/>
                    <a:pt x="5574" y="5981"/>
                  </a:cubicBezTo>
                  <a:lnTo>
                    <a:pt x="88241" y="5981"/>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5" name="Freeform: Shape 384">
              <a:extLst>
                <a:ext uri="{FF2B5EF4-FFF2-40B4-BE49-F238E27FC236}">
                  <a16:creationId xmlns:a16="http://schemas.microsoft.com/office/drawing/2014/main" id="{540E472C-C9F3-C56F-1D14-E1F43584CA6B}"/>
                </a:ext>
              </a:extLst>
            </p:cNvPr>
            <p:cNvSpPr/>
            <p:nvPr>
              <p:custDataLst>
                <p:tags r:id="rId9"/>
              </p:custDataLst>
            </p:nvPr>
          </p:nvSpPr>
          <p:spPr>
            <a:xfrm>
              <a:off x="10581001" y="6951296"/>
              <a:ext cx="83297" cy="132893"/>
            </a:xfrm>
            <a:custGeom>
              <a:avLst/>
              <a:gdLst>
                <a:gd name="connsiteX0" fmla="*/ 83534 w 83297"/>
                <a:gd name="connsiteY0" fmla="*/ 20304 h 132893"/>
                <a:gd name="connsiteX1" fmla="*/ 62752 w 83297"/>
                <a:gd name="connsiteY1" fmla="*/ 75 h 132893"/>
                <a:gd name="connsiteX2" fmla="*/ 44263 w 83297"/>
                <a:gd name="connsiteY2" fmla="*/ 6276 h 132893"/>
                <a:gd name="connsiteX3" fmla="*/ 24551 w 83297"/>
                <a:gd name="connsiteY3" fmla="*/ 37728 h 132893"/>
                <a:gd name="connsiteX4" fmla="*/ 255 w 83297"/>
                <a:gd name="connsiteY4" fmla="*/ 131492 h 132893"/>
                <a:gd name="connsiteX5" fmla="*/ 2089 w 83297"/>
                <a:gd name="connsiteY5" fmla="*/ 132969 h 132893"/>
                <a:gd name="connsiteX6" fmla="*/ 3923 w 83297"/>
                <a:gd name="connsiteY6" fmla="*/ 132230 h 132893"/>
                <a:gd name="connsiteX7" fmla="*/ 14619 w 83297"/>
                <a:gd name="connsiteY7" fmla="*/ 91476 h 132893"/>
                <a:gd name="connsiteX8" fmla="*/ 35400 w 83297"/>
                <a:gd name="connsiteY8" fmla="*/ 105799 h 132893"/>
                <a:gd name="connsiteX9" fmla="*/ 64892 w 83297"/>
                <a:gd name="connsiteY9" fmla="*/ 94134 h 132893"/>
                <a:gd name="connsiteX10" fmla="*/ 77116 w 83297"/>
                <a:gd name="connsiteY10" fmla="*/ 66965 h 132893"/>
                <a:gd name="connsiteX11" fmla="*/ 65961 w 83297"/>
                <a:gd name="connsiteY11" fmla="*/ 44963 h 132893"/>
                <a:gd name="connsiteX12" fmla="*/ 83534 w 83297"/>
                <a:gd name="connsiteY12" fmla="*/ 20304 h 132893"/>
                <a:gd name="connsiteX13" fmla="*/ 56029 w 83297"/>
                <a:gd name="connsiteY13" fmla="*/ 44816 h 132893"/>
                <a:gd name="connsiteX14" fmla="*/ 48694 w 83297"/>
                <a:gd name="connsiteY14" fmla="*/ 45849 h 132893"/>
                <a:gd name="connsiteX15" fmla="*/ 41971 w 83297"/>
                <a:gd name="connsiteY15" fmla="*/ 45259 h 132893"/>
                <a:gd name="connsiteX16" fmla="*/ 49458 w 83297"/>
                <a:gd name="connsiteY16" fmla="*/ 44077 h 132893"/>
                <a:gd name="connsiteX17" fmla="*/ 56029 w 83297"/>
                <a:gd name="connsiteY17" fmla="*/ 44816 h 132893"/>
                <a:gd name="connsiteX18" fmla="*/ 74977 w 83297"/>
                <a:gd name="connsiteY18" fmla="*/ 16908 h 132893"/>
                <a:gd name="connsiteX19" fmla="*/ 61224 w 83297"/>
                <a:gd name="connsiteY19" fmla="*/ 42453 h 132893"/>
                <a:gd name="connsiteX20" fmla="*/ 49458 w 83297"/>
                <a:gd name="connsiteY20" fmla="*/ 40681 h 132893"/>
                <a:gd name="connsiteX21" fmla="*/ 37692 w 83297"/>
                <a:gd name="connsiteY21" fmla="*/ 45406 h 132893"/>
                <a:gd name="connsiteX22" fmla="*/ 48236 w 83297"/>
                <a:gd name="connsiteY22" fmla="*/ 49098 h 132893"/>
                <a:gd name="connsiteX23" fmla="*/ 60766 w 83297"/>
                <a:gd name="connsiteY23" fmla="*/ 47178 h 132893"/>
                <a:gd name="connsiteX24" fmla="*/ 67489 w 83297"/>
                <a:gd name="connsiteY24" fmla="*/ 63864 h 132893"/>
                <a:gd name="connsiteX25" fmla="*/ 59849 w 83297"/>
                <a:gd name="connsiteY25" fmla="*/ 89261 h 132893"/>
                <a:gd name="connsiteX26" fmla="*/ 34942 w 83297"/>
                <a:gd name="connsiteY26" fmla="*/ 102551 h 132893"/>
                <a:gd name="connsiteX27" fmla="*/ 17522 w 83297"/>
                <a:gd name="connsiteY27" fmla="*/ 83503 h 132893"/>
                <a:gd name="connsiteX28" fmla="*/ 18286 w 83297"/>
                <a:gd name="connsiteY28" fmla="*/ 77006 h 132893"/>
                <a:gd name="connsiteX29" fmla="*/ 28066 w 83297"/>
                <a:gd name="connsiteY29" fmla="*/ 39648 h 132893"/>
                <a:gd name="connsiteX30" fmla="*/ 60766 w 83297"/>
                <a:gd name="connsiteY30" fmla="*/ 3471 h 132893"/>
                <a:gd name="connsiteX31" fmla="*/ 74977 w 83297"/>
                <a:gd name="connsiteY31" fmla="*/ 16908 h 13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297" h="132893">
                  <a:moveTo>
                    <a:pt x="83534" y="20304"/>
                  </a:moveTo>
                  <a:cubicBezTo>
                    <a:pt x="83534" y="9230"/>
                    <a:pt x="75129" y="75"/>
                    <a:pt x="62752" y="75"/>
                  </a:cubicBezTo>
                  <a:cubicBezTo>
                    <a:pt x="53890" y="75"/>
                    <a:pt x="49611" y="2437"/>
                    <a:pt x="44263" y="6276"/>
                  </a:cubicBezTo>
                  <a:cubicBezTo>
                    <a:pt x="35859" y="12183"/>
                    <a:pt x="27454" y="26506"/>
                    <a:pt x="24551" y="37728"/>
                  </a:cubicBezTo>
                  <a:lnTo>
                    <a:pt x="255" y="131492"/>
                  </a:lnTo>
                  <a:cubicBezTo>
                    <a:pt x="102" y="132083"/>
                    <a:pt x="866" y="132969"/>
                    <a:pt x="2089" y="132969"/>
                  </a:cubicBezTo>
                  <a:cubicBezTo>
                    <a:pt x="3311" y="132969"/>
                    <a:pt x="3770" y="132673"/>
                    <a:pt x="3923" y="132230"/>
                  </a:cubicBezTo>
                  <a:lnTo>
                    <a:pt x="14619" y="91476"/>
                  </a:lnTo>
                  <a:cubicBezTo>
                    <a:pt x="17522" y="100336"/>
                    <a:pt x="24246" y="105799"/>
                    <a:pt x="35400" y="105799"/>
                  </a:cubicBezTo>
                  <a:cubicBezTo>
                    <a:pt x="46555" y="105799"/>
                    <a:pt x="58015" y="100631"/>
                    <a:pt x="64892" y="94134"/>
                  </a:cubicBezTo>
                  <a:cubicBezTo>
                    <a:pt x="72226" y="87342"/>
                    <a:pt x="77116" y="77891"/>
                    <a:pt x="77116" y="66965"/>
                  </a:cubicBezTo>
                  <a:cubicBezTo>
                    <a:pt x="77116" y="56333"/>
                    <a:pt x="71462" y="48655"/>
                    <a:pt x="65961" y="44963"/>
                  </a:cubicBezTo>
                  <a:cubicBezTo>
                    <a:pt x="74824" y="40091"/>
                    <a:pt x="83534" y="30936"/>
                    <a:pt x="83534" y="20304"/>
                  </a:cubicBezTo>
                  <a:close/>
                  <a:moveTo>
                    <a:pt x="56029" y="44816"/>
                  </a:moveTo>
                  <a:cubicBezTo>
                    <a:pt x="54042" y="45554"/>
                    <a:pt x="52362" y="45849"/>
                    <a:pt x="48694" y="45849"/>
                  </a:cubicBezTo>
                  <a:cubicBezTo>
                    <a:pt x="46555" y="45849"/>
                    <a:pt x="43499" y="45997"/>
                    <a:pt x="41971" y="45259"/>
                  </a:cubicBezTo>
                  <a:cubicBezTo>
                    <a:pt x="42277" y="43782"/>
                    <a:pt x="47777" y="44077"/>
                    <a:pt x="49458" y="44077"/>
                  </a:cubicBezTo>
                  <a:cubicBezTo>
                    <a:pt x="52667" y="44077"/>
                    <a:pt x="54042" y="44077"/>
                    <a:pt x="56029" y="44816"/>
                  </a:cubicBezTo>
                  <a:close/>
                  <a:moveTo>
                    <a:pt x="74977" y="16908"/>
                  </a:moveTo>
                  <a:cubicBezTo>
                    <a:pt x="74977" y="27244"/>
                    <a:pt x="69170" y="37876"/>
                    <a:pt x="61224" y="42453"/>
                  </a:cubicBezTo>
                  <a:cubicBezTo>
                    <a:pt x="57099" y="40977"/>
                    <a:pt x="54042" y="40681"/>
                    <a:pt x="49458" y="40681"/>
                  </a:cubicBezTo>
                  <a:cubicBezTo>
                    <a:pt x="46249" y="40681"/>
                    <a:pt x="37692" y="40534"/>
                    <a:pt x="37692" y="45406"/>
                  </a:cubicBezTo>
                  <a:cubicBezTo>
                    <a:pt x="37540" y="49541"/>
                    <a:pt x="45485" y="49098"/>
                    <a:pt x="48236" y="49098"/>
                  </a:cubicBezTo>
                  <a:cubicBezTo>
                    <a:pt x="53890" y="49098"/>
                    <a:pt x="56182" y="48950"/>
                    <a:pt x="60766" y="47178"/>
                  </a:cubicBezTo>
                  <a:cubicBezTo>
                    <a:pt x="66572" y="52494"/>
                    <a:pt x="67336" y="57071"/>
                    <a:pt x="67489" y="63864"/>
                  </a:cubicBezTo>
                  <a:cubicBezTo>
                    <a:pt x="67795" y="72428"/>
                    <a:pt x="64128" y="83503"/>
                    <a:pt x="59849" y="89261"/>
                  </a:cubicBezTo>
                  <a:cubicBezTo>
                    <a:pt x="53890" y="97235"/>
                    <a:pt x="43652" y="102551"/>
                    <a:pt x="34942" y="102551"/>
                  </a:cubicBezTo>
                  <a:cubicBezTo>
                    <a:pt x="23329" y="102551"/>
                    <a:pt x="17522" y="93986"/>
                    <a:pt x="17522" y="83503"/>
                  </a:cubicBezTo>
                  <a:cubicBezTo>
                    <a:pt x="17522" y="82026"/>
                    <a:pt x="17522" y="79811"/>
                    <a:pt x="18286" y="77006"/>
                  </a:cubicBezTo>
                  <a:lnTo>
                    <a:pt x="28066" y="39648"/>
                  </a:lnTo>
                  <a:cubicBezTo>
                    <a:pt x="31427" y="26949"/>
                    <a:pt x="42429" y="3471"/>
                    <a:pt x="60766" y="3471"/>
                  </a:cubicBezTo>
                  <a:cubicBezTo>
                    <a:pt x="69629" y="3471"/>
                    <a:pt x="74977" y="8048"/>
                    <a:pt x="74977" y="16908"/>
                  </a:cubicBez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6" name="Freeform: Shape 385">
              <a:extLst>
                <a:ext uri="{FF2B5EF4-FFF2-40B4-BE49-F238E27FC236}">
                  <a16:creationId xmlns:a16="http://schemas.microsoft.com/office/drawing/2014/main" id="{F89CB8B5-DED0-8D39-ED7D-4F05530DD8B7}"/>
                </a:ext>
              </a:extLst>
            </p:cNvPr>
            <p:cNvSpPr/>
            <p:nvPr>
              <p:custDataLst>
                <p:tags r:id="rId10"/>
              </p:custDataLst>
            </p:nvPr>
          </p:nvSpPr>
          <p:spPr>
            <a:xfrm>
              <a:off x="10675531" y="6924704"/>
              <a:ext cx="79901" cy="69872"/>
            </a:xfrm>
            <a:custGeom>
              <a:avLst/>
              <a:gdLst>
                <a:gd name="connsiteX0" fmla="*/ 47627 w 79901"/>
                <a:gd name="connsiteY0" fmla="*/ 7409 h 69872"/>
                <a:gd name="connsiteX1" fmla="*/ 50943 w 79901"/>
                <a:gd name="connsiteY1" fmla="*/ 3895 h 69872"/>
                <a:gd name="connsiteX2" fmla="*/ 57360 w 79901"/>
                <a:gd name="connsiteY2" fmla="*/ 3792 h 69872"/>
                <a:gd name="connsiteX3" fmla="*/ 69340 w 79901"/>
                <a:gd name="connsiteY3" fmla="*/ 4619 h 69872"/>
                <a:gd name="connsiteX4" fmla="*/ 74368 w 79901"/>
                <a:gd name="connsiteY4" fmla="*/ 12784 h 69872"/>
                <a:gd name="connsiteX5" fmla="*/ 73619 w 79901"/>
                <a:gd name="connsiteY5" fmla="*/ 21156 h 69872"/>
                <a:gd name="connsiteX6" fmla="*/ 73405 w 79901"/>
                <a:gd name="connsiteY6" fmla="*/ 22293 h 69872"/>
                <a:gd name="connsiteX7" fmla="*/ 75223 w 79901"/>
                <a:gd name="connsiteY7" fmla="*/ 23844 h 69872"/>
                <a:gd name="connsiteX8" fmla="*/ 77256 w 79901"/>
                <a:gd name="connsiteY8" fmla="*/ 21260 h 69872"/>
                <a:gd name="connsiteX9" fmla="*/ 80144 w 79901"/>
                <a:gd name="connsiteY9" fmla="*/ 1518 h 69872"/>
                <a:gd name="connsiteX10" fmla="*/ 76935 w 79901"/>
                <a:gd name="connsiteY10" fmla="*/ 71 h 69872"/>
                <a:gd name="connsiteX11" fmla="*/ 11152 w 79901"/>
                <a:gd name="connsiteY11" fmla="*/ 71 h 69872"/>
                <a:gd name="connsiteX12" fmla="*/ 7516 w 79901"/>
                <a:gd name="connsiteY12" fmla="*/ 2241 h 69872"/>
                <a:gd name="connsiteX13" fmla="*/ 777 w 79901"/>
                <a:gd name="connsiteY13" fmla="*/ 20536 h 69872"/>
                <a:gd name="connsiteX14" fmla="*/ 242 w 79901"/>
                <a:gd name="connsiteY14" fmla="*/ 22397 h 69872"/>
                <a:gd name="connsiteX15" fmla="*/ 2060 w 79901"/>
                <a:gd name="connsiteY15" fmla="*/ 23844 h 69872"/>
                <a:gd name="connsiteX16" fmla="*/ 4307 w 79901"/>
                <a:gd name="connsiteY16" fmla="*/ 21363 h 69872"/>
                <a:gd name="connsiteX17" fmla="*/ 30299 w 79901"/>
                <a:gd name="connsiteY17" fmla="*/ 3792 h 69872"/>
                <a:gd name="connsiteX18" fmla="*/ 34791 w 79901"/>
                <a:gd name="connsiteY18" fmla="*/ 3792 h 69872"/>
                <a:gd name="connsiteX19" fmla="*/ 38107 w 79901"/>
                <a:gd name="connsiteY19" fmla="*/ 4825 h 69872"/>
                <a:gd name="connsiteX20" fmla="*/ 37679 w 79901"/>
                <a:gd name="connsiteY20" fmla="*/ 6996 h 69872"/>
                <a:gd name="connsiteX21" fmla="*/ 23560 w 79901"/>
                <a:gd name="connsiteY21" fmla="*/ 61364 h 69872"/>
                <a:gd name="connsiteX22" fmla="*/ 11045 w 79901"/>
                <a:gd name="connsiteY22" fmla="*/ 66222 h 69872"/>
                <a:gd name="connsiteX23" fmla="*/ 6232 w 79901"/>
                <a:gd name="connsiteY23" fmla="*/ 68496 h 69872"/>
                <a:gd name="connsiteX24" fmla="*/ 8050 w 79901"/>
                <a:gd name="connsiteY24" fmla="*/ 69943 h 69872"/>
                <a:gd name="connsiteX25" fmla="*/ 17249 w 79901"/>
                <a:gd name="connsiteY25" fmla="*/ 69633 h 69872"/>
                <a:gd name="connsiteX26" fmla="*/ 26448 w 79901"/>
                <a:gd name="connsiteY26" fmla="*/ 69530 h 69872"/>
                <a:gd name="connsiteX27" fmla="*/ 36075 w 79901"/>
                <a:gd name="connsiteY27" fmla="*/ 69633 h 69872"/>
                <a:gd name="connsiteX28" fmla="*/ 45060 w 79901"/>
                <a:gd name="connsiteY28" fmla="*/ 69943 h 69872"/>
                <a:gd name="connsiteX29" fmla="*/ 47520 w 79901"/>
                <a:gd name="connsiteY29" fmla="*/ 67669 h 69872"/>
                <a:gd name="connsiteX30" fmla="*/ 43134 w 79901"/>
                <a:gd name="connsiteY30" fmla="*/ 66222 h 69872"/>
                <a:gd name="connsiteX31" fmla="*/ 36930 w 79901"/>
                <a:gd name="connsiteY31" fmla="*/ 66016 h 69872"/>
                <a:gd name="connsiteX32" fmla="*/ 33080 w 79901"/>
                <a:gd name="connsiteY32" fmla="*/ 64052 h 69872"/>
                <a:gd name="connsiteX33" fmla="*/ 33508 w 79901"/>
                <a:gd name="connsiteY33" fmla="*/ 61674 h 69872"/>
                <a:gd name="connsiteX34" fmla="*/ 47627 w 79901"/>
                <a:gd name="connsiteY34" fmla="*/ 7409 h 6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901" h="69872">
                  <a:moveTo>
                    <a:pt x="47627" y="7409"/>
                  </a:moveTo>
                  <a:cubicBezTo>
                    <a:pt x="48375" y="4412"/>
                    <a:pt x="48589" y="4102"/>
                    <a:pt x="50943" y="3895"/>
                  </a:cubicBezTo>
                  <a:cubicBezTo>
                    <a:pt x="51477" y="3792"/>
                    <a:pt x="55221" y="3792"/>
                    <a:pt x="57360" y="3792"/>
                  </a:cubicBezTo>
                  <a:cubicBezTo>
                    <a:pt x="63885" y="3792"/>
                    <a:pt x="66666" y="3792"/>
                    <a:pt x="69340" y="4619"/>
                  </a:cubicBezTo>
                  <a:cubicBezTo>
                    <a:pt x="74154" y="6066"/>
                    <a:pt x="74368" y="9063"/>
                    <a:pt x="74368" y="12784"/>
                  </a:cubicBezTo>
                  <a:cubicBezTo>
                    <a:pt x="74368" y="14438"/>
                    <a:pt x="74368" y="15782"/>
                    <a:pt x="73619" y="21156"/>
                  </a:cubicBezTo>
                  <a:lnTo>
                    <a:pt x="73405" y="22293"/>
                  </a:lnTo>
                  <a:cubicBezTo>
                    <a:pt x="73405" y="23327"/>
                    <a:pt x="74154" y="23844"/>
                    <a:pt x="75223" y="23844"/>
                  </a:cubicBezTo>
                  <a:cubicBezTo>
                    <a:pt x="76828" y="23844"/>
                    <a:pt x="77042" y="22914"/>
                    <a:pt x="77256" y="21260"/>
                  </a:cubicBezTo>
                  <a:lnTo>
                    <a:pt x="80144" y="1518"/>
                  </a:lnTo>
                  <a:cubicBezTo>
                    <a:pt x="80144" y="71"/>
                    <a:pt x="78860" y="71"/>
                    <a:pt x="76935" y="71"/>
                  </a:cubicBezTo>
                  <a:lnTo>
                    <a:pt x="11152" y="71"/>
                  </a:lnTo>
                  <a:cubicBezTo>
                    <a:pt x="8478" y="71"/>
                    <a:pt x="8264" y="71"/>
                    <a:pt x="7516" y="2241"/>
                  </a:cubicBezTo>
                  <a:lnTo>
                    <a:pt x="777" y="20536"/>
                  </a:lnTo>
                  <a:cubicBezTo>
                    <a:pt x="670" y="20950"/>
                    <a:pt x="242" y="21880"/>
                    <a:pt x="242" y="22397"/>
                  </a:cubicBezTo>
                  <a:cubicBezTo>
                    <a:pt x="242" y="22810"/>
                    <a:pt x="456" y="23844"/>
                    <a:pt x="2060" y="23844"/>
                  </a:cubicBezTo>
                  <a:cubicBezTo>
                    <a:pt x="3451" y="23844"/>
                    <a:pt x="3665" y="23327"/>
                    <a:pt x="4307" y="21363"/>
                  </a:cubicBezTo>
                  <a:cubicBezTo>
                    <a:pt x="10511" y="4825"/>
                    <a:pt x="14040" y="3792"/>
                    <a:pt x="30299" y="3792"/>
                  </a:cubicBezTo>
                  <a:lnTo>
                    <a:pt x="34791" y="3792"/>
                  </a:lnTo>
                  <a:cubicBezTo>
                    <a:pt x="38000" y="3792"/>
                    <a:pt x="38107" y="3895"/>
                    <a:pt x="38107" y="4825"/>
                  </a:cubicBezTo>
                  <a:cubicBezTo>
                    <a:pt x="38107" y="4929"/>
                    <a:pt x="38107" y="5445"/>
                    <a:pt x="37679" y="6996"/>
                  </a:cubicBezTo>
                  <a:lnTo>
                    <a:pt x="23560" y="61364"/>
                  </a:lnTo>
                  <a:cubicBezTo>
                    <a:pt x="22597" y="65189"/>
                    <a:pt x="22276" y="66222"/>
                    <a:pt x="11045" y="66222"/>
                  </a:cubicBezTo>
                  <a:cubicBezTo>
                    <a:pt x="7195" y="66222"/>
                    <a:pt x="6232" y="66222"/>
                    <a:pt x="6232" y="68496"/>
                  </a:cubicBezTo>
                  <a:cubicBezTo>
                    <a:pt x="6232" y="68806"/>
                    <a:pt x="6446" y="69943"/>
                    <a:pt x="8050" y="69943"/>
                  </a:cubicBezTo>
                  <a:cubicBezTo>
                    <a:pt x="11045" y="69943"/>
                    <a:pt x="14254" y="69633"/>
                    <a:pt x="17249" y="69633"/>
                  </a:cubicBezTo>
                  <a:cubicBezTo>
                    <a:pt x="20244" y="69633"/>
                    <a:pt x="23453" y="69530"/>
                    <a:pt x="26448" y="69530"/>
                  </a:cubicBezTo>
                  <a:cubicBezTo>
                    <a:pt x="29443" y="69530"/>
                    <a:pt x="33080" y="69530"/>
                    <a:pt x="36075" y="69633"/>
                  </a:cubicBezTo>
                  <a:cubicBezTo>
                    <a:pt x="38963" y="69737"/>
                    <a:pt x="42172" y="69943"/>
                    <a:pt x="45060" y="69943"/>
                  </a:cubicBezTo>
                  <a:cubicBezTo>
                    <a:pt x="45915" y="69943"/>
                    <a:pt x="47520" y="69943"/>
                    <a:pt x="47520" y="67669"/>
                  </a:cubicBezTo>
                  <a:cubicBezTo>
                    <a:pt x="47520" y="66222"/>
                    <a:pt x="46450" y="66222"/>
                    <a:pt x="43134" y="66222"/>
                  </a:cubicBezTo>
                  <a:cubicBezTo>
                    <a:pt x="41102" y="66222"/>
                    <a:pt x="38963" y="66119"/>
                    <a:pt x="36930" y="66016"/>
                  </a:cubicBezTo>
                  <a:cubicBezTo>
                    <a:pt x="33294" y="65705"/>
                    <a:pt x="33080" y="65292"/>
                    <a:pt x="33080" y="64052"/>
                  </a:cubicBezTo>
                  <a:cubicBezTo>
                    <a:pt x="33080" y="63328"/>
                    <a:pt x="33080" y="63121"/>
                    <a:pt x="33508" y="61674"/>
                  </a:cubicBezTo>
                  <a:lnTo>
                    <a:pt x="47627" y="7409"/>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7" name="Freeform: Shape 386">
              <a:extLst>
                <a:ext uri="{FF2B5EF4-FFF2-40B4-BE49-F238E27FC236}">
                  <a16:creationId xmlns:a16="http://schemas.microsoft.com/office/drawing/2014/main" id="{65B438EC-76FB-2E00-966C-7BD2BCF8405A}"/>
                </a:ext>
              </a:extLst>
            </p:cNvPr>
            <p:cNvSpPr/>
            <p:nvPr>
              <p:custDataLst>
                <p:tags r:id="rId11"/>
              </p:custDataLst>
            </p:nvPr>
          </p:nvSpPr>
          <p:spPr>
            <a:xfrm>
              <a:off x="10771624" y="6990278"/>
              <a:ext cx="76096" cy="66889"/>
            </a:xfrm>
            <a:custGeom>
              <a:avLst/>
              <a:gdLst>
                <a:gd name="connsiteX0" fmla="*/ 46854 w 76096"/>
                <a:gd name="connsiteY0" fmla="*/ 20747 h 66889"/>
                <a:gd name="connsiteX1" fmla="*/ 61981 w 76096"/>
                <a:gd name="connsiteY1" fmla="*/ 3323 h 66889"/>
                <a:gd name="connsiteX2" fmla="*/ 69622 w 76096"/>
                <a:gd name="connsiteY2" fmla="*/ 5243 h 66889"/>
                <a:gd name="connsiteX3" fmla="*/ 62287 w 76096"/>
                <a:gd name="connsiteY3" fmla="*/ 13216 h 66889"/>
                <a:gd name="connsiteX4" fmla="*/ 68094 w 76096"/>
                <a:gd name="connsiteY4" fmla="*/ 18385 h 66889"/>
                <a:gd name="connsiteX5" fmla="*/ 76345 w 76096"/>
                <a:gd name="connsiteY5" fmla="*/ 9820 h 66889"/>
                <a:gd name="connsiteX6" fmla="*/ 62134 w 76096"/>
                <a:gd name="connsiteY6" fmla="*/ 75 h 66889"/>
                <a:gd name="connsiteX7" fmla="*/ 46090 w 76096"/>
                <a:gd name="connsiteY7" fmla="*/ 11297 h 66889"/>
                <a:gd name="connsiteX8" fmla="*/ 29587 w 76096"/>
                <a:gd name="connsiteY8" fmla="*/ 75 h 66889"/>
                <a:gd name="connsiteX9" fmla="*/ 4985 w 76096"/>
                <a:gd name="connsiteY9" fmla="*/ 22814 h 66889"/>
                <a:gd name="connsiteX10" fmla="*/ 6819 w 76096"/>
                <a:gd name="connsiteY10" fmla="*/ 24291 h 66889"/>
                <a:gd name="connsiteX11" fmla="*/ 8805 w 76096"/>
                <a:gd name="connsiteY11" fmla="*/ 22667 h 66889"/>
                <a:gd name="connsiteX12" fmla="*/ 29281 w 76096"/>
                <a:gd name="connsiteY12" fmla="*/ 3323 h 66889"/>
                <a:gd name="connsiteX13" fmla="*/ 37533 w 76096"/>
                <a:gd name="connsiteY13" fmla="*/ 13216 h 66889"/>
                <a:gd name="connsiteX14" fmla="*/ 29281 w 76096"/>
                <a:gd name="connsiteY14" fmla="*/ 48360 h 66889"/>
                <a:gd name="connsiteX15" fmla="*/ 14765 w 76096"/>
                <a:gd name="connsiteY15" fmla="*/ 63716 h 66889"/>
                <a:gd name="connsiteX16" fmla="*/ 7125 w 76096"/>
                <a:gd name="connsiteY16" fmla="*/ 61797 h 66889"/>
                <a:gd name="connsiteX17" fmla="*/ 14306 w 76096"/>
                <a:gd name="connsiteY17" fmla="*/ 53823 h 66889"/>
                <a:gd name="connsiteX18" fmla="*/ 8653 w 76096"/>
                <a:gd name="connsiteY18" fmla="*/ 48655 h 66889"/>
                <a:gd name="connsiteX19" fmla="*/ 248 w 76096"/>
                <a:gd name="connsiteY19" fmla="*/ 57219 h 66889"/>
                <a:gd name="connsiteX20" fmla="*/ 14612 w 76096"/>
                <a:gd name="connsiteY20" fmla="*/ 66965 h 66889"/>
                <a:gd name="connsiteX21" fmla="*/ 30656 w 76096"/>
                <a:gd name="connsiteY21" fmla="*/ 55743 h 66889"/>
                <a:gd name="connsiteX22" fmla="*/ 47159 w 76096"/>
                <a:gd name="connsiteY22" fmla="*/ 66965 h 66889"/>
                <a:gd name="connsiteX23" fmla="*/ 71608 w 76096"/>
                <a:gd name="connsiteY23" fmla="*/ 44225 h 66889"/>
                <a:gd name="connsiteX24" fmla="*/ 69774 w 76096"/>
                <a:gd name="connsiteY24" fmla="*/ 42748 h 66889"/>
                <a:gd name="connsiteX25" fmla="*/ 67788 w 76096"/>
                <a:gd name="connsiteY25" fmla="*/ 44373 h 66889"/>
                <a:gd name="connsiteX26" fmla="*/ 47465 w 76096"/>
                <a:gd name="connsiteY26" fmla="*/ 63716 h 66889"/>
                <a:gd name="connsiteX27" fmla="*/ 39061 w 76096"/>
                <a:gd name="connsiteY27" fmla="*/ 53971 h 66889"/>
                <a:gd name="connsiteX28" fmla="*/ 41658 w 76096"/>
                <a:gd name="connsiteY28" fmla="*/ 40977 h 66889"/>
                <a:gd name="connsiteX29" fmla="*/ 46854 w 76096"/>
                <a:gd name="connsiteY29" fmla="*/ 20747 h 6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096" h="66889">
                  <a:moveTo>
                    <a:pt x="46854" y="20747"/>
                  </a:moveTo>
                  <a:cubicBezTo>
                    <a:pt x="47771" y="16908"/>
                    <a:pt x="51285" y="3323"/>
                    <a:pt x="61981" y="3323"/>
                  </a:cubicBezTo>
                  <a:cubicBezTo>
                    <a:pt x="62745" y="3323"/>
                    <a:pt x="66413" y="3323"/>
                    <a:pt x="69622" y="5243"/>
                  </a:cubicBezTo>
                  <a:cubicBezTo>
                    <a:pt x="65343" y="5981"/>
                    <a:pt x="62287" y="9673"/>
                    <a:pt x="62287" y="13216"/>
                  </a:cubicBezTo>
                  <a:cubicBezTo>
                    <a:pt x="62287" y="15579"/>
                    <a:pt x="63968" y="18385"/>
                    <a:pt x="68094" y="18385"/>
                  </a:cubicBezTo>
                  <a:cubicBezTo>
                    <a:pt x="71455" y="18385"/>
                    <a:pt x="76345" y="15727"/>
                    <a:pt x="76345" y="9820"/>
                  </a:cubicBezTo>
                  <a:cubicBezTo>
                    <a:pt x="76345" y="2142"/>
                    <a:pt x="67330" y="75"/>
                    <a:pt x="62134" y="75"/>
                  </a:cubicBezTo>
                  <a:cubicBezTo>
                    <a:pt x="53271" y="75"/>
                    <a:pt x="47923" y="7901"/>
                    <a:pt x="46090" y="11297"/>
                  </a:cubicBezTo>
                  <a:cubicBezTo>
                    <a:pt x="42270" y="1551"/>
                    <a:pt x="34018" y="75"/>
                    <a:pt x="29587" y="75"/>
                  </a:cubicBezTo>
                  <a:cubicBezTo>
                    <a:pt x="13695" y="75"/>
                    <a:pt x="4985" y="19123"/>
                    <a:pt x="4985" y="22814"/>
                  </a:cubicBezTo>
                  <a:cubicBezTo>
                    <a:pt x="4985" y="24291"/>
                    <a:pt x="6513" y="24291"/>
                    <a:pt x="6819" y="24291"/>
                  </a:cubicBezTo>
                  <a:cubicBezTo>
                    <a:pt x="8041" y="24291"/>
                    <a:pt x="8500" y="23996"/>
                    <a:pt x="8805" y="22667"/>
                  </a:cubicBezTo>
                  <a:cubicBezTo>
                    <a:pt x="14001" y="7015"/>
                    <a:pt x="24086" y="3323"/>
                    <a:pt x="29281" y="3323"/>
                  </a:cubicBezTo>
                  <a:cubicBezTo>
                    <a:pt x="32184" y="3323"/>
                    <a:pt x="37533" y="4652"/>
                    <a:pt x="37533" y="13216"/>
                  </a:cubicBezTo>
                  <a:cubicBezTo>
                    <a:pt x="37533" y="17794"/>
                    <a:pt x="34935" y="27687"/>
                    <a:pt x="29281" y="48360"/>
                  </a:cubicBezTo>
                  <a:cubicBezTo>
                    <a:pt x="26836" y="57514"/>
                    <a:pt x="21488" y="63716"/>
                    <a:pt x="14765" y="63716"/>
                  </a:cubicBezTo>
                  <a:cubicBezTo>
                    <a:pt x="13848" y="63716"/>
                    <a:pt x="10333" y="63716"/>
                    <a:pt x="7125" y="61797"/>
                  </a:cubicBezTo>
                  <a:cubicBezTo>
                    <a:pt x="10945" y="61058"/>
                    <a:pt x="14306" y="57957"/>
                    <a:pt x="14306" y="53823"/>
                  </a:cubicBezTo>
                  <a:cubicBezTo>
                    <a:pt x="14306" y="49836"/>
                    <a:pt x="10945" y="48655"/>
                    <a:pt x="8653" y="48655"/>
                  </a:cubicBezTo>
                  <a:cubicBezTo>
                    <a:pt x="4068" y="48655"/>
                    <a:pt x="248" y="52494"/>
                    <a:pt x="248" y="57219"/>
                  </a:cubicBezTo>
                  <a:cubicBezTo>
                    <a:pt x="248" y="64011"/>
                    <a:pt x="7889" y="66965"/>
                    <a:pt x="14612" y="66965"/>
                  </a:cubicBezTo>
                  <a:cubicBezTo>
                    <a:pt x="24697" y="66965"/>
                    <a:pt x="30198" y="56628"/>
                    <a:pt x="30656" y="55743"/>
                  </a:cubicBezTo>
                  <a:cubicBezTo>
                    <a:pt x="32490" y="61206"/>
                    <a:pt x="37991" y="66965"/>
                    <a:pt x="47159" y="66965"/>
                  </a:cubicBezTo>
                  <a:cubicBezTo>
                    <a:pt x="62898" y="66965"/>
                    <a:pt x="71608" y="47917"/>
                    <a:pt x="71608" y="44225"/>
                  </a:cubicBezTo>
                  <a:cubicBezTo>
                    <a:pt x="71608" y="42748"/>
                    <a:pt x="70233" y="42748"/>
                    <a:pt x="69774" y="42748"/>
                  </a:cubicBezTo>
                  <a:cubicBezTo>
                    <a:pt x="68399" y="42748"/>
                    <a:pt x="68094" y="43339"/>
                    <a:pt x="67788" y="44373"/>
                  </a:cubicBezTo>
                  <a:cubicBezTo>
                    <a:pt x="62745" y="60172"/>
                    <a:pt x="52355" y="63716"/>
                    <a:pt x="47465" y="63716"/>
                  </a:cubicBezTo>
                  <a:cubicBezTo>
                    <a:pt x="41506" y="63716"/>
                    <a:pt x="39061" y="58991"/>
                    <a:pt x="39061" y="53971"/>
                  </a:cubicBezTo>
                  <a:cubicBezTo>
                    <a:pt x="39061" y="50722"/>
                    <a:pt x="39977" y="47474"/>
                    <a:pt x="41658" y="40977"/>
                  </a:cubicBezTo>
                  <a:lnTo>
                    <a:pt x="46854" y="2074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spTree>
    <p:extLst>
      <p:ext uri="{BB962C8B-B14F-4D97-AF65-F5344CB8AC3E}">
        <p14:creationId xmlns:p14="http://schemas.microsoft.com/office/powerpoint/2010/main" val="157284258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54"/>
                                        </p:tgtEl>
                                        <p:attrNameLst>
                                          <p:attrName>style.visibility</p:attrName>
                                        </p:attrNameLst>
                                      </p:cBhvr>
                                      <p:to>
                                        <p:strVal val="visible"/>
                                      </p:to>
                                    </p:set>
                                    <p:animEffect transition="in" filter="fade">
                                      <p:cBhvr>
                                        <p:cTn id="7" dur="500"/>
                                        <p:tgtEl>
                                          <p:spTgt spid="2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55"/>
                                        </p:tgtEl>
                                        <p:attrNameLst>
                                          <p:attrName>style.visibility</p:attrName>
                                        </p:attrNameLst>
                                      </p:cBhvr>
                                      <p:to>
                                        <p:strVal val="visible"/>
                                      </p:to>
                                    </p:set>
                                    <p:animEffect transition="in" filter="fade">
                                      <p:cBhvr>
                                        <p:cTn id="12" dur="500"/>
                                        <p:tgtEl>
                                          <p:spTgt spid="25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58"/>
                                        </p:tgtEl>
                                        <p:attrNameLst>
                                          <p:attrName>style.visibility</p:attrName>
                                        </p:attrNameLst>
                                      </p:cBhvr>
                                      <p:to>
                                        <p:strVal val="visible"/>
                                      </p:to>
                                    </p:set>
                                    <p:animEffect transition="in" filter="fade">
                                      <p:cBhvr>
                                        <p:cTn id="15" dur="500"/>
                                        <p:tgtEl>
                                          <p:spTgt spid="15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60"/>
                                        </p:tgtEl>
                                        <p:attrNameLst>
                                          <p:attrName>style.visibility</p:attrName>
                                        </p:attrNameLst>
                                      </p:cBhvr>
                                      <p:to>
                                        <p:strVal val="visible"/>
                                      </p:to>
                                    </p:set>
                                    <p:animEffect transition="in" filter="fade">
                                      <p:cBhvr>
                                        <p:cTn id="18" dur="500"/>
                                        <p:tgtEl>
                                          <p:spTgt spid="160"/>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62"/>
                                        </p:tgtEl>
                                        <p:attrNameLst>
                                          <p:attrName>style.visibility</p:attrName>
                                        </p:attrNameLst>
                                      </p:cBhvr>
                                      <p:to>
                                        <p:strVal val="visible"/>
                                      </p:to>
                                    </p:set>
                                    <p:animEffect transition="in" filter="fade">
                                      <p:cBhvr>
                                        <p:cTn id="21" dur="500"/>
                                        <p:tgtEl>
                                          <p:spTgt spid="16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63"/>
                                        </p:tgtEl>
                                        <p:attrNameLst>
                                          <p:attrName>style.visibility</p:attrName>
                                        </p:attrNameLst>
                                      </p:cBhvr>
                                      <p:to>
                                        <p:strVal val="visible"/>
                                      </p:to>
                                    </p:set>
                                    <p:animEffect transition="in" filter="fade">
                                      <p:cBhvr>
                                        <p:cTn id="24" dur="500"/>
                                        <p:tgtEl>
                                          <p:spTgt spid="16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64"/>
                                        </p:tgtEl>
                                        <p:attrNameLst>
                                          <p:attrName>style.visibility</p:attrName>
                                        </p:attrNameLst>
                                      </p:cBhvr>
                                      <p:to>
                                        <p:strVal val="visible"/>
                                      </p:to>
                                    </p:set>
                                    <p:animEffect transition="in" filter="fade">
                                      <p:cBhvr>
                                        <p:cTn id="27" dur="500"/>
                                        <p:tgtEl>
                                          <p:spTgt spid="164"/>
                                        </p:tgtEl>
                                      </p:cBhvr>
                                    </p:animEffect>
                                  </p:childTnLst>
                                </p:cTn>
                              </p:par>
                              <p:par>
                                <p:cTn id="28" presetID="10" presetClass="entr" presetSubtype="0" fill="hold" nodeType="withEffect">
                                  <p:stCondLst>
                                    <p:cond delay="0"/>
                                  </p:stCondLst>
                                  <p:childTnLst>
                                    <p:set>
                                      <p:cBhvr>
                                        <p:cTn id="29" dur="1" fill="hold">
                                          <p:stCondLst>
                                            <p:cond delay="0"/>
                                          </p:stCondLst>
                                        </p:cTn>
                                        <p:tgtEl>
                                          <p:spTgt spid="260"/>
                                        </p:tgtEl>
                                        <p:attrNameLst>
                                          <p:attrName>style.visibility</p:attrName>
                                        </p:attrNameLst>
                                      </p:cBhvr>
                                      <p:to>
                                        <p:strVal val="visible"/>
                                      </p:to>
                                    </p:set>
                                    <p:animEffect transition="in" filter="fade">
                                      <p:cBhvr>
                                        <p:cTn id="30" dur="500"/>
                                        <p:tgtEl>
                                          <p:spTgt spid="260"/>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63"/>
                                        </p:tgtEl>
                                        <p:attrNameLst>
                                          <p:attrName>style.visibility</p:attrName>
                                        </p:attrNameLst>
                                      </p:cBhvr>
                                      <p:to>
                                        <p:strVal val="visible"/>
                                      </p:to>
                                    </p:set>
                                    <p:animEffect transition="in" filter="fade">
                                      <p:cBhvr>
                                        <p:cTn id="35" dur="500"/>
                                        <p:tgtEl>
                                          <p:spTgt spid="263"/>
                                        </p:tgtEl>
                                      </p:cBhvr>
                                    </p:animEffect>
                                  </p:childTnLst>
                                </p:cTn>
                              </p:par>
                              <p:par>
                                <p:cTn id="36" presetID="10" presetClass="entr" presetSubtype="0" fill="hold" nodeType="withEffect">
                                  <p:stCondLst>
                                    <p:cond delay="0"/>
                                  </p:stCondLst>
                                  <p:childTnLst>
                                    <p:set>
                                      <p:cBhvr>
                                        <p:cTn id="37" dur="1" fill="hold">
                                          <p:stCondLst>
                                            <p:cond delay="0"/>
                                          </p:stCondLst>
                                        </p:cTn>
                                        <p:tgtEl>
                                          <p:spTgt spid="297"/>
                                        </p:tgtEl>
                                        <p:attrNameLst>
                                          <p:attrName>style.visibility</p:attrName>
                                        </p:attrNameLst>
                                      </p:cBhvr>
                                      <p:to>
                                        <p:strVal val="visible"/>
                                      </p:to>
                                    </p:set>
                                    <p:animEffect transition="in" filter="fade">
                                      <p:cBhvr>
                                        <p:cTn id="38" dur="500"/>
                                        <p:tgtEl>
                                          <p:spTgt spid="297"/>
                                        </p:tgtEl>
                                      </p:cBhvr>
                                    </p:animEffect>
                                  </p:childTnLst>
                                </p:cTn>
                              </p:par>
                              <p:par>
                                <p:cTn id="39" presetID="10" presetClass="entr" presetSubtype="0" fill="hold" nodeType="withEffect">
                                  <p:stCondLst>
                                    <p:cond delay="0"/>
                                  </p:stCondLst>
                                  <p:childTnLst>
                                    <p:set>
                                      <p:cBhvr>
                                        <p:cTn id="40" dur="1" fill="hold">
                                          <p:stCondLst>
                                            <p:cond delay="0"/>
                                          </p:stCondLst>
                                        </p:cTn>
                                        <p:tgtEl>
                                          <p:spTgt spid="355"/>
                                        </p:tgtEl>
                                        <p:attrNameLst>
                                          <p:attrName>style.visibility</p:attrName>
                                        </p:attrNameLst>
                                      </p:cBhvr>
                                      <p:to>
                                        <p:strVal val="visible"/>
                                      </p:to>
                                    </p:set>
                                    <p:animEffect transition="in" filter="fade">
                                      <p:cBhvr>
                                        <p:cTn id="41" dur="500"/>
                                        <p:tgtEl>
                                          <p:spTgt spid="35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314"/>
                                        </p:tgtEl>
                                        <p:attrNameLst>
                                          <p:attrName>style.visibility</p:attrName>
                                        </p:attrNameLst>
                                      </p:cBhvr>
                                      <p:to>
                                        <p:strVal val="visible"/>
                                      </p:to>
                                    </p:set>
                                    <p:animEffect transition="in" filter="fade">
                                      <p:cBhvr>
                                        <p:cTn id="46" dur="500"/>
                                        <p:tgtEl>
                                          <p:spTgt spid="314"/>
                                        </p:tgtEl>
                                      </p:cBhvr>
                                    </p:animEffect>
                                  </p:childTnLst>
                                </p:cTn>
                              </p:par>
                              <p:par>
                                <p:cTn id="47" presetID="10" presetClass="entr" presetSubtype="0" fill="hold" nodeType="withEffect">
                                  <p:stCondLst>
                                    <p:cond delay="0"/>
                                  </p:stCondLst>
                                  <p:childTnLst>
                                    <p:set>
                                      <p:cBhvr>
                                        <p:cTn id="48" dur="1" fill="hold">
                                          <p:stCondLst>
                                            <p:cond delay="0"/>
                                          </p:stCondLst>
                                        </p:cTn>
                                        <p:tgtEl>
                                          <p:spTgt spid="388"/>
                                        </p:tgtEl>
                                        <p:attrNameLst>
                                          <p:attrName>style.visibility</p:attrName>
                                        </p:attrNameLst>
                                      </p:cBhvr>
                                      <p:to>
                                        <p:strVal val="visible"/>
                                      </p:to>
                                    </p:set>
                                    <p:animEffect transition="in" filter="fade">
                                      <p:cBhvr>
                                        <p:cTn id="49" dur="500"/>
                                        <p:tgtEl>
                                          <p:spTgt spid="388"/>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64"/>
                                        </p:tgtEl>
                                        <p:attrNameLst>
                                          <p:attrName>style.visibility</p:attrName>
                                        </p:attrNameLst>
                                      </p:cBhvr>
                                      <p:to>
                                        <p:strVal val="visible"/>
                                      </p:to>
                                    </p:set>
                                    <p:animEffect transition="in" filter="fade">
                                      <p:cBhvr>
                                        <p:cTn id="52" dur="500"/>
                                        <p:tgtEl>
                                          <p:spTgt spid="26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338"/>
                                        </p:tgtEl>
                                        <p:attrNameLst>
                                          <p:attrName>style.visibility</p:attrName>
                                        </p:attrNameLst>
                                      </p:cBhvr>
                                      <p:to>
                                        <p:strVal val="visible"/>
                                      </p:to>
                                    </p:set>
                                    <p:animEffect transition="in" filter="fade">
                                      <p:cBhvr>
                                        <p:cTn id="57" dur="500"/>
                                        <p:tgtEl>
                                          <p:spTgt spid="338"/>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65"/>
                                        </p:tgtEl>
                                        <p:attrNameLst>
                                          <p:attrName>style.visibility</p:attrName>
                                        </p:attrNameLst>
                                      </p:cBhvr>
                                      <p:to>
                                        <p:strVal val="visible"/>
                                      </p:to>
                                    </p:set>
                                    <p:animEffect transition="in" filter="fade">
                                      <p:cBhvr>
                                        <p:cTn id="60" dur="500"/>
                                        <p:tgtEl>
                                          <p:spTgt spid="2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4" grpId="0" animBg="1"/>
      <p:bldP spid="158" grpId="0" animBg="1"/>
      <p:bldP spid="160" grpId="0" animBg="1"/>
      <p:bldP spid="162" grpId="0" animBg="1"/>
      <p:bldP spid="163" grpId="0" animBg="1"/>
      <p:bldP spid="164" grpId="0" animBg="1"/>
      <p:bldP spid="254" grpId="0"/>
      <p:bldP spid="255" grpId="0"/>
      <p:bldP spid="263" grpId="0" animBg="1"/>
      <p:bldP spid="265"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BD48F3-E0F2-9169-A980-163216534E1F}"/>
            </a:ext>
          </a:extLst>
        </p:cNvPr>
        <p:cNvGrpSpPr/>
        <p:nvPr/>
      </p:nvGrpSpPr>
      <p:grpSpPr>
        <a:xfrm>
          <a:off x="0" y="0"/>
          <a:ext cx="0" cy="0"/>
          <a:chOff x="0" y="0"/>
          <a:chExt cx="0" cy="0"/>
        </a:xfrm>
      </p:grpSpPr>
      <p:sp>
        <p:nvSpPr>
          <p:cNvPr id="26" name="Freeform: Shape 25">
            <a:extLst>
              <a:ext uri="{FF2B5EF4-FFF2-40B4-BE49-F238E27FC236}">
                <a16:creationId xmlns:a16="http://schemas.microsoft.com/office/drawing/2014/main" id="{6A5C4DB3-F2C4-03F0-AD27-FE2B6C998B96}"/>
              </a:ext>
            </a:extLst>
          </p:cNvPr>
          <p:cNvSpPr/>
          <p:nvPr/>
        </p:nvSpPr>
        <p:spPr>
          <a:xfrm>
            <a:off x="1582866" y="3250774"/>
            <a:ext cx="3382973" cy="2591335"/>
          </a:xfrm>
          <a:custGeom>
            <a:avLst/>
            <a:gdLst>
              <a:gd name="connsiteX0" fmla="*/ 1466 w 1637567"/>
              <a:gd name="connsiteY0" fmla="*/ 1744985 h 1745962"/>
              <a:gd name="connsiteX1" fmla="*/ 2901 w 1637567"/>
              <a:gd name="connsiteY1" fmla="*/ 1744985 h 1745962"/>
              <a:gd name="connsiteX2" fmla="*/ 4367 w 1637567"/>
              <a:gd name="connsiteY2" fmla="*/ 1744954 h 1745962"/>
              <a:gd name="connsiteX3" fmla="*/ 7298 w 1637567"/>
              <a:gd name="connsiteY3" fmla="*/ 1744954 h 1745962"/>
              <a:gd name="connsiteX4" fmla="*/ 8733 w 1637567"/>
              <a:gd name="connsiteY4" fmla="*/ 1744930 h 1745962"/>
              <a:gd name="connsiteX5" fmla="*/ 11665 w 1637567"/>
              <a:gd name="connsiteY5" fmla="*/ 1744930 h 1745962"/>
              <a:gd name="connsiteX6" fmla="*/ 13100 w 1637567"/>
              <a:gd name="connsiteY6" fmla="*/ 1744899 h 1745962"/>
              <a:gd name="connsiteX7" fmla="*/ 16032 w 1637567"/>
              <a:gd name="connsiteY7" fmla="*/ 1744899 h 1745962"/>
              <a:gd name="connsiteX8" fmla="*/ 17497 w 1637567"/>
              <a:gd name="connsiteY8" fmla="*/ 1744868 h 1745962"/>
              <a:gd name="connsiteX9" fmla="*/ 18933 w 1637567"/>
              <a:gd name="connsiteY9" fmla="*/ 1744868 h 1745962"/>
              <a:gd name="connsiteX10" fmla="*/ 20398 w 1637567"/>
              <a:gd name="connsiteY10" fmla="*/ 1744836 h 1745962"/>
              <a:gd name="connsiteX11" fmla="*/ 23299 w 1637567"/>
              <a:gd name="connsiteY11" fmla="*/ 1744836 h 1745962"/>
              <a:gd name="connsiteX12" fmla="*/ 24765 w 1637567"/>
              <a:gd name="connsiteY12" fmla="*/ 1744805 h 1745962"/>
              <a:gd name="connsiteX13" fmla="*/ 26231 w 1637567"/>
              <a:gd name="connsiteY13" fmla="*/ 1744805 h 1745962"/>
              <a:gd name="connsiteX14" fmla="*/ 27666 w 1637567"/>
              <a:gd name="connsiteY14" fmla="*/ 1744774 h 1745962"/>
              <a:gd name="connsiteX15" fmla="*/ 30598 w 1637567"/>
              <a:gd name="connsiteY15" fmla="*/ 1744774 h 1745962"/>
              <a:gd name="connsiteX16" fmla="*/ 32063 w 1637567"/>
              <a:gd name="connsiteY16" fmla="*/ 1744743 h 1745962"/>
              <a:gd name="connsiteX17" fmla="*/ 33498 w 1637567"/>
              <a:gd name="connsiteY17" fmla="*/ 1744743 h 1745962"/>
              <a:gd name="connsiteX18" fmla="*/ 34964 w 1637567"/>
              <a:gd name="connsiteY18" fmla="*/ 1744711 h 1745962"/>
              <a:gd name="connsiteX19" fmla="*/ 37864 w 1637567"/>
              <a:gd name="connsiteY19" fmla="*/ 1744711 h 1745962"/>
              <a:gd name="connsiteX20" fmla="*/ 39330 w 1637567"/>
              <a:gd name="connsiteY20" fmla="*/ 1744680 h 1745962"/>
              <a:gd name="connsiteX21" fmla="*/ 40796 w 1637567"/>
              <a:gd name="connsiteY21" fmla="*/ 1744680 h 1745962"/>
              <a:gd name="connsiteX22" fmla="*/ 42262 w 1637567"/>
              <a:gd name="connsiteY22" fmla="*/ 1744649 h 1745962"/>
              <a:gd name="connsiteX23" fmla="*/ 43697 w 1637567"/>
              <a:gd name="connsiteY23" fmla="*/ 1744649 h 1745962"/>
              <a:gd name="connsiteX24" fmla="*/ 45163 w 1637567"/>
              <a:gd name="connsiteY24" fmla="*/ 1744618 h 1745962"/>
              <a:gd name="connsiteX25" fmla="*/ 46628 w 1637567"/>
              <a:gd name="connsiteY25" fmla="*/ 1744618 h 1745962"/>
              <a:gd name="connsiteX26" fmla="*/ 48064 w 1637567"/>
              <a:gd name="connsiteY26" fmla="*/ 1744594 h 1745962"/>
              <a:gd name="connsiteX27" fmla="*/ 49529 w 1637567"/>
              <a:gd name="connsiteY27" fmla="*/ 1744594 h 1745962"/>
              <a:gd name="connsiteX28" fmla="*/ 50995 w 1637567"/>
              <a:gd name="connsiteY28" fmla="*/ 1744563 h 1745962"/>
              <a:gd name="connsiteX29" fmla="*/ 52461 w 1637567"/>
              <a:gd name="connsiteY29" fmla="*/ 1744563 h 1745962"/>
              <a:gd name="connsiteX30" fmla="*/ 53896 w 1637567"/>
              <a:gd name="connsiteY30" fmla="*/ 1744531 h 1745962"/>
              <a:gd name="connsiteX31" fmla="*/ 55362 w 1637567"/>
              <a:gd name="connsiteY31" fmla="*/ 1744531 h 1745962"/>
              <a:gd name="connsiteX32" fmla="*/ 56828 w 1637567"/>
              <a:gd name="connsiteY32" fmla="*/ 1744500 h 1745962"/>
              <a:gd name="connsiteX33" fmla="*/ 58263 w 1637567"/>
              <a:gd name="connsiteY33" fmla="*/ 1744500 h 1745962"/>
              <a:gd name="connsiteX34" fmla="*/ 59729 w 1637567"/>
              <a:gd name="connsiteY34" fmla="*/ 1744469 h 1745962"/>
              <a:gd name="connsiteX35" fmla="*/ 61194 w 1637567"/>
              <a:gd name="connsiteY35" fmla="*/ 1744469 h 1745962"/>
              <a:gd name="connsiteX36" fmla="*/ 62660 w 1637567"/>
              <a:gd name="connsiteY36" fmla="*/ 1744438 h 1745962"/>
              <a:gd name="connsiteX37" fmla="*/ 64095 w 1637567"/>
              <a:gd name="connsiteY37" fmla="*/ 1744438 h 1745962"/>
              <a:gd name="connsiteX38" fmla="*/ 65561 w 1637567"/>
              <a:gd name="connsiteY38" fmla="*/ 1744406 h 1745962"/>
              <a:gd name="connsiteX39" fmla="*/ 67027 w 1637567"/>
              <a:gd name="connsiteY39" fmla="*/ 1744406 h 1745962"/>
              <a:gd name="connsiteX40" fmla="*/ 68462 w 1637567"/>
              <a:gd name="connsiteY40" fmla="*/ 1744375 h 1745962"/>
              <a:gd name="connsiteX41" fmla="*/ 69928 w 1637567"/>
              <a:gd name="connsiteY41" fmla="*/ 1744375 h 1745962"/>
              <a:gd name="connsiteX42" fmla="*/ 71393 w 1637567"/>
              <a:gd name="connsiteY42" fmla="*/ 1744344 h 1745962"/>
              <a:gd name="connsiteX43" fmla="*/ 72859 w 1637567"/>
              <a:gd name="connsiteY43" fmla="*/ 1744344 h 1745962"/>
              <a:gd name="connsiteX44" fmla="*/ 74294 w 1637567"/>
              <a:gd name="connsiteY44" fmla="*/ 1744313 h 1745962"/>
              <a:gd name="connsiteX45" fmla="*/ 75760 w 1637567"/>
              <a:gd name="connsiteY45" fmla="*/ 1744313 h 1745962"/>
              <a:gd name="connsiteX46" fmla="*/ 77226 w 1637567"/>
              <a:gd name="connsiteY46" fmla="*/ 1744281 h 1745962"/>
              <a:gd name="connsiteX47" fmla="*/ 78661 w 1637567"/>
              <a:gd name="connsiteY47" fmla="*/ 1744281 h 1745962"/>
              <a:gd name="connsiteX48" fmla="*/ 81593 w 1637567"/>
              <a:gd name="connsiteY48" fmla="*/ 1744227 h 1745962"/>
              <a:gd name="connsiteX49" fmla="*/ 83058 w 1637567"/>
              <a:gd name="connsiteY49" fmla="*/ 1744227 h 1745962"/>
              <a:gd name="connsiteX50" fmla="*/ 84494 w 1637567"/>
              <a:gd name="connsiteY50" fmla="*/ 1744195 h 1745962"/>
              <a:gd name="connsiteX51" fmla="*/ 85959 w 1637567"/>
              <a:gd name="connsiteY51" fmla="*/ 1744195 h 1745962"/>
              <a:gd name="connsiteX52" fmla="*/ 87425 w 1637567"/>
              <a:gd name="connsiteY52" fmla="*/ 1744164 h 1745962"/>
              <a:gd name="connsiteX53" fmla="*/ 88860 w 1637567"/>
              <a:gd name="connsiteY53" fmla="*/ 1744133 h 1745962"/>
              <a:gd name="connsiteX54" fmla="*/ 90326 w 1637567"/>
              <a:gd name="connsiteY54" fmla="*/ 1744133 h 1745962"/>
              <a:gd name="connsiteX55" fmla="*/ 91792 w 1637567"/>
              <a:gd name="connsiteY55" fmla="*/ 1744102 h 1745962"/>
              <a:gd name="connsiteX56" fmla="*/ 93227 w 1637567"/>
              <a:gd name="connsiteY56" fmla="*/ 1744102 h 1745962"/>
              <a:gd name="connsiteX57" fmla="*/ 96159 w 1637567"/>
              <a:gd name="connsiteY57" fmla="*/ 1744039 h 1745962"/>
              <a:gd name="connsiteX58" fmla="*/ 97624 w 1637567"/>
              <a:gd name="connsiteY58" fmla="*/ 1744039 h 1745962"/>
              <a:gd name="connsiteX59" fmla="*/ 99060 w 1637567"/>
              <a:gd name="connsiteY59" fmla="*/ 1744008 h 1745962"/>
              <a:gd name="connsiteX60" fmla="*/ 100525 w 1637567"/>
              <a:gd name="connsiteY60" fmla="*/ 1743977 h 1745962"/>
              <a:gd name="connsiteX61" fmla="*/ 101991 w 1637567"/>
              <a:gd name="connsiteY61" fmla="*/ 1743977 h 1745962"/>
              <a:gd name="connsiteX62" fmla="*/ 103426 w 1637567"/>
              <a:gd name="connsiteY62" fmla="*/ 1743945 h 1745962"/>
              <a:gd name="connsiteX63" fmla="*/ 104892 w 1637567"/>
              <a:gd name="connsiteY63" fmla="*/ 1743922 h 1745962"/>
              <a:gd name="connsiteX64" fmla="*/ 106358 w 1637567"/>
              <a:gd name="connsiteY64" fmla="*/ 1743922 h 1745962"/>
              <a:gd name="connsiteX65" fmla="*/ 107824 w 1637567"/>
              <a:gd name="connsiteY65" fmla="*/ 1743890 h 1745962"/>
              <a:gd name="connsiteX66" fmla="*/ 109259 w 1637567"/>
              <a:gd name="connsiteY66" fmla="*/ 1743859 h 1745962"/>
              <a:gd name="connsiteX67" fmla="*/ 110725 w 1637567"/>
              <a:gd name="connsiteY67" fmla="*/ 1743859 h 1745962"/>
              <a:gd name="connsiteX68" fmla="*/ 112190 w 1637567"/>
              <a:gd name="connsiteY68" fmla="*/ 1743828 h 1745962"/>
              <a:gd name="connsiteX69" fmla="*/ 113625 w 1637567"/>
              <a:gd name="connsiteY69" fmla="*/ 1743797 h 1745962"/>
              <a:gd name="connsiteX70" fmla="*/ 115091 w 1637567"/>
              <a:gd name="connsiteY70" fmla="*/ 1743765 h 1745962"/>
              <a:gd name="connsiteX71" fmla="*/ 116556 w 1637567"/>
              <a:gd name="connsiteY71" fmla="*/ 1743765 h 1745962"/>
              <a:gd name="connsiteX72" fmla="*/ 118023 w 1637567"/>
              <a:gd name="connsiteY72" fmla="*/ 1743734 h 1745962"/>
              <a:gd name="connsiteX73" fmla="*/ 119457 w 1637567"/>
              <a:gd name="connsiteY73" fmla="*/ 1743703 h 1745962"/>
              <a:gd name="connsiteX74" fmla="*/ 120923 w 1637567"/>
              <a:gd name="connsiteY74" fmla="*/ 1743672 h 1745962"/>
              <a:gd name="connsiteX75" fmla="*/ 122389 w 1637567"/>
              <a:gd name="connsiteY75" fmla="*/ 1743672 h 1745962"/>
              <a:gd name="connsiteX76" fmla="*/ 123824 w 1637567"/>
              <a:gd name="connsiteY76" fmla="*/ 1743640 h 1745962"/>
              <a:gd name="connsiteX77" fmla="*/ 126755 w 1637567"/>
              <a:gd name="connsiteY77" fmla="*/ 1743586 h 1745962"/>
              <a:gd name="connsiteX78" fmla="*/ 128221 w 1637567"/>
              <a:gd name="connsiteY78" fmla="*/ 1743586 h 1745962"/>
              <a:gd name="connsiteX79" fmla="*/ 129656 w 1637567"/>
              <a:gd name="connsiteY79" fmla="*/ 1743554 h 1745962"/>
              <a:gd name="connsiteX80" fmla="*/ 132588 w 1637567"/>
              <a:gd name="connsiteY80" fmla="*/ 1743492 h 1745962"/>
              <a:gd name="connsiteX81" fmla="*/ 134023 w 1637567"/>
              <a:gd name="connsiteY81" fmla="*/ 1743461 h 1745962"/>
              <a:gd name="connsiteX82" fmla="*/ 135489 w 1637567"/>
              <a:gd name="connsiteY82" fmla="*/ 1743461 h 1745962"/>
              <a:gd name="connsiteX83" fmla="*/ 138420 w 1637567"/>
              <a:gd name="connsiteY83" fmla="*/ 1743398 h 1745962"/>
              <a:gd name="connsiteX84" fmla="*/ 139856 w 1637567"/>
              <a:gd name="connsiteY84" fmla="*/ 1743367 h 1745962"/>
              <a:gd name="connsiteX85" fmla="*/ 142787 w 1637567"/>
              <a:gd name="connsiteY85" fmla="*/ 1743304 h 1745962"/>
              <a:gd name="connsiteX86" fmla="*/ 144222 w 1637567"/>
              <a:gd name="connsiteY86" fmla="*/ 1743281 h 1745962"/>
              <a:gd name="connsiteX87" fmla="*/ 145688 w 1637567"/>
              <a:gd name="connsiteY87" fmla="*/ 1743281 h 1745962"/>
              <a:gd name="connsiteX88" fmla="*/ 147154 w 1637567"/>
              <a:gd name="connsiteY88" fmla="*/ 1743249 h 1745962"/>
              <a:gd name="connsiteX89" fmla="*/ 148589 w 1637567"/>
              <a:gd name="connsiteY89" fmla="*/ 1743218 h 1745962"/>
              <a:gd name="connsiteX90" fmla="*/ 152986 w 1637567"/>
              <a:gd name="connsiteY90" fmla="*/ 1743124 h 1745962"/>
              <a:gd name="connsiteX91" fmla="*/ 154421 w 1637567"/>
              <a:gd name="connsiteY91" fmla="*/ 1743093 h 1745962"/>
              <a:gd name="connsiteX92" fmla="*/ 157353 w 1637567"/>
              <a:gd name="connsiteY92" fmla="*/ 1743031 h 1745962"/>
              <a:gd name="connsiteX93" fmla="*/ 158788 w 1637567"/>
              <a:gd name="connsiteY93" fmla="*/ 1742999 h 1745962"/>
              <a:gd name="connsiteX94" fmla="*/ 163185 w 1637567"/>
              <a:gd name="connsiteY94" fmla="*/ 1742913 h 1745962"/>
              <a:gd name="connsiteX95" fmla="*/ 164621 w 1637567"/>
              <a:gd name="connsiteY95" fmla="*/ 1742882 h 1745962"/>
              <a:gd name="connsiteX96" fmla="*/ 167552 w 1637567"/>
              <a:gd name="connsiteY96" fmla="*/ 1742820 h 1745962"/>
              <a:gd name="connsiteX97" fmla="*/ 168987 w 1637567"/>
              <a:gd name="connsiteY97" fmla="*/ 1742788 h 1745962"/>
              <a:gd name="connsiteX98" fmla="*/ 173385 w 1637567"/>
              <a:gd name="connsiteY98" fmla="*/ 1742695 h 1745962"/>
              <a:gd name="connsiteX99" fmla="*/ 174820 w 1637567"/>
              <a:gd name="connsiteY99" fmla="*/ 1742663 h 1745962"/>
              <a:gd name="connsiteX100" fmla="*/ 177751 w 1637567"/>
              <a:gd name="connsiteY100" fmla="*/ 1742608 h 1745962"/>
              <a:gd name="connsiteX101" fmla="*/ 179187 w 1637567"/>
              <a:gd name="connsiteY101" fmla="*/ 1742577 h 1745962"/>
              <a:gd name="connsiteX102" fmla="*/ 183584 w 1637567"/>
              <a:gd name="connsiteY102" fmla="*/ 1742483 h 1745962"/>
              <a:gd name="connsiteX103" fmla="*/ 185019 w 1637567"/>
              <a:gd name="connsiteY103" fmla="*/ 1742452 h 1745962"/>
              <a:gd name="connsiteX104" fmla="*/ 186485 w 1637567"/>
              <a:gd name="connsiteY104" fmla="*/ 1742390 h 1745962"/>
              <a:gd name="connsiteX105" fmla="*/ 187950 w 1637567"/>
              <a:gd name="connsiteY105" fmla="*/ 1742358 h 1745962"/>
              <a:gd name="connsiteX106" fmla="*/ 189386 w 1637567"/>
              <a:gd name="connsiteY106" fmla="*/ 1742327 h 1745962"/>
              <a:gd name="connsiteX107" fmla="*/ 193783 w 1637567"/>
              <a:gd name="connsiteY107" fmla="*/ 1742241 h 1745962"/>
              <a:gd name="connsiteX108" fmla="*/ 195218 w 1637567"/>
              <a:gd name="connsiteY108" fmla="*/ 1742179 h 1745962"/>
              <a:gd name="connsiteX109" fmla="*/ 198150 w 1637567"/>
              <a:gd name="connsiteY109" fmla="*/ 1742116 h 1745962"/>
              <a:gd name="connsiteX110" fmla="*/ 199584 w 1637567"/>
              <a:gd name="connsiteY110" fmla="*/ 1742085 h 1745962"/>
              <a:gd name="connsiteX111" fmla="*/ 201050 w 1637567"/>
              <a:gd name="connsiteY111" fmla="*/ 1742054 h 1745962"/>
              <a:gd name="connsiteX112" fmla="*/ 202516 w 1637567"/>
              <a:gd name="connsiteY112" fmla="*/ 1741991 h 1745962"/>
              <a:gd name="connsiteX113" fmla="*/ 203981 w 1637567"/>
              <a:gd name="connsiteY113" fmla="*/ 1741967 h 1745962"/>
              <a:gd name="connsiteX114" fmla="*/ 205417 w 1637567"/>
              <a:gd name="connsiteY114" fmla="*/ 1741936 h 1745962"/>
              <a:gd name="connsiteX115" fmla="*/ 206882 w 1637567"/>
              <a:gd name="connsiteY115" fmla="*/ 1741874 h 1745962"/>
              <a:gd name="connsiteX116" fmla="*/ 208348 w 1637567"/>
              <a:gd name="connsiteY116" fmla="*/ 1741842 h 1745962"/>
              <a:gd name="connsiteX117" fmla="*/ 209783 w 1637567"/>
              <a:gd name="connsiteY117" fmla="*/ 1741811 h 1745962"/>
              <a:gd name="connsiteX118" fmla="*/ 211249 w 1637567"/>
              <a:gd name="connsiteY118" fmla="*/ 1741780 h 1745962"/>
              <a:gd name="connsiteX119" fmla="*/ 212715 w 1637567"/>
              <a:gd name="connsiteY119" fmla="*/ 1741717 h 1745962"/>
              <a:gd name="connsiteX120" fmla="*/ 214150 w 1637567"/>
              <a:gd name="connsiteY120" fmla="*/ 1741686 h 1745962"/>
              <a:gd name="connsiteX121" fmla="*/ 215616 w 1637567"/>
              <a:gd name="connsiteY121" fmla="*/ 1741663 h 1745962"/>
              <a:gd name="connsiteX122" fmla="*/ 217081 w 1637567"/>
              <a:gd name="connsiteY122" fmla="*/ 1741600 h 1745962"/>
              <a:gd name="connsiteX123" fmla="*/ 218547 w 1637567"/>
              <a:gd name="connsiteY123" fmla="*/ 1741569 h 1745962"/>
              <a:gd name="connsiteX124" fmla="*/ 219982 w 1637567"/>
              <a:gd name="connsiteY124" fmla="*/ 1741506 h 1745962"/>
              <a:gd name="connsiteX125" fmla="*/ 222914 w 1637567"/>
              <a:gd name="connsiteY125" fmla="*/ 1741444 h 1745962"/>
              <a:gd name="connsiteX126" fmla="*/ 224349 w 1637567"/>
              <a:gd name="connsiteY126" fmla="*/ 1741381 h 1745962"/>
              <a:gd name="connsiteX127" fmla="*/ 225815 w 1637567"/>
              <a:gd name="connsiteY127" fmla="*/ 1741350 h 1745962"/>
              <a:gd name="connsiteX128" fmla="*/ 227281 w 1637567"/>
              <a:gd name="connsiteY128" fmla="*/ 1741295 h 1745962"/>
              <a:gd name="connsiteX129" fmla="*/ 228746 w 1637567"/>
              <a:gd name="connsiteY129" fmla="*/ 1741264 h 1745962"/>
              <a:gd name="connsiteX130" fmla="*/ 230182 w 1637567"/>
              <a:gd name="connsiteY130" fmla="*/ 1741201 h 1745962"/>
              <a:gd name="connsiteX131" fmla="*/ 231647 w 1637567"/>
              <a:gd name="connsiteY131" fmla="*/ 1741170 h 1745962"/>
              <a:gd name="connsiteX132" fmla="*/ 233113 w 1637567"/>
              <a:gd name="connsiteY132" fmla="*/ 1741108 h 1745962"/>
              <a:gd name="connsiteX133" fmla="*/ 234548 w 1637567"/>
              <a:gd name="connsiteY133" fmla="*/ 1741076 h 1745962"/>
              <a:gd name="connsiteX134" fmla="*/ 236014 w 1637567"/>
              <a:gd name="connsiteY134" fmla="*/ 1741021 h 1745962"/>
              <a:gd name="connsiteX135" fmla="*/ 237480 w 1637567"/>
              <a:gd name="connsiteY135" fmla="*/ 1740990 h 1745962"/>
              <a:gd name="connsiteX136" fmla="*/ 238946 w 1637567"/>
              <a:gd name="connsiteY136" fmla="*/ 1740928 h 1745962"/>
              <a:gd name="connsiteX137" fmla="*/ 240381 w 1637567"/>
              <a:gd name="connsiteY137" fmla="*/ 1740896 h 1745962"/>
              <a:gd name="connsiteX138" fmla="*/ 243312 w 1637567"/>
              <a:gd name="connsiteY138" fmla="*/ 1740771 h 1745962"/>
              <a:gd name="connsiteX139" fmla="*/ 244748 w 1637567"/>
              <a:gd name="connsiteY139" fmla="*/ 1740740 h 1745962"/>
              <a:gd name="connsiteX140" fmla="*/ 247679 w 1637567"/>
              <a:gd name="connsiteY140" fmla="*/ 1740623 h 1745962"/>
              <a:gd name="connsiteX141" fmla="*/ 249145 w 1637567"/>
              <a:gd name="connsiteY141" fmla="*/ 1740592 h 1745962"/>
              <a:gd name="connsiteX142" fmla="*/ 250580 w 1637567"/>
              <a:gd name="connsiteY142" fmla="*/ 1740529 h 1745962"/>
              <a:gd name="connsiteX143" fmla="*/ 252046 w 1637567"/>
              <a:gd name="connsiteY143" fmla="*/ 1740467 h 1745962"/>
              <a:gd name="connsiteX144" fmla="*/ 253511 w 1637567"/>
              <a:gd name="connsiteY144" fmla="*/ 1740435 h 1745962"/>
              <a:gd name="connsiteX145" fmla="*/ 254947 w 1637567"/>
              <a:gd name="connsiteY145" fmla="*/ 1740373 h 1745962"/>
              <a:gd name="connsiteX146" fmla="*/ 256412 w 1637567"/>
              <a:gd name="connsiteY146" fmla="*/ 1740318 h 1745962"/>
              <a:gd name="connsiteX147" fmla="*/ 257878 w 1637567"/>
              <a:gd name="connsiteY147" fmla="*/ 1740287 h 1745962"/>
              <a:gd name="connsiteX148" fmla="*/ 259344 w 1637567"/>
              <a:gd name="connsiteY148" fmla="*/ 1740224 h 1745962"/>
              <a:gd name="connsiteX149" fmla="*/ 260779 w 1637567"/>
              <a:gd name="connsiteY149" fmla="*/ 1740162 h 1745962"/>
              <a:gd name="connsiteX150" fmla="*/ 263711 w 1637567"/>
              <a:gd name="connsiteY150" fmla="*/ 1740037 h 1745962"/>
              <a:gd name="connsiteX151" fmla="*/ 265146 w 1637567"/>
              <a:gd name="connsiteY151" fmla="*/ 1740013 h 1745962"/>
              <a:gd name="connsiteX152" fmla="*/ 268077 w 1637567"/>
              <a:gd name="connsiteY152" fmla="*/ 1739888 h 1745962"/>
              <a:gd name="connsiteX153" fmla="*/ 269513 w 1637567"/>
              <a:gd name="connsiteY153" fmla="*/ 1739826 h 1745962"/>
              <a:gd name="connsiteX154" fmla="*/ 273910 w 1637567"/>
              <a:gd name="connsiteY154" fmla="*/ 1739646 h 1745962"/>
              <a:gd name="connsiteX155" fmla="*/ 275345 w 1637567"/>
              <a:gd name="connsiteY155" fmla="*/ 1739583 h 1745962"/>
              <a:gd name="connsiteX156" fmla="*/ 278277 w 1637567"/>
              <a:gd name="connsiteY156" fmla="*/ 1739458 h 1745962"/>
              <a:gd name="connsiteX157" fmla="*/ 279709 w 1637567"/>
              <a:gd name="connsiteY157" fmla="*/ 1739396 h 1745962"/>
              <a:gd name="connsiteX158" fmla="*/ 284110 w 1637567"/>
              <a:gd name="connsiteY158" fmla="*/ 1739216 h 1745962"/>
              <a:gd name="connsiteX159" fmla="*/ 285540 w 1637567"/>
              <a:gd name="connsiteY159" fmla="*/ 1739153 h 1745962"/>
              <a:gd name="connsiteX160" fmla="*/ 288472 w 1637567"/>
              <a:gd name="connsiteY160" fmla="*/ 1739036 h 1745962"/>
              <a:gd name="connsiteX161" fmla="*/ 289910 w 1637567"/>
              <a:gd name="connsiteY161" fmla="*/ 1738973 h 1745962"/>
              <a:gd name="connsiteX162" fmla="*/ 294311 w 1637567"/>
              <a:gd name="connsiteY162" fmla="*/ 1738786 h 1745962"/>
              <a:gd name="connsiteX163" fmla="*/ 295742 w 1637567"/>
              <a:gd name="connsiteY163" fmla="*/ 1738700 h 1745962"/>
              <a:gd name="connsiteX164" fmla="*/ 298673 w 1637567"/>
              <a:gd name="connsiteY164" fmla="*/ 1738575 h 1745962"/>
              <a:gd name="connsiteX165" fmla="*/ 300112 w 1637567"/>
              <a:gd name="connsiteY165" fmla="*/ 1738512 h 1745962"/>
              <a:gd name="connsiteX166" fmla="*/ 301574 w 1637567"/>
              <a:gd name="connsiteY166" fmla="*/ 1738419 h 1745962"/>
              <a:gd name="connsiteX167" fmla="*/ 304505 w 1637567"/>
              <a:gd name="connsiteY167" fmla="*/ 1738301 h 1745962"/>
              <a:gd name="connsiteX168" fmla="*/ 305943 w 1637567"/>
              <a:gd name="connsiteY168" fmla="*/ 1738239 h 1745962"/>
              <a:gd name="connsiteX169" fmla="*/ 307405 w 1637567"/>
              <a:gd name="connsiteY169" fmla="*/ 1738145 h 1745962"/>
              <a:gd name="connsiteX170" fmla="*/ 308875 w 1637567"/>
              <a:gd name="connsiteY170" fmla="*/ 1738082 h 1745962"/>
              <a:gd name="connsiteX171" fmla="*/ 310305 w 1637567"/>
              <a:gd name="connsiteY171" fmla="*/ 1737996 h 1745962"/>
              <a:gd name="connsiteX172" fmla="*/ 313237 w 1637567"/>
              <a:gd name="connsiteY172" fmla="*/ 1737871 h 1745962"/>
              <a:gd name="connsiteX173" fmla="*/ 314707 w 1637567"/>
              <a:gd name="connsiteY173" fmla="*/ 1737778 h 1745962"/>
              <a:gd name="connsiteX174" fmla="*/ 316137 w 1637567"/>
              <a:gd name="connsiteY174" fmla="*/ 1737723 h 1745962"/>
              <a:gd name="connsiteX175" fmla="*/ 317607 w 1637567"/>
              <a:gd name="connsiteY175" fmla="*/ 1737629 h 1745962"/>
              <a:gd name="connsiteX176" fmla="*/ 319076 w 1637567"/>
              <a:gd name="connsiteY176" fmla="*/ 1737566 h 1745962"/>
              <a:gd name="connsiteX177" fmla="*/ 320507 w 1637567"/>
              <a:gd name="connsiteY177" fmla="*/ 1737473 h 1745962"/>
              <a:gd name="connsiteX178" fmla="*/ 321977 w 1637567"/>
              <a:gd name="connsiteY178" fmla="*/ 1737418 h 1745962"/>
              <a:gd name="connsiteX179" fmla="*/ 323438 w 1637567"/>
              <a:gd name="connsiteY179" fmla="*/ 1737324 h 1745962"/>
              <a:gd name="connsiteX180" fmla="*/ 324908 w 1637567"/>
              <a:gd name="connsiteY180" fmla="*/ 1737261 h 1745962"/>
              <a:gd name="connsiteX181" fmla="*/ 326339 w 1637567"/>
              <a:gd name="connsiteY181" fmla="*/ 1737168 h 1745962"/>
              <a:gd name="connsiteX182" fmla="*/ 327808 w 1637567"/>
              <a:gd name="connsiteY182" fmla="*/ 1737082 h 1745962"/>
              <a:gd name="connsiteX183" fmla="*/ 329270 w 1637567"/>
              <a:gd name="connsiteY183" fmla="*/ 1737019 h 1745962"/>
              <a:gd name="connsiteX184" fmla="*/ 330709 w 1637567"/>
              <a:gd name="connsiteY184" fmla="*/ 1736925 h 1745962"/>
              <a:gd name="connsiteX185" fmla="*/ 332170 w 1637567"/>
              <a:gd name="connsiteY185" fmla="*/ 1736832 h 1745962"/>
              <a:gd name="connsiteX186" fmla="*/ 333640 w 1637567"/>
              <a:gd name="connsiteY186" fmla="*/ 1736777 h 1745962"/>
              <a:gd name="connsiteX187" fmla="*/ 335071 w 1637567"/>
              <a:gd name="connsiteY187" fmla="*/ 1736683 h 1745962"/>
              <a:gd name="connsiteX188" fmla="*/ 339472 w 1637567"/>
              <a:gd name="connsiteY188" fmla="*/ 1736409 h 1745962"/>
              <a:gd name="connsiteX189" fmla="*/ 340902 w 1637567"/>
              <a:gd name="connsiteY189" fmla="*/ 1736347 h 1745962"/>
              <a:gd name="connsiteX190" fmla="*/ 343834 w 1637567"/>
              <a:gd name="connsiteY190" fmla="*/ 1736159 h 1745962"/>
              <a:gd name="connsiteX191" fmla="*/ 345272 w 1637567"/>
              <a:gd name="connsiteY191" fmla="*/ 1736073 h 1745962"/>
              <a:gd name="connsiteX192" fmla="*/ 349673 w 1637567"/>
              <a:gd name="connsiteY192" fmla="*/ 1735800 h 1745962"/>
              <a:gd name="connsiteX193" fmla="*/ 351104 w 1637567"/>
              <a:gd name="connsiteY193" fmla="*/ 1735706 h 1745962"/>
              <a:gd name="connsiteX194" fmla="*/ 354035 w 1637567"/>
              <a:gd name="connsiteY194" fmla="*/ 1735518 h 1745962"/>
              <a:gd name="connsiteX195" fmla="*/ 355474 w 1637567"/>
              <a:gd name="connsiteY195" fmla="*/ 1735432 h 1745962"/>
              <a:gd name="connsiteX196" fmla="*/ 359867 w 1637567"/>
              <a:gd name="connsiteY196" fmla="*/ 1735159 h 1745962"/>
              <a:gd name="connsiteX197" fmla="*/ 361305 w 1637567"/>
              <a:gd name="connsiteY197" fmla="*/ 1735034 h 1745962"/>
              <a:gd name="connsiteX198" fmla="*/ 364237 w 1637567"/>
              <a:gd name="connsiteY198" fmla="*/ 1734846 h 1745962"/>
              <a:gd name="connsiteX199" fmla="*/ 365667 w 1637567"/>
              <a:gd name="connsiteY199" fmla="*/ 1734760 h 1745962"/>
              <a:gd name="connsiteX200" fmla="*/ 367137 w 1637567"/>
              <a:gd name="connsiteY200" fmla="*/ 1734666 h 1745962"/>
              <a:gd name="connsiteX201" fmla="*/ 368599 w 1637567"/>
              <a:gd name="connsiteY201" fmla="*/ 1734541 h 1745962"/>
              <a:gd name="connsiteX202" fmla="*/ 370068 w 1637567"/>
              <a:gd name="connsiteY202" fmla="*/ 1734455 h 1745962"/>
              <a:gd name="connsiteX203" fmla="*/ 371507 w 1637567"/>
              <a:gd name="connsiteY203" fmla="*/ 1734361 h 1745962"/>
              <a:gd name="connsiteX204" fmla="*/ 372969 w 1637567"/>
              <a:gd name="connsiteY204" fmla="*/ 1734236 h 1745962"/>
              <a:gd name="connsiteX205" fmla="*/ 374438 w 1637567"/>
              <a:gd name="connsiteY205" fmla="*/ 1734150 h 1745962"/>
              <a:gd name="connsiteX206" fmla="*/ 375869 w 1637567"/>
              <a:gd name="connsiteY206" fmla="*/ 1734025 h 1745962"/>
              <a:gd name="connsiteX207" fmla="*/ 377338 w 1637567"/>
              <a:gd name="connsiteY207" fmla="*/ 1733931 h 1745962"/>
              <a:gd name="connsiteX208" fmla="*/ 378800 w 1637567"/>
              <a:gd name="connsiteY208" fmla="*/ 1733814 h 1745962"/>
              <a:gd name="connsiteX209" fmla="*/ 380270 w 1637567"/>
              <a:gd name="connsiteY209" fmla="*/ 1733720 h 1745962"/>
              <a:gd name="connsiteX210" fmla="*/ 381701 w 1637567"/>
              <a:gd name="connsiteY210" fmla="*/ 1733595 h 1745962"/>
              <a:gd name="connsiteX211" fmla="*/ 383170 w 1637567"/>
              <a:gd name="connsiteY211" fmla="*/ 1733509 h 1745962"/>
              <a:gd name="connsiteX212" fmla="*/ 384632 w 1637567"/>
              <a:gd name="connsiteY212" fmla="*/ 1733384 h 1745962"/>
              <a:gd name="connsiteX213" fmla="*/ 386070 w 1637567"/>
              <a:gd name="connsiteY213" fmla="*/ 1733259 h 1745962"/>
              <a:gd name="connsiteX214" fmla="*/ 387532 w 1637567"/>
              <a:gd name="connsiteY214" fmla="*/ 1733173 h 1745962"/>
              <a:gd name="connsiteX215" fmla="*/ 390464 w 1637567"/>
              <a:gd name="connsiteY215" fmla="*/ 1732923 h 1745962"/>
              <a:gd name="connsiteX216" fmla="*/ 391902 w 1637567"/>
              <a:gd name="connsiteY216" fmla="*/ 1732837 h 1745962"/>
              <a:gd name="connsiteX217" fmla="*/ 394834 w 1637567"/>
              <a:gd name="connsiteY217" fmla="*/ 1732587 h 1745962"/>
              <a:gd name="connsiteX218" fmla="*/ 396264 w 1637567"/>
              <a:gd name="connsiteY218" fmla="*/ 1732469 h 1745962"/>
              <a:gd name="connsiteX219" fmla="*/ 399203 w 1637567"/>
              <a:gd name="connsiteY219" fmla="*/ 1732219 h 1745962"/>
              <a:gd name="connsiteX220" fmla="*/ 400634 w 1637567"/>
              <a:gd name="connsiteY220" fmla="*/ 1732102 h 1745962"/>
              <a:gd name="connsiteX221" fmla="*/ 405035 w 1637567"/>
              <a:gd name="connsiteY221" fmla="*/ 1731735 h 1745962"/>
              <a:gd name="connsiteX222" fmla="*/ 406466 w 1637567"/>
              <a:gd name="connsiteY222" fmla="*/ 1731610 h 1745962"/>
              <a:gd name="connsiteX223" fmla="*/ 409397 w 1637567"/>
              <a:gd name="connsiteY223" fmla="*/ 1731367 h 1745962"/>
              <a:gd name="connsiteX224" fmla="*/ 410835 w 1637567"/>
              <a:gd name="connsiteY224" fmla="*/ 1731250 h 1745962"/>
              <a:gd name="connsiteX225" fmla="*/ 412297 w 1637567"/>
              <a:gd name="connsiteY225" fmla="*/ 1731125 h 1745962"/>
              <a:gd name="connsiteX226" fmla="*/ 413767 w 1637567"/>
              <a:gd name="connsiteY226" fmla="*/ 1730969 h 1745962"/>
              <a:gd name="connsiteX227" fmla="*/ 415229 w 1637567"/>
              <a:gd name="connsiteY227" fmla="*/ 1730851 h 1745962"/>
              <a:gd name="connsiteX228" fmla="*/ 416667 w 1637567"/>
              <a:gd name="connsiteY228" fmla="*/ 1730726 h 1745962"/>
              <a:gd name="connsiteX229" fmla="*/ 418129 w 1637567"/>
              <a:gd name="connsiteY229" fmla="*/ 1730601 h 1745962"/>
              <a:gd name="connsiteX230" fmla="*/ 419599 w 1637567"/>
              <a:gd name="connsiteY230" fmla="*/ 1730453 h 1745962"/>
              <a:gd name="connsiteX231" fmla="*/ 421029 w 1637567"/>
              <a:gd name="connsiteY231" fmla="*/ 1730328 h 1745962"/>
              <a:gd name="connsiteX232" fmla="*/ 422499 w 1637567"/>
              <a:gd name="connsiteY232" fmla="*/ 1730179 h 1745962"/>
              <a:gd name="connsiteX233" fmla="*/ 423961 w 1637567"/>
              <a:gd name="connsiteY233" fmla="*/ 1730054 h 1745962"/>
              <a:gd name="connsiteX234" fmla="*/ 425430 w 1637567"/>
              <a:gd name="connsiteY234" fmla="*/ 1729905 h 1745962"/>
              <a:gd name="connsiteX235" fmla="*/ 426869 w 1637567"/>
              <a:gd name="connsiteY235" fmla="*/ 1729780 h 1745962"/>
              <a:gd name="connsiteX236" fmla="*/ 428331 w 1637567"/>
              <a:gd name="connsiteY236" fmla="*/ 1729624 h 1745962"/>
              <a:gd name="connsiteX237" fmla="*/ 429800 w 1637567"/>
              <a:gd name="connsiteY237" fmla="*/ 1729507 h 1745962"/>
              <a:gd name="connsiteX238" fmla="*/ 431231 w 1637567"/>
              <a:gd name="connsiteY238" fmla="*/ 1729350 h 1745962"/>
              <a:gd name="connsiteX239" fmla="*/ 432700 w 1637567"/>
              <a:gd name="connsiteY239" fmla="*/ 1729202 h 1745962"/>
              <a:gd name="connsiteX240" fmla="*/ 434162 w 1637567"/>
              <a:gd name="connsiteY240" fmla="*/ 1729077 h 1745962"/>
              <a:gd name="connsiteX241" fmla="*/ 435632 w 1637567"/>
              <a:gd name="connsiteY241" fmla="*/ 1728928 h 1745962"/>
              <a:gd name="connsiteX242" fmla="*/ 437062 w 1637567"/>
              <a:gd name="connsiteY242" fmla="*/ 1728772 h 1745962"/>
              <a:gd name="connsiteX243" fmla="*/ 439994 w 1637567"/>
              <a:gd name="connsiteY243" fmla="*/ 1728467 h 1745962"/>
              <a:gd name="connsiteX244" fmla="*/ 441432 w 1637567"/>
              <a:gd name="connsiteY244" fmla="*/ 1728311 h 1745962"/>
              <a:gd name="connsiteX245" fmla="*/ 442894 w 1637567"/>
              <a:gd name="connsiteY245" fmla="*/ 1728193 h 1745962"/>
              <a:gd name="connsiteX246" fmla="*/ 445826 w 1637567"/>
              <a:gd name="connsiteY246" fmla="*/ 1727889 h 1745962"/>
              <a:gd name="connsiteX247" fmla="*/ 447264 w 1637567"/>
              <a:gd name="connsiteY247" fmla="*/ 1727732 h 1745962"/>
              <a:gd name="connsiteX248" fmla="*/ 448726 w 1637567"/>
              <a:gd name="connsiteY248" fmla="*/ 1727552 h 1745962"/>
              <a:gd name="connsiteX249" fmla="*/ 450195 w 1637567"/>
              <a:gd name="connsiteY249" fmla="*/ 1727396 h 1745962"/>
              <a:gd name="connsiteX250" fmla="*/ 451634 w 1637567"/>
              <a:gd name="connsiteY250" fmla="*/ 1727248 h 1745962"/>
              <a:gd name="connsiteX251" fmla="*/ 454565 w 1637567"/>
              <a:gd name="connsiteY251" fmla="*/ 1726943 h 1745962"/>
              <a:gd name="connsiteX252" fmla="*/ 455996 w 1637567"/>
              <a:gd name="connsiteY252" fmla="*/ 1726755 h 1745962"/>
              <a:gd name="connsiteX253" fmla="*/ 458927 w 1637567"/>
              <a:gd name="connsiteY253" fmla="*/ 1726450 h 1745962"/>
              <a:gd name="connsiteX254" fmla="*/ 460397 w 1637567"/>
              <a:gd name="connsiteY254" fmla="*/ 1726270 h 1745962"/>
              <a:gd name="connsiteX255" fmla="*/ 461827 w 1637567"/>
              <a:gd name="connsiteY255" fmla="*/ 1726114 h 1745962"/>
              <a:gd name="connsiteX256" fmla="*/ 463297 w 1637567"/>
              <a:gd name="connsiteY256" fmla="*/ 1725934 h 1745962"/>
              <a:gd name="connsiteX257" fmla="*/ 464759 w 1637567"/>
              <a:gd name="connsiteY257" fmla="*/ 1725778 h 1745962"/>
              <a:gd name="connsiteX258" fmla="*/ 466197 w 1637567"/>
              <a:gd name="connsiteY258" fmla="*/ 1725598 h 1745962"/>
              <a:gd name="connsiteX259" fmla="*/ 467659 w 1637567"/>
              <a:gd name="connsiteY259" fmla="*/ 1725411 h 1745962"/>
              <a:gd name="connsiteX260" fmla="*/ 469129 w 1637567"/>
              <a:gd name="connsiteY260" fmla="*/ 1725262 h 1745962"/>
              <a:gd name="connsiteX261" fmla="*/ 470591 w 1637567"/>
              <a:gd name="connsiteY261" fmla="*/ 1725074 h 1745962"/>
              <a:gd name="connsiteX262" fmla="*/ 472029 w 1637567"/>
              <a:gd name="connsiteY262" fmla="*/ 1724895 h 1745962"/>
              <a:gd name="connsiteX263" fmla="*/ 473491 w 1637567"/>
              <a:gd name="connsiteY263" fmla="*/ 1724738 h 1745962"/>
              <a:gd name="connsiteX264" fmla="*/ 474960 w 1637567"/>
              <a:gd name="connsiteY264" fmla="*/ 1724558 h 1745962"/>
              <a:gd name="connsiteX265" fmla="*/ 476391 w 1637567"/>
              <a:gd name="connsiteY265" fmla="*/ 1724379 h 1745962"/>
              <a:gd name="connsiteX266" fmla="*/ 480792 w 1637567"/>
              <a:gd name="connsiteY266" fmla="*/ 1723824 h 1745962"/>
              <a:gd name="connsiteX267" fmla="*/ 482231 w 1637567"/>
              <a:gd name="connsiteY267" fmla="*/ 1723644 h 1745962"/>
              <a:gd name="connsiteX268" fmla="*/ 485162 w 1637567"/>
              <a:gd name="connsiteY268" fmla="*/ 1723276 h 1745962"/>
              <a:gd name="connsiteX269" fmla="*/ 486593 w 1637567"/>
              <a:gd name="connsiteY269" fmla="*/ 1723065 h 1745962"/>
              <a:gd name="connsiteX270" fmla="*/ 490994 w 1637567"/>
              <a:gd name="connsiteY270" fmla="*/ 1722510 h 1745962"/>
              <a:gd name="connsiteX271" fmla="*/ 492424 w 1637567"/>
              <a:gd name="connsiteY271" fmla="*/ 1722299 h 1745962"/>
              <a:gd name="connsiteX272" fmla="*/ 493894 w 1637567"/>
              <a:gd name="connsiteY272" fmla="*/ 1722119 h 1745962"/>
              <a:gd name="connsiteX273" fmla="*/ 495356 w 1637567"/>
              <a:gd name="connsiteY273" fmla="*/ 1721901 h 1745962"/>
              <a:gd name="connsiteX274" fmla="*/ 496794 w 1637567"/>
              <a:gd name="connsiteY274" fmla="*/ 1721721 h 1745962"/>
              <a:gd name="connsiteX275" fmla="*/ 499726 w 1637567"/>
              <a:gd name="connsiteY275" fmla="*/ 1721291 h 1745962"/>
              <a:gd name="connsiteX276" fmla="*/ 501187 w 1637567"/>
              <a:gd name="connsiteY276" fmla="*/ 1721111 h 1745962"/>
              <a:gd name="connsiteX277" fmla="*/ 502626 w 1637567"/>
              <a:gd name="connsiteY277" fmla="*/ 1720892 h 1745962"/>
              <a:gd name="connsiteX278" fmla="*/ 505557 w 1637567"/>
              <a:gd name="connsiteY278" fmla="*/ 1720470 h 1745962"/>
              <a:gd name="connsiteX279" fmla="*/ 506996 w 1637567"/>
              <a:gd name="connsiteY279" fmla="*/ 1720282 h 1745962"/>
              <a:gd name="connsiteX280" fmla="*/ 511389 w 1637567"/>
              <a:gd name="connsiteY280" fmla="*/ 1719641 h 1745962"/>
              <a:gd name="connsiteX281" fmla="*/ 512827 w 1637567"/>
              <a:gd name="connsiteY281" fmla="*/ 1719430 h 1745962"/>
              <a:gd name="connsiteX282" fmla="*/ 514289 w 1637567"/>
              <a:gd name="connsiteY282" fmla="*/ 1719188 h 1745962"/>
              <a:gd name="connsiteX283" fmla="*/ 515759 w 1637567"/>
              <a:gd name="connsiteY283" fmla="*/ 1718969 h 1745962"/>
              <a:gd name="connsiteX284" fmla="*/ 517189 w 1637567"/>
              <a:gd name="connsiteY284" fmla="*/ 1718758 h 1745962"/>
              <a:gd name="connsiteX285" fmla="*/ 518659 w 1637567"/>
              <a:gd name="connsiteY285" fmla="*/ 1718539 h 1745962"/>
              <a:gd name="connsiteX286" fmla="*/ 520121 w 1637567"/>
              <a:gd name="connsiteY286" fmla="*/ 1718297 h 1745962"/>
              <a:gd name="connsiteX287" fmla="*/ 521559 w 1637567"/>
              <a:gd name="connsiteY287" fmla="*/ 1718086 h 1745962"/>
              <a:gd name="connsiteX288" fmla="*/ 523021 w 1637567"/>
              <a:gd name="connsiteY288" fmla="*/ 1717843 h 1745962"/>
              <a:gd name="connsiteX289" fmla="*/ 524491 w 1637567"/>
              <a:gd name="connsiteY289" fmla="*/ 1717625 h 1745962"/>
              <a:gd name="connsiteX290" fmla="*/ 525952 w 1637567"/>
              <a:gd name="connsiteY290" fmla="*/ 1717382 h 1745962"/>
              <a:gd name="connsiteX291" fmla="*/ 527391 w 1637567"/>
              <a:gd name="connsiteY291" fmla="*/ 1717171 h 1745962"/>
              <a:gd name="connsiteX292" fmla="*/ 530322 w 1637567"/>
              <a:gd name="connsiteY292" fmla="*/ 1716679 h 1745962"/>
              <a:gd name="connsiteX293" fmla="*/ 531761 w 1637567"/>
              <a:gd name="connsiteY293" fmla="*/ 1716468 h 1745962"/>
              <a:gd name="connsiteX294" fmla="*/ 536154 w 1637567"/>
              <a:gd name="connsiteY294" fmla="*/ 1715733 h 1745962"/>
              <a:gd name="connsiteX295" fmla="*/ 537592 w 1637567"/>
              <a:gd name="connsiteY295" fmla="*/ 1715490 h 1745962"/>
              <a:gd name="connsiteX296" fmla="*/ 540524 w 1637567"/>
              <a:gd name="connsiteY296" fmla="*/ 1714998 h 1745962"/>
              <a:gd name="connsiteX297" fmla="*/ 541954 w 1637567"/>
              <a:gd name="connsiteY297" fmla="*/ 1714756 h 1745962"/>
              <a:gd name="connsiteX298" fmla="*/ 543424 w 1637567"/>
              <a:gd name="connsiteY298" fmla="*/ 1714482 h 1745962"/>
              <a:gd name="connsiteX299" fmla="*/ 546356 w 1637567"/>
              <a:gd name="connsiteY299" fmla="*/ 1713990 h 1745962"/>
              <a:gd name="connsiteX300" fmla="*/ 547786 w 1637567"/>
              <a:gd name="connsiteY300" fmla="*/ 1713716 h 1745962"/>
              <a:gd name="connsiteX301" fmla="*/ 549256 w 1637567"/>
              <a:gd name="connsiteY301" fmla="*/ 1713474 h 1745962"/>
              <a:gd name="connsiteX302" fmla="*/ 550718 w 1637567"/>
              <a:gd name="connsiteY302" fmla="*/ 1713200 h 1745962"/>
              <a:gd name="connsiteX303" fmla="*/ 552156 w 1637567"/>
              <a:gd name="connsiteY303" fmla="*/ 1712958 h 1745962"/>
              <a:gd name="connsiteX304" fmla="*/ 556549 w 1637567"/>
              <a:gd name="connsiteY304" fmla="*/ 1712129 h 1745962"/>
              <a:gd name="connsiteX305" fmla="*/ 557988 w 1637567"/>
              <a:gd name="connsiteY305" fmla="*/ 1711887 h 1745962"/>
              <a:gd name="connsiteX306" fmla="*/ 560919 w 1637567"/>
              <a:gd name="connsiteY306" fmla="*/ 1711339 h 1745962"/>
              <a:gd name="connsiteX307" fmla="*/ 562358 w 1637567"/>
              <a:gd name="connsiteY307" fmla="*/ 1711058 h 1745962"/>
              <a:gd name="connsiteX308" fmla="*/ 563819 w 1637567"/>
              <a:gd name="connsiteY308" fmla="*/ 1710784 h 1745962"/>
              <a:gd name="connsiteX309" fmla="*/ 565289 w 1637567"/>
              <a:gd name="connsiteY309" fmla="*/ 1710480 h 1745962"/>
              <a:gd name="connsiteX310" fmla="*/ 566751 w 1637567"/>
              <a:gd name="connsiteY310" fmla="*/ 1710206 h 1745962"/>
              <a:gd name="connsiteX311" fmla="*/ 568189 w 1637567"/>
              <a:gd name="connsiteY311" fmla="*/ 1709932 h 1745962"/>
              <a:gd name="connsiteX312" fmla="*/ 569651 w 1637567"/>
              <a:gd name="connsiteY312" fmla="*/ 1709659 h 1745962"/>
              <a:gd name="connsiteX313" fmla="*/ 571121 w 1637567"/>
              <a:gd name="connsiteY313" fmla="*/ 1709354 h 1745962"/>
              <a:gd name="connsiteX314" fmla="*/ 572551 w 1637567"/>
              <a:gd name="connsiteY314" fmla="*/ 1709080 h 1745962"/>
              <a:gd name="connsiteX315" fmla="*/ 575483 w 1637567"/>
              <a:gd name="connsiteY315" fmla="*/ 1708463 h 1745962"/>
              <a:gd name="connsiteX316" fmla="*/ 576952 w 1637567"/>
              <a:gd name="connsiteY316" fmla="*/ 1708189 h 1745962"/>
              <a:gd name="connsiteX317" fmla="*/ 578383 w 1637567"/>
              <a:gd name="connsiteY317" fmla="*/ 1707884 h 1745962"/>
              <a:gd name="connsiteX318" fmla="*/ 581314 w 1637567"/>
              <a:gd name="connsiteY318" fmla="*/ 1707274 h 1745962"/>
              <a:gd name="connsiteX319" fmla="*/ 582753 w 1637567"/>
              <a:gd name="connsiteY319" fmla="*/ 1706970 h 1745962"/>
              <a:gd name="connsiteX320" fmla="*/ 585684 w 1637567"/>
              <a:gd name="connsiteY320" fmla="*/ 1706360 h 1745962"/>
              <a:gd name="connsiteX321" fmla="*/ 587123 w 1637567"/>
              <a:gd name="connsiteY321" fmla="*/ 1706055 h 1745962"/>
              <a:gd name="connsiteX322" fmla="*/ 588584 w 1637567"/>
              <a:gd name="connsiteY322" fmla="*/ 1705750 h 1745962"/>
              <a:gd name="connsiteX323" fmla="*/ 590054 w 1637567"/>
              <a:gd name="connsiteY323" fmla="*/ 1705414 h 1745962"/>
              <a:gd name="connsiteX324" fmla="*/ 591516 w 1637567"/>
              <a:gd name="connsiteY324" fmla="*/ 1705109 h 1745962"/>
              <a:gd name="connsiteX325" fmla="*/ 592954 w 1637567"/>
              <a:gd name="connsiteY325" fmla="*/ 1704773 h 1745962"/>
              <a:gd name="connsiteX326" fmla="*/ 594416 w 1637567"/>
              <a:gd name="connsiteY326" fmla="*/ 1704468 h 1745962"/>
              <a:gd name="connsiteX327" fmla="*/ 595886 w 1637567"/>
              <a:gd name="connsiteY327" fmla="*/ 1704132 h 1745962"/>
              <a:gd name="connsiteX328" fmla="*/ 597316 w 1637567"/>
              <a:gd name="connsiteY328" fmla="*/ 1703827 h 1745962"/>
              <a:gd name="connsiteX329" fmla="*/ 601717 w 1637567"/>
              <a:gd name="connsiteY329" fmla="*/ 1702819 h 1745962"/>
              <a:gd name="connsiteX330" fmla="*/ 603148 w 1637567"/>
              <a:gd name="connsiteY330" fmla="*/ 1702482 h 1745962"/>
              <a:gd name="connsiteX331" fmla="*/ 606079 w 1637567"/>
              <a:gd name="connsiteY331" fmla="*/ 1701810 h 1745962"/>
              <a:gd name="connsiteX332" fmla="*/ 607518 w 1637567"/>
              <a:gd name="connsiteY332" fmla="*/ 1701474 h 1745962"/>
              <a:gd name="connsiteX333" fmla="*/ 608980 w 1637567"/>
              <a:gd name="connsiteY333" fmla="*/ 1701138 h 1745962"/>
              <a:gd name="connsiteX334" fmla="*/ 610449 w 1637567"/>
              <a:gd name="connsiteY334" fmla="*/ 1700771 h 1745962"/>
              <a:gd name="connsiteX335" fmla="*/ 611911 w 1637567"/>
              <a:gd name="connsiteY335" fmla="*/ 1700434 h 1745962"/>
              <a:gd name="connsiteX336" fmla="*/ 613350 w 1637567"/>
              <a:gd name="connsiteY336" fmla="*/ 1700067 h 1745962"/>
              <a:gd name="connsiteX337" fmla="*/ 614819 w 1637567"/>
              <a:gd name="connsiteY337" fmla="*/ 1699731 h 1745962"/>
              <a:gd name="connsiteX338" fmla="*/ 616281 w 1637567"/>
              <a:gd name="connsiteY338" fmla="*/ 1699363 h 1745962"/>
              <a:gd name="connsiteX339" fmla="*/ 617719 w 1637567"/>
              <a:gd name="connsiteY339" fmla="*/ 1698996 h 1745962"/>
              <a:gd name="connsiteX340" fmla="*/ 619181 w 1637567"/>
              <a:gd name="connsiteY340" fmla="*/ 1698636 h 1745962"/>
              <a:gd name="connsiteX341" fmla="*/ 620651 w 1637567"/>
              <a:gd name="connsiteY341" fmla="*/ 1698300 h 1745962"/>
              <a:gd name="connsiteX342" fmla="*/ 622113 w 1637567"/>
              <a:gd name="connsiteY342" fmla="*/ 1697933 h 1745962"/>
              <a:gd name="connsiteX343" fmla="*/ 623551 w 1637567"/>
              <a:gd name="connsiteY343" fmla="*/ 1697534 h 1745962"/>
              <a:gd name="connsiteX344" fmla="*/ 626482 w 1637567"/>
              <a:gd name="connsiteY344" fmla="*/ 1696799 h 1745962"/>
              <a:gd name="connsiteX345" fmla="*/ 627913 w 1637567"/>
              <a:gd name="connsiteY345" fmla="*/ 1696432 h 1745962"/>
              <a:gd name="connsiteX346" fmla="*/ 629383 w 1637567"/>
              <a:gd name="connsiteY346" fmla="*/ 1696041 h 1745962"/>
              <a:gd name="connsiteX347" fmla="*/ 630845 w 1637567"/>
              <a:gd name="connsiteY347" fmla="*/ 1695674 h 1745962"/>
              <a:gd name="connsiteX348" fmla="*/ 632314 w 1637567"/>
              <a:gd name="connsiteY348" fmla="*/ 1695275 h 1745962"/>
              <a:gd name="connsiteX349" fmla="*/ 633745 w 1637567"/>
              <a:gd name="connsiteY349" fmla="*/ 1694908 h 1745962"/>
              <a:gd name="connsiteX350" fmla="*/ 636676 w 1637567"/>
              <a:gd name="connsiteY350" fmla="*/ 1694118 h 1745962"/>
              <a:gd name="connsiteX351" fmla="*/ 638115 w 1637567"/>
              <a:gd name="connsiteY351" fmla="*/ 1693719 h 1745962"/>
              <a:gd name="connsiteX352" fmla="*/ 641046 w 1637567"/>
              <a:gd name="connsiteY352" fmla="*/ 1692922 h 1745962"/>
              <a:gd name="connsiteX353" fmla="*/ 642484 w 1637567"/>
              <a:gd name="connsiteY353" fmla="*/ 1692523 h 1745962"/>
              <a:gd name="connsiteX354" fmla="*/ 645416 w 1637567"/>
              <a:gd name="connsiteY354" fmla="*/ 1691734 h 1745962"/>
              <a:gd name="connsiteX355" fmla="*/ 646878 w 1637567"/>
              <a:gd name="connsiteY355" fmla="*/ 1691304 h 1745962"/>
              <a:gd name="connsiteX356" fmla="*/ 648316 w 1637567"/>
              <a:gd name="connsiteY356" fmla="*/ 1690905 h 1745962"/>
              <a:gd name="connsiteX357" fmla="*/ 651248 w 1637567"/>
              <a:gd name="connsiteY357" fmla="*/ 1690053 h 1745962"/>
              <a:gd name="connsiteX358" fmla="*/ 652678 w 1637567"/>
              <a:gd name="connsiteY358" fmla="*/ 1689654 h 1745962"/>
              <a:gd name="connsiteX359" fmla="*/ 657079 w 1637567"/>
              <a:gd name="connsiteY359" fmla="*/ 1688372 h 1745962"/>
              <a:gd name="connsiteX360" fmla="*/ 658510 w 1637567"/>
              <a:gd name="connsiteY360" fmla="*/ 1687942 h 1745962"/>
              <a:gd name="connsiteX361" fmla="*/ 659979 w 1637567"/>
              <a:gd name="connsiteY361" fmla="*/ 1687489 h 1745962"/>
              <a:gd name="connsiteX362" fmla="*/ 661441 w 1637567"/>
              <a:gd name="connsiteY362" fmla="*/ 1687059 h 1745962"/>
              <a:gd name="connsiteX363" fmla="*/ 662880 w 1637567"/>
              <a:gd name="connsiteY363" fmla="*/ 1686629 h 1745962"/>
              <a:gd name="connsiteX364" fmla="*/ 664341 w 1637567"/>
              <a:gd name="connsiteY364" fmla="*/ 1686176 h 1745962"/>
              <a:gd name="connsiteX365" fmla="*/ 665811 w 1637567"/>
              <a:gd name="connsiteY365" fmla="*/ 1685746 h 1745962"/>
              <a:gd name="connsiteX366" fmla="*/ 667273 w 1637567"/>
              <a:gd name="connsiteY366" fmla="*/ 1685292 h 1745962"/>
              <a:gd name="connsiteX367" fmla="*/ 668711 w 1637567"/>
              <a:gd name="connsiteY367" fmla="*/ 1684831 h 1745962"/>
              <a:gd name="connsiteX368" fmla="*/ 671643 w 1637567"/>
              <a:gd name="connsiteY368" fmla="*/ 1683916 h 1745962"/>
              <a:gd name="connsiteX369" fmla="*/ 673081 w 1637567"/>
              <a:gd name="connsiteY369" fmla="*/ 1683455 h 1745962"/>
              <a:gd name="connsiteX370" fmla="*/ 676013 w 1637567"/>
              <a:gd name="connsiteY370" fmla="*/ 1682541 h 1745962"/>
              <a:gd name="connsiteX371" fmla="*/ 677475 w 1637567"/>
              <a:gd name="connsiteY371" fmla="*/ 1682056 h 1745962"/>
              <a:gd name="connsiteX372" fmla="*/ 678913 w 1637567"/>
              <a:gd name="connsiteY372" fmla="*/ 1681595 h 1745962"/>
              <a:gd name="connsiteX373" fmla="*/ 681844 w 1637567"/>
              <a:gd name="connsiteY373" fmla="*/ 1680618 h 1745962"/>
              <a:gd name="connsiteX374" fmla="*/ 683275 w 1637567"/>
              <a:gd name="connsiteY374" fmla="*/ 1680156 h 1745962"/>
              <a:gd name="connsiteX375" fmla="*/ 687676 w 1637567"/>
              <a:gd name="connsiteY375" fmla="*/ 1678695 h 1745962"/>
              <a:gd name="connsiteX376" fmla="*/ 689107 w 1637567"/>
              <a:gd name="connsiteY376" fmla="*/ 1678202 h 1745962"/>
              <a:gd name="connsiteX377" fmla="*/ 690576 w 1637567"/>
              <a:gd name="connsiteY377" fmla="*/ 1677686 h 1745962"/>
              <a:gd name="connsiteX378" fmla="*/ 692038 w 1637567"/>
              <a:gd name="connsiteY378" fmla="*/ 1677194 h 1745962"/>
              <a:gd name="connsiteX379" fmla="*/ 693476 w 1637567"/>
              <a:gd name="connsiteY379" fmla="*/ 1676678 h 1745962"/>
              <a:gd name="connsiteX380" fmla="*/ 694946 w 1637567"/>
              <a:gd name="connsiteY380" fmla="*/ 1676193 h 1745962"/>
              <a:gd name="connsiteX381" fmla="*/ 697878 w 1637567"/>
              <a:gd name="connsiteY381" fmla="*/ 1675153 h 1745962"/>
              <a:gd name="connsiteX382" fmla="*/ 699308 w 1637567"/>
              <a:gd name="connsiteY382" fmla="*/ 1674630 h 1745962"/>
              <a:gd name="connsiteX383" fmla="*/ 702240 w 1637567"/>
              <a:gd name="connsiteY383" fmla="*/ 1673590 h 1745962"/>
              <a:gd name="connsiteX384" fmla="*/ 703678 w 1637567"/>
              <a:gd name="connsiteY384" fmla="*/ 1673074 h 1745962"/>
              <a:gd name="connsiteX385" fmla="*/ 705140 w 1637567"/>
              <a:gd name="connsiteY385" fmla="*/ 1672558 h 1745962"/>
              <a:gd name="connsiteX386" fmla="*/ 706609 w 1637567"/>
              <a:gd name="connsiteY386" fmla="*/ 1672003 h 1745962"/>
              <a:gd name="connsiteX387" fmla="*/ 708040 w 1637567"/>
              <a:gd name="connsiteY387" fmla="*/ 1671487 h 1745962"/>
              <a:gd name="connsiteX388" fmla="*/ 712441 w 1637567"/>
              <a:gd name="connsiteY388" fmla="*/ 1669838 h 1745962"/>
              <a:gd name="connsiteX389" fmla="*/ 713872 w 1637567"/>
              <a:gd name="connsiteY389" fmla="*/ 1669290 h 1745962"/>
              <a:gd name="connsiteX390" fmla="*/ 716803 w 1637567"/>
              <a:gd name="connsiteY390" fmla="*/ 1668188 h 1745962"/>
              <a:gd name="connsiteX391" fmla="*/ 718242 w 1637567"/>
              <a:gd name="connsiteY391" fmla="*/ 1667641 h 1745962"/>
              <a:gd name="connsiteX392" fmla="*/ 719711 w 1637567"/>
              <a:gd name="connsiteY392" fmla="*/ 1667062 h 1745962"/>
              <a:gd name="connsiteX393" fmla="*/ 721173 w 1637567"/>
              <a:gd name="connsiteY393" fmla="*/ 1666507 h 1745962"/>
              <a:gd name="connsiteX394" fmla="*/ 722635 w 1637567"/>
              <a:gd name="connsiteY394" fmla="*/ 1665929 h 1745962"/>
              <a:gd name="connsiteX395" fmla="*/ 724073 w 1637567"/>
              <a:gd name="connsiteY395" fmla="*/ 1665350 h 1745962"/>
              <a:gd name="connsiteX396" fmla="*/ 727005 w 1637567"/>
              <a:gd name="connsiteY396" fmla="*/ 1664186 h 1745962"/>
              <a:gd name="connsiteX397" fmla="*/ 728443 w 1637567"/>
              <a:gd name="connsiteY397" fmla="*/ 1663607 h 1745962"/>
              <a:gd name="connsiteX398" fmla="*/ 731374 w 1637567"/>
              <a:gd name="connsiteY398" fmla="*/ 1662450 h 1745962"/>
              <a:gd name="connsiteX399" fmla="*/ 732836 w 1637567"/>
              <a:gd name="connsiteY399" fmla="*/ 1661840 h 1745962"/>
              <a:gd name="connsiteX400" fmla="*/ 734275 w 1637567"/>
              <a:gd name="connsiteY400" fmla="*/ 1661223 h 1745962"/>
              <a:gd name="connsiteX401" fmla="*/ 735737 w 1637567"/>
              <a:gd name="connsiteY401" fmla="*/ 1660645 h 1745962"/>
              <a:gd name="connsiteX402" fmla="*/ 737206 w 1637567"/>
              <a:gd name="connsiteY402" fmla="*/ 1660035 h 1745962"/>
              <a:gd name="connsiteX403" fmla="*/ 738637 w 1637567"/>
              <a:gd name="connsiteY403" fmla="*/ 1659425 h 1745962"/>
              <a:gd name="connsiteX404" fmla="*/ 740106 w 1637567"/>
              <a:gd name="connsiteY404" fmla="*/ 1658815 h 1745962"/>
              <a:gd name="connsiteX405" fmla="*/ 741568 w 1637567"/>
              <a:gd name="connsiteY405" fmla="*/ 1658174 h 1745962"/>
              <a:gd name="connsiteX406" fmla="*/ 743038 w 1637567"/>
              <a:gd name="connsiteY406" fmla="*/ 1657564 h 1745962"/>
              <a:gd name="connsiteX407" fmla="*/ 744468 w 1637567"/>
              <a:gd name="connsiteY407" fmla="*/ 1656955 h 1745962"/>
              <a:gd name="connsiteX408" fmla="*/ 747400 w 1637567"/>
              <a:gd name="connsiteY408" fmla="*/ 1655673 h 1745962"/>
              <a:gd name="connsiteX409" fmla="*/ 748838 w 1637567"/>
              <a:gd name="connsiteY409" fmla="*/ 1655032 h 1745962"/>
              <a:gd name="connsiteX410" fmla="*/ 753239 w 1637567"/>
              <a:gd name="connsiteY410" fmla="*/ 1653101 h 1745962"/>
              <a:gd name="connsiteX411" fmla="*/ 754670 w 1637567"/>
              <a:gd name="connsiteY411" fmla="*/ 1652460 h 1745962"/>
              <a:gd name="connsiteX412" fmla="*/ 756140 w 1637567"/>
              <a:gd name="connsiteY412" fmla="*/ 1651788 h 1745962"/>
              <a:gd name="connsiteX413" fmla="*/ 757601 w 1637567"/>
              <a:gd name="connsiteY413" fmla="*/ 1651147 h 1745962"/>
              <a:gd name="connsiteX414" fmla="*/ 759040 w 1637567"/>
              <a:gd name="connsiteY414" fmla="*/ 1650474 h 1745962"/>
              <a:gd name="connsiteX415" fmla="*/ 763433 w 1637567"/>
              <a:gd name="connsiteY415" fmla="*/ 1648465 h 1745962"/>
              <a:gd name="connsiteX416" fmla="*/ 764871 w 1637567"/>
              <a:gd name="connsiteY416" fmla="*/ 1647793 h 1745962"/>
              <a:gd name="connsiteX417" fmla="*/ 766333 w 1637567"/>
              <a:gd name="connsiteY417" fmla="*/ 1647089 h 1745962"/>
              <a:gd name="connsiteX418" fmla="*/ 767803 w 1637567"/>
              <a:gd name="connsiteY418" fmla="*/ 1646417 h 1745962"/>
              <a:gd name="connsiteX419" fmla="*/ 769234 w 1637567"/>
              <a:gd name="connsiteY419" fmla="*/ 1645714 h 1745962"/>
              <a:gd name="connsiteX420" fmla="*/ 772165 w 1637567"/>
              <a:gd name="connsiteY420" fmla="*/ 1644306 h 1745962"/>
              <a:gd name="connsiteX421" fmla="*/ 773603 w 1637567"/>
              <a:gd name="connsiteY421" fmla="*/ 1643611 h 1745962"/>
              <a:gd name="connsiteX422" fmla="*/ 776535 w 1637567"/>
              <a:gd name="connsiteY422" fmla="*/ 1642204 h 1745962"/>
              <a:gd name="connsiteX423" fmla="*/ 778005 w 1637567"/>
              <a:gd name="connsiteY423" fmla="*/ 1641469 h 1745962"/>
              <a:gd name="connsiteX424" fmla="*/ 779435 w 1637567"/>
              <a:gd name="connsiteY424" fmla="*/ 1640765 h 1745962"/>
              <a:gd name="connsiteX425" fmla="*/ 782367 w 1637567"/>
              <a:gd name="connsiteY425" fmla="*/ 1639303 h 1745962"/>
              <a:gd name="connsiteX426" fmla="*/ 783805 w 1637567"/>
              <a:gd name="connsiteY426" fmla="*/ 1638569 h 1745962"/>
              <a:gd name="connsiteX427" fmla="*/ 786736 w 1637567"/>
              <a:gd name="connsiteY427" fmla="*/ 1637107 h 1745962"/>
              <a:gd name="connsiteX428" fmla="*/ 788198 w 1637567"/>
              <a:gd name="connsiteY428" fmla="*/ 1636341 h 1745962"/>
              <a:gd name="connsiteX429" fmla="*/ 789637 w 1637567"/>
              <a:gd name="connsiteY429" fmla="*/ 1635606 h 1745962"/>
              <a:gd name="connsiteX430" fmla="*/ 792568 w 1637567"/>
              <a:gd name="connsiteY430" fmla="*/ 1634081 h 1745962"/>
              <a:gd name="connsiteX431" fmla="*/ 793999 w 1637567"/>
              <a:gd name="connsiteY431" fmla="*/ 1633315 h 1745962"/>
              <a:gd name="connsiteX432" fmla="*/ 796930 w 1637567"/>
              <a:gd name="connsiteY432" fmla="*/ 1631791 h 1745962"/>
              <a:gd name="connsiteX433" fmla="*/ 798400 w 1637567"/>
              <a:gd name="connsiteY433" fmla="*/ 1630994 h 1745962"/>
              <a:gd name="connsiteX434" fmla="*/ 799838 w 1637567"/>
              <a:gd name="connsiteY434" fmla="*/ 1630204 h 1745962"/>
              <a:gd name="connsiteX435" fmla="*/ 801300 w 1637567"/>
              <a:gd name="connsiteY435" fmla="*/ 1629438 h 1745962"/>
              <a:gd name="connsiteX436" fmla="*/ 802762 w 1637567"/>
              <a:gd name="connsiteY436" fmla="*/ 1628641 h 1745962"/>
              <a:gd name="connsiteX437" fmla="*/ 804200 w 1637567"/>
              <a:gd name="connsiteY437" fmla="*/ 1627851 h 1745962"/>
              <a:gd name="connsiteX438" fmla="*/ 805670 w 1637567"/>
              <a:gd name="connsiteY438" fmla="*/ 1627054 h 1745962"/>
              <a:gd name="connsiteX439" fmla="*/ 807132 w 1637567"/>
              <a:gd name="connsiteY439" fmla="*/ 1626233 h 1745962"/>
              <a:gd name="connsiteX440" fmla="*/ 808601 w 1637567"/>
              <a:gd name="connsiteY440" fmla="*/ 1625436 h 1745962"/>
              <a:gd name="connsiteX441" fmla="*/ 810032 w 1637567"/>
              <a:gd name="connsiteY441" fmla="*/ 1624615 h 1745962"/>
              <a:gd name="connsiteX442" fmla="*/ 812963 w 1637567"/>
              <a:gd name="connsiteY442" fmla="*/ 1622965 h 1745962"/>
              <a:gd name="connsiteX443" fmla="*/ 814402 w 1637567"/>
              <a:gd name="connsiteY443" fmla="*/ 1622137 h 1745962"/>
              <a:gd name="connsiteX444" fmla="*/ 817333 w 1637567"/>
              <a:gd name="connsiteY444" fmla="*/ 1620495 h 1745962"/>
              <a:gd name="connsiteX445" fmla="*/ 818795 w 1637567"/>
              <a:gd name="connsiteY445" fmla="*/ 1619635 h 1745962"/>
              <a:gd name="connsiteX446" fmla="*/ 820233 w 1637567"/>
              <a:gd name="connsiteY446" fmla="*/ 1618783 h 1745962"/>
              <a:gd name="connsiteX447" fmla="*/ 821695 w 1637567"/>
              <a:gd name="connsiteY447" fmla="*/ 1617923 h 1745962"/>
              <a:gd name="connsiteX448" fmla="*/ 823165 w 1637567"/>
              <a:gd name="connsiteY448" fmla="*/ 1617102 h 1745962"/>
              <a:gd name="connsiteX449" fmla="*/ 824595 w 1637567"/>
              <a:gd name="connsiteY449" fmla="*/ 1616219 h 1745962"/>
              <a:gd name="connsiteX450" fmla="*/ 827527 w 1637567"/>
              <a:gd name="connsiteY450" fmla="*/ 1614507 h 1745962"/>
              <a:gd name="connsiteX451" fmla="*/ 828965 w 1637567"/>
              <a:gd name="connsiteY451" fmla="*/ 1613624 h 1745962"/>
              <a:gd name="connsiteX452" fmla="*/ 833366 w 1637567"/>
              <a:gd name="connsiteY452" fmla="*/ 1610966 h 1745962"/>
              <a:gd name="connsiteX453" fmla="*/ 834797 w 1637567"/>
              <a:gd name="connsiteY453" fmla="*/ 1610082 h 1745962"/>
              <a:gd name="connsiteX454" fmla="*/ 837728 w 1637567"/>
              <a:gd name="connsiteY454" fmla="*/ 1608245 h 1745962"/>
              <a:gd name="connsiteX455" fmla="*/ 839167 w 1637567"/>
              <a:gd name="connsiteY455" fmla="*/ 1607362 h 1745962"/>
              <a:gd name="connsiteX456" fmla="*/ 842098 w 1637567"/>
              <a:gd name="connsiteY456" fmla="*/ 1605525 h 1745962"/>
              <a:gd name="connsiteX457" fmla="*/ 843560 w 1637567"/>
              <a:gd name="connsiteY457" fmla="*/ 1604579 h 1745962"/>
              <a:gd name="connsiteX458" fmla="*/ 844998 w 1637567"/>
              <a:gd name="connsiteY458" fmla="*/ 1603665 h 1745962"/>
              <a:gd name="connsiteX459" fmla="*/ 847930 w 1637567"/>
              <a:gd name="connsiteY459" fmla="*/ 1601773 h 1745962"/>
              <a:gd name="connsiteX460" fmla="*/ 849360 w 1637567"/>
              <a:gd name="connsiteY460" fmla="*/ 1600858 h 1745962"/>
              <a:gd name="connsiteX461" fmla="*/ 850830 w 1637567"/>
              <a:gd name="connsiteY461" fmla="*/ 1599881 h 1745962"/>
              <a:gd name="connsiteX462" fmla="*/ 853762 w 1637567"/>
              <a:gd name="connsiteY462" fmla="*/ 1597989 h 1745962"/>
              <a:gd name="connsiteX463" fmla="*/ 855200 w 1637567"/>
              <a:gd name="connsiteY463" fmla="*/ 1597012 h 1745962"/>
              <a:gd name="connsiteX464" fmla="*/ 858131 w 1637567"/>
              <a:gd name="connsiteY464" fmla="*/ 1595058 h 1745962"/>
              <a:gd name="connsiteX465" fmla="*/ 859562 w 1637567"/>
              <a:gd name="connsiteY465" fmla="*/ 1594080 h 1745962"/>
              <a:gd name="connsiteX466" fmla="*/ 861032 w 1637567"/>
              <a:gd name="connsiteY466" fmla="*/ 1593103 h 1745962"/>
              <a:gd name="connsiteX467" fmla="*/ 862494 w 1637567"/>
              <a:gd name="connsiteY467" fmla="*/ 1592095 h 1745962"/>
              <a:gd name="connsiteX468" fmla="*/ 863963 w 1637567"/>
              <a:gd name="connsiteY468" fmla="*/ 1591118 h 1745962"/>
              <a:gd name="connsiteX469" fmla="*/ 865394 w 1637567"/>
              <a:gd name="connsiteY469" fmla="*/ 1590109 h 1745962"/>
              <a:gd name="connsiteX470" fmla="*/ 868325 w 1637567"/>
              <a:gd name="connsiteY470" fmla="*/ 1588092 h 1745962"/>
              <a:gd name="connsiteX471" fmla="*/ 869764 w 1637567"/>
              <a:gd name="connsiteY471" fmla="*/ 1587053 h 1745962"/>
              <a:gd name="connsiteX472" fmla="*/ 871225 w 1637567"/>
              <a:gd name="connsiteY472" fmla="*/ 1586044 h 1745962"/>
              <a:gd name="connsiteX473" fmla="*/ 874157 w 1637567"/>
              <a:gd name="connsiteY473" fmla="*/ 1583973 h 1745962"/>
              <a:gd name="connsiteX474" fmla="*/ 875595 w 1637567"/>
              <a:gd name="connsiteY474" fmla="*/ 1582933 h 1745962"/>
              <a:gd name="connsiteX475" fmla="*/ 877057 w 1637567"/>
              <a:gd name="connsiteY475" fmla="*/ 1581893 h 1745962"/>
              <a:gd name="connsiteX476" fmla="*/ 878527 w 1637567"/>
              <a:gd name="connsiteY476" fmla="*/ 1580822 h 1745962"/>
              <a:gd name="connsiteX477" fmla="*/ 879965 w 1637567"/>
              <a:gd name="connsiteY477" fmla="*/ 1579783 h 1745962"/>
              <a:gd name="connsiteX478" fmla="*/ 884358 w 1637567"/>
              <a:gd name="connsiteY478" fmla="*/ 1576578 h 1745962"/>
              <a:gd name="connsiteX479" fmla="*/ 885797 w 1637567"/>
              <a:gd name="connsiteY479" fmla="*/ 1575483 h 1745962"/>
              <a:gd name="connsiteX480" fmla="*/ 887259 w 1637567"/>
              <a:gd name="connsiteY480" fmla="*/ 1574412 h 1745962"/>
              <a:gd name="connsiteX481" fmla="*/ 888728 w 1637567"/>
              <a:gd name="connsiteY481" fmla="*/ 1573310 h 1745962"/>
              <a:gd name="connsiteX482" fmla="*/ 890159 w 1637567"/>
              <a:gd name="connsiteY482" fmla="*/ 1572216 h 1745962"/>
              <a:gd name="connsiteX483" fmla="*/ 893090 w 1637567"/>
              <a:gd name="connsiteY483" fmla="*/ 1570011 h 1745962"/>
              <a:gd name="connsiteX484" fmla="*/ 894529 w 1637567"/>
              <a:gd name="connsiteY484" fmla="*/ 1568885 h 1745962"/>
              <a:gd name="connsiteX485" fmla="*/ 895991 w 1637567"/>
              <a:gd name="connsiteY485" fmla="*/ 1567752 h 1745962"/>
              <a:gd name="connsiteX486" fmla="*/ 897460 w 1637567"/>
              <a:gd name="connsiteY486" fmla="*/ 1566658 h 1745962"/>
              <a:gd name="connsiteX487" fmla="*/ 898922 w 1637567"/>
              <a:gd name="connsiteY487" fmla="*/ 1565493 h 1745962"/>
              <a:gd name="connsiteX488" fmla="*/ 900360 w 1637567"/>
              <a:gd name="connsiteY488" fmla="*/ 1564367 h 1745962"/>
              <a:gd name="connsiteX489" fmla="*/ 901822 w 1637567"/>
              <a:gd name="connsiteY489" fmla="*/ 1563234 h 1745962"/>
              <a:gd name="connsiteX490" fmla="*/ 903292 w 1637567"/>
              <a:gd name="connsiteY490" fmla="*/ 1562077 h 1745962"/>
              <a:gd name="connsiteX491" fmla="*/ 904722 w 1637567"/>
              <a:gd name="connsiteY491" fmla="*/ 1560912 h 1745962"/>
              <a:gd name="connsiteX492" fmla="*/ 909123 w 1637567"/>
              <a:gd name="connsiteY492" fmla="*/ 1557433 h 1745962"/>
              <a:gd name="connsiteX493" fmla="*/ 910562 w 1637567"/>
              <a:gd name="connsiteY493" fmla="*/ 1556245 h 1745962"/>
              <a:gd name="connsiteX494" fmla="*/ 913493 w 1637567"/>
              <a:gd name="connsiteY494" fmla="*/ 1553861 h 1745962"/>
              <a:gd name="connsiteX495" fmla="*/ 914924 w 1637567"/>
              <a:gd name="connsiteY495" fmla="*/ 1552672 h 1745962"/>
              <a:gd name="connsiteX496" fmla="*/ 916394 w 1637567"/>
              <a:gd name="connsiteY496" fmla="*/ 1551477 h 1745962"/>
              <a:gd name="connsiteX497" fmla="*/ 919325 w 1637567"/>
              <a:gd name="connsiteY497" fmla="*/ 1549037 h 1745962"/>
              <a:gd name="connsiteX498" fmla="*/ 920756 w 1637567"/>
              <a:gd name="connsiteY498" fmla="*/ 1547818 h 1745962"/>
              <a:gd name="connsiteX499" fmla="*/ 923687 w 1637567"/>
              <a:gd name="connsiteY499" fmla="*/ 1545371 h 1745962"/>
              <a:gd name="connsiteX500" fmla="*/ 925125 w 1637567"/>
              <a:gd name="connsiteY500" fmla="*/ 1544120 h 1745962"/>
              <a:gd name="connsiteX501" fmla="*/ 929519 w 1637567"/>
              <a:gd name="connsiteY501" fmla="*/ 1540368 h 1745962"/>
              <a:gd name="connsiteX502" fmla="*/ 930957 w 1637567"/>
              <a:gd name="connsiteY502" fmla="*/ 1539078 h 1745962"/>
              <a:gd name="connsiteX503" fmla="*/ 932419 w 1637567"/>
              <a:gd name="connsiteY503" fmla="*/ 1537828 h 1745962"/>
              <a:gd name="connsiteX504" fmla="*/ 933889 w 1637567"/>
              <a:gd name="connsiteY504" fmla="*/ 1536546 h 1745962"/>
              <a:gd name="connsiteX505" fmla="*/ 935327 w 1637567"/>
              <a:gd name="connsiteY505" fmla="*/ 1535263 h 1745962"/>
              <a:gd name="connsiteX506" fmla="*/ 936789 w 1637567"/>
              <a:gd name="connsiteY506" fmla="*/ 1533981 h 1745962"/>
              <a:gd name="connsiteX507" fmla="*/ 939720 w 1637567"/>
              <a:gd name="connsiteY507" fmla="*/ 1531355 h 1745962"/>
              <a:gd name="connsiteX508" fmla="*/ 941159 w 1637567"/>
              <a:gd name="connsiteY508" fmla="*/ 1530073 h 1745962"/>
              <a:gd name="connsiteX509" fmla="*/ 942620 w 1637567"/>
              <a:gd name="connsiteY509" fmla="*/ 1528728 h 1745962"/>
              <a:gd name="connsiteX510" fmla="*/ 944090 w 1637567"/>
              <a:gd name="connsiteY510" fmla="*/ 1527415 h 1745962"/>
              <a:gd name="connsiteX511" fmla="*/ 945521 w 1637567"/>
              <a:gd name="connsiteY511" fmla="*/ 1526102 h 1745962"/>
              <a:gd name="connsiteX512" fmla="*/ 948452 w 1637567"/>
              <a:gd name="connsiteY512" fmla="*/ 1523420 h 1745962"/>
              <a:gd name="connsiteX513" fmla="*/ 949890 w 1637567"/>
              <a:gd name="connsiteY513" fmla="*/ 1522076 h 1745962"/>
              <a:gd name="connsiteX514" fmla="*/ 951352 w 1637567"/>
              <a:gd name="connsiteY514" fmla="*/ 1520700 h 1745962"/>
              <a:gd name="connsiteX515" fmla="*/ 952822 w 1637567"/>
              <a:gd name="connsiteY515" fmla="*/ 1519355 h 1745962"/>
              <a:gd name="connsiteX516" fmla="*/ 954284 w 1637567"/>
              <a:gd name="connsiteY516" fmla="*/ 1517980 h 1745962"/>
              <a:gd name="connsiteX517" fmla="*/ 955722 w 1637567"/>
              <a:gd name="connsiteY517" fmla="*/ 1516604 h 1745962"/>
              <a:gd name="connsiteX518" fmla="*/ 957184 w 1637567"/>
              <a:gd name="connsiteY518" fmla="*/ 1515236 h 1745962"/>
              <a:gd name="connsiteX519" fmla="*/ 958654 w 1637567"/>
              <a:gd name="connsiteY519" fmla="*/ 1513828 h 1745962"/>
              <a:gd name="connsiteX520" fmla="*/ 960092 w 1637567"/>
              <a:gd name="connsiteY520" fmla="*/ 1512421 h 1745962"/>
              <a:gd name="connsiteX521" fmla="*/ 961554 w 1637567"/>
              <a:gd name="connsiteY521" fmla="*/ 1511053 h 1745962"/>
              <a:gd name="connsiteX522" fmla="*/ 963016 w 1637567"/>
              <a:gd name="connsiteY522" fmla="*/ 1509646 h 1745962"/>
              <a:gd name="connsiteX523" fmla="*/ 964485 w 1637567"/>
              <a:gd name="connsiteY523" fmla="*/ 1508208 h 1745962"/>
              <a:gd name="connsiteX524" fmla="*/ 965924 w 1637567"/>
              <a:gd name="connsiteY524" fmla="*/ 1506777 h 1745962"/>
              <a:gd name="connsiteX525" fmla="*/ 967386 w 1637567"/>
              <a:gd name="connsiteY525" fmla="*/ 1505370 h 1745962"/>
              <a:gd name="connsiteX526" fmla="*/ 968855 w 1637567"/>
              <a:gd name="connsiteY526" fmla="*/ 1503932 h 1745962"/>
              <a:gd name="connsiteX527" fmla="*/ 970286 w 1637567"/>
              <a:gd name="connsiteY527" fmla="*/ 1502470 h 1745962"/>
              <a:gd name="connsiteX528" fmla="*/ 971755 w 1637567"/>
              <a:gd name="connsiteY528" fmla="*/ 1501032 h 1745962"/>
              <a:gd name="connsiteX529" fmla="*/ 974687 w 1637567"/>
              <a:gd name="connsiteY529" fmla="*/ 1498100 h 1745962"/>
              <a:gd name="connsiteX530" fmla="*/ 976117 w 1637567"/>
              <a:gd name="connsiteY530" fmla="*/ 1496638 h 1745962"/>
              <a:gd name="connsiteX531" fmla="*/ 977587 w 1637567"/>
              <a:gd name="connsiteY531" fmla="*/ 1495169 h 1745962"/>
              <a:gd name="connsiteX532" fmla="*/ 979049 w 1637567"/>
              <a:gd name="connsiteY532" fmla="*/ 1493676 h 1745962"/>
              <a:gd name="connsiteX533" fmla="*/ 980487 w 1637567"/>
              <a:gd name="connsiteY533" fmla="*/ 1492206 h 1745962"/>
              <a:gd name="connsiteX534" fmla="*/ 981949 w 1637567"/>
              <a:gd name="connsiteY534" fmla="*/ 1490682 h 1745962"/>
              <a:gd name="connsiteX535" fmla="*/ 984881 w 1637567"/>
              <a:gd name="connsiteY535" fmla="*/ 1487688 h 1745962"/>
              <a:gd name="connsiteX536" fmla="*/ 986319 w 1637567"/>
              <a:gd name="connsiteY536" fmla="*/ 1486163 h 1745962"/>
              <a:gd name="connsiteX537" fmla="*/ 989250 w 1637567"/>
              <a:gd name="connsiteY537" fmla="*/ 1483107 h 1745962"/>
              <a:gd name="connsiteX538" fmla="*/ 990689 w 1637567"/>
              <a:gd name="connsiteY538" fmla="*/ 1481551 h 1745962"/>
              <a:gd name="connsiteX539" fmla="*/ 992151 w 1637567"/>
              <a:gd name="connsiteY539" fmla="*/ 1480027 h 1745962"/>
              <a:gd name="connsiteX540" fmla="*/ 993620 w 1637567"/>
              <a:gd name="connsiteY540" fmla="*/ 1478471 h 1745962"/>
              <a:gd name="connsiteX541" fmla="*/ 995082 w 1637567"/>
              <a:gd name="connsiteY541" fmla="*/ 1476876 h 1745962"/>
              <a:gd name="connsiteX542" fmla="*/ 996521 w 1637567"/>
              <a:gd name="connsiteY542" fmla="*/ 1475321 h 1745962"/>
              <a:gd name="connsiteX543" fmla="*/ 997982 w 1637567"/>
              <a:gd name="connsiteY543" fmla="*/ 1473765 h 1745962"/>
              <a:gd name="connsiteX544" fmla="*/ 999452 w 1637567"/>
              <a:gd name="connsiteY544" fmla="*/ 1472178 h 1745962"/>
              <a:gd name="connsiteX545" fmla="*/ 1000883 w 1637567"/>
              <a:gd name="connsiteY545" fmla="*/ 1470591 h 1745962"/>
              <a:gd name="connsiteX546" fmla="*/ 1002352 w 1637567"/>
              <a:gd name="connsiteY546" fmla="*/ 1468973 h 1745962"/>
              <a:gd name="connsiteX547" fmla="*/ 1003814 w 1637567"/>
              <a:gd name="connsiteY547" fmla="*/ 1467386 h 1745962"/>
              <a:gd name="connsiteX548" fmla="*/ 1005284 w 1637567"/>
              <a:gd name="connsiteY548" fmla="*/ 1465768 h 1745962"/>
              <a:gd name="connsiteX549" fmla="*/ 1006714 w 1637567"/>
              <a:gd name="connsiteY549" fmla="*/ 1464150 h 1745962"/>
              <a:gd name="connsiteX550" fmla="*/ 1008184 w 1637567"/>
              <a:gd name="connsiteY550" fmla="*/ 1462500 h 1745962"/>
              <a:gd name="connsiteX551" fmla="*/ 1009646 w 1637567"/>
              <a:gd name="connsiteY551" fmla="*/ 1460882 h 1745962"/>
              <a:gd name="connsiteX552" fmla="*/ 1011084 w 1637567"/>
              <a:gd name="connsiteY552" fmla="*/ 1459233 h 1745962"/>
              <a:gd name="connsiteX553" fmla="*/ 1014015 w 1637567"/>
              <a:gd name="connsiteY553" fmla="*/ 1455934 h 1745962"/>
              <a:gd name="connsiteX554" fmla="*/ 1015454 w 1637567"/>
              <a:gd name="connsiteY554" fmla="*/ 1454284 h 1745962"/>
              <a:gd name="connsiteX555" fmla="*/ 1019847 w 1637567"/>
              <a:gd name="connsiteY555" fmla="*/ 1449242 h 1745962"/>
              <a:gd name="connsiteX556" fmla="*/ 1021286 w 1637567"/>
              <a:gd name="connsiteY556" fmla="*/ 1447538 h 1745962"/>
              <a:gd name="connsiteX557" fmla="*/ 1024217 w 1637567"/>
              <a:gd name="connsiteY557" fmla="*/ 1444114 h 1745962"/>
              <a:gd name="connsiteX558" fmla="*/ 1025648 w 1637567"/>
              <a:gd name="connsiteY558" fmla="*/ 1442402 h 1745962"/>
              <a:gd name="connsiteX559" fmla="*/ 1027117 w 1637567"/>
              <a:gd name="connsiteY559" fmla="*/ 1440698 h 1745962"/>
              <a:gd name="connsiteX560" fmla="*/ 1030049 w 1637567"/>
              <a:gd name="connsiteY560" fmla="*/ 1437212 h 1745962"/>
              <a:gd name="connsiteX561" fmla="*/ 1031479 w 1637567"/>
              <a:gd name="connsiteY561" fmla="*/ 1435476 h 1745962"/>
              <a:gd name="connsiteX562" fmla="*/ 1034411 w 1637567"/>
              <a:gd name="connsiteY562" fmla="*/ 1431927 h 1745962"/>
              <a:gd name="connsiteX563" fmla="*/ 1035849 w 1637567"/>
              <a:gd name="connsiteY563" fmla="*/ 1430160 h 1745962"/>
              <a:gd name="connsiteX564" fmla="*/ 1037311 w 1637567"/>
              <a:gd name="connsiteY564" fmla="*/ 1428417 h 1745962"/>
              <a:gd name="connsiteX565" fmla="*/ 1040242 w 1637567"/>
              <a:gd name="connsiteY565" fmla="*/ 1424813 h 1745962"/>
              <a:gd name="connsiteX566" fmla="*/ 1041681 w 1637567"/>
              <a:gd name="connsiteY566" fmla="*/ 1423015 h 1745962"/>
              <a:gd name="connsiteX567" fmla="*/ 1043143 w 1637567"/>
              <a:gd name="connsiteY567" fmla="*/ 1421210 h 1745962"/>
              <a:gd name="connsiteX568" fmla="*/ 1044612 w 1637567"/>
              <a:gd name="connsiteY568" fmla="*/ 1419380 h 1745962"/>
              <a:gd name="connsiteX569" fmla="*/ 1046051 w 1637567"/>
              <a:gd name="connsiteY569" fmla="*/ 1417575 h 1745962"/>
              <a:gd name="connsiteX570" fmla="*/ 1047512 w 1637567"/>
              <a:gd name="connsiteY570" fmla="*/ 1415745 h 1745962"/>
              <a:gd name="connsiteX571" fmla="*/ 1048982 w 1637567"/>
              <a:gd name="connsiteY571" fmla="*/ 1413885 h 1745962"/>
              <a:gd name="connsiteX572" fmla="*/ 1050444 w 1637567"/>
              <a:gd name="connsiteY572" fmla="*/ 1412048 h 1745962"/>
              <a:gd name="connsiteX573" fmla="*/ 1051882 w 1637567"/>
              <a:gd name="connsiteY573" fmla="*/ 1410187 h 1745962"/>
              <a:gd name="connsiteX574" fmla="*/ 1054814 w 1637567"/>
              <a:gd name="connsiteY574" fmla="*/ 1406466 h 1745962"/>
              <a:gd name="connsiteX575" fmla="*/ 1056244 w 1637567"/>
              <a:gd name="connsiteY575" fmla="*/ 1404567 h 1745962"/>
              <a:gd name="connsiteX576" fmla="*/ 1060645 w 1637567"/>
              <a:gd name="connsiteY576" fmla="*/ 1398891 h 1745962"/>
              <a:gd name="connsiteX577" fmla="*/ 1062076 w 1637567"/>
              <a:gd name="connsiteY577" fmla="*/ 1396968 h 1745962"/>
              <a:gd name="connsiteX578" fmla="*/ 1063546 w 1637567"/>
              <a:gd name="connsiteY578" fmla="*/ 1395076 h 1745962"/>
              <a:gd name="connsiteX579" fmla="*/ 1065007 w 1637567"/>
              <a:gd name="connsiteY579" fmla="*/ 1393122 h 1745962"/>
              <a:gd name="connsiteX580" fmla="*/ 1066446 w 1637567"/>
              <a:gd name="connsiteY580" fmla="*/ 1391199 h 1745962"/>
              <a:gd name="connsiteX581" fmla="*/ 1070839 w 1637567"/>
              <a:gd name="connsiteY581" fmla="*/ 1385336 h 1745962"/>
              <a:gd name="connsiteX582" fmla="*/ 1072278 w 1637567"/>
              <a:gd name="connsiteY582" fmla="*/ 1383382 h 1745962"/>
              <a:gd name="connsiteX583" fmla="*/ 1075209 w 1637567"/>
              <a:gd name="connsiteY583" fmla="*/ 1379411 h 1745962"/>
              <a:gd name="connsiteX584" fmla="*/ 1076647 w 1637567"/>
              <a:gd name="connsiteY584" fmla="*/ 1377425 h 1745962"/>
              <a:gd name="connsiteX585" fmla="*/ 1079579 w 1637567"/>
              <a:gd name="connsiteY585" fmla="*/ 1373391 h 1745962"/>
              <a:gd name="connsiteX586" fmla="*/ 1081010 w 1637567"/>
              <a:gd name="connsiteY586" fmla="*/ 1371375 h 1745962"/>
              <a:gd name="connsiteX587" fmla="*/ 1082479 w 1637567"/>
              <a:gd name="connsiteY587" fmla="*/ 1369365 h 1745962"/>
              <a:gd name="connsiteX588" fmla="*/ 1085411 w 1637567"/>
              <a:gd name="connsiteY588" fmla="*/ 1365269 h 1745962"/>
              <a:gd name="connsiteX589" fmla="*/ 1086841 w 1637567"/>
              <a:gd name="connsiteY589" fmla="*/ 1363221 h 1745962"/>
              <a:gd name="connsiteX590" fmla="*/ 1088311 w 1637567"/>
              <a:gd name="connsiteY590" fmla="*/ 1361181 h 1745962"/>
              <a:gd name="connsiteX591" fmla="*/ 1089773 w 1637567"/>
              <a:gd name="connsiteY591" fmla="*/ 1359101 h 1745962"/>
              <a:gd name="connsiteX592" fmla="*/ 1091211 w 1637567"/>
              <a:gd name="connsiteY592" fmla="*/ 1357022 h 1745962"/>
              <a:gd name="connsiteX593" fmla="*/ 1092673 w 1637567"/>
              <a:gd name="connsiteY593" fmla="*/ 1354950 h 1745962"/>
              <a:gd name="connsiteX594" fmla="*/ 1095604 w 1637567"/>
              <a:gd name="connsiteY594" fmla="*/ 1350737 h 1745962"/>
              <a:gd name="connsiteX595" fmla="*/ 1097043 w 1637567"/>
              <a:gd name="connsiteY595" fmla="*/ 1348626 h 1745962"/>
              <a:gd name="connsiteX596" fmla="*/ 1098512 w 1637567"/>
              <a:gd name="connsiteY596" fmla="*/ 1346523 h 1745962"/>
              <a:gd name="connsiteX597" fmla="*/ 1099974 w 1637567"/>
              <a:gd name="connsiteY597" fmla="*/ 1344382 h 1745962"/>
              <a:gd name="connsiteX598" fmla="*/ 1101413 w 1637567"/>
              <a:gd name="connsiteY598" fmla="*/ 1342247 h 1745962"/>
              <a:gd name="connsiteX599" fmla="*/ 1102874 w 1637567"/>
              <a:gd name="connsiteY599" fmla="*/ 1340137 h 1745962"/>
              <a:gd name="connsiteX600" fmla="*/ 1105806 w 1637567"/>
              <a:gd name="connsiteY600" fmla="*/ 1335806 h 1745962"/>
              <a:gd name="connsiteX601" fmla="*/ 1107244 w 1637567"/>
              <a:gd name="connsiteY601" fmla="*/ 1333633 h 1745962"/>
              <a:gd name="connsiteX602" fmla="*/ 1108706 w 1637567"/>
              <a:gd name="connsiteY602" fmla="*/ 1331467 h 1745962"/>
              <a:gd name="connsiteX603" fmla="*/ 1110176 w 1637567"/>
              <a:gd name="connsiteY603" fmla="*/ 1329271 h 1745962"/>
              <a:gd name="connsiteX604" fmla="*/ 1111606 w 1637567"/>
              <a:gd name="connsiteY604" fmla="*/ 1327098 h 1745962"/>
              <a:gd name="connsiteX605" fmla="*/ 1113076 w 1637567"/>
              <a:gd name="connsiteY605" fmla="*/ 1324870 h 1745962"/>
              <a:gd name="connsiteX606" fmla="*/ 1114538 w 1637567"/>
              <a:gd name="connsiteY606" fmla="*/ 1322673 h 1745962"/>
              <a:gd name="connsiteX607" fmla="*/ 1116007 w 1637567"/>
              <a:gd name="connsiteY607" fmla="*/ 1320445 h 1745962"/>
              <a:gd name="connsiteX608" fmla="*/ 1117438 w 1637567"/>
              <a:gd name="connsiteY608" fmla="*/ 1318217 h 1745962"/>
              <a:gd name="connsiteX609" fmla="*/ 1120369 w 1637567"/>
              <a:gd name="connsiteY609" fmla="*/ 1313754 h 1745962"/>
              <a:gd name="connsiteX610" fmla="*/ 1121808 w 1637567"/>
              <a:gd name="connsiteY610" fmla="*/ 1311494 h 1745962"/>
              <a:gd name="connsiteX611" fmla="*/ 1123270 w 1637567"/>
              <a:gd name="connsiteY611" fmla="*/ 1309204 h 1745962"/>
              <a:gd name="connsiteX612" fmla="*/ 1124739 w 1637567"/>
              <a:gd name="connsiteY612" fmla="*/ 1306945 h 1745962"/>
              <a:gd name="connsiteX613" fmla="*/ 1126209 w 1637567"/>
              <a:gd name="connsiteY613" fmla="*/ 1304654 h 1745962"/>
              <a:gd name="connsiteX614" fmla="*/ 1127639 w 1637567"/>
              <a:gd name="connsiteY614" fmla="*/ 1302364 h 1745962"/>
              <a:gd name="connsiteX615" fmla="*/ 1129109 w 1637567"/>
              <a:gd name="connsiteY615" fmla="*/ 1300105 h 1745962"/>
              <a:gd name="connsiteX616" fmla="*/ 1130571 w 1637567"/>
              <a:gd name="connsiteY616" fmla="*/ 1297783 h 1745962"/>
              <a:gd name="connsiteX617" fmla="*/ 1132009 w 1637567"/>
              <a:gd name="connsiteY617" fmla="*/ 1295461 h 1745962"/>
              <a:gd name="connsiteX618" fmla="*/ 1133471 w 1637567"/>
              <a:gd name="connsiteY618" fmla="*/ 1293147 h 1745962"/>
              <a:gd name="connsiteX619" fmla="*/ 1134941 w 1637567"/>
              <a:gd name="connsiteY619" fmla="*/ 1290794 h 1745962"/>
              <a:gd name="connsiteX620" fmla="*/ 1136371 w 1637567"/>
              <a:gd name="connsiteY620" fmla="*/ 1288472 h 1745962"/>
              <a:gd name="connsiteX621" fmla="*/ 1139303 w 1637567"/>
              <a:gd name="connsiteY621" fmla="*/ 1283767 h 1745962"/>
              <a:gd name="connsiteX622" fmla="*/ 1140772 w 1637567"/>
              <a:gd name="connsiteY622" fmla="*/ 1281390 h 1745962"/>
              <a:gd name="connsiteX623" fmla="*/ 1142203 w 1637567"/>
              <a:gd name="connsiteY623" fmla="*/ 1279037 h 1745962"/>
              <a:gd name="connsiteX624" fmla="*/ 1143673 w 1637567"/>
              <a:gd name="connsiteY624" fmla="*/ 1276622 h 1745962"/>
              <a:gd name="connsiteX625" fmla="*/ 1145134 w 1637567"/>
              <a:gd name="connsiteY625" fmla="*/ 1274245 h 1745962"/>
              <a:gd name="connsiteX626" fmla="*/ 1146573 w 1637567"/>
              <a:gd name="connsiteY626" fmla="*/ 1271829 h 1745962"/>
              <a:gd name="connsiteX627" fmla="*/ 1150966 w 1637567"/>
              <a:gd name="connsiteY627" fmla="*/ 1264591 h 1745962"/>
              <a:gd name="connsiteX628" fmla="*/ 1152405 w 1637567"/>
              <a:gd name="connsiteY628" fmla="*/ 1262120 h 1745962"/>
              <a:gd name="connsiteX629" fmla="*/ 1155336 w 1637567"/>
              <a:gd name="connsiteY629" fmla="*/ 1257235 h 1745962"/>
              <a:gd name="connsiteX630" fmla="*/ 1156774 w 1637567"/>
              <a:gd name="connsiteY630" fmla="*/ 1254757 h 1745962"/>
              <a:gd name="connsiteX631" fmla="*/ 1159706 w 1637567"/>
              <a:gd name="connsiteY631" fmla="*/ 1249816 h 1745962"/>
              <a:gd name="connsiteX632" fmla="*/ 1161168 w 1637567"/>
              <a:gd name="connsiteY632" fmla="*/ 1247307 h 1745962"/>
              <a:gd name="connsiteX633" fmla="*/ 1162606 w 1637567"/>
              <a:gd name="connsiteY633" fmla="*/ 1244805 h 1745962"/>
              <a:gd name="connsiteX634" fmla="*/ 1164068 w 1637567"/>
              <a:gd name="connsiteY634" fmla="*/ 1242335 h 1745962"/>
              <a:gd name="connsiteX635" fmla="*/ 1165537 w 1637567"/>
              <a:gd name="connsiteY635" fmla="*/ 1239794 h 1745962"/>
              <a:gd name="connsiteX636" fmla="*/ 1166968 w 1637567"/>
              <a:gd name="connsiteY636" fmla="*/ 1237262 h 1745962"/>
              <a:gd name="connsiteX637" fmla="*/ 1169900 w 1637567"/>
              <a:gd name="connsiteY637" fmla="*/ 1232196 h 1745962"/>
              <a:gd name="connsiteX638" fmla="*/ 1171369 w 1637567"/>
              <a:gd name="connsiteY638" fmla="*/ 1229632 h 1745962"/>
              <a:gd name="connsiteX639" fmla="*/ 1172800 w 1637567"/>
              <a:gd name="connsiteY639" fmla="*/ 1227060 h 1745962"/>
              <a:gd name="connsiteX640" fmla="*/ 1174269 w 1637567"/>
              <a:gd name="connsiteY640" fmla="*/ 1224496 h 1745962"/>
              <a:gd name="connsiteX641" fmla="*/ 1175731 w 1637567"/>
              <a:gd name="connsiteY641" fmla="*/ 1221901 h 1745962"/>
              <a:gd name="connsiteX642" fmla="*/ 1177170 w 1637567"/>
              <a:gd name="connsiteY642" fmla="*/ 1219337 h 1745962"/>
              <a:gd name="connsiteX643" fmla="*/ 1178639 w 1637567"/>
              <a:gd name="connsiteY643" fmla="*/ 1216710 h 1745962"/>
              <a:gd name="connsiteX644" fmla="*/ 1180101 w 1637567"/>
              <a:gd name="connsiteY644" fmla="*/ 1214115 h 1745962"/>
              <a:gd name="connsiteX645" fmla="*/ 1181571 w 1637567"/>
              <a:gd name="connsiteY645" fmla="*/ 1211488 h 1745962"/>
              <a:gd name="connsiteX646" fmla="*/ 1183001 w 1637567"/>
              <a:gd name="connsiteY646" fmla="*/ 1208862 h 1745962"/>
              <a:gd name="connsiteX647" fmla="*/ 1185933 w 1637567"/>
              <a:gd name="connsiteY647" fmla="*/ 1203608 h 1745962"/>
              <a:gd name="connsiteX648" fmla="*/ 1187371 w 1637567"/>
              <a:gd name="connsiteY648" fmla="*/ 1200927 h 1745962"/>
              <a:gd name="connsiteX649" fmla="*/ 1190303 w 1637567"/>
              <a:gd name="connsiteY649" fmla="*/ 1195611 h 1745962"/>
              <a:gd name="connsiteX650" fmla="*/ 1191764 w 1637567"/>
              <a:gd name="connsiteY650" fmla="*/ 1192922 h 1745962"/>
              <a:gd name="connsiteX651" fmla="*/ 1193203 w 1637567"/>
              <a:gd name="connsiteY651" fmla="*/ 1190233 h 1745962"/>
              <a:gd name="connsiteX652" fmla="*/ 1194665 w 1637567"/>
              <a:gd name="connsiteY652" fmla="*/ 1187552 h 1745962"/>
              <a:gd name="connsiteX653" fmla="*/ 1196134 w 1637567"/>
              <a:gd name="connsiteY653" fmla="*/ 1184831 h 1745962"/>
              <a:gd name="connsiteX654" fmla="*/ 1197565 w 1637567"/>
              <a:gd name="connsiteY654" fmla="*/ 1182111 h 1745962"/>
              <a:gd name="connsiteX655" fmla="*/ 1199034 w 1637567"/>
              <a:gd name="connsiteY655" fmla="*/ 1179398 h 1745962"/>
              <a:gd name="connsiteX656" fmla="*/ 1200496 w 1637567"/>
              <a:gd name="connsiteY656" fmla="*/ 1176647 h 1745962"/>
              <a:gd name="connsiteX657" fmla="*/ 1201935 w 1637567"/>
              <a:gd name="connsiteY657" fmla="*/ 1173903 h 1745962"/>
              <a:gd name="connsiteX658" fmla="*/ 1203397 w 1637567"/>
              <a:gd name="connsiteY658" fmla="*/ 1171151 h 1745962"/>
              <a:gd name="connsiteX659" fmla="*/ 1206336 w 1637567"/>
              <a:gd name="connsiteY659" fmla="*/ 1165593 h 1745962"/>
              <a:gd name="connsiteX660" fmla="*/ 1207766 w 1637567"/>
              <a:gd name="connsiteY660" fmla="*/ 1162849 h 1745962"/>
              <a:gd name="connsiteX661" fmla="*/ 1210698 w 1637567"/>
              <a:gd name="connsiteY661" fmla="*/ 1157228 h 1745962"/>
              <a:gd name="connsiteX662" fmla="*/ 1212136 w 1637567"/>
              <a:gd name="connsiteY662" fmla="*/ 1154446 h 1745962"/>
              <a:gd name="connsiteX663" fmla="*/ 1215068 w 1637567"/>
              <a:gd name="connsiteY663" fmla="*/ 1148770 h 1745962"/>
              <a:gd name="connsiteX664" fmla="*/ 1216530 w 1637567"/>
              <a:gd name="connsiteY664" fmla="*/ 1145956 h 1745962"/>
              <a:gd name="connsiteX665" fmla="*/ 1217968 w 1637567"/>
              <a:gd name="connsiteY665" fmla="*/ 1143087 h 1745962"/>
              <a:gd name="connsiteX666" fmla="*/ 1219430 w 1637567"/>
              <a:gd name="connsiteY666" fmla="*/ 1140249 h 1745962"/>
              <a:gd name="connsiteX667" fmla="*/ 1220899 w 1637567"/>
              <a:gd name="connsiteY667" fmla="*/ 1137380 h 1745962"/>
              <a:gd name="connsiteX668" fmla="*/ 1222330 w 1637567"/>
              <a:gd name="connsiteY668" fmla="*/ 1134511 h 1745962"/>
              <a:gd name="connsiteX669" fmla="*/ 1223800 w 1637567"/>
              <a:gd name="connsiteY669" fmla="*/ 1131635 h 1745962"/>
              <a:gd name="connsiteX670" fmla="*/ 1226731 w 1637567"/>
              <a:gd name="connsiteY670" fmla="*/ 1125834 h 1745962"/>
              <a:gd name="connsiteX671" fmla="*/ 1228162 w 1637567"/>
              <a:gd name="connsiteY671" fmla="*/ 1122934 h 1745962"/>
              <a:gd name="connsiteX672" fmla="*/ 1231093 w 1637567"/>
              <a:gd name="connsiteY672" fmla="*/ 1117071 h 1745962"/>
              <a:gd name="connsiteX673" fmla="*/ 1232531 w 1637567"/>
              <a:gd name="connsiteY673" fmla="*/ 1114140 h 1745962"/>
              <a:gd name="connsiteX674" fmla="*/ 1234001 w 1637567"/>
              <a:gd name="connsiteY674" fmla="*/ 1111208 h 1745962"/>
              <a:gd name="connsiteX675" fmla="*/ 1236933 w 1637567"/>
              <a:gd name="connsiteY675" fmla="*/ 1105283 h 1745962"/>
              <a:gd name="connsiteX676" fmla="*/ 1238363 w 1637567"/>
              <a:gd name="connsiteY676" fmla="*/ 1102289 h 1745962"/>
              <a:gd name="connsiteX677" fmla="*/ 1241295 w 1637567"/>
              <a:gd name="connsiteY677" fmla="*/ 1096308 h 1745962"/>
              <a:gd name="connsiteX678" fmla="*/ 1242733 w 1637567"/>
              <a:gd name="connsiteY678" fmla="*/ 1093315 h 1745962"/>
              <a:gd name="connsiteX679" fmla="*/ 1244195 w 1637567"/>
              <a:gd name="connsiteY679" fmla="*/ 1090321 h 1745962"/>
              <a:gd name="connsiteX680" fmla="*/ 1247126 w 1637567"/>
              <a:gd name="connsiteY680" fmla="*/ 1084278 h 1745962"/>
              <a:gd name="connsiteX681" fmla="*/ 1248565 w 1637567"/>
              <a:gd name="connsiteY681" fmla="*/ 1081221 h 1745962"/>
              <a:gd name="connsiteX682" fmla="*/ 1251496 w 1637567"/>
              <a:gd name="connsiteY682" fmla="*/ 1075116 h 1745962"/>
              <a:gd name="connsiteX683" fmla="*/ 1252927 w 1637567"/>
              <a:gd name="connsiteY683" fmla="*/ 1072059 h 1745962"/>
              <a:gd name="connsiteX684" fmla="*/ 1257328 w 1637567"/>
              <a:gd name="connsiteY684" fmla="*/ 1062811 h 1745962"/>
              <a:gd name="connsiteX685" fmla="*/ 1258766 w 1637567"/>
              <a:gd name="connsiteY685" fmla="*/ 1059692 h 1745962"/>
              <a:gd name="connsiteX686" fmla="*/ 1261698 w 1637567"/>
              <a:gd name="connsiteY686" fmla="*/ 1053462 h 1745962"/>
              <a:gd name="connsiteX687" fmla="*/ 1263128 w 1637567"/>
              <a:gd name="connsiteY687" fmla="*/ 1050320 h 1745962"/>
              <a:gd name="connsiteX688" fmla="*/ 1264598 w 1637567"/>
              <a:gd name="connsiteY688" fmla="*/ 1047208 h 1745962"/>
              <a:gd name="connsiteX689" fmla="*/ 1266060 w 1637567"/>
              <a:gd name="connsiteY689" fmla="*/ 1044027 h 1745962"/>
              <a:gd name="connsiteX690" fmla="*/ 1267498 w 1637567"/>
              <a:gd name="connsiteY690" fmla="*/ 1040884 h 1745962"/>
              <a:gd name="connsiteX691" fmla="*/ 1268960 w 1637567"/>
              <a:gd name="connsiteY691" fmla="*/ 1037741 h 1745962"/>
              <a:gd name="connsiteX692" fmla="*/ 1270430 w 1637567"/>
              <a:gd name="connsiteY692" fmla="*/ 1034529 h 1745962"/>
              <a:gd name="connsiteX693" fmla="*/ 1271891 w 1637567"/>
              <a:gd name="connsiteY693" fmla="*/ 1031355 h 1745962"/>
              <a:gd name="connsiteX694" fmla="*/ 1273330 w 1637567"/>
              <a:gd name="connsiteY694" fmla="*/ 1028181 h 1745962"/>
              <a:gd name="connsiteX695" fmla="*/ 1274792 w 1637567"/>
              <a:gd name="connsiteY695" fmla="*/ 1024945 h 1745962"/>
              <a:gd name="connsiteX696" fmla="*/ 1276261 w 1637567"/>
              <a:gd name="connsiteY696" fmla="*/ 1021740 h 1745962"/>
              <a:gd name="connsiteX697" fmla="*/ 1277692 w 1637567"/>
              <a:gd name="connsiteY697" fmla="*/ 1018534 h 1745962"/>
              <a:gd name="connsiteX698" fmla="*/ 1282093 w 1637567"/>
              <a:gd name="connsiteY698" fmla="*/ 1008818 h 1745962"/>
              <a:gd name="connsiteX699" fmla="*/ 1283523 w 1637567"/>
              <a:gd name="connsiteY699" fmla="*/ 1005550 h 1745962"/>
              <a:gd name="connsiteX700" fmla="*/ 1286463 w 1637567"/>
              <a:gd name="connsiteY700" fmla="*/ 999023 h 1745962"/>
              <a:gd name="connsiteX701" fmla="*/ 1287893 w 1637567"/>
              <a:gd name="connsiteY701" fmla="*/ 995724 h 1745962"/>
              <a:gd name="connsiteX702" fmla="*/ 1290825 w 1637567"/>
              <a:gd name="connsiteY702" fmla="*/ 989126 h 1745962"/>
              <a:gd name="connsiteX703" fmla="*/ 1292294 w 1637567"/>
              <a:gd name="connsiteY703" fmla="*/ 985796 h 1745962"/>
              <a:gd name="connsiteX704" fmla="*/ 1293725 w 1637567"/>
              <a:gd name="connsiteY704" fmla="*/ 982466 h 1745962"/>
              <a:gd name="connsiteX705" fmla="*/ 1295195 w 1637567"/>
              <a:gd name="connsiteY705" fmla="*/ 979167 h 1745962"/>
              <a:gd name="connsiteX706" fmla="*/ 1296657 w 1637567"/>
              <a:gd name="connsiteY706" fmla="*/ 975813 h 1745962"/>
              <a:gd name="connsiteX707" fmla="*/ 1298095 w 1637567"/>
              <a:gd name="connsiteY707" fmla="*/ 972452 h 1745962"/>
              <a:gd name="connsiteX708" fmla="*/ 1299557 w 1637567"/>
              <a:gd name="connsiteY708" fmla="*/ 969122 h 1745962"/>
              <a:gd name="connsiteX709" fmla="*/ 1302488 w 1637567"/>
              <a:gd name="connsiteY709" fmla="*/ 962344 h 1745962"/>
              <a:gd name="connsiteX710" fmla="*/ 1303927 w 1637567"/>
              <a:gd name="connsiteY710" fmla="*/ 958983 h 1745962"/>
              <a:gd name="connsiteX711" fmla="*/ 1305388 w 1637567"/>
              <a:gd name="connsiteY711" fmla="*/ 955566 h 1745962"/>
              <a:gd name="connsiteX712" fmla="*/ 1306858 w 1637567"/>
              <a:gd name="connsiteY712" fmla="*/ 952174 h 1745962"/>
              <a:gd name="connsiteX713" fmla="*/ 1308289 w 1637567"/>
              <a:gd name="connsiteY713" fmla="*/ 948758 h 1745962"/>
              <a:gd name="connsiteX714" fmla="*/ 1312690 w 1637567"/>
              <a:gd name="connsiteY714" fmla="*/ 938494 h 1745962"/>
              <a:gd name="connsiteX715" fmla="*/ 1314128 w 1637567"/>
              <a:gd name="connsiteY715" fmla="*/ 935015 h 1745962"/>
              <a:gd name="connsiteX716" fmla="*/ 1317060 w 1637567"/>
              <a:gd name="connsiteY716" fmla="*/ 928112 h 1745962"/>
              <a:gd name="connsiteX717" fmla="*/ 1318490 w 1637567"/>
              <a:gd name="connsiteY717" fmla="*/ 924634 h 1745962"/>
              <a:gd name="connsiteX718" fmla="*/ 1321422 w 1637567"/>
              <a:gd name="connsiteY718" fmla="*/ 917668 h 1745962"/>
              <a:gd name="connsiteX719" fmla="*/ 1322860 w 1637567"/>
              <a:gd name="connsiteY719" fmla="*/ 914158 h 1745962"/>
              <a:gd name="connsiteX720" fmla="*/ 1325791 w 1637567"/>
              <a:gd name="connsiteY720" fmla="*/ 907138 h 1745962"/>
              <a:gd name="connsiteX721" fmla="*/ 1327253 w 1637567"/>
              <a:gd name="connsiteY721" fmla="*/ 903590 h 1745962"/>
              <a:gd name="connsiteX722" fmla="*/ 1328692 w 1637567"/>
              <a:gd name="connsiteY722" fmla="*/ 900048 h 1745962"/>
              <a:gd name="connsiteX723" fmla="*/ 1331623 w 1637567"/>
              <a:gd name="connsiteY723" fmla="*/ 892966 h 1745962"/>
              <a:gd name="connsiteX724" fmla="*/ 1333054 w 1637567"/>
              <a:gd name="connsiteY724" fmla="*/ 889393 h 1745962"/>
              <a:gd name="connsiteX725" fmla="*/ 1335985 w 1637567"/>
              <a:gd name="connsiteY725" fmla="*/ 882248 h 1745962"/>
              <a:gd name="connsiteX726" fmla="*/ 1337455 w 1637567"/>
              <a:gd name="connsiteY726" fmla="*/ 878645 h 1745962"/>
              <a:gd name="connsiteX727" fmla="*/ 1338893 w 1637567"/>
              <a:gd name="connsiteY727" fmla="*/ 875072 h 1745962"/>
              <a:gd name="connsiteX728" fmla="*/ 1340355 w 1637567"/>
              <a:gd name="connsiteY728" fmla="*/ 871437 h 1745962"/>
              <a:gd name="connsiteX729" fmla="*/ 1341825 w 1637567"/>
              <a:gd name="connsiteY729" fmla="*/ 867833 h 1745962"/>
              <a:gd name="connsiteX730" fmla="*/ 1343255 w 1637567"/>
              <a:gd name="connsiteY730" fmla="*/ 864198 h 1745962"/>
              <a:gd name="connsiteX731" fmla="*/ 1347656 w 1637567"/>
              <a:gd name="connsiteY731" fmla="*/ 853301 h 1745962"/>
              <a:gd name="connsiteX732" fmla="*/ 1349087 w 1637567"/>
              <a:gd name="connsiteY732" fmla="*/ 849635 h 1745962"/>
              <a:gd name="connsiteX733" fmla="*/ 1350556 w 1637567"/>
              <a:gd name="connsiteY733" fmla="*/ 845969 h 1745962"/>
              <a:gd name="connsiteX734" fmla="*/ 1352018 w 1637567"/>
              <a:gd name="connsiteY734" fmla="*/ 842279 h 1745962"/>
              <a:gd name="connsiteX735" fmla="*/ 1353457 w 1637567"/>
              <a:gd name="connsiteY735" fmla="*/ 838612 h 1745962"/>
              <a:gd name="connsiteX736" fmla="*/ 1356388 w 1637567"/>
              <a:gd name="connsiteY736" fmla="*/ 831225 h 1745962"/>
              <a:gd name="connsiteX737" fmla="*/ 1357850 w 1637567"/>
              <a:gd name="connsiteY737" fmla="*/ 827496 h 1745962"/>
              <a:gd name="connsiteX738" fmla="*/ 1359288 w 1637567"/>
              <a:gd name="connsiteY738" fmla="*/ 823775 h 1745962"/>
              <a:gd name="connsiteX739" fmla="*/ 1362220 w 1637567"/>
              <a:gd name="connsiteY739" fmla="*/ 816318 h 1745962"/>
              <a:gd name="connsiteX740" fmla="*/ 1363650 w 1637567"/>
              <a:gd name="connsiteY740" fmla="*/ 812565 h 1745962"/>
              <a:gd name="connsiteX741" fmla="*/ 1365120 w 1637567"/>
              <a:gd name="connsiteY741" fmla="*/ 808837 h 1745962"/>
              <a:gd name="connsiteX742" fmla="*/ 1366590 w 1637567"/>
              <a:gd name="connsiteY742" fmla="*/ 805053 h 1745962"/>
              <a:gd name="connsiteX743" fmla="*/ 1368052 w 1637567"/>
              <a:gd name="connsiteY743" fmla="*/ 801301 h 1745962"/>
              <a:gd name="connsiteX744" fmla="*/ 1369490 w 1637567"/>
              <a:gd name="connsiteY744" fmla="*/ 797509 h 1745962"/>
              <a:gd name="connsiteX745" fmla="*/ 1372421 w 1637567"/>
              <a:gd name="connsiteY745" fmla="*/ 789934 h 1745962"/>
              <a:gd name="connsiteX746" fmla="*/ 1373852 w 1637567"/>
              <a:gd name="connsiteY746" fmla="*/ 786151 h 1745962"/>
              <a:gd name="connsiteX747" fmla="*/ 1378253 w 1637567"/>
              <a:gd name="connsiteY747" fmla="*/ 774699 h 1745962"/>
              <a:gd name="connsiteX748" fmla="*/ 1379684 w 1637567"/>
              <a:gd name="connsiteY748" fmla="*/ 770852 h 1745962"/>
              <a:gd name="connsiteX749" fmla="*/ 1382615 w 1637567"/>
              <a:gd name="connsiteY749" fmla="*/ 763160 h 1745962"/>
              <a:gd name="connsiteX750" fmla="*/ 1384053 w 1637567"/>
              <a:gd name="connsiteY750" fmla="*/ 759283 h 1745962"/>
              <a:gd name="connsiteX751" fmla="*/ 1385515 w 1637567"/>
              <a:gd name="connsiteY751" fmla="*/ 755429 h 1745962"/>
              <a:gd name="connsiteX752" fmla="*/ 1386985 w 1637567"/>
              <a:gd name="connsiteY752" fmla="*/ 751552 h 1745962"/>
              <a:gd name="connsiteX753" fmla="*/ 1388415 w 1637567"/>
              <a:gd name="connsiteY753" fmla="*/ 747674 h 1745962"/>
              <a:gd name="connsiteX754" fmla="*/ 1389885 w 1637567"/>
              <a:gd name="connsiteY754" fmla="*/ 743766 h 1745962"/>
              <a:gd name="connsiteX755" fmla="*/ 1391347 w 1637567"/>
              <a:gd name="connsiteY755" fmla="*/ 739888 h 1745962"/>
              <a:gd name="connsiteX756" fmla="*/ 1392817 w 1637567"/>
              <a:gd name="connsiteY756" fmla="*/ 735980 h 1745962"/>
              <a:gd name="connsiteX757" fmla="*/ 1394255 w 1637567"/>
              <a:gd name="connsiteY757" fmla="*/ 732040 h 1745962"/>
              <a:gd name="connsiteX758" fmla="*/ 1395717 w 1637567"/>
              <a:gd name="connsiteY758" fmla="*/ 728131 h 1745962"/>
              <a:gd name="connsiteX759" fmla="*/ 1397187 w 1637567"/>
              <a:gd name="connsiteY759" fmla="*/ 724191 h 1745962"/>
              <a:gd name="connsiteX760" fmla="*/ 1398617 w 1637567"/>
              <a:gd name="connsiteY760" fmla="*/ 720251 h 1745962"/>
              <a:gd name="connsiteX761" fmla="*/ 1400087 w 1637567"/>
              <a:gd name="connsiteY761" fmla="*/ 716311 h 1745962"/>
              <a:gd name="connsiteX762" fmla="*/ 1401549 w 1637567"/>
              <a:gd name="connsiteY762" fmla="*/ 712348 h 1745962"/>
              <a:gd name="connsiteX763" fmla="*/ 1403018 w 1637567"/>
              <a:gd name="connsiteY763" fmla="*/ 708408 h 1745962"/>
              <a:gd name="connsiteX764" fmla="*/ 1404449 w 1637567"/>
              <a:gd name="connsiteY764" fmla="*/ 704437 h 1745962"/>
              <a:gd name="connsiteX765" fmla="*/ 1405918 w 1637567"/>
              <a:gd name="connsiteY765" fmla="*/ 700435 h 1745962"/>
              <a:gd name="connsiteX766" fmla="*/ 1407380 w 1637567"/>
              <a:gd name="connsiteY766" fmla="*/ 696463 h 1745962"/>
              <a:gd name="connsiteX767" fmla="*/ 1408819 w 1637567"/>
              <a:gd name="connsiteY767" fmla="*/ 692469 h 1745962"/>
              <a:gd name="connsiteX768" fmla="*/ 1413212 w 1637567"/>
              <a:gd name="connsiteY768" fmla="*/ 680469 h 1745962"/>
              <a:gd name="connsiteX769" fmla="*/ 1414650 w 1637567"/>
              <a:gd name="connsiteY769" fmla="*/ 676435 h 1745962"/>
              <a:gd name="connsiteX770" fmla="*/ 1416112 w 1637567"/>
              <a:gd name="connsiteY770" fmla="*/ 672371 h 1745962"/>
              <a:gd name="connsiteX771" fmla="*/ 1417582 w 1637567"/>
              <a:gd name="connsiteY771" fmla="*/ 668345 h 1745962"/>
              <a:gd name="connsiteX772" fmla="*/ 1419020 w 1637567"/>
              <a:gd name="connsiteY772" fmla="*/ 664311 h 1745962"/>
              <a:gd name="connsiteX773" fmla="*/ 1423413 w 1637567"/>
              <a:gd name="connsiteY773" fmla="*/ 652132 h 1745962"/>
              <a:gd name="connsiteX774" fmla="*/ 1424852 w 1637567"/>
              <a:gd name="connsiteY774" fmla="*/ 648035 h 1745962"/>
              <a:gd name="connsiteX775" fmla="*/ 1426314 w 1637567"/>
              <a:gd name="connsiteY775" fmla="*/ 643978 h 1745962"/>
              <a:gd name="connsiteX776" fmla="*/ 1427783 w 1637567"/>
              <a:gd name="connsiteY776" fmla="*/ 639882 h 1745962"/>
              <a:gd name="connsiteX777" fmla="*/ 1429214 w 1637567"/>
              <a:gd name="connsiteY777" fmla="*/ 635762 h 1745962"/>
              <a:gd name="connsiteX778" fmla="*/ 1430683 w 1637567"/>
              <a:gd name="connsiteY778" fmla="*/ 631666 h 1745962"/>
              <a:gd name="connsiteX779" fmla="*/ 1433615 w 1637567"/>
              <a:gd name="connsiteY779" fmla="*/ 623427 h 1745962"/>
              <a:gd name="connsiteX780" fmla="*/ 1435046 w 1637567"/>
              <a:gd name="connsiteY780" fmla="*/ 619299 h 1745962"/>
              <a:gd name="connsiteX781" fmla="*/ 1436515 w 1637567"/>
              <a:gd name="connsiteY781" fmla="*/ 615179 h 1745962"/>
              <a:gd name="connsiteX782" fmla="*/ 1437977 w 1637567"/>
              <a:gd name="connsiteY782" fmla="*/ 611028 h 1745962"/>
              <a:gd name="connsiteX783" fmla="*/ 1439415 w 1637567"/>
              <a:gd name="connsiteY783" fmla="*/ 606901 h 1745962"/>
              <a:gd name="connsiteX784" fmla="*/ 1440877 w 1637567"/>
              <a:gd name="connsiteY784" fmla="*/ 602719 h 1745962"/>
              <a:gd name="connsiteX785" fmla="*/ 1443809 w 1637567"/>
              <a:gd name="connsiteY785" fmla="*/ 594417 h 1745962"/>
              <a:gd name="connsiteX786" fmla="*/ 1445247 w 1637567"/>
              <a:gd name="connsiteY786" fmla="*/ 590235 h 1745962"/>
              <a:gd name="connsiteX787" fmla="*/ 1448178 w 1637567"/>
              <a:gd name="connsiteY787" fmla="*/ 581862 h 1745962"/>
              <a:gd name="connsiteX788" fmla="*/ 1449617 w 1637567"/>
              <a:gd name="connsiteY788" fmla="*/ 577649 h 1745962"/>
              <a:gd name="connsiteX789" fmla="*/ 1451079 w 1637567"/>
              <a:gd name="connsiteY789" fmla="*/ 573467 h 1745962"/>
              <a:gd name="connsiteX790" fmla="*/ 1452548 w 1637567"/>
              <a:gd name="connsiteY790" fmla="*/ 569253 h 1745962"/>
              <a:gd name="connsiteX791" fmla="*/ 1453979 w 1637567"/>
              <a:gd name="connsiteY791" fmla="*/ 565039 h 1745962"/>
              <a:gd name="connsiteX792" fmla="*/ 1455448 w 1637567"/>
              <a:gd name="connsiteY792" fmla="*/ 560795 h 1745962"/>
              <a:gd name="connsiteX793" fmla="*/ 1456910 w 1637567"/>
              <a:gd name="connsiteY793" fmla="*/ 556581 h 1745962"/>
              <a:gd name="connsiteX794" fmla="*/ 1458380 w 1637567"/>
              <a:gd name="connsiteY794" fmla="*/ 552336 h 1745962"/>
              <a:gd name="connsiteX795" fmla="*/ 1459811 w 1637567"/>
              <a:gd name="connsiteY795" fmla="*/ 548092 h 1745962"/>
              <a:gd name="connsiteX796" fmla="*/ 1462742 w 1637567"/>
              <a:gd name="connsiteY796" fmla="*/ 539602 h 1745962"/>
              <a:gd name="connsiteX797" fmla="*/ 1464180 w 1637567"/>
              <a:gd name="connsiteY797" fmla="*/ 535326 h 1745962"/>
              <a:gd name="connsiteX798" fmla="*/ 1468574 w 1637567"/>
              <a:gd name="connsiteY798" fmla="*/ 522498 h 1745962"/>
              <a:gd name="connsiteX799" fmla="*/ 1470012 w 1637567"/>
              <a:gd name="connsiteY799" fmla="*/ 518230 h 1745962"/>
              <a:gd name="connsiteX800" fmla="*/ 1472944 w 1637567"/>
              <a:gd name="connsiteY800" fmla="*/ 509615 h 1745962"/>
              <a:gd name="connsiteX801" fmla="*/ 1474382 w 1637567"/>
              <a:gd name="connsiteY801" fmla="*/ 505308 h 1745962"/>
              <a:gd name="connsiteX802" fmla="*/ 1475844 w 1637567"/>
              <a:gd name="connsiteY802" fmla="*/ 501000 h 1745962"/>
              <a:gd name="connsiteX803" fmla="*/ 1477313 w 1637567"/>
              <a:gd name="connsiteY803" fmla="*/ 496670 h 1745962"/>
              <a:gd name="connsiteX804" fmla="*/ 1478775 w 1637567"/>
              <a:gd name="connsiteY804" fmla="*/ 492362 h 1745962"/>
              <a:gd name="connsiteX805" fmla="*/ 1480214 w 1637567"/>
              <a:gd name="connsiteY805" fmla="*/ 488024 h 1745962"/>
              <a:gd name="connsiteX806" fmla="*/ 1483145 w 1637567"/>
              <a:gd name="connsiteY806" fmla="*/ 479354 h 1745962"/>
              <a:gd name="connsiteX807" fmla="*/ 1484576 w 1637567"/>
              <a:gd name="connsiteY807" fmla="*/ 474985 h 1745962"/>
              <a:gd name="connsiteX808" fmla="*/ 1486045 w 1637567"/>
              <a:gd name="connsiteY808" fmla="*/ 470654 h 1745962"/>
              <a:gd name="connsiteX809" fmla="*/ 1488977 w 1637567"/>
              <a:gd name="connsiteY809" fmla="*/ 461914 h 1745962"/>
              <a:gd name="connsiteX810" fmla="*/ 1490407 w 1637567"/>
              <a:gd name="connsiteY810" fmla="*/ 457552 h 1745962"/>
              <a:gd name="connsiteX811" fmla="*/ 1491877 w 1637567"/>
              <a:gd name="connsiteY811" fmla="*/ 453182 h 1745962"/>
              <a:gd name="connsiteX812" fmla="*/ 1493339 w 1637567"/>
              <a:gd name="connsiteY812" fmla="*/ 448789 h 1745962"/>
              <a:gd name="connsiteX813" fmla="*/ 1494777 w 1637567"/>
              <a:gd name="connsiteY813" fmla="*/ 444388 h 1745962"/>
              <a:gd name="connsiteX814" fmla="*/ 1496239 w 1637567"/>
              <a:gd name="connsiteY814" fmla="*/ 440026 h 1745962"/>
              <a:gd name="connsiteX815" fmla="*/ 1497709 w 1637567"/>
              <a:gd name="connsiteY815" fmla="*/ 435594 h 1745962"/>
              <a:gd name="connsiteX816" fmla="*/ 1499171 w 1637567"/>
              <a:gd name="connsiteY816" fmla="*/ 431200 h 1745962"/>
              <a:gd name="connsiteX817" fmla="*/ 1500609 w 1637567"/>
              <a:gd name="connsiteY817" fmla="*/ 426799 h 1745962"/>
              <a:gd name="connsiteX818" fmla="*/ 1503540 w 1637567"/>
              <a:gd name="connsiteY818" fmla="*/ 417950 h 1745962"/>
              <a:gd name="connsiteX819" fmla="*/ 1504979 w 1637567"/>
              <a:gd name="connsiteY819" fmla="*/ 413518 h 1745962"/>
              <a:gd name="connsiteX820" fmla="*/ 1507910 w 1637567"/>
              <a:gd name="connsiteY820" fmla="*/ 404661 h 1745962"/>
              <a:gd name="connsiteX821" fmla="*/ 1509341 w 1637567"/>
              <a:gd name="connsiteY821" fmla="*/ 400236 h 1745962"/>
              <a:gd name="connsiteX822" fmla="*/ 1513742 w 1637567"/>
              <a:gd name="connsiteY822" fmla="*/ 386861 h 1745962"/>
              <a:gd name="connsiteX823" fmla="*/ 1515172 w 1637567"/>
              <a:gd name="connsiteY823" fmla="*/ 382405 h 1745962"/>
              <a:gd name="connsiteX824" fmla="*/ 1516642 w 1637567"/>
              <a:gd name="connsiteY824" fmla="*/ 377941 h 1745962"/>
              <a:gd name="connsiteX825" fmla="*/ 1518104 w 1637567"/>
              <a:gd name="connsiteY825" fmla="*/ 373454 h 1745962"/>
              <a:gd name="connsiteX826" fmla="*/ 1519542 w 1637567"/>
              <a:gd name="connsiteY826" fmla="*/ 368998 h 1745962"/>
              <a:gd name="connsiteX827" fmla="*/ 1523936 w 1637567"/>
              <a:gd name="connsiteY827" fmla="*/ 355529 h 1745962"/>
              <a:gd name="connsiteX828" fmla="*/ 1525374 w 1637567"/>
              <a:gd name="connsiteY828" fmla="*/ 351042 h 1745962"/>
              <a:gd name="connsiteX829" fmla="*/ 1526844 w 1637567"/>
              <a:gd name="connsiteY829" fmla="*/ 346524 h 1745962"/>
              <a:gd name="connsiteX830" fmla="*/ 1528305 w 1637567"/>
              <a:gd name="connsiteY830" fmla="*/ 342036 h 1745962"/>
              <a:gd name="connsiteX831" fmla="*/ 1529744 w 1637567"/>
              <a:gd name="connsiteY831" fmla="*/ 337510 h 1745962"/>
              <a:gd name="connsiteX832" fmla="*/ 1534137 w 1637567"/>
              <a:gd name="connsiteY832" fmla="*/ 323955 h 1745962"/>
              <a:gd name="connsiteX833" fmla="*/ 1535575 w 1637567"/>
              <a:gd name="connsiteY833" fmla="*/ 319437 h 1745962"/>
              <a:gd name="connsiteX834" fmla="*/ 1537037 w 1637567"/>
              <a:gd name="connsiteY834" fmla="*/ 314918 h 1745962"/>
              <a:gd name="connsiteX835" fmla="*/ 1538507 w 1637567"/>
              <a:gd name="connsiteY835" fmla="*/ 310369 h 1745962"/>
              <a:gd name="connsiteX836" fmla="*/ 1539938 w 1637567"/>
              <a:gd name="connsiteY836" fmla="*/ 305850 h 1745962"/>
              <a:gd name="connsiteX837" fmla="*/ 1544339 w 1637567"/>
              <a:gd name="connsiteY837" fmla="*/ 292201 h 1745962"/>
              <a:gd name="connsiteX838" fmla="*/ 1545769 w 1637567"/>
              <a:gd name="connsiteY838" fmla="*/ 287652 h 1745962"/>
              <a:gd name="connsiteX839" fmla="*/ 1547239 w 1637567"/>
              <a:gd name="connsiteY839" fmla="*/ 283071 h 1745962"/>
              <a:gd name="connsiteX840" fmla="*/ 1548701 w 1637567"/>
              <a:gd name="connsiteY840" fmla="*/ 278521 h 1745962"/>
              <a:gd name="connsiteX841" fmla="*/ 1550139 w 1637567"/>
              <a:gd name="connsiteY841" fmla="*/ 273972 h 1745962"/>
              <a:gd name="connsiteX842" fmla="*/ 1554532 w 1637567"/>
              <a:gd name="connsiteY842" fmla="*/ 260229 h 1745962"/>
              <a:gd name="connsiteX843" fmla="*/ 1555971 w 1637567"/>
              <a:gd name="connsiteY843" fmla="*/ 255648 h 1745962"/>
              <a:gd name="connsiteX844" fmla="*/ 1558902 w 1637567"/>
              <a:gd name="connsiteY844" fmla="*/ 246486 h 1745962"/>
              <a:gd name="connsiteX845" fmla="*/ 1560341 w 1637567"/>
              <a:gd name="connsiteY845" fmla="*/ 241905 h 1745962"/>
              <a:gd name="connsiteX846" fmla="*/ 1561802 w 1637567"/>
              <a:gd name="connsiteY846" fmla="*/ 237293 h 1745962"/>
              <a:gd name="connsiteX847" fmla="*/ 1563272 w 1637567"/>
              <a:gd name="connsiteY847" fmla="*/ 232712 h 1745962"/>
              <a:gd name="connsiteX848" fmla="*/ 1564734 w 1637567"/>
              <a:gd name="connsiteY848" fmla="*/ 228100 h 1745962"/>
              <a:gd name="connsiteX849" fmla="*/ 1566172 w 1637567"/>
              <a:gd name="connsiteY849" fmla="*/ 223488 h 1745962"/>
              <a:gd name="connsiteX850" fmla="*/ 1569104 w 1637567"/>
              <a:gd name="connsiteY850" fmla="*/ 214271 h 1745962"/>
              <a:gd name="connsiteX851" fmla="*/ 1570534 w 1637567"/>
              <a:gd name="connsiteY851" fmla="*/ 209659 h 1745962"/>
              <a:gd name="connsiteX852" fmla="*/ 1573466 w 1637567"/>
              <a:gd name="connsiteY852" fmla="*/ 200435 h 1745962"/>
              <a:gd name="connsiteX853" fmla="*/ 1574904 w 1637567"/>
              <a:gd name="connsiteY853" fmla="*/ 195822 h 1745962"/>
              <a:gd name="connsiteX854" fmla="*/ 1576366 w 1637567"/>
              <a:gd name="connsiteY854" fmla="*/ 191187 h 1745962"/>
              <a:gd name="connsiteX855" fmla="*/ 1577836 w 1637567"/>
              <a:gd name="connsiteY855" fmla="*/ 186575 h 1745962"/>
              <a:gd name="connsiteX856" fmla="*/ 1579298 w 1637567"/>
              <a:gd name="connsiteY856" fmla="*/ 181931 h 1745962"/>
              <a:gd name="connsiteX857" fmla="*/ 1580736 w 1637567"/>
              <a:gd name="connsiteY857" fmla="*/ 177288 h 1745962"/>
              <a:gd name="connsiteX858" fmla="*/ 1582205 w 1637567"/>
              <a:gd name="connsiteY858" fmla="*/ 172675 h 1745962"/>
              <a:gd name="connsiteX859" fmla="*/ 1583667 w 1637567"/>
              <a:gd name="connsiteY859" fmla="*/ 168040 h 1745962"/>
              <a:gd name="connsiteX860" fmla="*/ 1585106 w 1637567"/>
              <a:gd name="connsiteY860" fmla="*/ 163396 h 1745962"/>
              <a:gd name="connsiteX861" fmla="*/ 1589499 w 1637567"/>
              <a:gd name="connsiteY861" fmla="*/ 149474 h 1745962"/>
              <a:gd name="connsiteX862" fmla="*/ 1590937 w 1637567"/>
              <a:gd name="connsiteY862" fmla="*/ 144830 h 1745962"/>
              <a:gd name="connsiteX863" fmla="*/ 1592399 w 1637567"/>
              <a:gd name="connsiteY863" fmla="*/ 140156 h 1745962"/>
              <a:gd name="connsiteX864" fmla="*/ 1593869 w 1637567"/>
              <a:gd name="connsiteY864" fmla="*/ 135520 h 1745962"/>
              <a:gd name="connsiteX865" fmla="*/ 1595299 w 1637567"/>
              <a:gd name="connsiteY865" fmla="*/ 130845 h 1745962"/>
              <a:gd name="connsiteX866" fmla="*/ 1596769 w 1637567"/>
              <a:gd name="connsiteY866" fmla="*/ 126202 h 1745962"/>
              <a:gd name="connsiteX867" fmla="*/ 1598231 w 1637567"/>
              <a:gd name="connsiteY867" fmla="*/ 121535 h 1745962"/>
              <a:gd name="connsiteX868" fmla="*/ 1599700 w 1637567"/>
              <a:gd name="connsiteY868" fmla="*/ 116891 h 1745962"/>
              <a:gd name="connsiteX869" fmla="*/ 1601131 w 1637567"/>
              <a:gd name="connsiteY869" fmla="*/ 112217 h 1745962"/>
              <a:gd name="connsiteX870" fmla="*/ 1602601 w 1637567"/>
              <a:gd name="connsiteY870" fmla="*/ 107573 h 1745962"/>
              <a:gd name="connsiteX871" fmla="*/ 1604063 w 1637567"/>
              <a:gd name="connsiteY871" fmla="*/ 102906 h 1745962"/>
              <a:gd name="connsiteX872" fmla="*/ 1605501 w 1637567"/>
              <a:gd name="connsiteY872" fmla="*/ 98232 h 1745962"/>
              <a:gd name="connsiteX873" fmla="*/ 1609894 w 1637567"/>
              <a:gd name="connsiteY873" fmla="*/ 84215 h 1745962"/>
              <a:gd name="connsiteX874" fmla="*/ 1611333 w 1637567"/>
              <a:gd name="connsiteY874" fmla="*/ 79541 h 1745962"/>
              <a:gd name="connsiteX875" fmla="*/ 1614264 w 1637567"/>
              <a:gd name="connsiteY875" fmla="*/ 70199 h 1745962"/>
              <a:gd name="connsiteX876" fmla="*/ 1615702 w 1637567"/>
              <a:gd name="connsiteY876" fmla="*/ 65524 h 1745962"/>
              <a:gd name="connsiteX877" fmla="*/ 1620096 w 1637567"/>
              <a:gd name="connsiteY877" fmla="*/ 51508 h 1745962"/>
              <a:gd name="connsiteX878" fmla="*/ 1621534 w 1637567"/>
              <a:gd name="connsiteY878" fmla="*/ 46810 h 1745962"/>
              <a:gd name="connsiteX879" fmla="*/ 1624466 w 1637567"/>
              <a:gd name="connsiteY879" fmla="*/ 37468 h 1745962"/>
              <a:gd name="connsiteX880" fmla="*/ 1625896 w 1637567"/>
              <a:gd name="connsiteY880" fmla="*/ 32793 h 1745962"/>
              <a:gd name="connsiteX881" fmla="*/ 1627366 w 1637567"/>
              <a:gd name="connsiteY881" fmla="*/ 28087 h 1745962"/>
              <a:gd name="connsiteX882" fmla="*/ 1628828 w 1637567"/>
              <a:gd name="connsiteY882" fmla="*/ 23420 h 1745962"/>
              <a:gd name="connsiteX883" fmla="*/ 1630266 w 1637567"/>
              <a:gd name="connsiteY883" fmla="*/ 18746 h 1745962"/>
              <a:gd name="connsiteX884" fmla="*/ 1631728 w 1637567"/>
              <a:gd name="connsiteY884" fmla="*/ 14048 h 1745962"/>
              <a:gd name="connsiteX885" fmla="*/ 1633197 w 1637567"/>
              <a:gd name="connsiteY885" fmla="*/ 9373 h 1745962"/>
              <a:gd name="connsiteX886" fmla="*/ 1634659 w 1637567"/>
              <a:gd name="connsiteY886" fmla="*/ 4667 h 1745962"/>
              <a:gd name="connsiteX887" fmla="*/ 1636098 w 1637567"/>
              <a:gd name="connsiteY887" fmla="*/ 0 h 1745962"/>
              <a:gd name="connsiteX888" fmla="*/ 1637567 w 1637567"/>
              <a:gd name="connsiteY888" fmla="*/ 1745962 h 1745962"/>
              <a:gd name="connsiteX889" fmla="*/ 0 w 1637567"/>
              <a:gd name="connsiteY889"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7567" h="1745962">
                <a:moveTo>
                  <a:pt x="1466" y="1744985"/>
                </a:moveTo>
                <a:lnTo>
                  <a:pt x="2901" y="1744985"/>
                </a:lnTo>
                <a:lnTo>
                  <a:pt x="4367" y="1744954"/>
                </a:lnTo>
                <a:lnTo>
                  <a:pt x="7298" y="1744954"/>
                </a:lnTo>
                <a:lnTo>
                  <a:pt x="8733" y="1744930"/>
                </a:lnTo>
                <a:lnTo>
                  <a:pt x="11665" y="1744930"/>
                </a:lnTo>
                <a:lnTo>
                  <a:pt x="13100" y="1744899"/>
                </a:lnTo>
                <a:lnTo>
                  <a:pt x="16032" y="1744899"/>
                </a:lnTo>
                <a:lnTo>
                  <a:pt x="17497" y="1744868"/>
                </a:lnTo>
                <a:lnTo>
                  <a:pt x="18933" y="1744868"/>
                </a:lnTo>
                <a:lnTo>
                  <a:pt x="20398" y="1744836"/>
                </a:lnTo>
                <a:lnTo>
                  <a:pt x="23299" y="1744836"/>
                </a:lnTo>
                <a:lnTo>
                  <a:pt x="24765" y="1744805"/>
                </a:lnTo>
                <a:lnTo>
                  <a:pt x="26231" y="1744805"/>
                </a:lnTo>
                <a:lnTo>
                  <a:pt x="27666" y="1744774"/>
                </a:lnTo>
                <a:lnTo>
                  <a:pt x="30598" y="1744774"/>
                </a:lnTo>
                <a:lnTo>
                  <a:pt x="32063" y="1744743"/>
                </a:lnTo>
                <a:lnTo>
                  <a:pt x="33498" y="1744743"/>
                </a:lnTo>
                <a:lnTo>
                  <a:pt x="34964" y="1744711"/>
                </a:lnTo>
                <a:lnTo>
                  <a:pt x="37864" y="1744711"/>
                </a:lnTo>
                <a:lnTo>
                  <a:pt x="39330" y="1744680"/>
                </a:lnTo>
                <a:lnTo>
                  <a:pt x="40796" y="1744680"/>
                </a:lnTo>
                <a:lnTo>
                  <a:pt x="42262" y="1744649"/>
                </a:lnTo>
                <a:lnTo>
                  <a:pt x="43697" y="1744649"/>
                </a:lnTo>
                <a:lnTo>
                  <a:pt x="45163" y="1744618"/>
                </a:lnTo>
                <a:lnTo>
                  <a:pt x="46628" y="1744618"/>
                </a:lnTo>
                <a:lnTo>
                  <a:pt x="48064" y="1744594"/>
                </a:lnTo>
                <a:lnTo>
                  <a:pt x="49529" y="1744594"/>
                </a:lnTo>
                <a:lnTo>
                  <a:pt x="50995" y="1744563"/>
                </a:lnTo>
                <a:lnTo>
                  <a:pt x="52461" y="1744563"/>
                </a:lnTo>
                <a:lnTo>
                  <a:pt x="53896" y="1744531"/>
                </a:lnTo>
                <a:lnTo>
                  <a:pt x="55362" y="1744531"/>
                </a:lnTo>
                <a:lnTo>
                  <a:pt x="56828" y="1744500"/>
                </a:lnTo>
                <a:lnTo>
                  <a:pt x="58263" y="1744500"/>
                </a:lnTo>
                <a:lnTo>
                  <a:pt x="59729" y="1744469"/>
                </a:lnTo>
                <a:lnTo>
                  <a:pt x="61194" y="1744469"/>
                </a:lnTo>
                <a:lnTo>
                  <a:pt x="62660" y="1744438"/>
                </a:lnTo>
                <a:lnTo>
                  <a:pt x="64095" y="1744438"/>
                </a:lnTo>
                <a:lnTo>
                  <a:pt x="65561" y="1744406"/>
                </a:lnTo>
                <a:lnTo>
                  <a:pt x="67027" y="1744406"/>
                </a:lnTo>
                <a:lnTo>
                  <a:pt x="68462" y="1744375"/>
                </a:lnTo>
                <a:lnTo>
                  <a:pt x="69928" y="1744375"/>
                </a:lnTo>
                <a:lnTo>
                  <a:pt x="71393" y="1744344"/>
                </a:lnTo>
                <a:lnTo>
                  <a:pt x="72859" y="1744344"/>
                </a:lnTo>
                <a:lnTo>
                  <a:pt x="74294" y="1744313"/>
                </a:lnTo>
                <a:lnTo>
                  <a:pt x="75760" y="1744313"/>
                </a:lnTo>
                <a:lnTo>
                  <a:pt x="77226" y="1744281"/>
                </a:lnTo>
                <a:lnTo>
                  <a:pt x="78661" y="1744281"/>
                </a:lnTo>
                <a:lnTo>
                  <a:pt x="81593" y="1744227"/>
                </a:lnTo>
                <a:lnTo>
                  <a:pt x="83058" y="1744227"/>
                </a:lnTo>
                <a:lnTo>
                  <a:pt x="84494" y="1744195"/>
                </a:lnTo>
                <a:lnTo>
                  <a:pt x="85959" y="1744195"/>
                </a:lnTo>
                <a:lnTo>
                  <a:pt x="87425" y="1744164"/>
                </a:lnTo>
                <a:lnTo>
                  <a:pt x="88860" y="1744133"/>
                </a:lnTo>
                <a:lnTo>
                  <a:pt x="90326" y="1744133"/>
                </a:lnTo>
                <a:lnTo>
                  <a:pt x="91792" y="1744102"/>
                </a:lnTo>
                <a:lnTo>
                  <a:pt x="93227" y="1744102"/>
                </a:lnTo>
                <a:lnTo>
                  <a:pt x="96159" y="1744039"/>
                </a:lnTo>
                <a:lnTo>
                  <a:pt x="97624" y="1744039"/>
                </a:lnTo>
                <a:lnTo>
                  <a:pt x="99060" y="1744008"/>
                </a:lnTo>
                <a:lnTo>
                  <a:pt x="100525" y="1743977"/>
                </a:lnTo>
                <a:lnTo>
                  <a:pt x="101991" y="1743977"/>
                </a:lnTo>
                <a:lnTo>
                  <a:pt x="103426" y="1743945"/>
                </a:lnTo>
                <a:lnTo>
                  <a:pt x="104892" y="1743922"/>
                </a:lnTo>
                <a:lnTo>
                  <a:pt x="106358" y="1743922"/>
                </a:lnTo>
                <a:lnTo>
                  <a:pt x="107824" y="1743890"/>
                </a:lnTo>
                <a:lnTo>
                  <a:pt x="109259" y="1743859"/>
                </a:lnTo>
                <a:lnTo>
                  <a:pt x="110725" y="1743859"/>
                </a:lnTo>
                <a:lnTo>
                  <a:pt x="112190" y="1743828"/>
                </a:lnTo>
                <a:lnTo>
                  <a:pt x="113625" y="1743797"/>
                </a:lnTo>
                <a:lnTo>
                  <a:pt x="115091" y="1743765"/>
                </a:lnTo>
                <a:lnTo>
                  <a:pt x="116556" y="1743765"/>
                </a:lnTo>
                <a:lnTo>
                  <a:pt x="118023" y="1743734"/>
                </a:lnTo>
                <a:lnTo>
                  <a:pt x="119457" y="1743703"/>
                </a:lnTo>
                <a:lnTo>
                  <a:pt x="120923" y="1743672"/>
                </a:lnTo>
                <a:lnTo>
                  <a:pt x="122389" y="1743672"/>
                </a:lnTo>
                <a:lnTo>
                  <a:pt x="123824" y="1743640"/>
                </a:lnTo>
                <a:lnTo>
                  <a:pt x="126755" y="1743586"/>
                </a:lnTo>
                <a:lnTo>
                  <a:pt x="128221" y="1743586"/>
                </a:lnTo>
                <a:lnTo>
                  <a:pt x="129656" y="1743554"/>
                </a:lnTo>
                <a:lnTo>
                  <a:pt x="132588" y="1743492"/>
                </a:lnTo>
                <a:lnTo>
                  <a:pt x="134023" y="1743461"/>
                </a:lnTo>
                <a:lnTo>
                  <a:pt x="135489" y="1743461"/>
                </a:lnTo>
                <a:lnTo>
                  <a:pt x="138420" y="1743398"/>
                </a:lnTo>
                <a:lnTo>
                  <a:pt x="139856" y="1743367"/>
                </a:lnTo>
                <a:lnTo>
                  <a:pt x="142787" y="1743304"/>
                </a:lnTo>
                <a:lnTo>
                  <a:pt x="144222" y="1743281"/>
                </a:lnTo>
                <a:lnTo>
                  <a:pt x="145688" y="1743281"/>
                </a:lnTo>
                <a:lnTo>
                  <a:pt x="147154" y="1743249"/>
                </a:lnTo>
                <a:lnTo>
                  <a:pt x="148589" y="1743218"/>
                </a:lnTo>
                <a:lnTo>
                  <a:pt x="152986" y="1743124"/>
                </a:lnTo>
                <a:lnTo>
                  <a:pt x="154421" y="1743093"/>
                </a:lnTo>
                <a:lnTo>
                  <a:pt x="157353" y="1743031"/>
                </a:lnTo>
                <a:lnTo>
                  <a:pt x="158788" y="1742999"/>
                </a:lnTo>
                <a:lnTo>
                  <a:pt x="163185" y="1742913"/>
                </a:lnTo>
                <a:lnTo>
                  <a:pt x="164621" y="1742882"/>
                </a:lnTo>
                <a:lnTo>
                  <a:pt x="167552" y="1742820"/>
                </a:lnTo>
                <a:lnTo>
                  <a:pt x="168987" y="1742788"/>
                </a:lnTo>
                <a:lnTo>
                  <a:pt x="173385" y="1742695"/>
                </a:lnTo>
                <a:lnTo>
                  <a:pt x="174820" y="1742663"/>
                </a:lnTo>
                <a:lnTo>
                  <a:pt x="177751" y="1742608"/>
                </a:lnTo>
                <a:lnTo>
                  <a:pt x="179187" y="1742577"/>
                </a:lnTo>
                <a:lnTo>
                  <a:pt x="183584" y="1742483"/>
                </a:lnTo>
                <a:lnTo>
                  <a:pt x="185019" y="1742452"/>
                </a:lnTo>
                <a:lnTo>
                  <a:pt x="186485" y="1742390"/>
                </a:lnTo>
                <a:lnTo>
                  <a:pt x="187950" y="1742358"/>
                </a:lnTo>
                <a:lnTo>
                  <a:pt x="189386" y="1742327"/>
                </a:lnTo>
                <a:lnTo>
                  <a:pt x="193783" y="1742241"/>
                </a:lnTo>
                <a:lnTo>
                  <a:pt x="195218" y="1742179"/>
                </a:lnTo>
                <a:lnTo>
                  <a:pt x="198150" y="1742116"/>
                </a:lnTo>
                <a:lnTo>
                  <a:pt x="199584" y="1742085"/>
                </a:lnTo>
                <a:lnTo>
                  <a:pt x="201050" y="1742054"/>
                </a:lnTo>
                <a:lnTo>
                  <a:pt x="202516" y="1741991"/>
                </a:lnTo>
                <a:lnTo>
                  <a:pt x="203981" y="1741967"/>
                </a:lnTo>
                <a:lnTo>
                  <a:pt x="205417" y="1741936"/>
                </a:lnTo>
                <a:lnTo>
                  <a:pt x="206882" y="1741874"/>
                </a:lnTo>
                <a:lnTo>
                  <a:pt x="208348" y="1741842"/>
                </a:lnTo>
                <a:lnTo>
                  <a:pt x="209783" y="1741811"/>
                </a:lnTo>
                <a:lnTo>
                  <a:pt x="211249" y="1741780"/>
                </a:lnTo>
                <a:lnTo>
                  <a:pt x="212715" y="1741717"/>
                </a:lnTo>
                <a:lnTo>
                  <a:pt x="214150" y="1741686"/>
                </a:lnTo>
                <a:lnTo>
                  <a:pt x="215616" y="1741663"/>
                </a:lnTo>
                <a:lnTo>
                  <a:pt x="217081" y="1741600"/>
                </a:lnTo>
                <a:lnTo>
                  <a:pt x="218547" y="1741569"/>
                </a:lnTo>
                <a:lnTo>
                  <a:pt x="219982" y="1741506"/>
                </a:lnTo>
                <a:lnTo>
                  <a:pt x="222914" y="1741444"/>
                </a:lnTo>
                <a:lnTo>
                  <a:pt x="224349" y="1741381"/>
                </a:lnTo>
                <a:lnTo>
                  <a:pt x="225815" y="1741350"/>
                </a:lnTo>
                <a:lnTo>
                  <a:pt x="227281" y="1741295"/>
                </a:lnTo>
                <a:lnTo>
                  <a:pt x="228746" y="1741264"/>
                </a:lnTo>
                <a:lnTo>
                  <a:pt x="230182" y="1741201"/>
                </a:lnTo>
                <a:lnTo>
                  <a:pt x="231647" y="1741170"/>
                </a:lnTo>
                <a:lnTo>
                  <a:pt x="233113" y="1741108"/>
                </a:lnTo>
                <a:lnTo>
                  <a:pt x="234548" y="1741076"/>
                </a:lnTo>
                <a:lnTo>
                  <a:pt x="236014" y="1741021"/>
                </a:lnTo>
                <a:lnTo>
                  <a:pt x="237480" y="1740990"/>
                </a:lnTo>
                <a:lnTo>
                  <a:pt x="238946" y="1740928"/>
                </a:lnTo>
                <a:lnTo>
                  <a:pt x="240381" y="1740896"/>
                </a:lnTo>
                <a:lnTo>
                  <a:pt x="243312" y="1740771"/>
                </a:lnTo>
                <a:lnTo>
                  <a:pt x="244748" y="1740740"/>
                </a:lnTo>
                <a:lnTo>
                  <a:pt x="247679" y="1740623"/>
                </a:lnTo>
                <a:lnTo>
                  <a:pt x="249145" y="1740592"/>
                </a:lnTo>
                <a:lnTo>
                  <a:pt x="250580" y="1740529"/>
                </a:lnTo>
                <a:lnTo>
                  <a:pt x="252046" y="1740467"/>
                </a:lnTo>
                <a:lnTo>
                  <a:pt x="253511" y="1740435"/>
                </a:lnTo>
                <a:lnTo>
                  <a:pt x="254947" y="1740373"/>
                </a:lnTo>
                <a:lnTo>
                  <a:pt x="256412" y="1740318"/>
                </a:lnTo>
                <a:lnTo>
                  <a:pt x="257878" y="1740287"/>
                </a:lnTo>
                <a:lnTo>
                  <a:pt x="259344" y="1740224"/>
                </a:lnTo>
                <a:lnTo>
                  <a:pt x="260779" y="1740162"/>
                </a:lnTo>
                <a:lnTo>
                  <a:pt x="263711" y="1740037"/>
                </a:lnTo>
                <a:lnTo>
                  <a:pt x="265146" y="1740013"/>
                </a:lnTo>
                <a:lnTo>
                  <a:pt x="268077" y="1739888"/>
                </a:lnTo>
                <a:lnTo>
                  <a:pt x="269513" y="1739826"/>
                </a:lnTo>
                <a:lnTo>
                  <a:pt x="273910" y="1739646"/>
                </a:lnTo>
                <a:lnTo>
                  <a:pt x="275345" y="1739583"/>
                </a:lnTo>
                <a:lnTo>
                  <a:pt x="278277" y="1739458"/>
                </a:lnTo>
                <a:lnTo>
                  <a:pt x="279709" y="1739396"/>
                </a:lnTo>
                <a:lnTo>
                  <a:pt x="284110" y="1739216"/>
                </a:lnTo>
                <a:lnTo>
                  <a:pt x="285540" y="1739153"/>
                </a:lnTo>
                <a:lnTo>
                  <a:pt x="288472" y="1739036"/>
                </a:lnTo>
                <a:lnTo>
                  <a:pt x="289910" y="1738973"/>
                </a:lnTo>
                <a:lnTo>
                  <a:pt x="294311" y="1738786"/>
                </a:lnTo>
                <a:lnTo>
                  <a:pt x="295742" y="1738700"/>
                </a:lnTo>
                <a:lnTo>
                  <a:pt x="298673" y="1738575"/>
                </a:lnTo>
                <a:lnTo>
                  <a:pt x="300112" y="1738512"/>
                </a:lnTo>
                <a:lnTo>
                  <a:pt x="301574" y="1738419"/>
                </a:lnTo>
                <a:lnTo>
                  <a:pt x="304505" y="1738301"/>
                </a:lnTo>
                <a:lnTo>
                  <a:pt x="305943" y="1738239"/>
                </a:lnTo>
                <a:lnTo>
                  <a:pt x="307405" y="1738145"/>
                </a:lnTo>
                <a:lnTo>
                  <a:pt x="308875" y="1738082"/>
                </a:lnTo>
                <a:lnTo>
                  <a:pt x="310305" y="1737996"/>
                </a:lnTo>
                <a:lnTo>
                  <a:pt x="313237" y="1737871"/>
                </a:lnTo>
                <a:lnTo>
                  <a:pt x="314707" y="1737778"/>
                </a:lnTo>
                <a:lnTo>
                  <a:pt x="316137" y="1737723"/>
                </a:lnTo>
                <a:lnTo>
                  <a:pt x="317607" y="1737629"/>
                </a:lnTo>
                <a:lnTo>
                  <a:pt x="319076" y="1737566"/>
                </a:lnTo>
                <a:lnTo>
                  <a:pt x="320507" y="1737473"/>
                </a:lnTo>
                <a:lnTo>
                  <a:pt x="321977" y="1737418"/>
                </a:lnTo>
                <a:lnTo>
                  <a:pt x="323438" y="1737324"/>
                </a:lnTo>
                <a:lnTo>
                  <a:pt x="324908" y="1737261"/>
                </a:lnTo>
                <a:lnTo>
                  <a:pt x="326339" y="1737168"/>
                </a:lnTo>
                <a:lnTo>
                  <a:pt x="327808" y="1737082"/>
                </a:lnTo>
                <a:lnTo>
                  <a:pt x="329270" y="1737019"/>
                </a:lnTo>
                <a:lnTo>
                  <a:pt x="330709" y="1736925"/>
                </a:lnTo>
                <a:lnTo>
                  <a:pt x="332170" y="1736832"/>
                </a:lnTo>
                <a:lnTo>
                  <a:pt x="333640" y="1736777"/>
                </a:lnTo>
                <a:lnTo>
                  <a:pt x="335071" y="1736683"/>
                </a:lnTo>
                <a:lnTo>
                  <a:pt x="339472" y="1736409"/>
                </a:lnTo>
                <a:lnTo>
                  <a:pt x="340902" y="1736347"/>
                </a:lnTo>
                <a:lnTo>
                  <a:pt x="343834" y="1736159"/>
                </a:lnTo>
                <a:lnTo>
                  <a:pt x="345272" y="1736073"/>
                </a:lnTo>
                <a:lnTo>
                  <a:pt x="349673" y="1735800"/>
                </a:lnTo>
                <a:lnTo>
                  <a:pt x="351104" y="1735706"/>
                </a:lnTo>
                <a:lnTo>
                  <a:pt x="354035" y="1735518"/>
                </a:lnTo>
                <a:lnTo>
                  <a:pt x="355474" y="1735432"/>
                </a:lnTo>
                <a:lnTo>
                  <a:pt x="359867" y="1735159"/>
                </a:lnTo>
                <a:lnTo>
                  <a:pt x="361305" y="1735034"/>
                </a:lnTo>
                <a:lnTo>
                  <a:pt x="364237" y="1734846"/>
                </a:lnTo>
                <a:lnTo>
                  <a:pt x="365667" y="1734760"/>
                </a:lnTo>
                <a:lnTo>
                  <a:pt x="367137" y="1734666"/>
                </a:lnTo>
                <a:lnTo>
                  <a:pt x="368599" y="1734541"/>
                </a:lnTo>
                <a:lnTo>
                  <a:pt x="370068" y="1734455"/>
                </a:lnTo>
                <a:lnTo>
                  <a:pt x="371507" y="1734361"/>
                </a:lnTo>
                <a:lnTo>
                  <a:pt x="372969" y="1734236"/>
                </a:lnTo>
                <a:lnTo>
                  <a:pt x="374438" y="1734150"/>
                </a:lnTo>
                <a:lnTo>
                  <a:pt x="375869" y="1734025"/>
                </a:lnTo>
                <a:lnTo>
                  <a:pt x="377338" y="1733931"/>
                </a:lnTo>
                <a:lnTo>
                  <a:pt x="378800" y="1733814"/>
                </a:lnTo>
                <a:lnTo>
                  <a:pt x="380270" y="1733720"/>
                </a:lnTo>
                <a:lnTo>
                  <a:pt x="381701" y="1733595"/>
                </a:lnTo>
                <a:lnTo>
                  <a:pt x="383170" y="1733509"/>
                </a:lnTo>
                <a:lnTo>
                  <a:pt x="384632" y="1733384"/>
                </a:lnTo>
                <a:lnTo>
                  <a:pt x="386070" y="1733259"/>
                </a:lnTo>
                <a:lnTo>
                  <a:pt x="387532" y="1733173"/>
                </a:lnTo>
                <a:lnTo>
                  <a:pt x="390464" y="1732923"/>
                </a:lnTo>
                <a:lnTo>
                  <a:pt x="391902" y="1732837"/>
                </a:lnTo>
                <a:lnTo>
                  <a:pt x="394834" y="1732587"/>
                </a:lnTo>
                <a:lnTo>
                  <a:pt x="396264" y="1732469"/>
                </a:lnTo>
                <a:lnTo>
                  <a:pt x="399203" y="1732219"/>
                </a:lnTo>
                <a:lnTo>
                  <a:pt x="400634" y="1732102"/>
                </a:lnTo>
                <a:lnTo>
                  <a:pt x="405035" y="1731735"/>
                </a:lnTo>
                <a:lnTo>
                  <a:pt x="406466" y="1731610"/>
                </a:lnTo>
                <a:lnTo>
                  <a:pt x="409397" y="1731367"/>
                </a:lnTo>
                <a:lnTo>
                  <a:pt x="410835" y="1731250"/>
                </a:lnTo>
                <a:lnTo>
                  <a:pt x="412297" y="1731125"/>
                </a:lnTo>
                <a:lnTo>
                  <a:pt x="413767" y="1730969"/>
                </a:lnTo>
                <a:lnTo>
                  <a:pt x="415229" y="1730851"/>
                </a:lnTo>
                <a:lnTo>
                  <a:pt x="416667" y="1730726"/>
                </a:lnTo>
                <a:lnTo>
                  <a:pt x="418129" y="1730601"/>
                </a:lnTo>
                <a:lnTo>
                  <a:pt x="419599" y="1730453"/>
                </a:lnTo>
                <a:lnTo>
                  <a:pt x="421029" y="1730328"/>
                </a:lnTo>
                <a:lnTo>
                  <a:pt x="422499" y="1730179"/>
                </a:lnTo>
                <a:lnTo>
                  <a:pt x="423961" y="1730054"/>
                </a:lnTo>
                <a:lnTo>
                  <a:pt x="425430" y="1729905"/>
                </a:lnTo>
                <a:lnTo>
                  <a:pt x="426869" y="1729780"/>
                </a:lnTo>
                <a:lnTo>
                  <a:pt x="428331" y="1729624"/>
                </a:lnTo>
                <a:lnTo>
                  <a:pt x="429800" y="1729507"/>
                </a:lnTo>
                <a:lnTo>
                  <a:pt x="431231" y="1729350"/>
                </a:lnTo>
                <a:lnTo>
                  <a:pt x="432700" y="1729202"/>
                </a:lnTo>
                <a:lnTo>
                  <a:pt x="434162" y="1729077"/>
                </a:lnTo>
                <a:lnTo>
                  <a:pt x="435632" y="1728928"/>
                </a:lnTo>
                <a:lnTo>
                  <a:pt x="437062" y="1728772"/>
                </a:lnTo>
                <a:lnTo>
                  <a:pt x="439994" y="1728467"/>
                </a:lnTo>
                <a:lnTo>
                  <a:pt x="441432" y="1728311"/>
                </a:lnTo>
                <a:lnTo>
                  <a:pt x="442894" y="1728193"/>
                </a:lnTo>
                <a:lnTo>
                  <a:pt x="445826" y="1727889"/>
                </a:lnTo>
                <a:lnTo>
                  <a:pt x="447264" y="1727732"/>
                </a:lnTo>
                <a:lnTo>
                  <a:pt x="448726" y="1727552"/>
                </a:lnTo>
                <a:lnTo>
                  <a:pt x="450195" y="1727396"/>
                </a:lnTo>
                <a:lnTo>
                  <a:pt x="451634" y="1727248"/>
                </a:lnTo>
                <a:lnTo>
                  <a:pt x="454565" y="1726943"/>
                </a:lnTo>
                <a:lnTo>
                  <a:pt x="455996" y="1726755"/>
                </a:lnTo>
                <a:lnTo>
                  <a:pt x="458927" y="1726450"/>
                </a:lnTo>
                <a:lnTo>
                  <a:pt x="460397" y="1726270"/>
                </a:lnTo>
                <a:lnTo>
                  <a:pt x="461827" y="1726114"/>
                </a:lnTo>
                <a:lnTo>
                  <a:pt x="463297" y="1725934"/>
                </a:lnTo>
                <a:lnTo>
                  <a:pt x="464759" y="1725778"/>
                </a:lnTo>
                <a:lnTo>
                  <a:pt x="466197" y="1725598"/>
                </a:lnTo>
                <a:lnTo>
                  <a:pt x="467659" y="1725411"/>
                </a:lnTo>
                <a:lnTo>
                  <a:pt x="469129" y="1725262"/>
                </a:lnTo>
                <a:lnTo>
                  <a:pt x="470591" y="1725074"/>
                </a:lnTo>
                <a:lnTo>
                  <a:pt x="472029" y="1724895"/>
                </a:lnTo>
                <a:lnTo>
                  <a:pt x="473491" y="1724738"/>
                </a:lnTo>
                <a:lnTo>
                  <a:pt x="474960" y="1724558"/>
                </a:lnTo>
                <a:lnTo>
                  <a:pt x="476391" y="1724379"/>
                </a:lnTo>
                <a:lnTo>
                  <a:pt x="480792" y="1723824"/>
                </a:lnTo>
                <a:lnTo>
                  <a:pt x="482231" y="1723644"/>
                </a:lnTo>
                <a:lnTo>
                  <a:pt x="485162" y="1723276"/>
                </a:lnTo>
                <a:lnTo>
                  <a:pt x="486593" y="1723065"/>
                </a:lnTo>
                <a:lnTo>
                  <a:pt x="490994" y="1722510"/>
                </a:lnTo>
                <a:lnTo>
                  <a:pt x="492424" y="1722299"/>
                </a:lnTo>
                <a:lnTo>
                  <a:pt x="493894" y="1722119"/>
                </a:lnTo>
                <a:lnTo>
                  <a:pt x="495356" y="1721901"/>
                </a:lnTo>
                <a:lnTo>
                  <a:pt x="496794" y="1721721"/>
                </a:lnTo>
                <a:lnTo>
                  <a:pt x="499726" y="1721291"/>
                </a:lnTo>
                <a:lnTo>
                  <a:pt x="501187" y="1721111"/>
                </a:lnTo>
                <a:lnTo>
                  <a:pt x="502626" y="1720892"/>
                </a:lnTo>
                <a:lnTo>
                  <a:pt x="505557" y="1720470"/>
                </a:lnTo>
                <a:lnTo>
                  <a:pt x="506996" y="1720282"/>
                </a:lnTo>
                <a:lnTo>
                  <a:pt x="511389" y="1719641"/>
                </a:lnTo>
                <a:lnTo>
                  <a:pt x="512827" y="1719430"/>
                </a:lnTo>
                <a:lnTo>
                  <a:pt x="514289" y="1719188"/>
                </a:lnTo>
                <a:lnTo>
                  <a:pt x="515759" y="1718969"/>
                </a:lnTo>
                <a:lnTo>
                  <a:pt x="517189" y="1718758"/>
                </a:lnTo>
                <a:lnTo>
                  <a:pt x="518659" y="1718539"/>
                </a:lnTo>
                <a:lnTo>
                  <a:pt x="520121" y="1718297"/>
                </a:lnTo>
                <a:lnTo>
                  <a:pt x="521559" y="1718086"/>
                </a:lnTo>
                <a:lnTo>
                  <a:pt x="523021" y="1717843"/>
                </a:lnTo>
                <a:lnTo>
                  <a:pt x="524491" y="1717625"/>
                </a:lnTo>
                <a:lnTo>
                  <a:pt x="525952" y="1717382"/>
                </a:lnTo>
                <a:lnTo>
                  <a:pt x="527391" y="1717171"/>
                </a:lnTo>
                <a:lnTo>
                  <a:pt x="530322" y="1716679"/>
                </a:lnTo>
                <a:lnTo>
                  <a:pt x="531761" y="1716468"/>
                </a:lnTo>
                <a:lnTo>
                  <a:pt x="536154" y="1715733"/>
                </a:lnTo>
                <a:lnTo>
                  <a:pt x="537592" y="1715490"/>
                </a:lnTo>
                <a:lnTo>
                  <a:pt x="540524" y="1714998"/>
                </a:lnTo>
                <a:lnTo>
                  <a:pt x="541954" y="1714756"/>
                </a:lnTo>
                <a:lnTo>
                  <a:pt x="543424" y="1714482"/>
                </a:lnTo>
                <a:lnTo>
                  <a:pt x="546356" y="1713990"/>
                </a:lnTo>
                <a:lnTo>
                  <a:pt x="547786" y="1713716"/>
                </a:lnTo>
                <a:lnTo>
                  <a:pt x="549256" y="1713474"/>
                </a:lnTo>
                <a:lnTo>
                  <a:pt x="550718" y="1713200"/>
                </a:lnTo>
                <a:lnTo>
                  <a:pt x="552156" y="1712958"/>
                </a:lnTo>
                <a:lnTo>
                  <a:pt x="556549" y="1712129"/>
                </a:lnTo>
                <a:lnTo>
                  <a:pt x="557988" y="1711887"/>
                </a:lnTo>
                <a:lnTo>
                  <a:pt x="560919" y="1711339"/>
                </a:lnTo>
                <a:lnTo>
                  <a:pt x="562358" y="1711058"/>
                </a:lnTo>
                <a:lnTo>
                  <a:pt x="563819" y="1710784"/>
                </a:lnTo>
                <a:lnTo>
                  <a:pt x="565289" y="1710480"/>
                </a:lnTo>
                <a:lnTo>
                  <a:pt x="566751" y="1710206"/>
                </a:lnTo>
                <a:lnTo>
                  <a:pt x="568189" y="1709932"/>
                </a:lnTo>
                <a:lnTo>
                  <a:pt x="569651" y="1709659"/>
                </a:lnTo>
                <a:lnTo>
                  <a:pt x="571121" y="1709354"/>
                </a:lnTo>
                <a:lnTo>
                  <a:pt x="572551" y="1709080"/>
                </a:lnTo>
                <a:lnTo>
                  <a:pt x="575483" y="1708463"/>
                </a:lnTo>
                <a:lnTo>
                  <a:pt x="576952" y="1708189"/>
                </a:lnTo>
                <a:lnTo>
                  <a:pt x="578383" y="1707884"/>
                </a:lnTo>
                <a:lnTo>
                  <a:pt x="581314" y="1707274"/>
                </a:lnTo>
                <a:lnTo>
                  <a:pt x="582753" y="1706970"/>
                </a:lnTo>
                <a:lnTo>
                  <a:pt x="585684" y="1706360"/>
                </a:lnTo>
                <a:lnTo>
                  <a:pt x="587123" y="1706055"/>
                </a:lnTo>
                <a:lnTo>
                  <a:pt x="588584" y="1705750"/>
                </a:lnTo>
                <a:lnTo>
                  <a:pt x="590054" y="1705414"/>
                </a:lnTo>
                <a:lnTo>
                  <a:pt x="591516" y="1705109"/>
                </a:lnTo>
                <a:lnTo>
                  <a:pt x="592954" y="1704773"/>
                </a:lnTo>
                <a:lnTo>
                  <a:pt x="594416" y="1704468"/>
                </a:lnTo>
                <a:lnTo>
                  <a:pt x="595886" y="1704132"/>
                </a:lnTo>
                <a:lnTo>
                  <a:pt x="597316" y="1703827"/>
                </a:lnTo>
                <a:lnTo>
                  <a:pt x="601717" y="1702819"/>
                </a:lnTo>
                <a:lnTo>
                  <a:pt x="603148" y="1702482"/>
                </a:lnTo>
                <a:lnTo>
                  <a:pt x="606079" y="1701810"/>
                </a:lnTo>
                <a:lnTo>
                  <a:pt x="607518" y="1701474"/>
                </a:lnTo>
                <a:lnTo>
                  <a:pt x="608980" y="1701138"/>
                </a:lnTo>
                <a:lnTo>
                  <a:pt x="610449" y="1700771"/>
                </a:lnTo>
                <a:lnTo>
                  <a:pt x="611911" y="1700434"/>
                </a:lnTo>
                <a:lnTo>
                  <a:pt x="613350" y="1700067"/>
                </a:lnTo>
                <a:lnTo>
                  <a:pt x="614819" y="1699731"/>
                </a:lnTo>
                <a:lnTo>
                  <a:pt x="616281" y="1699363"/>
                </a:lnTo>
                <a:lnTo>
                  <a:pt x="617719" y="1698996"/>
                </a:lnTo>
                <a:lnTo>
                  <a:pt x="619181" y="1698636"/>
                </a:lnTo>
                <a:lnTo>
                  <a:pt x="620651" y="1698300"/>
                </a:lnTo>
                <a:lnTo>
                  <a:pt x="622113" y="1697933"/>
                </a:lnTo>
                <a:lnTo>
                  <a:pt x="623551" y="1697534"/>
                </a:lnTo>
                <a:lnTo>
                  <a:pt x="626482" y="1696799"/>
                </a:lnTo>
                <a:lnTo>
                  <a:pt x="627913" y="1696432"/>
                </a:lnTo>
                <a:lnTo>
                  <a:pt x="629383" y="1696041"/>
                </a:lnTo>
                <a:lnTo>
                  <a:pt x="630845" y="1695674"/>
                </a:lnTo>
                <a:lnTo>
                  <a:pt x="632314" y="1695275"/>
                </a:lnTo>
                <a:lnTo>
                  <a:pt x="633745" y="1694908"/>
                </a:lnTo>
                <a:lnTo>
                  <a:pt x="636676" y="1694118"/>
                </a:lnTo>
                <a:lnTo>
                  <a:pt x="638115" y="1693719"/>
                </a:lnTo>
                <a:lnTo>
                  <a:pt x="641046" y="1692922"/>
                </a:lnTo>
                <a:lnTo>
                  <a:pt x="642484" y="1692523"/>
                </a:lnTo>
                <a:lnTo>
                  <a:pt x="645416" y="1691734"/>
                </a:lnTo>
                <a:lnTo>
                  <a:pt x="646878" y="1691304"/>
                </a:lnTo>
                <a:lnTo>
                  <a:pt x="648316" y="1690905"/>
                </a:lnTo>
                <a:lnTo>
                  <a:pt x="651248" y="1690053"/>
                </a:lnTo>
                <a:lnTo>
                  <a:pt x="652678" y="1689654"/>
                </a:lnTo>
                <a:lnTo>
                  <a:pt x="657079" y="1688372"/>
                </a:lnTo>
                <a:lnTo>
                  <a:pt x="658510" y="1687942"/>
                </a:lnTo>
                <a:lnTo>
                  <a:pt x="659979" y="1687489"/>
                </a:lnTo>
                <a:lnTo>
                  <a:pt x="661441" y="1687059"/>
                </a:lnTo>
                <a:lnTo>
                  <a:pt x="662880" y="1686629"/>
                </a:lnTo>
                <a:lnTo>
                  <a:pt x="664341" y="1686176"/>
                </a:lnTo>
                <a:lnTo>
                  <a:pt x="665811" y="1685746"/>
                </a:lnTo>
                <a:lnTo>
                  <a:pt x="667273" y="1685292"/>
                </a:lnTo>
                <a:lnTo>
                  <a:pt x="668711" y="1684831"/>
                </a:lnTo>
                <a:lnTo>
                  <a:pt x="671643" y="1683916"/>
                </a:lnTo>
                <a:lnTo>
                  <a:pt x="673081" y="1683455"/>
                </a:lnTo>
                <a:lnTo>
                  <a:pt x="676013" y="1682541"/>
                </a:lnTo>
                <a:lnTo>
                  <a:pt x="677475" y="1682056"/>
                </a:lnTo>
                <a:lnTo>
                  <a:pt x="678913" y="1681595"/>
                </a:lnTo>
                <a:lnTo>
                  <a:pt x="681844" y="1680618"/>
                </a:lnTo>
                <a:lnTo>
                  <a:pt x="683275" y="1680156"/>
                </a:lnTo>
                <a:lnTo>
                  <a:pt x="687676" y="1678695"/>
                </a:lnTo>
                <a:lnTo>
                  <a:pt x="689107" y="1678202"/>
                </a:lnTo>
                <a:lnTo>
                  <a:pt x="690576" y="1677686"/>
                </a:lnTo>
                <a:lnTo>
                  <a:pt x="692038" y="1677194"/>
                </a:lnTo>
                <a:lnTo>
                  <a:pt x="693476" y="1676678"/>
                </a:lnTo>
                <a:lnTo>
                  <a:pt x="694946" y="1676193"/>
                </a:lnTo>
                <a:lnTo>
                  <a:pt x="697878" y="1675153"/>
                </a:lnTo>
                <a:lnTo>
                  <a:pt x="699308" y="1674630"/>
                </a:lnTo>
                <a:lnTo>
                  <a:pt x="702240" y="1673590"/>
                </a:lnTo>
                <a:lnTo>
                  <a:pt x="703678" y="1673074"/>
                </a:lnTo>
                <a:lnTo>
                  <a:pt x="705140" y="1672558"/>
                </a:lnTo>
                <a:lnTo>
                  <a:pt x="706609" y="1672003"/>
                </a:lnTo>
                <a:lnTo>
                  <a:pt x="708040" y="1671487"/>
                </a:lnTo>
                <a:lnTo>
                  <a:pt x="712441" y="1669838"/>
                </a:lnTo>
                <a:lnTo>
                  <a:pt x="713872" y="1669290"/>
                </a:lnTo>
                <a:lnTo>
                  <a:pt x="716803" y="1668188"/>
                </a:lnTo>
                <a:lnTo>
                  <a:pt x="718242" y="1667641"/>
                </a:lnTo>
                <a:lnTo>
                  <a:pt x="719711" y="1667062"/>
                </a:lnTo>
                <a:lnTo>
                  <a:pt x="721173" y="1666507"/>
                </a:lnTo>
                <a:lnTo>
                  <a:pt x="722635" y="1665929"/>
                </a:lnTo>
                <a:lnTo>
                  <a:pt x="724073" y="1665350"/>
                </a:lnTo>
                <a:lnTo>
                  <a:pt x="727005" y="1664186"/>
                </a:lnTo>
                <a:lnTo>
                  <a:pt x="728443" y="1663607"/>
                </a:lnTo>
                <a:lnTo>
                  <a:pt x="731374" y="1662450"/>
                </a:lnTo>
                <a:lnTo>
                  <a:pt x="732836" y="1661840"/>
                </a:lnTo>
                <a:lnTo>
                  <a:pt x="734275" y="1661223"/>
                </a:lnTo>
                <a:lnTo>
                  <a:pt x="735737" y="1660645"/>
                </a:lnTo>
                <a:lnTo>
                  <a:pt x="737206" y="1660035"/>
                </a:lnTo>
                <a:lnTo>
                  <a:pt x="738637" y="1659425"/>
                </a:lnTo>
                <a:lnTo>
                  <a:pt x="740106" y="1658815"/>
                </a:lnTo>
                <a:lnTo>
                  <a:pt x="741568" y="1658174"/>
                </a:lnTo>
                <a:lnTo>
                  <a:pt x="743038" y="1657564"/>
                </a:lnTo>
                <a:lnTo>
                  <a:pt x="744468" y="1656955"/>
                </a:lnTo>
                <a:lnTo>
                  <a:pt x="747400" y="1655673"/>
                </a:lnTo>
                <a:lnTo>
                  <a:pt x="748838" y="1655032"/>
                </a:lnTo>
                <a:lnTo>
                  <a:pt x="753239" y="1653101"/>
                </a:lnTo>
                <a:lnTo>
                  <a:pt x="754670" y="1652460"/>
                </a:lnTo>
                <a:lnTo>
                  <a:pt x="756140" y="1651788"/>
                </a:lnTo>
                <a:lnTo>
                  <a:pt x="757601" y="1651147"/>
                </a:lnTo>
                <a:lnTo>
                  <a:pt x="759040" y="1650474"/>
                </a:lnTo>
                <a:lnTo>
                  <a:pt x="763433" y="1648465"/>
                </a:lnTo>
                <a:lnTo>
                  <a:pt x="764871" y="1647793"/>
                </a:lnTo>
                <a:lnTo>
                  <a:pt x="766333" y="1647089"/>
                </a:lnTo>
                <a:lnTo>
                  <a:pt x="767803" y="1646417"/>
                </a:lnTo>
                <a:lnTo>
                  <a:pt x="769234" y="1645714"/>
                </a:lnTo>
                <a:lnTo>
                  <a:pt x="772165" y="1644306"/>
                </a:lnTo>
                <a:lnTo>
                  <a:pt x="773603" y="1643611"/>
                </a:lnTo>
                <a:lnTo>
                  <a:pt x="776535" y="1642204"/>
                </a:lnTo>
                <a:lnTo>
                  <a:pt x="778005" y="1641469"/>
                </a:lnTo>
                <a:lnTo>
                  <a:pt x="779435" y="1640765"/>
                </a:lnTo>
                <a:lnTo>
                  <a:pt x="782367" y="1639303"/>
                </a:lnTo>
                <a:lnTo>
                  <a:pt x="783805" y="1638569"/>
                </a:lnTo>
                <a:lnTo>
                  <a:pt x="786736" y="1637107"/>
                </a:lnTo>
                <a:lnTo>
                  <a:pt x="788198" y="1636341"/>
                </a:lnTo>
                <a:lnTo>
                  <a:pt x="789637" y="1635606"/>
                </a:lnTo>
                <a:lnTo>
                  <a:pt x="792568" y="1634081"/>
                </a:lnTo>
                <a:lnTo>
                  <a:pt x="793999" y="1633315"/>
                </a:lnTo>
                <a:lnTo>
                  <a:pt x="796930" y="1631791"/>
                </a:lnTo>
                <a:lnTo>
                  <a:pt x="798400" y="1630994"/>
                </a:lnTo>
                <a:lnTo>
                  <a:pt x="799838" y="1630204"/>
                </a:lnTo>
                <a:lnTo>
                  <a:pt x="801300" y="1629438"/>
                </a:lnTo>
                <a:lnTo>
                  <a:pt x="802762" y="1628641"/>
                </a:lnTo>
                <a:lnTo>
                  <a:pt x="804200" y="1627851"/>
                </a:lnTo>
                <a:lnTo>
                  <a:pt x="805670" y="1627054"/>
                </a:lnTo>
                <a:lnTo>
                  <a:pt x="807132" y="1626233"/>
                </a:lnTo>
                <a:lnTo>
                  <a:pt x="808601" y="1625436"/>
                </a:lnTo>
                <a:lnTo>
                  <a:pt x="810032" y="1624615"/>
                </a:lnTo>
                <a:lnTo>
                  <a:pt x="812963" y="1622965"/>
                </a:lnTo>
                <a:lnTo>
                  <a:pt x="814402" y="1622137"/>
                </a:lnTo>
                <a:lnTo>
                  <a:pt x="817333" y="1620495"/>
                </a:lnTo>
                <a:lnTo>
                  <a:pt x="818795" y="1619635"/>
                </a:lnTo>
                <a:lnTo>
                  <a:pt x="820233" y="1618783"/>
                </a:lnTo>
                <a:lnTo>
                  <a:pt x="821695" y="1617923"/>
                </a:lnTo>
                <a:lnTo>
                  <a:pt x="823165" y="1617102"/>
                </a:lnTo>
                <a:lnTo>
                  <a:pt x="824595" y="1616219"/>
                </a:lnTo>
                <a:lnTo>
                  <a:pt x="827527" y="1614507"/>
                </a:lnTo>
                <a:lnTo>
                  <a:pt x="828965" y="1613624"/>
                </a:lnTo>
                <a:lnTo>
                  <a:pt x="833366" y="1610966"/>
                </a:lnTo>
                <a:lnTo>
                  <a:pt x="834797" y="1610082"/>
                </a:lnTo>
                <a:lnTo>
                  <a:pt x="837728" y="1608245"/>
                </a:lnTo>
                <a:lnTo>
                  <a:pt x="839167" y="1607362"/>
                </a:lnTo>
                <a:lnTo>
                  <a:pt x="842098" y="1605525"/>
                </a:lnTo>
                <a:lnTo>
                  <a:pt x="843560" y="1604579"/>
                </a:lnTo>
                <a:lnTo>
                  <a:pt x="844998" y="1603665"/>
                </a:lnTo>
                <a:lnTo>
                  <a:pt x="847930" y="1601773"/>
                </a:lnTo>
                <a:lnTo>
                  <a:pt x="849360" y="1600858"/>
                </a:lnTo>
                <a:lnTo>
                  <a:pt x="850830" y="1599881"/>
                </a:lnTo>
                <a:lnTo>
                  <a:pt x="853762" y="1597989"/>
                </a:lnTo>
                <a:lnTo>
                  <a:pt x="855200" y="1597012"/>
                </a:lnTo>
                <a:lnTo>
                  <a:pt x="858131" y="1595058"/>
                </a:lnTo>
                <a:lnTo>
                  <a:pt x="859562" y="1594080"/>
                </a:lnTo>
                <a:lnTo>
                  <a:pt x="861032" y="1593103"/>
                </a:lnTo>
                <a:lnTo>
                  <a:pt x="862494" y="1592095"/>
                </a:lnTo>
                <a:lnTo>
                  <a:pt x="863963" y="1591118"/>
                </a:lnTo>
                <a:lnTo>
                  <a:pt x="865394" y="1590109"/>
                </a:lnTo>
                <a:lnTo>
                  <a:pt x="868325" y="1588092"/>
                </a:lnTo>
                <a:lnTo>
                  <a:pt x="869764" y="1587053"/>
                </a:lnTo>
                <a:lnTo>
                  <a:pt x="871225" y="1586044"/>
                </a:lnTo>
                <a:lnTo>
                  <a:pt x="874157" y="1583973"/>
                </a:lnTo>
                <a:lnTo>
                  <a:pt x="875595" y="1582933"/>
                </a:lnTo>
                <a:lnTo>
                  <a:pt x="877057" y="1581893"/>
                </a:lnTo>
                <a:lnTo>
                  <a:pt x="878527" y="1580822"/>
                </a:lnTo>
                <a:lnTo>
                  <a:pt x="879965" y="1579783"/>
                </a:lnTo>
                <a:lnTo>
                  <a:pt x="884358" y="1576578"/>
                </a:lnTo>
                <a:lnTo>
                  <a:pt x="885797" y="1575483"/>
                </a:lnTo>
                <a:lnTo>
                  <a:pt x="887259" y="1574412"/>
                </a:lnTo>
                <a:lnTo>
                  <a:pt x="888728" y="1573310"/>
                </a:lnTo>
                <a:lnTo>
                  <a:pt x="890159" y="1572216"/>
                </a:lnTo>
                <a:lnTo>
                  <a:pt x="893090" y="1570011"/>
                </a:lnTo>
                <a:lnTo>
                  <a:pt x="894529" y="1568885"/>
                </a:lnTo>
                <a:lnTo>
                  <a:pt x="895991" y="1567752"/>
                </a:lnTo>
                <a:lnTo>
                  <a:pt x="897460" y="1566658"/>
                </a:lnTo>
                <a:lnTo>
                  <a:pt x="898922" y="1565493"/>
                </a:lnTo>
                <a:lnTo>
                  <a:pt x="900360" y="1564367"/>
                </a:lnTo>
                <a:lnTo>
                  <a:pt x="901822" y="1563234"/>
                </a:lnTo>
                <a:lnTo>
                  <a:pt x="903292" y="1562077"/>
                </a:lnTo>
                <a:lnTo>
                  <a:pt x="904722" y="1560912"/>
                </a:lnTo>
                <a:lnTo>
                  <a:pt x="909123" y="1557433"/>
                </a:lnTo>
                <a:lnTo>
                  <a:pt x="910562" y="1556245"/>
                </a:lnTo>
                <a:lnTo>
                  <a:pt x="913493" y="1553861"/>
                </a:lnTo>
                <a:lnTo>
                  <a:pt x="914924" y="1552672"/>
                </a:lnTo>
                <a:lnTo>
                  <a:pt x="916394" y="1551477"/>
                </a:lnTo>
                <a:lnTo>
                  <a:pt x="919325" y="1549037"/>
                </a:lnTo>
                <a:lnTo>
                  <a:pt x="920756" y="1547818"/>
                </a:lnTo>
                <a:lnTo>
                  <a:pt x="923687" y="1545371"/>
                </a:lnTo>
                <a:lnTo>
                  <a:pt x="925125" y="1544120"/>
                </a:lnTo>
                <a:lnTo>
                  <a:pt x="929519" y="1540368"/>
                </a:lnTo>
                <a:lnTo>
                  <a:pt x="930957" y="1539078"/>
                </a:lnTo>
                <a:lnTo>
                  <a:pt x="932419" y="1537828"/>
                </a:lnTo>
                <a:lnTo>
                  <a:pt x="933889" y="1536546"/>
                </a:lnTo>
                <a:lnTo>
                  <a:pt x="935327" y="1535263"/>
                </a:lnTo>
                <a:lnTo>
                  <a:pt x="936789" y="1533981"/>
                </a:lnTo>
                <a:lnTo>
                  <a:pt x="939720" y="1531355"/>
                </a:lnTo>
                <a:lnTo>
                  <a:pt x="941159" y="1530073"/>
                </a:lnTo>
                <a:lnTo>
                  <a:pt x="942620" y="1528728"/>
                </a:lnTo>
                <a:lnTo>
                  <a:pt x="944090" y="1527415"/>
                </a:lnTo>
                <a:lnTo>
                  <a:pt x="945521" y="1526102"/>
                </a:lnTo>
                <a:lnTo>
                  <a:pt x="948452" y="1523420"/>
                </a:lnTo>
                <a:lnTo>
                  <a:pt x="949890" y="1522076"/>
                </a:lnTo>
                <a:lnTo>
                  <a:pt x="951352" y="1520700"/>
                </a:lnTo>
                <a:lnTo>
                  <a:pt x="952822" y="1519355"/>
                </a:lnTo>
                <a:lnTo>
                  <a:pt x="954284" y="1517980"/>
                </a:lnTo>
                <a:lnTo>
                  <a:pt x="955722" y="1516604"/>
                </a:lnTo>
                <a:lnTo>
                  <a:pt x="957184" y="1515236"/>
                </a:lnTo>
                <a:lnTo>
                  <a:pt x="958654" y="1513828"/>
                </a:lnTo>
                <a:lnTo>
                  <a:pt x="960092" y="1512421"/>
                </a:lnTo>
                <a:lnTo>
                  <a:pt x="961554" y="1511053"/>
                </a:lnTo>
                <a:lnTo>
                  <a:pt x="963016" y="1509646"/>
                </a:lnTo>
                <a:lnTo>
                  <a:pt x="964485" y="1508208"/>
                </a:lnTo>
                <a:lnTo>
                  <a:pt x="965924" y="1506777"/>
                </a:lnTo>
                <a:lnTo>
                  <a:pt x="967386" y="1505370"/>
                </a:lnTo>
                <a:lnTo>
                  <a:pt x="968855" y="1503932"/>
                </a:lnTo>
                <a:lnTo>
                  <a:pt x="970286" y="1502470"/>
                </a:lnTo>
                <a:lnTo>
                  <a:pt x="971755" y="1501032"/>
                </a:lnTo>
                <a:lnTo>
                  <a:pt x="974687" y="1498100"/>
                </a:lnTo>
                <a:lnTo>
                  <a:pt x="976117" y="1496638"/>
                </a:lnTo>
                <a:lnTo>
                  <a:pt x="977587" y="1495169"/>
                </a:lnTo>
                <a:lnTo>
                  <a:pt x="979049" y="1493676"/>
                </a:lnTo>
                <a:lnTo>
                  <a:pt x="980487" y="1492206"/>
                </a:lnTo>
                <a:lnTo>
                  <a:pt x="981949" y="1490682"/>
                </a:lnTo>
                <a:lnTo>
                  <a:pt x="984881" y="1487688"/>
                </a:lnTo>
                <a:lnTo>
                  <a:pt x="986319" y="1486163"/>
                </a:lnTo>
                <a:lnTo>
                  <a:pt x="989250" y="1483107"/>
                </a:lnTo>
                <a:lnTo>
                  <a:pt x="990689" y="1481551"/>
                </a:lnTo>
                <a:lnTo>
                  <a:pt x="992151" y="1480027"/>
                </a:lnTo>
                <a:lnTo>
                  <a:pt x="993620" y="1478471"/>
                </a:lnTo>
                <a:lnTo>
                  <a:pt x="995082" y="1476876"/>
                </a:lnTo>
                <a:lnTo>
                  <a:pt x="996521" y="1475321"/>
                </a:lnTo>
                <a:lnTo>
                  <a:pt x="997982" y="1473765"/>
                </a:lnTo>
                <a:lnTo>
                  <a:pt x="999452" y="1472178"/>
                </a:lnTo>
                <a:lnTo>
                  <a:pt x="1000883" y="1470591"/>
                </a:lnTo>
                <a:lnTo>
                  <a:pt x="1002352" y="1468973"/>
                </a:lnTo>
                <a:lnTo>
                  <a:pt x="1003814" y="1467386"/>
                </a:lnTo>
                <a:lnTo>
                  <a:pt x="1005284" y="1465768"/>
                </a:lnTo>
                <a:lnTo>
                  <a:pt x="1006714" y="1464150"/>
                </a:lnTo>
                <a:lnTo>
                  <a:pt x="1008184" y="1462500"/>
                </a:lnTo>
                <a:lnTo>
                  <a:pt x="1009646" y="1460882"/>
                </a:lnTo>
                <a:lnTo>
                  <a:pt x="1011084" y="1459233"/>
                </a:lnTo>
                <a:lnTo>
                  <a:pt x="1014015" y="1455934"/>
                </a:lnTo>
                <a:lnTo>
                  <a:pt x="1015454" y="1454284"/>
                </a:lnTo>
                <a:lnTo>
                  <a:pt x="1019847" y="1449242"/>
                </a:lnTo>
                <a:lnTo>
                  <a:pt x="1021286" y="1447538"/>
                </a:lnTo>
                <a:lnTo>
                  <a:pt x="1024217" y="1444114"/>
                </a:lnTo>
                <a:lnTo>
                  <a:pt x="1025648" y="1442402"/>
                </a:lnTo>
                <a:lnTo>
                  <a:pt x="1027117" y="1440698"/>
                </a:lnTo>
                <a:lnTo>
                  <a:pt x="1030049" y="1437212"/>
                </a:lnTo>
                <a:lnTo>
                  <a:pt x="1031479" y="1435476"/>
                </a:lnTo>
                <a:lnTo>
                  <a:pt x="1034411" y="1431927"/>
                </a:lnTo>
                <a:lnTo>
                  <a:pt x="1035849" y="1430160"/>
                </a:lnTo>
                <a:lnTo>
                  <a:pt x="1037311" y="1428417"/>
                </a:lnTo>
                <a:lnTo>
                  <a:pt x="1040242" y="1424813"/>
                </a:lnTo>
                <a:lnTo>
                  <a:pt x="1041681" y="1423015"/>
                </a:lnTo>
                <a:lnTo>
                  <a:pt x="1043143" y="1421210"/>
                </a:lnTo>
                <a:lnTo>
                  <a:pt x="1044612" y="1419380"/>
                </a:lnTo>
                <a:lnTo>
                  <a:pt x="1046051" y="1417575"/>
                </a:lnTo>
                <a:lnTo>
                  <a:pt x="1047512" y="1415745"/>
                </a:lnTo>
                <a:lnTo>
                  <a:pt x="1048982" y="1413885"/>
                </a:lnTo>
                <a:lnTo>
                  <a:pt x="1050444" y="1412048"/>
                </a:lnTo>
                <a:lnTo>
                  <a:pt x="1051882" y="1410187"/>
                </a:lnTo>
                <a:lnTo>
                  <a:pt x="1054814" y="1406466"/>
                </a:lnTo>
                <a:lnTo>
                  <a:pt x="1056244" y="1404567"/>
                </a:lnTo>
                <a:lnTo>
                  <a:pt x="1060645" y="1398891"/>
                </a:lnTo>
                <a:lnTo>
                  <a:pt x="1062076" y="1396968"/>
                </a:lnTo>
                <a:lnTo>
                  <a:pt x="1063546" y="1395076"/>
                </a:lnTo>
                <a:lnTo>
                  <a:pt x="1065007" y="1393122"/>
                </a:lnTo>
                <a:lnTo>
                  <a:pt x="1066446" y="1391199"/>
                </a:lnTo>
                <a:lnTo>
                  <a:pt x="1070839" y="1385336"/>
                </a:lnTo>
                <a:lnTo>
                  <a:pt x="1072278" y="1383382"/>
                </a:lnTo>
                <a:lnTo>
                  <a:pt x="1075209" y="1379411"/>
                </a:lnTo>
                <a:lnTo>
                  <a:pt x="1076647" y="1377425"/>
                </a:lnTo>
                <a:lnTo>
                  <a:pt x="1079579" y="1373391"/>
                </a:lnTo>
                <a:lnTo>
                  <a:pt x="1081010" y="1371375"/>
                </a:lnTo>
                <a:lnTo>
                  <a:pt x="1082479" y="1369365"/>
                </a:lnTo>
                <a:lnTo>
                  <a:pt x="1085411" y="1365269"/>
                </a:lnTo>
                <a:lnTo>
                  <a:pt x="1086841" y="1363221"/>
                </a:lnTo>
                <a:lnTo>
                  <a:pt x="1088311" y="1361181"/>
                </a:lnTo>
                <a:lnTo>
                  <a:pt x="1089773" y="1359101"/>
                </a:lnTo>
                <a:lnTo>
                  <a:pt x="1091211" y="1357022"/>
                </a:lnTo>
                <a:lnTo>
                  <a:pt x="1092673" y="1354950"/>
                </a:lnTo>
                <a:lnTo>
                  <a:pt x="1095604" y="1350737"/>
                </a:lnTo>
                <a:lnTo>
                  <a:pt x="1097043" y="1348626"/>
                </a:lnTo>
                <a:lnTo>
                  <a:pt x="1098512" y="1346523"/>
                </a:lnTo>
                <a:lnTo>
                  <a:pt x="1099974" y="1344382"/>
                </a:lnTo>
                <a:lnTo>
                  <a:pt x="1101413" y="1342247"/>
                </a:lnTo>
                <a:lnTo>
                  <a:pt x="1102874" y="1340137"/>
                </a:lnTo>
                <a:lnTo>
                  <a:pt x="1105806" y="1335806"/>
                </a:lnTo>
                <a:lnTo>
                  <a:pt x="1107244" y="1333633"/>
                </a:lnTo>
                <a:lnTo>
                  <a:pt x="1108706" y="1331467"/>
                </a:lnTo>
                <a:lnTo>
                  <a:pt x="1110176" y="1329271"/>
                </a:lnTo>
                <a:lnTo>
                  <a:pt x="1111606" y="1327098"/>
                </a:lnTo>
                <a:lnTo>
                  <a:pt x="1113076" y="1324870"/>
                </a:lnTo>
                <a:lnTo>
                  <a:pt x="1114538" y="1322673"/>
                </a:lnTo>
                <a:lnTo>
                  <a:pt x="1116007" y="1320445"/>
                </a:lnTo>
                <a:lnTo>
                  <a:pt x="1117438" y="1318217"/>
                </a:lnTo>
                <a:lnTo>
                  <a:pt x="1120369" y="1313754"/>
                </a:lnTo>
                <a:lnTo>
                  <a:pt x="1121808" y="1311494"/>
                </a:lnTo>
                <a:lnTo>
                  <a:pt x="1123270" y="1309204"/>
                </a:lnTo>
                <a:lnTo>
                  <a:pt x="1124739" y="1306945"/>
                </a:lnTo>
                <a:lnTo>
                  <a:pt x="1126209" y="1304654"/>
                </a:lnTo>
                <a:lnTo>
                  <a:pt x="1127639" y="1302364"/>
                </a:lnTo>
                <a:lnTo>
                  <a:pt x="1129109" y="1300105"/>
                </a:lnTo>
                <a:lnTo>
                  <a:pt x="1130571" y="1297783"/>
                </a:lnTo>
                <a:lnTo>
                  <a:pt x="1132009" y="1295461"/>
                </a:lnTo>
                <a:lnTo>
                  <a:pt x="1133471" y="1293147"/>
                </a:lnTo>
                <a:lnTo>
                  <a:pt x="1134941" y="1290794"/>
                </a:lnTo>
                <a:lnTo>
                  <a:pt x="1136371" y="1288472"/>
                </a:lnTo>
                <a:lnTo>
                  <a:pt x="1139303" y="1283767"/>
                </a:lnTo>
                <a:lnTo>
                  <a:pt x="1140772" y="1281390"/>
                </a:lnTo>
                <a:lnTo>
                  <a:pt x="1142203" y="1279037"/>
                </a:lnTo>
                <a:lnTo>
                  <a:pt x="1143673" y="1276622"/>
                </a:lnTo>
                <a:lnTo>
                  <a:pt x="1145134" y="1274245"/>
                </a:lnTo>
                <a:lnTo>
                  <a:pt x="1146573" y="1271829"/>
                </a:lnTo>
                <a:lnTo>
                  <a:pt x="1150966" y="1264591"/>
                </a:lnTo>
                <a:lnTo>
                  <a:pt x="1152405" y="1262120"/>
                </a:lnTo>
                <a:lnTo>
                  <a:pt x="1155336" y="1257235"/>
                </a:lnTo>
                <a:lnTo>
                  <a:pt x="1156774" y="1254757"/>
                </a:lnTo>
                <a:lnTo>
                  <a:pt x="1159706" y="1249816"/>
                </a:lnTo>
                <a:lnTo>
                  <a:pt x="1161168" y="1247307"/>
                </a:lnTo>
                <a:lnTo>
                  <a:pt x="1162606" y="1244805"/>
                </a:lnTo>
                <a:lnTo>
                  <a:pt x="1164068" y="1242335"/>
                </a:lnTo>
                <a:lnTo>
                  <a:pt x="1165537" y="1239794"/>
                </a:lnTo>
                <a:lnTo>
                  <a:pt x="1166968" y="1237262"/>
                </a:lnTo>
                <a:lnTo>
                  <a:pt x="1169900" y="1232196"/>
                </a:lnTo>
                <a:lnTo>
                  <a:pt x="1171369" y="1229632"/>
                </a:lnTo>
                <a:lnTo>
                  <a:pt x="1172800" y="1227060"/>
                </a:lnTo>
                <a:lnTo>
                  <a:pt x="1174269" y="1224496"/>
                </a:lnTo>
                <a:lnTo>
                  <a:pt x="1175731" y="1221901"/>
                </a:lnTo>
                <a:lnTo>
                  <a:pt x="1177170" y="1219337"/>
                </a:lnTo>
                <a:lnTo>
                  <a:pt x="1178639" y="1216710"/>
                </a:lnTo>
                <a:lnTo>
                  <a:pt x="1180101" y="1214115"/>
                </a:lnTo>
                <a:lnTo>
                  <a:pt x="1181571" y="1211488"/>
                </a:lnTo>
                <a:lnTo>
                  <a:pt x="1183001" y="1208862"/>
                </a:lnTo>
                <a:lnTo>
                  <a:pt x="1185933" y="1203608"/>
                </a:lnTo>
                <a:lnTo>
                  <a:pt x="1187371" y="1200927"/>
                </a:lnTo>
                <a:lnTo>
                  <a:pt x="1190303" y="1195611"/>
                </a:lnTo>
                <a:lnTo>
                  <a:pt x="1191764" y="1192922"/>
                </a:lnTo>
                <a:lnTo>
                  <a:pt x="1193203" y="1190233"/>
                </a:lnTo>
                <a:lnTo>
                  <a:pt x="1194665" y="1187552"/>
                </a:lnTo>
                <a:lnTo>
                  <a:pt x="1196134" y="1184831"/>
                </a:lnTo>
                <a:lnTo>
                  <a:pt x="1197565" y="1182111"/>
                </a:lnTo>
                <a:lnTo>
                  <a:pt x="1199034" y="1179398"/>
                </a:lnTo>
                <a:lnTo>
                  <a:pt x="1200496" y="1176647"/>
                </a:lnTo>
                <a:lnTo>
                  <a:pt x="1201935" y="1173903"/>
                </a:lnTo>
                <a:lnTo>
                  <a:pt x="1203397" y="1171151"/>
                </a:lnTo>
                <a:lnTo>
                  <a:pt x="1206336" y="1165593"/>
                </a:lnTo>
                <a:lnTo>
                  <a:pt x="1207766" y="1162849"/>
                </a:lnTo>
                <a:lnTo>
                  <a:pt x="1210698" y="1157228"/>
                </a:lnTo>
                <a:lnTo>
                  <a:pt x="1212136" y="1154446"/>
                </a:lnTo>
                <a:lnTo>
                  <a:pt x="1215068" y="1148770"/>
                </a:lnTo>
                <a:lnTo>
                  <a:pt x="1216530" y="1145956"/>
                </a:lnTo>
                <a:lnTo>
                  <a:pt x="1217968" y="1143087"/>
                </a:lnTo>
                <a:lnTo>
                  <a:pt x="1219430" y="1140249"/>
                </a:lnTo>
                <a:lnTo>
                  <a:pt x="1220899" y="1137380"/>
                </a:lnTo>
                <a:lnTo>
                  <a:pt x="1222330" y="1134511"/>
                </a:lnTo>
                <a:lnTo>
                  <a:pt x="1223800" y="1131635"/>
                </a:lnTo>
                <a:lnTo>
                  <a:pt x="1226731" y="1125834"/>
                </a:lnTo>
                <a:lnTo>
                  <a:pt x="1228162" y="1122934"/>
                </a:lnTo>
                <a:lnTo>
                  <a:pt x="1231093" y="1117071"/>
                </a:lnTo>
                <a:lnTo>
                  <a:pt x="1232531" y="1114140"/>
                </a:lnTo>
                <a:lnTo>
                  <a:pt x="1234001" y="1111208"/>
                </a:lnTo>
                <a:lnTo>
                  <a:pt x="1236933" y="1105283"/>
                </a:lnTo>
                <a:lnTo>
                  <a:pt x="1238363" y="1102289"/>
                </a:lnTo>
                <a:lnTo>
                  <a:pt x="1241295" y="1096308"/>
                </a:lnTo>
                <a:lnTo>
                  <a:pt x="1242733" y="1093315"/>
                </a:lnTo>
                <a:lnTo>
                  <a:pt x="1244195" y="1090321"/>
                </a:lnTo>
                <a:lnTo>
                  <a:pt x="1247126" y="1084278"/>
                </a:lnTo>
                <a:lnTo>
                  <a:pt x="1248565" y="1081221"/>
                </a:lnTo>
                <a:lnTo>
                  <a:pt x="1251496" y="1075116"/>
                </a:lnTo>
                <a:lnTo>
                  <a:pt x="1252927" y="1072059"/>
                </a:lnTo>
                <a:lnTo>
                  <a:pt x="1257328" y="1062811"/>
                </a:lnTo>
                <a:lnTo>
                  <a:pt x="1258766" y="1059692"/>
                </a:lnTo>
                <a:lnTo>
                  <a:pt x="1261698" y="1053462"/>
                </a:lnTo>
                <a:lnTo>
                  <a:pt x="1263128" y="1050320"/>
                </a:lnTo>
                <a:lnTo>
                  <a:pt x="1264598" y="1047208"/>
                </a:lnTo>
                <a:lnTo>
                  <a:pt x="1266060" y="1044027"/>
                </a:lnTo>
                <a:lnTo>
                  <a:pt x="1267498" y="1040884"/>
                </a:lnTo>
                <a:lnTo>
                  <a:pt x="1268960" y="1037741"/>
                </a:lnTo>
                <a:lnTo>
                  <a:pt x="1270430" y="1034529"/>
                </a:lnTo>
                <a:lnTo>
                  <a:pt x="1271891" y="1031355"/>
                </a:lnTo>
                <a:lnTo>
                  <a:pt x="1273330" y="1028181"/>
                </a:lnTo>
                <a:lnTo>
                  <a:pt x="1274792" y="1024945"/>
                </a:lnTo>
                <a:lnTo>
                  <a:pt x="1276261" y="1021740"/>
                </a:lnTo>
                <a:lnTo>
                  <a:pt x="1277692" y="1018534"/>
                </a:lnTo>
                <a:lnTo>
                  <a:pt x="1282093" y="1008818"/>
                </a:lnTo>
                <a:lnTo>
                  <a:pt x="1283523" y="1005550"/>
                </a:lnTo>
                <a:lnTo>
                  <a:pt x="1286463" y="999023"/>
                </a:lnTo>
                <a:lnTo>
                  <a:pt x="1287893" y="995724"/>
                </a:lnTo>
                <a:lnTo>
                  <a:pt x="1290825" y="989126"/>
                </a:lnTo>
                <a:lnTo>
                  <a:pt x="1292294" y="985796"/>
                </a:lnTo>
                <a:lnTo>
                  <a:pt x="1293725" y="982466"/>
                </a:lnTo>
                <a:lnTo>
                  <a:pt x="1295195" y="979167"/>
                </a:lnTo>
                <a:lnTo>
                  <a:pt x="1296657" y="975813"/>
                </a:lnTo>
                <a:lnTo>
                  <a:pt x="1298095" y="972452"/>
                </a:lnTo>
                <a:lnTo>
                  <a:pt x="1299557" y="969122"/>
                </a:lnTo>
                <a:lnTo>
                  <a:pt x="1302488" y="962344"/>
                </a:lnTo>
                <a:lnTo>
                  <a:pt x="1303927" y="958983"/>
                </a:lnTo>
                <a:lnTo>
                  <a:pt x="1305388" y="955566"/>
                </a:lnTo>
                <a:lnTo>
                  <a:pt x="1306858" y="952174"/>
                </a:lnTo>
                <a:lnTo>
                  <a:pt x="1308289" y="948758"/>
                </a:lnTo>
                <a:lnTo>
                  <a:pt x="1312690" y="938494"/>
                </a:lnTo>
                <a:lnTo>
                  <a:pt x="1314128" y="935015"/>
                </a:lnTo>
                <a:lnTo>
                  <a:pt x="1317060" y="928112"/>
                </a:lnTo>
                <a:lnTo>
                  <a:pt x="1318490" y="924634"/>
                </a:lnTo>
                <a:lnTo>
                  <a:pt x="1321422" y="917668"/>
                </a:lnTo>
                <a:lnTo>
                  <a:pt x="1322860" y="914158"/>
                </a:lnTo>
                <a:lnTo>
                  <a:pt x="1325791" y="907138"/>
                </a:lnTo>
                <a:lnTo>
                  <a:pt x="1327253" y="903590"/>
                </a:lnTo>
                <a:lnTo>
                  <a:pt x="1328692" y="900048"/>
                </a:lnTo>
                <a:lnTo>
                  <a:pt x="1331623" y="892966"/>
                </a:lnTo>
                <a:lnTo>
                  <a:pt x="1333054" y="889393"/>
                </a:lnTo>
                <a:lnTo>
                  <a:pt x="1335985" y="882248"/>
                </a:lnTo>
                <a:lnTo>
                  <a:pt x="1337455" y="878645"/>
                </a:lnTo>
                <a:lnTo>
                  <a:pt x="1338893" y="875072"/>
                </a:lnTo>
                <a:lnTo>
                  <a:pt x="1340355" y="871437"/>
                </a:lnTo>
                <a:lnTo>
                  <a:pt x="1341825" y="867833"/>
                </a:lnTo>
                <a:lnTo>
                  <a:pt x="1343255" y="864198"/>
                </a:lnTo>
                <a:lnTo>
                  <a:pt x="1347656" y="853301"/>
                </a:lnTo>
                <a:lnTo>
                  <a:pt x="1349087" y="849635"/>
                </a:lnTo>
                <a:lnTo>
                  <a:pt x="1350556" y="845969"/>
                </a:lnTo>
                <a:lnTo>
                  <a:pt x="1352018" y="842279"/>
                </a:lnTo>
                <a:lnTo>
                  <a:pt x="1353457" y="838612"/>
                </a:lnTo>
                <a:lnTo>
                  <a:pt x="1356388" y="831225"/>
                </a:lnTo>
                <a:lnTo>
                  <a:pt x="1357850" y="827496"/>
                </a:lnTo>
                <a:lnTo>
                  <a:pt x="1359288" y="823775"/>
                </a:lnTo>
                <a:lnTo>
                  <a:pt x="1362220" y="816318"/>
                </a:lnTo>
                <a:lnTo>
                  <a:pt x="1363650" y="812565"/>
                </a:lnTo>
                <a:lnTo>
                  <a:pt x="1365120" y="808837"/>
                </a:lnTo>
                <a:lnTo>
                  <a:pt x="1366590" y="805053"/>
                </a:lnTo>
                <a:lnTo>
                  <a:pt x="1368052" y="801301"/>
                </a:lnTo>
                <a:lnTo>
                  <a:pt x="1369490" y="797509"/>
                </a:lnTo>
                <a:lnTo>
                  <a:pt x="1372421" y="789934"/>
                </a:lnTo>
                <a:lnTo>
                  <a:pt x="1373852" y="786151"/>
                </a:lnTo>
                <a:lnTo>
                  <a:pt x="1378253" y="774699"/>
                </a:lnTo>
                <a:lnTo>
                  <a:pt x="1379684" y="770852"/>
                </a:lnTo>
                <a:lnTo>
                  <a:pt x="1382615" y="763160"/>
                </a:lnTo>
                <a:lnTo>
                  <a:pt x="1384053" y="759283"/>
                </a:lnTo>
                <a:lnTo>
                  <a:pt x="1385515" y="755429"/>
                </a:lnTo>
                <a:lnTo>
                  <a:pt x="1386985" y="751552"/>
                </a:lnTo>
                <a:lnTo>
                  <a:pt x="1388415" y="747674"/>
                </a:lnTo>
                <a:lnTo>
                  <a:pt x="1389885" y="743766"/>
                </a:lnTo>
                <a:lnTo>
                  <a:pt x="1391347" y="739888"/>
                </a:lnTo>
                <a:lnTo>
                  <a:pt x="1392817" y="735980"/>
                </a:lnTo>
                <a:lnTo>
                  <a:pt x="1394255" y="732040"/>
                </a:lnTo>
                <a:lnTo>
                  <a:pt x="1395717" y="728131"/>
                </a:lnTo>
                <a:lnTo>
                  <a:pt x="1397187" y="724191"/>
                </a:lnTo>
                <a:lnTo>
                  <a:pt x="1398617" y="720251"/>
                </a:lnTo>
                <a:lnTo>
                  <a:pt x="1400087" y="716311"/>
                </a:lnTo>
                <a:lnTo>
                  <a:pt x="1401549" y="712348"/>
                </a:lnTo>
                <a:lnTo>
                  <a:pt x="1403018" y="708408"/>
                </a:lnTo>
                <a:lnTo>
                  <a:pt x="1404449" y="704437"/>
                </a:lnTo>
                <a:lnTo>
                  <a:pt x="1405918" y="700435"/>
                </a:lnTo>
                <a:lnTo>
                  <a:pt x="1407380" y="696463"/>
                </a:lnTo>
                <a:lnTo>
                  <a:pt x="1408819" y="692469"/>
                </a:lnTo>
                <a:lnTo>
                  <a:pt x="1413212" y="680469"/>
                </a:lnTo>
                <a:lnTo>
                  <a:pt x="1414650" y="676435"/>
                </a:lnTo>
                <a:lnTo>
                  <a:pt x="1416112" y="672371"/>
                </a:lnTo>
                <a:lnTo>
                  <a:pt x="1417582" y="668345"/>
                </a:lnTo>
                <a:lnTo>
                  <a:pt x="1419020" y="664311"/>
                </a:lnTo>
                <a:lnTo>
                  <a:pt x="1423413" y="652132"/>
                </a:lnTo>
                <a:lnTo>
                  <a:pt x="1424852" y="648035"/>
                </a:lnTo>
                <a:lnTo>
                  <a:pt x="1426314" y="643978"/>
                </a:lnTo>
                <a:lnTo>
                  <a:pt x="1427783" y="639882"/>
                </a:lnTo>
                <a:lnTo>
                  <a:pt x="1429214" y="635762"/>
                </a:lnTo>
                <a:lnTo>
                  <a:pt x="1430683" y="631666"/>
                </a:lnTo>
                <a:lnTo>
                  <a:pt x="1433615" y="623427"/>
                </a:lnTo>
                <a:lnTo>
                  <a:pt x="1435046" y="619299"/>
                </a:lnTo>
                <a:lnTo>
                  <a:pt x="1436515" y="615179"/>
                </a:lnTo>
                <a:lnTo>
                  <a:pt x="1437977" y="611028"/>
                </a:lnTo>
                <a:lnTo>
                  <a:pt x="1439415" y="606901"/>
                </a:lnTo>
                <a:lnTo>
                  <a:pt x="1440877" y="602719"/>
                </a:lnTo>
                <a:lnTo>
                  <a:pt x="1443809" y="594417"/>
                </a:lnTo>
                <a:lnTo>
                  <a:pt x="1445247" y="590235"/>
                </a:lnTo>
                <a:lnTo>
                  <a:pt x="1448178" y="581862"/>
                </a:lnTo>
                <a:lnTo>
                  <a:pt x="1449617" y="577649"/>
                </a:lnTo>
                <a:lnTo>
                  <a:pt x="1451079" y="573467"/>
                </a:lnTo>
                <a:lnTo>
                  <a:pt x="1452548" y="569253"/>
                </a:lnTo>
                <a:lnTo>
                  <a:pt x="1453979" y="565039"/>
                </a:lnTo>
                <a:lnTo>
                  <a:pt x="1455448" y="560795"/>
                </a:lnTo>
                <a:lnTo>
                  <a:pt x="1456910" y="556581"/>
                </a:lnTo>
                <a:lnTo>
                  <a:pt x="1458380" y="552336"/>
                </a:lnTo>
                <a:lnTo>
                  <a:pt x="1459811" y="548092"/>
                </a:lnTo>
                <a:lnTo>
                  <a:pt x="1462742" y="539602"/>
                </a:lnTo>
                <a:lnTo>
                  <a:pt x="1464180" y="535326"/>
                </a:lnTo>
                <a:lnTo>
                  <a:pt x="1468574" y="522498"/>
                </a:lnTo>
                <a:lnTo>
                  <a:pt x="1470012" y="518230"/>
                </a:lnTo>
                <a:lnTo>
                  <a:pt x="1472944" y="509615"/>
                </a:lnTo>
                <a:lnTo>
                  <a:pt x="1474382" y="505308"/>
                </a:lnTo>
                <a:lnTo>
                  <a:pt x="1475844" y="501000"/>
                </a:lnTo>
                <a:lnTo>
                  <a:pt x="1477313" y="496670"/>
                </a:lnTo>
                <a:lnTo>
                  <a:pt x="1478775" y="492362"/>
                </a:lnTo>
                <a:lnTo>
                  <a:pt x="1480214" y="488024"/>
                </a:lnTo>
                <a:lnTo>
                  <a:pt x="1483145" y="479354"/>
                </a:lnTo>
                <a:lnTo>
                  <a:pt x="1484576" y="474985"/>
                </a:lnTo>
                <a:lnTo>
                  <a:pt x="1486045" y="470654"/>
                </a:lnTo>
                <a:lnTo>
                  <a:pt x="1488977" y="461914"/>
                </a:lnTo>
                <a:lnTo>
                  <a:pt x="1490407" y="457552"/>
                </a:lnTo>
                <a:lnTo>
                  <a:pt x="1491877" y="453182"/>
                </a:lnTo>
                <a:lnTo>
                  <a:pt x="1493339" y="448789"/>
                </a:lnTo>
                <a:lnTo>
                  <a:pt x="1494777" y="444388"/>
                </a:lnTo>
                <a:lnTo>
                  <a:pt x="1496239" y="440026"/>
                </a:lnTo>
                <a:lnTo>
                  <a:pt x="1497709" y="435594"/>
                </a:lnTo>
                <a:lnTo>
                  <a:pt x="1499171" y="431200"/>
                </a:lnTo>
                <a:lnTo>
                  <a:pt x="1500609" y="426799"/>
                </a:lnTo>
                <a:lnTo>
                  <a:pt x="1503540" y="417950"/>
                </a:lnTo>
                <a:lnTo>
                  <a:pt x="1504979" y="413518"/>
                </a:lnTo>
                <a:lnTo>
                  <a:pt x="1507910" y="404661"/>
                </a:lnTo>
                <a:lnTo>
                  <a:pt x="1509341" y="400236"/>
                </a:lnTo>
                <a:lnTo>
                  <a:pt x="1513742" y="386861"/>
                </a:lnTo>
                <a:lnTo>
                  <a:pt x="1515172" y="382405"/>
                </a:lnTo>
                <a:lnTo>
                  <a:pt x="1516642" y="377941"/>
                </a:lnTo>
                <a:lnTo>
                  <a:pt x="1518104" y="373454"/>
                </a:lnTo>
                <a:lnTo>
                  <a:pt x="1519542" y="368998"/>
                </a:lnTo>
                <a:lnTo>
                  <a:pt x="1523936" y="355529"/>
                </a:lnTo>
                <a:lnTo>
                  <a:pt x="1525374" y="351042"/>
                </a:lnTo>
                <a:lnTo>
                  <a:pt x="1526844" y="346524"/>
                </a:lnTo>
                <a:lnTo>
                  <a:pt x="1528305" y="342036"/>
                </a:lnTo>
                <a:lnTo>
                  <a:pt x="1529744" y="337510"/>
                </a:lnTo>
                <a:lnTo>
                  <a:pt x="1534137" y="323955"/>
                </a:lnTo>
                <a:lnTo>
                  <a:pt x="1535575" y="319437"/>
                </a:lnTo>
                <a:lnTo>
                  <a:pt x="1537037" y="314918"/>
                </a:lnTo>
                <a:lnTo>
                  <a:pt x="1538507" y="310369"/>
                </a:lnTo>
                <a:lnTo>
                  <a:pt x="1539938" y="305850"/>
                </a:lnTo>
                <a:lnTo>
                  <a:pt x="1544339" y="292201"/>
                </a:lnTo>
                <a:lnTo>
                  <a:pt x="1545769" y="287652"/>
                </a:lnTo>
                <a:lnTo>
                  <a:pt x="1547239" y="283071"/>
                </a:lnTo>
                <a:lnTo>
                  <a:pt x="1548701" y="278521"/>
                </a:lnTo>
                <a:lnTo>
                  <a:pt x="1550139" y="273972"/>
                </a:lnTo>
                <a:lnTo>
                  <a:pt x="1554532" y="260229"/>
                </a:lnTo>
                <a:lnTo>
                  <a:pt x="1555971" y="255648"/>
                </a:lnTo>
                <a:lnTo>
                  <a:pt x="1558902" y="246486"/>
                </a:lnTo>
                <a:lnTo>
                  <a:pt x="1560341" y="241905"/>
                </a:lnTo>
                <a:lnTo>
                  <a:pt x="1561802" y="237293"/>
                </a:lnTo>
                <a:lnTo>
                  <a:pt x="1563272" y="232712"/>
                </a:lnTo>
                <a:lnTo>
                  <a:pt x="1564734" y="228100"/>
                </a:lnTo>
                <a:lnTo>
                  <a:pt x="1566172" y="223488"/>
                </a:lnTo>
                <a:lnTo>
                  <a:pt x="1569104" y="214271"/>
                </a:lnTo>
                <a:lnTo>
                  <a:pt x="1570534" y="209659"/>
                </a:lnTo>
                <a:lnTo>
                  <a:pt x="1573466" y="200435"/>
                </a:lnTo>
                <a:lnTo>
                  <a:pt x="1574904" y="195822"/>
                </a:lnTo>
                <a:lnTo>
                  <a:pt x="1576366" y="191187"/>
                </a:lnTo>
                <a:lnTo>
                  <a:pt x="1577836" y="186575"/>
                </a:lnTo>
                <a:lnTo>
                  <a:pt x="1579298" y="181931"/>
                </a:lnTo>
                <a:lnTo>
                  <a:pt x="1580736" y="177288"/>
                </a:lnTo>
                <a:lnTo>
                  <a:pt x="1582205" y="172675"/>
                </a:lnTo>
                <a:lnTo>
                  <a:pt x="1583667" y="168040"/>
                </a:lnTo>
                <a:lnTo>
                  <a:pt x="1585106" y="163396"/>
                </a:lnTo>
                <a:lnTo>
                  <a:pt x="1589499" y="149474"/>
                </a:lnTo>
                <a:lnTo>
                  <a:pt x="1590937" y="144830"/>
                </a:lnTo>
                <a:lnTo>
                  <a:pt x="1592399" y="140156"/>
                </a:lnTo>
                <a:lnTo>
                  <a:pt x="1593869" y="135520"/>
                </a:lnTo>
                <a:lnTo>
                  <a:pt x="1595299" y="130845"/>
                </a:lnTo>
                <a:lnTo>
                  <a:pt x="1596769" y="126202"/>
                </a:lnTo>
                <a:lnTo>
                  <a:pt x="1598231" y="121535"/>
                </a:lnTo>
                <a:lnTo>
                  <a:pt x="1599700" y="116891"/>
                </a:lnTo>
                <a:lnTo>
                  <a:pt x="1601131" y="112217"/>
                </a:lnTo>
                <a:lnTo>
                  <a:pt x="1602601" y="107573"/>
                </a:lnTo>
                <a:lnTo>
                  <a:pt x="1604063" y="102906"/>
                </a:lnTo>
                <a:lnTo>
                  <a:pt x="1605501" y="98232"/>
                </a:lnTo>
                <a:lnTo>
                  <a:pt x="1609894" y="84215"/>
                </a:lnTo>
                <a:lnTo>
                  <a:pt x="1611333" y="79541"/>
                </a:lnTo>
                <a:lnTo>
                  <a:pt x="1614264" y="70199"/>
                </a:lnTo>
                <a:lnTo>
                  <a:pt x="1615702" y="65524"/>
                </a:lnTo>
                <a:lnTo>
                  <a:pt x="1620096" y="51508"/>
                </a:lnTo>
                <a:lnTo>
                  <a:pt x="1621534" y="46810"/>
                </a:lnTo>
                <a:lnTo>
                  <a:pt x="1624466" y="37468"/>
                </a:lnTo>
                <a:lnTo>
                  <a:pt x="1625896" y="32793"/>
                </a:lnTo>
                <a:lnTo>
                  <a:pt x="1627366" y="28087"/>
                </a:lnTo>
                <a:lnTo>
                  <a:pt x="1628828" y="23420"/>
                </a:lnTo>
                <a:lnTo>
                  <a:pt x="1630266" y="18746"/>
                </a:lnTo>
                <a:lnTo>
                  <a:pt x="1631728" y="14048"/>
                </a:lnTo>
                <a:lnTo>
                  <a:pt x="1633197" y="9373"/>
                </a:lnTo>
                <a:lnTo>
                  <a:pt x="1634659" y="4667"/>
                </a:lnTo>
                <a:lnTo>
                  <a:pt x="1636098" y="0"/>
                </a:lnTo>
                <a:lnTo>
                  <a:pt x="1637567" y="1745962"/>
                </a:lnTo>
                <a:lnTo>
                  <a:pt x="0" y="1745962"/>
                </a:lnTo>
                <a:close/>
              </a:path>
            </a:pathLst>
          </a:custGeom>
          <a:solidFill>
            <a:schemeClr val="tx1">
              <a:lumMod val="95000"/>
              <a:lumOff val="5000"/>
              <a:alpha val="60000"/>
            </a:schemeClr>
          </a:solidFill>
          <a:ln w="7808" cap="flat">
            <a:noFill/>
            <a:prstDash val="solid"/>
            <a:miter/>
          </a:ln>
        </p:spPr>
        <p:txBody>
          <a:bodyPr rtlCol="0" anchor="ctr"/>
          <a:lstStyle/>
          <a:p>
            <a:endParaRPr lang="en-GB" noProof="0"/>
          </a:p>
        </p:txBody>
      </p:sp>
      <p:sp>
        <p:nvSpPr>
          <p:cNvPr id="27" name="Freeform: Shape 26">
            <a:extLst>
              <a:ext uri="{FF2B5EF4-FFF2-40B4-BE49-F238E27FC236}">
                <a16:creationId xmlns:a16="http://schemas.microsoft.com/office/drawing/2014/main" id="{2BB7EA63-82A6-13D6-1072-DC8C786E0502}"/>
              </a:ext>
            </a:extLst>
          </p:cNvPr>
          <p:cNvSpPr/>
          <p:nvPr/>
        </p:nvSpPr>
        <p:spPr>
          <a:xfrm>
            <a:off x="4968859" y="1548271"/>
            <a:ext cx="2254282" cy="4293838"/>
          </a:xfrm>
          <a:custGeom>
            <a:avLst/>
            <a:gdLst>
              <a:gd name="connsiteX0" fmla="*/ 1438 w 1091211"/>
              <a:gd name="connsiteY0" fmla="*/ 1133047 h 2893056"/>
              <a:gd name="connsiteX1" fmla="*/ 2900 w 1091211"/>
              <a:gd name="connsiteY1" fmla="*/ 1128372 h 2893056"/>
              <a:gd name="connsiteX2" fmla="*/ 4370 w 1091211"/>
              <a:gd name="connsiteY2" fmla="*/ 1123674 h 2893056"/>
              <a:gd name="connsiteX3" fmla="*/ 5832 w 1091211"/>
              <a:gd name="connsiteY3" fmla="*/ 1118999 h 2893056"/>
              <a:gd name="connsiteX4" fmla="*/ 7270 w 1091211"/>
              <a:gd name="connsiteY4" fmla="*/ 1114293 h 2893056"/>
              <a:gd name="connsiteX5" fmla="*/ 10201 w 1091211"/>
              <a:gd name="connsiteY5" fmla="*/ 1104951 h 2893056"/>
              <a:gd name="connsiteX6" fmla="*/ 11632 w 1091211"/>
              <a:gd name="connsiteY6" fmla="*/ 1100245 h 2893056"/>
              <a:gd name="connsiteX7" fmla="*/ 16033 w 1091211"/>
              <a:gd name="connsiteY7" fmla="*/ 1086237 h 2893056"/>
              <a:gd name="connsiteX8" fmla="*/ 17464 w 1091211"/>
              <a:gd name="connsiteY8" fmla="*/ 1081531 h 2893056"/>
              <a:gd name="connsiteX9" fmla="*/ 20395 w 1091211"/>
              <a:gd name="connsiteY9" fmla="*/ 1072189 h 2893056"/>
              <a:gd name="connsiteX10" fmla="*/ 21834 w 1091211"/>
              <a:gd name="connsiteY10" fmla="*/ 1067514 h 2893056"/>
              <a:gd name="connsiteX11" fmla="*/ 24765 w 1091211"/>
              <a:gd name="connsiteY11" fmla="*/ 1058173 h 2893056"/>
              <a:gd name="connsiteX12" fmla="*/ 26235 w 1091211"/>
              <a:gd name="connsiteY12" fmla="*/ 1053467 h 2893056"/>
              <a:gd name="connsiteX13" fmla="*/ 27665 w 1091211"/>
              <a:gd name="connsiteY13" fmla="*/ 1048792 h 2893056"/>
              <a:gd name="connsiteX14" fmla="*/ 29135 w 1091211"/>
              <a:gd name="connsiteY14" fmla="*/ 1044156 h 2893056"/>
              <a:gd name="connsiteX15" fmla="*/ 30597 w 1091211"/>
              <a:gd name="connsiteY15" fmla="*/ 1039482 h 2893056"/>
              <a:gd name="connsiteX16" fmla="*/ 32035 w 1091211"/>
              <a:gd name="connsiteY16" fmla="*/ 1034807 h 2893056"/>
              <a:gd name="connsiteX17" fmla="*/ 36428 w 1091211"/>
              <a:gd name="connsiteY17" fmla="*/ 1020791 h 2893056"/>
              <a:gd name="connsiteX18" fmla="*/ 37867 w 1091211"/>
              <a:gd name="connsiteY18" fmla="*/ 1016155 h 2893056"/>
              <a:gd name="connsiteX19" fmla="*/ 39329 w 1091211"/>
              <a:gd name="connsiteY19" fmla="*/ 1011480 h 2893056"/>
              <a:gd name="connsiteX20" fmla="*/ 40798 w 1091211"/>
              <a:gd name="connsiteY20" fmla="*/ 1006837 h 2893056"/>
              <a:gd name="connsiteX21" fmla="*/ 42229 w 1091211"/>
              <a:gd name="connsiteY21" fmla="*/ 1002170 h 2893056"/>
              <a:gd name="connsiteX22" fmla="*/ 43698 w 1091211"/>
              <a:gd name="connsiteY22" fmla="*/ 997526 h 2893056"/>
              <a:gd name="connsiteX23" fmla="*/ 45160 w 1091211"/>
              <a:gd name="connsiteY23" fmla="*/ 992852 h 2893056"/>
              <a:gd name="connsiteX24" fmla="*/ 46630 w 1091211"/>
              <a:gd name="connsiteY24" fmla="*/ 988208 h 2893056"/>
              <a:gd name="connsiteX25" fmla="*/ 48068 w 1091211"/>
              <a:gd name="connsiteY25" fmla="*/ 983573 h 2893056"/>
              <a:gd name="connsiteX26" fmla="*/ 50992 w 1091211"/>
              <a:gd name="connsiteY26" fmla="*/ 974286 h 2893056"/>
              <a:gd name="connsiteX27" fmla="*/ 52430 w 1091211"/>
              <a:gd name="connsiteY27" fmla="*/ 969642 h 2893056"/>
              <a:gd name="connsiteX28" fmla="*/ 55362 w 1091211"/>
              <a:gd name="connsiteY28" fmla="*/ 960363 h 2893056"/>
              <a:gd name="connsiteX29" fmla="*/ 56800 w 1091211"/>
              <a:gd name="connsiteY29" fmla="*/ 955720 h 2893056"/>
              <a:gd name="connsiteX30" fmla="*/ 58262 w 1091211"/>
              <a:gd name="connsiteY30" fmla="*/ 951108 h 2893056"/>
              <a:gd name="connsiteX31" fmla="*/ 59732 w 1091211"/>
              <a:gd name="connsiteY31" fmla="*/ 946472 h 2893056"/>
              <a:gd name="connsiteX32" fmla="*/ 61194 w 1091211"/>
              <a:gd name="connsiteY32" fmla="*/ 941860 h 2893056"/>
              <a:gd name="connsiteX33" fmla="*/ 62632 w 1091211"/>
              <a:gd name="connsiteY33" fmla="*/ 937216 h 2893056"/>
              <a:gd name="connsiteX34" fmla="*/ 65563 w 1091211"/>
              <a:gd name="connsiteY34" fmla="*/ 927992 h 2893056"/>
              <a:gd name="connsiteX35" fmla="*/ 66994 w 1091211"/>
              <a:gd name="connsiteY35" fmla="*/ 923380 h 2893056"/>
              <a:gd name="connsiteX36" fmla="*/ 69925 w 1091211"/>
              <a:gd name="connsiteY36" fmla="*/ 914163 h 2893056"/>
              <a:gd name="connsiteX37" fmla="*/ 71395 w 1091211"/>
              <a:gd name="connsiteY37" fmla="*/ 909582 h 2893056"/>
              <a:gd name="connsiteX38" fmla="*/ 72826 w 1091211"/>
              <a:gd name="connsiteY38" fmla="*/ 904970 h 2893056"/>
              <a:gd name="connsiteX39" fmla="*/ 74295 w 1091211"/>
              <a:gd name="connsiteY39" fmla="*/ 900389 h 2893056"/>
              <a:gd name="connsiteX40" fmla="*/ 75757 w 1091211"/>
              <a:gd name="connsiteY40" fmla="*/ 895777 h 2893056"/>
              <a:gd name="connsiteX41" fmla="*/ 77195 w 1091211"/>
              <a:gd name="connsiteY41" fmla="*/ 891196 h 2893056"/>
              <a:gd name="connsiteX42" fmla="*/ 81597 w 1091211"/>
              <a:gd name="connsiteY42" fmla="*/ 877453 h 2893056"/>
              <a:gd name="connsiteX43" fmla="*/ 83027 w 1091211"/>
              <a:gd name="connsiteY43" fmla="*/ 872880 h 2893056"/>
              <a:gd name="connsiteX44" fmla="*/ 84497 w 1091211"/>
              <a:gd name="connsiteY44" fmla="*/ 868323 h 2893056"/>
              <a:gd name="connsiteX45" fmla="*/ 85959 w 1091211"/>
              <a:gd name="connsiteY45" fmla="*/ 863750 h 2893056"/>
              <a:gd name="connsiteX46" fmla="*/ 87397 w 1091211"/>
              <a:gd name="connsiteY46" fmla="*/ 859200 h 2893056"/>
              <a:gd name="connsiteX47" fmla="*/ 91790 w 1091211"/>
              <a:gd name="connsiteY47" fmla="*/ 845543 h 2893056"/>
              <a:gd name="connsiteX48" fmla="*/ 93229 w 1091211"/>
              <a:gd name="connsiteY48" fmla="*/ 840994 h 2893056"/>
              <a:gd name="connsiteX49" fmla="*/ 94691 w 1091211"/>
              <a:gd name="connsiteY49" fmla="*/ 836475 h 2893056"/>
              <a:gd name="connsiteX50" fmla="*/ 96160 w 1091211"/>
              <a:gd name="connsiteY50" fmla="*/ 831926 h 2893056"/>
              <a:gd name="connsiteX51" fmla="*/ 97591 w 1091211"/>
              <a:gd name="connsiteY51" fmla="*/ 827407 h 2893056"/>
              <a:gd name="connsiteX52" fmla="*/ 101992 w 1091211"/>
              <a:gd name="connsiteY52" fmla="*/ 813852 h 2893056"/>
              <a:gd name="connsiteX53" fmla="*/ 103430 w 1091211"/>
              <a:gd name="connsiteY53" fmla="*/ 809334 h 2893056"/>
              <a:gd name="connsiteX54" fmla="*/ 104892 w 1091211"/>
              <a:gd name="connsiteY54" fmla="*/ 804839 h 2893056"/>
              <a:gd name="connsiteX55" fmla="*/ 106362 w 1091211"/>
              <a:gd name="connsiteY55" fmla="*/ 800320 h 2893056"/>
              <a:gd name="connsiteX56" fmla="*/ 107792 w 1091211"/>
              <a:gd name="connsiteY56" fmla="*/ 795833 h 2893056"/>
              <a:gd name="connsiteX57" fmla="*/ 110724 w 1091211"/>
              <a:gd name="connsiteY57" fmla="*/ 786859 h 2893056"/>
              <a:gd name="connsiteX58" fmla="*/ 112193 w 1091211"/>
              <a:gd name="connsiteY58" fmla="*/ 782395 h 2893056"/>
              <a:gd name="connsiteX59" fmla="*/ 113624 w 1091211"/>
              <a:gd name="connsiteY59" fmla="*/ 777908 h 2893056"/>
              <a:gd name="connsiteX60" fmla="*/ 116555 w 1091211"/>
              <a:gd name="connsiteY60" fmla="*/ 768989 h 2893056"/>
              <a:gd name="connsiteX61" fmla="*/ 117994 w 1091211"/>
              <a:gd name="connsiteY61" fmla="*/ 764533 h 2893056"/>
              <a:gd name="connsiteX62" fmla="*/ 119456 w 1091211"/>
              <a:gd name="connsiteY62" fmla="*/ 760077 h 2893056"/>
              <a:gd name="connsiteX63" fmla="*/ 120925 w 1091211"/>
              <a:gd name="connsiteY63" fmla="*/ 755645 h 2893056"/>
              <a:gd name="connsiteX64" fmla="*/ 122356 w 1091211"/>
              <a:gd name="connsiteY64" fmla="*/ 751220 h 2893056"/>
              <a:gd name="connsiteX65" fmla="*/ 126757 w 1091211"/>
              <a:gd name="connsiteY65" fmla="*/ 737939 h 2893056"/>
              <a:gd name="connsiteX66" fmla="*/ 128195 w 1091211"/>
              <a:gd name="connsiteY66" fmla="*/ 733538 h 2893056"/>
              <a:gd name="connsiteX67" fmla="*/ 129657 w 1091211"/>
              <a:gd name="connsiteY67" fmla="*/ 729113 h 2893056"/>
              <a:gd name="connsiteX68" fmla="*/ 131119 w 1091211"/>
              <a:gd name="connsiteY68" fmla="*/ 724712 h 2893056"/>
              <a:gd name="connsiteX69" fmla="*/ 132557 w 1091211"/>
              <a:gd name="connsiteY69" fmla="*/ 720319 h 2893056"/>
              <a:gd name="connsiteX70" fmla="*/ 135489 w 1091211"/>
              <a:gd name="connsiteY70" fmla="*/ 711587 h 2893056"/>
              <a:gd name="connsiteX71" fmla="*/ 136958 w 1091211"/>
              <a:gd name="connsiteY71" fmla="*/ 707186 h 2893056"/>
              <a:gd name="connsiteX72" fmla="*/ 138389 w 1091211"/>
              <a:gd name="connsiteY72" fmla="*/ 702824 h 2893056"/>
              <a:gd name="connsiteX73" fmla="*/ 139859 w 1091211"/>
              <a:gd name="connsiteY73" fmla="*/ 698485 h 2893056"/>
              <a:gd name="connsiteX74" fmla="*/ 141321 w 1091211"/>
              <a:gd name="connsiteY74" fmla="*/ 694115 h 2893056"/>
              <a:gd name="connsiteX75" fmla="*/ 142759 w 1091211"/>
              <a:gd name="connsiteY75" fmla="*/ 689784 h 2893056"/>
              <a:gd name="connsiteX76" fmla="*/ 145690 w 1091211"/>
              <a:gd name="connsiteY76" fmla="*/ 681107 h 2893056"/>
              <a:gd name="connsiteX77" fmla="*/ 147152 w 1091211"/>
              <a:gd name="connsiteY77" fmla="*/ 676800 h 2893056"/>
              <a:gd name="connsiteX78" fmla="*/ 148591 w 1091211"/>
              <a:gd name="connsiteY78" fmla="*/ 672469 h 2893056"/>
              <a:gd name="connsiteX79" fmla="*/ 151522 w 1091211"/>
              <a:gd name="connsiteY79" fmla="*/ 663854 h 2893056"/>
              <a:gd name="connsiteX80" fmla="*/ 152953 w 1091211"/>
              <a:gd name="connsiteY80" fmla="*/ 659578 h 2893056"/>
              <a:gd name="connsiteX81" fmla="*/ 154422 w 1091211"/>
              <a:gd name="connsiteY81" fmla="*/ 655279 h 2893056"/>
              <a:gd name="connsiteX82" fmla="*/ 155884 w 1091211"/>
              <a:gd name="connsiteY82" fmla="*/ 651003 h 2893056"/>
              <a:gd name="connsiteX83" fmla="*/ 157354 w 1091211"/>
              <a:gd name="connsiteY83" fmla="*/ 646758 h 2893056"/>
              <a:gd name="connsiteX84" fmla="*/ 158792 w 1091211"/>
              <a:gd name="connsiteY84" fmla="*/ 642482 h 2893056"/>
              <a:gd name="connsiteX85" fmla="*/ 161723 w 1091211"/>
              <a:gd name="connsiteY85" fmla="*/ 633993 h 2893056"/>
              <a:gd name="connsiteX86" fmla="*/ 163154 w 1091211"/>
              <a:gd name="connsiteY86" fmla="*/ 629748 h 2893056"/>
              <a:gd name="connsiteX87" fmla="*/ 164624 w 1091211"/>
              <a:gd name="connsiteY87" fmla="*/ 625503 h 2893056"/>
              <a:gd name="connsiteX88" fmla="*/ 167555 w 1091211"/>
              <a:gd name="connsiteY88" fmla="*/ 617076 h 2893056"/>
              <a:gd name="connsiteX89" fmla="*/ 168986 w 1091211"/>
              <a:gd name="connsiteY89" fmla="*/ 612894 h 2893056"/>
              <a:gd name="connsiteX90" fmla="*/ 170455 w 1091211"/>
              <a:gd name="connsiteY90" fmla="*/ 608680 h 2893056"/>
              <a:gd name="connsiteX91" fmla="*/ 171917 w 1091211"/>
              <a:gd name="connsiteY91" fmla="*/ 604490 h 2893056"/>
              <a:gd name="connsiteX92" fmla="*/ 173356 w 1091211"/>
              <a:gd name="connsiteY92" fmla="*/ 600308 h 2893056"/>
              <a:gd name="connsiteX93" fmla="*/ 174818 w 1091211"/>
              <a:gd name="connsiteY93" fmla="*/ 596157 h 2893056"/>
              <a:gd name="connsiteX94" fmla="*/ 176287 w 1091211"/>
              <a:gd name="connsiteY94" fmla="*/ 591974 h 2893056"/>
              <a:gd name="connsiteX95" fmla="*/ 177718 w 1091211"/>
              <a:gd name="connsiteY95" fmla="*/ 587821 h 2893056"/>
              <a:gd name="connsiteX96" fmla="*/ 179187 w 1091211"/>
              <a:gd name="connsiteY96" fmla="*/ 583699 h 2893056"/>
              <a:gd name="connsiteX97" fmla="*/ 180649 w 1091211"/>
              <a:gd name="connsiteY97" fmla="*/ 579546 h 2893056"/>
              <a:gd name="connsiteX98" fmla="*/ 182119 w 1091211"/>
              <a:gd name="connsiteY98" fmla="*/ 575424 h 2893056"/>
              <a:gd name="connsiteX99" fmla="*/ 183557 w 1091211"/>
              <a:gd name="connsiteY99" fmla="*/ 571332 h 2893056"/>
              <a:gd name="connsiteX100" fmla="*/ 185019 w 1091211"/>
              <a:gd name="connsiteY100" fmla="*/ 567210 h 2893056"/>
              <a:gd name="connsiteX101" fmla="*/ 186489 w 1091211"/>
              <a:gd name="connsiteY101" fmla="*/ 563117 h 2893056"/>
              <a:gd name="connsiteX102" fmla="*/ 187919 w 1091211"/>
              <a:gd name="connsiteY102" fmla="*/ 559026 h 2893056"/>
              <a:gd name="connsiteX103" fmla="*/ 189389 w 1091211"/>
              <a:gd name="connsiteY103" fmla="*/ 554934 h 2893056"/>
              <a:gd name="connsiteX104" fmla="*/ 192320 w 1091211"/>
              <a:gd name="connsiteY104" fmla="*/ 546811 h 2893056"/>
              <a:gd name="connsiteX105" fmla="*/ 193751 w 1091211"/>
              <a:gd name="connsiteY105" fmla="*/ 542750 h 2893056"/>
              <a:gd name="connsiteX106" fmla="*/ 195220 w 1091211"/>
              <a:gd name="connsiteY106" fmla="*/ 538719 h 2893056"/>
              <a:gd name="connsiteX107" fmla="*/ 196682 w 1091211"/>
              <a:gd name="connsiteY107" fmla="*/ 534719 h 2893056"/>
              <a:gd name="connsiteX108" fmla="*/ 198121 w 1091211"/>
              <a:gd name="connsiteY108" fmla="*/ 530688 h 2893056"/>
              <a:gd name="connsiteX109" fmla="*/ 202514 w 1091211"/>
              <a:gd name="connsiteY109" fmla="*/ 518687 h 2893056"/>
              <a:gd name="connsiteX110" fmla="*/ 203952 w 1091211"/>
              <a:gd name="connsiteY110" fmla="*/ 514718 h 2893056"/>
              <a:gd name="connsiteX111" fmla="*/ 206884 w 1091211"/>
              <a:gd name="connsiteY111" fmla="*/ 506778 h 2893056"/>
              <a:gd name="connsiteX112" fmla="*/ 208322 w 1091211"/>
              <a:gd name="connsiteY112" fmla="*/ 502839 h 2893056"/>
              <a:gd name="connsiteX113" fmla="*/ 211246 w 1091211"/>
              <a:gd name="connsiteY113" fmla="*/ 494961 h 2893056"/>
              <a:gd name="connsiteX114" fmla="*/ 212716 w 1091211"/>
              <a:gd name="connsiteY114" fmla="*/ 491052 h 2893056"/>
              <a:gd name="connsiteX115" fmla="*/ 214154 w 1091211"/>
              <a:gd name="connsiteY115" fmla="*/ 487144 h 2893056"/>
              <a:gd name="connsiteX116" fmla="*/ 215616 w 1091211"/>
              <a:gd name="connsiteY116" fmla="*/ 483235 h 2893056"/>
              <a:gd name="connsiteX117" fmla="*/ 217085 w 1091211"/>
              <a:gd name="connsiteY117" fmla="*/ 479357 h 2893056"/>
              <a:gd name="connsiteX118" fmla="*/ 218516 w 1091211"/>
              <a:gd name="connsiteY118" fmla="*/ 475509 h 2893056"/>
              <a:gd name="connsiteX119" fmla="*/ 219986 w 1091211"/>
              <a:gd name="connsiteY119" fmla="*/ 471631 h 2893056"/>
              <a:gd name="connsiteX120" fmla="*/ 222917 w 1091211"/>
              <a:gd name="connsiteY120" fmla="*/ 463936 h 2893056"/>
              <a:gd name="connsiteX121" fmla="*/ 224348 w 1091211"/>
              <a:gd name="connsiteY121" fmla="*/ 460119 h 2893056"/>
              <a:gd name="connsiteX122" fmla="*/ 227279 w 1091211"/>
              <a:gd name="connsiteY122" fmla="*/ 452485 h 2893056"/>
              <a:gd name="connsiteX123" fmla="*/ 228717 w 1091211"/>
              <a:gd name="connsiteY123" fmla="*/ 448698 h 2893056"/>
              <a:gd name="connsiteX124" fmla="*/ 230179 w 1091211"/>
              <a:gd name="connsiteY124" fmla="*/ 444912 h 2893056"/>
              <a:gd name="connsiteX125" fmla="*/ 231649 w 1091211"/>
              <a:gd name="connsiteY125" fmla="*/ 441156 h 2893056"/>
              <a:gd name="connsiteX126" fmla="*/ 233111 w 1091211"/>
              <a:gd name="connsiteY126" fmla="*/ 437370 h 2893056"/>
              <a:gd name="connsiteX127" fmla="*/ 234549 w 1091211"/>
              <a:gd name="connsiteY127" fmla="*/ 433644 h 2893056"/>
              <a:gd name="connsiteX128" fmla="*/ 236011 w 1091211"/>
              <a:gd name="connsiteY128" fmla="*/ 429919 h 2893056"/>
              <a:gd name="connsiteX129" fmla="*/ 237481 w 1091211"/>
              <a:gd name="connsiteY129" fmla="*/ 426163 h 2893056"/>
              <a:gd name="connsiteX130" fmla="*/ 238919 w 1091211"/>
              <a:gd name="connsiteY130" fmla="*/ 422468 h 2893056"/>
              <a:gd name="connsiteX131" fmla="*/ 241850 w 1091211"/>
              <a:gd name="connsiteY131" fmla="*/ 415078 h 2893056"/>
              <a:gd name="connsiteX132" fmla="*/ 243281 w 1091211"/>
              <a:gd name="connsiteY132" fmla="*/ 411414 h 2893056"/>
              <a:gd name="connsiteX133" fmla="*/ 246213 w 1091211"/>
              <a:gd name="connsiteY133" fmla="*/ 404085 h 2893056"/>
              <a:gd name="connsiteX134" fmla="*/ 247682 w 1091211"/>
              <a:gd name="connsiteY134" fmla="*/ 400451 h 2893056"/>
              <a:gd name="connsiteX135" fmla="*/ 249113 w 1091211"/>
              <a:gd name="connsiteY135" fmla="*/ 396818 h 2893056"/>
              <a:gd name="connsiteX136" fmla="*/ 252044 w 1091211"/>
              <a:gd name="connsiteY136" fmla="*/ 389611 h 2893056"/>
              <a:gd name="connsiteX137" fmla="*/ 253483 w 1091211"/>
              <a:gd name="connsiteY137" fmla="*/ 386038 h 2893056"/>
              <a:gd name="connsiteX138" fmla="*/ 254944 w 1091211"/>
              <a:gd name="connsiteY138" fmla="*/ 382435 h 2893056"/>
              <a:gd name="connsiteX139" fmla="*/ 257876 w 1091211"/>
              <a:gd name="connsiteY139" fmla="*/ 375351 h 2893056"/>
              <a:gd name="connsiteX140" fmla="*/ 259314 w 1091211"/>
              <a:gd name="connsiteY140" fmla="*/ 371778 h 2893056"/>
              <a:gd name="connsiteX141" fmla="*/ 260776 w 1091211"/>
              <a:gd name="connsiteY141" fmla="*/ 368297 h 2893056"/>
              <a:gd name="connsiteX142" fmla="*/ 262246 w 1091211"/>
              <a:gd name="connsiteY142" fmla="*/ 364785 h 2893056"/>
              <a:gd name="connsiteX143" fmla="*/ 263684 w 1091211"/>
              <a:gd name="connsiteY143" fmla="*/ 361273 h 2893056"/>
              <a:gd name="connsiteX144" fmla="*/ 266615 w 1091211"/>
              <a:gd name="connsiteY144" fmla="*/ 354311 h 2893056"/>
              <a:gd name="connsiteX145" fmla="*/ 268077 w 1091211"/>
              <a:gd name="connsiteY145" fmla="*/ 350861 h 2893056"/>
              <a:gd name="connsiteX146" fmla="*/ 269516 w 1091211"/>
              <a:gd name="connsiteY146" fmla="*/ 347410 h 2893056"/>
              <a:gd name="connsiteX147" fmla="*/ 272447 w 1091211"/>
              <a:gd name="connsiteY147" fmla="*/ 340570 h 2893056"/>
              <a:gd name="connsiteX148" fmla="*/ 273878 w 1091211"/>
              <a:gd name="connsiteY148" fmla="*/ 337180 h 2893056"/>
              <a:gd name="connsiteX149" fmla="*/ 276809 w 1091211"/>
              <a:gd name="connsiteY149" fmla="*/ 330401 h 2893056"/>
              <a:gd name="connsiteX150" fmla="*/ 278279 w 1091211"/>
              <a:gd name="connsiteY150" fmla="*/ 327042 h 2893056"/>
              <a:gd name="connsiteX151" fmla="*/ 279710 w 1091211"/>
              <a:gd name="connsiteY151" fmla="*/ 323683 h 2893056"/>
              <a:gd name="connsiteX152" fmla="*/ 282641 w 1091211"/>
              <a:gd name="connsiteY152" fmla="*/ 317027 h 2893056"/>
              <a:gd name="connsiteX153" fmla="*/ 284079 w 1091211"/>
              <a:gd name="connsiteY153" fmla="*/ 313729 h 2893056"/>
              <a:gd name="connsiteX154" fmla="*/ 285541 w 1091211"/>
              <a:gd name="connsiteY154" fmla="*/ 310431 h 2893056"/>
              <a:gd name="connsiteX155" fmla="*/ 288473 w 1091211"/>
              <a:gd name="connsiteY155" fmla="*/ 303896 h 2893056"/>
              <a:gd name="connsiteX156" fmla="*/ 289911 w 1091211"/>
              <a:gd name="connsiteY156" fmla="*/ 300628 h 2893056"/>
              <a:gd name="connsiteX157" fmla="*/ 291373 w 1091211"/>
              <a:gd name="connsiteY157" fmla="*/ 297422 h 2893056"/>
              <a:gd name="connsiteX158" fmla="*/ 292842 w 1091211"/>
              <a:gd name="connsiteY158" fmla="*/ 294185 h 2893056"/>
              <a:gd name="connsiteX159" fmla="*/ 294281 w 1091211"/>
              <a:gd name="connsiteY159" fmla="*/ 290979 h 2893056"/>
              <a:gd name="connsiteX160" fmla="*/ 298674 w 1091211"/>
              <a:gd name="connsiteY160" fmla="*/ 281452 h 2893056"/>
              <a:gd name="connsiteX161" fmla="*/ 300112 w 1091211"/>
              <a:gd name="connsiteY161" fmla="*/ 278306 h 2893056"/>
              <a:gd name="connsiteX162" fmla="*/ 301574 w 1091211"/>
              <a:gd name="connsiteY162" fmla="*/ 275192 h 2893056"/>
              <a:gd name="connsiteX163" fmla="*/ 303044 w 1091211"/>
              <a:gd name="connsiteY163" fmla="*/ 272047 h 2893056"/>
              <a:gd name="connsiteX164" fmla="*/ 304475 w 1091211"/>
              <a:gd name="connsiteY164" fmla="*/ 268962 h 2893056"/>
              <a:gd name="connsiteX165" fmla="*/ 307406 w 1091211"/>
              <a:gd name="connsiteY165" fmla="*/ 262794 h 2893056"/>
              <a:gd name="connsiteX166" fmla="*/ 308844 w 1091211"/>
              <a:gd name="connsiteY166" fmla="*/ 259740 h 2893056"/>
              <a:gd name="connsiteX167" fmla="*/ 310306 w 1091211"/>
              <a:gd name="connsiteY167" fmla="*/ 256717 h 2893056"/>
              <a:gd name="connsiteX168" fmla="*/ 311776 w 1091211"/>
              <a:gd name="connsiteY168" fmla="*/ 253664 h 2893056"/>
              <a:gd name="connsiteX169" fmla="*/ 313238 w 1091211"/>
              <a:gd name="connsiteY169" fmla="*/ 250671 h 2893056"/>
              <a:gd name="connsiteX170" fmla="*/ 314676 w 1091211"/>
              <a:gd name="connsiteY170" fmla="*/ 247679 h 2893056"/>
              <a:gd name="connsiteX171" fmla="*/ 316138 w 1091211"/>
              <a:gd name="connsiteY171" fmla="*/ 244687 h 2893056"/>
              <a:gd name="connsiteX172" fmla="*/ 317608 w 1091211"/>
              <a:gd name="connsiteY172" fmla="*/ 241724 h 2893056"/>
              <a:gd name="connsiteX173" fmla="*/ 319046 w 1091211"/>
              <a:gd name="connsiteY173" fmla="*/ 238792 h 2893056"/>
              <a:gd name="connsiteX174" fmla="*/ 320508 w 1091211"/>
              <a:gd name="connsiteY174" fmla="*/ 235830 h 2893056"/>
              <a:gd name="connsiteX175" fmla="*/ 323439 w 1091211"/>
              <a:gd name="connsiteY175" fmla="*/ 230029 h 2893056"/>
              <a:gd name="connsiteX176" fmla="*/ 324878 w 1091211"/>
              <a:gd name="connsiteY176" fmla="*/ 227128 h 2893056"/>
              <a:gd name="connsiteX177" fmla="*/ 326339 w 1091211"/>
              <a:gd name="connsiteY177" fmla="*/ 224288 h 2893056"/>
              <a:gd name="connsiteX178" fmla="*/ 327809 w 1091211"/>
              <a:gd name="connsiteY178" fmla="*/ 221418 h 2893056"/>
              <a:gd name="connsiteX179" fmla="*/ 329240 w 1091211"/>
              <a:gd name="connsiteY179" fmla="*/ 218578 h 2893056"/>
              <a:gd name="connsiteX180" fmla="*/ 333641 w 1091211"/>
              <a:gd name="connsiteY180" fmla="*/ 210150 h 2893056"/>
              <a:gd name="connsiteX181" fmla="*/ 335071 w 1091211"/>
              <a:gd name="connsiteY181" fmla="*/ 207401 h 2893056"/>
              <a:gd name="connsiteX182" fmla="*/ 336541 w 1091211"/>
              <a:gd name="connsiteY182" fmla="*/ 204623 h 2893056"/>
              <a:gd name="connsiteX183" fmla="*/ 338003 w 1091211"/>
              <a:gd name="connsiteY183" fmla="*/ 201875 h 2893056"/>
              <a:gd name="connsiteX184" fmla="*/ 339441 w 1091211"/>
              <a:gd name="connsiteY184" fmla="*/ 199156 h 2893056"/>
              <a:gd name="connsiteX185" fmla="*/ 340903 w 1091211"/>
              <a:gd name="connsiteY185" fmla="*/ 196470 h 2893056"/>
              <a:gd name="connsiteX186" fmla="*/ 342373 w 1091211"/>
              <a:gd name="connsiteY186" fmla="*/ 193752 h 2893056"/>
              <a:gd name="connsiteX187" fmla="*/ 343835 w 1091211"/>
              <a:gd name="connsiteY187" fmla="*/ 191095 h 2893056"/>
              <a:gd name="connsiteX188" fmla="*/ 345273 w 1091211"/>
              <a:gd name="connsiteY188" fmla="*/ 188438 h 2893056"/>
              <a:gd name="connsiteX189" fmla="*/ 346742 w 1091211"/>
              <a:gd name="connsiteY189" fmla="*/ 185782 h 2893056"/>
              <a:gd name="connsiteX190" fmla="*/ 348204 w 1091211"/>
              <a:gd name="connsiteY190" fmla="*/ 183187 h 2893056"/>
              <a:gd name="connsiteX191" fmla="*/ 349643 w 1091211"/>
              <a:gd name="connsiteY191" fmla="*/ 180560 h 2893056"/>
              <a:gd name="connsiteX192" fmla="*/ 351105 w 1091211"/>
              <a:gd name="connsiteY192" fmla="*/ 177965 h 2893056"/>
              <a:gd name="connsiteX193" fmla="*/ 354036 w 1091211"/>
              <a:gd name="connsiteY193" fmla="*/ 172835 h 2893056"/>
              <a:gd name="connsiteX194" fmla="*/ 355474 w 1091211"/>
              <a:gd name="connsiteY194" fmla="*/ 170300 h 2893056"/>
              <a:gd name="connsiteX195" fmla="*/ 356936 w 1091211"/>
              <a:gd name="connsiteY195" fmla="*/ 167766 h 2893056"/>
              <a:gd name="connsiteX196" fmla="*/ 358406 w 1091211"/>
              <a:gd name="connsiteY196" fmla="*/ 165262 h 2893056"/>
              <a:gd name="connsiteX197" fmla="*/ 359836 w 1091211"/>
              <a:gd name="connsiteY197" fmla="*/ 162758 h 2893056"/>
              <a:gd name="connsiteX198" fmla="*/ 362768 w 1091211"/>
              <a:gd name="connsiteY198" fmla="*/ 157872 h 2893056"/>
              <a:gd name="connsiteX199" fmla="*/ 364206 w 1091211"/>
              <a:gd name="connsiteY199" fmla="*/ 155399 h 2893056"/>
              <a:gd name="connsiteX200" fmla="*/ 365668 w 1091211"/>
              <a:gd name="connsiteY200" fmla="*/ 152986 h 2893056"/>
              <a:gd name="connsiteX201" fmla="*/ 367138 w 1091211"/>
              <a:gd name="connsiteY201" fmla="*/ 150604 h 2893056"/>
              <a:gd name="connsiteX202" fmla="*/ 368600 w 1091211"/>
              <a:gd name="connsiteY202" fmla="*/ 148192 h 2893056"/>
              <a:gd name="connsiteX203" fmla="*/ 370038 w 1091211"/>
              <a:gd name="connsiteY203" fmla="*/ 145840 h 2893056"/>
              <a:gd name="connsiteX204" fmla="*/ 372969 w 1091211"/>
              <a:gd name="connsiteY204" fmla="*/ 141138 h 2893056"/>
              <a:gd name="connsiteX205" fmla="*/ 374408 w 1091211"/>
              <a:gd name="connsiteY205" fmla="*/ 138848 h 2893056"/>
              <a:gd name="connsiteX206" fmla="*/ 377339 w 1091211"/>
              <a:gd name="connsiteY206" fmla="*/ 134268 h 2893056"/>
              <a:gd name="connsiteX207" fmla="*/ 378801 w 1091211"/>
              <a:gd name="connsiteY207" fmla="*/ 132008 h 2893056"/>
              <a:gd name="connsiteX208" fmla="*/ 380239 w 1091211"/>
              <a:gd name="connsiteY208" fmla="*/ 129778 h 2893056"/>
              <a:gd name="connsiteX209" fmla="*/ 381701 w 1091211"/>
              <a:gd name="connsiteY209" fmla="*/ 127519 h 2893056"/>
              <a:gd name="connsiteX210" fmla="*/ 383171 w 1091211"/>
              <a:gd name="connsiteY210" fmla="*/ 125320 h 2893056"/>
              <a:gd name="connsiteX211" fmla="*/ 384602 w 1091211"/>
              <a:gd name="connsiteY211" fmla="*/ 123152 h 2893056"/>
              <a:gd name="connsiteX212" fmla="*/ 386071 w 1091211"/>
              <a:gd name="connsiteY212" fmla="*/ 120953 h 2893056"/>
              <a:gd name="connsiteX213" fmla="*/ 389003 w 1091211"/>
              <a:gd name="connsiteY213" fmla="*/ 116679 h 2893056"/>
              <a:gd name="connsiteX214" fmla="*/ 390433 w 1091211"/>
              <a:gd name="connsiteY214" fmla="*/ 114541 h 2893056"/>
              <a:gd name="connsiteX215" fmla="*/ 393365 w 1091211"/>
              <a:gd name="connsiteY215" fmla="*/ 110388 h 2893056"/>
              <a:gd name="connsiteX216" fmla="*/ 394803 w 1091211"/>
              <a:gd name="connsiteY216" fmla="*/ 108311 h 2893056"/>
              <a:gd name="connsiteX217" fmla="*/ 396265 w 1091211"/>
              <a:gd name="connsiteY217" fmla="*/ 106266 h 2893056"/>
              <a:gd name="connsiteX218" fmla="*/ 399196 w 1091211"/>
              <a:gd name="connsiteY218" fmla="*/ 102235 h 2893056"/>
              <a:gd name="connsiteX219" fmla="*/ 400635 w 1091211"/>
              <a:gd name="connsiteY219" fmla="*/ 100250 h 2893056"/>
              <a:gd name="connsiteX220" fmla="*/ 402104 w 1091211"/>
              <a:gd name="connsiteY220" fmla="*/ 98296 h 2893056"/>
              <a:gd name="connsiteX221" fmla="*/ 403566 w 1091211"/>
              <a:gd name="connsiteY221" fmla="*/ 96311 h 2893056"/>
              <a:gd name="connsiteX222" fmla="*/ 405005 w 1091211"/>
              <a:gd name="connsiteY222" fmla="*/ 94387 h 2893056"/>
              <a:gd name="connsiteX223" fmla="*/ 406466 w 1091211"/>
              <a:gd name="connsiteY223" fmla="*/ 92494 h 2893056"/>
              <a:gd name="connsiteX224" fmla="*/ 407936 w 1091211"/>
              <a:gd name="connsiteY224" fmla="*/ 90570 h 2893056"/>
              <a:gd name="connsiteX225" fmla="*/ 409398 w 1091211"/>
              <a:gd name="connsiteY225" fmla="*/ 88707 h 2893056"/>
              <a:gd name="connsiteX226" fmla="*/ 410836 w 1091211"/>
              <a:gd name="connsiteY226" fmla="*/ 86845 h 2893056"/>
              <a:gd name="connsiteX227" fmla="*/ 412298 w 1091211"/>
              <a:gd name="connsiteY227" fmla="*/ 84982 h 2893056"/>
              <a:gd name="connsiteX228" fmla="*/ 413768 w 1091211"/>
              <a:gd name="connsiteY228" fmla="*/ 83180 h 2893056"/>
              <a:gd name="connsiteX229" fmla="*/ 415198 w 1091211"/>
              <a:gd name="connsiteY229" fmla="*/ 81378 h 2893056"/>
              <a:gd name="connsiteX230" fmla="*/ 416668 w 1091211"/>
              <a:gd name="connsiteY230" fmla="*/ 79577 h 2893056"/>
              <a:gd name="connsiteX231" fmla="*/ 419599 w 1091211"/>
              <a:gd name="connsiteY231" fmla="*/ 76096 h 2893056"/>
              <a:gd name="connsiteX232" fmla="*/ 421030 w 1091211"/>
              <a:gd name="connsiteY232" fmla="*/ 74355 h 2893056"/>
              <a:gd name="connsiteX233" fmla="*/ 422500 w 1091211"/>
              <a:gd name="connsiteY233" fmla="*/ 72645 h 2893056"/>
              <a:gd name="connsiteX234" fmla="*/ 423962 w 1091211"/>
              <a:gd name="connsiteY234" fmla="*/ 70966 h 2893056"/>
              <a:gd name="connsiteX235" fmla="*/ 425400 w 1091211"/>
              <a:gd name="connsiteY235" fmla="*/ 69287 h 2893056"/>
              <a:gd name="connsiteX236" fmla="*/ 426869 w 1091211"/>
              <a:gd name="connsiteY236" fmla="*/ 67637 h 2893056"/>
              <a:gd name="connsiteX237" fmla="*/ 428331 w 1091211"/>
              <a:gd name="connsiteY237" fmla="*/ 66019 h 2893056"/>
              <a:gd name="connsiteX238" fmla="*/ 429770 w 1091211"/>
              <a:gd name="connsiteY238" fmla="*/ 64401 h 2893056"/>
              <a:gd name="connsiteX239" fmla="*/ 431232 w 1091211"/>
              <a:gd name="connsiteY239" fmla="*/ 62812 h 2893056"/>
              <a:gd name="connsiteX240" fmla="*/ 432701 w 1091211"/>
              <a:gd name="connsiteY240" fmla="*/ 61255 h 2893056"/>
              <a:gd name="connsiteX241" fmla="*/ 434163 w 1091211"/>
              <a:gd name="connsiteY241" fmla="*/ 59668 h 2893056"/>
              <a:gd name="connsiteX242" fmla="*/ 435601 w 1091211"/>
              <a:gd name="connsiteY242" fmla="*/ 58141 h 2893056"/>
              <a:gd name="connsiteX243" fmla="*/ 437063 w 1091211"/>
              <a:gd name="connsiteY243" fmla="*/ 56645 h 2893056"/>
              <a:gd name="connsiteX244" fmla="*/ 438533 w 1091211"/>
              <a:gd name="connsiteY244" fmla="*/ 55118 h 2893056"/>
              <a:gd name="connsiteX245" fmla="*/ 439963 w 1091211"/>
              <a:gd name="connsiteY245" fmla="*/ 53652 h 2893056"/>
              <a:gd name="connsiteX246" fmla="*/ 441433 w 1091211"/>
              <a:gd name="connsiteY246" fmla="*/ 52217 h 2893056"/>
              <a:gd name="connsiteX247" fmla="*/ 442895 w 1091211"/>
              <a:gd name="connsiteY247" fmla="*/ 50751 h 2893056"/>
              <a:gd name="connsiteX248" fmla="*/ 444364 w 1091211"/>
              <a:gd name="connsiteY248" fmla="*/ 49346 h 2893056"/>
              <a:gd name="connsiteX249" fmla="*/ 445795 w 1091211"/>
              <a:gd name="connsiteY249" fmla="*/ 47942 h 2893056"/>
              <a:gd name="connsiteX250" fmla="*/ 447265 w 1091211"/>
              <a:gd name="connsiteY250" fmla="*/ 46567 h 2893056"/>
              <a:gd name="connsiteX251" fmla="*/ 448727 w 1091211"/>
              <a:gd name="connsiteY251" fmla="*/ 45224 h 2893056"/>
              <a:gd name="connsiteX252" fmla="*/ 450165 w 1091211"/>
              <a:gd name="connsiteY252" fmla="*/ 43881 h 2893056"/>
              <a:gd name="connsiteX253" fmla="*/ 451627 w 1091211"/>
              <a:gd name="connsiteY253" fmla="*/ 42537 h 2893056"/>
              <a:gd name="connsiteX254" fmla="*/ 454566 w 1091211"/>
              <a:gd name="connsiteY254" fmla="*/ 39972 h 2893056"/>
              <a:gd name="connsiteX255" fmla="*/ 455997 w 1091211"/>
              <a:gd name="connsiteY255" fmla="*/ 38689 h 2893056"/>
              <a:gd name="connsiteX256" fmla="*/ 458928 w 1091211"/>
              <a:gd name="connsiteY256" fmla="*/ 36246 h 2893056"/>
              <a:gd name="connsiteX257" fmla="*/ 460366 w 1091211"/>
              <a:gd name="connsiteY257" fmla="*/ 35024 h 2893056"/>
              <a:gd name="connsiteX258" fmla="*/ 464760 w 1091211"/>
              <a:gd name="connsiteY258" fmla="*/ 31543 h 2893056"/>
              <a:gd name="connsiteX259" fmla="*/ 466198 w 1091211"/>
              <a:gd name="connsiteY259" fmla="*/ 30444 h 2893056"/>
              <a:gd name="connsiteX260" fmla="*/ 469130 w 1091211"/>
              <a:gd name="connsiteY260" fmla="*/ 28246 h 2893056"/>
              <a:gd name="connsiteX261" fmla="*/ 470560 w 1091211"/>
              <a:gd name="connsiteY261" fmla="*/ 27207 h 2893056"/>
              <a:gd name="connsiteX262" fmla="*/ 473492 w 1091211"/>
              <a:gd name="connsiteY262" fmla="*/ 25131 h 2893056"/>
              <a:gd name="connsiteX263" fmla="*/ 474961 w 1091211"/>
              <a:gd name="connsiteY263" fmla="*/ 24123 h 2893056"/>
              <a:gd name="connsiteX264" fmla="*/ 476392 w 1091211"/>
              <a:gd name="connsiteY264" fmla="*/ 23146 h 2893056"/>
              <a:gd name="connsiteX265" fmla="*/ 477861 w 1091211"/>
              <a:gd name="connsiteY265" fmla="*/ 22169 h 2893056"/>
              <a:gd name="connsiteX266" fmla="*/ 479323 w 1091211"/>
              <a:gd name="connsiteY266" fmla="*/ 21253 h 2893056"/>
              <a:gd name="connsiteX267" fmla="*/ 480762 w 1091211"/>
              <a:gd name="connsiteY267" fmla="*/ 20337 h 2893056"/>
              <a:gd name="connsiteX268" fmla="*/ 482231 w 1091211"/>
              <a:gd name="connsiteY268" fmla="*/ 19421 h 2893056"/>
              <a:gd name="connsiteX269" fmla="*/ 483693 w 1091211"/>
              <a:gd name="connsiteY269" fmla="*/ 18536 h 2893056"/>
              <a:gd name="connsiteX270" fmla="*/ 485163 w 1091211"/>
              <a:gd name="connsiteY270" fmla="*/ 17680 h 2893056"/>
              <a:gd name="connsiteX271" fmla="*/ 486593 w 1091211"/>
              <a:gd name="connsiteY271" fmla="*/ 16825 h 2893056"/>
              <a:gd name="connsiteX272" fmla="*/ 489525 w 1091211"/>
              <a:gd name="connsiteY272" fmla="*/ 15237 h 2893056"/>
              <a:gd name="connsiteX273" fmla="*/ 490963 w 1091211"/>
              <a:gd name="connsiteY273" fmla="*/ 14443 h 2893056"/>
              <a:gd name="connsiteX274" fmla="*/ 492425 w 1091211"/>
              <a:gd name="connsiteY274" fmla="*/ 13680 h 2893056"/>
              <a:gd name="connsiteX275" fmla="*/ 493895 w 1091211"/>
              <a:gd name="connsiteY275" fmla="*/ 12947 h 2893056"/>
              <a:gd name="connsiteX276" fmla="*/ 495325 w 1091211"/>
              <a:gd name="connsiteY276" fmla="*/ 12214 h 2893056"/>
              <a:gd name="connsiteX277" fmla="*/ 498257 w 1091211"/>
              <a:gd name="connsiteY277" fmla="*/ 10871 h 2893056"/>
              <a:gd name="connsiteX278" fmla="*/ 499726 w 1091211"/>
              <a:gd name="connsiteY278" fmla="*/ 10169 h 2893056"/>
              <a:gd name="connsiteX279" fmla="*/ 501157 w 1091211"/>
              <a:gd name="connsiteY279" fmla="*/ 9557 h 2893056"/>
              <a:gd name="connsiteX280" fmla="*/ 504088 w 1091211"/>
              <a:gd name="connsiteY280" fmla="*/ 8336 h 2893056"/>
              <a:gd name="connsiteX281" fmla="*/ 505527 w 1091211"/>
              <a:gd name="connsiteY281" fmla="*/ 7787 h 2893056"/>
              <a:gd name="connsiteX282" fmla="*/ 506996 w 1091211"/>
              <a:gd name="connsiteY282" fmla="*/ 7206 h 2893056"/>
              <a:gd name="connsiteX283" fmla="*/ 508458 w 1091211"/>
              <a:gd name="connsiteY283" fmla="*/ 6656 h 2893056"/>
              <a:gd name="connsiteX284" fmla="*/ 509928 w 1091211"/>
              <a:gd name="connsiteY284" fmla="*/ 6168 h 2893056"/>
              <a:gd name="connsiteX285" fmla="*/ 511358 w 1091211"/>
              <a:gd name="connsiteY285" fmla="*/ 5679 h 2893056"/>
              <a:gd name="connsiteX286" fmla="*/ 512828 w 1091211"/>
              <a:gd name="connsiteY286" fmla="*/ 5191 h 2893056"/>
              <a:gd name="connsiteX287" fmla="*/ 514290 w 1091211"/>
              <a:gd name="connsiteY287" fmla="*/ 4764 h 2893056"/>
              <a:gd name="connsiteX288" fmla="*/ 515728 w 1091211"/>
              <a:gd name="connsiteY288" fmla="*/ 4336 h 2893056"/>
              <a:gd name="connsiteX289" fmla="*/ 517190 w 1091211"/>
              <a:gd name="connsiteY289" fmla="*/ 3878 h 2893056"/>
              <a:gd name="connsiteX290" fmla="*/ 520122 w 1091211"/>
              <a:gd name="connsiteY290" fmla="*/ 3145 h 2893056"/>
              <a:gd name="connsiteX291" fmla="*/ 521560 w 1091211"/>
              <a:gd name="connsiteY291" fmla="*/ 2778 h 2893056"/>
              <a:gd name="connsiteX292" fmla="*/ 524491 w 1091211"/>
              <a:gd name="connsiteY292" fmla="*/ 2168 h 2893056"/>
              <a:gd name="connsiteX293" fmla="*/ 525922 w 1091211"/>
              <a:gd name="connsiteY293" fmla="*/ 1863 h 2893056"/>
              <a:gd name="connsiteX294" fmla="*/ 527392 w 1091211"/>
              <a:gd name="connsiteY294" fmla="*/ 1588 h 2893056"/>
              <a:gd name="connsiteX295" fmla="*/ 530323 w 1091211"/>
              <a:gd name="connsiteY295" fmla="*/ 1099 h 2893056"/>
              <a:gd name="connsiteX296" fmla="*/ 531754 w 1091211"/>
              <a:gd name="connsiteY296" fmla="*/ 916 h 2893056"/>
              <a:gd name="connsiteX297" fmla="*/ 534693 w 1091211"/>
              <a:gd name="connsiteY297" fmla="*/ 550 h 2893056"/>
              <a:gd name="connsiteX298" fmla="*/ 536124 w 1091211"/>
              <a:gd name="connsiteY298" fmla="*/ 428 h 2893056"/>
              <a:gd name="connsiteX299" fmla="*/ 539055 w 1091211"/>
              <a:gd name="connsiteY299" fmla="*/ 183 h 2893056"/>
              <a:gd name="connsiteX300" fmla="*/ 540525 w 1091211"/>
              <a:gd name="connsiteY300" fmla="*/ 122 h 2893056"/>
              <a:gd name="connsiteX301" fmla="*/ 541955 w 1091211"/>
              <a:gd name="connsiteY301" fmla="*/ 61 h 2893056"/>
              <a:gd name="connsiteX302" fmla="*/ 543425 w 1091211"/>
              <a:gd name="connsiteY302" fmla="*/ 0 h 2893056"/>
              <a:gd name="connsiteX303" fmla="*/ 547787 w 1091211"/>
              <a:gd name="connsiteY303" fmla="*/ 0 h 2893056"/>
              <a:gd name="connsiteX304" fmla="*/ 549257 w 1091211"/>
              <a:gd name="connsiteY304" fmla="*/ 61 h 2893056"/>
              <a:gd name="connsiteX305" fmla="*/ 550687 w 1091211"/>
              <a:gd name="connsiteY305" fmla="*/ 122 h 2893056"/>
              <a:gd name="connsiteX306" fmla="*/ 552157 w 1091211"/>
              <a:gd name="connsiteY306" fmla="*/ 183 h 2893056"/>
              <a:gd name="connsiteX307" fmla="*/ 555088 w 1091211"/>
              <a:gd name="connsiteY307" fmla="*/ 428 h 2893056"/>
              <a:gd name="connsiteX308" fmla="*/ 556519 w 1091211"/>
              <a:gd name="connsiteY308" fmla="*/ 550 h 2893056"/>
              <a:gd name="connsiteX309" fmla="*/ 559450 w 1091211"/>
              <a:gd name="connsiteY309" fmla="*/ 916 h 2893056"/>
              <a:gd name="connsiteX310" fmla="*/ 560889 w 1091211"/>
              <a:gd name="connsiteY310" fmla="*/ 1099 h 2893056"/>
              <a:gd name="connsiteX311" fmla="*/ 563820 w 1091211"/>
              <a:gd name="connsiteY311" fmla="*/ 1588 h 2893056"/>
              <a:gd name="connsiteX312" fmla="*/ 565290 w 1091211"/>
              <a:gd name="connsiteY312" fmla="*/ 1863 h 2893056"/>
              <a:gd name="connsiteX313" fmla="*/ 566720 w 1091211"/>
              <a:gd name="connsiteY313" fmla="*/ 2168 h 2893056"/>
              <a:gd name="connsiteX314" fmla="*/ 569652 w 1091211"/>
              <a:gd name="connsiteY314" fmla="*/ 2778 h 2893056"/>
              <a:gd name="connsiteX315" fmla="*/ 571090 w 1091211"/>
              <a:gd name="connsiteY315" fmla="*/ 3145 h 2893056"/>
              <a:gd name="connsiteX316" fmla="*/ 574022 w 1091211"/>
              <a:gd name="connsiteY316" fmla="*/ 3878 h 2893056"/>
              <a:gd name="connsiteX317" fmla="*/ 575484 w 1091211"/>
              <a:gd name="connsiteY317" fmla="*/ 4336 h 2893056"/>
              <a:gd name="connsiteX318" fmla="*/ 576922 w 1091211"/>
              <a:gd name="connsiteY318" fmla="*/ 4764 h 2893056"/>
              <a:gd name="connsiteX319" fmla="*/ 578384 w 1091211"/>
              <a:gd name="connsiteY319" fmla="*/ 5191 h 2893056"/>
              <a:gd name="connsiteX320" fmla="*/ 579853 w 1091211"/>
              <a:gd name="connsiteY320" fmla="*/ 5679 h 2893056"/>
              <a:gd name="connsiteX321" fmla="*/ 581284 w 1091211"/>
              <a:gd name="connsiteY321" fmla="*/ 6168 h 2893056"/>
              <a:gd name="connsiteX322" fmla="*/ 582754 w 1091211"/>
              <a:gd name="connsiteY322" fmla="*/ 6656 h 2893056"/>
              <a:gd name="connsiteX323" fmla="*/ 584215 w 1091211"/>
              <a:gd name="connsiteY323" fmla="*/ 7206 h 2893056"/>
              <a:gd name="connsiteX324" fmla="*/ 585685 w 1091211"/>
              <a:gd name="connsiteY324" fmla="*/ 7787 h 2893056"/>
              <a:gd name="connsiteX325" fmla="*/ 587123 w 1091211"/>
              <a:gd name="connsiteY325" fmla="*/ 8336 h 2893056"/>
              <a:gd name="connsiteX326" fmla="*/ 590055 w 1091211"/>
              <a:gd name="connsiteY326" fmla="*/ 9557 h 2893056"/>
              <a:gd name="connsiteX327" fmla="*/ 591485 w 1091211"/>
              <a:gd name="connsiteY327" fmla="*/ 10169 h 2893056"/>
              <a:gd name="connsiteX328" fmla="*/ 592955 w 1091211"/>
              <a:gd name="connsiteY328" fmla="*/ 10871 h 2893056"/>
              <a:gd name="connsiteX329" fmla="*/ 595886 w 1091211"/>
              <a:gd name="connsiteY329" fmla="*/ 12214 h 2893056"/>
              <a:gd name="connsiteX330" fmla="*/ 597317 w 1091211"/>
              <a:gd name="connsiteY330" fmla="*/ 12947 h 2893056"/>
              <a:gd name="connsiteX331" fmla="*/ 598787 w 1091211"/>
              <a:gd name="connsiteY331" fmla="*/ 13680 h 2893056"/>
              <a:gd name="connsiteX332" fmla="*/ 600249 w 1091211"/>
              <a:gd name="connsiteY332" fmla="*/ 14443 h 2893056"/>
              <a:gd name="connsiteX333" fmla="*/ 601687 w 1091211"/>
              <a:gd name="connsiteY333" fmla="*/ 15237 h 2893056"/>
              <a:gd name="connsiteX334" fmla="*/ 604618 w 1091211"/>
              <a:gd name="connsiteY334" fmla="*/ 16825 h 2893056"/>
              <a:gd name="connsiteX335" fmla="*/ 606080 w 1091211"/>
              <a:gd name="connsiteY335" fmla="*/ 17680 h 2893056"/>
              <a:gd name="connsiteX336" fmla="*/ 607519 w 1091211"/>
              <a:gd name="connsiteY336" fmla="*/ 18536 h 2893056"/>
              <a:gd name="connsiteX337" fmla="*/ 608981 w 1091211"/>
              <a:gd name="connsiteY337" fmla="*/ 19421 h 2893056"/>
              <a:gd name="connsiteX338" fmla="*/ 610450 w 1091211"/>
              <a:gd name="connsiteY338" fmla="*/ 20337 h 2893056"/>
              <a:gd name="connsiteX339" fmla="*/ 611881 w 1091211"/>
              <a:gd name="connsiteY339" fmla="*/ 21253 h 2893056"/>
              <a:gd name="connsiteX340" fmla="*/ 613350 w 1091211"/>
              <a:gd name="connsiteY340" fmla="*/ 22169 h 2893056"/>
              <a:gd name="connsiteX341" fmla="*/ 614820 w 1091211"/>
              <a:gd name="connsiteY341" fmla="*/ 23146 h 2893056"/>
              <a:gd name="connsiteX342" fmla="*/ 616251 w 1091211"/>
              <a:gd name="connsiteY342" fmla="*/ 24123 h 2893056"/>
              <a:gd name="connsiteX343" fmla="*/ 617720 w 1091211"/>
              <a:gd name="connsiteY343" fmla="*/ 25131 h 2893056"/>
              <a:gd name="connsiteX344" fmla="*/ 620652 w 1091211"/>
              <a:gd name="connsiteY344" fmla="*/ 27207 h 2893056"/>
              <a:gd name="connsiteX345" fmla="*/ 622082 w 1091211"/>
              <a:gd name="connsiteY345" fmla="*/ 28246 h 2893056"/>
              <a:gd name="connsiteX346" fmla="*/ 625014 w 1091211"/>
              <a:gd name="connsiteY346" fmla="*/ 30444 h 2893056"/>
              <a:gd name="connsiteX347" fmla="*/ 626452 w 1091211"/>
              <a:gd name="connsiteY347" fmla="*/ 31543 h 2893056"/>
              <a:gd name="connsiteX348" fmla="*/ 630845 w 1091211"/>
              <a:gd name="connsiteY348" fmla="*/ 35024 h 2893056"/>
              <a:gd name="connsiteX349" fmla="*/ 632284 w 1091211"/>
              <a:gd name="connsiteY349" fmla="*/ 36246 h 2893056"/>
              <a:gd name="connsiteX350" fmla="*/ 635215 w 1091211"/>
              <a:gd name="connsiteY350" fmla="*/ 38689 h 2893056"/>
              <a:gd name="connsiteX351" fmla="*/ 636646 w 1091211"/>
              <a:gd name="connsiteY351" fmla="*/ 39972 h 2893056"/>
              <a:gd name="connsiteX352" fmla="*/ 639577 w 1091211"/>
              <a:gd name="connsiteY352" fmla="*/ 42537 h 2893056"/>
              <a:gd name="connsiteX353" fmla="*/ 641047 w 1091211"/>
              <a:gd name="connsiteY353" fmla="*/ 43881 h 2893056"/>
              <a:gd name="connsiteX354" fmla="*/ 642485 w 1091211"/>
              <a:gd name="connsiteY354" fmla="*/ 45224 h 2893056"/>
              <a:gd name="connsiteX355" fmla="*/ 643947 w 1091211"/>
              <a:gd name="connsiteY355" fmla="*/ 46567 h 2893056"/>
              <a:gd name="connsiteX356" fmla="*/ 645417 w 1091211"/>
              <a:gd name="connsiteY356" fmla="*/ 47942 h 2893056"/>
              <a:gd name="connsiteX357" fmla="*/ 646847 w 1091211"/>
              <a:gd name="connsiteY357" fmla="*/ 49346 h 2893056"/>
              <a:gd name="connsiteX358" fmla="*/ 648317 w 1091211"/>
              <a:gd name="connsiteY358" fmla="*/ 50751 h 2893056"/>
              <a:gd name="connsiteX359" fmla="*/ 649779 w 1091211"/>
              <a:gd name="connsiteY359" fmla="*/ 52217 h 2893056"/>
              <a:gd name="connsiteX360" fmla="*/ 651248 w 1091211"/>
              <a:gd name="connsiteY360" fmla="*/ 53652 h 2893056"/>
              <a:gd name="connsiteX361" fmla="*/ 652679 w 1091211"/>
              <a:gd name="connsiteY361" fmla="*/ 55118 h 2893056"/>
              <a:gd name="connsiteX362" fmla="*/ 654149 w 1091211"/>
              <a:gd name="connsiteY362" fmla="*/ 56645 h 2893056"/>
              <a:gd name="connsiteX363" fmla="*/ 655610 w 1091211"/>
              <a:gd name="connsiteY363" fmla="*/ 58141 h 2893056"/>
              <a:gd name="connsiteX364" fmla="*/ 657049 w 1091211"/>
              <a:gd name="connsiteY364" fmla="*/ 59668 h 2893056"/>
              <a:gd name="connsiteX365" fmla="*/ 658511 w 1091211"/>
              <a:gd name="connsiteY365" fmla="*/ 61255 h 2893056"/>
              <a:gd name="connsiteX366" fmla="*/ 659980 w 1091211"/>
              <a:gd name="connsiteY366" fmla="*/ 62812 h 2893056"/>
              <a:gd name="connsiteX367" fmla="*/ 661442 w 1091211"/>
              <a:gd name="connsiteY367" fmla="*/ 64401 h 2893056"/>
              <a:gd name="connsiteX368" fmla="*/ 662880 w 1091211"/>
              <a:gd name="connsiteY368" fmla="*/ 66019 h 2893056"/>
              <a:gd name="connsiteX369" fmla="*/ 664342 w 1091211"/>
              <a:gd name="connsiteY369" fmla="*/ 67637 h 2893056"/>
              <a:gd name="connsiteX370" fmla="*/ 665812 w 1091211"/>
              <a:gd name="connsiteY370" fmla="*/ 69287 h 2893056"/>
              <a:gd name="connsiteX371" fmla="*/ 667250 w 1091211"/>
              <a:gd name="connsiteY371" fmla="*/ 70966 h 2893056"/>
              <a:gd name="connsiteX372" fmla="*/ 668712 w 1091211"/>
              <a:gd name="connsiteY372" fmla="*/ 72645 h 2893056"/>
              <a:gd name="connsiteX373" fmla="*/ 670182 w 1091211"/>
              <a:gd name="connsiteY373" fmla="*/ 74355 h 2893056"/>
              <a:gd name="connsiteX374" fmla="*/ 671612 w 1091211"/>
              <a:gd name="connsiteY374" fmla="*/ 76096 h 2893056"/>
              <a:gd name="connsiteX375" fmla="*/ 674544 w 1091211"/>
              <a:gd name="connsiteY375" fmla="*/ 79577 h 2893056"/>
              <a:gd name="connsiteX376" fmla="*/ 676013 w 1091211"/>
              <a:gd name="connsiteY376" fmla="*/ 81378 h 2893056"/>
              <a:gd name="connsiteX377" fmla="*/ 677444 w 1091211"/>
              <a:gd name="connsiteY377" fmla="*/ 83180 h 2893056"/>
              <a:gd name="connsiteX378" fmla="*/ 678914 w 1091211"/>
              <a:gd name="connsiteY378" fmla="*/ 84982 h 2893056"/>
              <a:gd name="connsiteX379" fmla="*/ 680376 w 1091211"/>
              <a:gd name="connsiteY379" fmla="*/ 86845 h 2893056"/>
              <a:gd name="connsiteX380" fmla="*/ 681814 w 1091211"/>
              <a:gd name="connsiteY380" fmla="*/ 88707 h 2893056"/>
              <a:gd name="connsiteX381" fmla="*/ 683276 w 1091211"/>
              <a:gd name="connsiteY381" fmla="*/ 90570 h 2893056"/>
              <a:gd name="connsiteX382" fmla="*/ 684745 w 1091211"/>
              <a:gd name="connsiteY382" fmla="*/ 92494 h 2893056"/>
              <a:gd name="connsiteX383" fmla="*/ 686207 w 1091211"/>
              <a:gd name="connsiteY383" fmla="*/ 94387 h 2893056"/>
              <a:gd name="connsiteX384" fmla="*/ 687646 w 1091211"/>
              <a:gd name="connsiteY384" fmla="*/ 96311 h 2893056"/>
              <a:gd name="connsiteX385" fmla="*/ 689107 w 1091211"/>
              <a:gd name="connsiteY385" fmla="*/ 98296 h 2893056"/>
              <a:gd name="connsiteX386" fmla="*/ 690577 w 1091211"/>
              <a:gd name="connsiteY386" fmla="*/ 100250 h 2893056"/>
              <a:gd name="connsiteX387" fmla="*/ 692008 w 1091211"/>
              <a:gd name="connsiteY387" fmla="*/ 102235 h 2893056"/>
              <a:gd name="connsiteX388" fmla="*/ 694947 w 1091211"/>
              <a:gd name="connsiteY388" fmla="*/ 106266 h 2893056"/>
              <a:gd name="connsiteX389" fmla="*/ 696409 w 1091211"/>
              <a:gd name="connsiteY389" fmla="*/ 108311 h 2893056"/>
              <a:gd name="connsiteX390" fmla="*/ 697847 w 1091211"/>
              <a:gd name="connsiteY390" fmla="*/ 110388 h 2893056"/>
              <a:gd name="connsiteX391" fmla="*/ 700778 w 1091211"/>
              <a:gd name="connsiteY391" fmla="*/ 114541 h 2893056"/>
              <a:gd name="connsiteX392" fmla="*/ 702209 w 1091211"/>
              <a:gd name="connsiteY392" fmla="*/ 116679 h 2893056"/>
              <a:gd name="connsiteX393" fmla="*/ 705141 w 1091211"/>
              <a:gd name="connsiteY393" fmla="*/ 120953 h 2893056"/>
              <a:gd name="connsiteX394" fmla="*/ 706610 w 1091211"/>
              <a:gd name="connsiteY394" fmla="*/ 123152 h 2893056"/>
              <a:gd name="connsiteX395" fmla="*/ 708041 w 1091211"/>
              <a:gd name="connsiteY395" fmla="*/ 125320 h 2893056"/>
              <a:gd name="connsiteX396" fmla="*/ 709510 w 1091211"/>
              <a:gd name="connsiteY396" fmla="*/ 127519 h 2893056"/>
              <a:gd name="connsiteX397" fmla="*/ 710972 w 1091211"/>
              <a:gd name="connsiteY397" fmla="*/ 129778 h 2893056"/>
              <a:gd name="connsiteX398" fmla="*/ 712411 w 1091211"/>
              <a:gd name="connsiteY398" fmla="*/ 132008 h 2893056"/>
              <a:gd name="connsiteX399" fmla="*/ 713873 w 1091211"/>
              <a:gd name="connsiteY399" fmla="*/ 134268 h 2893056"/>
              <a:gd name="connsiteX400" fmla="*/ 716804 w 1091211"/>
              <a:gd name="connsiteY400" fmla="*/ 138848 h 2893056"/>
              <a:gd name="connsiteX401" fmla="*/ 718242 w 1091211"/>
              <a:gd name="connsiteY401" fmla="*/ 141138 h 2893056"/>
              <a:gd name="connsiteX402" fmla="*/ 721174 w 1091211"/>
              <a:gd name="connsiteY402" fmla="*/ 145840 h 2893056"/>
              <a:gd name="connsiteX403" fmla="*/ 722612 w 1091211"/>
              <a:gd name="connsiteY403" fmla="*/ 148192 h 2893056"/>
              <a:gd name="connsiteX404" fmla="*/ 724074 w 1091211"/>
              <a:gd name="connsiteY404" fmla="*/ 150604 h 2893056"/>
              <a:gd name="connsiteX405" fmla="*/ 725544 w 1091211"/>
              <a:gd name="connsiteY405" fmla="*/ 152986 h 2893056"/>
              <a:gd name="connsiteX406" fmla="*/ 727005 w 1091211"/>
              <a:gd name="connsiteY406" fmla="*/ 155399 h 2893056"/>
              <a:gd name="connsiteX407" fmla="*/ 728444 w 1091211"/>
              <a:gd name="connsiteY407" fmla="*/ 157872 h 2893056"/>
              <a:gd name="connsiteX408" fmla="*/ 731375 w 1091211"/>
              <a:gd name="connsiteY408" fmla="*/ 162758 h 2893056"/>
              <a:gd name="connsiteX409" fmla="*/ 732806 w 1091211"/>
              <a:gd name="connsiteY409" fmla="*/ 165262 h 2893056"/>
              <a:gd name="connsiteX410" fmla="*/ 734275 w 1091211"/>
              <a:gd name="connsiteY410" fmla="*/ 167766 h 2893056"/>
              <a:gd name="connsiteX411" fmla="*/ 735737 w 1091211"/>
              <a:gd name="connsiteY411" fmla="*/ 170300 h 2893056"/>
              <a:gd name="connsiteX412" fmla="*/ 737176 w 1091211"/>
              <a:gd name="connsiteY412" fmla="*/ 172835 h 2893056"/>
              <a:gd name="connsiteX413" fmla="*/ 740107 w 1091211"/>
              <a:gd name="connsiteY413" fmla="*/ 177965 h 2893056"/>
              <a:gd name="connsiteX414" fmla="*/ 741569 w 1091211"/>
              <a:gd name="connsiteY414" fmla="*/ 180560 h 2893056"/>
              <a:gd name="connsiteX415" fmla="*/ 743007 w 1091211"/>
              <a:gd name="connsiteY415" fmla="*/ 183187 h 2893056"/>
              <a:gd name="connsiteX416" fmla="*/ 744469 w 1091211"/>
              <a:gd name="connsiteY416" fmla="*/ 185782 h 2893056"/>
              <a:gd name="connsiteX417" fmla="*/ 745939 w 1091211"/>
              <a:gd name="connsiteY417" fmla="*/ 188438 h 2893056"/>
              <a:gd name="connsiteX418" fmla="*/ 747377 w 1091211"/>
              <a:gd name="connsiteY418" fmla="*/ 191095 h 2893056"/>
              <a:gd name="connsiteX419" fmla="*/ 748839 w 1091211"/>
              <a:gd name="connsiteY419" fmla="*/ 193752 h 2893056"/>
              <a:gd name="connsiteX420" fmla="*/ 750309 w 1091211"/>
              <a:gd name="connsiteY420" fmla="*/ 196470 h 2893056"/>
              <a:gd name="connsiteX421" fmla="*/ 751771 w 1091211"/>
              <a:gd name="connsiteY421" fmla="*/ 199156 h 2893056"/>
              <a:gd name="connsiteX422" fmla="*/ 753209 w 1091211"/>
              <a:gd name="connsiteY422" fmla="*/ 201875 h 2893056"/>
              <a:gd name="connsiteX423" fmla="*/ 754671 w 1091211"/>
              <a:gd name="connsiteY423" fmla="*/ 204623 h 2893056"/>
              <a:gd name="connsiteX424" fmla="*/ 756140 w 1091211"/>
              <a:gd name="connsiteY424" fmla="*/ 207401 h 2893056"/>
              <a:gd name="connsiteX425" fmla="*/ 757571 w 1091211"/>
              <a:gd name="connsiteY425" fmla="*/ 210150 h 2893056"/>
              <a:gd name="connsiteX426" fmla="*/ 761972 w 1091211"/>
              <a:gd name="connsiteY426" fmla="*/ 218578 h 2893056"/>
              <a:gd name="connsiteX427" fmla="*/ 763403 w 1091211"/>
              <a:gd name="connsiteY427" fmla="*/ 221418 h 2893056"/>
              <a:gd name="connsiteX428" fmla="*/ 764872 w 1091211"/>
              <a:gd name="connsiteY428" fmla="*/ 224288 h 2893056"/>
              <a:gd name="connsiteX429" fmla="*/ 766334 w 1091211"/>
              <a:gd name="connsiteY429" fmla="*/ 227128 h 2893056"/>
              <a:gd name="connsiteX430" fmla="*/ 767772 w 1091211"/>
              <a:gd name="connsiteY430" fmla="*/ 230029 h 2893056"/>
              <a:gd name="connsiteX431" fmla="*/ 770704 w 1091211"/>
              <a:gd name="connsiteY431" fmla="*/ 235830 h 2893056"/>
              <a:gd name="connsiteX432" fmla="*/ 772166 w 1091211"/>
              <a:gd name="connsiteY432" fmla="*/ 238792 h 2893056"/>
              <a:gd name="connsiteX433" fmla="*/ 773604 w 1091211"/>
              <a:gd name="connsiteY433" fmla="*/ 241724 h 2893056"/>
              <a:gd name="connsiteX434" fmla="*/ 775074 w 1091211"/>
              <a:gd name="connsiteY434" fmla="*/ 244687 h 2893056"/>
              <a:gd name="connsiteX435" fmla="*/ 776536 w 1091211"/>
              <a:gd name="connsiteY435" fmla="*/ 247679 h 2893056"/>
              <a:gd name="connsiteX436" fmla="*/ 777974 w 1091211"/>
              <a:gd name="connsiteY436" fmla="*/ 250671 h 2893056"/>
              <a:gd name="connsiteX437" fmla="*/ 779436 w 1091211"/>
              <a:gd name="connsiteY437" fmla="*/ 253664 h 2893056"/>
              <a:gd name="connsiteX438" fmla="*/ 780905 w 1091211"/>
              <a:gd name="connsiteY438" fmla="*/ 256717 h 2893056"/>
              <a:gd name="connsiteX439" fmla="*/ 782367 w 1091211"/>
              <a:gd name="connsiteY439" fmla="*/ 259740 h 2893056"/>
              <a:gd name="connsiteX440" fmla="*/ 783806 w 1091211"/>
              <a:gd name="connsiteY440" fmla="*/ 262794 h 2893056"/>
              <a:gd name="connsiteX441" fmla="*/ 786737 w 1091211"/>
              <a:gd name="connsiteY441" fmla="*/ 268962 h 2893056"/>
              <a:gd name="connsiteX442" fmla="*/ 788168 w 1091211"/>
              <a:gd name="connsiteY442" fmla="*/ 272047 h 2893056"/>
              <a:gd name="connsiteX443" fmla="*/ 789637 w 1091211"/>
              <a:gd name="connsiteY443" fmla="*/ 275192 h 2893056"/>
              <a:gd name="connsiteX444" fmla="*/ 791099 w 1091211"/>
              <a:gd name="connsiteY444" fmla="*/ 278306 h 2893056"/>
              <a:gd name="connsiteX445" fmla="*/ 792569 w 1091211"/>
              <a:gd name="connsiteY445" fmla="*/ 281452 h 2893056"/>
              <a:gd name="connsiteX446" fmla="*/ 793999 w 1091211"/>
              <a:gd name="connsiteY446" fmla="*/ 284627 h 2893056"/>
              <a:gd name="connsiteX447" fmla="*/ 796931 w 1091211"/>
              <a:gd name="connsiteY447" fmla="*/ 290979 h 2893056"/>
              <a:gd name="connsiteX448" fmla="*/ 798369 w 1091211"/>
              <a:gd name="connsiteY448" fmla="*/ 294185 h 2893056"/>
              <a:gd name="connsiteX449" fmla="*/ 799831 w 1091211"/>
              <a:gd name="connsiteY449" fmla="*/ 297422 h 2893056"/>
              <a:gd name="connsiteX450" fmla="*/ 801301 w 1091211"/>
              <a:gd name="connsiteY450" fmla="*/ 300628 h 2893056"/>
              <a:gd name="connsiteX451" fmla="*/ 802739 w 1091211"/>
              <a:gd name="connsiteY451" fmla="*/ 303896 h 2893056"/>
              <a:gd name="connsiteX452" fmla="*/ 805671 w 1091211"/>
              <a:gd name="connsiteY452" fmla="*/ 310431 h 2893056"/>
              <a:gd name="connsiteX453" fmla="*/ 807132 w 1091211"/>
              <a:gd name="connsiteY453" fmla="*/ 313729 h 2893056"/>
              <a:gd name="connsiteX454" fmla="*/ 808571 w 1091211"/>
              <a:gd name="connsiteY454" fmla="*/ 317027 h 2893056"/>
              <a:gd name="connsiteX455" fmla="*/ 811502 w 1091211"/>
              <a:gd name="connsiteY455" fmla="*/ 323683 h 2893056"/>
              <a:gd name="connsiteX456" fmla="*/ 812933 w 1091211"/>
              <a:gd name="connsiteY456" fmla="*/ 327042 h 2893056"/>
              <a:gd name="connsiteX457" fmla="*/ 814402 w 1091211"/>
              <a:gd name="connsiteY457" fmla="*/ 330401 h 2893056"/>
              <a:gd name="connsiteX458" fmla="*/ 817334 w 1091211"/>
              <a:gd name="connsiteY458" fmla="*/ 337180 h 2893056"/>
              <a:gd name="connsiteX459" fmla="*/ 818765 w 1091211"/>
              <a:gd name="connsiteY459" fmla="*/ 340570 h 2893056"/>
              <a:gd name="connsiteX460" fmla="*/ 821696 w 1091211"/>
              <a:gd name="connsiteY460" fmla="*/ 347410 h 2893056"/>
              <a:gd name="connsiteX461" fmla="*/ 823134 w 1091211"/>
              <a:gd name="connsiteY461" fmla="*/ 350861 h 2893056"/>
              <a:gd name="connsiteX462" fmla="*/ 824596 w 1091211"/>
              <a:gd name="connsiteY462" fmla="*/ 354311 h 2893056"/>
              <a:gd name="connsiteX463" fmla="*/ 827528 w 1091211"/>
              <a:gd name="connsiteY463" fmla="*/ 361273 h 2893056"/>
              <a:gd name="connsiteX464" fmla="*/ 828966 w 1091211"/>
              <a:gd name="connsiteY464" fmla="*/ 364785 h 2893056"/>
              <a:gd name="connsiteX465" fmla="*/ 830436 w 1091211"/>
              <a:gd name="connsiteY465" fmla="*/ 368297 h 2893056"/>
              <a:gd name="connsiteX466" fmla="*/ 831898 w 1091211"/>
              <a:gd name="connsiteY466" fmla="*/ 371778 h 2893056"/>
              <a:gd name="connsiteX467" fmla="*/ 833336 w 1091211"/>
              <a:gd name="connsiteY467" fmla="*/ 375351 h 2893056"/>
              <a:gd name="connsiteX468" fmla="*/ 836267 w 1091211"/>
              <a:gd name="connsiteY468" fmla="*/ 382435 h 2893056"/>
              <a:gd name="connsiteX469" fmla="*/ 837729 w 1091211"/>
              <a:gd name="connsiteY469" fmla="*/ 386038 h 2893056"/>
              <a:gd name="connsiteX470" fmla="*/ 839168 w 1091211"/>
              <a:gd name="connsiteY470" fmla="*/ 389611 h 2893056"/>
              <a:gd name="connsiteX471" fmla="*/ 842099 w 1091211"/>
              <a:gd name="connsiteY471" fmla="*/ 396818 h 2893056"/>
              <a:gd name="connsiteX472" fmla="*/ 843530 w 1091211"/>
              <a:gd name="connsiteY472" fmla="*/ 400451 h 2893056"/>
              <a:gd name="connsiteX473" fmla="*/ 844999 w 1091211"/>
              <a:gd name="connsiteY473" fmla="*/ 404085 h 2893056"/>
              <a:gd name="connsiteX474" fmla="*/ 847931 w 1091211"/>
              <a:gd name="connsiteY474" fmla="*/ 411414 h 2893056"/>
              <a:gd name="connsiteX475" fmla="*/ 849361 w 1091211"/>
              <a:gd name="connsiteY475" fmla="*/ 415078 h 2893056"/>
              <a:gd name="connsiteX476" fmla="*/ 852293 w 1091211"/>
              <a:gd name="connsiteY476" fmla="*/ 422468 h 2893056"/>
              <a:gd name="connsiteX477" fmla="*/ 853731 w 1091211"/>
              <a:gd name="connsiteY477" fmla="*/ 426163 h 2893056"/>
              <a:gd name="connsiteX478" fmla="*/ 855201 w 1091211"/>
              <a:gd name="connsiteY478" fmla="*/ 429919 h 2893056"/>
              <a:gd name="connsiteX479" fmla="*/ 856663 w 1091211"/>
              <a:gd name="connsiteY479" fmla="*/ 433644 h 2893056"/>
              <a:gd name="connsiteX480" fmla="*/ 858101 w 1091211"/>
              <a:gd name="connsiteY480" fmla="*/ 437370 h 2893056"/>
              <a:gd name="connsiteX481" fmla="*/ 859563 w 1091211"/>
              <a:gd name="connsiteY481" fmla="*/ 441156 h 2893056"/>
              <a:gd name="connsiteX482" fmla="*/ 861032 w 1091211"/>
              <a:gd name="connsiteY482" fmla="*/ 444912 h 2893056"/>
              <a:gd name="connsiteX483" fmla="*/ 862494 w 1091211"/>
              <a:gd name="connsiteY483" fmla="*/ 448698 h 2893056"/>
              <a:gd name="connsiteX484" fmla="*/ 863933 w 1091211"/>
              <a:gd name="connsiteY484" fmla="*/ 452485 h 2893056"/>
              <a:gd name="connsiteX485" fmla="*/ 866864 w 1091211"/>
              <a:gd name="connsiteY485" fmla="*/ 460119 h 2893056"/>
              <a:gd name="connsiteX486" fmla="*/ 868295 w 1091211"/>
              <a:gd name="connsiteY486" fmla="*/ 463936 h 2893056"/>
              <a:gd name="connsiteX487" fmla="*/ 871226 w 1091211"/>
              <a:gd name="connsiteY487" fmla="*/ 471631 h 2893056"/>
              <a:gd name="connsiteX488" fmla="*/ 872696 w 1091211"/>
              <a:gd name="connsiteY488" fmla="*/ 475509 h 2893056"/>
              <a:gd name="connsiteX489" fmla="*/ 874126 w 1091211"/>
              <a:gd name="connsiteY489" fmla="*/ 479357 h 2893056"/>
              <a:gd name="connsiteX490" fmla="*/ 875596 w 1091211"/>
              <a:gd name="connsiteY490" fmla="*/ 483235 h 2893056"/>
              <a:gd name="connsiteX491" fmla="*/ 877058 w 1091211"/>
              <a:gd name="connsiteY491" fmla="*/ 487144 h 2893056"/>
              <a:gd name="connsiteX492" fmla="*/ 878496 w 1091211"/>
              <a:gd name="connsiteY492" fmla="*/ 491052 h 2893056"/>
              <a:gd name="connsiteX493" fmla="*/ 879958 w 1091211"/>
              <a:gd name="connsiteY493" fmla="*/ 494961 h 2893056"/>
              <a:gd name="connsiteX494" fmla="*/ 882890 w 1091211"/>
              <a:gd name="connsiteY494" fmla="*/ 502839 h 2893056"/>
              <a:gd name="connsiteX495" fmla="*/ 884328 w 1091211"/>
              <a:gd name="connsiteY495" fmla="*/ 506778 h 2893056"/>
              <a:gd name="connsiteX496" fmla="*/ 887259 w 1091211"/>
              <a:gd name="connsiteY496" fmla="*/ 514718 h 2893056"/>
              <a:gd name="connsiteX497" fmla="*/ 888698 w 1091211"/>
              <a:gd name="connsiteY497" fmla="*/ 518687 h 2893056"/>
              <a:gd name="connsiteX498" fmla="*/ 893091 w 1091211"/>
              <a:gd name="connsiteY498" fmla="*/ 530688 h 2893056"/>
              <a:gd name="connsiteX499" fmla="*/ 894529 w 1091211"/>
              <a:gd name="connsiteY499" fmla="*/ 534719 h 2893056"/>
              <a:gd name="connsiteX500" fmla="*/ 895991 w 1091211"/>
              <a:gd name="connsiteY500" fmla="*/ 538719 h 2893056"/>
              <a:gd name="connsiteX501" fmla="*/ 897461 w 1091211"/>
              <a:gd name="connsiteY501" fmla="*/ 542750 h 2893056"/>
              <a:gd name="connsiteX502" fmla="*/ 898892 w 1091211"/>
              <a:gd name="connsiteY502" fmla="*/ 546811 h 2893056"/>
              <a:gd name="connsiteX503" fmla="*/ 901823 w 1091211"/>
              <a:gd name="connsiteY503" fmla="*/ 554934 h 2893056"/>
              <a:gd name="connsiteX504" fmla="*/ 903293 w 1091211"/>
              <a:gd name="connsiteY504" fmla="*/ 559026 h 2893056"/>
              <a:gd name="connsiteX505" fmla="*/ 904723 w 1091211"/>
              <a:gd name="connsiteY505" fmla="*/ 563117 h 2893056"/>
              <a:gd name="connsiteX506" fmla="*/ 906193 w 1091211"/>
              <a:gd name="connsiteY506" fmla="*/ 567210 h 2893056"/>
              <a:gd name="connsiteX507" fmla="*/ 907655 w 1091211"/>
              <a:gd name="connsiteY507" fmla="*/ 571332 h 2893056"/>
              <a:gd name="connsiteX508" fmla="*/ 909093 w 1091211"/>
              <a:gd name="connsiteY508" fmla="*/ 575424 h 2893056"/>
              <a:gd name="connsiteX509" fmla="*/ 910563 w 1091211"/>
              <a:gd name="connsiteY509" fmla="*/ 579546 h 2893056"/>
              <a:gd name="connsiteX510" fmla="*/ 912024 w 1091211"/>
              <a:gd name="connsiteY510" fmla="*/ 583699 h 2893056"/>
              <a:gd name="connsiteX511" fmla="*/ 913494 w 1091211"/>
              <a:gd name="connsiteY511" fmla="*/ 587821 h 2893056"/>
              <a:gd name="connsiteX512" fmla="*/ 914925 w 1091211"/>
              <a:gd name="connsiteY512" fmla="*/ 591974 h 2893056"/>
              <a:gd name="connsiteX513" fmla="*/ 916394 w 1091211"/>
              <a:gd name="connsiteY513" fmla="*/ 596157 h 2893056"/>
              <a:gd name="connsiteX514" fmla="*/ 917856 w 1091211"/>
              <a:gd name="connsiteY514" fmla="*/ 600308 h 2893056"/>
              <a:gd name="connsiteX515" fmla="*/ 919294 w 1091211"/>
              <a:gd name="connsiteY515" fmla="*/ 604490 h 2893056"/>
              <a:gd name="connsiteX516" fmla="*/ 920756 w 1091211"/>
              <a:gd name="connsiteY516" fmla="*/ 608680 h 2893056"/>
              <a:gd name="connsiteX517" fmla="*/ 922226 w 1091211"/>
              <a:gd name="connsiteY517" fmla="*/ 612894 h 2893056"/>
              <a:gd name="connsiteX518" fmla="*/ 923657 w 1091211"/>
              <a:gd name="connsiteY518" fmla="*/ 617076 h 2893056"/>
              <a:gd name="connsiteX519" fmla="*/ 926588 w 1091211"/>
              <a:gd name="connsiteY519" fmla="*/ 625503 h 2893056"/>
              <a:gd name="connsiteX520" fmla="*/ 928058 w 1091211"/>
              <a:gd name="connsiteY520" fmla="*/ 629748 h 2893056"/>
              <a:gd name="connsiteX521" fmla="*/ 929488 w 1091211"/>
              <a:gd name="connsiteY521" fmla="*/ 633993 h 2893056"/>
              <a:gd name="connsiteX522" fmla="*/ 932420 w 1091211"/>
              <a:gd name="connsiteY522" fmla="*/ 642482 h 2893056"/>
              <a:gd name="connsiteX523" fmla="*/ 933858 w 1091211"/>
              <a:gd name="connsiteY523" fmla="*/ 646758 h 2893056"/>
              <a:gd name="connsiteX524" fmla="*/ 935328 w 1091211"/>
              <a:gd name="connsiteY524" fmla="*/ 651003 h 2893056"/>
              <a:gd name="connsiteX525" fmla="*/ 936790 w 1091211"/>
              <a:gd name="connsiteY525" fmla="*/ 655279 h 2893056"/>
              <a:gd name="connsiteX526" fmla="*/ 938251 w 1091211"/>
              <a:gd name="connsiteY526" fmla="*/ 659578 h 2893056"/>
              <a:gd name="connsiteX527" fmla="*/ 939690 w 1091211"/>
              <a:gd name="connsiteY527" fmla="*/ 663854 h 2893056"/>
              <a:gd name="connsiteX528" fmla="*/ 942621 w 1091211"/>
              <a:gd name="connsiteY528" fmla="*/ 672469 h 2893056"/>
              <a:gd name="connsiteX529" fmla="*/ 944060 w 1091211"/>
              <a:gd name="connsiteY529" fmla="*/ 676800 h 2893056"/>
              <a:gd name="connsiteX530" fmla="*/ 945521 w 1091211"/>
              <a:gd name="connsiteY530" fmla="*/ 681107 h 2893056"/>
              <a:gd name="connsiteX531" fmla="*/ 948453 w 1091211"/>
              <a:gd name="connsiteY531" fmla="*/ 689784 h 2893056"/>
              <a:gd name="connsiteX532" fmla="*/ 949891 w 1091211"/>
              <a:gd name="connsiteY532" fmla="*/ 694115 h 2893056"/>
              <a:gd name="connsiteX533" fmla="*/ 951353 w 1091211"/>
              <a:gd name="connsiteY533" fmla="*/ 698485 h 2893056"/>
              <a:gd name="connsiteX534" fmla="*/ 952823 w 1091211"/>
              <a:gd name="connsiteY534" fmla="*/ 702824 h 2893056"/>
              <a:gd name="connsiteX535" fmla="*/ 954253 w 1091211"/>
              <a:gd name="connsiteY535" fmla="*/ 707186 h 2893056"/>
              <a:gd name="connsiteX536" fmla="*/ 955723 w 1091211"/>
              <a:gd name="connsiteY536" fmla="*/ 711587 h 2893056"/>
              <a:gd name="connsiteX537" fmla="*/ 958654 w 1091211"/>
              <a:gd name="connsiteY537" fmla="*/ 720319 h 2893056"/>
              <a:gd name="connsiteX538" fmla="*/ 960085 w 1091211"/>
              <a:gd name="connsiteY538" fmla="*/ 724712 h 2893056"/>
              <a:gd name="connsiteX539" fmla="*/ 961555 w 1091211"/>
              <a:gd name="connsiteY539" fmla="*/ 729113 h 2893056"/>
              <a:gd name="connsiteX540" fmla="*/ 963017 w 1091211"/>
              <a:gd name="connsiteY540" fmla="*/ 733538 h 2893056"/>
              <a:gd name="connsiteX541" fmla="*/ 964455 w 1091211"/>
              <a:gd name="connsiteY541" fmla="*/ 737939 h 2893056"/>
              <a:gd name="connsiteX542" fmla="*/ 968856 w 1091211"/>
              <a:gd name="connsiteY542" fmla="*/ 751220 h 2893056"/>
              <a:gd name="connsiteX543" fmla="*/ 970287 w 1091211"/>
              <a:gd name="connsiteY543" fmla="*/ 755645 h 2893056"/>
              <a:gd name="connsiteX544" fmla="*/ 971756 w 1091211"/>
              <a:gd name="connsiteY544" fmla="*/ 760077 h 2893056"/>
              <a:gd name="connsiteX545" fmla="*/ 973218 w 1091211"/>
              <a:gd name="connsiteY545" fmla="*/ 764533 h 2893056"/>
              <a:gd name="connsiteX546" fmla="*/ 974656 w 1091211"/>
              <a:gd name="connsiteY546" fmla="*/ 768989 h 2893056"/>
              <a:gd name="connsiteX547" fmla="*/ 977588 w 1091211"/>
              <a:gd name="connsiteY547" fmla="*/ 777908 h 2893056"/>
              <a:gd name="connsiteX548" fmla="*/ 979050 w 1091211"/>
              <a:gd name="connsiteY548" fmla="*/ 782395 h 2893056"/>
              <a:gd name="connsiteX549" fmla="*/ 980488 w 1091211"/>
              <a:gd name="connsiteY549" fmla="*/ 786859 h 2893056"/>
              <a:gd name="connsiteX550" fmla="*/ 983419 w 1091211"/>
              <a:gd name="connsiteY550" fmla="*/ 795833 h 2893056"/>
              <a:gd name="connsiteX551" fmla="*/ 984850 w 1091211"/>
              <a:gd name="connsiteY551" fmla="*/ 800320 h 2893056"/>
              <a:gd name="connsiteX552" fmla="*/ 986320 w 1091211"/>
              <a:gd name="connsiteY552" fmla="*/ 804839 h 2893056"/>
              <a:gd name="connsiteX553" fmla="*/ 987782 w 1091211"/>
              <a:gd name="connsiteY553" fmla="*/ 809334 h 2893056"/>
              <a:gd name="connsiteX554" fmla="*/ 989220 w 1091211"/>
              <a:gd name="connsiteY554" fmla="*/ 813852 h 2893056"/>
              <a:gd name="connsiteX555" fmla="*/ 993621 w 1091211"/>
              <a:gd name="connsiteY555" fmla="*/ 827407 h 2893056"/>
              <a:gd name="connsiteX556" fmla="*/ 995052 w 1091211"/>
              <a:gd name="connsiteY556" fmla="*/ 831926 h 2893056"/>
              <a:gd name="connsiteX557" fmla="*/ 996521 w 1091211"/>
              <a:gd name="connsiteY557" fmla="*/ 836475 h 2893056"/>
              <a:gd name="connsiteX558" fmla="*/ 997983 w 1091211"/>
              <a:gd name="connsiteY558" fmla="*/ 840994 h 2893056"/>
              <a:gd name="connsiteX559" fmla="*/ 999421 w 1091211"/>
              <a:gd name="connsiteY559" fmla="*/ 845543 h 2893056"/>
              <a:gd name="connsiteX560" fmla="*/ 1003815 w 1091211"/>
              <a:gd name="connsiteY560" fmla="*/ 859200 h 2893056"/>
              <a:gd name="connsiteX561" fmla="*/ 1005253 w 1091211"/>
              <a:gd name="connsiteY561" fmla="*/ 863750 h 2893056"/>
              <a:gd name="connsiteX562" fmla="*/ 1006715 w 1091211"/>
              <a:gd name="connsiteY562" fmla="*/ 868323 h 2893056"/>
              <a:gd name="connsiteX563" fmla="*/ 1008185 w 1091211"/>
              <a:gd name="connsiteY563" fmla="*/ 872880 h 2893056"/>
              <a:gd name="connsiteX564" fmla="*/ 1009615 w 1091211"/>
              <a:gd name="connsiteY564" fmla="*/ 877453 h 2893056"/>
              <a:gd name="connsiteX565" fmla="*/ 1014016 w 1091211"/>
              <a:gd name="connsiteY565" fmla="*/ 891196 h 2893056"/>
              <a:gd name="connsiteX566" fmla="*/ 1015455 w 1091211"/>
              <a:gd name="connsiteY566" fmla="*/ 895777 h 2893056"/>
              <a:gd name="connsiteX567" fmla="*/ 1016916 w 1091211"/>
              <a:gd name="connsiteY567" fmla="*/ 900389 h 2893056"/>
              <a:gd name="connsiteX568" fmla="*/ 1018378 w 1091211"/>
              <a:gd name="connsiteY568" fmla="*/ 904970 h 2893056"/>
              <a:gd name="connsiteX569" fmla="*/ 1019817 w 1091211"/>
              <a:gd name="connsiteY569" fmla="*/ 909582 h 2893056"/>
              <a:gd name="connsiteX570" fmla="*/ 1021286 w 1091211"/>
              <a:gd name="connsiteY570" fmla="*/ 914163 h 2893056"/>
              <a:gd name="connsiteX571" fmla="*/ 1024218 w 1091211"/>
              <a:gd name="connsiteY571" fmla="*/ 923380 h 2893056"/>
              <a:gd name="connsiteX572" fmla="*/ 1025648 w 1091211"/>
              <a:gd name="connsiteY572" fmla="*/ 927992 h 2893056"/>
              <a:gd name="connsiteX573" fmla="*/ 1028580 w 1091211"/>
              <a:gd name="connsiteY573" fmla="*/ 937216 h 2893056"/>
              <a:gd name="connsiteX574" fmla="*/ 1030018 w 1091211"/>
              <a:gd name="connsiteY574" fmla="*/ 941860 h 2893056"/>
              <a:gd name="connsiteX575" fmla="*/ 1031480 w 1091211"/>
              <a:gd name="connsiteY575" fmla="*/ 946472 h 2893056"/>
              <a:gd name="connsiteX576" fmla="*/ 1032950 w 1091211"/>
              <a:gd name="connsiteY576" fmla="*/ 951108 h 2893056"/>
              <a:gd name="connsiteX577" fmla="*/ 1034412 w 1091211"/>
              <a:gd name="connsiteY577" fmla="*/ 955720 h 2893056"/>
              <a:gd name="connsiteX578" fmla="*/ 1035850 w 1091211"/>
              <a:gd name="connsiteY578" fmla="*/ 960363 h 2893056"/>
              <a:gd name="connsiteX579" fmla="*/ 1038781 w 1091211"/>
              <a:gd name="connsiteY579" fmla="*/ 969642 h 2893056"/>
              <a:gd name="connsiteX580" fmla="*/ 1040212 w 1091211"/>
              <a:gd name="connsiteY580" fmla="*/ 974286 h 2893056"/>
              <a:gd name="connsiteX581" fmla="*/ 1043143 w 1091211"/>
              <a:gd name="connsiteY581" fmla="*/ 983573 h 2893056"/>
              <a:gd name="connsiteX582" fmla="*/ 1044582 w 1091211"/>
              <a:gd name="connsiteY582" fmla="*/ 988208 h 2893056"/>
              <a:gd name="connsiteX583" fmla="*/ 1046051 w 1091211"/>
              <a:gd name="connsiteY583" fmla="*/ 992852 h 2893056"/>
              <a:gd name="connsiteX584" fmla="*/ 1047513 w 1091211"/>
              <a:gd name="connsiteY584" fmla="*/ 997526 h 2893056"/>
              <a:gd name="connsiteX585" fmla="*/ 1048983 w 1091211"/>
              <a:gd name="connsiteY585" fmla="*/ 1002170 h 2893056"/>
              <a:gd name="connsiteX586" fmla="*/ 1050414 w 1091211"/>
              <a:gd name="connsiteY586" fmla="*/ 1006837 h 2893056"/>
              <a:gd name="connsiteX587" fmla="*/ 1051883 w 1091211"/>
              <a:gd name="connsiteY587" fmla="*/ 1011480 h 2893056"/>
              <a:gd name="connsiteX588" fmla="*/ 1053345 w 1091211"/>
              <a:gd name="connsiteY588" fmla="*/ 1016155 h 2893056"/>
              <a:gd name="connsiteX589" fmla="*/ 1054783 w 1091211"/>
              <a:gd name="connsiteY589" fmla="*/ 1020791 h 2893056"/>
              <a:gd name="connsiteX590" fmla="*/ 1059177 w 1091211"/>
              <a:gd name="connsiteY590" fmla="*/ 1034807 h 2893056"/>
              <a:gd name="connsiteX591" fmla="*/ 1060615 w 1091211"/>
              <a:gd name="connsiteY591" fmla="*/ 1039482 h 2893056"/>
              <a:gd name="connsiteX592" fmla="*/ 1062077 w 1091211"/>
              <a:gd name="connsiteY592" fmla="*/ 1044156 h 2893056"/>
              <a:gd name="connsiteX593" fmla="*/ 1063546 w 1091211"/>
              <a:gd name="connsiteY593" fmla="*/ 1048792 h 2893056"/>
              <a:gd name="connsiteX594" fmla="*/ 1064977 w 1091211"/>
              <a:gd name="connsiteY594" fmla="*/ 1053467 h 2893056"/>
              <a:gd name="connsiteX595" fmla="*/ 1066447 w 1091211"/>
              <a:gd name="connsiteY595" fmla="*/ 1058173 h 2893056"/>
              <a:gd name="connsiteX596" fmla="*/ 1069378 w 1091211"/>
              <a:gd name="connsiteY596" fmla="*/ 1067514 h 2893056"/>
              <a:gd name="connsiteX597" fmla="*/ 1070816 w 1091211"/>
              <a:gd name="connsiteY597" fmla="*/ 1072189 h 2893056"/>
              <a:gd name="connsiteX598" fmla="*/ 1073748 w 1091211"/>
              <a:gd name="connsiteY598" fmla="*/ 1081531 h 2893056"/>
              <a:gd name="connsiteX599" fmla="*/ 1075179 w 1091211"/>
              <a:gd name="connsiteY599" fmla="*/ 1086237 h 2893056"/>
              <a:gd name="connsiteX600" fmla="*/ 1079580 w 1091211"/>
              <a:gd name="connsiteY600" fmla="*/ 1100245 h 2893056"/>
              <a:gd name="connsiteX601" fmla="*/ 1081010 w 1091211"/>
              <a:gd name="connsiteY601" fmla="*/ 1104951 h 2893056"/>
              <a:gd name="connsiteX602" fmla="*/ 1083942 w 1091211"/>
              <a:gd name="connsiteY602" fmla="*/ 1114293 h 2893056"/>
              <a:gd name="connsiteX603" fmla="*/ 1085380 w 1091211"/>
              <a:gd name="connsiteY603" fmla="*/ 1118999 h 2893056"/>
              <a:gd name="connsiteX604" fmla="*/ 1086842 w 1091211"/>
              <a:gd name="connsiteY604" fmla="*/ 1123674 h 2893056"/>
              <a:gd name="connsiteX605" fmla="*/ 1088312 w 1091211"/>
              <a:gd name="connsiteY605" fmla="*/ 1128372 h 2893056"/>
              <a:gd name="connsiteX606" fmla="*/ 1089773 w 1091211"/>
              <a:gd name="connsiteY606" fmla="*/ 1133047 h 2893056"/>
              <a:gd name="connsiteX607" fmla="*/ 1091212 w 1091211"/>
              <a:gd name="connsiteY607" fmla="*/ 2893056 h 2893056"/>
              <a:gd name="connsiteX608" fmla="*/ 0 w 1091211"/>
              <a:gd name="connsiteY608" fmla="*/ 2893056 h 289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Lst>
            <a:rect l="l" t="t" r="r" b="b"/>
            <a:pathLst>
              <a:path w="1091211" h="2893056">
                <a:moveTo>
                  <a:pt x="1438" y="1133047"/>
                </a:moveTo>
                <a:lnTo>
                  <a:pt x="2900" y="1128372"/>
                </a:lnTo>
                <a:lnTo>
                  <a:pt x="4370" y="1123674"/>
                </a:lnTo>
                <a:lnTo>
                  <a:pt x="5832" y="1118999"/>
                </a:lnTo>
                <a:lnTo>
                  <a:pt x="7270" y="1114293"/>
                </a:lnTo>
                <a:lnTo>
                  <a:pt x="10201" y="1104951"/>
                </a:lnTo>
                <a:lnTo>
                  <a:pt x="11632" y="1100245"/>
                </a:lnTo>
                <a:lnTo>
                  <a:pt x="16033" y="1086237"/>
                </a:lnTo>
                <a:lnTo>
                  <a:pt x="17464" y="1081531"/>
                </a:lnTo>
                <a:lnTo>
                  <a:pt x="20395" y="1072189"/>
                </a:lnTo>
                <a:lnTo>
                  <a:pt x="21834" y="1067514"/>
                </a:lnTo>
                <a:lnTo>
                  <a:pt x="24765" y="1058173"/>
                </a:lnTo>
                <a:lnTo>
                  <a:pt x="26235" y="1053467"/>
                </a:lnTo>
                <a:lnTo>
                  <a:pt x="27665" y="1048792"/>
                </a:lnTo>
                <a:lnTo>
                  <a:pt x="29135" y="1044156"/>
                </a:lnTo>
                <a:lnTo>
                  <a:pt x="30597" y="1039482"/>
                </a:lnTo>
                <a:lnTo>
                  <a:pt x="32035" y="1034807"/>
                </a:lnTo>
                <a:lnTo>
                  <a:pt x="36428" y="1020791"/>
                </a:lnTo>
                <a:lnTo>
                  <a:pt x="37867" y="1016155"/>
                </a:lnTo>
                <a:lnTo>
                  <a:pt x="39329" y="1011480"/>
                </a:lnTo>
                <a:lnTo>
                  <a:pt x="40798" y="1006837"/>
                </a:lnTo>
                <a:lnTo>
                  <a:pt x="42229" y="1002170"/>
                </a:lnTo>
                <a:lnTo>
                  <a:pt x="43698" y="997526"/>
                </a:lnTo>
                <a:lnTo>
                  <a:pt x="45160" y="992852"/>
                </a:lnTo>
                <a:lnTo>
                  <a:pt x="46630" y="988208"/>
                </a:lnTo>
                <a:lnTo>
                  <a:pt x="48068" y="983573"/>
                </a:lnTo>
                <a:lnTo>
                  <a:pt x="50992" y="974286"/>
                </a:lnTo>
                <a:lnTo>
                  <a:pt x="52430" y="969642"/>
                </a:lnTo>
                <a:lnTo>
                  <a:pt x="55362" y="960363"/>
                </a:lnTo>
                <a:lnTo>
                  <a:pt x="56800" y="955720"/>
                </a:lnTo>
                <a:lnTo>
                  <a:pt x="58262" y="951108"/>
                </a:lnTo>
                <a:lnTo>
                  <a:pt x="59732" y="946472"/>
                </a:lnTo>
                <a:lnTo>
                  <a:pt x="61194" y="941860"/>
                </a:lnTo>
                <a:lnTo>
                  <a:pt x="62632" y="937216"/>
                </a:lnTo>
                <a:lnTo>
                  <a:pt x="65563" y="927992"/>
                </a:lnTo>
                <a:lnTo>
                  <a:pt x="66994" y="923380"/>
                </a:lnTo>
                <a:lnTo>
                  <a:pt x="69925" y="914163"/>
                </a:lnTo>
                <a:lnTo>
                  <a:pt x="71395" y="909582"/>
                </a:lnTo>
                <a:lnTo>
                  <a:pt x="72826" y="904970"/>
                </a:lnTo>
                <a:lnTo>
                  <a:pt x="74295" y="900389"/>
                </a:lnTo>
                <a:lnTo>
                  <a:pt x="75757" y="895777"/>
                </a:lnTo>
                <a:lnTo>
                  <a:pt x="77195" y="891196"/>
                </a:lnTo>
                <a:lnTo>
                  <a:pt x="81597" y="877453"/>
                </a:lnTo>
                <a:lnTo>
                  <a:pt x="83027" y="872880"/>
                </a:lnTo>
                <a:lnTo>
                  <a:pt x="84497" y="868323"/>
                </a:lnTo>
                <a:lnTo>
                  <a:pt x="85959" y="863750"/>
                </a:lnTo>
                <a:lnTo>
                  <a:pt x="87397" y="859200"/>
                </a:lnTo>
                <a:lnTo>
                  <a:pt x="91790" y="845543"/>
                </a:lnTo>
                <a:lnTo>
                  <a:pt x="93229" y="840994"/>
                </a:lnTo>
                <a:lnTo>
                  <a:pt x="94691" y="836475"/>
                </a:lnTo>
                <a:lnTo>
                  <a:pt x="96160" y="831926"/>
                </a:lnTo>
                <a:lnTo>
                  <a:pt x="97591" y="827407"/>
                </a:lnTo>
                <a:lnTo>
                  <a:pt x="101992" y="813852"/>
                </a:lnTo>
                <a:lnTo>
                  <a:pt x="103430" y="809334"/>
                </a:lnTo>
                <a:lnTo>
                  <a:pt x="104892" y="804839"/>
                </a:lnTo>
                <a:lnTo>
                  <a:pt x="106362" y="800320"/>
                </a:lnTo>
                <a:lnTo>
                  <a:pt x="107792" y="795833"/>
                </a:lnTo>
                <a:lnTo>
                  <a:pt x="110724" y="786859"/>
                </a:lnTo>
                <a:lnTo>
                  <a:pt x="112193" y="782395"/>
                </a:lnTo>
                <a:lnTo>
                  <a:pt x="113624" y="777908"/>
                </a:lnTo>
                <a:lnTo>
                  <a:pt x="116555" y="768989"/>
                </a:lnTo>
                <a:lnTo>
                  <a:pt x="117994" y="764533"/>
                </a:lnTo>
                <a:lnTo>
                  <a:pt x="119456" y="760077"/>
                </a:lnTo>
                <a:lnTo>
                  <a:pt x="120925" y="755645"/>
                </a:lnTo>
                <a:lnTo>
                  <a:pt x="122356" y="751220"/>
                </a:lnTo>
                <a:lnTo>
                  <a:pt x="126757" y="737939"/>
                </a:lnTo>
                <a:lnTo>
                  <a:pt x="128195" y="733538"/>
                </a:lnTo>
                <a:lnTo>
                  <a:pt x="129657" y="729113"/>
                </a:lnTo>
                <a:lnTo>
                  <a:pt x="131119" y="724712"/>
                </a:lnTo>
                <a:lnTo>
                  <a:pt x="132557" y="720319"/>
                </a:lnTo>
                <a:lnTo>
                  <a:pt x="135489" y="711587"/>
                </a:lnTo>
                <a:lnTo>
                  <a:pt x="136958" y="707186"/>
                </a:lnTo>
                <a:lnTo>
                  <a:pt x="138389" y="702824"/>
                </a:lnTo>
                <a:lnTo>
                  <a:pt x="139859" y="698485"/>
                </a:lnTo>
                <a:lnTo>
                  <a:pt x="141321" y="694115"/>
                </a:lnTo>
                <a:lnTo>
                  <a:pt x="142759" y="689784"/>
                </a:lnTo>
                <a:lnTo>
                  <a:pt x="145690" y="681107"/>
                </a:lnTo>
                <a:lnTo>
                  <a:pt x="147152" y="676800"/>
                </a:lnTo>
                <a:lnTo>
                  <a:pt x="148591" y="672469"/>
                </a:lnTo>
                <a:lnTo>
                  <a:pt x="151522" y="663854"/>
                </a:lnTo>
                <a:lnTo>
                  <a:pt x="152953" y="659578"/>
                </a:lnTo>
                <a:lnTo>
                  <a:pt x="154422" y="655279"/>
                </a:lnTo>
                <a:lnTo>
                  <a:pt x="155884" y="651003"/>
                </a:lnTo>
                <a:lnTo>
                  <a:pt x="157354" y="646758"/>
                </a:lnTo>
                <a:lnTo>
                  <a:pt x="158792" y="642482"/>
                </a:lnTo>
                <a:lnTo>
                  <a:pt x="161723" y="633993"/>
                </a:lnTo>
                <a:lnTo>
                  <a:pt x="163154" y="629748"/>
                </a:lnTo>
                <a:lnTo>
                  <a:pt x="164624" y="625503"/>
                </a:lnTo>
                <a:lnTo>
                  <a:pt x="167555" y="617076"/>
                </a:lnTo>
                <a:lnTo>
                  <a:pt x="168986" y="612894"/>
                </a:lnTo>
                <a:lnTo>
                  <a:pt x="170455" y="608680"/>
                </a:lnTo>
                <a:lnTo>
                  <a:pt x="171917" y="604490"/>
                </a:lnTo>
                <a:lnTo>
                  <a:pt x="173356" y="600308"/>
                </a:lnTo>
                <a:lnTo>
                  <a:pt x="174818" y="596157"/>
                </a:lnTo>
                <a:lnTo>
                  <a:pt x="176287" y="591974"/>
                </a:lnTo>
                <a:lnTo>
                  <a:pt x="177718" y="587821"/>
                </a:lnTo>
                <a:lnTo>
                  <a:pt x="179187" y="583699"/>
                </a:lnTo>
                <a:lnTo>
                  <a:pt x="180649" y="579546"/>
                </a:lnTo>
                <a:lnTo>
                  <a:pt x="182119" y="575424"/>
                </a:lnTo>
                <a:lnTo>
                  <a:pt x="183557" y="571332"/>
                </a:lnTo>
                <a:lnTo>
                  <a:pt x="185019" y="567210"/>
                </a:lnTo>
                <a:lnTo>
                  <a:pt x="186489" y="563117"/>
                </a:lnTo>
                <a:lnTo>
                  <a:pt x="187919" y="559026"/>
                </a:lnTo>
                <a:lnTo>
                  <a:pt x="189389" y="554934"/>
                </a:lnTo>
                <a:lnTo>
                  <a:pt x="192320" y="546811"/>
                </a:lnTo>
                <a:lnTo>
                  <a:pt x="193751" y="542750"/>
                </a:lnTo>
                <a:lnTo>
                  <a:pt x="195220" y="538719"/>
                </a:lnTo>
                <a:lnTo>
                  <a:pt x="196682" y="534719"/>
                </a:lnTo>
                <a:lnTo>
                  <a:pt x="198121" y="530688"/>
                </a:lnTo>
                <a:lnTo>
                  <a:pt x="202514" y="518687"/>
                </a:lnTo>
                <a:lnTo>
                  <a:pt x="203952" y="514718"/>
                </a:lnTo>
                <a:lnTo>
                  <a:pt x="206884" y="506778"/>
                </a:lnTo>
                <a:lnTo>
                  <a:pt x="208322" y="502839"/>
                </a:lnTo>
                <a:lnTo>
                  <a:pt x="211246" y="494961"/>
                </a:lnTo>
                <a:lnTo>
                  <a:pt x="212716" y="491052"/>
                </a:lnTo>
                <a:lnTo>
                  <a:pt x="214154" y="487144"/>
                </a:lnTo>
                <a:lnTo>
                  <a:pt x="215616" y="483235"/>
                </a:lnTo>
                <a:lnTo>
                  <a:pt x="217085" y="479357"/>
                </a:lnTo>
                <a:lnTo>
                  <a:pt x="218516" y="475509"/>
                </a:lnTo>
                <a:lnTo>
                  <a:pt x="219986" y="471631"/>
                </a:lnTo>
                <a:lnTo>
                  <a:pt x="222917" y="463936"/>
                </a:lnTo>
                <a:lnTo>
                  <a:pt x="224348" y="460119"/>
                </a:lnTo>
                <a:lnTo>
                  <a:pt x="227279" y="452485"/>
                </a:lnTo>
                <a:lnTo>
                  <a:pt x="228717" y="448698"/>
                </a:lnTo>
                <a:lnTo>
                  <a:pt x="230179" y="444912"/>
                </a:lnTo>
                <a:lnTo>
                  <a:pt x="231649" y="441156"/>
                </a:lnTo>
                <a:lnTo>
                  <a:pt x="233111" y="437370"/>
                </a:lnTo>
                <a:lnTo>
                  <a:pt x="234549" y="433644"/>
                </a:lnTo>
                <a:lnTo>
                  <a:pt x="236011" y="429919"/>
                </a:lnTo>
                <a:lnTo>
                  <a:pt x="237481" y="426163"/>
                </a:lnTo>
                <a:lnTo>
                  <a:pt x="238919" y="422468"/>
                </a:lnTo>
                <a:lnTo>
                  <a:pt x="241850" y="415078"/>
                </a:lnTo>
                <a:lnTo>
                  <a:pt x="243281" y="411414"/>
                </a:lnTo>
                <a:lnTo>
                  <a:pt x="246213" y="404085"/>
                </a:lnTo>
                <a:lnTo>
                  <a:pt x="247682" y="400451"/>
                </a:lnTo>
                <a:lnTo>
                  <a:pt x="249113" y="396818"/>
                </a:lnTo>
                <a:lnTo>
                  <a:pt x="252044" y="389611"/>
                </a:lnTo>
                <a:lnTo>
                  <a:pt x="253483" y="386038"/>
                </a:lnTo>
                <a:lnTo>
                  <a:pt x="254944" y="382435"/>
                </a:lnTo>
                <a:lnTo>
                  <a:pt x="257876" y="375351"/>
                </a:lnTo>
                <a:lnTo>
                  <a:pt x="259314" y="371778"/>
                </a:lnTo>
                <a:lnTo>
                  <a:pt x="260776" y="368297"/>
                </a:lnTo>
                <a:lnTo>
                  <a:pt x="262246" y="364785"/>
                </a:lnTo>
                <a:lnTo>
                  <a:pt x="263684" y="361273"/>
                </a:lnTo>
                <a:lnTo>
                  <a:pt x="266615" y="354311"/>
                </a:lnTo>
                <a:lnTo>
                  <a:pt x="268077" y="350861"/>
                </a:lnTo>
                <a:lnTo>
                  <a:pt x="269516" y="347410"/>
                </a:lnTo>
                <a:lnTo>
                  <a:pt x="272447" y="340570"/>
                </a:lnTo>
                <a:lnTo>
                  <a:pt x="273878" y="337180"/>
                </a:lnTo>
                <a:lnTo>
                  <a:pt x="276809" y="330401"/>
                </a:lnTo>
                <a:lnTo>
                  <a:pt x="278279" y="327042"/>
                </a:lnTo>
                <a:lnTo>
                  <a:pt x="279710" y="323683"/>
                </a:lnTo>
                <a:lnTo>
                  <a:pt x="282641" y="317027"/>
                </a:lnTo>
                <a:lnTo>
                  <a:pt x="284079" y="313729"/>
                </a:lnTo>
                <a:lnTo>
                  <a:pt x="285541" y="310431"/>
                </a:lnTo>
                <a:lnTo>
                  <a:pt x="288473" y="303896"/>
                </a:lnTo>
                <a:lnTo>
                  <a:pt x="289911" y="300628"/>
                </a:lnTo>
                <a:lnTo>
                  <a:pt x="291373" y="297422"/>
                </a:lnTo>
                <a:lnTo>
                  <a:pt x="292842" y="294185"/>
                </a:lnTo>
                <a:lnTo>
                  <a:pt x="294281" y="290979"/>
                </a:lnTo>
                <a:lnTo>
                  <a:pt x="298674" y="281452"/>
                </a:lnTo>
                <a:lnTo>
                  <a:pt x="300112" y="278306"/>
                </a:lnTo>
                <a:lnTo>
                  <a:pt x="301574" y="275192"/>
                </a:lnTo>
                <a:lnTo>
                  <a:pt x="303044" y="272047"/>
                </a:lnTo>
                <a:lnTo>
                  <a:pt x="304475" y="268962"/>
                </a:lnTo>
                <a:lnTo>
                  <a:pt x="307406" y="262794"/>
                </a:lnTo>
                <a:lnTo>
                  <a:pt x="308844" y="259740"/>
                </a:lnTo>
                <a:lnTo>
                  <a:pt x="310306" y="256717"/>
                </a:lnTo>
                <a:lnTo>
                  <a:pt x="311776" y="253664"/>
                </a:lnTo>
                <a:lnTo>
                  <a:pt x="313238" y="250671"/>
                </a:lnTo>
                <a:lnTo>
                  <a:pt x="314676" y="247679"/>
                </a:lnTo>
                <a:lnTo>
                  <a:pt x="316138" y="244687"/>
                </a:lnTo>
                <a:lnTo>
                  <a:pt x="317608" y="241724"/>
                </a:lnTo>
                <a:lnTo>
                  <a:pt x="319046" y="238792"/>
                </a:lnTo>
                <a:lnTo>
                  <a:pt x="320508" y="235830"/>
                </a:lnTo>
                <a:lnTo>
                  <a:pt x="323439" y="230029"/>
                </a:lnTo>
                <a:lnTo>
                  <a:pt x="324878" y="227128"/>
                </a:lnTo>
                <a:lnTo>
                  <a:pt x="326339" y="224288"/>
                </a:lnTo>
                <a:lnTo>
                  <a:pt x="327809" y="221418"/>
                </a:lnTo>
                <a:lnTo>
                  <a:pt x="329240" y="218578"/>
                </a:lnTo>
                <a:lnTo>
                  <a:pt x="333641" y="210150"/>
                </a:lnTo>
                <a:lnTo>
                  <a:pt x="335071" y="207401"/>
                </a:lnTo>
                <a:lnTo>
                  <a:pt x="336541" y="204623"/>
                </a:lnTo>
                <a:lnTo>
                  <a:pt x="338003" y="201875"/>
                </a:lnTo>
                <a:lnTo>
                  <a:pt x="339441" y="199156"/>
                </a:lnTo>
                <a:lnTo>
                  <a:pt x="340903" y="196470"/>
                </a:lnTo>
                <a:lnTo>
                  <a:pt x="342373" y="193752"/>
                </a:lnTo>
                <a:lnTo>
                  <a:pt x="343835" y="191095"/>
                </a:lnTo>
                <a:lnTo>
                  <a:pt x="345273" y="188438"/>
                </a:lnTo>
                <a:lnTo>
                  <a:pt x="346742" y="185782"/>
                </a:lnTo>
                <a:lnTo>
                  <a:pt x="348204" y="183187"/>
                </a:lnTo>
                <a:lnTo>
                  <a:pt x="349643" y="180560"/>
                </a:lnTo>
                <a:lnTo>
                  <a:pt x="351105" y="177965"/>
                </a:lnTo>
                <a:lnTo>
                  <a:pt x="354036" y="172835"/>
                </a:lnTo>
                <a:lnTo>
                  <a:pt x="355474" y="170300"/>
                </a:lnTo>
                <a:lnTo>
                  <a:pt x="356936" y="167766"/>
                </a:lnTo>
                <a:lnTo>
                  <a:pt x="358406" y="165262"/>
                </a:lnTo>
                <a:lnTo>
                  <a:pt x="359836" y="162758"/>
                </a:lnTo>
                <a:lnTo>
                  <a:pt x="362768" y="157872"/>
                </a:lnTo>
                <a:lnTo>
                  <a:pt x="364206" y="155399"/>
                </a:lnTo>
                <a:lnTo>
                  <a:pt x="365668" y="152986"/>
                </a:lnTo>
                <a:lnTo>
                  <a:pt x="367138" y="150604"/>
                </a:lnTo>
                <a:lnTo>
                  <a:pt x="368600" y="148192"/>
                </a:lnTo>
                <a:lnTo>
                  <a:pt x="370038" y="145840"/>
                </a:lnTo>
                <a:lnTo>
                  <a:pt x="372969" y="141138"/>
                </a:lnTo>
                <a:lnTo>
                  <a:pt x="374408" y="138848"/>
                </a:lnTo>
                <a:lnTo>
                  <a:pt x="377339" y="134268"/>
                </a:lnTo>
                <a:lnTo>
                  <a:pt x="378801" y="132008"/>
                </a:lnTo>
                <a:lnTo>
                  <a:pt x="380239" y="129778"/>
                </a:lnTo>
                <a:lnTo>
                  <a:pt x="381701" y="127519"/>
                </a:lnTo>
                <a:lnTo>
                  <a:pt x="383171" y="125320"/>
                </a:lnTo>
                <a:lnTo>
                  <a:pt x="384602" y="123152"/>
                </a:lnTo>
                <a:lnTo>
                  <a:pt x="386071" y="120953"/>
                </a:lnTo>
                <a:lnTo>
                  <a:pt x="389003" y="116679"/>
                </a:lnTo>
                <a:lnTo>
                  <a:pt x="390433" y="114541"/>
                </a:lnTo>
                <a:lnTo>
                  <a:pt x="393365" y="110388"/>
                </a:lnTo>
                <a:lnTo>
                  <a:pt x="394803" y="108311"/>
                </a:lnTo>
                <a:lnTo>
                  <a:pt x="396265" y="106266"/>
                </a:lnTo>
                <a:lnTo>
                  <a:pt x="399196" y="102235"/>
                </a:lnTo>
                <a:lnTo>
                  <a:pt x="400635" y="100250"/>
                </a:lnTo>
                <a:lnTo>
                  <a:pt x="402104" y="98296"/>
                </a:lnTo>
                <a:lnTo>
                  <a:pt x="403566" y="96311"/>
                </a:lnTo>
                <a:lnTo>
                  <a:pt x="405005" y="94387"/>
                </a:lnTo>
                <a:lnTo>
                  <a:pt x="406466" y="92494"/>
                </a:lnTo>
                <a:lnTo>
                  <a:pt x="407936" y="90570"/>
                </a:lnTo>
                <a:lnTo>
                  <a:pt x="409398" y="88707"/>
                </a:lnTo>
                <a:lnTo>
                  <a:pt x="410836" y="86845"/>
                </a:lnTo>
                <a:lnTo>
                  <a:pt x="412298" y="84982"/>
                </a:lnTo>
                <a:lnTo>
                  <a:pt x="413768" y="83180"/>
                </a:lnTo>
                <a:lnTo>
                  <a:pt x="415198" y="81378"/>
                </a:lnTo>
                <a:lnTo>
                  <a:pt x="416668" y="79577"/>
                </a:lnTo>
                <a:lnTo>
                  <a:pt x="419599" y="76096"/>
                </a:lnTo>
                <a:lnTo>
                  <a:pt x="421030" y="74355"/>
                </a:lnTo>
                <a:lnTo>
                  <a:pt x="422500" y="72645"/>
                </a:lnTo>
                <a:lnTo>
                  <a:pt x="423962" y="70966"/>
                </a:lnTo>
                <a:lnTo>
                  <a:pt x="425400" y="69287"/>
                </a:lnTo>
                <a:lnTo>
                  <a:pt x="426869" y="67637"/>
                </a:lnTo>
                <a:lnTo>
                  <a:pt x="428331" y="66019"/>
                </a:lnTo>
                <a:lnTo>
                  <a:pt x="429770" y="64401"/>
                </a:lnTo>
                <a:lnTo>
                  <a:pt x="431232" y="62812"/>
                </a:lnTo>
                <a:lnTo>
                  <a:pt x="432701" y="61255"/>
                </a:lnTo>
                <a:lnTo>
                  <a:pt x="434163" y="59668"/>
                </a:lnTo>
                <a:lnTo>
                  <a:pt x="435601" y="58141"/>
                </a:lnTo>
                <a:lnTo>
                  <a:pt x="437063" y="56645"/>
                </a:lnTo>
                <a:lnTo>
                  <a:pt x="438533" y="55118"/>
                </a:lnTo>
                <a:lnTo>
                  <a:pt x="439963" y="53652"/>
                </a:lnTo>
                <a:lnTo>
                  <a:pt x="441433" y="52217"/>
                </a:lnTo>
                <a:lnTo>
                  <a:pt x="442895" y="50751"/>
                </a:lnTo>
                <a:lnTo>
                  <a:pt x="444364" y="49346"/>
                </a:lnTo>
                <a:lnTo>
                  <a:pt x="445795" y="47942"/>
                </a:lnTo>
                <a:lnTo>
                  <a:pt x="447265" y="46567"/>
                </a:lnTo>
                <a:lnTo>
                  <a:pt x="448727" y="45224"/>
                </a:lnTo>
                <a:lnTo>
                  <a:pt x="450165" y="43881"/>
                </a:lnTo>
                <a:lnTo>
                  <a:pt x="451627" y="42537"/>
                </a:lnTo>
                <a:lnTo>
                  <a:pt x="454566" y="39972"/>
                </a:lnTo>
                <a:lnTo>
                  <a:pt x="455997" y="38689"/>
                </a:lnTo>
                <a:lnTo>
                  <a:pt x="458928" y="36246"/>
                </a:lnTo>
                <a:lnTo>
                  <a:pt x="460366" y="35024"/>
                </a:lnTo>
                <a:lnTo>
                  <a:pt x="464760" y="31543"/>
                </a:lnTo>
                <a:lnTo>
                  <a:pt x="466198" y="30444"/>
                </a:lnTo>
                <a:lnTo>
                  <a:pt x="469130" y="28246"/>
                </a:lnTo>
                <a:lnTo>
                  <a:pt x="470560" y="27207"/>
                </a:lnTo>
                <a:lnTo>
                  <a:pt x="473492" y="25131"/>
                </a:lnTo>
                <a:lnTo>
                  <a:pt x="474961" y="24123"/>
                </a:lnTo>
                <a:lnTo>
                  <a:pt x="476392" y="23146"/>
                </a:lnTo>
                <a:lnTo>
                  <a:pt x="477861" y="22169"/>
                </a:lnTo>
                <a:lnTo>
                  <a:pt x="479323" y="21253"/>
                </a:lnTo>
                <a:lnTo>
                  <a:pt x="480762" y="20337"/>
                </a:lnTo>
                <a:lnTo>
                  <a:pt x="482231" y="19421"/>
                </a:lnTo>
                <a:lnTo>
                  <a:pt x="483693" y="18536"/>
                </a:lnTo>
                <a:lnTo>
                  <a:pt x="485163" y="17680"/>
                </a:lnTo>
                <a:lnTo>
                  <a:pt x="486593" y="16825"/>
                </a:lnTo>
                <a:lnTo>
                  <a:pt x="489525" y="15237"/>
                </a:lnTo>
                <a:lnTo>
                  <a:pt x="490963" y="14443"/>
                </a:lnTo>
                <a:lnTo>
                  <a:pt x="492425" y="13680"/>
                </a:lnTo>
                <a:lnTo>
                  <a:pt x="493895" y="12947"/>
                </a:lnTo>
                <a:lnTo>
                  <a:pt x="495325" y="12214"/>
                </a:lnTo>
                <a:lnTo>
                  <a:pt x="498257" y="10871"/>
                </a:lnTo>
                <a:lnTo>
                  <a:pt x="499726" y="10169"/>
                </a:lnTo>
                <a:lnTo>
                  <a:pt x="501157" y="9557"/>
                </a:lnTo>
                <a:lnTo>
                  <a:pt x="504088" y="8336"/>
                </a:lnTo>
                <a:lnTo>
                  <a:pt x="505527" y="7787"/>
                </a:lnTo>
                <a:lnTo>
                  <a:pt x="506996" y="7206"/>
                </a:lnTo>
                <a:lnTo>
                  <a:pt x="508458" y="6656"/>
                </a:lnTo>
                <a:lnTo>
                  <a:pt x="509928" y="6168"/>
                </a:lnTo>
                <a:lnTo>
                  <a:pt x="511358" y="5679"/>
                </a:lnTo>
                <a:lnTo>
                  <a:pt x="512828" y="5191"/>
                </a:lnTo>
                <a:lnTo>
                  <a:pt x="514290" y="4764"/>
                </a:lnTo>
                <a:lnTo>
                  <a:pt x="515728" y="4336"/>
                </a:lnTo>
                <a:lnTo>
                  <a:pt x="517190" y="3878"/>
                </a:lnTo>
                <a:lnTo>
                  <a:pt x="520122" y="3145"/>
                </a:lnTo>
                <a:lnTo>
                  <a:pt x="521560" y="2778"/>
                </a:lnTo>
                <a:lnTo>
                  <a:pt x="524491" y="2168"/>
                </a:lnTo>
                <a:lnTo>
                  <a:pt x="525922" y="1863"/>
                </a:lnTo>
                <a:lnTo>
                  <a:pt x="527392" y="1588"/>
                </a:lnTo>
                <a:lnTo>
                  <a:pt x="530323" y="1099"/>
                </a:lnTo>
                <a:lnTo>
                  <a:pt x="531754" y="916"/>
                </a:lnTo>
                <a:lnTo>
                  <a:pt x="534693" y="550"/>
                </a:lnTo>
                <a:lnTo>
                  <a:pt x="536124" y="428"/>
                </a:lnTo>
                <a:lnTo>
                  <a:pt x="539055" y="183"/>
                </a:lnTo>
                <a:lnTo>
                  <a:pt x="540525" y="122"/>
                </a:lnTo>
                <a:lnTo>
                  <a:pt x="541955" y="61"/>
                </a:lnTo>
                <a:lnTo>
                  <a:pt x="543425" y="0"/>
                </a:lnTo>
                <a:lnTo>
                  <a:pt x="547787" y="0"/>
                </a:lnTo>
                <a:lnTo>
                  <a:pt x="549257" y="61"/>
                </a:lnTo>
                <a:lnTo>
                  <a:pt x="550687" y="122"/>
                </a:lnTo>
                <a:lnTo>
                  <a:pt x="552157" y="183"/>
                </a:lnTo>
                <a:lnTo>
                  <a:pt x="555088" y="428"/>
                </a:lnTo>
                <a:lnTo>
                  <a:pt x="556519" y="550"/>
                </a:lnTo>
                <a:lnTo>
                  <a:pt x="559450" y="916"/>
                </a:lnTo>
                <a:lnTo>
                  <a:pt x="560889" y="1099"/>
                </a:lnTo>
                <a:lnTo>
                  <a:pt x="563820" y="1588"/>
                </a:lnTo>
                <a:lnTo>
                  <a:pt x="565290" y="1863"/>
                </a:lnTo>
                <a:lnTo>
                  <a:pt x="566720" y="2168"/>
                </a:lnTo>
                <a:lnTo>
                  <a:pt x="569652" y="2778"/>
                </a:lnTo>
                <a:lnTo>
                  <a:pt x="571090" y="3145"/>
                </a:lnTo>
                <a:lnTo>
                  <a:pt x="574022" y="3878"/>
                </a:lnTo>
                <a:lnTo>
                  <a:pt x="575484" y="4336"/>
                </a:lnTo>
                <a:lnTo>
                  <a:pt x="576922" y="4764"/>
                </a:lnTo>
                <a:lnTo>
                  <a:pt x="578384" y="5191"/>
                </a:lnTo>
                <a:lnTo>
                  <a:pt x="579853" y="5679"/>
                </a:lnTo>
                <a:lnTo>
                  <a:pt x="581284" y="6168"/>
                </a:lnTo>
                <a:lnTo>
                  <a:pt x="582754" y="6656"/>
                </a:lnTo>
                <a:lnTo>
                  <a:pt x="584215" y="7206"/>
                </a:lnTo>
                <a:lnTo>
                  <a:pt x="585685" y="7787"/>
                </a:lnTo>
                <a:lnTo>
                  <a:pt x="587123" y="8336"/>
                </a:lnTo>
                <a:lnTo>
                  <a:pt x="590055" y="9557"/>
                </a:lnTo>
                <a:lnTo>
                  <a:pt x="591485" y="10169"/>
                </a:lnTo>
                <a:lnTo>
                  <a:pt x="592955" y="10871"/>
                </a:lnTo>
                <a:lnTo>
                  <a:pt x="595886" y="12214"/>
                </a:lnTo>
                <a:lnTo>
                  <a:pt x="597317" y="12947"/>
                </a:lnTo>
                <a:lnTo>
                  <a:pt x="598787" y="13680"/>
                </a:lnTo>
                <a:lnTo>
                  <a:pt x="600249" y="14443"/>
                </a:lnTo>
                <a:lnTo>
                  <a:pt x="601687" y="15237"/>
                </a:lnTo>
                <a:lnTo>
                  <a:pt x="604618" y="16825"/>
                </a:lnTo>
                <a:lnTo>
                  <a:pt x="606080" y="17680"/>
                </a:lnTo>
                <a:lnTo>
                  <a:pt x="607519" y="18536"/>
                </a:lnTo>
                <a:lnTo>
                  <a:pt x="608981" y="19421"/>
                </a:lnTo>
                <a:lnTo>
                  <a:pt x="610450" y="20337"/>
                </a:lnTo>
                <a:lnTo>
                  <a:pt x="611881" y="21253"/>
                </a:lnTo>
                <a:lnTo>
                  <a:pt x="613350" y="22169"/>
                </a:lnTo>
                <a:lnTo>
                  <a:pt x="614820" y="23146"/>
                </a:lnTo>
                <a:lnTo>
                  <a:pt x="616251" y="24123"/>
                </a:lnTo>
                <a:lnTo>
                  <a:pt x="617720" y="25131"/>
                </a:lnTo>
                <a:lnTo>
                  <a:pt x="620652" y="27207"/>
                </a:lnTo>
                <a:lnTo>
                  <a:pt x="622082" y="28246"/>
                </a:lnTo>
                <a:lnTo>
                  <a:pt x="625014" y="30444"/>
                </a:lnTo>
                <a:lnTo>
                  <a:pt x="626452" y="31543"/>
                </a:lnTo>
                <a:lnTo>
                  <a:pt x="630845" y="35024"/>
                </a:lnTo>
                <a:lnTo>
                  <a:pt x="632284" y="36246"/>
                </a:lnTo>
                <a:lnTo>
                  <a:pt x="635215" y="38689"/>
                </a:lnTo>
                <a:lnTo>
                  <a:pt x="636646" y="39972"/>
                </a:lnTo>
                <a:lnTo>
                  <a:pt x="639577" y="42537"/>
                </a:lnTo>
                <a:lnTo>
                  <a:pt x="641047" y="43881"/>
                </a:lnTo>
                <a:lnTo>
                  <a:pt x="642485" y="45224"/>
                </a:lnTo>
                <a:lnTo>
                  <a:pt x="643947" y="46567"/>
                </a:lnTo>
                <a:lnTo>
                  <a:pt x="645417" y="47942"/>
                </a:lnTo>
                <a:lnTo>
                  <a:pt x="646847" y="49346"/>
                </a:lnTo>
                <a:lnTo>
                  <a:pt x="648317" y="50751"/>
                </a:lnTo>
                <a:lnTo>
                  <a:pt x="649779" y="52217"/>
                </a:lnTo>
                <a:lnTo>
                  <a:pt x="651248" y="53652"/>
                </a:lnTo>
                <a:lnTo>
                  <a:pt x="652679" y="55118"/>
                </a:lnTo>
                <a:lnTo>
                  <a:pt x="654149" y="56645"/>
                </a:lnTo>
                <a:lnTo>
                  <a:pt x="655610" y="58141"/>
                </a:lnTo>
                <a:lnTo>
                  <a:pt x="657049" y="59668"/>
                </a:lnTo>
                <a:lnTo>
                  <a:pt x="658511" y="61255"/>
                </a:lnTo>
                <a:lnTo>
                  <a:pt x="659980" y="62812"/>
                </a:lnTo>
                <a:lnTo>
                  <a:pt x="661442" y="64401"/>
                </a:lnTo>
                <a:lnTo>
                  <a:pt x="662880" y="66019"/>
                </a:lnTo>
                <a:lnTo>
                  <a:pt x="664342" y="67637"/>
                </a:lnTo>
                <a:lnTo>
                  <a:pt x="665812" y="69287"/>
                </a:lnTo>
                <a:lnTo>
                  <a:pt x="667250" y="70966"/>
                </a:lnTo>
                <a:lnTo>
                  <a:pt x="668712" y="72645"/>
                </a:lnTo>
                <a:lnTo>
                  <a:pt x="670182" y="74355"/>
                </a:lnTo>
                <a:lnTo>
                  <a:pt x="671612" y="76096"/>
                </a:lnTo>
                <a:lnTo>
                  <a:pt x="674544" y="79577"/>
                </a:lnTo>
                <a:lnTo>
                  <a:pt x="676013" y="81378"/>
                </a:lnTo>
                <a:lnTo>
                  <a:pt x="677444" y="83180"/>
                </a:lnTo>
                <a:lnTo>
                  <a:pt x="678914" y="84982"/>
                </a:lnTo>
                <a:lnTo>
                  <a:pt x="680376" y="86845"/>
                </a:lnTo>
                <a:lnTo>
                  <a:pt x="681814" y="88707"/>
                </a:lnTo>
                <a:lnTo>
                  <a:pt x="683276" y="90570"/>
                </a:lnTo>
                <a:lnTo>
                  <a:pt x="684745" y="92494"/>
                </a:lnTo>
                <a:lnTo>
                  <a:pt x="686207" y="94387"/>
                </a:lnTo>
                <a:lnTo>
                  <a:pt x="687646" y="96311"/>
                </a:lnTo>
                <a:lnTo>
                  <a:pt x="689107" y="98296"/>
                </a:lnTo>
                <a:lnTo>
                  <a:pt x="690577" y="100250"/>
                </a:lnTo>
                <a:lnTo>
                  <a:pt x="692008" y="102235"/>
                </a:lnTo>
                <a:lnTo>
                  <a:pt x="694947" y="106266"/>
                </a:lnTo>
                <a:lnTo>
                  <a:pt x="696409" y="108311"/>
                </a:lnTo>
                <a:lnTo>
                  <a:pt x="697847" y="110388"/>
                </a:lnTo>
                <a:lnTo>
                  <a:pt x="700778" y="114541"/>
                </a:lnTo>
                <a:lnTo>
                  <a:pt x="702209" y="116679"/>
                </a:lnTo>
                <a:lnTo>
                  <a:pt x="705141" y="120953"/>
                </a:lnTo>
                <a:lnTo>
                  <a:pt x="706610" y="123152"/>
                </a:lnTo>
                <a:lnTo>
                  <a:pt x="708041" y="125320"/>
                </a:lnTo>
                <a:lnTo>
                  <a:pt x="709510" y="127519"/>
                </a:lnTo>
                <a:lnTo>
                  <a:pt x="710972" y="129778"/>
                </a:lnTo>
                <a:lnTo>
                  <a:pt x="712411" y="132008"/>
                </a:lnTo>
                <a:lnTo>
                  <a:pt x="713873" y="134268"/>
                </a:lnTo>
                <a:lnTo>
                  <a:pt x="716804" y="138848"/>
                </a:lnTo>
                <a:lnTo>
                  <a:pt x="718242" y="141138"/>
                </a:lnTo>
                <a:lnTo>
                  <a:pt x="721174" y="145840"/>
                </a:lnTo>
                <a:lnTo>
                  <a:pt x="722612" y="148192"/>
                </a:lnTo>
                <a:lnTo>
                  <a:pt x="724074" y="150604"/>
                </a:lnTo>
                <a:lnTo>
                  <a:pt x="725544" y="152986"/>
                </a:lnTo>
                <a:lnTo>
                  <a:pt x="727005" y="155399"/>
                </a:lnTo>
                <a:lnTo>
                  <a:pt x="728444" y="157872"/>
                </a:lnTo>
                <a:lnTo>
                  <a:pt x="731375" y="162758"/>
                </a:lnTo>
                <a:lnTo>
                  <a:pt x="732806" y="165262"/>
                </a:lnTo>
                <a:lnTo>
                  <a:pt x="734275" y="167766"/>
                </a:lnTo>
                <a:lnTo>
                  <a:pt x="735737" y="170300"/>
                </a:lnTo>
                <a:lnTo>
                  <a:pt x="737176" y="172835"/>
                </a:lnTo>
                <a:lnTo>
                  <a:pt x="740107" y="177965"/>
                </a:lnTo>
                <a:lnTo>
                  <a:pt x="741569" y="180560"/>
                </a:lnTo>
                <a:lnTo>
                  <a:pt x="743007" y="183187"/>
                </a:lnTo>
                <a:lnTo>
                  <a:pt x="744469" y="185782"/>
                </a:lnTo>
                <a:lnTo>
                  <a:pt x="745939" y="188438"/>
                </a:lnTo>
                <a:lnTo>
                  <a:pt x="747377" y="191095"/>
                </a:lnTo>
                <a:lnTo>
                  <a:pt x="748839" y="193752"/>
                </a:lnTo>
                <a:lnTo>
                  <a:pt x="750309" y="196470"/>
                </a:lnTo>
                <a:lnTo>
                  <a:pt x="751771" y="199156"/>
                </a:lnTo>
                <a:lnTo>
                  <a:pt x="753209" y="201875"/>
                </a:lnTo>
                <a:lnTo>
                  <a:pt x="754671" y="204623"/>
                </a:lnTo>
                <a:lnTo>
                  <a:pt x="756140" y="207401"/>
                </a:lnTo>
                <a:lnTo>
                  <a:pt x="757571" y="210150"/>
                </a:lnTo>
                <a:lnTo>
                  <a:pt x="761972" y="218578"/>
                </a:lnTo>
                <a:lnTo>
                  <a:pt x="763403" y="221418"/>
                </a:lnTo>
                <a:lnTo>
                  <a:pt x="764872" y="224288"/>
                </a:lnTo>
                <a:lnTo>
                  <a:pt x="766334" y="227128"/>
                </a:lnTo>
                <a:lnTo>
                  <a:pt x="767772" y="230029"/>
                </a:lnTo>
                <a:lnTo>
                  <a:pt x="770704" y="235830"/>
                </a:lnTo>
                <a:lnTo>
                  <a:pt x="772166" y="238792"/>
                </a:lnTo>
                <a:lnTo>
                  <a:pt x="773604" y="241724"/>
                </a:lnTo>
                <a:lnTo>
                  <a:pt x="775074" y="244687"/>
                </a:lnTo>
                <a:lnTo>
                  <a:pt x="776536" y="247679"/>
                </a:lnTo>
                <a:lnTo>
                  <a:pt x="777974" y="250671"/>
                </a:lnTo>
                <a:lnTo>
                  <a:pt x="779436" y="253664"/>
                </a:lnTo>
                <a:lnTo>
                  <a:pt x="780905" y="256717"/>
                </a:lnTo>
                <a:lnTo>
                  <a:pt x="782367" y="259740"/>
                </a:lnTo>
                <a:lnTo>
                  <a:pt x="783806" y="262794"/>
                </a:lnTo>
                <a:lnTo>
                  <a:pt x="786737" y="268962"/>
                </a:lnTo>
                <a:lnTo>
                  <a:pt x="788168" y="272047"/>
                </a:lnTo>
                <a:lnTo>
                  <a:pt x="789637" y="275192"/>
                </a:lnTo>
                <a:lnTo>
                  <a:pt x="791099" y="278306"/>
                </a:lnTo>
                <a:lnTo>
                  <a:pt x="792569" y="281452"/>
                </a:lnTo>
                <a:lnTo>
                  <a:pt x="793999" y="284627"/>
                </a:lnTo>
                <a:lnTo>
                  <a:pt x="796931" y="290979"/>
                </a:lnTo>
                <a:lnTo>
                  <a:pt x="798369" y="294185"/>
                </a:lnTo>
                <a:lnTo>
                  <a:pt x="799831" y="297422"/>
                </a:lnTo>
                <a:lnTo>
                  <a:pt x="801301" y="300628"/>
                </a:lnTo>
                <a:lnTo>
                  <a:pt x="802739" y="303896"/>
                </a:lnTo>
                <a:lnTo>
                  <a:pt x="805671" y="310431"/>
                </a:lnTo>
                <a:lnTo>
                  <a:pt x="807132" y="313729"/>
                </a:lnTo>
                <a:lnTo>
                  <a:pt x="808571" y="317027"/>
                </a:lnTo>
                <a:lnTo>
                  <a:pt x="811502" y="323683"/>
                </a:lnTo>
                <a:lnTo>
                  <a:pt x="812933" y="327042"/>
                </a:lnTo>
                <a:lnTo>
                  <a:pt x="814402" y="330401"/>
                </a:lnTo>
                <a:lnTo>
                  <a:pt x="817334" y="337180"/>
                </a:lnTo>
                <a:lnTo>
                  <a:pt x="818765" y="340570"/>
                </a:lnTo>
                <a:lnTo>
                  <a:pt x="821696" y="347410"/>
                </a:lnTo>
                <a:lnTo>
                  <a:pt x="823134" y="350861"/>
                </a:lnTo>
                <a:lnTo>
                  <a:pt x="824596" y="354311"/>
                </a:lnTo>
                <a:lnTo>
                  <a:pt x="827528" y="361273"/>
                </a:lnTo>
                <a:lnTo>
                  <a:pt x="828966" y="364785"/>
                </a:lnTo>
                <a:lnTo>
                  <a:pt x="830436" y="368297"/>
                </a:lnTo>
                <a:lnTo>
                  <a:pt x="831898" y="371778"/>
                </a:lnTo>
                <a:lnTo>
                  <a:pt x="833336" y="375351"/>
                </a:lnTo>
                <a:lnTo>
                  <a:pt x="836267" y="382435"/>
                </a:lnTo>
                <a:lnTo>
                  <a:pt x="837729" y="386038"/>
                </a:lnTo>
                <a:lnTo>
                  <a:pt x="839168" y="389611"/>
                </a:lnTo>
                <a:lnTo>
                  <a:pt x="842099" y="396818"/>
                </a:lnTo>
                <a:lnTo>
                  <a:pt x="843530" y="400451"/>
                </a:lnTo>
                <a:lnTo>
                  <a:pt x="844999" y="404085"/>
                </a:lnTo>
                <a:lnTo>
                  <a:pt x="847931" y="411414"/>
                </a:lnTo>
                <a:lnTo>
                  <a:pt x="849361" y="415078"/>
                </a:lnTo>
                <a:lnTo>
                  <a:pt x="852293" y="422468"/>
                </a:lnTo>
                <a:lnTo>
                  <a:pt x="853731" y="426163"/>
                </a:lnTo>
                <a:lnTo>
                  <a:pt x="855201" y="429919"/>
                </a:lnTo>
                <a:lnTo>
                  <a:pt x="856663" y="433644"/>
                </a:lnTo>
                <a:lnTo>
                  <a:pt x="858101" y="437370"/>
                </a:lnTo>
                <a:lnTo>
                  <a:pt x="859563" y="441156"/>
                </a:lnTo>
                <a:lnTo>
                  <a:pt x="861032" y="444912"/>
                </a:lnTo>
                <a:lnTo>
                  <a:pt x="862494" y="448698"/>
                </a:lnTo>
                <a:lnTo>
                  <a:pt x="863933" y="452485"/>
                </a:lnTo>
                <a:lnTo>
                  <a:pt x="866864" y="460119"/>
                </a:lnTo>
                <a:lnTo>
                  <a:pt x="868295" y="463936"/>
                </a:lnTo>
                <a:lnTo>
                  <a:pt x="871226" y="471631"/>
                </a:lnTo>
                <a:lnTo>
                  <a:pt x="872696" y="475509"/>
                </a:lnTo>
                <a:lnTo>
                  <a:pt x="874126" y="479357"/>
                </a:lnTo>
                <a:lnTo>
                  <a:pt x="875596" y="483235"/>
                </a:lnTo>
                <a:lnTo>
                  <a:pt x="877058" y="487144"/>
                </a:lnTo>
                <a:lnTo>
                  <a:pt x="878496" y="491052"/>
                </a:lnTo>
                <a:lnTo>
                  <a:pt x="879958" y="494961"/>
                </a:lnTo>
                <a:lnTo>
                  <a:pt x="882890" y="502839"/>
                </a:lnTo>
                <a:lnTo>
                  <a:pt x="884328" y="506778"/>
                </a:lnTo>
                <a:lnTo>
                  <a:pt x="887259" y="514718"/>
                </a:lnTo>
                <a:lnTo>
                  <a:pt x="888698" y="518687"/>
                </a:lnTo>
                <a:lnTo>
                  <a:pt x="893091" y="530688"/>
                </a:lnTo>
                <a:lnTo>
                  <a:pt x="894529" y="534719"/>
                </a:lnTo>
                <a:lnTo>
                  <a:pt x="895991" y="538719"/>
                </a:lnTo>
                <a:lnTo>
                  <a:pt x="897461" y="542750"/>
                </a:lnTo>
                <a:lnTo>
                  <a:pt x="898892" y="546811"/>
                </a:lnTo>
                <a:lnTo>
                  <a:pt x="901823" y="554934"/>
                </a:lnTo>
                <a:lnTo>
                  <a:pt x="903293" y="559026"/>
                </a:lnTo>
                <a:lnTo>
                  <a:pt x="904723" y="563117"/>
                </a:lnTo>
                <a:lnTo>
                  <a:pt x="906193" y="567210"/>
                </a:lnTo>
                <a:lnTo>
                  <a:pt x="907655" y="571332"/>
                </a:lnTo>
                <a:lnTo>
                  <a:pt x="909093" y="575424"/>
                </a:lnTo>
                <a:lnTo>
                  <a:pt x="910563" y="579546"/>
                </a:lnTo>
                <a:lnTo>
                  <a:pt x="912024" y="583699"/>
                </a:lnTo>
                <a:lnTo>
                  <a:pt x="913494" y="587821"/>
                </a:lnTo>
                <a:lnTo>
                  <a:pt x="914925" y="591974"/>
                </a:lnTo>
                <a:lnTo>
                  <a:pt x="916394" y="596157"/>
                </a:lnTo>
                <a:lnTo>
                  <a:pt x="917856" y="600308"/>
                </a:lnTo>
                <a:lnTo>
                  <a:pt x="919294" y="604490"/>
                </a:lnTo>
                <a:lnTo>
                  <a:pt x="920756" y="608680"/>
                </a:lnTo>
                <a:lnTo>
                  <a:pt x="922226" y="612894"/>
                </a:lnTo>
                <a:lnTo>
                  <a:pt x="923657" y="617076"/>
                </a:lnTo>
                <a:lnTo>
                  <a:pt x="926588" y="625503"/>
                </a:lnTo>
                <a:lnTo>
                  <a:pt x="928058" y="629748"/>
                </a:lnTo>
                <a:lnTo>
                  <a:pt x="929488" y="633993"/>
                </a:lnTo>
                <a:lnTo>
                  <a:pt x="932420" y="642482"/>
                </a:lnTo>
                <a:lnTo>
                  <a:pt x="933858" y="646758"/>
                </a:lnTo>
                <a:lnTo>
                  <a:pt x="935328" y="651003"/>
                </a:lnTo>
                <a:lnTo>
                  <a:pt x="936790" y="655279"/>
                </a:lnTo>
                <a:lnTo>
                  <a:pt x="938251" y="659578"/>
                </a:lnTo>
                <a:lnTo>
                  <a:pt x="939690" y="663854"/>
                </a:lnTo>
                <a:lnTo>
                  <a:pt x="942621" y="672469"/>
                </a:lnTo>
                <a:lnTo>
                  <a:pt x="944060" y="676800"/>
                </a:lnTo>
                <a:lnTo>
                  <a:pt x="945521" y="681107"/>
                </a:lnTo>
                <a:lnTo>
                  <a:pt x="948453" y="689784"/>
                </a:lnTo>
                <a:lnTo>
                  <a:pt x="949891" y="694115"/>
                </a:lnTo>
                <a:lnTo>
                  <a:pt x="951353" y="698485"/>
                </a:lnTo>
                <a:lnTo>
                  <a:pt x="952823" y="702824"/>
                </a:lnTo>
                <a:lnTo>
                  <a:pt x="954253" y="707186"/>
                </a:lnTo>
                <a:lnTo>
                  <a:pt x="955723" y="711587"/>
                </a:lnTo>
                <a:lnTo>
                  <a:pt x="958654" y="720319"/>
                </a:lnTo>
                <a:lnTo>
                  <a:pt x="960085" y="724712"/>
                </a:lnTo>
                <a:lnTo>
                  <a:pt x="961555" y="729113"/>
                </a:lnTo>
                <a:lnTo>
                  <a:pt x="963017" y="733538"/>
                </a:lnTo>
                <a:lnTo>
                  <a:pt x="964455" y="737939"/>
                </a:lnTo>
                <a:lnTo>
                  <a:pt x="968856" y="751220"/>
                </a:lnTo>
                <a:lnTo>
                  <a:pt x="970287" y="755645"/>
                </a:lnTo>
                <a:lnTo>
                  <a:pt x="971756" y="760077"/>
                </a:lnTo>
                <a:lnTo>
                  <a:pt x="973218" y="764533"/>
                </a:lnTo>
                <a:lnTo>
                  <a:pt x="974656" y="768989"/>
                </a:lnTo>
                <a:lnTo>
                  <a:pt x="977588" y="777908"/>
                </a:lnTo>
                <a:lnTo>
                  <a:pt x="979050" y="782395"/>
                </a:lnTo>
                <a:lnTo>
                  <a:pt x="980488" y="786859"/>
                </a:lnTo>
                <a:lnTo>
                  <a:pt x="983419" y="795833"/>
                </a:lnTo>
                <a:lnTo>
                  <a:pt x="984850" y="800320"/>
                </a:lnTo>
                <a:lnTo>
                  <a:pt x="986320" y="804839"/>
                </a:lnTo>
                <a:lnTo>
                  <a:pt x="987782" y="809334"/>
                </a:lnTo>
                <a:lnTo>
                  <a:pt x="989220" y="813852"/>
                </a:lnTo>
                <a:lnTo>
                  <a:pt x="993621" y="827407"/>
                </a:lnTo>
                <a:lnTo>
                  <a:pt x="995052" y="831926"/>
                </a:lnTo>
                <a:lnTo>
                  <a:pt x="996521" y="836475"/>
                </a:lnTo>
                <a:lnTo>
                  <a:pt x="997983" y="840994"/>
                </a:lnTo>
                <a:lnTo>
                  <a:pt x="999421" y="845543"/>
                </a:lnTo>
                <a:lnTo>
                  <a:pt x="1003815" y="859200"/>
                </a:lnTo>
                <a:lnTo>
                  <a:pt x="1005253" y="863750"/>
                </a:lnTo>
                <a:lnTo>
                  <a:pt x="1006715" y="868323"/>
                </a:lnTo>
                <a:lnTo>
                  <a:pt x="1008185" y="872880"/>
                </a:lnTo>
                <a:lnTo>
                  <a:pt x="1009615" y="877453"/>
                </a:lnTo>
                <a:lnTo>
                  <a:pt x="1014016" y="891196"/>
                </a:lnTo>
                <a:lnTo>
                  <a:pt x="1015455" y="895777"/>
                </a:lnTo>
                <a:lnTo>
                  <a:pt x="1016916" y="900389"/>
                </a:lnTo>
                <a:lnTo>
                  <a:pt x="1018378" y="904970"/>
                </a:lnTo>
                <a:lnTo>
                  <a:pt x="1019817" y="909582"/>
                </a:lnTo>
                <a:lnTo>
                  <a:pt x="1021286" y="914163"/>
                </a:lnTo>
                <a:lnTo>
                  <a:pt x="1024218" y="923380"/>
                </a:lnTo>
                <a:lnTo>
                  <a:pt x="1025648" y="927992"/>
                </a:lnTo>
                <a:lnTo>
                  <a:pt x="1028580" y="937216"/>
                </a:lnTo>
                <a:lnTo>
                  <a:pt x="1030018" y="941860"/>
                </a:lnTo>
                <a:lnTo>
                  <a:pt x="1031480" y="946472"/>
                </a:lnTo>
                <a:lnTo>
                  <a:pt x="1032950" y="951108"/>
                </a:lnTo>
                <a:lnTo>
                  <a:pt x="1034412" y="955720"/>
                </a:lnTo>
                <a:lnTo>
                  <a:pt x="1035850" y="960363"/>
                </a:lnTo>
                <a:lnTo>
                  <a:pt x="1038781" y="969642"/>
                </a:lnTo>
                <a:lnTo>
                  <a:pt x="1040212" y="974286"/>
                </a:lnTo>
                <a:lnTo>
                  <a:pt x="1043143" y="983573"/>
                </a:lnTo>
                <a:lnTo>
                  <a:pt x="1044582" y="988208"/>
                </a:lnTo>
                <a:lnTo>
                  <a:pt x="1046051" y="992852"/>
                </a:lnTo>
                <a:lnTo>
                  <a:pt x="1047513" y="997526"/>
                </a:lnTo>
                <a:lnTo>
                  <a:pt x="1048983" y="1002170"/>
                </a:lnTo>
                <a:lnTo>
                  <a:pt x="1050414" y="1006837"/>
                </a:lnTo>
                <a:lnTo>
                  <a:pt x="1051883" y="1011480"/>
                </a:lnTo>
                <a:lnTo>
                  <a:pt x="1053345" y="1016155"/>
                </a:lnTo>
                <a:lnTo>
                  <a:pt x="1054783" y="1020791"/>
                </a:lnTo>
                <a:lnTo>
                  <a:pt x="1059177" y="1034807"/>
                </a:lnTo>
                <a:lnTo>
                  <a:pt x="1060615" y="1039482"/>
                </a:lnTo>
                <a:lnTo>
                  <a:pt x="1062077" y="1044156"/>
                </a:lnTo>
                <a:lnTo>
                  <a:pt x="1063546" y="1048792"/>
                </a:lnTo>
                <a:lnTo>
                  <a:pt x="1064977" y="1053467"/>
                </a:lnTo>
                <a:lnTo>
                  <a:pt x="1066447" y="1058173"/>
                </a:lnTo>
                <a:lnTo>
                  <a:pt x="1069378" y="1067514"/>
                </a:lnTo>
                <a:lnTo>
                  <a:pt x="1070816" y="1072189"/>
                </a:lnTo>
                <a:lnTo>
                  <a:pt x="1073748" y="1081531"/>
                </a:lnTo>
                <a:lnTo>
                  <a:pt x="1075179" y="1086237"/>
                </a:lnTo>
                <a:lnTo>
                  <a:pt x="1079580" y="1100245"/>
                </a:lnTo>
                <a:lnTo>
                  <a:pt x="1081010" y="1104951"/>
                </a:lnTo>
                <a:lnTo>
                  <a:pt x="1083942" y="1114293"/>
                </a:lnTo>
                <a:lnTo>
                  <a:pt x="1085380" y="1118999"/>
                </a:lnTo>
                <a:lnTo>
                  <a:pt x="1086842" y="1123674"/>
                </a:lnTo>
                <a:lnTo>
                  <a:pt x="1088312" y="1128372"/>
                </a:lnTo>
                <a:lnTo>
                  <a:pt x="1089773" y="1133047"/>
                </a:lnTo>
                <a:lnTo>
                  <a:pt x="1091212" y="2893056"/>
                </a:lnTo>
                <a:lnTo>
                  <a:pt x="0" y="2893056"/>
                </a:lnTo>
                <a:close/>
              </a:path>
            </a:pathLst>
          </a:custGeom>
          <a:solidFill>
            <a:schemeClr val="tx1">
              <a:lumMod val="50000"/>
              <a:lumOff val="50000"/>
              <a:alpha val="60000"/>
            </a:schemeClr>
          </a:solidFill>
          <a:ln w="7808" cap="flat">
            <a:noFill/>
            <a:prstDash val="solid"/>
            <a:miter/>
          </a:ln>
        </p:spPr>
        <p:txBody>
          <a:bodyPr rtlCol="0" anchor="ctr"/>
          <a:lstStyle/>
          <a:p>
            <a:endParaRPr lang="en-GB" noProof="0"/>
          </a:p>
        </p:txBody>
      </p:sp>
      <p:sp>
        <p:nvSpPr>
          <p:cNvPr id="5" name="Slide Number Placeholder 2">
            <a:extLst>
              <a:ext uri="{FF2B5EF4-FFF2-40B4-BE49-F238E27FC236}">
                <a16:creationId xmlns:a16="http://schemas.microsoft.com/office/drawing/2014/main" id="{A7E46FC7-62D0-FA56-2F01-B18E9318DA76}"/>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428B3E67-B49F-4DDA-9BD9-3F7FAF40A3A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C2CFDF54-CB19-AC93-2B64-A6AE39961A06}"/>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286E05DC-D858-8FA5-1BCE-9975D96F756C}"/>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255" name="TextBox 254">
                <a:extLst>
                  <a:ext uri="{FF2B5EF4-FFF2-40B4-BE49-F238E27FC236}">
                    <a16:creationId xmlns:a16="http://schemas.microsoft.com/office/drawing/2014/main" id="{BE043FB8-C117-B9CB-C913-524166B5DDFA}"/>
                  </a:ext>
                </a:extLst>
              </p:cNvPr>
              <p:cNvSpPr txBox="1"/>
              <p:nvPr/>
            </p:nvSpPr>
            <p:spPr>
              <a:xfrm>
                <a:off x="967789" y="1074435"/>
                <a:ext cx="3983161" cy="1384995"/>
              </a:xfrm>
              <a:prstGeom prst="rect">
                <a:avLst/>
              </a:prstGeom>
              <a:noFill/>
            </p:spPr>
            <p:txBody>
              <a:bodyPr wrap="square">
                <a:spAutoFit/>
              </a:bodyPr>
              <a:lstStyle/>
              <a:p>
                <a:pPr lvl="0">
                  <a:defRPr/>
                </a:pPr>
                <a:r>
                  <a:rPr lang="en-US" sz="1400">
                    <a:solidFill>
                      <a:prstClr val="black"/>
                    </a:solidFill>
                  </a:rPr>
                  <a:t>Consider now an increase in the covariate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𝑥</m:t>
                        </m:r>
                      </m:e>
                      <m:sub>
                        <m:r>
                          <a:rPr lang="en-GB" sz="1400" i="1" noProof="0" smtClean="0">
                            <a:solidFill>
                              <a:prstClr val="black"/>
                            </a:solidFill>
                            <a:latin typeface="Cambria Math" panose="02040503050406030204" pitchFamily="18" charset="0"/>
                          </a:rPr>
                          <m:t>𝑘</m:t>
                        </m:r>
                      </m:sub>
                    </m:sSub>
                    <m:r>
                      <a:rPr lang="en-GB" sz="1400" i="1" noProof="0" smtClean="0">
                        <a:solidFill>
                          <a:prstClr val="black"/>
                        </a:solidFill>
                        <a:latin typeface="Cambria Math" panose="02040503050406030204" pitchFamily="18" charset="0"/>
                      </a:rPr>
                      <m:t>,</m:t>
                    </m:r>
                  </m:oMath>
                </a14:m>
                <a:r>
                  <a:rPr lang="en-GB" sz="1400" noProof="0">
                    <a:solidFill>
                      <a:prstClr val="black"/>
                    </a:solidFill>
                  </a:rPr>
                  <a:t> </a:t>
                </a:r>
                <a:r>
                  <a:rPr lang="en-US" sz="1400">
                    <a:solidFill>
                      <a:prstClr val="black"/>
                    </a:solidFill>
                  </a:rPr>
                  <a:t>and suppose that its associated coefficient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𝛽</m:t>
                        </m:r>
                      </m:e>
                      <m:sub>
                        <m:r>
                          <a:rPr lang="en-GB" sz="1400" i="1" noProof="0" smtClean="0">
                            <a:solidFill>
                              <a:prstClr val="black"/>
                            </a:solidFill>
                            <a:latin typeface="Cambria Math" panose="02040503050406030204" pitchFamily="18" charset="0"/>
                          </a:rPr>
                          <m:t>𝑘</m:t>
                        </m:r>
                      </m:sub>
                    </m:sSub>
                  </m:oMath>
                </a14:m>
                <a:r>
                  <a:rPr lang="en-GB" sz="1400" noProof="0">
                    <a:solidFill>
                      <a:prstClr val="black"/>
                    </a:solidFill>
                  </a:rPr>
                  <a:t>is positive</a:t>
                </a:r>
              </a:p>
              <a:p>
                <a:pPr lvl="0">
                  <a:defRPr/>
                </a:pPr>
                <a:endParaRPr lang="en-GB" sz="1400" noProof="0">
                  <a:solidFill>
                    <a:prstClr val="black"/>
                  </a:solidFill>
                </a:endParaRPr>
              </a:p>
              <a:p>
                <a:pPr lvl="0">
                  <a:defRPr/>
                </a:pPr>
                <a:r>
                  <a:rPr lang="en-US" sz="1400">
                    <a:solidFill>
                      <a:prstClr val="black"/>
                    </a:solidFill>
                  </a:rPr>
                  <a:t>Then, all the values of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1</m:t>
                        </m:r>
                      </m:sub>
                    </m:sSub>
                    <m:r>
                      <a:rPr lang="en-GB" sz="1400" i="1" noProof="0" smtClean="0">
                        <a:solidFill>
                          <a:prstClr val="black"/>
                        </a:solidFill>
                        <a:latin typeface="Cambria Math" panose="02040503050406030204" pitchFamily="18" charset="0"/>
                      </a:rPr>
                      <m:t>− </m:t>
                    </m:r>
                    <m:sSup>
                      <m:sSupPr>
                        <m:ctrlPr>
                          <a:rPr lang="en-GB" sz="1400" i="1" noProof="0" smtClean="0">
                            <a:solidFill>
                              <a:prstClr val="black"/>
                            </a:solidFill>
                            <a:latin typeface="Cambria Math" panose="02040503050406030204" pitchFamily="18" charset="0"/>
                          </a:rPr>
                        </m:ctrlPr>
                      </m:sSupPr>
                      <m:e>
                        <m:r>
                          <a:rPr lang="en-GB" sz="1400" i="1" noProof="0" smtClean="0">
                            <a:solidFill>
                              <a:prstClr val="black"/>
                            </a:solidFill>
                            <a:latin typeface="Cambria Math" panose="02040503050406030204" pitchFamily="18" charset="0"/>
                          </a:rPr>
                          <m:t>𝛽</m:t>
                        </m:r>
                      </m:e>
                      <m:sup>
                        <m:r>
                          <a:rPr lang="en-GB" sz="1400" i="1" noProof="0" smtClean="0">
                            <a:solidFill>
                              <a:prstClr val="black"/>
                            </a:solidFill>
                            <a:latin typeface="Cambria Math" panose="02040503050406030204" pitchFamily="18" charset="0"/>
                          </a:rPr>
                          <m:t>𝑇</m:t>
                        </m:r>
                      </m:sup>
                    </m:sSup>
                    <m:r>
                      <a:rPr lang="en-GB" sz="1400" b="0" i="1" noProof="0" smtClean="0">
                        <a:solidFill>
                          <a:prstClr val="black"/>
                        </a:solidFill>
                        <a:latin typeface="Cambria Math" panose="02040503050406030204" pitchFamily="18" charset="0"/>
                      </a:rPr>
                      <m:t>𝑥</m:t>
                    </m:r>
                  </m:oMath>
                </a14:m>
                <a:r>
                  <a:rPr lang="en-GB" sz="1400" noProof="0">
                    <a:solidFill>
                      <a:prstClr val="black"/>
                    </a:solidFill>
                  </a:rPr>
                  <a:t> </a:t>
                </a:r>
                <a:r>
                  <a:rPr lang="en-US" sz="1400">
                    <a:solidFill>
                      <a:prstClr val="black"/>
                    </a:solidFill>
                  </a:rPr>
                  <a:t>will decrease by the amount </a:t>
                </a:r>
                <a:r>
                  <a:rPr lang="en-GB" sz="1400" noProof="0">
                    <a:solidFill>
                      <a:prstClr val="black"/>
                    </a:solidFill>
                  </a:rPr>
                  <a:t> </a:t>
                </a:r>
                <a14:m>
                  <m:oMath xmlns:m="http://schemas.openxmlformats.org/officeDocument/2006/math">
                    <m:r>
                      <a:rPr lang="en-GB" sz="1400" i="1" noProof="0" smtClean="0">
                        <a:solidFill>
                          <a:prstClr val="black"/>
                        </a:solidFill>
                        <a:latin typeface="Cambria Math" panose="02040503050406030204" pitchFamily="18" charset="0"/>
                      </a:rPr>
                      <m:t>− </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𝛽</m:t>
                        </m:r>
                      </m:e>
                      <m:sub>
                        <m:r>
                          <a:rPr lang="en-GB" sz="1400" i="1" noProof="0" smtClean="0">
                            <a:solidFill>
                              <a:prstClr val="black"/>
                            </a:solidFill>
                            <a:latin typeface="Cambria Math" panose="02040503050406030204" pitchFamily="18" charset="0"/>
                          </a:rPr>
                          <m:t>𝑘</m:t>
                        </m:r>
                      </m:sub>
                    </m:sSub>
                    <m:r>
                      <m:rPr>
                        <m:sty m:val="p"/>
                      </m:rPr>
                      <a:rPr lang="en-GB" sz="1400" i="0" noProof="0" smtClean="0">
                        <a:solidFill>
                          <a:prstClr val="black"/>
                        </a:solidFill>
                        <a:latin typeface="Cambria Math" panose="02040503050406030204" pitchFamily="18" charset="0"/>
                      </a:rPr>
                      <m:t>Δ</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𝑥</m:t>
                        </m:r>
                      </m:e>
                      <m:sub>
                        <m:r>
                          <a:rPr lang="en-GB" sz="1400" i="1" noProof="0" smtClean="0">
                            <a:solidFill>
                              <a:prstClr val="black"/>
                            </a:solidFill>
                            <a:latin typeface="Cambria Math" panose="02040503050406030204" pitchFamily="18" charset="0"/>
                          </a:rPr>
                          <m:t>𝑘</m:t>
                        </m:r>
                      </m:sub>
                    </m:sSub>
                  </m:oMath>
                </a14:m>
                <a:endParaRPr lang="en-GB" sz="1400" noProof="0">
                  <a:solidFill>
                    <a:prstClr val="black"/>
                  </a:solidFill>
                </a:endParaRPr>
              </a:p>
            </p:txBody>
          </p:sp>
        </mc:Choice>
        <mc:Fallback xmlns="">
          <p:sp>
            <p:nvSpPr>
              <p:cNvPr id="255" name="TextBox 254">
                <a:extLst>
                  <a:ext uri="{FF2B5EF4-FFF2-40B4-BE49-F238E27FC236}">
                    <a16:creationId xmlns:a16="http://schemas.microsoft.com/office/drawing/2014/main" id="{BE043FB8-C117-B9CB-C913-524166B5DDFA}"/>
                  </a:ext>
                </a:extLst>
              </p:cNvPr>
              <p:cNvSpPr txBox="1">
                <a:spLocks noRot="1" noChangeAspect="1" noMove="1" noResize="1" noEditPoints="1" noAdjustHandles="1" noChangeArrowheads="1" noChangeShapeType="1" noTextEdit="1"/>
              </p:cNvSpPr>
              <p:nvPr/>
            </p:nvSpPr>
            <p:spPr>
              <a:xfrm>
                <a:off x="967789" y="1074435"/>
                <a:ext cx="3983161" cy="1384995"/>
              </a:xfrm>
              <a:prstGeom prst="rect">
                <a:avLst/>
              </a:prstGeom>
              <a:blipFill>
                <a:blip r:embed="rId38"/>
                <a:stretch>
                  <a:fillRect l="-459" t="-441"/>
                </a:stretch>
              </a:blipFill>
            </p:spPr>
            <p:txBody>
              <a:bodyPr/>
              <a:lstStyle/>
              <a:p>
                <a:r>
                  <a:rPr lang="en-US">
                    <a:noFill/>
                  </a:rPr>
                  <a:t> </a:t>
                </a:r>
              </a:p>
            </p:txBody>
          </p:sp>
        </mc:Fallback>
      </mc:AlternateContent>
      <p:sp>
        <p:nvSpPr>
          <p:cNvPr id="17" name="Freeform: Shape 16">
            <a:extLst>
              <a:ext uri="{FF2B5EF4-FFF2-40B4-BE49-F238E27FC236}">
                <a16:creationId xmlns:a16="http://schemas.microsoft.com/office/drawing/2014/main" id="{07F6824B-6168-81C3-E070-86E771EF9B2E}"/>
              </a:ext>
            </a:extLst>
          </p:cNvPr>
          <p:cNvSpPr/>
          <p:nvPr/>
        </p:nvSpPr>
        <p:spPr>
          <a:xfrm>
            <a:off x="4690244" y="3253144"/>
            <a:ext cx="271707" cy="2591335"/>
          </a:xfrm>
          <a:custGeom>
            <a:avLst/>
            <a:gdLst>
              <a:gd name="connsiteX0" fmla="*/ 268672 w 271707"/>
              <a:gd name="connsiteY0" fmla="*/ 0 h 2591335"/>
              <a:gd name="connsiteX1" fmla="*/ 271707 w 271707"/>
              <a:gd name="connsiteY1" fmla="*/ 2591335 h 2591335"/>
              <a:gd name="connsiteX2" fmla="*/ 0 w 271707"/>
              <a:gd name="connsiteY2" fmla="*/ 2591335 h 2591335"/>
              <a:gd name="connsiteX3" fmla="*/ 0 w 271707"/>
              <a:gd name="connsiteY3" fmla="*/ 608962 h 2591335"/>
              <a:gd name="connsiteX4" fmla="*/ 3855 w 271707"/>
              <a:gd name="connsiteY4" fmla="*/ 600593 h 2591335"/>
              <a:gd name="connsiteX5" fmla="*/ 6811 w 271707"/>
              <a:gd name="connsiteY5" fmla="*/ 594025 h 2591335"/>
              <a:gd name="connsiteX6" fmla="*/ 15903 w 271707"/>
              <a:gd name="connsiteY6" fmla="*/ 574174 h 2591335"/>
              <a:gd name="connsiteX7" fmla="*/ 18857 w 271707"/>
              <a:gd name="connsiteY7" fmla="*/ 567561 h 2591335"/>
              <a:gd name="connsiteX8" fmla="*/ 21894 w 271707"/>
              <a:gd name="connsiteY8" fmla="*/ 560935 h 2591335"/>
              <a:gd name="connsiteX9" fmla="*/ 24914 w 271707"/>
              <a:gd name="connsiteY9" fmla="*/ 554276 h 2591335"/>
              <a:gd name="connsiteX10" fmla="*/ 27885 w 271707"/>
              <a:gd name="connsiteY10" fmla="*/ 547662 h 2591335"/>
              <a:gd name="connsiteX11" fmla="*/ 36962 w 271707"/>
              <a:gd name="connsiteY11" fmla="*/ 527672 h 2591335"/>
              <a:gd name="connsiteX12" fmla="*/ 39933 w 271707"/>
              <a:gd name="connsiteY12" fmla="*/ 521012 h 2591335"/>
              <a:gd name="connsiteX13" fmla="*/ 42970 w 271707"/>
              <a:gd name="connsiteY13" fmla="*/ 514307 h 2591335"/>
              <a:gd name="connsiteX14" fmla="*/ 45988 w 271707"/>
              <a:gd name="connsiteY14" fmla="*/ 507646 h 2591335"/>
              <a:gd name="connsiteX15" fmla="*/ 48961 w 271707"/>
              <a:gd name="connsiteY15" fmla="*/ 500928 h 2591335"/>
              <a:gd name="connsiteX16" fmla="*/ 58036 w 271707"/>
              <a:gd name="connsiteY16" fmla="*/ 480810 h 2591335"/>
              <a:gd name="connsiteX17" fmla="*/ 61007 w 271707"/>
              <a:gd name="connsiteY17" fmla="*/ 474105 h 2591335"/>
              <a:gd name="connsiteX18" fmla="*/ 64027 w 271707"/>
              <a:gd name="connsiteY18" fmla="*/ 467398 h 2591335"/>
              <a:gd name="connsiteX19" fmla="*/ 67064 w 271707"/>
              <a:gd name="connsiteY19" fmla="*/ 460646 h 2591335"/>
              <a:gd name="connsiteX20" fmla="*/ 70020 w 271707"/>
              <a:gd name="connsiteY20" fmla="*/ 453939 h 2591335"/>
              <a:gd name="connsiteX21" fmla="*/ 79112 w 271707"/>
              <a:gd name="connsiteY21" fmla="*/ 433681 h 2591335"/>
              <a:gd name="connsiteX22" fmla="*/ 82066 w 271707"/>
              <a:gd name="connsiteY22" fmla="*/ 426930 h 2591335"/>
              <a:gd name="connsiteX23" fmla="*/ 85103 w 271707"/>
              <a:gd name="connsiteY23" fmla="*/ 420131 h 2591335"/>
              <a:gd name="connsiteX24" fmla="*/ 88123 w 271707"/>
              <a:gd name="connsiteY24" fmla="*/ 413378 h 2591335"/>
              <a:gd name="connsiteX25" fmla="*/ 91094 w 271707"/>
              <a:gd name="connsiteY25" fmla="*/ 406626 h 2591335"/>
              <a:gd name="connsiteX26" fmla="*/ 100169 w 271707"/>
              <a:gd name="connsiteY26" fmla="*/ 386229 h 2591335"/>
              <a:gd name="connsiteX27" fmla="*/ 103142 w 271707"/>
              <a:gd name="connsiteY27" fmla="*/ 379430 h 2591335"/>
              <a:gd name="connsiteX28" fmla="*/ 109197 w 271707"/>
              <a:gd name="connsiteY28" fmla="*/ 365832 h 2591335"/>
              <a:gd name="connsiteX29" fmla="*/ 112170 w 271707"/>
              <a:gd name="connsiteY29" fmla="*/ 359033 h 2591335"/>
              <a:gd name="connsiteX30" fmla="*/ 115188 w 271707"/>
              <a:gd name="connsiteY30" fmla="*/ 352187 h 2591335"/>
              <a:gd name="connsiteX31" fmla="*/ 118225 w 271707"/>
              <a:gd name="connsiteY31" fmla="*/ 345388 h 2591335"/>
              <a:gd name="connsiteX32" fmla="*/ 121245 w 271707"/>
              <a:gd name="connsiteY32" fmla="*/ 338543 h 2591335"/>
              <a:gd name="connsiteX33" fmla="*/ 124216 w 271707"/>
              <a:gd name="connsiteY33" fmla="*/ 331698 h 2591335"/>
              <a:gd name="connsiteX34" fmla="*/ 130273 w 271707"/>
              <a:gd name="connsiteY34" fmla="*/ 318018 h 2591335"/>
              <a:gd name="connsiteX35" fmla="*/ 133227 w 271707"/>
              <a:gd name="connsiteY35" fmla="*/ 311173 h 2591335"/>
              <a:gd name="connsiteX36" fmla="*/ 139284 w 271707"/>
              <a:gd name="connsiteY36" fmla="*/ 297483 h 2591335"/>
              <a:gd name="connsiteX37" fmla="*/ 142255 w 271707"/>
              <a:gd name="connsiteY37" fmla="*/ 290637 h 2591335"/>
              <a:gd name="connsiteX38" fmla="*/ 145275 w 271707"/>
              <a:gd name="connsiteY38" fmla="*/ 283757 h 2591335"/>
              <a:gd name="connsiteX39" fmla="*/ 148312 w 271707"/>
              <a:gd name="connsiteY39" fmla="*/ 276912 h 2591335"/>
              <a:gd name="connsiteX40" fmla="*/ 151332 w 271707"/>
              <a:gd name="connsiteY40" fmla="*/ 270020 h 2591335"/>
              <a:gd name="connsiteX41" fmla="*/ 154303 w 271707"/>
              <a:gd name="connsiteY41" fmla="*/ 263129 h 2591335"/>
              <a:gd name="connsiteX42" fmla="*/ 157337 w 271707"/>
              <a:gd name="connsiteY42" fmla="*/ 256282 h 2591335"/>
              <a:gd name="connsiteX43" fmla="*/ 160358 w 271707"/>
              <a:gd name="connsiteY43" fmla="*/ 249403 h 2591335"/>
              <a:gd name="connsiteX44" fmla="*/ 163330 w 271707"/>
              <a:gd name="connsiteY44" fmla="*/ 242510 h 2591335"/>
              <a:gd name="connsiteX45" fmla="*/ 172406 w 271707"/>
              <a:gd name="connsiteY45" fmla="*/ 221848 h 2591335"/>
              <a:gd name="connsiteX46" fmla="*/ 175376 w 271707"/>
              <a:gd name="connsiteY46" fmla="*/ 214955 h 2591335"/>
              <a:gd name="connsiteX47" fmla="*/ 178397 w 271707"/>
              <a:gd name="connsiteY47" fmla="*/ 208018 h 2591335"/>
              <a:gd name="connsiteX48" fmla="*/ 181433 w 271707"/>
              <a:gd name="connsiteY48" fmla="*/ 201137 h 2591335"/>
              <a:gd name="connsiteX49" fmla="*/ 184388 w 271707"/>
              <a:gd name="connsiteY49" fmla="*/ 194199 h 2591335"/>
              <a:gd name="connsiteX50" fmla="*/ 187424 w 271707"/>
              <a:gd name="connsiteY50" fmla="*/ 187308 h 2591335"/>
              <a:gd name="connsiteX51" fmla="*/ 190445 w 271707"/>
              <a:gd name="connsiteY51" fmla="*/ 180381 h 2591335"/>
              <a:gd name="connsiteX52" fmla="*/ 193479 w 271707"/>
              <a:gd name="connsiteY52" fmla="*/ 173488 h 2591335"/>
              <a:gd name="connsiteX53" fmla="*/ 196436 w 271707"/>
              <a:gd name="connsiteY53" fmla="*/ 166551 h 2591335"/>
              <a:gd name="connsiteX54" fmla="*/ 199473 w 271707"/>
              <a:gd name="connsiteY54" fmla="*/ 159659 h 2591335"/>
              <a:gd name="connsiteX55" fmla="*/ 202493 w 271707"/>
              <a:gd name="connsiteY55" fmla="*/ 152732 h 2591335"/>
              <a:gd name="connsiteX56" fmla="*/ 205463 w 271707"/>
              <a:gd name="connsiteY56" fmla="*/ 145795 h 2591335"/>
              <a:gd name="connsiteX57" fmla="*/ 214539 w 271707"/>
              <a:gd name="connsiteY57" fmla="*/ 124991 h 2591335"/>
              <a:gd name="connsiteX58" fmla="*/ 217512 w 271707"/>
              <a:gd name="connsiteY58" fmla="*/ 118054 h 2591335"/>
              <a:gd name="connsiteX59" fmla="*/ 223567 w 271707"/>
              <a:gd name="connsiteY59" fmla="*/ 104189 h 2591335"/>
              <a:gd name="connsiteX60" fmla="*/ 226537 w 271707"/>
              <a:gd name="connsiteY60" fmla="*/ 97250 h 2591335"/>
              <a:gd name="connsiteX61" fmla="*/ 235615 w 271707"/>
              <a:gd name="connsiteY61" fmla="*/ 76448 h 2591335"/>
              <a:gd name="connsiteX62" fmla="*/ 238585 w 271707"/>
              <a:gd name="connsiteY62" fmla="*/ 69475 h 2591335"/>
              <a:gd name="connsiteX63" fmla="*/ 244642 w 271707"/>
              <a:gd name="connsiteY63" fmla="*/ 55610 h 2591335"/>
              <a:gd name="connsiteX64" fmla="*/ 247597 w 271707"/>
              <a:gd name="connsiteY64" fmla="*/ 48671 h 2591335"/>
              <a:gd name="connsiteX65" fmla="*/ 250633 w 271707"/>
              <a:gd name="connsiteY65" fmla="*/ 41687 h 2591335"/>
              <a:gd name="connsiteX66" fmla="*/ 253654 w 271707"/>
              <a:gd name="connsiteY66" fmla="*/ 34760 h 2591335"/>
              <a:gd name="connsiteX67" fmla="*/ 256624 w 271707"/>
              <a:gd name="connsiteY67" fmla="*/ 27823 h 2591335"/>
              <a:gd name="connsiteX68" fmla="*/ 259645 w 271707"/>
              <a:gd name="connsiteY68" fmla="*/ 20850 h 2591335"/>
              <a:gd name="connsiteX69" fmla="*/ 262679 w 271707"/>
              <a:gd name="connsiteY69" fmla="*/ 13911 h 2591335"/>
              <a:gd name="connsiteX70" fmla="*/ 265700 w 271707"/>
              <a:gd name="connsiteY70" fmla="*/ 6927 h 2591335"/>
              <a:gd name="connsiteX71" fmla="*/ 268672 w 271707"/>
              <a:gd name="connsiteY71" fmla="*/ 0 h 259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71707" h="2591335">
                <a:moveTo>
                  <a:pt x="268672" y="0"/>
                </a:moveTo>
                <a:lnTo>
                  <a:pt x="271707" y="2591335"/>
                </a:lnTo>
                <a:lnTo>
                  <a:pt x="0" y="2591335"/>
                </a:lnTo>
                <a:lnTo>
                  <a:pt x="0" y="608962"/>
                </a:lnTo>
                <a:lnTo>
                  <a:pt x="3855" y="600593"/>
                </a:lnTo>
                <a:lnTo>
                  <a:pt x="6811" y="594025"/>
                </a:lnTo>
                <a:lnTo>
                  <a:pt x="15903" y="574174"/>
                </a:lnTo>
                <a:lnTo>
                  <a:pt x="18857" y="567561"/>
                </a:lnTo>
                <a:lnTo>
                  <a:pt x="21894" y="560935"/>
                </a:lnTo>
                <a:lnTo>
                  <a:pt x="24914" y="554276"/>
                </a:lnTo>
                <a:lnTo>
                  <a:pt x="27885" y="547662"/>
                </a:lnTo>
                <a:lnTo>
                  <a:pt x="36962" y="527672"/>
                </a:lnTo>
                <a:lnTo>
                  <a:pt x="39933" y="521012"/>
                </a:lnTo>
                <a:lnTo>
                  <a:pt x="42970" y="514307"/>
                </a:lnTo>
                <a:lnTo>
                  <a:pt x="45988" y="507646"/>
                </a:lnTo>
                <a:lnTo>
                  <a:pt x="48961" y="500928"/>
                </a:lnTo>
                <a:lnTo>
                  <a:pt x="58036" y="480810"/>
                </a:lnTo>
                <a:lnTo>
                  <a:pt x="61007" y="474105"/>
                </a:lnTo>
                <a:lnTo>
                  <a:pt x="64027" y="467398"/>
                </a:lnTo>
                <a:lnTo>
                  <a:pt x="67064" y="460646"/>
                </a:lnTo>
                <a:lnTo>
                  <a:pt x="70020" y="453939"/>
                </a:lnTo>
                <a:lnTo>
                  <a:pt x="79112" y="433681"/>
                </a:lnTo>
                <a:lnTo>
                  <a:pt x="82066" y="426930"/>
                </a:lnTo>
                <a:lnTo>
                  <a:pt x="85103" y="420131"/>
                </a:lnTo>
                <a:lnTo>
                  <a:pt x="88123" y="413378"/>
                </a:lnTo>
                <a:lnTo>
                  <a:pt x="91094" y="406626"/>
                </a:lnTo>
                <a:lnTo>
                  <a:pt x="100169" y="386229"/>
                </a:lnTo>
                <a:lnTo>
                  <a:pt x="103142" y="379430"/>
                </a:lnTo>
                <a:lnTo>
                  <a:pt x="109197" y="365832"/>
                </a:lnTo>
                <a:lnTo>
                  <a:pt x="112170" y="359033"/>
                </a:lnTo>
                <a:lnTo>
                  <a:pt x="115188" y="352187"/>
                </a:lnTo>
                <a:lnTo>
                  <a:pt x="118225" y="345388"/>
                </a:lnTo>
                <a:lnTo>
                  <a:pt x="121245" y="338543"/>
                </a:lnTo>
                <a:lnTo>
                  <a:pt x="124216" y="331698"/>
                </a:lnTo>
                <a:lnTo>
                  <a:pt x="130273" y="318018"/>
                </a:lnTo>
                <a:lnTo>
                  <a:pt x="133227" y="311173"/>
                </a:lnTo>
                <a:lnTo>
                  <a:pt x="139284" y="297483"/>
                </a:lnTo>
                <a:lnTo>
                  <a:pt x="142255" y="290637"/>
                </a:lnTo>
                <a:lnTo>
                  <a:pt x="145275" y="283757"/>
                </a:lnTo>
                <a:lnTo>
                  <a:pt x="148312" y="276912"/>
                </a:lnTo>
                <a:lnTo>
                  <a:pt x="151332" y="270020"/>
                </a:lnTo>
                <a:lnTo>
                  <a:pt x="154303" y="263129"/>
                </a:lnTo>
                <a:lnTo>
                  <a:pt x="157337" y="256282"/>
                </a:lnTo>
                <a:lnTo>
                  <a:pt x="160358" y="249403"/>
                </a:lnTo>
                <a:lnTo>
                  <a:pt x="163330" y="242510"/>
                </a:lnTo>
                <a:lnTo>
                  <a:pt x="172406" y="221848"/>
                </a:lnTo>
                <a:lnTo>
                  <a:pt x="175376" y="214955"/>
                </a:lnTo>
                <a:lnTo>
                  <a:pt x="178397" y="208018"/>
                </a:lnTo>
                <a:lnTo>
                  <a:pt x="181433" y="201137"/>
                </a:lnTo>
                <a:lnTo>
                  <a:pt x="184388" y="194199"/>
                </a:lnTo>
                <a:lnTo>
                  <a:pt x="187424" y="187308"/>
                </a:lnTo>
                <a:lnTo>
                  <a:pt x="190445" y="180381"/>
                </a:lnTo>
                <a:lnTo>
                  <a:pt x="193479" y="173488"/>
                </a:lnTo>
                <a:lnTo>
                  <a:pt x="196436" y="166551"/>
                </a:lnTo>
                <a:lnTo>
                  <a:pt x="199473" y="159659"/>
                </a:lnTo>
                <a:lnTo>
                  <a:pt x="202493" y="152732"/>
                </a:lnTo>
                <a:lnTo>
                  <a:pt x="205463" y="145795"/>
                </a:lnTo>
                <a:lnTo>
                  <a:pt x="214539" y="124991"/>
                </a:lnTo>
                <a:lnTo>
                  <a:pt x="217512" y="118054"/>
                </a:lnTo>
                <a:lnTo>
                  <a:pt x="223567" y="104189"/>
                </a:lnTo>
                <a:lnTo>
                  <a:pt x="226537" y="97250"/>
                </a:lnTo>
                <a:lnTo>
                  <a:pt x="235615" y="76448"/>
                </a:lnTo>
                <a:lnTo>
                  <a:pt x="238585" y="69475"/>
                </a:lnTo>
                <a:lnTo>
                  <a:pt x="244642" y="55610"/>
                </a:lnTo>
                <a:lnTo>
                  <a:pt x="247597" y="48671"/>
                </a:lnTo>
                <a:lnTo>
                  <a:pt x="250633" y="41687"/>
                </a:lnTo>
                <a:lnTo>
                  <a:pt x="253654" y="34760"/>
                </a:lnTo>
                <a:lnTo>
                  <a:pt x="256624" y="27823"/>
                </a:lnTo>
                <a:lnTo>
                  <a:pt x="259645" y="20850"/>
                </a:lnTo>
                <a:lnTo>
                  <a:pt x="262679" y="13911"/>
                </a:lnTo>
                <a:lnTo>
                  <a:pt x="265700" y="6927"/>
                </a:lnTo>
                <a:lnTo>
                  <a:pt x="268672" y="0"/>
                </a:lnTo>
                <a:close/>
              </a:path>
            </a:pathLst>
          </a:custGeom>
          <a:pattFill prst="wdDnDiag">
            <a:fgClr>
              <a:schemeClr val="bg1"/>
            </a:fgClr>
            <a:bgClr>
              <a:srgbClr val="B2B2B2"/>
            </a:bgClr>
          </a:patt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noProof="0"/>
          </a:p>
        </p:txBody>
      </p:sp>
      <p:sp>
        <p:nvSpPr>
          <p:cNvPr id="18" name="Freeform: Shape 17">
            <a:extLst>
              <a:ext uri="{FF2B5EF4-FFF2-40B4-BE49-F238E27FC236}">
                <a16:creationId xmlns:a16="http://schemas.microsoft.com/office/drawing/2014/main" id="{FD643A29-772A-8F15-3592-9176D7697521}"/>
              </a:ext>
            </a:extLst>
          </p:cNvPr>
          <p:cNvSpPr/>
          <p:nvPr/>
        </p:nvSpPr>
        <p:spPr>
          <a:xfrm>
            <a:off x="6962672" y="2614293"/>
            <a:ext cx="271704" cy="3232848"/>
          </a:xfrm>
          <a:custGeom>
            <a:avLst/>
            <a:gdLst>
              <a:gd name="connsiteX0" fmla="*/ 0 w 271704"/>
              <a:gd name="connsiteY0" fmla="*/ 0 h 3232848"/>
              <a:gd name="connsiteX1" fmla="*/ 3784 w 271704"/>
              <a:gd name="connsiteY1" fmla="*/ 8099 h 3232848"/>
              <a:gd name="connsiteX2" fmla="*/ 6740 w 271704"/>
              <a:gd name="connsiteY2" fmla="*/ 14619 h 3232848"/>
              <a:gd name="connsiteX3" fmla="*/ 9777 w 271704"/>
              <a:gd name="connsiteY3" fmla="*/ 21151 h 3232848"/>
              <a:gd name="connsiteX4" fmla="*/ 12797 w 271704"/>
              <a:gd name="connsiteY4" fmla="*/ 27718 h 3232848"/>
              <a:gd name="connsiteX5" fmla="*/ 15768 w 271704"/>
              <a:gd name="connsiteY5" fmla="*/ 34250 h 3232848"/>
              <a:gd name="connsiteX6" fmla="*/ 24860 w 271704"/>
              <a:gd name="connsiteY6" fmla="*/ 53962 h 3232848"/>
              <a:gd name="connsiteX7" fmla="*/ 27816 w 271704"/>
              <a:gd name="connsiteY7" fmla="*/ 60529 h 3232848"/>
              <a:gd name="connsiteX8" fmla="*/ 30851 w 271704"/>
              <a:gd name="connsiteY8" fmla="*/ 67107 h 3232848"/>
              <a:gd name="connsiteX9" fmla="*/ 33871 w 271704"/>
              <a:gd name="connsiteY9" fmla="*/ 73721 h 3232848"/>
              <a:gd name="connsiteX10" fmla="*/ 36842 w 271704"/>
              <a:gd name="connsiteY10" fmla="*/ 80334 h 3232848"/>
              <a:gd name="connsiteX11" fmla="*/ 42899 w 271704"/>
              <a:gd name="connsiteY11" fmla="*/ 93572 h 3232848"/>
              <a:gd name="connsiteX12" fmla="*/ 45919 w 271704"/>
              <a:gd name="connsiteY12" fmla="*/ 100231 h 3232848"/>
              <a:gd name="connsiteX13" fmla="*/ 48890 w 271704"/>
              <a:gd name="connsiteY13" fmla="*/ 106857 h 3232848"/>
              <a:gd name="connsiteX14" fmla="*/ 54945 w 271704"/>
              <a:gd name="connsiteY14" fmla="*/ 120176 h 3232848"/>
              <a:gd name="connsiteX15" fmla="*/ 57901 w 271704"/>
              <a:gd name="connsiteY15" fmla="*/ 126835 h 3232848"/>
              <a:gd name="connsiteX16" fmla="*/ 60938 w 271704"/>
              <a:gd name="connsiteY16" fmla="*/ 133542 h 3232848"/>
              <a:gd name="connsiteX17" fmla="*/ 63958 w 271704"/>
              <a:gd name="connsiteY17" fmla="*/ 140214 h 3232848"/>
              <a:gd name="connsiteX18" fmla="*/ 66929 w 271704"/>
              <a:gd name="connsiteY18" fmla="*/ 146919 h 3232848"/>
              <a:gd name="connsiteX19" fmla="*/ 76021 w 271704"/>
              <a:gd name="connsiteY19" fmla="*/ 167037 h 3232848"/>
              <a:gd name="connsiteX20" fmla="*/ 78977 w 271704"/>
              <a:gd name="connsiteY20" fmla="*/ 173744 h 3232848"/>
              <a:gd name="connsiteX21" fmla="*/ 82012 w 271704"/>
              <a:gd name="connsiteY21" fmla="*/ 180496 h 3232848"/>
              <a:gd name="connsiteX22" fmla="*/ 85032 w 271704"/>
              <a:gd name="connsiteY22" fmla="*/ 187203 h 3232848"/>
              <a:gd name="connsiteX23" fmla="*/ 88003 w 271704"/>
              <a:gd name="connsiteY23" fmla="*/ 193955 h 3232848"/>
              <a:gd name="connsiteX24" fmla="*/ 97080 w 271704"/>
              <a:gd name="connsiteY24" fmla="*/ 214224 h 3232848"/>
              <a:gd name="connsiteX25" fmla="*/ 100051 w 271704"/>
              <a:gd name="connsiteY25" fmla="*/ 220977 h 3232848"/>
              <a:gd name="connsiteX26" fmla="*/ 103071 w 271704"/>
              <a:gd name="connsiteY26" fmla="*/ 227764 h 3232848"/>
              <a:gd name="connsiteX27" fmla="*/ 106108 w 271704"/>
              <a:gd name="connsiteY27" fmla="*/ 234528 h 3232848"/>
              <a:gd name="connsiteX28" fmla="*/ 109062 w 271704"/>
              <a:gd name="connsiteY28" fmla="*/ 241315 h 3232848"/>
              <a:gd name="connsiteX29" fmla="*/ 118154 w 271704"/>
              <a:gd name="connsiteY29" fmla="*/ 261712 h 3232848"/>
              <a:gd name="connsiteX30" fmla="*/ 121126 w 271704"/>
              <a:gd name="connsiteY30" fmla="*/ 268511 h 3232848"/>
              <a:gd name="connsiteX31" fmla="*/ 124145 w 271704"/>
              <a:gd name="connsiteY31" fmla="*/ 275356 h 3232848"/>
              <a:gd name="connsiteX32" fmla="*/ 127165 w 271704"/>
              <a:gd name="connsiteY32" fmla="*/ 282155 h 3232848"/>
              <a:gd name="connsiteX33" fmla="*/ 130138 w 271704"/>
              <a:gd name="connsiteY33" fmla="*/ 289001 h 3232848"/>
              <a:gd name="connsiteX34" fmla="*/ 133172 w 271704"/>
              <a:gd name="connsiteY34" fmla="*/ 295800 h 3232848"/>
              <a:gd name="connsiteX35" fmla="*/ 139229 w 271704"/>
              <a:gd name="connsiteY35" fmla="*/ 309479 h 3232848"/>
              <a:gd name="connsiteX36" fmla="*/ 142184 w 271704"/>
              <a:gd name="connsiteY36" fmla="*/ 316324 h 3232848"/>
              <a:gd name="connsiteX37" fmla="*/ 148241 w 271704"/>
              <a:gd name="connsiteY37" fmla="*/ 330015 h 3232848"/>
              <a:gd name="connsiteX38" fmla="*/ 151211 w 271704"/>
              <a:gd name="connsiteY38" fmla="*/ 336907 h 3232848"/>
              <a:gd name="connsiteX39" fmla="*/ 154232 w 271704"/>
              <a:gd name="connsiteY39" fmla="*/ 343752 h 3232848"/>
              <a:gd name="connsiteX40" fmla="*/ 157268 w 271704"/>
              <a:gd name="connsiteY40" fmla="*/ 350633 h 3232848"/>
              <a:gd name="connsiteX41" fmla="*/ 160289 w 271704"/>
              <a:gd name="connsiteY41" fmla="*/ 357478 h 3232848"/>
              <a:gd name="connsiteX42" fmla="*/ 163259 w 271704"/>
              <a:gd name="connsiteY42" fmla="*/ 364369 h 3232848"/>
              <a:gd name="connsiteX43" fmla="*/ 169314 w 271704"/>
              <a:gd name="connsiteY43" fmla="*/ 378141 h 3232848"/>
              <a:gd name="connsiteX44" fmla="*/ 172271 w 271704"/>
              <a:gd name="connsiteY44" fmla="*/ 385033 h 3232848"/>
              <a:gd name="connsiteX45" fmla="*/ 178326 w 271704"/>
              <a:gd name="connsiteY45" fmla="*/ 398817 h 3232848"/>
              <a:gd name="connsiteX46" fmla="*/ 181298 w 271704"/>
              <a:gd name="connsiteY46" fmla="*/ 405696 h 3232848"/>
              <a:gd name="connsiteX47" fmla="*/ 184333 w 271704"/>
              <a:gd name="connsiteY47" fmla="*/ 412589 h 3232848"/>
              <a:gd name="connsiteX48" fmla="*/ 187353 w 271704"/>
              <a:gd name="connsiteY48" fmla="*/ 419526 h 3232848"/>
              <a:gd name="connsiteX49" fmla="*/ 190390 w 271704"/>
              <a:gd name="connsiteY49" fmla="*/ 426419 h 3232848"/>
              <a:gd name="connsiteX50" fmla="*/ 193347 w 271704"/>
              <a:gd name="connsiteY50" fmla="*/ 433345 h 3232848"/>
              <a:gd name="connsiteX51" fmla="*/ 196381 w 271704"/>
              <a:gd name="connsiteY51" fmla="*/ 440236 h 3232848"/>
              <a:gd name="connsiteX52" fmla="*/ 199402 w 271704"/>
              <a:gd name="connsiteY52" fmla="*/ 447175 h 3232848"/>
              <a:gd name="connsiteX53" fmla="*/ 202372 w 271704"/>
              <a:gd name="connsiteY53" fmla="*/ 454056 h 3232848"/>
              <a:gd name="connsiteX54" fmla="*/ 211450 w 271704"/>
              <a:gd name="connsiteY54" fmla="*/ 474858 h 3232848"/>
              <a:gd name="connsiteX55" fmla="*/ 214420 w 271704"/>
              <a:gd name="connsiteY55" fmla="*/ 481797 h 3232848"/>
              <a:gd name="connsiteX56" fmla="*/ 217441 w 271704"/>
              <a:gd name="connsiteY56" fmla="*/ 488734 h 3232848"/>
              <a:gd name="connsiteX57" fmla="*/ 220475 w 271704"/>
              <a:gd name="connsiteY57" fmla="*/ 495614 h 3232848"/>
              <a:gd name="connsiteX58" fmla="*/ 223432 w 271704"/>
              <a:gd name="connsiteY58" fmla="*/ 502553 h 3232848"/>
              <a:gd name="connsiteX59" fmla="*/ 226468 w 271704"/>
              <a:gd name="connsiteY59" fmla="*/ 509537 h 3232848"/>
              <a:gd name="connsiteX60" fmla="*/ 232523 w 271704"/>
              <a:gd name="connsiteY60" fmla="*/ 523401 h 3232848"/>
              <a:gd name="connsiteX61" fmla="*/ 235494 w 271704"/>
              <a:gd name="connsiteY61" fmla="*/ 530340 h 3232848"/>
              <a:gd name="connsiteX62" fmla="*/ 241551 w 271704"/>
              <a:gd name="connsiteY62" fmla="*/ 544205 h 3232848"/>
              <a:gd name="connsiteX63" fmla="*/ 244507 w 271704"/>
              <a:gd name="connsiteY63" fmla="*/ 551190 h 3232848"/>
              <a:gd name="connsiteX64" fmla="*/ 253599 w 271704"/>
              <a:gd name="connsiteY64" fmla="*/ 571980 h 3232848"/>
              <a:gd name="connsiteX65" fmla="*/ 256553 w 271704"/>
              <a:gd name="connsiteY65" fmla="*/ 578965 h 3232848"/>
              <a:gd name="connsiteX66" fmla="*/ 262610 w 271704"/>
              <a:gd name="connsiteY66" fmla="*/ 592830 h 3232848"/>
              <a:gd name="connsiteX67" fmla="*/ 265581 w 271704"/>
              <a:gd name="connsiteY67" fmla="*/ 599815 h 3232848"/>
              <a:gd name="connsiteX68" fmla="*/ 268601 w 271704"/>
              <a:gd name="connsiteY68" fmla="*/ 606753 h 3232848"/>
              <a:gd name="connsiteX69" fmla="*/ 269985 w 271704"/>
              <a:gd name="connsiteY69" fmla="*/ 609930 h 3232848"/>
              <a:gd name="connsiteX70" fmla="*/ 271704 w 271704"/>
              <a:gd name="connsiteY70" fmla="*/ 3232848 h 3232848"/>
              <a:gd name="connsiteX71" fmla="*/ 0 w 271704"/>
              <a:gd name="connsiteY71" fmla="*/ 3232848 h 3232848"/>
              <a:gd name="connsiteX72" fmla="*/ 0 w 271704"/>
              <a:gd name="connsiteY72" fmla="*/ 0 h 323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71704" h="3232848">
                <a:moveTo>
                  <a:pt x="0" y="0"/>
                </a:moveTo>
                <a:lnTo>
                  <a:pt x="3784" y="8099"/>
                </a:lnTo>
                <a:lnTo>
                  <a:pt x="6740" y="14619"/>
                </a:lnTo>
                <a:lnTo>
                  <a:pt x="9777" y="21151"/>
                </a:lnTo>
                <a:lnTo>
                  <a:pt x="12797" y="27718"/>
                </a:lnTo>
                <a:lnTo>
                  <a:pt x="15768" y="34250"/>
                </a:lnTo>
                <a:lnTo>
                  <a:pt x="24860" y="53962"/>
                </a:lnTo>
                <a:lnTo>
                  <a:pt x="27816" y="60529"/>
                </a:lnTo>
                <a:lnTo>
                  <a:pt x="30851" y="67107"/>
                </a:lnTo>
                <a:lnTo>
                  <a:pt x="33871" y="73721"/>
                </a:lnTo>
                <a:lnTo>
                  <a:pt x="36842" y="80334"/>
                </a:lnTo>
                <a:lnTo>
                  <a:pt x="42899" y="93572"/>
                </a:lnTo>
                <a:lnTo>
                  <a:pt x="45919" y="100231"/>
                </a:lnTo>
                <a:lnTo>
                  <a:pt x="48890" y="106857"/>
                </a:lnTo>
                <a:lnTo>
                  <a:pt x="54945" y="120176"/>
                </a:lnTo>
                <a:lnTo>
                  <a:pt x="57901" y="126835"/>
                </a:lnTo>
                <a:lnTo>
                  <a:pt x="60938" y="133542"/>
                </a:lnTo>
                <a:lnTo>
                  <a:pt x="63958" y="140214"/>
                </a:lnTo>
                <a:lnTo>
                  <a:pt x="66929" y="146919"/>
                </a:lnTo>
                <a:lnTo>
                  <a:pt x="76021" y="167037"/>
                </a:lnTo>
                <a:lnTo>
                  <a:pt x="78977" y="173744"/>
                </a:lnTo>
                <a:lnTo>
                  <a:pt x="82012" y="180496"/>
                </a:lnTo>
                <a:lnTo>
                  <a:pt x="85032" y="187203"/>
                </a:lnTo>
                <a:lnTo>
                  <a:pt x="88003" y="193955"/>
                </a:lnTo>
                <a:lnTo>
                  <a:pt x="97080" y="214224"/>
                </a:lnTo>
                <a:lnTo>
                  <a:pt x="100051" y="220977"/>
                </a:lnTo>
                <a:lnTo>
                  <a:pt x="103071" y="227764"/>
                </a:lnTo>
                <a:lnTo>
                  <a:pt x="106108" y="234528"/>
                </a:lnTo>
                <a:lnTo>
                  <a:pt x="109062" y="241315"/>
                </a:lnTo>
                <a:lnTo>
                  <a:pt x="118154" y="261712"/>
                </a:lnTo>
                <a:lnTo>
                  <a:pt x="121126" y="268511"/>
                </a:lnTo>
                <a:lnTo>
                  <a:pt x="124145" y="275356"/>
                </a:lnTo>
                <a:lnTo>
                  <a:pt x="127165" y="282155"/>
                </a:lnTo>
                <a:lnTo>
                  <a:pt x="130138" y="289001"/>
                </a:lnTo>
                <a:lnTo>
                  <a:pt x="133172" y="295800"/>
                </a:lnTo>
                <a:lnTo>
                  <a:pt x="139229" y="309479"/>
                </a:lnTo>
                <a:lnTo>
                  <a:pt x="142184" y="316324"/>
                </a:lnTo>
                <a:lnTo>
                  <a:pt x="148241" y="330015"/>
                </a:lnTo>
                <a:lnTo>
                  <a:pt x="151211" y="336907"/>
                </a:lnTo>
                <a:lnTo>
                  <a:pt x="154232" y="343752"/>
                </a:lnTo>
                <a:lnTo>
                  <a:pt x="157268" y="350633"/>
                </a:lnTo>
                <a:lnTo>
                  <a:pt x="160289" y="357478"/>
                </a:lnTo>
                <a:lnTo>
                  <a:pt x="163259" y="364369"/>
                </a:lnTo>
                <a:lnTo>
                  <a:pt x="169314" y="378141"/>
                </a:lnTo>
                <a:lnTo>
                  <a:pt x="172271" y="385033"/>
                </a:lnTo>
                <a:lnTo>
                  <a:pt x="178326" y="398817"/>
                </a:lnTo>
                <a:lnTo>
                  <a:pt x="181298" y="405696"/>
                </a:lnTo>
                <a:lnTo>
                  <a:pt x="184333" y="412589"/>
                </a:lnTo>
                <a:lnTo>
                  <a:pt x="187353" y="419526"/>
                </a:lnTo>
                <a:lnTo>
                  <a:pt x="190390" y="426419"/>
                </a:lnTo>
                <a:lnTo>
                  <a:pt x="193347" y="433345"/>
                </a:lnTo>
                <a:lnTo>
                  <a:pt x="196381" y="440236"/>
                </a:lnTo>
                <a:lnTo>
                  <a:pt x="199402" y="447175"/>
                </a:lnTo>
                <a:lnTo>
                  <a:pt x="202372" y="454056"/>
                </a:lnTo>
                <a:lnTo>
                  <a:pt x="211450" y="474858"/>
                </a:lnTo>
                <a:lnTo>
                  <a:pt x="214420" y="481797"/>
                </a:lnTo>
                <a:lnTo>
                  <a:pt x="217441" y="488734"/>
                </a:lnTo>
                <a:lnTo>
                  <a:pt x="220475" y="495614"/>
                </a:lnTo>
                <a:lnTo>
                  <a:pt x="223432" y="502553"/>
                </a:lnTo>
                <a:lnTo>
                  <a:pt x="226468" y="509537"/>
                </a:lnTo>
                <a:lnTo>
                  <a:pt x="232523" y="523401"/>
                </a:lnTo>
                <a:lnTo>
                  <a:pt x="235494" y="530340"/>
                </a:lnTo>
                <a:lnTo>
                  <a:pt x="241551" y="544205"/>
                </a:lnTo>
                <a:lnTo>
                  <a:pt x="244507" y="551190"/>
                </a:lnTo>
                <a:lnTo>
                  <a:pt x="253599" y="571980"/>
                </a:lnTo>
                <a:lnTo>
                  <a:pt x="256553" y="578965"/>
                </a:lnTo>
                <a:lnTo>
                  <a:pt x="262610" y="592830"/>
                </a:lnTo>
                <a:lnTo>
                  <a:pt x="265581" y="599815"/>
                </a:lnTo>
                <a:lnTo>
                  <a:pt x="268601" y="606753"/>
                </a:lnTo>
                <a:lnTo>
                  <a:pt x="269985" y="609930"/>
                </a:lnTo>
                <a:lnTo>
                  <a:pt x="271704" y="3232848"/>
                </a:lnTo>
                <a:lnTo>
                  <a:pt x="0" y="3232848"/>
                </a:lnTo>
                <a:lnTo>
                  <a:pt x="0" y="0"/>
                </a:lnTo>
                <a:close/>
              </a:path>
            </a:pathLst>
          </a:custGeom>
          <a:pattFill prst="pct10">
            <a:fgClr>
              <a:schemeClr val="bg1"/>
            </a:fgClr>
            <a:bgClr>
              <a:srgbClr val="E3E3E3"/>
            </a:bgClr>
          </a:pattFill>
          <a:ln w="7808" cap="flat">
            <a:noFill/>
            <a:prstDash val="solid"/>
            <a:miter/>
          </a:ln>
        </p:spPr>
        <p:txBody>
          <a:bodyPr rtlCol="0" anchor="ctr"/>
          <a:lstStyle/>
          <a:p>
            <a:endParaRPr lang="en-GB" noProof="0"/>
          </a:p>
        </p:txBody>
      </p:sp>
      <p:sp>
        <p:nvSpPr>
          <p:cNvPr id="19" name="Freeform: Shape 18">
            <a:extLst>
              <a:ext uri="{FF2B5EF4-FFF2-40B4-BE49-F238E27FC236}">
                <a16:creationId xmlns:a16="http://schemas.microsoft.com/office/drawing/2014/main" id="{34D12BE1-7ABD-0556-BD16-F64A0A6AC3DE}"/>
              </a:ext>
            </a:extLst>
          </p:cNvPr>
          <p:cNvSpPr/>
          <p:nvPr/>
        </p:nvSpPr>
        <p:spPr>
          <a:xfrm>
            <a:off x="1585894" y="3250774"/>
            <a:ext cx="3376908" cy="258988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20" name="Freeform: Shape 19">
            <a:extLst>
              <a:ext uri="{FF2B5EF4-FFF2-40B4-BE49-F238E27FC236}">
                <a16:creationId xmlns:a16="http://schemas.microsoft.com/office/drawing/2014/main" id="{7497E6A5-7FEF-0137-8E6F-E923B17ACA35}"/>
              </a:ext>
            </a:extLst>
          </p:cNvPr>
          <p:cNvSpPr/>
          <p:nvPr/>
        </p:nvSpPr>
        <p:spPr>
          <a:xfrm>
            <a:off x="4971832" y="1548271"/>
            <a:ext cx="2248340" cy="1681653"/>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21" name="Freeform: Shape 20">
            <a:extLst>
              <a:ext uri="{FF2B5EF4-FFF2-40B4-BE49-F238E27FC236}">
                <a16:creationId xmlns:a16="http://schemas.microsoft.com/office/drawing/2014/main" id="{B51EC2BA-2A49-4D40-23F1-45317E105B18}"/>
              </a:ext>
            </a:extLst>
          </p:cNvPr>
          <p:cNvSpPr/>
          <p:nvPr/>
        </p:nvSpPr>
        <p:spPr>
          <a:xfrm>
            <a:off x="7229200" y="3250774"/>
            <a:ext cx="3376901" cy="258988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22" name="Freeform: Shape 21">
            <a:extLst>
              <a:ext uri="{FF2B5EF4-FFF2-40B4-BE49-F238E27FC236}">
                <a16:creationId xmlns:a16="http://schemas.microsoft.com/office/drawing/2014/main" id="{DBAAC2BC-BBC2-2699-C546-1C9BFA9F155F}"/>
              </a:ext>
            </a:extLst>
          </p:cNvPr>
          <p:cNvSpPr/>
          <p:nvPr/>
        </p:nvSpPr>
        <p:spPr>
          <a:xfrm flipH="1">
            <a:off x="4874041" y="3229924"/>
            <a:ext cx="94449" cy="2623787"/>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23" name="Freeform: Shape 22">
            <a:extLst>
              <a:ext uri="{FF2B5EF4-FFF2-40B4-BE49-F238E27FC236}">
                <a16:creationId xmlns:a16="http://schemas.microsoft.com/office/drawing/2014/main" id="{1413B8AF-D9E8-AA47-BBF0-BF11E3941831}"/>
              </a:ext>
            </a:extLst>
          </p:cNvPr>
          <p:cNvSpPr/>
          <p:nvPr/>
        </p:nvSpPr>
        <p:spPr>
          <a:xfrm flipH="1">
            <a:off x="7129066" y="3229924"/>
            <a:ext cx="94449" cy="2623787"/>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24" name="TextBox 23">
                <a:extLst>
                  <a:ext uri="{FF2B5EF4-FFF2-40B4-BE49-F238E27FC236}">
                    <a16:creationId xmlns:a16="http://schemas.microsoft.com/office/drawing/2014/main" id="{D6373828-08B4-CF4B-9F3E-BC5716257CFC}"/>
                  </a:ext>
                </a:extLst>
              </p:cNvPr>
              <p:cNvSpPr txBox="1"/>
              <p:nvPr/>
            </p:nvSpPr>
            <p:spPr>
              <a:xfrm>
                <a:off x="10771530" y="5686724"/>
                <a:ext cx="281857" cy="307777"/>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24" name="TextBox 23">
                <a:extLst>
                  <a:ext uri="{FF2B5EF4-FFF2-40B4-BE49-F238E27FC236}">
                    <a16:creationId xmlns:a16="http://schemas.microsoft.com/office/drawing/2014/main" id="{D6373828-08B4-CF4B-9F3E-BC5716257CFC}"/>
                  </a:ext>
                </a:extLst>
              </p:cNvPr>
              <p:cNvSpPr txBox="1">
                <a:spLocks noRot="1" noChangeAspect="1" noMove="1" noResize="1" noEditPoints="1" noAdjustHandles="1" noChangeArrowheads="1" noChangeShapeType="1" noTextEdit="1"/>
              </p:cNvSpPr>
              <p:nvPr/>
            </p:nvSpPr>
            <p:spPr>
              <a:xfrm>
                <a:off x="10771530" y="5686724"/>
                <a:ext cx="281857" cy="307777"/>
              </a:xfrm>
              <a:prstGeom prst="rect">
                <a:avLst/>
              </a:prstGeom>
              <a:blipFill>
                <a:blip r:embed="rId39"/>
                <a:stretch>
                  <a:fillRect/>
                </a:stretch>
              </a:blipFill>
            </p:spPr>
            <p:txBody>
              <a:bodyPr/>
              <a:lstStyle/>
              <a:p>
                <a:r>
                  <a:rPr lang="en-US">
                    <a:noFill/>
                  </a:rPr>
                  <a:t> </a:t>
                </a:r>
              </a:p>
            </p:txBody>
          </p:sp>
        </mc:Fallback>
      </mc:AlternateContent>
      <p:cxnSp>
        <p:nvCxnSpPr>
          <p:cNvPr id="25" name="Straight Connector 24">
            <a:extLst>
              <a:ext uri="{FF2B5EF4-FFF2-40B4-BE49-F238E27FC236}">
                <a16:creationId xmlns:a16="http://schemas.microsoft.com/office/drawing/2014/main" id="{30921D50-84BB-C7F3-CEA5-8C87E77FA5E5}"/>
              </a:ext>
            </a:extLst>
          </p:cNvPr>
          <p:cNvCxnSpPr>
            <a:cxnSpLocks/>
          </p:cNvCxnSpPr>
          <p:nvPr/>
        </p:nvCxnSpPr>
        <p:spPr>
          <a:xfrm>
            <a:off x="1597943" y="5840613"/>
            <a:ext cx="9146257"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28" name="Freeform: Shape 27">
            <a:extLst>
              <a:ext uri="{FF2B5EF4-FFF2-40B4-BE49-F238E27FC236}">
                <a16:creationId xmlns:a16="http://schemas.microsoft.com/office/drawing/2014/main" id="{4A2EFBA8-9E9A-6B09-5387-2FBA93DFA0E3}"/>
              </a:ext>
            </a:extLst>
          </p:cNvPr>
          <p:cNvSpPr/>
          <p:nvPr/>
        </p:nvSpPr>
        <p:spPr>
          <a:xfrm>
            <a:off x="7226163" y="3250774"/>
            <a:ext cx="3382973" cy="2591335"/>
          </a:xfrm>
          <a:custGeom>
            <a:avLst/>
            <a:gdLst>
              <a:gd name="connsiteX0" fmla="*/ 1470 w 1637567"/>
              <a:gd name="connsiteY0" fmla="*/ 0 h 1745962"/>
              <a:gd name="connsiteX1" fmla="*/ 2908 w 1637567"/>
              <a:gd name="connsiteY1" fmla="*/ 4667 h 1745962"/>
              <a:gd name="connsiteX2" fmla="*/ 4370 w 1637567"/>
              <a:gd name="connsiteY2" fmla="*/ 9373 h 1745962"/>
              <a:gd name="connsiteX3" fmla="*/ 5832 w 1637567"/>
              <a:gd name="connsiteY3" fmla="*/ 14048 h 1745962"/>
              <a:gd name="connsiteX4" fmla="*/ 7301 w 1637567"/>
              <a:gd name="connsiteY4" fmla="*/ 18746 h 1745962"/>
              <a:gd name="connsiteX5" fmla="*/ 8740 w 1637567"/>
              <a:gd name="connsiteY5" fmla="*/ 23420 h 1745962"/>
              <a:gd name="connsiteX6" fmla="*/ 10201 w 1637567"/>
              <a:gd name="connsiteY6" fmla="*/ 28087 h 1745962"/>
              <a:gd name="connsiteX7" fmla="*/ 11671 w 1637567"/>
              <a:gd name="connsiteY7" fmla="*/ 32793 h 1745962"/>
              <a:gd name="connsiteX8" fmla="*/ 13102 w 1637567"/>
              <a:gd name="connsiteY8" fmla="*/ 37468 h 1745962"/>
              <a:gd name="connsiteX9" fmla="*/ 16033 w 1637567"/>
              <a:gd name="connsiteY9" fmla="*/ 46810 h 1745962"/>
              <a:gd name="connsiteX10" fmla="*/ 17471 w 1637567"/>
              <a:gd name="connsiteY10" fmla="*/ 51508 h 1745962"/>
              <a:gd name="connsiteX11" fmla="*/ 21865 w 1637567"/>
              <a:gd name="connsiteY11" fmla="*/ 65524 h 1745962"/>
              <a:gd name="connsiteX12" fmla="*/ 23303 w 1637567"/>
              <a:gd name="connsiteY12" fmla="*/ 70199 h 1745962"/>
              <a:gd name="connsiteX13" fmla="*/ 26235 w 1637567"/>
              <a:gd name="connsiteY13" fmla="*/ 79541 h 1745962"/>
              <a:gd name="connsiteX14" fmla="*/ 27665 w 1637567"/>
              <a:gd name="connsiteY14" fmla="*/ 84215 h 1745962"/>
              <a:gd name="connsiteX15" fmla="*/ 32066 w 1637567"/>
              <a:gd name="connsiteY15" fmla="*/ 98232 h 1745962"/>
              <a:gd name="connsiteX16" fmla="*/ 33505 w 1637567"/>
              <a:gd name="connsiteY16" fmla="*/ 102906 h 1745962"/>
              <a:gd name="connsiteX17" fmla="*/ 34967 w 1637567"/>
              <a:gd name="connsiteY17" fmla="*/ 107573 h 1745962"/>
              <a:gd name="connsiteX18" fmla="*/ 36436 w 1637567"/>
              <a:gd name="connsiteY18" fmla="*/ 112217 h 1745962"/>
              <a:gd name="connsiteX19" fmla="*/ 37867 w 1637567"/>
              <a:gd name="connsiteY19" fmla="*/ 116891 h 1745962"/>
              <a:gd name="connsiteX20" fmla="*/ 39336 w 1637567"/>
              <a:gd name="connsiteY20" fmla="*/ 121535 h 1745962"/>
              <a:gd name="connsiteX21" fmla="*/ 40798 w 1637567"/>
              <a:gd name="connsiteY21" fmla="*/ 126202 h 1745962"/>
              <a:gd name="connsiteX22" fmla="*/ 42268 w 1637567"/>
              <a:gd name="connsiteY22" fmla="*/ 130845 h 1745962"/>
              <a:gd name="connsiteX23" fmla="*/ 43698 w 1637567"/>
              <a:gd name="connsiteY23" fmla="*/ 135520 h 1745962"/>
              <a:gd name="connsiteX24" fmla="*/ 45168 w 1637567"/>
              <a:gd name="connsiteY24" fmla="*/ 140156 h 1745962"/>
              <a:gd name="connsiteX25" fmla="*/ 46630 w 1637567"/>
              <a:gd name="connsiteY25" fmla="*/ 144830 h 1745962"/>
              <a:gd name="connsiteX26" fmla="*/ 48068 w 1637567"/>
              <a:gd name="connsiteY26" fmla="*/ 149474 h 1745962"/>
              <a:gd name="connsiteX27" fmla="*/ 52462 w 1637567"/>
              <a:gd name="connsiteY27" fmla="*/ 163396 h 1745962"/>
              <a:gd name="connsiteX28" fmla="*/ 53900 w 1637567"/>
              <a:gd name="connsiteY28" fmla="*/ 168040 h 1745962"/>
              <a:gd name="connsiteX29" fmla="*/ 55362 w 1637567"/>
              <a:gd name="connsiteY29" fmla="*/ 172675 h 1745962"/>
              <a:gd name="connsiteX30" fmla="*/ 56831 w 1637567"/>
              <a:gd name="connsiteY30" fmla="*/ 177288 h 1745962"/>
              <a:gd name="connsiteX31" fmla="*/ 58270 w 1637567"/>
              <a:gd name="connsiteY31" fmla="*/ 181931 h 1745962"/>
              <a:gd name="connsiteX32" fmla="*/ 59732 w 1637567"/>
              <a:gd name="connsiteY32" fmla="*/ 186575 h 1745962"/>
              <a:gd name="connsiteX33" fmla="*/ 61201 w 1637567"/>
              <a:gd name="connsiteY33" fmla="*/ 191187 h 1745962"/>
              <a:gd name="connsiteX34" fmla="*/ 62663 w 1637567"/>
              <a:gd name="connsiteY34" fmla="*/ 195822 h 1745962"/>
              <a:gd name="connsiteX35" fmla="*/ 64101 w 1637567"/>
              <a:gd name="connsiteY35" fmla="*/ 200435 h 1745962"/>
              <a:gd name="connsiteX36" fmla="*/ 67033 w 1637567"/>
              <a:gd name="connsiteY36" fmla="*/ 209659 h 1745962"/>
              <a:gd name="connsiteX37" fmla="*/ 68464 w 1637567"/>
              <a:gd name="connsiteY37" fmla="*/ 214271 h 1745962"/>
              <a:gd name="connsiteX38" fmla="*/ 72865 w 1637567"/>
              <a:gd name="connsiteY38" fmla="*/ 228100 h 1745962"/>
              <a:gd name="connsiteX39" fmla="*/ 74295 w 1637567"/>
              <a:gd name="connsiteY39" fmla="*/ 232712 h 1745962"/>
              <a:gd name="connsiteX40" fmla="*/ 75765 w 1637567"/>
              <a:gd name="connsiteY40" fmla="*/ 237293 h 1745962"/>
              <a:gd name="connsiteX41" fmla="*/ 77227 w 1637567"/>
              <a:gd name="connsiteY41" fmla="*/ 241905 h 1745962"/>
              <a:gd name="connsiteX42" fmla="*/ 78665 w 1637567"/>
              <a:gd name="connsiteY42" fmla="*/ 246486 h 1745962"/>
              <a:gd name="connsiteX43" fmla="*/ 81597 w 1637567"/>
              <a:gd name="connsiteY43" fmla="*/ 255648 h 1745962"/>
              <a:gd name="connsiteX44" fmla="*/ 83035 w 1637567"/>
              <a:gd name="connsiteY44" fmla="*/ 260229 h 1745962"/>
              <a:gd name="connsiteX45" fmla="*/ 87428 w 1637567"/>
              <a:gd name="connsiteY45" fmla="*/ 273972 h 1745962"/>
              <a:gd name="connsiteX46" fmla="*/ 88866 w 1637567"/>
              <a:gd name="connsiteY46" fmla="*/ 278521 h 1745962"/>
              <a:gd name="connsiteX47" fmla="*/ 90328 w 1637567"/>
              <a:gd name="connsiteY47" fmla="*/ 283071 h 1745962"/>
              <a:gd name="connsiteX48" fmla="*/ 91798 w 1637567"/>
              <a:gd name="connsiteY48" fmla="*/ 287652 h 1745962"/>
              <a:gd name="connsiteX49" fmla="*/ 93229 w 1637567"/>
              <a:gd name="connsiteY49" fmla="*/ 292201 h 1745962"/>
              <a:gd name="connsiteX50" fmla="*/ 97630 w 1637567"/>
              <a:gd name="connsiteY50" fmla="*/ 305850 h 1745962"/>
              <a:gd name="connsiteX51" fmla="*/ 99060 w 1637567"/>
              <a:gd name="connsiteY51" fmla="*/ 310369 h 1745962"/>
              <a:gd name="connsiteX52" fmla="*/ 100530 w 1637567"/>
              <a:gd name="connsiteY52" fmla="*/ 314918 h 1745962"/>
              <a:gd name="connsiteX53" fmla="*/ 101992 w 1637567"/>
              <a:gd name="connsiteY53" fmla="*/ 319437 h 1745962"/>
              <a:gd name="connsiteX54" fmla="*/ 103430 w 1637567"/>
              <a:gd name="connsiteY54" fmla="*/ 323955 h 1745962"/>
              <a:gd name="connsiteX55" fmla="*/ 107824 w 1637567"/>
              <a:gd name="connsiteY55" fmla="*/ 337510 h 1745962"/>
              <a:gd name="connsiteX56" fmla="*/ 109262 w 1637567"/>
              <a:gd name="connsiteY56" fmla="*/ 342036 h 1745962"/>
              <a:gd name="connsiteX57" fmla="*/ 110724 w 1637567"/>
              <a:gd name="connsiteY57" fmla="*/ 346524 h 1745962"/>
              <a:gd name="connsiteX58" fmla="*/ 112193 w 1637567"/>
              <a:gd name="connsiteY58" fmla="*/ 351042 h 1745962"/>
              <a:gd name="connsiteX59" fmla="*/ 113632 w 1637567"/>
              <a:gd name="connsiteY59" fmla="*/ 355529 h 1745962"/>
              <a:gd name="connsiteX60" fmla="*/ 118025 w 1637567"/>
              <a:gd name="connsiteY60" fmla="*/ 368998 h 1745962"/>
              <a:gd name="connsiteX61" fmla="*/ 119463 w 1637567"/>
              <a:gd name="connsiteY61" fmla="*/ 373454 h 1745962"/>
              <a:gd name="connsiteX62" fmla="*/ 120925 w 1637567"/>
              <a:gd name="connsiteY62" fmla="*/ 377941 h 1745962"/>
              <a:gd name="connsiteX63" fmla="*/ 122395 w 1637567"/>
              <a:gd name="connsiteY63" fmla="*/ 382405 h 1745962"/>
              <a:gd name="connsiteX64" fmla="*/ 123825 w 1637567"/>
              <a:gd name="connsiteY64" fmla="*/ 386861 h 1745962"/>
              <a:gd name="connsiteX65" fmla="*/ 128226 w 1637567"/>
              <a:gd name="connsiteY65" fmla="*/ 400236 h 1745962"/>
              <a:gd name="connsiteX66" fmla="*/ 129657 w 1637567"/>
              <a:gd name="connsiteY66" fmla="*/ 404661 h 1745962"/>
              <a:gd name="connsiteX67" fmla="*/ 132589 w 1637567"/>
              <a:gd name="connsiteY67" fmla="*/ 413518 h 1745962"/>
              <a:gd name="connsiteX68" fmla="*/ 134027 w 1637567"/>
              <a:gd name="connsiteY68" fmla="*/ 417950 h 1745962"/>
              <a:gd name="connsiteX69" fmla="*/ 136958 w 1637567"/>
              <a:gd name="connsiteY69" fmla="*/ 426799 h 1745962"/>
              <a:gd name="connsiteX70" fmla="*/ 138397 w 1637567"/>
              <a:gd name="connsiteY70" fmla="*/ 431200 h 1745962"/>
              <a:gd name="connsiteX71" fmla="*/ 139859 w 1637567"/>
              <a:gd name="connsiteY71" fmla="*/ 435594 h 1745962"/>
              <a:gd name="connsiteX72" fmla="*/ 141328 w 1637567"/>
              <a:gd name="connsiteY72" fmla="*/ 440026 h 1745962"/>
              <a:gd name="connsiteX73" fmla="*/ 142790 w 1637567"/>
              <a:gd name="connsiteY73" fmla="*/ 444388 h 1745962"/>
              <a:gd name="connsiteX74" fmla="*/ 144228 w 1637567"/>
              <a:gd name="connsiteY74" fmla="*/ 448789 h 1745962"/>
              <a:gd name="connsiteX75" fmla="*/ 145690 w 1637567"/>
              <a:gd name="connsiteY75" fmla="*/ 453182 h 1745962"/>
              <a:gd name="connsiteX76" fmla="*/ 147160 w 1637567"/>
              <a:gd name="connsiteY76" fmla="*/ 457552 h 1745962"/>
              <a:gd name="connsiteX77" fmla="*/ 148591 w 1637567"/>
              <a:gd name="connsiteY77" fmla="*/ 461914 h 1745962"/>
              <a:gd name="connsiteX78" fmla="*/ 151522 w 1637567"/>
              <a:gd name="connsiteY78" fmla="*/ 470654 h 1745962"/>
              <a:gd name="connsiteX79" fmla="*/ 152992 w 1637567"/>
              <a:gd name="connsiteY79" fmla="*/ 474985 h 1745962"/>
              <a:gd name="connsiteX80" fmla="*/ 154422 w 1637567"/>
              <a:gd name="connsiteY80" fmla="*/ 479354 h 1745962"/>
              <a:gd name="connsiteX81" fmla="*/ 157354 w 1637567"/>
              <a:gd name="connsiteY81" fmla="*/ 488024 h 1745962"/>
              <a:gd name="connsiteX82" fmla="*/ 158792 w 1637567"/>
              <a:gd name="connsiteY82" fmla="*/ 492362 h 1745962"/>
              <a:gd name="connsiteX83" fmla="*/ 160254 w 1637567"/>
              <a:gd name="connsiteY83" fmla="*/ 496670 h 1745962"/>
              <a:gd name="connsiteX84" fmla="*/ 161723 w 1637567"/>
              <a:gd name="connsiteY84" fmla="*/ 501000 h 1745962"/>
              <a:gd name="connsiteX85" fmla="*/ 163185 w 1637567"/>
              <a:gd name="connsiteY85" fmla="*/ 505308 h 1745962"/>
              <a:gd name="connsiteX86" fmla="*/ 164624 w 1637567"/>
              <a:gd name="connsiteY86" fmla="*/ 509615 h 1745962"/>
              <a:gd name="connsiteX87" fmla="*/ 167555 w 1637567"/>
              <a:gd name="connsiteY87" fmla="*/ 518230 h 1745962"/>
              <a:gd name="connsiteX88" fmla="*/ 168993 w 1637567"/>
              <a:gd name="connsiteY88" fmla="*/ 522498 h 1745962"/>
              <a:gd name="connsiteX89" fmla="*/ 173387 w 1637567"/>
              <a:gd name="connsiteY89" fmla="*/ 535326 h 1745962"/>
              <a:gd name="connsiteX90" fmla="*/ 174825 w 1637567"/>
              <a:gd name="connsiteY90" fmla="*/ 539602 h 1745962"/>
              <a:gd name="connsiteX91" fmla="*/ 177757 w 1637567"/>
              <a:gd name="connsiteY91" fmla="*/ 548092 h 1745962"/>
              <a:gd name="connsiteX92" fmla="*/ 179187 w 1637567"/>
              <a:gd name="connsiteY92" fmla="*/ 552336 h 1745962"/>
              <a:gd name="connsiteX93" fmla="*/ 180657 w 1637567"/>
              <a:gd name="connsiteY93" fmla="*/ 556581 h 1745962"/>
              <a:gd name="connsiteX94" fmla="*/ 182119 w 1637567"/>
              <a:gd name="connsiteY94" fmla="*/ 560795 h 1745962"/>
              <a:gd name="connsiteX95" fmla="*/ 183588 w 1637567"/>
              <a:gd name="connsiteY95" fmla="*/ 565039 h 1745962"/>
              <a:gd name="connsiteX96" fmla="*/ 185019 w 1637567"/>
              <a:gd name="connsiteY96" fmla="*/ 569253 h 1745962"/>
              <a:gd name="connsiteX97" fmla="*/ 186489 w 1637567"/>
              <a:gd name="connsiteY97" fmla="*/ 573467 h 1745962"/>
              <a:gd name="connsiteX98" fmla="*/ 187950 w 1637567"/>
              <a:gd name="connsiteY98" fmla="*/ 577649 h 1745962"/>
              <a:gd name="connsiteX99" fmla="*/ 189389 w 1637567"/>
              <a:gd name="connsiteY99" fmla="*/ 581862 h 1745962"/>
              <a:gd name="connsiteX100" fmla="*/ 193782 w 1637567"/>
              <a:gd name="connsiteY100" fmla="*/ 594417 h 1745962"/>
              <a:gd name="connsiteX101" fmla="*/ 195220 w 1637567"/>
              <a:gd name="connsiteY101" fmla="*/ 598568 h 1745962"/>
              <a:gd name="connsiteX102" fmla="*/ 196690 w 1637567"/>
              <a:gd name="connsiteY102" fmla="*/ 602719 h 1745962"/>
              <a:gd name="connsiteX103" fmla="*/ 198152 w 1637567"/>
              <a:gd name="connsiteY103" fmla="*/ 606901 h 1745962"/>
              <a:gd name="connsiteX104" fmla="*/ 199590 w 1637567"/>
              <a:gd name="connsiteY104" fmla="*/ 611028 h 1745962"/>
              <a:gd name="connsiteX105" fmla="*/ 201052 w 1637567"/>
              <a:gd name="connsiteY105" fmla="*/ 615179 h 1745962"/>
              <a:gd name="connsiteX106" fmla="*/ 202522 w 1637567"/>
              <a:gd name="connsiteY106" fmla="*/ 619299 h 1745962"/>
              <a:gd name="connsiteX107" fmla="*/ 203952 w 1637567"/>
              <a:gd name="connsiteY107" fmla="*/ 623427 h 1745962"/>
              <a:gd name="connsiteX108" fmla="*/ 206884 w 1637567"/>
              <a:gd name="connsiteY108" fmla="*/ 631666 h 1745962"/>
              <a:gd name="connsiteX109" fmla="*/ 208353 w 1637567"/>
              <a:gd name="connsiteY109" fmla="*/ 635762 h 1745962"/>
              <a:gd name="connsiteX110" fmla="*/ 209784 w 1637567"/>
              <a:gd name="connsiteY110" fmla="*/ 639882 h 1745962"/>
              <a:gd name="connsiteX111" fmla="*/ 211254 w 1637567"/>
              <a:gd name="connsiteY111" fmla="*/ 643978 h 1745962"/>
              <a:gd name="connsiteX112" fmla="*/ 212716 w 1637567"/>
              <a:gd name="connsiteY112" fmla="*/ 648035 h 1745962"/>
              <a:gd name="connsiteX113" fmla="*/ 214154 w 1637567"/>
              <a:gd name="connsiteY113" fmla="*/ 652132 h 1745962"/>
              <a:gd name="connsiteX114" fmla="*/ 218547 w 1637567"/>
              <a:gd name="connsiteY114" fmla="*/ 664311 h 1745962"/>
              <a:gd name="connsiteX115" fmla="*/ 219986 w 1637567"/>
              <a:gd name="connsiteY115" fmla="*/ 668345 h 1745962"/>
              <a:gd name="connsiteX116" fmla="*/ 221455 w 1637567"/>
              <a:gd name="connsiteY116" fmla="*/ 672371 h 1745962"/>
              <a:gd name="connsiteX117" fmla="*/ 222917 w 1637567"/>
              <a:gd name="connsiteY117" fmla="*/ 676435 h 1745962"/>
              <a:gd name="connsiteX118" fmla="*/ 224355 w 1637567"/>
              <a:gd name="connsiteY118" fmla="*/ 680469 h 1745962"/>
              <a:gd name="connsiteX119" fmla="*/ 228749 w 1637567"/>
              <a:gd name="connsiteY119" fmla="*/ 692469 h 1745962"/>
              <a:gd name="connsiteX120" fmla="*/ 230187 w 1637567"/>
              <a:gd name="connsiteY120" fmla="*/ 696463 h 1745962"/>
              <a:gd name="connsiteX121" fmla="*/ 231649 w 1637567"/>
              <a:gd name="connsiteY121" fmla="*/ 700435 h 1745962"/>
              <a:gd name="connsiteX122" fmla="*/ 233118 w 1637567"/>
              <a:gd name="connsiteY122" fmla="*/ 704437 h 1745962"/>
              <a:gd name="connsiteX123" fmla="*/ 234549 w 1637567"/>
              <a:gd name="connsiteY123" fmla="*/ 708408 h 1745962"/>
              <a:gd name="connsiteX124" fmla="*/ 236019 w 1637567"/>
              <a:gd name="connsiteY124" fmla="*/ 712348 h 1745962"/>
              <a:gd name="connsiteX125" fmla="*/ 237481 w 1637567"/>
              <a:gd name="connsiteY125" fmla="*/ 716311 h 1745962"/>
              <a:gd name="connsiteX126" fmla="*/ 238950 w 1637567"/>
              <a:gd name="connsiteY126" fmla="*/ 720251 h 1745962"/>
              <a:gd name="connsiteX127" fmla="*/ 240381 w 1637567"/>
              <a:gd name="connsiteY127" fmla="*/ 724191 h 1745962"/>
              <a:gd name="connsiteX128" fmla="*/ 241850 w 1637567"/>
              <a:gd name="connsiteY128" fmla="*/ 728131 h 1745962"/>
              <a:gd name="connsiteX129" fmla="*/ 243312 w 1637567"/>
              <a:gd name="connsiteY129" fmla="*/ 732040 h 1745962"/>
              <a:gd name="connsiteX130" fmla="*/ 244751 w 1637567"/>
              <a:gd name="connsiteY130" fmla="*/ 735980 h 1745962"/>
              <a:gd name="connsiteX131" fmla="*/ 246213 w 1637567"/>
              <a:gd name="connsiteY131" fmla="*/ 739888 h 1745962"/>
              <a:gd name="connsiteX132" fmla="*/ 247682 w 1637567"/>
              <a:gd name="connsiteY132" fmla="*/ 743766 h 1745962"/>
              <a:gd name="connsiteX133" fmla="*/ 249152 w 1637567"/>
              <a:gd name="connsiteY133" fmla="*/ 747674 h 1745962"/>
              <a:gd name="connsiteX134" fmla="*/ 250582 w 1637567"/>
              <a:gd name="connsiteY134" fmla="*/ 751552 h 1745962"/>
              <a:gd name="connsiteX135" fmla="*/ 252052 w 1637567"/>
              <a:gd name="connsiteY135" fmla="*/ 755429 h 1745962"/>
              <a:gd name="connsiteX136" fmla="*/ 253514 w 1637567"/>
              <a:gd name="connsiteY136" fmla="*/ 759283 h 1745962"/>
              <a:gd name="connsiteX137" fmla="*/ 254952 w 1637567"/>
              <a:gd name="connsiteY137" fmla="*/ 763160 h 1745962"/>
              <a:gd name="connsiteX138" fmla="*/ 257884 w 1637567"/>
              <a:gd name="connsiteY138" fmla="*/ 770852 h 1745962"/>
              <a:gd name="connsiteX139" fmla="*/ 259314 w 1637567"/>
              <a:gd name="connsiteY139" fmla="*/ 774699 h 1745962"/>
              <a:gd name="connsiteX140" fmla="*/ 263715 w 1637567"/>
              <a:gd name="connsiteY140" fmla="*/ 786151 h 1745962"/>
              <a:gd name="connsiteX141" fmla="*/ 265146 w 1637567"/>
              <a:gd name="connsiteY141" fmla="*/ 789934 h 1745962"/>
              <a:gd name="connsiteX142" fmla="*/ 268077 w 1637567"/>
              <a:gd name="connsiteY142" fmla="*/ 797509 h 1745962"/>
              <a:gd name="connsiteX143" fmla="*/ 269516 w 1637567"/>
              <a:gd name="connsiteY143" fmla="*/ 801301 h 1745962"/>
              <a:gd name="connsiteX144" fmla="*/ 270978 w 1637567"/>
              <a:gd name="connsiteY144" fmla="*/ 805053 h 1745962"/>
              <a:gd name="connsiteX145" fmla="*/ 272447 w 1637567"/>
              <a:gd name="connsiteY145" fmla="*/ 808837 h 1745962"/>
              <a:gd name="connsiteX146" fmla="*/ 273909 w 1637567"/>
              <a:gd name="connsiteY146" fmla="*/ 812565 h 1745962"/>
              <a:gd name="connsiteX147" fmla="*/ 275347 w 1637567"/>
              <a:gd name="connsiteY147" fmla="*/ 816318 h 1745962"/>
              <a:gd name="connsiteX148" fmla="*/ 278279 w 1637567"/>
              <a:gd name="connsiteY148" fmla="*/ 823775 h 1745962"/>
              <a:gd name="connsiteX149" fmla="*/ 279717 w 1637567"/>
              <a:gd name="connsiteY149" fmla="*/ 827496 h 1745962"/>
              <a:gd name="connsiteX150" fmla="*/ 281179 w 1637567"/>
              <a:gd name="connsiteY150" fmla="*/ 831225 h 1745962"/>
              <a:gd name="connsiteX151" fmla="*/ 284111 w 1637567"/>
              <a:gd name="connsiteY151" fmla="*/ 838612 h 1745962"/>
              <a:gd name="connsiteX152" fmla="*/ 285549 w 1637567"/>
              <a:gd name="connsiteY152" fmla="*/ 842279 h 1745962"/>
              <a:gd name="connsiteX153" fmla="*/ 287011 w 1637567"/>
              <a:gd name="connsiteY153" fmla="*/ 845969 h 1745962"/>
              <a:gd name="connsiteX154" fmla="*/ 288480 w 1637567"/>
              <a:gd name="connsiteY154" fmla="*/ 849635 h 1745962"/>
              <a:gd name="connsiteX155" fmla="*/ 289911 w 1637567"/>
              <a:gd name="connsiteY155" fmla="*/ 853301 h 1745962"/>
              <a:gd name="connsiteX156" fmla="*/ 294312 w 1637567"/>
              <a:gd name="connsiteY156" fmla="*/ 864198 h 1745962"/>
              <a:gd name="connsiteX157" fmla="*/ 295743 w 1637567"/>
              <a:gd name="connsiteY157" fmla="*/ 867833 h 1745962"/>
              <a:gd name="connsiteX158" fmla="*/ 297212 w 1637567"/>
              <a:gd name="connsiteY158" fmla="*/ 871437 h 1745962"/>
              <a:gd name="connsiteX159" fmla="*/ 298674 w 1637567"/>
              <a:gd name="connsiteY159" fmla="*/ 875072 h 1745962"/>
              <a:gd name="connsiteX160" fmla="*/ 300112 w 1637567"/>
              <a:gd name="connsiteY160" fmla="*/ 878645 h 1745962"/>
              <a:gd name="connsiteX161" fmla="*/ 301582 w 1637567"/>
              <a:gd name="connsiteY161" fmla="*/ 882248 h 1745962"/>
              <a:gd name="connsiteX162" fmla="*/ 304514 w 1637567"/>
              <a:gd name="connsiteY162" fmla="*/ 889393 h 1745962"/>
              <a:gd name="connsiteX163" fmla="*/ 305944 w 1637567"/>
              <a:gd name="connsiteY163" fmla="*/ 892966 h 1745962"/>
              <a:gd name="connsiteX164" fmla="*/ 308876 w 1637567"/>
              <a:gd name="connsiteY164" fmla="*/ 900048 h 1745962"/>
              <a:gd name="connsiteX165" fmla="*/ 310314 w 1637567"/>
              <a:gd name="connsiteY165" fmla="*/ 903590 h 1745962"/>
              <a:gd name="connsiteX166" fmla="*/ 311776 w 1637567"/>
              <a:gd name="connsiteY166" fmla="*/ 907138 h 1745962"/>
              <a:gd name="connsiteX167" fmla="*/ 314707 w 1637567"/>
              <a:gd name="connsiteY167" fmla="*/ 914158 h 1745962"/>
              <a:gd name="connsiteX168" fmla="*/ 316146 w 1637567"/>
              <a:gd name="connsiteY168" fmla="*/ 917668 h 1745962"/>
              <a:gd name="connsiteX169" fmla="*/ 319077 w 1637567"/>
              <a:gd name="connsiteY169" fmla="*/ 924634 h 1745962"/>
              <a:gd name="connsiteX170" fmla="*/ 320508 w 1637567"/>
              <a:gd name="connsiteY170" fmla="*/ 928112 h 1745962"/>
              <a:gd name="connsiteX171" fmla="*/ 323439 w 1637567"/>
              <a:gd name="connsiteY171" fmla="*/ 935015 h 1745962"/>
              <a:gd name="connsiteX172" fmla="*/ 324878 w 1637567"/>
              <a:gd name="connsiteY172" fmla="*/ 938494 h 1745962"/>
              <a:gd name="connsiteX173" fmla="*/ 329279 w 1637567"/>
              <a:gd name="connsiteY173" fmla="*/ 948758 h 1745962"/>
              <a:gd name="connsiteX174" fmla="*/ 330709 w 1637567"/>
              <a:gd name="connsiteY174" fmla="*/ 952174 h 1745962"/>
              <a:gd name="connsiteX175" fmla="*/ 332179 w 1637567"/>
              <a:gd name="connsiteY175" fmla="*/ 955566 h 1745962"/>
              <a:gd name="connsiteX176" fmla="*/ 333641 w 1637567"/>
              <a:gd name="connsiteY176" fmla="*/ 958983 h 1745962"/>
              <a:gd name="connsiteX177" fmla="*/ 335079 w 1637567"/>
              <a:gd name="connsiteY177" fmla="*/ 962344 h 1745962"/>
              <a:gd name="connsiteX178" fmla="*/ 338011 w 1637567"/>
              <a:gd name="connsiteY178" fmla="*/ 969122 h 1745962"/>
              <a:gd name="connsiteX179" fmla="*/ 339472 w 1637567"/>
              <a:gd name="connsiteY179" fmla="*/ 972452 h 1745962"/>
              <a:gd name="connsiteX180" fmla="*/ 340911 w 1637567"/>
              <a:gd name="connsiteY180" fmla="*/ 975813 h 1745962"/>
              <a:gd name="connsiteX181" fmla="*/ 342373 w 1637567"/>
              <a:gd name="connsiteY181" fmla="*/ 979167 h 1745962"/>
              <a:gd name="connsiteX182" fmla="*/ 343842 w 1637567"/>
              <a:gd name="connsiteY182" fmla="*/ 982466 h 1745962"/>
              <a:gd name="connsiteX183" fmla="*/ 345273 w 1637567"/>
              <a:gd name="connsiteY183" fmla="*/ 985796 h 1745962"/>
              <a:gd name="connsiteX184" fmla="*/ 346742 w 1637567"/>
              <a:gd name="connsiteY184" fmla="*/ 989126 h 1745962"/>
              <a:gd name="connsiteX185" fmla="*/ 349674 w 1637567"/>
              <a:gd name="connsiteY185" fmla="*/ 995724 h 1745962"/>
              <a:gd name="connsiteX186" fmla="*/ 351105 w 1637567"/>
              <a:gd name="connsiteY186" fmla="*/ 999023 h 1745962"/>
              <a:gd name="connsiteX187" fmla="*/ 354036 w 1637567"/>
              <a:gd name="connsiteY187" fmla="*/ 1005550 h 1745962"/>
              <a:gd name="connsiteX188" fmla="*/ 355474 w 1637567"/>
              <a:gd name="connsiteY188" fmla="*/ 1008818 h 1745962"/>
              <a:gd name="connsiteX189" fmla="*/ 359875 w 1637567"/>
              <a:gd name="connsiteY189" fmla="*/ 1018534 h 1745962"/>
              <a:gd name="connsiteX190" fmla="*/ 361306 w 1637567"/>
              <a:gd name="connsiteY190" fmla="*/ 1021740 h 1745962"/>
              <a:gd name="connsiteX191" fmla="*/ 362776 w 1637567"/>
              <a:gd name="connsiteY191" fmla="*/ 1024945 h 1745962"/>
              <a:gd name="connsiteX192" fmla="*/ 364238 w 1637567"/>
              <a:gd name="connsiteY192" fmla="*/ 1028181 h 1745962"/>
              <a:gd name="connsiteX193" fmla="*/ 365676 w 1637567"/>
              <a:gd name="connsiteY193" fmla="*/ 1031355 h 1745962"/>
              <a:gd name="connsiteX194" fmla="*/ 367138 w 1637567"/>
              <a:gd name="connsiteY194" fmla="*/ 1034529 h 1745962"/>
              <a:gd name="connsiteX195" fmla="*/ 368607 w 1637567"/>
              <a:gd name="connsiteY195" fmla="*/ 1037741 h 1745962"/>
              <a:gd name="connsiteX196" fmla="*/ 370069 w 1637567"/>
              <a:gd name="connsiteY196" fmla="*/ 1040884 h 1745962"/>
              <a:gd name="connsiteX197" fmla="*/ 371508 w 1637567"/>
              <a:gd name="connsiteY197" fmla="*/ 1044027 h 1745962"/>
              <a:gd name="connsiteX198" fmla="*/ 372969 w 1637567"/>
              <a:gd name="connsiteY198" fmla="*/ 1047208 h 1745962"/>
              <a:gd name="connsiteX199" fmla="*/ 374439 w 1637567"/>
              <a:gd name="connsiteY199" fmla="*/ 1050320 h 1745962"/>
              <a:gd name="connsiteX200" fmla="*/ 375870 w 1637567"/>
              <a:gd name="connsiteY200" fmla="*/ 1053462 h 1745962"/>
              <a:gd name="connsiteX201" fmla="*/ 380271 w 1637567"/>
              <a:gd name="connsiteY201" fmla="*/ 1062811 h 1745962"/>
              <a:gd name="connsiteX202" fmla="*/ 381709 w 1637567"/>
              <a:gd name="connsiteY202" fmla="*/ 1065892 h 1745962"/>
              <a:gd name="connsiteX203" fmla="*/ 384640 w 1637567"/>
              <a:gd name="connsiteY203" fmla="*/ 1072059 h 1745962"/>
              <a:gd name="connsiteX204" fmla="*/ 386071 w 1637567"/>
              <a:gd name="connsiteY204" fmla="*/ 1075116 h 1745962"/>
              <a:gd name="connsiteX205" fmla="*/ 389003 w 1637567"/>
              <a:gd name="connsiteY205" fmla="*/ 1081221 h 1745962"/>
              <a:gd name="connsiteX206" fmla="*/ 390441 w 1637567"/>
              <a:gd name="connsiteY206" fmla="*/ 1084278 h 1745962"/>
              <a:gd name="connsiteX207" fmla="*/ 393372 w 1637567"/>
              <a:gd name="connsiteY207" fmla="*/ 1090321 h 1745962"/>
              <a:gd name="connsiteX208" fmla="*/ 394834 w 1637567"/>
              <a:gd name="connsiteY208" fmla="*/ 1093315 h 1745962"/>
              <a:gd name="connsiteX209" fmla="*/ 396273 w 1637567"/>
              <a:gd name="connsiteY209" fmla="*/ 1096308 h 1745962"/>
              <a:gd name="connsiteX210" fmla="*/ 399204 w 1637567"/>
              <a:gd name="connsiteY210" fmla="*/ 1102289 h 1745962"/>
              <a:gd name="connsiteX211" fmla="*/ 400635 w 1637567"/>
              <a:gd name="connsiteY211" fmla="*/ 1105283 h 1745962"/>
              <a:gd name="connsiteX212" fmla="*/ 403566 w 1637567"/>
              <a:gd name="connsiteY212" fmla="*/ 1111208 h 1745962"/>
              <a:gd name="connsiteX213" fmla="*/ 405036 w 1637567"/>
              <a:gd name="connsiteY213" fmla="*/ 1114140 h 1745962"/>
              <a:gd name="connsiteX214" fmla="*/ 406466 w 1637567"/>
              <a:gd name="connsiteY214" fmla="*/ 1117071 h 1745962"/>
              <a:gd name="connsiteX215" fmla="*/ 409406 w 1637567"/>
              <a:gd name="connsiteY215" fmla="*/ 1122934 h 1745962"/>
              <a:gd name="connsiteX216" fmla="*/ 410836 w 1637567"/>
              <a:gd name="connsiteY216" fmla="*/ 1125834 h 1745962"/>
              <a:gd name="connsiteX217" fmla="*/ 413768 w 1637567"/>
              <a:gd name="connsiteY217" fmla="*/ 1131635 h 1745962"/>
              <a:gd name="connsiteX218" fmla="*/ 415237 w 1637567"/>
              <a:gd name="connsiteY218" fmla="*/ 1134511 h 1745962"/>
              <a:gd name="connsiteX219" fmla="*/ 416668 w 1637567"/>
              <a:gd name="connsiteY219" fmla="*/ 1137380 h 1745962"/>
              <a:gd name="connsiteX220" fmla="*/ 418137 w 1637567"/>
              <a:gd name="connsiteY220" fmla="*/ 1140249 h 1745962"/>
              <a:gd name="connsiteX221" fmla="*/ 419599 w 1637567"/>
              <a:gd name="connsiteY221" fmla="*/ 1143087 h 1745962"/>
              <a:gd name="connsiteX222" fmla="*/ 421038 w 1637567"/>
              <a:gd name="connsiteY222" fmla="*/ 1145956 h 1745962"/>
              <a:gd name="connsiteX223" fmla="*/ 422500 w 1637567"/>
              <a:gd name="connsiteY223" fmla="*/ 1148770 h 1745962"/>
              <a:gd name="connsiteX224" fmla="*/ 425431 w 1637567"/>
              <a:gd name="connsiteY224" fmla="*/ 1154446 h 1745962"/>
              <a:gd name="connsiteX225" fmla="*/ 426869 w 1637567"/>
              <a:gd name="connsiteY225" fmla="*/ 1157228 h 1745962"/>
              <a:gd name="connsiteX226" fmla="*/ 429801 w 1637567"/>
              <a:gd name="connsiteY226" fmla="*/ 1162849 h 1745962"/>
              <a:gd name="connsiteX227" fmla="*/ 431232 w 1637567"/>
              <a:gd name="connsiteY227" fmla="*/ 1165593 h 1745962"/>
              <a:gd name="connsiteX228" fmla="*/ 434163 w 1637567"/>
              <a:gd name="connsiteY228" fmla="*/ 1171151 h 1745962"/>
              <a:gd name="connsiteX229" fmla="*/ 435633 w 1637567"/>
              <a:gd name="connsiteY229" fmla="*/ 1173903 h 1745962"/>
              <a:gd name="connsiteX230" fmla="*/ 437071 w 1637567"/>
              <a:gd name="connsiteY230" fmla="*/ 1176647 h 1745962"/>
              <a:gd name="connsiteX231" fmla="*/ 438533 w 1637567"/>
              <a:gd name="connsiteY231" fmla="*/ 1179398 h 1745962"/>
              <a:gd name="connsiteX232" fmla="*/ 440002 w 1637567"/>
              <a:gd name="connsiteY232" fmla="*/ 1182111 h 1745962"/>
              <a:gd name="connsiteX233" fmla="*/ 441433 w 1637567"/>
              <a:gd name="connsiteY233" fmla="*/ 1184831 h 1745962"/>
              <a:gd name="connsiteX234" fmla="*/ 442903 w 1637567"/>
              <a:gd name="connsiteY234" fmla="*/ 1187552 h 1745962"/>
              <a:gd name="connsiteX235" fmla="*/ 444364 w 1637567"/>
              <a:gd name="connsiteY235" fmla="*/ 1190233 h 1745962"/>
              <a:gd name="connsiteX236" fmla="*/ 445803 w 1637567"/>
              <a:gd name="connsiteY236" fmla="*/ 1192922 h 1745962"/>
              <a:gd name="connsiteX237" fmla="*/ 447265 w 1637567"/>
              <a:gd name="connsiteY237" fmla="*/ 1195611 h 1745962"/>
              <a:gd name="connsiteX238" fmla="*/ 450196 w 1637567"/>
              <a:gd name="connsiteY238" fmla="*/ 1200927 h 1745962"/>
              <a:gd name="connsiteX239" fmla="*/ 451634 w 1637567"/>
              <a:gd name="connsiteY239" fmla="*/ 1203608 h 1745962"/>
              <a:gd name="connsiteX240" fmla="*/ 454566 w 1637567"/>
              <a:gd name="connsiteY240" fmla="*/ 1208862 h 1745962"/>
              <a:gd name="connsiteX241" fmla="*/ 455997 w 1637567"/>
              <a:gd name="connsiteY241" fmla="*/ 1211488 h 1745962"/>
              <a:gd name="connsiteX242" fmla="*/ 457466 w 1637567"/>
              <a:gd name="connsiteY242" fmla="*/ 1214115 h 1745962"/>
              <a:gd name="connsiteX243" fmla="*/ 458928 w 1637567"/>
              <a:gd name="connsiteY243" fmla="*/ 1216710 h 1745962"/>
              <a:gd name="connsiteX244" fmla="*/ 460398 w 1637567"/>
              <a:gd name="connsiteY244" fmla="*/ 1219337 h 1745962"/>
              <a:gd name="connsiteX245" fmla="*/ 461836 w 1637567"/>
              <a:gd name="connsiteY245" fmla="*/ 1221901 h 1745962"/>
              <a:gd name="connsiteX246" fmla="*/ 463298 w 1637567"/>
              <a:gd name="connsiteY246" fmla="*/ 1224496 h 1745962"/>
              <a:gd name="connsiteX247" fmla="*/ 464767 w 1637567"/>
              <a:gd name="connsiteY247" fmla="*/ 1227060 h 1745962"/>
              <a:gd name="connsiteX248" fmla="*/ 466198 w 1637567"/>
              <a:gd name="connsiteY248" fmla="*/ 1229632 h 1745962"/>
              <a:gd name="connsiteX249" fmla="*/ 467668 w 1637567"/>
              <a:gd name="connsiteY249" fmla="*/ 1232196 h 1745962"/>
              <a:gd name="connsiteX250" fmla="*/ 470599 w 1637567"/>
              <a:gd name="connsiteY250" fmla="*/ 1237262 h 1745962"/>
              <a:gd name="connsiteX251" fmla="*/ 472030 w 1637567"/>
              <a:gd name="connsiteY251" fmla="*/ 1239794 h 1745962"/>
              <a:gd name="connsiteX252" fmla="*/ 473499 w 1637567"/>
              <a:gd name="connsiteY252" fmla="*/ 1242335 h 1745962"/>
              <a:gd name="connsiteX253" fmla="*/ 474961 w 1637567"/>
              <a:gd name="connsiteY253" fmla="*/ 1244805 h 1745962"/>
              <a:gd name="connsiteX254" fmla="*/ 476400 w 1637567"/>
              <a:gd name="connsiteY254" fmla="*/ 1247307 h 1745962"/>
              <a:gd name="connsiteX255" fmla="*/ 477861 w 1637567"/>
              <a:gd name="connsiteY255" fmla="*/ 1249816 h 1745962"/>
              <a:gd name="connsiteX256" fmla="*/ 480793 w 1637567"/>
              <a:gd name="connsiteY256" fmla="*/ 1254757 h 1745962"/>
              <a:gd name="connsiteX257" fmla="*/ 482231 w 1637567"/>
              <a:gd name="connsiteY257" fmla="*/ 1257235 h 1745962"/>
              <a:gd name="connsiteX258" fmla="*/ 485163 w 1637567"/>
              <a:gd name="connsiteY258" fmla="*/ 1262120 h 1745962"/>
              <a:gd name="connsiteX259" fmla="*/ 486593 w 1637567"/>
              <a:gd name="connsiteY259" fmla="*/ 1264591 h 1745962"/>
              <a:gd name="connsiteX260" fmla="*/ 490994 w 1637567"/>
              <a:gd name="connsiteY260" fmla="*/ 1271829 h 1745962"/>
              <a:gd name="connsiteX261" fmla="*/ 492433 w 1637567"/>
              <a:gd name="connsiteY261" fmla="*/ 1274245 h 1745962"/>
              <a:gd name="connsiteX262" fmla="*/ 493895 w 1637567"/>
              <a:gd name="connsiteY262" fmla="*/ 1276622 h 1745962"/>
              <a:gd name="connsiteX263" fmla="*/ 495364 w 1637567"/>
              <a:gd name="connsiteY263" fmla="*/ 1279037 h 1745962"/>
              <a:gd name="connsiteX264" fmla="*/ 496795 w 1637567"/>
              <a:gd name="connsiteY264" fmla="*/ 1281390 h 1745962"/>
              <a:gd name="connsiteX265" fmla="*/ 498264 w 1637567"/>
              <a:gd name="connsiteY265" fmla="*/ 1283767 h 1745962"/>
              <a:gd name="connsiteX266" fmla="*/ 501196 w 1637567"/>
              <a:gd name="connsiteY266" fmla="*/ 1288472 h 1745962"/>
              <a:gd name="connsiteX267" fmla="*/ 502627 w 1637567"/>
              <a:gd name="connsiteY267" fmla="*/ 1290794 h 1745962"/>
              <a:gd name="connsiteX268" fmla="*/ 504096 w 1637567"/>
              <a:gd name="connsiteY268" fmla="*/ 1293147 h 1745962"/>
              <a:gd name="connsiteX269" fmla="*/ 505558 w 1637567"/>
              <a:gd name="connsiteY269" fmla="*/ 1295461 h 1745962"/>
              <a:gd name="connsiteX270" fmla="*/ 506996 w 1637567"/>
              <a:gd name="connsiteY270" fmla="*/ 1297783 h 1745962"/>
              <a:gd name="connsiteX271" fmla="*/ 508458 w 1637567"/>
              <a:gd name="connsiteY271" fmla="*/ 1300105 h 1745962"/>
              <a:gd name="connsiteX272" fmla="*/ 509928 w 1637567"/>
              <a:gd name="connsiteY272" fmla="*/ 1302364 h 1745962"/>
              <a:gd name="connsiteX273" fmla="*/ 511358 w 1637567"/>
              <a:gd name="connsiteY273" fmla="*/ 1304654 h 1745962"/>
              <a:gd name="connsiteX274" fmla="*/ 512828 w 1637567"/>
              <a:gd name="connsiteY274" fmla="*/ 1306945 h 1745962"/>
              <a:gd name="connsiteX275" fmla="*/ 514290 w 1637567"/>
              <a:gd name="connsiteY275" fmla="*/ 1309204 h 1745962"/>
              <a:gd name="connsiteX276" fmla="*/ 515759 w 1637567"/>
              <a:gd name="connsiteY276" fmla="*/ 1311494 h 1745962"/>
              <a:gd name="connsiteX277" fmla="*/ 517198 w 1637567"/>
              <a:gd name="connsiteY277" fmla="*/ 1313754 h 1745962"/>
              <a:gd name="connsiteX278" fmla="*/ 520129 w 1637567"/>
              <a:gd name="connsiteY278" fmla="*/ 1318217 h 1745962"/>
              <a:gd name="connsiteX279" fmla="*/ 521560 w 1637567"/>
              <a:gd name="connsiteY279" fmla="*/ 1320445 h 1745962"/>
              <a:gd name="connsiteX280" fmla="*/ 523029 w 1637567"/>
              <a:gd name="connsiteY280" fmla="*/ 1322673 h 1745962"/>
              <a:gd name="connsiteX281" fmla="*/ 524491 w 1637567"/>
              <a:gd name="connsiteY281" fmla="*/ 1324870 h 1745962"/>
              <a:gd name="connsiteX282" fmla="*/ 525961 w 1637567"/>
              <a:gd name="connsiteY282" fmla="*/ 1327098 h 1745962"/>
              <a:gd name="connsiteX283" fmla="*/ 527392 w 1637567"/>
              <a:gd name="connsiteY283" fmla="*/ 1329271 h 1745962"/>
              <a:gd name="connsiteX284" fmla="*/ 528861 w 1637567"/>
              <a:gd name="connsiteY284" fmla="*/ 1331467 h 1745962"/>
              <a:gd name="connsiteX285" fmla="*/ 530323 w 1637567"/>
              <a:gd name="connsiteY285" fmla="*/ 1333633 h 1745962"/>
              <a:gd name="connsiteX286" fmla="*/ 531761 w 1637567"/>
              <a:gd name="connsiteY286" fmla="*/ 1335806 h 1745962"/>
              <a:gd name="connsiteX287" fmla="*/ 534693 w 1637567"/>
              <a:gd name="connsiteY287" fmla="*/ 1340137 h 1745962"/>
              <a:gd name="connsiteX288" fmla="*/ 536155 w 1637567"/>
              <a:gd name="connsiteY288" fmla="*/ 1342247 h 1745962"/>
              <a:gd name="connsiteX289" fmla="*/ 537593 w 1637567"/>
              <a:gd name="connsiteY289" fmla="*/ 1344382 h 1745962"/>
              <a:gd name="connsiteX290" fmla="*/ 539055 w 1637567"/>
              <a:gd name="connsiteY290" fmla="*/ 1346523 h 1745962"/>
              <a:gd name="connsiteX291" fmla="*/ 540525 w 1637567"/>
              <a:gd name="connsiteY291" fmla="*/ 1348626 h 1745962"/>
              <a:gd name="connsiteX292" fmla="*/ 541963 w 1637567"/>
              <a:gd name="connsiteY292" fmla="*/ 1350737 h 1745962"/>
              <a:gd name="connsiteX293" fmla="*/ 544894 w 1637567"/>
              <a:gd name="connsiteY293" fmla="*/ 1354950 h 1745962"/>
              <a:gd name="connsiteX294" fmla="*/ 546356 w 1637567"/>
              <a:gd name="connsiteY294" fmla="*/ 1357022 h 1745962"/>
              <a:gd name="connsiteX295" fmla="*/ 547795 w 1637567"/>
              <a:gd name="connsiteY295" fmla="*/ 1359101 h 1745962"/>
              <a:gd name="connsiteX296" fmla="*/ 549257 w 1637567"/>
              <a:gd name="connsiteY296" fmla="*/ 1361181 h 1745962"/>
              <a:gd name="connsiteX297" fmla="*/ 550726 w 1637567"/>
              <a:gd name="connsiteY297" fmla="*/ 1363221 h 1745962"/>
              <a:gd name="connsiteX298" fmla="*/ 552157 w 1637567"/>
              <a:gd name="connsiteY298" fmla="*/ 1365269 h 1745962"/>
              <a:gd name="connsiteX299" fmla="*/ 555088 w 1637567"/>
              <a:gd name="connsiteY299" fmla="*/ 1369365 h 1745962"/>
              <a:gd name="connsiteX300" fmla="*/ 556558 w 1637567"/>
              <a:gd name="connsiteY300" fmla="*/ 1371375 h 1745962"/>
              <a:gd name="connsiteX301" fmla="*/ 557988 w 1637567"/>
              <a:gd name="connsiteY301" fmla="*/ 1373391 h 1745962"/>
              <a:gd name="connsiteX302" fmla="*/ 560920 w 1637567"/>
              <a:gd name="connsiteY302" fmla="*/ 1377425 h 1745962"/>
              <a:gd name="connsiteX303" fmla="*/ 562358 w 1637567"/>
              <a:gd name="connsiteY303" fmla="*/ 1379411 h 1745962"/>
              <a:gd name="connsiteX304" fmla="*/ 565290 w 1637567"/>
              <a:gd name="connsiteY304" fmla="*/ 1383382 h 1745962"/>
              <a:gd name="connsiteX305" fmla="*/ 566752 w 1637567"/>
              <a:gd name="connsiteY305" fmla="*/ 1385336 h 1745962"/>
              <a:gd name="connsiteX306" fmla="*/ 568190 w 1637567"/>
              <a:gd name="connsiteY306" fmla="*/ 1387290 h 1745962"/>
              <a:gd name="connsiteX307" fmla="*/ 571121 w 1637567"/>
              <a:gd name="connsiteY307" fmla="*/ 1391199 h 1745962"/>
              <a:gd name="connsiteX308" fmla="*/ 572560 w 1637567"/>
              <a:gd name="connsiteY308" fmla="*/ 1393122 h 1745962"/>
              <a:gd name="connsiteX309" fmla="*/ 574022 w 1637567"/>
              <a:gd name="connsiteY309" fmla="*/ 1395076 h 1745962"/>
              <a:gd name="connsiteX310" fmla="*/ 575491 w 1637567"/>
              <a:gd name="connsiteY310" fmla="*/ 1396968 h 1745962"/>
              <a:gd name="connsiteX311" fmla="*/ 576922 w 1637567"/>
              <a:gd name="connsiteY311" fmla="*/ 1398891 h 1745962"/>
              <a:gd name="connsiteX312" fmla="*/ 581323 w 1637567"/>
              <a:gd name="connsiteY312" fmla="*/ 1404567 h 1745962"/>
              <a:gd name="connsiteX313" fmla="*/ 582754 w 1637567"/>
              <a:gd name="connsiteY313" fmla="*/ 1406466 h 1745962"/>
              <a:gd name="connsiteX314" fmla="*/ 585685 w 1637567"/>
              <a:gd name="connsiteY314" fmla="*/ 1410187 h 1745962"/>
              <a:gd name="connsiteX315" fmla="*/ 587123 w 1637567"/>
              <a:gd name="connsiteY315" fmla="*/ 1412048 h 1745962"/>
              <a:gd name="connsiteX316" fmla="*/ 588585 w 1637567"/>
              <a:gd name="connsiteY316" fmla="*/ 1413885 h 1745962"/>
              <a:gd name="connsiteX317" fmla="*/ 590055 w 1637567"/>
              <a:gd name="connsiteY317" fmla="*/ 1415745 h 1745962"/>
              <a:gd name="connsiteX318" fmla="*/ 591517 w 1637567"/>
              <a:gd name="connsiteY318" fmla="*/ 1417575 h 1745962"/>
              <a:gd name="connsiteX319" fmla="*/ 592955 w 1637567"/>
              <a:gd name="connsiteY319" fmla="*/ 1419380 h 1745962"/>
              <a:gd name="connsiteX320" fmla="*/ 594417 w 1637567"/>
              <a:gd name="connsiteY320" fmla="*/ 1421210 h 1745962"/>
              <a:gd name="connsiteX321" fmla="*/ 595886 w 1637567"/>
              <a:gd name="connsiteY321" fmla="*/ 1423015 h 1745962"/>
              <a:gd name="connsiteX322" fmla="*/ 597325 w 1637567"/>
              <a:gd name="connsiteY322" fmla="*/ 1424813 h 1745962"/>
              <a:gd name="connsiteX323" fmla="*/ 600256 w 1637567"/>
              <a:gd name="connsiteY323" fmla="*/ 1428417 h 1745962"/>
              <a:gd name="connsiteX324" fmla="*/ 601718 w 1637567"/>
              <a:gd name="connsiteY324" fmla="*/ 1430160 h 1745962"/>
              <a:gd name="connsiteX325" fmla="*/ 603156 w 1637567"/>
              <a:gd name="connsiteY325" fmla="*/ 1431927 h 1745962"/>
              <a:gd name="connsiteX326" fmla="*/ 606088 w 1637567"/>
              <a:gd name="connsiteY326" fmla="*/ 1435476 h 1745962"/>
              <a:gd name="connsiteX327" fmla="*/ 607519 w 1637567"/>
              <a:gd name="connsiteY327" fmla="*/ 1437212 h 1745962"/>
              <a:gd name="connsiteX328" fmla="*/ 610450 w 1637567"/>
              <a:gd name="connsiteY328" fmla="*/ 1440698 h 1745962"/>
              <a:gd name="connsiteX329" fmla="*/ 611920 w 1637567"/>
              <a:gd name="connsiteY329" fmla="*/ 1442402 h 1745962"/>
              <a:gd name="connsiteX330" fmla="*/ 613350 w 1637567"/>
              <a:gd name="connsiteY330" fmla="*/ 1444114 h 1745962"/>
              <a:gd name="connsiteX331" fmla="*/ 616282 w 1637567"/>
              <a:gd name="connsiteY331" fmla="*/ 1447538 h 1745962"/>
              <a:gd name="connsiteX332" fmla="*/ 617720 w 1637567"/>
              <a:gd name="connsiteY332" fmla="*/ 1449242 h 1745962"/>
              <a:gd name="connsiteX333" fmla="*/ 622113 w 1637567"/>
              <a:gd name="connsiteY333" fmla="*/ 1454284 h 1745962"/>
              <a:gd name="connsiteX334" fmla="*/ 623552 w 1637567"/>
              <a:gd name="connsiteY334" fmla="*/ 1455934 h 1745962"/>
              <a:gd name="connsiteX335" fmla="*/ 626483 w 1637567"/>
              <a:gd name="connsiteY335" fmla="*/ 1459233 h 1745962"/>
              <a:gd name="connsiteX336" fmla="*/ 627922 w 1637567"/>
              <a:gd name="connsiteY336" fmla="*/ 1460882 h 1745962"/>
              <a:gd name="connsiteX337" fmla="*/ 629383 w 1637567"/>
              <a:gd name="connsiteY337" fmla="*/ 1462500 h 1745962"/>
              <a:gd name="connsiteX338" fmla="*/ 630853 w 1637567"/>
              <a:gd name="connsiteY338" fmla="*/ 1464150 h 1745962"/>
              <a:gd name="connsiteX339" fmla="*/ 632284 w 1637567"/>
              <a:gd name="connsiteY339" fmla="*/ 1465768 h 1745962"/>
              <a:gd name="connsiteX340" fmla="*/ 633753 w 1637567"/>
              <a:gd name="connsiteY340" fmla="*/ 1467386 h 1745962"/>
              <a:gd name="connsiteX341" fmla="*/ 635215 w 1637567"/>
              <a:gd name="connsiteY341" fmla="*/ 1468973 h 1745962"/>
              <a:gd name="connsiteX342" fmla="*/ 636685 w 1637567"/>
              <a:gd name="connsiteY342" fmla="*/ 1470591 h 1745962"/>
              <a:gd name="connsiteX343" fmla="*/ 638115 w 1637567"/>
              <a:gd name="connsiteY343" fmla="*/ 1472178 h 1745962"/>
              <a:gd name="connsiteX344" fmla="*/ 639585 w 1637567"/>
              <a:gd name="connsiteY344" fmla="*/ 1473765 h 1745962"/>
              <a:gd name="connsiteX345" fmla="*/ 641047 w 1637567"/>
              <a:gd name="connsiteY345" fmla="*/ 1475321 h 1745962"/>
              <a:gd name="connsiteX346" fmla="*/ 642485 w 1637567"/>
              <a:gd name="connsiteY346" fmla="*/ 1476876 h 1745962"/>
              <a:gd name="connsiteX347" fmla="*/ 643947 w 1637567"/>
              <a:gd name="connsiteY347" fmla="*/ 1478471 h 1745962"/>
              <a:gd name="connsiteX348" fmla="*/ 645417 w 1637567"/>
              <a:gd name="connsiteY348" fmla="*/ 1480027 h 1745962"/>
              <a:gd name="connsiteX349" fmla="*/ 646879 w 1637567"/>
              <a:gd name="connsiteY349" fmla="*/ 1481551 h 1745962"/>
              <a:gd name="connsiteX350" fmla="*/ 648317 w 1637567"/>
              <a:gd name="connsiteY350" fmla="*/ 1483107 h 1745962"/>
              <a:gd name="connsiteX351" fmla="*/ 651248 w 1637567"/>
              <a:gd name="connsiteY351" fmla="*/ 1486163 h 1745962"/>
              <a:gd name="connsiteX352" fmla="*/ 652687 w 1637567"/>
              <a:gd name="connsiteY352" fmla="*/ 1487688 h 1745962"/>
              <a:gd name="connsiteX353" fmla="*/ 655618 w 1637567"/>
              <a:gd name="connsiteY353" fmla="*/ 1490682 h 1745962"/>
              <a:gd name="connsiteX354" fmla="*/ 657080 w 1637567"/>
              <a:gd name="connsiteY354" fmla="*/ 1492206 h 1745962"/>
              <a:gd name="connsiteX355" fmla="*/ 658518 w 1637567"/>
              <a:gd name="connsiteY355" fmla="*/ 1493676 h 1745962"/>
              <a:gd name="connsiteX356" fmla="*/ 659980 w 1637567"/>
              <a:gd name="connsiteY356" fmla="*/ 1495169 h 1745962"/>
              <a:gd name="connsiteX357" fmla="*/ 661450 w 1637567"/>
              <a:gd name="connsiteY357" fmla="*/ 1496638 h 1745962"/>
              <a:gd name="connsiteX358" fmla="*/ 662880 w 1637567"/>
              <a:gd name="connsiteY358" fmla="*/ 1498100 h 1745962"/>
              <a:gd name="connsiteX359" fmla="*/ 665812 w 1637567"/>
              <a:gd name="connsiteY359" fmla="*/ 1501032 h 1745962"/>
              <a:gd name="connsiteX360" fmla="*/ 667281 w 1637567"/>
              <a:gd name="connsiteY360" fmla="*/ 1502470 h 1745962"/>
              <a:gd name="connsiteX361" fmla="*/ 668712 w 1637567"/>
              <a:gd name="connsiteY361" fmla="*/ 1503932 h 1745962"/>
              <a:gd name="connsiteX362" fmla="*/ 670182 w 1637567"/>
              <a:gd name="connsiteY362" fmla="*/ 1505370 h 1745962"/>
              <a:gd name="connsiteX363" fmla="*/ 671644 w 1637567"/>
              <a:gd name="connsiteY363" fmla="*/ 1506777 h 1745962"/>
              <a:gd name="connsiteX364" fmla="*/ 673082 w 1637567"/>
              <a:gd name="connsiteY364" fmla="*/ 1508208 h 1745962"/>
              <a:gd name="connsiteX365" fmla="*/ 674544 w 1637567"/>
              <a:gd name="connsiteY365" fmla="*/ 1509646 h 1745962"/>
              <a:gd name="connsiteX366" fmla="*/ 676013 w 1637567"/>
              <a:gd name="connsiteY366" fmla="*/ 1511053 h 1745962"/>
              <a:gd name="connsiteX367" fmla="*/ 677475 w 1637567"/>
              <a:gd name="connsiteY367" fmla="*/ 1512421 h 1745962"/>
              <a:gd name="connsiteX368" fmla="*/ 678914 w 1637567"/>
              <a:gd name="connsiteY368" fmla="*/ 1513828 h 1745962"/>
              <a:gd name="connsiteX369" fmla="*/ 680383 w 1637567"/>
              <a:gd name="connsiteY369" fmla="*/ 1515236 h 1745962"/>
              <a:gd name="connsiteX370" fmla="*/ 681845 w 1637567"/>
              <a:gd name="connsiteY370" fmla="*/ 1516604 h 1745962"/>
              <a:gd name="connsiteX371" fmla="*/ 683283 w 1637567"/>
              <a:gd name="connsiteY371" fmla="*/ 1517980 h 1745962"/>
              <a:gd name="connsiteX372" fmla="*/ 684745 w 1637567"/>
              <a:gd name="connsiteY372" fmla="*/ 1519355 h 1745962"/>
              <a:gd name="connsiteX373" fmla="*/ 686215 w 1637567"/>
              <a:gd name="connsiteY373" fmla="*/ 1520700 h 1745962"/>
              <a:gd name="connsiteX374" fmla="*/ 687677 w 1637567"/>
              <a:gd name="connsiteY374" fmla="*/ 1522076 h 1745962"/>
              <a:gd name="connsiteX375" fmla="*/ 689115 w 1637567"/>
              <a:gd name="connsiteY375" fmla="*/ 1523420 h 1745962"/>
              <a:gd name="connsiteX376" fmla="*/ 692047 w 1637567"/>
              <a:gd name="connsiteY376" fmla="*/ 1526102 h 1745962"/>
              <a:gd name="connsiteX377" fmla="*/ 693477 w 1637567"/>
              <a:gd name="connsiteY377" fmla="*/ 1527415 h 1745962"/>
              <a:gd name="connsiteX378" fmla="*/ 694947 w 1637567"/>
              <a:gd name="connsiteY378" fmla="*/ 1528728 h 1745962"/>
              <a:gd name="connsiteX379" fmla="*/ 696409 w 1637567"/>
              <a:gd name="connsiteY379" fmla="*/ 1530073 h 1745962"/>
              <a:gd name="connsiteX380" fmla="*/ 697847 w 1637567"/>
              <a:gd name="connsiteY380" fmla="*/ 1531355 h 1745962"/>
              <a:gd name="connsiteX381" fmla="*/ 700778 w 1637567"/>
              <a:gd name="connsiteY381" fmla="*/ 1533981 h 1745962"/>
              <a:gd name="connsiteX382" fmla="*/ 702240 w 1637567"/>
              <a:gd name="connsiteY382" fmla="*/ 1535263 h 1745962"/>
              <a:gd name="connsiteX383" fmla="*/ 703679 w 1637567"/>
              <a:gd name="connsiteY383" fmla="*/ 1536546 h 1745962"/>
              <a:gd name="connsiteX384" fmla="*/ 705148 w 1637567"/>
              <a:gd name="connsiteY384" fmla="*/ 1537828 h 1745962"/>
              <a:gd name="connsiteX385" fmla="*/ 706610 w 1637567"/>
              <a:gd name="connsiteY385" fmla="*/ 1539078 h 1745962"/>
              <a:gd name="connsiteX386" fmla="*/ 708048 w 1637567"/>
              <a:gd name="connsiteY386" fmla="*/ 1540368 h 1745962"/>
              <a:gd name="connsiteX387" fmla="*/ 712442 w 1637567"/>
              <a:gd name="connsiteY387" fmla="*/ 1544120 h 1745962"/>
              <a:gd name="connsiteX388" fmla="*/ 713880 w 1637567"/>
              <a:gd name="connsiteY388" fmla="*/ 1545371 h 1745962"/>
              <a:gd name="connsiteX389" fmla="*/ 716812 w 1637567"/>
              <a:gd name="connsiteY389" fmla="*/ 1547818 h 1745962"/>
              <a:gd name="connsiteX390" fmla="*/ 718242 w 1637567"/>
              <a:gd name="connsiteY390" fmla="*/ 1549037 h 1745962"/>
              <a:gd name="connsiteX391" fmla="*/ 721174 w 1637567"/>
              <a:gd name="connsiteY391" fmla="*/ 1551477 h 1745962"/>
              <a:gd name="connsiteX392" fmla="*/ 722643 w 1637567"/>
              <a:gd name="connsiteY392" fmla="*/ 1552672 h 1745962"/>
              <a:gd name="connsiteX393" fmla="*/ 724074 w 1637567"/>
              <a:gd name="connsiteY393" fmla="*/ 1553861 h 1745962"/>
              <a:gd name="connsiteX394" fmla="*/ 727005 w 1637567"/>
              <a:gd name="connsiteY394" fmla="*/ 1556245 h 1745962"/>
              <a:gd name="connsiteX395" fmla="*/ 728444 w 1637567"/>
              <a:gd name="connsiteY395" fmla="*/ 1557433 h 1745962"/>
              <a:gd name="connsiteX396" fmla="*/ 732837 w 1637567"/>
              <a:gd name="connsiteY396" fmla="*/ 1560912 h 1745962"/>
              <a:gd name="connsiteX397" fmla="*/ 734275 w 1637567"/>
              <a:gd name="connsiteY397" fmla="*/ 1562077 h 1745962"/>
              <a:gd name="connsiteX398" fmla="*/ 735745 w 1637567"/>
              <a:gd name="connsiteY398" fmla="*/ 1563234 h 1745962"/>
              <a:gd name="connsiteX399" fmla="*/ 737207 w 1637567"/>
              <a:gd name="connsiteY399" fmla="*/ 1564367 h 1745962"/>
              <a:gd name="connsiteX400" fmla="*/ 738645 w 1637567"/>
              <a:gd name="connsiteY400" fmla="*/ 1565493 h 1745962"/>
              <a:gd name="connsiteX401" fmla="*/ 740107 w 1637567"/>
              <a:gd name="connsiteY401" fmla="*/ 1566658 h 1745962"/>
              <a:gd name="connsiteX402" fmla="*/ 741577 w 1637567"/>
              <a:gd name="connsiteY402" fmla="*/ 1567752 h 1745962"/>
              <a:gd name="connsiteX403" fmla="*/ 743039 w 1637567"/>
              <a:gd name="connsiteY403" fmla="*/ 1568885 h 1745962"/>
              <a:gd name="connsiteX404" fmla="*/ 744477 w 1637567"/>
              <a:gd name="connsiteY404" fmla="*/ 1570011 h 1745962"/>
              <a:gd name="connsiteX405" fmla="*/ 747408 w 1637567"/>
              <a:gd name="connsiteY405" fmla="*/ 1572216 h 1745962"/>
              <a:gd name="connsiteX406" fmla="*/ 748839 w 1637567"/>
              <a:gd name="connsiteY406" fmla="*/ 1573310 h 1745962"/>
              <a:gd name="connsiteX407" fmla="*/ 750309 w 1637567"/>
              <a:gd name="connsiteY407" fmla="*/ 1574412 h 1745962"/>
              <a:gd name="connsiteX408" fmla="*/ 751771 w 1637567"/>
              <a:gd name="connsiteY408" fmla="*/ 1575483 h 1745962"/>
              <a:gd name="connsiteX409" fmla="*/ 753240 w 1637567"/>
              <a:gd name="connsiteY409" fmla="*/ 1576578 h 1745962"/>
              <a:gd name="connsiteX410" fmla="*/ 754671 w 1637567"/>
              <a:gd name="connsiteY410" fmla="*/ 1577649 h 1745962"/>
              <a:gd name="connsiteX411" fmla="*/ 757602 w 1637567"/>
              <a:gd name="connsiteY411" fmla="*/ 1579783 h 1745962"/>
              <a:gd name="connsiteX412" fmla="*/ 759041 w 1637567"/>
              <a:gd name="connsiteY412" fmla="*/ 1580822 h 1745962"/>
              <a:gd name="connsiteX413" fmla="*/ 760510 w 1637567"/>
              <a:gd name="connsiteY413" fmla="*/ 1581893 h 1745962"/>
              <a:gd name="connsiteX414" fmla="*/ 761972 w 1637567"/>
              <a:gd name="connsiteY414" fmla="*/ 1582933 h 1745962"/>
              <a:gd name="connsiteX415" fmla="*/ 763410 w 1637567"/>
              <a:gd name="connsiteY415" fmla="*/ 1583973 h 1745962"/>
              <a:gd name="connsiteX416" fmla="*/ 766342 w 1637567"/>
              <a:gd name="connsiteY416" fmla="*/ 1586044 h 1745962"/>
              <a:gd name="connsiteX417" fmla="*/ 767803 w 1637567"/>
              <a:gd name="connsiteY417" fmla="*/ 1587053 h 1745962"/>
              <a:gd name="connsiteX418" fmla="*/ 769242 w 1637567"/>
              <a:gd name="connsiteY418" fmla="*/ 1588092 h 1745962"/>
              <a:gd name="connsiteX419" fmla="*/ 772174 w 1637567"/>
              <a:gd name="connsiteY419" fmla="*/ 1590109 h 1745962"/>
              <a:gd name="connsiteX420" fmla="*/ 773604 w 1637567"/>
              <a:gd name="connsiteY420" fmla="*/ 1591118 h 1745962"/>
              <a:gd name="connsiteX421" fmla="*/ 775074 w 1637567"/>
              <a:gd name="connsiteY421" fmla="*/ 1592095 h 1745962"/>
              <a:gd name="connsiteX422" fmla="*/ 776535 w 1637567"/>
              <a:gd name="connsiteY422" fmla="*/ 1593103 h 1745962"/>
              <a:gd name="connsiteX423" fmla="*/ 778005 w 1637567"/>
              <a:gd name="connsiteY423" fmla="*/ 1594080 h 1745962"/>
              <a:gd name="connsiteX424" fmla="*/ 779436 w 1637567"/>
              <a:gd name="connsiteY424" fmla="*/ 1595058 h 1745962"/>
              <a:gd name="connsiteX425" fmla="*/ 782367 w 1637567"/>
              <a:gd name="connsiteY425" fmla="*/ 1597012 h 1745962"/>
              <a:gd name="connsiteX426" fmla="*/ 783805 w 1637567"/>
              <a:gd name="connsiteY426" fmla="*/ 1597989 h 1745962"/>
              <a:gd name="connsiteX427" fmla="*/ 786737 w 1637567"/>
              <a:gd name="connsiteY427" fmla="*/ 1599881 h 1745962"/>
              <a:gd name="connsiteX428" fmla="*/ 788207 w 1637567"/>
              <a:gd name="connsiteY428" fmla="*/ 1600858 h 1745962"/>
              <a:gd name="connsiteX429" fmla="*/ 789637 w 1637567"/>
              <a:gd name="connsiteY429" fmla="*/ 1601773 h 1745962"/>
              <a:gd name="connsiteX430" fmla="*/ 792569 w 1637567"/>
              <a:gd name="connsiteY430" fmla="*/ 1603665 h 1745962"/>
              <a:gd name="connsiteX431" fmla="*/ 794007 w 1637567"/>
              <a:gd name="connsiteY431" fmla="*/ 1604579 h 1745962"/>
              <a:gd name="connsiteX432" fmla="*/ 795469 w 1637567"/>
              <a:gd name="connsiteY432" fmla="*/ 1605525 h 1745962"/>
              <a:gd name="connsiteX433" fmla="*/ 798400 w 1637567"/>
              <a:gd name="connsiteY433" fmla="*/ 1607362 h 1745962"/>
              <a:gd name="connsiteX434" fmla="*/ 799839 w 1637567"/>
              <a:gd name="connsiteY434" fmla="*/ 1608245 h 1745962"/>
              <a:gd name="connsiteX435" fmla="*/ 802770 w 1637567"/>
              <a:gd name="connsiteY435" fmla="*/ 1610082 h 1745962"/>
              <a:gd name="connsiteX436" fmla="*/ 804201 w 1637567"/>
              <a:gd name="connsiteY436" fmla="*/ 1610966 h 1745962"/>
              <a:gd name="connsiteX437" fmla="*/ 808602 w 1637567"/>
              <a:gd name="connsiteY437" fmla="*/ 1613624 h 1745962"/>
              <a:gd name="connsiteX438" fmla="*/ 810040 w 1637567"/>
              <a:gd name="connsiteY438" fmla="*/ 1614507 h 1745962"/>
              <a:gd name="connsiteX439" fmla="*/ 812964 w 1637567"/>
              <a:gd name="connsiteY439" fmla="*/ 1616219 h 1745962"/>
              <a:gd name="connsiteX440" fmla="*/ 814402 w 1637567"/>
              <a:gd name="connsiteY440" fmla="*/ 1617102 h 1745962"/>
              <a:gd name="connsiteX441" fmla="*/ 815872 w 1637567"/>
              <a:gd name="connsiteY441" fmla="*/ 1617923 h 1745962"/>
              <a:gd name="connsiteX442" fmla="*/ 817334 w 1637567"/>
              <a:gd name="connsiteY442" fmla="*/ 1618783 h 1745962"/>
              <a:gd name="connsiteX443" fmla="*/ 818772 w 1637567"/>
              <a:gd name="connsiteY443" fmla="*/ 1619635 h 1745962"/>
              <a:gd name="connsiteX444" fmla="*/ 820234 w 1637567"/>
              <a:gd name="connsiteY444" fmla="*/ 1620495 h 1745962"/>
              <a:gd name="connsiteX445" fmla="*/ 823166 w 1637567"/>
              <a:gd name="connsiteY445" fmla="*/ 1622137 h 1745962"/>
              <a:gd name="connsiteX446" fmla="*/ 824604 w 1637567"/>
              <a:gd name="connsiteY446" fmla="*/ 1622965 h 1745962"/>
              <a:gd name="connsiteX447" fmla="*/ 827536 w 1637567"/>
              <a:gd name="connsiteY447" fmla="*/ 1624615 h 1745962"/>
              <a:gd name="connsiteX448" fmla="*/ 828966 w 1637567"/>
              <a:gd name="connsiteY448" fmla="*/ 1625436 h 1745962"/>
              <a:gd name="connsiteX449" fmla="*/ 830436 w 1637567"/>
              <a:gd name="connsiteY449" fmla="*/ 1626233 h 1745962"/>
              <a:gd name="connsiteX450" fmla="*/ 831898 w 1637567"/>
              <a:gd name="connsiteY450" fmla="*/ 1627054 h 1745962"/>
              <a:gd name="connsiteX451" fmla="*/ 833367 w 1637567"/>
              <a:gd name="connsiteY451" fmla="*/ 1627851 h 1745962"/>
              <a:gd name="connsiteX452" fmla="*/ 834797 w 1637567"/>
              <a:gd name="connsiteY452" fmla="*/ 1628641 h 1745962"/>
              <a:gd name="connsiteX453" fmla="*/ 836268 w 1637567"/>
              <a:gd name="connsiteY453" fmla="*/ 1629438 h 1745962"/>
              <a:gd name="connsiteX454" fmla="*/ 837729 w 1637567"/>
              <a:gd name="connsiteY454" fmla="*/ 1630204 h 1745962"/>
              <a:gd name="connsiteX455" fmla="*/ 839168 w 1637567"/>
              <a:gd name="connsiteY455" fmla="*/ 1630994 h 1745962"/>
              <a:gd name="connsiteX456" fmla="*/ 840637 w 1637567"/>
              <a:gd name="connsiteY456" fmla="*/ 1631791 h 1745962"/>
              <a:gd name="connsiteX457" fmla="*/ 843569 w 1637567"/>
              <a:gd name="connsiteY457" fmla="*/ 1633315 h 1745962"/>
              <a:gd name="connsiteX458" fmla="*/ 844999 w 1637567"/>
              <a:gd name="connsiteY458" fmla="*/ 1634081 h 1745962"/>
              <a:gd name="connsiteX459" fmla="*/ 847930 w 1637567"/>
              <a:gd name="connsiteY459" fmla="*/ 1635606 h 1745962"/>
              <a:gd name="connsiteX460" fmla="*/ 849369 w 1637567"/>
              <a:gd name="connsiteY460" fmla="*/ 1636341 h 1745962"/>
              <a:gd name="connsiteX461" fmla="*/ 850831 w 1637567"/>
              <a:gd name="connsiteY461" fmla="*/ 1637107 h 1745962"/>
              <a:gd name="connsiteX462" fmla="*/ 853762 w 1637567"/>
              <a:gd name="connsiteY462" fmla="*/ 1638569 h 1745962"/>
              <a:gd name="connsiteX463" fmla="*/ 855201 w 1637567"/>
              <a:gd name="connsiteY463" fmla="*/ 1639303 h 1745962"/>
              <a:gd name="connsiteX464" fmla="*/ 858132 w 1637567"/>
              <a:gd name="connsiteY464" fmla="*/ 1640765 h 1745962"/>
              <a:gd name="connsiteX465" fmla="*/ 859563 w 1637567"/>
              <a:gd name="connsiteY465" fmla="*/ 1641469 h 1745962"/>
              <a:gd name="connsiteX466" fmla="*/ 861032 w 1637567"/>
              <a:gd name="connsiteY466" fmla="*/ 1642204 h 1745962"/>
              <a:gd name="connsiteX467" fmla="*/ 863964 w 1637567"/>
              <a:gd name="connsiteY467" fmla="*/ 1643611 h 1745962"/>
              <a:gd name="connsiteX468" fmla="*/ 865402 w 1637567"/>
              <a:gd name="connsiteY468" fmla="*/ 1644306 h 1745962"/>
              <a:gd name="connsiteX469" fmla="*/ 868334 w 1637567"/>
              <a:gd name="connsiteY469" fmla="*/ 1645714 h 1745962"/>
              <a:gd name="connsiteX470" fmla="*/ 869764 w 1637567"/>
              <a:gd name="connsiteY470" fmla="*/ 1646417 h 1745962"/>
              <a:gd name="connsiteX471" fmla="*/ 871234 w 1637567"/>
              <a:gd name="connsiteY471" fmla="*/ 1647089 h 1745962"/>
              <a:gd name="connsiteX472" fmla="*/ 872696 w 1637567"/>
              <a:gd name="connsiteY472" fmla="*/ 1647793 h 1745962"/>
              <a:gd name="connsiteX473" fmla="*/ 874165 w 1637567"/>
              <a:gd name="connsiteY473" fmla="*/ 1648465 h 1745962"/>
              <a:gd name="connsiteX474" fmla="*/ 875596 w 1637567"/>
              <a:gd name="connsiteY474" fmla="*/ 1649137 h 1745962"/>
              <a:gd name="connsiteX475" fmla="*/ 878527 w 1637567"/>
              <a:gd name="connsiteY475" fmla="*/ 1650474 h 1745962"/>
              <a:gd name="connsiteX476" fmla="*/ 879966 w 1637567"/>
              <a:gd name="connsiteY476" fmla="*/ 1651147 h 1745962"/>
              <a:gd name="connsiteX477" fmla="*/ 881428 w 1637567"/>
              <a:gd name="connsiteY477" fmla="*/ 1651788 h 1745962"/>
              <a:gd name="connsiteX478" fmla="*/ 882897 w 1637567"/>
              <a:gd name="connsiteY478" fmla="*/ 1652460 h 1745962"/>
              <a:gd name="connsiteX479" fmla="*/ 884328 w 1637567"/>
              <a:gd name="connsiteY479" fmla="*/ 1653101 h 1745962"/>
              <a:gd name="connsiteX480" fmla="*/ 888729 w 1637567"/>
              <a:gd name="connsiteY480" fmla="*/ 1655032 h 1745962"/>
              <a:gd name="connsiteX481" fmla="*/ 890167 w 1637567"/>
              <a:gd name="connsiteY481" fmla="*/ 1655673 h 1745962"/>
              <a:gd name="connsiteX482" fmla="*/ 893091 w 1637567"/>
              <a:gd name="connsiteY482" fmla="*/ 1656955 h 1745962"/>
              <a:gd name="connsiteX483" fmla="*/ 894529 w 1637567"/>
              <a:gd name="connsiteY483" fmla="*/ 1657564 h 1745962"/>
              <a:gd name="connsiteX484" fmla="*/ 895999 w 1637567"/>
              <a:gd name="connsiteY484" fmla="*/ 1658174 h 1745962"/>
              <a:gd name="connsiteX485" fmla="*/ 897461 w 1637567"/>
              <a:gd name="connsiteY485" fmla="*/ 1658815 h 1745962"/>
              <a:gd name="connsiteX486" fmla="*/ 898931 w 1637567"/>
              <a:gd name="connsiteY486" fmla="*/ 1659425 h 1745962"/>
              <a:gd name="connsiteX487" fmla="*/ 900361 w 1637567"/>
              <a:gd name="connsiteY487" fmla="*/ 1660035 h 1745962"/>
              <a:gd name="connsiteX488" fmla="*/ 901831 w 1637567"/>
              <a:gd name="connsiteY488" fmla="*/ 1660645 h 1745962"/>
              <a:gd name="connsiteX489" fmla="*/ 903293 w 1637567"/>
              <a:gd name="connsiteY489" fmla="*/ 1661223 h 1745962"/>
              <a:gd name="connsiteX490" fmla="*/ 904731 w 1637567"/>
              <a:gd name="connsiteY490" fmla="*/ 1661840 h 1745962"/>
              <a:gd name="connsiteX491" fmla="*/ 906193 w 1637567"/>
              <a:gd name="connsiteY491" fmla="*/ 1662450 h 1745962"/>
              <a:gd name="connsiteX492" fmla="*/ 909124 w 1637567"/>
              <a:gd name="connsiteY492" fmla="*/ 1663607 h 1745962"/>
              <a:gd name="connsiteX493" fmla="*/ 910563 w 1637567"/>
              <a:gd name="connsiteY493" fmla="*/ 1664186 h 1745962"/>
              <a:gd name="connsiteX494" fmla="*/ 913494 w 1637567"/>
              <a:gd name="connsiteY494" fmla="*/ 1665350 h 1745962"/>
              <a:gd name="connsiteX495" fmla="*/ 914924 w 1637567"/>
              <a:gd name="connsiteY495" fmla="*/ 1665929 h 1745962"/>
              <a:gd name="connsiteX496" fmla="*/ 916394 w 1637567"/>
              <a:gd name="connsiteY496" fmla="*/ 1666507 h 1745962"/>
              <a:gd name="connsiteX497" fmla="*/ 917856 w 1637567"/>
              <a:gd name="connsiteY497" fmla="*/ 1667062 h 1745962"/>
              <a:gd name="connsiteX498" fmla="*/ 919326 w 1637567"/>
              <a:gd name="connsiteY498" fmla="*/ 1667641 h 1745962"/>
              <a:gd name="connsiteX499" fmla="*/ 920764 w 1637567"/>
              <a:gd name="connsiteY499" fmla="*/ 1668188 h 1745962"/>
              <a:gd name="connsiteX500" fmla="*/ 923695 w 1637567"/>
              <a:gd name="connsiteY500" fmla="*/ 1669290 h 1745962"/>
              <a:gd name="connsiteX501" fmla="*/ 925126 w 1637567"/>
              <a:gd name="connsiteY501" fmla="*/ 1669838 h 1745962"/>
              <a:gd name="connsiteX502" fmla="*/ 929527 w 1637567"/>
              <a:gd name="connsiteY502" fmla="*/ 1671487 h 1745962"/>
              <a:gd name="connsiteX503" fmla="*/ 930958 w 1637567"/>
              <a:gd name="connsiteY503" fmla="*/ 1672003 h 1745962"/>
              <a:gd name="connsiteX504" fmla="*/ 932427 w 1637567"/>
              <a:gd name="connsiteY504" fmla="*/ 1672558 h 1745962"/>
              <a:gd name="connsiteX505" fmla="*/ 933889 w 1637567"/>
              <a:gd name="connsiteY505" fmla="*/ 1673074 h 1745962"/>
              <a:gd name="connsiteX506" fmla="*/ 935328 w 1637567"/>
              <a:gd name="connsiteY506" fmla="*/ 1673590 h 1745962"/>
              <a:gd name="connsiteX507" fmla="*/ 938259 w 1637567"/>
              <a:gd name="connsiteY507" fmla="*/ 1674630 h 1745962"/>
              <a:gd name="connsiteX508" fmla="*/ 939690 w 1637567"/>
              <a:gd name="connsiteY508" fmla="*/ 1675153 h 1745962"/>
              <a:gd name="connsiteX509" fmla="*/ 942621 w 1637567"/>
              <a:gd name="connsiteY509" fmla="*/ 1676193 h 1745962"/>
              <a:gd name="connsiteX510" fmla="*/ 944091 w 1637567"/>
              <a:gd name="connsiteY510" fmla="*/ 1676678 h 1745962"/>
              <a:gd name="connsiteX511" fmla="*/ 945529 w 1637567"/>
              <a:gd name="connsiteY511" fmla="*/ 1677194 h 1745962"/>
              <a:gd name="connsiteX512" fmla="*/ 946991 w 1637567"/>
              <a:gd name="connsiteY512" fmla="*/ 1677686 h 1745962"/>
              <a:gd name="connsiteX513" fmla="*/ 948461 w 1637567"/>
              <a:gd name="connsiteY513" fmla="*/ 1678202 h 1745962"/>
              <a:gd name="connsiteX514" fmla="*/ 949891 w 1637567"/>
              <a:gd name="connsiteY514" fmla="*/ 1678695 h 1745962"/>
              <a:gd name="connsiteX515" fmla="*/ 954292 w 1637567"/>
              <a:gd name="connsiteY515" fmla="*/ 1680156 h 1745962"/>
              <a:gd name="connsiteX516" fmla="*/ 955723 w 1637567"/>
              <a:gd name="connsiteY516" fmla="*/ 1680618 h 1745962"/>
              <a:gd name="connsiteX517" fmla="*/ 958654 w 1637567"/>
              <a:gd name="connsiteY517" fmla="*/ 1681595 h 1745962"/>
              <a:gd name="connsiteX518" fmla="*/ 960093 w 1637567"/>
              <a:gd name="connsiteY518" fmla="*/ 1682056 h 1745962"/>
              <a:gd name="connsiteX519" fmla="*/ 961555 w 1637567"/>
              <a:gd name="connsiteY519" fmla="*/ 1682541 h 1745962"/>
              <a:gd name="connsiteX520" fmla="*/ 964486 w 1637567"/>
              <a:gd name="connsiteY520" fmla="*/ 1683455 h 1745962"/>
              <a:gd name="connsiteX521" fmla="*/ 965925 w 1637567"/>
              <a:gd name="connsiteY521" fmla="*/ 1683916 h 1745962"/>
              <a:gd name="connsiteX522" fmla="*/ 968856 w 1637567"/>
              <a:gd name="connsiteY522" fmla="*/ 1684831 h 1745962"/>
              <a:gd name="connsiteX523" fmla="*/ 970294 w 1637567"/>
              <a:gd name="connsiteY523" fmla="*/ 1685292 h 1745962"/>
              <a:gd name="connsiteX524" fmla="*/ 971756 w 1637567"/>
              <a:gd name="connsiteY524" fmla="*/ 1685746 h 1745962"/>
              <a:gd name="connsiteX525" fmla="*/ 973218 w 1637567"/>
              <a:gd name="connsiteY525" fmla="*/ 1686176 h 1745962"/>
              <a:gd name="connsiteX526" fmla="*/ 974688 w 1637567"/>
              <a:gd name="connsiteY526" fmla="*/ 1686629 h 1745962"/>
              <a:gd name="connsiteX527" fmla="*/ 976126 w 1637567"/>
              <a:gd name="connsiteY527" fmla="*/ 1687059 h 1745962"/>
              <a:gd name="connsiteX528" fmla="*/ 977588 w 1637567"/>
              <a:gd name="connsiteY528" fmla="*/ 1687489 h 1745962"/>
              <a:gd name="connsiteX529" fmla="*/ 979058 w 1637567"/>
              <a:gd name="connsiteY529" fmla="*/ 1687942 h 1745962"/>
              <a:gd name="connsiteX530" fmla="*/ 980488 w 1637567"/>
              <a:gd name="connsiteY530" fmla="*/ 1688372 h 1745962"/>
              <a:gd name="connsiteX531" fmla="*/ 984889 w 1637567"/>
              <a:gd name="connsiteY531" fmla="*/ 1689654 h 1745962"/>
              <a:gd name="connsiteX532" fmla="*/ 986319 w 1637567"/>
              <a:gd name="connsiteY532" fmla="*/ 1690053 h 1745962"/>
              <a:gd name="connsiteX533" fmla="*/ 989251 w 1637567"/>
              <a:gd name="connsiteY533" fmla="*/ 1690905 h 1745962"/>
              <a:gd name="connsiteX534" fmla="*/ 990689 w 1637567"/>
              <a:gd name="connsiteY534" fmla="*/ 1691304 h 1745962"/>
              <a:gd name="connsiteX535" fmla="*/ 992151 w 1637567"/>
              <a:gd name="connsiteY535" fmla="*/ 1691734 h 1745962"/>
              <a:gd name="connsiteX536" fmla="*/ 995083 w 1637567"/>
              <a:gd name="connsiteY536" fmla="*/ 1692523 h 1745962"/>
              <a:gd name="connsiteX537" fmla="*/ 996521 w 1637567"/>
              <a:gd name="connsiteY537" fmla="*/ 1692922 h 1745962"/>
              <a:gd name="connsiteX538" fmla="*/ 999453 w 1637567"/>
              <a:gd name="connsiteY538" fmla="*/ 1693719 h 1745962"/>
              <a:gd name="connsiteX539" fmla="*/ 1000891 w 1637567"/>
              <a:gd name="connsiteY539" fmla="*/ 1694118 h 1745962"/>
              <a:gd name="connsiteX540" fmla="*/ 1003822 w 1637567"/>
              <a:gd name="connsiteY540" fmla="*/ 1694908 h 1745962"/>
              <a:gd name="connsiteX541" fmla="*/ 1005253 w 1637567"/>
              <a:gd name="connsiteY541" fmla="*/ 1695275 h 1745962"/>
              <a:gd name="connsiteX542" fmla="*/ 1006723 w 1637567"/>
              <a:gd name="connsiteY542" fmla="*/ 1695674 h 1745962"/>
              <a:gd name="connsiteX543" fmla="*/ 1008184 w 1637567"/>
              <a:gd name="connsiteY543" fmla="*/ 1696041 h 1745962"/>
              <a:gd name="connsiteX544" fmla="*/ 1009654 w 1637567"/>
              <a:gd name="connsiteY544" fmla="*/ 1696432 h 1745962"/>
              <a:gd name="connsiteX545" fmla="*/ 1011085 w 1637567"/>
              <a:gd name="connsiteY545" fmla="*/ 1696799 h 1745962"/>
              <a:gd name="connsiteX546" fmla="*/ 1014016 w 1637567"/>
              <a:gd name="connsiteY546" fmla="*/ 1697534 h 1745962"/>
              <a:gd name="connsiteX547" fmla="*/ 1015455 w 1637567"/>
              <a:gd name="connsiteY547" fmla="*/ 1697933 h 1745962"/>
              <a:gd name="connsiteX548" fmla="*/ 1016916 w 1637567"/>
              <a:gd name="connsiteY548" fmla="*/ 1698300 h 1745962"/>
              <a:gd name="connsiteX549" fmla="*/ 1018386 w 1637567"/>
              <a:gd name="connsiteY549" fmla="*/ 1698636 h 1745962"/>
              <a:gd name="connsiteX550" fmla="*/ 1019848 w 1637567"/>
              <a:gd name="connsiteY550" fmla="*/ 1698996 h 1745962"/>
              <a:gd name="connsiteX551" fmla="*/ 1021286 w 1637567"/>
              <a:gd name="connsiteY551" fmla="*/ 1699363 h 1745962"/>
              <a:gd name="connsiteX552" fmla="*/ 1022748 w 1637567"/>
              <a:gd name="connsiteY552" fmla="*/ 1699731 h 1745962"/>
              <a:gd name="connsiteX553" fmla="*/ 1024218 w 1637567"/>
              <a:gd name="connsiteY553" fmla="*/ 1700067 h 1745962"/>
              <a:gd name="connsiteX554" fmla="*/ 1025656 w 1637567"/>
              <a:gd name="connsiteY554" fmla="*/ 1700434 h 1745962"/>
              <a:gd name="connsiteX555" fmla="*/ 1027118 w 1637567"/>
              <a:gd name="connsiteY555" fmla="*/ 1700771 h 1745962"/>
              <a:gd name="connsiteX556" fmla="*/ 1028588 w 1637567"/>
              <a:gd name="connsiteY556" fmla="*/ 1701138 h 1745962"/>
              <a:gd name="connsiteX557" fmla="*/ 1030049 w 1637567"/>
              <a:gd name="connsiteY557" fmla="*/ 1701474 h 1745962"/>
              <a:gd name="connsiteX558" fmla="*/ 1031488 w 1637567"/>
              <a:gd name="connsiteY558" fmla="*/ 1701810 h 1745962"/>
              <a:gd name="connsiteX559" fmla="*/ 1034419 w 1637567"/>
              <a:gd name="connsiteY559" fmla="*/ 1702482 h 1745962"/>
              <a:gd name="connsiteX560" fmla="*/ 1035850 w 1637567"/>
              <a:gd name="connsiteY560" fmla="*/ 1702819 h 1745962"/>
              <a:gd name="connsiteX561" fmla="*/ 1040251 w 1637567"/>
              <a:gd name="connsiteY561" fmla="*/ 1703827 h 1745962"/>
              <a:gd name="connsiteX562" fmla="*/ 1041682 w 1637567"/>
              <a:gd name="connsiteY562" fmla="*/ 1704132 h 1745962"/>
              <a:gd name="connsiteX563" fmla="*/ 1043151 w 1637567"/>
              <a:gd name="connsiteY563" fmla="*/ 1704468 h 1745962"/>
              <a:gd name="connsiteX564" fmla="*/ 1044613 w 1637567"/>
              <a:gd name="connsiteY564" fmla="*/ 1704773 h 1745962"/>
              <a:gd name="connsiteX565" fmla="*/ 1046052 w 1637567"/>
              <a:gd name="connsiteY565" fmla="*/ 1705109 h 1745962"/>
              <a:gd name="connsiteX566" fmla="*/ 1047513 w 1637567"/>
              <a:gd name="connsiteY566" fmla="*/ 1705414 h 1745962"/>
              <a:gd name="connsiteX567" fmla="*/ 1048983 w 1637567"/>
              <a:gd name="connsiteY567" fmla="*/ 1705750 h 1745962"/>
              <a:gd name="connsiteX568" fmla="*/ 1050445 w 1637567"/>
              <a:gd name="connsiteY568" fmla="*/ 1706055 h 1745962"/>
              <a:gd name="connsiteX569" fmla="*/ 1051883 w 1637567"/>
              <a:gd name="connsiteY569" fmla="*/ 1706360 h 1745962"/>
              <a:gd name="connsiteX570" fmla="*/ 1054815 w 1637567"/>
              <a:gd name="connsiteY570" fmla="*/ 1706970 h 1745962"/>
              <a:gd name="connsiteX571" fmla="*/ 1056253 w 1637567"/>
              <a:gd name="connsiteY571" fmla="*/ 1707274 h 1745962"/>
              <a:gd name="connsiteX572" fmla="*/ 1060646 w 1637567"/>
              <a:gd name="connsiteY572" fmla="*/ 1708189 h 1745962"/>
              <a:gd name="connsiteX573" fmla="*/ 1062085 w 1637567"/>
              <a:gd name="connsiteY573" fmla="*/ 1708463 h 1745962"/>
              <a:gd name="connsiteX574" fmla="*/ 1065016 w 1637567"/>
              <a:gd name="connsiteY574" fmla="*/ 1709080 h 1745962"/>
              <a:gd name="connsiteX575" fmla="*/ 1066446 w 1637567"/>
              <a:gd name="connsiteY575" fmla="*/ 1709354 h 1745962"/>
              <a:gd name="connsiteX576" fmla="*/ 1067916 w 1637567"/>
              <a:gd name="connsiteY576" fmla="*/ 1709659 h 1745962"/>
              <a:gd name="connsiteX577" fmla="*/ 1069378 w 1637567"/>
              <a:gd name="connsiteY577" fmla="*/ 1709932 h 1745962"/>
              <a:gd name="connsiteX578" fmla="*/ 1070816 w 1637567"/>
              <a:gd name="connsiteY578" fmla="*/ 1710206 h 1745962"/>
              <a:gd name="connsiteX579" fmla="*/ 1072278 w 1637567"/>
              <a:gd name="connsiteY579" fmla="*/ 1710480 h 1745962"/>
              <a:gd name="connsiteX580" fmla="*/ 1073748 w 1637567"/>
              <a:gd name="connsiteY580" fmla="*/ 1710784 h 1745962"/>
              <a:gd name="connsiteX581" fmla="*/ 1075210 w 1637567"/>
              <a:gd name="connsiteY581" fmla="*/ 1711058 h 1745962"/>
              <a:gd name="connsiteX582" fmla="*/ 1076648 w 1637567"/>
              <a:gd name="connsiteY582" fmla="*/ 1711339 h 1745962"/>
              <a:gd name="connsiteX583" fmla="*/ 1079580 w 1637567"/>
              <a:gd name="connsiteY583" fmla="*/ 1711887 h 1745962"/>
              <a:gd name="connsiteX584" fmla="*/ 1081018 w 1637567"/>
              <a:gd name="connsiteY584" fmla="*/ 1712129 h 1745962"/>
              <a:gd name="connsiteX585" fmla="*/ 1085411 w 1637567"/>
              <a:gd name="connsiteY585" fmla="*/ 1712958 h 1745962"/>
              <a:gd name="connsiteX586" fmla="*/ 1086850 w 1637567"/>
              <a:gd name="connsiteY586" fmla="*/ 1713200 h 1745962"/>
              <a:gd name="connsiteX587" fmla="*/ 1088311 w 1637567"/>
              <a:gd name="connsiteY587" fmla="*/ 1713474 h 1745962"/>
              <a:gd name="connsiteX588" fmla="*/ 1089781 w 1637567"/>
              <a:gd name="connsiteY588" fmla="*/ 1713716 h 1745962"/>
              <a:gd name="connsiteX589" fmla="*/ 1091212 w 1637567"/>
              <a:gd name="connsiteY589" fmla="*/ 1713990 h 1745962"/>
              <a:gd name="connsiteX590" fmla="*/ 1094143 w 1637567"/>
              <a:gd name="connsiteY590" fmla="*/ 1714482 h 1745962"/>
              <a:gd name="connsiteX591" fmla="*/ 1095613 w 1637567"/>
              <a:gd name="connsiteY591" fmla="*/ 1714756 h 1745962"/>
              <a:gd name="connsiteX592" fmla="*/ 1097043 w 1637567"/>
              <a:gd name="connsiteY592" fmla="*/ 1714998 h 1745962"/>
              <a:gd name="connsiteX593" fmla="*/ 1099975 w 1637567"/>
              <a:gd name="connsiteY593" fmla="*/ 1715490 h 1745962"/>
              <a:gd name="connsiteX594" fmla="*/ 1101413 w 1637567"/>
              <a:gd name="connsiteY594" fmla="*/ 1715733 h 1745962"/>
              <a:gd name="connsiteX595" fmla="*/ 1105807 w 1637567"/>
              <a:gd name="connsiteY595" fmla="*/ 1716468 h 1745962"/>
              <a:gd name="connsiteX596" fmla="*/ 1107245 w 1637567"/>
              <a:gd name="connsiteY596" fmla="*/ 1716679 h 1745962"/>
              <a:gd name="connsiteX597" fmla="*/ 1110176 w 1637567"/>
              <a:gd name="connsiteY597" fmla="*/ 1717171 h 1745962"/>
              <a:gd name="connsiteX598" fmla="*/ 1111615 w 1637567"/>
              <a:gd name="connsiteY598" fmla="*/ 1717382 h 1745962"/>
              <a:gd name="connsiteX599" fmla="*/ 1113077 w 1637567"/>
              <a:gd name="connsiteY599" fmla="*/ 1717625 h 1745962"/>
              <a:gd name="connsiteX600" fmla="*/ 1114546 w 1637567"/>
              <a:gd name="connsiteY600" fmla="*/ 1717843 h 1745962"/>
              <a:gd name="connsiteX601" fmla="*/ 1116008 w 1637567"/>
              <a:gd name="connsiteY601" fmla="*/ 1718086 h 1745962"/>
              <a:gd name="connsiteX602" fmla="*/ 1117447 w 1637567"/>
              <a:gd name="connsiteY602" fmla="*/ 1718297 h 1745962"/>
              <a:gd name="connsiteX603" fmla="*/ 1118908 w 1637567"/>
              <a:gd name="connsiteY603" fmla="*/ 1718539 h 1745962"/>
              <a:gd name="connsiteX604" fmla="*/ 1120378 w 1637567"/>
              <a:gd name="connsiteY604" fmla="*/ 1718758 h 1745962"/>
              <a:gd name="connsiteX605" fmla="*/ 1121809 w 1637567"/>
              <a:gd name="connsiteY605" fmla="*/ 1718969 h 1745962"/>
              <a:gd name="connsiteX606" fmla="*/ 1123278 w 1637567"/>
              <a:gd name="connsiteY606" fmla="*/ 1719188 h 1745962"/>
              <a:gd name="connsiteX607" fmla="*/ 1124740 w 1637567"/>
              <a:gd name="connsiteY607" fmla="*/ 1719430 h 1745962"/>
              <a:gd name="connsiteX608" fmla="*/ 1126179 w 1637567"/>
              <a:gd name="connsiteY608" fmla="*/ 1719641 h 1745962"/>
              <a:gd name="connsiteX609" fmla="*/ 1130571 w 1637567"/>
              <a:gd name="connsiteY609" fmla="*/ 1720282 h 1745962"/>
              <a:gd name="connsiteX610" fmla="*/ 1132010 w 1637567"/>
              <a:gd name="connsiteY610" fmla="*/ 1720470 h 1745962"/>
              <a:gd name="connsiteX611" fmla="*/ 1134941 w 1637567"/>
              <a:gd name="connsiteY611" fmla="*/ 1720892 h 1745962"/>
              <a:gd name="connsiteX612" fmla="*/ 1136380 w 1637567"/>
              <a:gd name="connsiteY612" fmla="*/ 1721111 h 1745962"/>
              <a:gd name="connsiteX613" fmla="*/ 1137841 w 1637567"/>
              <a:gd name="connsiteY613" fmla="*/ 1721291 h 1745962"/>
              <a:gd name="connsiteX614" fmla="*/ 1140773 w 1637567"/>
              <a:gd name="connsiteY614" fmla="*/ 1721721 h 1745962"/>
              <a:gd name="connsiteX615" fmla="*/ 1142211 w 1637567"/>
              <a:gd name="connsiteY615" fmla="*/ 1721901 h 1745962"/>
              <a:gd name="connsiteX616" fmla="*/ 1143673 w 1637567"/>
              <a:gd name="connsiteY616" fmla="*/ 1722119 h 1745962"/>
              <a:gd name="connsiteX617" fmla="*/ 1145143 w 1637567"/>
              <a:gd name="connsiteY617" fmla="*/ 1722299 h 1745962"/>
              <a:gd name="connsiteX618" fmla="*/ 1146573 w 1637567"/>
              <a:gd name="connsiteY618" fmla="*/ 1722510 h 1745962"/>
              <a:gd name="connsiteX619" fmla="*/ 1150975 w 1637567"/>
              <a:gd name="connsiteY619" fmla="*/ 1723065 h 1745962"/>
              <a:gd name="connsiteX620" fmla="*/ 1152405 w 1637567"/>
              <a:gd name="connsiteY620" fmla="*/ 1723276 h 1745962"/>
              <a:gd name="connsiteX621" fmla="*/ 1155337 w 1637567"/>
              <a:gd name="connsiteY621" fmla="*/ 1723644 h 1745962"/>
              <a:gd name="connsiteX622" fmla="*/ 1156775 w 1637567"/>
              <a:gd name="connsiteY622" fmla="*/ 1723824 h 1745962"/>
              <a:gd name="connsiteX623" fmla="*/ 1161168 w 1637567"/>
              <a:gd name="connsiteY623" fmla="*/ 1724379 h 1745962"/>
              <a:gd name="connsiteX624" fmla="*/ 1162607 w 1637567"/>
              <a:gd name="connsiteY624" fmla="*/ 1724558 h 1745962"/>
              <a:gd name="connsiteX625" fmla="*/ 1164076 w 1637567"/>
              <a:gd name="connsiteY625" fmla="*/ 1724738 h 1745962"/>
              <a:gd name="connsiteX626" fmla="*/ 1165538 w 1637567"/>
              <a:gd name="connsiteY626" fmla="*/ 1724895 h 1745962"/>
              <a:gd name="connsiteX627" fmla="*/ 1166977 w 1637567"/>
              <a:gd name="connsiteY627" fmla="*/ 1725074 h 1745962"/>
              <a:gd name="connsiteX628" fmla="*/ 1168438 w 1637567"/>
              <a:gd name="connsiteY628" fmla="*/ 1725262 h 1745962"/>
              <a:gd name="connsiteX629" fmla="*/ 1169908 w 1637567"/>
              <a:gd name="connsiteY629" fmla="*/ 1725411 h 1745962"/>
              <a:gd name="connsiteX630" fmla="*/ 1171370 w 1637567"/>
              <a:gd name="connsiteY630" fmla="*/ 1725598 h 1745962"/>
              <a:gd name="connsiteX631" fmla="*/ 1172808 w 1637567"/>
              <a:gd name="connsiteY631" fmla="*/ 1725778 h 1745962"/>
              <a:gd name="connsiteX632" fmla="*/ 1174270 w 1637567"/>
              <a:gd name="connsiteY632" fmla="*/ 1725934 h 1745962"/>
              <a:gd name="connsiteX633" fmla="*/ 1175740 w 1637567"/>
              <a:gd name="connsiteY633" fmla="*/ 1726114 h 1745962"/>
              <a:gd name="connsiteX634" fmla="*/ 1177170 w 1637567"/>
              <a:gd name="connsiteY634" fmla="*/ 1726270 h 1745962"/>
              <a:gd name="connsiteX635" fmla="*/ 1178640 w 1637567"/>
              <a:gd name="connsiteY635" fmla="*/ 1726450 h 1745962"/>
              <a:gd name="connsiteX636" fmla="*/ 1181572 w 1637567"/>
              <a:gd name="connsiteY636" fmla="*/ 1726755 h 1745962"/>
              <a:gd name="connsiteX637" fmla="*/ 1183002 w 1637567"/>
              <a:gd name="connsiteY637" fmla="*/ 1726943 h 1745962"/>
              <a:gd name="connsiteX638" fmla="*/ 1185934 w 1637567"/>
              <a:gd name="connsiteY638" fmla="*/ 1727248 h 1745962"/>
              <a:gd name="connsiteX639" fmla="*/ 1187372 w 1637567"/>
              <a:gd name="connsiteY639" fmla="*/ 1727396 h 1745962"/>
              <a:gd name="connsiteX640" fmla="*/ 1188842 w 1637567"/>
              <a:gd name="connsiteY640" fmla="*/ 1727552 h 1745962"/>
              <a:gd name="connsiteX641" fmla="*/ 1190303 w 1637567"/>
              <a:gd name="connsiteY641" fmla="*/ 1727732 h 1745962"/>
              <a:gd name="connsiteX642" fmla="*/ 1191742 w 1637567"/>
              <a:gd name="connsiteY642" fmla="*/ 1727889 h 1745962"/>
              <a:gd name="connsiteX643" fmla="*/ 1194673 w 1637567"/>
              <a:gd name="connsiteY643" fmla="*/ 1728193 h 1745962"/>
              <a:gd name="connsiteX644" fmla="*/ 1196135 w 1637567"/>
              <a:gd name="connsiteY644" fmla="*/ 1728311 h 1745962"/>
              <a:gd name="connsiteX645" fmla="*/ 1197574 w 1637567"/>
              <a:gd name="connsiteY645" fmla="*/ 1728467 h 1745962"/>
              <a:gd name="connsiteX646" fmla="*/ 1200505 w 1637567"/>
              <a:gd name="connsiteY646" fmla="*/ 1728772 h 1745962"/>
              <a:gd name="connsiteX647" fmla="*/ 1201935 w 1637567"/>
              <a:gd name="connsiteY647" fmla="*/ 1728928 h 1745962"/>
              <a:gd name="connsiteX648" fmla="*/ 1203405 w 1637567"/>
              <a:gd name="connsiteY648" fmla="*/ 1729077 h 1745962"/>
              <a:gd name="connsiteX649" fmla="*/ 1204867 w 1637567"/>
              <a:gd name="connsiteY649" fmla="*/ 1729202 h 1745962"/>
              <a:gd name="connsiteX650" fmla="*/ 1206337 w 1637567"/>
              <a:gd name="connsiteY650" fmla="*/ 1729350 h 1745962"/>
              <a:gd name="connsiteX651" fmla="*/ 1207767 w 1637567"/>
              <a:gd name="connsiteY651" fmla="*/ 1729507 h 1745962"/>
              <a:gd name="connsiteX652" fmla="*/ 1209237 w 1637567"/>
              <a:gd name="connsiteY652" fmla="*/ 1729624 h 1745962"/>
              <a:gd name="connsiteX653" fmla="*/ 1210698 w 1637567"/>
              <a:gd name="connsiteY653" fmla="*/ 1729780 h 1745962"/>
              <a:gd name="connsiteX654" fmla="*/ 1212137 w 1637567"/>
              <a:gd name="connsiteY654" fmla="*/ 1729905 h 1745962"/>
              <a:gd name="connsiteX655" fmla="*/ 1213599 w 1637567"/>
              <a:gd name="connsiteY655" fmla="*/ 1730054 h 1745962"/>
              <a:gd name="connsiteX656" fmla="*/ 1215068 w 1637567"/>
              <a:gd name="connsiteY656" fmla="*/ 1730179 h 1745962"/>
              <a:gd name="connsiteX657" fmla="*/ 1216538 w 1637567"/>
              <a:gd name="connsiteY657" fmla="*/ 1730328 h 1745962"/>
              <a:gd name="connsiteX658" fmla="*/ 1217968 w 1637567"/>
              <a:gd name="connsiteY658" fmla="*/ 1730453 h 1745962"/>
              <a:gd name="connsiteX659" fmla="*/ 1219438 w 1637567"/>
              <a:gd name="connsiteY659" fmla="*/ 1730601 h 1745962"/>
              <a:gd name="connsiteX660" fmla="*/ 1220900 w 1637567"/>
              <a:gd name="connsiteY660" fmla="*/ 1730726 h 1745962"/>
              <a:gd name="connsiteX661" fmla="*/ 1222338 w 1637567"/>
              <a:gd name="connsiteY661" fmla="*/ 1730851 h 1745962"/>
              <a:gd name="connsiteX662" fmla="*/ 1223800 w 1637567"/>
              <a:gd name="connsiteY662" fmla="*/ 1730969 h 1745962"/>
              <a:gd name="connsiteX663" fmla="*/ 1225270 w 1637567"/>
              <a:gd name="connsiteY663" fmla="*/ 1731125 h 1745962"/>
              <a:gd name="connsiteX664" fmla="*/ 1226732 w 1637567"/>
              <a:gd name="connsiteY664" fmla="*/ 1731250 h 1745962"/>
              <a:gd name="connsiteX665" fmla="*/ 1228170 w 1637567"/>
              <a:gd name="connsiteY665" fmla="*/ 1731367 h 1745962"/>
              <a:gd name="connsiteX666" fmla="*/ 1231102 w 1637567"/>
              <a:gd name="connsiteY666" fmla="*/ 1731610 h 1745962"/>
              <a:gd name="connsiteX667" fmla="*/ 1232532 w 1637567"/>
              <a:gd name="connsiteY667" fmla="*/ 1731735 h 1745962"/>
              <a:gd name="connsiteX668" fmla="*/ 1236933 w 1637567"/>
              <a:gd name="connsiteY668" fmla="*/ 1732102 h 1745962"/>
              <a:gd name="connsiteX669" fmla="*/ 1238364 w 1637567"/>
              <a:gd name="connsiteY669" fmla="*/ 1732219 h 1745962"/>
              <a:gd name="connsiteX670" fmla="*/ 1241295 w 1637567"/>
              <a:gd name="connsiteY670" fmla="*/ 1732469 h 1745962"/>
              <a:gd name="connsiteX671" fmla="*/ 1242734 w 1637567"/>
              <a:gd name="connsiteY671" fmla="*/ 1732587 h 1745962"/>
              <a:gd name="connsiteX672" fmla="*/ 1245665 w 1637567"/>
              <a:gd name="connsiteY672" fmla="*/ 1732837 h 1745962"/>
              <a:gd name="connsiteX673" fmla="*/ 1247135 w 1637567"/>
              <a:gd name="connsiteY673" fmla="*/ 1732923 h 1745962"/>
              <a:gd name="connsiteX674" fmla="*/ 1248565 w 1637567"/>
              <a:gd name="connsiteY674" fmla="*/ 1733048 h 1745962"/>
              <a:gd name="connsiteX675" fmla="*/ 1250035 w 1637567"/>
              <a:gd name="connsiteY675" fmla="*/ 1733173 h 1745962"/>
              <a:gd name="connsiteX676" fmla="*/ 1251497 w 1637567"/>
              <a:gd name="connsiteY676" fmla="*/ 1733259 h 1745962"/>
              <a:gd name="connsiteX677" fmla="*/ 1252935 w 1637567"/>
              <a:gd name="connsiteY677" fmla="*/ 1733384 h 1745962"/>
              <a:gd name="connsiteX678" fmla="*/ 1254397 w 1637567"/>
              <a:gd name="connsiteY678" fmla="*/ 1733509 h 1745962"/>
              <a:gd name="connsiteX679" fmla="*/ 1255867 w 1637567"/>
              <a:gd name="connsiteY679" fmla="*/ 1733595 h 1745962"/>
              <a:gd name="connsiteX680" fmla="*/ 1257297 w 1637567"/>
              <a:gd name="connsiteY680" fmla="*/ 1733720 h 1745962"/>
              <a:gd name="connsiteX681" fmla="*/ 1258767 w 1637567"/>
              <a:gd name="connsiteY681" fmla="*/ 1733814 h 1745962"/>
              <a:gd name="connsiteX682" fmla="*/ 1260229 w 1637567"/>
              <a:gd name="connsiteY682" fmla="*/ 1733931 h 1745962"/>
              <a:gd name="connsiteX683" fmla="*/ 1261699 w 1637567"/>
              <a:gd name="connsiteY683" fmla="*/ 1734025 h 1745962"/>
              <a:gd name="connsiteX684" fmla="*/ 1263129 w 1637567"/>
              <a:gd name="connsiteY684" fmla="*/ 1734150 h 1745962"/>
              <a:gd name="connsiteX685" fmla="*/ 1264599 w 1637567"/>
              <a:gd name="connsiteY685" fmla="*/ 1734236 h 1745962"/>
              <a:gd name="connsiteX686" fmla="*/ 1266061 w 1637567"/>
              <a:gd name="connsiteY686" fmla="*/ 1734361 h 1745962"/>
              <a:gd name="connsiteX687" fmla="*/ 1267499 w 1637567"/>
              <a:gd name="connsiteY687" fmla="*/ 1734455 h 1745962"/>
              <a:gd name="connsiteX688" fmla="*/ 1268969 w 1637567"/>
              <a:gd name="connsiteY688" fmla="*/ 1734541 h 1745962"/>
              <a:gd name="connsiteX689" fmla="*/ 1270430 w 1637567"/>
              <a:gd name="connsiteY689" fmla="*/ 1734666 h 1745962"/>
              <a:gd name="connsiteX690" fmla="*/ 1271900 w 1637567"/>
              <a:gd name="connsiteY690" fmla="*/ 1734760 h 1745962"/>
              <a:gd name="connsiteX691" fmla="*/ 1273331 w 1637567"/>
              <a:gd name="connsiteY691" fmla="*/ 1734846 h 1745962"/>
              <a:gd name="connsiteX692" fmla="*/ 1276262 w 1637567"/>
              <a:gd name="connsiteY692" fmla="*/ 1735034 h 1745962"/>
              <a:gd name="connsiteX693" fmla="*/ 1277701 w 1637567"/>
              <a:gd name="connsiteY693" fmla="*/ 1735159 h 1745962"/>
              <a:gd name="connsiteX694" fmla="*/ 1282093 w 1637567"/>
              <a:gd name="connsiteY694" fmla="*/ 1735432 h 1745962"/>
              <a:gd name="connsiteX695" fmla="*/ 1283532 w 1637567"/>
              <a:gd name="connsiteY695" fmla="*/ 1735518 h 1745962"/>
              <a:gd name="connsiteX696" fmla="*/ 1286463 w 1637567"/>
              <a:gd name="connsiteY696" fmla="*/ 1735706 h 1745962"/>
              <a:gd name="connsiteX697" fmla="*/ 1287894 w 1637567"/>
              <a:gd name="connsiteY697" fmla="*/ 1735800 h 1745962"/>
              <a:gd name="connsiteX698" fmla="*/ 1292295 w 1637567"/>
              <a:gd name="connsiteY698" fmla="*/ 1736073 h 1745962"/>
              <a:gd name="connsiteX699" fmla="*/ 1293726 w 1637567"/>
              <a:gd name="connsiteY699" fmla="*/ 1736159 h 1745962"/>
              <a:gd name="connsiteX700" fmla="*/ 1296665 w 1637567"/>
              <a:gd name="connsiteY700" fmla="*/ 1736347 h 1745962"/>
              <a:gd name="connsiteX701" fmla="*/ 1298095 w 1637567"/>
              <a:gd name="connsiteY701" fmla="*/ 1736409 h 1745962"/>
              <a:gd name="connsiteX702" fmla="*/ 1302497 w 1637567"/>
              <a:gd name="connsiteY702" fmla="*/ 1736683 h 1745962"/>
              <a:gd name="connsiteX703" fmla="*/ 1303927 w 1637567"/>
              <a:gd name="connsiteY703" fmla="*/ 1736777 h 1745962"/>
              <a:gd name="connsiteX704" fmla="*/ 1305397 w 1637567"/>
              <a:gd name="connsiteY704" fmla="*/ 1736832 h 1745962"/>
              <a:gd name="connsiteX705" fmla="*/ 1306859 w 1637567"/>
              <a:gd name="connsiteY705" fmla="*/ 1736925 h 1745962"/>
              <a:gd name="connsiteX706" fmla="*/ 1308297 w 1637567"/>
              <a:gd name="connsiteY706" fmla="*/ 1737019 h 1745962"/>
              <a:gd name="connsiteX707" fmla="*/ 1309759 w 1637567"/>
              <a:gd name="connsiteY707" fmla="*/ 1737082 h 1745962"/>
              <a:gd name="connsiteX708" fmla="*/ 1311229 w 1637567"/>
              <a:gd name="connsiteY708" fmla="*/ 1737168 h 1745962"/>
              <a:gd name="connsiteX709" fmla="*/ 1312659 w 1637567"/>
              <a:gd name="connsiteY709" fmla="*/ 1737261 h 1745962"/>
              <a:gd name="connsiteX710" fmla="*/ 1314129 w 1637567"/>
              <a:gd name="connsiteY710" fmla="*/ 1737324 h 1745962"/>
              <a:gd name="connsiteX711" fmla="*/ 1315591 w 1637567"/>
              <a:gd name="connsiteY711" fmla="*/ 1737418 h 1745962"/>
              <a:gd name="connsiteX712" fmla="*/ 1317060 w 1637567"/>
              <a:gd name="connsiteY712" fmla="*/ 1737473 h 1745962"/>
              <a:gd name="connsiteX713" fmla="*/ 1318491 w 1637567"/>
              <a:gd name="connsiteY713" fmla="*/ 1737566 h 1745962"/>
              <a:gd name="connsiteX714" fmla="*/ 1319961 w 1637567"/>
              <a:gd name="connsiteY714" fmla="*/ 1737629 h 1745962"/>
              <a:gd name="connsiteX715" fmla="*/ 1321422 w 1637567"/>
              <a:gd name="connsiteY715" fmla="*/ 1737723 h 1745962"/>
              <a:gd name="connsiteX716" fmla="*/ 1322861 w 1637567"/>
              <a:gd name="connsiteY716" fmla="*/ 1737778 h 1745962"/>
              <a:gd name="connsiteX717" fmla="*/ 1324330 w 1637567"/>
              <a:gd name="connsiteY717" fmla="*/ 1737871 h 1745962"/>
              <a:gd name="connsiteX718" fmla="*/ 1327262 w 1637567"/>
              <a:gd name="connsiteY718" fmla="*/ 1737996 h 1745962"/>
              <a:gd name="connsiteX719" fmla="*/ 1328692 w 1637567"/>
              <a:gd name="connsiteY719" fmla="*/ 1738082 h 1745962"/>
              <a:gd name="connsiteX720" fmla="*/ 1330162 w 1637567"/>
              <a:gd name="connsiteY720" fmla="*/ 1738145 h 1745962"/>
              <a:gd name="connsiteX721" fmla="*/ 1331624 w 1637567"/>
              <a:gd name="connsiteY721" fmla="*/ 1738239 h 1745962"/>
              <a:gd name="connsiteX722" fmla="*/ 1333062 w 1637567"/>
              <a:gd name="connsiteY722" fmla="*/ 1738301 h 1745962"/>
              <a:gd name="connsiteX723" fmla="*/ 1335994 w 1637567"/>
              <a:gd name="connsiteY723" fmla="*/ 1738419 h 1745962"/>
              <a:gd name="connsiteX724" fmla="*/ 1337456 w 1637567"/>
              <a:gd name="connsiteY724" fmla="*/ 1738512 h 1745962"/>
              <a:gd name="connsiteX725" fmla="*/ 1338894 w 1637567"/>
              <a:gd name="connsiteY725" fmla="*/ 1738575 h 1745962"/>
              <a:gd name="connsiteX726" fmla="*/ 1341826 w 1637567"/>
              <a:gd name="connsiteY726" fmla="*/ 1738700 h 1745962"/>
              <a:gd name="connsiteX727" fmla="*/ 1343256 w 1637567"/>
              <a:gd name="connsiteY727" fmla="*/ 1738786 h 1745962"/>
              <a:gd name="connsiteX728" fmla="*/ 1347657 w 1637567"/>
              <a:gd name="connsiteY728" fmla="*/ 1738973 h 1745962"/>
              <a:gd name="connsiteX729" fmla="*/ 1349096 w 1637567"/>
              <a:gd name="connsiteY729" fmla="*/ 1739036 h 1745962"/>
              <a:gd name="connsiteX730" fmla="*/ 1352027 w 1637567"/>
              <a:gd name="connsiteY730" fmla="*/ 1739153 h 1745962"/>
              <a:gd name="connsiteX731" fmla="*/ 1353457 w 1637567"/>
              <a:gd name="connsiteY731" fmla="*/ 1739216 h 1745962"/>
              <a:gd name="connsiteX732" fmla="*/ 1357858 w 1637567"/>
              <a:gd name="connsiteY732" fmla="*/ 1739396 h 1745962"/>
              <a:gd name="connsiteX733" fmla="*/ 1359289 w 1637567"/>
              <a:gd name="connsiteY733" fmla="*/ 1739458 h 1745962"/>
              <a:gd name="connsiteX734" fmla="*/ 1362220 w 1637567"/>
              <a:gd name="connsiteY734" fmla="*/ 1739583 h 1745962"/>
              <a:gd name="connsiteX735" fmla="*/ 1363659 w 1637567"/>
              <a:gd name="connsiteY735" fmla="*/ 1739646 h 1745962"/>
              <a:gd name="connsiteX736" fmla="*/ 1368052 w 1637567"/>
              <a:gd name="connsiteY736" fmla="*/ 1739826 h 1745962"/>
              <a:gd name="connsiteX737" fmla="*/ 1369491 w 1637567"/>
              <a:gd name="connsiteY737" fmla="*/ 1739888 h 1745962"/>
              <a:gd name="connsiteX738" fmla="*/ 1372422 w 1637567"/>
              <a:gd name="connsiteY738" fmla="*/ 1740013 h 1745962"/>
              <a:gd name="connsiteX739" fmla="*/ 1373853 w 1637567"/>
              <a:gd name="connsiteY739" fmla="*/ 1740037 h 1745962"/>
              <a:gd name="connsiteX740" fmla="*/ 1376792 w 1637567"/>
              <a:gd name="connsiteY740" fmla="*/ 1740162 h 1745962"/>
              <a:gd name="connsiteX741" fmla="*/ 1378222 w 1637567"/>
              <a:gd name="connsiteY741" fmla="*/ 1740224 h 1745962"/>
              <a:gd name="connsiteX742" fmla="*/ 1379692 w 1637567"/>
              <a:gd name="connsiteY742" fmla="*/ 1740287 h 1745962"/>
              <a:gd name="connsiteX743" fmla="*/ 1381154 w 1637567"/>
              <a:gd name="connsiteY743" fmla="*/ 1740318 h 1745962"/>
              <a:gd name="connsiteX744" fmla="*/ 1382624 w 1637567"/>
              <a:gd name="connsiteY744" fmla="*/ 1740373 h 1745962"/>
              <a:gd name="connsiteX745" fmla="*/ 1384054 w 1637567"/>
              <a:gd name="connsiteY745" fmla="*/ 1740435 h 1745962"/>
              <a:gd name="connsiteX746" fmla="*/ 1385524 w 1637567"/>
              <a:gd name="connsiteY746" fmla="*/ 1740467 h 1745962"/>
              <a:gd name="connsiteX747" fmla="*/ 1386986 w 1637567"/>
              <a:gd name="connsiteY747" fmla="*/ 1740529 h 1745962"/>
              <a:gd name="connsiteX748" fmla="*/ 1388424 w 1637567"/>
              <a:gd name="connsiteY748" fmla="*/ 1740592 h 1745962"/>
              <a:gd name="connsiteX749" fmla="*/ 1389886 w 1637567"/>
              <a:gd name="connsiteY749" fmla="*/ 1740623 h 1745962"/>
              <a:gd name="connsiteX750" fmla="*/ 1392817 w 1637567"/>
              <a:gd name="connsiteY750" fmla="*/ 1740740 h 1745962"/>
              <a:gd name="connsiteX751" fmla="*/ 1394256 w 1637567"/>
              <a:gd name="connsiteY751" fmla="*/ 1740771 h 1745962"/>
              <a:gd name="connsiteX752" fmla="*/ 1397187 w 1637567"/>
              <a:gd name="connsiteY752" fmla="*/ 1740896 h 1745962"/>
              <a:gd name="connsiteX753" fmla="*/ 1398618 w 1637567"/>
              <a:gd name="connsiteY753" fmla="*/ 1740928 h 1745962"/>
              <a:gd name="connsiteX754" fmla="*/ 1400088 w 1637567"/>
              <a:gd name="connsiteY754" fmla="*/ 1740990 h 1745962"/>
              <a:gd name="connsiteX755" fmla="*/ 1401549 w 1637567"/>
              <a:gd name="connsiteY755" fmla="*/ 1741021 h 1745962"/>
              <a:gd name="connsiteX756" fmla="*/ 1403019 w 1637567"/>
              <a:gd name="connsiteY756" fmla="*/ 1741076 h 1745962"/>
              <a:gd name="connsiteX757" fmla="*/ 1404457 w 1637567"/>
              <a:gd name="connsiteY757" fmla="*/ 1741108 h 1745962"/>
              <a:gd name="connsiteX758" fmla="*/ 1405919 w 1637567"/>
              <a:gd name="connsiteY758" fmla="*/ 1741170 h 1745962"/>
              <a:gd name="connsiteX759" fmla="*/ 1407389 w 1637567"/>
              <a:gd name="connsiteY759" fmla="*/ 1741201 h 1745962"/>
              <a:gd name="connsiteX760" fmla="*/ 1408819 w 1637567"/>
              <a:gd name="connsiteY760" fmla="*/ 1741264 h 1745962"/>
              <a:gd name="connsiteX761" fmla="*/ 1410289 w 1637567"/>
              <a:gd name="connsiteY761" fmla="*/ 1741295 h 1745962"/>
              <a:gd name="connsiteX762" fmla="*/ 1411751 w 1637567"/>
              <a:gd name="connsiteY762" fmla="*/ 1741350 h 1745962"/>
              <a:gd name="connsiteX763" fmla="*/ 1413221 w 1637567"/>
              <a:gd name="connsiteY763" fmla="*/ 1741381 h 1745962"/>
              <a:gd name="connsiteX764" fmla="*/ 1414651 w 1637567"/>
              <a:gd name="connsiteY764" fmla="*/ 1741444 h 1745962"/>
              <a:gd name="connsiteX765" fmla="*/ 1417582 w 1637567"/>
              <a:gd name="connsiteY765" fmla="*/ 1741506 h 1745962"/>
              <a:gd name="connsiteX766" fmla="*/ 1419021 w 1637567"/>
              <a:gd name="connsiteY766" fmla="*/ 1741569 h 1745962"/>
              <a:gd name="connsiteX767" fmla="*/ 1420482 w 1637567"/>
              <a:gd name="connsiteY767" fmla="*/ 1741600 h 1745962"/>
              <a:gd name="connsiteX768" fmla="*/ 1421952 w 1637567"/>
              <a:gd name="connsiteY768" fmla="*/ 1741663 h 1745962"/>
              <a:gd name="connsiteX769" fmla="*/ 1423414 w 1637567"/>
              <a:gd name="connsiteY769" fmla="*/ 1741686 h 1745962"/>
              <a:gd name="connsiteX770" fmla="*/ 1424852 w 1637567"/>
              <a:gd name="connsiteY770" fmla="*/ 1741717 h 1745962"/>
              <a:gd name="connsiteX771" fmla="*/ 1426314 w 1637567"/>
              <a:gd name="connsiteY771" fmla="*/ 1741780 h 1745962"/>
              <a:gd name="connsiteX772" fmla="*/ 1427784 w 1637567"/>
              <a:gd name="connsiteY772" fmla="*/ 1741811 h 1745962"/>
              <a:gd name="connsiteX773" fmla="*/ 1429222 w 1637567"/>
              <a:gd name="connsiteY773" fmla="*/ 1741842 h 1745962"/>
              <a:gd name="connsiteX774" fmla="*/ 1430684 w 1637567"/>
              <a:gd name="connsiteY774" fmla="*/ 1741874 h 1745962"/>
              <a:gd name="connsiteX775" fmla="*/ 1432154 w 1637567"/>
              <a:gd name="connsiteY775" fmla="*/ 1741936 h 1745962"/>
              <a:gd name="connsiteX776" fmla="*/ 1433615 w 1637567"/>
              <a:gd name="connsiteY776" fmla="*/ 1741967 h 1745962"/>
              <a:gd name="connsiteX777" fmla="*/ 1435054 w 1637567"/>
              <a:gd name="connsiteY777" fmla="*/ 1741991 h 1745962"/>
              <a:gd name="connsiteX778" fmla="*/ 1436516 w 1637567"/>
              <a:gd name="connsiteY778" fmla="*/ 1742054 h 1745962"/>
              <a:gd name="connsiteX779" fmla="*/ 1437985 w 1637567"/>
              <a:gd name="connsiteY779" fmla="*/ 1742085 h 1745962"/>
              <a:gd name="connsiteX780" fmla="*/ 1439416 w 1637567"/>
              <a:gd name="connsiteY780" fmla="*/ 1742116 h 1745962"/>
              <a:gd name="connsiteX781" fmla="*/ 1442347 w 1637567"/>
              <a:gd name="connsiteY781" fmla="*/ 1742179 h 1745962"/>
              <a:gd name="connsiteX782" fmla="*/ 1443786 w 1637567"/>
              <a:gd name="connsiteY782" fmla="*/ 1742241 h 1745962"/>
              <a:gd name="connsiteX783" fmla="*/ 1448179 w 1637567"/>
              <a:gd name="connsiteY783" fmla="*/ 1742327 h 1745962"/>
              <a:gd name="connsiteX784" fmla="*/ 1449618 w 1637567"/>
              <a:gd name="connsiteY784" fmla="*/ 1742358 h 1745962"/>
              <a:gd name="connsiteX785" fmla="*/ 1451079 w 1637567"/>
              <a:gd name="connsiteY785" fmla="*/ 1742390 h 1745962"/>
              <a:gd name="connsiteX786" fmla="*/ 1452549 w 1637567"/>
              <a:gd name="connsiteY786" fmla="*/ 1742452 h 1745962"/>
              <a:gd name="connsiteX787" fmla="*/ 1453980 w 1637567"/>
              <a:gd name="connsiteY787" fmla="*/ 1742483 h 1745962"/>
              <a:gd name="connsiteX788" fmla="*/ 1458381 w 1637567"/>
              <a:gd name="connsiteY788" fmla="*/ 1742577 h 1745962"/>
              <a:gd name="connsiteX789" fmla="*/ 1459819 w 1637567"/>
              <a:gd name="connsiteY789" fmla="*/ 1742608 h 1745962"/>
              <a:gd name="connsiteX790" fmla="*/ 1462751 w 1637567"/>
              <a:gd name="connsiteY790" fmla="*/ 1742663 h 1745962"/>
              <a:gd name="connsiteX791" fmla="*/ 1464181 w 1637567"/>
              <a:gd name="connsiteY791" fmla="*/ 1742695 h 1745962"/>
              <a:gd name="connsiteX792" fmla="*/ 1468582 w 1637567"/>
              <a:gd name="connsiteY792" fmla="*/ 1742788 h 1745962"/>
              <a:gd name="connsiteX793" fmla="*/ 1470013 w 1637567"/>
              <a:gd name="connsiteY793" fmla="*/ 1742820 h 1745962"/>
              <a:gd name="connsiteX794" fmla="*/ 1472944 w 1637567"/>
              <a:gd name="connsiteY794" fmla="*/ 1742882 h 1745962"/>
              <a:gd name="connsiteX795" fmla="*/ 1474383 w 1637567"/>
              <a:gd name="connsiteY795" fmla="*/ 1742913 h 1745962"/>
              <a:gd name="connsiteX796" fmla="*/ 1478776 w 1637567"/>
              <a:gd name="connsiteY796" fmla="*/ 1742999 h 1745962"/>
              <a:gd name="connsiteX797" fmla="*/ 1480215 w 1637567"/>
              <a:gd name="connsiteY797" fmla="*/ 1743031 h 1745962"/>
              <a:gd name="connsiteX798" fmla="*/ 1483146 w 1637567"/>
              <a:gd name="connsiteY798" fmla="*/ 1743093 h 1745962"/>
              <a:gd name="connsiteX799" fmla="*/ 1484584 w 1637567"/>
              <a:gd name="connsiteY799" fmla="*/ 1743124 h 1745962"/>
              <a:gd name="connsiteX800" fmla="*/ 1488978 w 1637567"/>
              <a:gd name="connsiteY800" fmla="*/ 1743218 h 1745962"/>
              <a:gd name="connsiteX801" fmla="*/ 1490416 w 1637567"/>
              <a:gd name="connsiteY801" fmla="*/ 1743249 h 1745962"/>
              <a:gd name="connsiteX802" fmla="*/ 1491877 w 1637567"/>
              <a:gd name="connsiteY802" fmla="*/ 1743281 h 1745962"/>
              <a:gd name="connsiteX803" fmla="*/ 1493348 w 1637567"/>
              <a:gd name="connsiteY803" fmla="*/ 1743281 h 1745962"/>
              <a:gd name="connsiteX804" fmla="*/ 1494778 w 1637567"/>
              <a:gd name="connsiteY804" fmla="*/ 1743304 h 1745962"/>
              <a:gd name="connsiteX805" fmla="*/ 1497709 w 1637567"/>
              <a:gd name="connsiteY805" fmla="*/ 1743367 h 1745962"/>
              <a:gd name="connsiteX806" fmla="*/ 1499148 w 1637567"/>
              <a:gd name="connsiteY806" fmla="*/ 1743398 h 1745962"/>
              <a:gd name="connsiteX807" fmla="*/ 1502079 w 1637567"/>
              <a:gd name="connsiteY807" fmla="*/ 1743461 h 1745962"/>
              <a:gd name="connsiteX808" fmla="*/ 1503541 w 1637567"/>
              <a:gd name="connsiteY808" fmla="*/ 1743461 h 1745962"/>
              <a:gd name="connsiteX809" fmla="*/ 1504979 w 1637567"/>
              <a:gd name="connsiteY809" fmla="*/ 1743492 h 1745962"/>
              <a:gd name="connsiteX810" fmla="*/ 1507911 w 1637567"/>
              <a:gd name="connsiteY810" fmla="*/ 1743554 h 1745962"/>
              <a:gd name="connsiteX811" fmla="*/ 1509349 w 1637567"/>
              <a:gd name="connsiteY811" fmla="*/ 1743586 h 1745962"/>
              <a:gd name="connsiteX812" fmla="*/ 1510811 w 1637567"/>
              <a:gd name="connsiteY812" fmla="*/ 1743586 h 1745962"/>
              <a:gd name="connsiteX813" fmla="*/ 1513742 w 1637567"/>
              <a:gd name="connsiteY813" fmla="*/ 1743640 h 1745962"/>
              <a:gd name="connsiteX814" fmla="*/ 1515181 w 1637567"/>
              <a:gd name="connsiteY814" fmla="*/ 1743672 h 1745962"/>
              <a:gd name="connsiteX815" fmla="*/ 1516643 w 1637567"/>
              <a:gd name="connsiteY815" fmla="*/ 1743672 h 1745962"/>
              <a:gd name="connsiteX816" fmla="*/ 1518112 w 1637567"/>
              <a:gd name="connsiteY816" fmla="*/ 1743703 h 1745962"/>
              <a:gd name="connsiteX817" fmla="*/ 1519543 w 1637567"/>
              <a:gd name="connsiteY817" fmla="*/ 1743734 h 1745962"/>
              <a:gd name="connsiteX818" fmla="*/ 1521013 w 1637567"/>
              <a:gd name="connsiteY818" fmla="*/ 1743765 h 1745962"/>
              <a:gd name="connsiteX819" fmla="*/ 1522474 w 1637567"/>
              <a:gd name="connsiteY819" fmla="*/ 1743765 h 1745962"/>
              <a:gd name="connsiteX820" fmla="*/ 1523944 w 1637567"/>
              <a:gd name="connsiteY820" fmla="*/ 1743797 h 1745962"/>
              <a:gd name="connsiteX821" fmla="*/ 1525375 w 1637567"/>
              <a:gd name="connsiteY821" fmla="*/ 1743828 h 1745962"/>
              <a:gd name="connsiteX822" fmla="*/ 1526844 w 1637567"/>
              <a:gd name="connsiteY822" fmla="*/ 1743859 h 1745962"/>
              <a:gd name="connsiteX823" fmla="*/ 1528306 w 1637567"/>
              <a:gd name="connsiteY823" fmla="*/ 1743859 h 1745962"/>
              <a:gd name="connsiteX824" fmla="*/ 1529745 w 1637567"/>
              <a:gd name="connsiteY824" fmla="*/ 1743890 h 1745962"/>
              <a:gd name="connsiteX825" fmla="*/ 1531206 w 1637567"/>
              <a:gd name="connsiteY825" fmla="*/ 1743922 h 1745962"/>
              <a:gd name="connsiteX826" fmla="*/ 1532676 w 1637567"/>
              <a:gd name="connsiteY826" fmla="*/ 1743922 h 1745962"/>
              <a:gd name="connsiteX827" fmla="*/ 1534138 w 1637567"/>
              <a:gd name="connsiteY827" fmla="*/ 1743945 h 1745962"/>
              <a:gd name="connsiteX828" fmla="*/ 1535576 w 1637567"/>
              <a:gd name="connsiteY828" fmla="*/ 1743977 h 1745962"/>
              <a:gd name="connsiteX829" fmla="*/ 1537046 w 1637567"/>
              <a:gd name="connsiteY829" fmla="*/ 1743977 h 1745962"/>
              <a:gd name="connsiteX830" fmla="*/ 1538508 w 1637567"/>
              <a:gd name="connsiteY830" fmla="*/ 1744008 h 1745962"/>
              <a:gd name="connsiteX831" fmla="*/ 1539946 w 1637567"/>
              <a:gd name="connsiteY831" fmla="*/ 1744039 h 1745962"/>
              <a:gd name="connsiteX832" fmla="*/ 1541408 w 1637567"/>
              <a:gd name="connsiteY832" fmla="*/ 1744039 h 1745962"/>
              <a:gd name="connsiteX833" fmla="*/ 1544339 w 1637567"/>
              <a:gd name="connsiteY833" fmla="*/ 1744102 h 1745962"/>
              <a:gd name="connsiteX834" fmla="*/ 1545778 w 1637567"/>
              <a:gd name="connsiteY834" fmla="*/ 1744102 h 1745962"/>
              <a:gd name="connsiteX835" fmla="*/ 1547240 w 1637567"/>
              <a:gd name="connsiteY835" fmla="*/ 1744133 h 1745962"/>
              <a:gd name="connsiteX836" fmla="*/ 1548709 w 1637567"/>
              <a:gd name="connsiteY836" fmla="*/ 1744133 h 1745962"/>
              <a:gd name="connsiteX837" fmla="*/ 1550140 w 1637567"/>
              <a:gd name="connsiteY837" fmla="*/ 1744164 h 1745962"/>
              <a:gd name="connsiteX838" fmla="*/ 1551610 w 1637567"/>
              <a:gd name="connsiteY838" fmla="*/ 1744195 h 1745962"/>
              <a:gd name="connsiteX839" fmla="*/ 1553071 w 1637567"/>
              <a:gd name="connsiteY839" fmla="*/ 1744195 h 1745962"/>
              <a:gd name="connsiteX840" fmla="*/ 1554541 w 1637567"/>
              <a:gd name="connsiteY840" fmla="*/ 1744227 h 1745962"/>
              <a:gd name="connsiteX841" fmla="*/ 1555972 w 1637567"/>
              <a:gd name="connsiteY841" fmla="*/ 1744227 h 1745962"/>
              <a:gd name="connsiteX842" fmla="*/ 1558903 w 1637567"/>
              <a:gd name="connsiteY842" fmla="*/ 1744281 h 1745962"/>
              <a:gd name="connsiteX843" fmla="*/ 1560342 w 1637567"/>
              <a:gd name="connsiteY843" fmla="*/ 1744281 h 1745962"/>
              <a:gd name="connsiteX844" fmla="*/ 1561803 w 1637567"/>
              <a:gd name="connsiteY844" fmla="*/ 1744313 h 1745962"/>
              <a:gd name="connsiteX845" fmla="*/ 1563273 w 1637567"/>
              <a:gd name="connsiteY845" fmla="*/ 1744313 h 1745962"/>
              <a:gd name="connsiteX846" fmla="*/ 1564711 w 1637567"/>
              <a:gd name="connsiteY846" fmla="*/ 1744344 h 1745962"/>
              <a:gd name="connsiteX847" fmla="*/ 1566173 w 1637567"/>
              <a:gd name="connsiteY847" fmla="*/ 1744344 h 1745962"/>
              <a:gd name="connsiteX848" fmla="*/ 1567643 w 1637567"/>
              <a:gd name="connsiteY848" fmla="*/ 1744375 h 1745962"/>
              <a:gd name="connsiteX849" fmla="*/ 1569104 w 1637567"/>
              <a:gd name="connsiteY849" fmla="*/ 1744375 h 1745962"/>
              <a:gd name="connsiteX850" fmla="*/ 1570543 w 1637567"/>
              <a:gd name="connsiteY850" fmla="*/ 1744406 h 1745962"/>
              <a:gd name="connsiteX851" fmla="*/ 1572004 w 1637567"/>
              <a:gd name="connsiteY851" fmla="*/ 1744406 h 1745962"/>
              <a:gd name="connsiteX852" fmla="*/ 1573474 w 1637567"/>
              <a:gd name="connsiteY852" fmla="*/ 1744438 h 1745962"/>
              <a:gd name="connsiteX853" fmla="*/ 1574905 w 1637567"/>
              <a:gd name="connsiteY853" fmla="*/ 1744438 h 1745962"/>
              <a:gd name="connsiteX854" fmla="*/ 1576374 w 1637567"/>
              <a:gd name="connsiteY854" fmla="*/ 1744469 h 1745962"/>
              <a:gd name="connsiteX855" fmla="*/ 1577836 w 1637567"/>
              <a:gd name="connsiteY855" fmla="*/ 1744469 h 1745962"/>
              <a:gd name="connsiteX856" fmla="*/ 1579306 w 1637567"/>
              <a:gd name="connsiteY856" fmla="*/ 1744500 h 1745962"/>
              <a:gd name="connsiteX857" fmla="*/ 1580736 w 1637567"/>
              <a:gd name="connsiteY857" fmla="*/ 1744500 h 1745962"/>
              <a:gd name="connsiteX858" fmla="*/ 1582206 w 1637567"/>
              <a:gd name="connsiteY858" fmla="*/ 1744531 h 1745962"/>
              <a:gd name="connsiteX859" fmla="*/ 1583668 w 1637567"/>
              <a:gd name="connsiteY859" fmla="*/ 1744531 h 1745962"/>
              <a:gd name="connsiteX860" fmla="*/ 1585106 w 1637567"/>
              <a:gd name="connsiteY860" fmla="*/ 1744563 h 1745962"/>
              <a:gd name="connsiteX861" fmla="*/ 1586568 w 1637567"/>
              <a:gd name="connsiteY861" fmla="*/ 1744563 h 1745962"/>
              <a:gd name="connsiteX862" fmla="*/ 1588038 w 1637567"/>
              <a:gd name="connsiteY862" fmla="*/ 1744594 h 1745962"/>
              <a:gd name="connsiteX863" fmla="*/ 1589500 w 1637567"/>
              <a:gd name="connsiteY863" fmla="*/ 1744594 h 1745962"/>
              <a:gd name="connsiteX864" fmla="*/ 1590938 w 1637567"/>
              <a:gd name="connsiteY864" fmla="*/ 1744618 h 1745962"/>
              <a:gd name="connsiteX865" fmla="*/ 1592408 w 1637567"/>
              <a:gd name="connsiteY865" fmla="*/ 1744618 h 1745962"/>
              <a:gd name="connsiteX866" fmla="*/ 1593869 w 1637567"/>
              <a:gd name="connsiteY866" fmla="*/ 1744649 h 1745962"/>
              <a:gd name="connsiteX867" fmla="*/ 1595308 w 1637567"/>
              <a:gd name="connsiteY867" fmla="*/ 1744649 h 1745962"/>
              <a:gd name="connsiteX868" fmla="*/ 1596770 w 1637567"/>
              <a:gd name="connsiteY868" fmla="*/ 1744680 h 1745962"/>
              <a:gd name="connsiteX869" fmla="*/ 1598239 w 1637567"/>
              <a:gd name="connsiteY869" fmla="*/ 1744680 h 1745962"/>
              <a:gd name="connsiteX870" fmla="*/ 1599701 w 1637567"/>
              <a:gd name="connsiteY870" fmla="*/ 1744711 h 1745962"/>
              <a:gd name="connsiteX871" fmla="*/ 1602601 w 1637567"/>
              <a:gd name="connsiteY871" fmla="*/ 1744711 h 1745962"/>
              <a:gd name="connsiteX872" fmla="*/ 1604071 w 1637567"/>
              <a:gd name="connsiteY872" fmla="*/ 1744743 h 1745962"/>
              <a:gd name="connsiteX873" fmla="*/ 1605502 w 1637567"/>
              <a:gd name="connsiteY873" fmla="*/ 1744743 h 1745962"/>
              <a:gd name="connsiteX874" fmla="*/ 1606971 w 1637567"/>
              <a:gd name="connsiteY874" fmla="*/ 1744774 h 1745962"/>
              <a:gd name="connsiteX875" fmla="*/ 1609903 w 1637567"/>
              <a:gd name="connsiteY875" fmla="*/ 1744774 h 1745962"/>
              <a:gd name="connsiteX876" fmla="*/ 1611333 w 1637567"/>
              <a:gd name="connsiteY876" fmla="*/ 1744805 h 1745962"/>
              <a:gd name="connsiteX877" fmla="*/ 1612803 w 1637567"/>
              <a:gd name="connsiteY877" fmla="*/ 1744805 h 1745962"/>
              <a:gd name="connsiteX878" fmla="*/ 1614265 w 1637567"/>
              <a:gd name="connsiteY878" fmla="*/ 1744836 h 1745962"/>
              <a:gd name="connsiteX879" fmla="*/ 1617173 w 1637567"/>
              <a:gd name="connsiteY879" fmla="*/ 1744836 h 1745962"/>
              <a:gd name="connsiteX880" fmla="*/ 1618635 w 1637567"/>
              <a:gd name="connsiteY880" fmla="*/ 1744868 h 1745962"/>
              <a:gd name="connsiteX881" fmla="*/ 1620073 w 1637567"/>
              <a:gd name="connsiteY881" fmla="*/ 1744868 h 1745962"/>
              <a:gd name="connsiteX882" fmla="*/ 1621535 w 1637567"/>
              <a:gd name="connsiteY882" fmla="*/ 1744899 h 1745962"/>
              <a:gd name="connsiteX883" fmla="*/ 1624466 w 1637567"/>
              <a:gd name="connsiteY883" fmla="*/ 1744899 h 1745962"/>
              <a:gd name="connsiteX884" fmla="*/ 1625905 w 1637567"/>
              <a:gd name="connsiteY884" fmla="*/ 1744930 h 1745962"/>
              <a:gd name="connsiteX885" fmla="*/ 1628836 w 1637567"/>
              <a:gd name="connsiteY885" fmla="*/ 1744930 h 1745962"/>
              <a:gd name="connsiteX886" fmla="*/ 1630267 w 1637567"/>
              <a:gd name="connsiteY886" fmla="*/ 1744954 h 1745962"/>
              <a:gd name="connsiteX887" fmla="*/ 1633198 w 1637567"/>
              <a:gd name="connsiteY887" fmla="*/ 1744954 h 1745962"/>
              <a:gd name="connsiteX888" fmla="*/ 1634668 w 1637567"/>
              <a:gd name="connsiteY888" fmla="*/ 1744985 h 1745962"/>
              <a:gd name="connsiteX889" fmla="*/ 1636098 w 1637567"/>
              <a:gd name="connsiteY889" fmla="*/ 1744985 h 1745962"/>
              <a:gd name="connsiteX890" fmla="*/ 1637568 w 1637567"/>
              <a:gd name="connsiteY890" fmla="*/ 1745962 h 1745962"/>
              <a:gd name="connsiteX891" fmla="*/ 0 w 1637567"/>
              <a:gd name="connsiteY891"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Lst>
            <a:rect l="l" t="t" r="r" b="b"/>
            <a:pathLst>
              <a:path w="1637567" h="1745962">
                <a:moveTo>
                  <a:pt x="1470" y="0"/>
                </a:moveTo>
                <a:lnTo>
                  <a:pt x="2908" y="4667"/>
                </a:lnTo>
                <a:lnTo>
                  <a:pt x="4370" y="9373"/>
                </a:lnTo>
                <a:lnTo>
                  <a:pt x="5832" y="14048"/>
                </a:lnTo>
                <a:lnTo>
                  <a:pt x="7301" y="18746"/>
                </a:lnTo>
                <a:lnTo>
                  <a:pt x="8740" y="23420"/>
                </a:lnTo>
                <a:lnTo>
                  <a:pt x="10201" y="28087"/>
                </a:lnTo>
                <a:lnTo>
                  <a:pt x="11671" y="32793"/>
                </a:lnTo>
                <a:lnTo>
                  <a:pt x="13102" y="37468"/>
                </a:lnTo>
                <a:lnTo>
                  <a:pt x="16033" y="46810"/>
                </a:lnTo>
                <a:lnTo>
                  <a:pt x="17471" y="51508"/>
                </a:lnTo>
                <a:lnTo>
                  <a:pt x="21865" y="65524"/>
                </a:lnTo>
                <a:lnTo>
                  <a:pt x="23303" y="70199"/>
                </a:lnTo>
                <a:lnTo>
                  <a:pt x="26235" y="79541"/>
                </a:lnTo>
                <a:lnTo>
                  <a:pt x="27665" y="84215"/>
                </a:lnTo>
                <a:lnTo>
                  <a:pt x="32066" y="98232"/>
                </a:lnTo>
                <a:lnTo>
                  <a:pt x="33505" y="102906"/>
                </a:lnTo>
                <a:lnTo>
                  <a:pt x="34967" y="107573"/>
                </a:lnTo>
                <a:lnTo>
                  <a:pt x="36436" y="112217"/>
                </a:lnTo>
                <a:lnTo>
                  <a:pt x="37867" y="116891"/>
                </a:lnTo>
                <a:lnTo>
                  <a:pt x="39336" y="121535"/>
                </a:lnTo>
                <a:lnTo>
                  <a:pt x="40798" y="126202"/>
                </a:lnTo>
                <a:lnTo>
                  <a:pt x="42268" y="130845"/>
                </a:lnTo>
                <a:lnTo>
                  <a:pt x="43698" y="135520"/>
                </a:lnTo>
                <a:lnTo>
                  <a:pt x="45168" y="140156"/>
                </a:lnTo>
                <a:lnTo>
                  <a:pt x="46630" y="144830"/>
                </a:lnTo>
                <a:lnTo>
                  <a:pt x="48068" y="149474"/>
                </a:lnTo>
                <a:lnTo>
                  <a:pt x="52462" y="163396"/>
                </a:lnTo>
                <a:lnTo>
                  <a:pt x="53900" y="168040"/>
                </a:lnTo>
                <a:lnTo>
                  <a:pt x="55362" y="172675"/>
                </a:lnTo>
                <a:lnTo>
                  <a:pt x="56831" y="177288"/>
                </a:lnTo>
                <a:lnTo>
                  <a:pt x="58270" y="181931"/>
                </a:lnTo>
                <a:lnTo>
                  <a:pt x="59732" y="186575"/>
                </a:lnTo>
                <a:lnTo>
                  <a:pt x="61201" y="191187"/>
                </a:lnTo>
                <a:lnTo>
                  <a:pt x="62663" y="195822"/>
                </a:lnTo>
                <a:lnTo>
                  <a:pt x="64101" y="200435"/>
                </a:lnTo>
                <a:lnTo>
                  <a:pt x="67033" y="209659"/>
                </a:lnTo>
                <a:lnTo>
                  <a:pt x="68464" y="214271"/>
                </a:lnTo>
                <a:lnTo>
                  <a:pt x="72865" y="228100"/>
                </a:lnTo>
                <a:lnTo>
                  <a:pt x="74295" y="232712"/>
                </a:lnTo>
                <a:lnTo>
                  <a:pt x="75765" y="237293"/>
                </a:lnTo>
                <a:lnTo>
                  <a:pt x="77227" y="241905"/>
                </a:lnTo>
                <a:lnTo>
                  <a:pt x="78665" y="246486"/>
                </a:lnTo>
                <a:lnTo>
                  <a:pt x="81597" y="255648"/>
                </a:lnTo>
                <a:lnTo>
                  <a:pt x="83035" y="260229"/>
                </a:lnTo>
                <a:lnTo>
                  <a:pt x="87428" y="273972"/>
                </a:lnTo>
                <a:lnTo>
                  <a:pt x="88866" y="278521"/>
                </a:lnTo>
                <a:lnTo>
                  <a:pt x="90328" y="283071"/>
                </a:lnTo>
                <a:lnTo>
                  <a:pt x="91798" y="287652"/>
                </a:lnTo>
                <a:lnTo>
                  <a:pt x="93229" y="292201"/>
                </a:lnTo>
                <a:lnTo>
                  <a:pt x="97630" y="305850"/>
                </a:lnTo>
                <a:lnTo>
                  <a:pt x="99060" y="310369"/>
                </a:lnTo>
                <a:lnTo>
                  <a:pt x="100530" y="314918"/>
                </a:lnTo>
                <a:lnTo>
                  <a:pt x="101992" y="319437"/>
                </a:lnTo>
                <a:lnTo>
                  <a:pt x="103430" y="323955"/>
                </a:lnTo>
                <a:lnTo>
                  <a:pt x="107824" y="337510"/>
                </a:lnTo>
                <a:lnTo>
                  <a:pt x="109262" y="342036"/>
                </a:lnTo>
                <a:lnTo>
                  <a:pt x="110724" y="346524"/>
                </a:lnTo>
                <a:lnTo>
                  <a:pt x="112193" y="351042"/>
                </a:lnTo>
                <a:lnTo>
                  <a:pt x="113632" y="355529"/>
                </a:lnTo>
                <a:lnTo>
                  <a:pt x="118025" y="368998"/>
                </a:lnTo>
                <a:lnTo>
                  <a:pt x="119463" y="373454"/>
                </a:lnTo>
                <a:lnTo>
                  <a:pt x="120925" y="377941"/>
                </a:lnTo>
                <a:lnTo>
                  <a:pt x="122395" y="382405"/>
                </a:lnTo>
                <a:lnTo>
                  <a:pt x="123825" y="386861"/>
                </a:lnTo>
                <a:lnTo>
                  <a:pt x="128226" y="400236"/>
                </a:lnTo>
                <a:lnTo>
                  <a:pt x="129657" y="404661"/>
                </a:lnTo>
                <a:lnTo>
                  <a:pt x="132589" y="413518"/>
                </a:lnTo>
                <a:lnTo>
                  <a:pt x="134027" y="417950"/>
                </a:lnTo>
                <a:lnTo>
                  <a:pt x="136958" y="426799"/>
                </a:lnTo>
                <a:lnTo>
                  <a:pt x="138397" y="431200"/>
                </a:lnTo>
                <a:lnTo>
                  <a:pt x="139859" y="435594"/>
                </a:lnTo>
                <a:lnTo>
                  <a:pt x="141328" y="440026"/>
                </a:lnTo>
                <a:lnTo>
                  <a:pt x="142790" y="444388"/>
                </a:lnTo>
                <a:lnTo>
                  <a:pt x="144228" y="448789"/>
                </a:lnTo>
                <a:lnTo>
                  <a:pt x="145690" y="453182"/>
                </a:lnTo>
                <a:lnTo>
                  <a:pt x="147160" y="457552"/>
                </a:lnTo>
                <a:lnTo>
                  <a:pt x="148591" y="461914"/>
                </a:lnTo>
                <a:lnTo>
                  <a:pt x="151522" y="470654"/>
                </a:lnTo>
                <a:lnTo>
                  <a:pt x="152992" y="474985"/>
                </a:lnTo>
                <a:lnTo>
                  <a:pt x="154422" y="479354"/>
                </a:lnTo>
                <a:lnTo>
                  <a:pt x="157354" y="488024"/>
                </a:lnTo>
                <a:lnTo>
                  <a:pt x="158792" y="492362"/>
                </a:lnTo>
                <a:lnTo>
                  <a:pt x="160254" y="496670"/>
                </a:lnTo>
                <a:lnTo>
                  <a:pt x="161723" y="501000"/>
                </a:lnTo>
                <a:lnTo>
                  <a:pt x="163185" y="505308"/>
                </a:lnTo>
                <a:lnTo>
                  <a:pt x="164624" y="509615"/>
                </a:lnTo>
                <a:lnTo>
                  <a:pt x="167555" y="518230"/>
                </a:lnTo>
                <a:lnTo>
                  <a:pt x="168993" y="522498"/>
                </a:lnTo>
                <a:lnTo>
                  <a:pt x="173387" y="535326"/>
                </a:lnTo>
                <a:lnTo>
                  <a:pt x="174825" y="539602"/>
                </a:lnTo>
                <a:lnTo>
                  <a:pt x="177757" y="548092"/>
                </a:lnTo>
                <a:lnTo>
                  <a:pt x="179187" y="552336"/>
                </a:lnTo>
                <a:lnTo>
                  <a:pt x="180657" y="556581"/>
                </a:lnTo>
                <a:lnTo>
                  <a:pt x="182119" y="560795"/>
                </a:lnTo>
                <a:lnTo>
                  <a:pt x="183588" y="565039"/>
                </a:lnTo>
                <a:lnTo>
                  <a:pt x="185019" y="569253"/>
                </a:lnTo>
                <a:lnTo>
                  <a:pt x="186489" y="573467"/>
                </a:lnTo>
                <a:lnTo>
                  <a:pt x="187950" y="577649"/>
                </a:lnTo>
                <a:lnTo>
                  <a:pt x="189389" y="581862"/>
                </a:lnTo>
                <a:lnTo>
                  <a:pt x="193782" y="594417"/>
                </a:lnTo>
                <a:lnTo>
                  <a:pt x="195220" y="598568"/>
                </a:lnTo>
                <a:lnTo>
                  <a:pt x="196690" y="602719"/>
                </a:lnTo>
                <a:lnTo>
                  <a:pt x="198152" y="606901"/>
                </a:lnTo>
                <a:lnTo>
                  <a:pt x="199590" y="611028"/>
                </a:lnTo>
                <a:lnTo>
                  <a:pt x="201052" y="615179"/>
                </a:lnTo>
                <a:lnTo>
                  <a:pt x="202522" y="619299"/>
                </a:lnTo>
                <a:lnTo>
                  <a:pt x="203952" y="623427"/>
                </a:lnTo>
                <a:lnTo>
                  <a:pt x="206884" y="631666"/>
                </a:lnTo>
                <a:lnTo>
                  <a:pt x="208353" y="635762"/>
                </a:lnTo>
                <a:lnTo>
                  <a:pt x="209784" y="639882"/>
                </a:lnTo>
                <a:lnTo>
                  <a:pt x="211254" y="643978"/>
                </a:lnTo>
                <a:lnTo>
                  <a:pt x="212716" y="648035"/>
                </a:lnTo>
                <a:lnTo>
                  <a:pt x="214154" y="652132"/>
                </a:lnTo>
                <a:lnTo>
                  <a:pt x="218547" y="664311"/>
                </a:lnTo>
                <a:lnTo>
                  <a:pt x="219986" y="668345"/>
                </a:lnTo>
                <a:lnTo>
                  <a:pt x="221455" y="672371"/>
                </a:lnTo>
                <a:lnTo>
                  <a:pt x="222917" y="676435"/>
                </a:lnTo>
                <a:lnTo>
                  <a:pt x="224355" y="680469"/>
                </a:lnTo>
                <a:lnTo>
                  <a:pt x="228749" y="692469"/>
                </a:lnTo>
                <a:lnTo>
                  <a:pt x="230187" y="696463"/>
                </a:lnTo>
                <a:lnTo>
                  <a:pt x="231649" y="700435"/>
                </a:lnTo>
                <a:lnTo>
                  <a:pt x="233118" y="704437"/>
                </a:lnTo>
                <a:lnTo>
                  <a:pt x="234549" y="708408"/>
                </a:lnTo>
                <a:lnTo>
                  <a:pt x="236019" y="712348"/>
                </a:lnTo>
                <a:lnTo>
                  <a:pt x="237481" y="716311"/>
                </a:lnTo>
                <a:lnTo>
                  <a:pt x="238950" y="720251"/>
                </a:lnTo>
                <a:lnTo>
                  <a:pt x="240381" y="724191"/>
                </a:lnTo>
                <a:lnTo>
                  <a:pt x="241850" y="728131"/>
                </a:lnTo>
                <a:lnTo>
                  <a:pt x="243312" y="732040"/>
                </a:lnTo>
                <a:lnTo>
                  <a:pt x="244751" y="735980"/>
                </a:lnTo>
                <a:lnTo>
                  <a:pt x="246213" y="739888"/>
                </a:lnTo>
                <a:lnTo>
                  <a:pt x="247682" y="743766"/>
                </a:lnTo>
                <a:lnTo>
                  <a:pt x="249152" y="747674"/>
                </a:lnTo>
                <a:lnTo>
                  <a:pt x="250582" y="751552"/>
                </a:lnTo>
                <a:lnTo>
                  <a:pt x="252052" y="755429"/>
                </a:lnTo>
                <a:lnTo>
                  <a:pt x="253514" y="759283"/>
                </a:lnTo>
                <a:lnTo>
                  <a:pt x="254952" y="763160"/>
                </a:lnTo>
                <a:lnTo>
                  <a:pt x="257884" y="770852"/>
                </a:lnTo>
                <a:lnTo>
                  <a:pt x="259314" y="774699"/>
                </a:lnTo>
                <a:lnTo>
                  <a:pt x="263715" y="786151"/>
                </a:lnTo>
                <a:lnTo>
                  <a:pt x="265146" y="789934"/>
                </a:lnTo>
                <a:lnTo>
                  <a:pt x="268077" y="797509"/>
                </a:lnTo>
                <a:lnTo>
                  <a:pt x="269516" y="801301"/>
                </a:lnTo>
                <a:lnTo>
                  <a:pt x="270978" y="805053"/>
                </a:lnTo>
                <a:lnTo>
                  <a:pt x="272447" y="808837"/>
                </a:lnTo>
                <a:lnTo>
                  <a:pt x="273909" y="812565"/>
                </a:lnTo>
                <a:lnTo>
                  <a:pt x="275347" y="816318"/>
                </a:lnTo>
                <a:lnTo>
                  <a:pt x="278279" y="823775"/>
                </a:lnTo>
                <a:lnTo>
                  <a:pt x="279717" y="827496"/>
                </a:lnTo>
                <a:lnTo>
                  <a:pt x="281179" y="831225"/>
                </a:lnTo>
                <a:lnTo>
                  <a:pt x="284111" y="838612"/>
                </a:lnTo>
                <a:lnTo>
                  <a:pt x="285549" y="842279"/>
                </a:lnTo>
                <a:lnTo>
                  <a:pt x="287011" y="845969"/>
                </a:lnTo>
                <a:lnTo>
                  <a:pt x="288480" y="849635"/>
                </a:lnTo>
                <a:lnTo>
                  <a:pt x="289911" y="853301"/>
                </a:lnTo>
                <a:lnTo>
                  <a:pt x="294312" y="864198"/>
                </a:lnTo>
                <a:lnTo>
                  <a:pt x="295743" y="867833"/>
                </a:lnTo>
                <a:lnTo>
                  <a:pt x="297212" y="871437"/>
                </a:lnTo>
                <a:lnTo>
                  <a:pt x="298674" y="875072"/>
                </a:lnTo>
                <a:lnTo>
                  <a:pt x="300112" y="878645"/>
                </a:lnTo>
                <a:lnTo>
                  <a:pt x="301582" y="882248"/>
                </a:lnTo>
                <a:lnTo>
                  <a:pt x="304514" y="889393"/>
                </a:lnTo>
                <a:lnTo>
                  <a:pt x="305944" y="892966"/>
                </a:lnTo>
                <a:lnTo>
                  <a:pt x="308876" y="900048"/>
                </a:lnTo>
                <a:lnTo>
                  <a:pt x="310314" y="903590"/>
                </a:lnTo>
                <a:lnTo>
                  <a:pt x="311776" y="907138"/>
                </a:lnTo>
                <a:lnTo>
                  <a:pt x="314707" y="914158"/>
                </a:lnTo>
                <a:lnTo>
                  <a:pt x="316146" y="917668"/>
                </a:lnTo>
                <a:lnTo>
                  <a:pt x="319077" y="924634"/>
                </a:lnTo>
                <a:lnTo>
                  <a:pt x="320508" y="928112"/>
                </a:lnTo>
                <a:lnTo>
                  <a:pt x="323439" y="935015"/>
                </a:lnTo>
                <a:lnTo>
                  <a:pt x="324878" y="938494"/>
                </a:lnTo>
                <a:lnTo>
                  <a:pt x="329279" y="948758"/>
                </a:lnTo>
                <a:lnTo>
                  <a:pt x="330709" y="952174"/>
                </a:lnTo>
                <a:lnTo>
                  <a:pt x="332179" y="955566"/>
                </a:lnTo>
                <a:lnTo>
                  <a:pt x="333641" y="958983"/>
                </a:lnTo>
                <a:lnTo>
                  <a:pt x="335079" y="962344"/>
                </a:lnTo>
                <a:lnTo>
                  <a:pt x="338011" y="969122"/>
                </a:lnTo>
                <a:lnTo>
                  <a:pt x="339472" y="972452"/>
                </a:lnTo>
                <a:lnTo>
                  <a:pt x="340911" y="975813"/>
                </a:lnTo>
                <a:lnTo>
                  <a:pt x="342373" y="979167"/>
                </a:lnTo>
                <a:lnTo>
                  <a:pt x="343842" y="982466"/>
                </a:lnTo>
                <a:lnTo>
                  <a:pt x="345273" y="985796"/>
                </a:lnTo>
                <a:lnTo>
                  <a:pt x="346742" y="989126"/>
                </a:lnTo>
                <a:lnTo>
                  <a:pt x="349674" y="995724"/>
                </a:lnTo>
                <a:lnTo>
                  <a:pt x="351105" y="999023"/>
                </a:lnTo>
                <a:lnTo>
                  <a:pt x="354036" y="1005550"/>
                </a:lnTo>
                <a:lnTo>
                  <a:pt x="355474" y="1008818"/>
                </a:lnTo>
                <a:lnTo>
                  <a:pt x="359875" y="1018534"/>
                </a:lnTo>
                <a:lnTo>
                  <a:pt x="361306" y="1021740"/>
                </a:lnTo>
                <a:lnTo>
                  <a:pt x="362776" y="1024945"/>
                </a:lnTo>
                <a:lnTo>
                  <a:pt x="364238" y="1028181"/>
                </a:lnTo>
                <a:lnTo>
                  <a:pt x="365676" y="1031355"/>
                </a:lnTo>
                <a:lnTo>
                  <a:pt x="367138" y="1034529"/>
                </a:lnTo>
                <a:lnTo>
                  <a:pt x="368607" y="1037741"/>
                </a:lnTo>
                <a:lnTo>
                  <a:pt x="370069" y="1040884"/>
                </a:lnTo>
                <a:lnTo>
                  <a:pt x="371508" y="1044027"/>
                </a:lnTo>
                <a:lnTo>
                  <a:pt x="372969" y="1047208"/>
                </a:lnTo>
                <a:lnTo>
                  <a:pt x="374439" y="1050320"/>
                </a:lnTo>
                <a:lnTo>
                  <a:pt x="375870" y="1053462"/>
                </a:lnTo>
                <a:lnTo>
                  <a:pt x="380271" y="1062811"/>
                </a:lnTo>
                <a:lnTo>
                  <a:pt x="381709" y="1065892"/>
                </a:lnTo>
                <a:lnTo>
                  <a:pt x="384640" y="1072059"/>
                </a:lnTo>
                <a:lnTo>
                  <a:pt x="386071" y="1075116"/>
                </a:lnTo>
                <a:lnTo>
                  <a:pt x="389003" y="1081221"/>
                </a:lnTo>
                <a:lnTo>
                  <a:pt x="390441" y="1084278"/>
                </a:lnTo>
                <a:lnTo>
                  <a:pt x="393372" y="1090321"/>
                </a:lnTo>
                <a:lnTo>
                  <a:pt x="394834" y="1093315"/>
                </a:lnTo>
                <a:lnTo>
                  <a:pt x="396273" y="1096308"/>
                </a:lnTo>
                <a:lnTo>
                  <a:pt x="399204" y="1102289"/>
                </a:lnTo>
                <a:lnTo>
                  <a:pt x="400635" y="1105283"/>
                </a:lnTo>
                <a:lnTo>
                  <a:pt x="403566" y="1111208"/>
                </a:lnTo>
                <a:lnTo>
                  <a:pt x="405036" y="1114140"/>
                </a:lnTo>
                <a:lnTo>
                  <a:pt x="406466" y="1117071"/>
                </a:lnTo>
                <a:lnTo>
                  <a:pt x="409406" y="1122934"/>
                </a:lnTo>
                <a:lnTo>
                  <a:pt x="410836" y="1125834"/>
                </a:lnTo>
                <a:lnTo>
                  <a:pt x="413768" y="1131635"/>
                </a:lnTo>
                <a:lnTo>
                  <a:pt x="415237" y="1134511"/>
                </a:lnTo>
                <a:lnTo>
                  <a:pt x="416668" y="1137380"/>
                </a:lnTo>
                <a:lnTo>
                  <a:pt x="418137" y="1140249"/>
                </a:lnTo>
                <a:lnTo>
                  <a:pt x="419599" y="1143087"/>
                </a:lnTo>
                <a:lnTo>
                  <a:pt x="421038" y="1145956"/>
                </a:lnTo>
                <a:lnTo>
                  <a:pt x="422500" y="1148770"/>
                </a:lnTo>
                <a:lnTo>
                  <a:pt x="425431" y="1154446"/>
                </a:lnTo>
                <a:lnTo>
                  <a:pt x="426869" y="1157228"/>
                </a:lnTo>
                <a:lnTo>
                  <a:pt x="429801" y="1162849"/>
                </a:lnTo>
                <a:lnTo>
                  <a:pt x="431232" y="1165593"/>
                </a:lnTo>
                <a:lnTo>
                  <a:pt x="434163" y="1171151"/>
                </a:lnTo>
                <a:lnTo>
                  <a:pt x="435633" y="1173903"/>
                </a:lnTo>
                <a:lnTo>
                  <a:pt x="437071" y="1176647"/>
                </a:lnTo>
                <a:lnTo>
                  <a:pt x="438533" y="1179398"/>
                </a:lnTo>
                <a:lnTo>
                  <a:pt x="440002" y="1182111"/>
                </a:lnTo>
                <a:lnTo>
                  <a:pt x="441433" y="1184831"/>
                </a:lnTo>
                <a:lnTo>
                  <a:pt x="442903" y="1187552"/>
                </a:lnTo>
                <a:lnTo>
                  <a:pt x="444364" y="1190233"/>
                </a:lnTo>
                <a:lnTo>
                  <a:pt x="445803" y="1192922"/>
                </a:lnTo>
                <a:lnTo>
                  <a:pt x="447265" y="1195611"/>
                </a:lnTo>
                <a:lnTo>
                  <a:pt x="450196" y="1200927"/>
                </a:lnTo>
                <a:lnTo>
                  <a:pt x="451634" y="1203608"/>
                </a:lnTo>
                <a:lnTo>
                  <a:pt x="454566" y="1208862"/>
                </a:lnTo>
                <a:lnTo>
                  <a:pt x="455997" y="1211488"/>
                </a:lnTo>
                <a:lnTo>
                  <a:pt x="457466" y="1214115"/>
                </a:lnTo>
                <a:lnTo>
                  <a:pt x="458928" y="1216710"/>
                </a:lnTo>
                <a:lnTo>
                  <a:pt x="460398" y="1219337"/>
                </a:lnTo>
                <a:lnTo>
                  <a:pt x="461836" y="1221901"/>
                </a:lnTo>
                <a:lnTo>
                  <a:pt x="463298" y="1224496"/>
                </a:lnTo>
                <a:lnTo>
                  <a:pt x="464767" y="1227060"/>
                </a:lnTo>
                <a:lnTo>
                  <a:pt x="466198" y="1229632"/>
                </a:lnTo>
                <a:lnTo>
                  <a:pt x="467668" y="1232196"/>
                </a:lnTo>
                <a:lnTo>
                  <a:pt x="470599" y="1237262"/>
                </a:lnTo>
                <a:lnTo>
                  <a:pt x="472030" y="1239794"/>
                </a:lnTo>
                <a:lnTo>
                  <a:pt x="473499" y="1242335"/>
                </a:lnTo>
                <a:lnTo>
                  <a:pt x="474961" y="1244805"/>
                </a:lnTo>
                <a:lnTo>
                  <a:pt x="476400" y="1247307"/>
                </a:lnTo>
                <a:lnTo>
                  <a:pt x="477861" y="1249816"/>
                </a:lnTo>
                <a:lnTo>
                  <a:pt x="480793" y="1254757"/>
                </a:lnTo>
                <a:lnTo>
                  <a:pt x="482231" y="1257235"/>
                </a:lnTo>
                <a:lnTo>
                  <a:pt x="485163" y="1262120"/>
                </a:lnTo>
                <a:lnTo>
                  <a:pt x="486593" y="1264591"/>
                </a:lnTo>
                <a:lnTo>
                  <a:pt x="490994" y="1271829"/>
                </a:lnTo>
                <a:lnTo>
                  <a:pt x="492433" y="1274245"/>
                </a:lnTo>
                <a:lnTo>
                  <a:pt x="493895" y="1276622"/>
                </a:lnTo>
                <a:lnTo>
                  <a:pt x="495364" y="1279037"/>
                </a:lnTo>
                <a:lnTo>
                  <a:pt x="496795" y="1281390"/>
                </a:lnTo>
                <a:lnTo>
                  <a:pt x="498264" y="1283767"/>
                </a:lnTo>
                <a:lnTo>
                  <a:pt x="501196" y="1288472"/>
                </a:lnTo>
                <a:lnTo>
                  <a:pt x="502627" y="1290794"/>
                </a:lnTo>
                <a:lnTo>
                  <a:pt x="504096" y="1293147"/>
                </a:lnTo>
                <a:lnTo>
                  <a:pt x="505558" y="1295461"/>
                </a:lnTo>
                <a:lnTo>
                  <a:pt x="506996" y="1297783"/>
                </a:lnTo>
                <a:lnTo>
                  <a:pt x="508458" y="1300105"/>
                </a:lnTo>
                <a:lnTo>
                  <a:pt x="509928" y="1302364"/>
                </a:lnTo>
                <a:lnTo>
                  <a:pt x="511358" y="1304654"/>
                </a:lnTo>
                <a:lnTo>
                  <a:pt x="512828" y="1306945"/>
                </a:lnTo>
                <a:lnTo>
                  <a:pt x="514290" y="1309204"/>
                </a:lnTo>
                <a:lnTo>
                  <a:pt x="515759" y="1311494"/>
                </a:lnTo>
                <a:lnTo>
                  <a:pt x="517198" y="1313754"/>
                </a:lnTo>
                <a:lnTo>
                  <a:pt x="520129" y="1318217"/>
                </a:lnTo>
                <a:lnTo>
                  <a:pt x="521560" y="1320445"/>
                </a:lnTo>
                <a:lnTo>
                  <a:pt x="523029" y="1322673"/>
                </a:lnTo>
                <a:lnTo>
                  <a:pt x="524491" y="1324870"/>
                </a:lnTo>
                <a:lnTo>
                  <a:pt x="525961" y="1327098"/>
                </a:lnTo>
                <a:lnTo>
                  <a:pt x="527392" y="1329271"/>
                </a:lnTo>
                <a:lnTo>
                  <a:pt x="528861" y="1331467"/>
                </a:lnTo>
                <a:lnTo>
                  <a:pt x="530323" y="1333633"/>
                </a:lnTo>
                <a:lnTo>
                  <a:pt x="531761" y="1335806"/>
                </a:lnTo>
                <a:lnTo>
                  <a:pt x="534693" y="1340137"/>
                </a:lnTo>
                <a:lnTo>
                  <a:pt x="536155" y="1342247"/>
                </a:lnTo>
                <a:lnTo>
                  <a:pt x="537593" y="1344382"/>
                </a:lnTo>
                <a:lnTo>
                  <a:pt x="539055" y="1346523"/>
                </a:lnTo>
                <a:lnTo>
                  <a:pt x="540525" y="1348626"/>
                </a:lnTo>
                <a:lnTo>
                  <a:pt x="541963" y="1350737"/>
                </a:lnTo>
                <a:lnTo>
                  <a:pt x="544894" y="1354950"/>
                </a:lnTo>
                <a:lnTo>
                  <a:pt x="546356" y="1357022"/>
                </a:lnTo>
                <a:lnTo>
                  <a:pt x="547795" y="1359101"/>
                </a:lnTo>
                <a:lnTo>
                  <a:pt x="549257" y="1361181"/>
                </a:lnTo>
                <a:lnTo>
                  <a:pt x="550726" y="1363221"/>
                </a:lnTo>
                <a:lnTo>
                  <a:pt x="552157" y="1365269"/>
                </a:lnTo>
                <a:lnTo>
                  <a:pt x="555088" y="1369365"/>
                </a:lnTo>
                <a:lnTo>
                  <a:pt x="556558" y="1371375"/>
                </a:lnTo>
                <a:lnTo>
                  <a:pt x="557988" y="1373391"/>
                </a:lnTo>
                <a:lnTo>
                  <a:pt x="560920" y="1377425"/>
                </a:lnTo>
                <a:lnTo>
                  <a:pt x="562358" y="1379411"/>
                </a:lnTo>
                <a:lnTo>
                  <a:pt x="565290" y="1383382"/>
                </a:lnTo>
                <a:lnTo>
                  <a:pt x="566752" y="1385336"/>
                </a:lnTo>
                <a:lnTo>
                  <a:pt x="568190" y="1387290"/>
                </a:lnTo>
                <a:lnTo>
                  <a:pt x="571121" y="1391199"/>
                </a:lnTo>
                <a:lnTo>
                  <a:pt x="572560" y="1393122"/>
                </a:lnTo>
                <a:lnTo>
                  <a:pt x="574022" y="1395076"/>
                </a:lnTo>
                <a:lnTo>
                  <a:pt x="575491" y="1396968"/>
                </a:lnTo>
                <a:lnTo>
                  <a:pt x="576922" y="1398891"/>
                </a:lnTo>
                <a:lnTo>
                  <a:pt x="581323" y="1404567"/>
                </a:lnTo>
                <a:lnTo>
                  <a:pt x="582754" y="1406466"/>
                </a:lnTo>
                <a:lnTo>
                  <a:pt x="585685" y="1410187"/>
                </a:lnTo>
                <a:lnTo>
                  <a:pt x="587123" y="1412048"/>
                </a:lnTo>
                <a:lnTo>
                  <a:pt x="588585" y="1413885"/>
                </a:lnTo>
                <a:lnTo>
                  <a:pt x="590055" y="1415745"/>
                </a:lnTo>
                <a:lnTo>
                  <a:pt x="591517" y="1417575"/>
                </a:lnTo>
                <a:lnTo>
                  <a:pt x="592955" y="1419380"/>
                </a:lnTo>
                <a:lnTo>
                  <a:pt x="594417" y="1421210"/>
                </a:lnTo>
                <a:lnTo>
                  <a:pt x="595886" y="1423015"/>
                </a:lnTo>
                <a:lnTo>
                  <a:pt x="597325" y="1424813"/>
                </a:lnTo>
                <a:lnTo>
                  <a:pt x="600256" y="1428417"/>
                </a:lnTo>
                <a:lnTo>
                  <a:pt x="601718" y="1430160"/>
                </a:lnTo>
                <a:lnTo>
                  <a:pt x="603156" y="1431927"/>
                </a:lnTo>
                <a:lnTo>
                  <a:pt x="606088" y="1435476"/>
                </a:lnTo>
                <a:lnTo>
                  <a:pt x="607519" y="1437212"/>
                </a:lnTo>
                <a:lnTo>
                  <a:pt x="610450" y="1440698"/>
                </a:lnTo>
                <a:lnTo>
                  <a:pt x="611920" y="1442402"/>
                </a:lnTo>
                <a:lnTo>
                  <a:pt x="613350" y="1444114"/>
                </a:lnTo>
                <a:lnTo>
                  <a:pt x="616282" y="1447538"/>
                </a:lnTo>
                <a:lnTo>
                  <a:pt x="617720" y="1449242"/>
                </a:lnTo>
                <a:lnTo>
                  <a:pt x="622113" y="1454284"/>
                </a:lnTo>
                <a:lnTo>
                  <a:pt x="623552" y="1455934"/>
                </a:lnTo>
                <a:lnTo>
                  <a:pt x="626483" y="1459233"/>
                </a:lnTo>
                <a:lnTo>
                  <a:pt x="627922" y="1460882"/>
                </a:lnTo>
                <a:lnTo>
                  <a:pt x="629383" y="1462500"/>
                </a:lnTo>
                <a:lnTo>
                  <a:pt x="630853" y="1464150"/>
                </a:lnTo>
                <a:lnTo>
                  <a:pt x="632284" y="1465768"/>
                </a:lnTo>
                <a:lnTo>
                  <a:pt x="633753" y="1467386"/>
                </a:lnTo>
                <a:lnTo>
                  <a:pt x="635215" y="1468973"/>
                </a:lnTo>
                <a:lnTo>
                  <a:pt x="636685" y="1470591"/>
                </a:lnTo>
                <a:lnTo>
                  <a:pt x="638115" y="1472178"/>
                </a:lnTo>
                <a:lnTo>
                  <a:pt x="639585" y="1473765"/>
                </a:lnTo>
                <a:lnTo>
                  <a:pt x="641047" y="1475321"/>
                </a:lnTo>
                <a:lnTo>
                  <a:pt x="642485" y="1476876"/>
                </a:lnTo>
                <a:lnTo>
                  <a:pt x="643947" y="1478471"/>
                </a:lnTo>
                <a:lnTo>
                  <a:pt x="645417" y="1480027"/>
                </a:lnTo>
                <a:lnTo>
                  <a:pt x="646879" y="1481551"/>
                </a:lnTo>
                <a:lnTo>
                  <a:pt x="648317" y="1483107"/>
                </a:lnTo>
                <a:lnTo>
                  <a:pt x="651248" y="1486163"/>
                </a:lnTo>
                <a:lnTo>
                  <a:pt x="652687" y="1487688"/>
                </a:lnTo>
                <a:lnTo>
                  <a:pt x="655618" y="1490682"/>
                </a:lnTo>
                <a:lnTo>
                  <a:pt x="657080" y="1492206"/>
                </a:lnTo>
                <a:lnTo>
                  <a:pt x="658518" y="1493676"/>
                </a:lnTo>
                <a:lnTo>
                  <a:pt x="659980" y="1495169"/>
                </a:lnTo>
                <a:lnTo>
                  <a:pt x="661450" y="1496638"/>
                </a:lnTo>
                <a:lnTo>
                  <a:pt x="662880" y="1498100"/>
                </a:lnTo>
                <a:lnTo>
                  <a:pt x="665812" y="1501032"/>
                </a:lnTo>
                <a:lnTo>
                  <a:pt x="667281" y="1502470"/>
                </a:lnTo>
                <a:lnTo>
                  <a:pt x="668712" y="1503932"/>
                </a:lnTo>
                <a:lnTo>
                  <a:pt x="670182" y="1505370"/>
                </a:lnTo>
                <a:lnTo>
                  <a:pt x="671644" y="1506777"/>
                </a:lnTo>
                <a:lnTo>
                  <a:pt x="673082" y="1508208"/>
                </a:lnTo>
                <a:lnTo>
                  <a:pt x="674544" y="1509646"/>
                </a:lnTo>
                <a:lnTo>
                  <a:pt x="676013" y="1511053"/>
                </a:lnTo>
                <a:lnTo>
                  <a:pt x="677475" y="1512421"/>
                </a:lnTo>
                <a:lnTo>
                  <a:pt x="678914" y="1513828"/>
                </a:lnTo>
                <a:lnTo>
                  <a:pt x="680383" y="1515236"/>
                </a:lnTo>
                <a:lnTo>
                  <a:pt x="681845" y="1516604"/>
                </a:lnTo>
                <a:lnTo>
                  <a:pt x="683283" y="1517980"/>
                </a:lnTo>
                <a:lnTo>
                  <a:pt x="684745" y="1519355"/>
                </a:lnTo>
                <a:lnTo>
                  <a:pt x="686215" y="1520700"/>
                </a:lnTo>
                <a:lnTo>
                  <a:pt x="687677" y="1522076"/>
                </a:lnTo>
                <a:lnTo>
                  <a:pt x="689115" y="1523420"/>
                </a:lnTo>
                <a:lnTo>
                  <a:pt x="692047" y="1526102"/>
                </a:lnTo>
                <a:lnTo>
                  <a:pt x="693477" y="1527415"/>
                </a:lnTo>
                <a:lnTo>
                  <a:pt x="694947" y="1528728"/>
                </a:lnTo>
                <a:lnTo>
                  <a:pt x="696409" y="1530073"/>
                </a:lnTo>
                <a:lnTo>
                  <a:pt x="697847" y="1531355"/>
                </a:lnTo>
                <a:lnTo>
                  <a:pt x="700778" y="1533981"/>
                </a:lnTo>
                <a:lnTo>
                  <a:pt x="702240" y="1535263"/>
                </a:lnTo>
                <a:lnTo>
                  <a:pt x="703679" y="1536546"/>
                </a:lnTo>
                <a:lnTo>
                  <a:pt x="705148" y="1537828"/>
                </a:lnTo>
                <a:lnTo>
                  <a:pt x="706610" y="1539078"/>
                </a:lnTo>
                <a:lnTo>
                  <a:pt x="708048" y="1540368"/>
                </a:lnTo>
                <a:lnTo>
                  <a:pt x="712442" y="1544120"/>
                </a:lnTo>
                <a:lnTo>
                  <a:pt x="713880" y="1545371"/>
                </a:lnTo>
                <a:lnTo>
                  <a:pt x="716812" y="1547818"/>
                </a:lnTo>
                <a:lnTo>
                  <a:pt x="718242" y="1549037"/>
                </a:lnTo>
                <a:lnTo>
                  <a:pt x="721174" y="1551477"/>
                </a:lnTo>
                <a:lnTo>
                  <a:pt x="722643" y="1552672"/>
                </a:lnTo>
                <a:lnTo>
                  <a:pt x="724074" y="1553861"/>
                </a:lnTo>
                <a:lnTo>
                  <a:pt x="727005" y="1556245"/>
                </a:lnTo>
                <a:lnTo>
                  <a:pt x="728444" y="1557433"/>
                </a:lnTo>
                <a:lnTo>
                  <a:pt x="732837" y="1560912"/>
                </a:lnTo>
                <a:lnTo>
                  <a:pt x="734275" y="1562077"/>
                </a:lnTo>
                <a:lnTo>
                  <a:pt x="735745" y="1563234"/>
                </a:lnTo>
                <a:lnTo>
                  <a:pt x="737207" y="1564367"/>
                </a:lnTo>
                <a:lnTo>
                  <a:pt x="738645" y="1565493"/>
                </a:lnTo>
                <a:lnTo>
                  <a:pt x="740107" y="1566658"/>
                </a:lnTo>
                <a:lnTo>
                  <a:pt x="741577" y="1567752"/>
                </a:lnTo>
                <a:lnTo>
                  <a:pt x="743039" y="1568885"/>
                </a:lnTo>
                <a:lnTo>
                  <a:pt x="744477" y="1570011"/>
                </a:lnTo>
                <a:lnTo>
                  <a:pt x="747408" y="1572216"/>
                </a:lnTo>
                <a:lnTo>
                  <a:pt x="748839" y="1573310"/>
                </a:lnTo>
                <a:lnTo>
                  <a:pt x="750309" y="1574412"/>
                </a:lnTo>
                <a:lnTo>
                  <a:pt x="751771" y="1575483"/>
                </a:lnTo>
                <a:lnTo>
                  <a:pt x="753240" y="1576578"/>
                </a:lnTo>
                <a:lnTo>
                  <a:pt x="754671" y="1577649"/>
                </a:lnTo>
                <a:lnTo>
                  <a:pt x="757602" y="1579783"/>
                </a:lnTo>
                <a:lnTo>
                  <a:pt x="759041" y="1580822"/>
                </a:lnTo>
                <a:lnTo>
                  <a:pt x="760510" y="1581893"/>
                </a:lnTo>
                <a:lnTo>
                  <a:pt x="761972" y="1582933"/>
                </a:lnTo>
                <a:lnTo>
                  <a:pt x="763410" y="1583973"/>
                </a:lnTo>
                <a:lnTo>
                  <a:pt x="766342" y="1586044"/>
                </a:lnTo>
                <a:lnTo>
                  <a:pt x="767803" y="1587053"/>
                </a:lnTo>
                <a:lnTo>
                  <a:pt x="769242" y="1588092"/>
                </a:lnTo>
                <a:lnTo>
                  <a:pt x="772174" y="1590109"/>
                </a:lnTo>
                <a:lnTo>
                  <a:pt x="773604" y="1591118"/>
                </a:lnTo>
                <a:lnTo>
                  <a:pt x="775074" y="1592095"/>
                </a:lnTo>
                <a:lnTo>
                  <a:pt x="776535" y="1593103"/>
                </a:lnTo>
                <a:lnTo>
                  <a:pt x="778005" y="1594080"/>
                </a:lnTo>
                <a:lnTo>
                  <a:pt x="779436" y="1595058"/>
                </a:lnTo>
                <a:lnTo>
                  <a:pt x="782367" y="1597012"/>
                </a:lnTo>
                <a:lnTo>
                  <a:pt x="783805" y="1597989"/>
                </a:lnTo>
                <a:lnTo>
                  <a:pt x="786737" y="1599881"/>
                </a:lnTo>
                <a:lnTo>
                  <a:pt x="788207" y="1600858"/>
                </a:lnTo>
                <a:lnTo>
                  <a:pt x="789637" y="1601773"/>
                </a:lnTo>
                <a:lnTo>
                  <a:pt x="792569" y="1603665"/>
                </a:lnTo>
                <a:lnTo>
                  <a:pt x="794007" y="1604579"/>
                </a:lnTo>
                <a:lnTo>
                  <a:pt x="795469" y="1605525"/>
                </a:lnTo>
                <a:lnTo>
                  <a:pt x="798400" y="1607362"/>
                </a:lnTo>
                <a:lnTo>
                  <a:pt x="799839" y="1608245"/>
                </a:lnTo>
                <a:lnTo>
                  <a:pt x="802770" y="1610082"/>
                </a:lnTo>
                <a:lnTo>
                  <a:pt x="804201" y="1610966"/>
                </a:lnTo>
                <a:lnTo>
                  <a:pt x="808602" y="1613624"/>
                </a:lnTo>
                <a:lnTo>
                  <a:pt x="810040" y="1614507"/>
                </a:lnTo>
                <a:lnTo>
                  <a:pt x="812964" y="1616219"/>
                </a:lnTo>
                <a:lnTo>
                  <a:pt x="814402" y="1617102"/>
                </a:lnTo>
                <a:lnTo>
                  <a:pt x="815872" y="1617923"/>
                </a:lnTo>
                <a:lnTo>
                  <a:pt x="817334" y="1618783"/>
                </a:lnTo>
                <a:lnTo>
                  <a:pt x="818772" y="1619635"/>
                </a:lnTo>
                <a:lnTo>
                  <a:pt x="820234" y="1620495"/>
                </a:lnTo>
                <a:lnTo>
                  <a:pt x="823166" y="1622137"/>
                </a:lnTo>
                <a:lnTo>
                  <a:pt x="824604" y="1622965"/>
                </a:lnTo>
                <a:lnTo>
                  <a:pt x="827536" y="1624615"/>
                </a:lnTo>
                <a:lnTo>
                  <a:pt x="828966" y="1625436"/>
                </a:lnTo>
                <a:lnTo>
                  <a:pt x="830436" y="1626233"/>
                </a:lnTo>
                <a:lnTo>
                  <a:pt x="831898" y="1627054"/>
                </a:lnTo>
                <a:lnTo>
                  <a:pt x="833367" y="1627851"/>
                </a:lnTo>
                <a:lnTo>
                  <a:pt x="834797" y="1628641"/>
                </a:lnTo>
                <a:lnTo>
                  <a:pt x="836268" y="1629438"/>
                </a:lnTo>
                <a:lnTo>
                  <a:pt x="837729" y="1630204"/>
                </a:lnTo>
                <a:lnTo>
                  <a:pt x="839168" y="1630994"/>
                </a:lnTo>
                <a:lnTo>
                  <a:pt x="840637" y="1631791"/>
                </a:lnTo>
                <a:lnTo>
                  <a:pt x="843569" y="1633315"/>
                </a:lnTo>
                <a:lnTo>
                  <a:pt x="844999" y="1634081"/>
                </a:lnTo>
                <a:lnTo>
                  <a:pt x="847930" y="1635606"/>
                </a:lnTo>
                <a:lnTo>
                  <a:pt x="849369" y="1636341"/>
                </a:lnTo>
                <a:lnTo>
                  <a:pt x="850831" y="1637107"/>
                </a:lnTo>
                <a:lnTo>
                  <a:pt x="853762" y="1638569"/>
                </a:lnTo>
                <a:lnTo>
                  <a:pt x="855201" y="1639303"/>
                </a:lnTo>
                <a:lnTo>
                  <a:pt x="858132" y="1640765"/>
                </a:lnTo>
                <a:lnTo>
                  <a:pt x="859563" y="1641469"/>
                </a:lnTo>
                <a:lnTo>
                  <a:pt x="861032" y="1642204"/>
                </a:lnTo>
                <a:lnTo>
                  <a:pt x="863964" y="1643611"/>
                </a:lnTo>
                <a:lnTo>
                  <a:pt x="865402" y="1644306"/>
                </a:lnTo>
                <a:lnTo>
                  <a:pt x="868334" y="1645714"/>
                </a:lnTo>
                <a:lnTo>
                  <a:pt x="869764" y="1646417"/>
                </a:lnTo>
                <a:lnTo>
                  <a:pt x="871234" y="1647089"/>
                </a:lnTo>
                <a:lnTo>
                  <a:pt x="872696" y="1647793"/>
                </a:lnTo>
                <a:lnTo>
                  <a:pt x="874165" y="1648465"/>
                </a:lnTo>
                <a:lnTo>
                  <a:pt x="875596" y="1649137"/>
                </a:lnTo>
                <a:lnTo>
                  <a:pt x="878527" y="1650474"/>
                </a:lnTo>
                <a:lnTo>
                  <a:pt x="879966" y="1651147"/>
                </a:lnTo>
                <a:lnTo>
                  <a:pt x="881428" y="1651788"/>
                </a:lnTo>
                <a:lnTo>
                  <a:pt x="882897" y="1652460"/>
                </a:lnTo>
                <a:lnTo>
                  <a:pt x="884328" y="1653101"/>
                </a:lnTo>
                <a:lnTo>
                  <a:pt x="888729" y="1655032"/>
                </a:lnTo>
                <a:lnTo>
                  <a:pt x="890167" y="1655673"/>
                </a:lnTo>
                <a:lnTo>
                  <a:pt x="893091" y="1656955"/>
                </a:lnTo>
                <a:lnTo>
                  <a:pt x="894529" y="1657564"/>
                </a:lnTo>
                <a:lnTo>
                  <a:pt x="895999" y="1658174"/>
                </a:lnTo>
                <a:lnTo>
                  <a:pt x="897461" y="1658815"/>
                </a:lnTo>
                <a:lnTo>
                  <a:pt x="898931" y="1659425"/>
                </a:lnTo>
                <a:lnTo>
                  <a:pt x="900361" y="1660035"/>
                </a:lnTo>
                <a:lnTo>
                  <a:pt x="901831" y="1660645"/>
                </a:lnTo>
                <a:lnTo>
                  <a:pt x="903293" y="1661223"/>
                </a:lnTo>
                <a:lnTo>
                  <a:pt x="904731" y="1661840"/>
                </a:lnTo>
                <a:lnTo>
                  <a:pt x="906193" y="1662450"/>
                </a:lnTo>
                <a:lnTo>
                  <a:pt x="909124" y="1663607"/>
                </a:lnTo>
                <a:lnTo>
                  <a:pt x="910563" y="1664186"/>
                </a:lnTo>
                <a:lnTo>
                  <a:pt x="913494" y="1665350"/>
                </a:lnTo>
                <a:lnTo>
                  <a:pt x="914924" y="1665929"/>
                </a:lnTo>
                <a:lnTo>
                  <a:pt x="916394" y="1666507"/>
                </a:lnTo>
                <a:lnTo>
                  <a:pt x="917856" y="1667062"/>
                </a:lnTo>
                <a:lnTo>
                  <a:pt x="919326" y="1667641"/>
                </a:lnTo>
                <a:lnTo>
                  <a:pt x="920764" y="1668188"/>
                </a:lnTo>
                <a:lnTo>
                  <a:pt x="923695" y="1669290"/>
                </a:lnTo>
                <a:lnTo>
                  <a:pt x="925126" y="1669838"/>
                </a:lnTo>
                <a:lnTo>
                  <a:pt x="929527" y="1671487"/>
                </a:lnTo>
                <a:lnTo>
                  <a:pt x="930958" y="1672003"/>
                </a:lnTo>
                <a:lnTo>
                  <a:pt x="932427" y="1672558"/>
                </a:lnTo>
                <a:lnTo>
                  <a:pt x="933889" y="1673074"/>
                </a:lnTo>
                <a:lnTo>
                  <a:pt x="935328" y="1673590"/>
                </a:lnTo>
                <a:lnTo>
                  <a:pt x="938259" y="1674630"/>
                </a:lnTo>
                <a:lnTo>
                  <a:pt x="939690" y="1675153"/>
                </a:lnTo>
                <a:lnTo>
                  <a:pt x="942621" y="1676193"/>
                </a:lnTo>
                <a:lnTo>
                  <a:pt x="944091" y="1676678"/>
                </a:lnTo>
                <a:lnTo>
                  <a:pt x="945529" y="1677194"/>
                </a:lnTo>
                <a:lnTo>
                  <a:pt x="946991" y="1677686"/>
                </a:lnTo>
                <a:lnTo>
                  <a:pt x="948461" y="1678202"/>
                </a:lnTo>
                <a:lnTo>
                  <a:pt x="949891" y="1678695"/>
                </a:lnTo>
                <a:lnTo>
                  <a:pt x="954292" y="1680156"/>
                </a:lnTo>
                <a:lnTo>
                  <a:pt x="955723" y="1680618"/>
                </a:lnTo>
                <a:lnTo>
                  <a:pt x="958654" y="1681595"/>
                </a:lnTo>
                <a:lnTo>
                  <a:pt x="960093" y="1682056"/>
                </a:lnTo>
                <a:lnTo>
                  <a:pt x="961555" y="1682541"/>
                </a:lnTo>
                <a:lnTo>
                  <a:pt x="964486" y="1683455"/>
                </a:lnTo>
                <a:lnTo>
                  <a:pt x="965925" y="1683916"/>
                </a:lnTo>
                <a:lnTo>
                  <a:pt x="968856" y="1684831"/>
                </a:lnTo>
                <a:lnTo>
                  <a:pt x="970294" y="1685292"/>
                </a:lnTo>
                <a:lnTo>
                  <a:pt x="971756" y="1685746"/>
                </a:lnTo>
                <a:lnTo>
                  <a:pt x="973218" y="1686176"/>
                </a:lnTo>
                <a:lnTo>
                  <a:pt x="974688" y="1686629"/>
                </a:lnTo>
                <a:lnTo>
                  <a:pt x="976126" y="1687059"/>
                </a:lnTo>
                <a:lnTo>
                  <a:pt x="977588" y="1687489"/>
                </a:lnTo>
                <a:lnTo>
                  <a:pt x="979058" y="1687942"/>
                </a:lnTo>
                <a:lnTo>
                  <a:pt x="980488" y="1688372"/>
                </a:lnTo>
                <a:lnTo>
                  <a:pt x="984889" y="1689654"/>
                </a:lnTo>
                <a:lnTo>
                  <a:pt x="986319" y="1690053"/>
                </a:lnTo>
                <a:lnTo>
                  <a:pt x="989251" y="1690905"/>
                </a:lnTo>
                <a:lnTo>
                  <a:pt x="990689" y="1691304"/>
                </a:lnTo>
                <a:lnTo>
                  <a:pt x="992151" y="1691734"/>
                </a:lnTo>
                <a:lnTo>
                  <a:pt x="995083" y="1692523"/>
                </a:lnTo>
                <a:lnTo>
                  <a:pt x="996521" y="1692922"/>
                </a:lnTo>
                <a:lnTo>
                  <a:pt x="999453" y="1693719"/>
                </a:lnTo>
                <a:lnTo>
                  <a:pt x="1000891" y="1694118"/>
                </a:lnTo>
                <a:lnTo>
                  <a:pt x="1003822" y="1694908"/>
                </a:lnTo>
                <a:lnTo>
                  <a:pt x="1005253" y="1695275"/>
                </a:lnTo>
                <a:lnTo>
                  <a:pt x="1006723" y="1695674"/>
                </a:lnTo>
                <a:lnTo>
                  <a:pt x="1008184" y="1696041"/>
                </a:lnTo>
                <a:lnTo>
                  <a:pt x="1009654" y="1696432"/>
                </a:lnTo>
                <a:lnTo>
                  <a:pt x="1011085" y="1696799"/>
                </a:lnTo>
                <a:lnTo>
                  <a:pt x="1014016" y="1697534"/>
                </a:lnTo>
                <a:lnTo>
                  <a:pt x="1015455" y="1697933"/>
                </a:lnTo>
                <a:lnTo>
                  <a:pt x="1016916" y="1698300"/>
                </a:lnTo>
                <a:lnTo>
                  <a:pt x="1018386" y="1698636"/>
                </a:lnTo>
                <a:lnTo>
                  <a:pt x="1019848" y="1698996"/>
                </a:lnTo>
                <a:lnTo>
                  <a:pt x="1021286" y="1699363"/>
                </a:lnTo>
                <a:lnTo>
                  <a:pt x="1022748" y="1699731"/>
                </a:lnTo>
                <a:lnTo>
                  <a:pt x="1024218" y="1700067"/>
                </a:lnTo>
                <a:lnTo>
                  <a:pt x="1025656" y="1700434"/>
                </a:lnTo>
                <a:lnTo>
                  <a:pt x="1027118" y="1700771"/>
                </a:lnTo>
                <a:lnTo>
                  <a:pt x="1028588" y="1701138"/>
                </a:lnTo>
                <a:lnTo>
                  <a:pt x="1030049" y="1701474"/>
                </a:lnTo>
                <a:lnTo>
                  <a:pt x="1031488" y="1701810"/>
                </a:lnTo>
                <a:lnTo>
                  <a:pt x="1034419" y="1702482"/>
                </a:lnTo>
                <a:lnTo>
                  <a:pt x="1035850" y="1702819"/>
                </a:lnTo>
                <a:lnTo>
                  <a:pt x="1040251" y="1703827"/>
                </a:lnTo>
                <a:lnTo>
                  <a:pt x="1041682" y="1704132"/>
                </a:lnTo>
                <a:lnTo>
                  <a:pt x="1043151" y="1704468"/>
                </a:lnTo>
                <a:lnTo>
                  <a:pt x="1044613" y="1704773"/>
                </a:lnTo>
                <a:lnTo>
                  <a:pt x="1046052" y="1705109"/>
                </a:lnTo>
                <a:lnTo>
                  <a:pt x="1047513" y="1705414"/>
                </a:lnTo>
                <a:lnTo>
                  <a:pt x="1048983" y="1705750"/>
                </a:lnTo>
                <a:lnTo>
                  <a:pt x="1050445" y="1706055"/>
                </a:lnTo>
                <a:lnTo>
                  <a:pt x="1051883" y="1706360"/>
                </a:lnTo>
                <a:lnTo>
                  <a:pt x="1054815" y="1706970"/>
                </a:lnTo>
                <a:lnTo>
                  <a:pt x="1056253" y="1707274"/>
                </a:lnTo>
                <a:lnTo>
                  <a:pt x="1060646" y="1708189"/>
                </a:lnTo>
                <a:lnTo>
                  <a:pt x="1062085" y="1708463"/>
                </a:lnTo>
                <a:lnTo>
                  <a:pt x="1065016" y="1709080"/>
                </a:lnTo>
                <a:lnTo>
                  <a:pt x="1066446" y="1709354"/>
                </a:lnTo>
                <a:lnTo>
                  <a:pt x="1067916" y="1709659"/>
                </a:lnTo>
                <a:lnTo>
                  <a:pt x="1069378" y="1709932"/>
                </a:lnTo>
                <a:lnTo>
                  <a:pt x="1070816" y="1710206"/>
                </a:lnTo>
                <a:lnTo>
                  <a:pt x="1072278" y="1710480"/>
                </a:lnTo>
                <a:lnTo>
                  <a:pt x="1073748" y="1710784"/>
                </a:lnTo>
                <a:lnTo>
                  <a:pt x="1075210" y="1711058"/>
                </a:lnTo>
                <a:lnTo>
                  <a:pt x="1076648" y="1711339"/>
                </a:lnTo>
                <a:lnTo>
                  <a:pt x="1079580" y="1711887"/>
                </a:lnTo>
                <a:lnTo>
                  <a:pt x="1081018" y="1712129"/>
                </a:lnTo>
                <a:lnTo>
                  <a:pt x="1085411" y="1712958"/>
                </a:lnTo>
                <a:lnTo>
                  <a:pt x="1086850" y="1713200"/>
                </a:lnTo>
                <a:lnTo>
                  <a:pt x="1088311" y="1713474"/>
                </a:lnTo>
                <a:lnTo>
                  <a:pt x="1089781" y="1713716"/>
                </a:lnTo>
                <a:lnTo>
                  <a:pt x="1091212" y="1713990"/>
                </a:lnTo>
                <a:lnTo>
                  <a:pt x="1094143" y="1714482"/>
                </a:lnTo>
                <a:lnTo>
                  <a:pt x="1095613" y="1714756"/>
                </a:lnTo>
                <a:lnTo>
                  <a:pt x="1097043" y="1714998"/>
                </a:lnTo>
                <a:lnTo>
                  <a:pt x="1099975" y="1715490"/>
                </a:lnTo>
                <a:lnTo>
                  <a:pt x="1101413" y="1715733"/>
                </a:lnTo>
                <a:lnTo>
                  <a:pt x="1105807" y="1716468"/>
                </a:lnTo>
                <a:lnTo>
                  <a:pt x="1107245" y="1716679"/>
                </a:lnTo>
                <a:lnTo>
                  <a:pt x="1110176" y="1717171"/>
                </a:lnTo>
                <a:lnTo>
                  <a:pt x="1111615" y="1717382"/>
                </a:lnTo>
                <a:lnTo>
                  <a:pt x="1113077" y="1717625"/>
                </a:lnTo>
                <a:lnTo>
                  <a:pt x="1114546" y="1717843"/>
                </a:lnTo>
                <a:lnTo>
                  <a:pt x="1116008" y="1718086"/>
                </a:lnTo>
                <a:lnTo>
                  <a:pt x="1117447" y="1718297"/>
                </a:lnTo>
                <a:lnTo>
                  <a:pt x="1118908" y="1718539"/>
                </a:lnTo>
                <a:lnTo>
                  <a:pt x="1120378" y="1718758"/>
                </a:lnTo>
                <a:lnTo>
                  <a:pt x="1121809" y="1718969"/>
                </a:lnTo>
                <a:lnTo>
                  <a:pt x="1123278" y="1719188"/>
                </a:lnTo>
                <a:lnTo>
                  <a:pt x="1124740" y="1719430"/>
                </a:lnTo>
                <a:lnTo>
                  <a:pt x="1126179" y="1719641"/>
                </a:lnTo>
                <a:lnTo>
                  <a:pt x="1130571" y="1720282"/>
                </a:lnTo>
                <a:lnTo>
                  <a:pt x="1132010" y="1720470"/>
                </a:lnTo>
                <a:lnTo>
                  <a:pt x="1134941" y="1720892"/>
                </a:lnTo>
                <a:lnTo>
                  <a:pt x="1136380" y="1721111"/>
                </a:lnTo>
                <a:lnTo>
                  <a:pt x="1137841" y="1721291"/>
                </a:lnTo>
                <a:lnTo>
                  <a:pt x="1140773" y="1721721"/>
                </a:lnTo>
                <a:lnTo>
                  <a:pt x="1142211" y="1721901"/>
                </a:lnTo>
                <a:lnTo>
                  <a:pt x="1143673" y="1722119"/>
                </a:lnTo>
                <a:lnTo>
                  <a:pt x="1145143" y="1722299"/>
                </a:lnTo>
                <a:lnTo>
                  <a:pt x="1146573" y="1722510"/>
                </a:lnTo>
                <a:lnTo>
                  <a:pt x="1150975" y="1723065"/>
                </a:lnTo>
                <a:lnTo>
                  <a:pt x="1152405" y="1723276"/>
                </a:lnTo>
                <a:lnTo>
                  <a:pt x="1155337" y="1723644"/>
                </a:lnTo>
                <a:lnTo>
                  <a:pt x="1156775" y="1723824"/>
                </a:lnTo>
                <a:lnTo>
                  <a:pt x="1161168" y="1724379"/>
                </a:lnTo>
                <a:lnTo>
                  <a:pt x="1162607" y="1724558"/>
                </a:lnTo>
                <a:lnTo>
                  <a:pt x="1164076" y="1724738"/>
                </a:lnTo>
                <a:lnTo>
                  <a:pt x="1165538" y="1724895"/>
                </a:lnTo>
                <a:lnTo>
                  <a:pt x="1166977" y="1725074"/>
                </a:lnTo>
                <a:lnTo>
                  <a:pt x="1168438" y="1725262"/>
                </a:lnTo>
                <a:lnTo>
                  <a:pt x="1169908" y="1725411"/>
                </a:lnTo>
                <a:lnTo>
                  <a:pt x="1171370" y="1725598"/>
                </a:lnTo>
                <a:lnTo>
                  <a:pt x="1172808" y="1725778"/>
                </a:lnTo>
                <a:lnTo>
                  <a:pt x="1174270" y="1725934"/>
                </a:lnTo>
                <a:lnTo>
                  <a:pt x="1175740" y="1726114"/>
                </a:lnTo>
                <a:lnTo>
                  <a:pt x="1177170" y="1726270"/>
                </a:lnTo>
                <a:lnTo>
                  <a:pt x="1178640" y="1726450"/>
                </a:lnTo>
                <a:lnTo>
                  <a:pt x="1181572" y="1726755"/>
                </a:lnTo>
                <a:lnTo>
                  <a:pt x="1183002" y="1726943"/>
                </a:lnTo>
                <a:lnTo>
                  <a:pt x="1185934" y="1727248"/>
                </a:lnTo>
                <a:lnTo>
                  <a:pt x="1187372" y="1727396"/>
                </a:lnTo>
                <a:lnTo>
                  <a:pt x="1188842" y="1727552"/>
                </a:lnTo>
                <a:lnTo>
                  <a:pt x="1190303" y="1727732"/>
                </a:lnTo>
                <a:lnTo>
                  <a:pt x="1191742" y="1727889"/>
                </a:lnTo>
                <a:lnTo>
                  <a:pt x="1194673" y="1728193"/>
                </a:lnTo>
                <a:lnTo>
                  <a:pt x="1196135" y="1728311"/>
                </a:lnTo>
                <a:lnTo>
                  <a:pt x="1197574" y="1728467"/>
                </a:lnTo>
                <a:lnTo>
                  <a:pt x="1200505" y="1728772"/>
                </a:lnTo>
                <a:lnTo>
                  <a:pt x="1201935" y="1728928"/>
                </a:lnTo>
                <a:lnTo>
                  <a:pt x="1203405" y="1729077"/>
                </a:lnTo>
                <a:lnTo>
                  <a:pt x="1204867" y="1729202"/>
                </a:lnTo>
                <a:lnTo>
                  <a:pt x="1206337" y="1729350"/>
                </a:lnTo>
                <a:lnTo>
                  <a:pt x="1207767" y="1729507"/>
                </a:lnTo>
                <a:lnTo>
                  <a:pt x="1209237" y="1729624"/>
                </a:lnTo>
                <a:lnTo>
                  <a:pt x="1210698" y="1729780"/>
                </a:lnTo>
                <a:lnTo>
                  <a:pt x="1212137" y="1729905"/>
                </a:lnTo>
                <a:lnTo>
                  <a:pt x="1213599" y="1730054"/>
                </a:lnTo>
                <a:lnTo>
                  <a:pt x="1215068" y="1730179"/>
                </a:lnTo>
                <a:lnTo>
                  <a:pt x="1216538" y="1730328"/>
                </a:lnTo>
                <a:lnTo>
                  <a:pt x="1217968" y="1730453"/>
                </a:lnTo>
                <a:lnTo>
                  <a:pt x="1219438" y="1730601"/>
                </a:lnTo>
                <a:lnTo>
                  <a:pt x="1220900" y="1730726"/>
                </a:lnTo>
                <a:lnTo>
                  <a:pt x="1222338" y="1730851"/>
                </a:lnTo>
                <a:lnTo>
                  <a:pt x="1223800" y="1730969"/>
                </a:lnTo>
                <a:lnTo>
                  <a:pt x="1225270" y="1731125"/>
                </a:lnTo>
                <a:lnTo>
                  <a:pt x="1226732" y="1731250"/>
                </a:lnTo>
                <a:lnTo>
                  <a:pt x="1228170" y="1731367"/>
                </a:lnTo>
                <a:lnTo>
                  <a:pt x="1231102" y="1731610"/>
                </a:lnTo>
                <a:lnTo>
                  <a:pt x="1232532" y="1731735"/>
                </a:lnTo>
                <a:lnTo>
                  <a:pt x="1236933" y="1732102"/>
                </a:lnTo>
                <a:lnTo>
                  <a:pt x="1238364" y="1732219"/>
                </a:lnTo>
                <a:lnTo>
                  <a:pt x="1241295" y="1732469"/>
                </a:lnTo>
                <a:lnTo>
                  <a:pt x="1242734" y="1732587"/>
                </a:lnTo>
                <a:lnTo>
                  <a:pt x="1245665" y="1732837"/>
                </a:lnTo>
                <a:lnTo>
                  <a:pt x="1247135" y="1732923"/>
                </a:lnTo>
                <a:lnTo>
                  <a:pt x="1248565" y="1733048"/>
                </a:lnTo>
                <a:lnTo>
                  <a:pt x="1250035" y="1733173"/>
                </a:lnTo>
                <a:lnTo>
                  <a:pt x="1251497" y="1733259"/>
                </a:lnTo>
                <a:lnTo>
                  <a:pt x="1252935" y="1733384"/>
                </a:lnTo>
                <a:lnTo>
                  <a:pt x="1254397" y="1733509"/>
                </a:lnTo>
                <a:lnTo>
                  <a:pt x="1255867" y="1733595"/>
                </a:lnTo>
                <a:lnTo>
                  <a:pt x="1257297" y="1733720"/>
                </a:lnTo>
                <a:lnTo>
                  <a:pt x="1258767" y="1733814"/>
                </a:lnTo>
                <a:lnTo>
                  <a:pt x="1260229" y="1733931"/>
                </a:lnTo>
                <a:lnTo>
                  <a:pt x="1261699" y="1734025"/>
                </a:lnTo>
                <a:lnTo>
                  <a:pt x="1263129" y="1734150"/>
                </a:lnTo>
                <a:lnTo>
                  <a:pt x="1264599" y="1734236"/>
                </a:lnTo>
                <a:lnTo>
                  <a:pt x="1266061" y="1734361"/>
                </a:lnTo>
                <a:lnTo>
                  <a:pt x="1267499" y="1734455"/>
                </a:lnTo>
                <a:lnTo>
                  <a:pt x="1268969" y="1734541"/>
                </a:lnTo>
                <a:lnTo>
                  <a:pt x="1270430" y="1734666"/>
                </a:lnTo>
                <a:lnTo>
                  <a:pt x="1271900" y="1734760"/>
                </a:lnTo>
                <a:lnTo>
                  <a:pt x="1273331" y="1734846"/>
                </a:lnTo>
                <a:lnTo>
                  <a:pt x="1276262" y="1735034"/>
                </a:lnTo>
                <a:lnTo>
                  <a:pt x="1277701" y="1735159"/>
                </a:lnTo>
                <a:lnTo>
                  <a:pt x="1282093" y="1735432"/>
                </a:lnTo>
                <a:lnTo>
                  <a:pt x="1283532" y="1735518"/>
                </a:lnTo>
                <a:lnTo>
                  <a:pt x="1286463" y="1735706"/>
                </a:lnTo>
                <a:lnTo>
                  <a:pt x="1287894" y="1735800"/>
                </a:lnTo>
                <a:lnTo>
                  <a:pt x="1292295" y="1736073"/>
                </a:lnTo>
                <a:lnTo>
                  <a:pt x="1293726" y="1736159"/>
                </a:lnTo>
                <a:lnTo>
                  <a:pt x="1296665" y="1736347"/>
                </a:lnTo>
                <a:lnTo>
                  <a:pt x="1298095" y="1736409"/>
                </a:lnTo>
                <a:lnTo>
                  <a:pt x="1302497" y="1736683"/>
                </a:lnTo>
                <a:lnTo>
                  <a:pt x="1303927" y="1736777"/>
                </a:lnTo>
                <a:lnTo>
                  <a:pt x="1305397" y="1736832"/>
                </a:lnTo>
                <a:lnTo>
                  <a:pt x="1306859" y="1736925"/>
                </a:lnTo>
                <a:lnTo>
                  <a:pt x="1308297" y="1737019"/>
                </a:lnTo>
                <a:lnTo>
                  <a:pt x="1309759" y="1737082"/>
                </a:lnTo>
                <a:lnTo>
                  <a:pt x="1311229" y="1737168"/>
                </a:lnTo>
                <a:lnTo>
                  <a:pt x="1312659" y="1737261"/>
                </a:lnTo>
                <a:lnTo>
                  <a:pt x="1314129" y="1737324"/>
                </a:lnTo>
                <a:lnTo>
                  <a:pt x="1315591" y="1737418"/>
                </a:lnTo>
                <a:lnTo>
                  <a:pt x="1317060" y="1737473"/>
                </a:lnTo>
                <a:lnTo>
                  <a:pt x="1318491" y="1737566"/>
                </a:lnTo>
                <a:lnTo>
                  <a:pt x="1319961" y="1737629"/>
                </a:lnTo>
                <a:lnTo>
                  <a:pt x="1321422" y="1737723"/>
                </a:lnTo>
                <a:lnTo>
                  <a:pt x="1322861" y="1737778"/>
                </a:lnTo>
                <a:lnTo>
                  <a:pt x="1324330" y="1737871"/>
                </a:lnTo>
                <a:lnTo>
                  <a:pt x="1327262" y="1737996"/>
                </a:lnTo>
                <a:lnTo>
                  <a:pt x="1328692" y="1738082"/>
                </a:lnTo>
                <a:lnTo>
                  <a:pt x="1330162" y="1738145"/>
                </a:lnTo>
                <a:lnTo>
                  <a:pt x="1331624" y="1738239"/>
                </a:lnTo>
                <a:lnTo>
                  <a:pt x="1333062" y="1738301"/>
                </a:lnTo>
                <a:lnTo>
                  <a:pt x="1335994" y="1738419"/>
                </a:lnTo>
                <a:lnTo>
                  <a:pt x="1337456" y="1738512"/>
                </a:lnTo>
                <a:lnTo>
                  <a:pt x="1338894" y="1738575"/>
                </a:lnTo>
                <a:lnTo>
                  <a:pt x="1341826" y="1738700"/>
                </a:lnTo>
                <a:lnTo>
                  <a:pt x="1343256" y="1738786"/>
                </a:lnTo>
                <a:lnTo>
                  <a:pt x="1347657" y="1738973"/>
                </a:lnTo>
                <a:lnTo>
                  <a:pt x="1349096" y="1739036"/>
                </a:lnTo>
                <a:lnTo>
                  <a:pt x="1352027" y="1739153"/>
                </a:lnTo>
                <a:lnTo>
                  <a:pt x="1353457" y="1739216"/>
                </a:lnTo>
                <a:lnTo>
                  <a:pt x="1357858" y="1739396"/>
                </a:lnTo>
                <a:lnTo>
                  <a:pt x="1359289" y="1739458"/>
                </a:lnTo>
                <a:lnTo>
                  <a:pt x="1362220" y="1739583"/>
                </a:lnTo>
                <a:lnTo>
                  <a:pt x="1363659" y="1739646"/>
                </a:lnTo>
                <a:lnTo>
                  <a:pt x="1368052" y="1739826"/>
                </a:lnTo>
                <a:lnTo>
                  <a:pt x="1369491" y="1739888"/>
                </a:lnTo>
                <a:lnTo>
                  <a:pt x="1372422" y="1740013"/>
                </a:lnTo>
                <a:lnTo>
                  <a:pt x="1373853" y="1740037"/>
                </a:lnTo>
                <a:lnTo>
                  <a:pt x="1376792" y="1740162"/>
                </a:lnTo>
                <a:lnTo>
                  <a:pt x="1378222" y="1740224"/>
                </a:lnTo>
                <a:lnTo>
                  <a:pt x="1379692" y="1740287"/>
                </a:lnTo>
                <a:lnTo>
                  <a:pt x="1381154" y="1740318"/>
                </a:lnTo>
                <a:lnTo>
                  <a:pt x="1382624" y="1740373"/>
                </a:lnTo>
                <a:lnTo>
                  <a:pt x="1384054" y="1740435"/>
                </a:lnTo>
                <a:lnTo>
                  <a:pt x="1385524" y="1740467"/>
                </a:lnTo>
                <a:lnTo>
                  <a:pt x="1386986" y="1740529"/>
                </a:lnTo>
                <a:lnTo>
                  <a:pt x="1388424" y="1740592"/>
                </a:lnTo>
                <a:lnTo>
                  <a:pt x="1389886" y="1740623"/>
                </a:lnTo>
                <a:lnTo>
                  <a:pt x="1392817" y="1740740"/>
                </a:lnTo>
                <a:lnTo>
                  <a:pt x="1394256" y="1740771"/>
                </a:lnTo>
                <a:lnTo>
                  <a:pt x="1397187" y="1740896"/>
                </a:lnTo>
                <a:lnTo>
                  <a:pt x="1398618" y="1740928"/>
                </a:lnTo>
                <a:lnTo>
                  <a:pt x="1400088" y="1740990"/>
                </a:lnTo>
                <a:lnTo>
                  <a:pt x="1401549" y="1741021"/>
                </a:lnTo>
                <a:lnTo>
                  <a:pt x="1403019" y="1741076"/>
                </a:lnTo>
                <a:lnTo>
                  <a:pt x="1404457" y="1741108"/>
                </a:lnTo>
                <a:lnTo>
                  <a:pt x="1405919" y="1741170"/>
                </a:lnTo>
                <a:lnTo>
                  <a:pt x="1407389" y="1741201"/>
                </a:lnTo>
                <a:lnTo>
                  <a:pt x="1408819" y="1741264"/>
                </a:lnTo>
                <a:lnTo>
                  <a:pt x="1410289" y="1741295"/>
                </a:lnTo>
                <a:lnTo>
                  <a:pt x="1411751" y="1741350"/>
                </a:lnTo>
                <a:lnTo>
                  <a:pt x="1413221" y="1741381"/>
                </a:lnTo>
                <a:lnTo>
                  <a:pt x="1414651" y="1741444"/>
                </a:lnTo>
                <a:lnTo>
                  <a:pt x="1417582" y="1741506"/>
                </a:lnTo>
                <a:lnTo>
                  <a:pt x="1419021" y="1741569"/>
                </a:lnTo>
                <a:lnTo>
                  <a:pt x="1420482" y="1741600"/>
                </a:lnTo>
                <a:lnTo>
                  <a:pt x="1421952" y="1741663"/>
                </a:lnTo>
                <a:lnTo>
                  <a:pt x="1423414" y="1741686"/>
                </a:lnTo>
                <a:lnTo>
                  <a:pt x="1424852" y="1741717"/>
                </a:lnTo>
                <a:lnTo>
                  <a:pt x="1426314" y="1741780"/>
                </a:lnTo>
                <a:lnTo>
                  <a:pt x="1427784" y="1741811"/>
                </a:lnTo>
                <a:lnTo>
                  <a:pt x="1429222" y="1741842"/>
                </a:lnTo>
                <a:lnTo>
                  <a:pt x="1430684" y="1741874"/>
                </a:lnTo>
                <a:lnTo>
                  <a:pt x="1432154" y="1741936"/>
                </a:lnTo>
                <a:lnTo>
                  <a:pt x="1433615" y="1741967"/>
                </a:lnTo>
                <a:lnTo>
                  <a:pt x="1435054" y="1741991"/>
                </a:lnTo>
                <a:lnTo>
                  <a:pt x="1436516" y="1742054"/>
                </a:lnTo>
                <a:lnTo>
                  <a:pt x="1437985" y="1742085"/>
                </a:lnTo>
                <a:lnTo>
                  <a:pt x="1439416" y="1742116"/>
                </a:lnTo>
                <a:lnTo>
                  <a:pt x="1442347" y="1742179"/>
                </a:lnTo>
                <a:lnTo>
                  <a:pt x="1443786" y="1742241"/>
                </a:lnTo>
                <a:lnTo>
                  <a:pt x="1448179" y="1742327"/>
                </a:lnTo>
                <a:lnTo>
                  <a:pt x="1449618" y="1742358"/>
                </a:lnTo>
                <a:lnTo>
                  <a:pt x="1451079" y="1742390"/>
                </a:lnTo>
                <a:lnTo>
                  <a:pt x="1452549" y="1742452"/>
                </a:lnTo>
                <a:lnTo>
                  <a:pt x="1453980" y="1742483"/>
                </a:lnTo>
                <a:lnTo>
                  <a:pt x="1458381" y="1742577"/>
                </a:lnTo>
                <a:lnTo>
                  <a:pt x="1459819" y="1742608"/>
                </a:lnTo>
                <a:lnTo>
                  <a:pt x="1462751" y="1742663"/>
                </a:lnTo>
                <a:lnTo>
                  <a:pt x="1464181" y="1742695"/>
                </a:lnTo>
                <a:lnTo>
                  <a:pt x="1468582" y="1742788"/>
                </a:lnTo>
                <a:lnTo>
                  <a:pt x="1470013" y="1742820"/>
                </a:lnTo>
                <a:lnTo>
                  <a:pt x="1472944" y="1742882"/>
                </a:lnTo>
                <a:lnTo>
                  <a:pt x="1474383" y="1742913"/>
                </a:lnTo>
                <a:lnTo>
                  <a:pt x="1478776" y="1742999"/>
                </a:lnTo>
                <a:lnTo>
                  <a:pt x="1480215" y="1743031"/>
                </a:lnTo>
                <a:lnTo>
                  <a:pt x="1483146" y="1743093"/>
                </a:lnTo>
                <a:lnTo>
                  <a:pt x="1484584" y="1743124"/>
                </a:lnTo>
                <a:lnTo>
                  <a:pt x="1488978" y="1743218"/>
                </a:lnTo>
                <a:lnTo>
                  <a:pt x="1490416" y="1743249"/>
                </a:lnTo>
                <a:lnTo>
                  <a:pt x="1491877" y="1743281"/>
                </a:lnTo>
                <a:lnTo>
                  <a:pt x="1493348" y="1743281"/>
                </a:lnTo>
                <a:lnTo>
                  <a:pt x="1494778" y="1743304"/>
                </a:lnTo>
                <a:lnTo>
                  <a:pt x="1497709" y="1743367"/>
                </a:lnTo>
                <a:lnTo>
                  <a:pt x="1499148" y="1743398"/>
                </a:lnTo>
                <a:lnTo>
                  <a:pt x="1502079" y="1743461"/>
                </a:lnTo>
                <a:lnTo>
                  <a:pt x="1503541" y="1743461"/>
                </a:lnTo>
                <a:lnTo>
                  <a:pt x="1504979" y="1743492"/>
                </a:lnTo>
                <a:lnTo>
                  <a:pt x="1507911" y="1743554"/>
                </a:lnTo>
                <a:lnTo>
                  <a:pt x="1509349" y="1743586"/>
                </a:lnTo>
                <a:lnTo>
                  <a:pt x="1510811" y="1743586"/>
                </a:lnTo>
                <a:lnTo>
                  <a:pt x="1513742" y="1743640"/>
                </a:lnTo>
                <a:lnTo>
                  <a:pt x="1515181" y="1743672"/>
                </a:lnTo>
                <a:lnTo>
                  <a:pt x="1516643" y="1743672"/>
                </a:lnTo>
                <a:lnTo>
                  <a:pt x="1518112" y="1743703"/>
                </a:lnTo>
                <a:lnTo>
                  <a:pt x="1519543" y="1743734"/>
                </a:lnTo>
                <a:lnTo>
                  <a:pt x="1521013" y="1743765"/>
                </a:lnTo>
                <a:lnTo>
                  <a:pt x="1522474" y="1743765"/>
                </a:lnTo>
                <a:lnTo>
                  <a:pt x="1523944" y="1743797"/>
                </a:lnTo>
                <a:lnTo>
                  <a:pt x="1525375" y="1743828"/>
                </a:lnTo>
                <a:lnTo>
                  <a:pt x="1526844" y="1743859"/>
                </a:lnTo>
                <a:lnTo>
                  <a:pt x="1528306" y="1743859"/>
                </a:lnTo>
                <a:lnTo>
                  <a:pt x="1529745" y="1743890"/>
                </a:lnTo>
                <a:lnTo>
                  <a:pt x="1531206" y="1743922"/>
                </a:lnTo>
                <a:lnTo>
                  <a:pt x="1532676" y="1743922"/>
                </a:lnTo>
                <a:lnTo>
                  <a:pt x="1534138" y="1743945"/>
                </a:lnTo>
                <a:lnTo>
                  <a:pt x="1535576" y="1743977"/>
                </a:lnTo>
                <a:lnTo>
                  <a:pt x="1537046" y="1743977"/>
                </a:lnTo>
                <a:lnTo>
                  <a:pt x="1538508" y="1744008"/>
                </a:lnTo>
                <a:lnTo>
                  <a:pt x="1539946" y="1744039"/>
                </a:lnTo>
                <a:lnTo>
                  <a:pt x="1541408" y="1744039"/>
                </a:lnTo>
                <a:lnTo>
                  <a:pt x="1544339" y="1744102"/>
                </a:lnTo>
                <a:lnTo>
                  <a:pt x="1545778" y="1744102"/>
                </a:lnTo>
                <a:lnTo>
                  <a:pt x="1547240" y="1744133"/>
                </a:lnTo>
                <a:lnTo>
                  <a:pt x="1548709" y="1744133"/>
                </a:lnTo>
                <a:lnTo>
                  <a:pt x="1550140" y="1744164"/>
                </a:lnTo>
                <a:lnTo>
                  <a:pt x="1551610" y="1744195"/>
                </a:lnTo>
                <a:lnTo>
                  <a:pt x="1553071" y="1744195"/>
                </a:lnTo>
                <a:lnTo>
                  <a:pt x="1554541" y="1744227"/>
                </a:lnTo>
                <a:lnTo>
                  <a:pt x="1555972" y="1744227"/>
                </a:lnTo>
                <a:lnTo>
                  <a:pt x="1558903" y="1744281"/>
                </a:lnTo>
                <a:lnTo>
                  <a:pt x="1560342" y="1744281"/>
                </a:lnTo>
                <a:lnTo>
                  <a:pt x="1561803" y="1744313"/>
                </a:lnTo>
                <a:lnTo>
                  <a:pt x="1563273" y="1744313"/>
                </a:lnTo>
                <a:lnTo>
                  <a:pt x="1564711" y="1744344"/>
                </a:lnTo>
                <a:lnTo>
                  <a:pt x="1566173" y="1744344"/>
                </a:lnTo>
                <a:lnTo>
                  <a:pt x="1567643" y="1744375"/>
                </a:lnTo>
                <a:lnTo>
                  <a:pt x="1569104" y="1744375"/>
                </a:lnTo>
                <a:lnTo>
                  <a:pt x="1570543" y="1744406"/>
                </a:lnTo>
                <a:lnTo>
                  <a:pt x="1572004" y="1744406"/>
                </a:lnTo>
                <a:lnTo>
                  <a:pt x="1573474" y="1744438"/>
                </a:lnTo>
                <a:lnTo>
                  <a:pt x="1574905" y="1744438"/>
                </a:lnTo>
                <a:lnTo>
                  <a:pt x="1576374" y="1744469"/>
                </a:lnTo>
                <a:lnTo>
                  <a:pt x="1577836" y="1744469"/>
                </a:lnTo>
                <a:lnTo>
                  <a:pt x="1579306" y="1744500"/>
                </a:lnTo>
                <a:lnTo>
                  <a:pt x="1580736" y="1744500"/>
                </a:lnTo>
                <a:lnTo>
                  <a:pt x="1582206" y="1744531"/>
                </a:lnTo>
                <a:lnTo>
                  <a:pt x="1583668" y="1744531"/>
                </a:lnTo>
                <a:lnTo>
                  <a:pt x="1585106" y="1744563"/>
                </a:lnTo>
                <a:lnTo>
                  <a:pt x="1586568" y="1744563"/>
                </a:lnTo>
                <a:lnTo>
                  <a:pt x="1588038" y="1744594"/>
                </a:lnTo>
                <a:lnTo>
                  <a:pt x="1589500" y="1744594"/>
                </a:lnTo>
                <a:lnTo>
                  <a:pt x="1590938" y="1744618"/>
                </a:lnTo>
                <a:lnTo>
                  <a:pt x="1592408" y="1744618"/>
                </a:lnTo>
                <a:lnTo>
                  <a:pt x="1593869" y="1744649"/>
                </a:lnTo>
                <a:lnTo>
                  <a:pt x="1595308" y="1744649"/>
                </a:lnTo>
                <a:lnTo>
                  <a:pt x="1596770" y="1744680"/>
                </a:lnTo>
                <a:lnTo>
                  <a:pt x="1598239" y="1744680"/>
                </a:lnTo>
                <a:lnTo>
                  <a:pt x="1599701" y="1744711"/>
                </a:lnTo>
                <a:lnTo>
                  <a:pt x="1602601" y="1744711"/>
                </a:lnTo>
                <a:lnTo>
                  <a:pt x="1604071" y="1744743"/>
                </a:lnTo>
                <a:lnTo>
                  <a:pt x="1605502" y="1744743"/>
                </a:lnTo>
                <a:lnTo>
                  <a:pt x="1606971" y="1744774"/>
                </a:lnTo>
                <a:lnTo>
                  <a:pt x="1609903" y="1744774"/>
                </a:lnTo>
                <a:lnTo>
                  <a:pt x="1611333" y="1744805"/>
                </a:lnTo>
                <a:lnTo>
                  <a:pt x="1612803" y="1744805"/>
                </a:lnTo>
                <a:lnTo>
                  <a:pt x="1614265" y="1744836"/>
                </a:lnTo>
                <a:lnTo>
                  <a:pt x="1617173" y="1744836"/>
                </a:lnTo>
                <a:lnTo>
                  <a:pt x="1618635" y="1744868"/>
                </a:lnTo>
                <a:lnTo>
                  <a:pt x="1620073" y="1744868"/>
                </a:lnTo>
                <a:lnTo>
                  <a:pt x="1621535" y="1744899"/>
                </a:lnTo>
                <a:lnTo>
                  <a:pt x="1624466" y="1744899"/>
                </a:lnTo>
                <a:lnTo>
                  <a:pt x="1625905" y="1744930"/>
                </a:lnTo>
                <a:lnTo>
                  <a:pt x="1628836" y="1744930"/>
                </a:lnTo>
                <a:lnTo>
                  <a:pt x="1630267" y="1744954"/>
                </a:lnTo>
                <a:lnTo>
                  <a:pt x="1633198" y="1744954"/>
                </a:lnTo>
                <a:lnTo>
                  <a:pt x="1634668" y="1744985"/>
                </a:lnTo>
                <a:lnTo>
                  <a:pt x="1636098" y="1744985"/>
                </a:lnTo>
                <a:lnTo>
                  <a:pt x="1637568" y="1745962"/>
                </a:lnTo>
                <a:lnTo>
                  <a:pt x="0" y="1745962"/>
                </a:lnTo>
                <a:close/>
              </a:path>
            </a:pathLst>
          </a:custGeom>
          <a:solidFill>
            <a:schemeClr val="bg2">
              <a:lumMod val="90000"/>
              <a:alpha val="60000"/>
            </a:schemeClr>
          </a:solidFill>
          <a:ln w="7808" cap="flat">
            <a:noFill/>
            <a:prstDash val="solid"/>
            <a:miter/>
          </a:ln>
        </p:spPr>
        <p:txBody>
          <a:bodyPr rtlCol="0" anchor="ctr"/>
          <a:lstStyle/>
          <a:p>
            <a:endParaRPr lang="en-GB" noProof="0"/>
          </a:p>
        </p:txBody>
      </p:sp>
      <p:grpSp>
        <p:nvGrpSpPr>
          <p:cNvPr id="29" name="Group 28" descr="\documentclass{article}&#10;\usepackage{amsmath}&#10;\pagestyle{empty}&#10;\begin{document}&#10;&#10;\[&#10;\mu_1 - \beta^Tx&#10;\]&#10;&#10;\end{document}" title="IguanaTex Shape Display">
            <a:extLst>
              <a:ext uri="{FF2B5EF4-FFF2-40B4-BE49-F238E27FC236}">
                <a16:creationId xmlns:a16="http://schemas.microsoft.com/office/drawing/2014/main" id="{E4DAED60-DDE6-009E-1F14-CD8D20FEFB1C}"/>
              </a:ext>
            </a:extLst>
          </p:cNvPr>
          <p:cNvGrpSpPr>
            <a:grpSpLocks noChangeAspect="1"/>
          </p:cNvGrpSpPr>
          <p:nvPr>
            <p:custDataLst>
              <p:tags r:id="rId1"/>
            </p:custDataLst>
          </p:nvPr>
        </p:nvGrpSpPr>
        <p:grpSpPr>
          <a:xfrm>
            <a:off x="4382562" y="5980055"/>
            <a:ext cx="614082" cy="162735"/>
            <a:chOff x="13739750" y="2207302"/>
            <a:chExt cx="939221" cy="248899"/>
          </a:xfrm>
          <a:solidFill>
            <a:schemeClr val="tx1"/>
          </a:solidFill>
        </p:grpSpPr>
        <p:sp>
          <p:nvSpPr>
            <p:cNvPr id="30" name="Freeform: Shape 29">
              <a:extLst>
                <a:ext uri="{FF2B5EF4-FFF2-40B4-BE49-F238E27FC236}">
                  <a16:creationId xmlns:a16="http://schemas.microsoft.com/office/drawing/2014/main" id="{712D501C-DE59-79F2-D251-B5537734E00F}"/>
                </a:ext>
              </a:extLst>
            </p:cNvPr>
            <p:cNvSpPr/>
            <p:nvPr>
              <p:custDataLst>
                <p:tags r:id="rId30"/>
              </p:custDataLst>
            </p:nvPr>
          </p:nvSpPr>
          <p:spPr>
            <a:xfrm>
              <a:off x="13739750" y="2307597"/>
              <a:ext cx="126670" cy="148604"/>
            </a:xfrm>
            <a:custGeom>
              <a:avLst/>
              <a:gdLst>
                <a:gd name="connsiteX0" fmla="*/ 47189 w 126670"/>
                <a:gd name="connsiteY0" fmla="*/ 20626 h 148604"/>
                <a:gd name="connsiteX1" fmla="*/ 50695 w 126670"/>
                <a:gd name="connsiteY1" fmla="*/ 6172 h 148604"/>
                <a:gd name="connsiteX2" fmla="*/ 43917 w 126670"/>
                <a:gd name="connsiteY2" fmla="*/ 75 h 148604"/>
                <a:gd name="connsiteX3" fmla="*/ 34569 w 126670"/>
                <a:gd name="connsiteY3" fmla="*/ 8205 h 148604"/>
                <a:gd name="connsiteX4" fmla="*/ 914 w 126670"/>
                <a:gd name="connsiteY4" fmla="*/ 138968 h 148604"/>
                <a:gd name="connsiteX5" fmla="*/ 213 w 126670"/>
                <a:gd name="connsiteY5" fmla="*/ 142581 h 148604"/>
                <a:gd name="connsiteX6" fmla="*/ 6757 w 126670"/>
                <a:gd name="connsiteY6" fmla="*/ 148679 h 148604"/>
                <a:gd name="connsiteX7" fmla="*/ 14937 w 126670"/>
                <a:gd name="connsiteY7" fmla="*/ 143936 h 148604"/>
                <a:gd name="connsiteX8" fmla="*/ 27791 w 126670"/>
                <a:gd name="connsiteY8" fmla="*/ 95380 h 148604"/>
                <a:gd name="connsiteX9" fmla="*/ 50461 w 126670"/>
                <a:gd name="connsiteY9" fmla="*/ 102381 h 148604"/>
                <a:gd name="connsiteX10" fmla="*/ 81544 w 126670"/>
                <a:gd name="connsiteY10" fmla="*/ 85895 h 148604"/>
                <a:gd name="connsiteX11" fmla="*/ 102578 w 126670"/>
                <a:gd name="connsiteY11" fmla="*/ 102381 h 148604"/>
                <a:gd name="connsiteX12" fmla="*/ 119873 w 126670"/>
                <a:gd name="connsiteY12" fmla="*/ 89960 h 148604"/>
                <a:gd name="connsiteX13" fmla="*/ 126884 w 126670"/>
                <a:gd name="connsiteY13" fmla="*/ 67602 h 148604"/>
                <a:gd name="connsiteX14" fmla="*/ 124080 w 126670"/>
                <a:gd name="connsiteY14" fmla="*/ 65343 h 148604"/>
                <a:gd name="connsiteX15" fmla="*/ 120808 w 126670"/>
                <a:gd name="connsiteY15" fmla="*/ 69408 h 148604"/>
                <a:gd name="connsiteX16" fmla="*/ 103046 w 126670"/>
                <a:gd name="connsiteY16" fmla="*/ 97413 h 148604"/>
                <a:gd name="connsiteX17" fmla="*/ 96034 w 126670"/>
                <a:gd name="connsiteY17" fmla="*/ 87024 h 148604"/>
                <a:gd name="connsiteX18" fmla="*/ 100709 w 126670"/>
                <a:gd name="connsiteY18" fmla="*/ 63536 h 148604"/>
                <a:gd name="connsiteX19" fmla="*/ 107252 w 126670"/>
                <a:gd name="connsiteY19" fmla="*/ 39145 h 148604"/>
                <a:gd name="connsiteX20" fmla="*/ 111226 w 126670"/>
                <a:gd name="connsiteY20" fmla="*/ 23788 h 148604"/>
                <a:gd name="connsiteX21" fmla="*/ 114731 w 126670"/>
                <a:gd name="connsiteY21" fmla="*/ 8657 h 148604"/>
                <a:gd name="connsiteX22" fmla="*/ 107954 w 126670"/>
                <a:gd name="connsiteY22" fmla="*/ 2559 h 148604"/>
                <a:gd name="connsiteX23" fmla="*/ 98839 w 126670"/>
                <a:gd name="connsiteY23" fmla="*/ 10463 h 148604"/>
                <a:gd name="connsiteX24" fmla="*/ 87855 w 126670"/>
                <a:gd name="connsiteY24" fmla="*/ 52696 h 148604"/>
                <a:gd name="connsiteX25" fmla="*/ 81778 w 126670"/>
                <a:gd name="connsiteY25" fmla="*/ 75732 h 148604"/>
                <a:gd name="connsiteX26" fmla="*/ 51396 w 126670"/>
                <a:gd name="connsiteY26" fmla="*/ 97413 h 148604"/>
                <a:gd name="connsiteX27" fmla="*/ 34101 w 126670"/>
                <a:gd name="connsiteY27" fmla="*/ 77764 h 148604"/>
                <a:gd name="connsiteX28" fmla="*/ 37373 w 126670"/>
                <a:gd name="connsiteY28" fmla="*/ 58568 h 148604"/>
                <a:gd name="connsiteX29" fmla="*/ 47189 w 126670"/>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70" h="148604">
                  <a:moveTo>
                    <a:pt x="47189" y="20626"/>
                  </a:moveTo>
                  <a:cubicBezTo>
                    <a:pt x="48358" y="15884"/>
                    <a:pt x="50695" y="7302"/>
                    <a:pt x="50695" y="6172"/>
                  </a:cubicBezTo>
                  <a:cubicBezTo>
                    <a:pt x="50695" y="2333"/>
                    <a:pt x="47890" y="75"/>
                    <a:pt x="43917" y="75"/>
                  </a:cubicBezTo>
                  <a:cubicBezTo>
                    <a:pt x="43216" y="75"/>
                    <a:pt x="36672" y="301"/>
                    <a:pt x="34569" y="8205"/>
                  </a:cubicBezTo>
                  <a:lnTo>
                    <a:pt x="914" y="138968"/>
                  </a:lnTo>
                  <a:cubicBezTo>
                    <a:pt x="213" y="141678"/>
                    <a:pt x="213" y="142129"/>
                    <a:pt x="213" y="142581"/>
                  </a:cubicBezTo>
                  <a:cubicBezTo>
                    <a:pt x="213" y="145969"/>
                    <a:pt x="2784" y="148679"/>
                    <a:pt x="6757" y="148679"/>
                  </a:cubicBezTo>
                  <a:cubicBezTo>
                    <a:pt x="11665" y="148679"/>
                    <a:pt x="14470" y="144614"/>
                    <a:pt x="14937" y="143936"/>
                  </a:cubicBezTo>
                  <a:cubicBezTo>
                    <a:pt x="15872" y="141904"/>
                    <a:pt x="18910" y="130160"/>
                    <a:pt x="27791" y="95380"/>
                  </a:cubicBezTo>
                  <a:cubicBezTo>
                    <a:pt x="35270" y="101478"/>
                    <a:pt x="45787" y="102381"/>
                    <a:pt x="50461" y="102381"/>
                  </a:cubicBezTo>
                  <a:cubicBezTo>
                    <a:pt x="66821" y="102381"/>
                    <a:pt x="75935" y="92218"/>
                    <a:pt x="81544" y="85895"/>
                  </a:cubicBezTo>
                  <a:cubicBezTo>
                    <a:pt x="83648" y="96058"/>
                    <a:pt x="92295" y="102381"/>
                    <a:pt x="102578" y="102381"/>
                  </a:cubicBezTo>
                  <a:cubicBezTo>
                    <a:pt x="110758" y="102381"/>
                    <a:pt x="116133" y="97187"/>
                    <a:pt x="119873" y="89960"/>
                  </a:cubicBezTo>
                  <a:cubicBezTo>
                    <a:pt x="123846" y="81830"/>
                    <a:pt x="126884" y="68053"/>
                    <a:pt x="126884" y="67602"/>
                  </a:cubicBezTo>
                  <a:cubicBezTo>
                    <a:pt x="126884" y="65343"/>
                    <a:pt x="124781" y="65343"/>
                    <a:pt x="124080" y="65343"/>
                  </a:cubicBezTo>
                  <a:cubicBezTo>
                    <a:pt x="121743" y="65343"/>
                    <a:pt x="121509" y="66246"/>
                    <a:pt x="120808" y="69408"/>
                  </a:cubicBezTo>
                  <a:cubicBezTo>
                    <a:pt x="116835" y="84088"/>
                    <a:pt x="112628" y="97413"/>
                    <a:pt x="103046" y="97413"/>
                  </a:cubicBezTo>
                  <a:cubicBezTo>
                    <a:pt x="96736" y="97413"/>
                    <a:pt x="96034" y="91541"/>
                    <a:pt x="96034" y="87024"/>
                  </a:cubicBezTo>
                  <a:cubicBezTo>
                    <a:pt x="96034" y="82055"/>
                    <a:pt x="98839" y="71441"/>
                    <a:pt x="100709" y="63536"/>
                  </a:cubicBezTo>
                  <a:lnTo>
                    <a:pt x="107252" y="39145"/>
                  </a:lnTo>
                  <a:cubicBezTo>
                    <a:pt x="107954" y="35758"/>
                    <a:pt x="110291" y="27176"/>
                    <a:pt x="111226" y="23788"/>
                  </a:cubicBezTo>
                  <a:cubicBezTo>
                    <a:pt x="112394" y="18594"/>
                    <a:pt x="114731" y="10012"/>
                    <a:pt x="114731" y="8657"/>
                  </a:cubicBezTo>
                  <a:cubicBezTo>
                    <a:pt x="114731" y="4592"/>
                    <a:pt x="111459" y="2559"/>
                    <a:pt x="107954" y="2559"/>
                  </a:cubicBezTo>
                  <a:cubicBezTo>
                    <a:pt x="106785" y="2559"/>
                    <a:pt x="100709" y="2785"/>
                    <a:pt x="98839" y="10463"/>
                  </a:cubicBezTo>
                  <a:lnTo>
                    <a:pt x="87855" y="52696"/>
                  </a:lnTo>
                  <a:cubicBezTo>
                    <a:pt x="85050" y="63988"/>
                    <a:pt x="82479" y="73473"/>
                    <a:pt x="81778" y="75732"/>
                  </a:cubicBezTo>
                  <a:cubicBezTo>
                    <a:pt x="81544" y="76861"/>
                    <a:pt x="70326" y="97413"/>
                    <a:pt x="51396" y="97413"/>
                  </a:cubicBezTo>
                  <a:cubicBezTo>
                    <a:pt x="39710" y="97413"/>
                    <a:pt x="34101" y="89960"/>
                    <a:pt x="34101" y="77764"/>
                  </a:cubicBezTo>
                  <a:cubicBezTo>
                    <a:pt x="34101" y="71215"/>
                    <a:pt x="35737" y="64891"/>
                    <a:pt x="37373" y="58568"/>
                  </a:cubicBezTo>
                  <a:lnTo>
                    <a:pt x="47189" y="20626"/>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1" name="Freeform: Shape 30">
              <a:extLst>
                <a:ext uri="{FF2B5EF4-FFF2-40B4-BE49-F238E27FC236}">
                  <a16:creationId xmlns:a16="http://schemas.microsoft.com/office/drawing/2014/main" id="{C2F3DA1B-FB3B-DA46-C355-DDDC81BC5275}"/>
                </a:ext>
              </a:extLst>
            </p:cNvPr>
            <p:cNvSpPr/>
            <p:nvPr>
              <p:custDataLst>
                <p:tags r:id="rId31"/>
              </p:custDataLst>
            </p:nvPr>
          </p:nvSpPr>
          <p:spPr>
            <a:xfrm>
              <a:off x="13891393" y="2336323"/>
              <a:ext cx="59549" cy="104971"/>
            </a:xfrm>
            <a:custGeom>
              <a:avLst/>
              <a:gdLst>
                <a:gd name="connsiteX0" fmla="*/ 37192 w 59549"/>
                <a:gd name="connsiteY0" fmla="*/ 4503 h 104971"/>
                <a:gd name="connsiteX1" fmla="*/ 32284 w 59549"/>
                <a:gd name="connsiteY1" fmla="*/ 76 h 104971"/>
                <a:gd name="connsiteX2" fmla="*/ 219 w 59549"/>
                <a:gd name="connsiteY2" fmla="*/ 10194 h 104971"/>
                <a:gd name="connsiteX3" fmla="*/ 219 w 59549"/>
                <a:gd name="connsiteY3" fmla="*/ 15885 h 104971"/>
                <a:gd name="connsiteX4" fmla="*/ 23941 w 59549"/>
                <a:gd name="connsiteY4" fmla="*/ 11459 h 104971"/>
                <a:gd name="connsiteX5" fmla="*/ 23941 w 59549"/>
                <a:gd name="connsiteY5" fmla="*/ 92084 h 104971"/>
                <a:gd name="connsiteX6" fmla="*/ 7581 w 59549"/>
                <a:gd name="connsiteY6" fmla="*/ 99356 h 104971"/>
                <a:gd name="connsiteX7" fmla="*/ 1364 w 59549"/>
                <a:gd name="connsiteY7" fmla="*/ 99356 h 104971"/>
                <a:gd name="connsiteX8" fmla="*/ 1364 w 59549"/>
                <a:gd name="connsiteY8" fmla="*/ 105048 h 104971"/>
                <a:gd name="connsiteX9" fmla="*/ 30485 w 59549"/>
                <a:gd name="connsiteY9" fmla="*/ 104415 h 104971"/>
                <a:gd name="connsiteX10" fmla="*/ 59769 w 59549"/>
                <a:gd name="connsiteY10" fmla="*/ 105048 h 104971"/>
                <a:gd name="connsiteX11" fmla="*/ 59769 w 59549"/>
                <a:gd name="connsiteY11" fmla="*/ 99356 h 104971"/>
                <a:gd name="connsiteX12" fmla="*/ 53552 w 59549"/>
                <a:gd name="connsiteY12" fmla="*/ 99356 h 104971"/>
                <a:gd name="connsiteX13" fmla="*/ 37192 w 59549"/>
                <a:gd name="connsiteY13" fmla="*/ 92084 h 104971"/>
                <a:gd name="connsiteX14" fmla="*/ 37192 w 59549"/>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9" h="104971">
                  <a:moveTo>
                    <a:pt x="37192" y="4503"/>
                  </a:moveTo>
                  <a:cubicBezTo>
                    <a:pt x="37192" y="234"/>
                    <a:pt x="36865" y="76"/>
                    <a:pt x="32284" y="76"/>
                  </a:cubicBezTo>
                  <a:cubicBezTo>
                    <a:pt x="21814" y="10036"/>
                    <a:pt x="6927" y="10194"/>
                    <a:pt x="219" y="10194"/>
                  </a:cubicBezTo>
                  <a:lnTo>
                    <a:pt x="219" y="15885"/>
                  </a:lnTo>
                  <a:cubicBezTo>
                    <a:pt x="4146" y="15885"/>
                    <a:pt x="14943" y="15885"/>
                    <a:pt x="23941" y="11459"/>
                  </a:cubicBezTo>
                  <a:lnTo>
                    <a:pt x="23941" y="92084"/>
                  </a:lnTo>
                  <a:cubicBezTo>
                    <a:pt x="23941" y="97301"/>
                    <a:pt x="23941" y="99356"/>
                    <a:pt x="7581" y="99356"/>
                  </a:cubicBezTo>
                  <a:lnTo>
                    <a:pt x="1364" y="99356"/>
                  </a:lnTo>
                  <a:lnTo>
                    <a:pt x="1364" y="105048"/>
                  </a:lnTo>
                  <a:cubicBezTo>
                    <a:pt x="4309" y="104890"/>
                    <a:pt x="24432" y="104415"/>
                    <a:pt x="30485" y="104415"/>
                  </a:cubicBezTo>
                  <a:cubicBezTo>
                    <a:pt x="35556" y="104415"/>
                    <a:pt x="56169" y="104890"/>
                    <a:pt x="59769" y="105048"/>
                  </a:cubicBezTo>
                  <a:lnTo>
                    <a:pt x="59769" y="99356"/>
                  </a:lnTo>
                  <a:lnTo>
                    <a:pt x="53552" y="99356"/>
                  </a:lnTo>
                  <a:cubicBezTo>
                    <a:pt x="37192" y="99356"/>
                    <a:pt x="37192" y="97301"/>
                    <a:pt x="37192" y="92084"/>
                  </a:cubicBezTo>
                  <a:lnTo>
                    <a:pt x="37192" y="450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2" name="Freeform: Shape 31">
              <a:extLst>
                <a:ext uri="{FF2B5EF4-FFF2-40B4-BE49-F238E27FC236}">
                  <a16:creationId xmlns:a16="http://schemas.microsoft.com/office/drawing/2014/main" id="{2A364404-5AD9-6E73-7E3B-9AAC1F5F7B80}"/>
                </a:ext>
              </a:extLst>
            </p:cNvPr>
            <p:cNvSpPr/>
            <p:nvPr>
              <p:custDataLst>
                <p:tags r:id="rId32"/>
              </p:custDataLst>
            </p:nvPr>
          </p:nvSpPr>
          <p:spPr>
            <a:xfrm>
              <a:off x="14049739" y="2346441"/>
              <a:ext cx="142796" cy="9033"/>
            </a:xfrm>
            <a:custGeom>
              <a:avLst/>
              <a:gdLst>
                <a:gd name="connsiteX0" fmla="*/ 134843 w 142796"/>
                <a:gd name="connsiteY0" fmla="*/ 9108 h 9033"/>
                <a:gd name="connsiteX1" fmla="*/ 143023 w 142796"/>
                <a:gd name="connsiteY1" fmla="*/ 4592 h 9033"/>
                <a:gd name="connsiteX2" fmla="*/ 134843 w 142796"/>
                <a:gd name="connsiteY2" fmla="*/ 75 h 9033"/>
                <a:gd name="connsiteX3" fmla="*/ 8406 w 142796"/>
                <a:gd name="connsiteY3" fmla="*/ 75 h 9033"/>
                <a:gd name="connsiteX4" fmla="*/ 226 w 142796"/>
                <a:gd name="connsiteY4" fmla="*/ 4592 h 9033"/>
                <a:gd name="connsiteX5" fmla="*/ 8406 w 142796"/>
                <a:gd name="connsiteY5" fmla="*/ 9108 h 9033"/>
                <a:gd name="connsiteX6" fmla="*/ 134843 w 142796"/>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96" h="9033">
                  <a:moveTo>
                    <a:pt x="134843" y="9108"/>
                  </a:moveTo>
                  <a:cubicBezTo>
                    <a:pt x="138816" y="9108"/>
                    <a:pt x="143023" y="9108"/>
                    <a:pt x="143023" y="4592"/>
                  </a:cubicBezTo>
                  <a:cubicBezTo>
                    <a:pt x="143023" y="75"/>
                    <a:pt x="138816" y="75"/>
                    <a:pt x="134843" y="75"/>
                  </a:cubicBezTo>
                  <a:lnTo>
                    <a:pt x="8406" y="75"/>
                  </a:lnTo>
                  <a:cubicBezTo>
                    <a:pt x="4433" y="75"/>
                    <a:pt x="226" y="75"/>
                    <a:pt x="226" y="4592"/>
                  </a:cubicBezTo>
                  <a:cubicBezTo>
                    <a:pt x="226" y="9108"/>
                    <a:pt x="4433" y="9108"/>
                    <a:pt x="8406" y="9108"/>
                  </a:cubicBezTo>
                  <a:lnTo>
                    <a:pt x="134843"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 name="Freeform: Shape 32">
              <a:extLst>
                <a:ext uri="{FF2B5EF4-FFF2-40B4-BE49-F238E27FC236}">
                  <a16:creationId xmlns:a16="http://schemas.microsoft.com/office/drawing/2014/main" id="{763027C6-05BE-0822-6F60-BBE42D4662B3}"/>
                </a:ext>
              </a:extLst>
            </p:cNvPr>
            <p:cNvSpPr/>
            <p:nvPr>
              <p:custDataLst>
                <p:tags r:id="rId33"/>
              </p:custDataLst>
            </p:nvPr>
          </p:nvSpPr>
          <p:spPr>
            <a:xfrm>
              <a:off x="14271032" y="2247974"/>
              <a:ext cx="127401" cy="203257"/>
            </a:xfrm>
            <a:custGeom>
              <a:avLst/>
              <a:gdLst>
                <a:gd name="connsiteX0" fmla="*/ 127638 w 127401"/>
                <a:gd name="connsiteY0" fmla="*/ 31015 h 203257"/>
                <a:gd name="connsiteX1" fmla="*/ 95853 w 127401"/>
                <a:gd name="connsiteY1" fmla="*/ 75 h 203257"/>
                <a:gd name="connsiteX2" fmla="*/ 67574 w 127401"/>
                <a:gd name="connsiteY2" fmla="*/ 9560 h 203257"/>
                <a:gd name="connsiteX3" fmla="*/ 37425 w 127401"/>
                <a:gd name="connsiteY3" fmla="*/ 57664 h 203257"/>
                <a:gd name="connsiteX4" fmla="*/ 266 w 127401"/>
                <a:gd name="connsiteY4" fmla="*/ 201074 h 203257"/>
                <a:gd name="connsiteX5" fmla="*/ 3070 w 127401"/>
                <a:gd name="connsiteY5" fmla="*/ 203333 h 203257"/>
                <a:gd name="connsiteX6" fmla="*/ 5875 w 127401"/>
                <a:gd name="connsiteY6" fmla="*/ 202203 h 203257"/>
                <a:gd name="connsiteX7" fmla="*/ 22234 w 127401"/>
                <a:gd name="connsiteY7" fmla="*/ 139871 h 203257"/>
                <a:gd name="connsiteX8" fmla="*/ 54019 w 127401"/>
                <a:gd name="connsiteY8" fmla="*/ 161778 h 203257"/>
                <a:gd name="connsiteX9" fmla="*/ 99125 w 127401"/>
                <a:gd name="connsiteY9" fmla="*/ 143936 h 203257"/>
                <a:gd name="connsiteX10" fmla="*/ 117822 w 127401"/>
                <a:gd name="connsiteY10" fmla="*/ 102381 h 203257"/>
                <a:gd name="connsiteX11" fmla="*/ 100761 w 127401"/>
                <a:gd name="connsiteY11" fmla="*/ 68731 h 203257"/>
                <a:gd name="connsiteX12" fmla="*/ 127638 w 127401"/>
                <a:gd name="connsiteY12" fmla="*/ 31015 h 203257"/>
                <a:gd name="connsiteX13" fmla="*/ 85570 w 127401"/>
                <a:gd name="connsiteY13" fmla="*/ 68505 h 203257"/>
                <a:gd name="connsiteX14" fmla="*/ 74352 w 127401"/>
                <a:gd name="connsiteY14" fmla="*/ 70086 h 203257"/>
                <a:gd name="connsiteX15" fmla="*/ 64068 w 127401"/>
                <a:gd name="connsiteY15" fmla="*/ 69182 h 203257"/>
                <a:gd name="connsiteX16" fmla="*/ 75520 w 127401"/>
                <a:gd name="connsiteY16" fmla="*/ 67376 h 203257"/>
                <a:gd name="connsiteX17" fmla="*/ 85570 w 127401"/>
                <a:gd name="connsiteY17" fmla="*/ 68505 h 203257"/>
                <a:gd name="connsiteX18" fmla="*/ 114550 w 127401"/>
                <a:gd name="connsiteY18" fmla="*/ 25821 h 203257"/>
                <a:gd name="connsiteX19" fmla="*/ 93516 w 127401"/>
                <a:gd name="connsiteY19" fmla="*/ 64891 h 203257"/>
                <a:gd name="connsiteX20" fmla="*/ 75520 w 127401"/>
                <a:gd name="connsiteY20" fmla="*/ 62181 h 203257"/>
                <a:gd name="connsiteX21" fmla="*/ 57525 w 127401"/>
                <a:gd name="connsiteY21" fmla="*/ 69408 h 203257"/>
                <a:gd name="connsiteX22" fmla="*/ 73651 w 127401"/>
                <a:gd name="connsiteY22" fmla="*/ 75054 h 203257"/>
                <a:gd name="connsiteX23" fmla="*/ 92815 w 127401"/>
                <a:gd name="connsiteY23" fmla="*/ 72118 h 203257"/>
                <a:gd name="connsiteX24" fmla="*/ 103098 w 127401"/>
                <a:gd name="connsiteY24" fmla="*/ 97639 h 203257"/>
                <a:gd name="connsiteX25" fmla="*/ 91412 w 127401"/>
                <a:gd name="connsiteY25" fmla="*/ 136483 h 203257"/>
                <a:gd name="connsiteX26" fmla="*/ 53318 w 127401"/>
                <a:gd name="connsiteY26" fmla="*/ 156809 h 203257"/>
                <a:gd name="connsiteX27" fmla="*/ 26675 w 127401"/>
                <a:gd name="connsiteY27" fmla="*/ 127676 h 203257"/>
                <a:gd name="connsiteX28" fmla="*/ 27843 w 127401"/>
                <a:gd name="connsiteY28" fmla="*/ 117739 h 203257"/>
                <a:gd name="connsiteX29" fmla="*/ 42801 w 127401"/>
                <a:gd name="connsiteY29" fmla="*/ 60600 h 203257"/>
                <a:gd name="connsiteX30" fmla="*/ 92815 w 127401"/>
                <a:gd name="connsiteY30" fmla="*/ 5269 h 203257"/>
                <a:gd name="connsiteX31" fmla="*/ 114550 w 127401"/>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01" h="203257">
                  <a:moveTo>
                    <a:pt x="127638" y="31015"/>
                  </a:moveTo>
                  <a:cubicBezTo>
                    <a:pt x="127638" y="14077"/>
                    <a:pt x="114784" y="75"/>
                    <a:pt x="95853" y="75"/>
                  </a:cubicBezTo>
                  <a:cubicBezTo>
                    <a:pt x="82298" y="75"/>
                    <a:pt x="75754" y="3688"/>
                    <a:pt x="67574" y="9560"/>
                  </a:cubicBezTo>
                  <a:cubicBezTo>
                    <a:pt x="54720" y="18594"/>
                    <a:pt x="41866" y="40500"/>
                    <a:pt x="37425" y="57664"/>
                  </a:cubicBezTo>
                  <a:lnTo>
                    <a:pt x="266" y="201074"/>
                  </a:lnTo>
                  <a:cubicBezTo>
                    <a:pt x="32" y="201978"/>
                    <a:pt x="1200" y="203333"/>
                    <a:pt x="3070" y="203333"/>
                  </a:cubicBezTo>
                  <a:cubicBezTo>
                    <a:pt x="4940" y="203333"/>
                    <a:pt x="5641" y="202881"/>
                    <a:pt x="5875" y="202203"/>
                  </a:cubicBezTo>
                  <a:lnTo>
                    <a:pt x="22234" y="139871"/>
                  </a:lnTo>
                  <a:cubicBezTo>
                    <a:pt x="26675" y="153422"/>
                    <a:pt x="36958" y="161778"/>
                    <a:pt x="54019" y="161778"/>
                  </a:cubicBezTo>
                  <a:cubicBezTo>
                    <a:pt x="71080" y="161778"/>
                    <a:pt x="88608" y="153873"/>
                    <a:pt x="99125" y="143936"/>
                  </a:cubicBezTo>
                  <a:cubicBezTo>
                    <a:pt x="110343" y="133547"/>
                    <a:pt x="117822" y="119094"/>
                    <a:pt x="117822" y="102381"/>
                  </a:cubicBezTo>
                  <a:cubicBezTo>
                    <a:pt x="117822" y="86121"/>
                    <a:pt x="109174" y="74377"/>
                    <a:pt x="100761" y="68731"/>
                  </a:cubicBezTo>
                  <a:cubicBezTo>
                    <a:pt x="114316" y="61278"/>
                    <a:pt x="127638" y="47276"/>
                    <a:pt x="127638" y="31015"/>
                  </a:cubicBezTo>
                  <a:close/>
                  <a:moveTo>
                    <a:pt x="85570" y="68505"/>
                  </a:moveTo>
                  <a:cubicBezTo>
                    <a:pt x="82532" y="69634"/>
                    <a:pt x="79961" y="70086"/>
                    <a:pt x="74352" y="70086"/>
                  </a:cubicBezTo>
                  <a:cubicBezTo>
                    <a:pt x="71080" y="70086"/>
                    <a:pt x="66405" y="70312"/>
                    <a:pt x="64068" y="69182"/>
                  </a:cubicBezTo>
                  <a:cubicBezTo>
                    <a:pt x="64536" y="66924"/>
                    <a:pt x="72949" y="67376"/>
                    <a:pt x="75520" y="67376"/>
                  </a:cubicBezTo>
                  <a:cubicBezTo>
                    <a:pt x="80428" y="67376"/>
                    <a:pt x="82532" y="67376"/>
                    <a:pt x="85570" y="68505"/>
                  </a:cubicBezTo>
                  <a:close/>
                  <a:moveTo>
                    <a:pt x="114550" y="25821"/>
                  </a:moveTo>
                  <a:cubicBezTo>
                    <a:pt x="114550" y="41630"/>
                    <a:pt x="105669" y="57890"/>
                    <a:pt x="93516" y="64891"/>
                  </a:cubicBezTo>
                  <a:cubicBezTo>
                    <a:pt x="87206" y="62633"/>
                    <a:pt x="82532" y="62181"/>
                    <a:pt x="75520" y="62181"/>
                  </a:cubicBezTo>
                  <a:cubicBezTo>
                    <a:pt x="70612" y="62181"/>
                    <a:pt x="57525" y="61955"/>
                    <a:pt x="57525" y="69408"/>
                  </a:cubicBezTo>
                  <a:cubicBezTo>
                    <a:pt x="57291" y="75732"/>
                    <a:pt x="69444" y="75054"/>
                    <a:pt x="73651" y="75054"/>
                  </a:cubicBezTo>
                  <a:cubicBezTo>
                    <a:pt x="82298" y="75054"/>
                    <a:pt x="85803" y="74828"/>
                    <a:pt x="92815" y="72118"/>
                  </a:cubicBezTo>
                  <a:cubicBezTo>
                    <a:pt x="101696" y="80249"/>
                    <a:pt x="102864" y="87250"/>
                    <a:pt x="103098" y="97639"/>
                  </a:cubicBezTo>
                  <a:cubicBezTo>
                    <a:pt x="103565" y="110737"/>
                    <a:pt x="97956" y="127676"/>
                    <a:pt x="91412" y="136483"/>
                  </a:cubicBezTo>
                  <a:cubicBezTo>
                    <a:pt x="82298" y="148679"/>
                    <a:pt x="66639" y="156809"/>
                    <a:pt x="53318" y="156809"/>
                  </a:cubicBezTo>
                  <a:cubicBezTo>
                    <a:pt x="35556" y="156809"/>
                    <a:pt x="26675" y="143710"/>
                    <a:pt x="26675" y="127676"/>
                  </a:cubicBezTo>
                  <a:cubicBezTo>
                    <a:pt x="26675" y="125417"/>
                    <a:pt x="26675" y="122030"/>
                    <a:pt x="27843" y="117739"/>
                  </a:cubicBezTo>
                  <a:lnTo>
                    <a:pt x="42801" y="60600"/>
                  </a:lnTo>
                  <a:cubicBezTo>
                    <a:pt x="47942" y="41178"/>
                    <a:pt x="64770" y="5269"/>
                    <a:pt x="92815" y="5269"/>
                  </a:cubicBezTo>
                  <a:cubicBezTo>
                    <a:pt x="106370" y="5269"/>
                    <a:pt x="114550" y="12270"/>
                    <a:pt x="114550" y="25821"/>
                  </a:cubicBez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 name="Freeform: Shape 33">
              <a:extLst>
                <a:ext uri="{FF2B5EF4-FFF2-40B4-BE49-F238E27FC236}">
                  <a16:creationId xmlns:a16="http://schemas.microsoft.com/office/drawing/2014/main" id="{E2D4C54E-848F-A4E4-F082-9A55CB11A07F}"/>
                </a:ext>
              </a:extLst>
            </p:cNvPr>
            <p:cNvSpPr/>
            <p:nvPr>
              <p:custDataLst>
                <p:tags r:id="rId34"/>
              </p:custDataLst>
            </p:nvPr>
          </p:nvSpPr>
          <p:spPr>
            <a:xfrm>
              <a:off x="14415612" y="2207302"/>
              <a:ext cx="122207" cy="106868"/>
            </a:xfrm>
            <a:custGeom>
              <a:avLst/>
              <a:gdLst>
                <a:gd name="connsiteX0" fmla="*/ 72716 w 122207"/>
                <a:gd name="connsiteY0" fmla="*/ 11295 h 106868"/>
                <a:gd name="connsiteX1" fmla="*/ 77787 w 122207"/>
                <a:gd name="connsiteY1" fmla="*/ 5920 h 106868"/>
                <a:gd name="connsiteX2" fmla="*/ 87603 w 122207"/>
                <a:gd name="connsiteY2" fmla="*/ 5762 h 106868"/>
                <a:gd name="connsiteX3" fmla="*/ 105926 w 122207"/>
                <a:gd name="connsiteY3" fmla="*/ 7027 h 106868"/>
                <a:gd name="connsiteX4" fmla="*/ 113615 w 122207"/>
                <a:gd name="connsiteY4" fmla="*/ 19516 h 106868"/>
                <a:gd name="connsiteX5" fmla="*/ 112470 w 122207"/>
                <a:gd name="connsiteY5" fmla="*/ 32321 h 106868"/>
                <a:gd name="connsiteX6" fmla="*/ 112142 w 122207"/>
                <a:gd name="connsiteY6" fmla="*/ 34060 h 106868"/>
                <a:gd name="connsiteX7" fmla="*/ 114924 w 122207"/>
                <a:gd name="connsiteY7" fmla="*/ 36431 h 106868"/>
                <a:gd name="connsiteX8" fmla="*/ 118032 w 122207"/>
                <a:gd name="connsiteY8" fmla="*/ 32479 h 106868"/>
                <a:gd name="connsiteX9" fmla="*/ 122449 w 122207"/>
                <a:gd name="connsiteY9" fmla="*/ 2284 h 106868"/>
                <a:gd name="connsiteX10" fmla="*/ 117541 w 122207"/>
                <a:gd name="connsiteY10" fmla="*/ 71 h 106868"/>
                <a:gd name="connsiteX11" fmla="*/ 16929 w 122207"/>
                <a:gd name="connsiteY11" fmla="*/ 71 h 106868"/>
                <a:gd name="connsiteX12" fmla="*/ 11367 w 122207"/>
                <a:gd name="connsiteY12" fmla="*/ 3390 h 106868"/>
                <a:gd name="connsiteX13" fmla="*/ 1060 w 122207"/>
                <a:gd name="connsiteY13" fmla="*/ 31372 h 106868"/>
                <a:gd name="connsiteX14" fmla="*/ 242 w 122207"/>
                <a:gd name="connsiteY14" fmla="*/ 34218 h 106868"/>
                <a:gd name="connsiteX15" fmla="*/ 3023 w 122207"/>
                <a:gd name="connsiteY15" fmla="*/ 36431 h 106868"/>
                <a:gd name="connsiteX16" fmla="*/ 6459 w 122207"/>
                <a:gd name="connsiteY16" fmla="*/ 32637 h 106868"/>
                <a:gd name="connsiteX17" fmla="*/ 46213 w 122207"/>
                <a:gd name="connsiteY17" fmla="*/ 5762 h 106868"/>
                <a:gd name="connsiteX18" fmla="*/ 53084 w 122207"/>
                <a:gd name="connsiteY18" fmla="*/ 5762 h 106868"/>
                <a:gd name="connsiteX19" fmla="*/ 58155 w 122207"/>
                <a:gd name="connsiteY19" fmla="*/ 7343 h 106868"/>
                <a:gd name="connsiteX20" fmla="*/ 57501 w 122207"/>
                <a:gd name="connsiteY20" fmla="*/ 10663 h 106868"/>
                <a:gd name="connsiteX21" fmla="*/ 35906 w 122207"/>
                <a:gd name="connsiteY21" fmla="*/ 93818 h 106868"/>
                <a:gd name="connsiteX22" fmla="*/ 16765 w 122207"/>
                <a:gd name="connsiteY22" fmla="*/ 101248 h 106868"/>
                <a:gd name="connsiteX23" fmla="*/ 9403 w 122207"/>
                <a:gd name="connsiteY23" fmla="*/ 104726 h 106868"/>
                <a:gd name="connsiteX24" fmla="*/ 12185 w 122207"/>
                <a:gd name="connsiteY24" fmla="*/ 106939 h 106868"/>
                <a:gd name="connsiteX25" fmla="*/ 26254 w 122207"/>
                <a:gd name="connsiteY25" fmla="*/ 106465 h 106868"/>
                <a:gd name="connsiteX26" fmla="*/ 40323 w 122207"/>
                <a:gd name="connsiteY26" fmla="*/ 106307 h 106868"/>
                <a:gd name="connsiteX27" fmla="*/ 55047 w 122207"/>
                <a:gd name="connsiteY27" fmla="*/ 106465 h 106868"/>
                <a:gd name="connsiteX28" fmla="*/ 68789 w 122207"/>
                <a:gd name="connsiteY28" fmla="*/ 106939 h 106868"/>
                <a:gd name="connsiteX29" fmla="*/ 72552 w 122207"/>
                <a:gd name="connsiteY29" fmla="*/ 103461 h 106868"/>
                <a:gd name="connsiteX30" fmla="*/ 65845 w 122207"/>
                <a:gd name="connsiteY30" fmla="*/ 101248 h 106868"/>
                <a:gd name="connsiteX31" fmla="*/ 56356 w 122207"/>
                <a:gd name="connsiteY31" fmla="*/ 100932 h 106868"/>
                <a:gd name="connsiteX32" fmla="*/ 50466 w 122207"/>
                <a:gd name="connsiteY32" fmla="*/ 97928 h 106868"/>
                <a:gd name="connsiteX33" fmla="*/ 51121 w 122207"/>
                <a:gd name="connsiteY33" fmla="*/ 94292 h 106868"/>
                <a:gd name="connsiteX34" fmla="*/ 72716 w 122207"/>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207" h="106868">
                  <a:moveTo>
                    <a:pt x="72716" y="11295"/>
                  </a:moveTo>
                  <a:cubicBezTo>
                    <a:pt x="73861" y="6710"/>
                    <a:pt x="74188" y="6236"/>
                    <a:pt x="77787" y="5920"/>
                  </a:cubicBezTo>
                  <a:cubicBezTo>
                    <a:pt x="78605" y="5762"/>
                    <a:pt x="84331" y="5762"/>
                    <a:pt x="87603" y="5762"/>
                  </a:cubicBezTo>
                  <a:cubicBezTo>
                    <a:pt x="97582" y="5762"/>
                    <a:pt x="101836" y="5762"/>
                    <a:pt x="105926" y="7027"/>
                  </a:cubicBezTo>
                  <a:cubicBezTo>
                    <a:pt x="113288" y="9240"/>
                    <a:pt x="113615" y="13824"/>
                    <a:pt x="113615" y="19516"/>
                  </a:cubicBezTo>
                  <a:cubicBezTo>
                    <a:pt x="113615" y="22045"/>
                    <a:pt x="113615" y="24100"/>
                    <a:pt x="112470" y="32321"/>
                  </a:cubicBezTo>
                  <a:lnTo>
                    <a:pt x="112142" y="34060"/>
                  </a:lnTo>
                  <a:cubicBezTo>
                    <a:pt x="112142" y="35641"/>
                    <a:pt x="113288" y="36431"/>
                    <a:pt x="114924" y="36431"/>
                  </a:cubicBezTo>
                  <a:cubicBezTo>
                    <a:pt x="117378" y="36431"/>
                    <a:pt x="117705" y="35008"/>
                    <a:pt x="118032" y="32479"/>
                  </a:cubicBezTo>
                  <a:lnTo>
                    <a:pt x="122449" y="2284"/>
                  </a:lnTo>
                  <a:cubicBezTo>
                    <a:pt x="122449" y="71"/>
                    <a:pt x="120486" y="71"/>
                    <a:pt x="117541" y="71"/>
                  </a:cubicBezTo>
                  <a:lnTo>
                    <a:pt x="16929" y="71"/>
                  </a:lnTo>
                  <a:cubicBezTo>
                    <a:pt x="12839" y="71"/>
                    <a:pt x="12512" y="71"/>
                    <a:pt x="11367" y="3390"/>
                  </a:cubicBezTo>
                  <a:lnTo>
                    <a:pt x="1060" y="31372"/>
                  </a:lnTo>
                  <a:cubicBezTo>
                    <a:pt x="896" y="32005"/>
                    <a:pt x="242" y="33428"/>
                    <a:pt x="242" y="34218"/>
                  </a:cubicBezTo>
                  <a:cubicBezTo>
                    <a:pt x="242" y="34850"/>
                    <a:pt x="569" y="36431"/>
                    <a:pt x="3023" y="36431"/>
                  </a:cubicBezTo>
                  <a:cubicBezTo>
                    <a:pt x="5150" y="36431"/>
                    <a:pt x="5477" y="35641"/>
                    <a:pt x="6459" y="32637"/>
                  </a:cubicBezTo>
                  <a:cubicBezTo>
                    <a:pt x="15947" y="7343"/>
                    <a:pt x="21346" y="5762"/>
                    <a:pt x="46213" y="5762"/>
                  </a:cubicBezTo>
                  <a:lnTo>
                    <a:pt x="53084" y="5762"/>
                  </a:lnTo>
                  <a:cubicBezTo>
                    <a:pt x="57992" y="5762"/>
                    <a:pt x="58155" y="5920"/>
                    <a:pt x="58155" y="7343"/>
                  </a:cubicBezTo>
                  <a:cubicBezTo>
                    <a:pt x="58155" y="7501"/>
                    <a:pt x="58155" y="8291"/>
                    <a:pt x="57501" y="10663"/>
                  </a:cubicBezTo>
                  <a:lnTo>
                    <a:pt x="35906" y="93818"/>
                  </a:lnTo>
                  <a:cubicBezTo>
                    <a:pt x="34434" y="99667"/>
                    <a:pt x="33943" y="101248"/>
                    <a:pt x="16765" y="101248"/>
                  </a:cubicBezTo>
                  <a:cubicBezTo>
                    <a:pt x="10876" y="101248"/>
                    <a:pt x="9403" y="101248"/>
                    <a:pt x="9403" y="104726"/>
                  </a:cubicBezTo>
                  <a:cubicBezTo>
                    <a:pt x="9403" y="105200"/>
                    <a:pt x="9731" y="106939"/>
                    <a:pt x="12185" y="106939"/>
                  </a:cubicBezTo>
                  <a:cubicBezTo>
                    <a:pt x="16765" y="106939"/>
                    <a:pt x="21673" y="106465"/>
                    <a:pt x="26254" y="106465"/>
                  </a:cubicBezTo>
                  <a:cubicBezTo>
                    <a:pt x="30835" y="106465"/>
                    <a:pt x="35743" y="106307"/>
                    <a:pt x="40323" y="106307"/>
                  </a:cubicBezTo>
                  <a:cubicBezTo>
                    <a:pt x="44904" y="106307"/>
                    <a:pt x="50466" y="106307"/>
                    <a:pt x="55047" y="106465"/>
                  </a:cubicBezTo>
                  <a:cubicBezTo>
                    <a:pt x="59464" y="106623"/>
                    <a:pt x="64372" y="106939"/>
                    <a:pt x="68789" y="106939"/>
                  </a:cubicBezTo>
                  <a:cubicBezTo>
                    <a:pt x="70098" y="106939"/>
                    <a:pt x="72552" y="106939"/>
                    <a:pt x="72552" y="103461"/>
                  </a:cubicBezTo>
                  <a:cubicBezTo>
                    <a:pt x="72552" y="101248"/>
                    <a:pt x="70916" y="101248"/>
                    <a:pt x="65845" y="101248"/>
                  </a:cubicBezTo>
                  <a:cubicBezTo>
                    <a:pt x="62736" y="101248"/>
                    <a:pt x="59464" y="101090"/>
                    <a:pt x="56356" y="100932"/>
                  </a:cubicBezTo>
                  <a:cubicBezTo>
                    <a:pt x="50794" y="100457"/>
                    <a:pt x="50466" y="99825"/>
                    <a:pt x="50466" y="97928"/>
                  </a:cubicBezTo>
                  <a:cubicBezTo>
                    <a:pt x="50466" y="96821"/>
                    <a:pt x="50466" y="96505"/>
                    <a:pt x="51121" y="94292"/>
                  </a:cubicBezTo>
                  <a:lnTo>
                    <a:pt x="72716" y="11295"/>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 name="Freeform: Shape 34">
              <a:extLst>
                <a:ext uri="{FF2B5EF4-FFF2-40B4-BE49-F238E27FC236}">
                  <a16:creationId xmlns:a16="http://schemas.microsoft.com/office/drawing/2014/main" id="{E3D128D2-CBA8-6330-1561-53C82E08C6EB}"/>
                </a:ext>
              </a:extLst>
            </p:cNvPr>
            <p:cNvSpPr/>
            <p:nvPr>
              <p:custDataLst>
                <p:tags r:id="rId35"/>
              </p:custDataLst>
            </p:nvPr>
          </p:nvSpPr>
          <p:spPr>
            <a:xfrm>
              <a:off x="14562584" y="2307597"/>
              <a:ext cx="116387" cy="102306"/>
            </a:xfrm>
            <a:custGeom>
              <a:avLst/>
              <a:gdLst>
                <a:gd name="connsiteX0" fmla="*/ 71530 w 116387"/>
                <a:gd name="connsiteY0" fmla="*/ 31693 h 102306"/>
                <a:gd name="connsiteX1" fmla="*/ 94667 w 116387"/>
                <a:gd name="connsiteY1" fmla="*/ 5043 h 102306"/>
                <a:gd name="connsiteX2" fmla="*/ 106353 w 116387"/>
                <a:gd name="connsiteY2" fmla="*/ 7979 h 102306"/>
                <a:gd name="connsiteX3" fmla="*/ 95135 w 116387"/>
                <a:gd name="connsiteY3" fmla="*/ 20175 h 102306"/>
                <a:gd name="connsiteX4" fmla="*/ 104016 w 116387"/>
                <a:gd name="connsiteY4" fmla="*/ 28079 h 102306"/>
                <a:gd name="connsiteX5" fmla="*/ 116636 w 116387"/>
                <a:gd name="connsiteY5" fmla="*/ 14980 h 102306"/>
                <a:gd name="connsiteX6" fmla="*/ 94901 w 116387"/>
                <a:gd name="connsiteY6" fmla="*/ 75 h 102306"/>
                <a:gd name="connsiteX7" fmla="*/ 70361 w 116387"/>
                <a:gd name="connsiteY7" fmla="*/ 17239 h 102306"/>
                <a:gd name="connsiteX8" fmla="*/ 45121 w 116387"/>
                <a:gd name="connsiteY8" fmla="*/ 75 h 102306"/>
                <a:gd name="connsiteX9" fmla="*/ 7493 w 116387"/>
                <a:gd name="connsiteY9" fmla="*/ 34854 h 102306"/>
                <a:gd name="connsiteX10" fmla="*/ 10298 w 116387"/>
                <a:gd name="connsiteY10" fmla="*/ 37113 h 102306"/>
                <a:gd name="connsiteX11" fmla="*/ 13336 w 116387"/>
                <a:gd name="connsiteY11" fmla="*/ 34629 h 102306"/>
                <a:gd name="connsiteX12" fmla="*/ 44653 w 116387"/>
                <a:gd name="connsiteY12" fmla="*/ 5043 h 102306"/>
                <a:gd name="connsiteX13" fmla="*/ 57274 w 116387"/>
                <a:gd name="connsiteY13" fmla="*/ 20175 h 102306"/>
                <a:gd name="connsiteX14" fmla="*/ 44653 w 116387"/>
                <a:gd name="connsiteY14" fmla="*/ 73925 h 102306"/>
                <a:gd name="connsiteX15" fmla="*/ 22451 w 116387"/>
                <a:gd name="connsiteY15" fmla="*/ 97413 h 102306"/>
                <a:gd name="connsiteX16" fmla="*/ 10765 w 116387"/>
                <a:gd name="connsiteY16" fmla="*/ 94477 h 102306"/>
                <a:gd name="connsiteX17" fmla="*/ 21750 w 116387"/>
                <a:gd name="connsiteY17" fmla="*/ 82281 h 102306"/>
                <a:gd name="connsiteX18" fmla="*/ 13102 w 116387"/>
                <a:gd name="connsiteY18" fmla="*/ 74377 h 102306"/>
                <a:gd name="connsiteX19" fmla="*/ 248 w 116387"/>
                <a:gd name="connsiteY19" fmla="*/ 87476 h 102306"/>
                <a:gd name="connsiteX20" fmla="*/ 22217 w 116387"/>
                <a:gd name="connsiteY20" fmla="*/ 102381 h 102306"/>
                <a:gd name="connsiteX21" fmla="*/ 46757 w 116387"/>
                <a:gd name="connsiteY21" fmla="*/ 85217 h 102306"/>
                <a:gd name="connsiteX22" fmla="*/ 71997 w 116387"/>
                <a:gd name="connsiteY22" fmla="*/ 102381 h 102306"/>
                <a:gd name="connsiteX23" fmla="*/ 109391 w 116387"/>
                <a:gd name="connsiteY23" fmla="*/ 67602 h 102306"/>
                <a:gd name="connsiteX24" fmla="*/ 106586 w 116387"/>
                <a:gd name="connsiteY24" fmla="*/ 65343 h 102306"/>
                <a:gd name="connsiteX25" fmla="*/ 103548 w 116387"/>
                <a:gd name="connsiteY25" fmla="*/ 67827 h 102306"/>
                <a:gd name="connsiteX26" fmla="*/ 72465 w 116387"/>
                <a:gd name="connsiteY26" fmla="*/ 97413 h 102306"/>
                <a:gd name="connsiteX27" fmla="*/ 59611 w 116387"/>
                <a:gd name="connsiteY27" fmla="*/ 82507 h 102306"/>
                <a:gd name="connsiteX28" fmla="*/ 63584 w 116387"/>
                <a:gd name="connsiteY28" fmla="*/ 62633 h 102306"/>
                <a:gd name="connsiteX29" fmla="*/ 71530 w 116387"/>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387" h="102306">
                  <a:moveTo>
                    <a:pt x="71530" y="31693"/>
                  </a:moveTo>
                  <a:cubicBezTo>
                    <a:pt x="72932" y="25821"/>
                    <a:pt x="78308" y="5043"/>
                    <a:pt x="94667" y="5043"/>
                  </a:cubicBezTo>
                  <a:cubicBezTo>
                    <a:pt x="95836" y="5043"/>
                    <a:pt x="101445" y="5043"/>
                    <a:pt x="106353" y="7979"/>
                  </a:cubicBezTo>
                  <a:cubicBezTo>
                    <a:pt x="99809" y="9108"/>
                    <a:pt x="95135" y="14754"/>
                    <a:pt x="95135" y="20175"/>
                  </a:cubicBezTo>
                  <a:cubicBezTo>
                    <a:pt x="95135" y="23788"/>
                    <a:pt x="97705" y="28079"/>
                    <a:pt x="104016" y="28079"/>
                  </a:cubicBezTo>
                  <a:cubicBezTo>
                    <a:pt x="109157" y="28079"/>
                    <a:pt x="116636" y="24014"/>
                    <a:pt x="116636" y="14980"/>
                  </a:cubicBezTo>
                  <a:cubicBezTo>
                    <a:pt x="116636" y="3237"/>
                    <a:pt x="102847" y="75"/>
                    <a:pt x="94901" y="75"/>
                  </a:cubicBezTo>
                  <a:cubicBezTo>
                    <a:pt x="81346" y="75"/>
                    <a:pt x="73166" y="12044"/>
                    <a:pt x="70361" y="17239"/>
                  </a:cubicBezTo>
                  <a:cubicBezTo>
                    <a:pt x="64519" y="2333"/>
                    <a:pt x="51898" y="75"/>
                    <a:pt x="45121" y="75"/>
                  </a:cubicBezTo>
                  <a:cubicBezTo>
                    <a:pt x="20815" y="75"/>
                    <a:pt x="7493" y="29208"/>
                    <a:pt x="7493" y="34854"/>
                  </a:cubicBezTo>
                  <a:cubicBezTo>
                    <a:pt x="7493" y="37113"/>
                    <a:pt x="9830" y="37113"/>
                    <a:pt x="10298" y="37113"/>
                  </a:cubicBezTo>
                  <a:cubicBezTo>
                    <a:pt x="12168" y="37113"/>
                    <a:pt x="12869" y="36661"/>
                    <a:pt x="13336" y="34629"/>
                  </a:cubicBezTo>
                  <a:cubicBezTo>
                    <a:pt x="21282" y="10689"/>
                    <a:pt x="36707" y="5043"/>
                    <a:pt x="44653" y="5043"/>
                  </a:cubicBezTo>
                  <a:cubicBezTo>
                    <a:pt x="49094" y="5043"/>
                    <a:pt x="57274" y="7076"/>
                    <a:pt x="57274" y="20175"/>
                  </a:cubicBezTo>
                  <a:cubicBezTo>
                    <a:pt x="57274" y="27176"/>
                    <a:pt x="53301" y="42307"/>
                    <a:pt x="44653" y="73925"/>
                  </a:cubicBezTo>
                  <a:cubicBezTo>
                    <a:pt x="40914" y="87927"/>
                    <a:pt x="32734" y="97413"/>
                    <a:pt x="22451" y="97413"/>
                  </a:cubicBezTo>
                  <a:cubicBezTo>
                    <a:pt x="21049" y="97413"/>
                    <a:pt x="15673" y="97413"/>
                    <a:pt x="10765" y="94477"/>
                  </a:cubicBezTo>
                  <a:cubicBezTo>
                    <a:pt x="16608" y="93348"/>
                    <a:pt x="21750" y="88605"/>
                    <a:pt x="21750" y="82281"/>
                  </a:cubicBezTo>
                  <a:cubicBezTo>
                    <a:pt x="21750" y="76184"/>
                    <a:pt x="16608" y="74377"/>
                    <a:pt x="13102" y="74377"/>
                  </a:cubicBezTo>
                  <a:cubicBezTo>
                    <a:pt x="6091" y="74377"/>
                    <a:pt x="248" y="80249"/>
                    <a:pt x="248" y="87476"/>
                  </a:cubicBezTo>
                  <a:cubicBezTo>
                    <a:pt x="248" y="97864"/>
                    <a:pt x="11934" y="102381"/>
                    <a:pt x="22217" y="102381"/>
                  </a:cubicBezTo>
                  <a:cubicBezTo>
                    <a:pt x="37642" y="102381"/>
                    <a:pt x="46056" y="86572"/>
                    <a:pt x="46757" y="85217"/>
                  </a:cubicBezTo>
                  <a:cubicBezTo>
                    <a:pt x="49561" y="93573"/>
                    <a:pt x="57975" y="102381"/>
                    <a:pt x="71997" y="102381"/>
                  </a:cubicBezTo>
                  <a:cubicBezTo>
                    <a:pt x="96069" y="102381"/>
                    <a:pt x="109391" y="73248"/>
                    <a:pt x="109391" y="67602"/>
                  </a:cubicBezTo>
                  <a:cubicBezTo>
                    <a:pt x="109391" y="65343"/>
                    <a:pt x="107288" y="65343"/>
                    <a:pt x="106586" y="65343"/>
                  </a:cubicBezTo>
                  <a:cubicBezTo>
                    <a:pt x="104483" y="65343"/>
                    <a:pt x="104016" y="66246"/>
                    <a:pt x="103548" y="67827"/>
                  </a:cubicBezTo>
                  <a:cubicBezTo>
                    <a:pt x="95836" y="91993"/>
                    <a:pt x="79943" y="97413"/>
                    <a:pt x="72465" y="97413"/>
                  </a:cubicBezTo>
                  <a:cubicBezTo>
                    <a:pt x="63350" y="97413"/>
                    <a:pt x="59611" y="90186"/>
                    <a:pt x="59611" y="82507"/>
                  </a:cubicBezTo>
                  <a:cubicBezTo>
                    <a:pt x="59611" y="77539"/>
                    <a:pt x="61013" y="72570"/>
                    <a:pt x="63584" y="62633"/>
                  </a:cubicBezTo>
                  <a:lnTo>
                    <a:pt x="71530" y="3169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7" name="Group 36" descr="\documentclass{article}&#10;\usepackage{amsmath}&#10;\pagestyle{empty}&#10;\begin{document}&#10;&#10;$P(y = 1)$&#10;&#10;&#10;\end{document}" title="IguanaTex Shape Display">
            <a:extLst>
              <a:ext uri="{FF2B5EF4-FFF2-40B4-BE49-F238E27FC236}">
                <a16:creationId xmlns:a16="http://schemas.microsoft.com/office/drawing/2014/main" id="{06423CF9-5B8F-23DE-1ADD-50C405E7FB4E}"/>
              </a:ext>
            </a:extLst>
          </p:cNvPr>
          <p:cNvGrpSpPr>
            <a:grpSpLocks noChangeAspect="1"/>
          </p:cNvGrpSpPr>
          <p:nvPr>
            <p:custDataLst>
              <p:tags r:id="rId2"/>
            </p:custDataLst>
          </p:nvPr>
        </p:nvGrpSpPr>
        <p:grpSpPr>
          <a:xfrm>
            <a:off x="4024972" y="5286703"/>
            <a:ext cx="536662" cy="138487"/>
            <a:chOff x="5396034" y="6037953"/>
            <a:chExt cx="536662" cy="138487"/>
          </a:xfrm>
          <a:solidFill>
            <a:schemeClr val="bg1"/>
          </a:solidFill>
        </p:grpSpPr>
        <p:sp>
          <p:nvSpPr>
            <p:cNvPr id="38" name="Freeform: Shape 37">
              <a:extLst>
                <a:ext uri="{FF2B5EF4-FFF2-40B4-BE49-F238E27FC236}">
                  <a16:creationId xmlns:a16="http://schemas.microsoft.com/office/drawing/2014/main" id="{FBDF1A0B-92FA-D664-BF6E-C2E3EAC7A09A}"/>
                </a:ext>
              </a:extLst>
            </p:cNvPr>
            <p:cNvSpPr/>
            <p:nvPr>
              <p:custDataLst>
                <p:tags r:id="rId24"/>
              </p:custDataLst>
            </p:nvPr>
          </p:nvSpPr>
          <p:spPr>
            <a:xfrm>
              <a:off x="5396034" y="6047232"/>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grpFill/>
            <a:ln w="14165" cap="flat">
              <a:noFill/>
              <a:prstDash val="solid"/>
              <a:miter/>
            </a:ln>
          </p:spPr>
          <p:txBody>
            <a:bodyPr rtlCol="0" anchor="ctr"/>
            <a:lstStyle/>
            <a:p>
              <a:endParaRPr lang="en-GB" noProof="0"/>
            </a:p>
          </p:txBody>
        </p:sp>
        <p:sp>
          <p:nvSpPr>
            <p:cNvPr id="39" name="Freeform: Shape 38">
              <a:extLst>
                <a:ext uri="{FF2B5EF4-FFF2-40B4-BE49-F238E27FC236}">
                  <a16:creationId xmlns:a16="http://schemas.microsoft.com/office/drawing/2014/main" id="{4FE5459B-AE1E-EADE-1A40-B883D637A3A8}"/>
                </a:ext>
              </a:extLst>
            </p:cNvPr>
            <p:cNvSpPr/>
            <p:nvPr>
              <p:custDataLst>
                <p:tags r:id="rId25"/>
              </p:custDataLst>
            </p:nvPr>
          </p:nvSpPr>
          <p:spPr>
            <a:xfrm>
              <a:off x="5515333" y="6037953"/>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grpFill/>
            <a:ln w="14165" cap="flat">
              <a:noFill/>
              <a:prstDash val="solid"/>
              <a:miter/>
            </a:ln>
          </p:spPr>
          <p:txBody>
            <a:bodyPr rtlCol="0" anchor="ctr"/>
            <a:lstStyle/>
            <a:p>
              <a:endParaRPr lang="en-GB" noProof="0"/>
            </a:p>
          </p:txBody>
        </p:sp>
        <p:sp>
          <p:nvSpPr>
            <p:cNvPr id="40" name="Freeform: Shape 39">
              <a:extLst>
                <a:ext uri="{FF2B5EF4-FFF2-40B4-BE49-F238E27FC236}">
                  <a16:creationId xmlns:a16="http://schemas.microsoft.com/office/drawing/2014/main" id="{FC36E6F1-6F3E-C6B0-AA83-A428C9AD650C}"/>
                </a:ext>
              </a:extLst>
            </p:cNvPr>
            <p:cNvSpPr/>
            <p:nvPr>
              <p:custDataLst>
                <p:tags r:id="rId26"/>
              </p:custDataLst>
            </p:nvPr>
          </p:nvSpPr>
          <p:spPr>
            <a:xfrm>
              <a:off x="5560627" y="6080607"/>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grpFill/>
            <a:ln w="14165" cap="flat">
              <a:noFill/>
              <a:prstDash val="solid"/>
              <a:miter/>
            </a:ln>
          </p:spPr>
          <p:txBody>
            <a:bodyPr rtlCol="0" anchor="ctr"/>
            <a:lstStyle/>
            <a:p>
              <a:endParaRPr lang="en-GB" noProof="0"/>
            </a:p>
          </p:txBody>
        </p:sp>
        <p:sp>
          <p:nvSpPr>
            <p:cNvPr id="41" name="Freeform: Shape 40">
              <a:extLst>
                <a:ext uri="{FF2B5EF4-FFF2-40B4-BE49-F238E27FC236}">
                  <a16:creationId xmlns:a16="http://schemas.microsoft.com/office/drawing/2014/main" id="{A67EC1C5-F595-4FE7-BB06-9F37EC69584F}"/>
                </a:ext>
              </a:extLst>
            </p:cNvPr>
            <p:cNvSpPr/>
            <p:nvPr>
              <p:custDataLst>
                <p:tags r:id="rId27"/>
              </p:custDataLst>
            </p:nvPr>
          </p:nvSpPr>
          <p:spPr>
            <a:xfrm>
              <a:off x="5678652" y="6090994"/>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grpFill/>
            <a:ln w="14165" cap="flat">
              <a:noFill/>
              <a:prstDash val="solid"/>
              <a:miter/>
            </a:ln>
          </p:spPr>
          <p:txBody>
            <a:bodyPr rtlCol="0" anchor="ctr"/>
            <a:lstStyle/>
            <a:p>
              <a:endParaRPr lang="en-GB" noProof="0"/>
            </a:p>
          </p:txBody>
        </p:sp>
        <p:sp>
          <p:nvSpPr>
            <p:cNvPr id="42" name="Freeform: Shape 41">
              <a:extLst>
                <a:ext uri="{FF2B5EF4-FFF2-40B4-BE49-F238E27FC236}">
                  <a16:creationId xmlns:a16="http://schemas.microsoft.com/office/drawing/2014/main" id="{7196F4C7-EE5E-838A-2121-8A93118535B2}"/>
                </a:ext>
              </a:extLst>
            </p:cNvPr>
            <p:cNvSpPr/>
            <p:nvPr>
              <p:custDataLst>
                <p:tags r:id="rId28"/>
              </p:custDataLst>
            </p:nvPr>
          </p:nvSpPr>
          <p:spPr>
            <a:xfrm>
              <a:off x="5833269" y="6049586"/>
              <a:ext cx="46872" cy="92232"/>
            </a:xfrm>
            <a:custGeom>
              <a:avLst/>
              <a:gdLst>
                <a:gd name="connsiteX0" fmla="*/ 29225 w 46872"/>
                <a:gd name="connsiteY0" fmla="*/ 3663 h 92232"/>
                <a:gd name="connsiteX1" fmla="*/ 25958 w 46872"/>
                <a:gd name="connsiteY1" fmla="*/ 63 h 92232"/>
                <a:gd name="connsiteX2" fmla="*/ 107 w 46872"/>
                <a:gd name="connsiteY2" fmla="*/ 8926 h 92232"/>
                <a:gd name="connsiteX3" fmla="*/ 107 w 46872"/>
                <a:gd name="connsiteY3" fmla="*/ 13219 h 92232"/>
                <a:gd name="connsiteX4" fmla="*/ 18714 w 46872"/>
                <a:gd name="connsiteY4" fmla="*/ 9618 h 92232"/>
                <a:gd name="connsiteX5" fmla="*/ 18714 w 46872"/>
                <a:gd name="connsiteY5" fmla="*/ 81355 h 92232"/>
                <a:gd name="connsiteX6" fmla="*/ 5504 w 46872"/>
                <a:gd name="connsiteY6" fmla="*/ 88002 h 92232"/>
                <a:gd name="connsiteX7" fmla="*/ 959 w 46872"/>
                <a:gd name="connsiteY7" fmla="*/ 88002 h 92232"/>
                <a:gd name="connsiteX8" fmla="*/ 959 w 46872"/>
                <a:gd name="connsiteY8" fmla="*/ 92296 h 92232"/>
                <a:gd name="connsiteX9" fmla="*/ 23969 w 46872"/>
                <a:gd name="connsiteY9" fmla="*/ 91880 h 92232"/>
                <a:gd name="connsiteX10" fmla="*/ 46980 w 46872"/>
                <a:gd name="connsiteY10" fmla="*/ 92296 h 92232"/>
                <a:gd name="connsiteX11" fmla="*/ 46980 w 46872"/>
                <a:gd name="connsiteY11" fmla="*/ 88002 h 92232"/>
                <a:gd name="connsiteX12" fmla="*/ 42434 w 46872"/>
                <a:gd name="connsiteY12" fmla="*/ 88002 h 92232"/>
                <a:gd name="connsiteX13" fmla="*/ 29225 w 46872"/>
                <a:gd name="connsiteY13" fmla="*/ 81355 h 92232"/>
                <a:gd name="connsiteX14" fmla="*/ 29225 w 46872"/>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872" h="92232">
                  <a:moveTo>
                    <a:pt x="29225" y="3663"/>
                  </a:moveTo>
                  <a:cubicBezTo>
                    <a:pt x="29225" y="340"/>
                    <a:pt x="29225" y="63"/>
                    <a:pt x="25958" y="63"/>
                  </a:cubicBezTo>
                  <a:cubicBezTo>
                    <a:pt x="17152" y="8926"/>
                    <a:pt x="4652" y="8926"/>
                    <a:pt x="107" y="8926"/>
                  </a:cubicBezTo>
                  <a:lnTo>
                    <a:pt x="107" y="13219"/>
                  </a:lnTo>
                  <a:cubicBezTo>
                    <a:pt x="2948" y="13219"/>
                    <a:pt x="11328" y="13219"/>
                    <a:pt x="18714" y="9618"/>
                  </a:cubicBezTo>
                  <a:lnTo>
                    <a:pt x="18714" y="81355"/>
                  </a:lnTo>
                  <a:cubicBezTo>
                    <a:pt x="18714" y="86341"/>
                    <a:pt x="18288" y="88002"/>
                    <a:pt x="5504" y="88002"/>
                  </a:cubicBezTo>
                  <a:lnTo>
                    <a:pt x="959" y="88002"/>
                  </a:lnTo>
                  <a:lnTo>
                    <a:pt x="959" y="92296"/>
                  </a:lnTo>
                  <a:cubicBezTo>
                    <a:pt x="5930" y="91880"/>
                    <a:pt x="18288" y="91880"/>
                    <a:pt x="23969" y="91880"/>
                  </a:cubicBezTo>
                  <a:cubicBezTo>
                    <a:pt x="29651" y="91880"/>
                    <a:pt x="42008" y="91880"/>
                    <a:pt x="46980" y="92296"/>
                  </a:cubicBezTo>
                  <a:lnTo>
                    <a:pt x="46980" y="88002"/>
                  </a:lnTo>
                  <a:lnTo>
                    <a:pt x="42434" y="88002"/>
                  </a:lnTo>
                  <a:cubicBezTo>
                    <a:pt x="29651" y="88002"/>
                    <a:pt x="29225" y="86479"/>
                    <a:pt x="29225" y="81355"/>
                  </a:cubicBezTo>
                  <a:lnTo>
                    <a:pt x="29225" y="3663"/>
                  </a:lnTo>
                  <a:close/>
                </a:path>
              </a:pathLst>
            </a:custGeom>
            <a:grpFill/>
            <a:ln w="14165" cap="flat">
              <a:noFill/>
              <a:prstDash val="solid"/>
              <a:miter/>
            </a:ln>
          </p:spPr>
          <p:txBody>
            <a:bodyPr rtlCol="0" anchor="ctr"/>
            <a:lstStyle/>
            <a:p>
              <a:endParaRPr lang="en-GB" noProof="0"/>
            </a:p>
          </p:txBody>
        </p:sp>
        <p:sp>
          <p:nvSpPr>
            <p:cNvPr id="43" name="Freeform: Shape 42">
              <a:extLst>
                <a:ext uri="{FF2B5EF4-FFF2-40B4-BE49-F238E27FC236}">
                  <a16:creationId xmlns:a16="http://schemas.microsoft.com/office/drawing/2014/main" id="{F5FA0259-AB79-C779-E5FC-1E1FAE3C6CF7}"/>
                </a:ext>
              </a:extLst>
            </p:cNvPr>
            <p:cNvSpPr/>
            <p:nvPr>
              <p:custDataLst>
                <p:tags r:id="rId29"/>
              </p:custDataLst>
            </p:nvPr>
          </p:nvSpPr>
          <p:spPr>
            <a:xfrm>
              <a:off x="5899743" y="6037953"/>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grpFill/>
            <a:ln w="14165" cap="flat">
              <a:noFill/>
              <a:prstDash val="solid"/>
              <a:miter/>
            </a:ln>
          </p:spPr>
          <p:txBody>
            <a:bodyPr rtlCol="0" anchor="ctr"/>
            <a:lstStyle/>
            <a:p>
              <a:endParaRPr lang="en-GB" noProof="0"/>
            </a:p>
          </p:txBody>
        </p:sp>
      </p:grpSp>
      <p:grpSp>
        <p:nvGrpSpPr>
          <p:cNvPr id="44" name="Group 43" descr="\documentclass{article}&#10;\usepackage{amsmath}&#10;\pagestyle{empty}&#10;\begin{document}&#10;&#10;$P(y = 2)$&#10;&#10;&#10;\end{document}" title="IguanaTex Shape Display">
            <a:extLst>
              <a:ext uri="{FF2B5EF4-FFF2-40B4-BE49-F238E27FC236}">
                <a16:creationId xmlns:a16="http://schemas.microsoft.com/office/drawing/2014/main" id="{99486069-C4A0-81D2-1BF1-E1ACDC80E52D}"/>
              </a:ext>
            </a:extLst>
          </p:cNvPr>
          <p:cNvGrpSpPr>
            <a:grpSpLocks noChangeAspect="1"/>
          </p:cNvGrpSpPr>
          <p:nvPr>
            <p:custDataLst>
              <p:tags r:id="rId3"/>
            </p:custDataLst>
          </p:nvPr>
        </p:nvGrpSpPr>
        <p:grpSpPr>
          <a:xfrm>
            <a:off x="6293921" y="5286703"/>
            <a:ext cx="536662" cy="138487"/>
            <a:chOff x="7650630" y="6032874"/>
            <a:chExt cx="536662" cy="138487"/>
          </a:xfrm>
        </p:grpSpPr>
        <p:sp>
          <p:nvSpPr>
            <p:cNvPr id="45" name="Freeform: Shape 44">
              <a:extLst>
                <a:ext uri="{FF2B5EF4-FFF2-40B4-BE49-F238E27FC236}">
                  <a16:creationId xmlns:a16="http://schemas.microsoft.com/office/drawing/2014/main" id="{0039DBA0-2AAF-9BC3-2F7D-A65C5EB38B57}"/>
                </a:ext>
              </a:extLst>
            </p:cNvPr>
            <p:cNvSpPr/>
            <p:nvPr>
              <p:custDataLst>
                <p:tags r:id="rId18"/>
              </p:custDataLst>
            </p:nvPr>
          </p:nvSpPr>
          <p:spPr>
            <a:xfrm>
              <a:off x="7650630" y="6042153"/>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6" name="Freeform: Shape 45">
              <a:extLst>
                <a:ext uri="{FF2B5EF4-FFF2-40B4-BE49-F238E27FC236}">
                  <a16:creationId xmlns:a16="http://schemas.microsoft.com/office/drawing/2014/main" id="{D60477CE-03B6-025B-F46A-29720E05B327}"/>
                </a:ext>
              </a:extLst>
            </p:cNvPr>
            <p:cNvSpPr/>
            <p:nvPr>
              <p:custDataLst>
                <p:tags r:id="rId19"/>
              </p:custDataLst>
            </p:nvPr>
          </p:nvSpPr>
          <p:spPr>
            <a:xfrm>
              <a:off x="7769929" y="6032874"/>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7" name="Freeform: Shape 46">
              <a:extLst>
                <a:ext uri="{FF2B5EF4-FFF2-40B4-BE49-F238E27FC236}">
                  <a16:creationId xmlns:a16="http://schemas.microsoft.com/office/drawing/2014/main" id="{4E33AC11-4688-6A64-65B2-F2544730BAA0}"/>
                </a:ext>
              </a:extLst>
            </p:cNvPr>
            <p:cNvSpPr/>
            <p:nvPr>
              <p:custDataLst>
                <p:tags r:id="rId20"/>
              </p:custDataLst>
            </p:nvPr>
          </p:nvSpPr>
          <p:spPr>
            <a:xfrm>
              <a:off x="7815223" y="6075528"/>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8" name="Freeform: Shape 47">
              <a:extLst>
                <a:ext uri="{FF2B5EF4-FFF2-40B4-BE49-F238E27FC236}">
                  <a16:creationId xmlns:a16="http://schemas.microsoft.com/office/drawing/2014/main" id="{5B88AD7E-B5B0-2F4B-1B6B-4DABEE3CC5CA}"/>
                </a:ext>
              </a:extLst>
            </p:cNvPr>
            <p:cNvSpPr/>
            <p:nvPr>
              <p:custDataLst>
                <p:tags r:id="rId21"/>
              </p:custDataLst>
            </p:nvPr>
          </p:nvSpPr>
          <p:spPr>
            <a:xfrm>
              <a:off x="7933248" y="6085915"/>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9" name="Freeform: Shape 48">
              <a:extLst>
                <a:ext uri="{FF2B5EF4-FFF2-40B4-BE49-F238E27FC236}">
                  <a16:creationId xmlns:a16="http://schemas.microsoft.com/office/drawing/2014/main" id="{373F1F8B-5C67-927A-C5CA-BE96668AEF3E}"/>
                </a:ext>
              </a:extLst>
            </p:cNvPr>
            <p:cNvSpPr/>
            <p:nvPr>
              <p:custDataLst>
                <p:tags r:id="rId22"/>
              </p:custDataLst>
            </p:nvPr>
          </p:nvSpPr>
          <p:spPr>
            <a:xfrm>
              <a:off x="8082325" y="6044507"/>
              <a:ext cx="56673" cy="92232"/>
            </a:xfrm>
            <a:custGeom>
              <a:avLst/>
              <a:gdLst>
                <a:gd name="connsiteX0" fmla="*/ 11044 w 56673"/>
                <a:gd name="connsiteY0" fmla="*/ 81632 h 92232"/>
                <a:gd name="connsiteX1" fmla="*/ 26100 w 56673"/>
                <a:gd name="connsiteY1" fmla="*/ 67368 h 92232"/>
                <a:gd name="connsiteX2" fmla="*/ 56780 w 56673"/>
                <a:gd name="connsiteY2" fmla="*/ 26929 h 92232"/>
                <a:gd name="connsiteX3" fmla="*/ 26668 w 56673"/>
                <a:gd name="connsiteY3" fmla="*/ 63 h 92232"/>
                <a:gd name="connsiteX4" fmla="*/ 107 w 56673"/>
                <a:gd name="connsiteY4" fmla="*/ 25129 h 92232"/>
                <a:gd name="connsiteX5" fmla="*/ 7635 w 56673"/>
                <a:gd name="connsiteY5" fmla="*/ 32884 h 92232"/>
                <a:gd name="connsiteX6" fmla="*/ 15021 w 56673"/>
                <a:gd name="connsiteY6" fmla="*/ 25544 h 92232"/>
                <a:gd name="connsiteX7" fmla="*/ 7493 w 56673"/>
                <a:gd name="connsiteY7" fmla="*/ 18343 h 92232"/>
                <a:gd name="connsiteX8" fmla="*/ 5646 w 56673"/>
                <a:gd name="connsiteY8" fmla="*/ 18482 h 92232"/>
                <a:gd name="connsiteX9" fmla="*/ 24822 w 56673"/>
                <a:gd name="connsiteY9" fmla="*/ 4356 h 92232"/>
                <a:gd name="connsiteX10" fmla="*/ 43855 w 56673"/>
                <a:gd name="connsiteY10" fmla="*/ 26929 h 92232"/>
                <a:gd name="connsiteX11" fmla="*/ 28941 w 56673"/>
                <a:gd name="connsiteY11" fmla="*/ 57535 h 92232"/>
                <a:gd name="connsiteX12" fmla="*/ 1669 w 56673"/>
                <a:gd name="connsiteY12" fmla="*/ 87172 h 92232"/>
                <a:gd name="connsiteX13" fmla="*/ 107 w 56673"/>
                <a:gd name="connsiteY13" fmla="*/ 92296 h 92232"/>
                <a:gd name="connsiteX14" fmla="*/ 52803 w 56673"/>
                <a:gd name="connsiteY14" fmla="*/ 92296 h 92232"/>
                <a:gd name="connsiteX15" fmla="*/ 56780 w 56673"/>
                <a:gd name="connsiteY15" fmla="*/ 68199 h 92232"/>
                <a:gd name="connsiteX16" fmla="*/ 53229 w 56673"/>
                <a:gd name="connsiteY16" fmla="*/ 68199 h 92232"/>
                <a:gd name="connsiteX17" fmla="*/ 50105 w 56673"/>
                <a:gd name="connsiteY17" fmla="*/ 80524 h 92232"/>
                <a:gd name="connsiteX18" fmla="*/ 36611 w 56673"/>
                <a:gd name="connsiteY18" fmla="*/ 81632 h 92232"/>
                <a:gd name="connsiteX19" fmla="*/ 11044 w 56673"/>
                <a:gd name="connsiteY19" fmla="*/ 81632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673" h="92232">
                  <a:moveTo>
                    <a:pt x="11044" y="81632"/>
                  </a:moveTo>
                  <a:lnTo>
                    <a:pt x="26100" y="67368"/>
                  </a:lnTo>
                  <a:cubicBezTo>
                    <a:pt x="48258" y="48256"/>
                    <a:pt x="56780" y="40778"/>
                    <a:pt x="56780" y="26929"/>
                  </a:cubicBezTo>
                  <a:cubicBezTo>
                    <a:pt x="56780" y="11142"/>
                    <a:pt x="43997" y="63"/>
                    <a:pt x="26668" y="63"/>
                  </a:cubicBezTo>
                  <a:cubicBezTo>
                    <a:pt x="10618" y="63"/>
                    <a:pt x="107" y="12804"/>
                    <a:pt x="107" y="25129"/>
                  </a:cubicBezTo>
                  <a:cubicBezTo>
                    <a:pt x="107" y="32884"/>
                    <a:pt x="7209" y="32884"/>
                    <a:pt x="7635" y="32884"/>
                  </a:cubicBezTo>
                  <a:cubicBezTo>
                    <a:pt x="10050" y="32884"/>
                    <a:pt x="15021" y="31222"/>
                    <a:pt x="15021" y="25544"/>
                  </a:cubicBezTo>
                  <a:cubicBezTo>
                    <a:pt x="15021" y="21944"/>
                    <a:pt x="12464" y="18343"/>
                    <a:pt x="7493" y="18343"/>
                  </a:cubicBezTo>
                  <a:cubicBezTo>
                    <a:pt x="6357" y="18343"/>
                    <a:pt x="6073" y="18343"/>
                    <a:pt x="5646" y="18482"/>
                  </a:cubicBezTo>
                  <a:cubicBezTo>
                    <a:pt x="8913" y="9480"/>
                    <a:pt x="16583" y="4356"/>
                    <a:pt x="24822" y="4356"/>
                  </a:cubicBezTo>
                  <a:cubicBezTo>
                    <a:pt x="37747" y="4356"/>
                    <a:pt x="43855" y="15573"/>
                    <a:pt x="43855" y="26929"/>
                  </a:cubicBezTo>
                  <a:cubicBezTo>
                    <a:pt x="43855" y="38008"/>
                    <a:pt x="36753" y="48949"/>
                    <a:pt x="28941" y="57535"/>
                  </a:cubicBezTo>
                  <a:lnTo>
                    <a:pt x="1669" y="87172"/>
                  </a:lnTo>
                  <a:cubicBezTo>
                    <a:pt x="107" y="88695"/>
                    <a:pt x="107" y="88972"/>
                    <a:pt x="107" y="92296"/>
                  </a:cubicBezTo>
                  <a:lnTo>
                    <a:pt x="52803" y="92296"/>
                  </a:lnTo>
                  <a:lnTo>
                    <a:pt x="56780" y="68199"/>
                  </a:lnTo>
                  <a:lnTo>
                    <a:pt x="53229" y="68199"/>
                  </a:lnTo>
                  <a:cubicBezTo>
                    <a:pt x="52519" y="72353"/>
                    <a:pt x="51525" y="78447"/>
                    <a:pt x="50105" y="80524"/>
                  </a:cubicBezTo>
                  <a:cubicBezTo>
                    <a:pt x="49110" y="81632"/>
                    <a:pt x="39736" y="81632"/>
                    <a:pt x="36611" y="81632"/>
                  </a:cubicBezTo>
                  <a:lnTo>
                    <a:pt x="11044" y="81632"/>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0" name="Freeform: Shape 49">
              <a:extLst>
                <a:ext uri="{FF2B5EF4-FFF2-40B4-BE49-F238E27FC236}">
                  <a16:creationId xmlns:a16="http://schemas.microsoft.com/office/drawing/2014/main" id="{6B05D78E-280A-6D17-B689-E0638AB3B14B}"/>
                </a:ext>
              </a:extLst>
            </p:cNvPr>
            <p:cNvSpPr/>
            <p:nvPr>
              <p:custDataLst>
                <p:tags r:id="rId23"/>
              </p:custDataLst>
            </p:nvPr>
          </p:nvSpPr>
          <p:spPr>
            <a:xfrm>
              <a:off x="8154339" y="6032874"/>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51" name="Group 50" descr="\documentclass{article}&#10;\usepackage{amsmath}&#10;\pagestyle{empty}&#10;\begin{document}&#10;&#10;$P(y = 3)$&#10;&#10;&#10;\end{document}" title="IguanaTex Shape Display">
            <a:extLst>
              <a:ext uri="{FF2B5EF4-FFF2-40B4-BE49-F238E27FC236}">
                <a16:creationId xmlns:a16="http://schemas.microsoft.com/office/drawing/2014/main" id="{680BFB83-125B-0B57-784E-6706EF28D35D}"/>
              </a:ext>
            </a:extLst>
          </p:cNvPr>
          <p:cNvGrpSpPr>
            <a:grpSpLocks noChangeAspect="1"/>
          </p:cNvGrpSpPr>
          <p:nvPr>
            <p:custDataLst>
              <p:tags r:id="rId4"/>
            </p:custDataLst>
          </p:nvPr>
        </p:nvGrpSpPr>
        <p:grpSpPr>
          <a:xfrm>
            <a:off x="7678143" y="5286703"/>
            <a:ext cx="536662" cy="138487"/>
            <a:chOff x="8824417" y="6039105"/>
            <a:chExt cx="536662" cy="138487"/>
          </a:xfrm>
        </p:grpSpPr>
        <p:sp>
          <p:nvSpPr>
            <p:cNvPr id="52" name="Freeform: Shape 51">
              <a:extLst>
                <a:ext uri="{FF2B5EF4-FFF2-40B4-BE49-F238E27FC236}">
                  <a16:creationId xmlns:a16="http://schemas.microsoft.com/office/drawing/2014/main" id="{3B7B98D6-16EA-FA88-35CC-EB43706C6FD6}"/>
                </a:ext>
              </a:extLst>
            </p:cNvPr>
            <p:cNvSpPr/>
            <p:nvPr>
              <p:custDataLst>
                <p:tags r:id="rId12"/>
              </p:custDataLst>
            </p:nvPr>
          </p:nvSpPr>
          <p:spPr>
            <a:xfrm>
              <a:off x="8824417" y="6048384"/>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3" name="Freeform: Shape 52">
              <a:extLst>
                <a:ext uri="{FF2B5EF4-FFF2-40B4-BE49-F238E27FC236}">
                  <a16:creationId xmlns:a16="http://schemas.microsoft.com/office/drawing/2014/main" id="{B81EFDEC-00C3-8E9F-5007-A9A806D3F8A2}"/>
                </a:ext>
              </a:extLst>
            </p:cNvPr>
            <p:cNvSpPr/>
            <p:nvPr>
              <p:custDataLst>
                <p:tags r:id="rId13"/>
              </p:custDataLst>
            </p:nvPr>
          </p:nvSpPr>
          <p:spPr>
            <a:xfrm>
              <a:off x="8943716" y="6039105"/>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4" name="Freeform: Shape 53">
              <a:extLst>
                <a:ext uri="{FF2B5EF4-FFF2-40B4-BE49-F238E27FC236}">
                  <a16:creationId xmlns:a16="http://schemas.microsoft.com/office/drawing/2014/main" id="{29807F7D-786D-2ABB-41FB-2D8423948E3B}"/>
                </a:ext>
              </a:extLst>
            </p:cNvPr>
            <p:cNvSpPr/>
            <p:nvPr>
              <p:custDataLst>
                <p:tags r:id="rId14"/>
              </p:custDataLst>
            </p:nvPr>
          </p:nvSpPr>
          <p:spPr>
            <a:xfrm>
              <a:off x="8989010" y="6081759"/>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5" name="Freeform: Shape 54">
              <a:extLst>
                <a:ext uri="{FF2B5EF4-FFF2-40B4-BE49-F238E27FC236}">
                  <a16:creationId xmlns:a16="http://schemas.microsoft.com/office/drawing/2014/main" id="{758867C5-A834-69F0-38FA-9EABA413C105}"/>
                </a:ext>
              </a:extLst>
            </p:cNvPr>
            <p:cNvSpPr/>
            <p:nvPr>
              <p:custDataLst>
                <p:tags r:id="rId15"/>
              </p:custDataLst>
            </p:nvPr>
          </p:nvSpPr>
          <p:spPr>
            <a:xfrm>
              <a:off x="9107035" y="6092146"/>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6" name="Freeform: Shape 55">
              <a:extLst>
                <a:ext uri="{FF2B5EF4-FFF2-40B4-BE49-F238E27FC236}">
                  <a16:creationId xmlns:a16="http://schemas.microsoft.com/office/drawing/2014/main" id="{2635EA73-1C2B-40DB-9B40-3E86DEB33F3A}"/>
                </a:ext>
              </a:extLst>
            </p:cNvPr>
            <p:cNvSpPr/>
            <p:nvPr>
              <p:custDataLst>
                <p:tags r:id="rId16"/>
              </p:custDataLst>
            </p:nvPr>
          </p:nvSpPr>
          <p:spPr>
            <a:xfrm>
              <a:off x="9254976" y="6050738"/>
              <a:ext cx="58946" cy="95279"/>
            </a:xfrm>
            <a:custGeom>
              <a:avLst/>
              <a:gdLst>
                <a:gd name="connsiteX0" fmla="*/ 35333 w 58946"/>
                <a:gd name="connsiteY0" fmla="*/ 43548 h 95279"/>
                <a:gd name="connsiteX1" fmla="*/ 55218 w 58946"/>
                <a:gd name="connsiteY1" fmla="*/ 19174 h 95279"/>
                <a:gd name="connsiteX2" fmla="*/ 29083 w 58946"/>
                <a:gd name="connsiteY2" fmla="*/ 63 h 95279"/>
                <a:gd name="connsiteX3" fmla="*/ 3942 w 58946"/>
                <a:gd name="connsiteY3" fmla="*/ 18897 h 95279"/>
                <a:gd name="connsiteX4" fmla="*/ 11186 w 58946"/>
                <a:gd name="connsiteY4" fmla="*/ 26098 h 95279"/>
                <a:gd name="connsiteX5" fmla="*/ 18430 w 58946"/>
                <a:gd name="connsiteY5" fmla="*/ 19036 h 95279"/>
                <a:gd name="connsiteX6" fmla="*/ 9623 w 58946"/>
                <a:gd name="connsiteY6" fmla="*/ 12111 h 95279"/>
                <a:gd name="connsiteX7" fmla="*/ 28515 w 58946"/>
                <a:gd name="connsiteY7" fmla="*/ 3525 h 95279"/>
                <a:gd name="connsiteX8" fmla="*/ 42150 w 58946"/>
                <a:gd name="connsiteY8" fmla="*/ 19036 h 95279"/>
                <a:gd name="connsiteX9" fmla="*/ 38173 w 58946"/>
                <a:gd name="connsiteY9" fmla="*/ 34823 h 95279"/>
                <a:gd name="connsiteX10" fmla="*/ 25532 w 58946"/>
                <a:gd name="connsiteY10" fmla="*/ 42025 h 95279"/>
                <a:gd name="connsiteX11" fmla="*/ 19992 w 58946"/>
                <a:gd name="connsiteY11" fmla="*/ 42440 h 95279"/>
                <a:gd name="connsiteX12" fmla="*/ 17862 w 58946"/>
                <a:gd name="connsiteY12" fmla="*/ 44102 h 95279"/>
                <a:gd name="connsiteX13" fmla="*/ 21271 w 58946"/>
                <a:gd name="connsiteY13" fmla="*/ 45625 h 95279"/>
                <a:gd name="connsiteX14" fmla="*/ 27520 w 58946"/>
                <a:gd name="connsiteY14" fmla="*/ 45625 h 95279"/>
                <a:gd name="connsiteX15" fmla="*/ 44423 w 58946"/>
                <a:gd name="connsiteY15" fmla="*/ 68614 h 95279"/>
                <a:gd name="connsiteX16" fmla="*/ 28373 w 58946"/>
                <a:gd name="connsiteY16" fmla="*/ 91465 h 95279"/>
                <a:gd name="connsiteX17" fmla="*/ 6641 w 58946"/>
                <a:gd name="connsiteY17" fmla="*/ 80940 h 95279"/>
                <a:gd name="connsiteX18" fmla="*/ 16015 w 58946"/>
                <a:gd name="connsiteY18" fmla="*/ 73323 h 95279"/>
                <a:gd name="connsiteX19" fmla="*/ 8061 w 58946"/>
                <a:gd name="connsiteY19" fmla="*/ 65567 h 95279"/>
                <a:gd name="connsiteX20" fmla="*/ 107 w 58946"/>
                <a:gd name="connsiteY20" fmla="*/ 73600 h 95279"/>
                <a:gd name="connsiteX21" fmla="*/ 28799 w 58946"/>
                <a:gd name="connsiteY21" fmla="*/ 95342 h 95279"/>
                <a:gd name="connsiteX22" fmla="*/ 59053 w 58946"/>
                <a:gd name="connsiteY22" fmla="*/ 68614 h 95279"/>
                <a:gd name="connsiteX23" fmla="*/ 35333 w 58946"/>
                <a:gd name="connsiteY23" fmla="*/ 43548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946" h="95279">
                  <a:moveTo>
                    <a:pt x="35333" y="43548"/>
                  </a:moveTo>
                  <a:cubicBezTo>
                    <a:pt x="46980" y="39809"/>
                    <a:pt x="55218" y="30115"/>
                    <a:pt x="55218" y="19174"/>
                  </a:cubicBezTo>
                  <a:cubicBezTo>
                    <a:pt x="55218" y="7818"/>
                    <a:pt x="42719" y="63"/>
                    <a:pt x="29083" y="63"/>
                  </a:cubicBezTo>
                  <a:cubicBezTo>
                    <a:pt x="14737" y="63"/>
                    <a:pt x="3942" y="8372"/>
                    <a:pt x="3942" y="18897"/>
                  </a:cubicBezTo>
                  <a:cubicBezTo>
                    <a:pt x="3942" y="23467"/>
                    <a:pt x="7067" y="26098"/>
                    <a:pt x="11186" y="26098"/>
                  </a:cubicBezTo>
                  <a:cubicBezTo>
                    <a:pt x="15589" y="26098"/>
                    <a:pt x="18430" y="23052"/>
                    <a:pt x="18430" y="19036"/>
                  </a:cubicBezTo>
                  <a:cubicBezTo>
                    <a:pt x="18430" y="12111"/>
                    <a:pt x="11754" y="12111"/>
                    <a:pt x="9623" y="12111"/>
                  </a:cubicBezTo>
                  <a:cubicBezTo>
                    <a:pt x="14027" y="5325"/>
                    <a:pt x="23401" y="3525"/>
                    <a:pt x="28515" y="3525"/>
                  </a:cubicBezTo>
                  <a:cubicBezTo>
                    <a:pt x="34338" y="3525"/>
                    <a:pt x="42150" y="6572"/>
                    <a:pt x="42150" y="19036"/>
                  </a:cubicBezTo>
                  <a:cubicBezTo>
                    <a:pt x="42150" y="20697"/>
                    <a:pt x="41866" y="28730"/>
                    <a:pt x="38173" y="34823"/>
                  </a:cubicBezTo>
                  <a:cubicBezTo>
                    <a:pt x="33912" y="41471"/>
                    <a:pt x="29083" y="41886"/>
                    <a:pt x="25532" y="42025"/>
                  </a:cubicBezTo>
                  <a:cubicBezTo>
                    <a:pt x="24396" y="42163"/>
                    <a:pt x="20987" y="42440"/>
                    <a:pt x="19992" y="42440"/>
                  </a:cubicBezTo>
                  <a:cubicBezTo>
                    <a:pt x="18856" y="42578"/>
                    <a:pt x="17862" y="42717"/>
                    <a:pt x="17862" y="44102"/>
                  </a:cubicBezTo>
                  <a:cubicBezTo>
                    <a:pt x="17862" y="45625"/>
                    <a:pt x="18856" y="45625"/>
                    <a:pt x="21271" y="45625"/>
                  </a:cubicBezTo>
                  <a:lnTo>
                    <a:pt x="27520" y="45625"/>
                  </a:lnTo>
                  <a:cubicBezTo>
                    <a:pt x="39168" y="45625"/>
                    <a:pt x="44423" y="55042"/>
                    <a:pt x="44423" y="68614"/>
                  </a:cubicBezTo>
                  <a:cubicBezTo>
                    <a:pt x="44423" y="87448"/>
                    <a:pt x="34622" y="91465"/>
                    <a:pt x="28373" y="91465"/>
                  </a:cubicBezTo>
                  <a:cubicBezTo>
                    <a:pt x="22265" y="91465"/>
                    <a:pt x="11612" y="89110"/>
                    <a:pt x="6641" y="80940"/>
                  </a:cubicBezTo>
                  <a:cubicBezTo>
                    <a:pt x="11612" y="81632"/>
                    <a:pt x="16015" y="78585"/>
                    <a:pt x="16015" y="73323"/>
                  </a:cubicBezTo>
                  <a:cubicBezTo>
                    <a:pt x="16015" y="68337"/>
                    <a:pt x="12180" y="65567"/>
                    <a:pt x="8061" y="65567"/>
                  </a:cubicBezTo>
                  <a:cubicBezTo>
                    <a:pt x="4652" y="65567"/>
                    <a:pt x="107" y="67506"/>
                    <a:pt x="107" y="73600"/>
                  </a:cubicBezTo>
                  <a:cubicBezTo>
                    <a:pt x="107" y="86202"/>
                    <a:pt x="13317" y="95342"/>
                    <a:pt x="28799" y="95342"/>
                  </a:cubicBezTo>
                  <a:cubicBezTo>
                    <a:pt x="46127" y="95342"/>
                    <a:pt x="59053" y="82740"/>
                    <a:pt x="59053" y="68614"/>
                  </a:cubicBezTo>
                  <a:cubicBezTo>
                    <a:pt x="59053" y="57258"/>
                    <a:pt x="50105" y="46456"/>
                    <a:pt x="35333" y="43548"/>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7" name="Freeform: Shape 56">
              <a:extLst>
                <a:ext uri="{FF2B5EF4-FFF2-40B4-BE49-F238E27FC236}">
                  <a16:creationId xmlns:a16="http://schemas.microsoft.com/office/drawing/2014/main" id="{CCD818C9-517D-E021-2D60-F75A8F79D7ED}"/>
                </a:ext>
              </a:extLst>
            </p:cNvPr>
            <p:cNvSpPr/>
            <p:nvPr>
              <p:custDataLst>
                <p:tags r:id="rId17"/>
              </p:custDataLst>
            </p:nvPr>
          </p:nvSpPr>
          <p:spPr>
            <a:xfrm>
              <a:off x="9328126" y="6039105"/>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58" name="Group 57" descr="\documentclass{article}&#10;\usepackage{amsmath}&#10;\pagestyle{empty}&#10;\begin{document}&#10;&#10;\[&#10;\mu_2 - \beta^Tx&#10;\]&#10;&#10;\end{document}" title="IguanaTex Shape Display">
            <a:extLst>
              <a:ext uri="{FF2B5EF4-FFF2-40B4-BE49-F238E27FC236}">
                <a16:creationId xmlns:a16="http://schemas.microsoft.com/office/drawing/2014/main" id="{D9E75FA1-4629-B249-8B47-397A32C178E6}"/>
              </a:ext>
            </a:extLst>
          </p:cNvPr>
          <p:cNvGrpSpPr>
            <a:grpSpLocks noChangeAspect="1"/>
          </p:cNvGrpSpPr>
          <p:nvPr>
            <p:custDataLst>
              <p:tags r:id="rId5"/>
            </p:custDataLst>
          </p:nvPr>
        </p:nvGrpSpPr>
        <p:grpSpPr>
          <a:xfrm>
            <a:off x="6670994" y="5980055"/>
            <a:ext cx="614082" cy="162734"/>
            <a:chOff x="10233638" y="6924704"/>
            <a:chExt cx="614082" cy="162734"/>
          </a:xfrm>
        </p:grpSpPr>
        <p:sp>
          <p:nvSpPr>
            <p:cNvPr id="59" name="Freeform: Shape 58">
              <a:extLst>
                <a:ext uri="{FF2B5EF4-FFF2-40B4-BE49-F238E27FC236}">
                  <a16:creationId xmlns:a16="http://schemas.microsoft.com/office/drawing/2014/main" id="{E42221F9-87F3-51EE-9266-F6743F31DBB3}"/>
                </a:ext>
              </a:extLst>
            </p:cNvPr>
            <p:cNvSpPr/>
            <p:nvPr>
              <p:custDataLst>
                <p:tags r:id="rId6"/>
              </p:custDataLst>
            </p:nvPr>
          </p:nvSpPr>
          <p:spPr>
            <a:xfrm>
              <a:off x="10233638" y="6990278"/>
              <a:ext cx="82820" cy="97160"/>
            </a:xfrm>
            <a:custGeom>
              <a:avLst/>
              <a:gdLst>
                <a:gd name="connsiteX0" fmla="*/ 30927 w 82820"/>
                <a:gd name="connsiteY0" fmla="*/ 13512 h 97160"/>
                <a:gd name="connsiteX1" fmla="*/ 33219 w 82820"/>
                <a:gd name="connsiteY1" fmla="*/ 4062 h 97160"/>
                <a:gd name="connsiteX2" fmla="*/ 28788 w 82820"/>
                <a:gd name="connsiteY2" fmla="*/ 75 h 97160"/>
                <a:gd name="connsiteX3" fmla="*/ 22676 w 82820"/>
                <a:gd name="connsiteY3" fmla="*/ 5390 h 97160"/>
                <a:gd name="connsiteX4" fmla="*/ 672 w 82820"/>
                <a:gd name="connsiteY4" fmla="*/ 90886 h 97160"/>
                <a:gd name="connsiteX5" fmla="*/ 213 w 82820"/>
                <a:gd name="connsiteY5" fmla="*/ 93248 h 97160"/>
                <a:gd name="connsiteX6" fmla="*/ 4492 w 82820"/>
                <a:gd name="connsiteY6" fmla="*/ 97235 h 97160"/>
                <a:gd name="connsiteX7" fmla="*/ 9840 w 82820"/>
                <a:gd name="connsiteY7" fmla="*/ 94134 h 97160"/>
                <a:gd name="connsiteX8" fmla="*/ 18244 w 82820"/>
                <a:gd name="connsiteY8" fmla="*/ 62387 h 97160"/>
                <a:gd name="connsiteX9" fmla="*/ 33066 w 82820"/>
                <a:gd name="connsiteY9" fmla="*/ 66965 h 97160"/>
                <a:gd name="connsiteX10" fmla="*/ 53389 w 82820"/>
                <a:gd name="connsiteY10" fmla="*/ 56185 h 97160"/>
                <a:gd name="connsiteX11" fmla="*/ 67142 w 82820"/>
                <a:gd name="connsiteY11" fmla="*/ 66965 h 97160"/>
                <a:gd name="connsiteX12" fmla="*/ 78449 w 82820"/>
                <a:gd name="connsiteY12" fmla="*/ 58843 h 97160"/>
                <a:gd name="connsiteX13" fmla="*/ 83033 w 82820"/>
                <a:gd name="connsiteY13" fmla="*/ 44225 h 97160"/>
                <a:gd name="connsiteX14" fmla="*/ 81200 w 82820"/>
                <a:gd name="connsiteY14" fmla="*/ 42748 h 97160"/>
                <a:gd name="connsiteX15" fmla="*/ 79060 w 82820"/>
                <a:gd name="connsiteY15" fmla="*/ 45406 h 97160"/>
                <a:gd name="connsiteX16" fmla="*/ 67447 w 82820"/>
                <a:gd name="connsiteY16" fmla="*/ 63716 h 97160"/>
                <a:gd name="connsiteX17" fmla="*/ 62863 w 82820"/>
                <a:gd name="connsiteY17" fmla="*/ 56924 h 97160"/>
                <a:gd name="connsiteX18" fmla="*/ 65919 w 82820"/>
                <a:gd name="connsiteY18" fmla="*/ 41567 h 97160"/>
                <a:gd name="connsiteX19" fmla="*/ 70198 w 82820"/>
                <a:gd name="connsiteY19" fmla="*/ 25620 h 97160"/>
                <a:gd name="connsiteX20" fmla="*/ 72795 w 82820"/>
                <a:gd name="connsiteY20" fmla="*/ 15579 h 97160"/>
                <a:gd name="connsiteX21" fmla="*/ 75087 w 82820"/>
                <a:gd name="connsiteY21" fmla="*/ 5686 h 97160"/>
                <a:gd name="connsiteX22" fmla="*/ 70656 w 82820"/>
                <a:gd name="connsiteY22" fmla="*/ 1699 h 97160"/>
                <a:gd name="connsiteX23" fmla="*/ 64697 w 82820"/>
                <a:gd name="connsiteY23" fmla="*/ 6867 h 97160"/>
                <a:gd name="connsiteX24" fmla="*/ 57515 w 82820"/>
                <a:gd name="connsiteY24" fmla="*/ 34479 h 97160"/>
                <a:gd name="connsiteX25" fmla="*/ 53542 w 82820"/>
                <a:gd name="connsiteY25" fmla="*/ 49541 h 97160"/>
                <a:gd name="connsiteX26" fmla="*/ 33677 w 82820"/>
                <a:gd name="connsiteY26" fmla="*/ 63716 h 97160"/>
                <a:gd name="connsiteX27" fmla="*/ 22370 w 82820"/>
                <a:gd name="connsiteY27" fmla="*/ 50870 h 97160"/>
                <a:gd name="connsiteX28" fmla="*/ 24509 w 82820"/>
                <a:gd name="connsiteY28" fmla="*/ 38319 h 97160"/>
                <a:gd name="connsiteX29" fmla="*/ 30927 w 82820"/>
                <a:gd name="connsiteY29" fmla="*/ 13512 h 9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820" h="97160">
                  <a:moveTo>
                    <a:pt x="30927" y="13512"/>
                  </a:moveTo>
                  <a:cubicBezTo>
                    <a:pt x="31691" y="10411"/>
                    <a:pt x="33219" y="4800"/>
                    <a:pt x="33219" y="4062"/>
                  </a:cubicBezTo>
                  <a:cubicBezTo>
                    <a:pt x="33219" y="1551"/>
                    <a:pt x="31385" y="75"/>
                    <a:pt x="28788" y="75"/>
                  </a:cubicBezTo>
                  <a:cubicBezTo>
                    <a:pt x="28329" y="75"/>
                    <a:pt x="24051" y="222"/>
                    <a:pt x="22676" y="5390"/>
                  </a:cubicBezTo>
                  <a:lnTo>
                    <a:pt x="672" y="90886"/>
                  </a:lnTo>
                  <a:cubicBezTo>
                    <a:pt x="213" y="92657"/>
                    <a:pt x="213" y="92953"/>
                    <a:pt x="213" y="93248"/>
                  </a:cubicBezTo>
                  <a:cubicBezTo>
                    <a:pt x="213" y="95463"/>
                    <a:pt x="1894" y="97235"/>
                    <a:pt x="4492" y="97235"/>
                  </a:cubicBezTo>
                  <a:cubicBezTo>
                    <a:pt x="7701" y="97235"/>
                    <a:pt x="9534" y="94577"/>
                    <a:pt x="9840" y="94134"/>
                  </a:cubicBezTo>
                  <a:cubicBezTo>
                    <a:pt x="10451" y="92805"/>
                    <a:pt x="12438" y="85127"/>
                    <a:pt x="18244" y="62387"/>
                  </a:cubicBezTo>
                  <a:cubicBezTo>
                    <a:pt x="23134" y="66374"/>
                    <a:pt x="30010" y="66965"/>
                    <a:pt x="33066" y="66965"/>
                  </a:cubicBezTo>
                  <a:cubicBezTo>
                    <a:pt x="43763" y="66965"/>
                    <a:pt x="49722" y="60320"/>
                    <a:pt x="53389" y="56185"/>
                  </a:cubicBezTo>
                  <a:cubicBezTo>
                    <a:pt x="54764" y="62830"/>
                    <a:pt x="60418" y="66965"/>
                    <a:pt x="67142" y="66965"/>
                  </a:cubicBezTo>
                  <a:cubicBezTo>
                    <a:pt x="72490" y="66965"/>
                    <a:pt x="76004" y="63568"/>
                    <a:pt x="78449" y="58843"/>
                  </a:cubicBezTo>
                  <a:cubicBezTo>
                    <a:pt x="81047" y="53528"/>
                    <a:pt x="83033" y="44520"/>
                    <a:pt x="83033" y="44225"/>
                  </a:cubicBezTo>
                  <a:cubicBezTo>
                    <a:pt x="83033" y="42748"/>
                    <a:pt x="81658" y="42748"/>
                    <a:pt x="81200" y="42748"/>
                  </a:cubicBezTo>
                  <a:cubicBezTo>
                    <a:pt x="79672" y="42748"/>
                    <a:pt x="79519" y="43339"/>
                    <a:pt x="79060" y="45406"/>
                  </a:cubicBezTo>
                  <a:cubicBezTo>
                    <a:pt x="76463" y="55004"/>
                    <a:pt x="73712" y="63716"/>
                    <a:pt x="67447" y="63716"/>
                  </a:cubicBezTo>
                  <a:cubicBezTo>
                    <a:pt x="63322" y="63716"/>
                    <a:pt x="62863" y="59877"/>
                    <a:pt x="62863" y="56924"/>
                  </a:cubicBezTo>
                  <a:cubicBezTo>
                    <a:pt x="62863" y="53675"/>
                    <a:pt x="64697" y="46735"/>
                    <a:pt x="65919" y="41567"/>
                  </a:cubicBezTo>
                  <a:lnTo>
                    <a:pt x="70198" y="25620"/>
                  </a:lnTo>
                  <a:cubicBezTo>
                    <a:pt x="70656" y="23405"/>
                    <a:pt x="72184" y="17794"/>
                    <a:pt x="72795" y="15579"/>
                  </a:cubicBezTo>
                  <a:cubicBezTo>
                    <a:pt x="73559" y="12183"/>
                    <a:pt x="75087" y="6572"/>
                    <a:pt x="75087" y="5686"/>
                  </a:cubicBezTo>
                  <a:cubicBezTo>
                    <a:pt x="75087" y="3028"/>
                    <a:pt x="72948" y="1699"/>
                    <a:pt x="70656" y="1699"/>
                  </a:cubicBezTo>
                  <a:cubicBezTo>
                    <a:pt x="69892" y="1699"/>
                    <a:pt x="65919" y="1847"/>
                    <a:pt x="64697" y="6867"/>
                  </a:cubicBezTo>
                  <a:lnTo>
                    <a:pt x="57515" y="34479"/>
                  </a:lnTo>
                  <a:cubicBezTo>
                    <a:pt x="55681" y="41862"/>
                    <a:pt x="54000" y="48064"/>
                    <a:pt x="53542" y="49541"/>
                  </a:cubicBezTo>
                  <a:cubicBezTo>
                    <a:pt x="53389" y="50279"/>
                    <a:pt x="46055" y="63716"/>
                    <a:pt x="33677" y="63716"/>
                  </a:cubicBezTo>
                  <a:cubicBezTo>
                    <a:pt x="26037" y="63716"/>
                    <a:pt x="22370" y="58843"/>
                    <a:pt x="22370" y="50870"/>
                  </a:cubicBezTo>
                  <a:cubicBezTo>
                    <a:pt x="22370" y="46588"/>
                    <a:pt x="23440" y="42453"/>
                    <a:pt x="24509" y="38319"/>
                  </a:cubicBezTo>
                  <a:lnTo>
                    <a:pt x="30927" y="13512"/>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60" name="Freeform: Shape 59">
              <a:extLst>
                <a:ext uri="{FF2B5EF4-FFF2-40B4-BE49-F238E27FC236}">
                  <a16:creationId xmlns:a16="http://schemas.microsoft.com/office/drawing/2014/main" id="{6CCD8374-F8A7-BAF8-909C-1AA72B654AF3}"/>
                </a:ext>
              </a:extLst>
            </p:cNvPr>
            <p:cNvSpPr/>
            <p:nvPr>
              <p:custDataLst>
                <p:tags r:id="rId7"/>
              </p:custDataLst>
            </p:nvPr>
          </p:nvSpPr>
          <p:spPr>
            <a:xfrm>
              <a:off x="10327865" y="7009060"/>
              <a:ext cx="47277" cy="68632"/>
            </a:xfrm>
            <a:custGeom>
              <a:avLst/>
              <a:gdLst>
                <a:gd name="connsiteX0" fmla="*/ 47497 w 47277"/>
                <a:gd name="connsiteY0" fmla="*/ 49897 h 68632"/>
                <a:gd name="connsiteX1" fmla="*/ 43860 w 47277"/>
                <a:gd name="connsiteY1" fmla="*/ 49897 h 68632"/>
                <a:gd name="connsiteX2" fmla="*/ 41079 w 47277"/>
                <a:gd name="connsiteY2" fmla="*/ 59303 h 68632"/>
                <a:gd name="connsiteX3" fmla="*/ 30490 w 47277"/>
                <a:gd name="connsiteY3" fmla="*/ 59923 h 68632"/>
                <a:gd name="connsiteX4" fmla="*/ 10809 w 47277"/>
                <a:gd name="connsiteY4" fmla="*/ 59923 h 68632"/>
                <a:gd name="connsiteX5" fmla="*/ 32201 w 47277"/>
                <a:gd name="connsiteY5" fmla="*/ 42558 h 68632"/>
                <a:gd name="connsiteX6" fmla="*/ 47497 w 47277"/>
                <a:gd name="connsiteY6" fmla="*/ 20232 h 68632"/>
                <a:gd name="connsiteX7" fmla="*/ 22468 w 47277"/>
                <a:gd name="connsiteY7" fmla="*/ 76 h 68632"/>
                <a:gd name="connsiteX8" fmla="*/ 219 w 47277"/>
                <a:gd name="connsiteY8" fmla="*/ 18578 h 68632"/>
                <a:gd name="connsiteX9" fmla="*/ 5888 w 47277"/>
                <a:gd name="connsiteY9" fmla="*/ 24366 h 68632"/>
                <a:gd name="connsiteX10" fmla="*/ 11557 w 47277"/>
                <a:gd name="connsiteY10" fmla="*/ 18888 h 68632"/>
                <a:gd name="connsiteX11" fmla="*/ 5247 w 47277"/>
                <a:gd name="connsiteY11" fmla="*/ 13410 h 68632"/>
                <a:gd name="connsiteX12" fmla="*/ 20863 w 47277"/>
                <a:gd name="connsiteY12" fmla="*/ 3797 h 68632"/>
                <a:gd name="connsiteX13" fmla="*/ 37122 w 47277"/>
                <a:gd name="connsiteY13" fmla="*/ 20232 h 68632"/>
                <a:gd name="connsiteX14" fmla="*/ 27067 w 47277"/>
                <a:gd name="connsiteY14" fmla="*/ 40077 h 68632"/>
                <a:gd name="connsiteX15" fmla="*/ 1289 w 47277"/>
                <a:gd name="connsiteY15" fmla="*/ 64677 h 68632"/>
                <a:gd name="connsiteX16" fmla="*/ 219 w 47277"/>
                <a:gd name="connsiteY16" fmla="*/ 68709 h 68632"/>
                <a:gd name="connsiteX17" fmla="*/ 44288 w 47277"/>
                <a:gd name="connsiteY17" fmla="*/ 68709 h 68632"/>
                <a:gd name="connsiteX18" fmla="*/ 47497 w 47277"/>
                <a:gd name="connsiteY18" fmla="*/ 49897 h 6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277" h="68632">
                  <a:moveTo>
                    <a:pt x="47497" y="49897"/>
                  </a:moveTo>
                  <a:lnTo>
                    <a:pt x="43860" y="49897"/>
                  </a:lnTo>
                  <a:cubicBezTo>
                    <a:pt x="43539" y="52171"/>
                    <a:pt x="42470" y="58269"/>
                    <a:pt x="41079" y="59303"/>
                  </a:cubicBezTo>
                  <a:cubicBezTo>
                    <a:pt x="40223" y="59923"/>
                    <a:pt x="31987" y="59923"/>
                    <a:pt x="30490" y="59923"/>
                  </a:cubicBezTo>
                  <a:lnTo>
                    <a:pt x="10809" y="59923"/>
                  </a:lnTo>
                  <a:cubicBezTo>
                    <a:pt x="22040" y="50310"/>
                    <a:pt x="25783" y="47416"/>
                    <a:pt x="32201" y="42558"/>
                  </a:cubicBezTo>
                  <a:cubicBezTo>
                    <a:pt x="40117" y="36460"/>
                    <a:pt x="47497" y="30051"/>
                    <a:pt x="47497" y="20232"/>
                  </a:cubicBezTo>
                  <a:cubicBezTo>
                    <a:pt x="47497" y="7725"/>
                    <a:pt x="36159" y="76"/>
                    <a:pt x="22468" y="76"/>
                  </a:cubicBezTo>
                  <a:cubicBezTo>
                    <a:pt x="9204" y="76"/>
                    <a:pt x="219" y="9069"/>
                    <a:pt x="219" y="18578"/>
                  </a:cubicBezTo>
                  <a:cubicBezTo>
                    <a:pt x="219" y="23849"/>
                    <a:pt x="4819" y="24366"/>
                    <a:pt x="5888" y="24366"/>
                  </a:cubicBezTo>
                  <a:cubicBezTo>
                    <a:pt x="8455" y="24366"/>
                    <a:pt x="11557" y="22609"/>
                    <a:pt x="11557" y="18888"/>
                  </a:cubicBezTo>
                  <a:cubicBezTo>
                    <a:pt x="11557" y="17028"/>
                    <a:pt x="10809" y="13410"/>
                    <a:pt x="5247" y="13410"/>
                  </a:cubicBezTo>
                  <a:cubicBezTo>
                    <a:pt x="8562" y="6071"/>
                    <a:pt x="15836" y="3797"/>
                    <a:pt x="20863" y="3797"/>
                  </a:cubicBezTo>
                  <a:cubicBezTo>
                    <a:pt x="31559" y="3797"/>
                    <a:pt x="37122" y="11859"/>
                    <a:pt x="37122" y="20232"/>
                  </a:cubicBezTo>
                  <a:cubicBezTo>
                    <a:pt x="37122" y="29224"/>
                    <a:pt x="30490" y="36356"/>
                    <a:pt x="27067" y="40077"/>
                  </a:cubicBezTo>
                  <a:lnTo>
                    <a:pt x="1289" y="64677"/>
                  </a:lnTo>
                  <a:cubicBezTo>
                    <a:pt x="219" y="65608"/>
                    <a:pt x="219" y="65814"/>
                    <a:pt x="219" y="68709"/>
                  </a:cubicBezTo>
                  <a:lnTo>
                    <a:pt x="44288" y="68709"/>
                  </a:lnTo>
                  <a:lnTo>
                    <a:pt x="47497" y="4989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61" name="Freeform: Shape 60">
              <a:extLst>
                <a:ext uri="{FF2B5EF4-FFF2-40B4-BE49-F238E27FC236}">
                  <a16:creationId xmlns:a16="http://schemas.microsoft.com/office/drawing/2014/main" id="{DEE61FB8-E84D-9003-EAE9-350849769FCC}"/>
                </a:ext>
              </a:extLst>
            </p:cNvPr>
            <p:cNvSpPr/>
            <p:nvPr>
              <p:custDataLst>
                <p:tags r:id="rId8"/>
              </p:custDataLst>
            </p:nvPr>
          </p:nvSpPr>
          <p:spPr>
            <a:xfrm>
              <a:off x="10436315" y="7015676"/>
              <a:ext cx="93363" cy="5906"/>
            </a:xfrm>
            <a:custGeom>
              <a:avLst/>
              <a:gdLst>
                <a:gd name="connsiteX0" fmla="*/ 88241 w 93363"/>
                <a:gd name="connsiteY0" fmla="*/ 5981 h 5906"/>
                <a:gd name="connsiteX1" fmla="*/ 93589 w 93363"/>
                <a:gd name="connsiteY1" fmla="*/ 3028 h 5906"/>
                <a:gd name="connsiteX2" fmla="*/ 88241 w 93363"/>
                <a:gd name="connsiteY2" fmla="*/ 75 h 5906"/>
                <a:gd name="connsiteX3" fmla="*/ 5574 w 93363"/>
                <a:gd name="connsiteY3" fmla="*/ 75 h 5906"/>
                <a:gd name="connsiteX4" fmla="*/ 226 w 93363"/>
                <a:gd name="connsiteY4" fmla="*/ 3028 h 5906"/>
                <a:gd name="connsiteX5" fmla="*/ 5574 w 93363"/>
                <a:gd name="connsiteY5" fmla="*/ 5981 h 5906"/>
                <a:gd name="connsiteX6" fmla="*/ 88241 w 93363"/>
                <a:gd name="connsiteY6" fmla="*/ 5981 h 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63" h="5906">
                  <a:moveTo>
                    <a:pt x="88241" y="5981"/>
                  </a:moveTo>
                  <a:cubicBezTo>
                    <a:pt x="90839" y="5981"/>
                    <a:pt x="93589" y="5981"/>
                    <a:pt x="93589" y="3028"/>
                  </a:cubicBezTo>
                  <a:cubicBezTo>
                    <a:pt x="93589" y="75"/>
                    <a:pt x="90839" y="75"/>
                    <a:pt x="88241" y="75"/>
                  </a:cubicBezTo>
                  <a:lnTo>
                    <a:pt x="5574" y="75"/>
                  </a:lnTo>
                  <a:cubicBezTo>
                    <a:pt x="2976" y="75"/>
                    <a:pt x="226" y="75"/>
                    <a:pt x="226" y="3028"/>
                  </a:cubicBezTo>
                  <a:cubicBezTo>
                    <a:pt x="226" y="5981"/>
                    <a:pt x="2976" y="5981"/>
                    <a:pt x="5574" y="5981"/>
                  </a:cubicBezTo>
                  <a:lnTo>
                    <a:pt x="88241" y="5981"/>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62" name="Freeform: Shape 61">
              <a:extLst>
                <a:ext uri="{FF2B5EF4-FFF2-40B4-BE49-F238E27FC236}">
                  <a16:creationId xmlns:a16="http://schemas.microsoft.com/office/drawing/2014/main" id="{413ABA00-FFCA-B752-B6CF-3C357BD0E974}"/>
                </a:ext>
              </a:extLst>
            </p:cNvPr>
            <p:cNvSpPr/>
            <p:nvPr>
              <p:custDataLst>
                <p:tags r:id="rId9"/>
              </p:custDataLst>
            </p:nvPr>
          </p:nvSpPr>
          <p:spPr>
            <a:xfrm>
              <a:off x="10581001" y="6951296"/>
              <a:ext cx="83297" cy="132893"/>
            </a:xfrm>
            <a:custGeom>
              <a:avLst/>
              <a:gdLst>
                <a:gd name="connsiteX0" fmla="*/ 83534 w 83297"/>
                <a:gd name="connsiteY0" fmla="*/ 20304 h 132893"/>
                <a:gd name="connsiteX1" fmla="*/ 62752 w 83297"/>
                <a:gd name="connsiteY1" fmla="*/ 75 h 132893"/>
                <a:gd name="connsiteX2" fmla="*/ 44263 w 83297"/>
                <a:gd name="connsiteY2" fmla="*/ 6276 h 132893"/>
                <a:gd name="connsiteX3" fmla="*/ 24551 w 83297"/>
                <a:gd name="connsiteY3" fmla="*/ 37728 h 132893"/>
                <a:gd name="connsiteX4" fmla="*/ 255 w 83297"/>
                <a:gd name="connsiteY4" fmla="*/ 131492 h 132893"/>
                <a:gd name="connsiteX5" fmla="*/ 2089 w 83297"/>
                <a:gd name="connsiteY5" fmla="*/ 132969 h 132893"/>
                <a:gd name="connsiteX6" fmla="*/ 3923 w 83297"/>
                <a:gd name="connsiteY6" fmla="*/ 132230 h 132893"/>
                <a:gd name="connsiteX7" fmla="*/ 14619 w 83297"/>
                <a:gd name="connsiteY7" fmla="*/ 91476 h 132893"/>
                <a:gd name="connsiteX8" fmla="*/ 35400 w 83297"/>
                <a:gd name="connsiteY8" fmla="*/ 105799 h 132893"/>
                <a:gd name="connsiteX9" fmla="*/ 64892 w 83297"/>
                <a:gd name="connsiteY9" fmla="*/ 94134 h 132893"/>
                <a:gd name="connsiteX10" fmla="*/ 77116 w 83297"/>
                <a:gd name="connsiteY10" fmla="*/ 66965 h 132893"/>
                <a:gd name="connsiteX11" fmla="*/ 65961 w 83297"/>
                <a:gd name="connsiteY11" fmla="*/ 44963 h 132893"/>
                <a:gd name="connsiteX12" fmla="*/ 83534 w 83297"/>
                <a:gd name="connsiteY12" fmla="*/ 20304 h 132893"/>
                <a:gd name="connsiteX13" fmla="*/ 56029 w 83297"/>
                <a:gd name="connsiteY13" fmla="*/ 44816 h 132893"/>
                <a:gd name="connsiteX14" fmla="*/ 48694 w 83297"/>
                <a:gd name="connsiteY14" fmla="*/ 45849 h 132893"/>
                <a:gd name="connsiteX15" fmla="*/ 41971 w 83297"/>
                <a:gd name="connsiteY15" fmla="*/ 45259 h 132893"/>
                <a:gd name="connsiteX16" fmla="*/ 49458 w 83297"/>
                <a:gd name="connsiteY16" fmla="*/ 44077 h 132893"/>
                <a:gd name="connsiteX17" fmla="*/ 56029 w 83297"/>
                <a:gd name="connsiteY17" fmla="*/ 44816 h 132893"/>
                <a:gd name="connsiteX18" fmla="*/ 74977 w 83297"/>
                <a:gd name="connsiteY18" fmla="*/ 16908 h 132893"/>
                <a:gd name="connsiteX19" fmla="*/ 61224 w 83297"/>
                <a:gd name="connsiteY19" fmla="*/ 42453 h 132893"/>
                <a:gd name="connsiteX20" fmla="*/ 49458 w 83297"/>
                <a:gd name="connsiteY20" fmla="*/ 40681 h 132893"/>
                <a:gd name="connsiteX21" fmla="*/ 37692 w 83297"/>
                <a:gd name="connsiteY21" fmla="*/ 45406 h 132893"/>
                <a:gd name="connsiteX22" fmla="*/ 48236 w 83297"/>
                <a:gd name="connsiteY22" fmla="*/ 49098 h 132893"/>
                <a:gd name="connsiteX23" fmla="*/ 60766 w 83297"/>
                <a:gd name="connsiteY23" fmla="*/ 47178 h 132893"/>
                <a:gd name="connsiteX24" fmla="*/ 67489 w 83297"/>
                <a:gd name="connsiteY24" fmla="*/ 63864 h 132893"/>
                <a:gd name="connsiteX25" fmla="*/ 59849 w 83297"/>
                <a:gd name="connsiteY25" fmla="*/ 89261 h 132893"/>
                <a:gd name="connsiteX26" fmla="*/ 34942 w 83297"/>
                <a:gd name="connsiteY26" fmla="*/ 102551 h 132893"/>
                <a:gd name="connsiteX27" fmla="*/ 17522 w 83297"/>
                <a:gd name="connsiteY27" fmla="*/ 83503 h 132893"/>
                <a:gd name="connsiteX28" fmla="*/ 18286 w 83297"/>
                <a:gd name="connsiteY28" fmla="*/ 77006 h 132893"/>
                <a:gd name="connsiteX29" fmla="*/ 28066 w 83297"/>
                <a:gd name="connsiteY29" fmla="*/ 39648 h 132893"/>
                <a:gd name="connsiteX30" fmla="*/ 60766 w 83297"/>
                <a:gd name="connsiteY30" fmla="*/ 3471 h 132893"/>
                <a:gd name="connsiteX31" fmla="*/ 74977 w 83297"/>
                <a:gd name="connsiteY31" fmla="*/ 16908 h 13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297" h="132893">
                  <a:moveTo>
                    <a:pt x="83534" y="20304"/>
                  </a:moveTo>
                  <a:cubicBezTo>
                    <a:pt x="83534" y="9230"/>
                    <a:pt x="75129" y="75"/>
                    <a:pt x="62752" y="75"/>
                  </a:cubicBezTo>
                  <a:cubicBezTo>
                    <a:pt x="53890" y="75"/>
                    <a:pt x="49611" y="2437"/>
                    <a:pt x="44263" y="6276"/>
                  </a:cubicBezTo>
                  <a:cubicBezTo>
                    <a:pt x="35859" y="12183"/>
                    <a:pt x="27454" y="26506"/>
                    <a:pt x="24551" y="37728"/>
                  </a:cubicBezTo>
                  <a:lnTo>
                    <a:pt x="255" y="131492"/>
                  </a:lnTo>
                  <a:cubicBezTo>
                    <a:pt x="102" y="132083"/>
                    <a:pt x="866" y="132969"/>
                    <a:pt x="2089" y="132969"/>
                  </a:cubicBezTo>
                  <a:cubicBezTo>
                    <a:pt x="3311" y="132969"/>
                    <a:pt x="3770" y="132673"/>
                    <a:pt x="3923" y="132230"/>
                  </a:cubicBezTo>
                  <a:lnTo>
                    <a:pt x="14619" y="91476"/>
                  </a:lnTo>
                  <a:cubicBezTo>
                    <a:pt x="17522" y="100336"/>
                    <a:pt x="24246" y="105799"/>
                    <a:pt x="35400" y="105799"/>
                  </a:cubicBezTo>
                  <a:cubicBezTo>
                    <a:pt x="46555" y="105799"/>
                    <a:pt x="58015" y="100631"/>
                    <a:pt x="64892" y="94134"/>
                  </a:cubicBezTo>
                  <a:cubicBezTo>
                    <a:pt x="72226" y="87342"/>
                    <a:pt x="77116" y="77891"/>
                    <a:pt x="77116" y="66965"/>
                  </a:cubicBezTo>
                  <a:cubicBezTo>
                    <a:pt x="77116" y="56333"/>
                    <a:pt x="71462" y="48655"/>
                    <a:pt x="65961" y="44963"/>
                  </a:cubicBezTo>
                  <a:cubicBezTo>
                    <a:pt x="74824" y="40091"/>
                    <a:pt x="83534" y="30936"/>
                    <a:pt x="83534" y="20304"/>
                  </a:cubicBezTo>
                  <a:close/>
                  <a:moveTo>
                    <a:pt x="56029" y="44816"/>
                  </a:moveTo>
                  <a:cubicBezTo>
                    <a:pt x="54042" y="45554"/>
                    <a:pt x="52362" y="45849"/>
                    <a:pt x="48694" y="45849"/>
                  </a:cubicBezTo>
                  <a:cubicBezTo>
                    <a:pt x="46555" y="45849"/>
                    <a:pt x="43499" y="45997"/>
                    <a:pt x="41971" y="45259"/>
                  </a:cubicBezTo>
                  <a:cubicBezTo>
                    <a:pt x="42277" y="43782"/>
                    <a:pt x="47777" y="44077"/>
                    <a:pt x="49458" y="44077"/>
                  </a:cubicBezTo>
                  <a:cubicBezTo>
                    <a:pt x="52667" y="44077"/>
                    <a:pt x="54042" y="44077"/>
                    <a:pt x="56029" y="44816"/>
                  </a:cubicBezTo>
                  <a:close/>
                  <a:moveTo>
                    <a:pt x="74977" y="16908"/>
                  </a:moveTo>
                  <a:cubicBezTo>
                    <a:pt x="74977" y="27244"/>
                    <a:pt x="69170" y="37876"/>
                    <a:pt x="61224" y="42453"/>
                  </a:cubicBezTo>
                  <a:cubicBezTo>
                    <a:pt x="57099" y="40977"/>
                    <a:pt x="54042" y="40681"/>
                    <a:pt x="49458" y="40681"/>
                  </a:cubicBezTo>
                  <a:cubicBezTo>
                    <a:pt x="46249" y="40681"/>
                    <a:pt x="37692" y="40534"/>
                    <a:pt x="37692" y="45406"/>
                  </a:cubicBezTo>
                  <a:cubicBezTo>
                    <a:pt x="37540" y="49541"/>
                    <a:pt x="45485" y="49098"/>
                    <a:pt x="48236" y="49098"/>
                  </a:cubicBezTo>
                  <a:cubicBezTo>
                    <a:pt x="53890" y="49098"/>
                    <a:pt x="56182" y="48950"/>
                    <a:pt x="60766" y="47178"/>
                  </a:cubicBezTo>
                  <a:cubicBezTo>
                    <a:pt x="66572" y="52494"/>
                    <a:pt x="67336" y="57071"/>
                    <a:pt x="67489" y="63864"/>
                  </a:cubicBezTo>
                  <a:cubicBezTo>
                    <a:pt x="67795" y="72428"/>
                    <a:pt x="64128" y="83503"/>
                    <a:pt x="59849" y="89261"/>
                  </a:cubicBezTo>
                  <a:cubicBezTo>
                    <a:pt x="53890" y="97235"/>
                    <a:pt x="43652" y="102551"/>
                    <a:pt x="34942" y="102551"/>
                  </a:cubicBezTo>
                  <a:cubicBezTo>
                    <a:pt x="23329" y="102551"/>
                    <a:pt x="17522" y="93986"/>
                    <a:pt x="17522" y="83503"/>
                  </a:cubicBezTo>
                  <a:cubicBezTo>
                    <a:pt x="17522" y="82026"/>
                    <a:pt x="17522" y="79811"/>
                    <a:pt x="18286" y="77006"/>
                  </a:cubicBezTo>
                  <a:lnTo>
                    <a:pt x="28066" y="39648"/>
                  </a:lnTo>
                  <a:cubicBezTo>
                    <a:pt x="31427" y="26949"/>
                    <a:pt x="42429" y="3471"/>
                    <a:pt x="60766" y="3471"/>
                  </a:cubicBezTo>
                  <a:cubicBezTo>
                    <a:pt x="69629" y="3471"/>
                    <a:pt x="74977" y="8048"/>
                    <a:pt x="74977" y="16908"/>
                  </a:cubicBez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63" name="Freeform: Shape 62">
              <a:extLst>
                <a:ext uri="{FF2B5EF4-FFF2-40B4-BE49-F238E27FC236}">
                  <a16:creationId xmlns:a16="http://schemas.microsoft.com/office/drawing/2014/main" id="{CEE5DF68-52B0-0FD9-DDC6-FB5A88B5A99D}"/>
                </a:ext>
              </a:extLst>
            </p:cNvPr>
            <p:cNvSpPr/>
            <p:nvPr>
              <p:custDataLst>
                <p:tags r:id="rId10"/>
              </p:custDataLst>
            </p:nvPr>
          </p:nvSpPr>
          <p:spPr>
            <a:xfrm>
              <a:off x="10675531" y="6924704"/>
              <a:ext cx="79901" cy="69872"/>
            </a:xfrm>
            <a:custGeom>
              <a:avLst/>
              <a:gdLst>
                <a:gd name="connsiteX0" fmla="*/ 47627 w 79901"/>
                <a:gd name="connsiteY0" fmla="*/ 7409 h 69872"/>
                <a:gd name="connsiteX1" fmla="*/ 50943 w 79901"/>
                <a:gd name="connsiteY1" fmla="*/ 3895 h 69872"/>
                <a:gd name="connsiteX2" fmla="*/ 57360 w 79901"/>
                <a:gd name="connsiteY2" fmla="*/ 3792 h 69872"/>
                <a:gd name="connsiteX3" fmla="*/ 69340 w 79901"/>
                <a:gd name="connsiteY3" fmla="*/ 4619 h 69872"/>
                <a:gd name="connsiteX4" fmla="*/ 74368 w 79901"/>
                <a:gd name="connsiteY4" fmla="*/ 12784 h 69872"/>
                <a:gd name="connsiteX5" fmla="*/ 73619 w 79901"/>
                <a:gd name="connsiteY5" fmla="*/ 21156 h 69872"/>
                <a:gd name="connsiteX6" fmla="*/ 73405 w 79901"/>
                <a:gd name="connsiteY6" fmla="*/ 22293 h 69872"/>
                <a:gd name="connsiteX7" fmla="*/ 75223 w 79901"/>
                <a:gd name="connsiteY7" fmla="*/ 23844 h 69872"/>
                <a:gd name="connsiteX8" fmla="*/ 77256 w 79901"/>
                <a:gd name="connsiteY8" fmla="*/ 21260 h 69872"/>
                <a:gd name="connsiteX9" fmla="*/ 80144 w 79901"/>
                <a:gd name="connsiteY9" fmla="*/ 1518 h 69872"/>
                <a:gd name="connsiteX10" fmla="*/ 76935 w 79901"/>
                <a:gd name="connsiteY10" fmla="*/ 71 h 69872"/>
                <a:gd name="connsiteX11" fmla="*/ 11152 w 79901"/>
                <a:gd name="connsiteY11" fmla="*/ 71 h 69872"/>
                <a:gd name="connsiteX12" fmla="*/ 7516 w 79901"/>
                <a:gd name="connsiteY12" fmla="*/ 2241 h 69872"/>
                <a:gd name="connsiteX13" fmla="*/ 777 w 79901"/>
                <a:gd name="connsiteY13" fmla="*/ 20536 h 69872"/>
                <a:gd name="connsiteX14" fmla="*/ 242 w 79901"/>
                <a:gd name="connsiteY14" fmla="*/ 22397 h 69872"/>
                <a:gd name="connsiteX15" fmla="*/ 2060 w 79901"/>
                <a:gd name="connsiteY15" fmla="*/ 23844 h 69872"/>
                <a:gd name="connsiteX16" fmla="*/ 4307 w 79901"/>
                <a:gd name="connsiteY16" fmla="*/ 21363 h 69872"/>
                <a:gd name="connsiteX17" fmla="*/ 30299 w 79901"/>
                <a:gd name="connsiteY17" fmla="*/ 3792 h 69872"/>
                <a:gd name="connsiteX18" fmla="*/ 34791 w 79901"/>
                <a:gd name="connsiteY18" fmla="*/ 3792 h 69872"/>
                <a:gd name="connsiteX19" fmla="*/ 38107 w 79901"/>
                <a:gd name="connsiteY19" fmla="*/ 4825 h 69872"/>
                <a:gd name="connsiteX20" fmla="*/ 37679 w 79901"/>
                <a:gd name="connsiteY20" fmla="*/ 6996 h 69872"/>
                <a:gd name="connsiteX21" fmla="*/ 23560 w 79901"/>
                <a:gd name="connsiteY21" fmla="*/ 61364 h 69872"/>
                <a:gd name="connsiteX22" fmla="*/ 11045 w 79901"/>
                <a:gd name="connsiteY22" fmla="*/ 66222 h 69872"/>
                <a:gd name="connsiteX23" fmla="*/ 6232 w 79901"/>
                <a:gd name="connsiteY23" fmla="*/ 68496 h 69872"/>
                <a:gd name="connsiteX24" fmla="*/ 8050 w 79901"/>
                <a:gd name="connsiteY24" fmla="*/ 69943 h 69872"/>
                <a:gd name="connsiteX25" fmla="*/ 17249 w 79901"/>
                <a:gd name="connsiteY25" fmla="*/ 69633 h 69872"/>
                <a:gd name="connsiteX26" fmla="*/ 26448 w 79901"/>
                <a:gd name="connsiteY26" fmla="*/ 69530 h 69872"/>
                <a:gd name="connsiteX27" fmla="*/ 36075 w 79901"/>
                <a:gd name="connsiteY27" fmla="*/ 69633 h 69872"/>
                <a:gd name="connsiteX28" fmla="*/ 45060 w 79901"/>
                <a:gd name="connsiteY28" fmla="*/ 69943 h 69872"/>
                <a:gd name="connsiteX29" fmla="*/ 47520 w 79901"/>
                <a:gd name="connsiteY29" fmla="*/ 67669 h 69872"/>
                <a:gd name="connsiteX30" fmla="*/ 43134 w 79901"/>
                <a:gd name="connsiteY30" fmla="*/ 66222 h 69872"/>
                <a:gd name="connsiteX31" fmla="*/ 36930 w 79901"/>
                <a:gd name="connsiteY31" fmla="*/ 66016 h 69872"/>
                <a:gd name="connsiteX32" fmla="*/ 33080 w 79901"/>
                <a:gd name="connsiteY32" fmla="*/ 64052 h 69872"/>
                <a:gd name="connsiteX33" fmla="*/ 33508 w 79901"/>
                <a:gd name="connsiteY33" fmla="*/ 61674 h 69872"/>
                <a:gd name="connsiteX34" fmla="*/ 47627 w 79901"/>
                <a:gd name="connsiteY34" fmla="*/ 7409 h 6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901" h="69872">
                  <a:moveTo>
                    <a:pt x="47627" y="7409"/>
                  </a:moveTo>
                  <a:cubicBezTo>
                    <a:pt x="48375" y="4412"/>
                    <a:pt x="48589" y="4102"/>
                    <a:pt x="50943" y="3895"/>
                  </a:cubicBezTo>
                  <a:cubicBezTo>
                    <a:pt x="51477" y="3792"/>
                    <a:pt x="55221" y="3792"/>
                    <a:pt x="57360" y="3792"/>
                  </a:cubicBezTo>
                  <a:cubicBezTo>
                    <a:pt x="63885" y="3792"/>
                    <a:pt x="66666" y="3792"/>
                    <a:pt x="69340" y="4619"/>
                  </a:cubicBezTo>
                  <a:cubicBezTo>
                    <a:pt x="74154" y="6066"/>
                    <a:pt x="74368" y="9063"/>
                    <a:pt x="74368" y="12784"/>
                  </a:cubicBezTo>
                  <a:cubicBezTo>
                    <a:pt x="74368" y="14438"/>
                    <a:pt x="74368" y="15782"/>
                    <a:pt x="73619" y="21156"/>
                  </a:cubicBezTo>
                  <a:lnTo>
                    <a:pt x="73405" y="22293"/>
                  </a:lnTo>
                  <a:cubicBezTo>
                    <a:pt x="73405" y="23327"/>
                    <a:pt x="74154" y="23844"/>
                    <a:pt x="75223" y="23844"/>
                  </a:cubicBezTo>
                  <a:cubicBezTo>
                    <a:pt x="76828" y="23844"/>
                    <a:pt x="77042" y="22914"/>
                    <a:pt x="77256" y="21260"/>
                  </a:cubicBezTo>
                  <a:lnTo>
                    <a:pt x="80144" y="1518"/>
                  </a:lnTo>
                  <a:cubicBezTo>
                    <a:pt x="80144" y="71"/>
                    <a:pt x="78860" y="71"/>
                    <a:pt x="76935" y="71"/>
                  </a:cubicBezTo>
                  <a:lnTo>
                    <a:pt x="11152" y="71"/>
                  </a:lnTo>
                  <a:cubicBezTo>
                    <a:pt x="8478" y="71"/>
                    <a:pt x="8264" y="71"/>
                    <a:pt x="7516" y="2241"/>
                  </a:cubicBezTo>
                  <a:lnTo>
                    <a:pt x="777" y="20536"/>
                  </a:lnTo>
                  <a:cubicBezTo>
                    <a:pt x="670" y="20950"/>
                    <a:pt x="242" y="21880"/>
                    <a:pt x="242" y="22397"/>
                  </a:cubicBezTo>
                  <a:cubicBezTo>
                    <a:pt x="242" y="22810"/>
                    <a:pt x="456" y="23844"/>
                    <a:pt x="2060" y="23844"/>
                  </a:cubicBezTo>
                  <a:cubicBezTo>
                    <a:pt x="3451" y="23844"/>
                    <a:pt x="3665" y="23327"/>
                    <a:pt x="4307" y="21363"/>
                  </a:cubicBezTo>
                  <a:cubicBezTo>
                    <a:pt x="10511" y="4825"/>
                    <a:pt x="14040" y="3792"/>
                    <a:pt x="30299" y="3792"/>
                  </a:cubicBezTo>
                  <a:lnTo>
                    <a:pt x="34791" y="3792"/>
                  </a:lnTo>
                  <a:cubicBezTo>
                    <a:pt x="38000" y="3792"/>
                    <a:pt x="38107" y="3895"/>
                    <a:pt x="38107" y="4825"/>
                  </a:cubicBezTo>
                  <a:cubicBezTo>
                    <a:pt x="38107" y="4929"/>
                    <a:pt x="38107" y="5445"/>
                    <a:pt x="37679" y="6996"/>
                  </a:cubicBezTo>
                  <a:lnTo>
                    <a:pt x="23560" y="61364"/>
                  </a:lnTo>
                  <a:cubicBezTo>
                    <a:pt x="22597" y="65189"/>
                    <a:pt x="22276" y="66222"/>
                    <a:pt x="11045" y="66222"/>
                  </a:cubicBezTo>
                  <a:cubicBezTo>
                    <a:pt x="7195" y="66222"/>
                    <a:pt x="6232" y="66222"/>
                    <a:pt x="6232" y="68496"/>
                  </a:cubicBezTo>
                  <a:cubicBezTo>
                    <a:pt x="6232" y="68806"/>
                    <a:pt x="6446" y="69943"/>
                    <a:pt x="8050" y="69943"/>
                  </a:cubicBezTo>
                  <a:cubicBezTo>
                    <a:pt x="11045" y="69943"/>
                    <a:pt x="14254" y="69633"/>
                    <a:pt x="17249" y="69633"/>
                  </a:cubicBezTo>
                  <a:cubicBezTo>
                    <a:pt x="20244" y="69633"/>
                    <a:pt x="23453" y="69530"/>
                    <a:pt x="26448" y="69530"/>
                  </a:cubicBezTo>
                  <a:cubicBezTo>
                    <a:pt x="29443" y="69530"/>
                    <a:pt x="33080" y="69530"/>
                    <a:pt x="36075" y="69633"/>
                  </a:cubicBezTo>
                  <a:cubicBezTo>
                    <a:pt x="38963" y="69737"/>
                    <a:pt x="42172" y="69943"/>
                    <a:pt x="45060" y="69943"/>
                  </a:cubicBezTo>
                  <a:cubicBezTo>
                    <a:pt x="45915" y="69943"/>
                    <a:pt x="47520" y="69943"/>
                    <a:pt x="47520" y="67669"/>
                  </a:cubicBezTo>
                  <a:cubicBezTo>
                    <a:pt x="47520" y="66222"/>
                    <a:pt x="46450" y="66222"/>
                    <a:pt x="43134" y="66222"/>
                  </a:cubicBezTo>
                  <a:cubicBezTo>
                    <a:pt x="41102" y="66222"/>
                    <a:pt x="38963" y="66119"/>
                    <a:pt x="36930" y="66016"/>
                  </a:cubicBezTo>
                  <a:cubicBezTo>
                    <a:pt x="33294" y="65705"/>
                    <a:pt x="33080" y="65292"/>
                    <a:pt x="33080" y="64052"/>
                  </a:cubicBezTo>
                  <a:cubicBezTo>
                    <a:pt x="33080" y="63328"/>
                    <a:pt x="33080" y="63121"/>
                    <a:pt x="33508" y="61674"/>
                  </a:cubicBezTo>
                  <a:lnTo>
                    <a:pt x="47627" y="7409"/>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28" name="Freeform: Shape 127">
              <a:extLst>
                <a:ext uri="{FF2B5EF4-FFF2-40B4-BE49-F238E27FC236}">
                  <a16:creationId xmlns:a16="http://schemas.microsoft.com/office/drawing/2014/main" id="{FAF3A0B2-FF2A-4AB7-B874-82E3C232EFFB}"/>
                </a:ext>
              </a:extLst>
            </p:cNvPr>
            <p:cNvSpPr/>
            <p:nvPr>
              <p:custDataLst>
                <p:tags r:id="rId11"/>
              </p:custDataLst>
            </p:nvPr>
          </p:nvSpPr>
          <p:spPr>
            <a:xfrm>
              <a:off x="10771624" y="6990278"/>
              <a:ext cx="76096" cy="66889"/>
            </a:xfrm>
            <a:custGeom>
              <a:avLst/>
              <a:gdLst>
                <a:gd name="connsiteX0" fmla="*/ 46854 w 76096"/>
                <a:gd name="connsiteY0" fmla="*/ 20747 h 66889"/>
                <a:gd name="connsiteX1" fmla="*/ 61981 w 76096"/>
                <a:gd name="connsiteY1" fmla="*/ 3323 h 66889"/>
                <a:gd name="connsiteX2" fmla="*/ 69622 w 76096"/>
                <a:gd name="connsiteY2" fmla="*/ 5243 h 66889"/>
                <a:gd name="connsiteX3" fmla="*/ 62287 w 76096"/>
                <a:gd name="connsiteY3" fmla="*/ 13216 h 66889"/>
                <a:gd name="connsiteX4" fmla="*/ 68094 w 76096"/>
                <a:gd name="connsiteY4" fmla="*/ 18385 h 66889"/>
                <a:gd name="connsiteX5" fmla="*/ 76345 w 76096"/>
                <a:gd name="connsiteY5" fmla="*/ 9820 h 66889"/>
                <a:gd name="connsiteX6" fmla="*/ 62134 w 76096"/>
                <a:gd name="connsiteY6" fmla="*/ 75 h 66889"/>
                <a:gd name="connsiteX7" fmla="*/ 46090 w 76096"/>
                <a:gd name="connsiteY7" fmla="*/ 11297 h 66889"/>
                <a:gd name="connsiteX8" fmla="*/ 29587 w 76096"/>
                <a:gd name="connsiteY8" fmla="*/ 75 h 66889"/>
                <a:gd name="connsiteX9" fmla="*/ 4985 w 76096"/>
                <a:gd name="connsiteY9" fmla="*/ 22814 h 66889"/>
                <a:gd name="connsiteX10" fmla="*/ 6819 w 76096"/>
                <a:gd name="connsiteY10" fmla="*/ 24291 h 66889"/>
                <a:gd name="connsiteX11" fmla="*/ 8805 w 76096"/>
                <a:gd name="connsiteY11" fmla="*/ 22667 h 66889"/>
                <a:gd name="connsiteX12" fmla="*/ 29281 w 76096"/>
                <a:gd name="connsiteY12" fmla="*/ 3323 h 66889"/>
                <a:gd name="connsiteX13" fmla="*/ 37533 w 76096"/>
                <a:gd name="connsiteY13" fmla="*/ 13216 h 66889"/>
                <a:gd name="connsiteX14" fmla="*/ 29281 w 76096"/>
                <a:gd name="connsiteY14" fmla="*/ 48360 h 66889"/>
                <a:gd name="connsiteX15" fmla="*/ 14765 w 76096"/>
                <a:gd name="connsiteY15" fmla="*/ 63716 h 66889"/>
                <a:gd name="connsiteX16" fmla="*/ 7125 w 76096"/>
                <a:gd name="connsiteY16" fmla="*/ 61797 h 66889"/>
                <a:gd name="connsiteX17" fmla="*/ 14306 w 76096"/>
                <a:gd name="connsiteY17" fmla="*/ 53823 h 66889"/>
                <a:gd name="connsiteX18" fmla="*/ 8653 w 76096"/>
                <a:gd name="connsiteY18" fmla="*/ 48655 h 66889"/>
                <a:gd name="connsiteX19" fmla="*/ 248 w 76096"/>
                <a:gd name="connsiteY19" fmla="*/ 57219 h 66889"/>
                <a:gd name="connsiteX20" fmla="*/ 14612 w 76096"/>
                <a:gd name="connsiteY20" fmla="*/ 66965 h 66889"/>
                <a:gd name="connsiteX21" fmla="*/ 30656 w 76096"/>
                <a:gd name="connsiteY21" fmla="*/ 55743 h 66889"/>
                <a:gd name="connsiteX22" fmla="*/ 47159 w 76096"/>
                <a:gd name="connsiteY22" fmla="*/ 66965 h 66889"/>
                <a:gd name="connsiteX23" fmla="*/ 71608 w 76096"/>
                <a:gd name="connsiteY23" fmla="*/ 44225 h 66889"/>
                <a:gd name="connsiteX24" fmla="*/ 69774 w 76096"/>
                <a:gd name="connsiteY24" fmla="*/ 42748 h 66889"/>
                <a:gd name="connsiteX25" fmla="*/ 67788 w 76096"/>
                <a:gd name="connsiteY25" fmla="*/ 44373 h 66889"/>
                <a:gd name="connsiteX26" fmla="*/ 47465 w 76096"/>
                <a:gd name="connsiteY26" fmla="*/ 63716 h 66889"/>
                <a:gd name="connsiteX27" fmla="*/ 39061 w 76096"/>
                <a:gd name="connsiteY27" fmla="*/ 53971 h 66889"/>
                <a:gd name="connsiteX28" fmla="*/ 41658 w 76096"/>
                <a:gd name="connsiteY28" fmla="*/ 40977 h 66889"/>
                <a:gd name="connsiteX29" fmla="*/ 46854 w 76096"/>
                <a:gd name="connsiteY29" fmla="*/ 20747 h 6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096" h="66889">
                  <a:moveTo>
                    <a:pt x="46854" y="20747"/>
                  </a:moveTo>
                  <a:cubicBezTo>
                    <a:pt x="47771" y="16908"/>
                    <a:pt x="51285" y="3323"/>
                    <a:pt x="61981" y="3323"/>
                  </a:cubicBezTo>
                  <a:cubicBezTo>
                    <a:pt x="62745" y="3323"/>
                    <a:pt x="66413" y="3323"/>
                    <a:pt x="69622" y="5243"/>
                  </a:cubicBezTo>
                  <a:cubicBezTo>
                    <a:pt x="65343" y="5981"/>
                    <a:pt x="62287" y="9673"/>
                    <a:pt x="62287" y="13216"/>
                  </a:cubicBezTo>
                  <a:cubicBezTo>
                    <a:pt x="62287" y="15579"/>
                    <a:pt x="63968" y="18385"/>
                    <a:pt x="68094" y="18385"/>
                  </a:cubicBezTo>
                  <a:cubicBezTo>
                    <a:pt x="71455" y="18385"/>
                    <a:pt x="76345" y="15727"/>
                    <a:pt x="76345" y="9820"/>
                  </a:cubicBezTo>
                  <a:cubicBezTo>
                    <a:pt x="76345" y="2142"/>
                    <a:pt x="67330" y="75"/>
                    <a:pt x="62134" y="75"/>
                  </a:cubicBezTo>
                  <a:cubicBezTo>
                    <a:pt x="53271" y="75"/>
                    <a:pt x="47923" y="7901"/>
                    <a:pt x="46090" y="11297"/>
                  </a:cubicBezTo>
                  <a:cubicBezTo>
                    <a:pt x="42270" y="1551"/>
                    <a:pt x="34018" y="75"/>
                    <a:pt x="29587" y="75"/>
                  </a:cubicBezTo>
                  <a:cubicBezTo>
                    <a:pt x="13695" y="75"/>
                    <a:pt x="4985" y="19123"/>
                    <a:pt x="4985" y="22814"/>
                  </a:cubicBezTo>
                  <a:cubicBezTo>
                    <a:pt x="4985" y="24291"/>
                    <a:pt x="6513" y="24291"/>
                    <a:pt x="6819" y="24291"/>
                  </a:cubicBezTo>
                  <a:cubicBezTo>
                    <a:pt x="8041" y="24291"/>
                    <a:pt x="8500" y="23996"/>
                    <a:pt x="8805" y="22667"/>
                  </a:cubicBezTo>
                  <a:cubicBezTo>
                    <a:pt x="14001" y="7015"/>
                    <a:pt x="24086" y="3323"/>
                    <a:pt x="29281" y="3323"/>
                  </a:cubicBezTo>
                  <a:cubicBezTo>
                    <a:pt x="32184" y="3323"/>
                    <a:pt x="37533" y="4652"/>
                    <a:pt x="37533" y="13216"/>
                  </a:cubicBezTo>
                  <a:cubicBezTo>
                    <a:pt x="37533" y="17794"/>
                    <a:pt x="34935" y="27687"/>
                    <a:pt x="29281" y="48360"/>
                  </a:cubicBezTo>
                  <a:cubicBezTo>
                    <a:pt x="26836" y="57514"/>
                    <a:pt x="21488" y="63716"/>
                    <a:pt x="14765" y="63716"/>
                  </a:cubicBezTo>
                  <a:cubicBezTo>
                    <a:pt x="13848" y="63716"/>
                    <a:pt x="10333" y="63716"/>
                    <a:pt x="7125" y="61797"/>
                  </a:cubicBezTo>
                  <a:cubicBezTo>
                    <a:pt x="10945" y="61058"/>
                    <a:pt x="14306" y="57957"/>
                    <a:pt x="14306" y="53823"/>
                  </a:cubicBezTo>
                  <a:cubicBezTo>
                    <a:pt x="14306" y="49836"/>
                    <a:pt x="10945" y="48655"/>
                    <a:pt x="8653" y="48655"/>
                  </a:cubicBezTo>
                  <a:cubicBezTo>
                    <a:pt x="4068" y="48655"/>
                    <a:pt x="248" y="52494"/>
                    <a:pt x="248" y="57219"/>
                  </a:cubicBezTo>
                  <a:cubicBezTo>
                    <a:pt x="248" y="64011"/>
                    <a:pt x="7889" y="66965"/>
                    <a:pt x="14612" y="66965"/>
                  </a:cubicBezTo>
                  <a:cubicBezTo>
                    <a:pt x="24697" y="66965"/>
                    <a:pt x="30198" y="56628"/>
                    <a:pt x="30656" y="55743"/>
                  </a:cubicBezTo>
                  <a:cubicBezTo>
                    <a:pt x="32490" y="61206"/>
                    <a:pt x="37991" y="66965"/>
                    <a:pt x="47159" y="66965"/>
                  </a:cubicBezTo>
                  <a:cubicBezTo>
                    <a:pt x="62898" y="66965"/>
                    <a:pt x="71608" y="47917"/>
                    <a:pt x="71608" y="44225"/>
                  </a:cubicBezTo>
                  <a:cubicBezTo>
                    <a:pt x="71608" y="42748"/>
                    <a:pt x="70233" y="42748"/>
                    <a:pt x="69774" y="42748"/>
                  </a:cubicBezTo>
                  <a:cubicBezTo>
                    <a:pt x="68399" y="42748"/>
                    <a:pt x="68094" y="43339"/>
                    <a:pt x="67788" y="44373"/>
                  </a:cubicBezTo>
                  <a:cubicBezTo>
                    <a:pt x="62745" y="60172"/>
                    <a:pt x="52355" y="63716"/>
                    <a:pt x="47465" y="63716"/>
                  </a:cubicBezTo>
                  <a:cubicBezTo>
                    <a:pt x="41506" y="63716"/>
                    <a:pt x="39061" y="58991"/>
                    <a:pt x="39061" y="53971"/>
                  </a:cubicBezTo>
                  <a:cubicBezTo>
                    <a:pt x="39061" y="50722"/>
                    <a:pt x="39977" y="47474"/>
                    <a:pt x="41658" y="40977"/>
                  </a:cubicBezTo>
                  <a:lnTo>
                    <a:pt x="46854" y="2074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cxnSp>
        <p:nvCxnSpPr>
          <p:cNvPr id="129" name="Straight Connector 128">
            <a:extLst>
              <a:ext uri="{FF2B5EF4-FFF2-40B4-BE49-F238E27FC236}">
                <a16:creationId xmlns:a16="http://schemas.microsoft.com/office/drawing/2014/main" id="{485F0DEF-96AE-ABE8-68D7-2B11863C551D}"/>
              </a:ext>
            </a:extLst>
          </p:cNvPr>
          <p:cNvCxnSpPr>
            <a:cxnSpLocks/>
          </p:cNvCxnSpPr>
          <p:nvPr/>
        </p:nvCxnSpPr>
        <p:spPr>
          <a:xfrm flipH="1">
            <a:off x="6957496" y="5921776"/>
            <a:ext cx="271704"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cxnSp>
        <p:nvCxnSpPr>
          <p:cNvPr id="132" name="Straight Connector 131">
            <a:extLst>
              <a:ext uri="{FF2B5EF4-FFF2-40B4-BE49-F238E27FC236}">
                <a16:creationId xmlns:a16="http://schemas.microsoft.com/office/drawing/2014/main" id="{29022EE8-DDB6-B67E-D2B8-37C195E4B499}"/>
              </a:ext>
            </a:extLst>
          </p:cNvPr>
          <p:cNvCxnSpPr>
            <a:cxnSpLocks/>
          </p:cNvCxnSpPr>
          <p:nvPr/>
        </p:nvCxnSpPr>
        <p:spPr>
          <a:xfrm flipH="1">
            <a:off x="4679246" y="5923163"/>
            <a:ext cx="271704"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134" name="TextBox 133">
            <a:extLst>
              <a:ext uri="{FF2B5EF4-FFF2-40B4-BE49-F238E27FC236}">
                <a16:creationId xmlns:a16="http://schemas.microsoft.com/office/drawing/2014/main" id="{91E39DA3-D904-8ED5-F517-5F539D778E7F}"/>
              </a:ext>
            </a:extLst>
          </p:cNvPr>
          <p:cNvSpPr txBox="1"/>
          <p:nvPr/>
        </p:nvSpPr>
        <p:spPr>
          <a:xfrm>
            <a:off x="7656308" y="1304399"/>
            <a:ext cx="3569225" cy="600164"/>
          </a:xfrm>
          <a:prstGeom prst="rect">
            <a:avLst/>
          </a:prstGeom>
          <a:noFill/>
        </p:spPr>
        <p:txBody>
          <a:bodyPr wrap="square">
            <a:spAutoFit/>
          </a:bodyPr>
          <a:lstStyle/>
          <a:p>
            <a:pPr lvl="0">
              <a:defRPr/>
            </a:pPr>
            <a:r>
              <a:rPr lang="en-US" sz="1100">
                <a:solidFill>
                  <a:prstClr val="black"/>
                </a:solidFill>
              </a:rPr>
              <a:t>The shaded area with dots represents </a:t>
            </a:r>
            <a:r>
              <a:rPr lang="en-US" sz="1100" b="1">
                <a:solidFill>
                  <a:prstClr val="black"/>
                </a:solidFill>
                <a:highlight>
                  <a:srgbClr val="FFC000"/>
                </a:highlight>
              </a:rPr>
              <a:t>the increase in the probability</a:t>
            </a:r>
            <a:r>
              <a:rPr lang="en-US" sz="1100">
                <a:solidFill>
                  <a:prstClr val="black"/>
                </a:solidFill>
              </a:rPr>
              <a:t> that the variable takes the value y=3, and the reduction in the probability of y=2.</a:t>
            </a:r>
            <a:endParaRPr lang="en-GB" sz="1100" noProof="0">
              <a:solidFill>
                <a:prstClr val="black"/>
              </a:solidFill>
            </a:endParaRPr>
          </a:p>
        </p:txBody>
      </p:sp>
      <p:sp>
        <p:nvSpPr>
          <p:cNvPr id="135" name="Oval 134">
            <a:extLst>
              <a:ext uri="{FF2B5EF4-FFF2-40B4-BE49-F238E27FC236}">
                <a16:creationId xmlns:a16="http://schemas.microsoft.com/office/drawing/2014/main" id="{ED88331D-736E-69FD-2180-8FAA7607AE36}"/>
              </a:ext>
            </a:extLst>
          </p:cNvPr>
          <p:cNvSpPr/>
          <p:nvPr/>
        </p:nvSpPr>
        <p:spPr>
          <a:xfrm>
            <a:off x="6967034" y="4270674"/>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cxnSp>
        <p:nvCxnSpPr>
          <p:cNvPr id="136" name="Connector: Elbow 135">
            <a:extLst>
              <a:ext uri="{FF2B5EF4-FFF2-40B4-BE49-F238E27FC236}">
                <a16:creationId xmlns:a16="http://schemas.microsoft.com/office/drawing/2014/main" id="{5B1D281F-8930-BE3F-0266-447306FFBA42}"/>
              </a:ext>
            </a:extLst>
          </p:cNvPr>
          <p:cNvCxnSpPr>
            <a:cxnSpLocks/>
            <a:stCxn id="135" idx="0"/>
            <a:endCxn id="134" idx="1"/>
          </p:cNvCxnSpPr>
          <p:nvPr/>
        </p:nvCxnSpPr>
        <p:spPr>
          <a:xfrm rot="5400000" flipH="1" flipV="1">
            <a:off x="6055519" y="2669886"/>
            <a:ext cx="2666193" cy="535385"/>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147" name="TextBox 146">
            <a:extLst>
              <a:ext uri="{FF2B5EF4-FFF2-40B4-BE49-F238E27FC236}">
                <a16:creationId xmlns:a16="http://schemas.microsoft.com/office/drawing/2014/main" id="{E9A76DD8-8B0F-4274-875C-65734AE5E55F}"/>
              </a:ext>
            </a:extLst>
          </p:cNvPr>
          <p:cNvSpPr txBox="1"/>
          <p:nvPr/>
        </p:nvSpPr>
        <p:spPr>
          <a:xfrm>
            <a:off x="7678142" y="2026136"/>
            <a:ext cx="3546069" cy="600164"/>
          </a:xfrm>
          <a:prstGeom prst="rect">
            <a:avLst/>
          </a:prstGeom>
          <a:noFill/>
        </p:spPr>
        <p:txBody>
          <a:bodyPr wrap="square">
            <a:spAutoFit/>
          </a:bodyPr>
          <a:lstStyle/>
          <a:p>
            <a:pPr lvl="0">
              <a:defRPr/>
            </a:pPr>
            <a:r>
              <a:rPr lang="en-US" sz="1100">
                <a:solidFill>
                  <a:prstClr val="black"/>
                </a:solidFill>
              </a:rPr>
              <a:t>The shaded area with lines represents </a:t>
            </a:r>
            <a:r>
              <a:rPr lang="en-US" sz="1100" b="1">
                <a:solidFill>
                  <a:prstClr val="black"/>
                </a:solidFill>
                <a:highlight>
                  <a:srgbClr val="FFC000"/>
                </a:highlight>
              </a:rPr>
              <a:t>the increase in the probability </a:t>
            </a:r>
            <a:r>
              <a:rPr lang="en-US" sz="1100">
                <a:solidFill>
                  <a:prstClr val="black"/>
                </a:solidFill>
              </a:rPr>
              <a:t>that the variable takes the value y=2, and the reduction in the probability of y=1.</a:t>
            </a:r>
            <a:endParaRPr kumimoji="0" lang="en-GB" sz="11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48" name="Oval 147">
            <a:extLst>
              <a:ext uri="{FF2B5EF4-FFF2-40B4-BE49-F238E27FC236}">
                <a16:creationId xmlns:a16="http://schemas.microsoft.com/office/drawing/2014/main" id="{5B7CF47B-7A17-AA44-C71A-C0DEEA04217D}"/>
              </a:ext>
            </a:extLst>
          </p:cNvPr>
          <p:cNvSpPr/>
          <p:nvPr/>
        </p:nvSpPr>
        <p:spPr>
          <a:xfrm>
            <a:off x="4686004" y="4308774"/>
            <a:ext cx="307777" cy="307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cxnSp>
        <p:nvCxnSpPr>
          <p:cNvPr id="149" name="Connector: Elbow 148">
            <a:extLst>
              <a:ext uri="{FF2B5EF4-FFF2-40B4-BE49-F238E27FC236}">
                <a16:creationId xmlns:a16="http://schemas.microsoft.com/office/drawing/2014/main" id="{4C12721F-BB06-9FB8-BDAD-59622CBFD2C4}"/>
              </a:ext>
            </a:extLst>
          </p:cNvPr>
          <p:cNvCxnSpPr>
            <a:cxnSpLocks/>
            <a:stCxn id="148" idx="0"/>
            <a:endCxn id="147" idx="1"/>
          </p:cNvCxnSpPr>
          <p:nvPr/>
        </p:nvCxnSpPr>
        <p:spPr>
          <a:xfrm rot="5400000" flipH="1" flipV="1">
            <a:off x="5267739" y="1898372"/>
            <a:ext cx="1982556" cy="2838249"/>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170" name="TextBox 169">
                <a:extLst>
                  <a:ext uri="{FF2B5EF4-FFF2-40B4-BE49-F238E27FC236}">
                    <a16:creationId xmlns:a16="http://schemas.microsoft.com/office/drawing/2014/main" id="{40C7A39E-AC0A-3FD8-8D80-914E3208DE56}"/>
                  </a:ext>
                </a:extLst>
              </p:cNvPr>
              <p:cNvSpPr txBox="1"/>
              <p:nvPr/>
            </p:nvSpPr>
            <p:spPr>
              <a:xfrm>
                <a:off x="7659927" y="2717332"/>
                <a:ext cx="3546069" cy="769441"/>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100" i="0" u="none" strike="noStrike" cap="none" spc="0" normalizeH="0" baseline="0">
                    <a:ln>
                      <a:noFill/>
                    </a:ln>
                    <a:solidFill>
                      <a:prstClr val="black"/>
                    </a:solidFill>
                    <a:effectLst/>
                    <a:uLnTx/>
                    <a:uFillTx/>
                    <a:latin typeface="Aptos" panose="020B0004020202020204"/>
                  </a:defRPr>
                </a:lvl1pPr>
              </a:lstStyle>
              <a:p>
                <a:r>
                  <a:rPr lang="en-US"/>
                  <a:t>Therefore, the marginal effect of </a:t>
                </a:r>
                <a14:m>
                  <m:oMath xmlns:m="http://schemas.openxmlformats.org/officeDocument/2006/math">
                    <m:sSub>
                      <m:sSubPr>
                        <m:ctrlPr>
                          <a:rPr lang="en-US" i="1" dirty="0" smtClean="0">
                            <a:latin typeface="Cambria Math" panose="02040503050406030204" pitchFamily="18" charset="0"/>
                          </a:rPr>
                        </m:ctrlPr>
                      </m:sSubPr>
                      <m:e>
                        <m:r>
                          <a:rPr lang="en-US" i="1" dirty="0" smtClean="0">
                            <a:latin typeface="Cambria Math" panose="02040503050406030204" pitchFamily="18" charset="0"/>
                          </a:rPr>
                          <m:t>𝑥</m:t>
                        </m:r>
                      </m:e>
                      <m:sub>
                        <m:r>
                          <a:rPr lang="en-US" i="1" dirty="0" smtClean="0">
                            <a:latin typeface="Cambria Math" panose="02040503050406030204" pitchFamily="18" charset="0"/>
                          </a:rPr>
                          <m:t>𝑘</m:t>
                        </m:r>
                      </m:sub>
                    </m:sSub>
                  </m:oMath>
                </a14:m>
                <a:r>
                  <a:rPr lang="en-US"/>
                  <a:t>​ is:</a:t>
                </a:r>
              </a:p>
              <a:p>
                <a:pPr marL="171450" indent="-171450">
                  <a:buFont typeface="Arial" panose="020B0604020202020204" pitchFamily="34" charset="0"/>
                  <a:buChar char="•"/>
                </a:pPr>
                <a:r>
                  <a:rPr lang="en-US"/>
                  <a:t>positive for </a:t>
                </a:r>
                <a14:m>
                  <m:oMath xmlns:m="http://schemas.openxmlformats.org/officeDocument/2006/math">
                    <m:r>
                      <a:rPr lang="en-US" i="1" dirty="0" smtClean="0">
                        <a:latin typeface="Cambria Math" panose="02040503050406030204" pitchFamily="18" charset="0"/>
                      </a:rPr>
                      <m:t>𝑃</m:t>
                    </m:r>
                    <m:d>
                      <m:dPr>
                        <m:ctrlPr>
                          <a:rPr lang="en-US" i="1" dirty="0" smtClean="0">
                            <a:latin typeface="Cambria Math" panose="02040503050406030204" pitchFamily="18" charset="0"/>
                          </a:rPr>
                        </m:ctrlPr>
                      </m:dPr>
                      <m:e>
                        <m:r>
                          <a:rPr lang="en-US" i="1" dirty="0" smtClean="0">
                            <a:latin typeface="Cambria Math" panose="02040503050406030204" pitchFamily="18" charset="0"/>
                          </a:rPr>
                          <m:t>𝑦</m:t>
                        </m:r>
                        <m:r>
                          <a:rPr lang="en-US" i="1" dirty="0" smtClean="0">
                            <a:latin typeface="Cambria Math" panose="02040503050406030204" pitchFamily="18" charset="0"/>
                          </a:rPr>
                          <m:t>=3</m:t>
                        </m:r>
                      </m:e>
                    </m:d>
                  </m:oMath>
                </a14:m>
                <a:endParaRPr lang="en-US"/>
              </a:p>
              <a:p>
                <a:pPr marL="171450" indent="-171450">
                  <a:buFont typeface="Arial" panose="020B0604020202020204" pitchFamily="34" charset="0"/>
                  <a:buChar char="•"/>
                </a:pPr>
                <a:r>
                  <a:rPr lang="en-US"/>
                  <a:t>negative for </a:t>
                </a:r>
                <a14:m>
                  <m:oMath xmlns:m="http://schemas.openxmlformats.org/officeDocument/2006/math">
                    <m:r>
                      <a:rPr lang="en-US" i="1" dirty="0" smtClean="0">
                        <a:latin typeface="Cambria Math" panose="02040503050406030204" pitchFamily="18" charset="0"/>
                      </a:rPr>
                      <m:t>𝑃</m:t>
                    </m:r>
                    <m:d>
                      <m:dPr>
                        <m:ctrlPr>
                          <a:rPr lang="en-US" i="1" dirty="0" smtClean="0">
                            <a:latin typeface="Cambria Math" panose="02040503050406030204" pitchFamily="18" charset="0"/>
                          </a:rPr>
                        </m:ctrlPr>
                      </m:dPr>
                      <m:e>
                        <m:r>
                          <a:rPr lang="en-US" i="1" dirty="0" smtClean="0">
                            <a:latin typeface="Cambria Math" panose="02040503050406030204" pitchFamily="18" charset="0"/>
                          </a:rPr>
                          <m:t>𝑦</m:t>
                        </m:r>
                        <m:r>
                          <a:rPr lang="en-US" i="1" dirty="0" smtClean="0">
                            <a:latin typeface="Cambria Math" panose="02040503050406030204" pitchFamily="18" charset="0"/>
                          </a:rPr>
                          <m:t>=1</m:t>
                        </m:r>
                      </m:e>
                    </m:d>
                  </m:oMath>
                </a14:m>
                <a:endParaRPr lang="en-US"/>
              </a:p>
              <a:p>
                <a:pPr marL="171450" indent="-171450">
                  <a:buFont typeface="Arial" panose="020B0604020202020204" pitchFamily="34" charset="0"/>
                  <a:buChar char="•"/>
                </a:pPr>
                <a:r>
                  <a:rPr lang="en-US"/>
                  <a:t>ambiguous for </a:t>
                </a:r>
                <a14:m>
                  <m:oMath xmlns:m="http://schemas.openxmlformats.org/officeDocument/2006/math">
                    <m:r>
                      <a:rPr lang="en-US" i="1" dirty="0" smtClean="0">
                        <a:latin typeface="Cambria Math" panose="02040503050406030204" pitchFamily="18" charset="0"/>
                      </a:rPr>
                      <m:t>𝑃</m:t>
                    </m:r>
                    <m:d>
                      <m:dPr>
                        <m:ctrlPr>
                          <a:rPr lang="en-US" i="1" dirty="0" smtClean="0">
                            <a:latin typeface="Cambria Math" panose="02040503050406030204" pitchFamily="18" charset="0"/>
                          </a:rPr>
                        </m:ctrlPr>
                      </m:dPr>
                      <m:e>
                        <m:r>
                          <a:rPr lang="en-US" i="1" dirty="0" smtClean="0">
                            <a:latin typeface="Cambria Math" panose="02040503050406030204" pitchFamily="18" charset="0"/>
                          </a:rPr>
                          <m:t>𝑦</m:t>
                        </m:r>
                        <m:r>
                          <a:rPr lang="en-US" i="1" dirty="0" smtClean="0">
                            <a:latin typeface="Cambria Math" panose="02040503050406030204" pitchFamily="18" charset="0"/>
                          </a:rPr>
                          <m:t>=2</m:t>
                        </m:r>
                      </m:e>
                    </m:d>
                  </m:oMath>
                </a14:m>
                <a:endParaRPr lang="en-GB" noProof="0"/>
              </a:p>
            </p:txBody>
          </p:sp>
        </mc:Choice>
        <mc:Fallback xmlns="">
          <p:sp>
            <p:nvSpPr>
              <p:cNvPr id="170" name="TextBox 169">
                <a:extLst>
                  <a:ext uri="{FF2B5EF4-FFF2-40B4-BE49-F238E27FC236}">
                    <a16:creationId xmlns:a16="http://schemas.microsoft.com/office/drawing/2014/main" id="{40C7A39E-AC0A-3FD8-8D80-914E3208DE56}"/>
                  </a:ext>
                </a:extLst>
              </p:cNvPr>
              <p:cNvSpPr txBox="1">
                <a:spLocks noRot="1" noChangeAspect="1" noMove="1" noResize="1" noEditPoints="1" noAdjustHandles="1" noChangeArrowheads="1" noChangeShapeType="1" noTextEdit="1"/>
              </p:cNvSpPr>
              <p:nvPr/>
            </p:nvSpPr>
            <p:spPr>
              <a:xfrm>
                <a:off x="7659927" y="2717332"/>
                <a:ext cx="3546069" cy="769441"/>
              </a:xfrm>
              <a:prstGeom prst="rect">
                <a:avLst/>
              </a:prstGeom>
              <a:blipFill>
                <a:blip r:embed="rId40"/>
                <a:stretch>
                  <a:fillRect b="-4762"/>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71" name="TextBox 170">
                <a:extLst>
                  <a:ext uri="{FF2B5EF4-FFF2-40B4-BE49-F238E27FC236}">
                    <a16:creationId xmlns:a16="http://schemas.microsoft.com/office/drawing/2014/main" id="{CB6470E2-77C2-886C-751E-C9EAC25B25CD}"/>
                  </a:ext>
                </a:extLst>
              </p:cNvPr>
              <p:cNvSpPr txBox="1"/>
              <p:nvPr/>
            </p:nvSpPr>
            <p:spPr>
              <a:xfrm>
                <a:off x="8054252" y="3708610"/>
                <a:ext cx="2936118" cy="600164"/>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100" i="0" u="none" strike="noStrike" cap="none" spc="0" normalizeH="0" baseline="0">
                    <a:ln>
                      <a:noFill/>
                    </a:ln>
                    <a:solidFill>
                      <a:prstClr val="black"/>
                    </a:solidFill>
                    <a:effectLst/>
                    <a:uLnTx/>
                    <a:uFillTx/>
                    <a:latin typeface="Aptos" panose="020B0004020202020204"/>
                  </a:defRPr>
                </a:lvl1pPr>
              </a:lstStyle>
              <a:p>
                <a:r>
                  <a:rPr lang="en-US"/>
                  <a:t>More generally, when </a:t>
                </a:r>
                <a14:m>
                  <m:oMath xmlns:m="http://schemas.openxmlformats.org/officeDocument/2006/math">
                    <m:r>
                      <a:rPr lang="en-US" i="1" dirty="0" smtClean="0">
                        <a:latin typeface="Cambria Math" panose="02040503050406030204" pitchFamily="18" charset="0"/>
                      </a:rPr>
                      <m:t>𝑦</m:t>
                    </m:r>
                  </m:oMath>
                </a14:m>
                <a:r>
                  <a:rPr lang="en-US"/>
                  <a:t> takes </a:t>
                </a:r>
                <a14:m>
                  <m:oMath xmlns:m="http://schemas.openxmlformats.org/officeDocument/2006/math">
                    <m:r>
                      <a:rPr lang="en-US" i="1" dirty="0" smtClean="0">
                        <a:latin typeface="Cambria Math" panose="02040503050406030204" pitchFamily="18" charset="0"/>
                      </a:rPr>
                      <m:t>𝐽</m:t>
                    </m:r>
                  </m:oMath>
                </a14:m>
                <a:r>
                  <a:rPr lang="en-US"/>
                  <a:t> categories, the effect on the probabilities is unambiguous only for </a:t>
                </a:r>
                <a14:m>
                  <m:oMath xmlns:m="http://schemas.openxmlformats.org/officeDocument/2006/math">
                    <m:r>
                      <a:rPr lang="en-GB" i="1" noProof="0" smtClean="0">
                        <a:latin typeface="Cambria Math" panose="02040503050406030204" pitchFamily="18" charset="0"/>
                      </a:rPr>
                      <m:t>𝑃</m:t>
                    </m:r>
                    <m:r>
                      <a:rPr lang="en-GB" i="1" noProof="0" smtClean="0">
                        <a:latin typeface="Cambria Math" panose="02040503050406030204" pitchFamily="18" charset="0"/>
                      </a:rPr>
                      <m:t>(</m:t>
                    </m:r>
                    <m:r>
                      <a:rPr lang="en-GB" i="1" noProof="0" smtClean="0">
                        <a:latin typeface="Cambria Math" panose="02040503050406030204" pitchFamily="18" charset="0"/>
                      </a:rPr>
                      <m:t>𝑦</m:t>
                    </m:r>
                    <m:r>
                      <a:rPr lang="en-GB" i="1" noProof="0" smtClean="0">
                        <a:latin typeface="Cambria Math" panose="02040503050406030204" pitchFamily="18" charset="0"/>
                      </a:rPr>
                      <m:t> = 1) </m:t>
                    </m:r>
                  </m:oMath>
                </a14:m>
                <a:r>
                  <a:rPr lang="en-GB" noProof="0"/>
                  <a:t>and </a:t>
                </a:r>
                <a14:m>
                  <m:oMath xmlns:m="http://schemas.openxmlformats.org/officeDocument/2006/math">
                    <m:r>
                      <a:rPr lang="en-GB" i="1" noProof="0" smtClean="0">
                        <a:latin typeface="Cambria Math" panose="02040503050406030204" pitchFamily="18" charset="0"/>
                      </a:rPr>
                      <m:t>𝑃</m:t>
                    </m:r>
                    <m:r>
                      <a:rPr lang="en-GB" i="1" noProof="0" smtClean="0">
                        <a:latin typeface="Cambria Math" panose="02040503050406030204" pitchFamily="18" charset="0"/>
                      </a:rPr>
                      <m:t>(</m:t>
                    </m:r>
                    <m:r>
                      <a:rPr lang="en-GB" i="1" noProof="0" smtClean="0">
                        <a:latin typeface="Cambria Math" panose="02040503050406030204" pitchFamily="18" charset="0"/>
                      </a:rPr>
                      <m:t>𝑦</m:t>
                    </m:r>
                    <m:r>
                      <a:rPr lang="en-GB" i="1" noProof="0" smtClean="0">
                        <a:latin typeface="Cambria Math" panose="02040503050406030204" pitchFamily="18" charset="0"/>
                      </a:rPr>
                      <m:t> = </m:t>
                    </m:r>
                    <m:r>
                      <a:rPr lang="en-GB" i="1" noProof="0" smtClean="0">
                        <a:latin typeface="Cambria Math" panose="02040503050406030204" pitchFamily="18" charset="0"/>
                      </a:rPr>
                      <m:t>𝐽</m:t>
                    </m:r>
                    <m:r>
                      <a:rPr lang="en-GB" i="1" noProof="0" smtClean="0">
                        <a:latin typeface="Cambria Math" panose="02040503050406030204" pitchFamily="18" charset="0"/>
                      </a:rPr>
                      <m:t>)</m:t>
                    </m:r>
                  </m:oMath>
                </a14:m>
                <a:endParaRPr lang="en-GB" noProof="0"/>
              </a:p>
            </p:txBody>
          </p:sp>
        </mc:Choice>
        <mc:Fallback xmlns="">
          <p:sp>
            <p:nvSpPr>
              <p:cNvPr id="171" name="TextBox 170">
                <a:extLst>
                  <a:ext uri="{FF2B5EF4-FFF2-40B4-BE49-F238E27FC236}">
                    <a16:creationId xmlns:a16="http://schemas.microsoft.com/office/drawing/2014/main" id="{CB6470E2-77C2-886C-751E-C9EAC25B25CD}"/>
                  </a:ext>
                </a:extLst>
              </p:cNvPr>
              <p:cNvSpPr txBox="1">
                <a:spLocks noRot="1" noChangeAspect="1" noMove="1" noResize="1" noEditPoints="1" noAdjustHandles="1" noChangeArrowheads="1" noChangeShapeType="1" noTextEdit="1"/>
              </p:cNvSpPr>
              <p:nvPr/>
            </p:nvSpPr>
            <p:spPr>
              <a:xfrm>
                <a:off x="8054252" y="3708610"/>
                <a:ext cx="2936118" cy="600164"/>
              </a:xfrm>
              <a:prstGeom prst="rect">
                <a:avLst/>
              </a:prstGeom>
              <a:blipFill>
                <a:blip r:embed="rId41"/>
                <a:stretch>
                  <a:fillRect b="-6061"/>
                </a:stretch>
              </a:blipFill>
            </p:spPr>
            <p:txBody>
              <a:bodyPr/>
              <a:lstStyle/>
              <a:p>
                <a:r>
                  <a:rPr lang="en-US">
                    <a:noFill/>
                  </a:rPr>
                  <a:t> </a:t>
                </a:r>
              </a:p>
            </p:txBody>
          </p:sp>
        </mc:Fallback>
      </mc:AlternateContent>
    </p:spTree>
    <p:extLst>
      <p:ext uri="{BB962C8B-B14F-4D97-AF65-F5344CB8AC3E}">
        <p14:creationId xmlns:p14="http://schemas.microsoft.com/office/powerpoint/2010/main" val="158051837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55"/>
                                        </p:tgtEl>
                                        <p:attrNameLst>
                                          <p:attrName>style.visibility</p:attrName>
                                        </p:attrNameLst>
                                      </p:cBhvr>
                                      <p:to>
                                        <p:strVal val="visible"/>
                                      </p:to>
                                    </p:set>
                                    <p:animEffect transition="in" filter="fade">
                                      <p:cBhvr>
                                        <p:cTn id="7" dur="500"/>
                                        <p:tgtEl>
                                          <p:spTgt spid="25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par>
                                <p:cTn id="13" presetID="10" presetClass="entr" presetSubtype="0" fill="hold" nodeType="withEffect">
                                  <p:stCondLst>
                                    <p:cond delay="0"/>
                                  </p:stCondLst>
                                  <p:childTnLst>
                                    <p:set>
                                      <p:cBhvr>
                                        <p:cTn id="14" dur="1" fill="hold">
                                          <p:stCondLst>
                                            <p:cond delay="0"/>
                                          </p:stCondLst>
                                        </p:cTn>
                                        <p:tgtEl>
                                          <p:spTgt spid="136"/>
                                        </p:tgtEl>
                                        <p:attrNameLst>
                                          <p:attrName>style.visibility</p:attrName>
                                        </p:attrNameLst>
                                      </p:cBhvr>
                                      <p:to>
                                        <p:strVal val="visible"/>
                                      </p:to>
                                    </p:set>
                                    <p:animEffect transition="in" filter="fade">
                                      <p:cBhvr>
                                        <p:cTn id="15" dur="500"/>
                                        <p:tgtEl>
                                          <p:spTgt spid="13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34"/>
                                        </p:tgtEl>
                                        <p:attrNameLst>
                                          <p:attrName>style.visibility</p:attrName>
                                        </p:attrNameLst>
                                      </p:cBhvr>
                                      <p:to>
                                        <p:strVal val="visible"/>
                                      </p:to>
                                    </p:set>
                                    <p:animEffect transition="in" filter="fade">
                                      <p:cBhvr>
                                        <p:cTn id="18" dur="500"/>
                                        <p:tgtEl>
                                          <p:spTgt spid="134"/>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par>
                                <p:cTn id="24" presetID="10" presetClass="entr" presetSubtype="0" fill="hold" nodeType="withEffect">
                                  <p:stCondLst>
                                    <p:cond delay="0"/>
                                  </p:stCondLst>
                                  <p:childTnLst>
                                    <p:set>
                                      <p:cBhvr>
                                        <p:cTn id="25" dur="1" fill="hold">
                                          <p:stCondLst>
                                            <p:cond delay="0"/>
                                          </p:stCondLst>
                                        </p:cTn>
                                        <p:tgtEl>
                                          <p:spTgt spid="149"/>
                                        </p:tgtEl>
                                        <p:attrNameLst>
                                          <p:attrName>style.visibility</p:attrName>
                                        </p:attrNameLst>
                                      </p:cBhvr>
                                      <p:to>
                                        <p:strVal val="visible"/>
                                      </p:to>
                                    </p:set>
                                    <p:animEffect transition="in" filter="fade">
                                      <p:cBhvr>
                                        <p:cTn id="26" dur="500"/>
                                        <p:tgtEl>
                                          <p:spTgt spid="149"/>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47"/>
                                        </p:tgtEl>
                                        <p:attrNameLst>
                                          <p:attrName>style.visibility</p:attrName>
                                        </p:attrNameLst>
                                      </p:cBhvr>
                                      <p:to>
                                        <p:strVal val="visible"/>
                                      </p:to>
                                    </p:set>
                                    <p:animEffect transition="in" filter="fade">
                                      <p:cBhvr>
                                        <p:cTn id="29" dur="500"/>
                                        <p:tgtEl>
                                          <p:spTgt spid="147"/>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70"/>
                                        </p:tgtEl>
                                        <p:attrNameLst>
                                          <p:attrName>style.visibility</p:attrName>
                                        </p:attrNameLst>
                                      </p:cBhvr>
                                      <p:to>
                                        <p:strVal val="visible"/>
                                      </p:to>
                                    </p:set>
                                    <p:animEffect transition="in" filter="fade">
                                      <p:cBhvr>
                                        <p:cTn id="32" dur="500"/>
                                        <p:tgtEl>
                                          <p:spTgt spid="17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71"/>
                                        </p:tgtEl>
                                        <p:attrNameLst>
                                          <p:attrName>style.visibility</p:attrName>
                                        </p:attrNameLst>
                                      </p:cBhvr>
                                      <p:to>
                                        <p:strVal val="visible"/>
                                      </p:to>
                                    </p:set>
                                    <p:animEffect transition="in" filter="fade">
                                      <p:cBhvr>
                                        <p:cTn id="35" dur="500"/>
                                        <p:tgtEl>
                                          <p:spTgt spid="1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5" grpId="0"/>
      <p:bldP spid="17" grpId="0" animBg="1"/>
      <p:bldP spid="18" grpId="0" animBg="1"/>
      <p:bldP spid="134" grpId="0"/>
      <p:bldP spid="147" grpId="0"/>
      <p:bldP spid="170" grpId="0"/>
      <p:bldP spid="171"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008D95-5EF7-0701-53D0-17CCD9EA4931}"/>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8FA710CE-BBF5-2C69-70AF-5425B673E0E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377CEC81-F270-3E37-4A6F-708A8ECD7AE0}"/>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17C50194-AB89-38BD-15E3-E0A34B5B68FE}"/>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FF85A61B-9F24-AD54-54EA-115A3DB8AAF8}"/>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grpSp>
        <p:nvGrpSpPr>
          <p:cNvPr id="17" name="Group 16">
            <a:extLst>
              <a:ext uri="{FF2B5EF4-FFF2-40B4-BE49-F238E27FC236}">
                <a16:creationId xmlns:a16="http://schemas.microsoft.com/office/drawing/2014/main" id="{222A6243-9E4B-4FCF-9712-EB54CF6B3778}"/>
              </a:ext>
            </a:extLst>
          </p:cNvPr>
          <p:cNvGrpSpPr/>
          <p:nvPr/>
        </p:nvGrpSpPr>
        <p:grpSpPr>
          <a:xfrm>
            <a:off x="1131733" y="3047215"/>
            <a:ext cx="4866029" cy="2344279"/>
            <a:chOff x="1131733" y="3047215"/>
            <a:chExt cx="4866029" cy="2344279"/>
          </a:xfrm>
        </p:grpSpPr>
        <p:sp>
          <p:nvSpPr>
            <p:cNvPr id="2" name="Freeform: Shape 1">
              <a:extLst>
                <a:ext uri="{FF2B5EF4-FFF2-40B4-BE49-F238E27FC236}">
                  <a16:creationId xmlns:a16="http://schemas.microsoft.com/office/drawing/2014/main" id="{34DAA8FD-9487-FBEE-03EC-3653F855B2C1}"/>
                </a:ext>
              </a:extLst>
            </p:cNvPr>
            <p:cNvSpPr/>
            <p:nvPr/>
          </p:nvSpPr>
          <p:spPr>
            <a:xfrm>
              <a:off x="1133289" y="3921975"/>
              <a:ext cx="1735082" cy="1330703"/>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3" name="Freeform: Shape 2">
              <a:extLst>
                <a:ext uri="{FF2B5EF4-FFF2-40B4-BE49-F238E27FC236}">
                  <a16:creationId xmlns:a16="http://schemas.microsoft.com/office/drawing/2014/main" id="{C03147B4-8178-2E25-5FD1-4BFCE6B73D9D}"/>
                </a:ext>
              </a:extLst>
            </p:cNvPr>
            <p:cNvSpPr/>
            <p:nvPr/>
          </p:nvSpPr>
          <p:spPr>
            <a:xfrm>
              <a:off x="2873011" y="3047215"/>
              <a:ext cx="1155215" cy="864047"/>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6" name="Freeform: Shape 5">
              <a:extLst>
                <a:ext uri="{FF2B5EF4-FFF2-40B4-BE49-F238E27FC236}">
                  <a16:creationId xmlns:a16="http://schemas.microsoft.com/office/drawing/2014/main" id="{4D3CDAAB-CCAD-373C-0645-B3E4EFBEE79D}"/>
                </a:ext>
              </a:extLst>
            </p:cNvPr>
            <p:cNvSpPr/>
            <p:nvPr/>
          </p:nvSpPr>
          <p:spPr>
            <a:xfrm>
              <a:off x="4032864" y="3921975"/>
              <a:ext cx="1735079" cy="1330703"/>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7" name="Freeform: Shape 6">
              <a:extLst>
                <a:ext uri="{FF2B5EF4-FFF2-40B4-BE49-F238E27FC236}">
                  <a16:creationId xmlns:a16="http://schemas.microsoft.com/office/drawing/2014/main" id="{6635B5B1-0409-1DF1-7803-23CFEE507F4F}"/>
                </a:ext>
              </a:extLst>
            </p:cNvPr>
            <p:cNvSpPr/>
            <p:nvPr/>
          </p:nvSpPr>
          <p:spPr>
            <a:xfrm flipH="1">
              <a:off x="2822765" y="3911262"/>
              <a:ext cx="48529" cy="1348123"/>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8" name="Freeform: Shape 7">
              <a:extLst>
                <a:ext uri="{FF2B5EF4-FFF2-40B4-BE49-F238E27FC236}">
                  <a16:creationId xmlns:a16="http://schemas.microsoft.com/office/drawing/2014/main" id="{D7B65F3A-A56A-AABA-C22A-B57EEFE6AB7E}"/>
                </a:ext>
              </a:extLst>
            </p:cNvPr>
            <p:cNvSpPr/>
            <p:nvPr/>
          </p:nvSpPr>
          <p:spPr>
            <a:xfrm flipH="1">
              <a:off x="3981415" y="3911262"/>
              <a:ext cx="48529" cy="1348123"/>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1A86F348-5D1E-A204-01CF-1F77F1764455}"/>
                    </a:ext>
                  </a:extLst>
                </p:cNvPr>
                <p:cNvSpPr txBox="1"/>
                <p:nvPr/>
              </p:nvSpPr>
              <p:spPr>
                <a:xfrm>
                  <a:off x="5852942" y="5173585"/>
                  <a:ext cx="144820" cy="158138"/>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9" name="TextBox 8">
                  <a:extLst>
                    <a:ext uri="{FF2B5EF4-FFF2-40B4-BE49-F238E27FC236}">
                      <a16:creationId xmlns:a16="http://schemas.microsoft.com/office/drawing/2014/main" id="{1A86F348-5D1E-A204-01CF-1F77F1764455}"/>
                    </a:ext>
                  </a:extLst>
                </p:cNvPr>
                <p:cNvSpPr txBox="1">
                  <a:spLocks noRot="1" noChangeAspect="1" noMove="1" noResize="1" noEditPoints="1" noAdjustHandles="1" noChangeArrowheads="1" noChangeShapeType="1" noTextEdit="1"/>
                </p:cNvSpPr>
                <p:nvPr/>
              </p:nvSpPr>
              <p:spPr>
                <a:xfrm>
                  <a:off x="5852942" y="5173585"/>
                  <a:ext cx="144820" cy="158138"/>
                </a:xfrm>
                <a:prstGeom prst="rect">
                  <a:avLst/>
                </a:prstGeom>
                <a:blipFill>
                  <a:blip r:embed="rId73"/>
                  <a:stretch>
                    <a:fillRect r="-41667" b="-61538"/>
                  </a:stretch>
                </a:blipFill>
              </p:spPr>
              <p:txBody>
                <a:bodyPr/>
                <a:lstStyle/>
                <a:p>
                  <a:r>
                    <a:rPr lang="en-US">
                      <a:noFill/>
                    </a:rPr>
                    <a:t> </a:t>
                  </a:r>
                </a:p>
              </p:txBody>
            </p:sp>
          </mc:Fallback>
        </mc:AlternateContent>
        <p:cxnSp>
          <p:nvCxnSpPr>
            <p:cNvPr id="12" name="Straight Connector 11">
              <a:extLst>
                <a:ext uri="{FF2B5EF4-FFF2-40B4-BE49-F238E27FC236}">
                  <a16:creationId xmlns:a16="http://schemas.microsoft.com/office/drawing/2014/main" id="{DD0AE0E2-F3D7-1B3F-796C-53CA6F5C1B5D}"/>
                </a:ext>
              </a:extLst>
            </p:cNvPr>
            <p:cNvCxnSpPr>
              <a:cxnSpLocks/>
            </p:cNvCxnSpPr>
            <p:nvPr/>
          </p:nvCxnSpPr>
          <p:spPr>
            <a:xfrm>
              <a:off x="1139480" y="5252654"/>
              <a:ext cx="4699420"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13" name="Freeform: Shape 12">
              <a:extLst>
                <a:ext uri="{FF2B5EF4-FFF2-40B4-BE49-F238E27FC236}">
                  <a16:creationId xmlns:a16="http://schemas.microsoft.com/office/drawing/2014/main" id="{B8F4636F-A020-D092-F5DA-CFFC1432840F}"/>
                </a:ext>
              </a:extLst>
            </p:cNvPr>
            <p:cNvSpPr/>
            <p:nvPr/>
          </p:nvSpPr>
          <p:spPr>
            <a:xfrm>
              <a:off x="1131733" y="3921975"/>
              <a:ext cx="1738198" cy="1331448"/>
            </a:xfrm>
            <a:custGeom>
              <a:avLst/>
              <a:gdLst>
                <a:gd name="connsiteX0" fmla="*/ 1466 w 1637567"/>
                <a:gd name="connsiteY0" fmla="*/ 1744985 h 1745962"/>
                <a:gd name="connsiteX1" fmla="*/ 2901 w 1637567"/>
                <a:gd name="connsiteY1" fmla="*/ 1744985 h 1745962"/>
                <a:gd name="connsiteX2" fmla="*/ 4367 w 1637567"/>
                <a:gd name="connsiteY2" fmla="*/ 1744954 h 1745962"/>
                <a:gd name="connsiteX3" fmla="*/ 7298 w 1637567"/>
                <a:gd name="connsiteY3" fmla="*/ 1744954 h 1745962"/>
                <a:gd name="connsiteX4" fmla="*/ 8733 w 1637567"/>
                <a:gd name="connsiteY4" fmla="*/ 1744930 h 1745962"/>
                <a:gd name="connsiteX5" fmla="*/ 11665 w 1637567"/>
                <a:gd name="connsiteY5" fmla="*/ 1744930 h 1745962"/>
                <a:gd name="connsiteX6" fmla="*/ 13100 w 1637567"/>
                <a:gd name="connsiteY6" fmla="*/ 1744899 h 1745962"/>
                <a:gd name="connsiteX7" fmla="*/ 16032 w 1637567"/>
                <a:gd name="connsiteY7" fmla="*/ 1744899 h 1745962"/>
                <a:gd name="connsiteX8" fmla="*/ 17497 w 1637567"/>
                <a:gd name="connsiteY8" fmla="*/ 1744868 h 1745962"/>
                <a:gd name="connsiteX9" fmla="*/ 18933 w 1637567"/>
                <a:gd name="connsiteY9" fmla="*/ 1744868 h 1745962"/>
                <a:gd name="connsiteX10" fmla="*/ 20398 w 1637567"/>
                <a:gd name="connsiteY10" fmla="*/ 1744836 h 1745962"/>
                <a:gd name="connsiteX11" fmla="*/ 23299 w 1637567"/>
                <a:gd name="connsiteY11" fmla="*/ 1744836 h 1745962"/>
                <a:gd name="connsiteX12" fmla="*/ 24765 w 1637567"/>
                <a:gd name="connsiteY12" fmla="*/ 1744805 h 1745962"/>
                <a:gd name="connsiteX13" fmla="*/ 26231 w 1637567"/>
                <a:gd name="connsiteY13" fmla="*/ 1744805 h 1745962"/>
                <a:gd name="connsiteX14" fmla="*/ 27666 w 1637567"/>
                <a:gd name="connsiteY14" fmla="*/ 1744774 h 1745962"/>
                <a:gd name="connsiteX15" fmla="*/ 30598 w 1637567"/>
                <a:gd name="connsiteY15" fmla="*/ 1744774 h 1745962"/>
                <a:gd name="connsiteX16" fmla="*/ 32063 w 1637567"/>
                <a:gd name="connsiteY16" fmla="*/ 1744743 h 1745962"/>
                <a:gd name="connsiteX17" fmla="*/ 33498 w 1637567"/>
                <a:gd name="connsiteY17" fmla="*/ 1744743 h 1745962"/>
                <a:gd name="connsiteX18" fmla="*/ 34964 w 1637567"/>
                <a:gd name="connsiteY18" fmla="*/ 1744711 h 1745962"/>
                <a:gd name="connsiteX19" fmla="*/ 37864 w 1637567"/>
                <a:gd name="connsiteY19" fmla="*/ 1744711 h 1745962"/>
                <a:gd name="connsiteX20" fmla="*/ 39330 w 1637567"/>
                <a:gd name="connsiteY20" fmla="*/ 1744680 h 1745962"/>
                <a:gd name="connsiteX21" fmla="*/ 40796 w 1637567"/>
                <a:gd name="connsiteY21" fmla="*/ 1744680 h 1745962"/>
                <a:gd name="connsiteX22" fmla="*/ 42262 w 1637567"/>
                <a:gd name="connsiteY22" fmla="*/ 1744649 h 1745962"/>
                <a:gd name="connsiteX23" fmla="*/ 43697 w 1637567"/>
                <a:gd name="connsiteY23" fmla="*/ 1744649 h 1745962"/>
                <a:gd name="connsiteX24" fmla="*/ 45163 w 1637567"/>
                <a:gd name="connsiteY24" fmla="*/ 1744618 h 1745962"/>
                <a:gd name="connsiteX25" fmla="*/ 46628 w 1637567"/>
                <a:gd name="connsiteY25" fmla="*/ 1744618 h 1745962"/>
                <a:gd name="connsiteX26" fmla="*/ 48064 w 1637567"/>
                <a:gd name="connsiteY26" fmla="*/ 1744594 h 1745962"/>
                <a:gd name="connsiteX27" fmla="*/ 49529 w 1637567"/>
                <a:gd name="connsiteY27" fmla="*/ 1744594 h 1745962"/>
                <a:gd name="connsiteX28" fmla="*/ 50995 w 1637567"/>
                <a:gd name="connsiteY28" fmla="*/ 1744563 h 1745962"/>
                <a:gd name="connsiteX29" fmla="*/ 52461 w 1637567"/>
                <a:gd name="connsiteY29" fmla="*/ 1744563 h 1745962"/>
                <a:gd name="connsiteX30" fmla="*/ 53896 w 1637567"/>
                <a:gd name="connsiteY30" fmla="*/ 1744531 h 1745962"/>
                <a:gd name="connsiteX31" fmla="*/ 55362 w 1637567"/>
                <a:gd name="connsiteY31" fmla="*/ 1744531 h 1745962"/>
                <a:gd name="connsiteX32" fmla="*/ 56828 w 1637567"/>
                <a:gd name="connsiteY32" fmla="*/ 1744500 h 1745962"/>
                <a:gd name="connsiteX33" fmla="*/ 58263 w 1637567"/>
                <a:gd name="connsiteY33" fmla="*/ 1744500 h 1745962"/>
                <a:gd name="connsiteX34" fmla="*/ 59729 w 1637567"/>
                <a:gd name="connsiteY34" fmla="*/ 1744469 h 1745962"/>
                <a:gd name="connsiteX35" fmla="*/ 61194 w 1637567"/>
                <a:gd name="connsiteY35" fmla="*/ 1744469 h 1745962"/>
                <a:gd name="connsiteX36" fmla="*/ 62660 w 1637567"/>
                <a:gd name="connsiteY36" fmla="*/ 1744438 h 1745962"/>
                <a:gd name="connsiteX37" fmla="*/ 64095 w 1637567"/>
                <a:gd name="connsiteY37" fmla="*/ 1744438 h 1745962"/>
                <a:gd name="connsiteX38" fmla="*/ 65561 w 1637567"/>
                <a:gd name="connsiteY38" fmla="*/ 1744406 h 1745962"/>
                <a:gd name="connsiteX39" fmla="*/ 67027 w 1637567"/>
                <a:gd name="connsiteY39" fmla="*/ 1744406 h 1745962"/>
                <a:gd name="connsiteX40" fmla="*/ 68462 w 1637567"/>
                <a:gd name="connsiteY40" fmla="*/ 1744375 h 1745962"/>
                <a:gd name="connsiteX41" fmla="*/ 69928 w 1637567"/>
                <a:gd name="connsiteY41" fmla="*/ 1744375 h 1745962"/>
                <a:gd name="connsiteX42" fmla="*/ 71393 w 1637567"/>
                <a:gd name="connsiteY42" fmla="*/ 1744344 h 1745962"/>
                <a:gd name="connsiteX43" fmla="*/ 72859 w 1637567"/>
                <a:gd name="connsiteY43" fmla="*/ 1744344 h 1745962"/>
                <a:gd name="connsiteX44" fmla="*/ 74294 w 1637567"/>
                <a:gd name="connsiteY44" fmla="*/ 1744313 h 1745962"/>
                <a:gd name="connsiteX45" fmla="*/ 75760 w 1637567"/>
                <a:gd name="connsiteY45" fmla="*/ 1744313 h 1745962"/>
                <a:gd name="connsiteX46" fmla="*/ 77226 w 1637567"/>
                <a:gd name="connsiteY46" fmla="*/ 1744281 h 1745962"/>
                <a:gd name="connsiteX47" fmla="*/ 78661 w 1637567"/>
                <a:gd name="connsiteY47" fmla="*/ 1744281 h 1745962"/>
                <a:gd name="connsiteX48" fmla="*/ 81593 w 1637567"/>
                <a:gd name="connsiteY48" fmla="*/ 1744227 h 1745962"/>
                <a:gd name="connsiteX49" fmla="*/ 83058 w 1637567"/>
                <a:gd name="connsiteY49" fmla="*/ 1744227 h 1745962"/>
                <a:gd name="connsiteX50" fmla="*/ 84494 w 1637567"/>
                <a:gd name="connsiteY50" fmla="*/ 1744195 h 1745962"/>
                <a:gd name="connsiteX51" fmla="*/ 85959 w 1637567"/>
                <a:gd name="connsiteY51" fmla="*/ 1744195 h 1745962"/>
                <a:gd name="connsiteX52" fmla="*/ 87425 w 1637567"/>
                <a:gd name="connsiteY52" fmla="*/ 1744164 h 1745962"/>
                <a:gd name="connsiteX53" fmla="*/ 88860 w 1637567"/>
                <a:gd name="connsiteY53" fmla="*/ 1744133 h 1745962"/>
                <a:gd name="connsiteX54" fmla="*/ 90326 w 1637567"/>
                <a:gd name="connsiteY54" fmla="*/ 1744133 h 1745962"/>
                <a:gd name="connsiteX55" fmla="*/ 91792 w 1637567"/>
                <a:gd name="connsiteY55" fmla="*/ 1744102 h 1745962"/>
                <a:gd name="connsiteX56" fmla="*/ 93227 w 1637567"/>
                <a:gd name="connsiteY56" fmla="*/ 1744102 h 1745962"/>
                <a:gd name="connsiteX57" fmla="*/ 96159 w 1637567"/>
                <a:gd name="connsiteY57" fmla="*/ 1744039 h 1745962"/>
                <a:gd name="connsiteX58" fmla="*/ 97624 w 1637567"/>
                <a:gd name="connsiteY58" fmla="*/ 1744039 h 1745962"/>
                <a:gd name="connsiteX59" fmla="*/ 99060 w 1637567"/>
                <a:gd name="connsiteY59" fmla="*/ 1744008 h 1745962"/>
                <a:gd name="connsiteX60" fmla="*/ 100525 w 1637567"/>
                <a:gd name="connsiteY60" fmla="*/ 1743977 h 1745962"/>
                <a:gd name="connsiteX61" fmla="*/ 101991 w 1637567"/>
                <a:gd name="connsiteY61" fmla="*/ 1743977 h 1745962"/>
                <a:gd name="connsiteX62" fmla="*/ 103426 w 1637567"/>
                <a:gd name="connsiteY62" fmla="*/ 1743945 h 1745962"/>
                <a:gd name="connsiteX63" fmla="*/ 104892 w 1637567"/>
                <a:gd name="connsiteY63" fmla="*/ 1743922 h 1745962"/>
                <a:gd name="connsiteX64" fmla="*/ 106358 w 1637567"/>
                <a:gd name="connsiteY64" fmla="*/ 1743922 h 1745962"/>
                <a:gd name="connsiteX65" fmla="*/ 107824 w 1637567"/>
                <a:gd name="connsiteY65" fmla="*/ 1743890 h 1745962"/>
                <a:gd name="connsiteX66" fmla="*/ 109259 w 1637567"/>
                <a:gd name="connsiteY66" fmla="*/ 1743859 h 1745962"/>
                <a:gd name="connsiteX67" fmla="*/ 110725 w 1637567"/>
                <a:gd name="connsiteY67" fmla="*/ 1743859 h 1745962"/>
                <a:gd name="connsiteX68" fmla="*/ 112190 w 1637567"/>
                <a:gd name="connsiteY68" fmla="*/ 1743828 h 1745962"/>
                <a:gd name="connsiteX69" fmla="*/ 113625 w 1637567"/>
                <a:gd name="connsiteY69" fmla="*/ 1743797 h 1745962"/>
                <a:gd name="connsiteX70" fmla="*/ 115091 w 1637567"/>
                <a:gd name="connsiteY70" fmla="*/ 1743765 h 1745962"/>
                <a:gd name="connsiteX71" fmla="*/ 116556 w 1637567"/>
                <a:gd name="connsiteY71" fmla="*/ 1743765 h 1745962"/>
                <a:gd name="connsiteX72" fmla="*/ 118023 w 1637567"/>
                <a:gd name="connsiteY72" fmla="*/ 1743734 h 1745962"/>
                <a:gd name="connsiteX73" fmla="*/ 119457 w 1637567"/>
                <a:gd name="connsiteY73" fmla="*/ 1743703 h 1745962"/>
                <a:gd name="connsiteX74" fmla="*/ 120923 w 1637567"/>
                <a:gd name="connsiteY74" fmla="*/ 1743672 h 1745962"/>
                <a:gd name="connsiteX75" fmla="*/ 122389 w 1637567"/>
                <a:gd name="connsiteY75" fmla="*/ 1743672 h 1745962"/>
                <a:gd name="connsiteX76" fmla="*/ 123824 w 1637567"/>
                <a:gd name="connsiteY76" fmla="*/ 1743640 h 1745962"/>
                <a:gd name="connsiteX77" fmla="*/ 126755 w 1637567"/>
                <a:gd name="connsiteY77" fmla="*/ 1743586 h 1745962"/>
                <a:gd name="connsiteX78" fmla="*/ 128221 w 1637567"/>
                <a:gd name="connsiteY78" fmla="*/ 1743586 h 1745962"/>
                <a:gd name="connsiteX79" fmla="*/ 129656 w 1637567"/>
                <a:gd name="connsiteY79" fmla="*/ 1743554 h 1745962"/>
                <a:gd name="connsiteX80" fmla="*/ 132588 w 1637567"/>
                <a:gd name="connsiteY80" fmla="*/ 1743492 h 1745962"/>
                <a:gd name="connsiteX81" fmla="*/ 134023 w 1637567"/>
                <a:gd name="connsiteY81" fmla="*/ 1743461 h 1745962"/>
                <a:gd name="connsiteX82" fmla="*/ 135489 w 1637567"/>
                <a:gd name="connsiteY82" fmla="*/ 1743461 h 1745962"/>
                <a:gd name="connsiteX83" fmla="*/ 138420 w 1637567"/>
                <a:gd name="connsiteY83" fmla="*/ 1743398 h 1745962"/>
                <a:gd name="connsiteX84" fmla="*/ 139856 w 1637567"/>
                <a:gd name="connsiteY84" fmla="*/ 1743367 h 1745962"/>
                <a:gd name="connsiteX85" fmla="*/ 142787 w 1637567"/>
                <a:gd name="connsiteY85" fmla="*/ 1743304 h 1745962"/>
                <a:gd name="connsiteX86" fmla="*/ 144222 w 1637567"/>
                <a:gd name="connsiteY86" fmla="*/ 1743281 h 1745962"/>
                <a:gd name="connsiteX87" fmla="*/ 145688 w 1637567"/>
                <a:gd name="connsiteY87" fmla="*/ 1743281 h 1745962"/>
                <a:gd name="connsiteX88" fmla="*/ 147154 w 1637567"/>
                <a:gd name="connsiteY88" fmla="*/ 1743249 h 1745962"/>
                <a:gd name="connsiteX89" fmla="*/ 148589 w 1637567"/>
                <a:gd name="connsiteY89" fmla="*/ 1743218 h 1745962"/>
                <a:gd name="connsiteX90" fmla="*/ 152986 w 1637567"/>
                <a:gd name="connsiteY90" fmla="*/ 1743124 h 1745962"/>
                <a:gd name="connsiteX91" fmla="*/ 154421 w 1637567"/>
                <a:gd name="connsiteY91" fmla="*/ 1743093 h 1745962"/>
                <a:gd name="connsiteX92" fmla="*/ 157353 w 1637567"/>
                <a:gd name="connsiteY92" fmla="*/ 1743031 h 1745962"/>
                <a:gd name="connsiteX93" fmla="*/ 158788 w 1637567"/>
                <a:gd name="connsiteY93" fmla="*/ 1742999 h 1745962"/>
                <a:gd name="connsiteX94" fmla="*/ 163185 w 1637567"/>
                <a:gd name="connsiteY94" fmla="*/ 1742913 h 1745962"/>
                <a:gd name="connsiteX95" fmla="*/ 164621 w 1637567"/>
                <a:gd name="connsiteY95" fmla="*/ 1742882 h 1745962"/>
                <a:gd name="connsiteX96" fmla="*/ 167552 w 1637567"/>
                <a:gd name="connsiteY96" fmla="*/ 1742820 h 1745962"/>
                <a:gd name="connsiteX97" fmla="*/ 168987 w 1637567"/>
                <a:gd name="connsiteY97" fmla="*/ 1742788 h 1745962"/>
                <a:gd name="connsiteX98" fmla="*/ 173385 w 1637567"/>
                <a:gd name="connsiteY98" fmla="*/ 1742695 h 1745962"/>
                <a:gd name="connsiteX99" fmla="*/ 174820 w 1637567"/>
                <a:gd name="connsiteY99" fmla="*/ 1742663 h 1745962"/>
                <a:gd name="connsiteX100" fmla="*/ 177751 w 1637567"/>
                <a:gd name="connsiteY100" fmla="*/ 1742608 h 1745962"/>
                <a:gd name="connsiteX101" fmla="*/ 179187 w 1637567"/>
                <a:gd name="connsiteY101" fmla="*/ 1742577 h 1745962"/>
                <a:gd name="connsiteX102" fmla="*/ 183584 w 1637567"/>
                <a:gd name="connsiteY102" fmla="*/ 1742483 h 1745962"/>
                <a:gd name="connsiteX103" fmla="*/ 185019 w 1637567"/>
                <a:gd name="connsiteY103" fmla="*/ 1742452 h 1745962"/>
                <a:gd name="connsiteX104" fmla="*/ 186485 w 1637567"/>
                <a:gd name="connsiteY104" fmla="*/ 1742390 h 1745962"/>
                <a:gd name="connsiteX105" fmla="*/ 187950 w 1637567"/>
                <a:gd name="connsiteY105" fmla="*/ 1742358 h 1745962"/>
                <a:gd name="connsiteX106" fmla="*/ 189386 w 1637567"/>
                <a:gd name="connsiteY106" fmla="*/ 1742327 h 1745962"/>
                <a:gd name="connsiteX107" fmla="*/ 193783 w 1637567"/>
                <a:gd name="connsiteY107" fmla="*/ 1742241 h 1745962"/>
                <a:gd name="connsiteX108" fmla="*/ 195218 w 1637567"/>
                <a:gd name="connsiteY108" fmla="*/ 1742179 h 1745962"/>
                <a:gd name="connsiteX109" fmla="*/ 198150 w 1637567"/>
                <a:gd name="connsiteY109" fmla="*/ 1742116 h 1745962"/>
                <a:gd name="connsiteX110" fmla="*/ 199584 w 1637567"/>
                <a:gd name="connsiteY110" fmla="*/ 1742085 h 1745962"/>
                <a:gd name="connsiteX111" fmla="*/ 201050 w 1637567"/>
                <a:gd name="connsiteY111" fmla="*/ 1742054 h 1745962"/>
                <a:gd name="connsiteX112" fmla="*/ 202516 w 1637567"/>
                <a:gd name="connsiteY112" fmla="*/ 1741991 h 1745962"/>
                <a:gd name="connsiteX113" fmla="*/ 203981 w 1637567"/>
                <a:gd name="connsiteY113" fmla="*/ 1741967 h 1745962"/>
                <a:gd name="connsiteX114" fmla="*/ 205417 w 1637567"/>
                <a:gd name="connsiteY114" fmla="*/ 1741936 h 1745962"/>
                <a:gd name="connsiteX115" fmla="*/ 206882 w 1637567"/>
                <a:gd name="connsiteY115" fmla="*/ 1741874 h 1745962"/>
                <a:gd name="connsiteX116" fmla="*/ 208348 w 1637567"/>
                <a:gd name="connsiteY116" fmla="*/ 1741842 h 1745962"/>
                <a:gd name="connsiteX117" fmla="*/ 209783 w 1637567"/>
                <a:gd name="connsiteY117" fmla="*/ 1741811 h 1745962"/>
                <a:gd name="connsiteX118" fmla="*/ 211249 w 1637567"/>
                <a:gd name="connsiteY118" fmla="*/ 1741780 h 1745962"/>
                <a:gd name="connsiteX119" fmla="*/ 212715 w 1637567"/>
                <a:gd name="connsiteY119" fmla="*/ 1741717 h 1745962"/>
                <a:gd name="connsiteX120" fmla="*/ 214150 w 1637567"/>
                <a:gd name="connsiteY120" fmla="*/ 1741686 h 1745962"/>
                <a:gd name="connsiteX121" fmla="*/ 215616 w 1637567"/>
                <a:gd name="connsiteY121" fmla="*/ 1741663 h 1745962"/>
                <a:gd name="connsiteX122" fmla="*/ 217081 w 1637567"/>
                <a:gd name="connsiteY122" fmla="*/ 1741600 h 1745962"/>
                <a:gd name="connsiteX123" fmla="*/ 218547 w 1637567"/>
                <a:gd name="connsiteY123" fmla="*/ 1741569 h 1745962"/>
                <a:gd name="connsiteX124" fmla="*/ 219982 w 1637567"/>
                <a:gd name="connsiteY124" fmla="*/ 1741506 h 1745962"/>
                <a:gd name="connsiteX125" fmla="*/ 222914 w 1637567"/>
                <a:gd name="connsiteY125" fmla="*/ 1741444 h 1745962"/>
                <a:gd name="connsiteX126" fmla="*/ 224349 w 1637567"/>
                <a:gd name="connsiteY126" fmla="*/ 1741381 h 1745962"/>
                <a:gd name="connsiteX127" fmla="*/ 225815 w 1637567"/>
                <a:gd name="connsiteY127" fmla="*/ 1741350 h 1745962"/>
                <a:gd name="connsiteX128" fmla="*/ 227281 w 1637567"/>
                <a:gd name="connsiteY128" fmla="*/ 1741295 h 1745962"/>
                <a:gd name="connsiteX129" fmla="*/ 228746 w 1637567"/>
                <a:gd name="connsiteY129" fmla="*/ 1741264 h 1745962"/>
                <a:gd name="connsiteX130" fmla="*/ 230182 w 1637567"/>
                <a:gd name="connsiteY130" fmla="*/ 1741201 h 1745962"/>
                <a:gd name="connsiteX131" fmla="*/ 231647 w 1637567"/>
                <a:gd name="connsiteY131" fmla="*/ 1741170 h 1745962"/>
                <a:gd name="connsiteX132" fmla="*/ 233113 w 1637567"/>
                <a:gd name="connsiteY132" fmla="*/ 1741108 h 1745962"/>
                <a:gd name="connsiteX133" fmla="*/ 234548 w 1637567"/>
                <a:gd name="connsiteY133" fmla="*/ 1741076 h 1745962"/>
                <a:gd name="connsiteX134" fmla="*/ 236014 w 1637567"/>
                <a:gd name="connsiteY134" fmla="*/ 1741021 h 1745962"/>
                <a:gd name="connsiteX135" fmla="*/ 237480 w 1637567"/>
                <a:gd name="connsiteY135" fmla="*/ 1740990 h 1745962"/>
                <a:gd name="connsiteX136" fmla="*/ 238946 w 1637567"/>
                <a:gd name="connsiteY136" fmla="*/ 1740928 h 1745962"/>
                <a:gd name="connsiteX137" fmla="*/ 240381 w 1637567"/>
                <a:gd name="connsiteY137" fmla="*/ 1740896 h 1745962"/>
                <a:gd name="connsiteX138" fmla="*/ 243312 w 1637567"/>
                <a:gd name="connsiteY138" fmla="*/ 1740771 h 1745962"/>
                <a:gd name="connsiteX139" fmla="*/ 244748 w 1637567"/>
                <a:gd name="connsiteY139" fmla="*/ 1740740 h 1745962"/>
                <a:gd name="connsiteX140" fmla="*/ 247679 w 1637567"/>
                <a:gd name="connsiteY140" fmla="*/ 1740623 h 1745962"/>
                <a:gd name="connsiteX141" fmla="*/ 249145 w 1637567"/>
                <a:gd name="connsiteY141" fmla="*/ 1740592 h 1745962"/>
                <a:gd name="connsiteX142" fmla="*/ 250580 w 1637567"/>
                <a:gd name="connsiteY142" fmla="*/ 1740529 h 1745962"/>
                <a:gd name="connsiteX143" fmla="*/ 252046 w 1637567"/>
                <a:gd name="connsiteY143" fmla="*/ 1740467 h 1745962"/>
                <a:gd name="connsiteX144" fmla="*/ 253511 w 1637567"/>
                <a:gd name="connsiteY144" fmla="*/ 1740435 h 1745962"/>
                <a:gd name="connsiteX145" fmla="*/ 254947 w 1637567"/>
                <a:gd name="connsiteY145" fmla="*/ 1740373 h 1745962"/>
                <a:gd name="connsiteX146" fmla="*/ 256412 w 1637567"/>
                <a:gd name="connsiteY146" fmla="*/ 1740318 h 1745962"/>
                <a:gd name="connsiteX147" fmla="*/ 257878 w 1637567"/>
                <a:gd name="connsiteY147" fmla="*/ 1740287 h 1745962"/>
                <a:gd name="connsiteX148" fmla="*/ 259344 w 1637567"/>
                <a:gd name="connsiteY148" fmla="*/ 1740224 h 1745962"/>
                <a:gd name="connsiteX149" fmla="*/ 260779 w 1637567"/>
                <a:gd name="connsiteY149" fmla="*/ 1740162 h 1745962"/>
                <a:gd name="connsiteX150" fmla="*/ 263711 w 1637567"/>
                <a:gd name="connsiteY150" fmla="*/ 1740037 h 1745962"/>
                <a:gd name="connsiteX151" fmla="*/ 265146 w 1637567"/>
                <a:gd name="connsiteY151" fmla="*/ 1740013 h 1745962"/>
                <a:gd name="connsiteX152" fmla="*/ 268077 w 1637567"/>
                <a:gd name="connsiteY152" fmla="*/ 1739888 h 1745962"/>
                <a:gd name="connsiteX153" fmla="*/ 269513 w 1637567"/>
                <a:gd name="connsiteY153" fmla="*/ 1739826 h 1745962"/>
                <a:gd name="connsiteX154" fmla="*/ 273910 w 1637567"/>
                <a:gd name="connsiteY154" fmla="*/ 1739646 h 1745962"/>
                <a:gd name="connsiteX155" fmla="*/ 275345 w 1637567"/>
                <a:gd name="connsiteY155" fmla="*/ 1739583 h 1745962"/>
                <a:gd name="connsiteX156" fmla="*/ 278277 w 1637567"/>
                <a:gd name="connsiteY156" fmla="*/ 1739458 h 1745962"/>
                <a:gd name="connsiteX157" fmla="*/ 279709 w 1637567"/>
                <a:gd name="connsiteY157" fmla="*/ 1739396 h 1745962"/>
                <a:gd name="connsiteX158" fmla="*/ 284110 w 1637567"/>
                <a:gd name="connsiteY158" fmla="*/ 1739216 h 1745962"/>
                <a:gd name="connsiteX159" fmla="*/ 285540 w 1637567"/>
                <a:gd name="connsiteY159" fmla="*/ 1739153 h 1745962"/>
                <a:gd name="connsiteX160" fmla="*/ 288472 w 1637567"/>
                <a:gd name="connsiteY160" fmla="*/ 1739036 h 1745962"/>
                <a:gd name="connsiteX161" fmla="*/ 289910 w 1637567"/>
                <a:gd name="connsiteY161" fmla="*/ 1738973 h 1745962"/>
                <a:gd name="connsiteX162" fmla="*/ 294311 w 1637567"/>
                <a:gd name="connsiteY162" fmla="*/ 1738786 h 1745962"/>
                <a:gd name="connsiteX163" fmla="*/ 295742 w 1637567"/>
                <a:gd name="connsiteY163" fmla="*/ 1738700 h 1745962"/>
                <a:gd name="connsiteX164" fmla="*/ 298673 w 1637567"/>
                <a:gd name="connsiteY164" fmla="*/ 1738575 h 1745962"/>
                <a:gd name="connsiteX165" fmla="*/ 300112 w 1637567"/>
                <a:gd name="connsiteY165" fmla="*/ 1738512 h 1745962"/>
                <a:gd name="connsiteX166" fmla="*/ 301574 w 1637567"/>
                <a:gd name="connsiteY166" fmla="*/ 1738419 h 1745962"/>
                <a:gd name="connsiteX167" fmla="*/ 304505 w 1637567"/>
                <a:gd name="connsiteY167" fmla="*/ 1738301 h 1745962"/>
                <a:gd name="connsiteX168" fmla="*/ 305943 w 1637567"/>
                <a:gd name="connsiteY168" fmla="*/ 1738239 h 1745962"/>
                <a:gd name="connsiteX169" fmla="*/ 307405 w 1637567"/>
                <a:gd name="connsiteY169" fmla="*/ 1738145 h 1745962"/>
                <a:gd name="connsiteX170" fmla="*/ 308875 w 1637567"/>
                <a:gd name="connsiteY170" fmla="*/ 1738082 h 1745962"/>
                <a:gd name="connsiteX171" fmla="*/ 310305 w 1637567"/>
                <a:gd name="connsiteY171" fmla="*/ 1737996 h 1745962"/>
                <a:gd name="connsiteX172" fmla="*/ 313237 w 1637567"/>
                <a:gd name="connsiteY172" fmla="*/ 1737871 h 1745962"/>
                <a:gd name="connsiteX173" fmla="*/ 314707 w 1637567"/>
                <a:gd name="connsiteY173" fmla="*/ 1737778 h 1745962"/>
                <a:gd name="connsiteX174" fmla="*/ 316137 w 1637567"/>
                <a:gd name="connsiteY174" fmla="*/ 1737723 h 1745962"/>
                <a:gd name="connsiteX175" fmla="*/ 317607 w 1637567"/>
                <a:gd name="connsiteY175" fmla="*/ 1737629 h 1745962"/>
                <a:gd name="connsiteX176" fmla="*/ 319076 w 1637567"/>
                <a:gd name="connsiteY176" fmla="*/ 1737566 h 1745962"/>
                <a:gd name="connsiteX177" fmla="*/ 320507 w 1637567"/>
                <a:gd name="connsiteY177" fmla="*/ 1737473 h 1745962"/>
                <a:gd name="connsiteX178" fmla="*/ 321977 w 1637567"/>
                <a:gd name="connsiteY178" fmla="*/ 1737418 h 1745962"/>
                <a:gd name="connsiteX179" fmla="*/ 323438 w 1637567"/>
                <a:gd name="connsiteY179" fmla="*/ 1737324 h 1745962"/>
                <a:gd name="connsiteX180" fmla="*/ 324908 w 1637567"/>
                <a:gd name="connsiteY180" fmla="*/ 1737261 h 1745962"/>
                <a:gd name="connsiteX181" fmla="*/ 326339 w 1637567"/>
                <a:gd name="connsiteY181" fmla="*/ 1737168 h 1745962"/>
                <a:gd name="connsiteX182" fmla="*/ 327808 w 1637567"/>
                <a:gd name="connsiteY182" fmla="*/ 1737082 h 1745962"/>
                <a:gd name="connsiteX183" fmla="*/ 329270 w 1637567"/>
                <a:gd name="connsiteY183" fmla="*/ 1737019 h 1745962"/>
                <a:gd name="connsiteX184" fmla="*/ 330709 w 1637567"/>
                <a:gd name="connsiteY184" fmla="*/ 1736925 h 1745962"/>
                <a:gd name="connsiteX185" fmla="*/ 332170 w 1637567"/>
                <a:gd name="connsiteY185" fmla="*/ 1736832 h 1745962"/>
                <a:gd name="connsiteX186" fmla="*/ 333640 w 1637567"/>
                <a:gd name="connsiteY186" fmla="*/ 1736777 h 1745962"/>
                <a:gd name="connsiteX187" fmla="*/ 335071 w 1637567"/>
                <a:gd name="connsiteY187" fmla="*/ 1736683 h 1745962"/>
                <a:gd name="connsiteX188" fmla="*/ 339472 w 1637567"/>
                <a:gd name="connsiteY188" fmla="*/ 1736409 h 1745962"/>
                <a:gd name="connsiteX189" fmla="*/ 340902 w 1637567"/>
                <a:gd name="connsiteY189" fmla="*/ 1736347 h 1745962"/>
                <a:gd name="connsiteX190" fmla="*/ 343834 w 1637567"/>
                <a:gd name="connsiteY190" fmla="*/ 1736159 h 1745962"/>
                <a:gd name="connsiteX191" fmla="*/ 345272 w 1637567"/>
                <a:gd name="connsiteY191" fmla="*/ 1736073 h 1745962"/>
                <a:gd name="connsiteX192" fmla="*/ 349673 w 1637567"/>
                <a:gd name="connsiteY192" fmla="*/ 1735800 h 1745962"/>
                <a:gd name="connsiteX193" fmla="*/ 351104 w 1637567"/>
                <a:gd name="connsiteY193" fmla="*/ 1735706 h 1745962"/>
                <a:gd name="connsiteX194" fmla="*/ 354035 w 1637567"/>
                <a:gd name="connsiteY194" fmla="*/ 1735518 h 1745962"/>
                <a:gd name="connsiteX195" fmla="*/ 355474 w 1637567"/>
                <a:gd name="connsiteY195" fmla="*/ 1735432 h 1745962"/>
                <a:gd name="connsiteX196" fmla="*/ 359867 w 1637567"/>
                <a:gd name="connsiteY196" fmla="*/ 1735159 h 1745962"/>
                <a:gd name="connsiteX197" fmla="*/ 361305 w 1637567"/>
                <a:gd name="connsiteY197" fmla="*/ 1735034 h 1745962"/>
                <a:gd name="connsiteX198" fmla="*/ 364237 w 1637567"/>
                <a:gd name="connsiteY198" fmla="*/ 1734846 h 1745962"/>
                <a:gd name="connsiteX199" fmla="*/ 365667 w 1637567"/>
                <a:gd name="connsiteY199" fmla="*/ 1734760 h 1745962"/>
                <a:gd name="connsiteX200" fmla="*/ 367137 w 1637567"/>
                <a:gd name="connsiteY200" fmla="*/ 1734666 h 1745962"/>
                <a:gd name="connsiteX201" fmla="*/ 368599 w 1637567"/>
                <a:gd name="connsiteY201" fmla="*/ 1734541 h 1745962"/>
                <a:gd name="connsiteX202" fmla="*/ 370068 w 1637567"/>
                <a:gd name="connsiteY202" fmla="*/ 1734455 h 1745962"/>
                <a:gd name="connsiteX203" fmla="*/ 371507 w 1637567"/>
                <a:gd name="connsiteY203" fmla="*/ 1734361 h 1745962"/>
                <a:gd name="connsiteX204" fmla="*/ 372969 w 1637567"/>
                <a:gd name="connsiteY204" fmla="*/ 1734236 h 1745962"/>
                <a:gd name="connsiteX205" fmla="*/ 374438 w 1637567"/>
                <a:gd name="connsiteY205" fmla="*/ 1734150 h 1745962"/>
                <a:gd name="connsiteX206" fmla="*/ 375869 w 1637567"/>
                <a:gd name="connsiteY206" fmla="*/ 1734025 h 1745962"/>
                <a:gd name="connsiteX207" fmla="*/ 377338 w 1637567"/>
                <a:gd name="connsiteY207" fmla="*/ 1733931 h 1745962"/>
                <a:gd name="connsiteX208" fmla="*/ 378800 w 1637567"/>
                <a:gd name="connsiteY208" fmla="*/ 1733814 h 1745962"/>
                <a:gd name="connsiteX209" fmla="*/ 380270 w 1637567"/>
                <a:gd name="connsiteY209" fmla="*/ 1733720 h 1745962"/>
                <a:gd name="connsiteX210" fmla="*/ 381701 w 1637567"/>
                <a:gd name="connsiteY210" fmla="*/ 1733595 h 1745962"/>
                <a:gd name="connsiteX211" fmla="*/ 383170 w 1637567"/>
                <a:gd name="connsiteY211" fmla="*/ 1733509 h 1745962"/>
                <a:gd name="connsiteX212" fmla="*/ 384632 w 1637567"/>
                <a:gd name="connsiteY212" fmla="*/ 1733384 h 1745962"/>
                <a:gd name="connsiteX213" fmla="*/ 386070 w 1637567"/>
                <a:gd name="connsiteY213" fmla="*/ 1733259 h 1745962"/>
                <a:gd name="connsiteX214" fmla="*/ 387532 w 1637567"/>
                <a:gd name="connsiteY214" fmla="*/ 1733173 h 1745962"/>
                <a:gd name="connsiteX215" fmla="*/ 390464 w 1637567"/>
                <a:gd name="connsiteY215" fmla="*/ 1732923 h 1745962"/>
                <a:gd name="connsiteX216" fmla="*/ 391902 w 1637567"/>
                <a:gd name="connsiteY216" fmla="*/ 1732837 h 1745962"/>
                <a:gd name="connsiteX217" fmla="*/ 394834 w 1637567"/>
                <a:gd name="connsiteY217" fmla="*/ 1732587 h 1745962"/>
                <a:gd name="connsiteX218" fmla="*/ 396264 w 1637567"/>
                <a:gd name="connsiteY218" fmla="*/ 1732469 h 1745962"/>
                <a:gd name="connsiteX219" fmla="*/ 399203 w 1637567"/>
                <a:gd name="connsiteY219" fmla="*/ 1732219 h 1745962"/>
                <a:gd name="connsiteX220" fmla="*/ 400634 w 1637567"/>
                <a:gd name="connsiteY220" fmla="*/ 1732102 h 1745962"/>
                <a:gd name="connsiteX221" fmla="*/ 405035 w 1637567"/>
                <a:gd name="connsiteY221" fmla="*/ 1731735 h 1745962"/>
                <a:gd name="connsiteX222" fmla="*/ 406466 w 1637567"/>
                <a:gd name="connsiteY222" fmla="*/ 1731610 h 1745962"/>
                <a:gd name="connsiteX223" fmla="*/ 409397 w 1637567"/>
                <a:gd name="connsiteY223" fmla="*/ 1731367 h 1745962"/>
                <a:gd name="connsiteX224" fmla="*/ 410835 w 1637567"/>
                <a:gd name="connsiteY224" fmla="*/ 1731250 h 1745962"/>
                <a:gd name="connsiteX225" fmla="*/ 412297 w 1637567"/>
                <a:gd name="connsiteY225" fmla="*/ 1731125 h 1745962"/>
                <a:gd name="connsiteX226" fmla="*/ 413767 w 1637567"/>
                <a:gd name="connsiteY226" fmla="*/ 1730969 h 1745962"/>
                <a:gd name="connsiteX227" fmla="*/ 415229 w 1637567"/>
                <a:gd name="connsiteY227" fmla="*/ 1730851 h 1745962"/>
                <a:gd name="connsiteX228" fmla="*/ 416667 w 1637567"/>
                <a:gd name="connsiteY228" fmla="*/ 1730726 h 1745962"/>
                <a:gd name="connsiteX229" fmla="*/ 418129 w 1637567"/>
                <a:gd name="connsiteY229" fmla="*/ 1730601 h 1745962"/>
                <a:gd name="connsiteX230" fmla="*/ 419599 w 1637567"/>
                <a:gd name="connsiteY230" fmla="*/ 1730453 h 1745962"/>
                <a:gd name="connsiteX231" fmla="*/ 421029 w 1637567"/>
                <a:gd name="connsiteY231" fmla="*/ 1730328 h 1745962"/>
                <a:gd name="connsiteX232" fmla="*/ 422499 w 1637567"/>
                <a:gd name="connsiteY232" fmla="*/ 1730179 h 1745962"/>
                <a:gd name="connsiteX233" fmla="*/ 423961 w 1637567"/>
                <a:gd name="connsiteY233" fmla="*/ 1730054 h 1745962"/>
                <a:gd name="connsiteX234" fmla="*/ 425430 w 1637567"/>
                <a:gd name="connsiteY234" fmla="*/ 1729905 h 1745962"/>
                <a:gd name="connsiteX235" fmla="*/ 426869 w 1637567"/>
                <a:gd name="connsiteY235" fmla="*/ 1729780 h 1745962"/>
                <a:gd name="connsiteX236" fmla="*/ 428331 w 1637567"/>
                <a:gd name="connsiteY236" fmla="*/ 1729624 h 1745962"/>
                <a:gd name="connsiteX237" fmla="*/ 429800 w 1637567"/>
                <a:gd name="connsiteY237" fmla="*/ 1729507 h 1745962"/>
                <a:gd name="connsiteX238" fmla="*/ 431231 w 1637567"/>
                <a:gd name="connsiteY238" fmla="*/ 1729350 h 1745962"/>
                <a:gd name="connsiteX239" fmla="*/ 432700 w 1637567"/>
                <a:gd name="connsiteY239" fmla="*/ 1729202 h 1745962"/>
                <a:gd name="connsiteX240" fmla="*/ 434162 w 1637567"/>
                <a:gd name="connsiteY240" fmla="*/ 1729077 h 1745962"/>
                <a:gd name="connsiteX241" fmla="*/ 435632 w 1637567"/>
                <a:gd name="connsiteY241" fmla="*/ 1728928 h 1745962"/>
                <a:gd name="connsiteX242" fmla="*/ 437062 w 1637567"/>
                <a:gd name="connsiteY242" fmla="*/ 1728772 h 1745962"/>
                <a:gd name="connsiteX243" fmla="*/ 439994 w 1637567"/>
                <a:gd name="connsiteY243" fmla="*/ 1728467 h 1745962"/>
                <a:gd name="connsiteX244" fmla="*/ 441432 w 1637567"/>
                <a:gd name="connsiteY244" fmla="*/ 1728311 h 1745962"/>
                <a:gd name="connsiteX245" fmla="*/ 442894 w 1637567"/>
                <a:gd name="connsiteY245" fmla="*/ 1728193 h 1745962"/>
                <a:gd name="connsiteX246" fmla="*/ 445826 w 1637567"/>
                <a:gd name="connsiteY246" fmla="*/ 1727889 h 1745962"/>
                <a:gd name="connsiteX247" fmla="*/ 447264 w 1637567"/>
                <a:gd name="connsiteY247" fmla="*/ 1727732 h 1745962"/>
                <a:gd name="connsiteX248" fmla="*/ 448726 w 1637567"/>
                <a:gd name="connsiteY248" fmla="*/ 1727552 h 1745962"/>
                <a:gd name="connsiteX249" fmla="*/ 450195 w 1637567"/>
                <a:gd name="connsiteY249" fmla="*/ 1727396 h 1745962"/>
                <a:gd name="connsiteX250" fmla="*/ 451634 w 1637567"/>
                <a:gd name="connsiteY250" fmla="*/ 1727248 h 1745962"/>
                <a:gd name="connsiteX251" fmla="*/ 454565 w 1637567"/>
                <a:gd name="connsiteY251" fmla="*/ 1726943 h 1745962"/>
                <a:gd name="connsiteX252" fmla="*/ 455996 w 1637567"/>
                <a:gd name="connsiteY252" fmla="*/ 1726755 h 1745962"/>
                <a:gd name="connsiteX253" fmla="*/ 458927 w 1637567"/>
                <a:gd name="connsiteY253" fmla="*/ 1726450 h 1745962"/>
                <a:gd name="connsiteX254" fmla="*/ 460397 w 1637567"/>
                <a:gd name="connsiteY254" fmla="*/ 1726270 h 1745962"/>
                <a:gd name="connsiteX255" fmla="*/ 461827 w 1637567"/>
                <a:gd name="connsiteY255" fmla="*/ 1726114 h 1745962"/>
                <a:gd name="connsiteX256" fmla="*/ 463297 w 1637567"/>
                <a:gd name="connsiteY256" fmla="*/ 1725934 h 1745962"/>
                <a:gd name="connsiteX257" fmla="*/ 464759 w 1637567"/>
                <a:gd name="connsiteY257" fmla="*/ 1725778 h 1745962"/>
                <a:gd name="connsiteX258" fmla="*/ 466197 w 1637567"/>
                <a:gd name="connsiteY258" fmla="*/ 1725598 h 1745962"/>
                <a:gd name="connsiteX259" fmla="*/ 467659 w 1637567"/>
                <a:gd name="connsiteY259" fmla="*/ 1725411 h 1745962"/>
                <a:gd name="connsiteX260" fmla="*/ 469129 w 1637567"/>
                <a:gd name="connsiteY260" fmla="*/ 1725262 h 1745962"/>
                <a:gd name="connsiteX261" fmla="*/ 470591 w 1637567"/>
                <a:gd name="connsiteY261" fmla="*/ 1725074 h 1745962"/>
                <a:gd name="connsiteX262" fmla="*/ 472029 w 1637567"/>
                <a:gd name="connsiteY262" fmla="*/ 1724895 h 1745962"/>
                <a:gd name="connsiteX263" fmla="*/ 473491 w 1637567"/>
                <a:gd name="connsiteY263" fmla="*/ 1724738 h 1745962"/>
                <a:gd name="connsiteX264" fmla="*/ 474960 w 1637567"/>
                <a:gd name="connsiteY264" fmla="*/ 1724558 h 1745962"/>
                <a:gd name="connsiteX265" fmla="*/ 476391 w 1637567"/>
                <a:gd name="connsiteY265" fmla="*/ 1724379 h 1745962"/>
                <a:gd name="connsiteX266" fmla="*/ 480792 w 1637567"/>
                <a:gd name="connsiteY266" fmla="*/ 1723824 h 1745962"/>
                <a:gd name="connsiteX267" fmla="*/ 482231 w 1637567"/>
                <a:gd name="connsiteY267" fmla="*/ 1723644 h 1745962"/>
                <a:gd name="connsiteX268" fmla="*/ 485162 w 1637567"/>
                <a:gd name="connsiteY268" fmla="*/ 1723276 h 1745962"/>
                <a:gd name="connsiteX269" fmla="*/ 486593 w 1637567"/>
                <a:gd name="connsiteY269" fmla="*/ 1723065 h 1745962"/>
                <a:gd name="connsiteX270" fmla="*/ 490994 w 1637567"/>
                <a:gd name="connsiteY270" fmla="*/ 1722510 h 1745962"/>
                <a:gd name="connsiteX271" fmla="*/ 492424 w 1637567"/>
                <a:gd name="connsiteY271" fmla="*/ 1722299 h 1745962"/>
                <a:gd name="connsiteX272" fmla="*/ 493894 w 1637567"/>
                <a:gd name="connsiteY272" fmla="*/ 1722119 h 1745962"/>
                <a:gd name="connsiteX273" fmla="*/ 495356 w 1637567"/>
                <a:gd name="connsiteY273" fmla="*/ 1721901 h 1745962"/>
                <a:gd name="connsiteX274" fmla="*/ 496794 w 1637567"/>
                <a:gd name="connsiteY274" fmla="*/ 1721721 h 1745962"/>
                <a:gd name="connsiteX275" fmla="*/ 499726 w 1637567"/>
                <a:gd name="connsiteY275" fmla="*/ 1721291 h 1745962"/>
                <a:gd name="connsiteX276" fmla="*/ 501187 w 1637567"/>
                <a:gd name="connsiteY276" fmla="*/ 1721111 h 1745962"/>
                <a:gd name="connsiteX277" fmla="*/ 502626 w 1637567"/>
                <a:gd name="connsiteY277" fmla="*/ 1720892 h 1745962"/>
                <a:gd name="connsiteX278" fmla="*/ 505557 w 1637567"/>
                <a:gd name="connsiteY278" fmla="*/ 1720470 h 1745962"/>
                <a:gd name="connsiteX279" fmla="*/ 506996 w 1637567"/>
                <a:gd name="connsiteY279" fmla="*/ 1720282 h 1745962"/>
                <a:gd name="connsiteX280" fmla="*/ 511389 w 1637567"/>
                <a:gd name="connsiteY280" fmla="*/ 1719641 h 1745962"/>
                <a:gd name="connsiteX281" fmla="*/ 512827 w 1637567"/>
                <a:gd name="connsiteY281" fmla="*/ 1719430 h 1745962"/>
                <a:gd name="connsiteX282" fmla="*/ 514289 w 1637567"/>
                <a:gd name="connsiteY282" fmla="*/ 1719188 h 1745962"/>
                <a:gd name="connsiteX283" fmla="*/ 515759 w 1637567"/>
                <a:gd name="connsiteY283" fmla="*/ 1718969 h 1745962"/>
                <a:gd name="connsiteX284" fmla="*/ 517189 w 1637567"/>
                <a:gd name="connsiteY284" fmla="*/ 1718758 h 1745962"/>
                <a:gd name="connsiteX285" fmla="*/ 518659 w 1637567"/>
                <a:gd name="connsiteY285" fmla="*/ 1718539 h 1745962"/>
                <a:gd name="connsiteX286" fmla="*/ 520121 w 1637567"/>
                <a:gd name="connsiteY286" fmla="*/ 1718297 h 1745962"/>
                <a:gd name="connsiteX287" fmla="*/ 521559 w 1637567"/>
                <a:gd name="connsiteY287" fmla="*/ 1718086 h 1745962"/>
                <a:gd name="connsiteX288" fmla="*/ 523021 w 1637567"/>
                <a:gd name="connsiteY288" fmla="*/ 1717843 h 1745962"/>
                <a:gd name="connsiteX289" fmla="*/ 524491 w 1637567"/>
                <a:gd name="connsiteY289" fmla="*/ 1717625 h 1745962"/>
                <a:gd name="connsiteX290" fmla="*/ 525952 w 1637567"/>
                <a:gd name="connsiteY290" fmla="*/ 1717382 h 1745962"/>
                <a:gd name="connsiteX291" fmla="*/ 527391 w 1637567"/>
                <a:gd name="connsiteY291" fmla="*/ 1717171 h 1745962"/>
                <a:gd name="connsiteX292" fmla="*/ 530322 w 1637567"/>
                <a:gd name="connsiteY292" fmla="*/ 1716679 h 1745962"/>
                <a:gd name="connsiteX293" fmla="*/ 531761 w 1637567"/>
                <a:gd name="connsiteY293" fmla="*/ 1716468 h 1745962"/>
                <a:gd name="connsiteX294" fmla="*/ 536154 w 1637567"/>
                <a:gd name="connsiteY294" fmla="*/ 1715733 h 1745962"/>
                <a:gd name="connsiteX295" fmla="*/ 537592 w 1637567"/>
                <a:gd name="connsiteY295" fmla="*/ 1715490 h 1745962"/>
                <a:gd name="connsiteX296" fmla="*/ 540524 w 1637567"/>
                <a:gd name="connsiteY296" fmla="*/ 1714998 h 1745962"/>
                <a:gd name="connsiteX297" fmla="*/ 541954 w 1637567"/>
                <a:gd name="connsiteY297" fmla="*/ 1714756 h 1745962"/>
                <a:gd name="connsiteX298" fmla="*/ 543424 w 1637567"/>
                <a:gd name="connsiteY298" fmla="*/ 1714482 h 1745962"/>
                <a:gd name="connsiteX299" fmla="*/ 546356 w 1637567"/>
                <a:gd name="connsiteY299" fmla="*/ 1713990 h 1745962"/>
                <a:gd name="connsiteX300" fmla="*/ 547786 w 1637567"/>
                <a:gd name="connsiteY300" fmla="*/ 1713716 h 1745962"/>
                <a:gd name="connsiteX301" fmla="*/ 549256 w 1637567"/>
                <a:gd name="connsiteY301" fmla="*/ 1713474 h 1745962"/>
                <a:gd name="connsiteX302" fmla="*/ 550718 w 1637567"/>
                <a:gd name="connsiteY302" fmla="*/ 1713200 h 1745962"/>
                <a:gd name="connsiteX303" fmla="*/ 552156 w 1637567"/>
                <a:gd name="connsiteY303" fmla="*/ 1712958 h 1745962"/>
                <a:gd name="connsiteX304" fmla="*/ 556549 w 1637567"/>
                <a:gd name="connsiteY304" fmla="*/ 1712129 h 1745962"/>
                <a:gd name="connsiteX305" fmla="*/ 557988 w 1637567"/>
                <a:gd name="connsiteY305" fmla="*/ 1711887 h 1745962"/>
                <a:gd name="connsiteX306" fmla="*/ 560919 w 1637567"/>
                <a:gd name="connsiteY306" fmla="*/ 1711339 h 1745962"/>
                <a:gd name="connsiteX307" fmla="*/ 562358 w 1637567"/>
                <a:gd name="connsiteY307" fmla="*/ 1711058 h 1745962"/>
                <a:gd name="connsiteX308" fmla="*/ 563819 w 1637567"/>
                <a:gd name="connsiteY308" fmla="*/ 1710784 h 1745962"/>
                <a:gd name="connsiteX309" fmla="*/ 565289 w 1637567"/>
                <a:gd name="connsiteY309" fmla="*/ 1710480 h 1745962"/>
                <a:gd name="connsiteX310" fmla="*/ 566751 w 1637567"/>
                <a:gd name="connsiteY310" fmla="*/ 1710206 h 1745962"/>
                <a:gd name="connsiteX311" fmla="*/ 568189 w 1637567"/>
                <a:gd name="connsiteY311" fmla="*/ 1709932 h 1745962"/>
                <a:gd name="connsiteX312" fmla="*/ 569651 w 1637567"/>
                <a:gd name="connsiteY312" fmla="*/ 1709659 h 1745962"/>
                <a:gd name="connsiteX313" fmla="*/ 571121 w 1637567"/>
                <a:gd name="connsiteY313" fmla="*/ 1709354 h 1745962"/>
                <a:gd name="connsiteX314" fmla="*/ 572551 w 1637567"/>
                <a:gd name="connsiteY314" fmla="*/ 1709080 h 1745962"/>
                <a:gd name="connsiteX315" fmla="*/ 575483 w 1637567"/>
                <a:gd name="connsiteY315" fmla="*/ 1708463 h 1745962"/>
                <a:gd name="connsiteX316" fmla="*/ 576952 w 1637567"/>
                <a:gd name="connsiteY316" fmla="*/ 1708189 h 1745962"/>
                <a:gd name="connsiteX317" fmla="*/ 578383 w 1637567"/>
                <a:gd name="connsiteY317" fmla="*/ 1707884 h 1745962"/>
                <a:gd name="connsiteX318" fmla="*/ 581314 w 1637567"/>
                <a:gd name="connsiteY318" fmla="*/ 1707274 h 1745962"/>
                <a:gd name="connsiteX319" fmla="*/ 582753 w 1637567"/>
                <a:gd name="connsiteY319" fmla="*/ 1706970 h 1745962"/>
                <a:gd name="connsiteX320" fmla="*/ 585684 w 1637567"/>
                <a:gd name="connsiteY320" fmla="*/ 1706360 h 1745962"/>
                <a:gd name="connsiteX321" fmla="*/ 587123 w 1637567"/>
                <a:gd name="connsiteY321" fmla="*/ 1706055 h 1745962"/>
                <a:gd name="connsiteX322" fmla="*/ 588584 w 1637567"/>
                <a:gd name="connsiteY322" fmla="*/ 1705750 h 1745962"/>
                <a:gd name="connsiteX323" fmla="*/ 590054 w 1637567"/>
                <a:gd name="connsiteY323" fmla="*/ 1705414 h 1745962"/>
                <a:gd name="connsiteX324" fmla="*/ 591516 w 1637567"/>
                <a:gd name="connsiteY324" fmla="*/ 1705109 h 1745962"/>
                <a:gd name="connsiteX325" fmla="*/ 592954 w 1637567"/>
                <a:gd name="connsiteY325" fmla="*/ 1704773 h 1745962"/>
                <a:gd name="connsiteX326" fmla="*/ 594416 w 1637567"/>
                <a:gd name="connsiteY326" fmla="*/ 1704468 h 1745962"/>
                <a:gd name="connsiteX327" fmla="*/ 595886 w 1637567"/>
                <a:gd name="connsiteY327" fmla="*/ 1704132 h 1745962"/>
                <a:gd name="connsiteX328" fmla="*/ 597316 w 1637567"/>
                <a:gd name="connsiteY328" fmla="*/ 1703827 h 1745962"/>
                <a:gd name="connsiteX329" fmla="*/ 601717 w 1637567"/>
                <a:gd name="connsiteY329" fmla="*/ 1702819 h 1745962"/>
                <a:gd name="connsiteX330" fmla="*/ 603148 w 1637567"/>
                <a:gd name="connsiteY330" fmla="*/ 1702482 h 1745962"/>
                <a:gd name="connsiteX331" fmla="*/ 606079 w 1637567"/>
                <a:gd name="connsiteY331" fmla="*/ 1701810 h 1745962"/>
                <a:gd name="connsiteX332" fmla="*/ 607518 w 1637567"/>
                <a:gd name="connsiteY332" fmla="*/ 1701474 h 1745962"/>
                <a:gd name="connsiteX333" fmla="*/ 608980 w 1637567"/>
                <a:gd name="connsiteY333" fmla="*/ 1701138 h 1745962"/>
                <a:gd name="connsiteX334" fmla="*/ 610449 w 1637567"/>
                <a:gd name="connsiteY334" fmla="*/ 1700771 h 1745962"/>
                <a:gd name="connsiteX335" fmla="*/ 611911 w 1637567"/>
                <a:gd name="connsiteY335" fmla="*/ 1700434 h 1745962"/>
                <a:gd name="connsiteX336" fmla="*/ 613350 w 1637567"/>
                <a:gd name="connsiteY336" fmla="*/ 1700067 h 1745962"/>
                <a:gd name="connsiteX337" fmla="*/ 614819 w 1637567"/>
                <a:gd name="connsiteY337" fmla="*/ 1699731 h 1745962"/>
                <a:gd name="connsiteX338" fmla="*/ 616281 w 1637567"/>
                <a:gd name="connsiteY338" fmla="*/ 1699363 h 1745962"/>
                <a:gd name="connsiteX339" fmla="*/ 617719 w 1637567"/>
                <a:gd name="connsiteY339" fmla="*/ 1698996 h 1745962"/>
                <a:gd name="connsiteX340" fmla="*/ 619181 w 1637567"/>
                <a:gd name="connsiteY340" fmla="*/ 1698636 h 1745962"/>
                <a:gd name="connsiteX341" fmla="*/ 620651 w 1637567"/>
                <a:gd name="connsiteY341" fmla="*/ 1698300 h 1745962"/>
                <a:gd name="connsiteX342" fmla="*/ 622113 w 1637567"/>
                <a:gd name="connsiteY342" fmla="*/ 1697933 h 1745962"/>
                <a:gd name="connsiteX343" fmla="*/ 623551 w 1637567"/>
                <a:gd name="connsiteY343" fmla="*/ 1697534 h 1745962"/>
                <a:gd name="connsiteX344" fmla="*/ 626482 w 1637567"/>
                <a:gd name="connsiteY344" fmla="*/ 1696799 h 1745962"/>
                <a:gd name="connsiteX345" fmla="*/ 627913 w 1637567"/>
                <a:gd name="connsiteY345" fmla="*/ 1696432 h 1745962"/>
                <a:gd name="connsiteX346" fmla="*/ 629383 w 1637567"/>
                <a:gd name="connsiteY346" fmla="*/ 1696041 h 1745962"/>
                <a:gd name="connsiteX347" fmla="*/ 630845 w 1637567"/>
                <a:gd name="connsiteY347" fmla="*/ 1695674 h 1745962"/>
                <a:gd name="connsiteX348" fmla="*/ 632314 w 1637567"/>
                <a:gd name="connsiteY348" fmla="*/ 1695275 h 1745962"/>
                <a:gd name="connsiteX349" fmla="*/ 633745 w 1637567"/>
                <a:gd name="connsiteY349" fmla="*/ 1694908 h 1745962"/>
                <a:gd name="connsiteX350" fmla="*/ 636676 w 1637567"/>
                <a:gd name="connsiteY350" fmla="*/ 1694118 h 1745962"/>
                <a:gd name="connsiteX351" fmla="*/ 638115 w 1637567"/>
                <a:gd name="connsiteY351" fmla="*/ 1693719 h 1745962"/>
                <a:gd name="connsiteX352" fmla="*/ 641046 w 1637567"/>
                <a:gd name="connsiteY352" fmla="*/ 1692922 h 1745962"/>
                <a:gd name="connsiteX353" fmla="*/ 642484 w 1637567"/>
                <a:gd name="connsiteY353" fmla="*/ 1692523 h 1745962"/>
                <a:gd name="connsiteX354" fmla="*/ 645416 w 1637567"/>
                <a:gd name="connsiteY354" fmla="*/ 1691734 h 1745962"/>
                <a:gd name="connsiteX355" fmla="*/ 646878 w 1637567"/>
                <a:gd name="connsiteY355" fmla="*/ 1691304 h 1745962"/>
                <a:gd name="connsiteX356" fmla="*/ 648316 w 1637567"/>
                <a:gd name="connsiteY356" fmla="*/ 1690905 h 1745962"/>
                <a:gd name="connsiteX357" fmla="*/ 651248 w 1637567"/>
                <a:gd name="connsiteY357" fmla="*/ 1690053 h 1745962"/>
                <a:gd name="connsiteX358" fmla="*/ 652678 w 1637567"/>
                <a:gd name="connsiteY358" fmla="*/ 1689654 h 1745962"/>
                <a:gd name="connsiteX359" fmla="*/ 657079 w 1637567"/>
                <a:gd name="connsiteY359" fmla="*/ 1688372 h 1745962"/>
                <a:gd name="connsiteX360" fmla="*/ 658510 w 1637567"/>
                <a:gd name="connsiteY360" fmla="*/ 1687942 h 1745962"/>
                <a:gd name="connsiteX361" fmla="*/ 659979 w 1637567"/>
                <a:gd name="connsiteY361" fmla="*/ 1687489 h 1745962"/>
                <a:gd name="connsiteX362" fmla="*/ 661441 w 1637567"/>
                <a:gd name="connsiteY362" fmla="*/ 1687059 h 1745962"/>
                <a:gd name="connsiteX363" fmla="*/ 662880 w 1637567"/>
                <a:gd name="connsiteY363" fmla="*/ 1686629 h 1745962"/>
                <a:gd name="connsiteX364" fmla="*/ 664341 w 1637567"/>
                <a:gd name="connsiteY364" fmla="*/ 1686176 h 1745962"/>
                <a:gd name="connsiteX365" fmla="*/ 665811 w 1637567"/>
                <a:gd name="connsiteY365" fmla="*/ 1685746 h 1745962"/>
                <a:gd name="connsiteX366" fmla="*/ 667273 w 1637567"/>
                <a:gd name="connsiteY366" fmla="*/ 1685292 h 1745962"/>
                <a:gd name="connsiteX367" fmla="*/ 668711 w 1637567"/>
                <a:gd name="connsiteY367" fmla="*/ 1684831 h 1745962"/>
                <a:gd name="connsiteX368" fmla="*/ 671643 w 1637567"/>
                <a:gd name="connsiteY368" fmla="*/ 1683916 h 1745962"/>
                <a:gd name="connsiteX369" fmla="*/ 673081 w 1637567"/>
                <a:gd name="connsiteY369" fmla="*/ 1683455 h 1745962"/>
                <a:gd name="connsiteX370" fmla="*/ 676013 w 1637567"/>
                <a:gd name="connsiteY370" fmla="*/ 1682541 h 1745962"/>
                <a:gd name="connsiteX371" fmla="*/ 677475 w 1637567"/>
                <a:gd name="connsiteY371" fmla="*/ 1682056 h 1745962"/>
                <a:gd name="connsiteX372" fmla="*/ 678913 w 1637567"/>
                <a:gd name="connsiteY372" fmla="*/ 1681595 h 1745962"/>
                <a:gd name="connsiteX373" fmla="*/ 681844 w 1637567"/>
                <a:gd name="connsiteY373" fmla="*/ 1680618 h 1745962"/>
                <a:gd name="connsiteX374" fmla="*/ 683275 w 1637567"/>
                <a:gd name="connsiteY374" fmla="*/ 1680156 h 1745962"/>
                <a:gd name="connsiteX375" fmla="*/ 687676 w 1637567"/>
                <a:gd name="connsiteY375" fmla="*/ 1678695 h 1745962"/>
                <a:gd name="connsiteX376" fmla="*/ 689107 w 1637567"/>
                <a:gd name="connsiteY376" fmla="*/ 1678202 h 1745962"/>
                <a:gd name="connsiteX377" fmla="*/ 690576 w 1637567"/>
                <a:gd name="connsiteY377" fmla="*/ 1677686 h 1745962"/>
                <a:gd name="connsiteX378" fmla="*/ 692038 w 1637567"/>
                <a:gd name="connsiteY378" fmla="*/ 1677194 h 1745962"/>
                <a:gd name="connsiteX379" fmla="*/ 693476 w 1637567"/>
                <a:gd name="connsiteY379" fmla="*/ 1676678 h 1745962"/>
                <a:gd name="connsiteX380" fmla="*/ 694946 w 1637567"/>
                <a:gd name="connsiteY380" fmla="*/ 1676193 h 1745962"/>
                <a:gd name="connsiteX381" fmla="*/ 697878 w 1637567"/>
                <a:gd name="connsiteY381" fmla="*/ 1675153 h 1745962"/>
                <a:gd name="connsiteX382" fmla="*/ 699308 w 1637567"/>
                <a:gd name="connsiteY382" fmla="*/ 1674630 h 1745962"/>
                <a:gd name="connsiteX383" fmla="*/ 702240 w 1637567"/>
                <a:gd name="connsiteY383" fmla="*/ 1673590 h 1745962"/>
                <a:gd name="connsiteX384" fmla="*/ 703678 w 1637567"/>
                <a:gd name="connsiteY384" fmla="*/ 1673074 h 1745962"/>
                <a:gd name="connsiteX385" fmla="*/ 705140 w 1637567"/>
                <a:gd name="connsiteY385" fmla="*/ 1672558 h 1745962"/>
                <a:gd name="connsiteX386" fmla="*/ 706609 w 1637567"/>
                <a:gd name="connsiteY386" fmla="*/ 1672003 h 1745962"/>
                <a:gd name="connsiteX387" fmla="*/ 708040 w 1637567"/>
                <a:gd name="connsiteY387" fmla="*/ 1671487 h 1745962"/>
                <a:gd name="connsiteX388" fmla="*/ 712441 w 1637567"/>
                <a:gd name="connsiteY388" fmla="*/ 1669838 h 1745962"/>
                <a:gd name="connsiteX389" fmla="*/ 713872 w 1637567"/>
                <a:gd name="connsiteY389" fmla="*/ 1669290 h 1745962"/>
                <a:gd name="connsiteX390" fmla="*/ 716803 w 1637567"/>
                <a:gd name="connsiteY390" fmla="*/ 1668188 h 1745962"/>
                <a:gd name="connsiteX391" fmla="*/ 718242 w 1637567"/>
                <a:gd name="connsiteY391" fmla="*/ 1667641 h 1745962"/>
                <a:gd name="connsiteX392" fmla="*/ 719711 w 1637567"/>
                <a:gd name="connsiteY392" fmla="*/ 1667062 h 1745962"/>
                <a:gd name="connsiteX393" fmla="*/ 721173 w 1637567"/>
                <a:gd name="connsiteY393" fmla="*/ 1666507 h 1745962"/>
                <a:gd name="connsiteX394" fmla="*/ 722635 w 1637567"/>
                <a:gd name="connsiteY394" fmla="*/ 1665929 h 1745962"/>
                <a:gd name="connsiteX395" fmla="*/ 724073 w 1637567"/>
                <a:gd name="connsiteY395" fmla="*/ 1665350 h 1745962"/>
                <a:gd name="connsiteX396" fmla="*/ 727005 w 1637567"/>
                <a:gd name="connsiteY396" fmla="*/ 1664186 h 1745962"/>
                <a:gd name="connsiteX397" fmla="*/ 728443 w 1637567"/>
                <a:gd name="connsiteY397" fmla="*/ 1663607 h 1745962"/>
                <a:gd name="connsiteX398" fmla="*/ 731374 w 1637567"/>
                <a:gd name="connsiteY398" fmla="*/ 1662450 h 1745962"/>
                <a:gd name="connsiteX399" fmla="*/ 732836 w 1637567"/>
                <a:gd name="connsiteY399" fmla="*/ 1661840 h 1745962"/>
                <a:gd name="connsiteX400" fmla="*/ 734275 w 1637567"/>
                <a:gd name="connsiteY400" fmla="*/ 1661223 h 1745962"/>
                <a:gd name="connsiteX401" fmla="*/ 735737 w 1637567"/>
                <a:gd name="connsiteY401" fmla="*/ 1660645 h 1745962"/>
                <a:gd name="connsiteX402" fmla="*/ 737206 w 1637567"/>
                <a:gd name="connsiteY402" fmla="*/ 1660035 h 1745962"/>
                <a:gd name="connsiteX403" fmla="*/ 738637 w 1637567"/>
                <a:gd name="connsiteY403" fmla="*/ 1659425 h 1745962"/>
                <a:gd name="connsiteX404" fmla="*/ 740106 w 1637567"/>
                <a:gd name="connsiteY404" fmla="*/ 1658815 h 1745962"/>
                <a:gd name="connsiteX405" fmla="*/ 741568 w 1637567"/>
                <a:gd name="connsiteY405" fmla="*/ 1658174 h 1745962"/>
                <a:gd name="connsiteX406" fmla="*/ 743038 w 1637567"/>
                <a:gd name="connsiteY406" fmla="*/ 1657564 h 1745962"/>
                <a:gd name="connsiteX407" fmla="*/ 744468 w 1637567"/>
                <a:gd name="connsiteY407" fmla="*/ 1656955 h 1745962"/>
                <a:gd name="connsiteX408" fmla="*/ 747400 w 1637567"/>
                <a:gd name="connsiteY408" fmla="*/ 1655673 h 1745962"/>
                <a:gd name="connsiteX409" fmla="*/ 748838 w 1637567"/>
                <a:gd name="connsiteY409" fmla="*/ 1655032 h 1745962"/>
                <a:gd name="connsiteX410" fmla="*/ 753239 w 1637567"/>
                <a:gd name="connsiteY410" fmla="*/ 1653101 h 1745962"/>
                <a:gd name="connsiteX411" fmla="*/ 754670 w 1637567"/>
                <a:gd name="connsiteY411" fmla="*/ 1652460 h 1745962"/>
                <a:gd name="connsiteX412" fmla="*/ 756140 w 1637567"/>
                <a:gd name="connsiteY412" fmla="*/ 1651788 h 1745962"/>
                <a:gd name="connsiteX413" fmla="*/ 757601 w 1637567"/>
                <a:gd name="connsiteY413" fmla="*/ 1651147 h 1745962"/>
                <a:gd name="connsiteX414" fmla="*/ 759040 w 1637567"/>
                <a:gd name="connsiteY414" fmla="*/ 1650474 h 1745962"/>
                <a:gd name="connsiteX415" fmla="*/ 763433 w 1637567"/>
                <a:gd name="connsiteY415" fmla="*/ 1648465 h 1745962"/>
                <a:gd name="connsiteX416" fmla="*/ 764871 w 1637567"/>
                <a:gd name="connsiteY416" fmla="*/ 1647793 h 1745962"/>
                <a:gd name="connsiteX417" fmla="*/ 766333 w 1637567"/>
                <a:gd name="connsiteY417" fmla="*/ 1647089 h 1745962"/>
                <a:gd name="connsiteX418" fmla="*/ 767803 w 1637567"/>
                <a:gd name="connsiteY418" fmla="*/ 1646417 h 1745962"/>
                <a:gd name="connsiteX419" fmla="*/ 769234 w 1637567"/>
                <a:gd name="connsiteY419" fmla="*/ 1645714 h 1745962"/>
                <a:gd name="connsiteX420" fmla="*/ 772165 w 1637567"/>
                <a:gd name="connsiteY420" fmla="*/ 1644306 h 1745962"/>
                <a:gd name="connsiteX421" fmla="*/ 773603 w 1637567"/>
                <a:gd name="connsiteY421" fmla="*/ 1643611 h 1745962"/>
                <a:gd name="connsiteX422" fmla="*/ 776535 w 1637567"/>
                <a:gd name="connsiteY422" fmla="*/ 1642204 h 1745962"/>
                <a:gd name="connsiteX423" fmla="*/ 778005 w 1637567"/>
                <a:gd name="connsiteY423" fmla="*/ 1641469 h 1745962"/>
                <a:gd name="connsiteX424" fmla="*/ 779435 w 1637567"/>
                <a:gd name="connsiteY424" fmla="*/ 1640765 h 1745962"/>
                <a:gd name="connsiteX425" fmla="*/ 782367 w 1637567"/>
                <a:gd name="connsiteY425" fmla="*/ 1639303 h 1745962"/>
                <a:gd name="connsiteX426" fmla="*/ 783805 w 1637567"/>
                <a:gd name="connsiteY426" fmla="*/ 1638569 h 1745962"/>
                <a:gd name="connsiteX427" fmla="*/ 786736 w 1637567"/>
                <a:gd name="connsiteY427" fmla="*/ 1637107 h 1745962"/>
                <a:gd name="connsiteX428" fmla="*/ 788198 w 1637567"/>
                <a:gd name="connsiteY428" fmla="*/ 1636341 h 1745962"/>
                <a:gd name="connsiteX429" fmla="*/ 789637 w 1637567"/>
                <a:gd name="connsiteY429" fmla="*/ 1635606 h 1745962"/>
                <a:gd name="connsiteX430" fmla="*/ 792568 w 1637567"/>
                <a:gd name="connsiteY430" fmla="*/ 1634081 h 1745962"/>
                <a:gd name="connsiteX431" fmla="*/ 793999 w 1637567"/>
                <a:gd name="connsiteY431" fmla="*/ 1633315 h 1745962"/>
                <a:gd name="connsiteX432" fmla="*/ 796930 w 1637567"/>
                <a:gd name="connsiteY432" fmla="*/ 1631791 h 1745962"/>
                <a:gd name="connsiteX433" fmla="*/ 798400 w 1637567"/>
                <a:gd name="connsiteY433" fmla="*/ 1630994 h 1745962"/>
                <a:gd name="connsiteX434" fmla="*/ 799838 w 1637567"/>
                <a:gd name="connsiteY434" fmla="*/ 1630204 h 1745962"/>
                <a:gd name="connsiteX435" fmla="*/ 801300 w 1637567"/>
                <a:gd name="connsiteY435" fmla="*/ 1629438 h 1745962"/>
                <a:gd name="connsiteX436" fmla="*/ 802762 w 1637567"/>
                <a:gd name="connsiteY436" fmla="*/ 1628641 h 1745962"/>
                <a:gd name="connsiteX437" fmla="*/ 804200 w 1637567"/>
                <a:gd name="connsiteY437" fmla="*/ 1627851 h 1745962"/>
                <a:gd name="connsiteX438" fmla="*/ 805670 w 1637567"/>
                <a:gd name="connsiteY438" fmla="*/ 1627054 h 1745962"/>
                <a:gd name="connsiteX439" fmla="*/ 807132 w 1637567"/>
                <a:gd name="connsiteY439" fmla="*/ 1626233 h 1745962"/>
                <a:gd name="connsiteX440" fmla="*/ 808601 w 1637567"/>
                <a:gd name="connsiteY440" fmla="*/ 1625436 h 1745962"/>
                <a:gd name="connsiteX441" fmla="*/ 810032 w 1637567"/>
                <a:gd name="connsiteY441" fmla="*/ 1624615 h 1745962"/>
                <a:gd name="connsiteX442" fmla="*/ 812963 w 1637567"/>
                <a:gd name="connsiteY442" fmla="*/ 1622965 h 1745962"/>
                <a:gd name="connsiteX443" fmla="*/ 814402 w 1637567"/>
                <a:gd name="connsiteY443" fmla="*/ 1622137 h 1745962"/>
                <a:gd name="connsiteX444" fmla="*/ 817333 w 1637567"/>
                <a:gd name="connsiteY444" fmla="*/ 1620495 h 1745962"/>
                <a:gd name="connsiteX445" fmla="*/ 818795 w 1637567"/>
                <a:gd name="connsiteY445" fmla="*/ 1619635 h 1745962"/>
                <a:gd name="connsiteX446" fmla="*/ 820233 w 1637567"/>
                <a:gd name="connsiteY446" fmla="*/ 1618783 h 1745962"/>
                <a:gd name="connsiteX447" fmla="*/ 821695 w 1637567"/>
                <a:gd name="connsiteY447" fmla="*/ 1617923 h 1745962"/>
                <a:gd name="connsiteX448" fmla="*/ 823165 w 1637567"/>
                <a:gd name="connsiteY448" fmla="*/ 1617102 h 1745962"/>
                <a:gd name="connsiteX449" fmla="*/ 824595 w 1637567"/>
                <a:gd name="connsiteY449" fmla="*/ 1616219 h 1745962"/>
                <a:gd name="connsiteX450" fmla="*/ 827527 w 1637567"/>
                <a:gd name="connsiteY450" fmla="*/ 1614507 h 1745962"/>
                <a:gd name="connsiteX451" fmla="*/ 828965 w 1637567"/>
                <a:gd name="connsiteY451" fmla="*/ 1613624 h 1745962"/>
                <a:gd name="connsiteX452" fmla="*/ 833366 w 1637567"/>
                <a:gd name="connsiteY452" fmla="*/ 1610966 h 1745962"/>
                <a:gd name="connsiteX453" fmla="*/ 834797 w 1637567"/>
                <a:gd name="connsiteY453" fmla="*/ 1610082 h 1745962"/>
                <a:gd name="connsiteX454" fmla="*/ 837728 w 1637567"/>
                <a:gd name="connsiteY454" fmla="*/ 1608245 h 1745962"/>
                <a:gd name="connsiteX455" fmla="*/ 839167 w 1637567"/>
                <a:gd name="connsiteY455" fmla="*/ 1607362 h 1745962"/>
                <a:gd name="connsiteX456" fmla="*/ 842098 w 1637567"/>
                <a:gd name="connsiteY456" fmla="*/ 1605525 h 1745962"/>
                <a:gd name="connsiteX457" fmla="*/ 843560 w 1637567"/>
                <a:gd name="connsiteY457" fmla="*/ 1604579 h 1745962"/>
                <a:gd name="connsiteX458" fmla="*/ 844998 w 1637567"/>
                <a:gd name="connsiteY458" fmla="*/ 1603665 h 1745962"/>
                <a:gd name="connsiteX459" fmla="*/ 847930 w 1637567"/>
                <a:gd name="connsiteY459" fmla="*/ 1601773 h 1745962"/>
                <a:gd name="connsiteX460" fmla="*/ 849360 w 1637567"/>
                <a:gd name="connsiteY460" fmla="*/ 1600858 h 1745962"/>
                <a:gd name="connsiteX461" fmla="*/ 850830 w 1637567"/>
                <a:gd name="connsiteY461" fmla="*/ 1599881 h 1745962"/>
                <a:gd name="connsiteX462" fmla="*/ 853762 w 1637567"/>
                <a:gd name="connsiteY462" fmla="*/ 1597989 h 1745962"/>
                <a:gd name="connsiteX463" fmla="*/ 855200 w 1637567"/>
                <a:gd name="connsiteY463" fmla="*/ 1597012 h 1745962"/>
                <a:gd name="connsiteX464" fmla="*/ 858131 w 1637567"/>
                <a:gd name="connsiteY464" fmla="*/ 1595058 h 1745962"/>
                <a:gd name="connsiteX465" fmla="*/ 859562 w 1637567"/>
                <a:gd name="connsiteY465" fmla="*/ 1594080 h 1745962"/>
                <a:gd name="connsiteX466" fmla="*/ 861032 w 1637567"/>
                <a:gd name="connsiteY466" fmla="*/ 1593103 h 1745962"/>
                <a:gd name="connsiteX467" fmla="*/ 862494 w 1637567"/>
                <a:gd name="connsiteY467" fmla="*/ 1592095 h 1745962"/>
                <a:gd name="connsiteX468" fmla="*/ 863963 w 1637567"/>
                <a:gd name="connsiteY468" fmla="*/ 1591118 h 1745962"/>
                <a:gd name="connsiteX469" fmla="*/ 865394 w 1637567"/>
                <a:gd name="connsiteY469" fmla="*/ 1590109 h 1745962"/>
                <a:gd name="connsiteX470" fmla="*/ 868325 w 1637567"/>
                <a:gd name="connsiteY470" fmla="*/ 1588092 h 1745962"/>
                <a:gd name="connsiteX471" fmla="*/ 869764 w 1637567"/>
                <a:gd name="connsiteY471" fmla="*/ 1587053 h 1745962"/>
                <a:gd name="connsiteX472" fmla="*/ 871225 w 1637567"/>
                <a:gd name="connsiteY472" fmla="*/ 1586044 h 1745962"/>
                <a:gd name="connsiteX473" fmla="*/ 874157 w 1637567"/>
                <a:gd name="connsiteY473" fmla="*/ 1583973 h 1745962"/>
                <a:gd name="connsiteX474" fmla="*/ 875595 w 1637567"/>
                <a:gd name="connsiteY474" fmla="*/ 1582933 h 1745962"/>
                <a:gd name="connsiteX475" fmla="*/ 877057 w 1637567"/>
                <a:gd name="connsiteY475" fmla="*/ 1581893 h 1745962"/>
                <a:gd name="connsiteX476" fmla="*/ 878527 w 1637567"/>
                <a:gd name="connsiteY476" fmla="*/ 1580822 h 1745962"/>
                <a:gd name="connsiteX477" fmla="*/ 879965 w 1637567"/>
                <a:gd name="connsiteY477" fmla="*/ 1579783 h 1745962"/>
                <a:gd name="connsiteX478" fmla="*/ 884358 w 1637567"/>
                <a:gd name="connsiteY478" fmla="*/ 1576578 h 1745962"/>
                <a:gd name="connsiteX479" fmla="*/ 885797 w 1637567"/>
                <a:gd name="connsiteY479" fmla="*/ 1575483 h 1745962"/>
                <a:gd name="connsiteX480" fmla="*/ 887259 w 1637567"/>
                <a:gd name="connsiteY480" fmla="*/ 1574412 h 1745962"/>
                <a:gd name="connsiteX481" fmla="*/ 888728 w 1637567"/>
                <a:gd name="connsiteY481" fmla="*/ 1573310 h 1745962"/>
                <a:gd name="connsiteX482" fmla="*/ 890159 w 1637567"/>
                <a:gd name="connsiteY482" fmla="*/ 1572216 h 1745962"/>
                <a:gd name="connsiteX483" fmla="*/ 893090 w 1637567"/>
                <a:gd name="connsiteY483" fmla="*/ 1570011 h 1745962"/>
                <a:gd name="connsiteX484" fmla="*/ 894529 w 1637567"/>
                <a:gd name="connsiteY484" fmla="*/ 1568885 h 1745962"/>
                <a:gd name="connsiteX485" fmla="*/ 895991 w 1637567"/>
                <a:gd name="connsiteY485" fmla="*/ 1567752 h 1745962"/>
                <a:gd name="connsiteX486" fmla="*/ 897460 w 1637567"/>
                <a:gd name="connsiteY486" fmla="*/ 1566658 h 1745962"/>
                <a:gd name="connsiteX487" fmla="*/ 898922 w 1637567"/>
                <a:gd name="connsiteY487" fmla="*/ 1565493 h 1745962"/>
                <a:gd name="connsiteX488" fmla="*/ 900360 w 1637567"/>
                <a:gd name="connsiteY488" fmla="*/ 1564367 h 1745962"/>
                <a:gd name="connsiteX489" fmla="*/ 901822 w 1637567"/>
                <a:gd name="connsiteY489" fmla="*/ 1563234 h 1745962"/>
                <a:gd name="connsiteX490" fmla="*/ 903292 w 1637567"/>
                <a:gd name="connsiteY490" fmla="*/ 1562077 h 1745962"/>
                <a:gd name="connsiteX491" fmla="*/ 904722 w 1637567"/>
                <a:gd name="connsiteY491" fmla="*/ 1560912 h 1745962"/>
                <a:gd name="connsiteX492" fmla="*/ 909123 w 1637567"/>
                <a:gd name="connsiteY492" fmla="*/ 1557433 h 1745962"/>
                <a:gd name="connsiteX493" fmla="*/ 910562 w 1637567"/>
                <a:gd name="connsiteY493" fmla="*/ 1556245 h 1745962"/>
                <a:gd name="connsiteX494" fmla="*/ 913493 w 1637567"/>
                <a:gd name="connsiteY494" fmla="*/ 1553861 h 1745962"/>
                <a:gd name="connsiteX495" fmla="*/ 914924 w 1637567"/>
                <a:gd name="connsiteY495" fmla="*/ 1552672 h 1745962"/>
                <a:gd name="connsiteX496" fmla="*/ 916394 w 1637567"/>
                <a:gd name="connsiteY496" fmla="*/ 1551477 h 1745962"/>
                <a:gd name="connsiteX497" fmla="*/ 919325 w 1637567"/>
                <a:gd name="connsiteY497" fmla="*/ 1549037 h 1745962"/>
                <a:gd name="connsiteX498" fmla="*/ 920756 w 1637567"/>
                <a:gd name="connsiteY498" fmla="*/ 1547818 h 1745962"/>
                <a:gd name="connsiteX499" fmla="*/ 923687 w 1637567"/>
                <a:gd name="connsiteY499" fmla="*/ 1545371 h 1745962"/>
                <a:gd name="connsiteX500" fmla="*/ 925125 w 1637567"/>
                <a:gd name="connsiteY500" fmla="*/ 1544120 h 1745962"/>
                <a:gd name="connsiteX501" fmla="*/ 929519 w 1637567"/>
                <a:gd name="connsiteY501" fmla="*/ 1540368 h 1745962"/>
                <a:gd name="connsiteX502" fmla="*/ 930957 w 1637567"/>
                <a:gd name="connsiteY502" fmla="*/ 1539078 h 1745962"/>
                <a:gd name="connsiteX503" fmla="*/ 932419 w 1637567"/>
                <a:gd name="connsiteY503" fmla="*/ 1537828 h 1745962"/>
                <a:gd name="connsiteX504" fmla="*/ 933889 w 1637567"/>
                <a:gd name="connsiteY504" fmla="*/ 1536546 h 1745962"/>
                <a:gd name="connsiteX505" fmla="*/ 935327 w 1637567"/>
                <a:gd name="connsiteY505" fmla="*/ 1535263 h 1745962"/>
                <a:gd name="connsiteX506" fmla="*/ 936789 w 1637567"/>
                <a:gd name="connsiteY506" fmla="*/ 1533981 h 1745962"/>
                <a:gd name="connsiteX507" fmla="*/ 939720 w 1637567"/>
                <a:gd name="connsiteY507" fmla="*/ 1531355 h 1745962"/>
                <a:gd name="connsiteX508" fmla="*/ 941159 w 1637567"/>
                <a:gd name="connsiteY508" fmla="*/ 1530073 h 1745962"/>
                <a:gd name="connsiteX509" fmla="*/ 942620 w 1637567"/>
                <a:gd name="connsiteY509" fmla="*/ 1528728 h 1745962"/>
                <a:gd name="connsiteX510" fmla="*/ 944090 w 1637567"/>
                <a:gd name="connsiteY510" fmla="*/ 1527415 h 1745962"/>
                <a:gd name="connsiteX511" fmla="*/ 945521 w 1637567"/>
                <a:gd name="connsiteY511" fmla="*/ 1526102 h 1745962"/>
                <a:gd name="connsiteX512" fmla="*/ 948452 w 1637567"/>
                <a:gd name="connsiteY512" fmla="*/ 1523420 h 1745962"/>
                <a:gd name="connsiteX513" fmla="*/ 949890 w 1637567"/>
                <a:gd name="connsiteY513" fmla="*/ 1522076 h 1745962"/>
                <a:gd name="connsiteX514" fmla="*/ 951352 w 1637567"/>
                <a:gd name="connsiteY514" fmla="*/ 1520700 h 1745962"/>
                <a:gd name="connsiteX515" fmla="*/ 952822 w 1637567"/>
                <a:gd name="connsiteY515" fmla="*/ 1519355 h 1745962"/>
                <a:gd name="connsiteX516" fmla="*/ 954284 w 1637567"/>
                <a:gd name="connsiteY516" fmla="*/ 1517980 h 1745962"/>
                <a:gd name="connsiteX517" fmla="*/ 955722 w 1637567"/>
                <a:gd name="connsiteY517" fmla="*/ 1516604 h 1745962"/>
                <a:gd name="connsiteX518" fmla="*/ 957184 w 1637567"/>
                <a:gd name="connsiteY518" fmla="*/ 1515236 h 1745962"/>
                <a:gd name="connsiteX519" fmla="*/ 958654 w 1637567"/>
                <a:gd name="connsiteY519" fmla="*/ 1513828 h 1745962"/>
                <a:gd name="connsiteX520" fmla="*/ 960092 w 1637567"/>
                <a:gd name="connsiteY520" fmla="*/ 1512421 h 1745962"/>
                <a:gd name="connsiteX521" fmla="*/ 961554 w 1637567"/>
                <a:gd name="connsiteY521" fmla="*/ 1511053 h 1745962"/>
                <a:gd name="connsiteX522" fmla="*/ 963016 w 1637567"/>
                <a:gd name="connsiteY522" fmla="*/ 1509646 h 1745962"/>
                <a:gd name="connsiteX523" fmla="*/ 964485 w 1637567"/>
                <a:gd name="connsiteY523" fmla="*/ 1508208 h 1745962"/>
                <a:gd name="connsiteX524" fmla="*/ 965924 w 1637567"/>
                <a:gd name="connsiteY524" fmla="*/ 1506777 h 1745962"/>
                <a:gd name="connsiteX525" fmla="*/ 967386 w 1637567"/>
                <a:gd name="connsiteY525" fmla="*/ 1505370 h 1745962"/>
                <a:gd name="connsiteX526" fmla="*/ 968855 w 1637567"/>
                <a:gd name="connsiteY526" fmla="*/ 1503932 h 1745962"/>
                <a:gd name="connsiteX527" fmla="*/ 970286 w 1637567"/>
                <a:gd name="connsiteY527" fmla="*/ 1502470 h 1745962"/>
                <a:gd name="connsiteX528" fmla="*/ 971755 w 1637567"/>
                <a:gd name="connsiteY528" fmla="*/ 1501032 h 1745962"/>
                <a:gd name="connsiteX529" fmla="*/ 974687 w 1637567"/>
                <a:gd name="connsiteY529" fmla="*/ 1498100 h 1745962"/>
                <a:gd name="connsiteX530" fmla="*/ 976117 w 1637567"/>
                <a:gd name="connsiteY530" fmla="*/ 1496638 h 1745962"/>
                <a:gd name="connsiteX531" fmla="*/ 977587 w 1637567"/>
                <a:gd name="connsiteY531" fmla="*/ 1495169 h 1745962"/>
                <a:gd name="connsiteX532" fmla="*/ 979049 w 1637567"/>
                <a:gd name="connsiteY532" fmla="*/ 1493676 h 1745962"/>
                <a:gd name="connsiteX533" fmla="*/ 980487 w 1637567"/>
                <a:gd name="connsiteY533" fmla="*/ 1492206 h 1745962"/>
                <a:gd name="connsiteX534" fmla="*/ 981949 w 1637567"/>
                <a:gd name="connsiteY534" fmla="*/ 1490682 h 1745962"/>
                <a:gd name="connsiteX535" fmla="*/ 984881 w 1637567"/>
                <a:gd name="connsiteY535" fmla="*/ 1487688 h 1745962"/>
                <a:gd name="connsiteX536" fmla="*/ 986319 w 1637567"/>
                <a:gd name="connsiteY536" fmla="*/ 1486163 h 1745962"/>
                <a:gd name="connsiteX537" fmla="*/ 989250 w 1637567"/>
                <a:gd name="connsiteY537" fmla="*/ 1483107 h 1745962"/>
                <a:gd name="connsiteX538" fmla="*/ 990689 w 1637567"/>
                <a:gd name="connsiteY538" fmla="*/ 1481551 h 1745962"/>
                <a:gd name="connsiteX539" fmla="*/ 992151 w 1637567"/>
                <a:gd name="connsiteY539" fmla="*/ 1480027 h 1745962"/>
                <a:gd name="connsiteX540" fmla="*/ 993620 w 1637567"/>
                <a:gd name="connsiteY540" fmla="*/ 1478471 h 1745962"/>
                <a:gd name="connsiteX541" fmla="*/ 995082 w 1637567"/>
                <a:gd name="connsiteY541" fmla="*/ 1476876 h 1745962"/>
                <a:gd name="connsiteX542" fmla="*/ 996521 w 1637567"/>
                <a:gd name="connsiteY542" fmla="*/ 1475321 h 1745962"/>
                <a:gd name="connsiteX543" fmla="*/ 997982 w 1637567"/>
                <a:gd name="connsiteY543" fmla="*/ 1473765 h 1745962"/>
                <a:gd name="connsiteX544" fmla="*/ 999452 w 1637567"/>
                <a:gd name="connsiteY544" fmla="*/ 1472178 h 1745962"/>
                <a:gd name="connsiteX545" fmla="*/ 1000883 w 1637567"/>
                <a:gd name="connsiteY545" fmla="*/ 1470591 h 1745962"/>
                <a:gd name="connsiteX546" fmla="*/ 1002352 w 1637567"/>
                <a:gd name="connsiteY546" fmla="*/ 1468973 h 1745962"/>
                <a:gd name="connsiteX547" fmla="*/ 1003814 w 1637567"/>
                <a:gd name="connsiteY547" fmla="*/ 1467386 h 1745962"/>
                <a:gd name="connsiteX548" fmla="*/ 1005284 w 1637567"/>
                <a:gd name="connsiteY548" fmla="*/ 1465768 h 1745962"/>
                <a:gd name="connsiteX549" fmla="*/ 1006714 w 1637567"/>
                <a:gd name="connsiteY549" fmla="*/ 1464150 h 1745962"/>
                <a:gd name="connsiteX550" fmla="*/ 1008184 w 1637567"/>
                <a:gd name="connsiteY550" fmla="*/ 1462500 h 1745962"/>
                <a:gd name="connsiteX551" fmla="*/ 1009646 w 1637567"/>
                <a:gd name="connsiteY551" fmla="*/ 1460882 h 1745962"/>
                <a:gd name="connsiteX552" fmla="*/ 1011084 w 1637567"/>
                <a:gd name="connsiteY552" fmla="*/ 1459233 h 1745962"/>
                <a:gd name="connsiteX553" fmla="*/ 1014015 w 1637567"/>
                <a:gd name="connsiteY553" fmla="*/ 1455934 h 1745962"/>
                <a:gd name="connsiteX554" fmla="*/ 1015454 w 1637567"/>
                <a:gd name="connsiteY554" fmla="*/ 1454284 h 1745962"/>
                <a:gd name="connsiteX555" fmla="*/ 1019847 w 1637567"/>
                <a:gd name="connsiteY555" fmla="*/ 1449242 h 1745962"/>
                <a:gd name="connsiteX556" fmla="*/ 1021286 w 1637567"/>
                <a:gd name="connsiteY556" fmla="*/ 1447538 h 1745962"/>
                <a:gd name="connsiteX557" fmla="*/ 1024217 w 1637567"/>
                <a:gd name="connsiteY557" fmla="*/ 1444114 h 1745962"/>
                <a:gd name="connsiteX558" fmla="*/ 1025648 w 1637567"/>
                <a:gd name="connsiteY558" fmla="*/ 1442402 h 1745962"/>
                <a:gd name="connsiteX559" fmla="*/ 1027117 w 1637567"/>
                <a:gd name="connsiteY559" fmla="*/ 1440698 h 1745962"/>
                <a:gd name="connsiteX560" fmla="*/ 1030049 w 1637567"/>
                <a:gd name="connsiteY560" fmla="*/ 1437212 h 1745962"/>
                <a:gd name="connsiteX561" fmla="*/ 1031479 w 1637567"/>
                <a:gd name="connsiteY561" fmla="*/ 1435476 h 1745962"/>
                <a:gd name="connsiteX562" fmla="*/ 1034411 w 1637567"/>
                <a:gd name="connsiteY562" fmla="*/ 1431927 h 1745962"/>
                <a:gd name="connsiteX563" fmla="*/ 1035849 w 1637567"/>
                <a:gd name="connsiteY563" fmla="*/ 1430160 h 1745962"/>
                <a:gd name="connsiteX564" fmla="*/ 1037311 w 1637567"/>
                <a:gd name="connsiteY564" fmla="*/ 1428417 h 1745962"/>
                <a:gd name="connsiteX565" fmla="*/ 1040242 w 1637567"/>
                <a:gd name="connsiteY565" fmla="*/ 1424813 h 1745962"/>
                <a:gd name="connsiteX566" fmla="*/ 1041681 w 1637567"/>
                <a:gd name="connsiteY566" fmla="*/ 1423015 h 1745962"/>
                <a:gd name="connsiteX567" fmla="*/ 1043143 w 1637567"/>
                <a:gd name="connsiteY567" fmla="*/ 1421210 h 1745962"/>
                <a:gd name="connsiteX568" fmla="*/ 1044612 w 1637567"/>
                <a:gd name="connsiteY568" fmla="*/ 1419380 h 1745962"/>
                <a:gd name="connsiteX569" fmla="*/ 1046051 w 1637567"/>
                <a:gd name="connsiteY569" fmla="*/ 1417575 h 1745962"/>
                <a:gd name="connsiteX570" fmla="*/ 1047512 w 1637567"/>
                <a:gd name="connsiteY570" fmla="*/ 1415745 h 1745962"/>
                <a:gd name="connsiteX571" fmla="*/ 1048982 w 1637567"/>
                <a:gd name="connsiteY571" fmla="*/ 1413885 h 1745962"/>
                <a:gd name="connsiteX572" fmla="*/ 1050444 w 1637567"/>
                <a:gd name="connsiteY572" fmla="*/ 1412048 h 1745962"/>
                <a:gd name="connsiteX573" fmla="*/ 1051882 w 1637567"/>
                <a:gd name="connsiteY573" fmla="*/ 1410187 h 1745962"/>
                <a:gd name="connsiteX574" fmla="*/ 1054814 w 1637567"/>
                <a:gd name="connsiteY574" fmla="*/ 1406466 h 1745962"/>
                <a:gd name="connsiteX575" fmla="*/ 1056244 w 1637567"/>
                <a:gd name="connsiteY575" fmla="*/ 1404567 h 1745962"/>
                <a:gd name="connsiteX576" fmla="*/ 1060645 w 1637567"/>
                <a:gd name="connsiteY576" fmla="*/ 1398891 h 1745962"/>
                <a:gd name="connsiteX577" fmla="*/ 1062076 w 1637567"/>
                <a:gd name="connsiteY577" fmla="*/ 1396968 h 1745962"/>
                <a:gd name="connsiteX578" fmla="*/ 1063546 w 1637567"/>
                <a:gd name="connsiteY578" fmla="*/ 1395076 h 1745962"/>
                <a:gd name="connsiteX579" fmla="*/ 1065007 w 1637567"/>
                <a:gd name="connsiteY579" fmla="*/ 1393122 h 1745962"/>
                <a:gd name="connsiteX580" fmla="*/ 1066446 w 1637567"/>
                <a:gd name="connsiteY580" fmla="*/ 1391199 h 1745962"/>
                <a:gd name="connsiteX581" fmla="*/ 1070839 w 1637567"/>
                <a:gd name="connsiteY581" fmla="*/ 1385336 h 1745962"/>
                <a:gd name="connsiteX582" fmla="*/ 1072278 w 1637567"/>
                <a:gd name="connsiteY582" fmla="*/ 1383382 h 1745962"/>
                <a:gd name="connsiteX583" fmla="*/ 1075209 w 1637567"/>
                <a:gd name="connsiteY583" fmla="*/ 1379411 h 1745962"/>
                <a:gd name="connsiteX584" fmla="*/ 1076647 w 1637567"/>
                <a:gd name="connsiteY584" fmla="*/ 1377425 h 1745962"/>
                <a:gd name="connsiteX585" fmla="*/ 1079579 w 1637567"/>
                <a:gd name="connsiteY585" fmla="*/ 1373391 h 1745962"/>
                <a:gd name="connsiteX586" fmla="*/ 1081010 w 1637567"/>
                <a:gd name="connsiteY586" fmla="*/ 1371375 h 1745962"/>
                <a:gd name="connsiteX587" fmla="*/ 1082479 w 1637567"/>
                <a:gd name="connsiteY587" fmla="*/ 1369365 h 1745962"/>
                <a:gd name="connsiteX588" fmla="*/ 1085411 w 1637567"/>
                <a:gd name="connsiteY588" fmla="*/ 1365269 h 1745962"/>
                <a:gd name="connsiteX589" fmla="*/ 1086841 w 1637567"/>
                <a:gd name="connsiteY589" fmla="*/ 1363221 h 1745962"/>
                <a:gd name="connsiteX590" fmla="*/ 1088311 w 1637567"/>
                <a:gd name="connsiteY590" fmla="*/ 1361181 h 1745962"/>
                <a:gd name="connsiteX591" fmla="*/ 1089773 w 1637567"/>
                <a:gd name="connsiteY591" fmla="*/ 1359101 h 1745962"/>
                <a:gd name="connsiteX592" fmla="*/ 1091211 w 1637567"/>
                <a:gd name="connsiteY592" fmla="*/ 1357022 h 1745962"/>
                <a:gd name="connsiteX593" fmla="*/ 1092673 w 1637567"/>
                <a:gd name="connsiteY593" fmla="*/ 1354950 h 1745962"/>
                <a:gd name="connsiteX594" fmla="*/ 1095604 w 1637567"/>
                <a:gd name="connsiteY594" fmla="*/ 1350737 h 1745962"/>
                <a:gd name="connsiteX595" fmla="*/ 1097043 w 1637567"/>
                <a:gd name="connsiteY595" fmla="*/ 1348626 h 1745962"/>
                <a:gd name="connsiteX596" fmla="*/ 1098512 w 1637567"/>
                <a:gd name="connsiteY596" fmla="*/ 1346523 h 1745962"/>
                <a:gd name="connsiteX597" fmla="*/ 1099974 w 1637567"/>
                <a:gd name="connsiteY597" fmla="*/ 1344382 h 1745962"/>
                <a:gd name="connsiteX598" fmla="*/ 1101413 w 1637567"/>
                <a:gd name="connsiteY598" fmla="*/ 1342247 h 1745962"/>
                <a:gd name="connsiteX599" fmla="*/ 1102874 w 1637567"/>
                <a:gd name="connsiteY599" fmla="*/ 1340137 h 1745962"/>
                <a:gd name="connsiteX600" fmla="*/ 1105806 w 1637567"/>
                <a:gd name="connsiteY600" fmla="*/ 1335806 h 1745962"/>
                <a:gd name="connsiteX601" fmla="*/ 1107244 w 1637567"/>
                <a:gd name="connsiteY601" fmla="*/ 1333633 h 1745962"/>
                <a:gd name="connsiteX602" fmla="*/ 1108706 w 1637567"/>
                <a:gd name="connsiteY602" fmla="*/ 1331467 h 1745962"/>
                <a:gd name="connsiteX603" fmla="*/ 1110176 w 1637567"/>
                <a:gd name="connsiteY603" fmla="*/ 1329271 h 1745962"/>
                <a:gd name="connsiteX604" fmla="*/ 1111606 w 1637567"/>
                <a:gd name="connsiteY604" fmla="*/ 1327098 h 1745962"/>
                <a:gd name="connsiteX605" fmla="*/ 1113076 w 1637567"/>
                <a:gd name="connsiteY605" fmla="*/ 1324870 h 1745962"/>
                <a:gd name="connsiteX606" fmla="*/ 1114538 w 1637567"/>
                <a:gd name="connsiteY606" fmla="*/ 1322673 h 1745962"/>
                <a:gd name="connsiteX607" fmla="*/ 1116007 w 1637567"/>
                <a:gd name="connsiteY607" fmla="*/ 1320445 h 1745962"/>
                <a:gd name="connsiteX608" fmla="*/ 1117438 w 1637567"/>
                <a:gd name="connsiteY608" fmla="*/ 1318217 h 1745962"/>
                <a:gd name="connsiteX609" fmla="*/ 1120369 w 1637567"/>
                <a:gd name="connsiteY609" fmla="*/ 1313754 h 1745962"/>
                <a:gd name="connsiteX610" fmla="*/ 1121808 w 1637567"/>
                <a:gd name="connsiteY610" fmla="*/ 1311494 h 1745962"/>
                <a:gd name="connsiteX611" fmla="*/ 1123270 w 1637567"/>
                <a:gd name="connsiteY611" fmla="*/ 1309204 h 1745962"/>
                <a:gd name="connsiteX612" fmla="*/ 1124739 w 1637567"/>
                <a:gd name="connsiteY612" fmla="*/ 1306945 h 1745962"/>
                <a:gd name="connsiteX613" fmla="*/ 1126209 w 1637567"/>
                <a:gd name="connsiteY613" fmla="*/ 1304654 h 1745962"/>
                <a:gd name="connsiteX614" fmla="*/ 1127639 w 1637567"/>
                <a:gd name="connsiteY614" fmla="*/ 1302364 h 1745962"/>
                <a:gd name="connsiteX615" fmla="*/ 1129109 w 1637567"/>
                <a:gd name="connsiteY615" fmla="*/ 1300105 h 1745962"/>
                <a:gd name="connsiteX616" fmla="*/ 1130571 w 1637567"/>
                <a:gd name="connsiteY616" fmla="*/ 1297783 h 1745962"/>
                <a:gd name="connsiteX617" fmla="*/ 1132009 w 1637567"/>
                <a:gd name="connsiteY617" fmla="*/ 1295461 h 1745962"/>
                <a:gd name="connsiteX618" fmla="*/ 1133471 w 1637567"/>
                <a:gd name="connsiteY618" fmla="*/ 1293147 h 1745962"/>
                <a:gd name="connsiteX619" fmla="*/ 1134941 w 1637567"/>
                <a:gd name="connsiteY619" fmla="*/ 1290794 h 1745962"/>
                <a:gd name="connsiteX620" fmla="*/ 1136371 w 1637567"/>
                <a:gd name="connsiteY620" fmla="*/ 1288472 h 1745962"/>
                <a:gd name="connsiteX621" fmla="*/ 1139303 w 1637567"/>
                <a:gd name="connsiteY621" fmla="*/ 1283767 h 1745962"/>
                <a:gd name="connsiteX622" fmla="*/ 1140772 w 1637567"/>
                <a:gd name="connsiteY622" fmla="*/ 1281390 h 1745962"/>
                <a:gd name="connsiteX623" fmla="*/ 1142203 w 1637567"/>
                <a:gd name="connsiteY623" fmla="*/ 1279037 h 1745962"/>
                <a:gd name="connsiteX624" fmla="*/ 1143673 w 1637567"/>
                <a:gd name="connsiteY624" fmla="*/ 1276622 h 1745962"/>
                <a:gd name="connsiteX625" fmla="*/ 1145134 w 1637567"/>
                <a:gd name="connsiteY625" fmla="*/ 1274245 h 1745962"/>
                <a:gd name="connsiteX626" fmla="*/ 1146573 w 1637567"/>
                <a:gd name="connsiteY626" fmla="*/ 1271829 h 1745962"/>
                <a:gd name="connsiteX627" fmla="*/ 1150966 w 1637567"/>
                <a:gd name="connsiteY627" fmla="*/ 1264591 h 1745962"/>
                <a:gd name="connsiteX628" fmla="*/ 1152405 w 1637567"/>
                <a:gd name="connsiteY628" fmla="*/ 1262120 h 1745962"/>
                <a:gd name="connsiteX629" fmla="*/ 1155336 w 1637567"/>
                <a:gd name="connsiteY629" fmla="*/ 1257235 h 1745962"/>
                <a:gd name="connsiteX630" fmla="*/ 1156774 w 1637567"/>
                <a:gd name="connsiteY630" fmla="*/ 1254757 h 1745962"/>
                <a:gd name="connsiteX631" fmla="*/ 1159706 w 1637567"/>
                <a:gd name="connsiteY631" fmla="*/ 1249816 h 1745962"/>
                <a:gd name="connsiteX632" fmla="*/ 1161168 w 1637567"/>
                <a:gd name="connsiteY632" fmla="*/ 1247307 h 1745962"/>
                <a:gd name="connsiteX633" fmla="*/ 1162606 w 1637567"/>
                <a:gd name="connsiteY633" fmla="*/ 1244805 h 1745962"/>
                <a:gd name="connsiteX634" fmla="*/ 1164068 w 1637567"/>
                <a:gd name="connsiteY634" fmla="*/ 1242335 h 1745962"/>
                <a:gd name="connsiteX635" fmla="*/ 1165537 w 1637567"/>
                <a:gd name="connsiteY635" fmla="*/ 1239794 h 1745962"/>
                <a:gd name="connsiteX636" fmla="*/ 1166968 w 1637567"/>
                <a:gd name="connsiteY636" fmla="*/ 1237262 h 1745962"/>
                <a:gd name="connsiteX637" fmla="*/ 1169900 w 1637567"/>
                <a:gd name="connsiteY637" fmla="*/ 1232196 h 1745962"/>
                <a:gd name="connsiteX638" fmla="*/ 1171369 w 1637567"/>
                <a:gd name="connsiteY638" fmla="*/ 1229632 h 1745962"/>
                <a:gd name="connsiteX639" fmla="*/ 1172800 w 1637567"/>
                <a:gd name="connsiteY639" fmla="*/ 1227060 h 1745962"/>
                <a:gd name="connsiteX640" fmla="*/ 1174269 w 1637567"/>
                <a:gd name="connsiteY640" fmla="*/ 1224496 h 1745962"/>
                <a:gd name="connsiteX641" fmla="*/ 1175731 w 1637567"/>
                <a:gd name="connsiteY641" fmla="*/ 1221901 h 1745962"/>
                <a:gd name="connsiteX642" fmla="*/ 1177170 w 1637567"/>
                <a:gd name="connsiteY642" fmla="*/ 1219337 h 1745962"/>
                <a:gd name="connsiteX643" fmla="*/ 1178639 w 1637567"/>
                <a:gd name="connsiteY643" fmla="*/ 1216710 h 1745962"/>
                <a:gd name="connsiteX644" fmla="*/ 1180101 w 1637567"/>
                <a:gd name="connsiteY644" fmla="*/ 1214115 h 1745962"/>
                <a:gd name="connsiteX645" fmla="*/ 1181571 w 1637567"/>
                <a:gd name="connsiteY645" fmla="*/ 1211488 h 1745962"/>
                <a:gd name="connsiteX646" fmla="*/ 1183001 w 1637567"/>
                <a:gd name="connsiteY646" fmla="*/ 1208862 h 1745962"/>
                <a:gd name="connsiteX647" fmla="*/ 1185933 w 1637567"/>
                <a:gd name="connsiteY647" fmla="*/ 1203608 h 1745962"/>
                <a:gd name="connsiteX648" fmla="*/ 1187371 w 1637567"/>
                <a:gd name="connsiteY648" fmla="*/ 1200927 h 1745962"/>
                <a:gd name="connsiteX649" fmla="*/ 1190303 w 1637567"/>
                <a:gd name="connsiteY649" fmla="*/ 1195611 h 1745962"/>
                <a:gd name="connsiteX650" fmla="*/ 1191764 w 1637567"/>
                <a:gd name="connsiteY650" fmla="*/ 1192922 h 1745962"/>
                <a:gd name="connsiteX651" fmla="*/ 1193203 w 1637567"/>
                <a:gd name="connsiteY651" fmla="*/ 1190233 h 1745962"/>
                <a:gd name="connsiteX652" fmla="*/ 1194665 w 1637567"/>
                <a:gd name="connsiteY652" fmla="*/ 1187552 h 1745962"/>
                <a:gd name="connsiteX653" fmla="*/ 1196134 w 1637567"/>
                <a:gd name="connsiteY653" fmla="*/ 1184831 h 1745962"/>
                <a:gd name="connsiteX654" fmla="*/ 1197565 w 1637567"/>
                <a:gd name="connsiteY654" fmla="*/ 1182111 h 1745962"/>
                <a:gd name="connsiteX655" fmla="*/ 1199034 w 1637567"/>
                <a:gd name="connsiteY655" fmla="*/ 1179398 h 1745962"/>
                <a:gd name="connsiteX656" fmla="*/ 1200496 w 1637567"/>
                <a:gd name="connsiteY656" fmla="*/ 1176647 h 1745962"/>
                <a:gd name="connsiteX657" fmla="*/ 1201935 w 1637567"/>
                <a:gd name="connsiteY657" fmla="*/ 1173903 h 1745962"/>
                <a:gd name="connsiteX658" fmla="*/ 1203397 w 1637567"/>
                <a:gd name="connsiteY658" fmla="*/ 1171151 h 1745962"/>
                <a:gd name="connsiteX659" fmla="*/ 1206336 w 1637567"/>
                <a:gd name="connsiteY659" fmla="*/ 1165593 h 1745962"/>
                <a:gd name="connsiteX660" fmla="*/ 1207766 w 1637567"/>
                <a:gd name="connsiteY660" fmla="*/ 1162849 h 1745962"/>
                <a:gd name="connsiteX661" fmla="*/ 1210698 w 1637567"/>
                <a:gd name="connsiteY661" fmla="*/ 1157228 h 1745962"/>
                <a:gd name="connsiteX662" fmla="*/ 1212136 w 1637567"/>
                <a:gd name="connsiteY662" fmla="*/ 1154446 h 1745962"/>
                <a:gd name="connsiteX663" fmla="*/ 1215068 w 1637567"/>
                <a:gd name="connsiteY663" fmla="*/ 1148770 h 1745962"/>
                <a:gd name="connsiteX664" fmla="*/ 1216530 w 1637567"/>
                <a:gd name="connsiteY664" fmla="*/ 1145956 h 1745962"/>
                <a:gd name="connsiteX665" fmla="*/ 1217968 w 1637567"/>
                <a:gd name="connsiteY665" fmla="*/ 1143087 h 1745962"/>
                <a:gd name="connsiteX666" fmla="*/ 1219430 w 1637567"/>
                <a:gd name="connsiteY666" fmla="*/ 1140249 h 1745962"/>
                <a:gd name="connsiteX667" fmla="*/ 1220899 w 1637567"/>
                <a:gd name="connsiteY667" fmla="*/ 1137380 h 1745962"/>
                <a:gd name="connsiteX668" fmla="*/ 1222330 w 1637567"/>
                <a:gd name="connsiteY668" fmla="*/ 1134511 h 1745962"/>
                <a:gd name="connsiteX669" fmla="*/ 1223800 w 1637567"/>
                <a:gd name="connsiteY669" fmla="*/ 1131635 h 1745962"/>
                <a:gd name="connsiteX670" fmla="*/ 1226731 w 1637567"/>
                <a:gd name="connsiteY670" fmla="*/ 1125834 h 1745962"/>
                <a:gd name="connsiteX671" fmla="*/ 1228162 w 1637567"/>
                <a:gd name="connsiteY671" fmla="*/ 1122934 h 1745962"/>
                <a:gd name="connsiteX672" fmla="*/ 1231093 w 1637567"/>
                <a:gd name="connsiteY672" fmla="*/ 1117071 h 1745962"/>
                <a:gd name="connsiteX673" fmla="*/ 1232531 w 1637567"/>
                <a:gd name="connsiteY673" fmla="*/ 1114140 h 1745962"/>
                <a:gd name="connsiteX674" fmla="*/ 1234001 w 1637567"/>
                <a:gd name="connsiteY674" fmla="*/ 1111208 h 1745962"/>
                <a:gd name="connsiteX675" fmla="*/ 1236933 w 1637567"/>
                <a:gd name="connsiteY675" fmla="*/ 1105283 h 1745962"/>
                <a:gd name="connsiteX676" fmla="*/ 1238363 w 1637567"/>
                <a:gd name="connsiteY676" fmla="*/ 1102289 h 1745962"/>
                <a:gd name="connsiteX677" fmla="*/ 1241295 w 1637567"/>
                <a:gd name="connsiteY677" fmla="*/ 1096308 h 1745962"/>
                <a:gd name="connsiteX678" fmla="*/ 1242733 w 1637567"/>
                <a:gd name="connsiteY678" fmla="*/ 1093315 h 1745962"/>
                <a:gd name="connsiteX679" fmla="*/ 1244195 w 1637567"/>
                <a:gd name="connsiteY679" fmla="*/ 1090321 h 1745962"/>
                <a:gd name="connsiteX680" fmla="*/ 1247126 w 1637567"/>
                <a:gd name="connsiteY680" fmla="*/ 1084278 h 1745962"/>
                <a:gd name="connsiteX681" fmla="*/ 1248565 w 1637567"/>
                <a:gd name="connsiteY681" fmla="*/ 1081221 h 1745962"/>
                <a:gd name="connsiteX682" fmla="*/ 1251496 w 1637567"/>
                <a:gd name="connsiteY682" fmla="*/ 1075116 h 1745962"/>
                <a:gd name="connsiteX683" fmla="*/ 1252927 w 1637567"/>
                <a:gd name="connsiteY683" fmla="*/ 1072059 h 1745962"/>
                <a:gd name="connsiteX684" fmla="*/ 1257328 w 1637567"/>
                <a:gd name="connsiteY684" fmla="*/ 1062811 h 1745962"/>
                <a:gd name="connsiteX685" fmla="*/ 1258766 w 1637567"/>
                <a:gd name="connsiteY685" fmla="*/ 1059692 h 1745962"/>
                <a:gd name="connsiteX686" fmla="*/ 1261698 w 1637567"/>
                <a:gd name="connsiteY686" fmla="*/ 1053462 h 1745962"/>
                <a:gd name="connsiteX687" fmla="*/ 1263128 w 1637567"/>
                <a:gd name="connsiteY687" fmla="*/ 1050320 h 1745962"/>
                <a:gd name="connsiteX688" fmla="*/ 1264598 w 1637567"/>
                <a:gd name="connsiteY688" fmla="*/ 1047208 h 1745962"/>
                <a:gd name="connsiteX689" fmla="*/ 1266060 w 1637567"/>
                <a:gd name="connsiteY689" fmla="*/ 1044027 h 1745962"/>
                <a:gd name="connsiteX690" fmla="*/ 1267498 w 1637567"/>
                <a:gd name="connsiteY690" fmla="*/ 1040884 h 1745962"/>
                <a:gd name="connsiteX691" fmla="*/ 1268960 w 1637567"/>
                <a:gd name="connsiteY691" fmla="*/ 1037741 h 1745962"/>
                <a:gd name="connsiteX692" fmla="*/ 1270430 w 1637567"/>
                <a:gd name="connsiteY692" fmla="*/ 1034529 h 1745962"/>
                <a:gd name="connsiteX693" fmla="*/ 1271891 w 1637567"/>
                <a:gd name="connsiteY693" fmla="*/ 1031355 h 1745962"/>
                <a:gd name="connsiteX694" fmla="*/ 1273330 w 1637567"/>
                <a:gd name="connsiteY694" fmla="*/ 1028181 h 1745962"/>
                <a:gd name="connsiteX695" fmla="*/ 1274792 w 1637567"/>
                <a:gd name="connsiteY695" fmla="*/ 1024945 h 1745962"/>
                <a:gd name="connsiteX696" fmla="*/ 1276261 w 1637567"/>
                <a:gd name="connsiteY696" fmla="*/ 1021740 h 1745962"/>
                <a:gd name="connsiteX697" fmla="*/ 1277692 w 1637567"/>
                <a:gd name="connsiteY697" fmla="*/ 1018534 h 1745962"/>
                <a:gd name="connsiteX698" fmla="*/ 1282093 w 1637567"/>
                <a:gd name="connsiteY698" fmla="*/ 1008818 h 1745962"/>
                <a:gd name="connsiteX699" fmla="*/ 1283523 w 1637567"/>
                <a:gd name="connsiteY699" fmla="*/ 1005550 h 1745962"/>
                <a:gd name="connsiteX700" fmla="*/ 1286463 w 1637567"/>
                <a:gd name="connsiteY700" fmla="*/ 999023 h 1745962"/>
                <a:gd name="connsiteX701" fmla="*/ 1287893 w 1637567"/>
                <a:gd name="connsiteY701" fmla="*/ 995724 h 1745962"/>
                <a:gd name="connsiteX702" fmla="*/ 1290825 w 1637567"/>
                <a:gd name="connsiteY702" fmla="*/ 989126 h 1745962"/>
                <a:gd name="connsiteX703" fmla="*/ 1292294 w 1637567"/>
                <a:gd name="connsiteY703" fmla="*/ 985796 h 1745962"/>
                <a:gd name="connsiteX704" fmla="*/ 1293725 w 1637567"/>
                <a:gd name="connsiteY704" fmla="*/ 982466 h 1745962"/>
                <a:gd name="connsiteX705" fmla="*/ 1295195 w 1637567"/>
                <a:gd name="connsiteY705" fmla="*/ 979167 h 1745962"/>
                <a:gd name="connsiteX706" fmla="*/ 1296657 w 1637567"/>
                <a:gd name="connsiteY706" fmla="*/ 975813 h 1745962"/>
                <a:gd name="connsiteX707" fmla="*/ 1298095 w 1637567"/>
                <a:gd name="connsiteY707" fmla="*/ 972452 h 1745962"/>
                <a:gd name="connsiteX708" fmla="*/ 1299557 w 1637567"/>
                <a:gd name="connsiteY708" fmla="*/ 969122 h 1745962"/>
                <a:gd name="connsiteX709" fmla="*/ 1302488 w 1637567"/>
                <a:gd name="connsiteY709" fmla="*/ 962344 h 1745962"/>
                <a:gd name="connsiteX710" fmla="*/ 1303927 w 1637567"/>
                <a:gd name="connsiteY710" fmla="*/ 958983 h 1745962"/>
                <a:gd name="connsiteX711" fmla="*/ 1305388 w 1637567"/>
                <a:gd name="connsiteY711" fmla="*/ 955566 h 1745962"/>
                <a:gd name="connsiteX712" fmla="*/ 1306858 w 1637567"/>
                <a:gd name="connsiteY712" fmla="*/ 952174 h 1745962"/>
                <a:gd name="connsiteX713" fmla="*/ 1308289 w 1637567"/>
                <a:gd name="connsiteY713" fmla="*/ 948758 h 1745962"/>
                <a:gd name="connsiteX714" fmla="*/ 1312690 w 1637567"/>
                <a:gd name="connsiteY714" fmla="*/ 938494 h 1745962"/>
                <a:gd name="connsiteX715" fmla="*/ 1314128 w 1637567"/>
                <a:gd name="connsiteY715" fmla="*/ 935015 h 1745962"/>
                <a:gd name="connsiteX716" fmla="*/ 1317060 w 1637567"/>
                <a:gd name="connsiteY716" fmla="*/ 928112 h 1745962"/>
                <a:gd name="connsiteX717" fmla="*/ 1318490 w 1637567"/>
                <a:gd name="connsiteY717" fmla="*/ 924634 h 1745962"/>
                <a:gd name="connsiteX718" fmla="*/ 1321422 w 1637567"/>
                <a:gd name="connsiteY718" fmla="*/ 917668 h 1745962"/>
                <a:gd name="connsiteX719" fmla="*/ 1322860 w 1637567"/>
                <a:gd name="connsiteY719" fmla="*/ 914158 h 1745962"/>
                <a:gd name="connsiteX720" fmla="*/ 1325791 w 1637567"/>
                <a:gd name="connsiteY720" fmla="*/ 907138 h 1745962"/>
                <a:gd name="connsiteX721" fmla="*/ 1327253 w 1637567"/>
                <a:gd name="connsiteY721" fmla="*/ 903590 h 1745962"/>
                <a:gd name="connsiteX722" fmla="*/ 1328692 w 1637567"/>
                <a:gd name="connsiteY722" fmla="*/ 900048 h 1745962"/>
                <a:gd name="connsiteX723" fmla="*/ 1331623 w 1637567"/>
                <a:gd name="connsiteY723" fmla="*/ 892966 h 1745962"/>
                <a:gd name="connsiteX724" fmla="*/ 1333054 w 1637567"/>
                <a:gd name="connsiteY724" fmla="*/ 889393 h 1745962"/>
                <a:gd name="connsiteX725" fmla="*/ 1335985 w 1637567"/>
                <a:gd name="connsiteY725" fmla="*/ 882248 h 1745962"/>
                <a:gd name="connsiteX726" fmla="*/ 1337455 w 1637567"/>
                <a:gd name="connsiteY726" fmla="*/ 878645 h 1745962"/>
                <a:gd name="connsiteX727" fmla="*/ 1338893 w 1637567"/>
                <a:gd name="connsiteY727" fmla="*/ 875072 h 1745962"/>
                <a:gd name="connsiteX728" fmla="*/ 1340355 w 1637567"/>
                <a:gd name="connsiteY728" fmla="*/ 871437 h 1745962"/>
                <a:gd name="connsiteX729" fmla="*/ 1341825 w 1637567"/>
                <a:gd name="connsiteY729" fmla="*/ 867833 h 1745962"/>
                <a:gd name="connsiteX730" fmla="*/ 1343255 w 1637567"/>
                <a:gd name="connsiteY730" fmla="*/ 864198 h 1745962"/>
                <a:gd name="connsiteX731" fmla="*/ 1347656 w 1637567"/>
                <a:gd name="connsiteY731" fmla="*/ 853301 h 1745962"/>
                <a:gd name="connsiteX732" fmla="*/ 1349087 w 1637567"/>
                <a:gd name="connsiteY732" fmla="*/ 849635 h 1745962"/>
                <a:gd name="connsiteX733" fmla="*/ 1350556 w 1637567"/>
                <a:gd name="connsiteY733" fmla="*/ 845969 h 1745962"/>
                <a:gd name="connsiteX734" fmla="*/ 1352018 w 1637567"/>
                <a:gd name="connsiteY734" fmla="*/ 842279 h 1745962"/>
                <a:gd name="connsiteX735" fmla="*/ 1353457 w 1637567"/>
                <a:gd name="connsiteY735" fmla="*/ 838612 h 1745962"/>
                <a:gd name="connsiteX736" fmla="*/ 1356388 w 1637567"/>
                <a:gd name="connsiteY736" fmla="*/ 831225 h 1745962"/>
                <a:gd name="connsiteX737" fmla="*/ 1357850 w 1637567"/>
                <a:gd name="connsiteY737" fmla="*/ 827496 h 1745962"/>
                <a:gd name="connsiteX738" fmla="*/ 1359288 w 1637567"/>
                <a:gd name="connsiteY738" fmla="*/ 823775 h 1745962"/>
                <a:gd name="connsiteX739" fmla="*/ 1362220 w 1637567"/>
                <a:gd name="connsiteY739" fmla="*/ 816318 h 1745962"/>
                <a:gd name="connsiteX740" fmla="*/ 1363650 w 1637567"/>
                <a:gd name="connsiteY740" fmla="*/ 812565 h 1745962"/>
                <a:gd name="connsiteX741" fmla="*/ 1365120 w 1637567"/>
                <a:gd name="connsiteY741" fmla="*/ 808837 h 1745962"/>
                <a:gd name="connsiteX742" fmla="*/ 1366590 w 1637567"/>
                <a:gd name="connsiteY742" fmla="*/ 805053 h 1745962"/>
                <a:gd name="connsiteX743" fmla="*/ 1368052 w 1637567"/>
                <a:gd name="connsiteY743" fmla="*/ 801301 h 1745962"/>
                <a:gd name="connsiteX744" fmla="*/ 1369490 w 1637567"/>
                <a:gd name="connsiteY744" fmla="*/ 797509 h 1745962"/>
                <a:gd name="connsiteX745" fmla="*/ 1372421 w 1637567"/>
                <a:gd name="connsiteY745" fmla="*/ 789934 h 1745962"/>
                <a:gd name="connsiteX746" fmla="*/ 1373852 w 1637567"/>
                <a:gd name="connsiteY746" fmla="*/ 786151 h 1745962"/>
                <a:gd name="connsiteX747" fmla="*/ 1378253 w 1637567"/>
                <a:gd name="connsiteY747" fmla="*/ 774699 h 1745962"/>
                <a:gd name="connsiteX748" fmla="*/ 1379684 w 1637567"/>
                <a:gd name="connsiteY748" fmla="*/ 770852 h 1745962"/>
                <a:gd name="connsiteX749" fmla="*/ 1382615 w 1637567"/>
                <a:gd name="connsiteY749" fmla="*/ 763160 h 1745962"/>
                <a:gd name="connsiteX750" fmla="*/ 1384053 w 1637567"/>
                <a:gd name="connsiteY750" fmla="*/ 759283 h 1745962"/>
                <a:gd name="connsiteX751" fmla="*/ 1385515 w 1637567"/>
                <a:gd name="connsiteY751" fmla="*/ 755429 h 1745962"/>
                <a:gd name="connsiteX752" fmla="*/ 1386985 w 1637567"/>
                <a:gd name="connsiteY752" fmla="*/ 751552 h 1745962"/>
                <a:gd name="connsiteX753" fmla="*/ 1388415 w 1637567"/>
                <a:gd name="connsiteY753" fmla="*/ 747674 h 1745962"/>
                <a:gd name="connsiteX754" fmla="*/ 1389885 w 1637567"/>
                <a:gd name="connsiteY754" fmla="*/ 743766 h 1745962"/>
                <a:gd name="connsiteX755" fmla="*/ 1391347 w 1637567"/>
                <a:gd name="connsiteY755" fmla="*/ 739888 h 1745962"/>
                <a:gd name="connsiteX756" fmla="*/ 1392817 w 1637567"/>
                <a:gd name="connsiteY756" fmla="*/ 735980 h 1745962"/>
                <a:gd name="connsiteX757" fmla="*/ 1394255 w 1637567"/>
                <a:gd name="connsiteY757" fmla="*/ 732040 h 1745962"/>
                <a:gd name="connsiteX758" fmla="*/ 1395717 w 1637567"/>
                <a:gd name="connsiteY758" fmla="*/ 728131 h 1745962"/>
                <a:gd name="connsiteX759" fmla="*/ 1397187 w 1637567"/>
                <a:gd name="connsiteY759" fmla="*/ 724191 h 1745962"/>
                <a:gd name="connsiteX760" fmla="*/ 1398617 w 1637567"/>
                <a:gd name="connsiteY760" fmla="*/ 720251 h 1745962"/>
                <a:gd name="connsiteX761" fmla="*/ 1400087 w 1637567"/>
                <a:gd name="connsiteY761" fmla="*/ 716311 h 1745962"/>
                <a:gd name="connsiteX762" fmla="*/ 1401549 w 1637567"/>
                <a:gd name="connsiteY762" fmla="*/ 712348 h 1745962"/>
                <a:gd name="connsiteX763" fmla="*/ 1403018 w 1637567"/>
                <a:gd name="connsiteY763" fmla="*/ 708408 h 1745962"/>
                <a:gd name="connsiteX764" fmla="*/ 1404449 w 1637567"/>
                <a:gd name="connsiteY764" fmla="*/ 704437 h 1745962"/>
                <a:gd name="connsiteX765" fmla="*/ 1405918 w 1637567"/>
                <a:gd name="connsiteY765" fmla="*/ 700435 h 1745962"/>
                <a:gd name="connsiteX766" fmla="*/ 1407380 w 1637567"/>
                <a:gd name="connsiteY766" fmla="*/ 696463 h 1745962"/>
                <a:gd name="connsiteX767" fmla="*/ 1408819 w 1637567"/>
                <a:gd name="connsiteY767" fmla="*/ 692469 h 1745962"/>
                <a:gd name="connsiteX768" fmla="*/ 1413212 w 1637567"/>
                <a:gd name="connsiteY768" fmla="*/ 680469 h 1745962"/>
                <a:gd name="connsiteX769" fmla="*/ 1414650 w 1637567"/>
                <a:gd name="connsiteY769" fmla="*/ 676435 h 1745962"/>
                <a:gd name="connsiteX770" fmla="*/ 1416112 w 1637567"/>
                <a:gd name="connsiteY770" fmla="*/ 672371 h 1745962"/>
                <a:gd name="connsiteX771" fmla="*/ 1417582 w 1637567"/>
                <a:gd name="connsiteY771" fmla="*/ 668345 h 1745962"/>
                <a:gd name="connsiteX772" fmla="*/ 1419020 w 1637567"/>
                <a:gd name="connsiteY772" fmla="*/ 664311 h 1745962"/>
                <a:gd name="connsiteX773" fmla="*/ 1423413 w 1637567"/>
                <a:gd name="connsiteY773" fmla="*/ 652132 h 1745962"/>
                <a:gd name="connsiteX774" fmla="*/ 1424852 w 1637567"/>
                <a:gd name="connsiteY774" fmla="*/ 648035 h 1745962"/>
                <a:gd name="connsiteX775" fmla="*/ 1426314 w 1637567"/>
                <a:gd name="connsiteY775" fmla="*/ 643978 h 1745962"/>
                <a:gd name="connsiteX776" fmla="*/ 1427783 w 1637567"/>
                <a:gd name="connsiteY776" fmla="*/ 639882 h 1745962"/>
                <a:gd name="connsiteX777" fmla="*/ 1429214 w 1637567"/>
                <a:gd name="connsiteY777" fmla="*/ 635762 h 1745962"/>
                <a:gd name="connsiteX778" fmla="*/ 1430683 w 1637567"/>
                <a:gd name="connsiteY778" fmla="*/ 631666 h 1745962"/>
                <a:gd name="connsiteX779" fmla="*/ 1433615 w 1637567"/>
                <a:gd name="connsiteY779" fmla="*/ 623427 h 1745962"/>
                <a:gd name="connsiteX780" fmla="*/ 1435046 w 1637567"/>
                <a:gd name="connsiteY780" fmla="*/ 619299 h 1745962"/>
                <a:gd name="connsiteX781" fmla="*/ 1436515 w 1637567"/>
                <a:gd name="connsiteY781" fmla="*/ 615179 h 1745962"/>
                <a:gd name="connsiteX782" fmla="*/ 1437977 w 1637567"/>
                <a:gd name="connsiteY782" fmla="*/ 611028 h 1745962"/>
                <a:gd name="connsiteX783" fmla="*/ 1439415 w 1637567"/>
                <a:gd name="connsiteY783" fmla="*/ 606901 h 1745962"/>
                <a:gd name="connsiteX784" fmla="*/ 1440877 w 1637567"/>
                <a:gd name="connsiteY784" fmla="*/ 602719 h 1745962"/>
                <a:gd name="connsiteX785" fmla="*/ 1443809 w 1637567"/>
                <a:gd name="connsiteY785" fmla="*/ 594417 h 1745962"/>
                <a:gd name="connsiteX786" fmla="*/ 1445247 w 1637567"/>
                <a:gd name="connsiteY786" fmla="*/ 590235 h 1745962"/>
                <a:gd name="connsiteX787" fmla="*/ 1448178 w 1637567"/>
                <a:gd name="connsiteY787" fmla="*/ 581862 h 1745962"/>
                <a:gd name="connsiteX788" fmla="*/ 1449617 w 1637567"/>
                <a:gd name="connsiteY788" fmla="*/ 577649 h 1745962"/>
                <a:gd name="connsiteX789" fmla="*/ 1451079 w 1637567"/>
                <a:gd name="connsiteY789" fmla="*/ 573467 h 1745962"/>
                <a:gd name="connsiteX790" fmla="*/ 1452548 w 1637567"/>
                <a:gd name="connsiteY790" fmla="*/ 569253 h 1745962"/>
                <a:gd name="connsiteX791" fmla="*/ 1453979 w 1637567"/>
                <a:gd name="connsiteY791" fmla="*/ 565039 h 1745962"/>
                <a:gd name="connsiteX792" fmla="*/ 1455448 w 1637567"/>
                <a:gd name="connsiteY792" fmla="*/ 560795 h 1745962"/>
                <a:gd name="connsiteX793" fmla="*/ 1456910 w 1637567"/>
                <a:gd name="connsiteY793" fmla="*/ 556581 h 1745962"/>
                <a:gd name="connsiteX794" fmla="*/ 1458380 w 1637567"/>
                <a:gd name="connsiteY794" fmla="*/ 552336 h 1745962"/>
                <a:gd name="connsiteX795" fmla="*/ 1459811 w 1637567"/>
                <a:gd name="connsiteY795" fmla="*/ 548092 h 1745962"/>
                <a:gd name="connsiteX796" fmla="*/ 1462742 w 1637567"/>
                <a:gd name="connsiteY796" fmla="*/ 539602 h 1745962"/>
                <a:gd name="connsiteX797" fmla="*/ 1464180 w 1637567"/>
                <a:gd name="connsiteY797" fmla="*/ 535326 h 1745962"/>
                <a:gd name="connsiteX798" fmla="*/ 1468574 w 1637567"/>
                <a:gd name="connsiteY798" fmla="*/ 522498 h 1745962"/>
                <a:gd name="connsiteX799" fmla="*/ 1470012 w 1637567"/>
                <a:gd name="connsiteY799" fmla="*/ 518230 h 1745962"/>
                <a:gd name="connsiteX800" fmla="*/ 1472944 w 1637567"/>
                <a:gd name="connsiteY800" fmla="*/ 509615 h 1745962"/>
                <a:gd name="connsiteX801" fmla="*/ 1474382 w 1637567"/>
                <a:gd name="connsiteY801" fmla="*/ 505308 h 1745962"/>
                <a:gd name="connsiteX802" fmla="*/ 1475844 w 1637567"/>
                <a:gd name="connsiteY802" fmla="*/ 501000 h 1745962"/>
                <a:gd name="connsiteX803" fmla="*/ 1477313 w 1637567"/>
                <a:gd name="connsiteY803" fmla="*/ 496670 h 1745962"/>
                <a:gd name="connsiteX804" fmla="*/ 1478775 w 1637567"/>
                <a:gd name="connsiteY804" fmla="*/ 492362 h 1745962"/>
                <a:gd name="connsiteX805" fmla="*/ 1480214 w 1637567"/>
                <a:gd name="connsiteY805" fmla="*/ 488024 h 1745962"/>
                <a:gd name="connsiteX806" fmla="*/ 1483145 w 1637567"/>
                <a:gd name="connsiteY806" fmla="*/ 479354 h 1745962"/>
                <a:gd name="connsiteX807" fmla="*/ 1484576 w 1637567"/>
                <a:gd name="connsiteY807" fmla="*/ 474985 h 1745962"/>
                <a:gd name="connsiteX808" fmla="*/ 1486045 w 1637567"/>
                <a:gd name="connsiteY808" fmla="*/ 470654 h 1745962"/>
                <a:gd name="connsiteX809" fmla="*/ 1488977 w 1637567"/>
                <a:gd name="connsiteY809" fmla="*/ 461914 h 1745962"/>
                <a:gd name="connsiteX810" fmla="*/ 1490407 w 1637567"/>
                <a:gd name="connsiteY810" fmla="*/ 457552 h 1745962"/>
                <a:gd name="connsiteX811" fmla="*/ 1491877 w 1637567"/>
                <a:gd name="connsiteY811" fmla="*/ 453182 h 1745962"/>
                <a:gd name="connsiteX812" fmla="*/ 1493339 w 1637567"/>
                <a:gd name="connsiteY812" fmla="*/ 448789 h 1745962"/>
                <a:gd name="connsiteX813" fmla="*/ 1494777 w 1637567"/>
                <a:gd name="connsiteY813" fmla="*/ 444388 h 1745962"/>
                <a:gd name="connsiteX814" fmla="*/ 1496239 w 1637567"/>
                <a:gd name="connsiteY814" fmla="*/ 440026 h 1745962"/>
                <a:gd name="connsiteX815" fmla="*/ 1497709 w 1637567"/>
                <a:gd name="connsiteY815" fmla="*/ 435594 h 1745962"/>
                <a:gd name="connsiteX816" fmla="*/ 1499171 w 1637567"/>
                <a:gd name="connsiteY816" fmla="*/ 431200 h 1745962"/>
                <a:gd name="connsiteX817" fmla="*/ 1500609 w 1637567"/>
                <a:gd name="connsiteY817" fmla="*/ 426799 h 1745962"/>
                <a:gd name="connsiteX818" fmla="*/ 1503540 w 1637567"/>
                <a:gd name="connsiteY818" fmla="*/ 417950 h 1745962"/>
                <a:gd name="connsiteX819" fmla="*/ 1504979 w 1637567"/>
                <a:gd name="connsiteY819" fmla="*/ 413518 h 1745962"/>
                <a:gd name="connsiteX820" fmla="*/ 1507910 w 1637567"/>
                <a:gd name="connsiteY820" fmla="*/ 404661 h 1745962"/>
                <a:gd name="connsiteX821" fmla="*/ 1509341 w 1637567"/>
                <a:gd name="connsiteY821" fmla="*/ 400236 h 1745962"/>
                <a:gd name="connsiteX822" fmla="*/ 1513742 w 1637567"/>
                <a:gd name="connsiteY822" fmla="*/ 386861 h 1745962"/>
                <a:gd name="connsiteX823" fmla="*/ 1515172 w 1637567"/>
                <a:gd name="connsiteY823" fmla="*/ 382405 h 1745962"/>
                <a:gd name="connsiteX824" fmla="*/ 1516642 w 1637567"/>
                <a:gd name="connsiteY824" fmla="*/ 377941 h 1745962"/>
                <a:gd name="connsiteX825" fmla="*/ 1518104 w 1637567"/>
                <a:gd name="connsiteY825" fmla="*/ 373454 h 1745962"/>
                <a:gd name="connsiteX826" fmla="*/ 1519542 w 1637567"/>
                <a:gd name="connsiteY826" fmla="*/ 368998 h 1745962"/>
                <a:gd name="connsiteX827" fmla="*/ 1523936 w 1637567"/>
                <a:gd name="connsiteY827" fmla="*/ 355529 h 1745962"/>
                <a:gd name="connsiteX828" fmla="*/ 1525374 w 1637567"/>
                <a:gd name="connsiteY828" fmla="*/ 351042 h 1745962"/>
                <a:gd name="connsiteX829" fmla="*/ 1526844 w 1637567"/>
                <a:gd name="connsiteY829" fmla="*/ 346524 h 1745962"/>
                <a:gd name="connsiteX830" fmla="*/ 1528305 w 1637567"/>
                <a:gd name="connsiteY830" fmla="*/ 342036 h 1745962"/>
                <a:gd name="connsiteX831" fmla="*/ 1529744 w 1637567"/>
                <a:gd name="connsiteY831" fmla="*/ 337510 h 1745962"/>
                <a:gd name="connsiteX832" fmla="*/ 1534137 w 1637567"/>
                <a:gd name="connsiteY832" fmla="*/ 323955 h 1745962"/>
                <a:gd name="connsiteX833" fmla="*/ 1535575 w 1637567"/>
                <a:gd name="connsiteY833" fmla="*/ 319437 h 1745962"/>
                <a:gd name="connsiteX834" fmla="*/ 1537037 w 1637567"/>
                <a:gd name="connsiteY834" fmla="*/ 314918 h 1745962"/>
                <a:gd name="connsiteX835" fmla="*/ 1538507 w 1637567"/>
                <a:gd name="connsiteY835" fmla="*/ 310369 h 1745962"/>
                <a:gd name="connsiteX836" fmla="*/ 1539938 w 1637567"/>
                <a:gd name="connsiteY836" fmla="*/ 305850 h 1745962"/>
                <a:gd name="connsiteX837" fmla="*/ 1544339 w 1637567"/>
                <a:gd name="connsiteY837" fmla="*/ 292201 h 1745962"/>
                <a:gd name="connsiteX838" fmla="*/ 1545769 w 1637567"/>
                <a:gd name="connsiteY838" fmla="*/ 287652 h 1745962"/>
                <a:gd name="connsiteX839" fmla="*/ 1547239 w 1637567"/>
                <a:gd name="connsiteY839" fmla="*/ 283071 h 1745962"/>
                <a:gd name="connsiteX840" fmla="*/ 1548701 w 1637567"/>
                <a:gd name="connsiteY840" fmla="*/ 278521 h 1745962"/>
                <a:gd name="connsiteX841" fmla="*/ 1550139 w 1637567"/>
                <a:gd name="connsiteY841" fmla="*/ 273972 h 1745962"/>
                <a:gd name="connsiteX842" fmla="*/ 1554532 w 1637567"/>
                <a:gd name="connsiteY842" fmla="*/ 260229 h 1745962"/>
                <a:gd name="connsiteX843" fmla="*/ 1555971 w 1637567"/>
                <a:gd name="connsiteY843" fmla="*/ 255648 h 1745962"/>
                <a:gd name="connsiteX844" fmla="*/ 1558902 w 1637567"/>
                <a:gd name="connsiteY844" fmla="*/ 246486 h 1745962"/>
                <a:gd name="connsiteX845" fmla="*/ 1560341 w 1637567"/>
                <a:gd name="connsiteY845" fmla="*/ 241905 h 1745962"/>
                <a:gd name="connsiteX846" fmla="*/ 1561802 w 1637567"/>
                <a:gd name="connsiteY846" fmla="*/ 237293 h 1745962"/>
                <a:gd name="connsiteX847" fmla="*/ 1563272 w 1637567"/>
                <a:gd name="connsiteY847" fmla="*/ 232712 h 1745962"/>
                <a:gd name="connsiteX848" fmla="*/ 1564734 w 1637567"/>
                <a:gd name="connsiteY848" fmla="*/ 228100 h 1745962"/>
                <a:gd name="connsiteX849" fmla="*/ 1566172 w 1637567"/>
                <a:gd name="connsiteY849" fmla="*/ 223488 h 1745962"/>
                <a:gd name="connsiteX850" fmla="*/ 1569104 w 1637567"/>
                <a:gd name="connsiteY850" fmla="*/ 214271 h 1745962"/>
                <a:gd name="connsiteX851" fmla="*/ 1570534 w 1637567"/>
                <a:gd name="connsiteY851" fmla="*/ 209659 h 1745962"/>
                <a:gd name="connsiteX852" fmla="*/ 1573466 w 1637567"/>
                <a:gd name="connsiteY852" fmla="*/ 200435 h 1745962"/>
                <a:gd name="connsiteX853" fmla="*/ 1574904 w 1637567"/>
                <a:gd name="connsiteY853" fmla="*/ 195822 h 1745962"/>
                <a:gd name="connsiteX854" fmla="*/ 1576366 w 1637567"/>
                <a:gd name="connsiteY854" fmla="*/ 191187 h 1745962"/>
                <a:gd name="connsiteX855" fmla="*/ 1577836 w 1637567"/>
                <a:gd name="connsiteY855" fmla="*/ 186575 h 1745962"/>
                <a:gd name="connsiteX856" fmla="*/ 1579298 w 1637567"/>
                <a:gd name="connsiteY856" fmla="*/ 181931 h 1745962"/>
                <a:gd name="connsiteX857" fmla="*/ 1580736 w 1637567"/>
                <a:gd name="connsiteY857" fmla="*/ 177288 h 1745962"/>
                <a:gd name="connsiteX858" fmla="*/ 1582205 w 1637567"/>
                <a:gd name="connsiteY858" fmla="*/ 172675 h 1745962"/>
                <a:gd name="connsiteX859" fmla="*/ 1583667 w 1637567"/>
                <a:gd name="connsiteY859" fmla="*/ 168040 h 1745962"/>
                <a:gd name="connsiteX860" fmla="*/ 1585106 w 1637567"/>
                <a:gd name="connsiteY860" fmla="*/ 163396 h 1745962"/>
                <a:gd name="connsiteX861" fmla="*/ 1589499 w 1637567"/>
                <a:gd name="connsiteY861" fmla="*/ 149474 h 1745962"/>
                <a:gd name="connsiteX862" fmla="*/ 1590937 w 1637567"/>
                <a:gd name="connsiteY862" fmla="*/ 144830 h 1745962"/>
                <a:gd name="connsiteX863" fmla="*/ 1592399 w 1637567"/>
                <a:gd name="connsiteY863" fmla="*/ 140156 h 1745962"/>
                <a:gd name="connsiteX864" fmla="*/ 1593869 w 1637567"/>
                <a:gd name="connsiteY864" fmla="*/ 135520 h 1745962"/>
                <a:gd name="connsiteX865" fmla="*/ 1595299 w 1637567"/>
                <a:gd name="connsiteY865" fmla="*/ 130845 h 1745962"/>
                <a:gd name="connsiteX866" fmla="*/ 1596769 w 1637567"/>
                <a:gd name="connsiteY866" fmla="*/ 126202 h 1745962"/>
                <a:gd name="connsiteX867" fmla="*/ 1598231 w 1637567"/>
                <a:gd name="connsiteY867" fmla="*/ 121535 h 1745962"/>
                <a:gd name="connsiteX868" fmla="*/ 1599700 w 1637567"/>
                <a:gd name="connsiteY868" fmla="*/ 116891 h 1745962"/>
                <a:gd name="connsiteX869" fmla="*/ 1601131 w 1637567"/>
                <a:gd name="connsiteY869" fmla="*/ 112217 h 1745962"/>
                <a:gd name="connsiteX870" fmla="*/ 1602601 w 1637567"/>
                <a:gd name="connsiteY870" fmla="*/ 107573 h 1745962"/>
                <a:gd name="connsiteX871" fmla="*/ 1604063 w 1637567"/>
                <a:gd name="connsiteY871" fmla="*/ 102906 h 1745962"/>
                <a:gd name="connsiteX872" fmla="*/ 1605501 w 1637567"/>
                <a:gd name="connsiteY872" fmla="*/ 98232 h 1745962"/>
                <a:gd name="connsiteX873" fmla="*/ 1609894 w 1637567"/>
                <a:gd name="connsiteY873" fmla="*/ 84215 h 1745962"/>
                <a:gd name="connsiteX874" fmla="*/ 1611333 w 1637567"/>
                <a:gd name="connsiteY874" fmla="*/ 79541 h 1745962"/>
                <a:gd name="connsiteX875" fmla="*/ 1614264 w 1637567"/>
                <a:gd name="connsiteY875" fmla="*/ 70199 h 1745962"/>
                <a:gd name="connsiteX876" fmla="*/ 1615702 w 1637567"/>
                <a:gd name="connsiteY876" fmla="*/ 65524 h 1745962"/>
                <a:gd name="connsiteX877" fmla="*/ 1620096 w 1637567"/>
                <a:gd name="connsiteY877" fmla="*/ 51508 h 1745962"/>
                <a:gd name="connsiteX878" fmla="*/ 1621534 w 1637567"/>
                <a:gd name="connsiteY878" fmla="*/ 46810 h 1745962"/>
                <a:gd name="connsiteX879" fmla="*/ 1624466 w 1637567"/>
                <a:gd name="connsiteY879" fmla="*/ 37468 h 1745962"/>
                <a:gd name="connsiteX880" fmla="*/ 1625896 w 1637567"/>
                <a:gd name="connsiteY880" fmla="*/ 32793 h 1745962"/>
                <a:gd name="connsiteX881" fmla="*/ 1627366 w 1637567"/>
                <a:gd name="connsiteY881" fmla="*/ 28087 h 1745962"/>
                <a:gd name="connsiteX882" fmla="*/ 1628828 w 1637567"/>
                <a:gd name="connsiteY882" fmla="*/ 23420 h 1745962"/>
                <a:gd name="connsiteX883" fmla="*/ 1630266 w 1637567"/>
                <a:gd name="connsiteY883" fmla="*/ 18746 h 1745962"/>
                <a:gd name="connsiteX884" fmla="*/ 1631728 w 1637567"/>
                <a:gd name="connsiteY884" fmla="*/ 14048 h 1745962"/>
                <a:gd name="connsiteX885" fmla="*/ 1633197 w 1637567"/>
                <a:gd name="connsiteY885" fmla="*/ 9373 h 1745962"/>
                <a:gd name="connsiteX886" fmla="*/ 1634659 w 1637567"/>
                <a:gd name="connsiteY886" fmla="*/ 4667 h 1745962"/>
                <a:gd name="connsiteX887" fmla="*/ 1636098 w 1637567"/>
                <a:gd name="connsiteY887" fmla="*/ 0 h 1745962"/>
                <a:gd name="connsiteX888" fmla="*/ 1637567 w 1637567"/>
                <a:gd name="connsiteY888" fmla="*/ 1745962 h 1745962"/>
                <a:gd name="connsiteX889" fmla="*/ 0 w 1637567"/>
                <a:gd name="connsiteY889"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7567" h="1745962">
                  <a:moveTo>
                    <a:pt x="1466" y="1744985"/>
                  </a:moveTo>
                  <a:lnTo>
                    <a:pt x="2901" y="1744985"/>
                  </a:lnTo>
                  <a:lnTo>
                    <a:pt x="4367" y="1744954"/>
                  </a:lnTo>
                  <a:lnTo>
                    <a:pt x="7298" y="1744954"/>
                  </a:lnTo>
                  <a:lnTo>
                    <a:pt x="8733" y="1744930"/>
                  </a:lnTo>
                  <a:lnTo>
                    <a:pt x="11665" y="1744930"/>
                  </a:lnTo>
                  <a:lnTo>
                    <a:pt x="13100" y="1744899"/>
                  </a:lnTo>
                  <a:lnTo>
                    <a:pt x="16032" y="1744899"/>
                  </a:lnTo>
                  <a:lnTo>
                    <a:pt x="17497" y="1744868"/>
                  </a:lnTo>
                  <a:lnTo>
                    <a:pt x="18933" y="1744868"/>
                  </a:lnTo>
                  <a:lnTo>
                    <a:pt x="20398" y="1744836"/>
                  </a:lnTo>
                  <a:lnTo>
                    <a:pt x="23299" y="1744836"/>
                  </a:lnTo>
                  <a:lnTo>
                    <a:pt x="24765" y="1744805"/>
                  </a:lnTo>
                  <a:lnTo>
                    <a:pt x="26231" y="1744805"/>
                  </a:lnTo>
                  <a:lnTo>
                    <a:pt x="27666" y="1744774"/>
                  </a:lnTo>
                  <a:lnTo>
                    <a:pt x="30598" y="1744774"/>
                  </a:lnTo>
                  <a:lnTo>
                    <a:pt x="32063" y="1744743"/>
                  </a:lnTo>
                  <a:lnTo>
                    <a:pt x="33498" y="1744743"/>
                  </a:lnTo>
                  <a:lnTo>
                    <a:pt x="34964" y="1744711"/>
                  </a:lnTo>
                  <a:lnTo>
                    <a:pt x="37864" y="1744711"/>
                  </a:lnTo>
                  <a:lnTo>
                    <a:pt x="39330" y="1744680"/>
                  </a:lnTo>
                  <a:lnTo>
                    <a:pt x="40796" y="1744680"/>
                  </a:lnTo>
                  <a:lnTo>
                    <a:pt x="42262" y="1744649"/>
                  </a:lnTo>
                  <a:lnTo>
                    <a:pt x="43697" y="1744649"/>
                  </a:lnTo>
                  <a:lnTo>
                    <a:pt x="45163" y="1744618"/>
                  </a:lnTo>
                  <a:lnTo>
                    <a:pt x="46628" y="1744618"/>
                  </a:lnTo>
                  <a:lnTo>
                    <a:pt x="48064" y="1744594"/>
                  </a:lnTo>
                  <a:lnTo>
                    <a:pt x="49529" y="1744594"/>
                  </a:lnTo>
                  <a:lnTo>
                    <a:pt x="50995" y="1744563"/>
                  </a:lnTo>
                  <a:lnTo>
                    <a:pt x="52461" y="1744563"/>
                  </a:lnTo>
                  <a:lnTo>
                    <a:pt x="53896" y="1744531"/>
                  </a:lnTo>
                  <a:lnTo>
                    <a:pt x="55362" y="1744531"/>
                  </a:lnTo>
                  <a:lnTo>
                    <a:pt x="56828" y="1744500"/>
                  </a:lnTo>
                  <a:lnTo>
                    <a:pt x="58263" y="1744500"/>
                  </a:lnTo>
                  <a:lnTo>
                    <a:pt x="59729" y="1744469"/>
                  </a:lnTo>
                  <a:lnTo>
                    <a:pt x="61194" y="1744469"/>
                  </a:lnTo>
                  <a:lnTo>
                    <a:pt x="62660" y="1744438"/>
                  </a:lnTo>
                  <a:lnTo>
                    <a:pt x="64095" y="1744438"/>
                  </a:lnTo>
                  <a:lnTo>
                    <a:pt x="65561" y="1744406"/>
                  </a:lnTo>
                  <a:lnTo>
                    <a:pt x="67027" y="1744406"/>
                  </a:lnTo>
                  <a:lnTo>
                    <a:pt x="68462" y="1744375"/>
                  </a:lnTo>
                  <a:lnTo>
                    <a:pt x="69928" y="1744375"/>
                  </a:lnTo>
                  <a:lnTo>
                    <a:pt x="71393" y="1744344"/>
                  </a:lnTo>
                  <a:lnTo>
                    <a:pt x="72859" y="1744344"/>
                  </a:lnTo>
                  <a:lnTo>
                    <a:pt x="74294" y="1744313"/>
                  </a:lnTo>
                  <a:lnTo>
                    <a:pt x="75760" y="1744313"/>
                  </a:lnTo>
                  <a:lnTo>
                    <a:pt x="77226" y="1744281"/>
                  </a:lnTo>
                  <a:lnTo>
                    <a:pt x="78661" y="1744281"/>
                  </a:lnTo>
                  <a:lnTo>
                    <a:pt x="81593" y="1744227"/>
                  </a:lnTo>
                  <a:lnTo>
                    <a:pt x="83058" y="1744227"/>
                  </a:lnTo>
                  <a:lnTo>
                    <a:pt x="84494" y="1744195"/>
                  </a:lnTo>
                  <a:lnTo>
                    <a:pt x="85959" y="1744195"/>
                  </a:lnTo>
                  <a:lnTo>
                    <a:pt x="87425" y="1744164"/>
                  </a:lnTo>
                  <a:lnTo>
                    <a:pt x="88860" y="1744133"/>
                  </a:lnTo>
                  <a:lnTo>
                    <a:pt x="90326" y="1744133"/>
                  </a:lnTo>
                  <a:lnTo>
                    <a:pt x="91792" y="1744102"/>
                  </a:lnTo>
                  <a:lnTo>
                    <a:pt x="93227" y="1744102"/>
                  </a:lnTo>
                  <a:lnTo>
                    <a:pt x="96159" y="1744039"/>
                  </a:lnTo>
                  <a:lnTo>
                    <a:pt x="97624" y="1744039"/>
                  </a:lnTo>
                  <a:lnTo>
                    <a:pt x="99060" y="1744008"/>
                  </a:lnTo>
                  <a:lnTo>
                    <a:pt x="100525" y="1743977"/>
                  </a:lnTo>
                  <a:lnTo>
                    <a:pt x="101991" y="1743977"/>
                  </a:lnTo>
                  <a:lnTo>
                    <a:pt x="103426" y="1743945"/>
                  </a:lnTo>
                  <a:lnTo>
                    <a:pt x="104892" y="1743922"/>
                  </a:lnTo>
                  <a:lnTo>
                    <a:pt x="106358" y="1743922"/>
                  </a:lnTo>
                  <a:lnTo>
                    <a:pt x="107824" y="1743890"/>
                  </a:lnTo>
                  <a:lnTo>
                    <a:pt x="109259" y="1743859"/>
                  </a:lnTo>
                  <a:lnTo>
                    <a:pt x="110725" y="1743859"/>
                  </a:lnTo>
                  <a:lnTo>
                    <a:pt x="112190" y="1743828"/>
                  </a:lnTo>
                  <a:lnTo>
                    <a:pt x="113625" y="1743797"/>
                  </a:lnTo>
                  <a:lnTo>
                    <a:pt x="115091" y="1743765"/>
                  </a:lnTo>
                  <a:lnTo>
                    <a:pt x="116556" y="1743765"/>
                  </a:lnTo>
                  <a:lnTo>
                    <a:pt x="118023" y="1743734"/>
                  </a:lnTo>
                  <a:lnTo>
                    <a:pt x="119457" y="1743703"/>
                  </a:lnTo>
                  <a:lnTo>
                    <a:pt x="120923" y="1743672"/>
                  </a:lnTo>
                  <a:lnTo>
                    <a:pt x="122389" y="1743672"/>
                  </a:lnTo>
                  <a:lnTo>
                    <a:pt x="123824" y="1743640"/>
                  </a:lnTo>
                  <a:lnTo>
                    <a:pt x="126755" y="1743586"/>
                  </a:lnTo>
                  <a:lnTo>
                    <a:pt x="128221" y="1743586"/>
                  </a:lnTo>
                  <a:lnTo>
                    <a:pt x="129656" y="1743554"/>
                  </a:lnTo>
                  <a:lnTo>
                    <a:pt x="132588" y="1743492"/>
                  </a:lnTo>
                  <a:lnTo>
                    <a:pt x="134023" y="1743461"/>
                  </a:lnTo>
                  <a:lnTo>
                    <a:pt x="135489" y="1743461"/>
                  </a:lnTo>
                  <a:lnTo>
                    <a:pt x="138420" y="1743398"/>
                  </a:lnTo>
                  <a:lnTo>
                    <a:pt x="139856" y="1743367"/>
                  </a:lnTo>
                  <a:lnTo>
                    <a:pt x="142787" y="1743304"/>
                  </a:lnTo>
                  <a:lnTo>
                    <a:pt x="144222" y="1743281"/>
                  </a:lnTo>
                  <a:lnTo>
                    <a:pt x="145688" y="1743281"/>
                  </a:lnTo>
                  <a:lnTo>
                    <a:pt x="147154" y="1743249"/>
                  </a:lnTo>
                  <a:lnTo>
                    <a:pt x="148589" y="1743218"/>
                  </a:lnTo>
                  <a:lnTo>
                    <a:pt x="152986" y="1743124"/>
                  </a:lnTo>
                  <a:lnTo>
                    <a:pt x="154421" y="1743093"/>
                  </a:lnTo>
                  <a:lnTo>
                    <a:pt x="157353" y="1743031"/>
                  </a:lnTo>
                  <a:lnTo>
                    <a:pt x="158788" y="1742999"/>
                  </a:lnTo>
                  <a:lnTo>
                    <a:pt x="163185" y="1742913"/>
                  </a:lnTo>
                  <a:lnTo>
                    <a:pt x="164621" y="1742882"/>
                  </a:lnTo>
                  <a:lnTo>
                    <a:pt x="167552" y="1742820"/>
                  </a:lnTo>
                  <a:lnTo>
                    <a:pt x="168987" y="1742788"/>
                  </a:lnTo>
                  <a:lnTo>
                    <a:pt x="173385" y="1742695"/>
                  </a:lnTo>
                  <a:lnTo>
                    <a:pt x="174820" y="1742663"/>
                  </a:lnTo>
                  <a:lnTo>
                    <a:pt x="177751" y="1742608"/>
                  </a:lnTo>
                  <a:lnTo>
                    <a:pt x="179187" y="1742577"/>
                  </a:lnTo>
                  <a:lnTo>
                    <a:pt x="183584" y="1742483"/>
                  </a:lnTo>
                  <a:lnTo>
                    <a:pt x="185019" y="1742452"/>
                  </a:lnTo>
                  <a:lnTo>
                    <a:pt x="186485" y="1742390"/>
                  </a:lnTo>
                  <a:lnTo>
                    <a:pt x="187950" y="1742358"/>
                  </a:lnTo>
                  <a:lnTo>
                    <a:pt x="189386" y="1742327"/>
                  </a:lnTo>
                  <a:lnTo>
                    <a:pt x="193783" y="1742241"/>
                  </a:lnTo>
                  <a:lnTo>
                    <a:pt x="195218" y="1742179"/>
                  </a:lnTo>
                  <a:lnTo>
                    <a:pt x="198150" y="1742116"/>
                  </a:lnTo>
                  <a:lnTo>
                    <a:pt x="199584" y="1742085"/>
                  </a:lnTo>
                  <a:lnTo>
                    <a:pt x="201050" y="1742054"/>
                  </a:lnTo>
                  <a:lnTo>
                    <a:pt x="202516" y="1741991"/>
                  </a:lnTo>
                  <a:lnTo>
                    <a:pt x="203981" y="1741967"/>
                  </a:lnTo>
                  <a:lnTo>
                    <a:pt x="205417" y="1741936"/>
                  </a:lnTo>
                  <a:lnTo>
                    <a:pt x="206882" y="1741874"/>
                  </a:lnTo>
                  <a:lnTo>
                    <a:pt x="208348" y="1741842"/>
                  </a:lnTo>
                  <a:lnTo>
                    <a:pt x="209783" y="1741811"/>
                  </a:lnTo>
                  <a:lnTo>
                    <a:pt x="211249" y="1741780"/>
                  </a:lnTo>
                  <a:lnTo>
                    <a:pt x="212715" y="1741717"/>
                  </a:lnTo>
                  <a:lnTo>
                    <a:pt x="214150" y="1741686"/>
                  </a:lnTo>
                  <a:lnTo>
                    <a:pt x="215616" y="1741663"/>
                  </a:lnTo>
                  <a:lnTo>
                    <a:pt x="217081" y="1741600"/>
                  </a:lnTo>
                  <a:lnTo>
                    <a:pt x="218547" y="1741569"/>
                  </a:lnTo>
                  <a:lnTo>
                    <a:pt x="219982" y="1741506"/>
                  </a:lnTo>
                  <a:lnTo>
                    <a:pt x="222914" y="1741444"/>
                  </a:lnTo>
                  <a:lnTo>
                    <a:pt x="224349" y="1741381"/>
                  </a:lnTo>
                  <a:lnTo>
                    <a:pt x="225815" y="1741350"/>
                  </a:lnTo>
                  <a:lnTo>
                    <a:pt x="227281" y="1741295"/>
                  </a:lnTo>
                  <a:lnTo>
                    <a:pt x="228746" y="1741264"/>
                  </a:lnTo>
                  <a:lnTo>
                    <a:pt x="230182" y="1741201"/>
                  </a:lnTo>
                  <a:lnTo>
                    <a:pt x="231647" y="1741170"/>
                  </a:lnTo>
                  <a:lnTo>
                    <a:pt x="233113" y="1741108"/>
                  </a:lnTo>
                  <a:lnTo>
                    <a:pt x="234548" y="1741076"/>
                  </a:lnTo>
                  <a:lnTo>
                    <a:pt x="236014" y="1741021"/>
                  </a:lnTo>
                  <a:lnTo>
                    <a:pt x="237480" y="1740990"/>
                  </a:lnTo>
                  <a:lnTo>
                    <a:pt x="238946" y="1740928"/>
                  </a:lnTo>
                  <a:lnTo>
                    <a:pt x="240381" y="1740896"/>
                  </a:lnTo>
                  <a:lnTo>
                    <a:pt x="243312" y="1740771"/>
                  </a:lnTo>
                  <a:lnTo>
                    <a:pt x="244748" y="1740740"/>
                  </a:lnTo>
                  <a:lnTo>
                    <a:pt x="247679" y="1740623"/>
                  </a:lnTo>
                  <a:lnTo>
                    <a:pt x="249145" y="1740592"/>
                  </a:lnTo>
                  <a:lnTo>
                    <a:pt x="250580" y="1740529"/>
                  </a:lnTo>
                  <a:lnTo>
                    <a:pt x="252046" y="1740467"/>
                  </a:lnTo>
                  <a:lnTo>
                    <a:pt x="253511" y="1740435"/>
                  </a:lnTo>
                  <a:lnTo>
                    <a:pt x="254947" y="1740373"/>
                  </a:lnTo>
                  <a:lnTo>
                    <a:pt x="256412" y="1740318"/>
                  </a:lnTo>
                  <a:lnTo>
                    <a:pt x="257878" y="1740287"/>
                  </a:lnTo>
                  <a:lnTo>
                    <a:pt x="259344" y="1740224"/>
                  </a:lnTo>
                  <a:lnTo>
                    <a:pt x="260779" y="1740162"/>
                  </a:lnTo>
                  <a:lnTo>
                    <a:pt x="263711" y="1740037"/>
                  </a:lnTo>
                  <a:lnTo>
                    <a:pt x="265146" y="1740013"/>
                  </a:lnTo>
                  <a:lnTo>
                    <a:pt x="268077" y="1739888"/>
                  </a:lnTo>
                  <a:lnTo>
                    <a:pt x="269513" y="1739826"/>
                  </a:lnTo>
                  <a:lnTo>
                    <a:pt x="273910" y="1739646"/>
                  </a:lnTo>
                  <a:lnTo>
                    <a:pt x="275345" y="1739583"/>
                  </a:lnTo>
                  <a:lnTo>
                    <a:pt x="278277" y="1739458"/>
                  </a:lnTo>
                  <a:lnTo>
                    <a:pt x="279709" y="1739396"/>
                  </a:lnTo>
                  <a:lnTo>
                    <a:pt x="284110" y="1739216"/>
                  </a:lnTo>
                  <a:lnTo>
                    <a:pt x="285540" y="1739153"/>
                  </a:lnTo>
                  <a:lnTo>
                    <a:pt x="288472" y="1739036"/>
                  </a:lnTo>
                  <a:lnTo>
                    <a:pt x="289910" y="1738973"/>
                  </a:lnTo>
                  <a:lnTo>
                    <a:pt x="294311" y="1738786"/>
                  </a:lnTo>
                  <a:lnTo>
                    <a:pt x="295742" y="1738700"/>
                  </a:lnTo>
                  <a:lnTo>
                    <a:pt x="298673" y="1738575"/>
                  </a:lnTo>
                  <a:lnTo>
                    <a:pt x="300112" y="1738512"/>
                  </a:lnTo>
                  <a:lnTo>
                    <a:pt x="301574" y="1738419"/>
                  </a:lnTo>
                  <a:lnTo>
                    <a:pt x="304505" y="1738301"/>
                  </a:lnTo>
                  <a:lnTo>
                    <a:pt x="305943" y="1738239"/>
                  </a:lnTo>
                  <a:lnTo>
                    <a:pt x="307405" y="1738145"/>
                  </a:lnTo>
                  <a:lnTo>
                    <a:pt x="308875" y="1738082"/>
                  </a:lnTo>
                  <a:lnTo>
                    <a:pt x="310305" y="1737996"/>
                  </a:lnTo>
                  <a:lnTo>
                    <a:pt x="313237" y="1737871"/>
                  </a:lnTo>
                  <a:lnTo>
                    <a:pt x="314707" y="1737778"/>
                  </a:lnTo>
                  <a:lnTo>
                    <a:pt x="316137" y="1737723"/>
                  </a:lnTo>
                  <a:lnTo>
                    <a:pt x="317607" y="1737629"/>
                  </a:lnTo>
                  <a:lnTo>
                    <a:pt x="319076" y="1737566"/>
                  </a:lnTo>
                  <a:lnTo>
                    <a:pt x="320507" y="1737473"/>
                  </a:lnTo>
                  <a:lnTo>
                    <a:pt x="321977" y="1737418"/>
                  </a:lnTo>
                  <a:lnTo>
                    <a:pt x="323438" y="1737324"/>
                  </a:lnTo>
                  <a:lnTo>
                    <a:pt x="324908" y="1737261"/>
                  </a:lnTo>
                  <a:lnTo>
                    <a:pt x="326339" y="1737168"/>
                  </a:lnTo>
                  <a:lnTo>
                    <a:pt x="327808" y="1737082"/>
                  </a:lnTo>
                  <a:lnTo>
                    <a:pt x="329270" y="1737019"/>
                  </a:lnTo>
                  <a:lnTo>
                    <a:pt x="330709" y="1736925"/>
                  </a:lnTo>
                  <a:lnTo>
                    <a:pt x="332170" y="1736832"/>
                  </a:lnTo>
                  <a:lnTo>
                    <a:pt x="333640" y="1736777"/>
                  </a:lnTo>
                  <a:lnTo>
                    <a:pt x="335071" y="1736683"/>
                  </a:lnTo>
                  <a:lnTo>
                    <a:pt x="339472" y="1736409"/>
                  </a:lnTo>
                  <a:lnTo>
                    <a:pt x="340902" y="1736347"/>
                  </a:lnTo>
                  <a:lnTo>
                    <a:pt x="343834" y="1736159"/>
                  </a:lnTo>
                  <a:lnTo>
                    <a:pt x="345272" y="1736073"/>
                  </a:lnTo>
                  <a:lnTo>
                    <a:pt x="349673" y="1735800"/>
                  </a:lnTo>
                  <a:lnTo>
                    <a:pt x="351104" y="1735706"/>
                  </a:lnTo>
                  <a:lnTo>
                    <a:pt x="354035" y="1735518"/>
                  </a:lnTo>
                  <a:lnTo>
                    <a:pt x="355474" y="1735432"/>
                  </a:lnTo>
                  <a:lnTo>
                    <a:pt x="359867" y="1735159"/>
                  </a:lnTo>
                  <a:lnTo>
                    <a:pt x="361305" y="1735034"/>
                  </a:lnTo>
                  <a:lnTo>
                    <a:pt x="364237" y="1734846"/>
                  </a:lnTo>
                  <a:lnTo>
                    <a:pt x="365667" y="1734760"/>
                  </a:lnTo>
                  <a:lnTo>
                    <a:pt x="367137" y="1734666"/>
                  </a:lnTo>
                  <a:lnTo>
                    <a:pt x="368599" y="1734541"/>
                  </a:lnTo>
                  <a:lnTo>
                    <a:pt x="370068" y="1734455"/>
                  </a:lnTo>
                  <a:lnTo>
                    <a:pt x="371507" y="1734361"/>
                  </a:lnTo>
                  <a:lnTo>
                    <a:pt x="372969" y="1734236"/>
                  </a:lnTo>
                  <a:lnTo>
                    <a:pt x="374438" y="1734150"/>
                  </a:lnTo>
                  <a:lnTo>
                    <a:pt x="375869" y="1734025"/>
                  </a:lnTo>
                  <a:lnTo>
                    <a:pt x="377338" y="1733931"/>
                  </a:lnTo>
                  <a:lnTo>
                    <a:pt x="378800" y="1733814"/>
                  </a:lnTo>
                  <a:lnTo>
                    <a:pt x="380270" y="1733720"/>
                  </a:lnTo>
                  <a:lnTo>
                    <a:pt x="381701" y="1733595"/>
                  </a:lnTo>
                  <a:lnTo>
                    <a:pt x="383170" y="1733509"/>
                  </a:lnTo>
                  <a:lnTo>
                    <a:pt x="384632" y="1733384"/>
                  </a:lnTo>
                  <a:lnTo>
                    <a:pt x="386070" y="1733259"/>
                  </a:lnTo>
                  <a:lnTo>
                    <a:pt x="387532" y="1733173"/>
                  </a:lnTo>
                  <a:lnTo>
                    <a:pt x="390464" y="1732923"/>
                  </a:lnTo>
                  <a:lnTo>
                    <a:pt x="391902" y="1732837"/>
                  </a:lnTo>
                  <a:lnTo>
                    <a:pt x="394834" y="1732587"/>
                  </a:lnTo>
                  <a:lnTo>
                    <a:pt x="396264" y="1732469"/>
                  </a:lnTo>
                  <a:lnTo>
                    <a:pt x="399203" y="1732219"/>
                  </a:lnTo>
                  <a:lnTo>
                    <a:pt x="400634" y="1732102"/>
                  </a:lnTo>
                  <a:lnTo>
                    <a:pt x="405035" y="1731735"/>
                  </a:lnTo>
                  <a:lnTo>
                    <a:pt x="406466" y="1731610"/>
                  </a:lnTo>
                  <a:lnTo>
                    <a:pt x="409397" y="1731367"/>
                  </a:lnTo>
                  <a:lnTo>
                    <a:pt x="410835" y="1731250"/>
                  </a:lnTo>
                  <a:lnTo>
                    <a:pt x="412297" y="1731125"/>
                  </a:lnTo>
                  <a:lnTo>
                    <a:pt x="413767" y="1730969"/>
                  </a:lnTo>
                  <a:lnTo>
                    <a:pt x="415229" y="1730851"/>
                  </a:lnTo>
                  <a:lnTo>
                    <a:pt x="416667" y="1730726"/>
                  </a:lnTo>
                  <a:lnTo>
                    <a:pt x="418129" y="1730601"/>
                  </a:lnTo>
                  <a:lnTo>
                    <a:pt x="419599" y="1730453"/>
                  </a:lnTo>
                  <a:lnTo>
                    <a:pt x="421029" y="1730328"/>
                  </a:lnTo>
                  <a:lnTo>
                    <a:pt x="422499" y="1730179"/>
                  </a:lnTo>
                  <a:lnTo>
                    <a:pt x="423961" y="1730054"/>
                  </a:lnTo>
                  <a:lnTo>
                    <a:pt x="425430" y="1729905"/>
                  </a:lnTo>
                  <a:lnTo>
                    <a:pt x="426869" y="1729780"/>
                  </a:lnTo>
                  <a:lnTo>
                    <a:pt x="428331" y="1729624"/>
                  </a:lnTo>
                  <a:lnTo>
                    <a:pt x="429800" y="1729507"/>
                  </a:lnTo>
                  <a:lnTo>
                    <a:pt x="431231" y="1729350"/>
                  </a:lnTo>
                  <a:lnTo>
                    <a:pt x="432700" y="1729202"/>
                  </a:lnTo>
                  <a:lnTo>
                    <a:pt x="434162" y="1729077"/>
                  </a:lnTo>
                  <a:lnTo>
                    <a:pt x="435632" y="1728928"/>
                  </a:lnTo>
                  <a:lnTo>
                    <a:pt x="437062" y="1728772"/>
                  </a:lnTo>
                  <a:lnTo>
                    <a:pt x="439994" y="1728467"/>
                  </a:lnTo>
                  <a:lnTo>
                    <a:pt x="441432" y="1728311"/>
                  </a:lnTo>
                  <a:lnTo>
                    <a:pt x="442894" y="1728193"/>
                  </a:lnTo>
                  <a:lnTo>
                    <a:pt x="445826" y="1727889"/>
                  </a:lnTo>
                  <a:lnTo>
                    <a:pt x="447264" y="1727732"/>
                  </a:lnTo>
                  <a:lnTo>
                    <a:pt x="448726" y="1727552"/>
                  </a:lnTo>
                  <a:lnTo>
                    <a:pt x="450195" y="1727396"/>
                  </a:lnTo>
                  <a:lnTo>
                    <a:pt x="451634" y="1727248"/>
                  </a:lnTo>
                  <a:lnTo>
                    <a:pt x="454565" y="1726943"/>
                  </a:lnTo>
                  <a:lnTo>
                    <a:pt x="455996" y="1726755"/>
                  </a:lnTo>
                  <a:lnTo>
                    <a:pt x="458927" y="1726450"/>
                  </a:lnTo>
                  <a:lnTo>
                    <a:pt x="460397" y="1726270"/>
                  </a:lnTo>
                  <a:lnTo>
                    <a:pt x="461827" y="1726114"/>
                  </a:lnTo>
                  <a:lnTo>
                    <a:pt x="463297" y="1725934"/>
                  </a:lnTo>
                  <a:lnTo>
                    <a:pt x="464759" y="1725778"/>
                  </a:lnTo>
                  <a:lnTo>
                    <a:pt x="466197" y="1725598"/>
                  </a:lnTo>
                  <a:lnTo>
                    <a:pt x="467659" y="1725411"/>
                  </a:lnTo>
                  <a:lnTo>
                    <a:pt x="469129" y="1725262"/>
                  </a:lnTo>
                  <a:lnTo>
                    <a:pt x="470591" y="1725074"/>
                  </a:lnTo>
                  <a:lnTo>
                    <a:pt x="472029" y="1724895"/>
                  </a:lnTo>
                  <a:lnTo>
                    <a:pt x="473491" y="1724738"/>
                  </a:lnTo>
                  <a:lnTo>
                    <a:pt x="474960" y="1724558"/>
                  </a:lnTo>
                  <a:lnTo>
                    <a:pt x="476391" y="1724379"/>
                  </a:lnTo>
                  <a:lnTo>
                    <a:pt x="480792" y="1723824"/>
                  </a:lnTo>
                  <a:lnTo>
                    <a:pt x="482231" y="1723644"/>
                  </a:lnTo>
                  <a:lnTo>
                    <a:pt x="485162" y="1723276"/>
                  </a:lnTo>
                  <a:lnTo>
                    <a:pt x="486593" y="1723065"/>
                  </a:lnTo>
                  <a:lnTo>
                    <a:pt x="490994" y="1722510"/>
                  </a:lnTo>
                  <a:lnTo>
                    <a:pt x="492424" y="1722299"/>
                  </a:lnTo>
                  <a:lnTo>
                    <a:pt x="493894" y="1722119"/>
                  </a:lnTo>
                  <a:lnTo>
                    <a:pt x="495356" y="1721901"/>
                  </a:lnTo>
                  <a:lnTo>
                    <a:pt x="496794" y="1721721"/>
                  </a:lnTo>
                  <a:lnTo>
                    <a:pt x="499726" y="1721291"/>
                  </a:lnTo>
                  <a:lnTo>
                    <a:pt x="501187" y="1721111"/>
                  </a:lnTo>
                  <a:lnTo>
                    <a:pt x="502626" y="1720892"/>
                  </a:lnTo>
                  <a:lnTo>
                    <a:pt x="505557" y="1720470"/>
                  </a:lnTo>
                  <a:lnTo>
                    <a:pt x="506996" y="1720282"/>
                  </a:lnTo>
                  <a:lnTo>
                    <a:pt x="511389" y="1719641"/>
                  </a:lnTo>
                  <a:lnTo>
                    <a:pt x="512827" y="1719430"/>
                  </a:lnTo>
                  <a:lnTo>
                    <a:pt x="514289" y="1719188"/>
                  </a:lnTo>
                  <a:lnTo>
                    <a:pt x="515759" y="1718969"/>
                  </a:lnTo>
                  <a:lnTo>
                    <a:pt x="517189" y="1718758"/>
                  </a:lnTo>
                  <a:lnTo>
                    <a:pt x="518659" y="1718539"/>
                  </a:lnTo>
                  <a:lnTo>
                    <a:pt x="520121" y="1718297"/>
                  </a:lnTo>
                  <a:lnTo>
                    <a:pt x="521559" y="1718086"/>
                  </a:lnTo>
                  <a:lnTo>
                    <a:pt x="523021" y="1717843"/>
                  </a:lnTo>
                  <a:lnTo>
                    <a:pt x="524491" y="1717625"/>
                  </a:lnTo>
                  <a:lnTo>
                    <a:pt x="525952" y="1717382"/>
                  </a:lnTo>
                  <a:lnTo>
                    <a:pt x="527391" y="1717171"/>
                  </a:lnTo>
                  <a:lnTo>
                    <a:pt x="530322" y="1716679"/>
                  </a:lnTo>
                  <a:lnTo>
                    <a:pt x="531761" y="1716468"/>
                  </a:lnTo>
                  <a:lnTo>
                    <a:pt x="536154" y="1715733"/>
                  </a:lnTo>
                  <a:lnTo>
                    <a:pt x="537592" y="1715490"/>
                  </a:lnTo>
                  <a:lnTo>
                    <a:pt x="540524" y="1714998"/>
                  </a:lnTo>
                  <a:lnTo>
                    <a:pt x="541954" y="1714756"/>
                  </a:lnTo>
                  <a:lnTo>
                    <a:pt x="543424" y="1714482"/>
                  </a:lnTo>
                  <a:lnTo>
                    <a:pt x="546356" y="1713990"/>
                  </a:lnTo>
                  <a:lnTo>
                    <a:pt x="547786" y="1713716"/>
                  </a:lnTo>
                  <a:lnTo>
                    <a:pt x="549256" y="1713474"/>
                  </a:lnTo>
                  <a:lnTo>
                    <a:pt x="550718" y="1713200"/>
                  </a:lnTo>
                  <a:lnTo>
                    <a:pt x="552156" y="1712958"/>
                  </a:lnTo>
                  <a:lnTo>
                    <a:pt x="556549" y="1712129"/>
                  </a:lnTo>
                  <a:lnTo>
                    <a:pt x="557988" y="1711887"/>
                  </a:lnTo>
                  <a:lnTo>
                    <a:pt x="560919" y="1711339"/>
                  </a:lnTo>
                  <a:lnTo>
                    <a:pt x="562358" y="1711058"/>
                  </a:lnTo>
                  <a:lnTo>
                    <a:pt x="563819" y="1710784"/>
                  </a:lnTo>
                  <a:lnTo>
                    <a:pt x="565289" y="1710480"/>
                  </a:lnTo>
                  <a:lnTo>
                    <a:pt x="566751" y="1710206"/>
                  </a:lnTo>
                  <a:lnTo>
                    <a:pt x="568189" y="1709932"/>
                  </a:lnTo>
                  <a:lnTo>
                    <a:pt x="569651" y="1709659"/>
                  </a:lnTo>
                  <a:lnTo>
                    <a:pt x="571121" y="1709354"/>
                  </a:lnTo>
                  <a:lnTo>
                    <a:pt x="572551" y="1709080"/>
                  </a:lnTo>
                  <a:lnTo>
                    <a:pt x="575483" y="1708463"/>
                  </a:lnTo>
                  <a:lnTo>
                    <a:pt x="576952" y="1708189"/>
                  </a:lnTo>
                  <a:lnTo>
                    <a:pt x="578383" y="1707884"/>
                  </a:lnTo>
                  <a:lnTo>
                    <a:pt x="581314" y="1707274"/>
                  </a:lnTo>
                  <a:lnTo>
                    <a:pt x="582753" y="1706970"/>
                  </a:lnTo>
                  <a:lnTo>
                    <a:pt x="585684" y="1706360"/>
                  </a:lnTo>
                  <a:lnTo>
                    <a:pt x="587123" y="1706055"/>
                  </a:lnTo>
                  <a:lnTo>
                    <a:pt x="588584" y="1705750"/>
                  </a:lnTo>
                  <a:lnTo>
                    <a:pt x="590054" y="1705414"/>
                  </a:lnTo>
                  <a:lnTo>
                    <a:pt x="591516" y="1705109"/>
                  </a:lnTo>
                  <a:lnTo>
                    <a:pt x="592954" y="1704773"/>
                  </a:lnTo>
                  <a:lnTo>
                    <a:pt x="594416" y="1704468"/>
                  </a:lnTo>
                  <a:lnTo>
                    <a:pt x="595886" y="1704132"/>
                  </a:lnTo>
                  <a:lnTo>
                    <a:pt x="597316" y="1703827"/>
                  </a:lnTo>
                  <a:lnTo>
                    <a:pt x="601717" y="1702819"/>
                  </a:lnTo>
                  <a:lnTo>
                    <a:pt x="603148" y="1702482"/>
                  </a:lnTo>
                  <a:lnTo>
                    <a:pt x="606079" y="1701810"/>
                  </a:lnTo>
                  <a:lnTo>
                    <a:pt x="607518" y="1701474"/>
                  </a:lnTo>
                  <a:lnTo>
                    <a:pt x="608980" y="1701138"/>
                  </a:lnTo>
                  <a:lnTo>
                    <a:pt x="610449" y="1700771"/>
                  </a:lnTo>
                  <a:lnTo>
                    <a:pt x="611911" y="1700434"/>
                  </a:lnTo>
                  <a:lnTo>
                    <a:pt x="613350" y="1700067"/>
                  </a:lnTo>
                  <a:lnTo>
                    <a:pt x="614819" y="1699731"/>
                  </a:lnTo>
                  <a:lnTo>
                    <a:pt x="616281" y="1699363"/>
                  </a:lnTo>
                  <a:lnTo>
                    <a:pt x="617719" y="1698996"/>
                  </a:lnTo>
                  <a:lnTo>
                    <a:pt x="619181" y="1698636"/>
                  </a:lnTo>
                  <a:lnTo>
                    <a:pt x="620651" y="1698300"/>
                  </a:lnTo>
                  <a:lnTo>
                    <a:pt x="622113" y="1697933"/>
                  </a:lnTo>
                  <a:lnTo>
                    <a:pt x="623551" y="1697534"/>
                  </a:lnTo>
                  <a:lnTo>
                    <a:pt x="626482" y="1696799"/>
                  </a:lnTo>
                  <a:lnTo>
                    <a:pt x="627913" y="1696432"/>
                  </a:lnTo>
                  <a:lnTo>
                    <a:pt x="629383" y="1696041"/>
                  </a:lnTo>
                  <a:lnTo>
                    <a:pt x="630845" y="1695674"/>
                  </a:lnTo>
                  <a:lnTo>
                    <a:pt x="632314" y="1695275"/>
                  </a:lnTo>
                  <a:lnTo>
                    <a:pt x="633745" y="1694908"/>
                  </a:lnTo>
                  <a:lnTo>
                    <a:pt x="636676" y="1694118"/>
                  </a:lnTo>
                  <a:lnTo>
                    <a:pt x="638115" y="1693719"/>
                  </a:lnTo>
                  <a:lnTo>
                    <a:pt x="641046" y="1692922"/>
                  </a:lnTo>
                  <a:lnTo>
                    <a:pt x="642484" y="1692523"/>
                  </a:lnTo>
                  <a:lnTo>
                    <a:pt x="645416" y="1691734"/>
                  </a:lnTo>
                  <a:lnTo>
                    <a:pt x="646878" y="1691304"/>
                  </a:lnTo>
                  <a:lnTo>
                    <a:pt x="648316" y="1690905"/>
                  </a:lnTo>
                  <a:lnTo>
                    <a:pt x="651248" y="1690053"/>
                  </a:lnTo>
                  <a:lnTo>
                    <a:pt x="652678" y="1689654"/>
                  </a:lnTo>
                  <a:lnTo>
                    <a:pt x="657079" y="1688372"/>
                  </a:lnTo>
                  <a:lnTo>
                    <a:pt x="658510" y="1687942"/>
                  </a:lnTo>
                  <a:lnTo>
                    <a:pt x="659979" y="1687489"/>
                  </a:lnTo>
                  <a:lnTo>
                    <a:pt x="661441" y="1687059"/>
                  </a:lnTo>
                  <a:lnTo>
                    <a:pt x="662880" y="1686629"/>
                  </a:lnTo>
                  <a:lnTo>
                    <a:pt x="664341" y="1686176"/>
                  </a:lnTo>
                  <a:lnTo>
                    <a:pt x="665811" y="1685746"/>
                  </a:lnTo>
                  <a:lnTo>
                    <a:pt x="667273" y="1685292"/>
                  </a:lnTo>
                  <a:lnTo>
                    <a:pt x="668711" y="1684831"/>
                  </a:lnTo>
                  <a:lnTo>
                    <a:pt x="671643" y="1683916"/>
                  </a:lnTo>
                  <a:lnTo>
                    <a:pt x="673081" y="1683455"/>
                  </a:lnTo>
                  <a:lnTo>
                    <a:pt x="676013" y="1682541"/>
                  </a:lnTo>
                  <a:lnTo>
                    <a:pt x="677475" y="1682056"/>
                  </a:lnTo>
                  <a:lnTo>
                    <a:pt x="678913" y="1681595"/>
                  </a:lnTo>
                  <a:lnTo>
                    <a:pt x="681844" y="1680618"/>
                  </a:lnTo>
                  <a:lnTo>
                    <a:pt x="683275" y="1680156"/>
                  </a:lnTo>
                  <a:lnTo>
                    <a:pt x="687676" y="1678695"/>
                  </a:lnTo>
                  <a:lnTo>
                    <a:pt x="689107" y="1678202"/>
                  </a:lnTo>
                  <a:lnTo>
                    <a:pt x="690576" y="1677686"/>
                  </a:lnTo>
                  <a:lnTo>
                    <a:pt x="692038" y="1677194"/>
                  </a:lnTo>
                  <a:lnTo>
                    <a:pt x="693476" y="1676678"/>
                  </a:lnTo>
                  <a:lnTo>
                    <a:pt x="694946" y="1676193"/>
                  </a:lnTo>
                  <a:lnTo>
                    <a:pt x="697878" y="1675153"/>
                  </a:lnTo>
                  <a:lnTo>
                    <a:pt x="699308" y="1674630"/>
                  </a:lnTo>
                  <a:lnTo>
                    <a:pt x="702240" y="1673590"/>
                  </a:lnTo>
                  <a:lnTo>
                    <a:pt x="703678" y="1673074"/>
                  </a:lnTo>
                  <a:lnTo>
                    <a:pt x="705140" y="1672558"/>
                  </a:lnTo>
                  <a:lnTo>
                    <a:pt x="706609" y="1672003"/>
                  </a:lnTo>
                  <a:lnTo>
                    <a:pt x="708040" y="1671487"/>
                  </a:lnTo>
                  <a:lnTo>
                    <a:pt x="712441" y="1669838"/>
                  </a:lnTo>
                  <a:lnTo>
                    <a:pt x="713872" y="1669290"/>
                  </a:lnTo>
                  <a:lnTo>
                    <a:pt x="716803" y="1668188"/>
                  </a:lnTo>
                  <a:lnTo>
                    <a:pt x="718242" y="1667641"/>
                  </a:lnTo>
                  <a:lnTo>
                    <a:pt x="719711" y="1667062"/>
                  </a:lnTo>
                  <a:lnTo>
                    <a:pt x="721173" y="1666507"/>
                  </a:lnTo>
                  <a:lnTo>
                    <a:pt x="722635" y="1665929"/>
                  </a:lnTo>
                  <a:lnTo>
                    <a:pt x="724073" y="1665350"/>
                  </a:lnTo>
                  <a:lnTo>
                    <a:pt x="727005" y="1664186"/>
                  </a:lnTo>
                  <a:lnTo>
                    <a:pt x="728443" y="1663607"/>
                  </a:lnTo>
                  <a:lnTo>
                    <a:pt x="731374" y="1662450"/>
                  </a:lnTo>
                  <a:lnTo>
                    <a:pt x="732836" y="1661840"/>
                  </a:lnTo>
                  <a:lnTo>
                    <a:pt x="734275" y="1661223"/>
                  </a:lnTo>
                  <a:lnTo>
                    <a:pt x="735737" y="1660645"/>
                  </a:lnTo>
                  <a:lnTo>
                    <a:pt x="737206" y="1660035"/>
                  </a:lnTo>
                  <a:lnTo>
                    <a:pt x="738637" y="1659425"/>
                  </a:lnTo>
                  <a:lnTo>
                    <a:pt x="740106" y="1658815"/>
                  </a:lnTo>
                  <a:lnTo>
                    <a:pt x="741568" y="1658174"/>
                  </a:lnTo>
                  <a:lnTo>
                    <a:pt x="743038" y="1657564"/>
                  </a:lnTo>
                  <a:lnTo>
                    <a:pt x="744468" y="1656955"/>
                  </a:lnTo>
                  <a:lnTo>
                    <a:pt x="747400" y="1655673"/>
                  </a:lnTo>
                  <a:lnTo>
                    <a:pt x="748838" y="1655032"/>
                  </a:lnTo>
                  <a:lnTo>
                    <a:pt x="753239" y="1653101"/>
                  </a:lnTo>
                  <a:lnTo>
                    <a:pt x="754670" y="1652460"/>
                  </a:lnTo>
                  <a:lnTo>
                    <a:pt x="756140" y="1651788"/>
                  </a:lnTo>
                  <a:lnTo>
                    <a:pt x="757601" y="1651147"/>
                  </a:lnTo>
                  <a:lnTo>
                    <a:pt x="759040" y="1650474"/>
                  </a:lnTo>
                  <a:lnTo>
                    <a:pt x="763433" y="1648465"/>
                  </a:lnTo>
                  <a:lnTo>
                    <a:pt x="764871" y="1647793"/>
                  </a:lnTo>
                  <a:lnTo>
                    <a:pt x="766333" y="1647089"/>
                  </a:lnTo>
                  <a:lnTo>
                    <a:pt x="767803" y="1646417"/>
                  </a:lnTo>
                  <a:lnTo>
                    <a:pt x="769234" y="1645714"/>
                  </a:lnTo>
                  <a:lnTo>
                    <a:pt x="772165" y="1644306"/>
                  </a:lnTo>
                  <a:lnTo>
                    <a:pt x="773603" y="1643611"/>
                  </a:lnTo>
                  <a:lnTo>
                    <a:pt x="776535" y="1642204"/>
                  </a:lnTo>
                  <a:lnTo>
                    <a:pt x="778005" y="1641469"/>
                  </a:lnTo>
                  <a:lnTo>
                    <a:pt x="779435" y="1640765"/>
                  </a:lnTo>
                  <a:lnTo>
                    <a:pt x="782367" y="1639303"/>
                  </a:lnTo>
                  <a:lnTo>
                    <a:pt x="783805" y="1638569"/>
                  </a:lnTo>
                  <a:lnTo>
                    <a:pt x="786736" y="1637107"/>
                  </a:lnTo>
                  <a:lnTo>
                    <a:pt x="788198" y="1636341"/>
                  </a:lnTo>
                  <a:lnTo>
                    <a:pt x="789637" y="1635606"/>
                  </a:lnTo>
                  <a:lnTo>
                    <a:pt x="792568" y="1634081"/>
                  </a:lnTo>
                  <a:lnTo>
                    <a:pt x="793999" y="1633315"/>
                  </a:lnTo>
                  <a:lnTo>
                    <a:pt x="796930" y="1631791"/>
                  </a:lnTo>
                  <a:lnTo>
                    <a:pt x="798400" y="1630994"/>
                  </a:lnTo>
                  <a:lnTo>
                    <a:pt x="799838" y="1630204"/>
                  </a:lnTo>
                  <a:lnTo>
                    <a:pt x="801300" y="1629438"/>
                  </a:lnTo>
                  <a:lnTo>
                    <a:pt x="802762" y="1628641"/>
                  </a:lnTo>
                  <a:lnTo>
                    <a:pt x="804200" y="1627851"/>
                  </a:lnTo>
                  <a:lnTo>
                    <a:pt x="805670" y="1627054"/>
                  </a:lnTo>
                  <a:lnTo>
                    <a:pt x="807132" y="1626233"/>
                  </a:lnTo>
                  <a:lnTo>
                    <a:pt x="808601" y="1625436"/>
                  </a:lnTo>
                  <a:lnTo>
                    <a:pt x="810032" y="1624615"/>
                  </a:lnTo>
                  <a:lnTo>
                    <a:pt x="812963" y="1622965"/>
                  </a:lnTo>
                  <a:lnTo>
                    <a:pt x="814402" y="1622137"/>
                  </a:lnTo>
                  <a:lnTo>
                    <a:pt x="817333" y="1620495"/>
                  </a:lnTo>
                  <a:lnTo>
                    <a:pt x="818795" y="1619635"/>
                  </a:lnTo>
                  <a:lnTo>
                    <a:pt x="820233" y="1618783"/>
                  </a:lnTo>
                  <a:lnTo>
                    <a:pt x="821695" y="1617923"/>
                  </a:lnTo>
                  <a:lnTo>
                    <a:pt x="823165" y="1617102"/>
                  </a:lnTo>
                  <a:lnTo>
                    <a:pt x="824595" y="1616219"/>
                  </a:lnTo>
                  <a:lnTo>
                    <a:pt x="827527" y="1614507"/>
                  </a:lnTo>
                  <a:lnTo>
                    <a:pt x="828965" y="1613624"/>
                  </a:lnTo>
                  <a:lnTo>
                    <a:pt x="833366" y="1610966"/>
                  </a:lnTo>
                  <a:lnTo>
                    <a:pt x="834797" y="1610082"/>
                  </a:lnTo>
                  <a:lnTo>
                    <a:pt x="837728" y="1608245"/>
                  </a:lnTo>
                  <a:lnTo>
                    <a:pt x="839167" y="1607362"/>
                  </a:lnTo>
                  <a:lnTo>
                    <a:pt x="842098" y="1605525"/>
                  </a:lnTo>
                  <a:lnTo>
                    <a:pt x="843560" y="1604579"/>
                  </a:lnTo>
                  <a:lnTo>
                    <a:pt x="844998" y="1603665"/>
                  </a:lnTo>
                  <a:lnTo>
                    <a:pt x="847930" y="1601773"/>
                  </a:lnTo>
                  <a:lnTo>
                    <a:pt x="849360" y="1600858"/>
                  </a:lnTo>
                  <a:lnTo>
                    <a:pt x="850830" y="1599881"/>
                  </a:lnTo>
                  <a:lnTo>
                    <a:pt x="853762" y="1597989"/>
                  </a:lnTo>
                  <a:lnTo>
                    <a:pt x="855200" y="1597012"/>
                  </a:lnTo>
                  <a:lnTo>
                    <a:pt x="858131" y="1595058"/>
                  </a:lnTo>
                  <a:lnTo>
                    <a:pt x="859562" y="1594080"/>
                  </a:lnTo>
                  <a:lnTo>
                    <a:pt x="861032" y="1593103"/>
                  </a:lnTo>
                  <a:lnTo>
                    <a:pt x="862494" y="1592095"/>
                  </a:lnTo>
                  <a:lnTo>
                    <a:pt x="863963" y="1591118"/>
                  </a:lnTo>
                  <a:lnTo>
                    <a:pt x="865394" y="1590109"/>
                  </a:lnTo>
                  <a:lnTo>
                    <a:pt x="868325" y="1588092"/>
                  </a:lnTo>
                  <a:lnTo>
                    <a:pt x="869764" y="1587053"/>
                  </a:lnTo>
                  <a:lnTo>
                    <a:pt x="871225" y="1586044"/>
                  </a:lnTo>
                  <a:lnTo>
                    <a:pt x="874157" y="1583973"/>
                  </a:lnTo>
                  <a:lnTo>
                    <a:pt x="875595" y="1582933"/>
                  </a:lnTo>
                  <a:lnTo>
                    <a:pt x="877057" y="1581893"/>
                  </a:lnTo>
                  <a:lnTo>
                    <a:pt x="878527" y="1580822"/>
                  </a:lnTo>
                  <a:lnTo>
                    <a:pt x="879965" y="1579783"/>
                  </a:lnTo>
                  <a:lnTo>
                    <a:pt x="884358" y="1576578"/>
                  </a:lnTo>
                  <a:lnTo>
                    <a:pt x="885797" y="1575483"/>
                  </a:lnTo>
                  <a:lnTo>
                    <a:pt x="887259" y="1574412"/>
                  </a:lnTo>
                  <a:lnTo>
                    <a:pt x="888728" y="1573310"/>
                  </a:lnTo>
                  <a:lnTo>
                    <a:pt x="890159" y="1572216"/>
                  </a:lnTo>
                  <a:lnTo>
                    <a:pt x="893090" y="1570011"/>
                  </a:lnTo>
                  <a:lnTo>
                    <a:pt x="894529" y="1568885"/>
                  </a:lnTo>
                  <a:lnTo>
                    <a:pt x="895991" y="1567752"/>
                  </a:lnTo>
                  <a:lnTo>
                    <a:pt x="897460" y="1566658"/>
                  </a:lnTo>
                  <a:lnTo>
                    <a:pt x="898922" y="1565493"/>
                  </a:lnTo>
                  <a:lnTo>
                    <a:pt x="900360" y="1564367"/>
                  </a:lnTo>
                  <a:lnTo>
                    <a:pt x="901822" y="1563234"/>
                  </a:lnTo>
                  <a:lnTo>
                    <a:pt x="903292" y="1562077"/>
                  </a:lnTo>
                  <a:lnTo>
                    <a:pt x="904722" y="1560912"/>
                  </a:lnTo>
                  <a:lnTo>
                    <a:pt x="909123" y="1557433"/>
                  </a:lnTo>
                  <a:lnTo>
                    <a:pt x="910562" y="1556245"/>
                  </a:lnTo>
                  <a:lnTo>
                    <a:pt x="913493" y="1553861"/>
                  </a:lnTo>
                  <a:lnTo>
                    <a:pt x="914924" y="1552672"/>
                  </a:lnTo>
                  <a:lnTo>
                    <a:pt x="916394" y="1551477"/>
                  </a:lnTo>
                  <a:lnTo>
                    <a:pt x="919325" y="1549037"/>
                  </a:lnTo>
                  <a:lnTo>
                    <a:pt x="920756" y="1547818"/>
                  </a:lnTo>
                  <a:lnTo>
                    <a:pt x="923687" y="1545371"/>
                  </a:lnTo>
                  <a:lnTo>
                    <a:pt x="925125" y="1544120"/>
                  </a:lnTo>
                  <a:lnTo>
                    <a:pt x="929519" y="1540368"/>
                  </a:lnTo>
                  <a:lnTo>
                    <a:pt x="930957" y="1539078"/>
                  </a:lnTo>
                  <a:lnTo>
                    <a:pt x="932419" y="1537828"/>
                  </a:lnTo>
                  <a:lnTo>
                    <a:pt x="933889" y="1536546"/>
                  </a:lnTo>
                  <a:lnTo>
                    <a:pt x="935327" y="1535263"/>
                  </a:lnTo>
                  <a:lnTo>
                    <a:pt x="936789" y="1533981"/>
                  </a:lnTo>
                  <a:lnTo>
                    <a:pt x="939720" y="1531355"/>
                  </a:lnTo>
                  <a:lnTo>
                    <a:pt x="941159" y="1530073"/>
                  </a:lnTo>
                  <a:lnTo>
                    <a:pt x="942620" y="1528728"/>
                  </a:lnTo>
                  <a:lnTo>
                    <a:pt x="944090" y="1527415"/>
                  </a:lnTo>
                  <a:lnTo>
                    <a:pt x="945521" y="1526102"/>
                  </a:lnTo>
                  <a:lnTo>
                    <a:pt x="948452" y="1523420"/>
                  </a:lnTo>
                  <a:lnTo>
                    <a:pt x="949890" y="1522076"/>
                  </a:lnTo>
                  <a:lnTo>
                    <a:pt x="951352" y="1520700"/>
                  </a:lnTo>
                  <a:lnTo>
                    <a:pt x="952822" y="1519355"/>
                  </a:lnTo>
                  <a:lnTo>
                    <a:pt x="954284" y="1517980"/>
                  </a:lnTo>
                  <a:lnTo>
                    <a:pt x="955722" y="1516604"/>
                  </a:lnTo>
                  <a:lnTo>
                    <a:pt x="957184" y="1515236"/>
                  </a:lnTo>
                  <a:lnTo>
                    <a:pt x="958654" y="1513828"/>
                  </a:lnTo>
                  <a:lnTo>
                    <a:pt x="960092" y="1512421"/>
                  </a:lnTo>
                  <a:lnTo>
                    <a:pt x="961554" y="1511053"/>
                  </a:lnTo>
                  <a:lnTo>
                    <a:pt x="963016" y="1509646"/>
                  </a:lnTo>
                  <a:lnTo>
                    <a:pt x="964485" y="1508208"/>
                  </a:lnTo>
                  <a:lnTo>
                    <a:pt x="965924" y="1506777"/>
                  </a:lnTo>
                  <a:lnTo>
                    <a:pt x="967386" y="1505370"/>
                  </a:lnTo>
                  <a:lnTo>
                    <a:pt x="968855" y="1503932"/>
                  </a:lnTo>
                  <a:lnTo>
                    <a:pt x="970286" y="1502470"/>
                  </a:lnTo>
                  <a:lnTo>
                    <a:pt x="971755" y="1501032"/>
                  </a:lnTo>
                  <a:lnTo>
                    <a:pt x="974687" y="1498100"/>
                  </a:lnTo>
                  <a:lnTo>
                    <a:pt x="976117" y="1496638"/>
                  </a:lnTo>
                  <a:lnTo>
                    <a:pt x="977587" y="1495169"/>
                  </a:lnTo>
                  <a:lnTo>
                    <a:pt x="979049" y="1493676"/>
                  </a:lnTo>
                  <a:lnTo>
                    <a:pt x="980487" y="1492206"/>
                  </a:lnTo>
                  <a:lnTo>
                    <a:pt x="981949" y="1490682"/>
                  </a:lnTo>
                  <a:lnTo>
                    <a:pt x="984881" y="1487688"/>
                  </a:lnTo>
                  <a:lnTo>
                    <a:pt x="986319" y="1486163"/>
                  </a:lnTo>
                  <a:lnTo>
                    <a:pt x="989250" y="1483107"/>
                  </a:lnTo>
                  <a:lnTo>
                    <a:pt x="990689" y="1481551"/>
                  </a:lnTo>
                  <a:lnTo>
                    <a:pt x="992151" y="1480027"/>
                  </a:lnTo>
                  <a:lnTo>
                    <a:pt x="993620" y="1478471"/>
                  </a:lnTo>
                  <a:lnTo>
                    <a:pt x="995082" y="1476876"/>
                  </a:lnTo>
                  <a:lnTo>
                    <a:pt x="996521" y="1475321"/>
                  </a:lnTo>
                  <a:lnTo>
                    <a:pt x="997982" y="1473765"/>
                  </a:lnTo>
                  <a:lnTo>
                    <a:pt x="999452" y="1472178"/>
                  </a:lnTo>
                  <a:lnTo>
                    <a:pt x="1000883" y="1470591"/>
                  </a:lnTo>
                  <a:lnTo>
                    <a:pt x="1002352" y="1468973"/>
                  </a:lnTo>
                  <a:lnTo>
                    <a:pt x="1003814" y="1467386"/>
                  </a:lnTo>
                  <a:lnTo>
                    <a:pt x="1005284" y="1465768"/>
                  </a:lnTo>
                  <a:lnTo>
                    <a:pt x="1006714" y="1464150"/>
                  </a:lnTo>
                  <a:lnTo>
                    <a:pt x="1008184" y="1462500"/>
                  </a:lnTo>
                  <a:lnTo>
                    <a:pt x="1009646" y="1460882"/>
                  </a:lnTo>
                  <a:lnTo>
                    <a:pt x="1011084" y="1459233"/>
                  </a:lnTo>
                  <a:lnTo>
                    <a:pt x="1014015" y="1455934"/>
                  </a:lnTo>
                  <a:lnTo>
                    <a:pt x="1015454" y="1454284"/>
                  </a:lnTo>
                  <a:lnTo>
                    <a:pt x="1019847" y="1449242"/>
                  </a:lnTo>
                  <a:lnTo>
                    <a:pt x="1021286" y="1447538"/>
                  </a:lnTo>
                  <a:lnTo>
                    <a:pt x="1024217" y="1444114"/>
                  </a:lnTo>
                  <a:lnTo>
                    <a:pt x="1025648" y="1442402"/>
                  </a:lnTo>
                  <a:lnTo>
                    <a:pt x="1027117" y="1440698"/>
                  </a:lnTo>
                  <a:lnTo>
                    <a:pt x="1030049" y="1437212"/>
                  </a:lnTo>
                  <a:lnTo>
                    <a:pt x="1031479" y="1435476"/>
                  </a:lnTo>
                  <a:lnTo>
                    <a:pt x="1034411" y="1431927"/>
                  </a:lnTo>
                  <a:lnTo>
                    <a:pt x="1035849" y="1430160"/>
                  </a:lnTo>
                  <a:lnTo>
                    <a:pt x="1037311" y="1428417"/>
                  </a:lnTo>
                  <a:lnTo>
                    <a:pt x="1040242" y="1424813"/>
                  </a:lnTo>
                  <a:lnTo>
                    <a:pt x="1041681" y="1423015"/>
                  </a:lnTo>
                  <a:lnTo>
                    <a:pt x="1043143" y="1421210"/>
                  </a:lnTo>
                  <a:lnTo>
                    <a:pt x="1044612" y="1419380"/>
                  </a:lnTo>
                  <a:lnTo>
                    <a:pt x="1046051" y="1417575"/>
                  </a:lnTo>
                  <a:lnTo>
                    <a:pt x="1047512" y="1415745"/>
                  </a:lnTo>
                  <a:lnTo>
                    <a:pt x="1048982" y="1413885"/>
                  </a:lnTo>
                  <a:lnTo>
                    <a:pt x="1050444" y="1412048"/>
                  </a:lnTo>
                  <a:lnTo>
                    <a:pt x="1051882" y="1410187"/>
                  </a:lnTo>
                  <a:lnTo>
                    <a:pt x="1054814" y="1406466"/>
                  </a:lnTo>
                  <a:lnTo>
                    <a:pt x="1056244" y="1404567"/>
                  </a:lnTo>
                  <a:lnTo>
                    <a:pt x="1060645" y="1398891"/>
                  </a:lnTo>
                  <a:lnTo>
                    <a:pt x="1062076" y="1396968"/>
                  </a:lnTo>
                  <a:lnTo>
                    <a:pt x="1063546" y="1395076"/>
                  </a:lnTo>
                  <a:lnTo>
                    <a:pt x="1065007" y="1393122"/>
                  </a:lnTo>
                  <a:lnTo>
                    <a:pt x="1066446" y="1391199"/>
                  </a:lnTo>
                  <a:lnTo>
                    <a:pt x="1070839" y="1385336"/>
                  </a:lnTo>
                  <a:lnTo>
                    <a:pt x="1072278" y="1383382"/>
                  </a:lnTo>
                  <a:lnTo>
                    <a:pt x="1075209" y="1379411"/>
                  </a:lnTo>
                  <a:lnTo>
                    <a:pt x="1076647" y="1377425"/>
                  </a:lnTo>
                  <a:lnTo>
                    <a:pt x="1079579" y="1373391"/>
                  </a:lnTo>
                  <a:lnTo>
                    <a:pt x="1081010" y="1371375"/>
                  </a:lnTo>
                  <a:lnTo>
                    <a:pt x="1082479" y="1369365"/>
                  </a:lnTo>
                  <a:lnTo>
                    <a:pt x="1085411" y="1365269"/>
                  </a:lnTo>
                  <a:lnTo>
                    <a:pt x="1086841" y="1363221"/>
                  </a:lnTo>
                  <a:lnTo>
                    <a:pt x="1088311" y="1361181"/>
                  </a:lnTo>
                  <a:lnTo>
                    <a:pt x="1089773" y="1359101"/>
                  </a:lnTo>
                  <a:lnTo>
                    <a:pt x="1091211" y="1357022"/>
                  </a:lnTo>
                  <a:lnTo>
                    <a:pt x="1092673" y="1354950"/>
                  </a:lnTo>
                  <a:lnTo>
                    <a:pt x="1095604" y="1350737"/>
                  </a:lnTo>
                  <a:lnTo>
                    <a:pt x="1097043" y="1348626"/>
                  </a:lnTo>
                  <a:lnTo>
                    <a:pt x="1098512" y="1346523"/>
                  </a:lnTo>
                  <a:lnTo>
                    <a:pt x="1099974" y="1344382"/>
                  </a:lnTo>
                  <a:lnTo>
                    <a:pt x="1101413" y="1342247"/>
                  </a:lnTo>
                  <a:lnTo>
                    <a:pt x="1102874" y="1340137"/>
                  </a:lnTo>
                  <a:lnTo>
                    <a:pt x="1105806" y="1335806"/>
                  </a:lnTo>
                  <a:lnTo>
                    <a:pt x="1107244" y="1333633"/>
                  </a:lnTo>
                  <a:lnTo>
                    <a:pt x="1108706" y="1331467"/>
                  </a:lnTo>
                  <a:lnTo>
                    <a:pt x="1110176" y="1329271"/>
                  </a:lnTo>
                  <a:lnTo>
                    <a:pt x="1111606" y="1327098"/>
                  </a:lnTo>
                  <a:lnTo>
                    <a:pt x="1113076" y="1324870"/>
                  </a:lnTo>
                  <a:lnTo>
                    <a:pt x="1114538" y="1322673"/>
                  </a:lnTo>
                  <a:lnTo>
                    <a:pt x="1116007" y="1320445"/>
                  </a:lnTo>
                  <a:lnTo>
                    <a:pt x="1117438" y="1318217"/>
                  </a:lnTo>
                  <a:lnTo>
                    <a:pt x="1120369" y="1313754"/>
                  </a:lnTo>
                  <a:lnTo>
                    <a:pt x="1121808" y="1311494"/>
                  </a:lnTo>
                  <a:lnTo>
                    <a:pt x="1123270" y="1309204"/>
                  </a:lnTo>
                  <a:lnTo>
                    <a:pt x="1124739" y="1306945"/>
                  </a:lnTo>
                  <a:lnTo>
                    <a:pt x="1126209" y="1304654"/>
                  </a:lnTo>
                  <a:lnTo>
                    <a:pt x="1127639" y="1302364"/>
                  </a:lnTo>
                  <a:lnTo>
                    <a:pt x="1129109" y="1300105"/>
                  </a:lnTo>
                  <a:lnTo>
                    <a:pt x="1130571" y="1297783"/>
                  </a:lnTo>
                  <a:lnTo>
                    <a:pt x="1132009" y="1295461"/>
                  </a:lnTo>
                  <a:lnTo>
                    <a:pt x="1133471" y="1293147"/>
                  </a:lnTo>
                  <a:lnTo>
                    <a:pt x="1134941" y="1290794"/>
                  </a:lnTo>
                  <a:lnTo>
                    <a:pt x="1136371" y="1288472"/>
                  </a:lnTo>
                  <a:lnTo>
                    <a:pt x="1139303" y="1283767"/>
                  </a:lnTo>
                  <a:lnTo>
                    <a:pt x="1140772" y="1281390"/>
                  </a:lnTo>
                  <a:lnTo>
                    <a:pt x="1142203" y="1279037"/>
                  </a:lnTo>
                  <a:lnTo>
                    <a:pt x="1143673" y="1276622"/>
                  </a:lnTo>
                  <a:lnTo>
                    <a:pt x="1145134" y="1274245"/>
                  </a:lnTo>
                  <a:lnTo>
                    <a:pt x="1146573" y="1271829"/>
                  </a:lnTo>
                  <a:lnTo>
                    <a:pt x="1150966" y="1264591"/>
                  </a:lnTo>
                  <a:lnTo>
                    <a:pt x="1152405" y="1262120"/>
                  </a:lnTo>
                  <a:lnTo>
                    <a:pt x="1155336" y="1257235"/>
                  </a:lnTo>
                  <a:lnTo>
                    <a:pt x="1156774" y="1254757"/>
                  </a:lnTo>
                  <a:lnTo>
                    <a:pt x="1159706" y="1249816"/>
                  </a:lnTo>
                  <a:lnTo>
                    <a:pt x="1161168" y="1247307"/>
                  </a:lnTo>
                  <a:lnTo>
                    <a:pt x="1162606" y="1244805"/>
                  </a:lnTo>
                  <a:lnTo>
                    <a:pt x="1164068" y="1242335"/>
                  </a:lnTo>
                  <a:lnTo>
                    <a:pt x="1165537" y="1239794"/>
                  </a:lnTo>
                  <a:lnTo>
                    <a:pt x="1166968" y="1237262"/>
                  </a:lnTo>
                  <a:lnTo>
                    <a:pt x="1169900" y="1232196"/>
                  </a:lnTo>
                  <a:lnTo>
                    <a:pt x="1171369" y="1229632"/>
                  </a:lnTo>
                  <a:lnTo>
                    <a:pt x="1172800" y="1227060"/>
                  </a:lnTo>
                  <a:lnTo>
                    <a:pt x="1174269" y="1224496"/>
                  </a:lnTo>
                  <a:lnTo>
                    <a:pt x="1175731" y="1221901"/>
                  </a:lnTo>
                  <a:lnTo>
                    <a:pt x="1177170" y="1219337"/>
                  </a:lnTo>
                  <a:lnTo>
                    <a:pt x="1178639" y="1216710"/>
                  </a:lnTo>
                  <a:lnTo>
                    <a:pt x="1180101" y="1214115"/>
                  </a:lnTo>
                  <a:lnTo>
                    <a:pt x="1181571" y="1211488"/>
                  </a:lnTo>
                  <a:lnTo>
                    <a:pt x="1183001" y="1208862"/>
                  </a:lnTo>
                  <a:lnTo>
                    <a:pt x="1185933" y="1203608"/>
                  </a:lnTo>
                  <a:lnTo>
                    <a:pt x="1187371" y="1200927"/>
                  </a:lnTo>
                  <a:lnTo>
                    <a:pt x="1190303" y="1195611"/>
                  </a:lnTo>
                  <a:lnTo>
                    <a:pt x="1191764" y="1192922"/>
                  </a:lnTo>
                  <a:lnTo>
                    <a:pt x="1193203" y="1190233"/>
                  </a:lnTo>
                  <a:lnTo>
                    <a:pt x="1194665" y="1187552"/>
                  </a:lnTo>
                  <a:lnTo>
                    <a:pt x="1196134" y="1184831"/>
                  </a:lnTo>
                  <a:lnTo>
                    <a:pt x="1197565" y="1182111"/>
                  </a:lnTo>
                  <a:lnTo>
                    <a:pt x="1199034" y="1179398"/>
                  </a:lnTo>
                  <a:lnTo>
                    <a:pt x="1200496" y="1176647"/>
                  </a:lnTo>
                  <a:lnTo>
                    <a:pt x="1201935" y="1173903"/>
                  </a:lnTo>
                  <a:lnTo>
                    <a:pt x="1203397" y="1171151"/>
                  </a:lnTo>
                  <a:lnTo>
                    <a:pt x="1206336" y="1165593"/>
                  </a:lnTo>
                  <a:lnTo>
                    <a:pt x="1207766" y="1162849"/>
                  </a:lnTo>
                  <a:lnTo>
                    <a:pt x="1210698" y="1157228"/>
                  </a:lnTo>
                  <a:lnTo>
                    <a:pt x="1212136" y="1154446"/>
                  </a:lnTo>
                  <a:lnTo>
                    <a:pt x="1215068" y="1148770"/>
                  </a:lnTo>
                  <a:lnTo>
                    <a:pt x="1216530" y="1145956"/>
                  </a:lnTo>
                  <a:lnTo>
                    <a:pt x="1217968" y="1143087"/>
                  </a:lnTo>
                  <a:lnTo>
                    <a:pt x="1219430" y="1140249"/>
                  </a:lnTo>
                  <a:lnTo>
                    <a:pt x="1220899" y="1137380"/>
                  </a:lnTo>
                  <a:lnTo>
                    <a:pt x="1222330" y="1134511"/>
                  </a:lnTo>
                  <a:lnTo>
                    <a:pt x="1223800" y="1131635"/>
                  </a:lnTo>
                  <a:lnTo>
                    <a:pt x="1226731" y="1125834"/>
                  </a:lnTo>
                  <a:lnTo>
                    <a:pt x="1228162" y="1122934"/>
                  </a:lnTo>
                  <a:lnTo>
                    <a:pt x="1231093" y="1117071"/>
                  </a:lnTo>
                  <a:lnTo>
                    <a:pt x="1232531" y="1114140"/>
                  </a:lnTo>
                  <a:lnTo>
                    <a:pt x="1234001" y="1111208"/>
                  </a:lnTo>
                  <a:lnTo>
                    <a:pt x="1236933" y="1105283"/>
                  </a:lnTo>
                  <a:lnTo>
                    <a:pt x="1238363" y="1102289"/>
                  </a:lnTo>
                  <a:lnTo>
                    <a:pt x="1241295" y="1096308"/>
                  </a:lnTo>
                  <a:lnTo>
                    <a:pt x="1242733" y="1093315"/>
                  </a:lnTo>
                  <a:lnTo>
                    <a:pt x="1244195" y="1090321"/>
                  </a:lnTo>
                  <a:lnTo>
                    <a:pt x="1247126" y="1084278"/>
                  </a:lnTo>
                  <a:lnTo>
                    <a:pt x="1248565" y="1081221"/>
                  </a:lnTo>
                  <a:lnTo>
                    <a:pt x="1251496" y="1075116"/>
                  </a:lnTo>
                  <a:lnTo>
                    <a:pt x="1252927" y="1072059"/>
                  </a:lnTo>
                  <a:lnTo>
                    <a:pt x="1257328" y="1062811"/>
                  </a:lnTo>
                  <a:lnTo>
                    <a:pt x="1258766" y="1059692"/>
                  </a:lnTo>
                  <a:lnTo>
                    <a:pt x="1261698" y="1053462"/>
                  </a:lnTo>
                  <a:lnTo>
                    <a:pt x="1263128" y="1050320"/>
                  </a:lnTo>
                  <a:lnTo>
                    <a:pt x="1264598" y="1047208"/>
                  </a:lnTo>
                  <a:lnTo>
                    <a:pt x="1266060" y="1044027"/>
                  </a:lnTo>
                  <a:lnTo>
                    <a:pt x="1267498" y="1040884"/>
                  </a:lnTo>
                  <a:lnTo>
                    <a:pt x="1268960" y="1037741"/>
                  </a:lnTo>
                  <a:lnTo>
                    <a:pt x="1270430" y="1034529"/>
                  </a:lnTo>
                  <a:lnTo>
                    <a:pt x="1271891" y="1031355"/>
                  </a:lnTo>
                  <a:lnTo>
                    <a:pt x="1273330" y="1028181"/>
                  </a:lnTo>
                  <a:lnTo>
                    <a:pt x="1274792" y="1024945"/>
                  </a:lnTo>
                  <a:lnTo>
                    <a:pt x="1276261" y="1021740"/>
                  </a:lnTo>
                  <a:lnTo>
                    <a:pt x="1277692" y="1018534"/>
                  </a:lnTo>
                  <a:lnTo>
                    <a:pt x="1282093" y="1008818"/>
                  </a:lnTo>
                  <a:lnTo>
                    <a:pt x="1283523" y="1005550"/>
                  </a:lnTo>
                  <a:lnTo>
                    <a:pt x="1286463" y="999023"/>
                  </a:lnTo>
                  <a:lnTo>
                    <a:pt x="1287893" y="995724"/>
                  </a:lnTo>
                  <a:lnTo>
                    <a:pt x="1290825" y="989126"/>
                  </a:lnTo>
                  <a:lnTo>
                    <a:pt x="1292294" y="985796"/>
                  </a:lnTo>
                  <a:lnTo>
                    <a:pt x="1293725" y="982466"/>
                  </a:lnTo>
                  <a:lnTo>
                    <a:pt x="1295195" y="979167"/>
                  </a:lnTo>
                  <a:lnTo>
                    <a:pt x="1296657" y="975813"/>
                  </a:lnTo>
                  <a:lnTo>
                    <a:pt x="1298095" y="972452"/>
                  </a:lnTo>
                  <a:lnTo>
                    <a:pt x="1299557" y="969122"/>
                  </a:lnTo>
                  <a:lnTo>
                    <a:pt x="1302488" y="962344"/>
                  </a:lnTo>
                  <a:lnTo>
                    <a:pt x="1303927" y="958983"/>
                  </a:lnTo>
                  <a:lnTo>
                    <a:pt x="1305388" y="955566"/>
                  </a:lnTo>
                  <a:lnTo>
                    <a:pt x="1306858" y="952174"/>
                  </a:lnTo>
                  <a:lnTo>
                    <a:pt x="1308289" y="948758"/>
                  </a:lnTo>
                  <a:lnTo>
                    <a:pt x="1312690" y="938494"/>
                  </a:lnTo>
                  <a:lnTo>
                    <a:pt x="1314128" y="935015"/>
                  </a:lnTo>
                  <a:lnTo>
                    <a:pt x="1317060" y="928112"/>
                  </a:lnTo>
                  <a:lnTo>
                    <a:pt x="1318490" y="924634"/>
                  </a:lnTo>
                  <a:lnTo>
                    <a:pt x="1321422" y="917668"/>
                  </a:lnTo>
                  <a:lnTo>
                    <a:pt x="1322860" y="914158"/>
                  </a:lnTo>
                  <a:lnTo>
                    <a:pt x="1325791" y="907138"/>
                  </a:lnTo>
                  <a:lnTo>
                    <a:pt x="1327253" y="903590"/>
                  </a:lnTo>
                  <a:lnTo>
                    <a:pt x="1328692" y="900048"/>
                  </a:lnTo>
                  <a:lnTo>
                    <a:pt x="1331623" y="892966"/>
                  </a:lnTo>
                  <a:lnTo>
                    <a:pt x="1333054" y="889393"/>
                  </a:lnTo>
                  <a:lnTo>
                    <a:pt x="1335985" y="882248"/>
                  </a:lnTo>
                  <a:lnTo>
                    <a:pt x="1337455" y="878645"/>
                  </a:lnTo>
                  <a:lnTo>
                    <a:pt x="1338893" y="875072"/>
                  </a:lnTo>
                  <a:lnTo>
                    <a:pt x="1340355" y="871437"/>
                  </a:lnTo>
                  <a:lnTo>
                    <a:pt x="1341825" y="867833"/>
                  </a:lnTo>
                  <a:lnTo>
                    <a:pt x="1343255" y="864198"/>
                  </a:lnTo>
                  <a:lnTo>
                    <a:pt x="1347656" y="853301"/>
                  </a:lnTo>
                  <a:lnTo>
                    <a:pt x="1349087" y="849635"/>
                  </a:lnTo>
                  <a:lnTo>
                    <a:pt x="1350556" y="845969"/>
                  </a:lnTo>
                  <a:lnTo>
                    <a:pt x="1352018" y="842279"/>
                  </a:lnTo>
                  <a:lnTo>
                    <a:pt x="1353457" y="838612"/>
                  </a:lnTo>
                  <a:lnTo>
                    <a:pt x="1356388" y="831225"/>
                  </a:lnTo>
                  <a:lnTo>
                    <a:pt x="1357850" y="827496"/>
                  </a:lnTo>
                  <a:lnTo>
                    <a:pt x="1359288" y="823775"/>
                  </a:lnTo>
                  <a:lnTo>
                    <a:pt x="1362220" y="816318"/>
                  </a:lnTo>
                  <a:lnTo>
                    <a:pt x="1363650" y="812565"/>
                  </a:lnTo>
                  <a:lnTo>
                    <a:pt x="1365120" y="808837"/>
                  </a:lnTo>
                  <a:lnTo>
                    <a:pt x="1366590" y="805053"/>
                  </a:lnTo>
                  <a:lnTo>
                    <a:pt x="1368052" y="801301"/>
                  </a:lnTo>
                  <a:lnTo>
                    <a:pt x="1369490" y="797509"/>
                  </a:lnTo>
                  <a:lnTo>
                    <a:pt x="1372421" y="789934"/>
                  </a:lnTo>
                  <a:lnTo>
                    <a:pt x="1373852" y="786151"/>
                  </a:lnTo>
                  <a:lnTo>
                    <a:pt x="1378253" y="774699"/>
                  </a:lnTo>
                  <a:lnTo>
                    <a:pt x="1379684" y="770852"/>
                  </a:lnTo>
                  <a:lnTo>
                    <a:pt x="1382615" y="763160"/>
                  </a:lnTo>
                  <a:lnTo>
                    <a:pt x="1384053" y="759283"/>
                  </a:lnTo>
                  <a:lnTo>
                    <a:pt x="1385515" y="755429"/>
                  </a:lnTo>
                  <a:lnTo>
                    <a:pt x="1386985" y="751552"/>
                  </a:lnTo>
                  <a:lnTo>
                    <a:pt x="1388415" y="747674"/>
                  </a:lnTo>
                  <a:lnTo>
                    <a:pt x="1389885" y="743766"/>
                  </a:lnTo>
                  <a:lnTo>
                    <a:pt x="1391347" y="739888"/>
                  </a:lnTo>
                  <a:lnTo>
                    <a:pt x="1392817" y="735980"/>
                  </a:lnTo>
                  <a:lnTo>
                    <a:pt x="1394255" y="732040"/>
                  </a:lnTo>
                  <a:lnTo>
                    <a:pt x="1395717" y="728131"/>
                  </a:lnTo>
                  <a:lnTo>
                    <a:pt x="1397187" y="724191"/>
                  </a:lnTo>
                  <a:lnTo>
                    <a:pt x="1398617" y="720251"/>
                  </a:lnTo>
                  <a:lnTo>
                    <a:pt x="1400087" y="716311"/>
                  </a:lnTo>
                  <a:lnTo>
                    <a:pt x="1401549" y="712348"/>
                  </a:lnTo>
                  <a:lnTo>
                    <a:pt x="1403018" y="708408"/>
                  </a:lnTo>
                  <a:lnTo>
                    <a:pt x="1404449" y="704437"/>
                  </a:lnTo>
                  <a:lnTo>
                    <a:pt x="1405918" y="700435"/>
                  </a:lnTo>
                  <a:lnTo>
                    <a:pt x="1407380" y="696463"/>
                  </a:lnTo>
                  <a:lnTo>
                    <a:pt x="1408819" y="692469"/>
                  </a:lnTo>
                  <a:lnTo>
                    <a:pt x="1413212" y="680469"/>
                  </a:lnTo>
                  <a:lnTo>
                    <a:pt x="1414650" y="676435"/>
                  </a:lnTo>
                  <a:lnTo>
                    <a:pt x="1416112" y="672371"/>
                  </a:lnTo>
                  <a:lnTo>
                    <a:pt x="1417582" y="668345"/>
                  </a:lnTo>
                  <a:lnTo>
                    <a:pt x="1419020" y="664311"/>
                  </a:lnTo>
                  <a:lnTo>
                    <a:pt x="1423413" y="652132"/>
                  </a:lnTo>
                  <a:lnTo>
                    <a:pt x="1424852" y="648035"/>
                  </a:lnTo>
                  <a:lnTo>
                    <a:pt x="1426314" y="643978"/>
                  </a:lnTo>
                  <a:lnTo>
                    <a:pt x="1427783" y="639882"/>
                  </a:lnTo>
                  <a:lnTo>
                    <a:pt x="1429214" y="635762"/>
                  </a:lnTo>
                  <a:lnTo>
                    <a:pt x="1430683" y="631666"/>
                  </a:lnTo>
                  <a:lnTo>
                    <a:pt x="1433615" y="623427"/>
                  </a:lnTo>
                  <a:lnTo>
                    <a:pt x="1435046" y="619299"/>
                  </a:lnTo>
                  <a:lnTo>
                    <a:pt x="1436515" y="615179"/>
                  </a:lnTo>
                  <a:lnTo>
                    <a:pt x="1437977" y="611028"/>
                  </a:lnTo>
                  <a:lnTo>
                    <a:pt x="1439415" y="606901"/>
                  </a:lnTo>
                  <a:lnTo>
                    <a:pt x="1440877" y="602719"/>
                  </a:lnTo>
                  <a:lnTo>
                    <a:pt x="1443809" y="594417"/>
                  </a:lnTo>
                  <a:lnTo>
                    <a:pt x="1445247" y="590235"/>
                  </a:lnTo>
                  <a:lnTo>
                    <a:pt x="1448178" y="581862"/>
                  </a:lnTo>
                  <a:lnTo>
                    <a:pt x="1449617" y="577649"/>
                  </a:lnTo>
                  <a:lnTo>
                    <a:pt x="1451079" y="573467"/>
                  </a:lnTo>
                  <a:lnTo>
                    <a:pt x="1452548" y="569253"/>
                  </a:lnTo>
                  <a:lnTo>
                    <a:pt x="1453979" y="565039"/>
                  </a:lnTo>
                  <a:lnTo>
                    <a:pt x="1455448" y="560795"/>
                  </a:lnTo>
                  <a:lnTo>
                    <a:pt x="1456910" y="556581"/>
                  </a:lnTo>
                  <a:lnTo>
                    <a:pt x="1458380" y="552336"/>
                  </a:lnTo>
                  <a:lnTo>
                    <a:pt x="1459811" y="548092"/>
                  </a:lnTo>
                  <a:lnTo>
                    <a:pt x="1462742" y="539602"/>
                  </a:lnTo>
                  <a:lnTo>
                    <a:pt x="1464180" y="535326"/>
                  </a:lnTo>
                  <a:lnTo>
                    <a:pt x="1468574" y="522498"/>
                  </a:lnTo>
                  <a:lnTo>
                    <a:pt x="1470012" y="518230"/>
                  </a:lnTo>
                  <a:lnTo>
                    <a:pt x="1472944" y="509615"/>
                  </a:lnTo>
                  <a:lnTo>
                    <a:pt x="1474382" y="505308"/>
                  </a:lnTo>
                  <a:lnTo>
                    <a:pt x="1475844" y="501000"/>
                  </a:lnTo>
                  <a:lnTo>
                    <a:pt x="1477313" y="496670"/>
                  </a:lnTo>
                  <a:lnTo>
                    <a:pt x="1478775" y="492362"/>
                  </a:lnTo>
                  <a:lnTo>
                    <a:pt x="1480214" y="488024"/>
                  </a:lnTo>
                  <a:lnTo>
                    <a:pt x="1483145" y="479354"/>
                  </a:lnTo>
                  <a:lnTo>
                    <a:pt x="1484576" y="474985"/>
                  </a:lnTo>
                  <a:lnTo>
                    <a:pt x="1486045" y="470654"/>
                  </a:lnTo>
                  <a:lnTo>
                    <a:pt x="1488977" y="461914"/>
                  </a:lnTo>
                  <a:lnTo>
                    <a:pt x="1490407" y="457552"/>
                  </a:lnTo>
                  <a:lnTo>
                    <a:pt x="1491877" y="453182"/>
                  </a:lnTo>
                  <a:lnTo>
                    <a:pt x="1493339" y="448789"/>
                  </a:lnTo>
                  <a:lnTo>
                    <a:pt x="1494777" y="444388"/>
                  </a:lnTo>
                  <a:lnTo>
                    <a:pt x="1496239" y="440026"/>
                  </a:lnTo>
                  <a:lnTo>
                    <a:pt x="1497709" y="435594"/>
                  </a:lnTo>
                  <a:lnTo>
                    <a:pt x="1499171" y="431200"/>
                  </a:lnTo>
                  <a:lnTo>
                    <a:pt x="1500609" y="426799"/>
                  </a:lnTo>
                  <a:lnTo>
                    <a:pt x="1503540" y="417950"/>
                  </a:lnTo>
                  <a:lnTo>
                    <a:pt x="1504979" y="413518"/>
                  </a:lnTo>
                  <a:lnTo>
                    <a:pt x="1507910" y="404661"/>
                  </a:lnTo>
                  <a:lnTo>
                    <a:pt x="1509341" y="400236"/>
                  </a:lnTo>
                  <a:lnTo>
                    <a:pt x="1513742" y="386861"/>
                  </a:lnTo>
                  <a:lnTo>
                    <a:pt x="1515172" y="382405"/>
                  </a:lnTo>
                  <a:lnTo>
                    <a:pt x="1516642" y="377941"/>
                  </a:lnTo>
                  <a:lnTo>
                    <a:pt x="1518104" y="373454"/>
                  </a:lnTo>
                  <a:lnTo>
                    <a:pt x="1519542" y="368998"/>
                  </a:lnTo>
                  <a:lnTo>
                    <a:pt x="1523936" y="355529"/>
                  </a:lnTo>
                  <a:lnTo>
                    <a:pt x="1525374" y="351042"/>
                  </a:lnTo>
                  <a:lnTo>
                    <a:pt x="1526844" y="346524"/>
                  </a:lnTo>
                  <a:lnTo>
                    <a:pt x="1528305" y="342036"/>
                  </a:lnTo>
                  <a:lnTo>
                    <a:pt x="1529744" y="337510"/>
                  </a:lnTo>
                  <a:lnTo>
                    <a:pt x="1534137" y="323955"/>
                  </a:lnTo>
                  <a:lnTo>
                    <a:pt x="1535575" y="319437"/>
                  </a:lnTo>
                  <a:lnTo>
                    <a:pt x="1537037" y="314918"/>
                  </a:lnTo>
                  <a:lnTo>
                    <a:pt x="1538507" y="310369"/>
                  </a:lnTo>
                  <a:lnTo>
                    <a:pt x="1539938" y="305850"/>
                  </a:lnTo>
                  <a:lnTo>
                    <a:pt x="1544339" y="292201"/>
                  </a:lnTo>
                  <a:lnTo>
                    <a:pt x="1545769" y="287652"/>
                  </a:lnTo>
                  <a:lnTo>
                    <a:pt x="1547239" y="283071"/>
                  </a:lnTo>
                  <a:lnTo>
                    <a:pt x="1548701" y="278521"/>
                  </a:lnTo>
                  <a:lnTo>
                    <a:pt x="1550139" y="273972"/>
                  </a:lnTo>
                  <a:lnTo>
                    <a:pt x="1554532" y="260229"/>
                  </a:lnTo>
                  <a:lnTo>
                    <a:pt x="1555971" y="255648"/>
                  </a:lnTo>
                  <a:lnTo>
                    <a:pt x="1558902" y="246486"/>
                  </a:lnTo>
                  <a:lnTo>
                    <a:pt x="1560341" y="241905"/>
                  </a:lnTo>
                  <a:lnTo>
                    <a:pt x="1561802" y="237293"/>
                  </a:lnTo>
                  <a:lnTo>
                    <a:pt x="1563272" y="232712"/>
                  </a:lnTo>
                  <a:lnTo>
                    <a:pt x="1564734" y="228100"/>
                  </a:lnTo>
                  <a:lnTo>
                    <a:pt x="1566172" y="223488"/>
                  </a:lnTo>
                  <a:lnTo>
                    <a:pt x="1569104" y="214271"/>
                  </a:lnTo>
                  <a:lnTo>
                    <a:pt x="1570534" y="209659"/>
                  </a:lnTo>
                  <a:lnTo>
                    <a:pt x="1573466" y="200435"/>
                  </a:lnTo>
                  <a:lnTo>
                    <a:pt x="1574904" y="195822"/>
                  </a:lnTo>
                  <a:lnTo>
                    <a:pt x="1576366" y="191187"/>
                  </a:lnTo>
                  <a:lnTo>
                    <a:pt x="1577836" y="186575"/>
                  </a:lnTo>
                  <a:lnTo>
                    <a:pt x="1579298" y="181931"/>
                  </a:lnTo>
                  <a:lnTo>
                    <a:pt x="1580736" y="177288"/>
                  </a:lnTo>
                  <a:lnTo>
                    <a:pt x="1582205" y="172675"/>
                  </a:lnTo>
                  <a:lnTo>
                    <a:pt x="1583667" y="168040"/>
                  </a:lnTo>
                  <a:lnTo>
                    <a:pt x="1585106" y="163396"/>
                  </a:lnTo>
                  <a:lnTo>
                    <a:pt x="1589499" y="149474"/>
                  </a:lnTo>
                  <a:lnTo>
                    <a:pt x="1590937" y="144830"/>
                  </a:lnTo>
                  <a:lnTo>
                    <a:pt x="1592399" y="140156"/>
                  </a:lnTo>
                  <a:lnTo>
                    <a:pt x="1593869" y="135520"/>
                  </a:lnTo>
                  <a:lnTo>
                    <a:pt x="1595299" y="130845"/>
                  </a:lnTo>
                  <a:lnTo>
                    <a:pt x="1596769" y="126202"/>
                  </a:lnTo>
                  <a:lnTo>
                    <a:pt x="1598231" y="121535"/>
                  </a:lnTo>
                  <a:lnTo>
                    <a:pt x="1599700" y="116891"/>
                  </a:lnTo>
                  <a:lnTo>
                    <a:pt x="1601131" y="112217"/>
                  </a:lnTo>
                  <a:lnTo>
                    <a:pt x="1602601" y="107573"/>
                  </a:lnTo>
                  <a:lnTo>
                    <a:pt x="1604063" y="102906"/>
                  </a:lnTo>
                  <a:lnTo>
                    <a:pt x="1605501" y="98232"/>
                  </a:lnTo>
                  <a:lnTo>
                    <a:pt x="1609894" y="84215"/>
                  </a:lnTo>
                  <a:lnTo>
                    <a:pt x="1611333" y="79541"/>
                  </a:lnTo>
                  <a:lnTo>
                    <a:pt x="1614264" y="70199"/>
                  </a:lnTo>
                  <a:lnTo>
                    <a:pt x="1615702" y="65524"/>
                  </a:lnTo>
                  <a:lnTo>
                    <a:pt x="1620096" y="51508"/>
                  </a:lnTo>
                  <a:lnTo>
                    <a:pt x="1621534" y="46810"/>
                  </a:lnTo>
                  <a:lnTo>
                    <a:pt x="1624466" y="37468"/>
                  </a:lnTo>
                  <a:lnTo>
                    <a:pt x="1625896" y="32793"/>
                  </a:lnTo>
                  <a:lnTo>
                    <a:pt x="1627366" y="28087"/>
                  </a:lnTo>
                  <a:lnTo>
                    <a:pt x="1628828" y="23420"/>
                  </a:lnTo>
                  <a:lnTo>
                    <a:pt x="1630266" y="18746"/>
                  </a:lnTo>
                  <a:lnTo>
                    <a:pt x="1631728" y="14048"/>
                  </a:lnTo>
                  <a:lnTo>
                    <a:pt x="1633197" y="9373"/>
                  </a:lnTo>
                  <a:lnTo>
                    <a:pt x="1634659" y="4667"/>
                  </a:lnTo>
                  <a:lnTo>
                    <a:pt x="1636098" y="0"/>
                  </a:lnTo>
                  <a:lnTo>
                    <a:pt x="1637567" y="1745962"/>
                  </a:lnTo>
                  <a:lnTo>
                    <a:pt x="0" y="1745962"/>
                  </a:lnTo>
                  <a:close/>
                </a:path>
              </a:pathLst>
            </a:custGeom>
            <a:solidFill>
              <a:schemeClr val="tx1">
                <a:lumMod val="95000"/>
                <a:lumOff val="5000"/>
                <a:alpha val="60000"/>
              </a:schemeClr>
            </a:solidFill>
            <a:ln w="7808" cap="flat">
              <a:noFill/>
              <a:prstDash val="solid"/>
              <a:miter/>
            </a:ln>
          </p:spPr>
          <p:txBody>
            <a:bodyPr rtlCol="0" anchor="ctr"/>
            <a:lstStyle/>
            <a:p>
              <a:endParaRPr lang="en-GB" noProof="0"/>
            </a:p>
          </p:txBody>
        </p:sp>
        <p:sp>
          <p:nvSpPr>
            <p:cNvPr id="14" name="Freeform: Shape 13">
              <a:extLst>
                <a:ext uri="{FF2B5EF4-FFF2-40B4-BE49-F238E27FC236}">
                  <a16:creationId xmlns:a16="http://schemas.microsoft.com/office/drawing/2014/main" id="{5005D8A0-2141-90C1-33E4-7912513794B0}"/>
                </a:ext>
              </a:extLst>
            </p:cNvPr>
            <p:cNvSpPr/>
            <p:nvPr/>
          </p:nvSpPr>
          <p:spPr>
            <a:xfrm>
              <a:off x="2871483" y="3047215"/>
              <a:ext cx="1158268" cy="2206208"/>
            </a:xfrm>
            <a:custGeom>
              <a:avLst/>
              <a:gdLst>
                <a:gd name="connsiteX0" fmla="*/ 1438 w 1091211"/>
                <a:gd name="connsiteY0" fmla="*/ 1133047 h 2893056"/>
                <a:gd name="connsiteX1" fmla="*/ 2900 w 1091211"/>
                <a:gd name="connsiteY1" fmla="*/ 1128372 h 2893056"/>
                <a:gd name="connsiteX2" fmla="*/ 4370 w 1091211"/>
                <a:gd name="connsiteY2" fmla="*/ 1123674 h 2893056"/>
                <a:gd name="connsiteX3" fmla="*/ 5832 w 1091211"/>
                <a:gd name="connsiteY3" fmla="*/ 1118999 h 2893056"/>
                <a:gd name="connsiteX4" fmla="*/ 7270 w 1091211"/>
                <a:gd name="connsiteY4" fmla="*/ 1114293 h 2893056"/>
                <a:gd name="connsiteX5" fmla="*/ 10201 w 1091211"/>
                <a:gd name="connsiteY5" fmla="*/ 1104951 h 2893056"/>
                <a:gd name="connsiteX6" fmla="*/ 11632 w 1091211"/>
                <a:gd name="connsiteY6" fmla="*/ 1100245 h 2893056"/>
                <a:gd name="connsiteX7" fmla="*/ 16033 w 1091211"/>
                <a:gd name="connsiteY7" fmla="*/ 1086237 h 2893056"/>
                <a:gd name="connsiteX8" fmla="*/ 17464 w 1091211"/>
                <a:gd name="connsiteY8" fmla="*/ 1081531 h 2893056"/>
                <a:gd name="connsiteX9" fmla="*/ 20395 w 1091211"/>
                <a:gd name="connsiteY9" fmla="*/ 1072189 h 2893056"/>
                <a:gd name="connsiteX10" fmla="*/ 21834 w 1091211"/>
                <a:gd name="connsiteY10" fmla="*/ 1067514 h 2893056"/>
                <a:gd name="connsiteX11" fmla="*/ 24765 w 1091211"/>
                <a:gd name="connsiteY11" fmla="*/ 1058173 h 2893056"/>
                <a:gd name="connsiteX12" fmla="*/ 26235 w 1091211"/>
                <a:gd name="connsiteY12" fmla="*/ 1053467 h 2893056"/>
                <a:gd name="connsiteX13" fmla="*/ 27665 w 1091211"/>
                <a:gd name="connsiteY13" fmla="*/ 1048792 h 2893056"/>
                <a:gd name="connsiteX14" fmla="*/ 29135 w 1091211"/>
                <a:gd name="connsiteY14" fmla="*/ 1044156 h 2893056"/>
                <a:gd name="connsiteX15" fmla="*/ 30597 w 1091211"/>
                <a:gd name="connsiteY15" fmla="*/ 1039482 h 2893056"/>
                <a:gd name="connsiteX16" fmla="*/ 32035 w 1091211"/>
                <a:gd name="connsiteY16" fmla="*/ 1034807 h 2893056"/>
                <a:gd name="connsiteX17" fmla="*/ 36428 w 1091211"/>
                <a:gd name="connsiteY17" fmla="*/ 1020791 h 2893056"/>
                <a:gd name="connsiteX18" fmla="*/ 37867 w 1091211"/>
                <a:gd name="connsiteY18" fmla="*/ 1016155 h 2893056"/>
                <a:gd name="connsiteX19" fmla="*/ 39329 w 1091211"/>
                <a:gd name="connsiteY19" fmla="*/ 1011480 h 2893056"/>
                <a:gd name="connsiteX20" fmla="*/ 40798 w 1091211"/>
                <a:gd name="connsiteY20" fmla="*/ 1006837 h 2893056"/>
                <a:gd name="connsiteX21" fmla="*/ 42229 w 1091211"/>
                <a:gd name="connsiteY21" fmla="*/ 1002170 h 2893056"/>
                <a:gd name="connsiteX22" fmla="*/ 43698 w 1091211"/>
                <a:gd name="connsiteY22" fmla="*/ 997526 h 2893056"/>
                <a:gd name="connsiteX23" fmla="*/ 45160 w 1091211"/>
                <a:gd name="connsiteY23" fmla="*/ 992852 h 2893056"/>
                <a:gd name="connsiteX24" fmla="*/ 46630 w 1091211"/>
                <a:gd name="connsiteY24" fmla="*/ 988208 h 2893056"/>
                <a:gd name="connsiteX25" fmla="*/ 48068 w 1091211"/>
                <a:gd name="connsiteY25" fmla="*/ 983573 h 2893056"/>
                <a:gd name="connsiteX26" fmla="*/ 50992 w 1091211"/>
                <a:gd name="connsiteY26" fmla="*/ 974286 h 2893056"/>
                <a:gd name="connsiteX27" fmla="*/ 52430 w 1091211"/>
                <a:gd name="connsiteY27" fmla="*/ 969642 h 2893056"/>
                <a:gd name="connsiteX28" fmla="*/ 55362 w 1091211"/>
                <a:gd name="connsiteY28" fmla="*/ 960363 h 2893056"/>
                <a:gd name="connsiteX29" fmla="*/ 56800 w 1091211"/>
                <a:gd name="connsiteY29" fmla="*/ 955720 h 2893056"/>
                <a:gd name="connsiteX30" fmla="*/ 58262 w 1091211"/>
                <a:gd name="connsiteY30" fmla="*/ 951108 h 2893056"/>
                <a:gd name="connsiteX31" fmla="*/ 59732 w 1091211"/>
                <a:gd name="connsiteY31" fmla="*/ 946472 h 2893056"/>
                <a:gd name="connsiteX32" fmla="*/ 61194 w 1091211"/>
                <a:gd name="connsiteY32" fmla="*/ 941860 h 2893056"/>
                <a:gd name="connsiteX33" fmla="*/ 62632 w 1091211"/>
                <a:gd name="connsiteY33" fmla="*/ 937216 h 2893056"/>
                <a:gd name="connsiteX34" fmla="*/ 65563 w 1091211"/>
                <a:gd name="connsiteY34" fmla="*/ 927992 h 2893056"/>
                <a:gd name="connsiteX35" fmla="*/ 66994 w 1091211"/>
                <a:gd name="connsiteY35" fmla="*/ 923380 h 2893056"/>
                <a:gd name="connsiteX36" fmla="*/ 69925 w 1091211"/>
                <a:gd name="connsiteY36" fmla="*/ 914163 h 2893056"/>
                <a:gd name="connsiteX37" fmla="*/ 71395 w 1091211"/>
                <a:gd name="connsiteY37" fmla="*/ 909582 h 2893056"/>
                <a:gd name="connsiteX38" fmla="*/ 72826 w 1091211"/>
                <a:gd name="connsiteY38" fmla="*/ 904970 h 2893056"/>
                <a:gd name="connsiteX39" fmla="*/ 74295 w 1091211"/>
                <a:gd name="connsiteY39" fmla="*/ 900389 h 2893056"/>
                <a:gd name="connsiteX40" fmla="*/ 75757 w 1091211"/>
                <a:gd name="connsiteY40" fmla="*/ 895777 h 2893056"/>
                <a:gd name="connsiteX41" fmla="*/ 77195 w 1091211"/>
                <a:gd name="connsiteY41" fmla="*/ 891196 h 2893056"/>
                <a:gd name="connsiteX42" fmla="*/ 81597 w 1091211"/>
                <a:gd name="connsiteY42" fmla="*/ 877453 h 2893056"/>
                <a:gd name="connsiteX43" fmla="*/ 83027 w 1091211"/>
                <a:gd name="connsiteY43" fmla="*/ 872880 h 2893056"/>
                <a:gd name="connsiteX44" fmla="*/ 84497 w 1091211"/>
                <a:gd name="connsiteY44" fmla="*/ 868323 h 2893056"/>
                <a:gd name="connsiteX45" fmla="*/ 85959 w 1091211"/>
                <a:gd name="connsiteY45" fmla="*/ 863750 h 2893056"/>
                <a:gd name="connsiteX46" fmla="*/ 87397 w 1091211"/>
                <a:gd name="connsiteY46" fmla="*/ 859200 h 2893056"/>
                <a:gd name="connsiteX47" fmla="*/ 91790 w 1091211"/>
                <a:gd name="connsiteY47" fmla="*/ 845543 h 2893056"/>
                <a:gd name="connsiteX48" fmla="*/ 93229 w 1091211"/>
                <a:gd name="connsiteY48" fmla="*/ 840994 h 2893056"/>
                <a:gd name="connsiteX49" fmla="*/ 94691 w 1091211"/>
                <a:gd name="connsiteY49" fmla="*/ 836475 h 2893056"/>
                <a:gd name="connsiteX50" fmla="*/ 96160 w 1091211"/>
                <a:gd name="connsiteY50" fmla="*/ 831926 h 2893056"/>
                <a:gd name="connsiteX51" fmla="*/ 97591 w 1091211"/>
                <a:gd name="connsiteY51" fmla="*/ 827407 h 2893056"/>
                <a:gd name="connsiteX52" fmla="*/ 101992 w 1091211"/>
                <a:gd name="connsiteY52" fmla="*/ 813852 h 2893056"/>
                <a:gd name="connsiteX53" fmla="*/ 103430 w 1091211"/>
                <a:gd name="connsiteY53" fmla="*/ 809334 h 2893056"/>
                <a:gd name="connsiteX54" fmla="*/ 104892 w 1091211"/>
                <a:gd name="connsiteY54" fmla="*/ 804839 h 2893056"/>
                <a:gd name="connsiteX55" fmla="*/ 106362 w 1091211"/>
                <a:gd name="connsiteY55" fmla="*/ 800320 h 2893056"/>
                <a:gd name="connsiteX56" fmla="*/ 107792 w 1091211"/>
                <a:gd name="connsiteY56" fmla="*/ 795833 h 2893056"/>
                <a:gd name="connsiteX57" fmla="*/ 110724 w 1091211"/>
                <a:gd name="connsiteY57" fmla="*/ 786859 h 2893056"/>
                <a:gd name="connsiteX58" fmla="*/ 112193 w 1091211"/>
                <a:gd name="connsiteY58" fmla="*/ 782395 h 2893056"/>
                <a:gd name="connsiteX59" fmla="*/ 113624 w 1091211"/>
                <a:gd name="connsiteY59" fmla="*/ 777908 h 2893056"/>
                <a:gd name="connsiteX60" fmla="*/ 116555 w 1091211"/>
                <a:gd name="connsiteY60" fmla="*/ 768989 h 2893056"/>
                <a:gd name="connsiteX61" fmla="*/ 117994 w 1091211"/>
                <a:gd name="connsiteY61" fmla="*/ 764533 h 2893056"/>
                <a:gd name="connsiteX62" fmla="*/ 119456 w 1091211"/>
                <a:gd name="connsiteY62" fmla="*/ 760077 h 2893056"/>
                <a:gd name="connsiteX63" fmla="*/ 120925 w 1091211"/>
                <a:gd name="connsiteY63" fmla="*/ 755645 h 2893056"/>
                <a:gd name="connsiteX64" fmla="*/ 122356 w 1091211"/>
                <a:gd name="connsiteY64" fmla="*/ 751220 h 2893056"/>
                <a:gd name="connsiteX65" fmla="*/ 126757 w 1091211"/>
                <a:gd name="connsiteY65" fmla="*/ 737939 h 2893056"/>
                <a:gd name="connsiteX66" fmla="*/ 128195 w 1091211"/>
                <a:gd name="connsiteY66" fmla="*/ 733538 h 2893056"/>
                <a:gd name="connsiteX67" fmla="*/ 129657 w 1091211"/>
                <a:gd name="connsiteY67" fmla="*/ 729113 h 2893056"/>
                <a:gd name="connsiteX68" fmla="*/ 131119 w 1091211"/>
                <a:gd name="connsiteY68" fmla="*/ 724712 h 2893056"/>
                <a:gd name="connsiteX69" fmla="*/ 132557 w 1091211"/>
                <a:gd name="connsiteY69" fmla="*/ 720319 h 2893056"/>
                <a:gd name="connsiteX70" fmla="*/ 135489 w 1091211"/>
                <a:gd name="connsiteY70" fmla="*/ 711587 h 2893056"/>
                <a:gd name="connsiteX71" fmla="*/ 136958 w 1091211"/>
                <a:gd name="connsiteY71" fmla="*/ 707186 h 2893056"/>
                <a:gd name="connsiteX72" fmla="*/ 138389 w 1091211"/>
                <a:gd name="connsiteY72" fmla="*/ 702824 h 2893056"/>
                <a:gd name="connsiteX73" fmla="*/ 139859 w 1091211"/>
                <a:gd name="connsiteY73" fmla="*/ 698485 h 2893056"/>
                <a:gd name="connsiteX74" fmla="*/ 141321 w 1091211"/>
                <a:gd name="connsiteY74" fmla="*/ 694115 h 2893056"/>
                <a:gd name="connsiteX75" fmla="*/ 142759 w 1091211"/>
                <a:gd name="connsiteY75" fmla="*/ 689784 h 2893056"/>
                <a:gd name="connsiteX76" fmla="*/ 145690 w 1091211"/>
                <a:gd name="connsiteY76" fmla="*/ 681107 h 2893056"/>
                <a:gd name="connsiteX77" fmla="*/ 147152 w 1091211"/>
                <a:gd name="connsiteY77" fmla="*/ 676800 h 2893056"/>
                <a:gd name="connsiteX78" fmla="*/ 148591 w 1091211"/>
                <a:gd name="connsiteY78" fmla="*/ 672469 h 2893056"/>
                <a:gd name="connsiteX79" fmla="*/ 151522 w 1091211"/>
                <a:gd name="connsiteY79" fmla="*/ 663854 h 2893056"/>
                <a:gd name="connsiteX80" fmla="*/ 152953 w 1091211"/>
                <a:gd name="connsiteY80" fmla="*/ 659578 h 2893056"/>
                <a:gd name="connsiteX81" fmla="*/ 154422 w 1091211"/>
                <a:gd name="connsiteY81" fmla="*/ 655279 h 2893056"/>
                <a:gd name="connsiteX82" fmla="*/ 155884 w 1091211"/>
                <a:gd name="connsiteY82" fmla="*/ 651003 h 2893056"/>
                <a:gd name="connsiteX83" fmla="*/ 157354 w 1091211"/>
                <a:gd name="connsiteY83" fmla="*/ 646758 h 2893056"/>
                <a:gd name="connsiteX84" fmla="*/ 158792 w 1091211"/>
                <a:gd name="connsiteY84" fmla="*/ 642482 h 2893056"/>
                <a:gd name="connsiteX85" fmla="*/ 161723 w 1091211"/>
                <a:gd name="connsiteY85" fmla="*/ 633993 h 2893056"/>
                <a:gd name="connsiteX86" fmla="*/ 163154 w 1091211"/>
                <a:gd name="connsiteY86" fmla="*/ 629748 h 2893056"/>
                <a:gd name="connsiteX87" fmla="*/ 164624 w 1091211"/>
                <a:gd name="connsiteY87" fmla="*/ 625503 h 2893056"/>
                <a:gd name="connsiteX88" fmla="*/ 167555 w 1091211"/>
                <a:gd name="connsiteY88" fmla="*/ 617076 h 2893056"/>
                <a:gd name="connsiteX89" fmla="*/ 168986 w 1091211"/>
                <a:gd name="connsiteY89" fmla="*/ 612894 h 2893056"/>
                <a:gd name="connsiteX90" fmla="*/ 170455 w 1091211"/>
                <a:gd name="connsiteY90" fmla="*/ 608680 h 2893056"/>
                <a:gd name="connsiteX91" fmla="*/ 171917 w 1091211"/>
                <a:gd name="connsiteY91" fmla="*/ 604490 h 2893056"/>
                <a:gd name="connsiteX92" fmla="*/ 173356 w 1091211"/>
                <a:gd name="connsiteY92" fmla="*/ 600308 h 2893056"/>
                <a:gd name="connsiteX93" fmla="*/ 174818 w 1091211"/>
                <a:gd name="connsiteY93" fmla="*/ 596157 h 2893056"/>
                <a:gd name="connsiteX94" fmla="*/ 176287 w 1091211"/>
                <a:gd name="connsiteY94" fmla="*/ 591974 h 2893056"/>
                <a:gd name="connsiteX95" fmla="*/ 177718 w 1091211"/>
                <a:gd name="connsiteY95" fmla="*/ 587821 h 2893056"/>
                <a:gd name="connsiteX96" fmla="*/ 179187 w 1091211"/>
                <a:gd name="connsiteY96" fmla="*/ 583699 h 2893056"/>
                <a:gd name="connsiteX97" fmla="*/ 180649 w 1091211"/>
                <a:gd name="connsiteY97" fmla="*/ 579546 h 2893056"/>
                <a:gd name="connsiteX98" fmla="*/ 182119 w 1091211"/>
                <a:gd name="connsiteY98" fmla="*/ 575424 h 2893056"/>
                <a:gd name="connsiteX99" fmla="*/ 183557 w 1091211"/>
                <a:gd name="connsiteY99" fmla="*/ 571332 h 2893056"/>
                <a:gd name="connsiteX100" fmla="*/ 185019 w 1091211"/>
                <a:gd name="connsiteY100" fmla="*/ 567210 h 2893056"/>
                <a:gd name="connsiteX101" fmla="*/ 186489 w 1091211"/>
                <a:gd name="connsiteY101" fmla="*/ 563117 h 2893056"/>
                <a:gd name="connsiteX102" fmla="*/ 187919 w 1091211"/>
                <a:gd name="connsiteY102" fmla="*/ 559026 h 2893056"/>
                <a:gd name="connsiteX103" fmla="*/ 189389 w 1091211"/>
                <a:gd name="connsiteY103" fmla="*/ 554934 h 2893056"/>
                <a:gd name="connsiteX104" fmla="*/ 192320 w 1091211"/>
                <a:gd name="connsiteY104" fmla="*/ 546811 h 2893056"/>
                <a:gd name="connsiteX105" fmla="*/ 193751 w 1091211"/>
                <a:gd name="connsiteY105" fmla="*/ 542750 h 2893056"/>
                <a:gd name="connsiteX106" fmla="*/ 195220 w 1091211"/>
                <a:gd name="connsiteY106" fmla="*/ 538719 h 2893056"/>
                <a:gd name="connsiteX107" fmla="*/ 196682 w 1091211"/>
                <a:gd name="connsiteY107" fmla="*/ 534719 h 2893056"/>
                <a:gd name="connsiteX108" fmla="*/ 198121 w 1091211"/>
                <a:gd name="connsiteY108" fmla="*/ 530688 h 2893056"/>
                <a:gd name="connsiteX109" fmla="*/ 202514 w 1091211"/>
                <a:gd name="connsiteY109" fmla="*/ 518687 h 2893056"/>
                <a:gd name="connsiteX110" fmla="*/ 203952 w 1091211"/>
                <a:gd name="connsiteY110" fmla="*/ 514718 h 2893056"/>
                <a:gd name="connsiteX111" fmla="*/ 206884 w 1091211"/>
                <a:gd name="connsiteY111" fmla="*/ 506778 h 2893056"/>
                <a:gd name="connsiteX112" fmla="*/ 208322 w 1091211"/>
                <a:gd name="connsiteY112" fmla="*/ 502839 h 2893056"/>
                <a:gd name="connsiteX113" fmla="*/ 211246 w 1091211"/>
                <a:gd name="connsiteY113" fmla="*/ 494961 h 2893056"/>
                <a:gd name="connsiteX114" fmla="*/ 212716 w 1091211"/>
                <a:gd name="connsiteY114" fmla="*/ 491052 h 2893056"/>
                <a:gd name="connsiteX115" fmla="*/ 214154 w 1091211"/>
                <a:gd name="connsiteY115" fmla="*/ 487144 h 2893056"/>
                <a:gd name="connsiteX116" fmla="*/ 215616 w 1091211"/>
                <a:gd name="connsiteY116" fmla="*/ 483235 h 2893056"/>
                <a:gd name="connsiteX117" fmla="*/ 217085 w 1091211"/>
                <a:gd name="connsiteY117" fmla="*/ 479357 h 2893056"/>
                <a:gd name="connsiteX118" fmla="*/ 218516 w 1091211"/>
                <a:gd name="connsiteY118" fmla="*/ 475509 h 2893056"/>
                <a:gd name="connsiteX119" fmla="*/ 219986 w 1091211"/>
                <a:gd name="connsiteY119" fmla="*/ 471631 h 2893056"/>
                <a:gd name="connsiteX120" fmla="*/ 222917 w 1091211"/>
                <a:gd name="connsiteY120" fmla="*/ 463936 h 2893056"/>
                <a:gd name="connsiteX121" fmla="*/ 224348 w 1091211"/>
                <a:gd name="connsiteY121" fmla="*/ 460119 h 2893056"/>
                <a:gd name="connsiteX122" fmla="*/ 227279 w 1091211"/>
                <a:gd name="connsiteY122" fmla="*/ 452485 h 2893056"/>
                <a:gd name="connsiteX123" fmla="*/ 228717 w 1091211"/>
                <a:gd name="connsiteY123" fmla="*/ 448698 h 2893056"/>
                <a:gd name="connsiteX124" fmla="*/ 230179 w 1091211"/>
                <a:gd name="connsiteY124" fmla="*/ 444912 h 2893056"/>
                <a:gd name="connsiteX125" fmla="*/ 231649 w 1091211"/>
                <a:gd name="connsiteY125" fmla="*/ 441156 h 2893056"/>
                <a:gd name="connsiteX126" fmla="*/ 233111 w 1091211"/>
                <a:gd name="connsiteY126" fmla="*/ 437370 h 2893056"/>
                <a:gd name="connsiteX127" fmla="*/ 234549 w 1091211"/>
                <a:gd name="connsiteY127" fmla="*/ 433644 h 2893056"/>
                <a:gd name="connsiteX128" fmla="*/ 236011 w 1091211"/>
                <a:gd name="connsiteY128" fmla="*/ 429919 h 2893056"/>
                <a:gd name="connsiteX129" fmla="*/ 237481 w 1091211"/>
                <a:gd name="connsiteY129" fmla="*/ 426163 h 2893056"/>
                <a:gd name="connsiteX130" fmla="*/ 238919 w 1091211"/>
                <a:gd name="connsiteY130" fmla="*/ 422468 h 2893056"/>
                <a:gd name="connsiteX131" fmla="*/ 241850 w 1091211"/>
                <a:gd name="connsiteY131" fmla="*/ 415078 h 2893056"/>
                <a:gd name="connsiteX132" fmla="*/ 243281 w 1091211"/>
                <a:gd name="connsiteY132" fmla="*/ 411414 h 2893056"/>
                <a:gd name="connsiteX133" fmla="*/ 246213 w 1091211"/>
                <a:gd name="connsiteY133" fmla="*/ 404085 h 2893056"/>
                <a:gd name="connsiteX134" fmla="*/ 247682 w 1091211"/>
                <a:gd name="connsiteY134" fmla="*/ 400451 h 2893056"/>
                <a:gd name="connsiteX135" fmla="*/ 249113 w 1091211"/>
                <a:gd name="connsiteY135" fmla="*/ 396818 h 2893056"/>
                <a:gd name="connsiteX136" fmla="*/ 252044 w 1091211"/>
                <a:gd name="connsiteY136" fmla="*/ 389611 h 2893056"/>
                <a:gd name="connsiteX137" fmla="*/ 253483 w 1091211"/>
                <a:gd name="connsiteY137" fmla="*/ 386038 h 2893056"/>
                <a:gd name="connsiteX138" fmla="*/ 254944 w 1091211"/>
                <a:gd name="connsiteY138" fmla="*/ 382435 h 2893056"/>
                <a:gd name="connsiteX139" fmla="*/ 257876 w 1091211"/>
                <a:gd name="connsiteY139" fmla="*/ 375351 h 2893056"/>
                <a:gd name="connsiteX140" fmla="*/ 259314 w 1091211"/>
                <a:gd name="connsiteY140" fmla="*/ 371778 h 2893056"/>
                <a:gd name="connsiteX141" fmla="*/ 260776 w 1091211"/>
                <a:gd name="connsiteY141" fmla="*/ 368297 h 2893056"/>
                <a:gd name="connsiteX142" fmla="*/ 262246 w 1091211"/>
                <a:gd name="connsiteY142" fmla="*/ 364785 h 2893056"/>
                <a:gd name="connsiteX143" fmla="*/ 263684 w 1091211"/>
                <a:gd name="connsiteY143" fmla="*/ 361273 h 2893056"/>
                <a:gd name="connsiteX144" fmla="*/ 266615 w 1091211"/>
                <a:gd name="connsiteY144" fmla="*/ 354311 h 2893056"/>
                <a:gd name="connsiteX145" fmla="*/ 268077 w 1091211"/>
                <a:gd name="connsiteY145" fmla="*/ 350861 h 2893056"/>
                <a:gd name="connsiteX146" fmla="*/ 269516 w 1091211"/>
                <a:gd name="connsiteY146" fmla="*/ 347410 h 2893056"/>
                <a:gd name="connsiteX147" fmla="*/ 272447 w 1091211"/>
                <a:gd name="connsiteY147" fmla="*/ 340570 h 2893056"/>
                <a:gd name="connsiteX148" fmla="*/ 273878 w 1091211"/>
                <a:gd name="connsiteY148" fmla="*/ 337180 h 2893056"/>
                <a:gd name="connsiteX149" fmla="*/ 276809 w 1091211"/>
                <a:gd name="connsiteY149" fmla="*/ 330401 h 2893056"/>
                <a:gd name="connsiteX150" fmla="*/ 278279 w 1091211"/>
                <a:gd name="connsiteY150" fmla="*/ 327042 h 2893056"/>
                <a:gd name="connsiteX151" fmla="*/ 279710 w 1091211"/>
                <a:gd name="connsiteY151" fmla="*/ 323683 h 2893056"/>
                <a:gd name="connsiteX152" fmla="*/ 282641 w 1091211"/>
                <a:gd name="connsiteY152" fmla="*/ 317027 h 2893056"/>
                <a:gd name="connsiteX153" fmla="*/ 284079 w 1091211"/>
                <a:gd name="connsiteY153" fmla="*/ 313729 h 2893056"/>
                <a:gd name="connsiteX154" fmla="*/ 285541 w 1091211"/>
                <a:gd name="connsiteY154" fmla="*/ 310431 h 2893056"/>
                <a:gd name="connsiteX155" fmla="*/ 288473 w 1091211"/>
                <a:gd name="connsiteY155" fmla="*/ 303896 h 2893056"/>
                <a:gd name="connsiteX156" fmla="*/ 289911 w 1091211"/>
                <a:gd name="connsiteY156" fmla="*/ 300628 h 2893056"/>
                <a:gd name="connsiteX157" fmla="*/ 291373 w 1091211"/>
                <a:gd name="connsiteY157" fmla="*/ 297422 h 2893056"/>
                <a:gd name="connsiteX158" fmla="*/ 292842 w 1091211"/>
                <a:gd name="connsiteY158" fmla="*/ 294185 h 2893056"/>
                <a:gd name="connsiteX159" fmla="*/ 294281 w 1091211"/>
                <a:gd name="connsiteY159" fmla="*/ 290979 h 2893056"/>
                <a:gd name="connsiteX160" fmla="*/ 298674 w 1091211"/>
                <a:gd name="connsiteY160" fmla="*/ 281452 h 2893056"/>
                <a:gd name="connsiteX161" fmla="*/ 300112 w 1091211"/>
                <a:gd name="connsiteY161" fmla="*/ 278306 h 2893056"/>
                <a:gd name="connsiteX162" fmla="*/ 301574 w 1091211"/>
                <a:gd name="connsiteY162" fmla="*/ 275192 h 2893056"/>
                <a:gd name="connsiteX163" fmla="*/ 303044 w 1091211"/>
                <a:gd name="connsiteY163" fmla="*/ 272047 h 2893056"/>
                <a:gd name="connsiteX164" fmla="*/ 304475 w 1091211"/>
                <a:gd name="connsiteY164" fmla="*/ 268962 h 2893056"/>
                <a:gd name="connsiteX165" fmla="*/ 307406 w 1091211"/>
                <a:gd name="connsiteY165" fmla="*/ 262794 h 2893056"/>
                <a:gd name="connsiteX166" fmla="*/ 308844 w 1091211"/>
                <a:gd name="connsiteY166" fmla="*/ 259740 h 2893056"/>
                <a:gd name="connsiteX167" fmla="*/ 310306 w 1091211"/>
                <a:gd name="connsiteY167" fmla="*/ 256717 h 2893056"/>
                <a:gd name="connsiteX168" fmla="*/ 311776 w 1091211"/>
                <a:gd name="connsiteY168" fmla="*/ 253664 h 2893056"/>
                <a:gd name="connsiteX169" fmla="*/ 313238 w 1091211"/>
                <a:gd name="connsiteY169" fmla="*/ 250671 h 2893056"/>
                <a:gd name="connsiteX170" fmla="*/ 314676 w 1091211"/>
                <a:gd name="connsiteY170" fmla="*/ 247679 h 2893056"/>
                <a:gd name="connsiteX171" fmla="*/ 316138 w 1091211"/>
                <a:gd name="connsiteY171" fmla="*/ 244687 h 2893056"/>
                <a:gd name="connsiteX172" fmla="*/ 317608 w 1091211"/>
                <a:gd name="connsiteY172" fmla="*/ 241724 h 2893056"/>
                <a:gd name="connsiteX173" fmla="*/ 319046 w 1091211"/>
                <a:gd name="connsiteY173" fmla="*/ 238792 h 2893056"/>
                <a:gd name="connsiteX174" fmla="*/ 320508 w 1091211"/>
                <a:gd name="connsiteY174" fmla="*/ 235830 h 2893056"/>
                <a:gd name="connsiteX175" fmla="*/ 323439 w 1091211"/>
                <a:gd name="connsiteY175" fmla="*/ 230029 h 2893056"/>
                <a:gd name="connsiteX176" fmla="*/ 324878 w 1091211"/>
                <a:gd name="connsiteY176" fmla="*/ 227128 h 2893056"/>
                <a:gd name="connsiteX177" fmla="*/ 326339 w 1091211"/>
                <a:gd name="connsiteY177" fmla="*/ 224288 h 2893056"/>
                <a:gd name="connsiteX178" fmla="*/ 327809 w 1091211"/>
                <a:gd name="connsiteY178" fmla="*/ 221418 h 2893056"/>
                <a:gd name="connsiteX179" fmla="*/ 329240 w 1091211"/>
                <a:gd name="connsiteY179" fmla="*/ 218578 h 2893056"/>
                <a:gd name="connsiteX180" fmla="*/ 333641 w 1091211"/>
                <a:gd name="connsiteY180" fmla="*/ 210150 h 2893056"/>
                <a:gd name="connsiteX181" fmla="*/ 335071 w 1091211"/>
                <a:gd name="connsiteY181" fmla="*/ 207401 h 2893056"/>
                <a:gd name="connsiteX182" fmla="*/ 336541 w 1091211"/>
                <a:gd name="connsiteY182" fmla="*/ 204623 h 2893056"/>
                <a:gd name="connsiteX183" fmla="*/ 338003 w 1091211"/>
                <a:gd name="connsiteY183" fmla="*/ 201875 h 2893056"/>
                <a:gd name="connsiteX184" fmla="*/ 339441 w 1091211"/>
                <a:gd name="connsiteY184" fmla="*/ 199156 h 2893056"/>
                <a:gd name="connsiteX185" fmla="*/ 340903 w 1091211"/>
                <a:gd name="connsiteY185" fmla="*/ 196470 h 2893056"/>
                <a:gd name="connsiteX186" fmla="*/ 342373 w 1091211"/>
                <a:gd name="connsiteY186" fmla="*/ 193752 h 2893056"/>
                <a:gd name="connsiteX187" fmla="*/ 343835 w 1091211"/>
                <a:gd name="connsiteY187" fmla="*/ 191095 h 2893056"/>
                <a:gd name="connsiteX188" fmla="*/ 345273 w 1091211"/>
                <a:gd name="connsiteY188" fmla="*/ 188438 h 2893056"/>
                <a:gd name="connsiteX189" fmla="*/ 346742 w 1091211"/>
                <a:gd name="connsiteY189" fmla="*/ 185782 h 2893056"/>
                <a:gd name="connsiteX190" fmla="*/ 348204 w 1091211"/>
                <a:gd name="connsiteY190" fmla="*/ 183187 h 2893056"/>
                <a:gd name="connsiteX191" fmla="*/ 349643 w 1091211"/>
                <a:gd name="connsiteY191" fmla="*/ 180560 h 2893056"/>
                <a:gd name="connsiteX192" fmla="*/ 351105 w 1091211"/>
                <a:gd name="connsiteY192" fmla="*/ 177965 h 2893056"/>
                <a:gd name="connsiteX193" fmla="*/ 354036 w 1091211"/>
                <a:gd name="connsiteY193" fmla="*/ 172835 h 2893056"/>
                <a:gd name="connsiteX194" fmla="*/ 355474 w 1091211"/>
                <a:gd name="connsiteY194" fmla="*/ 170300 h 2893056"/>
                <a:gd name="connsiteX195" fmla="*/ 356936 w 1091211"/>
                <a:gd name="connsiteY195" fmla="*/ 167766 h 2893056"/>
                <a:gd name="connsiteX196" fmla="*/ 358406 w 1091211"/>
                <a:gd name="connsiteY196" fmla="*/ 165262 h 2893056"/>
                <a:gd name="connsiteX197" fmla="*/ 359836 w 1091211"/>
                <a:gd name="connsiteY197" fmla="*/ 162758 h 2893056"/>
                <a:gd name="connsiteX198" fmla="*/ 362768 w 1091211"/>
                <a:gd name="connsiteY198" fmla="*/ 157872 h 2893056"/>
                <a:gd name="connsiteX199" fmla="*/ 364206 w 1091211"/>
                <a:gd name="connsiteY199" fmla="*/ 155399 h 2893056"/>
                <a:gd name="connsiteX200" fmla="*/ 365668 w 1091211"/>
                <a:gd name="connsiteY200" fmla="*/ 152986 h 2893056"/>
                <a:gd name="connsiteX201" fmla="*/ 367138 w 1091211"/>
                <a:gd name="connsiteY201" fmla="*/ 150604 h 2893056"/>
                <a:gd name="connsiteX202" fmla="*/ 368600 w 1091211"/>
                <a:gd name="connsiteY202" fmla="*/ 148192 h 2893056"/>
                <a:gd name="connsiteX203" fmla="*/ 370038 w 1091211"/>
                <a:gd name="connsiteY203" fmla="*/ 145840 h 2893056"/>
                <a:gd name="connsiteX204" fmla="*/ 372969 w 1091211"/>
                <a:gd name="connsiteY204" fmla="*/ 141138 h 2893056"/>
                <a:gd name="connsiteX205" fmla="*/ 374408 w 1091211"/>
                <a:gd name="connsiteY205" fmla="*/ 138848 h 2893056"/>
                <a:gd name="connsiteX206" fmla="*/ 377339 w 1091211"/>
                <a:gd name="connsiteY206" fmla="*/ 134268 h 2893056"/>
                <a:gd name="connsiteX207" fmla="*/ 378801 w 1091211"/>
                <a:gd name="connsiteY207" fmla="*/ 132008 h 2893056"/>
                <a:gd name="connsiteX208" fmla="*/ 380239 w 1091211"/>
                <a:gd name="connsiteY208" fmla="*/ 129778 h 2893056"/>
                <a:gd name="connsiteX209" fmla="*/ 381701 w 1091211"/>
                <a:gd name="connsiteY209" fmla="*/ 127519 h 2893056"/>
                <a:gd name="connsiteX210" fmla="*/ 383171 w 1091211"/>
                <a:gd name="connsiteY210" fmla="*/ 125320 h 2893056"/>
                <a:gd name="connsiteX211" fmla="*/ 384602 w 1091211"/>
                <a:gd name="connsiteY211" fmla="*/ 123152 h 2893056"/>
                <a:gd name="connsiteX212" fmla="*/ 386071 w 1091211"/>
                <a:gd name="connsiteY212" fmla="*/ 120953 h 2893056"/>
                <a:gd name="connsiteX213" fmla="*/ 389003 w 1091211"/>
                <a:gd name="connsiteY213" fmla="*/ 116679 h 2893056"/>
                <a:gd name="connsiteX214" fmla="*/ 390433 w 1091211"/>
                <a:gd name="connsiteY214" fmla="*/ 114541 h 2893056"/>
                <a:gd name="connsiteX215" fmla="*/ 393365 w 1091211"/>
                <a:gd name="connsiteY215" fmla="*/ 110388 h 2893056"/>
                <a:gd name="connsiteX216" fmla="*/ 394803 w 1091211"/>
                <a:gd name="connsiteY216" fmla="*/ 108311 h 2893056"/>
                <a:gd name="connsiteX217" fmla="*/ 396265 w 1091211"/>
                <a:gd name="connsiteY217" fmla="*/ 106266 h 2893056"/>
                <a:gd name="connsiteX218" fmla="*/ 399196 w 1091211"/>
                <a:gd name="connsiteY218" fmla="*/ 102235 h 2893056"/>
                <a:gd name="connsiteX219" fmla="*/ 400635 w 1091211"/>
                <a:gd name="connsiteY219" fmla="*/ 100250 h 2893056"/>
                <a:gd name="connsiteX220" fmla="*/ 402104 w 1091211"/>
                <a:gd name="connsiteY220" fmla="*/ 98296 h 2893056"/>
                <a:gd name="connsiteX221" fmla="*/ 403566 w 1091211"/>
                <a:gd name="connsiteY221" fmla="*/ 96311 h 2893056"/>
                <a:gd name="connsiteX222" fmla="*/ 405005 w 1091211"/>
                <a:gd name="connsiteY222" fmla="*/ 94387 h 2893056"/>
                <a:gd name="connsiteX223" fmla="*/ 406466 w 1091211"/>
                <a:gd name="connsiteY223" fmla="*/ 92494 h 2893056"/>
                <a:gd name="connsiteX224" fmla="*/ 407936 w 1091211"/>
                <a:gd name="connsiteY224" fmla="*/ 90570 h 2893056"/>
                <a:gd name="connsiteX225" fmla="*/ 409398 w 1091211"/>
                <a:gd name="connsiteY225" fmla="*/ 88707 h 2893056"/>
                <a:gd name="connsiteX226" fmla="*/ 410836 w 1091211"/>
                <a:gd name="connsiteY226" fmla="*/ 86845 h 2893056"/>
                <a:gd name="connsiteX227" fmla="*/ 412298 w 1091211"/>
                <a:gd name="connsiteY227" fmla="*/ 84982 h 2893056"/>
                <a:gd name="connsiteX228" fmla="*/ 413768 w 1091211"/>
                <a:gd name="connsiteY228" fmla="*/ 83180 h 2893056"/>
                <a:gd name="connsiteX229" fmla="*/ 415198 w 1091211"/>
                <a:gd name="connsiteY229" fmla="*/ 81378 h 2893056"/>
                <a:gd name="connsiteX230" fmla="*/ 416668 w 1091211"/>
                <a:gd name="connsiteY230" fmla="*/ 79577 h 2893056"/>
                <a:gd name="connsiteX231" fmla="*/ 419599 w 1091211"/>
                <a:gd name="connsiteY231" fmla="*/ 76096 h 2893056"/>
                <a:gd name="connsiteX232" fmla="*/ 421030 w 1091211"/>
                <a:gd name="connsiteY232" fmla="*/ 74355 h 2893056"/>
                <a:gd name="connsiteX233" fmla="*/ 422500 w 1091211"/>
                <a:gd name="connsiteY233" fmla="*/ 72645 h 2893056"/>
                <a:gd name="connsiteX234" fmla="*/ 423962 w 1091211"/>
                <a:gd name="connsiteY234" fmla="*/ 70966 h 2893056"/>
                <a:gd name="connsiteX235" fmla="*/ 425400 w 1091211"/>
                <a:gd name="connsiteY235" fmla="*/ 69287 h 2893056"/>
                <a:gd name="connsiteX236" fmla="*/ 426869 w 1091211"/>
                <a:gd name="connsiteY236" fmla="*/ 67637 h 2893056"/>
                <a:gd name="connsiteX237" fmla="*/ 428331 w 1091211"/>
                <a:gd name="connsiteY237" fmla="*/ 66019 h 2893056"/>
                <a:gd name="connsiteX238" fmla="*/ 429770 w 1091211"/>
                <a:gd name="connsiteY238" fmla="*/ 64401 h 2893056"/>
                <a:gd name="connsiteX239" fmla="*/ 431232 w 1091211"/>
                <a:gd name="connsiteY239" fmla="*/ 62812 h 2893056"/>
                <a:gd name="connsiteX240" fmla="*/ 432701 w 1091211"/>
                <a:gd name="connsiteY240" fmla="*/ 61255 h 2893056"/>
                <a:gd name="connsiteX241" fmla="*/ 434163 w 1091211"/>
                <a:gd name="connsiteY241" fmla="*/ 59668 h 2893056"/>
                <a:gd name="connsiteX242" fmla="*/ 435601 w 1091211"/>
                <a:gd name="connsiteY242" fmla="*/ 58141 h 2893056"/>
                <a:gd name="connsiteX243" fmla="*/ 437063 w 1091211"/>
                <a:gd name="connsiteY243" fmla="*/ 56645 h 2893056"/>
                <a:gd name="connsiteX244" fmla="*/ 438533 w 1091211"/>
                <a:gd name="connsiteY244" fmla="*/ 55118 h 2893056"/>
                <a:gd name="connsiteX245" fmla="*/ 439963 w 1091211"/>
                <a:gd name="connsiteY245" fmla="*/ 53652 h 2893056"/>
                <a:gd name="connsiteX246" fmla="*/ 441433 w 1091211"/>
                <a:gd name="connsiteY246" fmla="*/ 52217 h 2893056"/>
                <a:gd name="connsiteX247" fmla="*/ 442895 w 1091211"/>
                <a:gd name="connsiteY247" fmla="*/ 50751 h 2893056"/>
                <a:gd name="connsiteX248" fmla="*/ 444364 w 1091211"/>
                <a:gd name="connsiteY248" fmla="*/ 49346 h 2893056"/>
                <a:gd name="connsiteX249" fmla="*/ 445795 w 1091211"/>
                <a:gd name="connsiteY249" fmla="*/ 47942 h 2893056"/>
                <a:gd name="connsiteX250" fmla="*/ 447265 w 1091211"/>
                <a:gd name="connsiteY250" fmla="*/ 46567 h 2893056"/>
                <a:gd name="connsiteX251" fmla="*/ 448727 w 1091211"/>
                <a:gd name="connsiteY251" fmla="*/ 45224 h 2893056"/>
                <a:gd name="connsiteX252" fmla="*/ 450165 w 1091211"/>
                <a:gd name="connsiteY252" fmla="*/ 43881 h 2893056"/>
                <a:gd name="connsiteX253" fmla="*/ 451627 w 1091211"/>
                <a:gd name="connsiteY253" fmla="*/ 42537 h 2893056"/>
                <a:gd name="connsiteX254" fmla="*/ 454566 w 1091211"/>
                <a:gd name="connsiteY254" fmla="*/ 39972 h 2893056"/>
                <a:gd name="connsiteX255" fmla="*/ 455997 w 1091211"/>
                <a:gd name="connsiteY255" fmla="*/ 38689 h 2893056"/>
                <a:gd name="connsiteX256" fmla="*/ 458928 w 1091211"/>
                <a:gd name="connsiteY256" fmla="*/ 36246 h 2893056"/>
                <a:gd name="connsiteX257" fmla="*/ 460366 w 1091211"/>
                <a:gd name="connsiteY257" fmla="*/ 35024 h 2893056"/>
                <a:gd name="connsiteX258" fmla="*/ 464760 w 1091211"/>
                <a:gd name="connsiteY258" fmla="*/ 31543 h 2893056"/>
                <a:gd name="connsiteX259" fmla="*/ 466198 w 1091211"/>
                <a:gd name="connsiteY259" fmla="*/ 30444 h 2893056"/>
                <a:gd name="connsiteX260" fmla="*/ 469130 w 1091211"/>
                <a:gd name="connsiteY260" fmla="*/ 28246 h 2893056"/>
                <a:gd name="connsiteX261" fmla="*/ 470560 w 1091211"/>
                <a:gd name="connsiteY261" fmla="*/ 27207 h 2893056"/>
                <a:gd name="connsiteX262" fmla="*/ 473492 w 1091211"/>
                <a:gd name="connsiteY262" fmla="*/ 25131 h 2893056"/>
                <a:gd name="connsiteX263" fmla="*/ 474961 w 1091211"/>
                <a:gd name="connsiteY263" fmla="*/ 24123 h 2893056"/>
                <a:gd name="connsiteX264" fmla="*/ 476392 w 1091211"/>
                <a:gd name="connsiteY264" fmla="*/ 23146 h 2893056"/>
                <a:gd name="connsiteX265" fmla="*/ 477861 w 1091211"/>
                <a:gd name="connsiteY265" fmla="*/ 22169 h 2893056"/>
                <a:gd name="connsiteX266" fmla="*/ 479323 w 1091211"/>
                <a:gd name="connsiteY266" fmla="*/ 21253 h 2893056"/>
                <a:gd name="connsiteX267" fmla="*/ 480762 w 1091211"/>
                <a:gd name="connsiteY267" fmla="*/ 20337 h 2893056"/>
                <a:gd name="connsiteX268" fmla="*/ 482231 w 1091211"/>
                <a:gd name="connsiteY268" fmla="*/ 19421 h 2893056"/>
                <a:gd name="connsiteX269" fmla="*/ 483693 w 1091211"/>
                <a:gd name="connsiteY269" fmla="*/ 18536 h 2893056"/>
                <a:gd name="connsiteX270" fmla="*/ 485163 w 1091211"/>
                <a:gd name="connsiteY270" fmla="*/ 17680 h 2893056"/>
                <a:gd name="connsiteX271" fmla="*/ 486593 w 1091211"/>
                <a:gd name="connsiteY271" fmla="*/ 16825 h 2893056"/>
                <a:gd name="connsiteX272" fmla="*/ 489525 w 1091211"/>
                <a:gd name="connsiteY272" fmla="*/ 15237 h 2893056"/>
                <a:gd name="connsiteX273" fmla="*/ 490963 w 1091211"/>
                <a:gd name="connsiteY273" fmla="*/ 14443 h 2893056"/>
                <a:gd name="connsiteX274" fmla="*/ 492425 w 1091211"/>
                <a:gd name="connsiteY274" fmla="*/ 13680 h 2893056"/>
                <a:gd name="connsiteX275" fmla="*/ 493895 w 1091211"/>
                <a:gd name="connsiteY275" fmla="*/ 12947 h 2893056"/>
                <a:gd name="connsiteX276" fmla="*/ 495325 w 1091211"/>
                <a:gd name="connsiteY276" fmla="*/ 12214 h 2893056"/>
                <a:gd name="connsiteX277" fmla="*/ 498257 w 1091211"/>
                <a:gd name="connsiteY277" fmla="*/ 10871 h 2893056"/>
                <a:gd name="connsiteX278" fmla="*/ 499726 w 1091211"/>
                <a:gd name="connsiteY278" fmla="*/ 10169 h 2893056"/>
                <a:gd name="connsiteX279" fmla="*/ 501157 w 1091211"/>
                <a:gd name="connsiteY279" fmla="*/ 9557 h 2893056"/>
                <a:gd name="connsiteX280" fmla="*/ 504088 w 1091211"/>
                <a:gd name="connsiteY280" fmla="*/ 8336 h 2893056"/>
                <a:gd name="connsiteX281" fmla="*/ 505527 w 1091211"/>
                <a:gd name="connsiteY281" fmla="*/ 7787 h 2893056"/>
                <a:gd name="connsiteX282" fmla="*/ 506996 w 1091211"/>
                <a:gd name="connsiteY282" fmla="*/ 7206 h 2893056"/>
                <a:gd name="connsiteX283" fmla="*/ 508458 w 1091211"/>
                <a:gd name="connsiteY283" fmla="*/ 6656 h 2893056"/>
                <a:gd name="connsiteX284" fmla="*/ 509928 w 1091211"/>
                <a:gd name="connsiteY284" fmla="*/ 6168 h 2893056"/>
                <a:gd name="connsiteX285" fmla="*/ 511358 w 1091211"/>
                <a:gd name="connsiteY285" fmla="*/ 5679 h 2893056"/>
                <a:gd name="connsiteX286" fmla="*/ 512828 w 1091211"/>
                <a:gd name="connsiteY286" fmla="*/ 5191 h 2893056"/>
                <a:gd name="connsiteX287" fmla="*/ 514290 w 1091211"/>
                <a:gd name="connsiteY287" fmla="*/ 4764 h 2893056"/>
                <a:gd name="connsiteX288" fmla="*/ 515728 w 1091211"/>
                <a:gd name="connsiteY288" fmla="*/ 4336 h 2893056"/>
                <a:gd name="connsiteX289" fmla="*/ 517190 w 1091211"/>
                <a:gd name="connsiteY289" fmla="*/ 3878 h 2893056"/>
                <a:gd name="connsiteX290" fmla="*/ 520122 w 1091211"/>
                <a:gd name="connsiteY290" fmla="*/ 3145 h 2893056"/>
                <a:gd name="connsiteX291" fmla="*/ 521560 w 1091211"/>
                <a:gd name="connsiteY291" fmla="*/ 2778 h 2893056"/>
                <a:gd name="connsiteX292" fmla="*/ 524491 w 1091211"/>
                <a:gd name="connsiteY292" fmla="*/ 2168 h 2893056"/>
                <a:gd name="connsiteX293" fmla="*/ 525922 w 1091211"/>
                <a:gd name="connsiteY293" fmla="*/ 1863 h 2893056"/>
                <a:gd name="connsiteX294" fmla="*/ 527392 w 1091211"/>
                <a:gd name="connsiteY294" fmla="*/ 1588 h 2893056"/>
                <a:gd name="connsiteX295" fmla="*/ 530323 w 1091211"/>
                <a:gd name="connsiteY295" fmla="*/ 1099 h 2893056"/>
                <a:gd name="connsiteX296" fmla="*/ 531754 w 1091211"/>
                <a:gd name="connsiteY296" fmla="*/ 916 h 2893056"/>
                <a:gd name="connsiteX297" fmla="*/ 534693 w 1091211"/>
                <a:gd name="connsiteY297" fmla="*/ 550 h 2893056"/>
                <a:gd name="connsiteX298" fmla="*/ 536124 w 1091211"/>
                <a:gd name="connsiteY298" fmla="*/ 428 h 2893056"/>
                <a:gd name="connsiteX299" fmla="*/ 539055 w 1091211"/>
                <a:gd name="connsiteY299" fmla="*/ 183 h 2893056"/>
                <a:gd name="connsiteX300" fmla="*/ 540525 w 1091211"/>
                <a:gd name="connsiteY300" fmla="*/ 122 h 2893056"/>
                <a:gd name="connsiteX301" fmla="*/ 541955 w 1091211"/>
                <a:gd name="connsiteY301" fmla="*/ 61 h 2893056"/>
                <a:gd name="connsiteX302" fmla="*/ 543425 w 1091211"/>
                <a:gd name="connsiteY302" fmla="*/ 0 h 2893056"/>
                <a:gd name="connsiteX303" fmla="*/ 547787 w 1091211"/>
                <a:gd name="connsiteY303" fmla="*/ 0 h 2893056"/>
                <a:gd name="connsiteX304" fmla="*/ 549257 w 1091211"/>
                <a:gd name="connsiteY304" fmla="*/ 61 h 2893056"/>
                <a:gd name="connsiteX305" fmla="*/ 550687 w 1091211"/>
                <a:gd name="connsiteY305" fmla="*/ 122 h 2893056"/>
                <a:gd name="connsiteX306" fmla="*/ 552157 w 1091211"/>
                <a:gd name="connsiteY306" fmla="*/ 183 h 2893056"/>
                <a:gd name="connsiteX307" fmla="*/ 555088 w 1091211"/>
                <a:gd name="connsiteY307" fmla="*/ 428 h 2893056"/>
                <a:gd name="connsiteX308" fmla="*/ 556519 w 1091211"/>
                <a:gd name="connsiteY308" fmla="*/ 550 h 2893056"/>
                <a:gd name="connsiteX309" fmla="*/ 559450 w 1091211"/>
                <a:gd name="connsiteY309" fmla="*/ 916 h 2893056"/>
                <a:gd name="connsiteX310" fmla="*/ 560889 w 1091211"/>
                <a:gd name="connsiteY310" fmla="*/ 1099 h 2893056"/>
                <a:gd name="connsiteX311" fmla="*/ 563820 w 1091211"/>
                <a:gd name="connsiteY311" fmla="*/ 1588 h 2893056"/>
                <a:gd name="connsiteX312" fmla="*/ 565290 w 1091211"/>
                <a:gd name="connsiteY312" fmla="*/ 1863 h 2893056"/>
                <a:gd name="connsiteX313" fmla="*/ 566720 w 1091211"/>
                <a:gd name="connsiteY313" fmla="*/ 2168 h 2893056"/>
                <a:gd name="connsiteX314" fmla="*/ 569652 w 1091211"/>
                <a:gd name="connsiteY314" fmla="*/ 2778 h 2893056"/>
                <a:gd name="connsiteX315" fmla="*/ 571090 w 1091211"/>
                <a:gd name="connsiteY315" fmla="*/ 3145 h 2893056"/>
                <a:gd name="connsiteX316" fmla="*/ 574022 w 1091211"/>
                <a:gd name="connsiteY316" fmla="*/ 3878 h 2893056"/>
                <a:gd name="connsiteX317" fmla="*/ 575484 w 1091211"/>
                <a:gd name="connsiteY317" fmla="*/ 4336 h 2893056"/>
                <a:gd name="connsiteX318" fmla="*/ 576922 w 1091211"/>
                <a:gd name="connsiteY318" fmla="*/ 4764 h 2893056"/>
                <a:gd name="connsiteX319" fmla="*/ 578384 w 1091211"/>
                <a:gd name="connsiteY319" fmla="*/ 5191 h 2893056"/>
                <a:gd name="connsiteX320" fmla="*/ 579853 w 1091211"/>
                <a:gd name="connsiteY320" fmla="*/ 5679 h 2893056"/>
                <a:gd name="connsiteX321" fmla="*/ 581284 w 1091211"/>
                <a:gd name="connsiteY321" fmla="*/ 6168 h 2893056"/>
                <a:gd name="connsiteX322" fmla="*/ 582754 w 1091211"/>
                <a:gd name="connsiteY322" fmla="*/ 6656 h 2893056"/>
                <a:gd name="connsiteX323" fmla="*/ 584215 w 1091211"/>
                <a:gd name="connsiteY323" fmla="*/ 7206 h 2893056"/>
                <a:gd name="connsiteX324" fmla="*/ 585685 w 1091211"/>
                <a:gd name="connsiteY324" fmla="*/ 7787 h 2893056"/>
                <a:gd name="connsiteX325" fmla="*/ 587123 w 1091211"/>
                <a:gd name="connsiteY325" fmla="*/ 8336 h 2893056"/>
                <a:gd name="connsiteX326" fmla="*/ 590055 w 1091211"/>
                <a:gd name="connsiteY326" fmla="*/ 9557 h 2893056"/>
                <a:gd name="connsiteX327" fmla="*/ 591485 w 1091211"/>
                <a:gd name="connsiteY327" fmla="*/ 10169 h 2893056"/>
                <a:gd name="connsiteX328" fmla="*/ 592955 w 1091211"/>
                <a:gd name="connsiteY328" fmla="*/ 10871 h 2893056"/>
                <a:gd name="connsiteX329" fmla="*/ 595886 w 1091211"/>
                <a:gd name="connsiteY329" fmla="*/ 12214 h 2893056"/>
                <a:gd name="connsiteX330" fmla="*/ 597317 w 1091211"/>
                <a:gd name="connsiteY330" fmla="*/ 12947 h 2893056"/>
                <a:gd name="connsiteX331" fmla="*/ 598787 w 1091211"/>
                <a:gd name="connsiteY331" fmla="*/ 13680 h 2893056"/>
                <a:gd name="connsiteX332" fmla="*/ 600249 w 1091211"/>
                <a:gd name="connsiteY332" fmla="*/ 14443 h 2893056"/>
                <a:gd name="connsiteX333" fmla="*/ 601687 w 1091211"/>
                <a:gd name="connsiteY333" fmla="*/ 15237 h 2893056"/>
                <a:gd name="connsiteX334" fmla="*/ 604618 w 1091211"/>
                <a:gd name="connsiteY334" fmla="*/ 16825 h 2893056"/>
                <a:gd name="connsiteX335" fmla="*/ 606080 w 1091211"/>
                <a:gd name="connsiteY335" fmla="*/ 17680 h 2893056"/>
                <a:gd name="connsiteX336" fmla="*/ 607519 w 1091211"/>
                <a:gd name="connsiteY336" fmla="*/ 18536 h 2893056"/>
                <a:gd name="connsiteX337" fmla="*/ 608981 w 1091211"/>
                <a:gd name="connsiteY337" fmla="*/ 19421 h 2893056"/>
                <a:gd name="connsiteX338" fmla="*/ 610450 w 1091211"/>
                <a:gd name="connsiteY338" fmla="*/ 20337 h 2893056"/>
                <a:gd name="connsiteX339" fmla="*/ 611881 w 1091211"/>
                <a:gd name="connsiteY339" fmla="*/ 21253 h 2893056"/>
                <a:gd name="connsiteX340" fmla="*/ 613350 w 1091211"/>
                <a:gd name="connsiteY340" fmla="*/ 22169 h 2893056"/>
                <a:gd name="connsiteX341" fmla="*/ 614820 w 1091211"/>
                <a:gd name="connsiteY341" fmla="*/ 23146 h 2893056"/>
                <a:gd name="connsiteX342" fmla="*/ 616251 w 1091211"/>
                <a:gd name="connsiteY342" fmla="*/ 24123 h 2893056"/>
                <a:gd name="connsiteX343" fmla="*/ 617720 w 1091211"/>
                <a:gd name="connsiteY343" fmla="*/ 25131 h 2893056"/>
                <a:gd name="connsiteX344" fmla="*/ 620652 w 1091211"/>
                <a:gd name="connsiteY344" fmla="*/ 27207 h 2893056"/>
                <a:gd name="connsiteX345" fmla="*/ 622082 w 1091211"/>
                <a:gd name="connsiteY345" fmla="*/ 28246 h 2893056"/>
                <a:gd name="connsiteX346" fmla="*/ 625014 w 1091211"/>
                <a:gd name="connsiteY346" fmla="*/ 30444 h 2893056"/>
                <a:gd name="connsiteX347" fmla="*/ 626452 w 1091211"/>
                <a:gd name="connsiteY347" fmla="*/ 31543 h 2893056"/>
                <a:gd name="connsiteX348" fmla="*/ 630845 w 1091211"/>
                <a:gd name="connsiteY348" fmla="*/ 35024 h 2893056"/>
                <a:gd name="connsiteX349" fmla="*/ 632284 w 1091211"/>
                <a:gd name="connsiteY349" fmla="*/ 36246 h 2893056"/>
                <a:gd name="connsiteX350" fmla="*/ 635215 w 1091211"/>
                <a:gd name="connsiteY350" fmla="*/ 38689 h 2893056"/>
                <a:gd name="connsiteX351" fmla="*/ 636646 w 1091211"/>
                <a:gd name="connsiteY351" fmla="*/ 39972 h 2893056"/>
                <a:gd name="connsiteX352" fmla="*/ 639577 w 1091211"/>
                <a:gd name="connsiteY352" fmla="*/ 42537 h 2893056"/>
                <a:gd name="connsiteX353" fmla="*/ 641047 w 1091211"/>
                <a:gd name="connsiteY353" fmla="*/ 43881 h 2893056"/>
                <a:gd name="connsiteX354" fmla="*/ 642485 w 1091211"/>
                <a:gd name="connsiteY354" fmla="*/ 45224 h 2893056"/>
                <a:gd name="connsiteX355" fmla="*/ 643947 w 1091211"/>
                <a:gd name="connsiteY355" fmla="*/ 46567 h 2893056"/>
                <a:gd name="connsiteX356" fmla="*/ 645417 w 1091211"/>
                <a:gd name="connsiteY356" fmla="*/ 47942 h 2893056"/>
                <a:gd name="connsiteX357" fmla="*/ 646847 w 1091211"/>
                <a:gd name="connsiteY357" fmla="*/ 49346 h 2893056"/>
                <a:gd name="connsiteX358" fmla="*/ 648317 w 1091211"/>
                <a:gd name="connsiteY358" fmla="*/ 50751 h 2893056"/>
                <a:gd name="connsiteX359" fmla="*/ 649779 w 1091211"/>
                <a:gd name="connsiteY359" fmla="*/ 52217 h 2893056"/>
                <a:gd name="connsiteX360" fmla="*/ 651248 w 1091211"/>
                <a:gd name="connsiteY360" fmla="*/ 53652 h 2893056"/>
                <a:gd name="connsiteX361" fmla="*/ 652679 w 1091211"/>
                <a:gd name="connsiteY361" fmla="*/ 55118 h 2893056"/>
                <a:gd name="connsiteX362" fmla="*/ 654149 w 1091211"/>
                <a:gd name="connsiteY362" fmla="*/ 56645 h 2893056"/>
                <a:gd name="connsiteX363" fmla="*/ 655610 w 1091211"/>
                <a:gd name="connsiteY363" fmla="*/ 58141 h 2893056"/>
                <a:gd name="connsiteX364" fmla="*/ 657049 w 1091211"/>
                <a:gd name="connsiteY364" fmla="*/ 59668 h 2893056"/>
                <a:gd name="connsiteX365" fmla="*/ 658511 w 1091211"/>
                <a:gd name="connsiteY365" fmla="*/ 61255 h 2893056"/>
                <a:gd name="connsiteX366" fmla="*/ 659980 w 1091211"/>
                <a:gd name="connsiteY366" fmla="*/ 62812 h 2893056"/>
                <a:gd name="connsiteX367" fmla="*/ 661442 w 1091211"/>
                <a:gd name="connsiteY367" fmla="*/ 64401 h 2893056"/>
                <a:gd name="connsiteX368" fmla="*/ 662880 w 1091211"/>
                <a:gd name="connsiteY368" fmla="*/ 66019 h 2893056"/>
                <a:gd name="connsiteX369" fmla="*/ 664342 w 1091211"/>
                <a:gd name="connsiteY369" fmla="*/ 67637 h 2893056"/>
                <a:gd name="connsiteX370" fmla="*/ 665812 w 1091211"/>
                <a:gd name="connsiteY370" fmla="*/ 69287 h 2893056"/>
                <a:gd name="connsiteX371" fmla="*/ 667250 w 1091211"/>
                <a:gd name="connsiteY371" fmla="*/ 70966 h 2893056"/>
                <a:gd name="connsiteX372" fmla="*/ 668712 w 1091211"/>
                <a:gd name="connsiteY372" fmla="*/ 72645 h 2893056"/>
                <a:gd name="connsiteX373" fmla="*/ 670182 w 1091211"/>
                <a:gd name="connsiteY373" fmla="*/ 74355 h 2893056"/>
                <a:gd name="connsiteX374" fmla="*/ 671612 w 1091211"/>
                <a:gd name="connsiteY374" fmla="*/ 76096 h 2893056"/>
                <a:gd name="connsiteX375" fmla="*/ 674544 w 1091211"/>
                <a:gd name="connsiteY375" fmla="*/ 79577 h 2893056"/>
                <a:gd name="connsiteX376" fmla="*/ 676013 w 1091211"/>
                <a:gd name="connsiteY376" fmla="*/ 81378 h 2893056"/>
                <a:gd name="connsiteX377" fmla="*/ 677444 w 1091211"/>
                <a:gd name="connsiteY377" fmla="*/ 83180 h 2893056"/>
                <a:gd name="connsiteX378" fmla="*/ 678914 w 1091211"/>
                <a:gd name="connsiteY378" fmla="*/ 84982 h 2893056"/>
                <a:gd name="connsiteX379" fmla="*/ 680376 w 1091211"/>
                <a:gd name="connsiteY379" fmla="*/ 86845 h 2893056"/>
                <a:gd name="connsiteX380" fmla="*/ 681814 w 1091211"/>
                <a:gd name="connsiteY380" fmla="*/ 88707 h 2893056"/>
                <a:gd name="connsiteX381" fmla="*/ 683276 w 1091211"/>
                <a:gd name="connsiteY381" fmla="*/ 90570 h 2893056"/>
                <a:gd name="connsiteX382" fmla="*/ 684745 w 1091211"/>
                <a:gd name="connsiteY382" fmla="*/ 92494 h 2893056"/>
                <a:gd name="connsiteX383" fmla="*/ 686207 w 1091211"/>
                <a:gd name="connsiteY383" fmla="*/ 94387 h 2893056"/>
                <a:gd name="connsiteX384" fmla="*/ 687646 w 1091211"/>
                <a:gd name="connsiteY384" fmla="*/ 96311 h 2893056"/>
                <a:gd name="connsiteX385" fmla="*/ 689107 w 1091211"/>
                <a:gd name="connsiteY385" fmla="*/ 98296 h 2893056"/>
                <a:gd name="connsiteX386" fmla="*/ 690577 w 1091211"/>
                <a:gd name="connsiteY386" fmla="*/ 100250 h 2893056"/>
                <a:gd name="connsiteX387" fmla="*/ 692008 w 1091211"/>
                <a:gd name="connsiteY387" fmla="*/ 102235 h 2893056"/>
                <a:gd name="connsiteX388" fmla="*/ 694947 w 1091211"/>
                <a:gd name="connsiteY388" fmla="*/ 106266 h 2893056"/>
                <a:gd name="connsiteX389" fmla="*/ 696409 w 1091211"/>
                <a:gd name="connsiteY389" fmla="*/ 108311 h 2893056"/>
                <a:gd name="connsiteX390" fmla="*/ 697847 w 1091211"/>
                <a:gd name="connsiteY390" fmla="*/ 110388 h 2893056"/>
                <a:gd name="connsiteX391" fmla="*/ 700778 w 1091211"/>
                <a:gd name="connsiteY391" fmla="*/ 114541 h 2893056"/>
                <a:gd name="connsiteX392" fmla="*/ 702209 w 1091211"/>
                <a:gd name="connsiteY392" fmla="*/ 116679 h 2893056"/>
                <a:gd name="connsiteX393" fmla="*/ 705141 w 1091211"/>
                <a:gd name="connsiteY393" fmla="*/ 120953 h 2893056"/>
                <a:gd name="connsiteX394" fmla="*/ 706610 w 1091211"/>
                <a:gd name="connsiteY394" fmla="*/ 123152 h 2893056"/>
                <a:gd name="connsiteX395" fmla="*/ 708041 w 1091211"/>
                <a:gd name="connsiteY395" fmla="*/ 125320 h 2893056"/>
                <a:gd name="connsiteX396" fmla="*/ 709510 w 1091211"/>
                <a:gd name="connsiteY396" fmla="*/ 127519 h 2893056"/>
                <a:gd name="connsiteX397" fmla="*/ 710972 w 1091211"/>
                <a:gd name="connsiteY397" fmla="*/ 129778 h 2893056"/>
                <a:gd name="connsiteX398" fmla="*/ 712411 w 1091211"/>
                <a:gd name="connsiteY398" fmla="*/ 132008 h 2893056"/>
                <a:gd name="connsiteX399" fmla="*/ 713873 w 1091211"/>
                <a:gd name="connsiteY399" fmla="*/ 134268 h 2893056"/>
                <a:gd name="connsiteX400" fmla="*/ 716804 w 1091211"/>
                <a:gd name="connsiteY400" fmla="*/ 138848 h 2893056"/>
                <a:gd name="connsiteX401" fmla="*/ 718242 w 1091211"/>
                <a:gd name="connsiteY401" fmla="*/ 141138 h 2893056"/>
                <a:gd name="connsiteX402" fmla="*/ 721174 w 1091211"/>
                <a:gd name="connsiteY402" fmla="*/ 145840 h 2893056"/>
                <a:gd name="connsiteX403" fmla="*/ 722612 w 1091211"/>
                <a:gd name="connsiteY403" fmla="*/ 148192 h 2893056"/>
                <a:gd name="connsiteX404" fmla="*/ 724074 w 1091211"/>
                <a:gd name="connsiteY404" fmla="*/ 150604 h 2893056"/>
                <a:gd name="connsiteX405" fmla="*/ 725544 w 1091211"/>
                <a:gd name="connsiteY405" fmla="*/ 152986 h 2893056"/>
                <a:gd name="connsiteX406" fmla="*/ 727005 w 1091211"/>
                <a:gd name="connsiteY406" fmla="*/ 155399 h 2893056"/>
                <a:gd name="connsiteX407" fmla="*/ 728444 w 1091211"/>
                <a:gd name="connsiteY407" fmla="*/ 157872 h 2893056"/>
                <a:gd name="connsiteX408" fmla="*/ 731375 w 1091211"/>
                <a:gd name="connsiteY408" fmla="*/ 162758 h 2893056"/>
                <a:gd name="connsiteX409" fmla="*/ 732806 w 1091211"/>
                <a:gd name="connsiteY409" fmla="*/ 165262 h 2893056"/>
                <a:gd name="connsiteX410" fmla="*/ 734275 w 1091211"/>
                <a:gd name="connsiteY410" fmla="*/ 167766 h 2893056"/>
                <a:gd name="connsiteX411" fmla="*/ 735737 w 1091211"/>
                <a:gd name="connsiteY411" fmla="*/ 170300 h 2893056"/>
                <a:gd name="connsiteX412" fmla="*/ 737176 w 1091211"/>
                <a:gd name="connsiteY412" fmla="*/ 172835 h 2893056"/>
                <a:gd name="connsiteX413" fmla="*/ 740107 w 1091211"/>
                <a:gd name="connsiteY413" fmla="*/ 177965 h 2893056"/>
                <a:gd name="connsiteX414" fmla="*/ 741569 w 1091211"/>
                <a:gd name="connsiteY414" fmla="*/ 180560 h 2893056"/>
                <a:gd name="connsiteX415" fmla="*/ 743007 w 1091211"/>
                <a:gd name="connsiteY415" fmla="*/ 183187 h 2893056"/>
                <a:gd name="connsiteX416" fmla="*/ 744469 w 1091211"/>
                <a:gd name="connsiteY416" fmla="*/ 185782 h 2893056"/>
                <a:gd name="connsiteX417" fmla="*/ 745939 w 1091211"/>
                <a:gd name="connsiteY417" fmla="*/ 188438 h 2893056"/>
                <a:gd name="connsiteX418" fmla="*/ 747377 w 1091211"/>
                <a:gd name="connsiteY418" fmla="*/ 191095 h 2893056"/>
                <a:gd name="connsiteX419" fmla="*/ 748839 w 1091211"/>
                <a:gd name="connsiteY419" fmla="*/ 193752 h 2893056"/>
                <a:gd name="connsiteX420" fmla="*/ 750309 w 1091211"/>
                <a:gd name="connsiteY420" fmla="*/ 196470 h 2893056"/>
                <a:gd name="connsiteX421" fmla="*/ 751771 w 1091211"/>
                <a:gd name="connsiteY421" fmla="*/ 199156 h 2893056"/>
                <a:gd name="connsiteX422" fmla="*/ 753209 w 1091211"/>
                <a:gd name="connsiteY422" fmla="*/ 201875 h 2893056"/>
                <a:gd name="connsiteX423" fmla="*/ 754671 w 1091211"/>
                <a:gd name="connsiteY423" fmla="*/ 204623 h 2893056"/>
                <a:gd name="connsiteX424" fmla="*/ 756140 w 1091211"/>
                <a:gd name="connsiteY424" fmla="*/ 207401 h 2893056"/>
                <a:gd name="connsiteX425" fmla="*/ 757571 w 1091211"/>
                <a:gd name="connsiteY425" fmla="*/ 210150 h 2893056"/>
                <a:gd name="connsiteX426" fmla="*/ 761972 w 1091211"/>
                <a:gd name="connsiteY426" fmla="*/ 218578 h 2893056"/>
                <a:gd name="connsiteX427" fmla="*/ 763403 w 1091211"/>
                <a:gd name="connsiteY427" fmla="*/ 221418 h 2893056"/>
                <a:gd name="connsiteX428" fmla="*/ 764872 w 1091211"/>
                <a:gd name="connsiteY428" fmla="*/ 224288 h 2893056"/>
                <a:gd name="connsiteX429" fmla="*/ 766334 w 1091211"/>
                <a:gd name="connsiteY429" fmla="*/ 227128 h 2893056"/>
                <a:gd name="connsiteX430" fmla="*/ 767772 w 1091211"/>
                <a:gd name="connsiteY430" fmla="*/ 230029 h 2893056"/>
                <a:gd name="connsiteX431" fmla="*/ 770704 w 1091211"/>
                <a:gd name="connsiteY431" fmla="*/ 235830 h 2893056"/>
                <a:gd name="connsiteX432" fmla="*/ 772166 w 1091211"/>
                <a:gd name="connsiteY432" fmla="*/ 238792 h 2893056"/>
                <a:gd name="connsiteX433" fmla="*/ 773604 w 1091211"/>
                <a:gd name="connsiteY433" fmla="*/ 241724 h 2893056"/>
                <a:gd name="connsiteX434" fmla="*/ 775074 w 1091211"/>
                <a:gd name="connsiteY434" fmla="*/ 244687 h 2893056"/>
                <a:gd name="connsiteX435" fmla="*/ 776536 w 1091211"/>
                <a:gd name="connsiteY435" fmla="*/ 247679 h 2893056"/>
                <a:gd name="connsiteX436" fmla="*/ 777974 w 1091211"/>
                <a:gd name="connsiteY436" fmla="*/ 250671 h 2893056"/>
                <a:gd name="connsiteX437" fmla="*/ 779436 w 1091211"/>
                <a:gd name="connsiteY437" fmla="*/ 253664 h 2893056"/>
                <a:gd name="connsiteX438" fmla="*/ 780905 w 1091211"/>
                <a:gd name="connsiteY438" fmla="*/ 256717 h 2893056"/>
                <a:gd name="connsiteX439" fmla="*/ 782367 w 1091211"/>
                <a:gd name="connsiteY439" fmla="*/ 259740 h 2893056"/>
                <a:gd name="connsiteX440" fmla="*/ 783806 w 1091211"/>
                <a:gd name="connsiteY440" fmla="*/ 262794 h 2893056"/>
                <a:gd name="connsiteX441" fmla="*/ 786737 w 1091211"/>
                <a:gd name="connsiteY441" fmla="*/ 268962 h 2893056"/>
                <a:gd name="connsiteX442" fmla="*/ 788168 w 1091211"/>
                <a:gd name="connsiteY442" fmla="*/ 272047 h 2893056"/>
                <a:gd name="connsiteX443" fmla="*/ 789637 w 1091211"/>
                <a:gd name="connsiteY443" fmla="*/ 275192 h 2893056"/>
                <a:gd name="connsiteX444" fmla="*/ 791099 w 1091211"/>
                <a:gd name="connsiteY444" fmla="*/ 278306 h 2893056"/>
                <a:gd name="connsiteX445" fmla="*/ 792569 w 1091211"/>
                <a:gd name="connsiteY445" fmla="*/ 281452 h 2893056"/>
                <a:gd name="connsiteX446" fmla="*/ 793999 w 1091211"/>
                <a:gd name="connsiteY446" fmla="*/ 284627 h 2893056"/>
                <a:gd name="connsiteX447" fmla="*/ 796931 w 1091211"/>
                <a:gd name="connsiteY447" fmla="*/ 290979 h 2893056"/>
                <a:gd name="connsiteX448" fmla="*/ 798369 w 1091211"/>
                <a:gd name="connsiteY448" fmla="*/ 294185 h 2893056"/>
                <a:gd name="connsiteX449" fmla="*/ 799831 w 1091211"/>
                <a:gd name="connsiteY449" fmla="*/ 297422 h 2893056"/>
                <a:gd name="connsiteX450" fmla="*/ 801301 w 1091211"/>
                <a:gd name="connsiteY450" fmla="*/ 300628 h 2893056"/>
                <a:gd name="connsiteX451" fmla="*/ 802739 w 1091211"/>
                <a:gd name="connsiteY451" fmla="*/ 303896 h 2893056"/>
                <a:gd name="connsiteX452" fmla="*/ 805671 w 1091211"/>
                <a:gd name="connsiteY452" fmla="*/ 310431 h 2893056"/>
                <a:gd name="connsiteX453" fmla="*/ 807132 w 1091211"/>
                <a:gd name="connsiteY453" fmla="*/ 313729 h 2893056"/>
                <a:gd name="connsiteX454" fmla="*/ 808571 w 1091211"/>
                <a:gd name="connsiteY454" fmla="*/ 317027 h 2893056"/>
                <a:gd name="connsiteX455" fmla="*/ 811502 w 1091211"/>
                <a:gd name="connsiteY455" fmla="*/ 323683 h 2893056"/>
                <a:gd name="connsiteX456" fmla="*/ 812933 w 1091211"/>
                <a:gd name="connsiteY456" fmla="*/ 327042 h 2893056"/>
                <a:gd name="connsiteX457" fmla="*/ 814402 w 1091211"/>
                <a:gd name="connsiteY457" fmla="*/ 330401 h 2893056"/>
                <a:gd name="connsiteX458" fmla="*/ 817334 w 1091211"/>
                <a:gd name="connsiteY458" fmla="*/ 337180 h 2893056"/>
                <a:gd name="connsiteX459" fmla="*/ 818765 w 1091211"/>
                <a:gd name="connsiteY459" fmla="*/ 340570 h 2893056"/>
                <a:gd name="connsiteX460" fmla="*/ 821696 w 1091211"/>
                <a:gd name="connsiteY460" fmla="*/ 347410 h 2893056"/>
                <a:gd name="connsiteX461" fmla="*/ 823134 w 1091211"/>
                <a:gd name="connsiteY461" fmla="*/ 350861 h 2893056"/>
                <a:gd name="connsiteX462" fmla="*/ 824596 w 1091211"/>
                <a:gd name="connsiteY462" fmla="*/ 354311 h 2893056"/>
                <a:gd name="connsiteX463" fmla="*/ 827528 w 1091211"/>
                <a:gd name="connsiteY463" fmla="*/ 361273 h 2893056"/>
                <a:gd name="connsiteX464" fmla="*/ 828966 w 1091211"/>
                <a:gd name="connsiteY464" fmla="*/ 364785 h 2893056"/>
                <a:gd name="connsiteX465" fmla="*/ 830436 w 1091211"/>
                <a:gd name="connsiteY465" fmla="*/ 368297 h 2893056"/>
                <a:gd name="connsiteX466" fmla="*/ 831898 w 1091211"/>
                <a:gd name="connsiteY466" fmla="*/ 371778 h 2893056"/>
                <a:gd name="connsiteX467" fmla="*/ 833336 w 1091211"/>
                <a:gd name="connsiteY467" fmla="*/ 375351 h 2893056"/>
                <a:gd name="connsiteX468" fmla="*/ 836267 w 1091211"/>
                <a:gd name="connsiteY468" fmla="*/ 382435 h 2893056"/>
                <a:gd name="connsiteX469" fmla="*/ 837729 w 1091211"/>
                <a:gd name="connsiteY469" fmla="*/ 386038 h 2893056"/>
                <a:gd name="connsiteX470" fmla="*/ 839168 w 1091211"/>
                <a:gd name="connsiteY470" fmla="*/ 389611 h 2893056"/>
                <a:gd name="connsiteX471" fmla="*/ 842099 w 1091211"/>
                <a:gd name="connsiteY471" fmla="*/ 396818 h 2893056"/>
                <a:gd name="connsiteX472" fmla="*/ 843530 w 1091211"/>
                <a:gd name="connsiteY472" fmla="*/ 400451 h 2893056"/>
                <a:gd name="connsiteX473" fmla="*/ 844999 w 1091211"/>
                <a:gd name="connsiteY473" fmla="*/ 404085 h 2893056"/>
                <a:gd name="connsiteX474" fmla="*/ 847931 w 1091211"/>
                <a:gd name="connsiteY474" fmla="*/ 411414 h 2893056"/>
                <a:gd name="connsiteX475" fmla="*/ 849361 w 1091211"/>
                <a:gd name="connsiteY475" fmla="*/ 415078 h 2893056"/>
                <a:gd name="connsiteX476" fmla="*/ 852293 w 1091211"/>
                <a:gd name="connsiteY476" fmla="*/ 422468 h 2893056"/>
                <a:gd name="connsiteX477" fmla="*/ 853731 w 1091211"/>
                <a:gd name="connsiteY477" fmla="*/ 426163 h 2893056"/>
                <a:gd name="connsiteX478" fmla="*/ 855201 w 1091211"/>
                <a:gd name="connsiteY478" fmla="*/ 429919 h 2893056"/>
                <a:gd name="connsiteX479" fmla="*/ 856663 w 1091211"/>
                <a:gd name="connsiteY479" fmla="*/ 433644 h 2893056"/>
                <a:gd name="connsiteX480" fmla="*/ 858101 w 1091211"/>
                <a:gd name="connsiteY480" fmla="*/ 437370 h 2893056"/>
                <a:gd name="connsiteX481" fmla="*/ 859563 w 1091211"/>
                <a:gd name="connsiteY481" fmla="*/ 441156 h 2893056"/>
                <a:gd name="connsiteX482" fmla="*/ 861032 w 1091211"/>
                <a:gd name="connsiteY482" fmla="*/ 444912 h 2893056"/>
                <a:gd name="connsiteX483" fmla="*/ 862494 w 1091211"/>
                <a:gd name="connsiteY483" fmla="*/ 448698 h 2893056"/>
                <a:gd name="connsiteX484" fmla="*/ 863933 w 1091211"/>
                <a:gd name="connsiteY484" fmla="*/ 452485 h 2893056"/>
                <a:gd name="connsiteX485" fmla="*/ 866864 w 1091211"/>
                <a:gd name="connsiteY485" fmla="*/ 460119 h 2893056"/>
                <a:gd name="connsiteX486" fmla="*/ 868295 w 1091211"/>
                <a:gd name="connsiteY486" fmla="*/ 463936 h 2893056"/>
                <a:gd name="connsiteX487" fmla="*/ 871226 w 1091211"/>
                <a:gd name="connsiteY487" fmla="*/ 471631 h 2893056"/>
                <a:gd name="connsiteX488" fmla="*/ 872696 w 1091211"/>
                <a:gd name="connsiteY488" fmla="*/ 475509 h 2893056"/>
                <a:gd name="connsiteX489" fmla="*/ 874126 w 1091211"/>
                <a:gd name="connsiteY489" fmla="*/ 479357 h 2893056"/>
                <a:gd name="connsiteX490" fmla="*/ 875596 w 1091211"/>
                <a:gd name="connsiteY490" fmla="*/ 483235 h 2893056"/>
                <a:gd name="connsiteX491" fmla="*/ 877058 w 1091211"/>
                <a:gd name="connsiteY491" fmla="*/ 487144 h 2893056"/>
                <a:gd name="connsiteX492" fmla="*/ 878496 w 1091211"/>
                <a:gd name="connsiteY492" fmla="*/ 491052 h 2893056"/>
                <a:gd name="connsiteX493" fmla="*/ 879958 w 1091211"/>
                <a:gd name="connsiteY493" fmla="*/ 494961 h 2893056"/>
                <a:gd name="connsiteX494" fmla="*/ 882890 w 1091211"/>
                <a:gd name="connsiteY494" fmla="*/ 502839 h 2893056"/>
                <a:gd name="connsiteX495" fmla="*/ 884328 w 1091211"/>
                <a:gd name="connsiteY495" fmla="*/ 506778 h 2893056"/>
                <a:gd name="connsiteX496" fmla="*/ 887259 w 1091211"/>
                <a:gd name="connsiteY496" fmla="*/ 514718 h 2893056"/>
                <a:gd name="connsiteX497" fmla="*/ 888698 w 1091211"/>
                <a:gd name="connsiteY497" fmla="*/ 518687 h 2893056"/>
                <a:gd name="connsiteX498" fmla="*/ 893091 w 1091211"/>
                <a:gd name="connsiteY498" fmla="*/ 530688 h 2893056"/>
                <a:gd name="connsiteX499" fmla="*/ 894529 w 1091211"/>
                <a:gd name="connsiteY499" fmla="*/ 534719 h 2893056"/>
                <a:gd name="connsiteX500" fmla="*/ 895991 w 1091211"/>
                <a:gd name="connsiteY500" fmla="*/ 538719 h 2893056"/>
                <a:gd name="connsiteX501" fmla="*/ 897461 w 1091211"/>
                <a:gd name="connsiteY501" fmla="*/ 542750 h 2893056"/>
                <a:gd name="connsiteX502" fmla="*/ 898892 w 1091211"/>
                <a:gd name="connsiteY502" fmla="*/ 546811 h 2893056"/>
                <a:gd name="connsiteX503" fmla="*/ 901823 w 1091211"/>
                <a:gd name="connsiteY503" fmla="*/ 554934 h 2893056"/>
                <a:gd name="connsiteX504" fmla="*/ 903293 w 1091211"/>
                <a:gd name="connsiteY504" fmla="*/ 559026 h 2893056"/>
                <a:gd name="connsiteX505" fmla="*/ 904723 w 1091211"/>
                <a:gd name="connsiteY505" fmla="*/ 563117 h 2893056"/>
                <a:gd name="connsiteX506" fmla="*/ 906193 w 1091211"/>
                <a:gd name="connsiteY506" fmla="*/ 567210 h 2893056"/>
                <a:gd name="connsiteX507" fmla="*/ 907655 w 1091211"/>
                <a:gd name="connsiteY507" fmla="*/ 571332 h 2893056"/>
                <a:gd name="connsiteX508" fmla="*/ 909093 w 1091211"/>
                <a:gd name="connsiteY508" fmla="*/ 575424 h 2893056"/>
                <a:gd name="connsiteX509" fmla="*/ 910563 w 1091211"/>
                <a:gd name="connsiteY509" fmla="*/ 579546 h 2893056"/>
                <a:gd name="connsiteX510" fmla="*/ 912024 w 1091211"/>
                <a:gd name="connsiteY510" fmla="*/ 583699 h 2893056"/>
                <a:gd name="connsiteX511" fmla="*/ 913494 w 1091211"/>
                <a:gd name="connsiteY511" fmla="*/ 587821 h 2893056"/>
                <a:gd name="connsiteX512" fmla="*/ 914925 w 1091211"/>
                <a:gd name="connsiteY512" fmla="*/ 591974 h 2893056"/>
                <a:gd name="connsiteX513" fmla="*/ 916394 w 1091211"/>
                <a:gd name="connsiteY513" fmla="*/ 596157 h 2893056"/>
                <a:gd name="connsiteX514" fmla="*/ 917856 w 1091211"/>
                <a:gd name="connsiteY514" fmla="*/ 600308 h 2893056"/>
                <a:gd name="connsiteX515" fmla="*/ 919294 w 1091211"/>
                <a:gd name="connsiteY515" fmla="*/ 604490 h 2893056"/>
                <a:gd name="connsiteX516" fmla="*/ 920756 w 1091211"/>
                <a:gd name="connsiteY516" fmla="*/ 608680 h 2893056"/>
                <a:gd name="connsiteX517" fmla="*/ 922226 w 1091211"/>
                <a:gd name="connsiteY517" fmla="*/ 612894 h 2893056"/>
                <a:gd name="connsiteX518" fmla="*/ 923657 w 1091211"/>
                <a:gd name="connsiteY518" fmla="*/ 617076 h 2893056"/>
                <a:gd name="connsiteX519" fmla="*/ 926588 w 1091211"/>
                <a:gd name="connsiteY519" fmla="*/ 625503 h 2893056"/>
                <a:gd name="connsiteX520" fmla="*/ 928058 w 1091211"/>
                <a:gd name="connsiteY520" fmla="*/ 629748 h 2893056"/>
                <a:gd name="connsiteX521" fmla="*/ 929488 w 1091211"/>
                <a:gd name="connsiteY521" fmla="*/ 633993 h 2893056"/>
                <a:gd name="connsiteX522" fmla="*/ 932420 w 1091211"/>
                <a:gd name="connsiteY522" fmla="*/ 642482 h 2893056"/>
                <a:gd name="connsiteX523" fmla="*/ 933858 w 1091211"/>
                <a:gd name="connsiteY523" fmla="*/ 646758 h 2893056"/>
                <a:gd name="connsiteX524" fmla="*/ 935328 w 1091211"/>
                <a:gd name="connsiteY524" fmla="*/ 651003 h 2893056"/>
                <a:gd name="connsiteX525" fmla="*/ 936790 w 1091211"/>
                <a:gd name="connsiteY525" fmla="*/ 655279 h 2893056"/>
                <a:gd name="connsiteX526" fmla="*/ 938251 w 1091211"/>
                <a:gd name="connsiteY526" fmla="*/ 659578 h 2893056"/>
                <a:gd name="connsiteX527" fmla="*/ 939690 w 1091211"/>
                <a:gd name="connsiteY527" fmla="*/ 663854 h 2893056"/>
                <a:gd name="connsiteX528" fmla="*/ 942621 w 1091211"/>
                <a:gd name="connsiteY528" fmla="*/ 672469 h 2893056"/>
                <a:gd name="connsiteX529" fmla="*/ 944060 w 1091211"/>
                <a:gd name="connsiteY529" fmla="*/ 676800 h 2893056"/>
                <a:gd name="connsiteX530" fmla="*/ 945521 w 1091211"/>
                <a:gd name="connsiteY530" fmla="*/ 681107 h 2893056"/>
                <a:gd name="connsiteX531" fmla="*/ 948453 w 1091211"/>
                <a:gd name="connsiteY531" fmla="*/ 689784 h 2893056"/>
                <a:gd name="connsiteX532" fmla="*/ 949891 w 1091211"/>
                <a:gd name="connsiteY532" fmla="*/ 694115 h 2893056"/>
                <a:gd name="connsiteX533" fmla="*/ 951353 w 1091211"/>
                <a:gd name="connsiteY533" fmla="*/ 698485 h 2893056"/>
                <a:gd name="connsiteX534" fmla="*/ 952823 w 1091211"/>
                <a:gd name="connsiteY534" fmla="*/ 702824 h 2893056"/>
                <a:gd name="connsiteX535" fmla="*/ 954253 w 1091211"/>
                <a:gd name="connsiteY535" fmla="*/ 707186 h 2893056"/>
                <a:gd name="connsiteX536" fmla="*/ 955723 w 1091211"/>
                <a:gd name="connsiteY536" fmla="*/ 711587 h 2893056"/>
                <a:gd name="connsiteX537" fmla="*/ 958654 w 1091211"/>
                <a:gd name="connsiteY537" fmla="*/ 720319 h 2893056"/>
                <a:gd name="connsiteX538" fmla="*/ 960085 w 1091211"/>
                <a:gd name="connsiteY538" fmla="*/ 724712 h 2893056"/>
                <a:gd name="connsiteX539" fmla="*/ 961555 w 1091211"/>
                <a:gd name="connsiteY539" fmla="*/ 729113 h 2893056"/>
                <a:gd name="connsiteX540" fmla="*/ 963017 w 1091211"/>
                <a:gd name="connsiteY540" fmla="*/ 733538 h 2893056"/>
                <a:gd name="connsiteX541" fmla="*/ 964455 w 1091211"/>
                <a:gd name="connsiteY541" fmla="*/ 737939 h 2893056"/>
                <a:gd name="connsiteX542" fmla="*/ 968856 w 1091211"/>
                <a:gd name="connsiteY542" fmla="*/ 751220 h 2893056"/>
                <a:gd name="connsiteX543" fmla="*/ 970287 w 1091211"/>
                <a:gd name="connsiteY543" fmla="*/ 755645 h 2893056"/>
                <a:gd name="connsiteX544" fmla="*/ 971756 w 1091211"/>
                <a:gd name="connsiteY544" fmla="*/ 760077 h 2893056"/>
                <a:gd name="connsiteX545" fmla="*/ 973218 w 1091211"/>
                <a:gd name="connsiteY545" fmla="*/ 764533 h 2893056"/>
                <a:gd name="connsiteX546" fmla="*/ 974656 w 1091211"/>
                <a:gd name="connsiteY546" fmla="*/ 768989 h 2893056"/>
                <a:gd name="connsiteX547" fmla="*/ 977588 w 1091211"/>
                <a:gd name="connsiteY547" fmla="*/ 777908 h 2893056"/>
                <a:gd name="connsiteX548" fmla="*/ 979050 w 1091211"/>
                <a:gd name="connsiteY548" fmla="*/ 782395 h 2893056"/>
                <a:gd name="connsiteX549" fmla="*/ 980488 w 1091211"/>
                <a:gd name="connsiteY549" fmla="*/ 786859 h 2893056"/>
                <a:gd name="connsiteX550" fmla="*/ 983419 w 1091211"/>
                <a:gd name="connsiteY550" fmla="*/ 795833 h 2893056"/>
                <a:gd name="connsiteX551" fmla="*/ 984850 w 1091211"/>
                <a:gd name="connsiteY551" fmla="*/ 800320 h 2893056"/>
                <a:gd name="connsiteX552" fmla="*/ 986320 w 1091211"/>
                <a:gd name="connsiteY552" fmla="*/ 804839 h 2893056"/>
                <a:gd name="connsiteX553" fmla="*/ 987782 w 1091211"/>
                <a:gd name="connsiteY553" fmla="*/ 809334 h 2893056"/>
                <a:gd name="connsiteX554" fmla="*/ 989220 w 1091211"/>
                <a:gd name="connsiteY554" fmla="*/ 813852 h 2893056"/>
                <a:gd name="connsiteX555" fmla="*/ 993621 w 1091211"/>
                <a:gd name="connsiteY555" fmla="*/ 827407 h 2893056"/>
                <a:gd name="connsiteX556" fmla="*/ 995052 w 1091211"/>
                <a:gd name="connsiteY556" fmla="*/ 831926 h 2893056"/>
                <a:gd name="connsiteX557" fmla="*/ 996521 w 1091211"/>
                <a:gd name="connsiteY557" fmla="*/ 836475 h 2893056"/>
                <a:gd name="connsiteX558" fmla="*/ 997983 w 1091211"/>
                <a:gd name="connsiteY558" fmla="*/ 840994 h 2893056"/>
                <a:gd name="connsiteX559" fmla="*/ 999421 w 1091211"/>
                <a:gd name="connsiteY559" fmla="*/ 845543 h 2893056"/>
                <a:gd name="connsiteX560" fmla="*/ 1003815 w 1091211"/>
                <a:gd name="connsiteY560" fmla="*/ 859200 h 2893056"/>
                <a:gd name="connsiteX561" fmla="*/ 1005253 w 1091211"/>
                <a:gd name="connsiteY561" fmla="*/ 863750 h 2893056"/>
                <a:gd name="connsiteX562" fmla="*/ 1006715 w 1091211"/>
                <a:gd name="connsiteY562" fmla="*/ 868323 h 2893056"/>
                <a:gd name="connsiteX563" fmla="*/ 1008185 w 1091211"/>
                <a:gd name="connsiteY563" fmla="*/ 872880 h 2893056"/>
                <a:gd name="connsiteX564" fmla="*/ 1009615 w 1091211"/>
                <a:gd name="connsiteY564" fmla="*/ 877453 h 2893056"/>
                <a:gd name="connsiteX565" fmla="*/ 1014016 w 1091211"/>
                <a:gd name="connsiteY565" fmla="*/ 891196 h 2893056"/>
                <a:gd name="connsiteX566" fmla="*/ 1015455 w 1091211"/>
                <a:gd name="connsiteY566" fmla="*/ 895777 h 2893056"/>
                <a:gd name="connsiteX567" fmla="*/ 1016916 w 1091211"/>
                <a:gd name="connsiteY567" fmla="*/ 900389 h 2893056"/>
                <a:gd name="connsiteX568" fmla="*/ 1018378 w 1091211"/>
                <a:gd name="connsiteY568" fmla="*/ 904970 h 2893056"/>
                <a:gd name="connsiteX569" fmla="*/ 1019817 w 1091211"/>
                <a:gd name="connsiteY569" fmla="*/ 909582 h 2893056"/>
                <a:gd name="connsiteX570" fmla="*/ 1021286 w 1091211"/>
                <a:gd name="connsiteY570" fmla="*/ 914163 h 2893056"/>
                <a:gd name="connsiteX571" fmla="*/ 1024218 w 1091211"/>
                <a:gd name="connsiteY571" fmla="*/ 923380 h 2893056"/>
                <a:gd name="connsiteX572" fmla="*/ 1025648 w 1091211"/>
                <a:gd name="connsiteY572" fmla="*/ 927992 h 2893056"/>
                <a:gd name="connsiteX573" fmla="*/ 1028580 w 1091211"/>
                <a:gd name="connsiteY573" fmla="*/ 937216 h 2893056"/>
                <a:gd name="connsiteX574" fmla="*/ 1030018 w 1091211"/>
                <a:gd name="connsiteY574" fmla="*/ 941860 h 2893056"/>
                <a:gd name="connsiteX575" fmla="*/ 1031480 w 1091211"/>
                <a:gd name="connsiteY575" fmla="*/ 946472 h 2893056"/>
                <a:gd name="connsiteX576" fmla="*/ 1032950 w 1091211"/>
                <a:gd name="connsiteY576" fmla="*/ 951108 h 2893056"/>
                <a:gd name="connsiteX577" fmla="*/ 1034412 w 1091211"/>
                <a:gd name="connsiteY577" fmla="*/ 955720 h 2893056"/>
                <a:gd name="connsiteX578" fmla="*/ 1035850 w 1091211"/>
                <a:gd name="connsiteY578" fmla="*/ 960363 h 2893056"/>
                <a:gd name="connsiteX579" fmla="*/ 1038781 w 1091211"/>
                <a:gd name="connsiteY579" fmla="*/ 969642 h 2893056"/>
                <a:gd name="connsiteX580" fmla="*/ 1040212 w 1091211"/>
                <a:gd name="connsiteY580" fmla="*/ 974286 h 2893056"/>
                <a:gd name="connsiteX581" fmla="*/ 1043143 w 1091211"/>
                <a:gd name="connsiteY581" fmla="*/ 983573 h 2893056"/>
                <a:gd name="connsiteX582" fmla="*/ 1044582 w 1091211"/>
                <a:gd name="connsiteY582" fmla="*/ 988208 h 2893056"/>
                <a:gd name="connsiteX583" fmla="*/ 1046051 w 1091211"/>
                <a:gd name="connsiteY583" fmla="*/ 992852 h 2893056"/>
                <a:gd name="connsiteX584" fmla="*/ 1047513 w 1091211"/>
                <a:gd name="connsiteY584" fmla="*/ 997526 h 2893056"/>
                <a:gd name="connsiteX585" fmla="*/ 1048983 w 1091211"/>
                <a:gd name="connsiteY585" fmla="*/ 1002170 h 2893056"/>
                <a:gd name="connsiteX586" fmla="*/ 1050414 w 1091211"/>
                <a:gd name="connsiteY586" fmla="*/ 1006837 h 2893056"/>
                <a:gd name="connsiteX587" fmla="*/ 1051883 w 1091211"/>
                <a:gd name="connsiteY587" fmla="*/ 1011480 h 2893056"/>
                <a:gd name="connsiteX588" fmla="*/ 1053345 w 1091211"/>
                <a:gd name="connsiteY588" fmla="*/ 1016155 h 2893056"/>
                <a:gd name="connsiteX589" fmla="*/ 1054783 w 1091211"/>
                <a:gd name="connsiteY589" fmla="*/ 1020791 h 2893056"/>
                <a:gd name="connsiteX590" fmla="*/ 1059177 w 1091211"/>
                <a:gd name="connsiteY590" fmla="*/ 1034807 h 2893056"/>
                <a:gd name="connsiteX591" fmla="*/ 1060615 w 1091211"/>
                <a:gd name="connsiteY591" fmla="*/ 1039482 h 2893056"/>
                <a:gd name="connsiteX592" fmla="*/ 1062077 w 1091211"/>
                <a:gd name="connsiteY592" fmla="*/ 1044156 h 2893056"/>
                <a:gd name="connsiteX593" fmla="*/ 1063546 w 1091211"/>
                <a:gd name="connsiteY593" fmla="*/ 1048792 h 2893056"/>
                <a:gd name="connsiteX594" fmla="*/ 1064977 w 1091211"/>
                <a:gd name="connsiteY594" fmla="*/ 1053467 h 2893056"/>
                <a:gd name="connsiteX595" fmla="*/ 1066447 w 1091211"/>
                <a:gd name="connsiteY595" fmla="*/ 1058173 h 2893056"/>
                <a:gd name="connsiteX596" fmla="*/ 1069378 w 1091211"/>
                <a:gd name="connsiteY596" fmla="*/ 1067514 h 2893056"/>
                <a:gd name="connsiteX597" fmla="*/ 1070816 w 1091211"/>
                <a:gd name="connsiteY597" fmla="*/ 1072189 h 2893056"/>
                <a:gd name="connsiteX598" fmla="*/ 1073748 w 1091211"/>
                <a:gd name="connsiteY598" fmla="*/ 1081531 h 2893056"/>
                <a:gd name="connsiteX599" fmla="*/ 1075179 w 1091211"/>
                <a:gd name="connsiteY599" fmla="*/ 1086237 h 2893056"/>
                <a:gd name="connsiteX600" fmla="*/ 1079580 w 1091211"/>
                <a:gd name="connsiteY600" fmla="*/ 1100245 h 2893056"/>
                <a:gd name="connsiteX601" fmla="*/ 1081010 w 1091211"/>
                <a:gd name="connsiteY601" fmla="*/ 1104951 h 2893056"/>
                <a:gd name="connsiteX602" fmla="*/ 1083942 w 1091211"/>
                <a:gd name="connsiteY602" fmla="*/ 1114293 h 2893056"/>
                <a:gd name="connsiteX603" fmla="*/ 1085380 w 1091211"/>
                <a:gd name="connsiteY603" fmla="*/ 1118999 h 2893056"/>
                <a:gd name="connsiteX604" fmla="*/ 1086842 w 1091211"/>
                <a:gd name="connsiteY604" fmla="*/ 1123674 h 2893056"/>
                <a:gd name="connsiteX605" fmla="*/ 1088312 w 1091211"/>
                <a:gd name="connsiteY605" fmla="*/ 1128372 h 2893056"/>
                <a:gd name="connsiteX606" fmla="*/ 1089773 w 1091211"/>
                <a:gd name="connsiteY606" fmla="*/ 1133047 h 2893056"/>
                <a:gd name="connsiteX607" fmla="*/ 1091212 w 1091211"/>
                <a:gd name="connsiteY607" fmla="*/ 2893056 h 2893056"/>
                <a:gd name="connsiteX608" fmla="*/ 0 w 1091211"/>
                <a:gd name="connsiteY608" fmla="*/ 2893056 h 289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Lst>
              <a:rect l="l" t="t" r="r" b="b"/>
              <a:pathLst>
                <a:path w="1091211" h="2893056">
                  <a:moveTo>
                    <a:pt x="1438" y="1133047"/>
                  </a:moveTo>
                  <a:lnTo>
                    <a:pt x="2900" y="1128372"/>
                  </a:lnTo>
                  <a:lnTo>
                    <a:pt x="4370" y="1123674"/>
                  </a:lnTo>
                  <a:lnTo>
                    <a:pt x="5832" y="1118999"/>
                  </a:lnTo>
                  <a:lnTo>
                    <a:pt x="7270" y="1114293"/>
                  </a:lnTo>
                  <a:lnTo>
                    <a:pt x="10201" y="1104951"/>
                  </a:lnTo>
                  <a:lnTo>
                    <a:pt x="11632" y="1100245"/>
                  </a:lnTo>
                  <a:lnTo>
                    <a:pt x="16033" y="1086237"/>
                  </a:lnTo>
                  <a:lnTo>
                    <a:pt x="17464" y="1081531"/>
                  </a:lnTo>
                  <a:lnTo>
                    <a:pt x="20395" y="1072189"/>
                  </a:lnTo>
                  <a:lnTo>
                    <a:pt x="21834" y="1067514"/>
                  </a:lnTo>
                  <a:lnTo>
                    <a:pt x="24765" y="1058173"/>
                  </a:lnTo>
                  <a:lnTo>
                    <a:pt x="26235" y="1053467"/>
                  </a:lnTo>
                  <a:lnTo>
                    <a:pt x="27665" y="1048792"/>
                  </a:lnTo>
                  <a:lnTo>
                    <a:pt x="29135" y="1044156"/>
                  </a:lnTo>
                  <a:lnTo>
                    <a:pt x="30597" y="1039482"/>
                  </a:lnTo>
                  <a:lnTo>
                    <a:pt x="32035" y="1034807"/>
                  </a:lnTo>
                  <a:lnTo>
                    <a:pt x="36428" y="1020791"/>
                  </a:lnTo>
                  <a:lnTo>
                    <a:pt x="37867" y="1016155"/>
                  </a:lnTo>
                  <a:lnTo>
                    <a:pt x="39329" y="1011480"/>
                  </a:lnTo>
                  <a:lnTo>
                    <a:pt x="40798" y="1006837"/>
                  </a:lnTo>
                  <a:lnTo>
                    <a:pt x="42229" y="1002170"/>
                  </a:lnTo>
                  <a:lnTo>
                    <a:pt x="43698" y="997526"/>
                  </a:lnTo>
                  <a:lnTo>
                    <a:pt x="45160" y="992852"/>
                  </a:lnTo>
                  <a:lnTo>
                    <a:pt x="46630" y="988208"/>
                  </a:lnTo>
                  <a:lnTo>
                    <a:pt x="48068" y="983573"/>
                  </a:lnTo>
                  <a:lnTo>
                    <a:pt x="50992" y="974286"/>
                  </a:lnTo>
                  <a:lnTo>
                    <a:pt x="52430" y="969642"/>
                  </a:lnTo>
                  <a:lnTo>
                    <a:pt x="55362" y="960363"/>
                  </a:lnTo>
                  <a:lnTo>
                    <a:pt x="56800" y="955720"/>
                  </a:lnTo>
                  <a:lnTo>
                    <a:pt x="58262" y="951108"/>
                  </a:lnTo>
                  <a:lnTo>
                    <a:pt x="59732" y="946472"/>
                  </a:lnTo>
                  <a:lnTo>
                    <a:pt x="61194" y="941860"/>
                  </a:lnTo>
                  <a:lnTo>
                    <a:pt x="62632" y="937216"/>
                  </a:lnTo>
                  <a:lnTo>
                    <a:pt x="65563" y="927992"/>
                  </a:lnTo>
                  <a:lnTo>
                    <a:pt x="66994" y="923380"/>
                  </a:lnTo>
                  <a:lnTo>
                    <a:pt x="69925" y="914163"/>
                  </a:lnTo>
                  <a:lnTo>
                    <a:pt x="71395" y="909582"/>
                  </a:lnTo>
                  <a:lnTo>
                    <a:pt x="72826" y="904970"/>
                  </a:lnTo>
                  <a:lnTo>
                    <a:pt x="74295" y="900389"/>
                  </a:lnTo>
                  <a:lnTo>
                    <a:pt x="75757" y="895777"/>
                  </a:lnTo>
                  <a:lnTo>
                    <a:pt x="77195" y="891196"/>
                  </a:lnTo>
                  <a:lnTo>
                    <a:pt x="81597" y="877453"/>
                  </a:lnTo>
                  <a:lnTo>
                    <a:pt x="83027" y="872880"/>
                  </a:lnTo>
                  <a:lnTo>
                    <a:pt x="84497" y="868323"/>
                  </a:lnTo>
                  <a:lnTo>
                    <a:pt x="85959" y="863750"/>
                  </a:lnTo>
                  <a:lnTo>
                    <a:pt x="87397" y="859200"/>
                  </a:lnTo>
                  <a:lnTo>
                    <a:pt x="91790" y="845543"/>
                  </a:lnTo>
                  <a:lnTo>
                    <a:pt x="93229" y="840994"/>
                  </a:lnTo>
                  <a:lnTo>
                    <a:pt x="94691" y="836475"/>
                  </a:lnTo>
                  <a:lnTo>
                    <a:pt x="96160" y="831926"/>
                  </a:lnTo>
                  <a:lnTo>
                    <a:pt x="97591" y="827407"/>
                  </a:lnTo>
                  <a:lnTo>
                    <a:pt x="101992" y="813852"/>
                  </a:lnTo>
                  <a:lnTo>
                    <a:pt x="103430" y="809334"/>
                  </a:lnTo>
                  <a:lnTo>
                    <a:pt x="104892" y="804839"/>
                  </a:lnTo>
                  <a:lnTo>
                    <a:pt x="106362" y="800320"/>
                  </a:lnTo>
                  <a:lnTo>
                    <a:pt x="107792" y="795833"/>
                  </a:lnTo>
                  <a:lnTo>
                    <a:pt x="110724" y="786859"/>
                  </a:lnTo>
                  <a:lnTo>
                    <a:pt x="112193" y="782395"/>
                  </a:lnTo>
                  <a:lnTo>
                    <a:pt x="113624" y="777908"/>
                  </a:lnTo>
                  <a:lnTo>
                    <a:pt x="116555" y="768989"/>
                  </a:lnTo>
                  <a:lnTo>
                    <a:pt x="117994" y="764533"/>
                  </a:lnTo>
                  <a:lnTo>
                    <a:pt x="119456" y="760077"/>
                  </a:lnTo>
                  <a:lnTo>
                    <a:pt x="120925" y="755645"/>
                  </a:lnTo>
                  <a:lnTo>
                    <a:pt x="122356" y="751220"/>
                  </a:lnTo>
                  <a:lnTo>
                    <a:pt x="126757" y="737939"/>
                  </a:lnTo>
                  <a:lnTo>
                    <a:pt x="128195" y="733538"/>
                  </a:lnTo>
                  <a:lnTo>
                    <a:pt x="129657" y="729113"/>
                  </a:lnTo>
                  <a:lnTo>
                    <a:pt x="131119" y="724712"/>
                  </a:lnTo>
                  <a:lnTo>
                    <a:pt x="132557" y="720319"/>
                  </a:lnTo>
                  <a:lnTo>
                    <a:pt x="135489" y="711587"/>
                  </a:lnTo>
                  <a:lnTo>
                    <a:pt x="136958" y="707186"/>
                  </a:lnTo>
                  <a:lnTo>
                    <a:pt x="138389" y="702824"/>
                  </a:lnTo>
                  <a:lnTo>
                    <a:pt x="139859" y="698485"/>
                  </a:lnTo>
                  <a:lnTo>
                    <a:pt x="141321" y="694115"/>
                  </a:lnTo>
                  <a:lnTo>
                    <a:pt x="142759" y="689784"/>
                  </a:lnTo>
                  <a:lnTo>
                    <a:pt x="145690" y="681107"/>
                  </a:lnTo>
                  <a:lnTo>
                    <a:pt x="147152" y="676800"/>
                  </a:lnTo>
                  <a:lnTo>
                    <a:pt x="148591" y="672469"/>
                  </a:lnTo>
                  <a:lnTo>
                    <a:pt x="151522" y="663854"/>
                  </a:lnTo>
                  <a:lnTo>
                    <a:pt x="152953" y="659578"/>
                  </a:lnTo>
                  <a:lnTo>
                    <a:pt x="154422" y="655279"/>
                  </a:lnTo>
                  <a:lnTo>
                    <a:pt x="155884" y="651003"/>
                  </a:lnTo>
                  <a:lnTo>
                    <a:pt x="157354" y="646758"/>
                  </a:lnTo>
                  <a:lnTo>
                    <a:pt x="158792" y="642482"/>
                  </a:lnTo>
                  <a:lnTo>
                    <a:pt x="161723" y="633993"/>
                  </a:lnTo>
                  <a:lnTo>
                    <a:pt x="163154" y="629748"/>
                  </a:lnTo>
                  <a:lnTo>
                    <a:pt x="164624" y="625503"/>
                  </a:lnTo>
                  <a:lnTo>
                    <a:pt x="167555" y="617076"/>
                  </a:lnTo>
                  <a:lnTo>
                    <a:pt x="168986" y="612894"/>
                  </a:lnTo>
                  <a:lnTo>
                    <a:pt x="170455" y="608680"/>
                  </a:lnTo>
                  <a:lnTo>
                    <a:pt x="171917" y="604490"/>
                  </a:lnTo>
                  <a:lnTo>
                    <a:pt x="173356" y="600308"/>
                  </a:lnTo>
                  <a:lnTo>
                    <a:pt x="174818" y="596157"/>
                  </a:lnTo>
                  <a:lnTo>
                    <a:pt x="176287" y="591974"/>
                  </a:lnTo>
                  <a:lnTo>
                    <a:pt x="177718" y="587821"/>
                  </a:lnTo>
                  <a:lnTo>
                    <a:pt x="179187" y="583699"/>
                  </a:lnTo>
                  <a:lnTo>
                    <a:pt x="180649" y="579546"/>
                  </a:lnTo>
                  <a:lnTo>
                    <a:pt x="182119" y="575424"/>
                  </a:lnTo>
                  <a:lnTo>
                    <a:pt x="183557" y="571332"/>
                  </a:lnTo>
                  <a:lnTo>
                    <a:pt x="185019" y="567210"/>
                  </a:lnTo>
                  <a:lnTo>
                    <a:pt x="186489" y="563117"/>
                  </a:lnTo>
                  <a:lnTo>
                    <a:pt x="187919" y="559026"/>
                  </a:lnTo>
                  <a:lnTo>
                    <a:pt x="189389" y="554934"/>
                  </a:lnTo>
                  <a:lnTo>
                    <a:pt x="192320" y="546811"/>
                  </a:lnTo>
                  <a:lnTo>
                    <a:pt x="193751" y="542750"/>
                  </a:lnTo>
                  <a:lnTo>
                    <a:pt x="195220" y="538719"/>
                  </a:lnTo>
                  <a:lnTo>
                    <a:pt x="196682" y="534719"/>
                  </a:lnTo>
                  <a:lnTo>
                    <a:pt x="198121" y="530688"/>
                  </a:lnTo>
                  <a:lnTo>
                    <a:pt x="202514" y="518687"/>
                  </a:lnTo>
                  <a:lnTo>
                    <a:pt x="203952" y="514718"/>
                  </a:lnTo>
                  <a:lnTo>
                    <a:pt x="206884" y="506778"/>
                  </a:lnTo>
                  <a:lnTo>
                    <a:pt x="208322" y="502839"/>
                  </a:lnTo>
                  <a:lnTo>
                    <a:pt x="211246" y="494961"/>
                  </a:lnTo>
                  <a:lnTo>
                    <a:pt x="212716" y="491052"/>
                  </a:lnTo>
                  <a:lnTo>
                    <a:pt x="214154" y="487144"/>
                  </a:lnTo>
                  <a:lnTo>
                    <a:pt x="215616" y="483235"/>
                  </a:lnTo>
                  <a:lnTo>
                    <a:pt x="217085" y="479357"/>
                  </a:lnTo>
                  <a:lnTo>
                    <a:pt x="218516" y="475509"/>
                  </a:lnTo>
                  <a:lnTo>
                    <a:pt x="219986" y="471631"/>
                  </a:lnTo>
                  <a:lnTo>
                    <a:pt x="222917" y="463936"/>
                  </a:lnTo>
                  <a:lnTo>
                    <a:pt x="224348" y="460119"/>
                  </a:lnTo>
                  <a:lnTo>
                    <a:pt x="227279" y="452485"/>
                  </a:lnTo>
                  <a:lnTo>
                    <a:pt x="228717" y="448698"/>
                  </a:lnTo>
                  <a:lnTo>
                    <a:pt x="230179" y="444912"/>
                  </a:lnTo>
                  <a:lnTo>
                    <a:pt x="231649" y="441156"/>
                  </a:lnTo>
                  <a:lnTo>
                    <a:pt x="233111" y="437370"/>
                  </a:lnTo>
                  <a:lnTo>
                    <a:pt x="234549" y="433644"/>
                  </a:lnTo>
                  <a:lnTo>
                    <a:pt x="236011" y="429919"/>
                  </a:lnTo>
                  <a:lnTo>
                    <a:pt x="237481" y="426163"/>
                  </a:lnTo>
                  <a:lnTo>
                    <a:pt x="238919" y="422468"/>
                  </a:lnTo>
                  <a:lnTo>
                    <a:pt x="241850" y="415078"/>
                  </a:lnTo>
                  <a:lnTo>
                    <a:pt x="243281" y="411414"/>
                  </a:lnTo>
                  <a:lnTo>
                    <a:pt x="246213" y="404085"/>
                  </a:lnTo>
                  <a:lnTo>
                    <a:pt x="247682" y="400451"/>
                  </a:lnTo>
                  <a:lnTo>
                    <a:pt x="249113" y="396818"/>
                  </a:lnTo>
                  <a:lnTo>
                    <a:pt x="252044" y="389611"/>
                  </a:lnTo>
                  <a:lnTo>
                    <a:pt x="253483" y="386038"/>
                  </a:lnTo>
                  <a:lnTo>
                    <a:pt x="254944" y="382435"/>
                  </a:lnTo>
                  <a:lnTo>
                    <a:pt x="257876" y="375351"/>
                  </a:lnTo>
                  <a:lnTo>
                    <a:pt x="259314" y="371778"/>
                  </a:lnTo>
                  <a:lnTo>
                    <a:pt x="260776" y="368297"/>
                  </a:lnTo>
                  <a:lnTo>
                    <a:pt x="262246" y="364785"/>
                  </a:lnTo>
                  <a:lnTo>
                    <a:pt x="263684" y="361273"/>
                  </a:lnTo>
                  <a:lnTo>
                    <a:pt x="266615" y="354311"/>
                  </a:lnTo>
                  <a:lnTo>
                    <a:pt x="268077" y="350861"/>
                  </a:lnTo>
                  <a:lnTo>
                    <a:pt x="269516" y="347410"/>
                  </a:lnTo>
                  <a:lnTo>
                    <a:pt x="272447" y="340570"/>
                  </a:lnTo>
                  <a:lnTo>
                    <a:pt x="273878" y="337180"/>
                  </a:lnTo>
                  <a:lnTo>
                    <a:pt x="276809" y="330401"/>
                  </a:lnTo>
                  <a:lnTo>
                    <a:pt x="278279" y="327042"/>
                  </a:lnTo>
                  <a:lnTo>
                    <a:pt x="279710" y="323683"/>
                  </a:lnTo>
                  <a:lnTo>
                    <a:pt x="282641" y="317027"/>
                  </a:lnTo>
                  <a:lnTo>
                    <a:pt x="284079" y="313729"/>
                  </a:lnTo>
                  <a:lnTo>
                    <a:pt x="285541" y="310431"/>
                  </a:lnTo>
                  <a:lnTo>
                    <a:pt x="288473" y="303896"/>
                  </a:lnTo>
                  <a:lnTo>
                    <a:pt x="289911" y="300628"/>
                  </a:lnTo>
                  <a:lnTo>
                    <a:pt x="291373" y="297422"/>
                  </a:lnTo>
                  <a:lnTo>
                    <a:pt x="292842" y="294185"/>
                  </a:lnTo>
                  <a:lnTo>
                    <a:pt x="294281" y="290979"/>
                  </a:lnTo>
                  <a:lnTo>
                    <a:pt x="298674" y="281452"/>
                  </a:lnTo>
                  <a:lnTo>
                    <a:pt x="300112" y="278306"/>
                  </a:lnTo>
                  <a:lnTo>
                    <a:pt x="301574" y="275192"/>
                  </a:lnTo>
                  <a:lnTo>
                    <a:pt x="303044" y="272047"/>
                  </a:lnTo>
                  <a:lnTo>
                    <a:pt x="304475" y="268962"/>
                  </a:lnTo>
                  <a:lnTo>
                    <a:pt x="307406" y="262794"/>
                  </a:lnTo>
                  <a:lnTo>
                    <a:pt x="308844" y="259740"/>
                  </a:lnTo>
                  <a:lnTo>
                    <a:pt x="310306" y="256717"/>
                  </a:lnTo>
                  <a:lnTo>
                    <a:pt x="311776" y="253664"/>
                  </a:lnTo>
                  <a:lnTo>
                    <a:pt x="313238" y="250671"/>
                  </a:lnTo>
                  <a:lnTo>
                    <a:pt x="314676" y="247679"/>
                  </a:lnTo>
                  <a:lnTo>
                    <a:pt x="316138" y="244687"/>
                  </a:lnTo>
                  <a:lnTo>
                    <a:pt x="317608" y="241724"/>
                  </a:lnTo>
                  <a:lnTo>
                    <a:pt x="319046" y="238792"/>
                  </a:lnTo>
                  <a:lnTo>
                    <a:pt x="320508" y="235830"/>
                  </a:lnTo>
                  <a:lnTo>
                    <a:pt x="323439" y="230029"/>
                  </a:lnTo>
                  <a:lnTo>
                    <a:pt x="324878" y="227128"/>
                  </a:lnTo>
                  <a:lnTo>
                    <a:pt x="326339" y="224288"/>
                  </a:lnTo>
                  <a:lnTo>
                    <a:pt x="327809" y="221418"/>
                  </a:lnTo>
                  <a:lnTo>
                    <a:pt x="329240" y="218578"/>
                  </a:lnTo>
                  <a:lnTo>
                    <a:pt x="333641" y="210150"/>
                  </a:lnTo>
                  <a:lnTo>
                    <a:pt x="335071" y="207401"/>
                  </a:lnTo>
                  <a:lnTo>
                    <a:pt x="336541" y="204623"/>
                  </a:lnTo>
                  <a:lnTo>
                    <a:pt x="338003" y="201875"/>
                  </a:lnTo>
                  <a:lnTo>
                    <a:pt x="339441" y="199156"/>
                  </a:lnTo>
                  <a:lnTo>
                    <a:pt x="340903" y="196470"/>
                  </a:lnTo>
                  <a:lnTo>
                    <a:pt x="342373" y="193752"/>
                  </a:lnTo>
                  <a:lnTo>
                    <a:pt x="343835" y="191095"/>
                  </a:lnTo>
                  <a:lnTo>
                    <a:pt x="345273" y="188438"/>
                  </a:lnTo>
                  <a:lnTo>
                    <a:pt x="346742" y="185782"/>
                  </a:lnTo>
                  <a:lnTo>
                    <a:pt x="348204" y="183187"/>
                  </a:lnTo>
                  <a:lnTo>
                    <a:pt x="349643" y="180560"/>
                  </a:lnTo>
                  <a:lnTo>
                    <a:pt x="351105" y="177965"/>
                  </a:lnTo>
                  <a:lnTo>
                    <a:pt x="354036" y="172835"/>
                  </a:lnTo>
                  <a:lnTo>
                    <a:pt x="355474" y="170300"/>
                  </a:lnTo>
                  <a:lnTo>
                    <a:pt x="356936" y="167766"/>
                  </a:lnTo>
                  <a:lnTo>
                    <a:pt x="358406" y="165262"/>
                  </a:lnTo>
                  <a:lnTo>
                    <a:pt x="359836" y="162758"/>
                  </a:lnTo>
                  <a:lnTo>
                    <a:pt x="362768" y="157872"/>
                  </a:lnTo>
                  <a:lnTo>
                    <a:pt x="364206" y="155399"/>
                  </a:lnTo>
                  <a:lnTo>
                    <a:pt x="365668" y="152986"/>
                  </a:lnTo>
                  <a:lnTo>
                    <a:pt x="367138" y="150604"/>
                  </a:lnTo>
                  <a:lnTo>
                    <a:pt x="368600" y="148192"/>
                  </a:lnTo>
                  <a:lnTo>
                    <a:pt x="370038" y="145840"/>
                  </a:lnTo>
                  <a:lnTo>
                    <a:pt x="372969" y="141138"/>
                  </a:lnTo>
                  <a:lnTo>
                    <a:pt x="374408" y="138848"/>
                  </a:lnTo>
                  <a:lnTo>
                    <a:pt x="377339" y="134268"/>
                  </a:lnTo>
                  <a:lnTo>
                    <a:pt x="378801" y="132008"/>
                  </a:lnTo>
                  <a:lnTo>
                    <a:pt x="380239" y="129778"/>
                  </a:lnTo>
                  <a:lnTo>
                    <a:pt x="381701" y="127519"/>
                  </a:lnTo>
                  <a:lnTo>
                    <a:pt x="383171" y="125320"/>
                  </a:lnTo>
                  <a:lnTo>
                    <a:pt x="384602" y="123152"/>
                  </a:lnTo>
                  <a:lnTo>
                    <a:pt x="386071" y="120953"/>
                  </a:lnTo>
                  <a:lnTo>
                    <a:pt x="389003" y="116679"/>
                  </a:lnTo>
                  <a:lnTo>
                    <a:pt x="390433" y="114541"/>
                  </a:lnTo>
                  <a:lnTo>
                    <a:pt x="393365" y="110388"/>
                  </a:lnTo>
                  <a:lnTo>
                    <a:pt x="394803" y="108311"/>
                  </a:lnTo>
                  <a:lnTo>
                    <a:pt x="396265" y="106266"/>
                  </a:lnTo>
                  <a:lnTo>
                    <a:pt x="399196" y="102235"/>
                  </a:lnTo>
                  <a:lnTo>
                    <a:pt x="400635" y="100250"/>
                  </a:lnTo>
                  <a:lnTo>
                    <a:pt x="402104" y="98296"/>
                  </a:lnTo>
                  <a:lnTo>
                    <a:pt x="403566" y="96311"/>
                  </a:lnTo>
                  <a:lnTo>
                    <a:pt x="405005" y="94387"/>
                  </a:lnTo>
                  <a:lnTo>
                    <a:pt x="406466" y="92494"/>
                  </a:lnTo>
                  <a:lnTo>
                    <a:pt x="407936" y="90570"/>
                  </a:lnTo>
                  <a:lnTo>
                    <a:pt x="409398" y="88707"/>
                  </a:lnTo>
                  <a:lnTo>
                    <a:pt x="410836" y="86845"/>
                  </a:lnTo>
                  <a:lnTo>
                    <a:pt x="412298" y="84982"/>
                  </a:lnTo>
                  <a:lnTo>
                    <a:pt x="413768" y="83180"/>
                  </a:lnTo>
                  <a:lnTo>
                    <a:pt x="415198" y="81378"/>
                  </a:lnTo>
                  <a:lnTo>
                    <a:pt x="416668" y="79577"/>
                  </a:lnTo>
                  <a:lnTo>
                    <a:pt x="419599" y="76096"/>
                  </a:lnTo>
                  <a:lnTo>
                    <a:pt x="421030" y="74355"/>
                  </a:lnTo>
                  <a:lnTo>
                    <a:pt x="422500" y="72645"/>
                  </a:lnTo>
                  <a:lnTo>
                    <a:pt x="423962" y="70966"/>
                  </a:lnTo>
                  <a:lnTo>
                    <a:pt x="425400" y="69287"/>
                  </a:lnTo>
                  <a:lnTo>
                    <a:pt x="426869" y="67637"/>
                  </a:lnTo>
                  <a:lnTo>
                    <a:pt x="428331" y="66019"/>
                  </a:lnTo>
                  <a:lnTo>
                    <a:pt x="429770" y="64401"/>
                  </a:lnTo>
                  <a:lnTo>
                    <a:pt x="431232" y="62812"/>
                  </a:lnTo>
                  <a:lnTo>
                    <a:pt x="432701" y="61255"/>
                  </a:lnTo>
                  <a:lnTo>
                    <a:pt x="434163" y="59668"/>
                  </a:lnTo>
                  <a:lnTo>
                    <a:pt x="435601" y="58141"/>
                  </a:lnTo>
                  <a:lnTo>
                    <a:pt x="437063" y="56645"/>
                  </a:lnTo>
                  <a:lnTo>
                    <a:pt x="438533" y="55118"/>
                  </a:lnTo>
                  <a:lnTo>
                    <a:pt x="439963" y="53652"/>
                  </a:lnTo>
                  <a:lnTo>
                    <a:pt x="441433" y="52217"/>
                  </a:lnTo>
                  <a:lnTo>
                    <a:pt x="442895" y="50751"/>
                  </a:lnTo>
                  <a:lnTo>
                    <a:pt x="444364" y="49346"/>
                  </a:lnTo>
                  <a:lnTo>
                    <a:pt x="445795" y="47942"/>
                  </a:lnTo>
                  <a:lnTo>
                    <a:pt x="447265" y="46567"/>
                  </a:lnTo>
                  <a:lnTo>
                    <a:pt x="448727" y="45224"/>
                  </a:lnTo>
                  <a:lnTo>
                    <a:pt x="450165" y="43881"/>
                  </a:lnTo>
                  <a:lnTo>
                    <a:pt x="451627" y="42537"/>
                  </a:lnTo>
                  <a:lnTo>
                    <a:pt x="454566" y="39972"/>
                  </a:lnTo>
                  <a:lnTo>
                    <a:pt x="455997" y="38689"/>
                  </a:lnTo>
                  <a:lnTo>
                    <a:pt x="458928" y="36246"/>
                  </a:lnTo>
                  <a:lnTo>
                    <a:pt x="460366" y="35024"/>
                  </a:lnTo>
                  <a:lnTo>
                    <a:pt x="464760" y="31543"/>
                  </a:lnTo>
                  <a:lnTo>
                    <a:pt x="466198" y="30444"/>
                  </a:lnTo>
                  <a:lnTo>
                    <a:pt x="469130" y="28246"/>
                  </a:lnTo>
                  <a:lnTo>
                    <a:pt x="470560" y="27207"/>
                  </a:lnTo>
                  <a:lnTo>
                    <a:pt x="473492" y="25131"/>
                  </a:lnTo>
                  <a:lnTo>
                    <a:pt x="474961" y="24123"/>
                  </a:lnTo>
                  <a:lnTo>
                    <a:pt x="476392" y="23146"/>
                  </a:lnTo>
                  <a:lnTo>
                    <a:pt x="477861" y="22169"/>
                  </a:lnTo>
                  <a:lnTo>
                    <a:pt x="479323" y="21253"/>
                  </a:lnTo>
                  <a:lnTo>
                    <a:pt x="480762" y="20337"/>
                  </a:lnTo>
                  <a:lnTo>
                    <a:pt x="482231" y="19421"/>
                  </a:lnTo>
                  <a:lnTo>
                    <a:pt x="483693" y="18536"/>
                  </a:lnTo>
                  <a:lnTo>
                    <a:pt x="485163" y="17680"/>
                  </a:lnTo>
                  <a:lnTo>
                    <a:pt x="486593" y="16825"/>
                  </a:lnTo>
                  <a:lnTo>
                    <a:pt x="489525" y="15237"/>
                  </a:lnTo>
                  <a:lnTo>
                    <a:pt x="490963" y="14443"/>
                  </a:lnTo>
                  <a:lnTo>
                    <a:pt x="492425" y="13680"/>
                  </a:lnTo>
                  <a:lnTo>
                    <a:pt x="493895" y="12947"/>
                  </a:lnTo>
                  <a:lnTo>
                    <a:pt x="495325" y="12214"/>
                  </a:lnTo>
                  <a:lnTo>
                    <a:pt x="498257" y="10871"/>
                  </a:lnTo>
                  <a:lnTo>
                    <a:pt x="499726" y="10169"/>
                  </a:lnTo>
                  <a:lnTo>
                    <a:pt x="501157" y="9557"/>
                  </a:lnTo>
                  <a:lnTo>
                    <a:pt x="504088" y="8336"/>
                  </a:lnTo>
                  <a:lnTo>
                    <a:pt x="505527" y="7787"/>
                  </a:lnTo>
                  <a:lnTo>
                    <a:pt x="506996" y="7206"/>
                  </a:lnTo>
                  <a:lnTo>
                    <a:pt x="508458" y="6656"/>
                  </a:lnTo>
                  <a:lnTo>
                    <a:pt x="509928" y="6168"/>
                  </a:lnTo>
                  <a:lnTo>
                    <a:pt x="511358" y="5679"/>
                  </a:lnTo>
                  <a:lnTo>
                    <a:pt x="512828" y="5191"/>
                  </a:lnTo>
                  <a:lnTo>
                    <a:pt x="514290" y="4764"/>
                  </a:lnTo>
                  <a:lnTo>
                    <a:pt x="515728" y="4336"/>
                  </a:lnTo>
                  <a:lnTo>
                    <a:pt x="517190" y="3878"/>
                  </a:lnTo>
                  <a:lnTo>
                    <a:pt x="520122" y="3145"/>
                  </a:lnTo>
                  <a:lnTo>
                    <a:pt x="521560" y="2778"/>
                  </a:lnTo>
                  <a:lnTo>
                    <a:pt x="524491" y="2168"/>
                  </a:lnTo>
                  <a:lnTo>
                    <a:pt x="525922" y="1863"/>
                  </a:lnTo>
                  <a:lnTo>
                    <a:pt x="527392" y="1588"/>
                  </a:lnTo>
                  <a:lnTo>
                    <a:pt x="530323" y="1099"/>
                  </a:lnTo>
                  <a:lnTo>
                    <a:pt x="531754" y="916"/>
                  </a:lnTo>
                  <a:lnTo>
                    <a:pt x="534693" y="550"/>
                  </a:lnTo>
                  <a:lnTo>
                    <a:pt x="536124" y="428"/>
                  </a:lnTo>
                  <a:lnTo>
                    <a:pt x="539055" y="183"/>
                  </a:lnTo>
                  <a:lnTo>
                    <a:pt x="540525" y="122"/>
                  </a:lnTo>
                  <a:lnTo>
                    <a:pt x="541955" y="61"/>
                  </a:lnTo>
                  <a:lnTo>
                    <a:pt x="543425" y="0"/>
                  </a:lnTo>
                  <a:lnTo>
                    <a:pt x="547787" y="0"/>
                  </a:lnTo>
                  <a:lnTo>
                    <a:pt x="549257" y="61"/>
                  </a:lnTo>
                  <a:lnTo>
                    <a:pt x="550687" y="122"/>
                  </a:lnTo>
                  <a:lnTo>
                    <a:pt x="552157" y="183"/>
                  </a:lnTo>
                  <a:lnTo>
                    <a:pt x="555088" y="428"/>
                  </a:lnTo>
                  <a:lnTo>
                    <a:pt x="556519" y="550"/>
                  </a:lnTo>
                  <a:lnTo>
                    <a:pt x="559450" y="916"/>
                  </a:lnTo>
                  <a:lnTo>
                    <a:pt x="560889" y="1099"/>
                  </a:lnTo>
                  <a:lnTo>
                    <a:pt x="563820" y="1588"/>
                  </a:lnTo>
                  <a:lnTo>
                    <a:pt x="565290" y="1863"/>
                  </a:lnTo>
                  <a:lnTo>
                    <a:pt x="566720" y="2168"/>
                  </a:lnTo>
                  <a:lnTo>
                    <a:pt x="569652" y="2778"/>
                  </a:lnTo>
                  <a:lnTo>
                    <a:pt x="571090" y="3145"/>
                  </a:lnTo>
                  <a:lnTo>
                    <a:pt x="574022" y="3878"/>
                  </a:lnTo>
                  <a:lnTo>
                    <a:pt x="575484" y="4336"/>
                  </a:lnTo>
                  <a:lnTo>
                    <a:pt x="576922" y="4764"/>
                  </a:lnTo>
                  <a:lnTo>
                    <a:pt x="578384" y="5191"/>
                  </a:lnTo>
                  <a:lnTo>
                    <a:pt x="579853" y="5679"/>
                  </a:lnTo>
                  <a:lnTo>
                    <a:pt x="581284" y="6168"/>
                  </a:lnTo>
                  <a:lnTo>
                    <a:pt x="582754" y="6656"/>
                  </a:lnTo>
                  <a:lnTo>
                    <a:pt x="584215" y="7206"/>
                  </a:lnTo>
                  <a:lnTo>
                    <a:pt x="585685" y="7787"/>
                  </a:lnTo>
                  <a:lnTo>
                    <a:pt x="587123" y="8336"/>
                  </a:lnTo>
                  <a:lnTo>
                    <a:pt x="590055" y="9557"/>
                  </a:lnTo>
                  <a:lnTo>
                    <a:pt x="591485" y="10169"/>
                  </a:lnTo>
                  <a:lnTo>
                    <a:pt x="592955" y="10871"/>
                  </a:lnTo>
                  <a:lnTo>
                    <a:pt x="595886" y="12214"/>
                  </a:lnTo>
                  <a:lnTo>
                    <a:pt x="597317" y="12947"/>
                  </a:lnTo>
                  <a:lnTo>
                    <a:pt x="598787" y="13680"/>
                  </a:lnTo>
                  <a:lnTo>
                    <a:pt x="600249" y="14443"/>
                  </a:lnTo>
                  <a:lnTo>
                    <a:pt x="601687" y="15237"/>
                  </a:lnTo>
                  <a:lnTo>
                    <a:pt x="604618" y="16825"/>
                  </a:lnTo>
                  <a:lnTo>
                    <a:pt x="606080" y="17680"/>
                  </a:lnTo>
                  <a:lnTo>
                    <a:pt x="607519" y="18536"/>
                  </a:lnTo>
                  <a:lnTo>
                    <a:pt x="608981" y="19421"/>
                  </a:lnTo>
                  <a:lnTo>
                    <a:pt x="610450" y="20337"/>
                  </a:lnTo>
                  <a:lnTo>
                    <a:pt x="611881" y="21253"/>
                  </a:lnTo>
                  <a:lnTo>
                    <a:pt x="613350" y="22169"/>
                  </a:lnTo>
                  <a:lnTo>
                    <a:pt x="614820" y="23146"/>
                  </a:lnTo>
                  <a:lnTo>
                    <a:pt x="616251" y="24123"/>
                  </a:lnTo>
                  <a:lnTo>
                    <a:pt x="617720" y="25131"/>
                  </a:lnTo>
                  <a:lnTo>
                    <a:pt x="620652" y="27207"/>
                  </a:lnTo>
                  <a:lnTo>
                    <a:pt x="622082" y="28246"/>
                  </a:lnTo>
                  <a:lnTo>
                    <a:pt x="625014" y="30444"/>
                  </a:lnTo>
                  <a:lnTo>
                    <a:pt x="626452" y="31543"/>
                  </a:lnTo>
                  <a:lnTo>
                    <a:pt x="630845" y="35024"/>
                  </a:lnTo>
                  <a:lnTo>
                    <a:pt x="632284" y="36246"/>
                  </a:lnTo>
                  <a:lnTo>
                    <a:pt x="635215" y="38689"/>
                  </a:lnTo>
                  <a:lnTo>
                    <a:pt x="636646" y="39972"/>
                  </a:lnTo>
                  <a:lnTo>
                    <a:pt x="639577" y="42537"/>
                  </a:lnTo>
                  <a:lnTo>
                    <a:pt x="641047" y="43881"/>
                  </a:lnTo>
                  <a:lnTo>
                    <a:pt x="642485" y="45224"/>
                  </a:lnTo>
                  <a:lnTo>
                    <a:pt x="643947" y="46567"/>
                  </a:lnTo>
                  <a:lnTo>
                    <a:pt x="645417" y="47942"/>
                  </a:lnTo>
                  <a:lnTo>
                    <a:pt x="646847" y="49346"/>
                  </a:lnTo>
                  <a:lnTo>
                    <a:pt x="648317" y="50751"/>
                  </a:lnTo>
                  <a:lnTo>
                    <a:pt x="649779" y="52217"/>
                  </a:lnTo>
                  <a:lnTo>
                    <a:pt x="651248" y="53652"/>
                  </a:lnTo>
                  <a:lnTo>
                    <a:pt x="652679" y="55118"/>
                  </a:lnTo>
                  <a:lnTo>
                    <a:pt x="654149" y="56645"/>
                  </a:lnTo>
                  <a:lnTo>
                    <a:pt x="655610" y="58141"/>
                  </a:lnTo>
                  <a:lnTo>
                    <a:pt x="657049" y="59668"/>
                  </a:lnTo>
                  <a:lnTo>
                    <a:pt x="658511" y="61255"/>
                  </a:lnTo>
                  <a:lnTo>
                    <a:pt x="659980" y="62812"/>
                  </a:lnTo>
                  <a:lnTo>
                    <a:pt x="661442" y="64401"/>
                  </a:lnTo>
                  <a:lnTo>
                    <a:pt x="662880" y="66019"/>
                  </a:lnTo>
                  <a:lnTo>
                    <a:pt x="664342" y="67637"/>
                  </a:lnTo>
                  <a:lnTo>
                    <a:pt x="665812" y="69287"/>
                  </a:lnTo>
                  <a:lnTo>
                    <a:pt x="667250" y="70966"/>
                  </a:lnTo>
                  <a:lnTo>
                    <a:pt x="668712" y="72645"/>
                  </a:lnTo>
                  <a:lnTo>
                    <a:pt x="670182" y="74355"/>
                  </a:lnTo>
                  <a:lnTo>
                    <a:pt x="671612" y="76096"/>
                  </a:lnTo>
                  <a:lnTo>
                    <a:pt x="674544" y="79577"/>
                  </a:lnTo>
                  <a:lnTo>
                    <a:pt x="676013" y="81378"/>
                  </a:lnTo>
                  <a:lnTo>
                    <a:pt x="677444" y="83180"/>
                  </a:lnTo>
                  <a:lnTo>
                    <a:pt x="678914" y="84982"/>
                  </a:lnTo>
                  <a:lnTo>
                    <a:pt x="680376" y="86845"/>
                  </a:lnTo>
                  <a:lnTo>
                    <a:pt x="681814" y="88707"/>
                  </a:lnTo>
                  <a:lnTo>
                    <a:pt x="683276" y="90570"/>
                  </a:lnTo>
                  <a:lnTo>
                    <a:pt x="684745" y="92494"/>
                  </a:lnTo>
                  <a:lnTo>
                    <a:pt x="686207" y="94387"/>
                  </a:lnTo>
                  <a:lnTo>
                    <a:pt x="687646" y="96311"/>
                  </a:lnTo>
                  <a:lnTo>
                    <a:pt x="689107" y="98296"/>
                  </a:lnTo>
                  <a:lnTo>
                    <a:pt x="690577" y="100250"/>
                  </a:lnTo>
                  <a:lnTo>
                    <a:pt x="692008" y="102235"/>
                  </a:lnTo>
                  <a:lnTo>
                    <a:pt x="694947" y="106266"/>
                  </a:lnTo>
                  <a:lnTo>
                    <a:pt x="696409" y="108311"/>
                  </a:lnTo>
                  <a:lnTo>
                    <a:pt x="697847" y="110388"/>
                  </a:lnTo>
                  <a:lnTo>
                    <a:pt x="700778" y="114541"/>
                  </a:lnTo>
                  <a:lnTo>
                    <a:pt x="702209" y="116679"/>
                  </a:lnTo>
                  <a:lnTo>
                    <a:pt x="705141" y="120953"/>
                  </a:lnTo>
                  <a:lnTo>
                    <a:pt x="706610" y="123152"/>
                  </a:lnTo>
                  <a:lnTo>
                    <a:pt x="708041" y="125320"/>
                  </a:lnTo>
                  <a:lnTo>
                    <a:pt x="709510" y="127519"/>
                  </a:lnTo>
                  <a:lnTo>
                    <a:pt x="710972" y="129778"/>
                  </a:lnTo>
                  <a:lnTo>
                    <a:pt x="712411" y="132008"/>
                  </a:lnTo>
                  <a:lnTo>
                    <a:pt x="713873" y="134268"/>
                  </a:lnTo>
                  <a:lnTo>
                    <a:pt x="716804" y="138848"/>
                  </a:lnTo>
                  <a:lnTo>
                    <a:pt x="718242" y="141138"/>
                  </a:lnTo>
                  <a:lnTo>
                    <a:pt x="721174" y="145840"/>
                  </a:lnTo>
                  <a:lnTo>
                    <a:pt x="722612" y="148192"/>
                  </a:lnTo>
                  <a:lnTo>
                    <a:pt x="724074" y="150604"/>
                  </a:lnTo>
                  <a:lnTo>
                    <a:pt x="725544" y="152986"/>
                  </a:lnTo>
                  <a:lnTo>
                    <a:pt x="727005" y="155399"/>
                  </a:lnTo>
                  <a:lnTo>
                    <a:pt x="728444" y="157872"/>
                  </a:lnTo>
                  <a:lnTo>
                    <a:pt x="731375" y="162758"/>
                  </a:lnTo>
                  <a:lnTo>
                    <a:pt x="732806" y="165262"/>
                  </a:lnTo>
                  <a:lnTo>
                    <a:pt x="734275" y="167766"/>
                  </a:lnTo>
                  <a:lnTo>
                    <a:pt x="735737" y="170300"/>
                  </a:lnTo>
                  <a:lnTo>
                    <a:pt x="737176" y="172835"/>
                  </a:lnTo>
                  <a:lnTo>
                    <a:pt x="740107" y="177965"/>
                  </a:lnTo>
                  <a:lnTo>
                    <a:pt x="741569" y="180560"/>
                  </a:lnTo>
                  <a:lnTo>
                    <a:pt x="743007" y="183187"/>
                  </a:lnTo>
                  <a:lnTo>
                    <a:pt x="744469" y="185782"/>
                  </a:lnTo>
                  <a:lnTo>
                    <a:pt x="745939" y="188438"/>
                  </a:lnTo>
                  <a:lnTo>
                    <a:pt x="747377" y="191095"/>
                  </a:lnTo>
                  <a:lnTo>
                    <a:pt x="748839" y="193752"/>
                  </a:lnTo>
                  <a:lnTo>
                    <a:pt x="750309" y="196470"/>
                  </a:lnTo>
                  <a:lnTo>
                    <a:pt x="751771" y="199156"/>
                  </a:lnTo>
                  <a:lnTo>
                    <a:pt x="753209" y="201875"/>
                  </a:lnTo>
                  <a:lnTo>
                    <a:pt x="754671" y="204623"/>
                  </a:lnTo>
                  <a:lnTo>
                    <a:pt x="756140" y="207401"/>
                  </a:lnTo>
                  <a:lnTo>
                    <a:pt x="757571" y="210150"/>
                  </a:lnTo>
                  <a:lnTo>
                    <a:pt x="761972" y="218578"/>
                  </a:lnTo>
                  <a:lnTo>
                    <a:pt x="763403" y="221418"/>
                  </a:lnTo>
                  <a:lnTo>
                    <a:pt x="764872" y="224288"/>
                  </a:lnTo>
                  <a:lnTo>
                    <a:pt x="766334" y="227128"/>
                  </a:lnTo>
                  <a:lnTo>
                    <a:pt x="767772" y="230029"/>
                  </a:lnTo>
                  <a:lnTo>
                    <a:pt x="770704" y="235830"/>
                  </a:lnTo>
                  <a:lnTo>
                    <a:pt x="772166" y="238792"/>
                  </a:lnTo>
                  <a:lnTo>
                    <a:pt x="773604" y="241724"/>
                  </a:lnTo>
                  <a:lnTo>
                    <a:pt x="775074" y="244687"/>
                  </a:lnTo>
                  <a:lnTo>
                    <a:pt x="776536" y="247679"/>
                  </a:lnTo>
                  <a:lnTo>
                    <a:pt x="777974" y="250671"/>
                  </a:lnTo>
                  <a:lnTo>
                    <a:pt x="779436" y="253664"/>
                  </a:lnTo>
                  <a:lnTo>
                    <a:pt x="780905" y="256717"/>
                  </a:lnTo>
                  <a:lnTo>
                    <a:pt x="782367" y="259740"/>
                  </a:lnTo>
                  <a:lnTo>
                    <a:pt x="783806" y="262794"/>
                  </a:lnTo>
                  <a:lnTo>
                    <a:pt x="786737" y="268962"/>
                  </a:lnTo>
                  <a:lnTo>
                    <a:pt x="788168" y="272047"/>
                  </a:lnTo>
                  <a:lnTo>
                    <a:pt x="789637" y="275192"/>
                  </a:lnTo>
                  <a:lnTo>
                    <a:pt x="791099" y="278306"/>
                  </a:lnTo>
                  <a:lnTo>
                    <a:pt x="792569" y="281452"/>
                  </a:lnTo>
                  <a:lnTo>
                    <a:pt x="793999" y="284627"/>
                  </a:lnTo>
                  <a:lnTo>
                    <a:pt x="796931" y="290979"/>
                  </a:lnTo>
                  <a:lnTo>
                    <a:pt x="798369" y="294185"/>
                  </a:lnTo>
                  <a:lnTo>
                    <a:pt x="799831" y="297422"/>
                  </a:lnTo>
                  <a:lnTo>
                    <a:pt x="801301" y="300628"/>
                  </a:lnTo>
                  <a:lnTo>
                    <a:pt x="802739" y="303896"/>
                  </a:lnTo>
                  <a:lnTo>
                    <a:pt x="805671" y="310431"/>
                  </a:lnTo>
                  <a:lnTo>
                    <a:pt x="807132" y="313729"/>
                  </a:lnTo>
                  <a:lnTo>
                    <a:pt x="808571" y="317027"/>
                  </a:lnTo>
                  <a:lnTo>
                    <a:pt x="811502" y="323683"/>
                  </a:lnTo>
                  <a:lnTo>
                    <a:pt x="812933" y="327042"/>
                  </a:lnTo>
                  <a:lnTo>
                    <a:pt x="814402" y="330401"/>
                  </a:lnTo>
                  <a:lnTo>
                    <a:pt x="817334" y="337180"/>
                  </a:lnTo>
                  <a:lnTo>
                    <a:pt x="818765" y="340570"/>
                  </a:lnTo>
                  <a:lnTo>
                    <a:pt x="821696" y="347410"/>
                  </a:lnTo>
                  <a:lnTo>
                    <a:pt x="823134" y="350861"/>
                  </a:lnTo>
                  <a:lnTo>
                    <a:pt x="824596" y="354311"/>
                  </a:lnTo>
                  <a:lnTo>
                    <a:pt x="827528" y="361273"/>
                  </a:lnTo>
                  <a:lnTo>
                    <a:pt x="828966" y="364785"/>
                  </a:lnTo>
                  <a:lnTo>
                    <a:pt x="830436" y="368297"/>
                  </a:lnTo>
                  <a:lnTo>
                    <a:pt x="831898" y="371778"/>
                  </a:lnTo>
                  <a:lnTo>
                    <a:pt x="833336" y="375351"/>
                  </a:lnTo>
                  <a:lnTo>
                    <a:pt x="836267" y="382435"/>
                  </a:lnTo>
                  <a:lnTo>
                    <a:pt x="837729" y="386038"/>
                  </a:lnTo>
                  <a:lnTo>
                    <a:pt x="839168" y="389611"/>
                  </a:lnTo>
                  <a:lnTo>
                    <a:pt x="842099" y="396818"/>
                  </a:lnTo>
                  <a:lnTo>
                    <a:pt x="843530" y="400451"/>
                  </a:lnTo>
                  <a:lnTo>
                    <a:pt x="844999" y="404085"/>
                  </a:lnTo>
                  <a:lnTo>
                    <a:pt x="847931" y="411414"/>
                  </a:lnTo>
                  <a:lnTo>
                    <a:pt x="849361" y="415078"/>
                  </a:lnTo>
                  <a:lnTo>
                    <a:pt x="852293" y="422468"/>
                  </a:lnTo>
                  <a:lnTo>
                    <a:pt x="853731" y="426163"/>
                  </a:lnTo>
                  <a:lnTo>
                    <a:pt x="855201" y="429919"/>
                  </a:lnTo>
                  <a:lnTo>
                    <a:pt x="856663" y="433644"/>
                  </a:lnTo>
                  <a:lnTo>
                    <a:pt x="858101" y="437370"/>
                  </a:lnTo>
                  <a:lnTo>
                    <a:pt x="859563" y="441156"/>
                  </a:lnTo>
                  <a:lnTo>
                    <a:pt x="861032" y="444912"/>
                  </a:lnTo>
                  <a:lnTo>
                    <a:pt x="862494" y="448698"/>
                  </a:lnTo>
                  <a:lnTo>
                    <a:pt x="863933" y="452485"/>
                  </a:lnTo>
                  <a:lnTo>
                    <a:pt x="866864" y="460119"/>
                  </a:lnTo>
                  <a:lnTo>
                    <a:pt x="868295" y="463936"/>
                  </a:lnTo>
                  <a:lnTo>
                    <a:pt x="871226" y="471631"/>
                  </a:lnTo>
                  <a:lnTo>
                    <a:pt x="872696" y="475509"/>
                  </a:lnTo>
                  <a:lnTo>
                    <a:pt x="874126" y="479357"/>
                  </a:lnTo>
                  <a:lnTo>
                    <a:pt x="875596" y="483235"/>
                  </a:lnTo>
                  <a:lnTo>
                    <a:pt x="877058" y="487144"/>
                  </a:lnTo>
                  <a:lnTo>
                    <a:pt x="878496" y="491052"/>
                  </a:lnTo>
                  <a:lnTo>
                    <a:pt x="879958" y="494961"/>
                  </a:lnTo>
                  <a:lnTo>
                    <a:pt x="882890" y="502839"/>
                  </a:lnTo>
                  <a:lnTo>
                    <a:pt x="884328" y="506778"/>
                  </a:lnTo>
                  <a:lnTo>
                    <a:pt x="887259" y="514718"/>
                  </a:lnTo>
                  <a:lnTo>
                    <a:pt x="888698" y="518687"/>
                  </a:lnTo>
                  <a:lnTo>
                    <a:pt x="893091" y="530688"/>
                  </a:lnTo>
                  <a:lnTo>
                    <a:pt x="894529" y="534719"/>
                  </a:lnTo>
                  <a:lnTo>
                    <a:pt x="895991" y="538719"/>
                  </a:lnTo>
                  <a:lnTo>
                    <a:pt x="897461" y="542750"/>
                  </a:lnTo>
                  <a:lnTo>
                    <a:pt x="898892" y="546811"/>
                  </a:lnTo>
                  <a:lnTo>
                    <a:pt x="901823" y="554934"/>
                  </a:lnTo>
                  <a:lnTo>
                    <a:pt x="903293" y="559026"/>
                  </a:lnTo>
                  <a:lnTo>
                    <a:pt x="904723" y="563117"/>
                  </a:lnTo>
                  <a:lnTo>
                    <a:pt x="906193" y="567210"/>
                  </a:lnTo>
                  <a:lnTo>
                    <a:pt x="907655" y="571332"/>
                  </a:lnTo>
                  <a:lnTo>
                    <a:pt x="909093" y="575424"/>
                  </a:lnTo>
                  <a:lnTo>
                    <a:pt x="910563" y="579546"/>
                  </a:lnTo>
                  <a:lnTo>
                    <a:pt x="912024" y="583699"/>
                  </a:lnTo>
                  <a:lnTo>
                    <a:pt x="913494" y="587821"/>
                  </a:lnTo>
                  <a:lnTo>
                    <a:pt x="914925" y="591974"/>
                  </a:lnTo>
                  <a:lnTo>
                    <a:pt x="916394" y="596157"/>
                  </a:lnTo>
                  <a:lnTo>
                    <a:pt x="917856" y="600308"/>
                  </a:lnTo>
                  <a:lnTo>
                    <a:pt x="919294" y="604490"/>
                  </a:lnTo>
                  <a:lnTo>
                    <a:pt x="920756" y="608680"/>
                  </a:lnTo>
                  <a:lnTo>
                    <a:pt x="922226" y="612894"/>
                  </a:lnTo>
                  <a:lnTo>
                    <a:pt x="923657" y="617076"/>
                  </a:lnTo>
                  <a:lnTo>
                    <a:pt x="926588" y="625503"/>
                  </a:lnTo>
                  <a:lnTo>
                    <a:pt x="928058" y="629748"/>
                  </a:lnTo>
                  <a:lnTo>
                    <a:pt x="929488" y="633993"/>
                  </a:lnTo>
                  <a:lnTo>
                    <a:pt x="932420" y="642482"/>
                  </a:lnTo>
                  <a:lnTo>
                    <a:pt x="933858" y="646758"/>
                  </a:lnTo>
                  <a:lnTo>
                    <a:pt x="935328" y="651003"/>
                  </a:lnTo>
                  <a:lnTo>
                    <a:pt x="936790" y="655279"/>
                  </a:lnTo>
                  <a:lnTo>
                    <a:pt x="938251" y="659578"/>
                  </a:lnTo>
                  <a:lnTo>
                    <a:pt x="939690" y="663854"/>
                  </a:lnTo>
                  <a:lnTo>
                    <a:pt x="942621" y="672469"/>
                  </a:lnTo>
                  <a:lnTo>
                    <a:pt x="944060" y="676800"/>
                  </a:lnTo>
                  <a:lnTo>
                    <a:pt x="945521" y="681107"/>
                  </a:lnTo>
                  <a:lnTo>
                    <a:pt x="948453" y="689784"/>
                  </a:lnTo>
                  <a:lnTo>
                    <a:pt x="949891" y="694115"/>
                  </a:lnTo>
                  <a:lnTo>
                    <a:pt x="951353" y="698485"/>
                  </a:lnTo>
                  <a:lnTo>
                    <a:pt x="952823" y="702824"/>
                  </a:lnTo>
                  <a:lnTo>
                    <a:pt x="954253" y="707186"/>
                  </a:lnTo>
                  <a:lnTo>
                    <a:pt x="955723" y="711587"/>
                  </a:lnTo>
                  <a:lnTo>
                    <a:pt x="958654" y="720319"/>
                  </a:lnTo>
                  <a:lnTo>
                    <a:pt x="960085" y="724712"/>
                  </a:lnTo>
                  <a:lnTo>
                    <a:pt x="961555" y="729113"/>
                  </a:lnTo>
                  <a:lnTo>
                    <a:pt x="963017" y="733538"/>
                  </a:lnTo>
                  <a:lnTo>
                    <a:pt x="964455" y="737939"/>
                  </a:lnTo>
                  <a:lnTo>
                    <a:pt x="968856" y="751220"/>
                  </a:lnTo>
                  <a:lnTo>
                    <a:pt x="970287" y="755645"/>
                  </a:lnTo>
                  <a:lnTo>
                    <a:pt x="971756" y="760077"/>
                  </a:lnTo>
                  <a:lnTo>
                    <a:pt x="973218" y="764533"/>
                  </a:lnTo>
                  <a:lnTo>
                    <a:pt x="974656" y="768989"/>
                  </a:lnTo>
                  <a:lnTo>
                    <a:pt x="977588" y="777908"/>
                  </a:lnTo>
                  <a:lnTo>
                    <a:pt x="979050" y="782395"/>
                  </a:lnTo>
                  <a:lnTo>
                    <a:pt x="980488" y="786859"/>
                  </a:lnTo>
                  <a:lnTo>
                    <a:pt x="983419" y="795833"/>
                  </a:lnTo>
                  <a:lnTo>
                    <a:pt x="984850" y="800320"/>
                  </a:lnTo>
                  <a:lnTo>
                    <a:pt x="986320" y="804839"/>
                  </a:lnTo>
                  <a:lnTo>
                    <a:pt x="987782" y="809334"/>
                  </a:lnTo>
                  <a:lnTo>
                    <a:pt x="989220" y="813852"/>
                  </a:lnTo>
                  <a:lnTo>
                    <a:pt x="993621" y="827407"/>
                  </a:lnTo>
                  <a:lnTo>
                    <a:pt x="995052" y="831926"/>
                  </a:lnTo>
                  <a:lnTo>
                    <a:pt x="996521" y="836475"/>
                  </a:lnTo>
                  <a:lnTo>
                    <a:pt x="997983" y="840994"/>
                  </a:lnTo>
                  <a:lnTo>
                    <a:pt x="999421" y="845543"/>
                  </a:lnTo>
                  <a:lnTo>
                    <a:pt x="1003815" y="859200"/>
                  </a:lnTo>
                  <a:lnTo>
                    <a:pt x="1005253" y="863750"/>
                  </a:lnTo>
                  <a:lnTo>
                    <a:pt x="1006715" y="868323"/>
                  </a:lnTo>
                  <a:lnTo>
                    <a:pt x="1008185" y="872880"/>
                  </a:lnTo>
                  <a:lnTo>
                    <a:pt x="1009615" y="877453"/>
                  </a:lnTo>
                  <a:lnTo>
                    <a:pt x="1014016" y="891196"/>
                  </a:lnTo>
                  <a:lnTo>
                    <a:pt x="1015455" y="895777"/>
                  </a:lnTo>
                  <a:lnTo>
                    <a:pt x="1016916" y="900389"/>
                  </a:lnTo>
                  <a:lnTo>
                    <a:pt x="1018378" y="904970"/>
                  </a:lnTo>
                  <a:lnTo>
                    <a:pt x="1019817" y="909582"/>
                  </a:lnTo>
                  <a:lnTo>
                    <a:pt x="1021286" y="914163"/>
                  </a:lnTo>
                  <a:lnTo>
                    <a:pt x="1024218" y="923380"/>
                  </a:lnTo>
                  <a:lnTo>
                    <a:pt x="1025648" y="927992"/>
                  </a:lnTo>
                  <a:lnTo>
                    <a:pt x="1028580" y="937216"/>
                  </a:lnTo>
                  <a:lnTo>
                    <a:pt x="1030018" y="941860"/>
                  </a:lnTo>
                  <a:lnTo>
                    <a:pt x="1031480" y="946472"/>
                  </a:lnTo>
                  <a:lnTo>
                    <a:pt x="1032950" y="951108"/>
                  </a:lnTo>
                  <a:lnTo>
                    <a:pt x="1034412" y="955720"/>
                  </a:lnTo>
                  <a:lnTo>
                    <a:pt x="1035850" y="960363"/>
                  </a:lnTo>
                  <a:lnTo>
                    <a:pt x="1038781" y="969642"/>
                  </a:lnTo>
                  <a:lnTo>
                    <a:pt x="1040212" y="974286"/>
                  </a:lnTo>
                  <a:lnTo>
                    <a:pt x="1043143" y="983573"/>
                  </a:lnTo>
                  <a:lnTo>
                    <a:pt x="1044582" y="988208"/>
                  </a:lnTo>
                  <a:lnTo>
                    <a:pt x="1046051" y="992852"/>
                  </a:lnTo>
                  <a:lnTo>
                    <a:pt x="1047513" y="997526"/>
                  </a:lnTo>
                  <a:lnTo>
                    <a:pt x="1048983" y="1002170"/>
                  </a:lnTo>
                  <a:lnTo>
                    <a:pt x="1050414" y="1006837"/>
                  </a:lnTo>
                  <a:lnTo>
                    <a:pt x="1051883" y="1011480"/>
                  </a:lnTo>
                  <a:lnTo>
                    <a:pt x="1053345" y="1016155"/>
                  </a:lnTo>
                  <a:lnTo>
                    <a:pt x="1054783" y="1020791"/>
                  </a:lnTo>
                  <a:lnTo>
                    <a:pt x="1059177" y="1034807"/>
                  </a:lnTo>
                  <a:lnTo>
                    <a:pt x="1060615" y="1039482"/>
                  </a:lnTo>
                  <a:lnTo>
                    <a:pt x="1062077" y="1044156"/>
                  </a:lnTo>
                  <a:lnTo>
                    <a:pt x="1063546" y="1048792"/>
                  </a:lnTo>
                  <a:lnTo>
                    <a:pt x="1064977" y="1053467"/>
                  </a:lnTo>
                  <a:lnTo>
                    <a:pt x="1066447" y="1058173"/>
                  </a:lnTo>
                  <a:lnTo>
                    <a:pt x="1069378" y="1067514"/>
                  </a:lnTo>
                  <a:lnTo>
                    <a:pt x="1070816" y="1072189"/>
                  </a:lnTo>
                  <a:lnTo>
                    <a:pt x="1073748" y="1081531"/>
                  </a:lnTo>
                  <a:lnTo>
                    <a:pt x="1075179" y="1086237"/>
                  </a:lnTo>
                  <a:lnTo>
                    <a:pt x="1079580" y="1100245"/>
                  </a:lnTo>
                  <a:lnTo>
                    <a:pt x="1081010" y="1104951"/>
                  </a:lnTo>
                  <a:lnTo>
                    <a:pt x="1083942" y="1114293"/>
                  </a:lnTo>
                  <a:lnTo>
                    <a:pt x="1085380" y="1118999"/>
                  </a:lnTo>
                  <a:lnTo>
                    <a:pt x="1086842" y="1123674"/>
                  </a:lnTo>
                  <a:lnTo>
                    <a:pt x="1088312" y="1128372"/>
                  </a:lnTo>
                  <a:lnTo>
                    <a:pt x="1089773" y="1133047"/>
                  </a:lnTo>
                  <a:lnTo>
                    <a:pt x="1091212" y="2893056"/>
                  </a:lnTo>
                  <a:lnTo>
                    <a:pt x="0" y="2893056"/>
                  </a:lnTo>
                  <a:close/>
                </a:path>
              </a:pathLst>
            </a:custGeom>
            <a:solidFill>
              <a:schemeClr val="tx1">
                <a:lumMod val="50000"/>
                <a:lumOff val="50000"/>
                <a:alpha val="60000"/>
              </a:schemeClr>
            </a:solidFill>
            <a:ln w="7808" cap="flat">
              <a:noFill/>
              <a:prstDash val="solid"/>
              <a:miter/>
            </a:ln>
          </p:spPr>
          <p:txBody>
            <a:bodyPr rtlCol="0" anchor="ctr"/>
            <a:lstStyle/>
            <a:p>
              <a:endParaRPr lang="en-GB" noProof="0"/>
            </a:p>
          </p:txBody>
        </p:sp>
        <p:sp>
          <p:nvSpPr>
            <p:cNvPr id="15" name="Freeform: Shape 14">
              <a:extLst>
                <a:ext uri="{FF2B5EF4-FFF2-40B4-BE49-F238E27FC236}">
                  <a16:creationId xmlns:a16="http://schemas.microsoft.com/office/drawing/2014/main" id="{C420FC70-D9DD-31EE-304E-B811560097B8}"/>
                </a:ext>
              </a:extLst>
            </p:cNvPr>
            <p:cNvSpPr/>
            <p:nvPr/>
          </p:nvSpPr>
          <p:spPr>
            <a:xfrm>
              <a:off x="4031304" y="3921975"/>
              <a:ext cx="1738198" cy="1331448"/>
            </a:xfrm>
            <a:custGeom>
              <a:avLst/>
              <a:gdLst>
                <a:gd name="connsiteX0" fmla="*/ 1470 w 1637567"/>
                <a:gd name="connsiteY0" fmla="*/ 0 h 1745962"/>
                <a:gd name="connsiteX1" fmla="*/ 2908 w 1637567"/>
                <a:gd name="connsiteY1" fmla="*/ 4667 h 1745962"/>
                <a:gd name="connsiteX2" fmla="*/ 4370 w 1637567"/>
                <a:gd name="connsiteY2" fmla="*/ 9373 h 1745962"/>
                <a:gd name="connsiteX3" fmla="*/ 5832 w 1637567"/>
                <a:gd name="connsiteY3" fmla="*/ 14048 h 1745962"/>
                <a:gd name="connsiteX4" fmla="*/ 7301 w 1637567"/>
                <a:gd name="connsiteY4" fmla="*/ 18746 h 1745962"/>
                <a:gd name="connsiteX5" fmla="*/ 8740 w 1637567"/>
                <a:gd name="connsiteY5" fmla="*/ 23420 h 1745962"/>
                <a:gd name="connsiteX6" fmla="*/ 10201 w 1637567"/>
                <a:gd name="connsiteY6" fmla="*/ 28087 h 1745962"/>
                <a:gd name="connsiteX7" fmla="*/ 11671 w 1637567"/>
                <a:gd name="connsiteY7" fmla="*/ 32793 h 1745962"/>
                <a:gd name="connsiteX8" fmla="*/ 13102 w 1637567"/>
                <a:gd name="connsiteY8" fmla="*/ 37468 h 1745962"/>
                <a:gd name="connsiteX9" fmla="*/ 16033 w 1637567"/>
                <a:gd name="connsiteY9" fmla="*/ 46810 h 1745962"/>
                <a:gd name="connsiteX10" fmla="*/ 17471 w 1637567"/>
                <a:gd name="connsiteY10" fmla="*/ 51508 h 1745962"/>
                <a:gd name="connsiteX11" fmla="*/ 21865 w 1637567"/>
                <a:gd name="connsiteY11" fmla="*/ 65524 h 1745962"/>
                <a:gd name="connsiteX12" fmla="*/ 23303 w 1637567"/>
                <a:gd name="connsiteY12" fmla="*/ 70199 h 1745962"/>
                <a:gd name="connsiteX13" fmla="*/ 26235 w 1637567"/>
                <a:gd name="connsiteY13" fmla="*/ 79541 h 1745962"/>
                <a:gd name="connsiteX14" fmla="*/ 27665 w 1637567"/>
                <a:gd name="connsiteY14" fmla="*/ 84215 h 1745962"/>
                <a:gd name="connsiteX15" fmla="*/ 32066 w 1637567"/>
                <a:gd name="connsiteY15" fmla="*/ 98232 h 1745962"/>
                <a:gd name="connsiteX16" fmla="*/ 33505 w 1637567"/>
                <a:gd name="connsiteY16" fmla="*/ 102906 h 1745962"/>
                <a:gd name="connsiteX17" fmla="*/ 34967 w 1637567"/>
                <a:gd name="connsiteY17" fmla="*/ 107573 h 1745962"/>
                <a:gd name="connsiteX18" fmla="*/ 36436 w 1637567"/>
                <a:gd name="connsiteY18" fmla="*/ 112217 h 1745962"/>
                <a:gd name="connsiteX19" fmla="*/ 37867 w 1637567"/>
                <a:gd name="connsiteY19" fmla="*/ 116891 h 1745962"/>
                <a:gd name="connsiteX20" fmla="*/ 39336 w 1637567"/>
                <a:gd name="connsiteY20" fmla="*/ 121535 h 1745962"/>
                <a:gd name="connsiteX21" fmla="*/ 40798 w 1637567"/>
                <a:gd name="connsiteY21" fmla="*/ 126202 h 1745962"/>
                <a:gd name="connsiteX22" fmla="*/ 42268 w 1637567"/>
                <a:gd name="connsiteY22" fmla="*/ 130845 h 1745962"/>
                <a:gd name="connsiteX23" fmla="*/ 43698 w 1637567"/>
                <a:gd name="connsiteY23" fmla="*/ 135520 h 1745962"/>
                <a:gd name="connsiteX24" fmla="*/ 45168 w 1637567"/>
                <a:gd name="connsiteY24" fmla="*/ 140156 h 1745962"/>
                <a:gd name="connsiteX25" fmla="*/ 46630 w 1637567"/>
                <a:gd name="connsiteY25" fmla="*/ 144830 h 1745962"/>
                <a:gd name="connsiteX26" fmla="*/ 48068 w 1637567"/>
                <a:gd name="connsiteY26" fmla="*/ 149474 h 1745962"/>
                <a:gd name="connsiteX27" fmla="*/ 52462 w 1637567"/>
                <a:gd name="connsiteY27" fmla="*/ 163396 h 1745962"/>
                <a:gd name="connsiteX28" fmla="*/ 53900 w 1637567"/>
                <a:gd name="connsiteY28" fmla="*/ 168040 h 1745962"/>
                <a:gd name="connsiteX29" fmla="*/ 55362 w 1637567"/>
                <a:gd name="connsiteY29" fmla="*/ 172675 h 1745962"/>
                <a:gd name="connsiteX30" fmla="*/ 56831 w 1637567"/>
                <a:gd name="connsiteY30" fmla="*/ 177288 h 1745962"/>
                <a:gd name="connsiteX31" fmla="*/ 58270 w 1637567"/>
                <a:gd name="connsiteY31" fmla="*/ 181931 h 1745962"/>
                <a:gd name="connsiteX32" fmla="*/ 59732 w 1637567"/>
                <a:gd name="connsiteY32" fmla="*/ 186575 h 1745962"/>
                <a:gd name="connsiteX33" fmla="*/ 61201 w 1637567"/>
                <a:gd name="connsiteY33" fmla="*/ 191187 h 1745962"/>
                <a:gd name="connsiteX34" fmla="*/ 62663 w 1637567"/>
                <a:gd name="connsiteY34" fmla="*/ 195822 h 1745962"/>
                <a:gd name="connsiteX35" fmla="*/ 64101 w 1637567"/>
                <a:gd name="connsiteY35" fmla="*/ 200435 h 1745962"/>
                <a:gd name="connsiteX36" fmla="*/ 67033 w 1637567"/>
                <a:gd name="connsiteY36" fmla="*/ 209659 h 1745962"/>
                <a:gd name="connsiteX37" fmla="*/ 68464 w 1637567"/>
                <a:gd name="connsiteY37" fmla="*/ 214271 h 1745962"/>
                <a:gd name="connsiteX38" fmla="*/ 72865 w 1637567"/>
                <a:gd name="connsiteY38" fmla="*/ 228100 h 1745962"/>
                <a:gd name="connsiteX39" fmla="*/ 74295 w 1637567"/>
                <a:gd name="connsiteY39" fmla="*/ 232712 h 1745962"/>
                <a:gd name="connsiteX40" fmla="*/ 75765 w 1637567"/>
                <a:gd name="connsiteY40" fmla="*/ 237293 h 1745962"/>
                <a:gd name="connsiteX41" fmla="*/ 77227 w 1637567"/>
                <a:gd name="connsiteY41" fmla="*/ 241905 h 1745962"/>
                <a:gd name="connsiteX42" fmla="*/ 78665 w 1637567"/>
                <a:gd name="connsiteY42" fmla="*/ 246486 h 1745962"/>
                <a:gd name="connsiteX43" fmla="*/ 81597 w 1637567"/>
                <a:gd name="connsiteY43" fmla="*/ 255648 h 1745962"/>
                <a:gd name="connsiteX44" fmla="*/ 83035 w 1637567"/>
                <a:gd name="connsiteY44" fmla="*/ 260229 h 1745962"/>
                <a:gd name="connsiteX45" fmla="*/ 87428 w 1637567"/>
                <a:gd name="connsiteY45" fmla="*/ 273972 h 1745962"/>
                <a:gd name="connsiteX46" fmla="*/ 88866 w 1637567"/>
                <a:gd name="connsiteY46" fmla="*/ 278521 h 1745962"/>
                <a:gd name="connsiteX47" fmla="*/ 90328 w 1637567"/>
                <a:gd name="connsiteY47" fmla="*/ 283071 h 1745962"/>
                <a:gd name="connsiteX48" fmla="*/ 91798 w 1637567"/>
                <a:gd name="connsiteY48" fmla="*/ 287652 h 1745962"/>
                <a:gd name="connsiteX49" fmla="*/ 93229 w 1637567"/>
                <a:gd name="connsiteY49" fmla="*/ 292201 h 1745962"/>
                <a:gd name="connsiteX50" fmla="*/ 97630 w 1637567"/>
                <a:gd name="connsiteY50" fmla="*/ 305850 h 1745962"/>
                <a:gd name="connsiteX51" fmla="*/ 99060 w 1637567"/>
                <a:gd name="connsiteY51" fmla="*/ 310369 h 1745962"/>
                <a:gd name="connsiteX52" fmla="*/ 100530 w 1637567"/>
                <a:gd name="connsiteY52" fmla="*/ 314918 h 1745962"/>
                <a:gd name="connsiteX53" fmla="*/ 101992 w 1637567"/>
                <a:gd name="connsiteY53" fmla="*/ 319437 h 1745962"/>
                <a:gd name="connsiteX54" fmla="*/ 103430 w 1637567"/>
                <a:gd name="connsiteY54" fmla="*/ 323955 h 1745962"/>
                <a:gd name="connsiteX55" fmla="*/ 107824 w 1637567"/>
                <a:gd name="connsiteY55" fmla="*/ 337510 h 1745962"/>
                <a:gd name="connsiteX56" fmla="*/ 109262 w 1637567"/>
                <a:gd name="connsiteY56" fmla="*/ 342036 h 1745962"/>
                <a:gd name="connsiteX57" fmla="*/ 110724 w 1637567"/>
                <a:gd name="connsiteY57" fmla="*/ 346524 h 1745962"/>
                <a:gd name="connsiteX58" fmla="*/ 112193 w 1637567"/>
                <a:gd name="connsiteY58" fmla="*/ 351042 h 1745962"/>
                <a:gd name="connsiteX59" fmla="*/ 113632 w 1637567"/>
                <a:gd name="connsiteY59" fmla="*/ 355529 h 1745962"/>
                <a:gd name="connsiteX60" fmla="*/ 118025 w 1637567"/>
                <a:gd name="connsiteY60" fmla="*/ 368998 h 1745962"/>
                <a:gd name="connsiteX61" fmla="*/ 119463 w 1637567"/>
                <a:gd name="connsiteY61" fmla="*/ 373454 h 1745962"/>
                <a:gd name="connsiteX62" fmla="*/ 120925 w 1637567"/>
                <a:gd name="connsiteY62" fmla="*/ 377941 h 1745962"/>
                <a:gd name="connsiteX63" fmla="*/ 122395 w 1637567"/>
                <a:gd name="connsiteY63" fmla="*/ 382405 h 1745962"/>
                <a:gd name="connsiteX64" fmla="*/ 123825 w 1637567"/>
                <a:gd name="connsiteY64" fmla="*/ 386861 h 1745962"/>
                <a:gd name="connsiteX65" fmla="*/ 128226 w 1637567"/>
                <a:gd name="connsiteY65" fmla="*/ 400236 h 1745962"/>
                <a:gd name="connsiteX66" fmla="*/ 129657 w 1637567"/>
                <a:gd name="connsiteY66" fmla="*/ 404661 h 1745962"/>
                <a:gd name="connsiteX67" fmla="*/ 132589 w 1637567"/>
                <a:gd name="connsiteY67" fmla="*/ 413518 h 1745962"/>
                <a:gd name="connsiteX68" fmla="*/ 134027 w 1637567"/>
                <a:gd name="connsiteY68" fmla="*/ 417950 h 1745962"/>
                <a:gd name="connsiteX69" fmla="*/ 136958 w 1637567"/>
                <a:gd name="connsiteY69" fmla="*/ 426799 h 1745962"/>
                <a:gd name="connsiteX70" fmla="*/ 138397 w 1637567"/>
                <a:gd name="connsiteY70" fmla="*/ 431200 h 1745962"/>
                <a:gd name="connsiteX71" fmla="*/ 139859 w 1637567"/>
                <a:gd name="connsiteY71" fmla="*/ 435594 h 1745962"/>
                <a:gd name="connsiteX72" fmla="*/ 141328 w 1637567"/>
                <a:gd name="connsiteY72" fmla="*/ 440026 h 1745962"/>
                <a:gd name="connsiteX73" fmla="*/ 142790 w 1637567"/>
                <a:gd name="connsiteY73" fmla="*/ 444388 h 1745962"/>
                <a:gd name="connsiteX74" fmla="*/ 144228 w 1637567"/>
                <a:gd name="connsiteY74" fmla="*/ 448789 h 1745962"/>
                <a:gd name="connsiteX75" fmla="*/ 145690 w 1637567"/>
                <a:gd name="connsiteY75" fmla="*/ 453182 h 1745962"/>
                <a:gd name="connsiteX76" fmla="*/ 147160 w 1637567"/>
                <a:gd name="connsiteY76" fmla="*/ 457552 h 1745962"/>
                <a:gd name="connsiteX77" fmla="*/ 148591 w 1637567"/>
                <a:gd name="connsiteY77" fmla="*/ 461914 h 1745962"/>
                <a:gd name="connsiteX78" fmla="*/ 151522 w 1637567"/>
                <a:gd name="connsiteY78" fmla="*/ 470654 h 1745962"/>
                <a:gd name="connsiteX79" fmla="*/ 152992 w 1637567"/>
                <a:gd name="connsiteY79" fmla="*/ 474985 h 1745962"/>
                <a:gd name="connsiteX80" fmla="*/ 154422 w 1637567"/>
                <a:gd name="connsiteY80" fmla="*/ 479354 h 1745962"/>
                <a:gd name="connsiteX81" fmla="*/ 157354 w 1637567"/>
                <a:gd name="connsiteY81" fmla="*/ 488024 h 1745962"/>
                <a:gd name="connsiteX82" fmla="*/ 158792 w 1637567"/>
                <a:gd name="connsiteY82" fmla="*/ 492362 h 1745962"/>
                <a:gd name="connsiteX83" fmla="*/ 160254 w 1637567"/>
                <a:gd name="connsiteY83" fmla="*/ 496670 h 1745962"/>
                <a:gd name="connsiteX84" fmla="*/ 161723 w 1637567"/>
                <a:gd name="connsiteY84" fmla="*/ 501000 h 1745962"/>
                <a:gd name="connsiteX85" fmla="*/ 163185 w 1637567"/>
                <a:gd name="connsiteY85" fmla="*/ 505308 h 1745962"/>
                <a:gd name="connsiteX86" fmla="*/ 164624 w 1637567"/>
                <a:gd name="connsiteY86" fmla="*/ 509615 h 1745962"/>
                <a:gd name="connsiteX87" fmla="*/ 167555 w 1637567"/>
                <a:gd name="connsiteY87" fmla="*/ 518230 h 1745962"/>
                <a:gd name="connsiteX88" fmla="*/ 168993 w 1637567"/>
                <a:gd name="connsiteY88" fmla="*/ 522498 h 1745962"/>
                <a:gd name="connsiteX89" fmla="*/ 173387 w 1637567"/>
                <a:gd name="connsiteY89" fmla="*/ 535326 h 1745962"/>
                <a:gd name="connsiteX90" fmla="*/ 174825 w 1637567"/>
                <a:gd name="connsiteY90" fmla="*/ 539602 h 1745962"/>
                <a:gd name="connsiteX91" fmla="*/ 177757 w 1637567"/>
                <a:gd name="connsiteY91" fmla="*/ 548092 h 1745962"/>
                <a:gd name="connsiteX92" fmla="*/ 179187 w 1637567"/>
                <a:gd name="connsiteY92" fmla="*/ 552336 h 1745962"/>
                <a:gd name="connsiteX93" fmla="*/ 180657 w 1637567"/>
                <a:gd name="connsiteY93" fmla="*/ 556581 h 1745962"/>
                <a:gd name="connsiteX94" fmla="*/ 182119 w 1637567"/>
                <a:gd name="connsiteY94" fmla="*/ 560795 h 1745962"/>
                <a:gd name="connsiteX95" fmla="*/ 183588 w 1637567"/>
                <a:gd name="connsiteY95" fmla="*/ 565039 h 1745962"/>
                <a:gd name="connsiteX96" fmla="*/ 185019 w 1637567"/>
                <a:gd name="connsiteY96" fmla="*/ 569253 h 1745962"/>
                <a:gd name="connsiteX97" fmla="*/ 186489 w 1637567"/>
                <a:gd name="connsiteY97" fmla="*/ 573467 h 1745962"/>
                <a:gd name="connsiteX98" fmla="*/ 187950 w 1637567"/>
                <a:gd name="connsiteY98" fmla="*/ 577649 h 1745962"/>
                <a:gd name="connsiteX99" fmla="*/ 189389 w 1637567"/>
                <a:gd name="connsiteY99" fmla="*/ 581862 h 1745962"/>
                <a:gd name="connsiteX100" fmla="*/ 193782 w 1637567"/>
                <a:gd name="connsiteY100" fmla="*/ 594417 h 1745962"/>
                <a:gd name="connsiteX101" fmla="*/ 195220 w 1637567"/>
                <a:gd name="connsiteY101" fmla="*/ 598568 h 1745962"/>
                <a:gd name="connsiteX102" fmla="*/ 196690 w 1637567"/>
                <a:gd name="connsiteY102" fmla="*/ 602719 h 1745962"/>
                <a:gd name="connsiteX103" fmla="*/ 198152 w 1637567"/>
                <a:gd name="connsiteY103" fmla="*/ 606901 h 1745962"/>
                <a:gd name="connsiteX104" fmla="*/ 199590 w 1637567"/>
                <a:gd name="connsiteY104" fmla="*/ 611028 h 1745962"/>
                <a:gd name="connsiteX105" fmla="*/ 201052 w 1637567"/>
                <a:gd name="connsiteY105" fmla="*/ 615179 h 1745962"/>
                <a:gd name="connsiteX106" fmla="*/ 202522 w 1637567"/>
                <a:gd name="connsiteY106" fmla="*/ 619299 h 1745962"/>
                <a:gd name="connsiteX107" fmla="*/ 203952 w 1637567"/>
                <a:gd name="connsiteY107" fmla="*/ 623427 h 1745962"/>
                <a:gd name="connsiteX108" fmla="*/ 206884 w 1637567"/>
                <a:gd name="connsiteY108" fmla="*/ 631666 h 1745962"/>
                <a:gd name="connsiteX109" fmla="*/ 208353 w 1637567"/>
                <a:gd name="connsiteY109" fmla="*/ 635762 h 1745962"/>
                <a:gd name="connsiteX110" fmla="*/ 209784 w 1637567"/>
                <a:gd name="connsiteY110" fmla="*/ 639882 h 1745962"/>
                <a:gd name="connsiteX111" fmla="*/ 211254 w 1637567"/>
                <a:gd name="connsiteY111" fmla="*/ 643978 h 1745962"/>
                <a:gd name="connsiteX112" fmla="*/ 212716 w 1637567"/>
                <a:gd name="connsiteY112" fmla="*/ 648035 h 1745962"/>
                <a:gd name="connsiteX113" fmla="*/ 214154 w 1637567"/>
                <a:gd name="connsiteY113" fmla="*/ 652132 h 1745962"/>
                <a:gd name="connsiteX114" fmla="*/ 218547 w 1637567"/>
                <a:gd name="connsiteY114" fmla="*/ 664311 h 1745962"/>
                <a:gd name="connsiteX115" fmla="*/ 219986 w 1637567"/>
                <a:gd name="connsiteY115" fmla="*/ 668345 h 1745962"/>
                <a:gd name="connsiteX116" fmla="*/ 221455 w 1637567"/>
                <a:gd name="connsiteY116" fmla="*/ 672371 h 1745962"/>
                <a:gd name="connsiteX117" fmla="*/ 222917 w 1637567"/>
                <a:gd name="connsiteY117" fmla="*/ 676435 h 1745962"/>
                <a:gd name="connsiteX118" fmla="*/ 224355 w 1637567"/>
                <a:gd name="connsiteY118" fmla="*/ 680469 h 1745962"/>
                <a:gd name="connsiteX119" fmla="*/ 228749 w 1637567"/>
                <a:gd name="connsiteY119" fmla="*/ 692469 h 1745962"/>
                <a:gd name="connsiteX120" fmla="*/ 230187 w 1637567"/>
                <a:gd name="connsiteY120" fmla="*/ 696463 h 1745962"/>
                <a:gd name="connsiteX121" fmla="*/ 231649 w 1637567"/>
                <a:gd name="connsiteY121" fmla="*/ 700435 h 1745962"/>
                <a:gd name="connsiteX122" fmla="*/ 233118 w 1637567"/>
                <a:gd name="connsiteY122" fmla="*/ 704437 h 1745962"/>
                <a:gd name="connsiteX123" fmla="*/ 234549 w 1637567"/>
                <a:gd name="connsiteY123" fmla="*/ 708408 h 1745962"/>
                <a:gd name="connsiteX124" fmla="*/ 236019 w 1637567"/>
                <a:gd name="connsiteY124" fmla="*/ 712348 h 1745962"/>
                <a:gd name="connsiteX125" fmla="*/ 237481 w 1637567"/>
                <a:gd name="connsiteY125" fmla="*/ 716311 h 1745962"/>
                <a:gd name="connsiteX126" fmla="*/ 238950 w 1637567"/>
                <a:gd name="connsiteY126" fmla="*/ 720251 h 1745962"/>
                <a:gd name="connsiteX127" fmla="*/ 240381 w 1637567"/>
                <a:gd name="connsiteY127" fmla="*/ 724191 h 1745962"/>
                <a:gd name="connsiteX128" fmla="*/ 241850 w 1637567"/>
                <a:gd name="connsiteY128" fmla="*/ 728131 h 1745962"/>
                <a:gd name="connsiteX129" fmla="*/ 243312 w 1637567"/>
                <a:gd name="connsiteY129" fmla="*/ 732040 h 1745962"/>
                <a:gd name="connsiteX130" fmla="*/ 244751 w 1637567"/>
                <a:gd name="connsiteY130" fmla="*/ 735980 h 1745962"/>
                <a:gd name="connsiteX131" fmla="*/ 246213 w 1637567"/>
                <a:gd name="connsiteY131" fmla="*/ 739888 h 1745962"/>
                <a:gd name="connsiteX132" fmla="*/ 247682 w 1637567"/>
                <a:gd name="connsiteY132" fmla="*/ 743766 h 1745962"/>
                <a:gd name="connsiteX133" fmla="*/ 249152 w 1637567"/>
                <a:gd name="connsiteY133" fmla="*/ 747674 h 1745962"/>
                <a:gd name="connsiteX134" fmla="*/ 250582 w 1637567"/>
                <a:gd name="connsiteY134" fmla="*/ 751552 h 1745962"/>
                <a:gd name="connsiteX135" fmla="*/ 252052 w 1637567"/>
                <a:gd name="connsiteY135" fmla="*/ 755429 h 1745962"/>
                <a:gd name="connsiteX136" fmla="*/ 253514 w 1637567"/>
                <a:gd name="connsiteY136" fmla="*/ 759283 h 1745962"/>
                <a:gd name="connsiteX137" fmla="*/ 254952 w 1637567"/>
                <a:gd name="connsiteY137" fmla="*/ 763160 h 1745962"/>
                <a:gd name="connsiteX138" fmla="*/ 257884 w 1637567"/>
                <a:gd name="connsiteY138" fmla="*/ 770852 h 1745962"/>
                <a:gd name="connsiteX139" fmla="*/ 259314 w 1637567"/>
                <a:gd name="connsiteY139" fmla="*/ 774699 h 1745962"/>
                <a:gd name="connsiteX140" fmla="*/ 263715 w 1637567"/>
                <a:gd name="connsiteY140" fmla="*/ 786151 h 1745962"/>
                <a:gd name="connsiteX141" fmla="*/ 265146 w 1637567"/>
                <a:gd name="connsiteY141" fmla="*/ 789934 h 1745962"/>
                <a:gd name="connsiteX142" fmla="*/ 268077 w 1637567"/>
                <a:gd name="connsiteY142" fmla="*/ 797509 h 1745962"/>
                <a:gd name="connsiteX143" fmla="*/ 269516 w 1637567"/>
                <a:gd name="connsiteY143" fmla="*/ 801301 h 1745962"/>
                <a:gd name="connsiteX144" fmla="*/ 270978 w 1637567"/>
                <a:gd name="connsiteY144" fmla="*/ 805053 h 1745962"/>
                <a:gd name="connsiteX145" fmla="*/ 272447 w 1637567"/>
                <a:gd name="connsiteY145" fmla="*/ 808837 h 1745962"/>
                <a:gd name="connsiteX146" fmla="*/ 273909 w 1637567"/>
                <a:gd name="connsiteY146" fmla="*/ 812565 h 1745962"/>
                <a:gd name="connsiteX147" fmla="*/ 275347 w 1637567"/>
                <a:gd name="connsiteY147" fmla="*/ 816318 h 1745962"/>
                <a:gd name="connsiteX148" fmla="*/ 278279 w 1637567"/>
                <a:gd name="connsiteY148" fmla="*/ 823775 h 1745962"/>
                <a:gd name="connsiteX149" fmla="*/ 279717 w 1637567"/>
                <a:gd name="connsiteY149" fmla="*/ 827496 h 1745962"/>
                <a:gd name="connsiteX150" fmla="*/ 281179 w 1637567"/>
                <a:gd name="connsiteY150" fmla="*/ 831225 h 1745962"/>
                <a:gd name="connsiteX151" fmla="*/ 284111 w 1637567"/>
                <a:gd name="connsiteY151" fmla="*/ 838612 h 1745962"/>
                <a:gd name="connsiteX152" fmla="*/ 285549 w 1637567"/>
                <a:gd name="connsiteY152" fmla="*/ 842279 h 1745962"/>
                <a:gd name="connsiteX153" fmla="*/ 287011 w 1637567"/>
                <a:gd name="connsiteY153" fmla="*/ 845969 h 1745962"/>
                <a:gd name="connsiteX154" fmla="*/ 288480 w 1637567"/>
                <a:gd name="connsiteY154" fmla="*/ 849635 h 1745962"/>
                <a:gd name="connsiteX155" fmla="*/ 289911 w 1637567"/>
                <a:gd name="connsiteY155" fmla="*/ 853301 h 1745962"/>
                <a:gd name="connsiteX156" fmla="*/ 294312 w 1637567"/>
                <a:gd name="connsiteY156" fmla="*/ 864198 h 1745962"/>
                <a:gd name="connsiteX157" fmla="*/ 295743 w 1637567"/>
                <a:gd name="connsiteY157" fmla="*/ 867833 h 1745962"/>
                <a:gd name="connsiteX158" fmla="*/ 297212 w 1637567"/>
                <a:gd name="connsiteY158" fmla="*/ 871437 h 1745962"/>
                <a:gd name="connsiteX159" fmla="*/ 298674 w 1637567"/>
                <a:gd name="connsiteY159" fmla="*/ 875072 h 1745962"/>
                <a:gd name="connsiteX160" fmla="*/ 300112 w 1637567"/>
                <a:gd name="connsiteY160" fmla="*/ 878645 h 1745962"/>
                <a:gd name="connsiteX161" fmla="*/ 301582 w 1637567"/>
                <a:gd name="connsiteY161" fmla="*/ 882248 h 1745962"/>
                <a:gd name="connsiteX162" fmla="*/ 304514 w 1637567"/>
                <a:gd name="connsiteY162" fmla="*/ 889393 h 1745962"/>
                <a:gd name="connsiteX163" fmla="*/ 305944 w 1637567"/>
                <a:gd name="connsiteY163" fmla="*/ 892966 h 1745962"/>
                <a:gd name="connsiteX164" fmla="*/ 308876 w 1637567"/>
                <a:gd name="connsiteY164" fmla="*/ 900048 h 1745962"/>
                <a:gd name="connsiteX165" fmla="*/ 310314 w 1637567"/>
                <a:gd name="connsiteY165" fmla="*/ 903590 h 1745962"/>
                <a:gd name="connsiteX166" fmla="*/ 311776 w 1637567"/>
                <a:gd name="connsiteY166" fmla="*/ 907138 h 1745962"/>
                <a:gd name="connsiteX167" fmla="*/ 314707 w 1637567"/>
                <a:gd name="connsiteY167" fmla="*/ 914158 h 1745962"/>
                <a:gd name="connsiteX168" fmla="*/ 316146 w 1637567"/>
                <a:gd name="connsiteY168" fmla="*/ 917668 h 1745962"/>
                <a:gd name="connsiteX169" fmla="*/ 319077 w 1637567"/>
                <a:gd name="connsiteY169" fmla="*/ 924634 h 1745962"/>
                <a:gd name="connsiteX170" fmla="*/ 320508 w 1637567"/>
                <a:gd name="connsiteY170" fmla="*/ 928112 h 1745962"/>
                <a:gd name="connsiteX171" fmla="*/ 323439 w 1637567"/>
                <a:gd name="connsiteY171" fmla="*/ 935015 h 1745962"/>
                <a:gd name="connsiteX172" fmla="*/ 324878 w 1637567"/>
                <a:gd name="connsiteY172" fmla="*/ 938494 h 1745962"/>
                <a:gd name="connsiteX173" fmla="*/ 329279 w 1637567"/>
                <a:gd name="connsiteY173" fmla="*/ 948758 h 1745962"/>
                <a:gd name="connsiteX174" fmla="*/ 330709 w 1637567"/>
                <a:gd name="connsiteY174" fmla="*/ 952174 h 1745962"/>
                <a:gd name="connsiteX175" fmla="*/ 332179 w 1637567"/>
                <a:gd name="connsiteY175" fmla="*/ 955566 h 1745962"/>
                <a:gd name="connsiteX176" fmla="*/ 333641 w 1637567"/>
                <a:gd name="connsiteY176" fmla="*/ 958983 h 1745962"/>
                <a:gd name="connsiteX177" fmla="*/ 335079 w 1637567"/>
                <a:gd name="connsiteY177" fmla="*/ 962344 h 1745962"/>
                <a:gd name="connsiteX178" fmla="*/ 338011 w 1637567"/>
                <a:gd name="connsiteY178" fmla="*/ 969122 h 1745962"/>
                <a:gd name="connsiteX179" fmla="*/ 339472 w 1637567"/>
                <a:gd name="connsiteY179" fmla="*/ 972452 h 1745962"/>
                <a:gd name="connsiteX180" fmla="*/ 340911 w 1637567"/>
                <a:gd name="connsiteY180" fmla="*/ 975813 h 1745962"/>
                <a:gd name="connsiteX181" fmla="*/ 342373 w 1637567"/>
                <a:gd name="connsiteY181" fmla="*/ 979167 h 1745962"/>
                <a:gd name="connsiteX182" fmla="*/ 343842 w 1637567"/>
                <a:gd name="connsiteY182" fmla="*/ 982466 h 1745962"/>
                <a:gd name="connsiteX183" fmla="*/ 345273 w 1637567"/>
                <a:gd name="connsiteY183" fmla="*/ 985796 h 1745962"/>
                <a:gd name="connsiteX184" fmla="*/ 346742 w 1637567"/>
                <a:gd name="connsiteY184" fmla="*/ 989126 h 1745962"/>
                <a:gd name="connsiteX185" fmla="*/ 349674 w 1637567"/>
                <a:gd name="connsiteY185" fmla="*/ 995724 h 1745962"/>
                <a:gd name="connsiteX186" fmla="*/ 351105 w 1637567"/>
                <a:gd name="connsiteY186" fmla="*/ 999023 h 1745962"/>
                <a:gd name="connsiteX187" fmla="*/ 354036 w 1637567"/>
                <a:gd name="connsiteY187" fmla="*/ 1005550 h 1745962"/>
                <a:gd name="connsiteX188" fmla="*/ 355474 w 1637567"/>
                <a:gd name="connsiteY188" fmla="*/ 1008818 h 1745962"/>
                <a:gd name="connsiteX189" fmla="*/ 359875 w 1637567"/>
                <a:gd name="connsiteY189" fmla="*/ 1018534 h 1745962"/>
                <a:gd name="connsiteX190" fmla="*/ 361306 w 1637567"/>
                <a:gd name="connsiteY190" fmla="*/ 1021740 h 1745962"/>
                <a:gd name="connsiteX191" fmla="*/ 362776 w 1637567"/>
                <a:gd name="connsiteY191" fmla="*/ 1024945 h 1745962"/>
                <a:gd name="connsiteX192" fmla="*/ 364238 w 1637567"/>
                <a:gd name="connsiteY192" fmla="*/ 1028181 h 1745962"/>
                <a:gd name="connsiteX193" fmla="*/ 365676 w 1637567"/>
                <a:gd name="connsiteY193" fmla="*/ 1031355 h 1745962"/>
                <a:gd name="connsiteX194" fmla="*/ 367138 w 1637567"/>
                <a:gd name="connsiteY194" fmla="*/ 1034529 h 1745962"/>
                <a:gd name="connsiteX195" fmla="*/ 368607 w 1637567"/>
                <a:gd name="connsiteY195" fmla="*/ 1037741 h 1745962"/>
                <a:gd name="connsiteX196" fmla="*/ 370069 w 1637567"/>
                <a:gd name="connsiteY196" fmla="*/ 1040884 h 1745962"/>
                <a:gd name="connsiteX197" fmla="*/ 371508 w 1637567"/>
                <a:gd name="connsiteY197" fmla="*/ 1044027 h 1745962"/>
                <a:gd name="connsiteX198" fmla="*/ 372969 w 1637567"/>
                <a:gd name="connsiteY198" fmla="*/ 1047208 h 1745962"/>
                <a:gd name="connsiteX199" fmla="*/ 374439 w 1637567"/>
                <a:gd name="connsiteY199" fmla="*/ 1050320 h 1745962"/>
                <a:gd name="connsiteX200" fmla="*/ 375870 w 1637567"/>
                <a:gd name="connsiteY200" fmla="*/ 1053462 h 1745962"/>
                <a:gd name="connsiteX201" fmla="*/ 380271 w 1637567"/>
                <a:gd name="connsiteY201" fmla="*/ 1062811 h 1745962"/>
                <a:gd name="connsiteX202" fmla="*/ 381709 w 1637567"/>
                <a:gd name="connsiteY202" fmla="*/ 1065892 h 1745962"/>
                <a:gd name="connsiteX203" fmla="*/ 384640 w 1637567"/>
                <a:gd name="connsiteY203" fmla="*/ 1072059 h 1745962"/>
                <a:gd name="connsiteX204" fmla="*/ 386071 w 1637567"/>
                <a:gd name="connsiteY204" fmla="*/ 1075116 h 1745962"/>
                <a:gd name="connsiteX205" fmla="*/ 389003 w 1637567"/>
                <a:gd name="connsiteY205" fmla="*/ 1081221 h 1745962"/>
                <a:gd name="connsiteX206" fmla="*/ 390441 w 1637567"/>
                <a:gd name="connsiteY206" fmla="*/ 1084278 h 1745962"/>
                <a:gd name="connsiteX207" fmla="*/ 393372 w 1637567"/>
                <a:gd name="connsiteY207" fmla="*/ 1090321 h 1745962"/>
                <a:gd name="connsiteX208" fmla="*/ 394834 w 1637567"/>
                <a:gd name="connsiteY208" fmla="*/ 1093315 h 1745962"/>
                <a:gd name="connsiteX209" fmla="*/ 396273 w 1637567"/>
                <a:gd name="connsiteY209" fmla="*/ 1096308 h 1745962"/>
                <a:gd name="connsiteX210" fmla="*/ 399204 w 1637567"/>
                <a:gd name="connsiteY210" fmla="*/ 1102289 h 1745962"/>
                <a:gd name="connsiteX211" fmla="*/ 400635 w 1637567"/>
                <a:gd name="connsiteY211" fmla="*/ 1105283 h 1745962"/>
                <a:gd name="connsiteX212" fmla="*/ 403566 w 1637567"/>
                <a:gd name="connsiteY212" fmla="*/ 1111208 h 1745962"/>
                <a:gd name="connsiteX213" fmla="*/ 405036 w 1637567"/>
                <a:gd name="connsiteY213" fmla="*/ 1114140 h 1745962"/>
                <a:gd name="connsiteX214" fmla="*/ 406466 w 1637567"/>
                <a:gd name="connsiteY214" fmla="*/ 1117071 h 1745962"/>
                <a:gd name="connsiteX215" fmla="*/ 409406 w 1637567"/>
                <a:gd name="connsiteY215" fmla="*/ 1122934 h 1745962"/>
                <a:gd name="connsiteX216" fmla="*/ 410836 w 1637567"/>
                <a:gd name="connsiteY216" fmla="*/ 1125834 h 1745962"/>
                <a:gd name="connsiteX217" fmla="*/ 413768 w 1637567"/>
                <a:gd name="connsiteY217" fmla="*/ 1131635 h 1745962"/>
                <a:gd name="connsiteX218" fmla="*/ 415237 w 1637567"/>
                <a:gd name="connsiteY218" fmla="*/ 1134511 h 1745962"/>
                <a:gd name="connsiteX219" fmla="*/ 416668 w 1637567"/>
                <a:gd name="connsiteY219" fmla="*/ 1137380 h 1745962"/>
                <a:gd name="connsiteX220" fmla="*/ 418137 w 1637567"/>
                <a:gd name="connsiteY220" fmla="*/ 1140249 h 1745962"/>
                <a:gd name="connsiteX221" fmla="*/ 419599 w 1637567"/>
                <a:gd name="connsiteY221" fmla="*/ 1143087 h 1745962"/>
                <a:gd name="connsiteX222" fmla="*/ 421038 w 1637567"/>
                <a:gd name="connsiteY222" fmla="*/ 1145956 h 1745962"/>
                <a:gd name="connsiteX223" fmla="*/ 422500 w 1637567"/>
                <a:gd name="connsiteY223" fmla="*/ 1148770 h 1745962"/>
                <a:gd name="connsiteX224" fmla="*/ 425431 w 1637567"/>
                <a:gd name="connsiteY224" fmla="*/ 1154446 h 1745962"/>
                <a:gd name="connsiteX225" fmla="*/ 426869 w 1637567"/>
                <a:gd name="connsiteY225" fmla="*/ 1157228 h 1745962"/>
                <a:gd name="connsiteX226" fmla="*/ 429801 w 1637567"/>
                <a:gd name="connsiteY226" fmla="*/ 1162849 h 1745962"/>
                <a:gd name="connsiteX227" fmla="*/ 431232 w 1637567"/>
                <a:gd name="connsiteY227" fmla="*/ 1165593 h 1745962"/>
                <a:gd name="connsiteX228" fmla="*/ 434163 w 1637567"/>
                <a:gd name="connsiteY228" fmla="*/ 1171151 h 1745962"/>
                <a:gd name="connsiteX229" fmla="*/ 435633 w 1637567"/>
                <a:gd name="connsiteY229" fmla="*/ 1173903 h 1745962"/>
                <a:gd name="connsiteX230" fmla="*/ 437071 w 1637567"/>
                <a:gd name="connsiteY230" fmla="*/ 1176647 h 1745962"/>
                <a:gd name="connsiteX231" fmla="*/ 438533 w 1637567"/>
                <a:gd name="connsiteY231" fmla="*/ 1179398 h 1745962"/>
                <a:gd name="connsiteX232" fmla="*/ 440002 w 1637567"/>
                <a:gd name="connsiteY232" fmla="*/ 1182111 h 1745962"/>
                <a:gd name="connsiteX233" fmla="*/ 441433 w 1637567"/>
                <a:gd name="connsiteY233" fmla="*/ 1184831 h 1745962"/>
                <a:gd name="connsiteX234" fmla="*/ 442903 w 1637567"/>
                <a:gd name="connsiteY234" fmla="*/ 1187552 h 1745962"/>
                <a:gd name="connsiteX235" fmla="*/ 444364 w 1637567"/>
                <a:gd name="connsiteY235" fmla="*/ 1190233 h 1745962"/>
                <a:gd name="connsiteX236" fmla="*/ 445803 w 1637567"/>
                <a:gd name="connsiteY236" fmla="*/ 1192922 h 1745962"/>
                <a:gd name="connsiteX237" fmla="*/ 447265 w 1637567"/>
                <a:gd name="connsiteY237" fmla="*/ 1195611 h 1745962"/>
                <a:gd name="connsiteX238" fmla="*/ 450196 w 1637567"/>
                <a:gd name="connsiteY238" fmla="*/ 1200927 h 1745962"/>
                <a:gd name="connsiteX239" fmla="*/ 451634 w 1637567"/>
                <a:gd name="connsiteY239" fmla="*/ 1203608 h 1745962"/>
                <a:gd name="connsiteX240" fmla="*/ 454566 w 1637567"/>
                <a:gd name="connsiteY240" fmla="*/ 1208862 h 1745962"/>
                <a:gd name="connsiteX241" fmla="*/ 455997 w 1637567"/>
                <a:gd name="connsiteY241" fmla="*/ 1211488 h 1745962"/>
                <a:gd name="connsiteX242" fmla="*/ 457466 w 1637567"/>
                <a:gd name="connsiteY242" fmla="*/ 1214115 h 1745962"/>
                <a:gd name="connsiteX243" fmla="*/ 458928 w 1637567"/>
                <a:gd name="connsiteY243" fmla="*/ 1216710 h 1745962"/>
                <a:gd name="connsiteX244" fmla="*/ 460398 w 1637567"/>
                <a:gd name="connsiteY244" fmla="*/ 1219337 h 1745962"/>
                <a:gd name="connsiteX245" fmla="*/ 461836 w 1637567"/>
                <a:gd name="connsiteY245" fmla="*/ 1221901 h 1745962"/>
                <a:gd name="connsiteX246" fmla="*/ 463298 w 1637567"/>
                <a:gd name="connsiteY246" fmla="*/ 1224496 h 1745962"/>
                <a:gd name="connsiteX247" fmla="*/ 464767 w 1637567"/>
                <a:gd name="connsiteY247" fmla="*/ 1227060 h 1745962"/>
                <a:gd name="connsiteX248" fmla="*/ 466198 w 1637567"/>
                <a:gd name="connsiteY248" fmla="*/ 1229632 h 1745962"/>
                <a:gd name="connsiteX249" fmla="*/ 467668 w 1637567"/>
                <a:gd name="connsiteY249" fmla="*/ 1232196 h 1745962"/>
                <a:gd name="connsiteX250" fmla="*/ 470599 w 1637567"/>
                <a:gd name="connsiteY250" fmla="*/ 1237262 h 1745962"/>
                <a:gd name="connsiteX251" fmla="*/ 472030 w 1637567"/>
                <a:gd name="connsiteY251" fmla="*/ 1239794 h 1745962"/>
                <a:gd name="connsiteX252" fmla="*/ 473499 w 1637567"/>
                <a:gd name="connsiteY252" fmla="*/ 1242335 h 1745962"/>
                <a:gd name="connsiteX253" fmla="*/ 474961 w 1637567"/>
                <a:gd name="connsiteY253" fmla="*/ 1244805 h 1745962"/>
                <a:gd name="connsiteX254" fmla="*/ 476400 w 1637567"/>
                <a:gd name="connsiteY254" fmla="*/ 1247307 h 1745962"/>
                <a:gd name="connsiteX255" fmla="*/ 477861 w 1637567"/>
                <a:gd name="connsiteY255" fmla="*/ 1249816 h 1745962"/>
                <a:gd name="connsiteX256" fmla="*/ 480793 w 1637567"/>
                <a:gd name="connsiteY256" fmla="*/ 1254757 h 1745962"/>
                <a:gd name="connsiteX257" fmla="*/ 482231 w 1637567"/>
                <a:gd name="connsiteY257" fmla="*/ 1257235 h 1745962"/>
                <a:gd name="connsiteX258" fmla="*/ 485163 w 1637567"/>
                <a:gd name="connsiteY258" fmla="*/ 1262120 h 1745962"/>
                <a:gd name="connsiteX259" fmla="*/ 486593 w 1637567"/>
                <a:gd name="connsiteY259" fmla="*/ 1264591 h 1745962"/>
                <a:gd name="connsiteX260" fmla="*/ 490994 w 1637567"/>
                <a:gd name="connsiteY260" fmla="*/ 1271829 h 1745962"/>
                <a:gd name="connsiteX261" fmla="*/ 492433 w 1637567"/>
                <a:gd name="connsiteY261" fmla="*/ 1274245 h 1745962"/>
                <a:gd name="connsiteX262" fmla="*/ 493895 w 1637567"/>
                <a:gd name="connsiteY262" fmla="*/ 1276622 h 1745962"/>
                <a:gd name="connsiteX263" fmla="*/ 495364 w 1637567"/>
                <a:gd name="connsiteY263" fmla="*/ 1279037 h 1745962"/>
                <a:gd name="connsiteX264" fmla="*/ 496795 w 1637567"/>
                <a:gd name="connsiteY264" fmla="*/ 1281390 h 1745962"/>
                <a:gd name="connsiteX265" fmla="*/ 498264 w 1637567"/>
                <a:gd name="connsiteY265" fmla="*/ 1283767 h 1745962"/>
                <a:gd name="connsiteX266" fmla="*/ 501196 w 1637567"/>
                <a:gd name="connsiteY266" fmla="*/ 1288472 h 1745962"/>
                <a:gd name="connsiteX267" fmla="*/ 502627 w 1637567"/>
                <a:gd name="connsiteY267" fmla="*/ 1290794 h 1745962"/>
                <a:gd name="connsiteX268" fmla="*/ 504096 w 1637567"/>
                <a:gd name="connsiteY268" fmla="*/ 1293147 h 1745962"/>
                <a:gd name="connsiteX269" fmla="*/ 505558 w 1637567"/>
                <a:gd name="connsiteY269" fmla="*/ 1295461 h 1745962"/>
                <a:gd name="connsiteX270" fmla="*/ 506996 w 1637567"/>
                <a:gd name="connsiteY270" fmla="*/ 1297783 h 1745962"/>
                <a:gd name="connsiteX271" fmla="*/ 508458 w 1637567"/>
                <a:gd name="connsiteY271" fmla="*/ 1300105 h 1745962"/>
                <a:gd name="connsiteX272" fmla="*/ 509928 w 1637567"/>
                <a:gd name="connsiteY272" fmla="*/ 1302364 h 1745962"/>
                <a:gd name="connsiteX273" fmla="*/ 511358 w 1637567"/>
                <a:gd name="connsiteY273" fmla="*/ 1304654 h 1745962"/>
                <a:gd name="connsiteX274" fmla="*/ 512828 w 1637567"/>
                <a:gd name="connsiteY274" fmla="*/ 1306945 h 1745962"/>
                <a:gd name="connsiteX275" fmla="*/ 514290 w 1637567"/>
                <a:gd name="connsiteY275" fmla="*/ 1309204 h 1745962"/>
                <a:gd name="connsiteX276" fmla="*/ 515759 w 1637567"/>
                <a:gd name="connsiteY276" fmla="*/ 1311494 h 1745962"/>
                <a:gd name="connsiteX277" fmla="*/ 517198 w 1637567"/>
                <a:gd name="connsiteY277" fmla="*/ 1313754 h 1745962"/>
                <a:gd name="connsiteX278" fmla="*/ 520129 w 1637567"/>
                <a:gd name="connsiteY278" fmla="*/ 1318217 h 1745962"/>
                <a:gd name="connsiteX279" fmla="*/ 521560 w 1637567"/>
                <a:gd name="connsiteY279" fmla="*/ 1320445 h 1745962"/>
                <a:gd name="connsiteX280" fmla="*/ 523029 w 1637567"/>
                <a:gd name="connsiteY280" fmla="*/ 1322673 h 1745962"/>
                <a:gd name="connsiteX281" fmla="*/ 524491 w 1637567"/>
                <a:gd name="connsiteY281" fmla="*/ 1324870 h 1745962"/>
                <a:gd name="connsiteX282" fmla="*/ 525961 w 1637567"/>
                <a:gd name="connsiteY282" fmla="*/ 1327098 h 1745962"/>
                <a:gd name="connsiteX283" fmla="*/ 527392 w 1637567"/>
                <a:gd name="connsiteY283" fmla="*/ 1329271 h 1745962"/>
                <a:gd name="connsiteX284" fmla="*/ 528861 w 1637567"/>
                <a:gd name="connsiteY284" fmla="*/ 1331467 h 1745962"/>
                <a:gd name="connsiteX285" fmla="*/ 530323 w 1637567"/>
                <a:gd name="connsiteY285" fmla="*/ 1333633 h 1745962"/>
                <a:gd name="connsiteX286" fmla="*/ 531761 w 1637567"/>
                <a:gd name="connsiteY286" fmla="*/ 1335806 h 1745962"/>
                <a:gd name="connsiteX287" fmla="*/ 534693 w 1637567"/>
                <a:gd name="connsiteY287" fmla="*/ 1340137 h 1745962"/>
                <a:gd name="connsiteX288" fmla="*/ 536155 w 1637567"/>
                <a:gd name="connsiteY288" fmla="*/ 1342247 h 1745962"/>
                <a:gd name="connsiteX289" fmla="*/ 537593 w 1637567"/>
                <a:gd name="connsiteY289" fmla="*/ 1344382 h 1745962"/>
                <a:gd name="connsiteX290" fmla="*/ 539055 w 1637567"/>
                <a:gd name="connsiteY290" fmla="*/ 1346523 h 1745962"/>
                <a:gd name="connsiteX291" fmla="*/ 540525 w 1637567"/>
                <a:gd name="connsiteY291" fmla="*/ 1348626 h 1745962"/>
                <a:gd name="connsiteX292" fmla="*/ 541963 w 1637567"/>
                <a:gd name="connsiteY292" fmla="*/ 1350737 h 1745962"/>
                <a:gd name="connsiteX293" fmla="*/ 544894 w 1637567"/>
                <a:gd name="connsiteY293" fmla="*/ 1354950 h 1745962"/>
                <a:gd name="connsiteX294" fmla="*/ 546356 w 1637567"/>
                <a:gd name="connsiteY294" fmla="*/ 1357022 h 1745962"/>
                <a:gd name="connsiteX295" fmla="*/ 547795 w 1637567"/>
                <a:gd name="connsiteY295" fmla="*/ 1359101 h 1745962"/>
                <a:gd name="connsiteX296" fmla="*/ 549257 w 1637567"/>
                <a:gd name="connsiteY296" fmla="*/ 1361181 h 1745962"/>
                <a:gd name="connsiteX297" fmla="*/ 550726 w 1637567"/>
                <a:gd name="connsiteY297" fmla="*/ 1363221 h 1745962"/>
                <a:gd name="connsiteX298" fmla="*/ 552157 w 1637567"/>
                <a:gd name="connsiteY298" fmla="*/ 1365269 h 1745962"/>
                <a:gd name="connsiteX299" fmla="*/ 555088 w 1637567"/>
                <a:gd name="connsiteY299" fmla="*/ 1369365 h 1745962"/>
                <a:gd name="connsiteX300" fmla="*/ 556558 w 1637567"/>
                <a:gd name="connsiteY300" fmla="*/ 1371375 h 1745962"/>
                <a:gd name="connsiteX301" fmla="*/ 557988 w 1637567"/>
                <a:gd name="connsiteY301" fmla="*/ 1373391 h 1745962"/>
                <a:gd name="connsiteX302" fmla="*/ 560920 w 1637567"/>
                <a:gd name="connsiteY302" fmla="*/ 1377425 h 1745962"/>
                <a:gd name="connsiteX303" fmla="*/ 562358 w 1637567"/>
                <a:gd name="connsiteY303" fmla="*/ 1379411 h 1745962"/>
                <a:gd name="connsiteX304" fmla="*/ 565290 w 1637567"/>
                <a:gd name="connsiteY304" fmla="*/ 1383382 h 1745962"/>
                <a:gd name="connsiteX305" fmla="*/ 566752 w 1637567"/>
                <a:gd name="connsiteY305" fmla="*/ 1385336 h 1745962"/>
                <a:gd name="connsiteX306" fmla="*/ 568190 w 1637567"/>
                <a:gd name="connsiteY306" fmla="*/ 1387290 h 1745962"/>
                <a:gd name="connsiteX307" fmla="*/ 571121 w 1637567"/>
                <a:gd name="connsiteY307" fmla="*/ 1391199 h 1745962"/>
                <a:gd name="connsiteX308" fmla="*/ 572560 w 1637567"/>
                <a:gd name="connsiteY308" fmla="*/ 1393122 h 1745962"/>
                <a:gd name="connsiteX309" fmla="*/ 574022 w 1637567"/>
                <a:gd name="connsiteY309" fmla="*/ 1395076 h 1745962"/>
                <a:gd name="connsiteX310" fmla="*/ 575491 w 1637567"/>
                <a:gd name="connsiteY310" fmla="*/ 1396968 h 1745962"/>
                <a:gd name="connsiteX311" fmla="*/ 576922 w 1637567"/>
                <a:gd name="connsiteY311" fmla="*/ 1398891 h 1745962"/>
                <a:gd name="connsiteX312" fmla="*/ 581323 w 1637567"/>
                <a:gd name="connsiteY312" fmla="*/ 1404567 h 1745962"/>
                <a:gd name="connsiteX313" fmla="*/ 582754 w 1637567"/>
                <a:gd name="connsiteY313" fmla="*/ 1406466 h 1745962"/>
                <a:gd name="connsiteX314" fmla="*/ 585685 w 1637567"/>
                <a:gd name="connsiteY314" fmla="*/ 1410187 h 1745962"/>
                <a:gd name="connsiteX315" fmla="*/ 587123 w 1637567"/>
                <a:gd name="connsiteY315" fmla="*/ 1412048 h 1745962"/>
                <a:gd name="connsiteX316" fmla="*/ 588585 w 1637567"/>
                <a:gd name="connsiteY316" fmla="*/ 1413885 h 1745962"/>
                <a:gd name="connsiteX317" fmla="*/ 590055 w 1637567"/>
                <a:gd name="connsiteY317" fmla="*/ 1415745 h 1745962"/>
                <a:gd name="connsiteX318" fmla="*/ 591517 w 1637567"/>
                <a:gd name="connsiteY318" fmla="*/ 1417575 h 1745962"/>
                <a:gd name="connsiteX319" fmla="*/ 592955 w 1637567"/>
                <a:gd name="connsiteY319" fmla="*/ 1419380 h 1745962"/>
                <a:gd name="connsiteX320" fmla="*/ 594417 w 1637567"/>
                <a:gd name="connsiteY320" fmla="*/ 1421210 h 1745962"/>
                <a:gd name="connsiteX321" fmla="*/ 595886 w 1637567"/>
                <a:gd name="connsiteY321" fmla="*/ 1423015 h 1745962"/>
                <a:gd name="connsiteX322" fmla="*/ 597325 w 1637567"/>
                <a:gd name="connsiteY322" fmla="*/ 1424813 h 1745962"/>
                <a:gd name="connsiteX323" fmla="*/ 600256 w 1637567"/>
                <a:gd name="connsiteY323" fmla="*/ 1428417 h 1745962"/>
                <a:gd name="connsiteX324" fmla="*/ 601718 w 1637567"/>
                <a:gd name="connsiteY324" fmla="*/ 1430160 h 1745962"/>
                <a:gd name="connsiteX325" fmla="*/ 603156 w 1637567"/>
                <a:gd name="connsiteY325" fmla="*/ 1431927 h 1745962"/>
                <a:gd name="connsiteX326" fmla="*/ 606088 w 1637567"/>
                <a:gd name="connsiteY326" fmla="*/ 1435476 h 1745962"/>
                <a:gd name="connsiteX327" fmla="*/ 607519 w 1637567"/>
                <a:gd name="connsiteY327" fmla="*/ 1437212 h 1745962"/>
                <a:gd name="connsiteX328" fmla="*/ 610450 w 1637567"/>
                <a:gd name="connsiteY328" fmla="*/ 1440698 h 1745962"/>
                <a:gd name="connsiteX329" fmla="*/ 611920 w 1637567"/>
                <a:gd name="connsiteY329" fmla="*/ 1442402 h 1745962"/>
                <a:gd name="connsiteX330" fmla="*/ 613350 w 1637567"/>
                <a:gd name="connsiteY330" fmla="*/ 1444114 h 1745962"/>
                <a:gd name="connsiteX331" fmla="*/ 616282 w 1637567"/>
                <a:gd name="connsiteY331" fmla="*/ 1447538 h 1745962"/>
                <a:gd name="connsiteX332" fmla="*/ 617720 w 1637567"/>
                <a:gd name="connsiteY332" fmla="*/ 1449242 h 1745962"/>
                <a:gd name="connsiteX333" fmla="*/ 622113 w 1637567"/>
                <a:gd name="connsiteY333" fmla="*/ 1454284 h 1745962"/>
                <a:gd name="connsiteX334" fmla="*/ 623552 w 1637567"/>
                <a:gd name="connsiteY334" fmla="*/ 1455934 h 1745962"/>
                <a:gd name="connsiteX335" fmla="*/ 626483 w 1637567"/>
                <a:gd name="connsiteY335" fmla="*/ 1459233 h 1745962"/>
                <a:gd name="connsiteX336" fmla="*/ 627922 w 1637567"/>
                <a:gd name="connsiteY336" fmla="*/ 1460882 h 1745962"/>
                <a:gd name="connsiteX337" fmla="*/ 629383 w 1637567"/>
                <a:gd name="connsiteY337" fmla="*/ 1462500 h 1745962"/>
                <a:gd name="connsiteX338" fmla="*/ 630853 w 1637567"/>
                <a:gd name="connsiteY338" fmla="*/ 1464150 h 1745962"/>
                <a:gd name="connsiteX339" fmla="*/ 632284 w 1637567"/>
                <a:gd name="connsiteY339" fmla="*/ 1465768 h 1745962"/>
                <a:gd name="connsiteX340" fmla="*/ 633753 w 1637567"/>
                <a:gd name="connsiteY340" fmla="*/ 1467386 h 1745962"/>
                <a:gd name="connsiteX341" fmla="*/ 635215 w 1637567"/>
                <a:gd name="connsiteY341" fmla="*/ 1468973 h 1745962"/>
                <a:gd name="connsiteX342" fmla="*/ 636685 w 1637567"/>
                <a:gd name="connsiteY342" fmla="*/ 1470591 h 1745962"/>
                <a:gd name="connsiteX343" fmla="*/ 638115 w 1637567"/>
                <a:gd name="connsiteY343" fmla="*/ 1472178 h 1745962"/>
                <a:gd name="connsiteX344" fmla="*/ 639585 w 1637567"/>
                <a:gd name="connsiteY344" fmla="*/ 1473765 h 1745962"/>
                <a:gd name="connsiteX345" fmla="*/ 641047 w 1637567"/>
                <a:gd name="connsiteY345" fmla="*/ 1475321 h 1745962"/>
                <a:gd name="connsiteX346" fmla="*/ 642485 w 1637567"/>
                <a:gd name="connsiteY346" fmla="*/ 1476876 h 1745962"/>
                <a:gd name="connsiteX347" fmla="*/ 643947 w 1637567"/>
                <a:gd name="connsiteY347" fmla="*/ 1478471 h 1745962"/>
                <a:gd name="connsiteX348" fmla="*/ 645417 w 1637567"/>
                <a:gd name="connsiteY348" fmla="*/ 1480027 h 1745962"/>
                <a:gd name="connsiteX349" fmla="*/ 646879 w 1637567"/>
                <a:gd name="connsiteY349" fmla="*/ 1481551 h 1745962"/>
                <a:gd name="connsiteX350" fmla="*/ 648317 w 1637567"/>
                <a:gd name="connsiteY350" fmla="*/ 1483107 h 1745962"/>
                <a:gd name="connsiteX351" fmla="*/ 651248 w 1637567"/>
                <a:gd name="connsiteY351" fmla="*/ 1486163 h 1745962"/>
                <a:gd name="connsiteX352" fmla="*/ 652687 w 1637567"/>
                <a:gd name="connsiteY352" fmla="*/ 1487688 h 1745962"/>
                <a:gd name="connsiteX353" fmla="*/ 655618 w 1637567"/>
                <a:gd name="connsiteY353" fmla="*/ 1490682 h 1745962"/>
                <a:gd name="connsiteX354" fmla="*/ 657080 w 1637567"/>
                <a:gd name="connsiteY354" fmla="*/ 1492206 h 1745962"/>
                <a:gd name="connsiteX355" fmla="*/ 658518 w 1637567"/>
                <a:gd name="connsiteY355" fmla="*/ 1493676 h 1745962"/>
                <a:gd name="connsiteX356" fmla="*/ 659980 w 1637567"/>
                <a:gd name="connsiteY356" fmla="*/ 1495169 h 1745962"/>
                <a:gd name="connsiteX357" fmla="*/ 661450 w 1637567"/>
                <a:gd name="connsiteY357" fmla="*/ 1496638 h 1745962"/>
                <a:gd name="connsiteX358" fmla="*/ 662880 w 1637567"/>
                <a:gd name="connsiteY358" fmla="*/ 1498100 h 1745962"/>
                <a:gd name="connsiteX359" fmla="*/ 665812 w 1637567"/>
                <a:gd name="connsiteY359" fmla="*/ 1501032 h 1745962"/>
                <a:gd name="connsiteX360" fmla="*/ 667281 w 1637567"/>
                <a:gd name="connsiteY360" fmla="*/ 1502470 h 1745962"/>
                <a:gd name="connsiteX361" fmla="*/ 668712 w 1637567"/>
                <a:gd name="connsiteY361" fmla="*/ 1503932 h 1745962"/>
                <a:gd name="connsiteX362" fmla="*/ 670182 w 1637567"/>
                <a:gd name="connsiteY362" fmla="*/ 1505370 h 1745962"/>
                <a:gd name="connsiteX363" fmla="*/ 671644 w 1637567"/>
                <a:gd name="connsiteY363" fmla="*/ 1506777 h 1745962"/>
                <a:gd name="connsiteX364" fmla="*/ 673082 w 1637567"/>
                <a:gd name="connsiteY364" fmla="*/ 1508208 h 1745962"/>
                <a:gd name="connsiteX365" fmla="*/ 674544 w 1637567"/>
                <a:gd name="connsiteY365" fmla="*/ 1509646 h 1745962"/>
                <a:gd name="connsiteX366" fmla="*/ 676013 w 1637567"/>
                <a:gd name="connsiteY366" fmla="*/ 1511053 h 1745962"/>
                <a:gd name="connsiteX367" fmla="*/ 677475 w 1637567"/>
                <a:gd name="connsiteY367" fmla="*/ 1512421 h 1745962"/>
                <a:gd name="connsiteX368" fmla="*/ 678914 w 1637567"/>
                <a:gd name="connsiteY368" fmla="*/ 1513828 h 1745962"/>
                <a:gd name="connsiteX369" fmla="*/ 680383 w 1637567"/>
                <a:gd name="connsiteY369" fmla="*/ 1515236 h 1745962"/>
                <a:gd name="connsiteX370" fmla="*/ 681845 w 1637567"/>
                <a:gd name="connsiteY370" fmla="*/ 1516604 h 1745962"/>
                <a:gd name="connsiteX371" fmla="*/ 683283 w 1637567"/>
                <a:gd name="connsiteY371" fmla="*/ 1517980 h 1745962"/>
                <a:gd name="connsiteX372" fmla="*/ 684745 w 1637567"/>
                <a:gd name="connsiteY372" fmla="*/ 1519355 h 1745962"/>
                <a:gd name="connsiteX373" fmla="*/ 686215 w 1637567"/>
                <a:gd name="connsiteY373" fmla="*/ 1520700 h 1745962"/>
                <a:gd name="connsiteX374" fmla="*/ 687677 w 1637567"/>
                <a:gd name="connsiteY374" fmla="*/ 1522076 h 1745962"/>
                <a:gd name="connsiteX375" fmla="*/ 689115 w 1637567"/>
                <a:gd name="connsiteY375" fmla="*/ 1523420 h 1745962"/>
                <a:gd name="connsiteX376" fmla="*/ 692047 w 1637567"/>
                <a:gd name="connsiteY376" fmla="*/ 1526102 h 1745962"/>
                <a:gd name="connsiteX377" fmla="*/ 693477 w 1637567"/>
                <a:gd name="connsiteY377" fmla="*/ 1527415 h 1745962"/>
                <a:gd name="connsiteX378" fmla="*/ 694947 w 1637567"/>
                <a:gd name="connsiteY378" fmla="*/ 1528728 h 1745962"/>
                <a:gd name="connsiteX379" fmla="*/ 696409 w 1637567"/>
                <a:gd name="connsiteY379" fmla="*/ 1530073 h 1745962"/>
                <a:gd name="connsiteX380" fmla="*/ 697847 w 1637567"/>
                <a:gd name="connsiteY380" fmla="*/ 1531355 h 1745962"/>
                <a:gd name="connsiteX381" fmla="*/ 700778 w 1637567"/>
                <a:gd name="connsiteY381" fmla="*/ 1533981 h 1745962"/>
                <a:gd name="connsiteX382" fmla="*/ 702240 w 1637567"/>
                <a:gd name="connsiteY382" fmla="*/ 1535263 h 1745962"/>
                <a:gd name="connsiteX383" fmla="*/ 703679 w 1637567"/>
                <a:gd name="connsiteY383" fmla="*/ 1536546 h 1745962"/>
                <a:gd name="connsiteX384" fmla="*/ 705148 w 1637567"/>
                <a:gd name="connsiteY384" fmla="*/ 1537828 h 1745962"/>
                <a:gd name="connsiteX385" fmla="*/ 706610 w 1637567"/>
                <a:gd name="connsiteY385" fmla="*/ 1539078 h 1745962"/>
                <a:gd name="connsiteX386" fmla="*/ 708048 w 1637567"/>
                <a:gd name="connsiteY386" fmla="*/ 1540368 h 1745962"/>
                <a:gd name="connsiteX387" fmla="*/ 712442 w 1637567"/>
                <a:gd name="connsiteY387" fmla="*/ 1544120 h 1745962"/>
                <a:gd name="connsiteX388" fmla="*/ 713880 w 1637567"/>
                <a:gd name="connsiteY388" fmla="*/ 1545371 h 1745962"/>
                <a:gd name="connsiteX389" fmla="*/ 716812 w 1637567"/>
                <a:gd name="connsiteY389" fmla="*/ 1547818 h 1745962"/>
                <a:gd name="connsiteX390" fmla="*/ 718242 w 1637567"/>
                <a:gd name="connsiteY390" fmla="*/ 1549037 h 1745962"/>
                <a:gd name="connsiteX391" fmla="*/ 721174 w 1637567"/>
                <a:gd name="connsiteY391" fmla="*/ 1551477 h 1745962"/>
                <a:gd name="connsiteX392" fmla="*/ 722643 w 1637567"/>
                <a:gd name="connsiteY392" fmla="*/ 1552672 h 1745962"/>
                <a:gd name="connsiteX393" fmla="*/ 724074 w 1637567"/>
                <a:gd name="connsiteY393" fmla="*/ 1553861 h 1745962"/>
                <a:gd name="connsiteX394" fmla="*/ 727005 w 1637567"/>
                <a:gd name="connsiteY394" fmla="*/ 1556245 h 1745962"/>
                <a:gd name="connsiteX395" fmla="*/ 728444 w 1637567"/>
                <a:gd name="connsiteY395" fmla="*/ 1557433 h 1745962"/>
                <a:gd name="connsiteX396" fmla="*/ 732837 w 1637567"/>
                <a:gd name="connsiteY396" fmla="*/ 1560912 h 1745962"/>
                <a:gd name="connsiteX397" fmla="*/ 734275 w 1637567"/>
                <a:gd name="connsiteY397" fmla="*/ 1562077 h 1745962"/>
                <a:gd name="connsiteX398" fmla="*/ 735745 w 1637567"/>
                <a:gd name="connsiteY398" fmla="*/ 1563234 h 1745962"/>
                <a:gd name="connsiteX399" fmla="*/ 737207 w 1637567"/>
                <a:gd name="connsiteY399" fmla="*/ 1564367 h 1745962"/>
                <a:gd name="connsiteX400" fmla="*/ 738645 w 1637567"/>
                <a:gd name="connsiteY400" fmla="*/ 1565493 h 1745962"/>
                <a:gd name="connsiteX401" fmla="*/ 740107 w 1637567"/>
                <a:gd name="connsiteY401" fmla="*/ 1566658 h 1745962"/>
                <a:gd name="connsiteX402" fmla="*/ 741577 w 1637567"/>
                <a:gd name="connsiteY402" fmla="*/ 1567752 h 1745962"/>
                <a:gd name="connsiteX403" fmla="*/ 743039 w 1637567"/>
                <a:gd name="connsiteY403" fmla="*/ 1568885 h 1745962"/>
                <a:gd name="connsiteX404" fmla="*/ 744477 w 1637567"/>
                <a:gd name="connsiteY404" fmla="*/ 1570011 h 1745962"/>
                <a:gd name="connsiteX405" fmla="*/ 747408 w 1637567"/>
                <a:gd name="connsiteY405" fmla="*/ 1572216 h 1745962"/>
                <a:gd name="connsiteX406" fmla="*/ 748839 w 1637567"/>
                <a:gd name="connsiteY406" fmla="*/ 1573310 h 1745962"/>
                <a:gd name="connsiteX407" fmla="*/ 750309 w 1637567"/>
                <a:gd name="connsiteY407" fmla="*/ 1574412 h 1745962"/>
                <a:gd name="connsiteX408" fmla="*/ 751771 w 1637567"/>
                <a:gd name="connsiteY408" fmla="*/ 1575483 h 1745962"/>
                <a:gd name="connsiteX409" fmla="*/ 753240 w 1637567"/>
                <a:gd name="connsiteY409" fmla="*/ 1576578 h 1745962"/>
                <a:gd name="connsiteX410" fmla="*/ 754671 w 1637567"/>
                <a:gd name="connsiteY410" fmla="*/ 1577649 h 1745962"/>
                <a:gd name="connsiteX411" fmla="*/ 757602 w 1637567"/>
                <a:gd name="connsiteY411" fmla="*/ 1579783 h 1745962"/>
                <a:gd name="connsiteX412" fmla="*/ 759041 w 1637567"/>
                <a:gd name="connsiteY412" fmla="*/ 1580822 h 1745962"/>
                <a:gd name="connsiteX413" fmla="*/ 760510 w 1637567"/>
                <a:gd name="connsiteY413" fmla="*/ 1581893 h 1745962"/>
                <a:gd name="connsiteX414" fmla="*/ 761972 w 1637567"/>
                <a:gd name="connsiteY414" fmla="*/ 1582933 h 1745962"/>
                <a:gd name="connsiteX415" fmla="*/ 763410 w 1637567"/>
                <a:gd name="connsiteY415" fmla="*/ 1583973 h 1745962"/>
                <a:gd name="connsiteX416" fmla="*/ 766342 w 1637567"/>
                <a:gd name="connsiteY416" fmla="*/ 1586044 h 1745962"/>
                <a:gd name="connsiteX417" fmla="*/ 767803 w 1637567"/>
                <a:gd name="connsiteY417" fmla="*/ 1587053 h 1745962"/>
                <a:gd name="connsiteX418" fmla="*/ 769242 w 1637567"/>
                <a:gd name="connsiteY418" fmla="*/ 1588092 h 1745962"/>
                <a:gd name="connsiteX419" fmla="*/ 772174 w 1637567"/>
                <a:gd name="connsiteY419" fmla="*/ 1590109 h 1745962"/>
                <a:gd name="connsiteX420" fmla="*/ 773604 w 1637567"/>
                <a:gd name="connsiteY420" fmla="*/ 1591118 h 1745962"/>
                <a:gd name="connsiteX421" fmla="*/ 775074 w 1637567"/>
                <a:gd name="connsiteY421" fmla="*/ 1592095 h 1745962"/>
                <a:gd name="connsiteX422" fmla="*/ 776535 w 1637567"/>
                <a:gd name="connsiteY422" fmla="*/ 1593103 h 1745962"/>
                <a:gd name="connsiteX423" fmla="*/ 778005 w 1637567"/>
                <a:gd name="connsiteY423" fmla="*/ 1594080 h 1745962"/>
                <a:gd name="connsiteX424" fmla="*/ 779436 w 1637567"/>
                <a:gd name="connsiteY424" fmla="*/ 1595058 h 1745962"/>
                <a:gd name="connsiteX425" fmla="*/ 782367 w 1637567"/>
                <a:gd name="connsiteY425" fmla="*/ 1597012 h 1745962"/>
                <a:gd name="connsiteX426" fmla="*/ 783805 w 1637567"/>
                <a:gd name="connsiteY426" fmla="*/ 1597989 h 1745962"/>
                <a:gd name="connsiteX427" fmla="*/ 786737 w 1637567"/>
                <a:gd name="connsiteY427" fmla="*/ 1599881 h 1745962"/>
                <a:gd name="connsiteX428" fmla="*/ 788207 w 1637567"/>
                <a:gd name="connsiteY428" fmla="*/ 1600858 h 1745962"/>
                <a:gd name="connsiteX429" fmla="*/ 789637 w 1637567"/>
                <a:gd name="connsiteY429" fmla="*/ 1601773 h 1745962"/>
                <a:gd name="connsiteX430" fmla="*/ 792569 w 1637567"/>
                <a:gd name="connsiteY430" fmla="*/ 1603665 h 1745962"/>
                <a:gd name="connsiteX431" fmla="*/ 794007 w 1637567"/>
                <a:gd name="connsiteY431" fmla="*/ 1604579 h 1745962"/>
                <a:gd name="connsiteX432" fmla="*/ 795469 w 1637567"/>
                <a:gd name="connsiteY432" fmla="*/ 1605525 h 1745962"/>
                <a:gd name="connsiteX433" fmla="*/ 798400 w 1637567"/>
                <a:gd name="connsiteY433" fmla="*/ 1607362 h 1745962"/>
                <a:gd name="connsiteX434" fmla="*/ 799839 w 1637567"/>
                <a:gd name="connsiteY434" fmla="*/ 1608245 h 1745962"/>
                <a:gd name="connsiteX435" fmla="*/ 802770 w 1637567"/>
                <a:gd name="connsiteY435" fmla="*/ 1610082 h 1745962"/>
                <a:gd name="connsiteX436" fmla="*/ 804201 w 1637567"/>
                <a:gd name="connsiteY436" fmla="*/ 1610966 h 1745962"/>
                <a:gd name="connsiteX437" fmla="*/ 808602 w 1637567"/>
                <a:gd name="connsiteY437" fmla="*/ 1613624 h 1745962"/>
                <a:gd name="connsiteX438" fmla="*/ 810040 w 1637567"/>
                <a:gd name="connsiteY438" fmla="*/ 1614507 h 1745962"/>
                <a:gd name="connsiteX439" fmla="*/ 812964 w 1637567"/>
                <a:gd name="connsiteY439" fmla="*/ 1616219 h 1745962"/>
                <a:gd name="connsiteX440" fmla="*/ 814402 w 1637567"/>
                <a:gd name="connsiteY440" fmla="*/ 1617102 h 1745962"/>
                <a:gd name="connsiteX441" fmla="*/ 815872 w 1637567"/>
                <a:gd name="connsiteY441" fmla="*/ 1617923 h 1745962"/>
                <a:gd name="connsiteX442" fmla="*/ 817334 w 1637567"/>
                <a:gd name="connsiteY442" fmla="*/ 1618783 h 1745962"/>
                <a:gd name="connsiteX443" fmla="*/ 818772 w 1637567"/>
                <a:gd name="connsiteY443" fmla="*/ 1619635 h 1745962"/>
                <a:gd name="connsiteX444" fmla="*/ 820234 w 1637567"/>
                <a:gd name="connsiteY444" fmla="*/ 1620495 h 1745962"/>
                <a:gd name="connsiteX445" fmla="*/ 823166 w 1637567"/>
                <a:gd name="connsiteY445" fmla="*/ 1622137 h 1745962"/>
                <a:gd name="connsiteX446" fmla="*/ 824604 w 1637567"/>
                <a:gd name="connsiteY446" fmla="*/ 1622965 h 1745962"/>
                <a:gd name="connsiteX447" fmla="*/ 827536 w 1637567"/>
                <a:gd name="connsiteY447" fmla="*/ 1624615 h 1745962"/>
                <a:gd name="connsiteX448" fmla="*/ 828966 w 1637567"/>
                <a:gd name="connsiteY448" fmla="*/ 1625436 h 1745962"/>
                <a:gd name="connsiteX449" fmla="*/ 830436 w 1637567"/>
                <a:gd name="connsiteY449" fmla="*/ 1626233 h 1745962"/>
                <a:gd name="connsiteX450" fmla="*/ 831898 w 1637567"/>
                <a:gd name="connsiteY450" fmla="*/ 1627054 h 1745962"/>
                <a:gd name="connsiteX451" fmla="*/ 833367 w 1637567"/>
                <a:gd name="connsiteY451" fmla="*/ 1627851 h 1745962"/>
                <a:gd name="connsiteX452" fmla="*/ 834797 w 1637567"/>
                <a:gd name="connsiteY452" fmla="*/ 1628641 h 1745962"/>
                <a:gd name="connsiteX453" fmla="*/ 836268 w 1637567"/>
                <a:gd name="connsiteY453" fmla="*/ 1629438 h 1745962"/>
                <a:gd name="connsiteX454" fmla="*/ 837729 w 1637567"/>
                <a:gd name="connsiteY454" fmla="*/ 1630204 h 1745962"/>
                <a:gd name="connsiteX455" fmla="*/ 839168 w 1637567"/>
                <a:gd name="connsiteY455" fmla="*/ 1630994 h 1745962"/>
                <a:gd name="connsiteX456" fmla="*/ 840637 w 1637567"/>
                <a:gd name="connsiteY456" fmla="*/ 1631791 h 1745962"/>
                <a:gd name="connsiteX457" fmla="*/ 843569 w 1637567"/>
                <a:gd name="connsiteY457" fmla="*/ 1633315 h 1745962"/>
                <a:gd name="connsiteX458" fmla="*/ 844999 w 1637567"/>
                <a:gd name="connsiteY458" fmla="*/ 1634081 h 1745962"/>
                <a:gd name="connsiteX459" fmla="*/ 847930 w 1637567"/>
                <a:gd name="connsiteY459" fmla="*/ 1635606 h 1745962"/>
                <a:gd name="connsiteX460" fmla="*/ 849369 w 1637567"/>
                <a:gd name="connsiteY460" fmla="*/ 1636341 h 1745962"/>
                <a:gd name="connsiteX461" fmla="*/ 850831 w 1637567"/>
                <a:gd name="connsiteY461" fmla="*/ 1637107 h 1745962"/>
                <a:gd name="connsiteX462" fmla="*/ 853762 w 1637567"/>
                <a:gd name="connsiteY462" fmla="*/ 1638569 h 1745962"/>
                <a:gd name="connsiteX463" fmla="*/ 855201 w 1637567"/>
                <a:gd name="connsiteY463" fmla="*/ 1639303 h 1745962"/>
                <a:gd name="connsiteX464" fmla="*/ 858132 w 1637567"/>
                <a:gd name="connsiteY464" fmla="*/ 1640765 h 1745962"/>
                <a:gd name="connsiteX465" fmla="*/ 859563 w 1637567"/>
                <a:gd name="connsiteY465" fmla="*/ 1641469 h 1745962"/>
                <a:gd name="connsiteX466" fmla="*/ 861032 w 1637567"/>
                <a:gd name="connsiteY466" fmla="*/ 1642204 h 1745962"/>
                <a:gd name="connsiteX467" fmla="*/ 863964 w 1637567"/>
                <a:gd name="connsiteY467" fmla="*/ 1643611 h 1745962"/>
                <a:gd name="connsiteX468" fmla="*/ 865402 w 1637567"/>
                <a:gd name="connsiteY468" fmla="*/ 1644306 h 1745962"/>
                <a:gd name="connsiteX469" fmla="*/ 868334 w 1637567"/>
                <a:gd name="connsiteY469" fmla="*/ 1645714 h 1745962"/>
                <a:gd name="connsiteX470" fmla="*/ 869764 w 1637567"/>
                <a:gd name="connsiteY470" fmla="*/ 1646417 h 1745962"/>
                <a:gd name="connsiteX471" fmla="*/ 871234 w 1637567"/>
                <a:gd name="connsiteY471" fmla="*/ 1647089 h 1745962"/>
                <a:gd name="connsiteX472" fmla="*/ 872696 w 1637567"/>
                <a:gd name="connsiteY472" fmla="*/ 1647793 h 1745962"/>
                <a:gd name="connsiteX473" fmla="*/ 874165 w 1637567"/>
                <a:gd name="connsiteY473" fmla="*/ 1648465 h 1745962"/>
                <a:gd name="connsiteX474" fmla="*/ 875596 w 1637567"/>
                <a:gd name="connsiteY474" fmla="*/ 1649137 h 1745962"/>
                <a:gd name="connsiteX475" fmla="*/ 878527 w 1637567"/>
                <a:gd name="connsiteY475" fmla="*/ 1650474 h 1745962"/>
                <a:gd name="connsiteX476" fmla="*/ 879966 w 1637567"/>
                <a:gd name="connsiteY476" fmla="*/ 1651147 h 1745962"/>
                <a:gd name="connsiteX477" fmla="*/ 881428 w 1637567"/>
                <a:gd name="connsiteY477" fmla="*/ 1651788 h 1745962"/>
                <a:gd name="connsiteX478" fmla="*/ 882897 w 1637567"/>
                <a:gd name="connsiteY478" fmla="*/ 1652460 h 1745962"/>
                <a:gd name="connsiteX479" fmla="*/ 884328 w 1637567"/>
                <a:gd name="connsiteY479" fmla="*/ 1653101 h 1745962"/>
                <a:gd name="connsiteX480" fmla="*/ 888729 w 1637567"/>
                <a:gd name="connsiteY480" fmla="*/ 1655032 h 1745962"/>
                <a:gd name="connsiteX481" fmla="*/ 890167 w 1637567"/>
                <a:gd name="connsiteY481" fmla="*/ 1655673 h 1745962"/>
                <a:gd name="connsiteX482" fmla="*/ 893091 w 1637567"/>
                <a:gd name="connsiteY482" fmla="*/ 1656955 h 1745962"/>
                <a:gd name="connsiteX483" fmla="*/ 894529 w 1637567"/>
                <a:gd name="connsiteY483" fmla="*/ 1657564 h 1745962"/>
                <a:gd name="connsiteX484" fmla="*/ 895999 w 1637567"/>
                <a:gd name="connsiteY484" fmla="*/ 1658174 h 1745962"/>
                <a:gd name="connsiteX485" fmla="*/ 897461 w 1637567"/>
                <a:gd name="connsiteY485" fmla="*/ 1658815 h 1745962"/>
                <a:gd name="connsiteX486" fmla="*/ 898931 w 1637567"/>
                <a:gd name="connsiteY486" fmla="*/ 1659425 h 1745962"/>
                <a:gd name="connsiteX487" fmla="*/ 900361 w 1637567"/>
                <a:gd name="connsiteY487" fmla="*/ 1660035 h 1745962"/>
                <a:gd name="connsiteX488" fmla="*/ 901831 w 1637567"/>
                <a:gd name="connsiteY488" fmla="*/ 1660645 h 1745962"/>
                <a:gd name="connsiteX489" fmla="*/ 903293 w 1637567"/>
                <a:gd name="connsiteY489" fmla="*/ 1661223 h 1745962"/>
                <a:gd name="connsiteX490" fmla="*/ 904731 w 1637567"/>
                <a:gd name="connsiteY490" fmla="*/ 1661840 h 1745962"/>
                <a:gd name="connsiteX491" fmla="*/ 906193 w 1637567"/>
                <a:gd name="connsiteY491" fmla="*/ 1662450 h 1745962"/>
                <a:gd name="connsiteX492" fmla="*/ 909124 w 1637567"/>
                <a:gd name="connsiteY492" fmla="*/ 1663607 h 1745962"/>
                <a:gd name="connsiteX493" fmla="*/ 910563 w 1637567"/>
                <a:gd name="connsiteY493" fmla="*/ 1664186 h 1745962"/>
                <a:gd name="connsiteX494" fmla="*/ 913494 w 1637567"/>
                <a:gd name="connsiteY494" fmla="*/ 1665350 h 1745962"/>
                <a:gd name="connsiteX495" fmla="*/ 914924 w 1637567"/>
                <a:gd name="connsiteY495" fmla="*/ 1665929 h 1745962"/>
                <a:gd name="connsiteX496" fmla="*/ 916394 w 1637567"/>
                <a:gd name="connsiteY496" fmla="*/ 1666507 h 1745962"/>
                <a:gd name="connsiteX497" fmla="*/ 917856 w 1637567"/>
                <a:gd name="connsiteY497" fmla="*/ 1667062 h 1745962"/>
                <a:gd name="connsiteX498" fmla="*/ 919326 w 1637567"/>
                <a:gd name="connsiteY498" fmla="*/ 1667641 h 1745962"/>
                <a:gd name="connsiteX499" fmla="*/ 920764 w 1637567"/>
                <a:gd name="connsiteY499" fmla="*/ 1668188 h 1745962"/>
                <a:gd name="connsiteX500" fmla="*/ 923695 w 1637567"/>
                <a:gd name="connsiteY500" fmla="*/ 1669290 h 1745962"/>
                <a:gd name="connsiteX501" fmla="*/ 925126 w 1637567"/>
                <a:gd name="connsiteY501" fmla="*/ 1669838 h 1745962"/>
                <a:gd name="connsiteX502" fmla="*/ 929527 w 1637567"/>
                <a:gd name="connsiteY502" fmla="*/ 1671487 h 1745962"/>
                <a:gd name="connsiteX503" fmla="*/ 930958 w 1637567"/>
                <a:gd name="connsiteY503" fmla="*/ 1672003 h 1745962"/>
                <a:gd name="connsiteX504" fmla="*/ 932427 w 1637567"/>
                <a:gd name="connsiteY504" fmla="*/ 1672558 h 1745962"/>
                <a:gd name="connsiteX505" fmla="*/ 933889 w 1637567"/>
                <a:gd name="connsiteY505" fmla="*/ 1673074 h 1745962"/>
                <a:gd name="connsiteX506" fmla="*/ 935328 w 1637567"/>
                <a:gd name="connsiteY506" fmla="*/ 1673590 h 1745962"/>
                <a:gd name="connsiteX507" fmla="*/ 938259 w 1637567"/>
                <a:gd name="connsiteY507" fmla="*/ 1674630 h 1745962"/>
                <a:gd name="connsiteX508" fmla="*/ 939690 w 1637567"/>
                <a:gd name="connsiteY508" fmla="*/ 1675153 h 1745962"/>
                <a:gd name="connsiteX509" fmla="*/ 942621 w 1637567"/>
                <a:gd name="connsiteY509" fmla="*/ 1676193 h 1745962"/>
                <a:gd name="connsiteX510" fmla="*/ 944091 w 1637567"/>
                <a:gd name="connsiteY510" fmla="*/ 1676678 h 1745962"/>
                <a:gd name="connsiteX511" fmla="*/ 945529 w 1637567"/>
                <a:gd name="connsiteY511" fmla="*/ 1677194 h 1745962"/>
                <a:gd name="connsiteX512" fmla="*/ 946991 w 1637567"/>
                <a:gd name="connsiteY512" fmla="*/ 1677686 h 1745962"/>
                <a:gd name="connsiteX513" fmla="*/ 948461 w 1637567"/>
                <a:gd name="connsiteY513" fmla="*/ 1678202 h 1745962"/>
                <a:gd name="connsiteX514" fmla="*/ 949891 w 1637567"/>
                <a:gd name="connsiteY514" fmla="*/ 1678695 h 1745962"/>
                <a:gd name="connsiteX515" fmla="*/ 954292 w 1637567"/>
                <a:gd name="connsiteY515" fmla="*/ 1680156 h 1745962"/>
                <a:gd name="connsiteX516" fmla="*/ 955723 w 1637567"/>
                <a:gd name="connsiteY516" fmla="*/ 1680618 h 1745962"/>
                <a:gd name="connsiteX517" fmla="*/ 958654 w 1637567"/>
                <a:gd name="connsiteY517" fmla="*/ 1681595 h 1745962"/>
                <a:gd name="connsiteX518" fmla="*/ 960093 w 1637567"/>
                <a:gd name="connsiteY518" fmla="*/ 1682056 h 1745962"/>
                <a:gd name="connsiteX519" fmla="*/ 961555 w 1637567"/>
                <a:gd name="connsiteY519" fmla="*/ 1682541 h 1745962"/>
                <a:gd name="connsiteX520" fmla="*/ 964486 w 1637567"/>
                <a:gd name="connsiteY520" fmla="*/ 1683455 h 1745962"/>
                <a:gd name="connsiteX521" fmla="*/ 965925 w 1637567"/>
                <a:gd name="connsiteY521" fmla="*/ 1683916 h 1745962"/>
                <a:gd name="connsiteX522" fmla="*/ 968856 w 1637567"/>
                <a:gd name="connsiteY522" fmla="*/ 1684831 h 1745962"/>
                <a:gd name="connsiteX523" fmla="*/ 970294 w 1637567"/>
                <a:gd name="connsiteY523" fmla="*/ 1685292 h 1745962"/>
                <a:gd name="connsiteX524" fmla="*/ 971756 w 1637567"/>
                <a:gd name="connsiteY524" fmla="*/ 1685746 h 1745962"/>
                <a:gd name="connsiteX525" fmla="*/ 973218 w 1637567"/>
                <a:gd name="connsiteY525" fmla="*/ 1686176 h 1745962"/>
                <a:gd name="connsiteX526" fmla="*/ 974688 w 1637567"/>
                <a:gd name="connsiteY526" fmla="*/ 1686629 h 1745962"/>
                <a:gd name="connsiteX527" fmla="*/ 976126 w 1637567"/>
                <a:gd name="connsiteY527" fmla="*/ 1687059 h 1745962"/>
                <a:gd name="connsiteX528" fmla="*/ 977588 w 1637567"/>
                <a:gd name="connsiteY528" fmla="*/ 1687489 h 1745962"/>
                <a:gd name="connsiteX529" fmla="*/ 979058 w 1637567"/>
                <a:gd name="connsiteY529" fmla="*/ 1687942 h 1745962"/>
                <a:gd name="connsiteX530" fmla="*/ 980488 w 1637567"/>
                <a:gd name="connsiteY530" fmla="*/ 1688372 h 1745962"/>
                <a:gd name="connsiteX531" fmla="*/ 984889 w 1637567"/>
                <a:gd name="connsiteY531" fmla="*/ 1689654 h 1745962"/>
                <a:gd name="connsiteX532" fmla="*/ 986319 w 1637567"/>
                <a:gd name="connsiteY532" fmla="*/ 1690053 h 1745962"/>
                <a:gd name="connsiteX533" fmla="*/ 989251 w 1637567"/>
                <a:gd name="connsiteY533" fmla="*/ 1690905 h 1745962"/>
                <a:gd name="connsiteX534" fmla="*/ 990689 w 1637567"/>
                <a:gd name="connsiteY534" fmla="*/ 1691304 h 1745962"/>
                <a:gd name="connsiteX535" fmla="*/ 992151 w 1637567"/>
                <a:gd name="connsiteY535" fmla="*/ 1691734 h 1745962"/>
                <a:gd name="connsiteX536" fmla="*/ 995083 w 1637567"/>
                <a:gd name="connsiteY536" fmla="*/ 1692523 h 1745962"/>
                <a:gd name="connsiteX537" fmla="*/ 996521 w 1637567"/>
                <a:gd name="connsiteY537" fmla="*/ 1692922 h 1745962"/>
                <a:gd name="connsiteX538" fmla="*/ 999453 w 1637567"/>
                <a:gd name="connsiteY538" fmla="*/ 1693719 h 1745962"/>
                <a:gd name="connsiteX539" fmla="*/ 1000891 w 1637567"/>
                <a:gd name="connsiteY539" fmla="*/ 1694118 h 1745962"/>
                <a:gd name="connsiteX540" fmla="*/ 1003822 w 1637567"/>
                <a:gd name="connsiteY540" fmla="*/ 1694908 h 1745962"/>
                <a:gd name="connsiteX541" fmla="*/ 1005253 w 1637567"/>
                <a:gd name="connsiteY541" fmla="*/ 1695275 h 1745962"/>
                <a:gd name="connsiteX542" fmla="*/ 1006723 w 1637567"/>
                <a:gd name="connsiteY542" fmla="*/ 1695674 h 1745962"/>
                <a:gd name="connsiteX543" fmla="*/ 1008184 w 1637567"/>
                <a:gd name="connsiteY543" fmla="*/ 1696041 h 1745962"/>
                <a:gd name="connsiteX544" fmla="*/ 1009654 w 1637567"/>
                <a:gd name="connsiteY544" fmla="*/ 1696432 h 1745962"/>
                <a:gd name="connsiteX545" fmla="*/ 1011085 w 1637567"/>
                <a:gd name="connsiteY545" fmla="*/ 1696799 h 1745962"/>
                <a:gd name="connsiteX546" fmla="*/ 1014016 w 1637567"/>
                <a:gd name="connsiteY546" fmla="*/ 1697534 h 1745962"/>
                <a:gd name="connsiteX547" fmla="*/ 1015455 w 1637567"/>
                <a:gd name="connsiteY547" fmla="*/ 1697933 h 1745962"/>
                <a:gd name="connsiteX548" fmla="*/ 1016916 w 1637567"/>
                <a:gd name="connsiteY548" fmla="*/ 1698300 h 1745962"/>
                <a:gd name="connsiteX549" fmla="*/ 1018386 w 1637567"/>
                <a:gd name="connsiteY549" fmla="*/ 1698636 h 1745962"/>
                <a:gd name="connsiteX550" fmla="*/ 1019848 w 1637567"/>
                <a:gd name="connsiteY550" fmla="*/ 1698996 h 1745962"/>
                <a:gd name="connsiteX551" fmla="*/ 1021286 w 1637567"/>
                <a:gd name="connsiteY551" fmla="*/ 1699363 h 1745962"/>
                <a:gd name="connsiteX552" fmla="*/ 1022748 w 1637567"/>
                <a:gd name="connsiteY552" fmla="*/ 1699731 h 1745962"/>
                <a:gd name="connsiteX553" fmla="*/ 1024218 w 1637567"/>
                <a:gd name="connsiteY553" fmla="*/ 1700067 h 1745962"/>
                <a:gd name="connsiteX554" fmla="*/ 1025656 w 1637567"/>
                <a:gd name="connsiteY554" fmla="*/ 1700434 h 1745962"/>
                <a:gd name="connsiteX555" fmla="*/ 1027118 w 1637567"/>
                <a:gd name="connsiteY555" fmla="*/ 1700771 h 1745962"/>
                <a:gd name="connsiteX556" fmla="*/ 1028588 w 1637567"/>
                <a:gd name="connsiteY556" fmla="*/ 1701138 h 1745962"/>
                <a:gd name="connsiteX557" fmla="*/ 1030049 w 1637567"/>
                <a:gd name="connsiteY557" fmla="*/ 1701474 h 1745962"/>
                <a:gd name="connsiteX558" fmla="*/ 1031488 w 1637567"/>
                <a:gd name="connsiteY558" fmla="*/ 1701810 h 1745962"/>
                <a:gd name="connsiteX559" fmla="*/ 1034419 w 1637567"/>
                <a:gd name="connsiteY559" fmla="*/ 1702482 h 1745962"/>
                <a:gd name="connsiteX560" fmla="*/ 1035850 w 1637567"/>
                <a:gd name="connsiteY560" fmla="*/ 1702819 h 1745962"/>
                <a:gd name="connsiteX561" fmla="*/ 1040251 w 1637567"/>
                <a:gd name="connsiteY561" fmla="*/ 1703827 h 1745962"/>
                <a:gd name="connsiteX562" fmla="*/ 1041682 w 1637567"/>
                <a:gd name="connsiteY562" fmla="*/ 1704132 h 1745962"/>
                <a:gd name="connsiteX563" fmla="*/ 1043151 w 1637567"/>
                <a:gd name="connsiteY563" fmla="*/ 1704468 h 1745962"/>
                <a:gd name="connsiteX564" fmla="*/ 1044613 w 1637567"/>
                <a:gd name="connsiteY564" fmla="*/ 1704773 h 1745962"/>
                <a:gd name="connsiteX565" fmla="*/ 1046052 w 1637567"/>
                <a:gd name="connsiteY565" fmla="*/ 1705109 h 1745962"/>
                <a:gd name="connsiteX566" fmla="*/ 1047513 w 1637567"/>
                <a:gd name="connsiteY566" fmla="*/ 1705414 h 1745962"/>
                <a:gd name="connsiteX567" fmla="*/ 1048983 w 1637567"/>
                <a:gd name="connsiteY567" fmla="*/ 1705750 h 1745962"/>
                <a:gd name="connsiteX568" fmla="*/ 1050445 w 1637567"/>
                <a:gd name="connsiteY568" fmla="*/ 1706055 h 1745962"/>
                <a:gd name="connsiteX569" fmla="*/ 1051883 w 1637567"/>
                <a:gd name="connsiteY569" fmla="*/ 1706360 h 1745962"/>
                <a:gd name="connsiteX570" fmla="*/ 1054815 w 1637567"/>
                <a:gd name="connsiteY570" fmla="*/ 1706970 h 1745962"/>
                <a:gd name="connsiteX571" fmla="*/ 1056253 w 1637567"/>
                <a:gd name="connsiteY571" fmla="*/ 1707274 h 1745962"/>
                <a:gd name="connsiteX572" fmla="*/ 1060646 w 1637567"/>
                <a:gd name="connsiteY572" fmla="*/ 1708189 h 1745962"/>
                <a:gd name="connsiteX573" fmla="*/ 1062085 w 1637567"/>
                <a:gd name="connsiteY573" fmla="*/ 1708463 h 1745962"/>
                <a:gd name="connsiteX574" fmla="*/ 1065016 w 1637567"/>
                <a:gd name="connsiteY574" fmla="*/ 1709080 h 1745962"/>
                <a:gd name="connsiteX575" fmla="*/ 1066446 w 1637567"/>
                <a:gd name="connsiteY575" fmla="*/ 1709354 h 1745962"/>
                <a:gd name="connsiteX576" fmla="*/ 1067916 w 1637567"/>
                <a:gd name="connsiteY576" fmla="*/ 1709659 h 1745962"/>
                <a:gd name="connsiteX577" fmla="*/ 1069378 w 1637567"/>
                <a:gd name="connsiteY577" fmla="*/ 1709932 h 1745962"/>
                <a:gd name="connsiteX578" fmla="*/ 1070816 w 1637567"/>
                <a:gd name="connsiteY578" fmla="*/ 1710206 h 1745962"/>
                <a:gd name="connsiteX579" fmla="*/ 1072278 w 1637567"/>
                <a:gd name="connsiteY579" fmla="*/ 1710480 h 1745962"/>
                <a:gd name="connsiteX580" fmla="*/ 1073748 w 1637567"/>
                <a:gd name="connsiteY580" fmla="*/ 1710784 h 1745962"/>
                <a:gd name="connsiteX581" fmla="*/ 1075210 w 1637567"/>
                <a:gd name="connsiteY581" fmla="*/ 1711058 h 1745962"/>
                <a:gd name="connsiteX582" fmla="*/ 1076648 w 1637567"/>
                <a:gd name="connsiteY582" fmla="*/ 1711339 h 1745962"/>
                <a:gd name="connsiteX583" fmla="*/ 1079580 w 1637567"/>
                <a:gd name="connsiteY583" fmla="*/ 1711887 h 1745962"/>
                <a:gd name="connsiteX584" fmla="*/ 1081018 w 1637567"/>
                <a:gd name="connsiteY584" fmla="*/ 1712129 h 1745962"/>
                <a:gd name="connsiteX585" fmla="*/ 1085411 w 1637567"/>
                <a:gd name="connsiteY585" fmla="*/ 1712958 h 1745962"/>
                <a:gd name="connsiteX586" fmla="*/ 1086850 w 1637567"/>
                <a:gd name="connsiteY586" fmla="*/ 1713200 h 1745962"/>
                <a:gd name="connsiteX587" fmla="*/ 1088311 w 1637567"/>
                <a:gd name="connsiteY587" fmla="*/ 1713474 h 1745962"/>
                <a:gd name="connsiteX588" fmla="*/ 1089781 w 1637567"/>
                <a:gd name="connsiteY588" fmla="*/ 1713716 h 1745962"/>
                <a:gd name="connsiteX589" fmla="*/ 1091212 w 1637567"/>
                <a:gd name="connsiteY589" fmla="*/ 1713990 h 1745962"/>
                <a:gd name="connsiteX590" fmla="*/ 1094143 w 1637567"/>
                <a:gd name="connsiteY590" fmla="*/ 1714482 h 1745962"/>
                <a:gd name="connsiteX591" fmla="*/ 1095613 w 1637567"/>
                <a:gd name="connsiteY591" fmla="*/ 1714756 h 1745962"/>
                <a:gd name="connsiteX592" fmla="*/ 1097043 w 1637567"/>
                <a:gd name="connsiteY592" fmla="*/ 1714998 h 1745962"/>
                <a:gd name="connsiteX593" fmla="*/ 1099975 w 1637567"/>
                <a:gd name="connsiteY593" fmla="*/ 1715490 h 1745962"/>
                <a:gd name="connsiteX594" fmla="*/ 1101413 w 1637567"/>
                <a:gd name="connsiteY594" fmla="*/ 1715733 h 1745962"/>
                <a:gd name="connsiteX595" fmla="*/ 1105807 w 1637567"/>
                <a:gd name="connsiteY595" fmla="*/ 1716468 h 1745962"/>
                <a:gd name="connsiteX596" fmla="*/ 1107245 w 1637567"/>
                <a:gd name="connsiteY596" fmla="*/ 1716679 h 1745962"/>
                <a:gd name="connsiteX597" fmla="*/ 1110176 w 1637567"/>
                <a:gd name="connsiteY597" fmla="*/ 1717171 h 1745962"/>
                <a:gd name="connsiteX598" fmla="*/ 1111615 w 1637567"/>
                <a:gd name="connsiteY598" fmla="*/ 1717382 h 1745962"/>
                <a:gd name="connsiteX599" fmla="*/ 1113077 w 1637567"/>
                <a:gd name="connsiteY599" fmla="*/ 1717625 h 1745962"/>
                <a:gd name="connsiteX600" fmla="*/ 1114546 w 1637567"/>
                <a:gd name="connsiteY600" fmla="*/ 1717843 h 1745962"/>
                <a:gd name="connsiteX601" fmla="*/ 1116008 w 1637567"/>
                <a:gd name="connsiteY601" fmla="*/ 1718086 h 1745962"/>
                <a:gd name="connsiteX602" fmla="*/ 1117447 w 1637567"/>
                <a:gd name="connsiteY602" fmla="*/ 1718297 h 1745962"/>
                <a:gd name="connsiteX603" fmla="*/ 1118908 w 1637567"/>
                <a:gd name="connsiteY603" fmla="*/ 1718539 h 1745962"/>
                <a:gd name="connsiteX604" fmla="*/ 1120378 w 1637567"/>
                <a:gd name="connsiteY604" fmla="*/ 1718758 h 1745962"/>
                <a:gd name="connsiteX605" fmla="*/ 1121809 w 1637567"/>
                <a:gd name="connsiteY605" fmla="*/ 1718969 h 1745962"/>
                <a:gd name="connsiteX606" fmla="*/ 1123278 w 1637567"/>
                <a:gd name="connsiteY606" fmla="*/ 1719188 h 1745962"/>
                <a:gd name="connsiteX607" fmla="*/ 1124740 w 1637567"/>
                <a:gd name="connsiteY607" fmla="*/ 1719430 h 1745962"/>
                <a:gd name="connsiteX608" fmla="*/ 1126179 w 1637567"/>
                <a:gd name="connsiteY608" fmla="*/ 1719641 h 1745962"/>
                <a:gd name="connsiteX609" fmla="*/ 1130571 w 1637567"/>
                <a:gd name="connsiteY609" fmla="*/ 1720282 h 1745962"/>
                <a:gd name="connsiteX610" fmla="*/ 1132010 w 1637567"/>
                <a:gd name="connsiteY610" fmla="*/ 1720470 h 1745962"/>
                <a:gd name="connsiteX611" fmla="*/ 1134941 w 1637567"/>
                <a:gd name="connsiteY611" fmla="*/ 1720892 h 1745962"/>
                <a:gd name="connsiteX612" fmla="*/ 1136380 w 1637567"/>
                <a:gd name="connsiteY612" fmla="*/ 1721111 h 1745962"/>
                <a:gd name="connsiteX613" fmla="*/ 1137841 w 1637567"/>
                <a:gd name="connsiteY613" fmla="*/ 1721291 h 1745962"/>
                <a:gd name="connsiteX614" fmla="*/ 1140773 w 1637567"/>
                <a:gd name="connsiteY614" fmla="*/ 1721721 h 1745962"/>
                <a:gd name="connsiteX615" fmla="*/ 1142211 w 1637567"/>
                <a:gd name="connsiteY615" fmla="*/ 1721901 h 1745962"/>
                <a:gd name="connsiteX616" fmla="*/ 1143673 w 1637567"/>
                <a:gd name="connsiteY616" fmla="*/ 1722119 h 1745962"/>
                <a:gd name="connsiteX617" fmla="*/ 1145143 w 1637567"/>
                <a:gd name="connsiteY617" fmla="*/ 1722299 h 1745962"/>
                <a:gd name="connsiteX618" fmla="*/ 1146573 w 1637567"/>
                <a:gd name="connsiteY618" fmla="*/ 1722510 h 1745962"/>
                <a:gd name="connsiteX619" fmla="*/ 1150975 w 1637567"/>
                <a:gd name="connsiteY619" fmla="*/ 1723065 h 1745962"/>
                <a:gd name="connsiteX620" fmla="*/ 1152405 w 1637567"/>
                <a:gd name="connsiteY620" fmla="*/ 1723276 h 1745962"/>
                <a:gd name="connsiteX621" fmla="*/ 1155337 w 1637567"/>
                <a:gd name="connsiteY621" fmla="*/ 1723644 h 1745962"/>
                <a:gd name="connsiteX622" fmla="*/ 1156775 w 1637567"/>
                <a:gd name="connsiteY622" fmla="*/ 1723824 h 1745962"/>
                <a:gd name="connsiteX623" fmla="*/ 1161168 w 1637567"/>
                <a:gd name="connsiteY623" fmla="*/ 1724379 h 1745962"/>
                <a:gd name="connsiteX624" fmla="*/ 1162607 w 1637567"/>
                <a:gd name="connsiteY624" fmla="*/ 1724558 h 1745962"/>
                <a:gd name="connsiteX625" fmla="*/ 1164076 w 1637567"/>
                <a:gd name="connsiteY625" fmla="*/ 1724738 h 1745962"/>
                <a:gd name="connsiteX626" fmla="*/ 1165538 w 1637567"/>
                <a:gd name="connsiteY626" fmla="*/ 1724895 h 1745962"/>
                <a:gd name="connsiteX627" fmla="*/ 1166977 w 1637567"/>
                <a:gd name="connsiteY627" fmla="*/ 1725074 h 1745962"/>
                <a:gd name="connsiteX628" fmla="*/ 1168438 w 1637567"/>
                <a:gd name="connsiteY628" fmla="*/ 1725262 h 1745962"/>
                <a:gd name="connsiteX629" fmla="*/ 1169908 w 1637567"/>
                <a:gd name="connsiteY629" fmla="*/ 1725411 h 1745962"/>
                <a:gd name="connsiteX630" fmla="*/ 1171370 w 1637567"/>
                <a:gd name="connsiteY630" fmla="*/ 1725598 h 1745962"/>
                <a:gd name="connsiteX631" fmla="*/ 1172808 w 1637567"/>
                <a:gd name="connsiteY631" fmla="*/ 1725778 h 1745962"/>
                <a:gd name="connsiteX632" fmla="*/ 1174270 w 1637567"/>
                <a:gd name="connsiteY632" fmla="*/ 1725934 h 1745962"/>
                <a:gd name="connsiteX633" fmla="*/ 1175740 w 1637567"/>
                <a:gd name="connsiteY633" fmla="*/ 1726114 h 1745962"/>
                <a:gd name="connsiteX634" fmla="*/ 1177170 w 1637567"/>
                <a:gd name="connsiteY634" fmla="*/ 1726270 h 1745962"/>
                <a:gd name="connsiteX635" fmla="*/ 1178640 w 1637567"/>
                <a:gd name="connsiteY635" fmla="*/ 1726450 h 1745962"/>
                <a:gd name="connsiteX636" fmla="*/ 1181572 w 1637567"/>
                <a:gd name="connsiteY636" fmla="*/ 1726755 h 1745962"/>
                <a:gd name="connsiteX637" fmla="*/ 1183002 w 1637567"/>
                <a:gd name="connsiteY637" fmla="*/ 1726943 h 1745962"/>
                <a:gd name="connsiteX638" fmla="*/ 1185934 w 1637567"/>
                <a:gd name="connsiteY638" fmla="*/ 1727248 h 1745962"/>
                <a:gd name="connsiteX639" fmla="*/ 1187372 w 1637567"/>
                <a:gd name="connsiteY639" fmla="*/ 1727396 h 1745962"/>
                <a:gd name="connsiteX640" fmla="*/ 1188842 w 1637567"/>
                <a:gd name="connsiteY640" fmla="*/ 1727552 h 1745962"/>
                <a:gd name="connsiteX641" fmla="*/ 1190303 w 1637567"/>
                <a:gd name="connsiteY641" fmla="*/ 1727732 h 1745962"/>
                <a:gd name="connsiteX642" fmla="*/ 1191742 w 1637567"/>
                <a:gd name="connsiteY642" fmla="*/ 1727889 h 1745962"/>
                <a:gd name="connsiteX643" fmla="*/ 1194673 w 1637567"/>
                <a:gd name="connsiteY643" fmla="*/ 1728193 h 1745962"/>
                <a:gd name="connsiteX644" fmla="*/ 1196135 w 1637567"/>
                <a:gd name="connsiteY644" fmla="*/ 1728311 h 1745962"/>
                <a:gd name="connsiteX645" fmla="*/ 1197574 w 1637567"/>
                <a:gd name="connsiteY645" fmla="*/ 1728467 h 1745962"/>
                <a:gd name="connsiteX646" fmla="*/ 1200505 w 1637567"/>
                <a:gd name="connsiteY646" fmla="*/ 1728772 h 1745962"/>
                <a:gd name="connsiteX647" fmla="*/ 1201935 w 1637567"/>
                <a:gd name="connsiteY647" fmla="*/ 1728928 h 1745962"/>
                <a:gd name="connsiteX648" fmla="*/ 1203405 w 1637567"/>
                <a:gd name="connsiteY648" fmla="*/ 1729077 h 1745962"/>
                <a:gd name="connsiteX649" fmla="*/ 1204867 w 1637567"/>
                <a:gd name="connsiteY649" fmla="*/ 1729202 h 1745962"/>
                <a:gd name="connsiteX650" fmla="*/ 1206337 w 1637567"/>
                <a:gd name="connsiteY650" fmla="*/ 1729350 h 1745962"/>
                <a:gd name="connsiteX651" fmla="*/ 1207767 w 1637567"/>
                <a:gd name="connsiteY651" fmla="*/ 1729507 h 1745962"/>
                <a:gd name="connsiteX652" fmla="*/ 1209237 w 1637567"/>
                <a:gd name="connsiteY652" fmla="*/ 1729624 h 1745962"/>
                <a:gd name="connsiteX653" fmla="*/ 1210698 w 1637567"/>
                <a:gd name="connsiteY653" fmla="*/ 1729780 h 1745962"/>
                <a:gd name="connsiteX654" fmla="*/ 1212137 w 1637567"/>
                <a:gd name="connsiteY654" fmla="*/ 1729905 h 1745962"/>
                <a:gd name="connsiteX655" fmla="*/ 1213599 w 1637567"/>
                <a:gd name="connsiteY655" fmla="*/ 1730054 h 1745962"/>
                <a:gd name="connsiteX656" fmla="*/ 1215068 w 1637567"/>
                <a:gd name="connsiteY656" fmla="*/ 1730179 h 1745962"/>
                <a:gd name="connsiteX657" fmla="*/ 1216538 w 1637567"/>
                <a:gd name="connsiteY657" fmla="*/ 1730328 h 1745962"/>
                <a:gd name="connsiteX658" fmla="*/ 1217968 w 1637567"/>
                <a:gd name="connsiteY658" fmla="*/ 1730453 h 1745962"/>
                <a:gd name="connsiteX659" fmla="*/ 1219438 w 1637567"/>
                <a:gd name="connsiteY659" fmla="*/ 1730601 h 1745962"/>
                <a:gd name="connsiteX660" fmla="*/ 1220900 w 1637567"/>
                <a:gd name="connsiteY660" fmla="*/ 1730726 h 1745962"/>
                <a:gd name="connsiteX661" fmla="*/ 1222338 w 1637567"/>
                <a:gd name="connsiteY661" fmla="*/ 1730851 h 1745962"/>
                <a:gd name="connsiteX662" fmla="*/ 1223800 w 1637567"/>
                <a:gd name="connsiteY662" fmla="*/ 1730969 h 1745962"/>
                <a:gd name="connsiteX663" fmla="*/ 1225270 w 1637567"/>
                <a:gd name="connsiteY663" fmla="*/ 1731125 h 1745962"/>
                <a:gd name="connsiteX664" fmla="*/ 1226732 w 1637567"/>
                <a:gd name="connsiteY664" fmla="*/ 1731250 h 1745962"/>
                <a:gd name="connsiteX665" fmla="*/ 1228170 w 1637567"/>
                <a:gd name="connsiteY665" fmla="*/ 1731367 h 1745962"/>
                <a:gd name="connsiteX666" fmla="*/ 1231102 w 1637567"/>
                <a:gd name="connsiteY666" fmla="*/ 1731610 h 1745962"/>
                <a:gd name="connsiteX667" fmla="*/ 1232532 w 1637567"/>
                <a:gd name="connsiteY667" fmla="*/ 1731735 h 1745962"/>
                <a:gd name="connsiteX668" fmla="*/ 1236933 w 1637567"/>
                <a:gd name="connsiteY668" fmla="*/ 1732102 h 1745962"/>
                <a:gd name="connsiteX669" fmla="*/ 1238364 w 1637567"/>
                <a:gd name="connsiteY669" fmla="*/ 1732219 h 1745962"/>
                <a:gd name="connsiteX670" fmla="*/ 1241295 w 1637567"/>
                <a:gd name="connsiteY670" fmla="*/ 1732469 h 1745962"/>
                <a:gd name="connsiteX671" fmla="*/ 1242734 w 1637567"/>
                <a:gd name="connsiteY671" fmla="*/ 1732587 h 1745962"/>
                <a:gd name="connsiteX672" fmla="*/ 1245665 w 1637567"/>
                <a:gd name="connsiteY672" fmla="*/ 1732837 h 1745962"/>
                <a:gd name="connsiteX673" fmla="*/ 1247135 w 1637567"/>
                <a:gd name="connsiteY673" fmla="*/ 1732923 h 1745962"/>
                <a:gd name="connsiteX674" fmla="*/ 1248565 w 1637567"/>
                <a:gd name="connsiteY674" fmla="*/ 1733048 h 1745962"/>
                <a:gd name="connsiteX675" fmla="*/ 1250035 w 1637567"/>
                <a:gd name="connsiteY675" fmla="*/ 1733173 h 1745962"/>
                <a:gd name="connsiteX676" fmla="*/ 1251497 w 1637567"/>
                <a:gd name="connsiteY676" fmla="*/ 1733259 h 1745962"/>
                <a:gd name="connsiteX677" fmla="*/ 1252935 w 1637567"/>
                <a:gd name="connsiteY677" fmla="*/ 1733384 h 1745962"/>
                <a:gd name="connsiteX678" fmla="*/ 1254397 w 1637567"/>
                <a:gd name="connsiteY678" fmla="*/ 1733509 h 1745962"/>
                <a:gd name="connsiteX679" fmla="*/ 1255867 w 1637567"/>
                <a:gd name="connsiteY679" fmla="*/ 1733595 h 1745962"/>
                <a:gd name="connsiteX680" fmla="*/ 1257297 w 1637567"/>
                <a:gd name="connsiteY680" fmla="*/ 1733720 h 1745962"/>
                <a:gd name="connsiteX681" fmla="*/ 1258767 w 1637567"/>
                <a:gd name="connsiteY681" fmla="*/ 1733814 h 1745962"/>
                <a:gd name="connsiteX682" fmla="*/ 1260229 w 1637567"/>
                <a:gd name="connsiteY682" fmla="*/ 1733931 h 1745962"/>
                <a:gd name="connsiteX683" fmla="*/ 1261699 w 1637567"/>
                <a:gd name="connsiteY683" fmla="*/ 1734025 h 1745962"/>
                <a:gd name="connsiteX684" fmla="*/ 1263129 w 1637567"/>
                <a:gd name="connsiteY684" fmla="*/ 1734150 h 1745962"/>
                <a:gd name="connsiteX685" fmla="*/ 1264599 w 1637567"/>
                <a:gd name="connsiteY685" fmla="*/ 1734236 h 1745962"/>
                <a:gd name="connsiteX686" fmla="*/ 1266061 w 1637567"/>
                <a:gd name="connsiteY686" fmla="*/ 1734361 h 1745962"/>
                <a:gd name="connsiteX687" fmla="*/ 1267499 w 1637567"/>
                <a:gd name="connsiteY687" fmla="*/ 1734455 h 1745962"/>
                <a:gd name="connsiteX688" fmla="*/ 1268969 w 1637567"/>
                <a:gd name="connsiteY688" fmla="*/ 1734541 h 1745962"/>
                <a:gd name="connsiteX689" fmla="*/ 1270430 w 1637567"/>
                <a:gd name="connsiteY689" fmla="*/ 1734666 h 1745962"/>
                <a:gd name="connsiteX690" fmla="*/ 1271900 w 1637567"/>
                <a:gd name="connsiteY690" fmla="*/ 1734760 h 1745962"/>
                <a:gd name="connsiteX691" fmla="*/ 1273331 w 1637567"/>
                <a:gd name="connsiteY691" fmla="*/ 1734846 h 1745962"/>
                <a:gd name="connsiteX692" fmla="*/ 1276262 w 1637567"/>
                <a:gd name="connsiteY692" fmla="*/ 1735034 h 1745962"/>
                <a:gd name="connsiteX693" fmla="*/ 1277701 w 1637567"/>
                <a:gd name="connsiteY693" fmla="*/ 1735159 h 1745962"/>
                <a:gd name="connsiteX694" fmla="*/ 1282093 w 1637567"/>
                <a:gd name="connsiteY694" fmla="*/ 1735432 h 1745962"/>
                <a:gd name="connsiteX695" fmla="*/ 1283532 w 1637567"/>
                <a:gd name="connsiteY695" fmla="*/ 1735518 h 1745962"/>
                <a:gd name="connsiteX696" fmla="*/ 1286463 w 1637567"/>
                <a:gd name="connsiteY696" fmla="*/ 1735706 h 1745962"/>
                <a:gd name="connsiteX697" fmla="*/ 1287894 w 1637567"/>
                <a:gd name="connsiteY697" fmla="*/ 1735800 h 1745962"/>
                <a:gd name="connsiteX698" fmla="*/ 1292295 w 1637567"/>
                <a:gd name="connsiteY698" fmla="*/ 1736073 h 1745962"/>
                <a:gd name="connsiteX699" fmla="*/ 1293726 w 1637567"/>
                <a:gd name="connsiteY699" fmla="*/ 1736159 h 1745962"/>
                <a:gd name="connsiteX700" fmla="*/ 1296665 w 1637567"/>
                <a:gd name="connsiteY700" fmla="*/ 1736347 h 1745962"/>
                <a:gd name="connsiteX701" fmla="*/ 1298095 w 1637567"/>
                <a:gd name="connsiteY701" fmla="*/ 1736409 h 1745962"/>
                <a:gd name="connsiteX702" fmla="*/ 1302497 w 1637567"/>
                <a:gd name="connsiteY702" fmla="*/ 1736683 h 1745962"/>
                <a:gd name="connsiteX703" fmla="*/ 1303927 w 1637567"/>
                <a:gd name="connsiteY703" fmla="*/ 1736777 h 1745962"/>
                <a:gd name="connsiteX704" fmla="*/ 1305397 w 1637567"/>
                <a:gd name="connsiteY704" fmla="*/ 1736832 h 1745962"/>
                <a:gd name="connsiteX705" fmla="*/ 1306859 w 1637567"/>
                <a:gd name="connsiteY705" fmla="*/ 1736925 h 1745962"/>
                <a:gd name="connsiteX706" fmla="*/ 1308297 w 1637567"/>
                <a:gd name="connsiteY706" fmla="*/ 1737019 h 1745962"/>
                <a:gd name="connsiteX707" fmla="*/ 1309759 w 1637567"/>
                <a:gd name="connsiteY707" fmla="*/ 1737082 h 1745962"/>
                <a:gd name="connsiteX708" fmla="*/ 1311229 w 1637567"/>
                <a:gd name="connsiteY708" fmla="*/ 1737168 h 1745962"/>
                <a:gd name="connsiteX709" fmla="*/ 1312659 w 1637567"/>
                <a:gd name="connsiteY709" fmla="*/ 1737261 h 1745962"/>
                <a:gd name="connsiteX710" fmla="*/ 1314129 w 1637567"/>
                <a:gd name="connsiteY710" fmla="*/ 1737324 h 1745962"/>
                <a:gd name="connsiteX711" fmla="*/ 1315591 w 1637567"/>
                <a:gd name="connsiteY711" fmla="*/ 1737418 h 1745962"/>
                <a:gd name="connsiteX712" fmla="*/ 1317060 w 1637567"/>
                <a:gd name="connsiteY712" fmla="*/ 1737473 h 1745962"/>
                <a:gd name="connsiteX713" fmla="*/ 1318491 w 1637567"/>
                <a:gd name="connsiteY713" fmla="*/ 1737566 h 1745962"/>
                <a:gd name="connsiteX714" fmla="*/ 1319961 w 1637567"/>
                <a:gd name="connsiteY714" fmla="*/ 1737629 h 1745962"/>
                <a:gd name="connsiteX715" fmla="*/ 1321422 w 1637567"/>
                <a:gd name="connsiteY715" fmla="*/ 1737723 h 1745962"/>
                <a:gd name="connsiteX716" fmla="*/ 1322861 w 1637567"/>
                <a:gd name="connsiteY716" fmla="*/ 1737778 h 1745962"/>
                <a:gd name="connsiteX717" fmla="*/ 1324330 w 1637567"/>
                <a:gd name="connsiteY717" fmla="*/ 1737871 h 1745962"/>
                <a:gd name="connsiteX718" fmla="*/ 1327262 w 1637567"/>
                <a:gd name="connsiteY718" fmla="*/ 1737996 h 1745962"/>
                <a:gd name="connsiteX719" fmla="*/ 1328692 w 1637567"/>
                <a:gd name="connsiteY719" fmla="*/ 1738082 h 1745962"/>
                <a:gd name="connsiteX720" fmla="*/ 1330162 w 1637567"/>
                <a:gd name="connsiteY720" fmla="*/ 1738145 h 1745962"/>
                <a:gd name="connsiteX721" fmla="*/ 1331624 w 1637567"/>
                <a:gd name="connsiteY721" fmla="*/ 1738239 h 1745962"/>
                <a:gd name="connsiteX722" fmla="*/ 1333062 w 1637567"/>
                <a:gd name="connsiteY722" fmla="*/ 1738301 h 1745962"/>
                <a:gd name="connsiteX723" fmla="*/ 1335994 w 1637567"/>
                <a:gd name="connsiteY723" fmla="*/ 1738419 h 1745962"/>
                <a:gd name="connsiteX724" fmla="*/ 1337456 w 1637567"/>
                <a:gd name="connsiteY724" fmla="*/ 1738512 h 1745962"/>
                <a:gd name="connsiteX725" fmla="*/ 1338894 w 1637567"/>
                <a:gd name="connsiteY725" fmla="*/ 1738575 h 1745962"/>
                <a:gd name="connsiteX726" fmla="*/ 1341826 w 1637567"/>
                <a:gd name="connsiteY726" fmla="*/ 1738700 h 1745962"/>
                <a:gd name="connsiteX727" fmla="*/ 1343256 w 1637567"/>
                <a:gd name="connsiteY727" fmla="*/ 1738786 h 1745962"/>
                <a:gd name="connsiteX728" fmla="*/ 1347657 w 1637567"/>
                <a:gd name="connsiteY728" fmla="*/ 1738973 h 1745962"/>
                <a:gd name="connsiteX729" fmla="*/ 1349096 w 1637567"/>
                <a:gd name="connsiteY729" fmla="*/ 1739036 h 1745962"/>
                <a:gd name="connsiteX730" fmla="*/ 1352027 w 1637567"/>
                <a:gd name="connsiteY730" fmla="*/ 1739153 h 1745962"/>
                <a:gd name="connsiteX731" fmla="*/ 1353457 w 1637567"/>
                <a:gd name="connsiteY731" fmla="*/ 1739216 h 1745962"/>
                <a:gd name="connsiteX732" fmla="*/ 1357858 w 1637567"/>
                <a:gd name="connsiteY732" fmla="*/ 1739396 h 1745962"/>
                <a:gd name="connsiteX733" fmla="*/ 1359289 w 1637567"/>
                <a:gd name="connsiteY733" fmla="*/ 1739458 h 1745962"/>
                <a:gd name="connsiteX734" fmla="*/ 1362220 w 1637567"/>
                <a:gd name="connsiteY734" fmla="*/ 1739583 h 1745962"/>
                <a:gd name="connsiteX735" fmla="*/ 1363659 w 1637567"/>
                <a:gd name="connsiteY735" fmla="*/ 1739646 h 1745962"/>
                <a:gd name="connsiteX736" fmla="*/ 1368052 w 1637567"/>
                <a:gd name="connsiteY736" fmla="*/ 1739826 h 1745962"/>
                <a:gd name="connsiteX737" fmla="*/ 1369491 w 1637567"/>
                <a:gd name="connsiteY737" fmla="*/ 1739888 h 1745962"/>
                <a:gd name="connsiteX738" fmla="*/ 1372422 w 1637567"/>
                <a:gd name="connsiteY738" fmla="*/ 1740013 h 1745962"/>
                <a:gd name="connsiteX739" fmla="*/ 1373853 w 1637567"/>
                <a:gd name="connsiteY739" fmla="*/ 1740037 h 1745962"/>
                <a:gd name="connsiteX740" fmla="*/ 1376792 w 1637567"/>
                <a:gd name="connsiteY740" fmla="*/ 1740162 h 1745962"/>
                <a:gd name="connsiteX741" fmla="*/ 1378222 w 1637567"/>
                <a:gd name="connsiteY741" fmla="*/ 1740224 h 1745962"/>
                <a:gd name="connsiteX742" fmla="*/ 1379692 w 1637567"/>
                <a:gd name="connsiteY742" fmla="*/ 1740287 h 1745962"/>
                <a:gd name="connsiteX743" fmla="*/ 1381154 w 1637567"/>
                <a:gd name="connsiteY743" fmla="*/ 1740318 h 1745962"/>
                <a:gd name="connsiteX744" fmla="*/ 1382624 w 1637567"/>
                <a:gd name="connsiteY744" fmla="*/ 1740373 h 1745962"/>
                <a:gd name="connsiteX745" fmla="*/ 1384054 w 1637567"/>
                <a:gd name="connsiteY745" fmla="*/ 1740435 h 1745962"/>
                <a:gd name="connsiteX746" fmla="*/ 1385524 w 1637567"/>
                <a:gd name="connsiteY746" fmla="*/ 1740467 h 1745962"/>
                <a:gd name="connsiteX747" fmla="*/ 1386986 w 1637567"/>
                <a:gd name="connsiteY747" fmla="*/ 1740529 h 1745962"/>
                <a:gd name="connsiteX748" fmla="*/ 1388424 w 1637567"/>
                <a:gd name="connsiteY748" fmla="*/ 1740592 h 1745962"/>
                <a:gd name="connsiteX749" fmla="*/ 1389886 w 1637567"/>
                <a:gd name="connsiteY749" fmla="*/ 1740623 h 1745962"/>
                <a:gd name="connsiteX750" fmla="*/ 1392817 w 1637567"/>
                <a:gd name="connsiteY750" fmla="*/ 1740740 h 1745962"/>
                <a:gd name="connsiteX751" fmla="*/ 1394256 w 1637567"/>
                <a:gd name="connsiteY751" fmla="*/ 1740771 h 1745962"/>
                <a:gd name="connsiteX752" fmla="*/ 1397187 w 1637567"/>
                <a:gd name="connsiteY752" fmla="*/ 1740896 h 1745962"/>
                <a:gd name="connsiteX753" fmla="*/ 1398618 w 1637567"/>
                <a:gd name="connsiteY753" fmla="*/ 1740928 h 1745962"/>
                <a:gd name="connsiteX754" fmla="*/ 1400088 w 1637567"/>
                <a:gd name="connsiteY754" fmla="*/ 1740990 h 1745962"/>
                <a:gd name="connsiteX755" fmla="*/ 1401549 w 1637567"/>
                <a:gd name="connsiteY755" fmla="*/ 1741021 h 1745962"/>
                <a:gd name="connsiteX756" fmla="*/ 1403019 w 1637567"/>
                <a:gd name="connsiteY756" fmla="*/ 1741076 h 1745962"/>
                <a:gd name="connsiteX757" fmla="*/ 1404457 w 1637567"/>
                <a:gd name="connsiteY757" fmla="*/ 1741108 h 1745962"/>
                <a:gd name="connsiteX758" fmla="*/ 1405919 w 1637567"/>
                <a:gd name="connsiteY758" fmla="*/ 1741170 h 1745962"/>
                <a:gd name="connsiteX759" fmla="*/ 1407389 w 1637567"/>
                <a:gd name="connsiteY759" fmla="*/ 1741201 h 1745962"/>
                <a:gd name="connsiteX760" fmla="*/ 1408819 w 1637567"/>
                <a:gd name="connsiteY760" fmla="*/ 1741264 h 1745962"/>
                <a:gd name="connsiteX761" fmla="*/ 1410289 w 1637567"/>
                <a:gd name="connsiteY761" fmla="*/ 1741295 h 1745962"/>
                <a:gd name="connsiteX762" fmla="*/ 1411751 w 1637567"/>
                <a:gd name="connsiteY762" fmla="*/ 1741350 h 1745962"/>
                <a:gd name="connsiteX763" fmla="*/ 1413221 w 1637567"/>
                <a:gd name="connsiteY763" fmla="*/ 1741381 h 1745962"/>
                <a:gd name="connsiteX764" fmla="*/ 1414651 w 1637567"/>
                <a:gd name="connsiteY764" fmla="*/ 1741444 h 1745962"/>
                <a:gd name="connsiteX765" fmla="*/ 1417582 w 1637567"/>
                <a:gd name="connsiteY765" fmla="*/ 1741506 h 1745962"/>
                <a:gd name="connsiteX766" fmla="*/ 1419021 w 1637567"/>
                <a:gd name="connsiteY766" fmla="*/ 1741569 h 1745962"/>
                <a:gd name="connsiteX767" fmla="*/ 1420482 w 1637567"/>
                <a:gd name="connsiteY767" fmla="*/ 1741600 h 1745962"/>
                <a:gd name="connsiteX768" fmla="*/ 1421952 w 1637567"/>
                <a:gd name="connsiteY768" fmla="*/ 1741663 h 1745962"/>
                <a:gd name="connsiteX769" fmla="*/ 1423414 w 1637567"/>
                <a:gd name="connsiteY769" fmla="*/ 1741686 h 1745962"/>
                <a:gd name="connsiteX770" fmla="*/ 1424852 w 1637567"/>
                <a:gd name="connsiteY770" fmla="*/ 1741717 h 1745962"/>
                <a:gd name="connsiteX771" fmla="*/ 1426314 w 1637567"/>
                <a:gd name="connsiteY771" fmla="*/ 1741780 h 1745962"/>
                <a:gd name="connsiteX772" fmla="*/ 1427784 w 1637567"/>
                <a:gd name="connsiteY772" fmla="*/ 1741811 h 1745962"/>
                <a:gd name="connsiteX773" fmla="*/ 1429222 w 1637567"/>
                <a:gd name="connsiteY773" fmla="*/ 1741842 h 1745962"/>
                <a:gd name="connsiteX774" fmla="*/ 1430684 w 1637567"/>
                <a:gd name="connsiteY774" fmla="*/ 1741874 h 1745962"/>
                <a:gd name="connsiteX775" fmla="*/ 1432154 w 1637567"/>
                <a:gd name="connsiteY775" fmla="*/ 1741936 h 1745962"/>
                <a:gd name="connsiteX776" fmla="*/ 1433615 w 1637567"/>
                <a:gd name="connsiteY776" fmla="*/ 1741967 h 1745962"/>
                <a:gd name="connsiteX777" fmla="*/ 1435054 w 1637567"/>
                <a:gd name="connsiteY777" fmla="*/ 1741991 h 1745962"/>
                <a:gd name="connsiteX778" fmla="*/ 1436516 w 1637567"/>
                <a:gd name="connsiteY778" fmla="*/ 1742054 h 1745962"/>
                <a:gd name="connsiteX779" fmla="*/ 1437985 w 1637567"/>
                <a:gd name="connsiteY779" fmla="*/ 1742085 h 1745962"/>
                <a:gd name="connsiteX780" fmla="*/ 1439416 w 1637567"/>
                <a:gd name="connsiteY780" fmla="*/ 1742116 h 1745962"/>
                <a:gd name="connsiteX781" fmla="*/ 1442347 w 1637567"/>
                <a:gd name="connsiteY781" fmla="*/ 1742179 h 1745962"/>
                <a:gd name="connsiteX782" fmla="*/ 1443786 w 1637567"/>
                <a:gd name="connsiteY782" fmla="*/ 1742241 h 1745962"/>
                <a:gd name="connsiteX783" fmla="*/ 1448179 w 1637567"/>
                <a:gd name="connsiteY783" fmla="*/ 1742327 h 1745962"/>
                <a:gd name="connsiteX784" fmla="*/ 1449618 w 1637567"/>
                <a:gd name="connsiteY784" fmla="*/ 1742358 h 1745962"/>
                <a:gd name="connsiteX785" fmla="*/ 1451079 w 1637567"/>
                <a:gd name="connsiteY785" fmla="*/ 1742390 h 1745962"/>
                <a:gd name="connsiteX786" fmla="*/ 1452549 w 1637567"/>
                <a:gd name="connsiteY786" fmla="*/ 1742452 h 1745962"/>
                <a:gd name="connsiteX787" fmla="*/ 1453980 w 1637567"/>
                <a:gd name="connsiteY787" fmla="*/ 1742483 h 1745962"/>
                <a:gd name="connsiteX788" fmla="*/ 1458381 w 1637567"/>
                <a:gd name="connsiteY788" fmla="*/ 1742577 h 1745962"/>
                <a:gd name="connsiteX789" fmla="*/ 1459819 w 1637567"/>
                <a:gd name="connsiteY789" fmla="*/ 1742608 h 1745962"/>
                <a:gd name="connsiteX790" fmla="*/ 1462751 w 1637567"/>
                <a:gd name="connsiteY790" fmla="*/ 1742663 h 1745962"/>
                <a:gd name="connsiteX791" fmla="*/ 1464181 w 1637567"/>
                <a:gd name="connsiteY791" fmla="*/ 1742695 h 1745962"/>
                <a:gd name="connsiteX792" fmla="*/ 1468582 w 1637567"/>
                <a:gd name="connsiteY792" fmla="*/ 1742788 h 1745962"/>
                <a:gd name="connsiteX793" fmla="*/ 1470013 w 1637567"/>
                <a:gd name="connsiteY793" fmla="*/ 1742820 h 1745962"/>
                <a:gd name="connsiteX794" fmla="*/ 1472944 w 1637567"/>
                <a:gd name="connsiteY794" fmla="*/ 1742882 h 1745962"/>
                <a:gd name="connsiteX795" fmla="*/ 1474383 w 1637567"/>
                <a:gd name="connsiteY795" fmla="*/ 1742913 h 1745962"/>
                <a:gd name="connsiteX796" fmla="*/ 1478776 w 1637567"/>
                <a:gd name="connsiteY796" fmla="*/ 1742999 h 1745962"/>
                <a:gd name="connsiteX797" fmla="*/ 1480215 w 1637567"/>
                <a:gd name="connsiteY797" fmla="*/ 1743031 h 1745962"/>
                <a:gd name="connsiteX798" fmla="*/ 1483146 w 1637567"/>
                <a:gd name="connsiteY798" fmla="*/ 1743093 h 1745962"/>
                <a:gd name="connsiteX799" fmla="*/ 1484584 w 1637567"/>
                <a:gd name="connsiteY799" fmla="*/ 1743124 h 1745962"/>
                <a:gd name="connsiteX800" fmla="*/ 1488978 w 1637567"/>
                <a:gd name="connsiteY800" fmla="*/ 1743218 h 1745962"/>
                <a:gd name="connsiteX801" fmla="*/ 1490416 w 1637567"/>
                <a:gd name="connsiteY801" fmla="*/ 1743249 h 1745962"/>
                <a:gd name="connsiteX802" fmla="*/ 1491877 w 1637567"/>
                <a:gd name="connsiteY802" fmla="*/ 1743281 h 1745962"/>
                <a:gd name="connsiteX803" fmla="*/ 1493348 w 1637567"/>
                <a:gd name="connsiteY803" fmla="*/ 1743281 h 1745962"/>
                <a:gd name="connsiteX804" fmla="*/ 1494778 w 1637567"/>
                <a:gd name="connsiteY804" fmla="*/ 1743304 h 1745962"/>
                <a:gd name="connsiteX805" fmla="*/ 1497709 w 1637567"/>
                <a:gd name="connsiteY805" fmla="*/ 1743367 h 1745962"/>
                <a:gd name="connsiteX806" fmla="*/ 1499148 w 1637567"/>
                <a:gd name="connsiteY806" fmla="*/ 1743398 h 1745962"/>
                <a:gd name="connsiteX807" fmla="*/ 1502079 w 1637567"/>
                <a:gd name="connsiteY807" fmla="*/ 1743461 h 1745962"/>
                <a:gd name="connsiteX808" fmla="*/ 1503541 w 1637567"/>
                <a:gd name="connsiteY808" fmla="*/ 1743461 h 1745962"/>
                <a:gd name="connsiteX809" fmla="*/ 1504979 w 1637567"/>
                <a:gd name="connsiteY809" fmla="*/ 1743492 h 1745962"/>
                <a:gd name="connsiteX810" fmla="*/ 1507911 w 1637567"/>
                <a:gd name="connsiteY810" fmla="*/ 1743554 h 1745962"/>
                <a:gd name="connsiteX811" fmla="*/ 1509349 w 1637567"/>
                <a:gd name="connsiteY811" fmla="*/ 1743586 h 1745962"/>
                <a:gd name="connsiteX812" fmla="*/ 1510811 w 1637567"/>
                <a:gd name="connsiteY812" fmla="*/ 1743586 h 1745962"/>
                <a:gd name="connsiteX813" fmla="*/ 1513742 w 1637567"/>
                <a:gd name="connsiteY813" fmla="*/ 1743640 h 1745962"/>
                <a:gd name="connsiteX814" fmla="*/ 1515181 w 1637567"/>
                <a:gd name="connsiteY814" fmla="*/ 1743672 h 1745962"/>
                <a:gd name="connsiteX815" fmla="*/ 1516643 w 1637567"/>
                <a:gd name="connsiteY815" fmla="*/ 1743672 h 1745962"/>
                <a:gd name="connsiteX816" fmla="*/ 1518112 w 1637567"/>
                <a:gd name="connsiteY816" fmla="*/ 1743703 h 1745962"/>
                <a:gd name="connsiteX817" fmla="*/ 1519543 w 1637567"/>
                <a:gd name="connsiteY817" fmla="*/ 1743734 h 1745962"/>
                <a:gd name="connsiteX818" fmla="*/ 1521013 w 1637567"/>
                <a:gd name="connsiteY818" fmla="*/ 1743765 h 1745962"/>
                <a:gd name="connsiteX819" fmla="*/ 1522474 w 1637567"/>
                <a:gd name="connsiteY819" fmla="*/ 1743765 h 1745962"/>
                <a:gd name="connsiteX820" fmla="*/ 1523944 w 1637567"/>
                <a:gd name="connsiteY820" fmla="*/ 1743797 h 1745962"/>
                <a:gd name="connsiteX821" fmla="*/ 1525375 w 1637567"/>
                <a:gd name="connsiteY821" fmla="*/ 1743828 h 1745962"/>
                <a:gd name="connsiteX822" fmla="*/ 1526844 w 1637567"/>
                <a:gd name="connsiteY822" fmla="*/ 1743859 h 1745962"/>
                <a:gd name="connsiteX823" fmla="*/ 1528306 w 1637567"/>
                <a:gd name="connsiteY823" fmla="*/ 1743859 h 1745962"/>
                <a:gd name="connsiteX824" fmla="*/ 1529745 w 1637567"/>
                <a:gd name="connsiteY824" fmla="*/ 1743890 h 1745962"/>
                <a:gd name="connsiteX825" fmla="*/ 1531206 w 1637567"/>
                <a:gd name="connsiteY825" fmla="*/ 1743922 h 1745962"/>
                <a:gd name="connsiteX826" fmla="*/ 1532676 w 1637567"/>
                <a:gd name="connsiteY826" fmla="*/ 1743922 h 1745962"/>
                <a:gd name="connsiteX827" fmla="*/ 1534138 w 1637567"/>
                <a:gd name="connsiteY827" fmla="*/ 1743945 h 1745962"/>
                <a:gd name="connsiteX828" fmla="*/ 1535576 w 1637567"/>
                <a:gd name="connsiteY828" fmla="*/ 1743977 h 1745962"/>
                <a:gd name="connsiteX829" fmla="*/ 1537046 w 1637567"/>
                <a:gd name="connsiteY829" fmla="*/ 1743977 h 1745962"/>
                <a:gd name="connsiteX830" fmla="*/ 1538508 w 1637567"/>
                <a:gd name="connsiteY830" fmla="*/ 1744008 h 1745962"/>
                <a:gd name="connsiteX831" fmla="*/ 1539946 w 1637567"/>
                <a:gd name="connsiteY831" fmla="*/ 1744039 h 1745962"/>
                <a:gd name="connsiteX832" fmla="*/ 1541408 w 1637567"/>
                <a:gd name="connsiteY832" fmla="*/ 1744039 h 1745962"/>
                <a:gd name="connsiteX833" fmla="*/ 1544339 w 1637567"/>
                <a:gd name="connsiteY833" fmla="*/ 1744102 h 1745962"/>
                <a:gd name="connsiteX834" fmla="*/ 1545778 w 1637567"/>
                <a:gd name="connsiteY834" fmla="*/ 1744102 h 1745962"/>
                <a:gd name="connsiteX835" fmla="*/ 1547240 w 1637567"/>
                <a:gd name="connsiteY835" fmla="*/ 1744133 h 1745962"/>
                <a:gd name="connsiteX836" fmla="*/ 1548709 w 1637567"/>
                <a:gd name="connsiteY836" fmla="*/ 1744133 h 1745962"/>
                <a:gd name="connsiteX837" fmla="*/ 1550140 w 1637567"/>
                <a:gd name="connsiteY837" fmla="*/ 1744164 h 1745962"/>
                <a:gd name="connsiteX838" fmla="*/ 1551610 w 1637567"/>
                <a:gd name="connsiteY838" fmla="*/ 1744195 h 1745962"/>
                <a:gd name="connsiteX839" fmla="*/ 1553071 w 1637567"/>
                <a:gd name="connsiteY839" fmla="*/ 1744195 h 1745962"/>
                <a:gd name="connsiteX840" fmla="*/ 1554541 w 1637567"/>
                <a:gd name="connsiteY840" fmla="*/ 1744227 h 1745962"/>
                <a:gd name="connsiteX841" fmla="*/ 1555972 w 1637567"/>
                <a:gd name="connsiteY841" fmla="*/ 1744227 h 1745962"/>
                <a:gd name="connsiteX842" fmla="*/ 1558903 w 1637567"/>
                <a:gd name="connsiteY842" fmla="*/ 1744281 h 1745962"/>
                <a:gd name="connsiteX843" fmla="*/ 1560342 w 1637567"/>
                <a:gd name="connsiteY843" fmla="*/ 1744281 h 1745962"/>
                <a:gd name="connsiteX844" fmla="*/ 1561803 w 1637567"/>
                <a:gd name="connsiteY844" fmla="*/ 1744313 h 1745962"/>
                <a:gd name="connsiteX845" fmla="*/ 1563273 w 1637567"/>
                <a:gd name="connsiteY845" fmla="*/ 1744313 h 1745962"/>
                <a:gd name="connsiteX846" fmla="*/ 1564711 w 1637567"/>
                <a:gd name="connsiteY846" fmla="*/ 1744344 h 1745962"/>
                <a:gd name="connsiteX847" fmla="*/ 1566173 w 1637567"/>
                <a:gd name="connsiteY847" fmla="*/ 1744344 h 1745962"/>
                <a:gd name="connsiteX848" fmla="*/ 1567643 w 1637567"/>
                <a:gd name="connsiteY848" fmla="*/ 1744375 h 1745962"/>
                <a:gd name="connsiteX849" fmla="*/ 1569104 w 1637567"/>
                <a:gd name="connsiteY849" fmla="*/ 1744375 h 1745962"/>
                <a:gd name="connsiteX850" fmla="*/ 1570543 w 1637567"/>
                <a:gd name="connsiteY850" fmla="*/ 1744406 h 1745962"/>
                <a:gd name="connsiteX851" fmla="*/ 1572004 w 1637567"/>
                <a:gd name="connsiteY851" fmla="*/ 1744406 h 1745962"/>
                <a:gd name="connsiteX852" fmla="*/ 1573474 w 1637567"/>
                <a:gd name="connsiteY852" fmla="*/ 1744438 h 1745962"/>
                <a:gd name="connsiteX853" fmla="*/ 1574905 w 1637567"/>
                <a:gd name="connsiteY853" fmla="*/ 1744438 h 1745962"/>
                <a:gd name="connsiteX854" fmla="*/ 1576374 w 1637567"/>
                <a:gd name="connsiteY854" fmla="*/ 1744469 h 1745962"/>
                <a:gd name="connsiteX855" fmla="*/ 1577836 w 1637567"/>
                <a:gd name="connsiteY855" fmla="*/ 1744469 h 1745962"/>
                <a:gd name="connsiteX856" fmla="*/ 1579306 w 1637567"/>
                <a:gd name="connsiteY856" fmla="*/ 1744500 h 1745962"/>
                <a:gd name="connsiteX857" fmla="*/ 1580736 w 1637567"/>
                <a:gd name="connsiteY857" fmla="*/ 1744500 h 1745962"/>
                <a:gd name="connsiteX858" fmla="*/ 1582206 w 1637567"/>
                <a:gd name="connsiteY858" fmla="*/ 1744531 h 1745962"/>
                <a:gd name="connsiteX859" fmla="*/ 1583668 w 1637567"/>
                <a:gd name="connsiteY859" fmla="*/ 1744531 h 1745962"/>
                <a:gd name="connsiteX860" fmla="*/ 1585106 w 1637567"/>
                <a:gd name="connsiteY860" fmla="*/ 1744563 h 1745962"/>
                <a:gd name="connsiteX861" fmla="*/ 1586568 w 1637567"/>
                <a:gd name="connsiteY861" fmla="*/ 1744563 h 1745962"/>
                <a:gd name="connsiteX862" fmla="*/ 1588038 w 1637567"/>
                <a:gd name="connsiteY862" fmla="*/ 1744594 h 1745962"/>
                <a:gd name="connsiteX863" fmla="*/ 1589500 w 1637567"/>
                <a:gd name="connsiteY863" fmla="*/ 1744594 h 1745962"/>
                <a:gd name="connsiteX864" fmla="*/ 1590938 w 1637567"/>
                <a:gd name="connsiteY864" fmla="*/ 1744618 h 1745962"/>
                <a:gd name="connsiteX865" fmla="*/ 1592408 w 1637567"/>
                <a:gd name="connsiteY865" fmla="*/ 1744618 h 1745962"/>
                <a:gd name="connsiteX866" fmla="*/ 1593869 w 1637567"/>
                <a:gd name="connsiteY866" fmla="*/ 1744649 h 1745962"/>
                <a:gd name="connsiteX867" fmla="*/ 1595308 w 1637567"/>
                <a:gd name="connsiteY867" fmla="*/ 1744649 h 1745962"/>
                <a:gd name="connsiteX868" fmla="*/ 1596770 w 1637567"/>
                <a:gd name="connsiteY868" fmla="*/ 1744680 h 1745962"/>
                <a:gd name="connsiteX869" fmla="*/ 1598239 w 1637567"/>
                <a:gd name="connsiteY869" fmla="*/ 1744680 h 1745962"/>
                <a:gd name="connsiteX870" fmla="*/ 1599701 w 1637567"/>
                <a:gd name="connsiteY870" fmla="*/ 1744711 h 1745962"/>
                <a:gd name="connsiteX871" fmla="*/ 1602601 w 1637567"/>
                <a:gd name="connsiteY871" fmla="*/ 1744711 h 1745962"/>
                <a:gd name="connsiteX872" fmla="*/ 1604071 w 1637567"/>
                <a:gd name="connsiteY872" fmla="*/ 1744743 h 1745962"/>
                <a:gd name="connsiteX873" fmla="*/ 1605502 w 1637567"/>
                <a:gd name="connsiteY873" fmla="*/ 1744743 h 1745962"/>
                <a:gd name="connsiteX874" fmla="*/ 1606971 w 1637567"/>
                <a:gd name="connsiteY874" fmla="*/ 1744774 h 1745962"/>
                <a:gd name="connsiteX875" fmla="*/ 1609903 w 1637567"/>
                <a:gd name="connsiteY875" fmla="*/ 1744774 h 1745962"/>
                <a:gd name="connsiteX876" fmla="*/ 1611333 w 1637567"/>
                <a:gd name="connsiteY876" fmla="*/ 1744805 h 1745962"/>
                <a:gd name="connsiteX877" fmla="*/ 1612803 w 1637567"/>
                <a:gd name="connsiteY877" fmla="*/ 1744805 h 1745962"/>
                <a:gd name="connsiteX878" fmla="*/ 1614265 w 1637567"/>
                <a:gd name="connsiteY878" fmla="*/ 1744836 h 1745962"/>
                <a:gd name="connsiteX879" fmla="*/ 1617173 w 1637567"/>
                <a:gd name="connsiteY879" fmla="*/ 1744836 h 1745962"/>
                <a:gd name="connsiteX880" fmla="*/ 1618635 w 1637567"/>
                <a:gd name="connsiteY880" fmla="*/ 1744868 h 1745962"/>
                <a:gd name="connsiteX881" fmla="*/ 1620073 w 1637567"/>
                <a:gd name="connsiteY881" fmla="*/ 1744868 h 1745962"/>
                <a:gd name="connsiteX882" fmla="*/ 1621535 w 1637567"/>
                <a:gd name="connsiteY882" fmla="*/ 1744899 h 1745962"/>
                <a:gd name="connsiteX883" fmla="*/ 1624466 w 1637567"/>
                <a:gd name="connsiteY883" fmla="*/ 1744899 h 1745962"/>
                <a:gd name="connsiteX884" fmla="*/ 1625905 w 1637567"/>
                <a:gd name="connsiteY884" fmla="*/ 1744930 h 1745962"/>
                <a:gd name="connsiteX885" fmla="*/ 1628836 w 1637567"/>
                <a:gd name="connsiteY885" fmla="*/ 1744930 h 1745962"/>
                <a:gd name="connsiteX886" fmla="*/ 1630267 w 1637567"/>
                <a:gd name="connsiteY886" fmla="*/ 1744954 h 1745962"/>
                <a:gd name="connsiteX887" fmla="*/ 1633198 w 1637567"/>
                <a:gd name="connsiteY887" fmla="*/ 1744954 h 1745962"/>
                <a:gd name="connsiteX888" fmla="*/ 1634668 w 1637567"/>
                <a:gd name="connsiteY888" fmla="*/ 1744985 h 1745962"/>
                <a:gd name="connsiteX889" fmla="*/ 1636098 w 1637567"/>
                <a:gd name="connsiteY889" fmla="*/ 1744985 h 1745962"/>
                <a:gd name="connsiteX890" fmla="*/ 1637568 w 1637567"/>
                <a:gd name="connsiteY890" fmla="*/ 1745962 h 1745962"/>
                <a:gd name="connsiteX891" fmla="*/ 0 w 1637567"/>
                <a:gd name="connsiteY891"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Lst>
              <a:rect l="l" t="t" r="r" b="b"/>
              <a:pathLst>
                <a:path w="1637567" h="1745962">
                  <a:moveTo>
                    <a:pt x="1470" y="0"/>
                  </a:moveTo>
                  <a:lnTo>
                    <a:pt x="2908" y="4667"/>
                  </a:lnTo>
                  <a:lnTo>
                    <a:pt x="4370" y="9373"/>
                  </a:lnTo>
                  <a:lnTo>
                    <a:pt x="5832" y="14048"/>
                  </a:lnTo>
                  <a:lnTo>
                    <a:pt x="7301" y="18746"/>
                  </a:lnTo>
                  <a:lnTo>
                    <a:pt x="8740" y="23420"/>
                  </a:lnTo>
                  <a:lnTo>
                    <a:pt x="10201" y="28087"/>
                  </a:lnTo>
                  <a:lnTo>
                    <a:pt x="11671" y="32793"/>
                  </a:lnTo>
                  <a:lnTo>
                    <a:pt x="13102" y="37468"/>
                  </a:lnTo>
                  <a:lnTo>
                    <a:pt x="16033" y="46810"/>
                  </a:lnTo>
                  <a:lnTo>
                    <a:pt x="17471" y="51508"/>
                  </a:lnTo>
                  <a:lnTo>
                    <a:pt x="21865" y="65524"/>
                  </a:lnTo>
                  <a:lnTo>
                    <a:pt x="23303" y="70199"/>
                  </a:lnTo>
                  <a:lnTo>
                    <a:pt x="26235" y="79541"/>
                  </a:lnTo>
                  <a:lnTo>
                    <a:pt x="27665" y="84215"/>
                  </a:lnTo>
                  <a:lnTo>
                    <a:pt x="32066" y="98232"/>
                  </a:lnTo>
                  <a:lnTo>
                    <a:pt x="33505" y="102906"/>
                  </a:lnTo>
                  <a:lnTo>
                    <a:pt x="34967" y="107573"/>
                  </a:lnTo>
                  <a:lnTo>
                    <a:pt x="36436" y="112217"/>
                  </a:lnTo>
                  <a:lnTo>
                    <a:pt x="37867" y="116891"/>
                  </a:lnTo>
                  <a:lnTo>
                    <a:pt x="39336" y="121535"/>
                  </a:lnTo>
                  <a:lnTo>
                    <a:pt x="40798" y="126202"/>
                  </a:lnTo>
                  <a:lnTo>
                    <a:pt x="42268" y="130845"/>
                  </a:lnTo>
                  <a:lnTo>
                    <a:pt x="43698" y="135520"/>
                  </a:lnTo>
                  <a:lnTo>
                    <a:pt x="45168" y="140156"/>
                  </a:lnTo>
                  <a:lnTo>
                    <a:pt x="46630" y="144830"/>
                  </a:lnTo>
                  <a:lnTo>
                    <a:pt x="48068" y="149474"/>
                  </a:lnTo>
                  <a:lnTo>
                    <a:pt x="52462" y="163396"/>
                  </a:lnTo>
                  <a:lnTo>
                    <a:pt x="53900" y="168040"/>
                  </a:lnTo>
                  <a:lnTo>
                    <a:pt x="55362" y="172675"/>
                  </a:lnTo>
                  <a:lnTo>
                    <a:pt x="56831" y="177288"/>
                  </a:lnTo>
                  <a:lnTo>
                    <a:pt x="58270" y="181931"/>
                  </a:lnTo>
                  <a:lnTo>
                    <a:pt x="59732" y="186575"/>
                  </a:lnTo>
                  <a:lnTo>
                    <a:pt x="61201" y="191187"/>
                  </a:lnTo>
                  <a:lnTo>
                    <a:pt x="62663" y="195822"/>
                  </a:lnTo>
                  <a:lnTo>
                    <a:pt x="64101" y="200435"/>
                  </a:lnTo>
                  <a:lnTo>
                    <a:pt x="67033" y="209659"/>
                  </a:lnTo>
                  <a:lnTo>
                    <a:pt x="68464" y="214271"/>
                  </a:lnTo>
                  <a:lnTo>
                    <a:pt x="72865" y="228100"/>
                  </a:lnTo>
                  <a:lnTo>
                    <a:pt x="74295" y="232712"/>
                  </a:lnTo>
                  <a:lnTo>
                    <a:pt x="75765" y="237293"/>
                  </a:lnTo>
                  <a:lnTo>
                    <a:pt x="77227" y="241905"/>
                  </a:lnTo>
                  <a:lnTo>
                    <a:pt x="78665" y="246486"/>
                  </a:lnTo>
                  <a:lnTo>
                    <a:pt x="81597" y="255648"/>
                  </a:lnTo>
                  <a:lnTo>
                    <a:pt x="83035" y="260229"/>
                  </a:lnTo>
                  <a:lnTo>
                    <a:pt x="87428" y="273972"/>
                  </a:lnTo>
                  <a:lnTo>
                    <a:pt x="88866" y="278521"/>
                  </a:lnTo>
                  <a:lnTo>
                    <a:pt x="90328" y="283071"/>
                  </a:lnTo>
                  <a:lnTo>
                    <a:pt x="91798" y="287652"/>
                  </a:lnTo>
                  <a:lnTo>
                    <a:pt x="93229" y="292201"/>
                  </a:lnTo>
                  <a:lnTo>
                    <a:pt x="97630" y="305850"/>
                  </a:lnTo>
                  <a:lnTo>
                    <a:pt x="99060" y="310369"/>
                  </a:lnTo>
                  <a:lnTo>
                    <a:pt x="100530" y="314918"/>
                  </a:lnTo>
                  <a:lnTo>
                    <a:pt x="101992" y="319437"/>
                  </a:lnTo>
                  <a:lnTo>
                    <a:pt x="103430" y="323955"/>
                  </a:lnTo>
                  <a:lnTo>
                    <a:pt x="107824" y="337510"/>
                  </a:lnTo>
                  <a:lnTo>
                    <a:pt x="109262" y="342036"/>
                  </a:lnTo>
                  <a:lnTo>
                    <a:pt x="110724" y="346524"/>
                  </a:lnTo>
                  <a:lnTo>
                    <a:pt x="112193" y="351042"/>
                  </a:lnTo>
                  <a:lnTo>
                    <a:pt x="113632" y="355529"/>
                  </a:lnTo>
                  <a:lnTo>
                    <a:pt x="118025" y="368998"/>
                  </a:lnTo>
                  <a:lnTo>
                    <a:pt x="119463" y="373454"/>
                  </a:lnTo>
                  <a:lnTo>
                    <a:pt x="120925" y="377941"/>
                  </a:lnTo>
                  <a:lnTo>
                    <a:pt x="122395" y="382405"/>
                  </a:lnTo>
                  <a:lnTo>
                    <a:pt x="123825" y="386861"/>
                  </a:lnTo>
                  <a:lnTo>
                    <a:pt x="128226" y="400236"/>
                  </a:lnTo>
                  <a:lnTo>
                    <a:pt x="129657" y="404661"/>
                  </a:lnTo>
                  <a:lnTo>
                    <a:pt x="132589" y="413518"/>
                  </a:lnTo>
                  <a:lnTo>
                    <a:pt x="134027" y="417950"/>
                  </a:lnTo>
                  <a:lnTo>
                    <a:pt x="136958" y="426799"/>
                  </a:lnTo>
                  <a:lnTo>
                    <a:pt x="138397" y="431200"/>
                  </a:lnTo>
                  <a:lnTo>
                    <a:pt x="139859" y="435594"/>
                  </a:lnTo>
                  <a:lnTo>
                    <a:pt x="141328" y="440026"/>
                  </a:lnTo>
                  <a:lnTo>
                    <a:pt x="142790" y="444388"/>
                  </a:lnTo>
                  <a:lnTo>
                    <a:pt x="144228" y="448789"/>
                  </a:lnTo>
                  <a:lnTo>
                    <a:pt x="145690" y="453182"/>
                  </a:lnTo>
                  <a:lnTo>
                    <a:pt x="147160" y="457552"/>
                  </a:lnTo>
                  <a:lnTo>
                    <a:pt x="148591" y="461914"/>
                  </a:lnTo>
                  <a:lnTo>
                    <a:pt x="151522" y="470654"/>
                  </a:lnTo>
                  <a:lnTo>
                    <a:pt x="152992" y="474985"/>
                  </a:lnTo>
                  <a:lnTo>
                    <a:pt x="154422" y="479354"/>
                  </a:lnTo>
                  <a:lnTo>
                    <a:pt x="157354" y="488024"/>
                  </a:lnTo>
                  <a:lnTo>
                    <a:pt x="158792" y="492362"/>
                  </a:lnTo>
                  <a:lnTo>
                    <a:pt x="160254" y="496670"/>
                  </a:lnTo>
                  <a:lnTo>
                    <a:pt x="161723" y="501000"/>
                  </a:lnTo>
                  <a:lnTo>
                    <a:pt x="163185" y="505308"/>
                  </a:lnTo>
                  <a:lnTo>
                    <a:pt x="164624" y="509615"/>
                  </a:lnTo>
                  <a:lnTo>
                    <a:pt x="167555" y="518230"/>
                  </a:lnTo>
                  <a:lnTo>
                    <a:pt x="168993" y="522498"/>
                  </a:lnTo>
                  <a:lnTo>
                    <a:pt x="173387" y="535326"/>
                  </a:lnTo>
                  <a:lnTo>
                    <a:pt x="174825" y="539602"/>
                  </a:lnTo>
                  <a:lnTo>
                    <a:pt x="177757" y="548092"/>
                  </a:lnTo>
                  <a:lnTo>
                    <a:pt x="179187" y="552336"/>
                  </a:lnTo>
                  <a:lnTo>
                    <a:pt x="180657" y="556581"/>
                  </a:lnTo>
                  <a:lnTo>
                    <a:pt x="182119" y="560795"/>
                  </a:lnTo>
                  <a:lnTo>
                    <a:pt x="183588" y="565039"/>
                  </a:lnTo>
                  <a:lnTo>
                    <a:pt x="185019" y="569253"/>
                  </a:lnTo>
                  <a:lnTo>
                    <a:pt x="186489" y="573467"/>
                  </a:lnTo>
                  <a:lnTo>
                    <a:pt x="187950" y="577649"/>
                  </a:lnTo>
                  <a:lnTo>
                    <a:pt x="189389" y="581862"/>
                  </a:lnTo>
                  <a:lnTo>
                    <a:pt x="193782" y="594417"/>
                  </a:lnTo>
                  <a:lnTo>
                    <a:pt x="195220" y="598568"/>
                  </a:lnTo>
                  <a:lnTo>
                    <a:pt x="196690" y="602719"/>
                  </a:lnTo>
                  <a:lnTo>
                    <a:pt x="198152" y="606901"/>
                  </a:lnTo>
                  <a:lnTo>
                    <a:pt x="199590" y="611028"/>
                  </a:lnTo>
                  <a:lnTo>
                    <a:pt x="201052" y="615179"/>
                  </a:lnTo>
                  <a:lnTo>
                    <a:pt x="202522" y="619299"/>
                  </a:lnTo>
                  <a:lnTo>
                    <a:pt x="203952" y="623427"/>
                  </a:lnTo>
                  <a:lnTo>
                    <a:pt x="206884" y="631666"/>
                  </a:lnTo>
                  <a:lnTo>
                    <a:pt x="208353" y="635762"/>
                  </a:lnTo>
                  <a:lnTo>
                    <a:pt x="209784" y="639882"/>
                  </a:lnTo>
                  <a:lnTo>
                    <a:pt x="211254" y="643978"/>
                  </a:lnTo>
                  <a:lnTo>
                    <a:pt x="212716" y="648035"/>
                  </a:lnTo>
                  <a:lnTo>
                    <a:pt x="214154" y="652132"/>
                  </a:lnTo>
                  <a:lnTo>
                    <a:pt x="218547" y="664311"/>
                  </a:lnTo>
                  <a:lnTo>
                    <a:pt x="219986" y="668345"/>
                  </a:lnTo>
                  <a:lnTo>
                    <a:pt x="221455" y="672371"/>
                  </a:lnTo>
                  <a:lnTo>
                    <a:pt x="222917" y="676435"/>
                  </a:lnTo>
                  <a:lnTo>
                    <a:pt x="224355" y="680469"/>
                  </a:lnTo>
                  <a:lnTo>
                    <a:pt x="228749" y="692469"/>
                  </a:lnTo>
                  <a:lnTo>
                    <a:pt x="230187" y="696463"/>
                  </a:lnTo>
                  <a:lnTo>
                    <a:pt x="231649" y="700435"/>
                  </a:lnTo>
                  <a:lnTo>
                    <a:pt x="233118" y="704437"/>
                  </a:lnTo>
                  <a:lnTo>
                    <a:pt x="234549" y="708408"/>
                  </a:lnTo>
                  <a:lnTo>
                    <a:pt x="236019" y="712348"/>
                  </a:lnTo>
                  <a:lnTo>
                    <a:pt x="237481" y="716311"/>
                  </a:lnTo>
                  <a:lnTo>
                    <a:pt x="238950" y="720251"/>
                  </a:lnTo>
                  <a:lnTo>
                    <a:pt x="240381" y="724191"/>
                  </a:lnTo>
                  <a:lnTo>
                    <a:pt x="241850" y="728131"/>
                  </a:lnTo>
                  <a:lnTo>
                    <a:pt x="243312" y="732040"/>
                  </a:lnTo>
                  <a:lnTo>
                    <a:pt x="244751" y="735980"/>
                  </a:lnTo>
                  <a:lnTo>
                    <a:pt x="246213" y="739888"/>
                  </a:lnTo>
                  <a:lnTo>
                    <a:pt x="247682" y="743766"/>
                  </a:lnTo>
                  <a:lnTo>
                    <a:pt x="249152" y="747674"/>
                  </a:lnTo>
                  <a:lnTo>
                    <a:pt x="250582" y="751552"/>
                  </a:lnTo>
                  <a:lnTo>
                    <a:pt x="252052" y="755429"/>
                  </a:lnTo>
                  <a:lnTo>
                    <a:pt x="253514" y="759283"/>
                  </a:lnTo>
                  <a:lnTo>
                    <a:pt x="254952" y="763160"/>
                  </a:lnTo>
                  <a:lnTo>
                    <a:pt x="257884" y="770852"/>
                  </a:lnTo>
                  <a:lnTo>
                    <a:pt x="259314" y="774699"/>
                  </a:lnTo>
                  <a:lnTo>
                    <a:pt x="263715" y="786151"/>
                  </a:lnTo>
                  <a:lnTo>
                    <a:pt x="265146" y="789934"/>
                  </a:lnTo>
                  <a:lnTo>
                    <a:pt x="268077" y="797509"/>
                  </a:lnTo>
                  <a:lnTo>
                    <a:pt x="269516" y="801301"/>
                  </a:lnTo>
                  <a:lnTo>
                    <a:pt x="270978" y="805053"/>
                  </a:lnTo>
                  <a:lnTo>
                    <a:pt x="272447" y="808837"/>
                  </a:lnTo>
                  <a:lnTo>
                    <a:pt x="273909" y="812565"/>
                  </a:lnTo>
                  <a:lnTo>
                    <a:pt x="275347" y="816318"/>
                  </a:lnTo>
                  <a:lnTo>
                    <a:pt x="278279" y="823775"/>
                  </a:lnTo>
                  <a:lnTo>
                    <a:pt x="279717" y="827496"/>
                  </a:lnTo>
                  <a:lnTo>
                    <a:pt x="281179" y="831225"/>
                  </a:lnTo>
                  <a:lnTo>
                    <a:pt x="284111" y="838612"/>
                  </a:lnTo>
                  <a:lnTo>
                    <a:pt x="285549" y="842279"/>
                  </a:lnTo>
                  <a:lnTo>
                    <a:pt x="287011" y="845969"/>
                  </a:lnTo>
                  <a:lnTo>
                    <a:pt x="288480" y="849635"/>
                  </a:lnTo>
                  <a:lnTo>
                    <a:pt x="289911" y="853301"/>
                  </a:lnTo>
                  <a:lnTo>
                    <a:pt x="294312" y="864198"/>
                  </a:lnTo>
                  <a:lnTo>
                    <a:pt x="295743" y="867833"/>
                  </a:lnTo>
                  <a:lnTo>
                    <a:pt x="297212" y="871437"/>
                  </a:lnTo>
                  <a:lnTo>
                    <a:pt x="298674" y="875072"/>
                  </a:lnTo>
                  <a:lnTo>
                    <a:pt x="300112" y="878645"/>
                  </a:lnTo>
                  <a:lnTo>
                    <a:pt x="301582" y="882248"/>
                  </a:lnTo>
                  <a:lnTo>
                    <a:pt x="304514" y="889393"/>
                  </a:lnTo>
                  <a:lnTo>
                    <a:pt x="305944" y="892966"/>
                  </a:lnTo>
                  <a:lnTo>
                    <a:pt x="308876" y="900048"/>
                  </a:lnTo>
                  <a:lnTo>
                    <a:pt x="310314" y="903590"/>
                  </a:lnTo>
                  <a:lnTo>
                    <a:pt x="311776" y="907138"/>
                  </a:lnTo>
                  <a:lnTo>
                    <a:pt x="314707" y="914158"/>
                  </a:lnTo>
                  <a:lnTo>
                    <a:pt x="316146" y="917668"/>
                  </a:lnTo>
                  <a:lnTo>
                    <a:pt x="319077" y="924634"/>
                  </a:lnTo>
                  <a:lnTo>
                    <a:pt x="320508" y="928112"/>
                  </a:lnTo>
                  <a:lnTo>
                    <a:pt x="323439" y="935015"/>
                  </a:lnTo>
                  <a:lnTo>
                    <a:pt x="324878" y="938494"/>
                  </a:lnTo>
                  <a:lnTo>
                    <a:pt x="329279" y="948758"/>
                  </a:lnTo>
                  <a:lnTo>
                    <a:pt x="330709" y="952174"/>
                  </a:lnTo>
                  <a:lnTo>
                    <a:pt x="332179" y="955566"/>
                  </a:lnTo>
                  <a:lnTo>
                    <a:pt x="333641" y="958983"/>
                  </a:lnTo>
                  <a:lnTo>
                    <a:pt x="335079" y="962344"/>
                  </a:lnTo>
                  <a:lnTo>
                    <a:pt x="338011" y="969122"/>
                  </a:lnTo>
                  <a:lnTo>
                    <a:pt x="339472" y="972452"/>
                  </a:lnTo>
                  <a:lnTo>
                    <a:pt x="340911" y="975813"/>
                  </a:lnTo>
                  <a:lnTo>
                    <a:pt x="342373" y="979167"/>
                  </a:lnTo>
                  <a:lnTo>
                    <a:pt x="343842" y="982466"/>
                  </a:lnTo>
                  <a:lnTo>
                    <a:pt x="345273" y="985796"/>
                  </a:lnTo>
                  <a:lnTo>
                    <a:pt x="346742" y="989126"/>
                  </a:lnTo>
                  <a:lnTo>
                    <a:pt x="349674" y="995724"/>
                  </a:lnTo>
                  <a:lnTo>
                    <a:pt x="351105" y="999023"/>
                  </a:lnTo>
                  <a:lnTo>
                    <a:pt x="354036" y="1005550"/>
                  </a:lnTo>
                  <a:lnTo>
                    <a:pt x="355474" y="1008818"/>
                  </a:lnTo>
                  <a:lnTo>
                    <a:pt x="359875" y="1018534"/>
                  </a:lnTo>
                  <a:lnTo>
                    <a:pt x="361306" y="1021740"/>
                  </a:lnTo>
                  <a:lnTo>
                    <a:pt x="362776" y="1024945"/>
                  </a:lnTo>
                  <a:lnTo>
                    <a:pt x="364238" y="1028181"/>
                  </a:lnTo>
                  <a:lnTo>
                    <a:pt x="365676" y="1031355"/>
                  </a:lnTo>
                  <a:lnTo>
                    <a:pt x="367138" y="1034529"/>
                  </a:lnTo>
                  <a:lnTo>
                    <a:pt x="368607" y="1037741"/>
                  </a:lnTo>
                  <a:lnTo>
                    <a:pt x="370069" y="1040884"/>
                  </a:lnTo>
                  <a:lnTo>
                    <a:pt x="371508" y="1044027"/>
                  </a:lnTo>
                  <a:lnTo>
                    <a:pt x="372969" y="1047208"/>
                  </a:lnTo>
                  <a:lnTo>
                    <a:pt x="374439" y="1050320"/>
                  </a:lnTo>
                  <a:lnTo>
                    <a:pt x="375870" y="1053462"/>
                  </a:lnTo>
                  <a:lnTo>
                    <a:pt x="380271" y="1062811"/>
                  </a:lnTo>
                  <a:lnTo>
                    <a:pt x="381709" y="1065892"/>
                  </a:lnTo>
                  <a:lnTo>
                    <a:pt x="384640" y="1072059"/>
                  </a:lnTo>
                  <a:lnTo>
                    <a:pt x="386071" y="1075116"/>
                  </a:lnTo>
                  <a:lnTo>
                    <a:pt x="389003" y="1081221"/>
                  </a:lnTo>
                  <a:lnTo>
                    <a:pt x="390441" y="1084278"/>
                  </a:lnTo>
                  <a:lnTo>
                    <a:pt x="393372" y="1090321"/>
                  </a:lnTo>
                  <a:lnTo>
                    <a:pt x="394834" y="1093315"/>
                  </a:lnTo>
                  <a:lnTo>
                    <a:pt x="396273" y="1096308"/>
                  </a:lnTo>
                  <a:lnTo>
                    <a:pt x="399204" y="1102289"/>
                  </a:lnTo>
                  <a:lnTo>
                    <a:pt x="400635" y="1105283"/>
                  </a:lnTo>
                  <a:lnTo>
                    <a:pt x="403566" y="1111208"/>
                  </a:lnTo>
                  <a:lnTo>
                    <a:pt x="405036" y="1114140"/>
                  </a:lnTo>
                  <a:lnTo>
                    <a:pt x="406466" y="1117071"/>
                  </a:lnTo>
                  <a:lnTo>
                    <a:pt x="409406" y="1122934"/>
                  </a:lnTo>
                  <a:lnTo>
                    <a:pt x="410836" y="1125834"/>
                  </a:lnTo>
                  <a:lnTo>
                    <a:pt x="413768" y="1131635"/>
                  </a:lnTo>
                  <a:lnTo>
                    <a:pt x="415237" y="1134511"/>
                  </a:lnTo>
                  <a:lnTo>
                    <a:pt x="416668" y="1137380"/>
                  </a:lnTo>
                  <a:lnTo>
                    <a:pt x="418137" y="1140249"/>
                  </a:lnTo>
                  <a:lnTo>
                    <a:pt x="419599" y="1143087"/>
                  </a:lnTo>
                  <a:lnTo>
                    <a:pt x="421038" y="1145956"/>
                  </a:lnTo>
                  <a:lnTo>
                    <a:pt x="422500" y="1148770"/>
                  </a:lnTo>
                  <a:lnTo>
                    <a:pt x="425431" y="1154446"/>
                  </a:lnTo>
                  <a:lnTo>
                    <a:pt x="426869" y="1157228"/>
                  </a:lnTo>
                  <a:lnTo>
                    <a:pt x="429801" y="1162849"/>
                  </a:lnTo>
                  <a:lnTo>
                    <a:pt x="431232" y="1165593"/>
                  </a:lnTo>
                  <a:lnTo>
                    <a:pt x="434163" y="1171151"/>
                  </a:lnTo>
                  <a:lnTo>
                    <a:pt x="435633" y="1173903"/>
                  </a:lnTo>
                  <a:lnTo>
                    <a:pt x="437071" y="1176647"/>
                  </a:lnTo>
                  <a:lnTo>
                    <a:pt x="438533" y="1179398"/>
                  </a:lnTo>
                  <a:lnTo>
                    <a:pt x="440002" y="1182111"/>
                  </a:lnTo>
                  <a:lnTo>
                    <a:pt x="441433" y="1184831"/>
                  </a:lnTo>
                  <a:lnTo>
                    <a:pt x="442903" y="1187552"/>
                  </a:lnTo>
                  <a:lnTo>
                    <a:pt x="444364" y="1190233"/>
                  </a:lnTo>
                  <a:lnTo>
                    <a:pt x="445803" y="1192922"/>
                  </a:lnTo>
                  <a:lnTo>
                    <a:pt x="447265" y="1195611"/>
                  </a:lnTo>
                  <a:lnTo>
                    <a:pt x="450196" y="1200927"/>
                  </a:lnTo>
                  <a:lnTo>
                    <a:pt x="451634" y="1203608"/>
                  </a:lnTo>
                  <a:lnTo>
                    <a:pt x="454566" y="1208862"/>
                  </a:lnTo>
                  <a:lnTo>
                    <a:pt x="455997" y="1211488"/>
                  </a:lnTo>
                  <a:lnTo>
                    <a:pt x="457466" y="1214115"/>
                  </a:lnTo>
                  <a:lnTo>
                    <a:pt x="458928" y="1216710"/>
                  </a:lnTo>
                  <a:lnTo>
                    <a:pt x="460398" y="1219337"/>
                  </a:lnTo>
                  <a:lnTo>
                    <a:pt x="461836" y="1221901"/>
                  </a:lnTo>
                  <a:lnTo>
                    <a:pt x="463298" y="1224496"/>
                  </a:lnTo>
                  <a:lnTo>
                    <a:pt x="464767" y="1227060"/>
                  </a:lnTo>
                  <a:lnTo>
                    <a:pt x="466198" y="1229632"/>
                  </a:lnTo>
                  <a:lnTo>
                    <a:pt x="467668" y="1232196"/>
                  </a:lnTo>
                  <a:lnTo>
                    <a:pt x="470599" y="1237262"/>
                  </a:lnTo>
                  <a:lnTo>
                    <a:pt x="472030" y="1239794"/>
                  </a:lnTo>
                  <a:lnTo>
                    <a:pt x="473499" y="1242335"/>
                  </a:lnTo>
                  <a:lnTo>
                    <a:pt x="474961" y="1244805"/>
                  </a:lnTo>
                  <a:lnTo>
                    <a:pt x="476400" y="1247307"/>
                  </a:lnTo>
                  <a:lnTo>
                    <a:pt x="477861" y="1249816"/>
                  </a:lnTo>
                  <a:lnTo>
                    <a:pt x="480793" y="1254757"/>
                  </a:lnTo>
                  <a:lnTo>
                    <a:pt x="482231" y="1257235"/>
                  </a:lnTo>
                  <a:lnTo>
                    <a:pt x="485163" y="1262120"/>
                  </a:lnTo>
                  <a:lnTo>
                    <a:pt x="486593" y="1264591"/>
                  </a:lnTo>
                  <a:lnTo>
                    <a:pt x="490994" y="1271829"/>
                  </a:lnTo>
                  <a:lnTo>
                    <a:pt x="492433" y="1274245"/>
                  </a:lnTo>
                  <a:lnTo>
                    <a:pt x="493895" y="1276622"/>
                  </a:lnTo>
                  <a:lnTo>
                    <a:pt x="495364" y="1279037"/>
                  </a:lnTo>
                  <a:lnTo>
                    <a:pt x="496795" y="1281390"/>
                  </a:lnTo>
                  <a:lnTo>
                    <a:pt x="498264" y="1283767"/>
                  </a:lnTo>
                  <a:lnTo>
                    <a:pt x="501196" y="1288472"/>
                  </a:lnTo>
                  <a:lnTo>
                    <a:pt x="502627" y="1290794"/>
                  </a:lnTo>
                  <a:lnTo>
                    <a:pt x="504096" y="1293147"/>
                  </a:lnTo>
                  <a:lnTo>
                    <a:pt x="505558" y="1295461"/>
                  </a:lnTo>
                  <a:lnTo>
                    <a:pt x="506996" y="1297783"/>
                  </a:lnTo>
                  <a:lnTo>
                    <a:pt x="508458" y="1300105"/>
                  </a:lnTo>
                  <a:lnTo>
                    <a:pt x="509928" y="1302364"/>
                  </a:lnTo>
                  <a:lnTo>
                    <a:pt x="511358" y="1304654"/>
                  </a:lnTo>
                  <a:lnTo>
                    <a:pt x="512828" y="1306945"/>
                  </a:lnTo>
                  <a:lnTo>
                    <a:pt x="514290" y="1309204"/>
                  </a:lnTo>
                  <a:lnTo>
                    <a:pt x="515759" y="1311494"/>
                  </a:lnTo>
                  <a:lnTo>
                    <a:pt x="517198" y="1313754"/>
                  </a:lnTo>
                  <a:lnTo>
                    <a:pt x="520129" y="1318217"/>
                  </a:lnTo>
                  <a:lnTo>
                    <a:pt x="521560" y="1320445"/>
                  </a:lnTo>
                  <a:lnTo>
                    <a:pt x="523029" y="1322673"/>
                  </a:lnTo>
                  <a:lnTo>
                    <a:pt x="524491" y="1324870"/>
                  </a:lnTo>
                  <a:lnTo>
                    <a:pt x="525961" y="1327098"/>
                  </a:lnTo>
                  <a:lnTo>
                    <a:pt x="527392" y="1329271"/>
                  </a:lnTo>
                  <a:lnTo>
                    <a:pt x="528861" y="1331467"/>
                  </a:lnTo>
                  <a:lnTo>
                    <a:pt x="530323" y="1333633"/>
                  </a:lnTo>
                  <a:lnTo>
                    <a:pt x="531761" y="1335806"/>
                  </a:lnTo>
                  <a:lnTo>
                    <a:pt x="534693" y="1340137"/>
                  </a:lnTo>
                  <a:lnTo>
                    <a:pt x="536155" y="1342247"/>
                  </a:lnTo>
                  <a:lnTo>
                    <a:pt x="537593" y="1344382"/>
                  </a:lnTo>
                  <a:lnTo>
                    <a:pt x="539055" y="1346523"/>
                  </a:lnTo>
                  <a:lnTo>
                    <a:pt x="540525" y="1348626"/>
                  </a:lnTo>
                  <a:lnTo>
                    <a:pt x="541963" y="1350737"/>
                  </a:lnTo>
                  <a:lnTo>
                    <a:pt x="544894" y="1354950"/>
                  </a:lnTo>
                  <a:lnTo>
                    <a:pt x="546356" y="1357022"/>
                  </a:lnTo>
                  <a:lnTo>
                    <a:pt x="547795" y="1359101"/>
                  </a:lnTo>
                  <a:lnTo>
                    <a:pt x="549257" y="1361181"/>
                  </a:lnTo>
                  <a:lnTo>
                    <a:pt x="550726" y="1363221"/>
                  </a:lnTo>
                  <a:lnTo>
                    <a:pt x="552157" y="1365269"/>
                  </a:lnTo>
                  <a:lnTo>
                    <a:pt x="555088" y="1369365"/>
                  </a:lnTo>
                  <a:lnTo>
                    <a:pt x="556558" y="1371375"/>
                  </a:lnTo>
                  <a:lnTo>
                    <a:pt x="557988" y="1373391"/>
                  </a:lnTo>
                  <a:lnTo>
                    <a:pt x="560920" y="1377425"/>
                  </a:lnTo>
                  <a:lnTo>
                    <a:pt x="562358" y="1379411"/>
                  </a:lnTo>
                  <a:lnTo>
                    <a:pt x="565290" y="1383382"/>
                  </a:lnTo>
                  <a:lnTo>
                    <a:pt x="566752" y="1385336"/>
                  </a:lnTo>
                  <a:lnTo>
                    <a:pt x="568190" y="1387290"/>
                  </a:lnTo>
                  <a:lnTo>
                    <a:pt x="571121" y="1391199"/>
                  </a:lnTo>
                  <a:lnTo>
                    <a:pt x="572560" y="1393122"/>
                  </a:lnTo>
                  <a:lnTo>
                    <a:pt x="574022" y="1395076"/>
                  </a:lnTo>
                  <a:lnTo>
                    <a:pt x="575491" y="1396968"/>
                  </a:lnTo>
                  <a:lnTo>
                    <a:pt x="576922" y="1398891"/>
                  </a:lnTo>
                  <a:lnTo>
                    <a:pt x="581323" y="1404567"/>
                  </a:lnTo>
                  <a:lnTo>
                    <a:pt x="582754" y="1406466"/>
                  </a:lnTo>
                  <a:lnTo>
                    <a:pt x="585685" y="1410187"/>
                  </a:lnTo>
                  <a:lnTo>
                    <a:pt x="587123" y="1412048"/>
                  </a:lnTo>
                  <a:lnTo>
                    <a:pt x="588585" y="1413885"/>
                  </a:lnTo>
                  <a:lnTo>
                    <a:pt x="590055" y="1415745"/>
                  </a:lnTo>
                  <a:lnTo>
                    <a:pt x="591517" y="1417575"/>
                  </a:lnTo>
                  <a:lnTo>
                    <a:pt x="592955" y="1419380"/>
                  </a:lnTo>
                  <a:lnTo>
                    <a:pt x="594417" y="1421210"/>
                  </a:lnTo>
                  <a:lnTo>
                    <a:pt x="595886" y="1423015"/>
                  </a:lnTo>
                  <a:lnTo>
                    <a:pt x="597325" y="1424813"/>
                  </a:lnTo>
                  <a:lnTo>
                    <a:pt x="600256" y="1428417"/>
                  </a:lnTo>
                  <a:lnTo>
                    <a:pt x="601718" y="1430160"/>
                  </a:lnTo>
                  <a:lnTo>
                    <a:pt x="603156" y="1431927"/>
                  </a:lnTo>
                  <a:lnTo>
                    <a:pt x="606088" y="1435476"/>
                  </a:lnTo>
                  <a:lnTo>
                    <a:pt x="607519" y="1437212"/>
                  </a:lnTo>
                  <a:lnTo>
                    <a:pt x="610450" y="1440698"/>
                  </a:lnTo>
                  <a:lnTo>
                    <a:pt x="611920" y="1442402"/>
                  </a:lnTo>
                  <a:lnTo>
                    <a:pt x="613350" y="1444114"/>
                  </a:lnTo>
                  <a:lnTo>
                    <a:pt x="616282" y="1447538"/>
                  </a:lnTo>
                  <a:lnTo>
                    <a:pt x="617720" y="1449242"/>
                  </a:lnTo>
                  <a:lnTo>
                    <a:pt x="622113" y="1454284"/>
                  </a:lnTo>
                  <a:lnTo>
                    <a:pt x="623552" y="1455934"/>
                  </a:lnTo>
                  <a:lnTo>
                    <a:pt x="626483" y="1459233"/>
                  </a:lnTo>
                  <a:lnTo>
                    <a:pt x="627922" y="1460882"/>
                  </a:lnTo>
                  <a:lnTo>
                    <a:pt x="629383" y="1462500"/>
                  </a:lnTo>
                  <a:lnTo>
                    <a:pt x="630853" y="1464150"/>
                  </a:lnTo>
                  <a:lnTo>
                    <a:pt x="632284" y="1465768"/>
                  </a:lnTo>
                  <a:lnTo>
                    <a:pt x="633753" y="1467386"/>
                  </a:lnTo>
                  <a:lnTo>
                    <a:pt x="635215" y="1468973"/>
                  </a:lnTo>
                  <a:lnTo>
                    <a:pt x="636685" y="1470591"/>
                  </a:lnTo>
                  <a:lnTo>
                    <a:pt x="638115" y="1472178"/>
                  </a:lnTo>
                  <a:lnTo>
                    <a:pt x="639585" y="1473765"/>
                  </a:lnTo>
                  <a:lnTo>
                    <a:pt x="641047" y="1475321"/>
                  </a:lnTo>
                  <a:lnTo>
                    <a:pt x="642485" y="1476876"/>
                  </a:lnTo>
                  <a:lnTo>
                    <a:pt x="643947" y="1478471"/>
                  </a:lnTo>
                  <a:lnTo>
                    <a:pt x="645417" y="1480027"/>
                  </a:lnTo>
                  <a:lnTo>
                    <a:pt x="646879" y="1481551"/>
                  </a:lnTo>
                  <a:lnTo>
                    <a:pt x="648317" y="1483107"/>
                  </a:lnTo>
                  <a:lnTo>
                    <a:pt x="651248" y="1486163"/>
                  </a:lnTo>
                  <a:lnTo>
                    <a:pt x="652687" y="1487688"/>
                  </a:lnTo>
                  <a:lnTo>
                    <a:pt x="655618" y="1490682"/>
                  </a:lnTo>
                  <a:lnTo>
                    <a:pt x="657080" y="1492206"/>
                  </a:lnTo>
                  <a:lnTo>
                    <a:pt x="658518" y="1493676"/>
                  </a:lnTo>
                  <a:lnTo>
                    <a:pt x="659980" y="1495169"/>
                  </a:lnTo>
                  <a:lnTo>
                    <a:pt x="661450" y="1496638"/>
                  </a:lnTo>
                  <a:lnTo>
                    <a:pt x="662880" y="1498100"/>
                  </a:lnTo>
                  <a:lnTo>
                    <a:pt x="665812" y="1501032"/>
                  </a:lnTo>
                  <a:lnTo>
                    <a:pt x="667281" y="1502470"/>
                  </a:lnTo>
                  <a:lnTo>
                    <a:pt x="668712" y="1503932"/>
                  </a:lnTo>
                  <a:lnTo>
                    <a:pt x="670182" y="1505370"/>
                  </a:lnTo>
                  <a:lnTo>
                    <a:pt x="671644" y="1506777"/>
                  </a:lnTo>
                  <a:lnTo>
                    <a:pt x="673082" y="1508208"/>
                  </a:lnTo>
                  <a:lnTo>
                    <a:pt x="674544" y="1509646"/>
                  </a:lnTo>
                  <a:lnTo>
                    <a:pt x="676013" y="1511053"/>
                  </a:lnTo>
                  <a:lnTo>
                    <a:pt x="677475" y="1512421"/>
                  </a:lnTo>
                  <a:lnTo>
                    <a:pt x="678914" y="1513828"/>
                  </a:lnTo>
                  <a:lnTo>
                    <a:pt x="680383" y="1515236"/>
                  </a:lnTo>
                  <a:lnTo>
                    <a:pt x="681845" y="1516604"/>
                  </a:lnTo>
                  <a:lnTo>
                    <a:pt x="683283" y="1517980"/>
                  </a:lnTo>
                  <a:lnTo>
                    <a:pt x="684745" y="1519355"/>
                  </a:lnTo>
                  <a:lnTo>
                    <a:pt x="686215" y="1520700"/>
                  </a:lnTo>
                  <a:lnTo>
                    <a:pt x="687677" y="1522076"/>
                  </a:lnTo>
                  <a:lnTo>
                    <a:pt x="689115" y="1523420"/>
                  </a:lnTo>
                  <a:lnTo>
                    <a:pt x="692047" y="1526102"/>
                  </a:lnTo>
                  <a:lnTo>
                    <a:pt x="693477" y="1527415"/>
                  </a:lnTo>
                  <a:lnTo>
                    <a:pt x="694947" y="1528728"/>
                  </a:lnTo>
                  <a:lnTo>
                    <a:pt x="696409" y="1530073"/>
                  </a:lnTo>
                  <a:lnTo>
                    <a:pt x="697847" y="1531355"/>
                  </a:lnTo>
                  <a:lnTo>
                    <a:pt x="700778" y="1533981"/>
                  </a:lnTo>
                  <a:lnTo>
                    <a:pt x="702240" y="1535263"/>
                  </a:lnTo>
                  <a:lnTo>
                    <a:pt x="703679" y="1536546"/>
                  </a:lnTo>
                  <a:lnTo>
                    <a:pt x="705148" y="1537828"/>
                  </a:lnTo>
                  <a:lnTo>
                    <a:pt x="706610" y="1539078"/>
                  </a:lnTo>
                  <a:lnTo>
                    <a:pt x="708048" y="1540368"/>
                  </a:lnTo>
                  <a:lnTo>
                    <a:pt x="712442" y="1544120"/>
                  </a:lnTo>
                  <a:lnTo>
                    <a:pt x="713880" y="1545371"/>
                  </a:lnTo>
                  <a:lnTo>
                    <a:pt x="716812" y="1547818"/>
                  </a:lnTo>
                  <a:lnTo>
                    <a:pt x="718242" y="1549037"/>
                  </a:lnTo>
                  <a:lnTo>
                    <a:pt x="721174" y="1551477"/>
                  </a:lnTo>
                  <a:lnTo>
                    <a:pt x="722643" y="1552672"/>
                  </a:lnTo>
                  <a:lnTo>
                    <a:pt x="724074" y="1553861"/>
                  </a:lnTo>
                  <a:lnTo>
                    <a:pt x="727005" y="1556245"/>
                  </a:lnTo>
                  <a:lnTo>
                    <a:pt x="728444" y="1557433"/>
                  </a:lnTo>
                  <a:lnTo>
                    <a:pt x="732837" y="1560912"/>
                  </a:lnTo>
                  <a:lnTo>
                    <a:pt x="734275" y="1562077"/>
                  </a:lnTo>
                  <a:lnTo>
                    <a:pt x="735745" y="1563234"/>
                  </a:lnTo>
                  <a:lnTo>
                    <a:pt x="737207" y="1564367"/>
                  </a:lnTo>
                  <a:lnTo>
                    <a:pt x="738645" y="1565493"/>
                  </a:lnTo>
                  <a:lnTo>
                    <a:pt x="740107" y="1566658"/>
                  </a:lnTo>
                  <a:lnTo>
                    <a:pt x="741577" y="1567752"/>
                  </a:lnTo>
                  <a:lnTo>
                    <a:pt x="743039" y="1568885"/>
                  </a:lnTo>
                  <a:lnTo>
                    <a:pt x="744477" y="1570011"/>
                  </a:lnTo>
                  <a:lnTo>
                    <a:pt x="747408" y="1572216"/>
                  </a:lnTo>
                  <a:lnTo>
                    <a:pt x="748839" y="1573310"/>
                  </a:lnTo>
                  <a:lnTo>
                    <a:pt x="750309" y="1574412"/>
                  </a:lnTo>
                  <a:lnTo>
                    <a:pt x="751771" y="1575483"/>
                  </a:lnTo>
                  <a:lnTo>
                    <a:pt x="753240" y="1576578"/>
                  </a:lnTo>
                  <a:lnTo>
                    <a:pt x="754671" y="1577649"/>
                  </a:lnTo>
                  <a:lnTo>
                    <a:pt x="757602" y="1579783"/>
                  </a:lnTo>
                  <a:lnTo>
                    <a:pt x="759041" y="1580822"/>
                  </a:lnTo>
                  <a:lnTo>
                    <a:pt x="760510" y="1581893"/>
                  </a:lnTo>
                  <a:lnTo>
                    <a:pt x="761972" y="1582933"/>
                  </a:lnTo>
                  <a:lnTo>
                    <a:pt x="763410" y="1583973"/>
                  </a:lnTo>
                  <a:lnTo>
                    <a:pt x="766342" y="1586044"/>
                  </a:lnTo>
                  <a:lnTo>
                    <a:pt x="767803" y="1587053"/>
                  </a:lnTo>
                  <a:lnTo>
                    <a:pt x="769242" y="1588092"/>
                  </a:lnTo>
                  <a:lnTo>
                    <a:pt x="772174" y="1590109"/>
                  </a:lnTo>
                  <a:lnTo>
                    <a:pt x="773604" y="1591118"/>
                  </a:lnTo>
                  <a:lnTo>
                    <a:pt x="775074" y="1592095"/>
                  </a:lnTo>
                  <a:lnTo>
                    <a:pt x="776535" y="1593103"/>
                  </a:lnTo>
                  <a:lnTo>
                    <a:pt x="778005" y="1594080"/>
                  </a:lnTo>
                  <a:lnTo>
                    <a:pt x="779436" y="1595058"/>
                  </a:lnTo>
                  <a:lnTo>
                    <a:pt x="782367" y="1597012"/>
                  </a:lnTo>
                  <a:lnTo>
                    <a:pt x="783805" y="1597989"/>
                  </a:lnTo>
                  <a:lnTo>
                    <a:pt x="786737" y="1599881"/>
                  </a:lnTo>
                  <a:lnTo>
                    <a:pt x="788207" y="1600858"/>
                  </a:lnTo>
                  <a:lnTo>
                    <a:pt x="789637" y="1601773"/>
                  </a:lnTo>
                  <a:lnTo>
                    <a:pt x="792569" y="1603665"/>
                  </a:lnTo>
                  <a:lnTo>
                    <a:pt x="794007" y="1604579"/>
                  </a:lnTo>
                  <a:lnTo>
                    <a:pt x="795469" y="1605525"/>
                  </a:lnTo>
                  <a:lnTo>
                    <a:pt x="798400" y="1607362"/>
                  </a:lnTo>
                  <a:lnTo>
                    <a:pt x="799839" y="1608245"/>
                  </a:lnTo>
                  <a:lnTo>
                    <a:pt x="802770" y="1610082"/>
                  </a:lnTo>
                  <a:lnTo>
                    <a:pt x="804201" y="1610966"/>
                  </a:lnTo>
                  <a:lnTo>
                    <a:pt x="808602" y="1613624"/>
                  </a:lnTo>
                  <a:lnTo>
                    <a:pt x="810040" y="1614507"/>
                  </a:lnTo>
                  <a:lnTo>
                    <a:pt x="812964" y="1616219"/>
                  </a:lnTo>
                  <a:lnTo>
                    <a:pt x="814402" y="1617102"/>
                  </a:lnTo>
                  <a:lnTo>
                    <a:pt x="815872" y="1617923"/>
                  </a:lnTo>
                  <a:lnTo>
                    <a:pt x="817334" y="1618783"/>
                  </a:lnTo>
                  <a:lnTo>
                    <a:pt x="818772" y="1619635"/>
                  </a:lnTo>
                  <a:lnTo>
                    <a:pt x="820234" y="1620495"/>
                  </a:lnTo>
                  <a:lnTo>
                    <a:pt x="823166" y="1622137"/>
                  </a:lnTo>
                  <a:lnTo>
                    <a:pt x="824604" y="1622965"/>
                  </a:lnTo>
                  <a:lnTo>
                    <a:pt x="827536" y="1624615"/>
                  </a:lnTo>
                  <a:lnTo>
                    <a:pt x="828966" y="1625436"/>
                  </a:lnTo>
                  <a:lnTo>
                    <a:pt x="830436" y="1626233"/>
                  </a:lnTo>
                  <a:lnTo>
                    <a:pt x="831898" y="1627054"/>
                  </a:lnTo>
                  <a:lnTo>
                    <a:pt x="833367" y="1627851"/>
                  </a:lnTo>
                  <a:lnTo>
                    <a:pt x="834797" y="1628641"/>
                  </a:lnTo>
                  <a:lnTo>
                    <a:pt x="836268" y="1629438"/>
                  </a:lnTo>
                  <a:lnTo>
                    <a:pt x="837729" y="1630204"/>
                  </a:lnTo>
                  <a:lnTo>
                    <a:pt x="839168" y="1630994"/>
                  </a:lnTo>
                  <a:lnTo>
                    <a:pt x="840637" y="1631791"/>
                  </a:lnTo>
                  <a:lnTo>
                    <a:pt x="843569" y="1633315"/>
                  </a:lnTo>
                  <a:lnTo>
                    <a:pt x="844999" y="1634081"/>
                  </a:lnTo>
                  <a:lnTo>
                    <a:pt x="847930" y="1635606"/>
                  </a:lnTo>
                  <a:lnTo>
                    <a:pt x="849369" y="1636341"/>
                  </a:lnTo>
                  <a:lnTo>
                    <a:pt x="850831" y="1637107"/>
                  </a:lnTo>
                  <a:lnTo>
                    <a:pt x="853762" y="1638569"/>
                  </a:lnTo>
                  <a:lnTo>
                    <a:pt x="855201" y="1639303"/>
                  </a:lnTo>
                  <a:lnTo>
                    <a:pt x="858132" y="1640765"/>
                  </a:lnTo>
                  <a:lnTo>
                    <a:pt x="859563" y="1641469"/>
                  </a:lnTo>
                  <a:lnTo>
                    <a:pt x="861032" y="1642204"/>
                  </a:lnTo>
                  <a:lnTo>
                    <a:pt x="863964" y="1643611"/>
                  </a:lnTo>
                  <a:lnTo>
                    <a:pt x="865402" y="1644306"/>
                  </a:lnTo>
                  <a:lnTo>
                    <a:pt x="868334" y="1645714"/>
                  </a:lnTo>
                  <a:lnTo>
                    <a:pt x="869764" y="1646417"/>
                  </a:lnTo>
                  <a:lnTo>
                    <a:pt x="871234" y="1647089"/>
                  </a:lnTo>
                  <a:lnTo>
                    <a:pt x="872696" y="1647793"/>
                  </a:lnTo>
                  <a:lnTo>
                    <a:pt x="874165" y="1648465"/>
                  </a:lnTo>
                  <a:lnTo>
                    <a:pt x="875596" y="1649137"/>
                  </a:lnTo>
                  <a:lnTo>
                    <a:pt x="878527" y="1650474"/>
                  </a:lnTo>
                  <a:lnTo>
                    <a:pt x="879966" y="1651147"/>
                  </a:lnTo>
                  <a:lnTo>
                    <a:pt x="881428" y="1651788"/>
                  </a:lnTo>
                  <a:lnTo>
                    <a:pt x="882897" y="1652460"/>
                  </a:lnTo>
                  <a:lnTo>
                    <a:pt x="884328" y="1653101"/>
                  </a:lnTo>
                  <a:lnTo>
                    <a:pt x="888729" y="1655032"/>
                  </a:lnTo>
                  <a:lnTo>
                    <a:pt x="890167" y="1655673"/>
                  </a:lnTo>
                  <a:lnTo>
                    <a:pt x="893091" y="1656955"/>
                  </a:lnTo>
                  <a:lnTo>
                    <a:pt x="894529" y="1657564"/>
                  </a:lnTo>
                  <a:lnTo>
                    <a:pt x="895999" y="1658174"/>
                  </a:lnTo>
                  <a:lnTo>
                    <a:pt x="897461" y="1658815"/>
                  </a:lnTo>
                  <a:lnTo>
                    <a:pt x="898931" y="1659425"/>
                  </a:lnTo>
                  <a:lnTo>
                    <a:pt x="900361" y="1660035"/>
                  </a:lnTo>
                  <a:lnTo>
                    <a:pt x="901831" y="1660645"/>
                  </a:lnTo>
                  <a:lnTo>
                    <a:pt x="903293" y="1661223"/>
                  </a:lnTo>
                  <a:lnTo>
                    <a:pt x="904731" y="1661840"/>
                  </a:lnTo>
                  <a:lnTo>
                    <a:pt x="906193" y="1662450"/>
                  </a:lnTo>
                  <a:lnTo>
                    <a:pt x="909124" y="1663607"/>
                  </a:lnTo>
                  <a:lnTo>
                    <a:pt x="910563" y="1664186"/>
                  </a:lnTo>
                  <a:lnTo>
                    <a:pt x="913494" y="1665350"/>
                  </a:lnTo>
                  <a:lnTo>
                    <a:pt x="914924" y="1665929"/>
                  </a:lnTo>
                  <a:lnTo>
                    <a:pt x="916394" y="1666507"/>
                  </a:lnTo>
                  <a:lnTo>
                    <a:pt x="917856" y="1667062"/>
                  </a:lnTo>
                  <a:lnTo>
                    <a:pt x="919326" y="1667641"/>
                  </a:lnTo>
                  <a:lnTo>
                    <a:pt x="920764" y="1668188"/>
                  </a:lnTo>
                  <a:lnTo>
                    <a:pt x="923695" y="1669290"/>
                  </a:lnTo>
                  <a:lnTo>
                    <a:pt x="925126" y="1669838"/>
                  </a:lnTo>
                  <a:lnTo>
                    <a:pt x="929527" y="1671487"/>
                  </a:lnTo>
                  <a:lnTo>
                    <a:pt x="930958" y="1672003"/>
                  </a:lnTo>
                  <a:lnTo>
                    <a:pt x="932427" y="1672558"/>
                  </a:lnTo>
                  <a:lnTo>
                    <a:pt x="933889" y="1673074"/>
                  </a:lnTo>
                  <a:lnTo>
                    <a:pt x="935328" y="1673590"/>
                  </a:lnTo>
                  <a:lnTo>
                    <a:pt x="938259" y="1674630"/>
                  </a:lnTo>
                  <a:lnTo>
                    <a:pt x="939690" y="1675153"/>
                  </a:lnTo>
                  <a:lnTo>
                    <a:pt x="942621" y="1676193"/>
                  </a:lnTo>
                  <a:lnTo>
                    <a:pt x="944091" y="1676678"/>
                  </a:lnTo>
                  <a:lnTo>
                    <a:pt x="945529" y="1677194"/>
                  </a:lnTo>
                  <a:lnTo>
                    <a:pt x="946991" y="1677686"/>
                  </a:lnTo>
                  <a:lnTo>
                    <a:pt x="948461" y="1678202"/>
                  </a:lnTo>
                  <a:lnTo>
                    <a:pt x="949891" y="1678695"/>
                  </a:lnTo>
                  <a:lnTo>
                    <a:pt x="954292" y="1680156"/>
                  </a:lnTo>
                  <a:lnTo>
                    <a:pt x="955723" y="1680618"/>
                  </a:lnTo>
                  <a:lnTo>
                    <a:pt x="958654" y="1681595"/>
                  </a:lnTo>
                  <a:lnTo>
                    <a:pt x="960093" y="1682056"/>
                  </a:lnTo>
                  <a:lnTo>
                    <a:pt x="961555" y="1682541"/>
                  </a:lnTo>
                  <a:lnTo>
                    <a:pt x="964486" y="1683455"/>
                  </a:lnTo>
                  <a:lnTo>
                    <a:pt x="965925" y="1683916"/>
                  </a:lnTo>
                  <a:lnTo>
                    <a:pt x="968856" y="1684831"/>
                  </a:lnTo>
                  <a:lnTo>
                    <a:pt x="970294" y="1685292"/>
                  </a:lnTo>
                  <a:lnTo>
                    <a:pt x="971756" y="1685746"/>
                  </a:lnTo>
                  <a:lnTo>
                    <a:pt x="973218" y="1686176"/>
                  </a:lnTo>
                  <a:lnTo>
                    <a:pt x="974688" y="1686629"/>
                  </a:lnTo>
                  <a:lnTo>
                    <a:pt x="976126" y="1687059"/>
                  </a:lnTo>
                  <a:lnTo>
                    <a:pt x="977588" y="1687489"/>
                  </a:lnTo>
                  <a:lnTo>
                    <a:pt x="979058" y="1687942"/>
                  </a:lnTo>
                  <a:lnTo>
                    <a:pt x="980488" y="1688372"/>
                  </a:lnTo>
                  <a:lnTo>
                    <a:pt x="984889" y="1689654"/>
                  </a:lnTo>
                  <a:lnTo>
                    <a:pt x="986319" y="1690053"/>
                  </a:lnTo>
                  <a:lnTo>
                    <a:pt x="989251" y="1690905"/>
                  </a:lnTo>
                  <a:lnTo>
                    <a:pt x="990689" y="1691304"/>
                  </a:lnTo>
                  <a:lnTo>
                    <a:pt x="992151" y="1691734"/>
                  </a:lnTo>
                  <a:lnTo>
                    <a:pt x="995083" y="1692523"/>
                  </a:lnTo>
                  <a:lnTo>
                    <a:pt x="996521" y="1692922"/>
                  </a:lnTo>
                  <a:lnTo>
                    <a:pt x="999453" y="1693719"/>
                  </a:lnTo>
                  <a:lnTo>
                    <a:pt x="1000891" y="1694118"/>
                  </a:lnTo>
                  <a:lnTo>
                    <a:pt x="1003822" y="1694908"/>
                  </a:lnTo>
                  <a:lnTo>
                    <a:pt x="1005253" y="1695275"/>
                  </a:lnTo>
                  <a:lnTo>
                    <a:pt x="1006723" y="1695674"/>
                  </a:lnTo>
                  <a:lnTo>
                    <a:pt x="1008184" y="1696041"/>
                  </a:lnTo>
                  <a:lnTo>
                    <a:pt x="1009654" y="1696432"/>
                  </a:lnTo>
                  <a:lnTo>
                    <a:pt x="1011085" y="1696799"/>
                  </a:lnTo>
                  <a:lnTo>
                    <a:pt x="1014016" y="1697534"/>
                  </a:lnTo>
                  <a:lnTo>
                    <a:pt x="1015455" y="1697933"/>
                  </a:lnTo>
                  <a:lnTo>
                    <a:pt x="1016916" y="1698300"/>
                  </a:lnTo>
                  <a:lnTo>
                    <a:pt x="1018386" y="1698636"/>
                  </a:lnTo>
                  <a:lnTo>
                    <a:pt x="1019848" y="1698996"/>
                  </a:lnTo>
                  <a:lnTo>
                    <a:pt x="1021286" y="1699363"/>
                  </a:lnTo>
                  <a:lnTo>
                    <a:pt x="1022748" y="1699731"/>
                  </a:lnTo>
                  <a:lnTo>
                    <a:pt x="1024218" y="1700067"/>
                  </a:lnTo>
                  <a:lnTo>
                    <a:pt x="1025656" y="1700434"/>
                  </a:lnTo>
                  <a:lnTo>
                    <a:pt x="1027118" y="1700771"/>
                  </a:lnTo>
                  <a:lnTo>
                    <a:pt x="1028588" y="1701138"/>
                  </a:lnTo>
                  <a:lnTo>
                    <a:pt x="1030049" y="1701474"/>
                  </a:lnTo>
                  <a:lnTo>
                    <a:pt x="1031488" y="1701810"/>
                  </a:lnTo>
                  <a:lnTo>
                    <a:pt x="1034419" y="1702482"/>
                  </a:lnTo>
                  <a:lnTo>
                    <a:pt x="1035850" y="1702819"/>
                  </a:lnTo>
                  <a:lnTo>
                    <a:pt x="1040251" y="1703827"/>
                  </a:lnTo>
                  <a:lnTo>
                    <a:pt x="1041682" y="1704132"/>
                  </a:lnTo>
                  <a:lnTo>
                    <a:pt x="1043151" y="1704468"/>
                  </a:lnTo>
                  <a:lnTo>
                    <a:pt x="1044613" y="1704773"/>
                  </a:lnTo>
                  <a:lnTo>
                    <a:pt x="1046052" y="1705109"/>
                  </a:lnTo>
                  <a:lnTo>
                    <a:pt x="1047513" y="1705414"/>
                  </a:lnTo>
                  <a:lnTo>
                    <a:pt x="1048983" y="1705750"/>
                  </a:lnTo>
                  <a:lnTo>
                    <a:pt x="1050445" y="1706055"/>
                  </a:lnTo>
                  <a:lnTo>
                    <a:pt x="1051883" y="1706360"/>
                  </a:lnTo>
                  <a:lnTo>
                    <a:pt x="1054815" y="1706970"/>
                  </a:lnTo>
                  <a:lnTo>
                    <a:pt x="1056253" y="1707274"/>
                  </a:lnTo>
                  <a:lnTo>
                    <a:pt x="1060646" y="1708189"/>
                  </a:lnTo>
                  <a:lnTo>
                    <a:pt x="1062085" y="1708463"/>
                  </a:lnTo>
                  <a:lnTo>
                    <a:pt x="1065016" y="1709080"/>
                  </a:lnTo>
                  <a:lnTo>
                    <a:pt x="1066446" y="1709354"/>
                  </a:lnTo>
                  <a:lnTo>
                    <a:pt x="1067916" y="1709659"/>
                  </a:lnTo>
                  <a:lnTo>
                    <a:pt x="1069378" y="1709932"/>
                  </a:lnTo>
                  <a:lnTo>
                    <a:pt x="1070816" y="1710206"/>
                  </a:lnTo>
                  <a:lnTo>
                    <a:pt x="1072278" y="1710480"/>
                  </a:lnTo>
                  <a:lnTo>
                    <a:pt x="1073748" y="1710784"/>
                  </a:lnTo>
                  <a:lnTo>
                    <a:pt x="1075210" y="1711058"/>
                  </a:lnTo>
                  <a:lnTo>
                    <a:pt x="1076648" y="1711339"/>
                  </a:lnTo>
                  <a:lnTo>
                    <a:pt x="1079580" y="1711887"/>
                  </a:lnTo>
                  <a:lnTo>
                    <a:pt x="1081018" y="1712129"/>
                  </a:lnTo>
                  <a:lnTo>
                    <a:pt x="1085411" y="1712958"/>
                  </a:lnTo>
                  <a:lnTo>
                    <a:pt x="1086850" y="1713200"/>
                  </a:lnTo>
                  <a:lnTo>
                    <a:pt x="1088311" y="1713474"/>
                  </a:lnTo>
                  <a:lnTo>
                    <a:pt x="1089781" y="1713716"/>
                  </a:lnTo>
                  <a:lnTo>
                    <a:pt x="1091212" y="1713990"/>
                  </a:lnTo>
                  <a:lnTo>
                    <a:pt x="1094143" y="1714482"/>
                  </a:lnTo>
                  <a:lnTo>
                    <a:pt x="1095613" y="1714756"/>
                  </a:lnTo>
                  <a:lnTo>
                    <a:pt x="1097043" y="1714998"/>
                  </a:lnTo>
                  <a:lnTo>
                    <a:pt x="1099975" y="1715490"/>
                  </a:lnTo>
                  <a:lnTo>
                    <a:pt x="1101413" y="1715733"/>
                  </a:lnTo>
                  <a:lnTo>
                    <a:pt x="1105807" y="1716468"/>
                  </a:lnTo>
                  <a:lnTo>
                    <a:pt x="1107245" y="1716679"/>
                  </a:lnTo>
                  <a:lnTo>
                    <a:pt x="1110176" y="1717171"/>
                  </a:lnTo>
                  <a:lnTo>
                    <a:pt x="1111615" y="1717382"/>
                  </a:lnTo>
                  <a:lnTo>
                    <a:pt x="1113077" y="1717625"/>
                  </a:lnTo>
                  <a:lnTo>
                    <a:pt x="1114546" y="1717843"/>
                  </a:lnTo>
                  <a:lnTo>
                    <a:pt x="1116008" y="1718086"/>
                  </a:lnTo>
                  <a:lnTo>
                    <a:pt x="1117447" y="1718297"/>
                  </a:lnTo>
                  <a:lnTo>
                    <a:pt x="1118908" y="1718539"/>
                  </a:lnTo>
                  <a:lnTo>
                    <a:pt x="1120378" y="1718758"/>
                  </a:lnTo>
                  <a:lnTo>
                    <a:pt x="1121809" y="1718969"/>
                  </a:lnTo>
                  <a:lnTo>
                    <a:pt x="1123278" y="1719188"/>
                  </a:lnTo>
                  <a:lnTo>
                    <a:pt x="1124740" y="1719430"/>
                  </a:lnTo>
                  <a:lnTo>
                    <a:pt x="1126179" y="1719641"/>
                  </a:lnTo>
                  <a:lnTo>
                    <a:pt x="1130571" y="1720282"/>
                  </a:lnTo>
                  <a:lnTo>
                    <a:pt x="1132010" y="1720470"/>
                  </a:lnTo>
                  <a:lnTo>
                    <a:pt x="1134941" y="1720892"/>
                  </a:lnTo>
                  <a:lnTo>
                    <a:pt x="1136380" y="1721111"/>
                  </a:lnTo>
                  <a:lnTo>
                    <a:pt x="1137841" y="1721291"/>
                  </a:lnTo>
                  <a:lnTo>
                    <a:pt x="1140773" y="1721721"/>
                  </a:lnTo>
                  <a:lnTo>
                    <a:pt x="1142211" y="1721901"/>
                  </a:lnTo>
                  <a:lnTo>
                    <a:pt x="1143673" y="1722119"/>
                  </a:lnTo>
                  <a:lnTo>
                    <a:pt x="1145143" y="1722299"/>
                  </a:lnTo>
                  <a:lnTo>
                    <a:pt x="1146573" y="1722510"/>
                  </a:lnTo>
                  <a:lnTo>
                    <a:pt x="1150975" y="1723065"/>
                  </a:lnTo>
                  <a:lnTo>
                    <a:pt x="1152405" y="1723276"/>
                  </a:lnTo>
                  <a:lnTo>
                    <a:pt x="1155337" y="1723644"/>
                  </a:lnTo>
                  <a:lnTo>
                    <a:pt x="1156775" y="1723824"/>
                  </a:lnTo>
                  <a:lnTo>
                    <a:pt x="1161168" y="1724379"/>
                  </a:lnTo>
                  <a:lnTo>
                    <a:pt x="1162607" y="1724558"/>
                  </a:lnTo>
                  <a:lnTo>
                    <a:pt x="1164076" y="1724738"/>
                  </a:lnTo>
                  <a:lnTo>
                    <a:pt x="1165538" y="1724895"/>
                  </a:lnTo>
                  <a:lnTo>
                    <a:pt x="1166977" y="1725074"/>
                  </a:lnTo>
                  <a:lnTo>
                    <a:pt x="1168438" y="1725262"/>
                  </a:lnTo>
                  <a:lnTo>
                    <a:pt x="1169908" y="1725411"/>
                  </a:lnTo>
                  <a:lnTo>
                    <a:pt x="1171370" y="1725598"/>
                  </a:lnTo>
                  <a:lnTo>
                    <a:pt x="1172808" y="1725778"/>
                  </a:lnTo>
                  <a:lnTo>
                    <a:pt x="1174270" y="1725934"/>
                  </a:lnTo>
                  <a:lnTo>
                    <a:pt x="1175740" y="1726114"/>
                  </a:lnTo>
                  <a:lnTo>
                    <a:pt x="1177170" y="1726270"/>
                  </a:lnTo>
                  <a:lnTo>
                    <a:pt x="1178640" y="1726450"/>
                  </a:lnTo>
                  <a:lnTo>
                    <a:pt x="1181572" y="1726755"/>
                  </a:lnTo>
                  <a:lnTo>
                    <a:pt x="1183002" y="1726943"/>
                  </a:lnTo>
                  <a:lnTo>
                    <a:pt x="1185934" y="1727248"/>
                  </a:lnTo>
                  <a:lnTo>
                    <a:pt x="1187372" y="1727396"/>
                  </a:lnTo>
                  <a:lnTo>
                    <a:pt x="1188842" y="1727552"/>
                  </a:lnTo>
                  <a:lnTo>
                    <a:pt x="1190303" y="1727732"/>
                  </a:lnTo>
                  <a:lnTo>
                    <a:pt x="1191742" y="1727889"/>
                  </a:lnTo>
                  <a:lnTo>
                    <a:pt x="1194673" y="1728193"/>
                  </a:lnTo>
                  <a:lnTo>
                    <a:pt x="1196135" y="1728311"/>
                  </a:lnTo>
                  <a:lnTo>
                    <a:pt x="1197574" y="1728467"/>
                  </a:lnTo>
                  <a:lnTo>
                    <a:pt x="1200505" y="1728772"/>
                  </a:lnTo>
                  <a:lnTo>
                    <a:pt x="1201935" y="1728928"/>
                  </a:lnTo>
                  <a:lnTo>
                    <a:pt x="1203405" y="1729077"/>
                  </a:lnTo>
                  <a:lnTo>
                    <a:pt x="1204867" y="1729202"/>
                  </a:lnTo>
                  <a:lnTo>
                    <a:pt x="1206337" y="1729350"/>
                  </a:lnTo>
                  <a:lnTo>
                    <a:pt x="1207767" y="1729507"/>
                  </a:lnTo>
                  <a:lnTo>
                    <a:pt x="1209237" y="1729624"/>
                  </a:lnTo>
                  <a:lnTo>
                    <a:pt x="1210698" y="1729780"/>
                  </a:lnTo>
                  <a:lnTo>
                    <a:pt x="1212137" y="1729905"/>
                  </a:lnTo>
                  <a:lnTo>
                    <a:pt x="1213599" y="1730054"/>
                  </a:lnTo>
                  <a:lnTo>
                    <a:pt x="1215068" y="1730179"/>
                  </a:lnTo>
                  <a:lnTo>
                    <a:pt x="1216538" y="1730328"/>
                  </a:lnTo>
                  <a:lnTo>
                    <a:pt x="1217968" y="1730453"/>
                  </a:lnTo>
                  <a:lnTo>
                    <a:pt x="1219438" y="1730601"/>
                  </a:lnTo>
                  <a:lnTo>
                    <a:pt x="1220900" y="1730726"/>
                  </a:lnTo>
                  <a:lnTo>
                    <a:pt x="1222338" y="1730851"/>
                  </a:lnTo>
                  <a:lnTo>
                    <a:pt x="1223800" y="1730969"/>
                  </a:lnTo>
                  <a:lnTo>
                    <a:pt x="1225270" y="1731125"/>
                  </a:lnTo>
                  <a:lnTo>
                    <a:pt x="1226732" y="1731250"/>
                  </a:lnTo>
                  <a:lnTo>
                    <a:pt x="1228170" y="1731367"/>
                  </a:lnTo>
                  <a:lnTo>
                    <a:pt x="1231102" y="1731610"/>
                  </a:lnTo>
                  <a:lnTo>
                    <a:pt x="1232532" y="1731735"/>
                  </a:lnTo>
                  <a:lnTo>
                    <a:pt x="1236933" y="1732102"/>
                  </a:lnTo>
                  <a:lnTo>
                    <a:pt x="1238364" y="1732219"/>
                  </a:lnTo>
                  <a:lnTo>
                    <a:pt x="1241295" y="1732469"/>
                  </a:lnTo>
                  <a:lnTo>
                    <a:pt x="1242734" y="1732587"/>
                  </a:lnTo>
                  <a:lnTo>
                    <a:pt x="1245665" y="1732837"/>
                  </a:lnTo>
                  <a:lnTo>
                    <a:pt x="1247135" y="1732923"/>
                  </a:lnTo>
                  <a:lnTo>
                    <a:pt x="1248565" y="1733048"/>
                  </a:lnTo>
                  <a:lnTo>
                    <a:pt x="1250035" y="1733173"/>
                  </a:lnTo>
                  <a:lnTo>
                    <a:pt x="1251497" y="1733259"/>
                  </a:lnTo>
                  <a:lnTo>
                    <a:pt x="1252935" y="1733384"/>
                  </a:lnTo>
                  <a:lnTo>
                    <a:pt x="1254397" y="1733509"/>
                  </a:lnTo>
                  <a:lnTo>
                    <a:pt x="1255867" y="1733595"/>
                  </a:lnTo>
                  <a:lnTo>
                    <a:pt x="1257297" y="1733720"/>
                  </a:lnTo>
                  <a:lnTo>
                    <a:pt x="1258767" y="1733814"/>
                  </a:lnTo>
                  <a:lnTo>
                    <a:pt x="1260229" y="1733931"/>
                  </a:lnTo>
                  <a:lnTo>
                    <a:pt x="1261699" y="1734025"/>
                  </a:lnTo>
                  <a:lnTo>
                    <a:pt x="1263129" y="1734150"/>
                  </a:lnTo>
                  <a:lnTo>
                    <a:pt x="1264599" y="1734236"/>
                  </a:lnTo>
                  <a:lnTo>
                    <a:pt x="1266061" y="1734361"/>
                  </a:lnTo>
                  <a:lnTo>
                    <a:pt x="1267499" y="1734455"/>
                  </a:lnTo>
                  <a:lnTo>
                    <a:pt x="1268969" y="1734541"/>
                  </a:lnTo>
                  <a:lnTo>
                    <a:pt x="1270430" y="1734666"/>
                  </a:lnTo>
                  <a:lnTo>
                    <a:pt x="1271900" y="1734760"/>
                  </a:lnTo>
                  <a:lnTo>
                    <a:pt x="1273331" y="1734846"/>
                  </a:lnTo>
                  <a:lnTo>
                    <a:pt x="1276262" y="1735034"/>
                  </a:lnTo>
                  <a:lnTo>
                    <a:pt x="1277701" y="1735159"/>
                  </a:lnTo>
                  <a:lnTo>
                    <a:pt x="1282093" y="1735432"/>
                  </a:lnTo>
                  <a:lnTo>
                    <a:pt x="1283532" y="1735518"/>
                  </a:lnTo>
                  <a:lnTo>
                    <a:pt x="1286463" y="1735706"/>
                  </a:lnTo>
                  <a:lnTo>
                    <a:pt x="1287894" y="1735800"/>
                  </a:lnTo>
                  <a:lnTo>
                    <a:pt x="1292295" y="1736073"/>
                  </a:lnTo>
                  <a:lnTo>
                    <a:pt x="1293726" y="1736159"/>
                  </a:lnTo>
                  <a:lnTo>
                    <a:pt x="1296665" y="1736347"/>
                  </a:lnTo>
                  <a:lnTo>
                    <a:pt x="1298095" y="1736409"/>
                  </a:lnTo>
                  <a:lnTo>
                    <a:pt x="1302497" y="1736683"/>
                  </a:lnTo>
                  <a:lnTo>
                    <a:pt x="1303927" y="1736777"/>
                  </a:lnTo>
                  <a:lnTo>
                    <a:pt x="1305397" y="1736832"/>
                  </a:lnTo>
                  <a:lnTo>
                    <a:pt x="1306859" y="1736925"/>
                  </a:lnTo>
                  <a:lnTo>
                    <a:pt x="1308297" y="1737019"/>
                  </a:lnTo>
                  <a:lnTo>
                    <a:pt x="1309759" y="1737082"/>
                  </a:lnTo>
                  <a:lnTo>
                    <a:pt x="1311229" y="1737168"/>
                  </a:lnTo>
                  <a:lnTo>
                    <a:pt x="1312659" y="1737261"/>
                  </a:lnTo>
                  <a:lnTo>
                    <a:pt x="1314129" y="1737324"/>
                  </a:lnTo>
                  <a:lnTo>
                    <a:pt x="1315591" y="1737418"/>
                  </a:lnTo>
                  <a:lnTo>
                    <a:pt x="1317060" y="1737473"/>
                  </a:lnTo>
                  <a:lnTo>
                    <a:pt x="1318491" y="1737566"/>
                  </a:lnTo>
                  <a:lnTo>
                    <a:pt x="1319961" y="1737629"/>
                  </a:lnTo>
                  <a:lnTo>
                    <a:pt x="1321422" y="1737723"/>
                  </a:lnTo>
                  <a:lnTo>
                    <a:pt x="1322861" y="1737778"/>
                  </a:lnTo>
                  <a:lnTo>
                    <a:pt x="1324330" y="1737871"/>
                  </a:lnTo>
                  <a:lnTo>
                    <a:pt x="1327262" y="1737996"/>
                  </a:lnTo>
                  <a:lnTo>
                    <a:pt x="1328692" y="1738082"/>
                  </a:lnTo>
                  <a:lnTo>
                    <a:pt x="1330162" y="1738145"/>
                  </a:lnTo>
                  <a:lnTo>
                    <a:pt x="1331624" y="1738239"/>
                  </a:lnTo>
                  <a:lnTo>
                    <a:pt x="1333062" y="1738301"/>
                  </a:lnTo>
                  <a:lnTo>
                    <a:pt x="1335994" y="1738419"/>
                  </a:lnTo>
                  <a:lnTo>
                    <a:pt x="1337456" y="1738512"/>
                  </a:lnTo>
                  <a:lnTo>
                    <a:pt x="1338894" y="1738575"/>
                  </a:lnTo>
                  <a:lnTo>
                    <a:pt x="1341826" y="1738700"/>
                  </a:lnTo>
                  <a:lnTo>
                    <a:pt x="1343256" y="1738786"/>
                  </a:lnTo>
                  <a:lnTo>
                    <a:pt x="1347657" y="1738973"/>
                  </a:lnTo>
                  <a:lnTo>
                    <a:pt x="1349096" y="1739036"/>
                  </a:lnTo>
                  <a:lnTo>
                    <a:pt x="1352027" y="1739153"/>
                  </a:lnTo>
                  <a:lnTo>
                    <a:pt x="1353457" y="1739216"/>
                  </a:lnTo>
                  <a:lnTo>
                    <a:pt x="1357858" y="1739396"/>
                  </a:lnTo>
                  <a:lnTo>
                    <a:pt x="1359289" y="1739458"/>
                  </a:lnTo>
                  <a:lnTo>
                    <a:pt x="1362220" y="1739583"/>
                  </a:lnTo>
                  <a:lnTo>
                    <a:pt x="1363659" y="1739646"/>
                  </a:lnTo>
                  <a:lnTo>
                    <a:pt x="1368052" y="1739826"/>
                  </a:lnTo>
                  <a:lnTo>
                    <a:pt x="1369491" y="1739888"/>
                  </a:lnTo>
                  <a:lnTo>
                    <a:pt x="1372422" y="1740013"/>
                  </a:lnTo>
                  <a:lnTo>
                    <a:pt x="1373853" y="1740037"/>
                  </a:lnTo>
                  <a:lnTo>
                    <a:pt x="1376792" y="1740162"/>
                  </a:lnTo>
                  <a:lnTo>
                    <a:pt x="1378222" y="1740224"/>
                  </a:lnTo>
                  <a:lnTo>
                    <a:pt x="1379692" y="1740287"/>
                  </a:lnTo>
                  <a:lnTo>
                    <a:pt x="1381154" y="1740318"/>
                  </a:lnTo>
                  <a:lnTo>
                    <a:pt x="1382624" y="1740373"/>
                  </a:lnTo>
                  <a:lnTo>
                    <a:pt x="1384054" y="1740435"/>
                  </a:lnTo>
                  <a:lnTo>
                    <a:pt x="1385524" y="1740467"/>
                  </a:lnTo>
                  <a:lnTo>
                    <a:pt x="1386986" y="1740529"/>
                  </a:lnTo>
                  <a:lnTo>
                    <a:pt x="1388424" y="1740592"/>
                  </a:lnTo>
                  <a:lnTo>
                    <a:pt x="1389886" y="1740623"/>
                  </a:lnTo>
                  <a:lnTo>
                    <a:pt x="1392817" y="1740740"/>
                  </a:lnTo>
                  <a:lnTo>
                    <a:pt x="1394256" y="1740771"/>
                  </a:lnTo>
                  <a:lnTo>
                    <a:pt x="1397187" y="1740896"/>
                  </a:lnTo>
                  <a:lnTo>
                    <a:pt x="1398618" y="1740928"/>
                  </a:lnTo>
                  <a:lnTo>
                    <a:pt x="1400088" y="1740990"/>
                  </a:lnTo>
                  <a:lnTo>
                    <a:pt x="1401549" y="1741021"/>
                  </a:lnTo>
                  <a:lnTo>
                    <a:pt x="1403019" y="1741076"/>
                  </a:lnTo>
                  <a:lnTo>
                    <a:pt x="1404457" y="1741108"/>
                  </a:lnTo>
                  <a:lnTo>
                    <a:pt x="1405919" y="1741170"/>
                  </a:lnTo>
                  <a:lnTo>
                    <a:pt x="1407389" y="1741201"/>
                  </a:lnTo>
                  <a:lnTo>
                    <a:pt x="1408819" y="1741264"/>
                  </a:lnTo>
                  <a:lnTo>
                    <a:pt x="1410289" y="1741295"/>
                  </a:lnTo>
                  <a:lnTo>
                    <a:pt x="1411751" y="1741350"/>
                  </a:lnTo>
                  <a:lnTo>
                    <a:pt x="1413221" y="1741381"/>
                  </a:lnTo>
                  <a:lnTo>
                    <a:pt x="1414651" y="1741444"/>
                  </a:lnTo>
                  <a:lnTo>
                    <a:pt x="1417582" y="1741506"/>
                  </a:lnTo>
                  <a:lnTo>
                    <a:pt x="1419021" y="1741569"/>
                  </a:lnTo>
                  <a:lnTo>
                    <a:pt x="1420482" y="1741600"/>
                  </a:lnTo>
                  <a:lnTo>
                    <a:pt x="1421952" y="1741663"/>
                  </a:lnTo>
                  <a:lnTo>
                    <a:pt x="1423414" y="1741686"/>
                  </a:lnTo>
                  <a:lnTo>
                    <a:pt x="1424852" y="1741717"/>
                  </a:lnTo>
                  <a:lnTo>
                    <a:pt x="1426314" y="1741780"/>
                  </a:lnTo>
                  <a:lnTo>
                    <a:pt x="1427784" y="1741811"/>
                  </a:lnTo>
                  <a:lnTo>
                    <a:pt x="1429222" y="1741842"/>
                  </a:lnTo>
                  <a:lnTo>
                    <a:pt x="1430684" y="1741874"/>
                  </a:lnTo>
                  <a:lnTo>
                    <a:pt x="1432154" y="1741936"/>
                  </a:lnTo>
                  <a:lnTo>
                    <a:pt x="1433615" y="1741967"/>
                  </a:lnTo>
                  <a:lnTo>
                    <a:pt x="1435054" y="1741991"/>
                  </a:lnTo>
                  <a:lnTo>
                    <a:pt x="1436516" y="1742054"/>
                  </a:lnTo>
                  <a:lnTo>
                    <a:pt x="1437985" y="1742085"/>
                  </a:lnTo>
                  <a:lnTo>
                    <a:pt x="1439416" y="1742116"/>
                  </a:lnTo>
                  <a:lnTo>
                    <a:pt x="1442347" y="1742179"/>
                  </a:lnTo>
                  <a:lnTo>
                    <a:pt x="1443786" y="1742241"/>
                  </a:lnTo>
                  <a:lnTo>
                    <a:pt x="1448179" y="1742327"/>
                  </a:lnTo>
                  <a:lnTo>
                    <a:pt x="1449618" y="1742358"/>
                  </a:lnTo>
                  <a:lnTo>
                    <a:pt x="1451079" y="1742390"/>
                  </a:lnTo>
                  <a:lnTo>
                    <a:pt x="1452549" y="1742452"/>
                  </a:lnTo>
                  <a:lnTo>
                    <a:pt x="1453980" y="1742483"/>
                  </a:lnTo>
                  <a:lnTo>
                    <a:pt x="1458381" y="1742577"/>
                  </a:lnTo>
                  <a:lnTo>
                    <a:pt x="1459819" y="1742608"/>
                  </a:lnTo>
                  <a:lnTo>
                    <a:pt x="1462751" y="1742663"/>
                  </a:lnTo>
                  <a:lnTo>
                    <a:pt x="1464181" y="1742695"/>
                  </a:lnTo>
                  <a:lnTo>
                    <a:pt x="1468582" y="1742788"/>
                  </a:lnTo>
                  <a:lnTo>
                    <a:pt x="1470013" y="1742820"/>
                  </a:lnTo>
                  <a:lnTo>
                    <a:pt x="1472944" y="1742882"/>
                  </a:lnTo>
                  <a:lnTo>
                    <a:pt x="1474383" y="1742913"/>
                  </a:lnTo>
                  <a:lnTo>
                    <a:pt x="1478776" y="1742999"/>
                  </a:lnTo>
                  <a:lnTo>
                    <a:pt x="1480215" y="1743031"/>
                  </a:lnTo>
                  <a:lnTo>
                    <a:pt x="1483146" y="1743093"/>
                  </a:lnTo>
                  <a:lnTo>
                    <a:pt x="1484584" y="1743124"/>
                  </a:lnTo>
                  <a:lnTo>
                    <a:pt x="1488978" y="1743218"/>
                  </a:lnTo>
                  <a:lnTo>
                    <a:pt x="1490416" y="1743249"/>
                  </a:lnTo>
                  <a:lnTo>
                    <a:pt x="1491877" y="1743281"/>
                  </a:lnTo>
                  <a:lnTo>
                    <a:pt x="1493348" y="1743281"/>
                  </a:lnTo>
                  <a:lnTo>
                    <a:pt x="1494778" y="1743304"/>
                  </a:lnTo>
                  <a:lnTo>
                    <a:pt x="1497709" y="1743367"/>
                  </a:lnTo>
                  <a:lnTo>
                    <a:pt x="1499148" y="1743398"/>
                  </a:lnTo>
                  <a:lnTo>
                    <a:pt x="1502079" y="1743461"/>
                  </a:lnTo>
                  <a:lnTo>
                    <a:pt x="1503541" y="1743461"/>
                  </a:lnTo>
                  <a:lnTo>
                    <a:pt x="1504979" y="1743492"/>
                  </a:lnTo>
                  <a:lnTo>
                    <a:pt x="1507911" y="1743554"/>
                  </a:lnTo>
                  <a:lnTo>
                    <a:pt x="1509349" y="1743586"/>
                  </a:lnTo>
                  <a:lnTo>
                    <a:pt x="1510811" y="1743586"/>
                  </a:lnTo>
                  <a:lnTo>
                    <a:pt x="1513742" y="1743640"/>
                  </a:lnTo>
                  <a:lnTo>
                    <a:pt x="1515181" y="1743672"/>
                  </a:lnTo>
                  <a:lnTo>
                    <a:pt x="1516643" y="1743672"/>
                  </a:lnTo>
                  <a:lnTo>
                    <a:pt x="1518112" y="1743703"/>
                  </a:lnTo>
                  <a:lnTo>
                    <a:pt x="1519543" y="1743734"/>
                  </a:lnTo>
                  <a:lnTo>
                    <a:pt x="1521013" y="1743765"/>
                  </a:lnTo>
                  <a:lnTo>
                    <a:pt x="1522474" y="1743765"/>
                  </a:lnTo>
                  <a:lnTo>
                    <a:pt x="1523944" y="1743797"/>
                  </a:lnTo>
                  <a:lnTo>
                    <a:pt x="1525375" y="1743828"/>
                  </a:lnTo>
                  <a:lnTo>
                    <a:pt x="1526844" y="1743859"/>
                  </a:lnTo>
                  <a:lnTo>
                    <a:pt x="1528306" y="1743859"/>
                  </a:lnTo>
                  <a:lnTo>
                    <a:pt x="1529745" y="1743890"/>
                  </a:lnTo>
                  <a:lnTo>
                    <a:pt x="1531206" y="1743922"/>
                  </a:lnTo>
                  <a:lnTo>
                    <a:pt x="1532676" y="1743922"/>
                  </a:lnTo>
                  <a:lnTo>
                    <a:pt x="1534138" y="1743945"/>
                  </a:lnTo>
                  <a:lnTo>
                    <a:pt x="1535576" y="1743977"/>
                  </a:lnTo>
                  <a:lnTo>
                    <a:pt x="1537046" y="1743977"/>
                  </a:lnTo>
                  <a:lnTo>
                    <a:pt x="1538508" y="1744008"/>
                  </a:lnTo>
                  <a:lnTo>
                    <a:pt x="1539946" y="1744039"/>
                  </a:lnTo>
                  <a:lnTo>
                    <a:pt x="1541408" y="1744039"/>
                  </a:lnTo>
                  <a:lnTo>
                    <a:pt x="1544339" y="1744102"/>
                  </a:lnTo>
                  <a:lnTo>
                    <a:pt x="1545778" y="1744102"/>
                  </a:lnTo>
                  <a:lnTo>
                    <a:pt x="1547240" y="1744133"/>
                  </a:lnTo>
                  <a:lnTo>
                    <a:pt x="1548709" y="1744133"/>
                  </a:lnTo>
                  <a:lnTo>
                    <a:pt x="1550140" y="1744164"/>
                  </a:lnTo>
                  <a:lnTo>
                    <a:pt x="1551610" y="1744195"/>
                  </a:lnTo>
                  <a:lnTo>
                    <a:pt x="1553071" y="1744195"/>
                  </a:lnTo>
                  <a:lnTo>
                    <a:pt x="1554541" y="1744227"/>
                  </a:lnTo>
                  <a:lnTo>
                    <a:pt x="1555972" y="1744227"/>
                  </a:lnTo>
                  <a:lnTo>
                    <a:pt x="1558903" y="1744281"/>
                  </a:lnTo>
                  <a:lnTo>
                    <a:pt x="1560342" y="1744281"/>
                  </a:lnTo>
                  <a:lnTo>
                    <a:pt x="1561803" y="1744313"/>
                  </a:lnTo>
                  <a:lnTo>
                    <a:pt x="1563273" y="1744313"/>
                  </a:lnTo>
                  <a:lnTo>
                    <a:pt x="1564711" y="1744344"/>
                  </a:lnTo>
                  <a:lnTo>
                    <a:pt x="1566173" y="1744344"/>
                  </a:lnTo>
                  <a:lnTo>
                    <a:pt x="1567643" y="1744375"/>
                  </a:lnTo>
                  <a:lnTo>
                    <a:pt x="1569104" y="1744375"/>
                  </a:lnTo>
                  <a:lnTo>
                    <a:pt x="1570543" y="1744406"/>
                  </a:lnTo>
                  <a:lnTo>
                    <a:pt x="1572004" y="1744406"/>
                  </a:lnTo>
                  <a:lnTo>
                    <a:pt x="1573474" y="1744438"/>
                  </a:lnTo>
                  <a:lnTo>
                    <a:pt x="1574905" y="1744438"/>
                  </a:lnTo>
                  <a:lnTo>
                    <a:pt x="1576374" y="1744469"/>
                  </a:lnTo>
                  <a:lnTo>
                    <a:pt x="1577836" y="1744469"/>
                  </a:lnTo>
                  <a:lnTo>
                    <a:pt x="1579306" y="1744500"/>
                  </a:lnTo>
                  <a:lnTo>
                    <a:pt x="1580736" y="1744500"/>
                  </a:lnTo>
                  <a:lnTo>
                    <a:pt x="1582206" y="1744531"/>
                  </a:lnTo>
                  <a:lnTo>
                    <a:pt x="1583668" y="1744531"/>
                  </a:lnTo>
                  <a:lnTo>
                    <a:pt x="1585106" y="1744563"/>
                  </a:lnTo>
                  <a:lnTo>
                    <a:pt x="1586568" y="1744563"/>
                  </a:lnTo>
                  <a:lnTo>
                    <a:pt x="1588038" y="1744594"/>
                  </a:lnTo>
                  <a:lnTo>
                    <a:pt x="1589500" y="1744594"/>
                  </a:lnTo>
                  <a:lnTo>
                    <a:pt x="1590938" y="1744618"/>
                  </a:lnTo>
                  <a:lnTo>
                    <a:pt x="1592408" y="1744618"/>
                  </a:lnTo>
                  <a:lnTo>
                    <a:pt x="1593869" y="1744649"/>
                  </a:lnTo>
                  <a:lnTo>
                    <a:pt x="1595308" y="1744649"/>
                  </a:lnTo>
                  <a:lnTo>
                    <a:pt x="1596770" y="1744680"/>
                  </a:lnTo>
                  <a:lnTo>
                    <a:pt x="1598239" y="1744680"/>
                  </a:lnTo>
                  <a:lnTo>
                    <a:pt x="1599701" y="1744711"/>
                  </a:lnTo>
                  <a:lnTo>
                    <a:pt x="1602601" y="1744711"/>
                  </a:lnTo>
                  <a:lnTo>
                    <a:pt x="1604071" y="1744743"/>
                  </a:lnTo>
                  <a:lnTo>
                    <a:pt x="1605502" y="1744743"/>
                  </a:lnTo>
                  <a:lnTo>
                    <a:pt x="1606971" y="1744774"/>
                  </a:lnTo>
                  <a:lnTo>
                    <a:pt x="1609903" y="1744774"/>
                  </a:lnTo>
                  <a:lnTo>
                    <a:pt x="1611333" y="1744805"/>
                  </a:lnTo>
                  <a:lnTo>
                    <a:pt x="1612803" y="1744805"/>
                  </a:lnTo>
                  <a:lnTo>
                    <a:pt x="1614265" y="1744836"/>
                  </a:lnTo>
                  <a:lnTo>
                    <a:pt x="1617173" y="1744836"/>
                  </a:lnTo>
                  <a:lnTo>
                    <a:pt x="1618635" y="1744868"/>
                  </a:lnTo>
                  <a:lnTo>
                    <a:pt x="1620073" y="1744868"/>
                  </a:lnTo>
                  <a:lnTo>
                    <a:pt x="1621535" y="1744899"/>
                  </a:lnTo>
                  <a:lnTo>
                    <a:pt x="1624466" y="1744899"/>
                  </a:lnTo>
                  <a:lnTo>
                    <a:pt x="1625905" y="1744930"/>
                  </a:lnTo>
                  <a:lnTo>
                    <a:pt x="1628836" y="1744930"/>
                  </a:lnTo>
                  <a:lnTo>
                    <a:pt x="1630267" y="1744954"/>
                  </a:lnTo>
                  <a:lnTo>
                    <a:pt x="1633198" y="1744954"/>
                  </a:lnTo>
                  <a:lnTo>
                    <a:pt x="1634668" y="1744985"/>
                  </a:lnTo>
                  <a:lnTo>
                    <a:pt x="1636098" y="1744985"/>
                  </a:lnTo>
                  <a:lnTo>
                    <a:pt x="1637568" y="1745962"/>
                  </a:lnTo>
                  <a:lnTo>
                    <a:pt x="0" y="1745962"/>
                  </a:lnTo>
                  <a:close/>
                </a:path>
              </a:pathLst>
            </a:custGeom>
            <a:solidFill>
              <a:schemeClr val="bg2">
                <a:lumMod val="90000"/>
                <a:alpha val="60000"/>
              </a:schemeClr>
            </a:solidFill>
            <a:ln w="7808" cap="flat">
              <a:noFill/>
              <a:prstDash val="solid"/>
              <a:miter/>
            </a:ln>
          </p:spPr>
          <p:txBody>
            <a:bodyPr rtlCol="0" anchor="ctr"/>
            <a:lstStyle/>
            <a:p>
              <a:endParaRPr lang="en-GB" noProof="0"/>
            </a:p>
          </p:txBody>
        </p:sp>
        <p:grpSp>
          <p:nvGrpSpPr>
            <p:cNvPr id="16" name="Group 15" descr="\documentclass{article}&#10;\usepackage{amsmath}&#10;\pagestyle{empty}&#10;\begin{document}&#10;&#10;\[&#10;\mu_1 - \beta^Tx&#10;\]&#10;&#10;\end{document}" title="IguanaTex Shape Display">
              <a:extLst>
                <a:ext uri="{FF2B5EF4-FFF2-40B4-BE49-F238E27FC236}">
                  <a16:creationId xmlns:a16="http://schemas.microsoft.com/office/drawing/2014/main" id="{C56E756A-06B6-068D-4FE7-0F5E84D5BADE}"/>
                </a:ext>
              </a:extLst>
            </p:cNvPr>
            <p:cNvGrpSpPr>
              <a:grpSpLocks noChangeAspect="1"/>
            </p:cNvGrpSpPr>
            <p:nvPr>
              <p:custDataLst>
                <p:tags r:id="rId36"/>
              </p:custDataLst>
            </p:nvPr>
          </p:nvGrpSpPr>
          <p:grpSpPr>
            <a:xfrm>
              <a:off x="2748671" y="5307879"/>
              <a:ext cx="315520" cy="83615"/>
              <a:chOff x="13739750" y="2207302"/>
              <a:chExt cx="939221" cy="248899"/>
            </a:xfrm>
            <a:solidFill>
              <a:schemeClr val="tx1"/>
            </a:solidFill>
          </p:grpSpPr>
          <p:sp>
            <p:nvSpPr>
              <p:cNvPr id="130" name="Freeform: Shape 129">
                <a:extLst>
                  <a:ext uri="{FF2B5EF4-FFF2-40B4-BE49-F238E27FC236}">
                    <a16:creationId xmlns:a16="http://schemas.microsoft.com/office/drawing/2014/main" id="{16A47381-DE56-CD4C-C9EA-C94FF4CDB597}"/>
                  </a:ext>
                </a:extLst>
              </p:cNvPr>
              <p:cNvSpPr/>
              <p:nvPr>
                <p:custDataLst>
                  <p:tags r:id="rId65"/>
                </p:custDataLst>
              </p:nvPr>
            </p:nvSpPr>
            <p:spPr>
              <a:xfrm>
                <a:off x="13739750" y="2307597"/>
                <a:ext cx="126670" cy="148604"/>
              </a:xfrm>
              <a:custGeom>
                <a:avLst/>
                <a:gdLst>
                  <a:gd name="connsiteX0" fmla="*/ 47189 w 126670"/>
                  <a:gd name="connsiteY0" fmla="*/ 20626 h 148604"/>
                  <a:gd name="connsiteX1" fmla="*/ 50695 w 126670"/>
                  <a:gd name="connsiteY1" fmla="*/ 6172 h 148604"/>
                  <a:gd name="connsiteX2" fmla="*/ 43917 w 126670"/>
                  <a:gd name="connsiteY2" fmla="*/ 75 h 148604"/>
                  <a:gd name="connsiteX3" fmla="*/ 34569 w 126670"/>
                  <a:gd name="connsiteY3" fmla="*/ 8205 h 148604"/>
                  <a:gd name="connsiteX4" fmla="*/ 914 w 126670"/>
                  <a:gd name="connsiteY4" fmla="*/ 138968 h 148604"/>
                  <a:gd name="connsiteX5" fmla="*/ 213 w 126670"/>
                  <a:gd name="connsiteY5" fmla="*/ 142581 h 148604"/>
                  <a:gd name="connsiteX6" fmla="*/ 6757 w 126670"/>
                  <a:gd name="connsiteY6" fmla="*/ 148679 h 148604"/>
                  <a:gd name="connsiteX7" fmla="*/ 14937 w 126670"/>
                  <a:gd name="connsiteY7" fmla="*/ 143936 h 148604"/>
                  <a:gd name="connsiteX8" fmla="*/ 27791 w 126670"/>
                  <a:gd name="connsiteY8" fmla="*/ 95380 h 148604"/>
                  <a:gd name="connsiteX9" fmla="*/ 50461 w 126670"/>
                  <a:gd name="connsiteY9" fmla="*/ 102381 h 148604"/>
                  <a:gd name="connsiteX10" fmla="*/ 81544 w 126670"/>
                  <a:gd name="connsiteY10" fmla="*/ 85895 h 148604"/>
                  <a:gd name="connsiteX11" fmla="*/ 102578 w 126670"/>
                  <a:gd name="connsiteY11" fmla="*/ 102381 h 148604"/>
                  <a:gd name="connsiteX12" fmla="*/ 119873 w 126670"/>
                  <a:gd name="connsiteY12" fmla="*/ 89960 h 148604"/>
                  <a:gd name="connsiteX13" fmla="*/ 126884 w 126670"/>
                  <a:gd name="connsiteY13" fmla="*/ 67602 h 148604"/>
                  <a:gd name="connsiteX14" fmla="*/ 124080 w 126670"/>
                  <a:gd name="connsiteY14" fmla="*/ 65343 h 148604"/>
                  <a:gd name="connsiteX15" fmla="*/ 120808 w 126670"/>
                  <a:gd name="connsiteY15" fmla="*/ 69408 h 148604"/>
                  <a:gd name="connsiteX16" fmla="*/ 103046 w 126670"/>
                  <a:gd name="connsiteY16" fmla="*/ 97413 h 148604"/>
                  <a:gd name="connsiteX17" fmla="*/ 96034 w 126670"/>
                  <a:gd name="connsiteY17" fmla="*/ 87024 h 148604"/>
                  <a:gd name="connsiteX18" fmla="*/ 100709 w 126670"/>
                  <a:gd name="connsiteY18" fmla="*/ 63536 h 148604"/>
                  <a:gd name="connsiteX19" fmla="*/ 107252 w 126670"/>
                  <a:gd name="connsiteY19" fmla="*/ 39145 h 148604"/>
                  <a:gd name="connsiteX20" fmla="*/ 111226 w 126670"/>
                  <a:gd name="connsiteY20" fmla="*/ 23788 h 148604"/>
                  <a:gd name="connsiteX21" fmla="*/ 114731 w 126670"/>
                  <a:gd name="connsiteY21" fmla="*/ 8657 h 148604"/>
                  <a:gd name="connsiteX22" fmla="*/ 107954 w 126670"/>
                  <a:gd name="connsiteY22" fmla="*/ 2559 h 148604"/>
                  <a:gd name="connsiteX23" fmla="*/ 98839 w 126670"/>
                  <a:gd name="connsiteY23" fmla="*/ 10463 h 148604"/>
                  <a:gd name="connsiteX24" fmla="*/ 87855 w 126670"/>
                  <a:gd name="connsiteY24" fmla="*/ 52696 h 148604"/>
                  <a:gd name="connsiteX25" fmla="*/ 81778 w 126670"/>
                  <a:gd name="connsiteY25" fmla="*/ 75732 h 148604"/>
                  <a:gd name="connsiteX26" fmla="*/ 51396 w 126670"/>
                  <a:gd name="connsiteY26" fmla="*/ 97413 h 148604"/>
                  <a:gd name="connsiteX27" fmla="*/ 34101 w 126670"/>
                  <a:gd name="connsiteY27" fmla="*/ 77764 h 148604"/>
                  <a:gd name="connsiteX28" fmla="*/ 37373 w 126670"/>
                  <a:gd name="connsiteY28" fmla="*/ 58568 h 148604"/>
                  <a:gd name="connsiteX29" fmla="*/ 47189 w 126670"/>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70" h="148604">
                    <a:moveTo>
                      <a:pt x="47189" y="20626"/>
                    </a:moveTo>
                    <a:cubicBezTo>
                      <a:pt x="48358" y="15884"/>
                      <a:pt x="50695" y="7302"/>
                      <a:pt x="50695" y="6172"/>
                    </a:cubicBezTo>
                    <a:cubicBezTo>
                      <a:pt x="50695" y="2333"/>
                      <a:pt x="47890" y="75"/>
                      <a:pt x="43917" y="75"/>
                    </a:cubicBezTo>
                    <a:cubicBezTo>
                      <a:pt x="43216" y="75"/>
                      <a:pt x="36672" y="301"/>
                      <a:pt x="34569" y="8205"/>
                    </a:cubicBezTo>
                    <a:lnTo>
                      <a:pt x="914" y="138968"/>
                    </a:lnTo>
                    <a:cubicBezTo>
                      <a:pt x="213" y="141678"/>
                      <a:pt x="213" y="142129"/>
                      <a:pt x="213" y="142581"/>
                    </a:cubicBezTo>
                    <a:cubicBezTo>
                      <a:pt x="213" y="145969"/>
                      <a:pt x="2784" y="148679"/>
                      <a:pt x="6757" y="148679"/>
                    </a:cubicBezTo>
                    <a:cubicBezTo>
                      <a:pt x="11665" y="148679"/>
                      <a:pt x="14470" y="144614"/>
                      <a:pt x="14937" y="143936"/>
                    </a:cubicBezTo>
                    <a:cubicBezTo>
                      <a:pt x="15872" y="141904"/>
                      <a:pt x="18910" y="130160"/>
                      <a:pt x="27791" y="95380"/>
                    </a:cubicBezTo>
                    <a:cubicBezTo>
                      <a:pt x="35270" y="101478"/>
                      <a:pt x="45787" y="102381"/>
                      <a:pt x="50461" y="102381"/>
                    </a:cubicBezTo>
                    <a:cubicBezTo>
                      <a:pt x="66821" y="102381"/>
                      <a:pt x="75935" y="92218"/>
                      <a:pt x="81544" y="85895"/>
                    </a:cubicBezTo>
                    <a:cubicBezTo>
                      <a:pt x="83648" y="96058"/>
                      <a:pt x="92295" y="102381"/>
                      <a:pt x="102578" y="102381"/>
                    </a:cubicBezTo>
                    <a:cubicBezTo>
                      <a:pt x="110758" y="102381"/>
                      <a:pt x="116133" y="97187"/>
                      <a:pt x="119873" y="89960"/>
                    </a:cubicBezTo>
                    <a:cubicBezTo>
                      <a:pt x="123846" y="81830"/>
                      <a:pt x="126884" y="68053"/>
                      <a:pt x="126884" y="67602"/>
                    </a:cubicBezTo>
                    <a:cubicBezTo>
                      <a:pt x="126884" y="65343"/>
                      <a:pt x="124781" y="65343"/>
                      <a:pt x="124080" y="65343"/>
                    </a:cubicBezTo>
                    <a:cubicBezTo>
                      <a:pt x="121743" y="65343"/>
                      <a:pt x="121509" y="66246"/>
                      <a:pt x="120808" y="69408"/>
                    </a:cubicBezTo>
                    <a:cubicBezTo>
                      <a:pt x="116835" y="84088"/>
                      <a:pt x="112628" y="97413"/>
                      <a:pt x="103046" y="97413"/>
                    </a:cubicBezTo>
                    <a:cubicBezTo>
                      <a:pt x="96736" y="97413"/>
                      <a:pt x="96034" y="91541"/>
                      <a:pt x="96034" y="87024"/>
                    </a:cubicBezTo>
                    <a:cubicBezTo>
                      <a:pt x="96034" y="82055"/>
                      <a:pt x="98839" y="71441"/>
                      <a:pt x="100709" y="63536"/>
                    </a:cubicBezTo>
                    <a:lnTo>
                      <a:pt x="107252" y="39145"/>
                    </a:lnTo>
                    <a:cubicBezTo>
                      <a:pt x="107954" y="35758"/>
                      <a:pt x="110291" y="27176"/>
                      <a:pt x="111226" y="23788"/>
                    </a:cubicBezTo>
                    <a:cubicBezTo>
                      <a:pt x="112394" y="18594"/>
                      <a:pt x="114731" y="10012"/>
                      <a:pt x="114731" y="8657"/>
                    </a:cubicBezTo>
                    <a:cubicBezTo>
                      <a:pt x="114731" y="4592"/>
                      <a:pt x="111459" y="2559"/>
                      <a:pt x="107954" y="2559"/>
                    </a:cubicBezTo>
                    <a:cubicBezTo>
                      <a:pt x="106785" y="2559"/>
                      <a:pt x="100709" y="2785"/>
                      <a:pt x="98839" y="10463"/>
                    </a:cubicBezTo>
                    <a:lnTo>
                      <a:pt x="87855" y="52696"/>
                    </a:lnTo>
                    <a:cubicBezTo>
                      <a:pt x="85050" y="63988"/>
                      <a:pt x="82479" y="73473"/>
                      <a:pt x="81778" y="75732"/>
                    </a:cubicBezTo>
                    <a:cubicBezTo>
                      <a:pt x="81544" y="76861"/>
                      <a:pt x="70326" y="97413"/>
                      <a:pt x="51396" y="97413"/>
                    </a:cubicBezTo>
                    <a:cubicBezTo>
                      <a:pt x="39710" y="97413"/>
                      <a:pt x="34101" y="89960"/>
                      <a:pt x="34101" y="77764"/>
                    </a:cubicBezTo>
                    <a:cubicBezTo>
                      <a:pt x="34101" y="71215"/>
                      <a:pt x="35737" y="64891"/>
                      <a:pt x="37373" y="58568"/>
                    </a:cubicBezTo>
                    <a:lnTo>
                      <a:pt x="47189" y="20626"/>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31" name="Freeform: Shape 130">
                <a:extLst>
                  <a:ext uri="{FF2B5EF4-FFF2-40B4-BE49-F238E27FC236}">
                    <a16:creationId xmlns:a16="http://schemas.microsoft.com/office/drawing/2014/main" id="{9CAD18DA-010D-7240-E445-A4B443F3A48C}"/>
                  </a:ext>
                </a:extLst>
              </p:cNvPr>
              <p:cNvSpPr/>
              <p:nvPr>
                <p:custDataLst>
                  <p:tags r:id="rId66"/>
                </p:custDataLst>
              </p:nvPr>
            </p:nvSpPr>
            <p:spPr>
              <a:xfrm>
                <a:off x="13891393" y="2336323"/>
                <a:ext cx="59549" cy="104971"/>
              </a:xfrm>
              <a:custGeom>
                <a:avLst/>
                <a:gdLst>
                  <a:gd name="connsiteX0" fmla="*/ 37192 w 59549"/>
                  <a:gd name="connsiteY0" fmla="*/ 4503 h 104971"/>
                  <a:gd name="connsiteX1" fmla="*/ 32284 w 59549"/>
                  <a:gd name="connsiteY1" fmla="*/ 76 h 104971"/>
                  <a:gd name="connsiteX2" fmla="*/ 219 w 59549"/>
                  <a:gd name="connsiteY2" fmla="*/ 10194 h 104971"/>
                  <a:gd name="connsiteX3" fmla="*/ 219 w 59549"/>
                  <a:gd name="connsiteY3" fmla="*/ 15885 h 104971"/>
                  <a:gd name="connsiteX4" fmla="*/ 23941 w 59549"/>
                  <a:gd name="connsiteY4" fmla="*/ 11459 h 104971"/>
                  <a:gd name="connsiteX5" fmla="*/ 23941 w 59549"/>
                  <a:gd name="connsiteY5" fmla="*/ 92084 h 104971"/>
                  <a:gd name="connsiteX6" fmla="*/ 7581 w 59549"/>
                  <a:gd name="connsiteY6" fmla="*/ 99356 h 104971"/>
                  <a:gd name="connsiteX7" fmla="*/ 1364 w 59549"/>
                  <a:gd name="connsiteY7" fmla="*/ 99356 h 104971"/>
                  <a:gd name="connsiteX8" fmla="*/ 1364 w 59549"/>
                  <a:gd name="connsiteY8" fmla="*/ 105048 h 104971"/>
                  <a:gd name="connsiteX9" fmla="*/ 30485 w 59549"/>
                  <a:gd name="connsiteY9" fmla="*/ 104415 h 104971"/>
                  <a:gd name="connsiteX10" fmla="*/ 59769 w 59549"/>
                  <a:gd name="connsiteY10" fmla="*/ 105048 h 104971"/>
                  <a:gd name="connsiteX11" fmla="*/ 59769 w 59549"/>
                  <a:gd name="connsiteY11" fmla="*/ 99356 h 104971"/>
                  <a:gd name="connsiteX12" fmla="*/ 53552 w 59549"/>
                  <a:gd name="connsiteY12" fmla="*/ 99356 h 104971"/>
                  <a:gd name="connsiteX13" fmla="*/ 37192 w 59549"/>
                  <a:gd name="connsiteY13" fmla="*/ 92084 h 104971"/>
                  <a:gd name="connsiteX14" fmla="*/ 37192 w 59549"/>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9" h="104971">
                    <a:moveTo>
                      <a:pt x="37192" y="4503"/>
                    </a:moveTo>
                    <a:cubicBezTo>
                      <a:pt x="37192" y="234"/>
                      <a:pt x="36865" y="76"/>
                      <a:pt x="32284" y="76"/>
                    </a:cubicBezTo>
                    <a:cubicBezTo>
                      <a:pt x="21814" y="10036"/>
                      <a:pt x="6927" y="10194"/>
                      <a:pt x="219" y="10194"/>
                    </a:cubicBezTo>
                    <a:lnTo>
                      <a:pt x="219" y="15885"/>
                    </a:lnTo>
                    <a:cubicBezTo>
                      <a:pt x="4146" y="15885"/>
                      <a:pt x="14943" y="15885"/>
                      <a:pt x="23941" y="11459"/>
                    </a:cubicBezTo>
                    <a:lnTo>
                      <a:pt x="23941" y="92084"/>
                    </a:lnTo>
                    <a:cubicBezTo>
                      <a:pt x="23941" y="97301"/>
                      <a:pt x="23941" y="99356"/>
                      <a:pt x="7581" y="99356"/>
                    </a:cubicBezTo>
                    <a:lnTo>
                      <a:pt x="1364" y="99356"/>
                    </a:lnTo>
                    <a:lnTo>
                      <a:pt x="1364" y="105048"/>
                    </a:lnTo>
                    <a:cubicBezTo>
                      <a:pt x="4309" y="104890"/>
                      <a:pt x="24432" y="104415"/>
                      <a:pt x="30485" y="104415"/>
                    </a:cubicBezTo>
                    <a:cubicBezTo>
                      <a:pt x="35556" y="104415"/>
                      <a:pt x="56169" y="104890"/>
                      <a:pt x="59769" y="105048"/>
                    </a:cubicBezTo>
                    <a:lnTo>
                      <a:pt x="59769" y="99356"/>
                    </a:lnTo>
                    <a:lnTo>
                      <a:pt x="53552" y="99356"/>
                    </a:lnTo>
                    <a:cubicBezTo>
                      <a:pt x="37192" y="99356"/>
                      <a:pt x="37192" y="97301"/>
                      <a:pt x="37192" y="92084"/>
                    </a:cubicBezTo>
                    <a:lnTo>
                      <a:pt x="37192" y="450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33" name="Freeform: Shape 132">
                <a:extLst>
                  <a:ext uri="{FF2B5EF4-FFF2-40B4-BE49-F238E27FC236}">
                    <a16:creationId xmlns:a16="http://schemas.microsoft.com/office/drawing/2014/main" id="{DA410AD4-93EE-4C89-73E7-D2697327256F}"/>
                  </a:ext>
                </a:extLst>
              </p:cNvPr>
              <p:cNvSpPr/>
              <p:nvPr>
                <p:custDataLst>
                  <p:tags r:id="rId67"/>
                </p:custDataLst>
              </p:nvPr>
            </p:nvSpPr>
            <p:spPr>
              <a:xfrm>
                <a:off x="14049739" y="2346441"/>
                <a:ext cx="142796" cy="9033"/>
              </a:xfrm>
              <a:custGeom>
                <a:avLst/>
                <a:gdLst>
                  <a:gd name="connsiteX0" fmla="*/ 134843 w 142796"/>
                  <a:gd name="connsiteY0" fmla="*/ 9108 h 9033"/>
                  <a:gd name="connsiteX1" fmla="*/ 143023 w 142796"/>
                  <a:gd name="connsiteY1" fmla="*/ 4592 h 9033"/>
                  <a:gd name="connsiteX2" fmla="*/ 134843 w 142796"/>
                  <a:gd name="connsiteY2" fmla="*/ 75 h 9033"/>
                  <a:gd name="connsiteX3" fmla="*/ 8406 w 142796"/>
                  <a:gd name="connsiteY3" fmla="*/ 75 h 9033"/>
                  <a:gd name="connsiteX4" fmla="*/ 226 w 142796"/>
                  <a:gd name="connsiteY4" fmla="*/ 4592 h 9033"/>
                  <a:gd name="connsiteX5" fmla="*/ 8406 w 142796"/>
                  <a:gd name="connsiteY5" fmla="*/ 9108 h 9033"/>
                  <a:gd name="connsiteX6" fmla="*/ 134843 w 142796"/>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96" h="9033">
                    <a:moveTo>
                      <a:pt x="134843" y="9108"/>
                    </a:moveTo>
                    <a:cubicBezTo>
                      <a:pt x="138816" y="9108"/>
                      <a:pt x="143023" y="9108"/>
                      <a:pt x="143023" y="4592"/>
                    </a:cubicBezTo>
                    <a:cubicBezTo>
                      <a:pt x="143023" y="75"/>
                      <a:pt x="138816" y="75"/>
                      <a:pt x="134843" y="75"/>
                    </a:cubicBezTo>
                    <a:lnTo>
                      <a:pt x="8406" y="75"/>
                    </a:lnTo>
                    <a:cubicBezTo>
                      <a:pt x="4433" y="75"/>
                      <a:pt x="226" y="75"/>
                      <a:pt x="226" y="4592"/>
                    </a:cubicBezTo>
                    <a:cubicBezTo>
                      <a:pt x="226" y="9108"/>
                      <a:pt x="4433" y="9108"/>
                      <a:pt x="8406" y="9108"/>
                    </a:cubicBezTo>
                    <a:lnTo>
                      <a:pt x="134843"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37" name="Freeform: Shape 136">
                <a:extLst>
                  <a:ext uri="{FF2B5EF4-FFF2-40B4-BE49-F238E27FC236}">
                    <a16:creationId xmlns:a16="http://schemas.microsoft.com/office/drawing/2014/main" id="{E1CF38AA-8D99-6873-4757-CEC8B02FF9DD}"/>
                  </a:ext>
                </a:extLst>
              </p:cNvPr>
              <p:cNvSpPr/>
              <p:nvPr>
                <p:custDataLst>
                  <p:tags r:id="rId68"/>
                </p:custDataLst>
              </p:nvPr>
            </p:nvSpPr>
            <p:spPr>
              <a:xfrm>
                <a:off x="14271032" y="2247974"/>
                <a:ext cx="127401" cy="203257"/>
              </a:xfrm>
              <a:custGeom>
                <a:avLst/>
                <a:gdLst>
                  <a:gd name="connsiteX0" fmla="*/ 127638 w 127401"/>
                  <a:gd name="connsiteY0" fmla="*/ 31015 h 203257"/>
                  <a:gd name="connsiteX1" fmla="*/ 95853 w 127401"/>
                  <a:gd name="connsiteY1" fmla="*/ 75 h 203257"/>
                  <a:gd name="connsiteX2" fmla="*/ 67574 w 127401"/>
                  <a:gd name="connsiteY2" fmla="*/ 9560 h 203257"/>
                  <a:gd name="connsiteX3" fmla="*/ 37425 w 127401"/>
                  <a:gd name="connsiteY3" fmla="*/ 57664 h 203257"/>
                  <a:gd name="connsiteX4" fmla="*/ 266 w 127401"/>
                  <a:gd name="connsiteY4" fmla="*/ 201074 h 203257"/>
                  <a:gd name="connsiteX5" fmla="*/ 3070 w 127401"/>
                  <a:gd name="connsiteY5" fmla="*/ 203333 h 203257"/>
                  <a:gd name="connsiteX6" fmla="*/ 5875 w 127401"/>
                  <a:gd name="connsiteY6" fmla="*/ 202203 h 203257"/>
                  <a:gd name="connsiteX7" fmla="*/ 22234 w 127401"/>
                  <a:gd name="connsiteY7" fmla="*/ 139871 h 203257"/>
                  <a:gd name="connsiteX8" fmla="*/ 54019 w 127401"/>
                  <a:gd name="connsiteY8" fmla="*/ 161778 h 203257"/>
                  <a:gd name="connsiteX9" fmla="*/ 99125 w 127401"/>
                  <a:gd name="connsiteY9" fmla="*/ 143936 h 203257"/>
                  <a:gd name="connsiteX10" fmla="*/ 117822 w 127401"/>
                  <a:gd name="connsiteY10" fmla="*/ 102381 h 203257"/>
                  <a:gd name="connsiteX11" fmla="*/ 100761 w 127401"/>
                  <a:gd name="connsiteY11" fmla="*/ 68731 h 203257"/>
                  <a:gd name="connsiteX12" fmla="*/ 127638 w 127401"/>
                  <a:gd name="connsiteY12" fmla="*/ 31015 h 203257"/>
                  <a:gd name="connsiteX13" fmla="*/ 85570 w 127401"/>
                  <a:gd name="connsiteY13" fmla="*/ 68505 h 203257"/>
                  <a:gd name="connsiteX14" fmla="*/ 74352 w 127401"/>
                  <a:gd name="connsiteY14" fmla="*/ 70086 h 203257"/>
                  <a:gd name="connsiteX15" fmla="*/ 64068 w 127401"/>
                  <a:gd name="connsiteY15" fmla="*/ 69182 h 203257"/>
                  <a:gd name="connsiteX16" fmla="*/ 75520 w 127401"/>
                  <a:gd name="connsiteY16" fmla="*/ 67376 h 203257"/>
                  <a:gd name="connsiteX17" fmla="*/ 85570 w 127401"/>
                  <a:gd name="connsiteY17" fmla="*/ 68505 h 203257"/>
                  <a:gd name="connsiteX18" fmla="*/ 114550 w 127401"/>
                  <a:gd name="connsiteY18" fmla="*/ 25821 h 203257"/>
                  <a:gd name="connsiteX19" fmla="*/ 93516 w 127401"/>
                  <a:gd name="connsiteY19" fmla="*/ 64891 h 203257"/>
                  <a:gd name="connsiteX20" fmla="*/ 75520 w 127401"/>
                  <a:gd name="connsiteY20" fmla="*/ 62181 h 203257"/>
                  <a:gd name="connsiteX21" fmla="*/ 57525 w 127401"/>
                  <a:gd name="connsiteY21" fmla="*/ 69408 h 203257"/>
                  <a:gd name="connsiteX22" fmla="*/ 73651 w 127401"/>
                  <a:gd name="connsiteY22" fmla="*/ 75054 h 203257"/>
                  <a:gd name="connsiteX23" fmla="*/ 92815 w 127401"/>
                  <a:gd name="connsiteY23" fmla="*/ 72118 h 203257"/>
                  <a:gd name="connsiteX24" fmla="*/ 103098 w 127401"/>
                  <a:gd name="connsiteY24" fmla="*/ 97639 h 203257"/>
                  <a:gd name="connsiteX25" fmla="*/ 91412 w 127401"/>
                  <a:gd name="connsiteY25" fmla="*/ 136483 h 203257"/>
                  <a:gd name="connsiteX26" fmla="*/ 53318 w 127401"/>
                  <a:gd name="connsiteY26" fmla="*/ 156809 h 203257"/>
                  <a:gd name="connsiteX27" fmla="*/ 26675 w 127401"/>
                  <a:gd name="connsiteY27" fmla="*/ 127676 h 203257"/>
                  <a:gd name="connsiteX28" fmla="*/ 27843 w 127401"/>
                  <a:gd name="connsiteY28" fmla="*/ 117739 h 203257"/>
                  <a:gd name="connsiteX29" fmla="*/ 42801 w 127401"/>
                  <a:gd name="connsiteY29" fmla="*/ 60600 h 203257"/>
                  <a:gd name="connsiteX30" fmla="*/ 92815 w 127401"/>
                  <a:gd name="connsiteY30" fmla="*/ 5269 h 203257"/>
                  <a:gd name="connsiteX31" fmla="*/ 114550 w 127401"/>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01" h="203257">
                    <a:moveTo>
                      <a:pt x="127638" y="31015"/>
                    </a:moveTo>
                    <a:cubicBezTo>
                      <a:pt x="127638" y="14077"/>
                      <a:pt x="114784" y="75"/>
                      <a:pt x="95853" y="75"/>
                    </a:cubicBezTo>
                    <a:cubicBezTo>
                      <a:pt x="82298" y="75"/>
                      <a:pt x="75754" y="3688"/>
                      <a:pt x="67574" y="9560"/>
                    </a:cubicBezTo>
                    <a:cubicBezTo>
                      <a:pt x="54720" y="18594"/>
                      <a:pt x="41866" y="40500"/>
                      <a:pt x="37425" y="57664"/>
                    </a:cubicBezTo>
                    <a:lnTo>
                      <a:pt x="266" y="201074"/>
                    </a:lnTo>
                    <a:cubicBezTo>
                      <a:pt x="32" y="201978"/>
                      <a:pt x="1200" y="203333"/>
                      <a:pt x="3070" y="203333"/>
                    </a:cubicBezTo>
                    <a:cubicBezTo>
                      <a:pt x="4940" y="203333"/>
                      <a:pt x="5641" y="202881"/>
                      <a:pt x="5875" y="202203"/>
                    </a:cubicBezTo>
                    <a:lnTo>
                      <a:pt x="22234" y="139871"/>
                    </a:lnTo>
                    <a:cubicBezTo>
                      <a:pt x="26675" y="153422"/>
                      <a:pt x="36958" y="161778"/>
                      <a:pt x="54019" y="161778"/>
                    </a:cubicBezTo>
                    <a:cubicBezTo>
                      <a:pt x="71080" y="161778"/>
                      <a:pt x="88608" y="153873"/>
                      <a:pt x="99125" y="143936"/>
                    </a:cubicBezTo>
                    <a:cubicBezTo>
                      <a:pt x="110343" y="133547"/>
                      <a:pt x="117822" y="119094"/>
                      <a:pt x="117822" y="102381"/>
                    </a:cubicBezTo>
                    <a:cubicBezTo>
                      <a:pt x="117822" y="86121"/>
                      <a:pt x="109174" y="74377"/>
                      <a:pt x="100761" y="68731"/>
                    </a:cubicBezTo>
                    <a:cubicBezTo>
                      <a:pt x="114316" y="61278"/>
                      <a:pt x="127638" y="47276"/>
                      <a:pt x="127638" y="31015"/>
                    </a:cubicBezTo>
                    <a:close/>
                    <a:moveTo>
                      <a:pt x="85570" y="68505"/>
                    </a:moveTo>
                    <a:cubicBezTo>
                      <a:pt x="82532" y="69634"/>
                      <a:pt x="79961" y="70086"/>
                      <a:pt x="74352" y="70086"/>
                    </a:cubicBezTo>
                    <a:cubicBezTo>
                      <a:pt x="71080" y="70086"/>
                      <a:pt x="66405" y="70312"/>
                      <a:pt x="64068" y="69182"/>
                    </a:cubicBezTo>
                    <a:cubicBezTo>
                      <a:pt x="64536" y="66924"/>
                      <a:pt x="72949" y="67376"/>
                      <a:pt x="75520" y="67376"/>
                    </a:cubicBezTo>
                    <a:cubicBezTo>
                      <a:pt x="80428" y="67376"/>
                      <a:pt x="82532" y="67376"/>
                      <a:pt x="85570" y="68505"/>
                    </a:cubicBezTo>
                    <a:close/>
                    <a:moveTo>
                      <a:pt x="114550" y="25821"/>
                    </a:moveTo>
                    <a:cubicBezTo>
                      <a:pt x="114550" y="41630"/>
                      <a:pt x="105669" y="57890"/>
                      <a:pt x="93516" y="64891"/>
                    </a:cubicBezTo>
                    <a:cubicBezTo>
                      <a:pt x="87206" y="62633"/>
                      <a:pt x="82532" y="62181"/>
                      <a:pt x="75520" y="62181"/>
                    </a:cubicBezTo>
                    <a:cubicBezTo>
                      <a:pt x="70612" y="62181"/>
                      <a:pt x="57525" y="61955"/>
                      <a:pt x="57525" y="69408"/>
                    </a:cubicBezTo>
                    <a:cubicBezTo>
                      <a:pt x="57291" y="75732"/>
                      <a:pt x="69444" y="75054"/>
                      <a:pt x="73651" y="75054"/>
                    </a:cubicBezTo>
                    <a:cubicBezTo>
                      <a:pt x="82298" y="75054"/>
                      <a:pt x="85803" y="74828"/>
                      <a:pt x="92815" y="72118"/>
                    </a:cubicBezTo>
                    <a:cubicBezTo>
                      <a:pt x="101696" y="80249"/>
                      <a:pt x="102864" y="87250"/>
                      <a:pt x="103098" y="97639"/>
                    </a:cubicBezTo>
                    <a:cubicBezTo>
                      <a:pt x="103565" y="110737"/>
                      <a:pt x="97956" y="127676"/>
                      <a:pt x="91412" y="136483"/>
                    </a:cubicBezTo>
                    <a:cubicBezTo>
                      <a:pt x="82298" y="148679"/>
                      <a:pt x="66639" y="156809"/>
                      <a:pt x="53318" y="156809"/>
                    </a:cubicBezTo>
                    <a:cubicBezTo>
                      <a:pt x="35556" y="156809"/>
                      <a:pt x="26675" y="143710"/>
                      <a:pt x="26675" y="127676"/>
                    </a:cubicBezTo>
                    <a:cubicBezTo>
                      <a:pt x="26675" y="125417"/>
                      <a:pt x="26675" y="122030"/>
                      <a:pt x="27843" y="117739"/>
                    </a:cubicBezTo>
                    <a:lnTo>
                      <a:pt x="42801" y="60600"/>
                    </a:lnTo>
                    <a:cubicBezTo>
                      <a:pt x="47942" y="41178"/>
                      <a:pt x="64770" y="5269"/>
                      <a:pt x="92815" y="5269"/>
                    </a:cubicBezTo>
                    <a:cubicBezTo>
                      <a:pt x="106370" y="5269"/>
                      <a:pt x="114550" y="12270"/>
                      <a:pt x="114550" y="25821"/>
                    </a:cubicBez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38" name="Freeform: Shape 137">
                <a:extLst>
                  <a:ext uri="{FF2B5EF4-FFF2-40B4-BE49-F238E27FC236}">
                    <a16:creationId xmlns:a16="http://schemas.microsoft.com/office/drawing/2014/main" id="{37836F32-A7BF-154C-D3E5-2181E56ADCE5}"/>
                  </a:ext>
                </a:extLst>
              </p:cNvPr>
              <p:cNvSpPr/>
              <p:nvPr>
                <p:custDataLst>
                  <p:tags r:id="rId69"/>
                </p:custDataLst>
              </p:nvPr>
            </p:nvSpPr>
            <p:spPr>
              <a:xfrm>
                <a:off x="14415612" y="2207302"/>
                <a:ext cx="122207" cy="106868"/>
              </a:xfrm>
              <a:custGeom>
                <a:avLst/>
                <a:gdLst>
                  <a:gd name="connsiteX0" fmla="*/ 72716 w 122207"/>
                  <a:gd name="connsiteY0" fmla="*/ 11295 h 106868"/>
                  <a:gd name="connsiteX1" fmla="*/ 77787 w 122207"/>
                  <a:gd name="connsiteY1" fmla="*/ 5920 h 106868"/>
                  <a:gd name="connsiteX2" fmla="*/ 87603 w 122207"/>
                  <a:gd name="connsiteY2" fmla="*/ 5762 h 106868"/>
                  <a:gd name="connsiteX3" fmla="*/ 105926 w 122207"/>
                  <a:gd name="connsiteY3" fmla="*/ 7027 h 106868"/>
                  <a:gd name="connsiteX4" fmla="*/ 113615 w 122207"/>
                  <a:gd name="connsiteY4" fmla="*/ 19516 h 106868"/>
                  <a:gd name="connsiteX5" fmla="*/ 112470 w 122207"/>
                  <a:gd name="connsiteY5" fmla="*/ 32321 h 106868"/>
                  <a:gd name="connsiteX6" fmla="*/ 112142 w 122207"/>
                  <a:gd name="connsiteY6" fmla="*/ 34060 h 106868"/>
                  <a:gd name="connsiteX7" fmla="*/ 114924 w 122207"/>
                  <a:gd name="connsiteY7" fmla="*/ 36431 h 106868"/>
                  <a:gd name="connsiteX8" fmla="*/ 118032 w 122207"/>
                  <a:gd name="connsiteY8" fmla="*/ 32479 h 106868"/>
                  <a:gd name="connsiteX9" fmla="*/ 122449 w 122207"/>
                  <a:gd name="connsiteY9" fmla="*/ 2284 h 106868"/>
                  <a:gd name="connsiteX10" fmla="*/ 117541 w 122207"/>
                  <a:gd name="connsiteY10" fmla="*/ 71 h 106868"/>
                  <a:gd name="connsiteX11" fmla="*/ 16929 w 122207"/>
                  <a:gd name="connsiteY11" fmla="*/ 71 h 106868"/>
                  <a:gd name="connsiteX12" fmla="*/ 11367 w 122207"/>
                  <a:gd name="connsiteY12" fmla="*/ 3390 h 106868"/>
                  <a:gd name="connsiteX13" fmla="*/ 1060 w 122207"/>
                  <a:gd name="connsiteY13" fmla="*/ 31372 h 106868"/>
                  <a:gd name="connsiteX14" fmla="*/ 242 w 122207"/>
                  <a:gd name="connsiteY14" fmla="*/ 34218 h 106868"/>
                  <a:gd name="connsiteX15" fmla="*/ 3023 w 122207"/>
                  <a:gd name="connsiteY15" fmla="*/ 36431 h 106868"/>
                  <a:gd name="connsiteX16" fmla="*/ 6459 w 122207"/>
                  <a:gd name="connsiteY16" fmla="*/ 32637 h 106868"/>
                  <a:gd name="connsiteX17" fmla="*/ 46213 w 122207"/>
                  <a:gd name="connsiteY17" fmla="*/ 5762 h 106868"/>
                  <a:gd name="connsiteX18" fmla="*/ 53084 w 122207"/>
                  <a:gd name="connsiteY18" fmla="*/ 5762 h 106868"/>
                  <a:gd name="connsiteX19" fmla="*/ 58155 w 122207"/>
                  <a:gd name="connsiteY19" fmla="*/ 7343 h 106868"/>
                  <a:gd name="connsiteX20" fmla="*/ 57501 w 122207"/>
                  <a:gd name="connsiteY20" fmla="*/ 10663 h 106868"/>
                  <a:gd name="connsiteX21" fmla="*/ 35906 w 122207"/>
                  <a:gd name="connsiteY21" fmla="*/ 93818 h 106868"/>
                  <a:gd name="connsiteX22" fmla="*/ 16765 w 122207"/>
                  <a:gd name="connsiteY22" fmla="*/ 101248 h 106868"/>
                  <a:gd name="connsiteX23" fmla="*/ 9403 w 122207"/>
                  <a:gd name="connsiteY23" fmla="*/ 104726 h 106868"/>
                  <a:gd name="connsiteX24" fmla="*/ 12185 w 122207"/>
                  <a:gd name="connsiteY24" fmla="*/ 106939 h 106868"/>
                  <a:gd name="connsiteX25" fmla="*/ 26254 w 122207"/>
                  <a:gd name="connsiteY25" fmla="*/ 106465 h 106868"/>
                  <a:gd name="connsiteX26" fmla="*/ 40323 w 122207"/>
                  <a:gd name="connsiteY26" fmla="*/ 106307 h 106868"/>
                  <a:gd name="connsiteX27" fmla="*/ 55047 w 122207"/>
                  <a:gd name="connsiteY27" fmla="*/ 106465 h 106868"/>
                  <a:gd name="connsiteX28" fmla="*/ 68789 w 122207"/>
                  <a:gd name="connsiteY28" fmla="*/ 106939 h 106868"/>
                  <a:gd name="connsiteX29" fmla="*/ 72552 w 122207"/>
                  <a:gd name="connsiteY29" fmla="*/ 103461 h 106868"/>
                  <a:gd name="connsiteX30" fmla="*/ 65845 w 122207"/>
                  <a:gd name="connsiteY30" fmla="*/ 101248 h 106868"/>
                  <a:gd name="connsiteX31" fmla="*/ 56356 w 122207"/>
                  <a:gd name="connsiteY31" fmla="*/ 100932 h 106868"/>
                  <a:gd name="connsiteX32" fmla="*/ 50466 w 122207"/>
                  <a:gd name="connsiteY32" fmla="*/ 97928 h 106868"/>
                  <a:gd name="connsiteX33" fmla="*/ 51121 w 122207"/>
                  <a:gd name="connsiteY33" fmla="*/ 94292 h 106868"/>
                  <a:gd name="connsiteX34" fmla="*/ 72716 w 122207"/>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207" h="106868">
                    <a:moveTo>
                      <a:pt x="72716" y="11295"/>
                    </a:moveTo>
                    <a:cubicBezTo>
                      <a:pt x="73861" y="6710"/>
                      <a:pt x="74188" y="6236"/>
                      <a:pt x="77787" y="5920"/>
                    </a:cubicBezTo>
                    <a:cubicBezTo>
                      <a:pt x="78605" y="5762"/>
                      <a:pt x="84331" y="5762"/>
                      <a:pt x="87603" y="5762"/>
                    </a:cubicBezTo>
                    <a:cubicBezTo>
                      <a:pt x="97582" y="5762"/>
                      <a:pt x="101836" y="5762"/>
                      <a:pt x="105926" y="7027"/>
                    </a:cubicBezTo>
                    <a:cubicBezTo>
                      <a:pt x="113288" y="9240"/>
                      <a:pt x="113615" y="13824"/>
                      <a:pt x="113615" y="19516"/>
                    </a:cubicBezTo>
                    <a:cubicBezTo>
                      <a:pt x="113615" y="22045"/>
                      <a:pt x="113615" y="24100"/>
                      <a:pt x="112470" y="32321"/>
                    </a:cubicBezTo>
                    <a:lnTo>
                      <a:pt x="112142" y="34060"/>
                    </a:lnTo>
                    <a:cubicBezTo>
                      <a:pt x="112142" y="35641"/>
                      <a:pt x="113288" y="36431"/>
                      <a:pt x="114924" y="36431"/>
                    </a:cubicBezTo>
                    <a:cubicBezTo>
                      <a:pt x="117378" y="36431"/>
                      <a:pt x="117705" y="35008"/>
                      <a:pt x="118032" y="32479"/>
                    </a:cubicBezTo>
                    <a:lnTo>
                      <a:pt x="122449" y="2284"/>
                    </a:lnTo>
                    <a:cubicBezTo>
                      <a:pt x="122449" y="71"/>
                      <a:pt x="120486" y="71"/>
                      <a:pt x="117541" y="71"/>
                    </a:cubicBezTo>
                    <a:lnTo>
                      <a:pt x="16929" y="71"/>
                    </a:lnTo>
                    <a:cubicBezTo>
                      <a:pt x="12839" y="71"/>
                      <a:pt x="12512" y="71"/>
                      <a:pt x="11367" y="3390"/>
                    </a:cubicBezTo>
                    <a:lnTo>
                      <a:pt x="1060" y="31372"/>
                    </a:lnTo>
                    <a:cubicBezTo>
                      <a:pt x="896" y="32005"/>
                      <a:pt x="242" y="33428"/>
                      <a:pt x="242" y="34218"/>
                    </a:cubicBezTo>
                    <a:cubicBezTo>
                      <a:pt x="242" y="34850"/>
                      <a:pt x="569" y="36431"/>
                      <a:pt x="3023" y="36431"/>
                    </a:cubicBezTo>
                    <a:cubicBezTo>
                      <a:pt x="5150" y="36431"/>
                      <a:pt x="5477" y="35641"/>
                      <a:pt x="6459" y="32637"/>
                    </a:cubicBezTo>
                    <a:cubicBezTo>
                      <a:pt x="15947" y="7343"/>
                      <a:pt x="21346" y="5762"/>
                      <a:pt x="46213" y="5762"/>
                    </a:cubicBezTo>
                    <a:lnTo>
                      <a:pt x="53084" y="5762"/>
                    </a:lnTo>
                    <a:cubicBezTo>
                      <a:pt x="57992" y="5762"/>
                      <a:pt x="58155" y="5920"/>
                      <a:pt x="58155" y="7343"/>
                    </a:cubicBezTo>
                    <a:cubicBezTo>
                      <a:pt x="58155" y="7501"/>
                      <a:pt x="58155" y="8291"/>
                      <a:pt x="57501" y="10663"/>
                    </a:cubicBezTo>
                    <a:lnTo>
                      <a:pt x="35906" y="93818"/>
                    </a:lnTo>
                    <a:cubicBezTo>
                      <a:pt x="34434" y="99667"/>
                      <a:pt x="33943" y="101248"/>
                      <a:pt x="16765" y="101248"/>
                    </a:cubicBezTo>
                    <a:cubicBezTo>
                      <a:pt x="10876" y="101248"/>
                      <a:pt x="9403" y="101248"/>
                      <a:pt x="9403" y="104726"/>
                    </a:cubicBezTo>
                    <a:cubicBezTo>
                      <a:pt x="9403" y="105200"/>
                      <a:pt x="9731" y="106939"/>
                      <a:pt x="12185" y="106939"/>
                    </a:cubicBezTo>
                    <a:cubicBezTo>
                      <a:pt x="16765" y="106939"/>
                      <a:pt x="21673" y="106465"/>
                      <a:pt x="26254" y="106465"/>
                    </a:cubicBezTo>
                    <a:cubicBezTo>
                      <a:pt x="30835" y="106465"/>
                      <a:pt x="35743" y="106307"/>
                      <a:pt x="40323" y="106307"/>
                    </a:cubicBezTo>
                    <a:cubicBezTo>
                      <a:pt x="44904" y="106307"/>
                      <a:pt x="50466" y="106307"/>
                      <a:pt x="55047" y="106465"/>
                    </a:cubicBezTo>
                    <a:cubicBezTo>
                      <a:pt x="59464" y="106623"/>
                      <a:pt x="64372" y="106939"/>
                      <a:pt x="68789" y="106939"/>
                    </a:cubicBezTo>
                    <a:cubicBezTo>
                      <a:pt x="70098" y="106939"/>
                      <a:pt x="72552" y="106939"/>
                      <a:pt x="72552" y="103461"/>
                    </a:cubicBezTo>
                    <a:cubicBezTo>
                      <a:pt x="72552" y="101248"/>
                      <a:pt x="70916" y="101248"/>
                      <a:pt x="65845" y="101248"/>
                    </a:cubicBezTo>
                    <a:cubicBezTo>
                      <a:pt x="62736" y="101248"/>
                      <a:pt x="59464" y="101090"/>
                      <a:pt x="56356" y="100932"/>
                    </a:cubicBezTo>
                    <a:cubicBezTo>
                      <a:pt x="50794" y="100457"/>
                      <a:pt x="50466" y="99825"/>
                      <a:pt x="50466" y="97928"/>
                    </a:cubicBezTo>
                    <a:cubicBezTo>
                      <a:pt x="50466" y="96821"/>
                      <a:pt x="50466" y="96505"/>
                      <a:pt x="51121" y="94292"/>
                    </a:cubicBezTo>
                    <a:lnTo>
                      <a:pt x="72716" y="11295"/>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39" name="Freeform: Shape 138">
                <a:extLst>
                  <a:ext uri="{FF2B5EF4-FFF2-40B4-BE49-F238E27FC236}">
                    <a16:creationId xmlns:a16="http://schemas.microsoft.com/office/drawing/2014/main" id="{A67B9862-F5AA-D3ED-B0B1-27931BB8D5AD}"/>
                  </a:ext>
                </a:extLst>
              </p:cNvPr>
              <p:cNvSpPr/>
              <p:nvPr>
                <p:custDataLst>
                  <p:tags r:id="rId70"/>
                </p:custDataLst>
              </p:nvPr>
            </p:nvSpPr>
            <p:spPr>
              <a:xfrm>
                <a:off x="14562584" y="2307597"/>
                <a:ext cx="116387" cy="102306"/>
              </a:xfrm>
              <a:custGeom>
                <a:avLst/>
                <a:gdLst>
                  <a:gd name="connsiteX0" fmla="*/ 71530 w 116387"/>
                  <a:gd name="connsiteY0" fmla="*/ 31693 h 102306"/>
                  <a:gd name="connsiteX1" fmla="*/ 94667 w 116387"/>
                  <a:gd name="connsiteY1" fmla="*/ 5043 h 102306"/>
                  <a:gd name="connsiteX2" fmla="*/ 106353 w 116387"/>
                  <a:gd name="connsiteY2" fmla="*/ 7979 h 102306"/>
                  <a:gd name="connsiteX3" fmla="*/ 95135 w 116387"/>
                  <a:gd name="connsiteY3" fmla="*/ 20175 h 102306"/>
                  <a:gd name="connsiteX4" fmla="*/ 104016 w 116387"/>
                  <a:gd name="connsiteY4" fmla="*/ 28079 h 102306"/>
                  <a:gd name="connsiteX5" fmla="*/ 116636 w 116387"/>
                  <a:gd name="connsiteY5" fmla="*/ 14980 h 102306"/>
                  <a:gd name="connsiteX6" fmla="*/ 94901 w 116387"/>
                  <a:gd name="connsiteY6" fmla="*/ 75 h 102306"/>
                  <a:gd name="connsiteX7" fmla="*/ 70361 w 116387"/>
                  <a:gd name="connsiteY7" fmla="*/ 17239 h 102306"/>
                  <a:gd name="connsiteX8" fmla="*/ 45121 w 116387"/>
                  <a:gd name="connsiteY8" fmla="*/ 75 h 102306"/>
                  <a:gd name="connsiteX9" fmla="*/ 7493 w 116387"/>
                  <a:gd name="connsiteY9" fmla="*/ 34854 h 102306"/>
                  <a:gd name="connsiteX10" fmla="*/ 10298 w 116387"/>
                  <a:gd name="connsiteY10" fmla="*/ 37113 h 102306"/>
                  <a:gd name="connsiteX11" fmla="*/ 13336 w 116387"/>
                  <a:gd name="connsiteY11" fmla="*/ 34629 h 102306"/>
                  <a:gd name="connsiteX12" fmla="*/ 44653 w 116387"/>
                  <a:gd name="connsiteY12" fmla="*/ 5043 h 102306"/>
                  <a:gd name="connsiteX13" fmla="*/ 57274 w 116387"/>
                  <a:gd name="connsiteY13" fmla="*/ 20175 h 102306"/>
                  <a:gd name="connsiteX14" fmla="*/ 44653 w 116387"/>
                  <a:gd name="connsiteY14" fmla="*/ 73925 h 102306"/>
                  <a:gd name="connsiteX15" fmla="*/ 22451 w 116387"/>
                  <a:gd name="connsiteY15" fmla="*/ 97413 h 102306"/>
                  <a:gd name="connsiteX16" fmla="*/ 10765 w 116387"/>
                  <a:gd name="connsiteY16" fmla="*/ 94477 h 102306"/>
                  <a:gd name="connsiteX17" fmla="*/ 21750 w 116387"/>
                  <a:gd name="connsiteY17" fmla="*/ 82281 h 102306"/>
                  <a:gd name="connsiteX18" fmla="*/ 13102 w 116387"/>
                  <a:gd name="connsiteY18" fmla="*/ 74377 h 102306"/>
                  <a:gd name="connsiteX19" fmla="*/ 248 w 116387"/>
                  <a:gd name="connsiteY19" fmla="*/ 87476 h 102306"/>
                  <a:gd name="connsiteX20" fmla="*/ 22217 w 116387"/>
                  <a:gd name="connsiteY20" fmla="*/ 102381 h 102306"/>
                  <a:gd name="connsiteX21" fmla="*/ 46757 w 116387"/>
                  <a:gd name="connsiteY21" fmla="*/ 85217 h 102306"/>
                  <a:gd name="connsiteX22" fmla="*/ 71997 w 116387"/>
                  <a:gd name="connsiteY22" fmla="*/ 102381 h 102306"/>
                  <a:gd name="connsiteX23" fmla="*/ 109391 w 116387"/>
                  <a:gd name="connsiteY23" fmla="*/ 67602 h 102306"/>
                  <a:gd name="connsiteX24" fmla="*/ 106586 w 116387"/>
                  <a:gd name="connsiteY24" fmla="*/ 65343 h 102306"/>
                  <a:gd name="connsiteX25" fmla="*/ 103548 w 116387"/>
                  <a:gd name="connsiteY25" fmla="*/ 67827 h 102306"/>
                  <a:gd name="connsiteX26" fmla="*/ 72465 w 116387"/>
                  <a:gd name="connsiteY26" fmla="*/ 97413 h 102306"/>
                  <a:gd name="connsiteX27" fmla="*/ 59611 w 116387"/>
                  <a:gd name="connsiteY27" fmla="*/ 82507 h 102306"/>
                  <a:gd name="connsiteX28" fmla="*/ 63584 w 116387"/>
                  <a:gd name="connsiteY28" fmla="*/ 62633 h 102306"/>
                  <a:gd name="connsiteX29" fmla="*/ 71530 w 116387"/>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387" h="102306">
                    <a:moveTo>
                      <a:pt x="71530" y="31693"/>
                    </a:moveTo>
                    <a:cubicBezTo>
                      <a:pt x="72932" y="25821"/>
                      <a:pt x="78308" y="5043"/>
                      <a:pt x="94667" y="5043"/>
                    </a:cubicBezTo>
                    <a:cubicBezTo>
                      <a:pt x="95836" y="5043"/>
                      <a:pt x="101445" y="5043"/>
                      <a:pt x="106353" y="7979"/>
                    </a:cubicBezTo>
                    <a:cubicBezTo>
                      <a:pt x="99809" y="9108"/>
                      <a:pt x="95135" y="14754"/>
                      <a:pt x="95135" y="20175"/>
                    </a:cubicBezTo>
                    <a:cubicBezTo>
                      <a:pt x="95135" y="23788"/>
                      <a:pt x="97705" y="28079"/>
                      <a:pt x="104016" y="28079"/>
                    </a:cubicBezTo>
                    <a:cubicBezTo>
                      <a:pt x="109157" y="28079"/>
                      <a:pt x="116636" y="24014"/>
                      <a:pt x="116636" y="14980"/>
                    </a:cubicBezTo>
                    <a:cubicBezTo>
                      <a:pt x="116636" y="3237"/>
                      <a:pt x="102847" y="75"/>
                      <a:pt x="94901" y="75"/>
                    </a:cubicBezTo>
                    <a:cubicBezTo>
                      <a:pt x="81346" y="75"/>
                      <a:pt x="73166" y="12044"/>
                      <a:pt x="70361" y="17239"/>
                    </a:cubicBezTo>
                    <a:cubicBezTo>
                      <a:pt x="64519" y="2333"/>
                      <a:pt x="51898" y="75"/>
                      <a:pt x="45121" y="75"/>
                    </a:cubicBezTo>
                    <a:cubicBezTo>
                      <a:pt x="20815" y="75"/>
                      <a:pt x="7493" y="29208"/>
                      <a:pt x="7493" y="34854"/>
                    </a:cubicBezTo>
                    <a:cubicBezTo>
                      <a:pt x="7493" y="37113"/>
                      <a:pt x="9830" y="37113"/>
                      <a:pt x="10298" y="37113"/>
                    </a:cubicBezTo>
                    <a:cubicBezTo>
                      <a:pt x="12168" y="37113"/>
                      <a:pt x="12869" y="36661"/>
                      <a:pt x="13336" y="34629"/>
                    </a:cubicBezTo>
                    <a:cubicBezTo>
                      <a:pt x="21282" y="10689"/>
                      <a:pt x="36707" y="5043"/>
                      <a:pt x="44653" y="5043"/>
                    </a:cubicBezTo>
                    <a:cubicBezTo>
                      <a:pt x="49094" y="5043"/>
                      <a:pt x="57274" y="7076"/>
                      <a:pt x="57274" y="20175"/>
                    </a:cubicBezTo>
                    <a:cubicBezTo>
                      <a:pt x="57274" y="27176"/>
                      <a:pt x="53301" y="42307"/>
                      <a:pt x="44653" y="73925"/>
                    </a:cubicBezTo>
                    <a:cubicBezTo>
                      <a:pt x="40914" y="87927"/>
                      <a:pt x="32734" y="97413"/>
                      <a:pt x="22451" y="97413"/>
                    </a:cubicBezTo>
                    <a:cubicBezTo>
                      <a:pt x="21049" y="97413"/>
                      <a:pt x="15673" y="97413"/>
                      <a:pt x="10765" y="94477"/>
                    </a:cubicBezTo>
                    <a:cubicBezTo>
                      <a:pt x="16608" y="93348"/>
                      <a:pt x="21750" y="88605"/>
                      <a:pt x="21750" y="82281"/>
                    </a:cubicBezTo>
                    <a:cubicBezTo>
                      <a:pt x="21750" y="76184"/>
                      <a:pt x="16608" y="74377"/>
                      <a:pt x="13102" y="74377"/>
                    </a:cubicBezTo>
                    <a:cubicBezTo>
                      <a:pt x="6091" y="74377"/>
                      <a:pt x="248" y="80249"/>
                      <a:pt x="248" y="87476"/>
                    </a:cubicBezTo>
                    <a:cubicBezTo>
                      <a:pt x="248" y="97864"/>
                      <a:pt x="11934" y="102381"/>
                      <a:pt x="22217" y="102381"/>
                    </a:cubicBezTo>
                    <a:cubicBezTo>
                      <a:pt x="37642" y="102381"/>
                      <a:pt x="46056" y="86572"/>
                      <a:pt x="46757" y="85217"/>
                    </a:cubicBezTo>
                    <a:cubicBezTo>
                      <a:pt x="49561" y="93573"/>
                      <a:pt x="57975" y="102381"/>
                      <a:pt x="71997" y="102381"/>
                    </a:cubicBezTo>
                    <a:cubicBezTo>
                      <a:pt x="96069" y="102381"/>
                      <a:pt x="109391" y="73248"/>
                      <a:pt x="109391" y="67602"/>
                    </a:cubicBezTo>
                    <a:cubicBezTo>
                      <a:pt x="109391" y="65343"/>
                      <a:pt x="107288" y="65343"/>
                      <a:pt x="106586" y="65343"/>
                    </a:cubicBezTo>
                    <a:cubicBezTo>
                      <a:pt x="104483" y="65343"/>
                      <a:pt x="104016" y="66246"/>
                      <a:pt x="103548" y="67827"/>
                    </a:cubicBezTo>
                    <a:cubicBezTo>
                      <a:pt x="95836" y="91993"/>
                      <a:pt x="79943" y="97413"/>
                      <a:pt x="72465" y="97413"/>
                    </a:cubicBezTo>
                    <a:cubicBezTo>
                      <a:pt x="63350" y="97413"/>
                      <a:pt x="59611" y="90186"/>
                      <a:pt x="59611" y="82507"/>
                    </a:cubicBezTo>
                    <a:cubicBezTo>
                      <a:pt x="59611" y="77539"/>
                      <a:pt x="61013" y="72570"/>
                      <a:pt x="63584" y="62633"/>
                    </a:cubicBezTo>
                    <a:lnTo>
                      <a:pt x="71530" y="3169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140" name="Group 139" descr="\documentclass{article}&#10;\usepackage{amsmath}&#10;\pagestyle{empty}&#10;\begin{document}&#10;&#10;$P(y = 1)$&#10;&#10;&#10;\end{document}" title="IguanaTex Shape Display">
              <a:extLst>
                <a:ext uri="{FF2B5EF4-FFF2-40B4-BE49-F238E27FC236}">
                  <a16:creationId xmlns:a16="http://schemas.microsoft.com/office/drawing/2014/main" id="{3564C8FD-36BC-6DA3-A224-0909BDBBF111}"/>
                </a:ext>
              </a:extLst>
            </p:cNvPr>
            <p:cNvGrpSpPr>
              <a:grpSpLocks noChangeAspect="1"/>
            </p:cNvGrpSpPr>
            <p:nvPr>
              <p:custDataLst>
                <p:tags r:id="rId37"/>
              </p:custDataLst>
            </p:nvPr>
          </p:nvGrpSpPr>
          <p:grpSpPr>
            <a:xfrm>
              <a:off x="2524016" y="4959726"/>
              <a:ext cx="275741" cy="71156"/>
              <a:chOff x="5396034" y="6037953"/>
              <a:chExt cx="536662" cy="138487"/>
            </a:xfrm>
            <a:solidFill>
              <a:schemeClr val="bg1"/>
            </a:solidFill>
          </p:grpSpPr>
          <p:sp>
            <p:nvSpPr>
              <p:cNvPr id="141" name="Freeform: Shape 140">
                <a:extLst>
                  <a:ext uri="{FF2B5EF4-FFF2-40B4-BE49-F238E27FC236}">
                    <a16:creationId xmlns:a16="http://schemas.microsoft.com/office/drawing/2014/main" id="{100B438A-1069-74FA-2339-D7CDB163D114}"/>
                  </a:ext>
                </a:extLst>
              </p:cNvPr>
              <p:cNvSpPr/>
              <p:nvPr>
                <p:custDataLst>
                  <p:tags r:id="rId59"/>
                </p:custDataLst>
              </p:nvPr>
            </p:nvSpPr>
            <p:spPr>
              <a:xfrm>
                <a:off x="5396034" y="6047232"/>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grpFill/>
              <a:ln w="14165" cap="flat">
                <a:noFill/>
                <a:prstDash val="solid"/>
                <a:miter/>
              </a:ln>
            </p:spPr>
            <p:txBody>
              <a:bodyPr rtlCol="0" anchor="ctr"/>
              <a:lstStyle/>
              <a:p>
                <a:endParaRPr lang="en-GB" noProof="0"/>
              </a:p>
            </p:txBody>
          </p:sp>
          <p:sp>
            <p:nvSpPr>
              <p:cNvPr id="142" name="Freeform: Shape 141">
                <a:extLst>
                  <a:ext uri="{FF2B5EF4-FFF2-40B4-BE49-F238E27FC236}">
                    <a16:creationId xmlns:a16="http://schemas.microsoft.com/office/drawing/2014/main" id="{9CF1D7A9-AD92-0C74-5CBF-ECA9DE08AEA7}"/>
                  </a:ext>
                </a:extLst>
              </p:cNvPr>
              <p:cNvSpPr/>
              <p:nvPr>
                <p:custDataLst>
                  <p:tags r:id="rId60"/>
                </p:custDataLst>
              </p:nvPr>
            </p:nvSpPr>
            <p:spPr>
              <a:xfrm>
                <a:off x="5515333" y="6037953"/>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grpFill/>
              <a:ln w="14165" cap="flat">
                <a:noFill/>
                <a:prstDash val="solid"/>
                <a:miter/>
              </a:ln>
            </p:spPr>
            <p:txBody>
              <a:bodyPr rtlCol="0" anchor="ctr"/>
              <a:lstStyle/>
              <a:p>
                <a:endParaRPr lang="en-GB" noProof="0"/>
              </a:p>
            </p:txBody>
          </p:sp>
          <p:sp>
            <p:nvSpPr>
              <p:cNvPr id="143" name="Freeform: Shape 142">
                <a:extLst>
                  <a:ext uri="{FF2B5EF4-FFF2-40B4-BE49-F238E27FC236}">
                    <a16:creationId xmlns:a16="http://schemas.microsoft.com/office/drawing/2014/main" id="{20074542-4E20-2C10-ECCF-13593104537A}"/>
                  </a:ext>
                </a:extLst>
              </p:cNvPr>
              <p:cNvSpPr/>
              <p:nvPr>
                <p:custDataLst>
                  <p:tags r:id="rId61"/>
                </p:custDataLst>
              </p:nvPr>
            </p:nvSpPr>
            <p:spPr>
              <a:xfrm>
                <a:off x="5560627" y="6080607"/>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grpFill/>
              <a:ln w="14165" cap="flat">
                <a:noFill/>
                <a:prstDash val="solid"/>
                <a:miter/>
              </a:ln>
            </p:spPr>
            <p:txBody>
              <a:bodyPr rtlCol="0" anchor="ctr"/>
              <a:lstStyle/>
              <a:p>
                <a:endParaRPr lang="en-GB" noProof="0"/>
              </a:p>
            </p:txBody>
          </p:sp>
          <p:sp>
            <p:nvSpPr>
              <p:cNvPr id="144" name="Freeform: Shape 143">
                <a:extLst>
                  <a:ext uri="{FF2B5EF4-FFF2-40B4-BE49-F238E27FC236}">
                    <a16:creationId xmlns:a16="http://schemas.microsoft.com/office/drawing/2014/main" id="{332D2125-6DD6-F154-7E57-01152F11CD81}"/>
                  </a:ext>
                </a:extLst>
              </p:cNvPr>
              <p:cNvSpPr/>
              <p:nvPr>
                <p:custDataLst>
                  <p:tags r:id="rId62"/>
                </p:custDataLst>
              </p:nvPr>
            </p:nvSpPr>
            <p:spPr>
              <a:xfrm>
                <a:off x="5678652" y="6090994"/>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grpFill/>
              <a:ln w="14165" cap="flat">
                <a:noFill/>
                <a:prstDash val="solid"/>
                <a:miter/>
              </a:ln>
            </p:spPr>
            <p:txBody>
              <a:bodyPr rtlCol="0" anchor="ctr"/>
              <a:lstStyle/>
              <a:p>
                <a:endParaRPr lang="en-GB" noProof="0"/>
              </a:p>
            </p:txBody>
          </p:sp>
          <p:sp>
            <p:nvSpPr>
              <p:cNvPr id="145" name="Freeform: Shape 144">
                <a:extLst>
                  <a:ext uri="{FF2B5EF4-FFF2-40B4-BE49-F238E27FC236}">
                    <a16:creationId xmlns:a16="http://schemas.microsoft.com/office/drawing/2014/main" id="{C6A5F180-37E7-43C7-E902-5F3DAE325A82}"/>
                  </a:ext>
                </a:extLst>
              </p:cNvPr>
              <p:cNvSpPr/>
              <p:nvPr>
                <p:custDataLst>
                  <p:tags r:id="rId63"/>
                </p:custDataLst>
              </p:nvPr>
            </p:nvSpPr>
            <p:spPr>
              <a:xfrm>
                <a:off x="5833269" y="6049586"/>
                <a:ext cx="46872" cy="92232"/>
              </a:xfrm>
              <a:custGeom>
                <a:avLst/>
                <a:gdLst>
                  <a:gd name="connsiteX0" fmla="*/ 29225 w 46872"/>
                  <a:gd name="connsiteY0" fmla="*/ 3663 h 92232"/>
                  <a:gd name="connsiteX1" fmla="*/ 25958 w 46872"/>
                  <a:gd name="connsiteY1" fmla="*/ 63 h 92232"/>
                  <a:gd name="connsiteX2" fmla="*/ 107 w 46872"/>
                  <a:gd name="connsiteY2" fmla="*/ 8926 h 92232"/>
                  <a:gd name="connsiteX3" fmla="*/ 107 w 46872"/>
                  <a:gd name="connsiteY3" fmla="*/ 13219 h 92232"/>
                  <a:gd name="connsiteX4" fmla="*/ 18714 w 46872"/>
                  <a:gd name="connsiteY4" fmla="*/ 9618 h 92232"/>
                  <a:gd name="connsiteX5" fmla="*/ 18714 w 46872"/>
                  <a:gd name="connsiteY5" fmla="*/ 81355 h 92232"/>
                  <a:gd name="connsiteX6" fmla="*/ 5504 w 46872"/>
                  <a:gd name="connsiteY6" fmla="*/ 88002 h 92232"/>
                  <a:gd name="connsiteX7" fmla="*/ 959 w 46872"/>
                  <a:gd name="connsiteY7" fmla="*/ 88002 h 92232"/>
                  <a:gd name="connsiteX8" fmla="*/ 959 w 46872"/>
                  <a:gd name="connsiteY8" fmla="*/ 92296 h 92232"/>
                  <a:gd name="connsiteX9" fmla="*/ 23969 w 46872"/>
                  <a:gd name="connsiteY9" fmla="*/ 91880 h 92232"/>
                  <a:gd name="connsiteX10" fmla="*/ 46980 w 46872"/>
                  <a:gd name="connsiteY10" fmla="*/ 92296 h 92232"/>
                  <a:gd name="connsiteX11" fmla="*/ 46980 w 46872"/>
                  <a:gd name="connsiteY11" fmla="*/ 88002 h 92232"/>
                  <a:gd name="connsiteX12" fmla="*/ 42434 w 46872"/>
                  <a:gd name="connsiteY12" fmla="*/ 88002 h 92232"/>
                  <a:gd name="connsiteX13" fmla="*/ 29225 w 46872"/>
                  <a:gd name="connsiteY13" fmla="*/ 81355 h 92232"/>
                  <a:gd name="connsiteX14" fmla="*/ 29225 w 46872"/>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872" h="92232">
                    <a:moveTo>
                      <a:pt x="29225" y="3663"/>
                    </a:moveTo>
                    <a:cubicBezTo>
                      <a:pt x="29225" y="340"/>
                      <a:pt x="29225" y="63"/>
                      <a:pt x="25958" y="63"/>
                    </a:cubicBezTo>
                    <a:cubicBezTo>
                      <a:pt x="17152" y="8926"/>
                      <a:pt x="4652" y="8926"/>
                      <a:pt x="107" y="8926"/>
                    </a:cubicBezTo>
                    <a:lnTo>
                      <a:pt x="107" y="13219"/>
                    </a:lnTo>
                    <a:cubicBezTo>
                      <a:pt x="2948" y="13219"/>
                      <a:pt x="11328" y="13219"/>
                      <a:pt x="18714" y="9618"/>
                    </a:cubicBezTo>
                    <a:lnTo>
                      <a:pt x="18714" y="81355"/>
                    </a:lnTo>
                    <a:cubicBezTo>
                      <a:pt x="18714" y="86341"/>
                      <a:pt x="18288" y="88002"/>
                      <a:pt x="5504" y="88002"/>
                    </a:cubicBezTo>
                    <a:lnTo>
                      <a:pt x="959" y="88002"/>
                    </a:lnTo>
                    <a:lnTo>
                      <a:pt x="959" y="92296"/>
                    </a:lnTo>
                    <a:cubicBezTo>
                      <a:pt x="5930" y="91880"/>
                      <a:pt x="18288" y="91880"/>
                      <a:pt x="23969" y="91880"/>
                    </a:cubicBezTo>
                    <a:cubicBezTo>
                      <a:pt x="29651" y="91880"/>
                      <a:pt x="42008" y="91880"/>
                      <a:pt x="46980" y="92296"/>
                    </a:cubicBezTo>
                    <a:lnTo>
                      <a:pt x="46980" y="88002"/>
                    </a:lnTo>
                    <a:lnTo>
                      <a:pt x="42434" y="88002"/>
                    </a:lnTo>
                    <a:cubicBezTo>
                      <a:pt x="29651" y="88002"/>
                      <a:pt x="29225" y="86479"/>
                      <a:pt x="29225" y="81355"/>
                    </a:cubicBezTo>
                    <a:lnTo>
                      <a:pt x="29225" y="3663"/>
                    </a:lnTo>
                    <a:close/>
                  </a:path>
                </a:pathLst>
              </a:custGeom>
              <a:grpFill/>
              <a:ln w="14165" cap="flat">
                <a:noFill/>
                <a:prstDash val="solid"/>
                <a:miter/>
              </a:ln>
            </p:spPr>
            <p:txBody>
              <a:bodyPr rtlCol="0" anchor="ctr"/>
              <a:lstStyle/>
              <a:p>
                <a:endParaRPr lang="en-GB" noProof="0"/>
              </a:p>
            </p:txBody>
          </p:sp>
          <p:sp>
            <p:nvSpPr>
              <p:cNvPr id="146" name="Freeform: Shape 145">
                <a:extLst>
                  <a:ext uri="{FF2B5EF4-FFF2-40B4-BE49-F238E27FC236}">
                    <a16:creationId xmlns:a16="http://schemas.microsoft.com/office/drawing/2014/main" id="{140D8AC8-98F1-D72F-A5E0-233902CC1436}"/>
                  </a:ext>
                </a:extLst>
              </p:cNvPr>
              <p:cNvSpPr/>
              <p:nvPr>
                <p:custDataLst>
                  <p:tags r:id="rId64"/>
                </p:custDataLst>
              </p:nvPr>
            </p:nvSpPr>
            <p:spPr>
              <a:xfrm>
                <a:off x="5899743" y="6037953"/>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grpFill/>
              <a:ln w="14165" cap="flat">
                <a:noFill/>
                <a:prstDash val="solid"/>
                <a:miter/>
              </a:ln>
            </p:spPr>
            <p:txBody>
              <a:bodyPr rtlCol="0" anchor="ctr"/>
              <a:lstStyle/>
              <a:p>
                <a:endParaRPr lang="en-GB" noProof="0"/>
              </a:p>
            </p:txBody>
          </p:sp>
        </p:grpSp>
        <p:grpSp>
          <p:nvGrpSpPr>
            <p:cNvPr id="150" name="Group 149" descr="\documentclass{article}&#10;\usepackage{amsmath}&#10;\pagestyle{empty}&#10;\begin{document}&#10;&#10;$P(y = 2)$&#10;&#10;&#10;\end{document}" title="IguanaTex Shape Display">
              <a:extLst>
                <a:ext uri="{FF2B5EF4-FFF2-40B4-BE49-F238E27FC236}">
                  <a16:creationId xmlns:a16="http://schemas.microsoft.com/office/drawing/2014/main" id="{4C54C851-31E7-71DF-618F-91E8188015E0}"/>
                </a:ext>
              </a:extLst>
            </p:cNvPr>
            <p:cNvGrpSpPr>
              <a:grpSpLocks noChangeAspect="1"/>
            </p:cNvGrpSpPr>
            <p:nvPr>
              <p:custDataLst>
                <p:tags r:id="rId38"/>
              </p:custDataLst>
            </p:nvPr>
          </p:nvGrpSpPr>
          <p:grpSpPr>
            <a:xfrm>
              <a:off x="3685530" y="4959726"/>
              <a:ext cx="275741" cy="71156"/>
              <a:chOff x="7650630" y="6032874"/>
              <a:chExt cx="536662" cy="138487"/>
            </a:xfrm>
          </p:grpSpPr>
          <p:sp>
            <p:nvSpPr>
              <p:cNvPr id="151" name="Freeform: Shape 150">
                <a:extLst>
                  <a:ext uri="{FF2B5EF4-FFF2-40B4-BE49-F238E27FC236}">
                    <a16:creationId xmlns:a16="http://schemas.microsoft.com/office/drawing/2014/main" id="{D8E5B994-DDF8-A8DF-177D-A437ADFBEE8C}"/>
                  </a:ext>
                </a:extLst>
              </p:cNvPr>
              <p:cNvSpPr/>
              <p:nvPr>
                <p:custDataLst>
                  <p:tags r:id="rId53"/>
                </p:custDataLst>
              </p:nvPr>
            </p:nvSpPr>
            <p:spPr>
              <a:xfrm>
                <a:off x="7650630" y="6042153"/>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2" name="Freeform: Shape 151">
                <a:extLst>
                  <a:ext uri="{FF2B5EF4-FFF2-40B4-BE49-F238E27FC236}">
                    <a16:creationId xmlns:a16="http://schemas.microsoft.com/office/drawing/2014/main" id="{552BCE4E-DDAA-4E18-2A7A-4CAA128B173B}"/>
                  </a:ext>
                </a:extLst>
              </p:cNvPr>
              <p:cNvSpPr/>
              <p:nvPr>
                <p:custDataLst>
                  <p:tags r:id="rId54"/>
                </p:custDataLst>
              </p:nvPr>
            </p:nvSpPr>
            <p:spPr>
              <a:xfrm>
                <a:off x="7769929" y="6032874"/>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3" name="Freeform: Shape 152">
                <a:extLst>
                  <a:ext uri="{FF2B5EF4-FFF2-40B4-BE49-F238E27FC236}">
                    <a16:creationId xmlns:a16="http://schemas.microsoft.com/office/drawing/2014/main" id="{56E4FF57-5D40-91AE-868C-ED16C7087B99}"/>
                  </a:ext>
                </a:extLst>
              </p:cNvPr>
              <p:cNvSpPr/>
              <p:nvPr>
                <p:custDataLst>
                  <p:tags r:id="rId55"/>
                </p:custDataLst>
              </p:nvPr>
            </p:nvSpPr>
            <p:spPr>
              <a:xfrm>
                <a:off x="7815223" y="6075528"/>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4" name="Freeform: Shape 153">
                <a:extLst>
                  <a:ext uri="{FF2B5EF4-FFF2-40B4-BE49-F238E27FC236}">
                    <a16:creationId xmlns:a16="http://schemas.microsoft.com/office/drawing/2014/main" id="{41A8FC0E-442C-CCEB-5C24-D925227300E6}"/>
                  </a:ext>
                </a:extLst>
              </p:cNvPr>
              <p:cNvSpPr/>
              <p:nvPr>
                <p:custDataLst>
                  <p:tags r:id="rId56"/>
                </p:custDataLst>
              </p:nvPr>
            </p:nvSpPr>
            <p:spPr>
              <a:xfrm>
                <a:off x="7933248" y="6085915"/>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5" name="Freeform: Shape 154">
                <a:extLst>
                  <a:ext uri="{FF2B5EF4-FFF2-40B4-BE49-F238E27FC236}">
                    <a16:creationId xmlns:a16="http://schemas.microsoft.com/office/drawing/2014/main" id="{512B60C2-F914-05DF-1B31-6D4517FB8F39}"/>
                  </a:ext>
                </a:extLst>
              </p:cNvPr>
              <p:cNvSpPr/>
              <p:nvPr>
                <p:custDataLst>
                  <p:tags r:id="rId57"/>
                </p:custDataLst>
              </p:nvPr>
            </p:nvSpPr>
            <p:spPr>
              <a:xfrm>
                <a:off x="8082325" y="6044507"/>
                <a:ext cx="56673" cy="92232"/>
              </a:xfrm>
              <a:custGeom>
                <a:avLst/>
                <a:gdLst>
                  <a:gd name="connsiteX0" fmla="*/ 11044 w 56673"/>
                  <a:gd name="connsiteY0" fmla="*/ 81632 h 92232"/>
                  <a:gd name="connsiteX1" fmla="*/ 26100 w 56673"/>
                  <a:gd name="connsiteY1" fmla="*/ 67368 h 92232"/>
                  <a:gd name="connsiteX2" fmla="*/ 56780 w 56673"/>
                  <a:gd name="connsiteY2" fmla="*/ 26929 h 92232"/>
                  <a:gd name="connsiteX3" fmla="*/ 26668 w 56673"/>
                  <a:gd name="connsiteY3" fmla="*/ 63 h 92232"/>
                  <a:gd name="connsiteX4" fmla="*/ 107 w 56673"/>
                  <a:gd name="connsiteY4" fmla="*/ 25129 h 92232"/>
                  <a:gd name="connsiteX5" fmla="*/ 7635 w 56673"/>
                  <a:gd name="connsiteY5" fmla="*/ 32884 h 92232"/>
                  <a:gd name="connsiteX6" fmla="*/ 15021 w 56673"/>
                  <a:gd name="connsiteY6" fmla="*/ 25544 h 92232"/>
                  <a:gd name="connsiteX7" fmla="*/ 7493 w 56673"/>
                  <a:gd name="connsiteY7" fmla="*/ 18343 h 92232"/>
                  <a:gd name="connsiteX8" fmla="*/ 5646 w 56673"/>
                  <a:gd name="connsiteY8" fmla="*/ 18482 h 92232"/>
                  <a:gd name="connsiteX9" fmla="*/ 24822 w 56673"/>
                  <a:gd name="connsiteY9" fmla="*/ 4356 h 92232"/>
                  <a:gd name="connsiteX10" fmla="*/ 43855 w 56673"/>
                  <a:gd name="connsiteY10" fmla="*/ 26929 h 92232"/>
                  <a:gd name="connsiteX11" fmla="*/ 28941 w 56673"/>
                  <a:gd name="connsiteY11" fmla="*/ 57535 h 92232"/>
                  <a:gd name="connsiteX12" fmla="*/ 1669 w 56673"/>
                  <a:gd name="connsiteY12" fmla="*/ 87172 h 92232"/>
                  <a:gd name="connsiteX13" fmla="*/ 107 w 56673"/>
                  <a:gd name="connsiteY13" fmla="*/ 92296 h 92232"/>
                  <a:gd name="connsiteX14" fmla="*/ 52803 w 56673"/>
                  <a:gd name="connsiteY14" fmla="*/ 92296 h 92232"/>
                  <a:gd name="connsiteX15" fmla="*/ 56780 w 56673"/>
                  <a:gd name="connsiteY15" fmla="*/ 68199 h 92232"/>
                  <a:gd name="connsiteX16" fmla="*/ 53229 w 56673"/>
                  <a:gd name="connsiteY16" fmla="*/ 68199 h 92232"/>
                  <a:gd name="connsiteX17" fmla="*/ 50105 w 56673"/>
                  <a:gd name="connsiteY17" fmla="*/ 80524 h 92232"/>
                  <a:gd name="connsiteX18" fmla="*/ 36611 w 56673"/>
                  <a:gd name="connsiteY18" fmla="*/ 81632 h 92232"/>
                  <a:gd name="connsiteX19" fmla="*/ 11044 w 56673"/>
                  <a:gd name="connsiteY19" fmla="*/ 81632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673" h="92232">
                    <a:moveTo>
                      <a:pt x="11044" y="81632"/>
                    </a:moveTo>
                    <a:lnTo>
                      <a:pt x="26100" y="67368"/>
                    </a:lnTo>
                    <a:cubicBezTo>
                      <a:pt x="48258" y="48256"/>
                      <a:pt x="56780" y="40778"/>
                      <a:pt x="56780" y="26929"/>
                    </a:cubicBezTo>
                    <a:cubicBezTo>
                      <a:pt x="56780" y="11142"/>
                      <a:pt x="43997" y="63"/>
                      <a:pt x="26668" y="63"/>
                    </a:cubicBezTo>
                    <a:cubicBezTo>
                      <a:pt x="10618" y="63"/>
                      <a:pt x="107" y="12804"/>
                      <a:pt x="107" y="25129"/>
                    </a:cubicBezTo>
                    <a:cubicBezTo>
                      <a:pt x="107" y="32884"/>
                      <a:pt x="7209" y="32884"/>
                      <a:pt x="7635" y="32884"/>
                    </a:cubicBezTo>
                    <a:cubicBezTo>
                      <a:pt x="10050" y="32884"/>
                      <a:pt x="15021" y="31222"/>
                      <a:pt x="15021" y="25544"/>
                    </a:cubicBezTo>
                    <a:cubicBezTo>
                      <a:pt x="15021" y="21944"/>
                      <a:pt x="12464" y="18343"/>
                      <a:pt x="7493" y="18343"/>
                    </a:cubicBezTo>
                    <a:cubicBezTo>
                      <a:pt x="6357" y="18343"/>
                      <a:pt x="6073" y="18343"/>
                      <a:pt x="5646" y="18482"/>
                    </a:cubicBezTo>
                    <a:cubicBezTo>
                      <a:pt x="8913" y="9480"/>
                      <a:pt x="16583" y="4356"/>
                      <a:pt x="24822" y="4356"/>
                    </a:cubicBezTo>
                    <a:cubicBezTo>
                      <a:pt x="37747" y="4356"/>
                      <a:pt x="43855" y="15573"/>
                      <a:pt x="43855" y="26929"/>
                    </a:cubicBezTo>
                    <a:cubicBezTo>
                      <a:pt x="43855" y="38008"/>
                      <a:pt x="36753" y="48949"/>
                      <a:pt x="28941" y="57535"/>
                    </a:cubicBezTo>
                    <a:lnTo>
                      <a:pt x="1669" y="87172"/>
                    </a:lnTo>
                    <a:cubicBezTo>
                      <a:pt x="107" y="88695"/>
                      <a:pt x="107" y="88972"/>
                      <a:pt x="107" y="92296"/>
                    </a:cubicBezTo>
                    <a:lnTo>
                      <a:pt x="52803" y="92296"/>
                    </a:lnTo>
                    <a:lnTo>
                      <a:pt x="56780" y="68199"/>
                    </a:lnTo>
                    <a:lnTo>
                      <a:pt x="53229" y="68199"/>
                    </a:lnTo>
                    <a:cubicBezTo>
                      <a:pt x="52519" y="72353"/>
                      <a:pt x="51525" y="78447"/>
                      <a:pt x="50105" y="80524"/>
                    </a:cubicBezTo>
                    <a:cubicBezTo>
                      <a:pt x="49110" y="81632"/>
                      <a:pt x="39736" y="81632"/>
                      <a:pt x="36611" y="81632"/>
                    </a:cubicBezTo>
                    <a:lnTo>
                      <a:pt x="11044" y="81632"/>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6" name="Freeform: Shape 155">
                <a:extLst>
                  <a:ext uri="{FF2B5EF4-FFF2-40B4-BE49-F238E27FC236}">
                    <a16:creationId xmlns:a16="http://schemas.microsoft.com/office/drawing/2014/main" id="{1AC5467A-40A0-BB7A-DDE5-0256869A4FD5}"/>
                  </a:ext>
                </a:extLst>
              </p:cNvPr>
              <p:cNvSpPr/>
              <p:nvPr>
                <p:custDataLst>
                  <p:tags r:id="rId58"/>
                </p:custDataLst>
              </p:nvPr>
            </p:nvSpPr>
            <p:spPr>
              <a:xfrm>
                <a:off x="8154339" y="6032874"/>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157" name="Group 156" descr="\documentclass{article}&#10;\usepackage{amsmath}&#10;\pagestyle{empty}&#10;\begin{document}&#10;&#10;$P(y = 3)$&#10;&#10;&#10;\end{document}" title="IguanaTex Shape Display">
              <a:extLst>
                <a:ext uri="{FF2B5EF4-FFF2-40B4-BE49-F238E27FC236}">
                  <a16:creationId xmlns:a16="http://schemas.microsoft.com/office/drawing/2014/main" id="{615C6659-4572-5701-0A01-D59C2B7B9E5D}"/>
                </a:ext>
              </a:extLst>
            </p:cNvPr>
            <p:cNvGrpSpPr>
              <a:grpSpLocks noChangeAspect="1"/>
            </p:cNvGrpSpPr>
            <p:nvPr>
              <p:custDataLst>
                <p:tags r:id="rId39"/>
              </p:custDataLst>
            </p:nvPr>
          </p:nvGrpSpPr>
          <p:grpSpPr>
            <a:xfrm>
              <a:off x="4285863" y="4959726"/>
              <a:ext cx="275741" cy="71156"/>
              <a:chOff x="8824417" y="6039105"/>
              <a:chExt cx="536662" cy="138487"/>
            </a:xfrm>
          </p:grpSpPr>
          <p:sp>
            <p:nvSpPr>
              <p:cNvPr id="158" name="Freeform: Shape 157">
                <a:extLst>
                  <a:ext uri="{FF2B5EF4-FFF2-40B4-BE49-F238E27FC236}">
                    <a16:creationId xmlns:a16="http://schemas.microsoft.com/office/drawing/2014/main" id="{C8861EFF-661E-8338-BCC0-3D02C4D1519B}"/>
                  </a:ext>
                </a:extLst>
              </p:cNvPr>
              <p:cNvSpPr/>
              <p:nvPr>
                <p:custDataLst>
                  <p:tags r:id="rId47"/>
                </p:custDataLst>
              </p:nvPr>
            </p:nvSpPr>
            <p:spPr>
              <a:xfrm>
                <a:off x="8824417" y="6048384"/>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59" name="Freeform: Shape 158">
                <a:extLst>
                  <a:ext uri="{FF2B5EF4-FFF2-40B4-BE49-F238E27FC236}">
                    <a16:creationId xmlns:a16="http://schemas.microsoft.com/office/drawing/2014/main" id="{B7D86949-6CB2-A9F9-8375-78E0998FB830}"/>
                  </a:ext>
                </a:extLst>
              </p:cNvPr>
              <p:cNvSpPr/>
              <p:nvPr>
                <p:custDataLst>
                  <p:tags r:id="rId48"/>
                </p:custDataLst>
              </p:nvPr>
            </p:nvSpPr>
            <p:spPr>
              <a:xfrm>
                <a:off x="8943716" y="6039105"/>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0" name="Freeform: Shape 159">
                <a:extLst>
                  <a:ext uri="{FF2B5EF4-FFF2-40B4-BE49-F238E27FC236}">
                    <a16:creationId xmlns:a16="http://schemas.microsoft.com/office/drawing/2014/main" id="{55D45199-7499-44A5-B2D5-5403F2091D16}"/>
                  </a:ext>
                </a:extLst>
              </p:cNvPr>
              <p:cNvSpPr/>
              <p:nvPr>
                <p:custDataLst>
                  <p:tags r:id="rId49"/>
                </p:custDataLst>
              </p:nvPr>
            </p:nvSpPr>
            <p:spPr>
              <a:xfrm>
                <a:off x="8989010" y="6081759"/>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1" name="Freeform: Shape 160">
                <a:extLst>
                  <a:ext uri="{FF2B5EF4-FFF2-40B4-BE49-F238E27FC236}">
                    <a16:creationId xmlns:a16="http://schemas.microsoft.com/office/drawing/2014/main" id="{DA039765-10DA-E515-F635-46D2C9723120}"/>
                  </a:ext>
                </a:extLst>
              </p:cNvPr>
              <p:cNvSpPr/>
              <p:nvPr>
                <p:custDataLst>
                  <p:tags r:id="rId50"/>
                </p:custDataLst>
              </p:nvPr>
            </p:nvSpPr>
            <p:spPr>
              <a:xfrm>
                <a:off x="9107035" y="6092146"/>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2" name="Freeform: Shape 161">
                <a:extLst>
                  <a:ext uri="{FF2B5EF4-FFF2-40B4-BE49-F238E27FC236}">
                    <a16:creationId xmlns:a16="http://schemas.microsoft.com/office/drawing/2014/main" id="{EF039FE7-EF59-D458-045A-A9A8D3AE56DD}"/>
                  </a:ext>
                </a:extLst>
              </p:cNvPr>
              <p:cNvSpPr/>
              <p:nvPr>
                <p:custDataLst>
                  <p:tags r:id="rId51"/>
                </p:custDataLst>
              </p:nvPr>
            </p:nvSpPr>
            <p:spPr>
              <a:xfrm>
                <a:off x="9254976" y="6050738"/>
                <a:ext cx="58946" cy="95279"/>
              </a:xfrm>
              <a:custGeom>
                <a:avLst/>
                <a:gdLst>
                  <a:gd name="connsiteX0" fmla="*/ 35333 w 58946"/>
                  <a:gd name="connsiteY0" fmla="*/ 43548 h 95279"/>
                  <a:gd name="connsiteX1" fmla="*/ 55218 w 58946"/>
                  <a:gd name="connsiteY1" fmla="*/ 19174 h 95279"/>
                  <a:gd name="connsiteX2" fmla="*/ 29083 w 58946"/>
                  <a:gd name="connsiteY2" fmla="*/ 63 h 95279"/>
                  <a:gd name="connsiteX3" fmla="*/ 3942 w 58946"/>
                  <a:gd name="connsiteY3" fmla="*/ 18897 h 95279"/>
                  <a:gd name="connsiteX4" fmla="*/ 11186 w 58946"/>
                  <a:gd name="connsiteY4" fmla="*/ 26098 h 95279"/>
                  <a:gd name="connsiteX5" fmla="*/ 18430 w 58946"/>
                  <a:gd name="connsiteY5" fmla="*/ 19036 h 95279"/>
                  <a:gd name="connsiteX6" fmla="*/ 9623 w 58946"/>
                  <a:gd name="connsiteY6" fmla="*/ 12111 h 95279"/>
                  <a:gd name="connsiteX7" fmla="*/ 28515 w 58946"/>
                  <a:gd name="connsiteY7" fmla="*/ 3525 h 95279"/>
                  <a:gd name="connsiteX8" fmla="*/ 42150 w 58946"/>
                  <a:gd name="connsiteY8" fmla="*/ 19036 h 95279"/>
                  <a:gd name="connsiteX9" fmla="*/ 38173 w 58946"/>
                  <a:gd name="connsiteY9" fmla="*/ 34823 h 95279"/>
                  <a:gd name="connsiteX10" fmla="*/ 25532 w 58946"/>
                  <a:gd name="connsiteY10" fmla="*/ 42025 h 95279"/>
                  <a:gd name="connsiteX11" fmla="*/ 19992 w 58946"/>
                  <a:gd name="connsiteY11" fmla="*/ 42440 h 95279"/>
                  <a:gd name="connsiteX12" fmla="*/ 17862 w 58946"/>
                  <a:gd name="connsiteY12" fmla="*/ 44102 h 95279"/>
                  <a:gd name="connsiteX13" fmla="*/ 21271 w 58946"/>
                  <a:gd name="connsiteY13" fmla="*/ 45625 h 95279"/>
                  <a:gd name="connsiteX14" fmla="*/ 27520 w 58946"/>
                  <a:gd name="connsiteY14" fmla="*/ 45625 h 95279"/>
                  <a:gd name="connsiteX15" fmla="*/ 44423 w 58946"/>
                  <a:gd name="connsiteY15" fmla="*/ 68614 h 95279"/>
                  <a:gd name="connsiteX16" fmla="*/ 28373 w 58946"/>
                  <a:gd name="connsiteY16" fmla="*/ 91465 h 95279"/>
                  <a:gd name="connsiteX17" fmla="*/ 6641 w 58946"/>
                  <a:gd name="connsiteY17" fmla="*/ 80940 h 95279"/>
                  <a:gd name="connsiteX18" fmla="*/ 16015 w 58946"/>
                  <a:gd name="connsiteY18" fmla="*/ 73323 h 95279"/>
                  <a:gd name="connsiteX19" fmla="*/ 8061 w 58946"/>
                  <a:gd name="connsiteY19" fmla="*/ 65567 h 95279"/>
                  <a:gd name="connsiteX20" fmla="*/ 107 w 58946"/>
                  <a:gd name="connsiteY20" fmla="*/ 73600 h 95279"/>
                  <a:gd name="connsiteX21" fmla="*/ 28799 w 58946"/>
                  <a:gd name="connsiteY21" fmla="*/ 95342 h 95279"/>
                  <a:gd name="connsiteX22" fmla="*/ 59053 w 58946"/>
                  <a:gd name="connsiteY22" fmla="*/ 68614 h 95279"/>
                  <a:gd name="connsiteX23" fmla="*/ 35333 w 58946"/>
                  <a:gd name="connsiteY23" fmla="*/ 43548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946" h="95279">
                    <a:moveTo>
                      <a:pt x="35333" y="43548"/>
                    </a:moveTo>
                    <a:cubicBezTo>
                      <a:pt x="46980" y="39809"/>
                      <a:pt x="55218" y="30115"/>
                      <a:pt x="55218" y="19174"/>
                    </a:cubicBezTo>
                    <a:cubicBezTo>
                      <a:pt x="55218" y="7818"/>
                      <a:pt x="42719" y="63"/>
                      <a:pt x="29083" y="63"/>
                    </a:cubicBezTo>
                    <a:cubicBezTo>
                      <a:pt x="14737" y="63"/>
                      <a:pt x="3942" y="8372"/>
                      <a:pt x="3942" y="18897"/>
                    </a:cubicBezTo>
                    <a:cubicBezTo>
                      <a:pt x="3942" y="23467"/>
                      <a:pt x="7067" y="26098"/>
                      <a:pt x="11186" y="26098"/>
                    </a:cubicBezTo>
                    <a:cubicBezTo>
                      <a:pt x="15589" y="26098"/>
                      <a:pt x="18430" y="23052"/>
                      <a:pt x="18430" y="19036"/>
                    </a:cubicBezTo>
                    <a:cubicBezTo>
                      <a:pt x="18430" y="12111"/>
                      <a:pt x="11754" y="12111"/>
                      <a:pt x="9623" y="12111"/>
                    </a:cubicBezTo>
                    <a:cubicBezTo>
                      <a:pt x="14027" y="5325"/>
                      <a:pt x="23401" y="3525"/>
                      <a:pt x="28515" y="3525"/>
                    </a:cubicBezTo>
                    <a:cubicBezTo>
                      <a:pt x="34338" y="3525"/>
                      <a:pt x="42150" y="6572"/>
                      <a:pt x="42150" y="19036"/>
                    </a:cubicBezTo>
                    <a:cubicBezTo>
                      <a:pt x="42150" y="20697"/>
                      <a:pt x="41866" y="28730"/>
                      <a:pt x="38173" y="34823"/>
                    </a:cubicBezTo>
                    <a:cubicBezTo>
                      <a:pt x="33912" y="41471"/>
                      <a:pt x="29083" y="41886"/>
                      <a:pt x="25532" y="42025"/>
                    </a:cubicBezTo>
                    <a:cubicBezTo>
                      <a:pt x="24396" y="42163"/>
                      <a:pt x="20987" y="42440"/>
                      <a:pt x="19992" y="42440"/>
                    </a:cubicBezTo>
                    <a:cubicBezTo>
                      <a:pt x="18856" y="42578"/>
                      <a:pt x="17862" y="42717"/>
                      <a:pt x="17862" y="44102"/>
                    </a:cubicBezTo>
                    <a:cubicBezTo>
                      <a:pt x="17862" y="45625"/>
                      <a:pt x="18856" y="45625"/>
                      <a:pt x="21271" y="45625"/>
                    </a:cubicBezTo>
                    <a:lnTo>
                      <a:pt x="27520" y="45625"/>
                    </a:lnTo>
                    <a:cubicBezTo>
                      <a:pt x="39168" y="45625"/>
                      <a:pt x="44423" y="55042"/>
                      <a:pt x="44423" y="68614"/>
                    </a:cubicBezTo>
                    <a:cubicBezTo>
                      <a:pt x="44423" y="87448"/>
                      <a:pt x="34622" y="91465"/>
                      <a:pt x="28373" y="91465"/>
                    </a:cubicBezTo>
                    <a:cubicBezTo>
                      <a:pt x="22265" y="91465"/>
                      <a:pt x="11612" y="89110"/>
                      <a:pt x="6641" y="80940"/>
                    </a:cubicBezTo>
                    <a:cubicBezTo>
                      <a:pt x="11612" y="81632"/>
                      <a:pt x="16015" y="78585"/>
                      <a:pt x="16015" y="73323"/>
                    </a:cubicBezTo>
                    <a:cubicBezTo>
                      <a:pt x="16015" y="68337"/>
                      <a:pt x="12180" y="65567"/>
                      <a:pt x="8061" y="65567"/>
                    </a:cubicBezTo>
                    <a:cubicBezTo>
                      <a:pt x="4652" y="65567"/>
                      <a:pt x="107" y="67506"/>
                      <a:pt x="107" y="73600"/>
                    </a:cubicBezTo>
                    <a:cubicBezTo>
                      <a:pt x="107" y="86202"/>
                      <a:pt x="13317" y="95342"/>
                      <a:pt x="28799" y="95342"/>
                    </a:cubicBezTo>
                    <a:cubicBezTo>
                      <a:pt x="46127" y="95342"/>
                      <a:pt x="59053" y="82740"/>
                      <a:pt x="59053" y="68614"/>
                    </a:cubicBezTo>
                    <a:cubicBezTo>
                      <a:pt x="59053" y="57258"/>
                      <a:pt x="50105" y="46456"/>
                      <a:pt x="35333" y="43548"/>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3" name="Freeform: Shape 162">
                <a:extLst>
                  <a:ext uri="{FF2B5EF4-FFF2-40B4-BE49-F238E27FC236}">
                    <a16:creationId xmlns:a16="http://schemas.microsoft.com/office/drawing/2014/main" id="{0EDF29B5-6669-A6D4-BBD4-4C91E96FA337}"/>
                  </a:ext>
                </a:extLst>
              </p:cNvPr>
              <p:cNvSpPr/>
              <p:nvPr>
                <p:custDataLst>
                  <p:tags r:id="rId52"/>
                </p:custDataLst>
              </p:nvPr>
            </p:nvSpPr>
            <p:spPr>
              <a:xfrm>
                <a:off x="9328126" y="6039105"/>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164" name="Group 163" descr="\documentclass{article}&#10;\usepackage{amsmath}&#10;\pagestyle{empty}&#10;\begin{document}&#10;&#10;\[&#10;\mu_2 - \beta^Tx&#10;\]&#10;&#10;\end{document}" title="IguanaTex Shape Display">
              <a:extLst>
                <a:ext uri="{FF2B5EF4-FFF2-40B4-BE49-F238E27FC236}">
                  <a16:creationId xmlns:a16="http://schemas.microsoft.com/office/drawing/2014/main" id="{CF798529-62EA-D398-736D-F5BF5F969036}"/>
                </a:ext>
              </a:extLst>
            </p:cNvPr>
            <p:cNvGrpSpPr>
              <a:grpSpLocks noChangeAspect="1"/>
            </p:cNvGrpSpPr>
            <p:nvPr>
              <p:custDataLst>
                <p:tags r:id="rId40"/>
              </p:custDataLst>
            </p:nvPr>
          </p:nvGrpSpPr>
          <p:grpSpPr>
            <a:xfrm>
              <a:off x="3894342" y="5305570"/>
              <a:ext cx="315520" cy="83614"/>
              <a:chOff x="10233638" y="6924704"/>
              <a:chExt cx="614082" cy="162734"/>
            </a:xfrm>
          </p:grpSpPr>
          <p:sp>
            <p:nvSpPr>
              <p:cNvPr id="165" name="Freeform: Shape 164">
                <a:extLst>
                  <a:ext uri="{FF2B5EF4-FFF2-40B4-BE49-F238E27FC236}">
                    <a16:creationId xmlns:a16="http://schemas.microsoft.com/office/drawing/2014/main" id="{38CF9F80-4C01-6BCA-E442-B245C1535D93}"/>
                  </a:ext>
                </a:extLst>
              </p:cNvPr>
              <p:cNvSpPr/>
              <p:nvPr>
                <p:custDataLst>
                  <p:tags r:id="rId41"/>
                </p:custDataLst>
              </p:nvPr>
            </p:nvSpPr>
            <p:spPr>
              <a:xfrm>
                <a:off x="10233638" y="6990278"/>
                <a:ext cx="82820" cy="97160"/>
              </a:xfrm>
              <a:custGeom>
                <a:avLst/>
                <a:gdLst>
                  <a:gd name="connsiteX0" fmla="*/ 30927 w 82820"/>
                  <a:gd name="connsiteY0" fmla="*/ 13512 h 97160"/>
                  <a:gd name="connsiteX1" fmla="*/ 33219 w 82820"/>
                  <a:gd name="connsiteY1" fmla="*/ 4062 h 97160"/>
                  <a:gd name="connsiteX2" fmla="*/ 28788 w 82820"/>
                  <a:gd name="connsiteY2" fmla="*/ 75 h 97160"/>
                  <a:gd name="connsiteX3" fmla="*/ 22676 w 82820"/>
                  <a:gd name="connsiteY3" fmla="*/ 5390 h 97160"/>
                  <a:gd name="connsiteX4" fmla="*/ 672 w 82820"/>
                  <a:gd name="connsiteY4" fmla="*/ 90886 h 97160"/>
                  <a:gd name="connsiteX5" fmla="*/ 213 w 82820"/>
                  <a:gd name="connsiteY5" fmla="*/ 93248 h 97160"/>
                  <a:gd name="connsiteX6" fmla="*/ 4492 w 82820"/>
                  <a:gd name="connsiteY6" fmla="*/ 97235 h 97160"/>
                  <a:gd name="connsiteX7" fmla="*/ 9840 w 82820"/>
                  <a:gd name="connsiteY7" fmla="*/ 94134 h 97160"/>
                  <a:gd name="connsiteX8" fmla="*/ 18244 w 82820"/>
                  <a:gd name="connsiteY8" fmla="*/ 62387 h 97160"/>
                  <a:gd name="connsiteX9" fmla="*/ 33066 w 82820"/>
                  <a:gd name="connsiteY9" fmla="*/ 66965 h 97160"/>
                  <a:gd name="connsiteX10" fmla="*/ 53389 w 82820"/>
                  <a:gd name="connsiteY10" fmla="*/ 56185 h 97160"/>
                  <a:gd name="connsiteX11" fmla="*/ 67142 w 82820"/>
                  <a:gd name="connsiteY11" fmla="*/ 66965 h 97160"/>
                  <a:gd name="connsiteX12" fmla="*/ 78449 w 82820"/>
                  <a:gd name="connsiteY12" fmla="*/ 58843 h 97160"/>
                  <a:gd name="connsiteX13" fmla="*/ 83033 w 82820"/>
                  <a:gd name="connsiteY13" fmla="*/ 44225 h 97160"/>
                  <a:gd name="connsiteX14" fmla="*/ 81200 w 82820"/>
                  <a:gd name="connsiteY14" fmla="*/ 42748 h 97160"/>
                  <a:gd name="connsiteX15" fmla="*/ 79060 w 82820"/>
                  <a:gd name="connsiteY15" fmla="*/ 45406 h 97160"/>
                  <a:gd name="connsiteX16" fmla="*/ 67447 w 82820"/>
                  <a:gd name="connsiteY16" fmla="*/ 63716 h 97160"/>
                  <a:gd name="connsiteX17" fmla="*/ 62863 w 82820"/>
                  <a:gd name="connsiteY17" fmla="*/ 56924 h 97160"/>
                  <a:gd name="connsiteX18" fmla="*/ 65919 w 82820"/>
                  <a:gd name="connsiteY18" fmla="*/ 41567 h 97160"/>
                  <a:gd name="connsiteX19" fmla="*/ 70198 w 82820"/>
                  <a:gd name="connsiteY19" fmla="*/ 25620 h 97160"/>
                  <a:gd name="connsiteX20" fmla="*/ 72795 w 82820"/>
                  <a:gd name="connsiteY20" fmla="*/ 15579 h 97160"/>
                  <a:gd name="connsiteX21" fmla="*/ 75087 w 82820"/>
                  <a:gd name="connsiteY21" fmla="*/ 5686 h 97160"/>
                  <a:gd name="connsiteX22" fmla="*/ 70656 w 82820"/>
                  <a:gd name="connsiteY22" fmla="*/ 1699 h 97160"/>
                  <a:gd name="connsiteX23" fmla="*/ 64697 w 82820"/>
                  <a:gd name="connsiteY23" fmla="*/ 6867 h 97160"/>
                  <a:gd name="connsiteX24" fmla="*/ 57515 w 82820"/>
                  <a:gd name="connsiteY24" fmla="*/ 34479 h 97160"/>
                  <a:gd name="connsiteX25" fmla="*/ 53542 w 82820"/>
                  <a:gd name="connsiteY25" fmla="*/ 49541 h 97160"/>
                  <a:gd name="connsiteX26" fmla="*/ 33677 w 82820"/>
                  <a:gd name="connsiteY26" fmla="*/ 63716 h 97160"/>
                  <a:gd name="connsiteX27" fmla="*/ 22370 w 82820"/>
                  <a:gd name="connsiteY27" fmla="*/ 50870 h 97160"/>
                  <a:gd name="connsiteX28" fmla="*/ 24509 w 82820"/>
                  <a:gd name="connsiteY28" fmla="*/ 38319 h 97160"/>
                  <a:gd name="connsiteX29" fmla="*/ 30927 w 82820"/>
                  <a:gd name="connsiteY29" fmla="*/ 13512 h 9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820" h="97160">
                    <a:moveTo>
                      <a:pt x="30927" y="13512"/>
                    </a:moveTo>
                    <a:cubicBezTo>
                      <a:pt x="31691" y="10411"/>
                      <a:pt x="33219" y="4800"/>
                      <a:pt x="33219" y="4062"/>
                    </a:cubicBezTo>
                    <a:cubicBezTo>
                      <a:pt x="33219" y="1551"/>
                      <a:pt x="31385" y="75"/>
                      <a:pt x="28788" y="75"/>
                    </a:cubicBezTo>
                    <a:cubicBezTo>
                      <a:pt x="28329" y="75"/>
                      <a:pt x="24051" y="222"/>
                      <a:pt x="22676" y="5390"/>
                    </a:cubicBezTo>
                    <a:lnTo>
                      <a:pt x="672" y="90886"/>
                    </a:lnTo>
                    <a:cubicBezTo>
                      <a:pt x="213" y="92657"/>
                      <a:pt x="213" y="92953"/>
                      <a:pt x="213" y="93248"/>
                    </a:cubicBezTo>
                    <a:cubicBezTo>
                      <a:pt x="213" y="95463"/>
                      <a:pt x="1894" y="97235"/>
                      <a:pt x="4492" y="97235"/>
                    </a:cubicBezTo>
                    <a:cubicBezTo>
                      <a:pt x="7701" y="97235"/>
                      <a:pt x="9534" y="94577"/>
                      <a:pt x="9840" y="94134"/>
                    </a:cubicBezTo>
                    <a:cubicBezTo>
                      <a:pt x="10451" y="92805"/>
                      <a:pt x="12438" y="85127"/>
                      <a:pt x="18244" y="62387"/>
                    </a:cubicBezTo>
                    <a:cubicBezTo>
                      <a:pt x="23134" y="66374"/>
                      <a:pt x="30010" y="66965"/>
                      <a:pt x="33066" y="66965"/>
                    </a:cubicBezTo>
                    <a:cubicBezTo>
                      <a:pt x="43763" y="66965"/>
                      <a:pt x="49722" y="60320"/>
                      <a:pt x="53389" y="56185"/>
                    </a:cubicBezTo>
                    <a:cubicBezTo>
                      <a:pt x="54764" y="62830"/>
                      <a:pt x="60418" y="66965"/>
                      <a:pt x="67142" y="66965"/>
                    </a:cubicBezTo>
                    <a:cubicBezTo>
                      <a:pt x="72490" y="66965"/>
                      <a:pt x="76004" y="63568"/>
                      <a:pt x="78449" y="58843"/>
                    </a:cubicBezTo>
                    <a:cubicBezTo>
                      <a:pt x="81047" y="53528"/>
                      <a:pt x="83033" y="44520"/>
                      <a:pt x="83033" y="44225"/>
                    </a:cubicBezTo>
                    <a:cubicBezTo>
                      <a:pt x="83033" y="42748"/>
                      <a:pt x="81658" y="42748"/>
                      <a:pt x="81200" y="42748"/>
                    </a:cubicBezTo>
                    <a:cubicBezTo>
                      <a:pt x="79672" y="42748"/>
                      <a:pt x="79519" y="43339"/>
                      <a:pt x="79060" y="45406"/>
                    </a:cubicBezTo>
                    <a:cubicBezTo>
                      <a:pt x="76463" y="55004"/>
                      <a:pt x="73712" y="63716"/>
                      <a:pt x="67447" y="63716"/>
                    </a:cubicBezTo>
                    <a:cubicBezTo>
                      <a:pt x="63322" y="63716"/>
                      <a:pt x="62863" y="59877"/>
                      <a:pt x="62863" y="56924"/>
                    </a:cubicBezTo>
                    <a:cubicBezTo>
                      <a:pt x="62863" y="53675"/>
                      <a:pt x="64697" y="46735"/>
                      <a:pt x="65919" y="41567"/>
                    </a:cubicBezTo>
                    <a:lnTo>
                      <a:pt x="70198" y="25620"/>
                    </a:lnTo>
                    <a:cubicBezTo>
                      <a:pt x="70656" y="23405"/>
                      <a:pt x="72184" y="17794"/>
                      <a:pt x="72795" y="15579"/>
                    </a:cubicBezTo>
                    <a:cubicBezTo>
                      <a:pt x="73559" y="12183"/>
                      <a:pt x="75087" y="6572"/>
                      <a:pt x="75087" y="5686"/>
                    </a:cubicBezTo>
                    <a:cubicBezTo>
                      <a:pt x="75087" y="3028"/>
                      <a:pt x="72948" y="1699"/>
                      <a:pt x="70656" y="1699"/>
                    </a:cubicBezTo>
                    <a:cubicBezTo>
                      <a:pt x="69892" y="1699"/>
                      <a:pt x="65919" y="1847"/>
                      <a:pt x="64697" y="6867"/>
                    </a:cubicBezTo>
                    <a:lnTo>
                      <a:pt x="57515" y="34479"/>
                    </a:lnTo>
                    <a:cubicBezTo>
                      <a:pt x="55681" y="41862"/>
                      <a:pt x="54000" y="48064"/>
                      <a:pt x="53542" y="49541"/>
                    </a:cubicBezTo>
                    <a:cubicBezTo>
                      <a:pt x="53389" y="50279"/>
                      <a:pt x="46055" y="63716"/>
                      <a:pt x="33677" y="63716"/>
                    </a:cubicBezTo>
                    <a:cubicBezTo>
                      <a:pt x="26037" y="63716"/>
                      <a:pt x="22370" y="58843"/>
                      <a:pt x="22370" y="50870"/>
                    </a:cubicBezTo>
                    <a:cubicBezTo>
                      <a:pt x="22370" y="46588"/>
                      <a:pt x="23440" y="42453"/>
                      <a:pt x="24509" y="38319"/>
                    </a:cubicBezTo>
                    <a:lnTo>
                      <a:pt x="30927" y="13512"/>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6" name="Freeform: Shape 165">
                <a:extLst>
                  <a:ext uri="{FF2B5EF4-FFF2-40B4-BE49-F238E27FC236}">
                    <a16:creationId xmlns:a16="http://schemas.microsoft.com/office/drawing/2014/main" id="{10F88734-60DF-9AD4-4D7D-CEF22732A85F}"/>
                  </a:ext>
                </a:extLst>
              </p:cNvPr>
              <p:cNvSpPr/>
              <p:nvPr>
                <p:custDataLst>
                  <p:tags r:id="rId42"/>
                </p:custDataLst>
              </p:nvPr>
            </p:nvSpPr>
            <p:spPr>
              <a:xfrm>
                <a:off x="10327865" y="7009060"/>
                <a:ext cx="47277" cy="68632"/>
              </a:xfrm>
              <a:custGeom>
                <a:avLst/>
                <a:gdLst>
                  <a:gd name="connsiteX0" fmla="*/ 47497 w 47277"/>
                  <a:gd name="connsiteY0" fmla="*/ 49897 h 68632"/>
                  <a:gd name="connsiteX1" fmla="*/ 43860 w 47277"/>
                  <a:gd name="connsiteY1" fmla="*/ 49897 h 68632"/>
                  <a:gd name="connsiteX2" fmla="*/ 41079 w 47277"/>
                  <a:gd name="connsiteY2" fmla="*/ 59303 h 68632"/>
                  <a:gd name="connsiteX3" fmla="*/ 30490 w 47277"/>
                  <a:gd name="connsiteY3" fmla="*/ 59923 h 68632"/>
                  <a:gd name="connsiteX4" fmla="*/ 10809 w 47277"/>
                  <a:gd name="connsiteY4" fmla="*/ 59923 h 68632"/>
                  <a:gd name="connsiteX5" fmla="*/ 32201 w 47277"/>
                  <a:gd name="connsiteY5" fmla="*/ 42558 h 68632"/>
                  <a:gd name="connsiteX6" fmla="*/ 47497 w 47277"/>
                  <a:gd name="connsiteY6" fmla="*/ 20232 h 68632"/>
                  <a:gd name="connsiteX7" fmla="*/ 22468 w 47277"/>
                  <a:gd name="connsiteY7" fmla="*/ 76 h 68632"/>
                  <a:gd name="connsiteX8" fmla="*/ 219 w 47277"/>
                  <a:gd name="connsiteY8" fmla="*/ 18578 h 68632"/>
                  <a:gd name="connsiteX9" fmla="*/ 5888 w 47277"/>
                  <a:gd name="connsiteY9" fmla="*/ 24366 h 68632"/>
                  <a:gd name="connsiteX10" fmla="*/ 11557 w 47277"/>
                  <a:gd name="connsiteY10" fmla="*/ 18888 h 68632"/>
                  <a:gd name="connsiteX11" fmla="*/ 5247 w 47277"/>
                  <a:gd name="connsiteY11" fmla="*/ 13410 h 68632"/>
                  <a:gd name="connsiteX12" fmla="*/ 20863 w 47277"/>
                  <a:gd name="connsiteY12" fmla="*/ 3797 h 68632"/>
                  <a:gd name="connsiteX13" fmla="*/ 37122 w 47277"/>
                  <a:gd name="connsiteY13" fmla="*/ 20232 h 68632"/>
                  <a:gd name="connsiteX14" fmla="*/ 27067 w 47277"/>
                  <a:gd name="connsiteY14" fmla="*/ 40077 h 68632"/>
                  <a:gd name="connsiteX15" fmla="*/ 1289 w 47277"/>
                  <a:gd name="connsiteY15" fmla="*/ 64677 h 68632"/>
                  <a:gd name="connsiteX16" fmla="*/ 219 w 47277"/>
                  <a:gd name="connsiteY16" fmla="*/ 68709 h 68632"/>
                  <a:gd name="connsiteX17" fmla="*/ 44288 w 47277"/>
                  <a:gd name="connsiteY17" fmla="*/ 68709 h 68632"/>
                  <a:gd name="connsiteX18" fmla="*/ 47497 w 47277"/>
                  <a:gd name="connsiteY18" fmla="*/ 49897 h 6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277" h="68632">
                    <a:moveTo>
                      <a:pt x="47497" y="49897"/>
                    </a:moveTo>
                    <a:lnTo>
                      <a:pt x="43860" y="49897"/>
                    </a:lnTo>
                    <a:cubicBezTo>
                      <a:pt x="43539" y="52171"/>
                      <a:pt x="42470" y="58269"/>
                      <a:pt x="41079" y="59303"/>
                    </a:cubicBezTo>
                    <a:cubicBezTo>
                      <a:pt x="40223" y="59923"/>
                      <a:pt x="31987" y="59923"/>
                      <a:pt x="30490" y="59923"/>
                    </a:cubicBezTo>
                    <a:lnTo>
                      <a:pt x="10809" y="59923"/>
                    </a:lnTo>
                    <a:cubicBezTo>
                      <a:pt x="22040" y="50310"/>
                      <a:pt x="25783" y="47416"/>
                      <a:pt x="32201" y="42558"/>
                    </a:cubicBezTo>
                    <a:cubicBezTo>
                      <a:pt x="40117" y="36460"/>
                      <a:pt x="47497" y="30051"/>
                      <a:pt x="47497" y="20232"/>
                    </a:cubicBezTo>
                    <a:cubicBezTo>
                      <a:pt x="47497" y="7725"/>
                      <a:pt x="36159" y="76"/>
                      <a:pt x="22468" y="76"/>
                    </a:cubicBezTo>
                    <a:cubicBezTo>
                      <a:pt x="9204" y="76"/>
                      <a:pt x="219" y="9069"/>
                      <a:pt x="219" y="18578"/>
                    </a:cubicBezTo>
                    <a:cubicBezTo>
                      <a:pt x="219" y="23849"/>
                      <a:pt x="4819" y="24366"/>
                      <a:pt x="5888" y="24366"/>
                    </a:cubicBezTo>
                    <a:cubicBezTo>
                      <a:pt x="8455" y="24366"/>
                      <a:pt x="11557" y="22609"/>
                      <a:pt x="11557" y="18888"/>
                    </a:cubicBezTo>
                    <a:cubicBezTo>
                      <a:pt x="11557" y="17028"/>
                      <a:pt x="10809" y="13410"/>
                      <a:pt x="5247" y="13410"/>
                    </a:cubicBezTo>
                    <a:cubicBezTo>
                      <a:pt x="8562" y="6071"/>
                      <a:pt x="15836" y="3797"/>
                      <a:pt x="20863" y="3797"/>
                    </a:cubicBezTo>
                    <a:cubicBezTo>
                      <a:pt x="31559" y="3797"/>
                      <a:pt x="37122" y="11859"/>
                      <a:pt x="37122" y="20232"/>
                    </a:cubicBezTo>
                    <a:cubicBezTo>
                      <a:pt x="37122" y="29224"/>
                      <a:pt x="30490" y="36356"/>
                      <a:pt x="27067" y="40077"/>
                    </a:cubicBezTo>
                    <a:lnTo>
                      <a:pt x="1289" y="64677"/>
                    </a:lnTo>
                    <a:cubicBezTo>
                      <a:pt x="219" y="65608"/>
                      <a:pt x="219" y="65814"/>
                      <a:pt x="219" y="68709"/>
                    </a:cubicBezTo>
                    <a:lnTo>
                      <a:pt x="44288" y="68709"/>
                    </a:lnTo>
                    <a:lnTo>
                      <a:pt x="47497" y="4989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7" name="Freeform: Shape 166">
                <a:extLst>
                  <a:ext uri="{FF2B5EF4-FFF2-40B4-BE49-F238E27FC236}">
                    <a16:creationId xmlns:a16="http://schemas.microsoft.com/office/drawing/2014/main" id="{9B703417-D5F1-DD30-08F2-A10B0FA5773C}"/>
                  </a:ext>
                </a:extLst>
              </p:cNvPr>
              <p:cNvSpPr/>
              <p:nvPr>
                <p:custDataLst>
                  <p:tags r:id="rId43"/>
                </p:custDataLst>
              </p:nvPr>
            </p:nvSpPr>
            <p:spPr>
              <a:xfrm>
                <a:off x="10436315" y="7015676"/>
                <a:ext cx="93363" cy="5906"/>
              </a:xfrm>
              <a:custGeom>
                <a:avLst/>
                <a:gdLst>
                  <a:gd name="connsiteX0" fmla="*/ 88241 w 93363"/>
                  <a:gd name="connsiteY0" fmla="*/ 5981 h 5906"/>
                  <a:gd name="connsiteX1" fmla="*/ 93589 w 93363"/>
                  <a:gd name="connsiteY1" fmla="*/ 3028 h 5906"/>
                  <a:gd name="connsiteX2" fmla="*/ 88241 w 93363"/>
                  <a:gd name="connsiteY2" fmla="*/ 75 h 5906"/>
                  <a:gd name="connsiteX3" fmla="*/ 5574 w 93363"/>
                  <a:gd name="connsiteY3" fmla="*/ 75 h 5906"/>
                  <a:gd name="connsiteX4" fmla="*/ 226 w 93363"/>
                  <a:gd name="connsiteY4" fmla="*/ 3028 h 5906"/>
                  <a:gd name="connsiteX5" fmla="*/ 5574 w 93363"/>
                  <a:gd name="connsiteY5" fmla="*/ 5981 h 5906"/>
                  <a:gd name="connsiteX6" fmla="*/ 88241 w 93363"/>
                  <a:gd name="connsiteY6" fmla="*/ 5981 h 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63" h="5906">
                    <a:moveTo>
                      <a:pt x="88241" y="5981"/>
                    </a:moveTo>
                    <a:cubicBezTo>
                      <a:pt x="90839" y="5981"/>
                      <a:pt x="93589" y="5981"/>
                      <a:pt x="93589" y="3028"/>
                    </a:cubicBezTo>
                    <a:cubicBezTo>
                      <a:pt x="93589" y="75"/>
                      <a:pt x="90839" y="75"/>
                      <a:pt x="88241" y="75"/>
                    </a:cubicBezTo>
                    <a:lnTo>
                      <a:pt x="5574" y="75"/>
                    </a:lnTo>
                    <a:cubicBezTo>
                      <a:pt x="2976" y="75"/>
                      <a:pt x="226" y="75"/>
                      <a:pt x="226" y="3028"/>
                    </a:cubicBezTo>
                    <a:cubicBezTo>
                      <a:pt x="226" y="5981"/>
                      <a:pt x="2976" y="5981"/>
                      <a:pt x="5574" y="5981"/>
                    </a:cubicBezTo>
                    <a:lnTo>
                      <a:pt x="88241" y="5981"/>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8" name="Freeform: Shape 167">
                <a:extLst>
                  <a:ext uri="{FF2B5EF4-FFF2-40B4-BE49-F238E27FC236}">
                    <a16:creationId xmlns:a16="http://schemas.microsoft.com/office/drawing/2014/main" id="{D20C1FDA-97B6-90AE-29B7-30AC5CD00022}"/>
                  </a:ext>
                </a:extLst>
              </p:cNvPr>
              <p:cNvSpPr/>
              <p:nvPr>
                <p:custDataLst>
                  <p:tags r:id="rId44"/>
                </p:custDataLst>
              </p:nvPr>
            </p:nvSpPr>
            <p:spPr>
              <a:xfrm>
                <a:off x="10581001" y="6951296"/>
                <a:ext cx="83297" cy="132893"/>
              </a:xfrm>
              <a:custGeom>
                <a:avLst/>
                <a:gdLst>
                  <a:gd name="connsiteX0" fmla="*/ 83534 w 83297"/>
                  <a:gd name="connsiteY0" fmla="*/ 20304 h 132893"/>
                  <a:gd name="connsiteX1" fmla="*/ 62752 w 83297"/>
                  <a:gd name="connsiteY1" fmla="*/ 75 h 132893"/>
                  <a:gd name="connsiteX2" fmla="*/ 44263 w 83297"/>
                  <a:gd name="connsiteY2" fmla="*/ 6276 h 132893"/>
                  <a:gd name="connsiteX3" fmla="*/ 24551 w 83297"/>
                  <a:gd name="connsiteY3" fmla="*/ 37728 h 132893"/>
                  <a:gd name="connsiteX4" fmla="*/ 255 w 83297"/>
                  <a:gd name="connsiteY4" fmla="*/ 131492 h 132893"/>
                  <a:gd name="connsiteX5" fmla="*/ 2089 w 83297"/>
                  <a:gd name="connsiteY5" fmla="*/ 132969 h 132893"/>
                  <a:gd name="connsiteX6" fmla="*/ 3923 w 83297"/>
                  <a:gd name="connsiteY6" fmla="*/ 132230 h 132893"/>
                  <a:gd name="connsiteX7" fmla="*/ 14619 w 83297"/>
                  <a:gd name="connsiteY7" fmla="*/ 91476 h 132893"/>
                  <a:gd name="connsiteX8" fmla="*/ 35400 w 83297"/>
                  <a:gd name="connsiteY8" fmla="*/ 105799 h 132893"/>
                  <a:gd name="connsiteX9" fmla="*/ 64892 w 83297"/>
                  <a:gd name="connsiteY9" fmla="*/ 94134 h 132893"/>
                  <a:gd name="connsiteX10" fmla="*/ 77116 w 83297"/>
                  <a:gd name="connsiteY10" fmla="*/ 66965 h 132893"/>
                  <a:gd name="connsiteX11" fmla="*/ 65961 w 83297"/>
                  <a:gd name="connsiteY11" fmla="*/ 44963 h 132893"/>
                  <a:gd name="connsiteX12" fmla="*/ 83534 w 83297"/>
                  <a:gd name="connsiteY12" fmla="*/ 20304 h 132893"/>
                  <a:gd name="connsiteX13" fmla="*/ 56029 w 83297"/>
                  <a:gd name="connsiteY13" fmla="*/ 44816 h 132893"/>
                  <a:gd name="connsiteX14" fmla="*/ 48694 w 83297"/>
                  <a:gd name="connsiteY14" fmla="*/ 45849 h 132893"/>
                  <a:gd name="connsiteX15" fmla="*/ 41971 w 83297"/>
                  <a:gd name="connsiteY15" fmla="*/ 45259 h 132893"/>
                  <a:gd name="connsiteX16" fmla="*/ 49458 w 83297"/>
                  <a:gd name="connsiteY16" fmla="*/ 44077 h 132893"/>
                  <a:gd name="connsiteX17" fmla="*/ 56029 w 83297"/>
                  <a:gd name="connsiteY17" fmla="*/ 44816 h 132893"/>
                  <a:gd name="connsiteX18" fmla="*/ 74977 w 83297"/>
                  <a:gd name="connsiteY18" fmla="*/ 16908 h 132893"/>
                  <a:gd name="connsiteX19" fmla="*/ 61224 w 83297"/>
                  <a:gd name="connsiteY19" fmla="*/ 42453 h 132893"/>
                  <a:gd name="connsiteX20" fmla="*/ 49458 w 83297"/>
                  <a:gd name="connsiteY20" fmla="*/ 40681 h 132893"/>
                  <a:gd name="connsiteX21" fmla="*/ 37692 w 83297"/>
                  <a:gd name="connsiteY21" fmla="*/ 45406 h 132893"/>
                  <a:gd name="connsiteX22" fmla="*/ 48236 w 83297"/>
                  <a:gd name="connsiteY22" fmla="*/ 49098 h 132893"/>
                  <a:gd name="connsiteX23" fmla="*/ 60766 w 83297"/>
                  <a:gd name="connsiteY23" fmla="*/ 47178 h 132893"/>
                  <a:gd name="connsiteX24" fmla="*/ 67489 w 83297"/>
                  <a:gd name="connsiteY24" fmla="*/ 63864 h 132893"/>
                  <a:gd name="connsiteX25" fmla="*/ 59849 w 83297"/>
                  <a:gd name="connsiteY25" fmla="*/ 89261 h 132893"/>
                  <a:gd name="connsiteX26" fmla="*/ 34942 w 83297"/>
                  <a:gd name="connsiteY26" fmla="*/ 102551 h 132893"/>
                  <a:gd name="connsiteX27" fmla="*/ 17522 w 83297"/>
                  <a:gd name="connsiteY27" fmla="*/ 83503 h 132893"/>
                  <a:gd name="connsiteX28" fmla="*/ 18286 w 83297"/>
                  <a:gd name="connsiteY28" fmla="*/ 77006 h 132893"/>
                  <a:gd name="connsiteX29" fmla="*/ 28066 w 83297"/>
                  <a:gd name="connsiteY29" fmla="*/ 39648 h 132893"/>
                  <a:gd name="connsiteX30" fmla="*/ 60766 w 83297"/>
                  <a:gd name="connsiteY30" fmla="*/ 3471 h 132893"/>
                  <a:gd name="connsiteX31" fmla="*/ 74977 w 83297"/>
                  <a:gd name="connsiteY31" fmla="*/ 16908 h 13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297" h="132893">
                    <a:moveTo>
                      <a:pt x="83534" y="20304"/>
                    </a:moveTo>
                    <a:cubicBezTo>
                      <a:pt x="83534" y="9230"/>
                      <a:pt x="75129" y="75"/>
                      <a:pt x="62752" y="75"/>
                    </a:cubicBezTo>
                    <a:cubicBezTo>
                      <a:pt x="53890" y="75"/>
                      <a:pt x="49611" y="2437"/>
                      <a:pt x="44263" y="6276"/>
                    </a:cubicBezTo>
                    <a:cubicBezTo>
                      <a:pt x="35859" y="12183"/>
                      <a:pt x="27454" y="26506"/>
                      <a:pt x="24551" y="37728"/>
                    </a:cubicBezTo>
                    <a:lnTo>
                      <a:pt x="255" y="131492"/>
                    </a:lnTo>
                    <a:cubicBezTo>
                      <a:pt x="102" y="132083"/>
                      <a:pt x="866" y="132969"/>
                      <a:pt x="2089" y="132969"/>
                    </a:cubicBezTo>
                    <a:cubicBezTo>
                      <a:pt x="3311" y="132969"/>
                      <a:pt x="3770" y="132673"/>
                      <a:pt x="3923" y="132230"/>
                    </a:cubicBezTo>
                    <a:lnTo>
                      <a:pt x="14619" y="91476"/>
                    </a:lnTo>
                    <a:cubicBezTo>
                      <a:pt x="17522" y="100336"/>
                      <a:pt x="24246" y="105799"/>
                      <a:pt x="35400" y="105799"/>
                    </a:cubicBezTo>
                    <a:cubicBezTo>
                      <a:pt x="46555" y="105799"/>
                      <a:pt x="58015" y="100631"/>
                      <a:pt x="64892" y="94134"/>
                    </a:cubicBezTo>
                    <a:cubicBezTo>
                      <a:pt x="72226" y="87342"/>
                      <a:pt x="77116" y="77891"/>
                      <a:pt x="77116" y="66965"/>
                    </a:cubicBezTo>
                    <a:cubicBezTo>
                      <a:pt x="77116" y="56333"/>
                      <a:pt x="71462" y="48655"/>
                      <a:pt x="65961" y="44963"/>
                    </a:cubicBezTo>
                    <a:cubicBezTo>
                      <a:pt x="74824" y="40091"/>
                      <a:pt x="83534" y="30936"/>
                      <a:pt x="83534" y="20304"/>
                    </a:cubicBezTo>
                    <a:close/>
                    <a:moveTo>
                      <a:pt x="56029" y="44816"/>
                    </a:moveTo>
                    <a:cubicBezTo>
                      <a:pt x="54042" y="45554"/>
                      <a:pt x="52362" y="45849"/>
                      <a:pt x="48694" y="45849"/>
                    </a:cubicBezTo>
                    <a:cubicBezTo>
                      <a:pt x="46555" y="45849"/>
                      <a:pt x="43499" y="45997"/>
                      <a:pt x="41971" y="45259"/>
                    </a:cubicBezTo>
                    <a:cubicBezTo>
                      <a:pt x="42277" y="43782"/>
                      <a:pt x="47777" y="44077"/>
                      <a:pt x="49458" y="44077"/>
                    </a:cubicBezTo>
                    <a:cubicBezTo>
                      <a:pt x="52667" y="44077"/>
                      <a:pt x="54042" y="44077"/>
                      <a:pt x="56029" y="44816"/>
                    </a:cubicBezTo>
                    <a:close/>
                    <a:moveTo>
                      <a:pt x="74977" y="16908"/>
                    </a:moveTo>
                    <a:cubicBezTo>
                      <a:pt x="74977" y="27244"/>
                      <a:pt x="69170" y="37876"/>
                      <a:pt x="61224" y="42453"/>
                    </a:cubicBezTo>
                    <a:cubicBezTo>
                      <a:pt x="57099" y="40977"/>
                      <a:pt x="54042" y="40681"/>
                      <a:pt x="49458" y="40681"/>
                    </a:cubicBezTo>
                    <a:cubicBezTo>
                      <a:pt x="46249" y="40681"/>
                      <a:pt x="37692" y="40534"/>
                      <a:pt x="37692" y="45406"/>
                    </a:cubicBezTo>
                    <a:cubicBezTo>
                      <a:pt x="37540" y="49541"/>
                      <a:pt x="45485" y="49098"/>
                      <a:pt x="48236" y="49098"/>
                    </a:cubicBezTo>
                    <a:cubicBezTo>
                      <a:pt x="53890" y="49098"/>
                      <a:pt x="56182" y="48950"/>
                      <a:pt x="60766" y="47178"/>
                    </a:cubicBezTo>
                    <a:cubicBezTo>
                      <a:pt x="66572" y="52494"/>
                      <a:pt x="67336" y="57071"/>
                      <a:pt x="67489" y="63864"/>
                    </a:cubicBezTo>
                    <a:cubicBezTo>
                      <a:pt x="67795" y="72428"/>
                      <a:pt x="64128" y="83503"/>
                      <a:pt x="59849" y="89261"/>
                    </a:cubicBezTo>
                    <a:cubicBezTo>
                      <a:pt x="53890" y="97235"/>
                      <a:pt x="43652" y="102551"/>
                      <a:pt x="34942" y="102551"/>
                    </a:cubicBezTo>
                    <a:cubicBezTo>
                      <a:pt x="23329" y="102551"/>
                      <a:pt x="17522" y="93986"/>
                      <a:pt x="17522" y="83503"/>
                    </a:cubicBezTo>
                    <a:cubicBezTo>
                      <a:pt x="17522" y="82026"/>
                      <a:pt x="17522" y="79811"/>
                      <a:pt x="18286" y="77006"/>
                    </a:cubicBezTo>
                    <a:lnTo>
                      <a:pt x="28066" y="39648"/>
                    </a:lnTo>
                    <a:cubicBezTo>
                      <a:pt x="31427" y="26949"/>
                      <a:pt x="42429" y="3471"/>
                      <a:pt x="60766" y="3471"/>
                    </a:cubicBezTo>
                    <a:cubicBezTo>
                      <a:pt x="69629" y="3471"/>
                      <a:pt x="74977" y="8048"/>
                      <a:pt x="74977" y="16908"/>
                    </a:cubicBez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9" name="Freeform: Shape 168">
                <a:extLst>
                  <a:ext uri="{FF2B5EF4-FFF2-40B4-BE49-F238E27FC236}">
                    <a16:creationId xmlns:a16="http://schemas.microsoft.com/office/drawing/2014/main" id="{DE48480D-0BA6-71BE-7F47-89840029FC32}"/>
                  </a:ext>
                </a:extLst>
              </p:cNvPr>
              <p:cNvSpPr/>
              <p:nvPr>
                <p:custDataLst>
                  <p:tags r:id="rId45"/>
                </p:custDataLst>
              </p:nvPr>
            </p:nvSpPr>
            <p:spPr>
              <a:xfrm>
                <a:off x="10675531" y="6924704"/>
                <a:ext cx="79901" cy="69872"/>
              </a:xfrm>
              <a:custGeom>
                <a:avLst/>
                <a:gdLst>
                  <a:gd name="connsiteX0" fmla="*/ 47627 w 79901"/>
                  <a:gd name="connsiteY0" fmla="*/ 7409 h 69872"/>
                  <a:gd name="connsiteX1" fmla="*/ 50943 w 79901"/>
                  <a:gd name="connsiteY1" fmla="*/ 3895 h 69872"/>
                  <a:gd name="connsiteX2" fmla="*/ 57360 w 79901"/>
                  <a:gd name="connsiteY2" fmla="*/ 3792 h 69872"/>
                  <a:gd name="connsiteX3" fmla="*/ 69340 w 79901"/>
                  <a:gd name="connsiteY3" fmla="*/ 4619 h 69872"/>
                  <a:gd name="connsiteX4" fmla="*/ 74368 w 79901"/>
                  <a:gd name="connsiteY4" fmla="*/ 12784 h 69872"/>
                  <a:gd name="connsiteX5" fmla="*/ 73619 w 79901"/>
                  <a:gd name="connsiteY5" fmla="*/ 21156 h 69872"/>
                  <a:gd name="connsiteX6" fmla="*/ 73405 w 79901"/>
                  <a:gd name="connsiteY6" fmla="*/ 22293 h 69872"/>
                  <a:gd name="connsiteX7" fmla="*/ 75223 w 79901"/>
                  <a:gd name="connsiteY7" fmla="*/ 23844 h 69872"/>
                  <a:gd name="connsiteX8" fmla="*/ 77256 w 79901"/>
                  <a:gd name="connsiteY8" fmla="*/ 21260 h 69872"/>
                  <a:gd name="connsiteX9" fmla="*/ 80144 w 79901"/>
                  <a:gd name="connsiteY9" fmla="*/ 1518 h 69872"/>
                  <a:gd name="connsiteX10" fmla="*/ 76935 w 79901"/>
                  <a:gd name="connsiteY10" fmla="*/ 71 h 69872"/>
                  <a:gd name="connsiteX11" fmla="*/ 11152 w 79901"/>
                  <a:gd name="connsiteY11" fmla="*/ 71 h 69872"/>
                  <a:gd name="connsiteX12" fmla="*/ 7516 w 79901"/>
                  <a:gd name="connsiteY12" fmla="*/ 2241 h 69872"/>
                  <a:gd name="connsiteX13" fmla="*/ 777 w 79901"/>
                  <a:gd name="connsiteY13" fmla="*/ 20536 h 69872"/>
                  <a:gd name="connsiteX14" fmla="*/ 242 w 79901"/>
                  <a:gd name="connsiteY14" fmla="*/ 22397 h 69872"/>
                  <a:gd name="connsiteX15" fmla="*/ 2060 w 79901"/>
                  <a:gd name="connsiteY15" fmla="*/ 23844 h 69872"/>
                  <a:gd name="connsiteX16" fmla="*/ 4307 w 79901"/>
                  <a:gd name="connsiteY16" fmla="*/ 21363 h 69872"/>
                  <a:gd name="connsiteX17" fmla="*/ 30299 w 79901"/>
                  <a:gd name="connsiteY17" fmla="*/ 3792 h 69872"/>
                  <a:gd name="connsiteX18" fmla="*/ 34791 w 79901"/>
                  <a:gd name="connsiteY18" fmla="*/ 3792 h 69872"/>
                  <a:gd name="connsiteX19" fmla="*/ 38107 w 79901"/>
                  <a:gd name="connsiteY19" fmla="*/ 4825 h 69872"/>
                  <a:gd name="connsiteX20" fmla="*/ 37679 w 79901"/>
                  <a:gd name="connsiteY20" fmla="*/ 6996 h 69872"/>
                  <a:gd name="connsiteX21" fmla="*/ 23560 w 79901"/>
                  <a:gd name="connsiteY21" fmla="*/ 61364 h 69872"/>
                  <a:gd name="connsiteX22" fmla="*/ 11045 w 79901"/>
                  <a:gd name="connsiteY22" fmla="*/ 66222 h 69872"/>
                  <a:gd name="connsiteX23" fmla="*/ 6232 w 79901"/>
                  <a:gd name="connsiteY23" fmla="*/ 68496 h 69872"/>
                  <a:gd name="connsiteX24" fmla="*/ 8050 w 79901"/>
                  <a:gd name="connsiteY24" fmla="*/ 69943 h 69872"/>
                  <a:gd name="connsiteX25" fmla="*/ 17249 w 79901"/>
                  <a:gd name="connsiteY25" fmla="*/ 69633 h 69872"/>
                  <a:gd name="connsiteX26" fmla="*/ 26448 w 79901"/>
                  <a:gd name="connsiteY26" fmla="*/ 69530 h 69872"/>
                  <a:gd name="connsiteX27" fmla="*/ 36075 w 79901"/>
                  <a:gd name="connsiteY27" fmla="*/ 69633 h 69872"/>
                  <a:gd name="connsiteX28" fmla="*/ 45060 w 79901"/>
                  <a:gd name="connsiteY28" fmla="*/ 69943 h 69872"/>
                  <a:gd name="connsiteX29" fmla="*/ 47520 w 79901"/>
                  <a:gd name="connsiteY29" fmla="*/ 67669 h 69872"/>
                  <a:gd name="connsiteX30" fmla="*/ 43134 w 79901"/>
                  <a:gd name="connsiteY30" fmla="*/ 66222 h 69872"/>
                  <a:gd name="connsiteX31" fmla="*/ 36930 w 79901"/>
                  <a:gd name="connsiteY31" fmla="*/ 66016 h 69872"/>
                  <a:gd name="connsiteX32" fmla="*/ 33080 w 79901"/>
                  <a:gd name="connsiteY32" fmla="*/ 64052 h 69872"/>
                  <a:gd name="connsiteX33" fmla="*/ 33508 w 79901"/>
                  <a:gd name="connsiteY33" fmla="*/ 61674 h 69872"/>
                  <a:gd name="connsiteX34" fmla="*/ 47627 w 79901"/>
                  <a:gd name="connsiteY34" fmla="*/ 7409 h 6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901" h="69872">
                    <a:moveTo>
                      <a:pt x="47627" y="7409"/>
                    </a:moveTo>
                    <a:cubicBezTo>
                      <a:pt x="48375" y="4412"/>
                      <a:pt x="48589" y="4102"/>
                      <a:pt x="50943" y="3895"/>
                    </a:cubicBezTo>
                    <a:cubicBezTo>
                      <a:pt x="51477" y="3792"/>
                      <a:pt x="55221" y="3792"/>
                      <a:pt x="57360" y="3792"/>
                    </a:cubicBezTo>
                    <a:cubicBezTo>
                      <a:pt x="63885" y="3792"/>
                      <a:pt x="66666" y="3792"/>
                      <a:pt x="69340" y="4619"/>
                    </a:cubicBezTo>
                    <a:cubicBezTo>
                      <a:pt x="74154" y="6066"/>
                      <a:pt x="74368" y="9063"/>
                      <a:pt x="74368" y="12784"/>
                    </a:cubicBezTo>
                    <a:cubicBezTo>
                      <a:pt x="74368" y="14438"/>
                      <a:pt x="74368" y="15782"/>
                      <a:pt x="73619" y="21156"/>
                    </a:cubicBezTo>
                    <a:lnTo>
                      <a:pt x="73405" y="22293"/>
                    </a:lnTo>
                    <a:cubicBezTo>
                      <a:pt x="73405" y="23327"/>
                      <a:pt x="74154" y="23844"/>
                      <a:pt x="75223" y="23844"/>
                    </a:cubicBezTo>
                    <a:cubicBezTo>
                      <a:pt x="76828" y="23844"/>
                      <a:pt x="77042" y="22914"/>
                      <a:pt x="77256" y="21260"/>
                    </a:cubicBezTo>
                    <a:lnTo>
                      <a:pt x="80144" y="1518"/>
                    </a:lnTo>
                    <a:cubicBezTo>
                      <a:pt x="80144" y="71"/>
                      <a:pt x="78860" y="71"/>
                      <a:pt x="76935" y="71"/>
                    </a:cubicBezTo>
                    <a:lnTo>
                      <a:pt x="11152" y="71"/>
                    </a:lnTo>
                    <a:cubicBezTo>
                      <a:pt x="8478" y="71"/>
                      <a:pt x="8264" y="71"/>
                      <a:pt x="7516" y="2241"/>
                    </a:cubicBezTo>
                    <a:lnTo>
                      <a:pt x="777" y="20536"/>
                    </a:lnTo>
                    <a:cubicBezTo>
                      <a:pt x="670" y="20950"/>
                      <a:pt x="242" y="21880"/>
                      <a:pt x="242" y="22397"/>
                    </a:cubicBezTo>
                    <a:cubicBezTo>
                      <a:pt x="242" y="22810"/>
                      <a:pt x="456" y="23844"/>
                      <a:pt x="2060" y="23844"/>
                    </a:cubicBezTo>
                    <a:cubicBezTo>
                      <a:pt x="3451" y="23844"/>
                      <a:pt x="3665" y="23327"/>
                      <a:pt x="4307" y="21363"/>
                    </a:cubicBezTo>
                    <a:cubicBezTo>
                      <a:pt x="10511" y="4825"/>
                      <a:pt x="14040" y="3792"/>
                      <a:pt x="30299" y="3792"/>
                    </a:cubicBezTo>
                    <a:lnTo>
                      <a:pt x="34791" y="3792"/>
                    </a:lnTo>
                    <a:cubicBezTo>
                      <a:pt x="38000" y="3792"/>
                      <a:pt x="38107" y="3895"/>
                      <a:pt x="38107" y="4825"/>
                    </a:cubicBezTo>
                    <a:cubicBezTo>
                      <a:pt x="38107" y="4929"/>
                      <a:pt x="38107" y="5445"/>
                      <a:pt x="37679" y="6996"/>
                    </a:cubicBezTo>
                    <a:lnTo>
                      <a:pt x="23560" y="61364"/>
                    </a:lnTo>
                    <a:cubicBezTo>
                      <a:pt x="22597" y="65189"/>
                      <a:pt x="22276" y="66222"/>
                      <a:pt x="11045" y="66222"/>
                    </a:cubicBezTo>
                    <a:cubicBezTo>
                      <a:pt x="7195" y="66222"/>
                      <a:pt x="6232" y="66222"/>
                      <a:pt x="6232" y="68496"/>
                    </a:cubicBezTo>
                    <a:cubicBezTo>
                      <a:pt x="6232" y="68806"/>
                      <a:pt x="6446" y="69943"/>
                      <a:pt x="8050" y="69943"/>
                    </a:cubicBezTo>
                    <a:cubicBezTo>
                      <a:pt x="11045" y="69943"/>
                      <a:pt x="14254" y="69633"/>
                      <a:pt x="17249" y="69633"/>
                    </a:cubicBezTo>
                    <a:cubicBezTo>
                      <a:pt x="20244" y="69633"/>
                      <a:pt x="23453" y="69530"/>
                      <a:pt x="26448" y="69530"/>
                    </a:cubicBezTo>
                    <a:cubicBezTo>
                      <a:pt x="29443" y="69530"/>
                      <a:pt x="33080" y="69530"/>
                      <a:pt x="36075" y="69633"/>
                    </a:cubicBezTo>
                    <a:cubicBezTo>
                      <a:pt x="38963" y="69737"/>
                      <a:pt x="42172" y="69943"/>
                      <a:pt x="45060" y="69943"/>
                    </a:cubicBezTo>
                    <a:cubicBezTo>
                      <a:pt x="45915" y="69943"/>
                      <a:pt x="47520" y="69943"/>
                      <a:pt x="47520" y="67669"/>
                    </a:cubicBezTo>
                    <a:cubicBezTo>
                      <a:pt x="47520" y="66222"/>
                      <a:pt x="46450" y="66222"/>
                      <a:pt x="43134" y="66222"/>
                    </a:cubicBezTo>
                    <a:cubicBezTo>
                      <a:pt x="41102" y="66222"/>
                      <a:pt x="38963" y="66119"/>
                      <a:pt x="36930" y="66016"/>
                    </a:cubicBezTo>
                    <a:cubicBezTo>
                      <a:pt x="33294" y="65705"/>
                      <a:pt x="33080" y="65292"/>
                      <a:pt x="33080" y="64052"/>
                    </a:cubicBezTo>
                    <a:cubicBezTo>
                      <a:pt x="33080" y="63328"/>
                      <a:pt x="33080" y="63121"/>
                      <a:pt x="33508" y="61674"/>
                    </a:cubicBezTo>
                    <a:lnTo>
                      <a:pt x="47627" y="7409"/>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1" name="Freeform: Shape 170">
                <a:extLst>
                  <a:ext uri="{FF2B5EF4-FFF2-40B4-BE49-F238E27FC236}">
                    <a16:creationId xmlns:a16="http://schemas.microsoft.com/office/drawing/2014/main" id="{0144259F-4BCD-9B6C-69C2-A660A0E7BC08}"/>
                  </a:ext>
                </a:extLst>
              </p:cNvPr>
              <p:cNvSpPr/>
              <p:nvPr>
                <p:custDataLst>
                  <p:tags r:id="rId46"/>
                </p:custDataLst>
              </p:nvPr>
            </p:nvSpPr>
            <p:spPr>
              <a:xfrm>
                <a:off x="10771624" y="6990278"/>
                <a:ext cx="76096" cy="66889"/>
              </a:xfrm>
              <a:custGeom>
                <a:avLst/>
                <a:gdLst>
                  <a:gd name="connsiteX0" fmla="*/ 46854 w 76096"/>
                  <a:gd name="connsiteY0" fmla="*/ 20747 h 66889"/>
                  <a:gd name="connsiteX1" fmla="*/ 61981 w 76096"/>
                  <a:gd name="connsiteY1" fmla="*/ 3323 h 66889"/>
                  <a:gd name="connsiteX2" fmla="*/ 69622 w 76096"/>
                  <a:gd name="connsiteY2" fmla="*/ 5243 h 66889"/>
                  <a:gd name="connsiteX3" fmla="*/ 62287 w 76096"/>
                  <a:gd name="connsiteY3" fmla="*/ 13216 h 66889"/>
                  <a:gd name="connsiteX4" fmla="*/ 68094 w 76096"/>
                  <a:gd name="connsiteY4" fmla="*/ 18385 h 66889"/>
                  <a:gd name="connsiteX5" fmla="*/ 76345 w 76096"/>
                  <a:gd name="connsiteY5" fmla="*/ 9820 h 66889"/>
                  <a:gd name="connsiteX6" fmla="*/ 62134 w 76096"/>
                  <a:gd name="connsiteY6" fmla="*/ 75 h 66889"/>
                  <a:gd name="connsiteX7" fmla="*/ 46090 w 76096"/>
                  <a:gd name="connsiteY7" fmla="*/ 11297 h 66889"/>
                  <a:gd name="connsiteX8" fmla="*/ 29587 w 76096"/>
                  <a:gd name="connsiteY8" fmla="*/ 75 h 66889"/>
                  <a:gd name="connsiteX9" fmla="*/ 4985 w 76096"/>
                  <a:gd name="connsiteY9" fmla="*/ 22814 h 66889"/>
                  <a:gd name="connsiteX10" fmla="*/ 6819 w 76096"/>
                  <a:gd name="connsiteY10" fmla="*/ 24291 h 66889"/>
                  <a:gd name="connsiteX11" fmla="*/ 8805 w 76096"/>
                  <a:gd name="connsiteY11" fmla="*/ 22667 h 66889"/>
                  <a:gd name="connsiteX12" fmla="*/ 29281 w 76096"/>
                  <a:gd name="connsiteY12" fmla="*/ 3323 h 66889"/>
                  <a:gd name="connsiteX13" fmla="*/ 37533 w 76096"/>
                  <a:gd name="connsiteY13" fmla="*/ 13216 h 66889"/>
                  <a:gd name="connsiteX14" fmla="*/ 29281 w 76096"/>
                  <a:gd name="connsiteY14" fmla="*/ 48360 h 66889"/>
                  <a:gd name="connsiteX15" fmla="*/ 14765 w 76096"/>
                  <a:gd name="connsiteY15" fmla="*/ 63716 h 66889"/>
                  <a:gd name="connsiteX16" fmla="*/ 7125 w 76096"/>
                  <a:gd name="connsiteY16" fmla="*/ 61797 h 66889"/>
                  <a:gd name="connsiteX17" fmla="*/ 14306 w 76096"/>
                  <a:gd name="connsiteY17" fmla="*/ 53823 h 66889"/>
                  <a:gd name="connsiteX18" fmla="*/ 8653 w 76096"/>
                  <a:gd name="connsiteY18" fmla="*/ 48655 h 66889"/>
                  <a:gd name="connsiteX19" fmla="*/ 248 w 76096"/>
                  <a:gd name="connsiteY19" fmla="*/ 57219 h 66889"/>
                  <a:gd name="connsiteX20" fmla="*/ 14612 w 76096"/>
                  <a:gd name="connsiteY20" fmla="*/ 66965 h 66889"/>
                  <a:gd name="connsiteX21" fmla="*/ 30656 w 76096"/>
                  <a:gd name="connsiteY21" fmla="*/ 55743 h 66889"/>
                  <a:gd name="connsiteX22" fmla="*/ 47159 w 76096"/>
                  <a:gd name="connsiteY22" fmla="*/ 66965 h 66889"/>
                  <a:gd name="connsiteX23" fmla="*/ 71608 w 76096"/>
                  <a:gd name="connsiteY23" fmla="*/ 44225 h 66889"/>
                  <a:gd name="connsiteX24" fmla="*/ 69774 w 76096"/>
                  <a:gd name="connsiteY24" fmla="*/ 42748 h 66889"/>
                  <a:gd name="connsiteX25" fmla="*/ 67788 w 76096"/>
                  <a:gd name="connsiteY25" fmla="*/ 44373 h 66889"/>
                  <a:gd name="connsiteX26" fmla="*/ 47465 w 76096"/>
                  <a:gd name="connsiteY26" fmla="*/ 63716 h 66889"/>
                  <a:gd name="connsiteX27" fmla="*/ 39061 w 76096"/>
                  <a:gd name="connsiteY27" fmla="*/ 53971 h 66889"/>
                  <a:gd name="connsiteX28" fmla="*/ 41658 w 76096"/>
                  <a:gd name="connsiteY28" fmla="*/ 40977 h 66889"/>
                  <a:gd name="connsiteX29" fmla="*/ 46854 w 76096"/>
                  <a:gd name="connsiteY29" fmla="*/ 20747 h 6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096" h="66889">
                    <a:moveTo>
                      <a:pt x="46854" y="20747"/>
                    </a:moveTo>
                    <a:cubicBezTo>
                      <a:pt x="47771" y="16908"/>
                      <a:pt x="51285" y="3323"/>
                      <a:pt x="61981" y="3323"/>
                    </a:cubicBezTo>
                    <a:cubicBezTo>
                      <a:pt x="62745" y="3323"/>
                      <a:pt x="66413" y="3323"/>
                      <a:pt x="69622" y="5243"/>
                    </a:cubicBezTo>
                    <a:cubicBezTo>
                      <a:pt x="65343" y="5981"/>
                      <a:pt x="62287" y="9673"/>
                      <a:pt x="62287" y="13216"/>
                    </a:cubicBezTo>
                    <a:cubicBezTo>
                      <a:pt x="62287" y="15579"/>
                      <a:pt x="63968" y="18385"/>
                      <a:pt x="68094" y="18385"/>
                    </a:cubicBezTo>
                    <a:cubicBezTo>
                      <a:pt x="71455" y="18385"/>
                      <a:pt x="76345" y="15727"/>
                      <a:pt x="76345" y="9820"/>
                    </a:cubicBezTo>
                    <a:cubicBezTo>
                      <a:pt x="76345" y="2142"/>
                      <a:pt x="67330" y="75"/>
                      <a:pt x="62134" y="75"/>
                    </a:cubicBezTo>
                    <a:cubicBezTo>
                      <a:pt x="53271" y="75"/>
                      <a:pt x="47923" y="7901"/>
                      <a:pt x="46090" y="11297"/>
                    </a:cubicBezTo>
                    <a:cubicBezTo>
                      <a:pt x="42270" y="1551"/>
                      <a:pt x="34018" y="75"/>
                      <a:pt x="29587" y="75"/>
                    </a:cubicBezTo>
                    <a:cubicBezTo>
                      <a:pt x="13695" y="75"/>
                      <a:pt x="4985" y="19123"/>
                      <a:pt x="4985" y="22814"/>
                    </a:cubicBezTo>
                    <a:cubicBezTo>
                      <a:pt x="4985" y="24291"/>
                      <a:pt x="6513" y="24291"/>
                      <a:pt x="6819" y="24291"/>
                    </a:cubicBezTo>
                    <a:cubicBezTo>
                      <a:pt x="8041" y="24291"/>
                      <a:pt x="8500" y="23996"/>
                      <a:pt x="8805" y="22667"/>
                    </a:cubicBezTo>
                    <a:cubicBezTo>
                      <a:pt x="14001" y="7015"/>
                      <a:pt x="24086" y="3323"/>
                      <a:pt x="29281" y="3323"/>
                    </a:cubicBezTo>
                    <a:cubicBezTo>
                      <a:pt x="32184" y="3323"/>
                      <a:pt x="37533" y="4652"/>
                      <a:pt x="37533" y="13216"/>
                    </a:cubicBezTo>
                    <a:cubicBezTo>
                      <a:pt x="37533" y="17794"/>
                      <a:pt x="34935" y="27687"/>
                      <a:pt x="29281" y="48360"/>
                    </a:cubicBezTo>
                    <a:cubicBezTo>
                      <a:pt x="26836" y="57514"/>
                      <a:pt x="21488" y="63716"/>
                      <a:pt x="14765" y="63716"/>
                    </a:cubicBezTo>
                    <a:cubicBezTo>
                      <a:pt x="13848" y="63716"/>
                      <a:pt x="10333" y="63716"/>
                      <a:pt x="7125" y="61797"/>
                    </a:cubicBezTo>
                    <a:cubicBezTo>
                      <a:pt x="10945" y="61058"/>
                      <a:pt x="14306" y="57957"/>
                      <a:pt x="14306" y="53823"/>
                    </a:cubicBezTo>
                    <a:cubicBezTo>
                      <a:pt x="14306" y="49836"/>
                      <a:pt x="10945" y="48655"/>
                      <a:pt x="8653" y="48655"/>
                    </a:cubicBezTo>
                    <a:cubicBezTo>
                      <a:pt x="4068" y="48655"/>
                      <a:pt x="248" y="52494"/>
                      <a:pt x="248" y="57219"/>
                    </a:cubicBezTo>
                    <a:cubicBezTo>
                      <a:pt x="248" y="64011"/>
                      <a:pt x="7889" y="66965"/>
                      <a:pt x="14612" y="66965"/>
                    </a:cubicBezTo>
                    <a:cubicBezTo>
                      <a:pt x="24697" y="66965"/>
                      <a:pt x="30198" y="56628"/>
                      <a:pt x="30656" y="55743"/>
                    </a:cubicBezTo>
                    <a:cubicBezTo>
                      <a:pt x="32490" y="61206"/>
                      <a:pt x="37991" y="66965"/>
                      <a:pt x="47159" y="66965"/>
                    </a:cubicBezTo>
                    <a:cubicBezTo>
                      <a:pt x="62898" y="66965"/>
                      <a:pt x="71608" y="47917"/>
                      <a:pt x="71608" y="44225"/>
                    </a:cubicBezTo>
                    <a:cubicBezTo>
                      <a:pt x="71608" y="42748"/>
                      <a:pt x="70233" y="42748"/>
                      <a:pt x="69774" y="42748"/>
                    </a:cubicBezTo>
                    <a:cubicBezTo>
                      <a:pt x="68399" y="42748"/>
                      <a:pt x="68094" y="43339"/>
                      <a:pt x="67788" y="44373"/>
                    </a:cubicBezTo>
                    <a:cubicBezTo>
                      <a:pt x="62745" y="60172"/>
                      <a:pt x="52355" y="63716"/>
                      <a:pt x="47465" y="63716"/>
                    </a:cubicBezTo>
                    <a:cubicBezTo>
                      <a:pt x="41506" y="63716"/>
                      <a:pt x="39061" y="58991"/>
                      <a:pt x="39061" y="53971"/>
                    </a:cubicBezTo>
                    <a:cubicBezTo>
                      <a:pt x="39061" y="50722"/>
                      <a:pt x="39977" y="47474"/>
                      <a:pt x="41658" y="40977"/>
                    </a:cubicBezTo>
                    <a:lnTo>
                      <a:pt x="46854" y="2074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grpSp>
        <p:nvGrpSpPr>
          <p:cNvPr id="18" name="Group 17">
            <a:extLst>
              <a:ext uri="{FF2B5EF4-FFF2-40B4-BE49-F238E27FC236}">
                <a16:creationId xmlns:a16="http://schemas.microsoft.com/office/drawing/2014/main" id="{105085EC-8648-4752-9A52-896874539DED}"/>
              </a:ext>
            </a:extLst>
          </p:cNvPr>
          <p:cNvGrpSpPr/>
          <p:nvPr/>
        </p:nvGrpSpPr>
        <p:grpSpPr>
          <a:xfrm>
            <a:off x="6255004" y="3047215"/>
            <a:ext cx="4866029" cy="2344279"/>
            <a:chOff x="6255004" y="3047215"/>
            <a:chExt cx="4866029" cy="2344279"/>
          </a:xfrm>
        </p:grpSpPr>
        <p:sp>
          <p:nvSpPr>
            <p:cNvPr id="378" name="Freeform: Shape 377">
              <a:extLst>
                <a:ext uri="{FF2B5EF4-FFF2-40B4-BE49-F238E27FC236}">
                  <a16:creationId xmlns:a16="http://schemas.microsoft.com/office/drawing/2014/main" id="{4062107B-9A33-81D4-E517-CDCC5C394890}"/>
                </a:ext>
              </a:extLst>
            </p:cNvPr>
            <p:cNvSpPr/>
            <p:nvPr/>
          </p:nvSpPr>
          <p:spPr>
            <a:xfrm>
              <a:off x="9019311" y="3635382"/>
              <a:ext cx="133705" cy="1611916"/>
            </a:xfrm>
            <a:custGeom>
              <a:avLst/>
              <a:gdLst>
                <a:gd name="connsiteX0" fmla="*/ 0 w 133705"/>
                <a:gd name="connsiteY0" fmla="*/ 0 h 1611916"/>
                <a:gd name="connsiteX1" fmla="*/ 1901 w 133705"/>
                <a:gd name="connsiteY1" fmla="*/ 4038 h 1611916"/>
                <a:gd name="connsiteX2" fmla="*/ 3385 w 133705"/>
                <a:gd name="connsiteY2" fmla="*/ 7289 h 1611916"/>
                <a:gd name="connsiteX3" fmla="*/ 4910 w 133705"/>
                <a:gd name="connsiteY3" fmla="*/ 10546 h 1611916"/>
                <a:gd name="connsiteX4" fmla="*/ 6427 w 133705"/>
                <a:gd name="connsiteY4" fmla="*/ 13820 h 1611916"/>
                <a:gd name="connsiteX5" fmla="*/ 7919 w 133705"/>
                <a:gd name="connsiteY5" fmla="*/ 17077 h 1611916"/>
                <a:gd name="connsiteX6" fmla="*/ 12486 w 133705"/>
                <a:gd name="connsiteY6" fmla="*/ 26906 h 1611916"/>
                <a:gd name="connsiteX7" fmla="*/ 13971 w 133705"/>
                <a:gd name="connsiteY7" fmla="*/ 30180 h 1611916"/>
                <a:gd name="connsiteX8" fmla="*/ 15495 w 133705"/>
                <a:gd name="connsiteY8" fmla="*/ 33460 h 1611916"/>
                <a:gd name="connsiteX9" fmla="*/ 17012 w 133705"/>
                <a:gd name="connsiteY9" fmla="*/ 36758 h 1611916"/>
                <a:gd name="connsiteX10" fmla="*/ 18504 w 133705"/>
                <a:gd name="connsiteY10" fmla="*/ 40055 h 1611916"/>
                <a:gd name="connsiteX11" fmla="*/ 21546 w 133705"/>
                <a:gd name="connsiteY11" fmla="*/ 46656 h 1611916"/>
                <a:gd name="connsiteX12" fmla="*/ 23063 w 133705"/>
                <a:gd name="connsiteY12" fmla="*/ 49976 h 1611916"/>
                <a:gd name="connsiteX13" fmla="*/ 24555 w 133705"/>
                <a:gd name="connsiteY13" fmla="*/ 53280 h 1611916"/>
                <a:gd name="connsiteX14" fmla="*/ 27596 w 133705"/>
                <a:gd name="connsiteY14" fmla="*/ 59921 h 1611916"/>
                <a:gd name="connsiteX15" fmla="*/ 29081 w 133705"/>
                <a:gd name="connsiteY15" fmla="*/ 63241 h 1611916"/>
                <a:gd name="connsiteX16" fmla="*/ 30606 w 133705"/>
                <a:gd name="connsiteY16" fmla="*/ 66585 h 1611916"/>
                <a:gd name="connsiteX17" fmla="*/ 32123 w 133705"/>
                <a:gd name="connsiteY17" fmla="*/ 69912 h 1611916"/>
                <a:gd name="connsiteX18" fmla="*/ 33615 w 133705"/>
                <a:gd name="connsiteY18" fmla="*/ 73255 h 1611916"/>
                <a:gd name="connsiteX19" fmla="*/ 38181 w 133705"/>
                <a:gd name="connsiteY19" fmla="*/ 83286 h 1611916"/>
                <a:gd name="connsiteX20" fmla="*/ 39666 w 133705"/>
                <a:gd name="connsiteY20" fmla="*/ 86630 h 1611916"/>
                <a:gd name="connsiteX21" fmla="*/ 41190 w 133705"/>
                <a:gd name="connsiteY21" fmla="*/ 89996 h 1611916"/>
                <a:gd name="connsiteX22" fmla="*/ 42707 w 133705"/>
                <a:gd name="connsiteY22" fmla="*/ 93341 h 1611916"/>
                <a:gd name="connsiteX23" fmla="*/ 44199 w 133705"/>
                <a:gd name="connsiteY23" fmla="*/ 96707 h 1611916"/>
                <a:gd name="connsiteX24" fmla="*/ 48758 w 133705"/>
                <a:gd name="connsiteY24" fmla="*/ 106813 h 1611916"/>
                <a:gd name="connsiteX25" fmla="*/ 50250 w 133705"/>
                <a:gd name="connsiteY25" fmla="*/ 110180 h 1611916"/>
                <a:gd name="connsiteX26" fmla="*/ 51767 w 133705"/>
                <a:gd name="connsiteY26" fmla="*/ 113565 h 1611916"/>
                <a:gd name="connsiteX27" fmla="*/ 53293 w 133705"/>
                <a:gd name="connsiteY27" fmla="*/ 116937 h 1611916"/>
                <a:gd name="connsiteX28" fmla="*/ 54776 w 133705"/>
                <a:gd name="connsiteY28" fmla="*/ 120321 h 1611916"/>
                <a:gd name="connsiteX29" fmla="*/ 59343 w 133705"/>
                <a:gd name="connsiteY29" fmla="*/ 130491 h 1611916"/>
                <a:gd name="connsiteX30" fmla="*/ 60835 w 133705"/>
                <a:gd name="connsiteY30" fmla="*/ 133881 h 1611916"/>
                <a:gd name="connsiteX31" fmla="*/ 62352 w 133705"/>
                <a:gd name="connsiteY31" fmla="*/ 137294 h 1611916"/>
                <a:gd name="connsiteX32" fmla="*/ 63868 w 133705"/>
                <a:gd name="connsiteY32" fmla="*/ 140684 h 1611916"/>
                <a:gd name="connsiteX33" fmla="*/ 65362 w 133705"/>
                <a:gd name="connsiteY33" fmla="*/ 144098 h 1611916"/>
                <a:gd name="connsiteX34" fmla="*/ 66885 w 133705"/>
                <a:gd name="connsiteY34" fmla="*/ 147488 h 1611916"/>
                <a:gd name="connsiteX35" fmla="*/ 69928 w 133705"/>
                <a:gd name="connsiteY35" fmla="*/ 154308 h 1611916"/>
                <a:gd name="connsiteX36" fmla="*/ 71412 w 133705"/>
                <a:gd name="connsiteY36" fmla="*/ 157721 h 1611916"/>
                <a:gd name="connsiteX37" fmla="*/ 74454 w 133705"/>
                <a:gd name="connsiteY37" fmla="*/ 164547 h 1611916"/>
                <a:gd name="connsiteX38" fmla="*/ 75946 w 133705"/>
                <a:gd name="connsiteY38" fmla="*/ 167984 h 1611916"/>
                <a:gd name="connsiteX39" fmla="*/ 77463 w 133705"/>
                <a:gd name="connsiteY39" fmla="*/ 171397 h 1611916"/>
                <a:gd name="connsiteX40" fmla="*/ 78988 w 133705"/>
                <a:gd name="connsiteY40" fmla="*/ 174828 h 1611916"/>
                <a:gd name="connsiteX41" fmla="*/ 80505 w 133705"/>
                <a:gd name="connsiteY41" fmla="*/ 178241 h 1611916"/>
                <a:gd name="connsiteX42" fmla="*/ 81997 w 133705"/>
                <a:gd name="connsiteY42" fmla="*/ 181677 h 1611916"/>
                <a:gd name="connsiteX43" fmla="*/ 85038 w 133705"/>
                <a:gd name="connsiteY43" fmla="*/ 188543 h 1611916"/>
                <a:gd name="connsiteX44" fmla="*/ 86523 w 133705"/>
                <a:gd name="connsiteY44" fmla="*/ 191980 h 1611916"/>
                <a:gd name="connsiteX45" fmla="*/ 89564 w 133705"/>
                <a:gd name="connsiteY45" fmla="*/ 198853 h 1611916"/>
                <a:gd name="connsiteX46" fmla="*/ 91057 w 133705"/>
                <a:gd name="connsiteY46" fmla="*/ 202282 h 1611916"/>
                <a:gd name="connsiteX47" fmla="*/ 92581 w 133705"/>
                <a:gd name="connsiteY47" fmla="*/ 205719 h 1611916"/>
                <a:gd name="connsiteX48" fmla="*/ 94098 w 133705"/>
                <a:gd name="connsiteY48" fmla="*/ 209178 h 1611916"/>
                <a:gd name="connsiteX49" fmla="*/ 95623 w 133705"/>
                <a:gd name="connsiteY49" fmla="*/ 212615 h 1611916"/>
                <a:gd name="connsiteX50" fmla="*/ 97108 w 133705"/>
                <a:gd name="connsiteY50" fmla="*/ 216068 h 1611916"/>
                <a:gd name="connsiteX51" fmla="*/ 98632 w 133705"/>
                <a:gd name="connsiteY51" fmla="*/ 219504 h 1611916"/>
                <a:gd name="connsiteX52" fmla="*/ 100149 w 133705"/>
                <a:gd name="connsiteY52" fmla="*/ 222964 h 1611916"/>
                <a:gd name="connsiteX53" fmla="*/ 101641 w 133705"/>
                <a:gd name="connsiteY53" fmla="*/ 226395 h 1611916"/>
                <a:gd name="connsiteX54" fmla="*/ 106201 w 133705"/>
                <a:gd name="connsiteY54" fmla="*/ 236767 h 1611916"/>
                <a:gd name="connsiteX55" fmla="*/ 107692 w 133705"/>
                <a:gd name="connsiteY55" fmla="*/ 240227 h 1611916"/>
                <a:gd name="connsiteX56" fmla="*/ 109209 w 133705"/>
                <a:gd name="connsiteY56" fmla="*/ 243686 h 1611916"/>
                <a:gd name="connsiteX57" fmla="*/ 110733 w 133705"/>
                <a:gd name="connsiteY57" fmla="*/ 247116 h 1611916"/>
                <a:gd name="connsiteX58" fmla="*/ 112218 w 133705"/>
                <a:gd name="connsiteY58" fmla="*/ 250576 h 1611916"/>
                <a:gd name="connsiteX59" fmla="*/ 113743 w 133705"/>
                <a:gd name="connsiteY59" fmla="*/ 254058 h 1611916"/>
                <a:gd name="connsiteX60" fmla="*/ 116784 w 133705"/>
                <a:gd name="connsiteY60" fmla="*/ 260971 h 1611916"/>
                <a:gd name="connsiteX61" fmla="*/ 118277 w 133705"/>
                <a:gd name="connsiteY61" fmla="*/ 264431 h 1611916"/>
                <a:gd name="connsiteX62" fmla="*/ 121319 w 133705"/>
                <a:gd name="connsiteY62" fmla="*/ 271344 h 1611916"/>
                <a:gd name="connsiteX63" fmla="*/ 122803 w 133705"/>
                <a:gd name="connsiteY63" fmla="*/ 274827 h 1611916"/>
                <a:gd name="connsiteX64" fmla="*/ 127370 w 133705"/>
                <a:gd name="connsiteY64" fmla="*/ 285193 h 1611916"/>
                <a:gd name="connsiteX65" fmla="*/ 128853 w 133705"/>
                <a:gd name="connsiteY65" fmla="*/ 288675 h 1611916"/>
                <a:gd name="connsiteX66" fmla="*/ 131896 w 133705"/>
                <a:gd name="connsiteY66" fmla="*/ 295588 h 1611916"/>
                <a:gd name="connsiteX67" fmla="*/ 132208 w 133705"/>
                <a:gd name="connsiteY67" fmla="*/ 296317 h 1611916"/>
                <a:gd name="connsiteX68" fmla="*/ 133705 w 133705"/>
                <a:gd name="connsiteY68" fmla="*/ 1611916 h 1611916"/>
                <a:gd name="connsiteX69" fmla="*/ 0 w 133705"/>
                <a:gd name="connsiteY69" fmla="*/ 1611916 h 1611916"/>
                <a:gd name="connsiteX70" fmla="*/ 0 w 133705"/>
                <a:gd name="connsiteY70" fmla="*/ 0 h 161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33705" h="1611916">
                  <a:moveTo>
                    <a:pt x="0" y="0"/>
                  </a:moveTo>
                  <a:lnTo>
                    <a:pt x="1901" y="4038"/>
                  </a:lnTo>
                  <a:lnTo>
                    <a:pt x="3385" y="7289"/>
                  </a:lnTo>
                  <a:lnTo>
                    <a:pt x="4910" y="10546"/>
                  </a:lnTo>
                  <a:lnTo>
                    <a:pt x="6427" y="13820"/>
                  </a:lnTo>
                  <a:lnTo>
                    <a:pt x="7919" y="17077"/>
                  </a:lnTo>
                  <a:lnTo>
                    <a:pt x="12486" y="26906"/>
                  </a:lnTo>
                  <a:lnTo>
                    <a:pt x="13971" y="30180"/>
                  </a:lnTo>
                  <a:lnTo>
                    <a:pt x="15495" y="33460"/>
                  </a:lnTo>
                  <a:lnTo>
                    <a:pt x="17012" y="36758"/>
                  </a:lnTo>
                  <a:lnTo>
                    <a:pt x="18504" y="40055"/>
                  </a:lnTo>
                  <a:lnTo>
                    <a:pt x="21546" y="46656"/>
                  </a:lnTo>
                  <a:lnTo>
                    <a:pt x="23063" y="49976"/>
                  </a:lnTo>
                  <a:lnTo>
                    <a:pt x="24555" y="53280"/>
                  </a:lnTo>
                  <a:lnTo>
                    <a:pt x="27596" y="59921"/>
                  </a:lnTo>
                  <a:lnTo>
                    <a:pt x="29081" y="63241"/>
                  </a:lnTo>
                  <a:lnTo>
                    <a:pt x="30606" y="66585"/>
                  </a:lnTo>
                  <a:lnTo>
                    <a:pt x="32123" y="69912"/>
                  </a:lnTo>
                  <a:lnTo>
                    <a:pt x="33615" y="73255"/>
                  </a:lnTo>
                  <a:lnTo>
                    <a:pt x="38181" y="83286"/>
                  </a:lnTo>
                  <a:lnTo>
                    <a:pt x="39666" y="86630"/>
                  </a:lnTo>
                  <a:lnTo>
                    <a:pt x="41190" y="89996"/>
                  </a:lnTo>
                  <a:lnTo>
                    <a:pt x="42707" y="93341"/>
                  </a:lnTo>
                  <a:lnTo>
                    <a:pt x="44199" y="96707"/>
                  </a:lnTo>
                  <a:lnTo>
                    <a:pt x="48758" y="106813"/>
                  </a:lnTo>
                  <a:lnTo>
                    <a:pt x="50250" y="110180"/>
                  </a:lnTo>
                  <a:lnTo>
                    <a:pt x="51767" y="113565"/>
                  </a:lnTo>
                  <a:lnTo>
                    <a:pt x="53293" y="116937"/>
                  </a:lnTo>
                  <a:lnTo>
                    <a:pt x="54776" y="120321"/>
                  </a:lnTo>
                  <a:lnTo>
                    <a:pt x="59343" y="130491"/>
                  </a:lnTo>
                  <a:lnTo>
                    <a:pt x="60835" y="133881"/>
                  </a:lnTo>
                  <a:lnTo>
                    <a:pt x="62352" y="137294"/>
                  </a:lnTo>
                  <a:lnTo>
                    <a:pt x="63868" y="140684"/>
                  </a:lnTo>
                  <a:lnTo>
                    <a:pt x="65362" y="144098"/>
                  </a:lnTo>
                  <a:lnTo>
                    <a:pt x="66885" y="147488"/>
                  </a:lnTo>
                  <a:lnTo>
                    <a:pt x="69928" y="154308"/>
                  </a:lnTo>
                  <a:lnTo>
                    <a:pt x="71412" y="157721"/>
                  </a:lnTo>
                  <a:lnTo>
                    <a:pt x="74454" y="164547"/>
                  </a:lnTo>
                  <a:lnTo>
                    <a:pt x="75946" y="167984"/>
                  </a:lnTo>
                  <a:lnTo>
                    <a:pt x="77463" y="171397"/>
                  </a:lnTo>
                  <a:lnTo>
                    <a:pt x="78988" y="174828"/>
                  </a:lnTo>
                  <a:lnTo>
                    <a:pt x="80505" y="178241"/>
                  </a:lnTo>
                  <a:lnTo>
                    <a:pt x="81997" y="181677"/>
                  </a:lnTo>
                  <a:lnTo>
                    <a:pt x="85038" y="188543"/>
                  </a:lnTo>
                  <a:lnTo>
                    <a:pt x="86523" y="191980"/>
                  </a:lnTo>
                  <a:lnTo>
                    <a:pt x="89564" y="198853"/>
                  </a:lnTo>
                  <a:lnTo>
                    <a:pt x="91057" y="202282"/>
                  </a:lnTo>
                  <a:lnTo>
                    <a:pt x="92581" y="205719"/>
                  </a:lnTo>
                  <a:lnTo>
                    <a:pt x="94098" y="209178"/>
                  </a:lnTo>
                  <a:lnTo>
                    <a:pt x="95623" y="212615"/>
                  </a:lnTo>
                  <a:lnTo>
                    <a:pt x="97108" y="216068"/>
                  </a:lnTo>
                  <a:lnTo>
                    <a:pt x="98632" y="219504"/>
                  </a:lnTo>
                  <a:lnTo>
                    <a:pt x="100149" y="222964"/>
                  </a:lnTo>
                  <a:lnTo>
                    <a:pt x="101641" y="226395"/>
                  </a:lnTo>
                  <a:lnTo>
                    <a:pt x="106201" y="236767"/>
                  </a:lnTo>
                  <a:lnTo>
                    <a:pt x="107692" y="240227"/>
                  </a:lnTo>
                  <a:lnTo>
                    <a:pt x="109209" y="243686"/>
                  </a:lnTo>
                  <a:lnTo>
                    <a:pt x="110733" y="247116"/>
                  </a:lnTo>
                  <a:lnTo>
                    <a:pt x="112218" y="250576"/>
                  </a:lnTo>
                  <a:lnTo>
                    <a:pt x="113743" y="254058"/>
                  </a:lnTo>
                  <a:lnTo>
                    <a:pt x="116784" y="260971"/>
                  </a:lnTo>
                  <a:lnTo>
                    <a:pt x="118277" y="264431"/>
                  </a:lnTo>
                  <a:lnTo>
                    <a:pt x="121319" y="271344"/>
                  </a:lnTo>
                  <a:lnTo>
                    <a:pt x="122803" y="274827"/>
                  </a:lnTo>
                  <a:lnTo>
                    <a:pt x="127370" y="285193"/>
                  </a:lnTo>
                  <a:lnTo>
                    <a:pt x="128853" y="288675"/>
                  </a:lnTo>
                  <a:lnTo>
                    <a:pt x="131896" y="295588"/>
                  </a:lnTo>
                  <a:lnTo>
                    <a:pt x="132208" y="296317"/>
                  </a:lnTo>
                  <a:lnTo>
                    <a:pt x="133705" y="1611916"/>
                  </a:lnTo>
                  <a:lnTo>
                    <a:pt x="0" y="1611916"/>
                  </a:lnTo>
                  <a:lnTo>
                    <a:pt x="0" y="0"/>
                  </a:lnTo>
                  <a:close/>
                </a:path>
              </a:pathLst>
            </a:custGeom>
            <a:solidFill>
              <a:schemeClr val="bg2">
                <a:lumMod val="90000"/>
                <a:alpha val="60000"/>
              </a:schemeClr>
            </a:solidFill>
            <a:ln w="780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77" name="Freeform: Shape 376">
              <a:extLst>
                <a:ext uri="{FF2B5EF4-FFF2-40B4-BE49-F238E27FC236}">
                  <a16:creationId xmlns:a16="http://schemas.microsoft.com/office/drawing/2014/main" id="{95798F09-24D9-5A12-5339-43998E8E69F5}"/>
                </a:ext>
              </a:extLst>
            </p:cNvPr>
            <p:cNvSpPr/>
            <p:nvPr/>
          </p:nvSpPr>
          <p:spPr>
            <a:xfrm>
              <a:off x="7994754" y="3047215"/>
              <a:ext cx="1158269" cy="2206208"/>
            </a:xfrm>
            <a:custGeom>
              <a:avLst/>
              <a:gdLst>
                <a:gd name="connsiteX0" fmla="*/ 576820 w 1158269"/>
                <a:gd name="connsiteY0" fmla="*/ 0 h 2206208"/>
                <a:gd name="connsiteX1" fmla="*/ 581450 w 1158269"/>
                <a:gd name="connsiteY1" fmla="*/ 0 h 2206208"/>
                <a:gd name="connsiteX2" fmla="*/ 583010 w 1158269"/>
                <a:gd name="connsiteY2" fmla="*/ 47 h 2206208"/>
                <a:gd name="connsiteX3" fmla="*/ 584528 w 1158269"/>
                <a:gd name="connsiteY3" fmla="*/ 93 h 2206208"/>
                <a:gd name="connsiteX4" fmla="*/ 586088 w 1158269"/>
                <a:gd name="connsiteY4" fmla="*/ 140 h 2206208"/>
                <a:gd name="connsiteX5" fmla="*/ 589199 w 1158269"/>
                <a:gd name="connsiteY5" fmla="*/ 327 h 2206208"/>
                <a:gd name="connsiteX6" fmla="*/ 590718 w 1158269"/>
                <a:gd name="connsiteY6" fmla="*/ 420 h 2206208"/>
                <a:gd name="connsiteX7" fmla="*/ 593829 w 1158269"/>
                <a:gd name="connsiteY7" fmla="*/ 699 h 2206208"/>
                <a:gd name="connsiteX8" fmla="*/ 595357 w 1158269"/>
                <a:gd name="connsiteY8" fmla="*/ 838 h 2206208"/>
                <a:gd name="connsiteX9" fmla="*/ 598468 w 1158269"/>
                <a:gd name="connsiteY9" fmla="*/ 1211 h 2206208"/>
                <a:gd name="connsiteX10" fmla="*/ 600028 w 1158269"/>
                <a:gd name="connsiteY10" fmla="*/ 1421 h 2206208"/>
                <a:gd name="connsiteX11" fmla="*/ 601546 w 1158269"/>
                <a:gd name="connsiteY11" fmla="*/ 1653 h 2206208"/>
                <a:gd name="connsiteX12" fmla="*/ 604658 w 1158269"/>
                <a:gd name="connsiteY12" fmla="*/ 2119 h 2206208"/>
                <a:gd name="connsiteX13" fmla="*/ 606185 w 1158269"/>
                <a:gd name="connsiteY13" fmla="*/ 2398 h 2206208"/>
                <a:gd name="connsiteX14" fmla="*/ 609297 w 1158269"/>
                <a:gd name="connsiteY14" fmla="*/ 2957 h 2206208"/>
                <a:gd name="connsiteX15" fmla="*/ 610849 w 1158269"/>
                <a:gd name="connsiteY15" fmla="*/ 3307 h 2206208"/>
                <a:gd name="connsiteX16" fmla="*/ 612375 w 1158269"/>
                <a:gd name="connsiteY16" fmla="*/ 3633 h 2206208"/>
                <a:gd name="connsiteX17" fmla="*/ 613927 w 1158269"/>
                <a:gd name="connsiteY17" fmla="*/ 3959 h 2206208"/>
                <a:gd name="connsiteX18" fmla="*/ 615486 w 1158269"/>
                <a:gd name="connsiteY18" fmla="*/ 4331 h 2206208"/>
                <a:gd name="connsiteX19" fmla="*/ 617005 w 1158269"/>
                <a:gd name="connsiteY19" fmla="*/ 4704 h 2206208"/>
                <a:gd name="connsiteX20" fmla="*/ 618565 w 1158269"/>
                <a:gd name="connsiteY20" fmla="*/ 5076 h 2206208"/>
                <a:gd name="connsiteX21" fmla="*/ 620116 w 1158269"/>
                <a:gd name="connsiteY21" fmla="*/ 5495 h 2206208"/>
                <a:gd name="connsiteX22" fmla="*/ 621676 w 1158269"/>
                <a:gd name="connsiteY22" fmla="*/ 5938 h 2206208"/>
                <a:gd name="connsiteX23" fmla="*/ 623203 w 1158269"/>
                <a:gd name="connsiteY23" fmla="*/ 6357 h 2206208"/>
                <a:gd name="connsiteX24" fmla="*/ 626315 w 1158269"/>
                <a:gd name="connsiteY24" fmla="*/ 7288 h 2206208"/>
                <a:gd name="connsiteX25" fmla="*/ 627833 w 1158269"/>
                <a:gd name="connsiteY25" fmla="*/ 7755 h 2206208"/>
                <a:gd name="connsiteX26" fmla="*/ 629393 w 1158269"/>
                <a:gd name="connsiteY26" fmla="*/ 8290 h 2206208"/>
                <a:gd name="connsiteX27" fmla="*/ 632504 w 1158269"/>
                <a:gd name="connsiteY27" fmla="*/ 9314 h 2206208"/>
                <a:gd name="connsiteX28" fmla="*/ 634023 w 1158269"/>
                <a:gd name="connsiteY28" fmla="*/ 9873 h 2206208"/>
                <a:gd name="connsiteX29" fmla="*/ 635584 w 1158269"/>
                <a:gd name="connsiteY29" fmla="*/ 10432 h 2206208"/>
                <a:gd name="connsiteX30" fmla="*/ 637135 w 1158269"/>
                <a:gd name="connsiteY30" fmla="*/ 11014 h 2206208"/>
                <a:gd name="connsiteX31" fmla="*/ 638662 w 1158269"/>
                <a:gd name="connsiteY31" fmla="*/ 11620 h 2206208"/>
                <a:gd name="connsiteX32" fmla="*/ 641773 w 1158269"/>
                <a:gd name="connsiteY32" fmla="*/ 12831 h 2206208"/>
                <a:gd name="connsiteX33" fmla="*/ 643325 w 1158269"/>
                <a:gd name="connsiteY33" fmla="*/ 13483 h 2206208"/>
                <a:gd name="connsiteX34" fmla="*/ 644852 w 1158269"/>
                <a:gd name="connsiteY34" fmla="*/ 14135 h 2206208"/>
                <a:gd name="connsiteX35" fmla="*/ 646404 w 1158269"/>
                <a:gd name="connsiteY35" fmla="*/ 14810 h 2206208"/>
                <a:gd name="connsiteX36" fmla="*/ 647963 w 1158269"/>
                <a:gd name="connsiteY36" fmla="*/ 15509 h 2206208"/>
                <a:gd name="connsiteX37" fmla="*/ 649482 w 1158269"/>
                <a:gd name="connsiteY37" fmla="*/ 16207 h 2206208"/>
                <a:gd name="connsiteX38" fmla="*/ 651042 w 1158269"/>
                <a:gd name="connsiteY38" fmla="*/ 16906 h 2206208"/>
                <a:gd name="connsiteX39" fmla="*/ 652602 w 1158269"/>
                <a:gd name="connsiteY39" fmla="*/ 17651 h 2206208"/>
                <a:gd name="connsiteX40" fmla="*/ 654121 w 1158269"/>
                <a:gd name="connsiteY40" fmla="*/ 18396 h 2206208"/>
                <a:gd name="connsiteX41" fmla="*/ 655680 w 1158269"/>
                <a:gd name="connsiteY41" fmla="*/ 19165 h 2206208"/>
                <a:gd name="connsiteX42" fmla="*/ 658792 w 1158269"/>
                <a:gd name="connsiteY42" fmla="*/ 20748 h 2206208"/>
                <a:gd name="connsiteX43" fmla="*/ 660310 w 1158269"/>
                <a:gd name="connsiteY43" fmla="*/ 21540 h 2206208"/>
                <a:gd name="connsiteX44" fmla="*/ 663422 w 1158269"/>
                <a:gd name="connsiteY44" fmla="*/ 23216 h 2206208"/>
                <a:gd name="connsiteX45" fmla="*/ 664949 w 1158269"/>
                <a:gd name="connsiteY45" fmla="*/ 24054 h 2206208"/>
                <a:gd name="connsiteX46" fmla="*/ 669612 w 1158269"/>
                <a:gd name="connsiteY46" fmla="*/ 26709 h 2206208"/>
                <a:gd name="connsiteX47" fmla="*/ 671139 w 1158269"/>
                <a:gd name="connsiteY47" fmla="*/ 27641 h 2206208"/>
                <a:gd name="connsiteX48" fmla="*/ 674250 w 1158269"/>
                <a:gd name="connsiteY48" fmla="*/ 29504 h 2206208"/>
                <a:gd name="connsiteX49" fmla="*/ 675769 w 1158269"/>
                <a:gd name="connsiteY49" fmla="*/ 30482 h 2206208"/>
                <a:gd name="connsiteX50" fmla="*/ 678880 w 1158269"/>
                <a:gd name="connsiteY50" fmla="*/ 32438 h 2206208"/>
                <a:gd name="connsiteX51" fmla="*/ 680441 w 1158269"/>
                <a:gd name="connsiteY51" fmla="*/ 33463 h 2206208"/>
                <a:gd name="connsiteX52" fmla="*/ 681967 w 1158269"/>
                <a:gd name="connsiteY52" fmla="*/ 34487 h 2206208"/>
                <a:gd name="connsiteX53" fmla="*/ 683519 w 1158269"/>
                <a:gd name="connsiteY53" fmla="*/ 35512 h 2206208"/>
                <a:gd name="connsiteX54" fmla="*/ 685079 w 1158269"/>
                <a:gd name="connsiteY54" fmla="*/ 36560 h 2206208"/>
                <a:gd name="connsiteX55" fmla="*/ 686597 w 1158269"/>
                <a:gd name="connsiteY55" fmla="*/ 37631 h 2206208"/>
                <a:gd name="connsiteX56" fmla="*/ 688157 w 1158269"/>
                <a:gd name="connsiteY56" fmla="*/ 38702 h 2206208"/>
                <a:gd name="connsiteX57" fmla="*/ 689709 w 1158269"/>
                <a:gd name="connsiteY57" fmla="*/ 39820 h 2206208"/>
                <a:gd name="connsiteX58" fmla="*/ 691268 w 1158269"/>
                <a:gd name="connsiteY58" fmla="*/ 40914 h 2206208"/>
                <a:gd name="connsiteX59" fmla="*/ 692787 w 1158269"/>
                <a:gd name="connsiteY59" fmla="*/ 42032 h 2206208"/>
                <a:gd name="connsiteX60" fmla="*/ 694348 w 1158269"/>
                <a:gd name="connsiteY60" fmla="*/ 43197 h 2206208"/>
                <a:gd name="connsiteX61" fmla="*/ 695898 w 1158269"/>
                <a:gd name="connsiteY61" fmla="*/ 44338 h 2206208"/>
                <a:gd name="connsiteX62" fmla="*/ 697426 w 1158269"/>
                <a:gd name="connsiteY62" fmla="*/ 45502 h 2206208"/>
                <a:gd name="connsiteX63" fmla="*/ 698978 w 1158269"/>
                <a:gd name="connsiteY63" fmla="*/ 46712 h 2206208"/>
                <a:gd name="connsiteX64" fmla="*/ 700537 w 1158269"/>
                <a:gd name="connsiteY64" fmla="*/ 47900 h 2206208"/>
                <a:gd name="connsiteX65" fmla="*/ 702089 w 1158269"/>
                <a:gd name="connsiteY65" fmla="*/ 49112 h 2206208"/>
                <a:gd name="connsiteX66" fmla="*/ 703615 w 1158269"/>
                <a:gd name="connsiteY66" fmla="*/ 50345 h 2206208"/>
                <a:gd name="connsiteX67" fmla="*/ 705167 w 1158269"/>
                <a:gd name="connsiteY67" fmla="*/ 51579 h 2206208"/>
                <a:gd name="connsiteX68" fmla="*/ 706727 w 1158269"/>
                <a:gd name="connsiteY68" fmla="*/ 52838 h 2206208"/>
                <a:gd name="connsiteX69" fmla="*/ 708254 w 1158269"/>
                <a:gd name="connsiteY69" fmla="*/ 54118 h 2206208"/>
                <a:gd name="connsiteX70" fmla="*/ 709806 w 1158269"/>
                <a:gd name="connsiteY70" fmla="*/ 55398 h 2206208"/>
                <a:gd name="connsiteX71" fmla="*/ 711366 w 1158269"/>
                <a:gd name="connsiteY71" fmla="*/ 56702 h 2206208"/>
                <a:gd name="connsiteX72" fmla="*/ 712884 w 1158269"/>
                <a:gd name="connsiteY72" fmla="*/ 58030 h 2206208"/>
                <a:gd name="connsiteX73" fmla="*/ 715996 w 1158269"/>
                <a:gd name="connsiteY73" fmla="*/ 60685 h 2206208"/>
                <a:gd name="connsiteX74" fmla="*/ 717555 w 1158269"/>
                <a:gd name="connsiteY74" fmla="*/ 62058 h 2206208"/>
                <a:gd name="connsiteX75" fmla="*/ 719074 w 1158269"/>
                <a:gd name="connsiteY75" fmla="*/ 63432 h 2206208"/>
                <a:gd name="connsiteX76" fmla="*/ 720635 w 1158269"/>
                <a:gd name="connsiteY76" fmla="*/ 64806 h 2206208"/>
                <a:gd name="connsiteX77" fmla="*/ 722186 w 1158269"/>
                <a:gd name="connsiteY77" fmla="*/ 66227 h 2206208"/>
                <a:gd name="connsiteX78" fmla="*/ 723713 w 1158269"/>
                <a:gd name="connsiteY78" fmla="*/ 67647 h 2206208"/>
                <a:gd name="connsiteX79" fmla="*/ 725265 w 1158269"/>
                <a:gd name="connsiteY79" fmla="*/ 69068 h 2206208"/>
                <a:gd name="connsiteX80" fmla="*/ 726824 w 1158269"/>
                <a:gd name="connsiteY80" fmla="*/ 70535 h 2206208"/>
                <a:gd name="connsiteX81" fmla="*/ 728376 w 1158269"/>
                <a:gd name="connsiteY81" fmla="*/ 71978 h 2206208"/>
                <a:gd name="connsiteX82" fmla="*/ 729903 w 1158269"/>
                <a:gd name="connsiteY82" fmla="*/ 73446 h 2206208"/>
                <a:gd name="connsiteX83" fmla="*/ 731454 w 1158269"/>
                <a:gd name="connsiteY83" fmla="*/ 74959 h 2206208"/>
                <a:gd name="connsiteX84" fmla="*/ 733014 w 1158269"/>
                <a:gd name="connsiteY84" fmla="*/ 76450 h 2206208"/>
                <a:gd name="connsiteX85" fmla="*/ 734533 w 1158269"/>
                <a:gd name="connsiteY85" fmla="*/ 77963 h 2206208"/>
                <a:gd name="connsiteX86" fmla="*/ 737653 w 1158269"/>
                <a:gd name="connsiteY86" fmla="*/ 81037 h 2206208"/>
                <a:gd name="connsiteX87" fmla="*/ 739205 w 1158269"/>
                <a:gd name="connsiteY87" fmla="*/ 82597 h 2206208"/>
                <a:gd name="connsiteX88" fmla="*/ 740731 w 1158269"/>
                <a:gd name="connsiteY88" fmla="*/ 84181 h 2206208"/>
                <a:gd name="connsiteX89" fmla="*/ 743842 w 1158269"/>
                <a:gd name="connsiteY89" fmla="*/ 87348 h 2206208"/>
                <a:gd name="connsiteX90" fmla="*/ 745361 w 1158269"/>
                <a:gd name="connsiteY90" fmla="*/ 88978 h 2206208"/>
                <a:gd name="connsiteX91" fmla="*/ 748473 w 1158269"/>
                <a:gd name="connsiteY91" fmla="*/ 92237 h 2206208"/>
                <a:gd name="connsiteX92" fmla="*/ 750033 w 1158269"/>
                <a:gd name="connsiteY92" fmla="*/ 93914 h 2206208"/>
                <a:gd name="connsiteX93" fmla="*/ 751552 w 1158269"/>
                <a:gd name="connsiteY93" fmla="*/ 95568 h 2206208"/>
                <a:gd name="connsiteX94" fmla="*/ 753111 w 1158269"/>
                <a:gd name="connsiteY94" fmla="*/ 97245 h 2206208"/>
                <a:gd name="connsiteX95" fmla="*/ 754663 w 1158269"/>
                <a:gd name="connsiteY95" fmla="*/ 98967 h 2206208"/>
                <a:gd name="connsiteX96" fmla="*/ 756190 w 1158269"/>
                <a:gd name="connsiteY96" fmla="*/ 100668 h 2206208"/>
                <a:gd name="connsiteX97" fmla="*/ 757742 w 1158269"/>
                <a:gd name="connsiteY97" fmla="*/ 102391 h 2206208"/>
                <a:gd name="connsiteX98" fmla="*/ 760853 w 1158269"/>
                <a:gd name="connsiteY98" fmla="*/ 105884 h 2206208"/>
                <a:gd name="connsiteX99" fmla="*/ 762379 w 1158269"/>
                <a:gd name="connsiteY99" fmla="*/ 107630 h 2206208"/>
                <a:gd name="connsiteX100" fmla="*/ 765492 w 1158269"/>
                <a:gd name="connsiteY100" fmla="*/ 111216 h 2206208"/>
                <a:gd name="connsiteX101" fmla="*/ 767018 w 1158269"/>
                <a:gd name="connsiteY101" fmla="*/ 113009 h 2206208"/>
                <a:gd name="connsiteX102" fmla="*/ 768570 w 1158269"/>
                <a:gd name="connsiteY102" fmla="*/ 114849 h 2206208"/>
                <a:gd name="connsiteX103" fmla="*/ 770130 w 1158269"/>
                <a:gd name="connsiteY103" fmla="*/ 116665 h 2206208"/>
                <a:gd name="connsiteX104" fmla="*/ 771681 w 1158269"/>
                <a:gd name="connsiteY104" fmla="*/ 118505 h 2206208"/>
                <a:gd name="connsiteX105" fmla="*/ 773208 w 1158269"/>
                <a:gd name="connsiteY105" fmla="*/ 120391 h 2206208"/>
                <a:gd name="connsiteX106" fmla="*/ 776319 w 1158269"/>
                <a:gd name="connsiteY106" fmla="*/ 124117 h 2206208"/>
                <a:gd name="connsiteX107" fmla="*/ 777838 w 1158269"/>
                <a:gd name="connsiteY107" fmla="*/ 126027 h 2206208"/>
                <a:gd name="connsiteX108" fmla="*/ 779398 w 1158269"/>
                <a:gd name="connsiteY108" fmla="*/ 127936 h 2206208"/>
                <a:gd name="connsiteX109" fmla="*/ 780949 w 1158269"/>
                <a:gd name="connsiteY109" fmla="*/ 129869 h 2206208"/>
                <a:gd name="connsiteX110" fmla="*/ 782477 w 1158269"/>
                <a:gd name="connsiteY110" fmla="*/ 131802 h 2206208"/>
                <a:gd name="connsiteX111" fmla="*/ 785588 w 1158269"/>
                <a:gd name="connsiteY111" fmla="*/ 135714 h 2206208"/>
                <a:gd name="connsiteX112" fmla="*/ 787140 w 1158269"/>
                <a:gd name="connsiteY112" fmla="*/ 137693 h 2206208"/>
                <a:gd name="connsiteX113" fmla="*/ 788666 w 1158269"/>
                <a:gd name="connsiteY113" fmla="*/ 139696 h 2206208"/>
                <a:gd name="connsiteX114" fmla="*/ 790218 w 1158269"/>
                <a:gd name="connsiteY114" fmla="*/ 141675 h 2206208"/>
                <a:gd name="connsiteX115" fmla="*/ 791778 w 1158269"/>
                <a:gd name="connsiteY115" fmla="*/ 143701 h 2206208"/>
                <a:gd name="connsiteX116" fmla="*/ 793305 w 1158269"/>
                <a:gd name="connsiteY116" fmla="*/ 145727 h 2206208"/>
                <a:gd name="connsiteX117" fmla="*/ 794857 w 1158269"/>
                <a:gd name="connsiteY117" fmla="*/ 147753 h 2206208"/>
                <a:gd name="connsiteX118" fmla="*/ 796417 w 1158269"/>
                <a:gd name="connsiteY118" fmla="*/ 149826 h 2206208"/>
                <a:gd name="connsiteX119" fmla="*/ 797969 w 1158269"/>
                <a:gd name="connsiteY119" fmla="*/ 151874 h 2206208"/>
                <a:gd name="connsiteX120" fmla="*/ 799495 w 1158269"/>
                <a:gd name="connsiteY120" fmla="*/ 153947 h 2206208"/>
                <a:gd name="connsiteX121" fmla="*/ 801047 w 1158269"/>
                <a:gd name="connsiteY121" fmla="*/ 156043 h 2206208"/>
                <a:gd name="connsiteX122" fmla="*/ 802606 w 1158269"/>
                <a:gd name="connsiteY122" fmla="*/ 158162 h 2206208"/>
                <a:gd name="connsiteX123" fmla="*/ 804125 w 1158269"/>
                <a:gd name="connsiteY123" fmla="*/ 160258 h 2206208"/>
                <a:gd name="connsiteX124" fmla="*/ 808797 w 1158269"/>
                <a:gd name="connsiteY124" fmla="*/ 166685 h 2206208"/>
                <a:gd name="connsiteX125" fmla="*/ 810316 w 1158269"/>
                <a:gd name="connsiteY125" fmla="*/ 168851 h 2206208"/>
                <a:gd name="connsiteX126" fmla="*/ 811875 w 1158269"/>
                <a:gd name="connsiteY126" fmla="*/ 171039 h 2206208"/>
                <a:gd name="connsiteX127" fmla="*/ 813427 w 1158269"/>
                <a:gd name="connsiteY127" fmla="*/ 173205 h 2206208"/>
                <a:gd name="connsiteX128" fmla="*/ 814953 w 1158269"/>
                <a:gd name="connsiteY128" fmla="*/ 175417 h 2206208"/>
                <a:gd name="connsiteX129" fmla="*/ 818065 w 1158269"/>
                <a:gd name="connsiteY129" fmla="*/ 179841 h 2206208"/>
                <a:gd name="connsiteX130" fmla="*/ 819617 w 1158269"/>
                <a:gd name="connsiteY130" fmla="*/ 182100 h 2206208"/>
                <a:gd name="connsiteX131" fmla="*/ 821143 w 1158269"/>
                <a:gd name="connsiteY131" fmla="*/ 184336 h 2206208"/>
                <a:gd name="connsiteX132" fmla="*/ 822704 w 1158269"/>
                <a:gd name="connsiteY132" fmla="*/ 186595 h 2206208"/>
                <a:gd name="connsiteX133" fmla="*/ 824256 w 1158269"/>
                <a:gd name="connsiteY133" fmla="*/ 188877 h 2206208"/>
                <a:gd name="connsiteX134" fmla="*/ 825782 w 1158269"/>
                <a:gd name="connsiteY134" fmla="*/ 191159 h 2206208"/>
                <a:gd name="connsiteX135" fmla="*/ 827334 w 1158269"/>
                <a:gd name="connsiteY135" fmla="*/ 193441 h 2206208"/>
                <a:gd name="connsiteX136" fmla="*/ 828893 w 1158269"/>
                <a:gd name="connsiteY136" fmla="*/ 195769 h 2206208"/>
                <a:gd name="connsiteX137" fmla="*/ 830445 w 1158269"/>
                <a:gd name="connsiteY137" fmla="*/ 198075 h 2206208"/>
                <a:gd name="connsiteX138" fmla="*/ 831972 w 1158269"/>
                <a:gd name="connsiteY138" fmla="*/ 200404 h 2206208"/>
                <a:gd name="connsiteX139" fmla="*/ 835084 w 1158269"/>
                <a:gd name="connsiteY139" fmla="*/ 205107 h 2206208"/>
                <a:gd name="connsiteX140" fmla="*/ 836602 w 1158269"/>
                <a:gd name="connsiteY140" fmla="*/ 207460 h 2206208"/>
                <a:gd name="connsiteX141" fmla="*/ 838162 w 1158269"/>
                <a:gd name="connsiteY141" fmla="*/ 209858 h 2206208"/>
                <a:gd name="connsiteX142" fmla="*/ 839714 w 1158269"/>
                <a:gd name="connsiteY142" fmla="*/ 212233 h 2206208"/>
                <a:gd name="connsiteX143" fmla="*/ 841274 w 1158269"/>
                <a:gd name="connsiteY143" fmla="*/ 214632 h 2206208"/>
                <a:gd name="connsiteX144" fmla="*/ 842792 w 1158269"/>
                <a:gd name="connsiteY144" fmla="*/ 217053 h 2206208"/>
                <a:gd name="connsiteX145" fmla="*/ 845904 w 1158269"/>
                <a:gd name="connsiteY145" fmla="*/ 221897 h 2206208"/>
                <a:gd name="connsiteX146" fmla="*/ 847430 w 1158269"/>
                <a:gd name="connsiteY146" fmla="*/ 224342 h 2206208"/>
                <a:gd name="connsiteX147" fmla="*/ 848982 w 1158269"/>
                <a:gd name="connsiteY147" fmla="*/ 226810 h 2206208"/>
                <a:gd name="connsiteX148" fmla="*/ 850542 w 1158269"/>
                <a:gd name="connsiteY148" fmla="*/ 229255 h 2206208"/>
                <a:gd name="connsiteX149" fmla="*/ 852069 w 1158269"/>
                <a:gd name="connsiteY149" fmla="*/ 231747 h 2206208"/>
                <a:gd name="connsiteX150" fmla="*/ 855181 w 1158269"/>
                <a:gd name="connsiteY150" fmla="*/ 236731 h 2206208"/>
                <a:gd name="connsiteX151" fmla="*/ 856732 w 1158269"/>
                <a:gd name="connsiteY151" fmla="*/ 239246 h 2206208"/>
                <a:gd name="connsiteX152" fmla="*/ 858259 w 1158269"/>
                <a:gd name="connsiteY152" fmla="*/ 241761 h 2206208"/>
                <a:gd name="connsiteX153" fmla="*/ 861370 w 1158269"/>
                <a:gd name="connsiteY153" fmla="*/ 246837 h 2206208"/>
                <a:gd name="connsiteX154" fmla="*/ 862889 w 1158269"/>
                <a:gd name="connsiteY154" fmla="*/ 249398 h 2206208"/>
                <a:gd name="connsiteX155" fmla="*/ 864449 w 1158269"/>
                <a:gd name="connsiteY155" fmla="*/ 251960 h 2206208"/>
                <a:gd name="connsiteX156" fmla="*/ 867561 w 1158269"/>
                <a:gd name="connsiteY156" fmla="*/ 257129 h 2206208"/>
                <a:gd name="connsiteX157" fmla="*/ 869080 w 1158269"/>
                <a:gd name="connsiteY157" fmla="*/ 259715 h 2206208"/>
                <a:gd name="connsiteX158" fmla="*/ 872191 w 1158269"/>
                <a:gd name="connsiteY158" fmla="*/ 264931 h 2206208"/>
                <a:gd name="connsiteX159" fmla="*/ 873717 w 1158269"/>
                <a:gd name="connsiteY159" fmla="*/ 267562 h 2206208"/>
                <a:gd name="connsiteX160" fmla="*/ 875269 w 1158269"/>
                <a:gd name="connsiteY160" fmla="*/ 270193 h 2206208"/>
                <a:gd name="connsiteX161" fmla="*/ 878381 w 1158269"/>
                <a:gd name="connsiteY161" fmla="*/ 275502 h 2206208"/>
                <a:gd name="connsiteX162" fmla="*/ 879908 w 1158269"/>
                <a:gd name="connsiteY162" fmla="*/ 278181 h 2206208"/>
                <a:gd name="connsiteX163" fmla="*/ 881468 w 1158269"/>
                <a:gd name="connsiteY163" fmla="*/ 280859 h 2206208"/>
                <a:gd name="connsiteX164" fmla="*/ 883020 w 1158269"/>
                <a:gd name="connsiteY164" fmla="*/ 283513 h 2206208"/>
                <a:gd name="connsiteX165" fmla="*/ 884546 w 1158269"/>
                <a:gd name="connsiteY165" fmla="*/ 286238 h 2206208"/>
                <a:gd name="connsiteX166" fmla="*/ 887657 w 1158269"/>
                <a:gd name="connsiteY166" fmla="*/ 291640 h 2206208"/>
                <a:gd name="connsiteX167" fmla="*/ 889209 w 1158269"/>
                <a:gd name="connsiteY167" fmla="*/ 294388 h 2206208"/>
                <a:gd name="connsiteX168" fmla="*/ 890736 w 1158269"/>
                <a:gd name="connsiteY168" fmla="*/ 297113 h 2206208"/>
                <a:gd name="connsiteX169" fmla="*/ 893848 w 1158269"/>
                <a:gd name="connsiteY169" fmla="*/ 302609 h 2206208"/>
                <a:gd name="connsiteX170" fmla="*/ 895366 w 1158269"/>
                <a:gd name="connsiteY170" fmla="*/ 305379 h 2206208"/>
                <a:gd name="connsiteX171" fmla="*/ 896926 w 1158269"/>
                <a:gd name="connsiteY171" fmla="*/ 308150 h 2206208"/>
                <a:gd name="connsiteX172" fmla="*/ 900038 w 1158269"/>
                <a:gd name="connsiteY172" fmla="*/ 313739 h 2206208"/>
                <a:gd name="connsiteX173" fmla="*/ 901556 w 1158269"/>
                <a:gd name="connsiteY173" fmla="*/ 316533 h 2206208"/>
                <a:gd name="connsiteX174" fmla="*/ 904668 w 1158269"/>
                <a:gd name="connsiteY174" fmla="*/ 322169 h 2206208"/>
                <a:gd name="connsiteX175" fmla="*/ 906194 w 1158269"/>
                <a:gd name="connsiteY175" fmla="*/ 324987 h 2206208"/>
                <a:gd name="connsiteX176" fmla="*/ 907755 w 1158269"/>
                <a:gd name="connsiteY176" fmla="*/ 327851 h 2206208"/>
                <a:gd name="connsiteX177" fmla="*/ 909307 w 1158269"/>
                <a:gd name="connsiteY177" fmla="*/ 330692 h 2206208"/>
                <a:gd name="connsiteX178" fmla="*/ 910833 w 1158269"/>
                <a:gd name="connsiteY178" fmla="*/ 333533 h 2206208"/>
                <a:gd name="connsiteX179" fmla="*/ 912385 w 1158269"/>
                <a:gd name="connsiteY179" fmla="*/ 336420 h 2206208"/>
                <a:gd name="connsiteX180" fmla="*/ 913944 w 1158269"/>
                <a:gd name="connsiteY180" fmla="*/ 339284 h 2206208"/>
                <a:gd name="connsiteX181" fmla="*/ 915496 w 1158269"/>
                <a:gd name="connsiteY181" fmla="*/ 342172 h 2206208"/>
                <a:gd name="connsiteX182" fmla="*/ 917023 w 1158269"/>
                <a:gd name="connsiteY182" fmla="*/ 345059 h 2206208"/>
                <a:gd name="connsiteX183" fmla="*/ 920134 w 1158269"/>
                <a:gd name="connsiteY183" fmla="*/ 350881 h 2206208"/>
                <a:gd name="connsiteX184" fmla="*/ 921653 w 1158269"/>
                <a:gd name="connsiteY184" fmla="*/ 353792 h 2206208"/>
                <a:gd name="connsiteX185" fmla="*/ 924764 w 1158269"/>
                <a:gd name="connsiteY185" fmla="*/ 359660 h 2206208"/>
                <a:gd name="connsiteX186" fmla="*/ 926325 w 1158269"/>
                <a:gd name="connsiteY186" fmla="*/ 362617 h 2206208"/>
                <a:gd name="connsiteX187" fmla="*/ 927843 w 1158269"/>
                <a:gd name="connsiteY187" fmla="*/ 365552 h 2206208"/>
                <a:gd name="connsiteX188" fmla="*/ 929403 w 1158269"/>
                <a:gd name="connsiteY188" fmla="*/ 368509 h 2206208"/>
                <a:gd name="connsiteX189" fmla="*/ 930955 w 1158269"/>
                <a:gd name="connsiteY189" fmla="*/ 371490 h 2206208"/>
                <a:gd name="connsiteX190" fmla="*/ 932481 w 1158269"/>
                <a:gd name="connsiteY190" fmla="*/ 374470 h 2206208"/>
                <a:gd name="connsiteX191" fmla="*/ 934033 w 1158269"/>
                <a:gd name="connsiteY191" fmla="*/ 377451 h 2206208"/>
                <a:gd name="connsiteX192" fmla="*/ 937145 w 1158269"/>
                <a:gd name="connsiteY192" fmla="*/ 383459 h 2206208"/>
                <a:gd name="connsiteX193" fmla="*/ 938672 w 1158269"/>
                <a:gd name="connsiteY193" fmla="*/ 386463 h 2206208"/>
                <a:gd name="connsiteX194" fmla="*/ 941783 w 1158269"/>
                <a:gd name="connsiteY194" fmla="*/ 392518 h 2206208"/>
                <a:gd name="connsiteX195" fmla="*/ 943310 w 1158269"/>
                <a:gd name="connsiteY195" fmla="*/ 395544 h 2206208"/>
                <a:gd name="connsiteX196" fmla="*/ 947973 w 1158269"/>
                <a:gd name="connsiteY196" fmla="*/ 404696 h 2206208"/>
                <a:gd name="connsiteX197" fmla="*/ 949500 w 1158269"/>
                <a:gd name="connsiteY197" fmla="*/ 407770 h 2206208"/>
                <a:gd name="connsiteX198" fmla="*/ 951051 w 1158269"/>
                <a:gd name="connsiteY198" fmla="*/ 410820 h 2206208"/>
                <a:gd name="connsiteX199" fmla="*/ 952612 w 1158269"/>
                <a:gd name="connsiteY199" fmla="*/ 413894 h 2206208"/>
                <a:gd name="connsiteX200" fmla="*/ 954131 w 1158269"/>
                <a:gd name="connsiteY200" fmla="*/ 416991 h 2206208"/>
                <a:gd name="connsiteX201" fmla="*/ 957242 w 1158269"/>
                <a:gd name="connsiteY201" fmla="*/ 423186 h 2206208"/>
                <a:gd name="connsiteX202" fmla="*/ 958802 w 1158269"/>
                <a:gd name="connsiteY202" fmla="*/ 426306 h 2206208"/>
                <a:gd name="connsiteX203" fmla="*/ 960320 w 1158269"/>
                <a:gd name="connsiteY203" fmla="*/ 429426 h 2206208"/>
                <a:gd name="connsiteX204" fmla="*/ 961880 w 1158269"/>
                <a:gd name="connsiteY204" fmla="*/ 432547 h 2206208"/>
                <a:gd name="connsiteX205" fmla="*/ 963432 w 1158269"/>
                <a:gd name="connsiteY205" fmla="*/ 435691 h 2206208"/>
                <a:gd name="connsiteX206" fmla="*/ 964958 w 1158269"/>
                <a:gd name="connsiteY206" fmla="*/ 438811 h 2206208"/>
                <a:gd name="connsiteX207" fmla="*/ 966519 w 1158269"/>
                <a:gd name="connsiteY207" fmla="*/ 441955 h 2206208"/>
                <a:gd name="connsiteX208" fmla="*/ 968070 w 1158269"/>
                <a:gd name="connsiteY208" fmla="*/ 445122 h 2206208"/>
                <a:gd name="connsiteX209" fmla="*/ 969630 w 1158269"/>
                <a:gd name="connsiteY209" fmla="*/ 448265 h 2206208"/>
                <a:gd name="connsiteX210" fmla="*/ 971149 w 1158269"/>
                <a:gd name="connsiteY210" fmla="*/ 451432 h 2206208"/>
                <a:gd name="connsiteX211" fmla="*/ 972708 w 1158269"/>
                <a:gd name="connsiteY211" fmla="*/ 454622 h 2206208"/>
                <a:gd name="connsiteX212" fmla="*/ 974260 w 1158269"/>
                <a:gd name="connsiteY212" fmla="*/ 457787 h 2206208"/>
                <a:gd name="connsiteX213" fmla="*/ 975786 w 1158269"/>
                <a:gd name="connsiteY213" fmla="*/ 460977 h 2206208"/>
                <a:gd name="connsiteX214" fmla="*/ 977338 w 1158269"/>
                <a:gd name="connsiteY214" fmla="*/ 464172 h 2206208"/>
                <a:gd name="connsiteX215" fmla="*/ 978899 w 1158269"/>
                <a:gd name="connsiteY215" fmla="*/ 467385 h 2206208"/>
                <a:gd name="connsiteX216" fmla="*/ 980418 w 1158269"/>
                <a:gd name="connsiteY216" fmla="*/ 470575 h 2206208"/>
                <a:gd name="connsiteX217" fmla="*/ 983529 w 1158269"/>
                <a:gd name="connsiteY217" fmla="*/ 477001 h 2206208"/>
                <a:gd name="connsiteX218" fmla="*/ 985089 w 1158269"/>
                <a:gd name="connsiteY218" fmla="*/ 480238 h 2206208"/>
                <a:gd name="connsiteX219" fmla="*/ 986607 w 1158269"/>
                <a:gd name="connsiteY219" fmla="*/ 483475 h 2206208"/>
                <a:gd name="connsiteX220" fmla="*/ 989719 w 1158269"/>
                <a:gd name="connsiteY220" fmla="*/ 489949 h 2206208"/>
                <a:gd name="connsiteX221" fmla="*/ 991245 w 1158269"/>
                <a:gd name="connsiteY221" fmla="*/ 493210 h 2206208"/>
                <a:gd name="connsiteX222" fmla="*/ 992806 w 1158269"/>
                <a:gd name="connsiteY222" fmla="*/ 496447 h 2206208"/>
                <a:gd name="connsiteX223" fmla="*/ 994358 w 1158269"/>
                <a:gd name="connsiteY223" fmla="*/ 499708 h 2206208"/>
                <a:gd name="connsiteX224" fmla="*/ 995908 w 1158269"/>
                <a:gd name="connsiteY224" fmla="*/ 502986 h 2206208"/>
                <a:gd name="connsiteX225" fmla="*/ 997436 w 1158269"/>
                <a:gd name="connsiteY225" fmla="*/ 506247 h 2206208"/>
                <a:gd name="connsiteX226" fmla="*/ 1000547 w 1158269"/>
                <a:gd name="connsiteY226" fmla="*/ 512817 h 2206208"/>
                <a:gd name="connsiteX227" fmla="*/ 1002074 w 1158269"/>
                <a:gd name="connsiteY227" fmla="*/ 516119 h 2206208"/>
                <a:gd name="connsiteX228" fmla="*/ 1003625 w 1158269"/>
                <a:gd name="connsiteY228" fmla="*/ 519404 h 2206208"/>
                <a:gd name="connsiteX229" fmla="*/ 1006737 w 1158269"/>
                <a:gd name="connsiteY229" fmla="*/ 526021 h 2206208"/>
                <a:gd name="connsiteX230" fmla="*/ 1008264 w 1158269"/>
                <a:gd name="connsiteY230" fmla="*/ 529323 h 2206208"/>
                <a:gd name="connsiteX231" fmla="*/ 1009815 w 1158269"/>
                <a:gd name="connsiteY231" fmla="*/ 532656 h 2206208"/>
                <a:gd name="connsiteX232" fmla="*/ 1011376 w 1158269"/>
                <a:gd name="connsiteY232" fmla="*/ 535965 h 2206208"/>
                <a:gd name="connsiteX233" fmla="*/ 1012894 w 1158269"/>
                <a:gd name="connsiteY233" fmla="*/ 539291 h 2206208"/>
                <a:gd name="connsiteX234" fmla="*/ 1014454 w 1158269"/>
                <a:gd name="connsiteY234" fmla="*/ 542647 h 2206208"/>
                <a:gd name="connsiteX235" fmla="*/ 1017565 w 1158269"/>
                <a:gd name="connsiteY235" fmla="*/ 549306 h 2206208"/>
                <a:gd name="connsiteX236" fmla="*/ 1019084 w 1158269"/>
                <a:gd name="connsiteY236" fmla="*/ 552656 h 2206208"/>
                <a:gd name="connsiteX237" fmla="*/ 1020644 w 1158269"/>
                <a:gd name="connsiteY237" fmla="*/ 556013 h 2206208"/>
                <a:gd name="connsiteX238" fmla="*/ 1022196 w 1158269"/>
                <a:gd name="connsiteY238" fmla="*/ 559387 h 2206208"/>
                <a:gd name="connsiteX239" fmla="*/ 1023723 w 1158269"/>
                <a:gd name="connsiteY239" fmla="*/ 562743 h 2206208"/>
                <a:gd name="connsiteX240" fmla="*/ 1028394 w 1158269"/>
                <a:gd name="connsiteY240" fmla="*/ 572871 h 2206208"/>
                <a:gd name="connsiteX241" fmla="*/ 1029913 w 1158269"/>
                <a:gd name="connsiteY241" fmla="*/ 576245 h 2206208"/>
                <a:gd name="connsiteX242" fmla="*/ 1031472 w 1158269"/>
                <a:gd name="connsiteY242" fmla="*/ 579625 h 2206208"/>
                <a:gd name="connsiteX243" fmla="*/ 1033024 w 1158269"/>
                <a:gd name="connsiteY243" fmla="*/ 583023 h 2206208"/>
                <a:gd name="connsiteX244" fmla="*/ 1034550 w 1158269"/>
                <a:gd name="connsiteY244" fmla="*/ 586421 h 2206208"/>
                <a:gd name="connsiteX245" fmla="*/ 1037663 w 1158269"/>
                <a:gd name="connsiteY245" fmla="*/ 593223 h 2206208"/>
                <a:gd name="connsiteX246" fmla="*/ 1039214 w 1158269"/>
                <a:gd name="connsiteY246" fmla="*/ 596645 h 2206208"/>
                <a:gd name="connsiteX247" fmla="*/ 1040741 w 1158269"/>
                <a:gd name="connsiteY247" fmla="*/ 600049 h 2206208"/>
                <a:gd name="connsiteX248" fmla="*/ 1043852 w 1158269"/>
                <a:gd name="connsiteY248" fmla="*/ 606892 h 2206208"/>
                <a:gd name="connsiteX249" fmla="*/ 1045371 w 1158269"/>
                <a:gd name="connsiteY249" fmla="*/ 610314 h 2206208"/>
                <a:gd name="connsiteX250" fmla="*/ 1046931 w 1158269"/>
                <a:gd name="connsiteY250" fmla="*/ 613760 h 2206208"/>
                <a:gd name="connsiteX251" fmla="*/ 1048483 w 1158269"/>
                <a:gd name="connsiteY251" fmla="*/ 617188 h 2206208"/>
                <a:gd name="connsiteX252" fmla="*/ 1050010 w 1158269"/>
                <a:gd name="connsiteY252" fmla="*/ 620633 h 2206208"/>
                <a:gd name="connsiteX253" fmla="*/ 1054681 w 1158269"/>
                <a:gd name="connsiteY253" fmla="*/ 630970 h 2206208"/>
                <a:gd name="connsiteX254" fmla="*/ 1056200 w 1158269"/>
                <a:gd name="connsiteY254" fmla="*/ 634416 h 2206208"/>
                <a:gd name="connsiteX255" fmla="*/ 1057759 w 1158269"/>
                <a:gd name="connsiteY255" fmla="*/ 637885 h 2206208"/>
                <a:gd name="connsiteX256" fmla="*/ 1059311 w 1158269"/>
                <a:gd name="connsiteY256" fmla="*/ 641332 h 2206208"/>
                <a:gd name="connsiteX257" fmla="*/ 1060837 w 1158269"/>
                <a:gd name="connsiteY257" fmla="*/ 644801 h 2206208"/>
                <a:gd name="connsiteX258" fmla="*/ 1065501 w 1158269"/>
                <a:gd name="connsiteY258" fmla="*/ 655215 h 2206208"/>
                <a:gd name="connsiteX259" fmla="*/ 1067028 w 1158269"/>
                <a:gd name="connsiteY259" fmla="*/ 658685 h 2206208"/>
                <a:gd name="connsiteX260" fmla="*/ 1068580 w 1158269"/>
                <a:gd name="connsiteY260" fmla="*/ 662172 h 2206208"/>
                <a:gd name="connsiteX261" fmla="*/ 1070140 w 1158269"/>
                <a:gd name="connsiteY261" fmla="*/ 665647 h 2206208"/>
                <a:gd name="connsiteX262" fmla="*/ 1071658 w 1158269"/>
                <a:gd name="connsiteY262" fmla="*/ 669135 h 2206208"/>
                <a:gd name="connsiteX263" fmla="*/ 1076329 w 1158269"/>
                <a:gd name="connsiteY263" fmla="*/ 679615 h 2206208"/>
                <a:gd name="connsiteX264" fmla="*/ 1077857 w 1158269"/>
                <a:gd name="connsiteY264" fmla="*/ 683108 h 2206208"/>
                <a:gd name="connsiteX265" fmla="*/ 1079407 w 1158269"/>
                <a:gd name="connsiteY265" fmla="*/ 686625 h 2206208"/>
                <a:gd name="connsiteX266" fmla="*/ 1080959 w 1158269"/>
                <a:gd name="connsiteY266" fmla="*/ 690119 h 2206208"/>
                <a:gd name="connsiteX267" fmla="*/ 1082487 w 1158269"/>
                <a:gd name="connsiteY267" fmla="*/ 693636 h 2206208"/>
                <a:gd name="connsiteX268" fmla="*/ 1084046 w 1158269"/>
                <a:gd name="connsiteY268" fmla="*/ 697129 h 2206208"/>
                <a:gd name="connsiteX269" fmla="*/ 1087158 w 1158269"/>
                <a:gd name="connsiteY269" fmla="*/ 704158 h 2206208"/>
                <a:gd name="connsiteX270" fmla="*/ 1088676 w 1158269"/>
                <a:gd name="connsiteY270" fmla="*/ 707675 h 2206208"/>
                <a:gd name="connsiteX271" fmla="*/ 1091788 w 1158269"/>
                <a:gd name="connsiteY271" fmla="*/ 714709 h 2206208"/>
                <a:gd name="connsiteX272" fmla="*/ 1093315 w 1158269"/>
                <a:gd name="connsiteY272" fmla="*/ 718251 h 2206208"/>
                <a:gd name="connsiteX273" fmla="*/ 1094866 w 1158269"/>
                <a:gd name="connsiteY273" fmla="*/ 721768 h 2206208"/>
                <a:gd name="connsiteX274" fmla="*/ 1096427 w 1158269"/>
                <a:gd name="connsiteY274" fmla="*/ 725303 h 2206208"/>
                <a:gd name="connsiteX275" fmla="*/ 1097979 w 1158269"/>
                <a:gd name="connsiteY275" fmla="*/ 728820 h 2206208"/>
                <a:gd name="connsiteX276" fmla="*/ 1099505 w 1158269"/>
                <a:gd name="connsiteY276" fmla="*/ 732361 h 2206208"/>
                <a:gd name="connsiteX277" fmla="*/ 1102616 w 1158269"/>
                <a:gd name="connsiteY277" fmla="*/ 739437 h 2206208"/>
                <a:gd name="connsiteX278" fmla="*/ 1104135 w 1158269"/>
                <a:gd name="connsiteY278" fmla="*/ 742978 h 2206208"/>
                <a:gd name="connsiteX279" fmla="*/ 1107246 w 1158269"/>
                <a:gd name="connsiteY279" fmla="*/ 750061 h 2206208"/>
                <a:gd name="connsiteX280" fmla="*/ 1108774 w 1158269"/>
                <a:gd name="connsiteY280" fmla="*/ 753595 h 2206208"/>
                <a:gd name="connsiteX281" fmla="*/ 1110333 w 1158269"/>
                <a:gd name="connsiteY281" fmla="*/ 757137 h 2206208"/>
                <a:gd name="connsiteX282" fmla="*/ 1111885 w 1158269"/>
                <a:gd name="connsiteY282" fmla="*/ 760701 h 2206208"/>
                <a:gd name="connsiteX283" fmla="*/ 1113445 w 1158269"/>
                <a:gd name="connsiteY283" fmla="*/ 764242 h 2206208"/>
                <a:gd name="connsiteX284" fmla="*/ 1114964 w 1158269"/>
                <a:gd name="connsiteY284" fmla="*/ 767801 h 2206208"/>
                <a:gd name="connsiteX285" fmla="*/ 1116523 w 1158269"/>
                <a:gd name="connsiteY285" fmla="*/ 771342 h 2206208"/>
                <a:gd name="connsiteX286" fmla="*/ 1118075 w 1158269"/>
                <a:gd name="connsiteY286" fmla="*/ 774907 h 2206208"/>
                <a:gd name="connsiteX287" fmla="*/ 1119601 w 1158269"/>
                <a:gd name="connsiteY287" fmla="*/ 778442 h 2206208"/>
                <a:gd name="connsiteX288" fmla="*/ 1124266 w 1158269"/>
                <a:gd name="connsiteY288" fmla="*/ 789131 h 2206208"/>
                <a:gd name="connsiteX289" fmla="*/ 1125792 w 1158269"/>
                <a:gd name="connsiteY289" fmla="*/ 792696 h 2206208"/>
                <a:gd name="connsiteX290" fmla="*/ 1127344 w 1158269"/>
                <a:gd name="connsiteY290" fmla="*/ 796260 h 2206208"/>
                <a:gd name="connsiteX291" fmla="*/ 1128903 w 1158269"/>
                <a:gd name="connsiteY291" fmla="*/ 799796 h 2206208"/>
                <a:gd name="connsiteX292" fmla="*/ 1130422 w 1158269"/>
                <a:gd name="connsiteY292" fmla="*/ 803361 h 2206208"/>
                <a:gd name="connsiteX293" fmla="*/ 1131982 w 1158269"/>
                <a:gd name="connsiteY293" fmla="*/ 806950 h 2206208"/>
                <a:gd name="connsiteX294" fmla="*/ 1135093 w 1158269"/>
                <a:gd name="connsiteY294" fmla="*/ 814073 h 2206208"/>
                <a:gd name="connsiteX295" fmla="*/ 1136620 w 1158269"/>
                <a:gd name="connsiteY295" fmla="*/ 817638 h 2206208"/>
                <a:gd name="connsiteX296" fmla="*/ 1139732 w 1158269"/>
                <a:gd name="connsiteY296" fmla="*/ 824762 h 2206208"/>
                <a:gd name="connsiteX297" fmla="*/ 1141251 w 1158269"/>
                <a:gd name="connsiteY297" fmla="*/ 828351 h 2206208"/>
                <a:gd name="connsiteX298" fmla="*/ 1145922 w 1158269"/>
                <a:gd name="connsiteY298" fmla="*/ 839033 h 2206208"/>
                <a:gd name="connsiteX299" fmla="*/ 1147440 w 1158269"/>
                <a:gd name="connsiteY299" fmla="*/ 842622 h 2206208"/>
                <a:gd name="connsiteX300" fmla="*/ 1150552 w 1158269"/>
                <a:gd name="connsiteY300" fmla="*/ 849746 h 2206208"/>
                <a:gd name="connsiteX301" fmla="*/ 1152079 w 1158269"/>
                <a:gd name="connsiteY301" fmla="*/ 853335 h 2206208"/>
                <a:gd name="connsiteX302" fmla="*/ 1153630 w 1158269"/>
                <a:gd name="connsiteY302" fmla="*/ 856900 h 2206208"/>
                <a:gd name="connsiteX303" fmla="*/ 1155191 w 1158269"/>
                <a:gd name="connsiteY303" fmla="*/ 860482 h 2206208"/>
                <a:gd name="connsiteX304" fmla="*/ 1156742 w 1158269"/>
                <a:gd name="connsiteY304" fmla="*/ 864048 h 2206208"/>
                <a:gd name="connsiteX305" fmla="*/ 1156765 w 1158269"/>
                <a:gd name="connsiteY305" fmla="*/ 884484 h 2206208"/>
                <a:gd name="connsiteX306" fmla="*/ 1156453 w 1158269"/>
                <a:gd name="connsiteY306" fmla="*/ 883755 h 2206208"/>
                <a:gd name="connsiteX307" fmla="*/ 1153410 w 1158269"/>
                <a:gd name="connsiteY307" fmla="*/ 876842 h 2206208"/>
                <a:gd name="connsiteX308" fmla="*/ 1151927 w 1158269"/>
                <a:gd name="connsiteY308" fmla="*/ 873360 h 2206208"/>
                <a:gd name="connsiteX309" fmla="*/ 1147360 w 1158269"/>
                <a:gd name="connsiteY309" fmla="*/ 862994 h 2206208"/>
                <a:gd name="connsiteX310" fmla="*/ 1145876 w 1158269"/>
                <a:gd name="connsiteY310" fmla="*/ 859511 h 2206208"/>
                <a:gd name="connsiteX311" fmla="*/ 1142834 w 1158269"/>
                <a:gd name="connsiteY311" fmla="*/ 852598 h 2206208"/>
                <a:gd name="connsiteX312" fmla="*/ 1141341 w 1158269"/>
                <a:gd name="connsiteY312" fmla="*/ 849138 h 2206208"/>
                <a:gd name="connsiteX313" fmla="*/ 1138300 w 1158269"/>
                <a:gd name="connsiteY313" fmla="*/ 842225 h 2206208"/>
                <a:gd name="connsiteX314" fmla="*/ 1136775 w 1158269"/>
                <a:gd name="connsiteY314" fmla="*/ 838743 h 2206208"/>
                <a:gd name="connsiteX315" fmla="*/ 1135290 w 1158269"/>
                <a:gd name="connsiteY315" fmla="*/ 835283 h 2206208"/>
                <a:gd name="connsiteX316" fmla="*/ 1133766 w 1158269"/>
                <a:gd name="connsiteY316" fmla="*/ 831853 h 2206208"/>
                <a:gd name="connsiteX317" fmla="*/ 1132249 w 1158269"/>
                <a:gd name="connsiteY317" fmla="*/ 828394 h 2206208"/>
                <a:gd name="connsiteX318" fmla="*/ 1130758 w 1158269"/>
                <a:gd name="connsiteY318" fmla="*/ 824934 h 2206208"/>
                <a:gd name="connsiteX319" fmla="*/ 1126198 w 1158269"/>
                <a:gd name="connsiteY319" fmla="*/ 814562 h 2206208"/>
                <a:gd name="connsiteX320" fmla="*/ 1124706 w 1158269"/>
                <a:gd name="connsiteY320" fmla="*/ 811131 h 2206208"/>
                <a:gd name="connsiteX321" fmla="*/ 1123189 w 1158269"/>
                <a:gd name="connsiteY321" fmla="*/ 807671 h 2206208"/>
                <a:gd name="connsiteX322" fmla="*/ 1121665 w 1158269"/>
                <a:gd name="connsiteY322" fmla="*/ 804235 h 2206208"/>
                <a:gd name="connsiteX323" fmla="*/ 1120180 w 1158269"/>
                <a:gd name="connsiteY323" fmla="*/ 800782 h 2206208"/>
                <a:gd name="connsiteX324" fmla="*/ 1118655 w 1158269"/>
                <a:gd name="connsiteY324" fmla="*/ 797345 h 2206208"/>
                <a:gd name="connsiteX325" fmla="*/ 1117138 w 1158269"/>
                <a:gd name="connsiteY325" fmla="*/ 793886 h 2206208"/>
                <a:gd name="connsiteX326" fmla="*/ 1115614 w 1158269"/>
                <a:gd name="connsiteY326" fmla="*/ 790449 h 2206208"/>
                <a:gd name="connsiteX327" fmla="*/ 1114121 w 1158269"/>
                <a:gd name="connsiteY327" fmla="*/ 787020 h 2206208"/>
                <a:gd name="connsiteX328" fmla="*/ 1111080 w 1158269"/>
                <a:gd name="connsiteY328" fmla="*/ 780147 h 2206208"/>
                <a:gd name="connsiteX329" fmla="*/ 1109595 w 1158269"/>
                <a:gd name="connsiteY329" fmla="*/ 776710 h 2206208"/>
                <a:gd name="connsiteX330" fmla="*/ 1106554 w 1158269"/>
                <a:gd name="connsiteY330" fmla="*/ 769844 h 2206208"/>
                <a:gd name="connsiteX331" fmla="*/ 1105062 w 1158269"/>
                <a:gd name="connsiteY331" fmla="*/ 766408 h 2206208"/>
                <a:gd name="connsiteX332" fmla="*/ 1103545 w 1158269"/>
                <a:gd name="connsiteY332" fmla="*/ 762995 h 2206208"/>
                <a:gd name="connsiteX333" fmla="*/ 1102020 w 1158269"/>
                <a:gd name="connsiteY333" fmla="*/ 759564 h 2206208"/>
                <a:gd name="connsiteX334" fmla="*/ 1100503 w 1158269"/>
                <a:gd name="connsiteY334" fmla="*/ 756151 h 2206208"/>
                <a:gd name="connsiteX335" fmla="*/ 1099011 w 1158269"/>
                <a:gd name="connsiteY335" fmla="*/ 752714 h 2206208"/>
                <a:gd name="connsiteX336" fmla="*/ 1095969 w 1158269"/>
                <a:gd name="connsiteY336" fmla="*/ 745888 h 2206208"/>
                <a:gd name="connsiteX337" fmla="*/ 1094485 w 1158269"/>
                <a:gd name="connsiteY337" fmla="*/ 742475 h 2206208"/>
                <a:gd name="connsiteX338" fmla="*/ 1091442 w 1158269"/>
                <a:gd name="connsiteY338" fmla="*/ 735655 h 2206208"/>
                <a:gd name="connsiteX339" fmla="*/ 1089919 w 1158269"/>
                <a:gd name="connsiteY339" fmla="*/ 732265 h 2206208"/>
                <a:gd name="connsiteX340" fmla="*/ 1088425 w 1158269"/>
                <a:gd name="connsiteY340" fmla="*/ 728851 h 2206208"/>
                <a:gd name="connsiteX341" fmla="*/ 1086909 w 1158269"/>
                <a:gd name="connsiteY341" fmla="*/ 725461 h 2206208"/>
                <a:gd name="connsiteX342" fmla="*/ 1085392 w 1158269"/>
                <a:gd name="connsiteY342" fmla="*/ 722048 h 2206208"/>
                <a:gd name="connsiteX343" fmla="*/ 1083900 w 1158269"/>
                <a:gd name="connsiteY343" fmla="*/ 718658 h 2206208"/>
                <a:gd name="connsiteX344" fmla="*/ 1079333 w 1158269"/>
                <a:gd name="connsiteY344" fmla="*/ 708488 h 2206208"/>
                <a:gd name="connsiteX345" fmla="*/ 1077850 w 1158269"/>
                <a:gd name="connsiteY345" fmla="*/ 705104 h 2206208"/>
                <a:gd name="connsiteX346" fmla="*/ 1076324 w 1158269"/>
                <a:gd name="connsiteY346" fmla="*/ 701732 h 2206208"/>
                <a:gd name="connsiteX347" fmla="*/ 1074807 w 1158269"/>
                <a:gd name="connsiteY347" fmla="*/ 698347 h 2206208"/>
                <a:gd name="connsiteX348" fmla="*/ 1073315 w 1158269"/>
                <a:gd name="connsiteY348" fmla="*/ 694980 h 2206208"/>
                <a:gd name="connsiteX349" fmla="*/ 1068756 w 1158269"/>
                <a:gd name="connsiteY349" fmla="*/ 684874 h 2206208"/>
                <a:gd name="connsiteX350" fmla="*/ 1067264 w 1158269"/>
                <a:gd name="connsiteY350" fmla="*/ 681508 h 2206208"/>
                <a:gd name="connsiteX351" fmla="*/ 1065747 w 1158269"/>
                <a:gd name="connsiteY351" fmla="*/ 678163 h 2206208"/>
                <a:gd name="connsiteX352" fmla="*/ 1064223 w 1158269"/>
                <a:gd name="connsiteY352" fmla="*/ 674797 h 2206208"/>
                <a:gd name="connsiteX353" fmla="*/ 1062738 w 1158269"/>
                <a:gd name="connsiteY353" fmla="*/ 671453 h 2206208"/>
                <a:gd name="connsiteX354" fmla="*/ 1058172 w 1158269"/>
                <a:gd name="connsiteY354" fmla="*/ 661422 h 2206208"/>
                <a:gd name="connsiteX355" fmla="*/ 1056680 w 1158269"/>
                <a:gd name="connsiteY355" fmla="*/ 658079 h 2206208"/>
                <a:gd name="connsiteX356" fmla="*/ 1055163 w 1158269"/>
                <a:gd name="connsiteY356" fmla="*/ 654752 h 2206208"/>
                <a:gd name="connsiteX357" fmla="*/ 1053638 w 1158269"/>
                <a:gd name="connsiteY357" fmla="*/ 651408 h 2206208"/>
                <a:gd name="connsiteX358" fmla="*/ 1052153 w 1158269"/>
                <a:gd name="connsiteY358" fmla="*/ 648088 h 2206208"/>
                <a:gd name="connsiteX359" fmla="*/ 1049112 w 1158269"/>
                <a:gd name="connsiteY359" fmla="*/ 641447 h 2206208"/>
                <a:gd name="connsiteX360" fmla="*/ 1047620 w 1158269"/>
                <a:gd name="connsiteY360" fmla="*/ 638143 h 2206208"/>
                <a:gd name="connsiteX361" fmla="*/ 1046103 w 1158269"/>
                <a:gd name="connsiteY361" fmla="*/ 634823 h 2206208"/>
                <a:gd name="connsiteX362" fmla="*/ 1043061 w 1158269"/>
                <a:gd name="connsiteY362" fmla="*/ 628222 h 2206208"/>
                <a:gd name="connsiteX363" fmla="*/ 1041569 w 1158269"/>
                <a:gd name="connsiteY363" fmla="*/ 624925 h 2206208"/>
                <a:gd name="connsiteX364" fmla="*/ 1040052 w 1158269"/>
                <a:gd name="connsiteY364" fmla="*/ 621627 h 2206208"/>
                <a:gd name="connsiteX365" fmla="*/ 1038528 w 1158269"/>
                <a:gd name="connsiteY365" fmla="*/ 618347 h 2206208"/>
                <a:gd name="connsiteX366" fmla="*/ 1037043 w 1158269"/>
                <a:gd name="connsiteY366" fmla="*/ 615073 h 2206208"/>
                <a:gd name="connsiteX367" fmla="*/ 1032476 w 1158269"/>
                <a:gd name="connsiteY367" fmla="*/ 605244 h 2206208"/>
                <a:gd name="connsiteX368" fmla="*/ 1030984 w 1158269"/>
                <a:gd name="connsiteY368" fmla="*/ 601987 h 2206208"/>
                <a:gd name="connsiteX369" fmla="*/ 1029467 w 1158269"/>
                <a:gd name="connsiteY369" fmla="*/ 598713 h 2206208"/>
                <a:gd name="connsiteX370" fmla="*/ 1027942 w 1158269"/>
                <a:gd name="connsiteY370" fmla="*/ 595456 h 2206208"/>
                <a:gd name="connsiteX371" fmla="*/ 1026458 w 1158269"/>
                <a:gd name="connsiteY371" fmla="*/ 592205 h 2206208"/>
                <a:gd name="connsiteX372" fmla="*/ 1024557 w 1158269"/>
                <a:gd name="connsiteY372" fmla="*/ 588167 h 2206208"/>
                <a:gd name="connsiteX373" fmla="*/ 1024557 w 1158269"/>
                <a:gd name="connsiteY373" fmla="*/ 2200083 h 2206208"/>
                <a:gd name="connsiteX374" fmla="*/ 1158262 w 1158269"/>
                <a:gd name="connsiteY374" fmla="*/ 2200083 h 2206208"/>
                <a:gd name="connsiteX375" fmla="*/ 1158269 w 1158269"/>
                <a:gd name="connsiteY375" fmla="*/ 2206208 h 2206208"/>
                <a:gd name="connsiteX376" fmla="*/ 0 w 1158269"/>
                <a:gd name="connsiteY376" fmla="*/ 2206208 h 2206208"/>
                <a:gd name="connsiteX377" fmla="*/ 1527 w 1158269"/>
                <a:gd name="connsiteY377" fmla="*/ 864048 h 2206208"/>
                <a:gd name="connsiteX378" fmla="*/ 3078 w 1158269"/>
                <a:gd name="connsiteY378" fmla="*/ 860482 h 2206208"/>
                <a:gd name="connsiteX379" fmla="*/ 4639 w 1158269"/>
                <a:gd name="connsiteY379" fmla="*/ 856900 h 2206208"/>
                <a:gd name="connsiteX380" fmla="*/ 6191 w 1158269"/>
                <a:gd name="connsiteY380" fmla="*/ 853335 h 2206208"/>
                <a:gd name="connsiteX381" fmla="*/ 7717 w 1158269"/>
                <a:gd name="connsiteY381" fmla="*/ 849746 h 2206208"/>
                <a:gd name="connsiteX382" fmla="*/ 10828 w 1158269"/>
                <a:gd name="connsiteY382" fmla="*/ 842622 h 2206208"/>
                <a:gd name="connsiteX383" fmla="*/ 12347 w 1158269"/>
                <a:gd name="connsiteY383" fmla="*/ 839033 h 2206208"/>
                <a:gd name="connsiteX384" fmla="*/ 17019 w 1158269"/>
                <a:gd name="connsiteY384" fmla="*/ 828351 h 2206208"/>
                <a:gd name="connsiteX385" fmla="*/ 18537 w 1158269"/>
                <a:gd name="connsiteY385" fmla="*/ 824762 h 2206208"/>
                <a:gd name="connsiteX386" fmla="*/ 21649 w 1158269"/>
                <a:gd name="connsiteY386" fmla="*/ 817638 h 2206208"/>
                <a:gd name="connsiteX387" fmla="*/ 23176 w 1158269"/>
                <a:gd name="connsiteY387" fmla="*/ 814073 h 2206208"/>
                <a:gd name="connsiteX388" fmla="*/ 26287 w 1158269"/>
                <a:gd name="connsiteY388" fmla="*/ 806950 h 2206208"/>
                <a:gd name="connsiteX389" fmla="*/ 27847 w 1158269"/>
                <a:gd name="connsiteY389" fmla="*/ 803361 h 2206208"/>
                <a:gd name="connsiteX390" fmla="*/ 29365 w 1158269"/>
                <a:gd name="connsiteY390" fmla="*/ 799796 h 2206208"/>
                <a:gd name="connsiteX391" fmla="*/ 30926 w 1158269"/>
                <a:gd name="connsiteY391" fmla="*/ 796260 h 2206208"/>
                <a:gd name="connsiteX392" fmla="*/ 32477 w 1158269"/>
                <a:gd name="connsiteY392" fmla="*/ 792696 h 2206208"/>
                <a:gd name="connsiteX393" fmla="*/ 34004 w 1158269"/>
                <a:gd name="connsiteY393" fmla="*/ 789131 h 2206208"/>
                <a:gd name="connsiteX394" fmla="*/ 38667 w 1158269"/>
                <a:gd name="connsiteY394" fmla="*/ 778442 h 2206208"/>
                <a:gd name="connsiteX395" fmla="*/ 40194 w 1158269"/>
                <a:gd name="connsiteY395" fmla="*/ 774907 h 2206208"/>
                <a:gd name="connsiteX396" fmla="*/ 41746 w 1158269"/>
                <a:gd name="connsiteY396" fmla="*/ 771342 h 2206208"/>
                <a:gd name="connsiteX397" fmla="*/ 43305 w 1158269"/>
                <a:gd name="connsiteY397" fmla="*/ 767801 h 2206208"/>
                <a:gd name="connsiteX398" fmla="*/ 44824 w 1158269"/>
                <a:gd name="connsiteY398" fmla="*/ 764242 h 2206208"/>
                <a:gd name="connsiteX399" fmla="*/ 46384 w 1158269"/>
                <a:gd name="connsiteY399" fmla="*/ 760701 h 2206208"/>
                <a:gd name="connsiteX400" fmla="*/ 47935 w 1158269"/>
                <a:gd name="connsiteY400" fmla="*/ 757137 h 2206208"/>
                <a:gd name="connsiteX401" fmla="*/ 49496 w 1158269"/>
                <a:gd name="connsiteY401" fmla="*/ 753595 h 2206208"/>
                <a:gd name="connsiteX402" fmla="*/ 51022 w 1158269"/>
                <a:gd name="connsiteY402" fmla="*/ 750061 h 2206208"/>
                <a:gd name="connsiteX403" fmla="*/ 54126 w 1158269"/>
                <a:gd name="connsiteY403" fmla="*/ 742978 h 2206208"/>
                <a:gd name="connsiteX404" fmla="*/ 55652 w 1158269"/>
                <a:gd name="connsiteY404" fmla="*/ 739437 h 2206208"/>
                <a:gd name="connsiteX405" fmla="*/ 58764 w 1158269"/>
                <a:gd name="connsiteY405" fmla="*/ 732361 h 2206208"/>
                <a:gd name="connsiteX406" fmla="*/ 60291 w 1158269"/>
                <a:gd name="connsiteY406" fmla="*/ 728820 h 2206208"/>
                <a:gd name="connsiteX407" fmla="*/ 61843 w 1158269"/>
                <a:gd name="connsiteY407" fmla="*/ 725303 h 2206208"/>
                <a:gd name="connsiteX408" fmla="*/ 63403 w 1158269"/>
                <a:gd name="connsiteY408" fmla="*/ 721768 h 2206208"/>
                <a:gd name="connsiteX409" fmla="*/ 64955 w 1158269"/>
                <a:gd name="connsiteY409" fmla="*/ 718251 h 2206208"/>
                <a:gd name="connsiteX410" fmla="*/ 66481 w 1158269"/>
                <a:gd name="connsiteY410" fmla="*/ 714709 h 2206208"/>
                <a:gd name="connsiteX411" fmla="*/ 69592 w 1158269"/>
                <a:gd name="connsiteY411" fmla="*/ 707675 h 2206208"/>
                <a:gd name="connsiteX412" fmla="*/ 71111 w 1158269"/>
                <a:gd name="connsiteY412" fmla="*/ 704158 h 2206208"/>
                <a:gd name="connsiteX413" fmla="*/ 74222 w 1158269"/>
                <a:gd name="connsiteY413" fmla="*/ 697129 h 2206208"/>
                <a:gd name="connsiteX414" fmla="*/ 75783 w 1158269"/>
                <a:gd name="connsiteY414" fmla="*/ 693636 h 2206208"/>
                <a:gd name="connsiteX415" fmla="*/ 77302 w 1158269"/>
                <a:gd name="connsiteY415" fmla="*/ 690119 h 2206208"/>
                <a:gd name="connsiteX416" fmla="*/ 78861 w 1158269"/>
                <a:gd name="connsiteY416" fmla="*/ 686625 h 2206208"/>
                <a:gd name="connsiteX417" fmla="*/ 80413 w 1158269"/>
                <a:gd name="connsiteY417" fmla="*/ 683108 h 2206208"/>
                <a:gd name="connsiteX418" fmla="*/ 81939 w 1158269"/>
                <a:gd name="connsiteY418" fmla="*/ 679615 h 2206208"/>
                <a:gd name="connsiteX419" fmla="*/ 86612 w 1158269"/>
                <a:gd name="connsiteY419" fmla="*/ 669135 h 2206208"/>
                <a:gd name="connsiteX420" fmla="*/ 88129 w 1158269"/>
                <a:gd name="connsiteY420" fmla="*/ 665647 h 2206208"/>
                <a:gd name="connsiteX421" fmla="*/ 89690 w 1158269"/>
                <a:gd name="connsiteY421" fmla="*/ 662172 h 2206208"/>
                <a:gd name="connsiteX422" fmla="*/ 91242 w 1158269"/>
                <a:gd name="connsiteY422" fmla="*/ 658685 h 2206208"/>
                <a:gd name="connsiteX423" fmla="*/ 92768 w 1158269"/>
                <a:gd name="connsiteY423" fmla="*/ 655215 h 2206208"/>
                <a:gd name="connsiteX424" fmla="*/ 97431 w 1158269"/>
                <a:gd name="connsiteY424" fmla="*/ 644801 h 2206208"/>
                <a:gd name="connsiteX425" fmla="*/ 98958 w 1158269"/>
                <a:gd name="connsiteY425" fmla="*/ 641332 h 2206208"/>
                <a:gd name="connsiteX426" fmla="*/ 100510 w 1158269"/>
                <a:gd name="connsiteY426" fmla="*/ 637885 h 2206208"/>
                <a:gd name="connsiteX427" fmla="*/ 102069 w 1158269"/>
                <a:gd name="connsiteY427" fmla="*/ 634416 h 2206208"/>
                <a:gd name="connsiteX428" fmla="*/ 103588 w 1158269"/>
                <a:gd name="connsiteY428" fmla="*/ 630970 h 2206208"/>
                <a:gd name="connsiteX429" fmla="*/ 108260 w 1158269"/>
                <a:gd name="connsiteY429" fmla="*/ 620633 h 2206208"/>
                <a:gd name="connsiteX430" fmla="*/ 109786 w 1158269"/>
                <a:gd name="connsiteY430" fmla="*/ 617188 h 2206208"/>
                <a:gd name="connsiteX431" fmla="*/ 111338 w 1158269"/>
                <a:gd name="connsiteY431" fmla="*/ 613760 h 2206208"/>
                <a:gd name="connsiteX432" fmla="*/ 112898 w 1158269"/>
                <a:gd name="connsiteY432" fmla="*/ 610314 h 2206208"/>
                <a:gd name="connsiteX433" fmla="*/ 114416 w 1158269"/>
                <a:gd name="connsiteY433" fmla="*/ 606892 h 2206208"/>
                <a:gd name="connsiteX434" fmla="*/ 117528 w 1158269"/>
                <a:gd name="connsiteY434" fmla="*/ 600049 h 2206208"/>
                <a:gd name="connsiteX435" fmla="*/ 119088 w 1158269"/>
                <a:gd name="connsiteY435" fmla="*/ 596645 h 2206208"/>
                <a:gd name="connsiteX436" fmla="*/ 120607 w 1158269"/>
                <a:gd name="connsiteY436" fmla="*/ 593223 h 2206208"/>
                <a:gd name="connsiteX437" fmla="*/ 123718 w 1158269"/>
                <a:gd name="connsiteY437" fmla="*/ 586421 h 2206208"/>
                <a:gd name="connsiteX438" fmla="*/ 125245 w 1158269"/>
                <a:gd name="connsiteY438" fmla="*/ 583023 h 2206208"/>
                <a:gd name="connsiteX439" fmla="*/ 126797 w 1158269"/>
                <a:gd name="connsiteY439" fmla="*/ 579625 h 2206208"/>
                <a:gd name="connsiteX440" fmla="*/ 128356 w 1158269"/>
                <a:gd name="connsiteY440" fmla="*/ 576245 h 2206208"/>
                <a:gd name="connsiteX441" fmla="*/ 129875 w 1158269"/>
                <a:gd name="connsiteY441" fmla="*/ 572871 h 2206208"/>
                <a:gd name="connsiteX442" fmla="*/ 134547 w 1158269"/>
                <a:gd name="connsiteY442" fmla="*/ 562743 h 2206208"/>
                <a:gd name="connsiteX443" fmla="*/ 136073 w 1158269"/>
                <a:gd name="connsiteY443" fmla="*/ 559387 h 2206208"/>
                <a:gd name="connsiteX444" fmla="*/ 137625 w 1158269"/>
                <a:gd name="connsiteY444" fmla="*/ 556013 h 2206208"/>
                <a:gd name="connsiteX445" fmla="*/ 139177 w 1158269"/>
                <a:gd name="connsiteY445" fmla="*/ 552656 h 2206208"/>
                <a:gd name="connsiteX446" fmla="*/ 140703 w 1158269"/>
                <a:gd name="connsiteY446" fmla="*/ 549306 h 2206208"/>
                <a:gd name="connsiteX447" fmla="*/ 143815 w 1158269"/>
                <a:gd name="connsiteY447" fmla="*/ 542647 h 2206208"/>
                <a:gd name="connsiteX448" fmla="*/ 145375 w 1158269"/>
                <a:gd name="connsiteY448" fmla="*/ 539291 h 2206208"/>
                <a:gd name="connsiteX449" fmla="*/ 146894 w 1158269"/>
                <a:gd name="connsiteY449" fmla="*/ 535965 h 2206208"/>
                <a:gd name="connsiteX450" fmla="*/ 148454 w 1158269"/>
                <a:gd name="connsiteY450" fmla="*/ 532656 h 2206208"/>
                <a:gd name="connsiteX451" fmla="*/ 150006 w 1158269"/>
                <a:gd name="connsiteY451" fmla="*/ 529323 h 2206208"/>
                <a:gd name="connsiteX452" fmla="*/ 151532 w 1158269"/>
                <a:gd name="connsiteY452" fmla="*/ 526021 h 2206208"/>
                <a:gd name="connsiteX453" fmla="*/ 154643 w 1158269"/>
                <a:gd name="connsiteY453" fmla="*/ 519404 h 2206208"/>
                <a:gd name="connsiteX454" fmla="*/ 156195 w 1158269"/>
                <a:gd name="connsiteY454" fmla="*/ 516119 h 2206208"/>
                <a:gd name="connsiteX455" fmla="*/ 157722 w 1158269"/>
                <a:gd name="connsiteY455" fmla="*/ 512817 h 2206208"/>
                <a:gd name="connsiteX456" fmla="*/ 160834 w 1158269"/>
                <a:gd name="connsiteY456" fmla="*/ 506247 h 2206208"/>
                <a:gd name="connsiteX457" fmla="*/ 162352 w 1158269"/>
                <a:gd name="connsiteY457" fmla="*/ 502986 h 2206208"/>
                <a:gd name="connsiteX458" fmla="*/ 163912 w 1158269"/>
                <a:gd name="connsiteY458" fmla="*/ 499708 h 2206208"/>
                <a:gd name="connsiteX459" fmla="*/ 165464 w 1158269"/>
                <a:gd name="connsiteY459" fmla="*/ 496447 h 2206208"/>
                <a:gd name="connsiteX460" fmla="*/ 167024 w 1158269"/>
                <a:gd name="connsiteY460" fmla="*/ 493210 h 2206208"/>
                <a:gd name="connsiteX461" fmla="*/ 168550 w 1158269"/>
                <a:gd name="connsiteY461" fmla="*/ 489949 h 2206208"/>
                <a:gd name="connsiteX462" fmla="*/ 171661 w 1158269"/>
                <a:gd name="connsiteY462" fmla="*/ 483475 h 2206208"/>
                <a:gd name="connsiteX463" fmla="*/ 173180 w 1158269"/>
                <a:gd name="connsiteY463" fmla="*/ 480238 h 2206208"/>
                <a:gd name="connsiteX464" fmla="*/ 174741 w 1158269"/>
                <a:gd name="connsiteY464" fmla="*/ 477001 h 2206208"/>
                <a:gd name="connsiteX465" fmla="*/ 177852 w 1158269"/>
                <a:gd name="connsiteY465" fmla="*/ 470575 h 2206208"/>
                <a:gd name="connsiteX466" fmla="*/ 179371 w 1158269"/>
                <a:gd name="connsiteY466" fmla="*/ 467385 h 2206208"/>
                <a:gd name="connsiteX467" fmla="*/ 180930 w 1158269"/>
                <a:gd name="connsiteY467" fmla="*/ 464172 h 2206208"/>
                <a:gd name="connsiteX468" fmla="*/ 182482 w 1158269"/>
                <a:gd name="connsiteY468" fmla="*/ 460977 h 2206208"/>
                <a:gd name="connsiteX469" fmla="*/ 184009 w 1158269"/>
                <a:gd name="connsiteY469" fmla="*/ 457787 h 2206208"/>
                <a:gd name="connsiteX470" fmla="*/ 185561 w 1158269"/>
                <a:gd name="connsiteY470" fmla="*/ 454622 h 2206208"/>
                <a:gd name="connsiteX471" fmla="*/ 187120 w 1158269"/>
                <a:gd name="connsiteY471" fmla="*/ 451432 h 2206208"/>
                <a:gd name="connsiteX472" fmla="*/ 188639 w 1158269"/>
                <a:gd name="connsiteY472" fmla="*/ 448265 h 2206208"/>
                <a:gd name="connsiteX473" fmla="*/ 190199 w 1158269"/>
                <a:gd name="connsiteY473" fmla="*/ 445122 h 2206208"/>
                <a:gd name="connsiteX474" fmla="*/ 191750 w 1158269"/>
                <a:gd name="connsiteY474" fmla="*/ 441955 h 2206208"/>
                <a:gd name="connsiteX475" fmla="*/ 193311 w 1158269"/>
                <a:gd name="connsiteY475" fmla="*/ 438811 h 2206208"/>
                <a:gd name="connsiteX476" fmla="*/ 194837 w 1158269"/>
                <a:gd name="connsiteY476" fmla="*/ 435691 h 2206208"/>
                <a:gd name="connsiteX477" fmla="*/ 196389 w 1158269"/>
                <a:gd name="connsiteY477" fmla="*/ 432547 h 2206208"/>
                <a:gd name="connsiteX478" fmla="*/ 197949 w 1158269"/>
                <a:gd name="connsiteY478" fmla="*/ 429426 h 2206208"/>
                <a:gd name="connsiteX479" fmla="*/ 199467 w 1158269"/>
                <a:gd name="connsiteY479" fmla="*/ 426306 h 2206208"/>
                <a:gd name="connsiteX480" fmla="*/ 201028 w 1158269"/>
                <a:gd name="connsiteY480" fmla="*/ 423186 h 2206208"/>
                <a:gd name="connsiteX481" fmla="*/ 204139 w 1158269"/>
                <a:gd name="connsiteY481" fmla="*/ 416991 h 2206208"/>
                <a:gd name="connsiteX482" fmla="*/ 205658 w 1158269"/>
                <a:gd name="connsiteY482" fmla="*/ 413894 h 2206208"/>
                <a:gd name="connsiteX483" fmla="*/ 207217 w 1158269"/>
                <a:gd name="connsiteY483" fmla="*/ 410820 h 2206208"/>
                <a:gd name="connsiteX484" fmla="*/ 208769 w 1158269"/>
                <a:gd name="connsiteY484" fmla="*/ 407770 h 2206208"/>
                <a:gd name="connsiteX485" fmla="*/ 210296 w 1158269"/>
                <a:gd name="connsiteY485" fmla="*/ 404696 h 2206208"/>
                <a:gd name="connsiteX486" fmla="*/ 214959 w 1158269"/>
                <a:gd name="connsiteY486" fmla="*/ 395544 h 2206208"/>
                <a:gd name="connsiteX487" fmla="*/ 216485 w 1158269"/>
                <a:gd name="connsiteY487" fmla="*/ 392518 h 2206208"/>
                <a:gd name="connsiteX488" fmla="*/ 219598 w 1158269"/>
                <a:gd name="connsiteY488" fmla="*/ 386463 h 2206208"/>
                <a:gd name="connsiteX489" fmla="*/ 221124 w 1158269"/>
                <a:gd name="connsiteY489" fmla="*/ 383459 h 2206208"/>
                <a:gd name="connsiteX490" fmla="*/ 224228 w 1158269"/>
                <a:gd name="connsiteY490" fmla="*/ 377451 h 2206208"/>
                <a:gd name="connsiteX491" fmla="*/ 225788 w 1158269"/>
                <a:gd name="connsiteY491" fmla="*/ 374470 h 2206208"/>
                <a:gd name="connsiteX492" fmla="*/ 227314 w 1158269"/>
                <a:gd name="connsiteY492" fmla="*/ 371490 h 2206208"/>
                <a:gd name="connsiteX493" fmla="*/ 228866 w 1158269"/>
                <a:gd name="connsiteY493" fmla="*/ 368509 h 2206208"/>
                <a:gd name="connsiteX494" fmla="*/ 230426 w 1158269"/>
                <a:gd name="connsiteY494" fmla="*/ 365552 h 2206208"/>
                <a:gd name="connsiteX495" fmla="*/ 231944 w 1158269"/>
                <a:gd name="connsiteY495" fmla="*/ 362617 h 2206208"/>
                <a:gd name="connsiteX496" fmla="*/ 233505 w 1158269"/>
                <a:gd name="connsiteY496" fmla="*/ 359660 h 2206208"/>
                <a:gd name="connsiteX497" fmla="*/ 236616 w 1158269"/>
                <a:gd name="connsiteY497" fmla="*/ 353792 h 2206208"/>
                <a:gd name="connsiteX498" fmla="*/ 238135 w 1158269"/>
                <a:gd name="connsiteY498" fmla="*/ 350881 h 2206208"/>
                <a:gd name="connsiteX499" fmla="*/ 241246 w 1158269"/>
                <a:gd name="connsiteY499" fmla="*/ 345059 h 2206208"/>
                <a:gd name="connsiteX500" fmla="*/ 242772 w 1158269"/>
                <a:gd name="connsiteY500" fmla="*/ 342172 h 2206208"/>
                <a:gd name="connsiteX501" fmla="*/ 244324 w 1158269"/>
                <a:gd name="connsiteY501" fmla="*/ 339284 h 2206208"/>
                <a:gd name="connsiteX502" fmla="*/ 245885 w 1158269"/>
                <a:gd name="connsiteY502" fmla="*/ 336420 h 2206208"/>
                <a:gd name="connsiteX503" fmla="*/ 247436 w 1158269"/>
                <a:gd name="connsiteY503" fmla="*/ 333533 h 2206208"/>
                <a:gd name="connsiteX504" fmla="*/ 248963 w 1158269"/>
                <a:gd name="connsiteY504" fmla="*/ 330692 h 2206208"/>
                <a:gd name="connsiteX505" fmla="*/ 250515 w 1158269"/>
                <a:gd name="connsiteY505" fmla="*/ 327851 h 2206208"/>
                <a:gd name="connsiteX506" fmla="*/ 252075 w 1158269"/>
                <a:gd name="connsiteY506" fmla="*/ 324987 h 2206208"/>
                <a:gd name="connsiteX507" fmla="*/ 253601 w 1158269"/>
                <a:gd name="connsiteY507" fmla="*/ 322169 h 2206208"/>
                <a:gd name="connsiteX508" fmla="*/ 256712 w 1158269"/>
                <a:gd name="connsiteY508" fmla="*/ 316533 h 2206208"/>
                <a:gd name="connsiteX509" fmla="*/ 258231 w 1158269"/>
                <a:gd name="connsiteY509" fmla="*/ 313739 h 2206208"/>
                <a:gd name="connsiteX510" fmla="*/ 261344 w 1158269"/>
                <a:gd name="connsiteY510" fmla="*/ 308150 h 2206208"/>
                <a:gd name="connsiteX511" fmla="*/ 262903 w 1158269"/>
                <a:gd name="connsiteY511" fmla="*/ 305379 h 2206208"/>
                <a:gd name="connsiteX512" fmla="*/ 264422 w 1158269"/>
                <a:gd name="connsiteY512" fmla="*/ 302609 h 2206208"/>
                <a:gd name="connsiteX513" fmla="*/ 267533 w 1158269"/>
                <a:gd name="connsiteY513" fmla="*/ 297113 h 2206208"/>
                <a:gd name="connsiteX514" fmla="*/ 269060 w 1158269"/>
                <a:gd name="connsiteY514" fmla="*/ 294388 h 2206208"/>
                <a:gd name="connsiteX515" fmla="*/ 270611 w 1158269"/>
                <a:gd name="connsiteY515" fmla="*/ 291640 h 2206208"/>
                <a:gd name="connsiteX516" fmla="*/ 273723 w 1158269"/>
                <a:gd name="connsiteY516" fmla="*/ 286238 h 2206208"/>
                <a:gd name="connsiteX517" fmla="*/ 275250 w 1158269"/>
                <a:gd name="connsiteY517" fmla="*/ 283513 h 2206208"/>
                <a:gd name="connsiteX518" fmla="*/ 276801 w 1158269"/>
                <a:gd name="connsiteY518" fmla="*/ 280859 h 2206208"/>
                <a:gd name="connsiteX519" fmla="*/ 278362 w 1158269"/>
                <a:gd name="connsiteY519" fmla="*/ 278181 h 2206208"/>
                <a:gd name="connsiteX520" fmla="*/ 279888 w 1158269"/>
                <a:gd name="connsiteY520" fmla="*/ 275502 h 2206208"/>
                <a:gd name="connsiteX521" fmla="*/ 282999 w 1158269"/>
                <a:gd name="connsiteY521" fmla="*/ 270193 h 2206208"/>
                <a:gd name="connsiteX522" fmla="*/ 284551 w 1158269"/>
                <a:gd name="connsiteY522" fmla="*/ 267562 h 2206208"/>
                <a:gd name="connsiteX523" fmla="*/ 286079 w 1158269"/>
                <a:gd name="connsiteY523" fmla="*/ 264931 h 2206208"/>
                <a:gd name="connsiteX524" fmla="*/ 289190 w 1158269"/>
                <a:gd name="connsiteY524" fmla="*/ 259715 h 2206208"/>
                <a:gd name="connsiteX525" fmla="*/ 290709 w 1158269"/>
                <a:gd name="connsiteY525" fmla="*/ 257129 h 2206208"/>
                <a:gd name="connsiteX526" fmla="*/ 293820 w 1158269"/>
                <a:gd name="connsiteY526" fmla="*/ 251960 h 2206208"/>
                <a:gd name="connsiteX527" fmla="*/ 295380 w 1158269"/>
                <a:gd name="connsiteY527" fmla="*/ 249398 h 2206208"/>
                <a:gd name="connsiteX528" fmla="*/ 296899 w 1158269"/>
                <a:gd name="connsiteY528" fmla="*/ 246837 h 2206208"/>
                <a:gd name="connsiteX529" fmla="*/ 300010 w 1158269"/>
                <a:gd name="connsiteY529" fmla="*/ 241761 h 2206208"/>
                <a:gd name="connsiteX530" fmla="*/ 301536 w 1158269"/>
                <a:gd name="connsiteY530" fmla="*/ 239246 h 2206208"/>
                <a:gd name="connsiteX531" fmla="*/ 303088 w 1158269"/>
                <a:gd name="connsiteY531" fmla="*/ 236731 h 2206208"/>
                <a:gd name="connsiteX532" fmla="*/ 306200 w 1158269"/>
                <a:gd name="connsiteY532" fmla="*/ 231747 h 2206208"/>
                <a:gd name="connsiteX533" fmla="*/ 307727 w 1158269"/>
                <a:gd name="connsiteY533" fmla="*/ 229255 h 2206208"/>
                <a:gd name="connsiteX534" fmla="*/ 309279 w 1158269"/>
                <a:gd name="connsiteY534" fmla="*/ 226810 h 2206208"/>
                <a:gd name="connsiteX535" fmla="*/ 310838 w 1158269"/>
                <a:gd name="connsiteY535" fmla="*/ 224342 h 2206208"/>
                <a:gd name="connsiteX536" fmla="*/ 312365 w 1158269"/>
                <a:gd name="connsiteY536" fmla="*/ 221897 h 2206208"/>
                <a:gd name="connsiteX537" fmla="*/ 317028 w 1158269"/>
                <a:gd name="connsiteY537" fmla="*/ 214632 h 2206208"/>
                <a:gd name="connsiteX538" fmla="*/ 318555 w 1158269"/>
                <a:gd name="connsiteY538" fmla="*/ 212233 h 2206208"/>
                <a:gd name="connsiteX539" fmla="*/ 320107 w 1158269"/>
                <a:gd name="connsiteY539" fmla="*/ 209858 h 2206208"/>
                <a:gd name="connsiteX540" fmla="*/ 321667 w 1158269"/>
                <a:gd name="connsiteY540" fmla="*/ 207460 h 2206208"/>
                <a:gd name="connsiteX541" fmla="*/ 323186 w 1158269"/>
                <a:gd name="connsiteY541" fmla="*/ 205107 h 2206208"/>
                <a:gd name="connsiteX542" fmla="*/ 326297 w 1158269"/>
                <a:gd name="connsiteY542" fmla="*/ 200404 h 2206208"/>
                <a:gd name="connsiteX543" fmla="*/ 327823 w 1158269"/>
                <a:gd name="connsiteY543" fmla="*/ 198075 h 2206208"/>
                <a:gd name="connsiteX544" fmla="*/ 329375 w 1158269"/>
                <a:gd name="connsiteY544" fmla="*/ 195769 h 2206208"/>
                <a:gd name="connsiteX545" fmla="*/ 330935 w 1158269"/>
                <a:gd name="connsiteY545" fmla="*/ 193441 h 2206208"/>
                <a:gd name="connsiteX546" fmla="*/ 332487 w 1158269"/>
                <a:gd name="connsiteY546" fmla="*/ 191159 h 2206208"/>
                <a:gd name="connsiteX547" fmla="*/ 334014 w 1158269"/>
                <a:gd name="connsiteY547" fmla="*/ 188877 h 2206208"/>
                <a:gd name="connsiteX548" fmla="*/ 335566 w 1158269"/>
                <a:gd name="connsiteY548" fmla="*/ 186595 h 2206208"/>
                <a:gd name="connsiteX549" fmla="*/ 337126 w 1158269"/>
                <a:gd name="connsiteY549" fmla="*/ 184336 h 2206208"/>
                <a:gd name="connsiteX550" fmla="*/ 338652 w 1158269"/>
                <a:gd name="connsiteY550" fmla="*/ 182100 h 2206208"/>
                <a:gd name="connsiteX551" fmla="*/ 340204 w 1158269"/>
                <a:gd name="connsiteY551" fmla="*/ 179841 h 2206208"/>
                <a:gd name="connsiteX552" fmla="*/ 343315 w 1158269"/>
                <a:gd name="connsiteY552" fmla="*/ 175417 h 2206208"/>
                <a:gd name="connsiteX553" fmla="*/ 344843 w 1158269"/>
                <a:gd name="connsiteY553" fmla="*/ 173205 h 2206208"/>
                <a:gd name="connsiteX554" fmla="*/ 346393 w 1158269"/>
                <a:gd name="connsiteY554" fmla="*/ 171039 h 2206208"/>
                <a:gd name="connsiteX555" fmla="*/ 347954 w 1158269"/>
                <a:gd name="connsiteY555" fmla="*/ 168851 h 2206208"/>
                <a:gd name="connsiteX556" fmla="*/ 349473 w 1158269"/>
                <a:gd name="connsiteY556" fmla="*/ 166685 h 2206208"/>
                <a:gd name="connsiteX557" fmla="*/ 354144 w 1158269"/>
                <a:gd name="connsiteY557" fmla="*/ 160258 h 2206208"/>
                <a:gd name="connsiteX558" fmla="*/ 355662 w 1158269"/>
                <a:gd name="connsiteY558" fmla="*/ 158162 h 2206208"/>
                <a:gd name="connsiteX559" fmla="*/ 357222 w 1158269"/>
                <a:gd name="connsiteY559" fmla="*/ 156043 h 2206208"/>
                <a:gd name="connsiteX560" fmla="*/ 358774 w 1158269"/>
                <a:gd name="connsiteY560" fmla="*/ 153947 h 2206208"/>
                <a:gd name="connsiteX561" fmla="*/ 360301 w 1158269"/>
                <a:gd name="connsiteY561" fmla="*/ 151874 h 2206208"/>
                <a:gd name="connsiteX562" fmla="*/ 361852 w 1158269"/>
                <a:gd name="connsiteY562" fmla="*/ 149826 h 2206208"/>
                <a:gd name="connsiteX563" fmla="*/ 363413 w 1158269"/>
                <a:gd name="connsiteY563" fmla="*/ 147753 h 2206208"/>
                <a:gd name="connsiteX564" fmla="*/ 364965 w 1158269"/>
                <a:gd name="connsiteY564" fmla="*/ 145727 h 2206208"/>
                <a:gd name="connsiteX565" fmla="*/ 366491 w 1158269"/>
                <a:gd name="connsiteY565" fmla="*/ 143701 h 2206208"/>
                <a:gd name="connsiteX566" fmla="*/ 368050 w 1158269"/>
                <a:gd name="connsiteY566" fmla="*/ 141675 h 2206208"/>
                <a:gd name="connsiteX567" fmla="*/ 369602 w 1158269"/>
                <a:gd name="connsiteY567" fmla="*/ 139696 h 2206208"/>
                <a:gd name="connsiteX568" fmla="*/ 371129 w 1158269"/>
                <a:gd name="connsiteY568" fmla="*/ 137693 h 2206208"/>
                <a:gd name="connsiteX569" fmla="*/ 372681 w 1158269"/>
                <a:gd name="connsiteY569" fmla="*/ 135714 h 2206208"/>
                <a:gd name="connsiteX570" fmla="*/ 375792 w 1158269"/>
                <a:gd name="connsiteY570" fmla="*/ 131802 h 2206208"/>
                <a:gd name="connsiteX571" fmla="*/ 377319 w 1158269"/>
                <a:gd name="connsiteY571" fmla="*/ 129869 h 2206208"/>
                <a:gd name="connsiteX572" fmla="*/ 378871 w 1158269"/>
                <a:gd name="connsiteY572" fmla="*/ 127936 h 2206208"/>
                <a:gd name="connsiteX573" fmla="*/ 380431 w 1158269"/>
                <a:gd name="connsiteY573" fmla="*/ 126027 h 2206208"/>
                <a:gd name="connsiteX574" fmla="*/ 381949 w 1158269"/>
                <a:gd name="connsiteY574" fmla="*/ 124117 h 2206208"/>
                <a:gd name="connsiteX575" fmla="*/ 385061 w 1158269"/>
                <a:gd name="connsiteY575" fmla="*/ 120391 h 2206208"/>
                <a:gd name="connsiteX576" fmla="*/ 386587 w 1158269"/>
                <a:gd name="connsiteY576" fmla="*/ 118505 h 2206208"/>
                <a:gd name="connsiteX577" fmla="*/ 388139 w 1158269"/>
                <a:gd name="connsiteY577" fmla="*/ 116665 h 2206208"/>
                <a:gd name="connsiteX578" fmla="*/ 389700 w 1158269"/>
                <a:gd name="connsiteY578" fmla="*/ 114849 h 2206208"/>
                <a:gd name="connsiteX579" fmla="*/ 391251 w 1158269"/>
                <a:gd name="connsiteY579" fmla="*/ 113009 h 2206208"/>
                <a:gd name="connsiteX580" fmla="*/ 392778 w 1158269"/>
                <a:gd name="connsiteY580" fmla="*/ 111216 h 2206208"/>
                <a:gd name="connsiteX581" fmla="*/ 395889 w 1158269"/>
                <a:gd name="connsiteY581" fmla="*/ 107630 h 2206208"/>
                <a:gd name="connsiteX582" fmla="*/ 397416 w 1158269"/>
                <a:gd name="connsiteY582" fmla="*/ 105884 h 2206208"/>
                <a:gd name="connsiteX583" fmla="*/ 400527 w 1158269"/>
                <a:gd name="connsiteY583" fmla="*/ 102391 h 2206208"/>
                <a:gd name="connsiteX584" fmla="*/ 402079 w 1158269"/>
                <a:gd name="connsiteY584" fmla="*/ 100668 h 2206208"/>
                <a:gd name="connsiteX585" fmla="*/ 403605 w 1158269"/>
                <a:gd name="connsiteY585" fmla="*/ 98967 h 2206208"/>
                <a:gd name="connsiteX586" fmla="*/ 405157 w 1158269"/>
                <a:gd name="connsiteY586" fmla="*/ 97245 h 2206208"/>
                <a:gd name="connsiteX587" fmla="*/ 406718 w 1158269"/>
                <a:gd name="connsiteY587" fmla="*/ 95568 h 2206208"/>
                <a:gd name="connsiteX588" fmla="*/ 408237 w 1158269"/>
                <a:gd name="connsiteY588" fmla="*/ 93914 h 2206208"/>
                <a:gd name="connsiteX589" fmla="*/ 409796 w 1158269"/>
                <a:gd name="connsiteY589" fmla="*/ 92237 h 2206208"/>
                <a:gd name="connsiteX590" fmla="*/ 412908 w 1158269"/>
                <a:gd name="connsiteY590" fmla="*/ 88978 h 2206208"/>
                <a:gd name="connsiteX591" fmla="*/ 414426 w 1158269"/>
                <a:gd name="connsiteY591" fmla="*/ 87348 h 2206208"/>
                <a:gd name="connsiteX592" fmla="*/ 417538 w 1158269"/>
                <a:gd name="connsiteY592" fmla="*/ 84181 h 2206208"/>
                <a:gd name="connsiteX593" fmla="*/ 419064 w 1158269"/>
                <a:gd name="connsiteY593" fmla="*/ 82597 h 2206208"/>
                <a:gd name="connsiteX594" fmla="*/ 420616 w 1158269"/>
                <a:gd name="connsiteY594" fmla="*/ 81037 h 2206208"/>
                <a:gd name="connsiteX595" fmla="*/ 423727 w 1158269"/>
                <a:gd name="connsiteY595" fmla="*/ 77963 h 2206208"/>
                <a:gd name="connsiteX596" fmla="*/ 425255 w 1158269"/>
                <a:gd name="connsiteY596" fmla="*/ 76450 h 2206208"/>
                <a:gd name="connsiteX597" fmla="*/ 426814 w 1158269"/>
                <a:gd name="connsiteY597" fmla="*/ 74959 h 2206208"/>
                <a:gd name="connsiteX598" fmla="*/ 428366 w 1158269"/>
                <a:gd name="connsiteY598" fmla="*/ 73446 h 2206208"/>
                <a:gd name="connsiteX599" fmla="*/ 429893 w 1158269"/>
                <a:gd name="connsiteY599" fmla="*/ 71978 h 2206208"/>
                <a:gd name="connsiteX600" fmla="*/ 431444 w 1158269"/>
                <a:gd name="connsiteY600" fmla="*/ 70535 h 2206208"/>
                <a:gd name="connsiteX601" fmla="*/ 433004 w 1158269"/>
                <a:gd name="connsiteY601" fmla="*/ 69068 h 2206208"/>
                <a:gd name="connsiteX602" fmla="*/ 434556 w 1158269"/>
                <a:gd name="connsiteY602" fmla="*/ 67647 h 2206208"/>
                <a:gd name="connsiteX603" fmla="*/ 436083 w 1158269"/>
                <a:gd name="connsiteY603" fmla="*/ 66227 h 2206208"/>
                <a:gd name="connsiteX604" fmla="*/ 437634 w 1158269"/>
                <a:gd name="connsiteY604" fmla="*/ 64806 h 2206208"/>
                <a:gd name="connsiteX605" fmla="*/ 439195 w 1158269"/>
                <a:gd name="connsiteY605" fmla="*/ 63432 h 2206208"/>
                <a:gd name="connsiteX606" fmla="*/ 440713 w 1158269"/>
                <a:gd name="connsiteY606" fmla="*/ 62058 h 2206208"/>
                <a:gd name="connsiteX607" fmla="*/ 442273 w 1158269"/>
                <a:gd name="connsiteY607" fmla="*/ 60685 h 2206208"/>
                <a:gd name="connsiteX608" fmla="*/ 445384 w 1158269"/>
                <a:gd name="connsiteY608" fmla="*/ 58030 h 2206208"/>
                <a:gd name="connsiteX609" fmla="*/ 446903 w 1158269"/>
                <a:gd name="connsiteY609" fmla="*/ 56702 h 2206208"/>
                <a:gd name="connsiteX610" fmla="*/ 448463 w 1158269"/>
                <a:gd name="connsiteY610" fmla="*/ 55398 h 2206208"/>
                <a:gd name="connsiteX611" fmla="*/ 450015 w 1158269"/>
                <a:gd name="connsiteY611" fmla="*/ 54118 h 2206208"/>
                <a:gd name="connsiteX612" fmla="*/ 451542 w 1158269"/>
                <a:gd name="connsiteY612" fmla="*/ 52838 h 2206208"/>
                <a:gd name="connsiteX613" fmla="*/ 453101 w 1158269"/>
                <a:gd name="connsiteY613" fmla="*/ 51579 h 2206208"/>
                <a:gd name="connsiteX614" fmla="*/ 454653 w 1158269"/>
                <a:gd name="connsiteY614" fmla="*/ 50345 h 2206208"/>
                <a:gd name="connsiteX615" fmla="*/ 456180 w 1158269"/>
                <a:gd name="connsiteY615" fmla="*/ 49112 h 2206208"/>
                <a:gd name="connsiteX616" fmla="*/ 457732 w 1158269"/>
                <a:gd name="connsiteY616" fmla="*/ 47900 h 2206208"/>
                <a:gd name="connsiteX617" fmla="*/ 459291 w 1158269"/>
                <a:gd name="connsiteY617" fmla="*/ 46712 h 2206208"/>
                <a:gd name="connsiteX618" fmla="*/ 460843 w 1158269"/>
                <a:gd name="connsiteY618" fmla="*/ 45502 h 2206208"/>
                <a:gd name="connsiteX619" fmla="*/ 462370 w 1158269"/>
                <a:gd name="connsiteY619" fmla="*/ 44338 h 2206208"/>
                <a:gd name="connsiteX620" fmla="*/ 463921 w 1158269"/>
                <a:gd name="connsiteY620" fmla="*/ 43197 h 2206208"/>
                <a:gd name="connsiteX621" fmla="*/ 465482 w 1158269"/>
                <a:gd name="connsiteY621" fmla="*/ 42032 h 2206208"/>
                <a:gd name="connsiteX622" fmla="*/ 467000 w 1158269"/>
                <a:gd name="connsiteY622" fmla="*/ 40914 h 2206208"/>
                <a:gd name="connsiteX623" fmla="*/ 468560 w 1158269"/>
                <a:gd name="connsiteY623" fmla="*/ 39820 h 2206208"/>
                <a:gd name="connsiteX624" fmla="*/ 470112 w 1158269"/>
                <a:gd name="connsiteY624" fmla="*/ 38702 h 2206208"/>
                <a:gd name="connsiteX625" fmla="*/ 471671 w 1158269"/>
                <a:gd name="connsiteY625" fmla="*/ 37631 h 2206208"/>
                <a:gd name="connsiteX626" fmla="*/ 473190 w 1158269"/>
                <a:gd name="connsiteY626" fmla="*/ 36560 h 2206208"/>
                <a:gd name="connsiteX627" fmla="*/ 474750 w 1158269"/>
                <a:gd name="connsiteY627" fmla="*/ 35512 h 2206208"/>
                <a:gd name="connsiteX628" fmla="*/ 476302 w 1158269"/>
                <a:gd name="connsiteY628" fmla="*/ 34487 h 2206208"/>
                <a:gd name="connsiteX629" fmla="*/ 477828 w 1158269"/>
                <a:gd name="connsiteY629" fmla="*/ 33463 h 2206208"/>
                <a:gd name="connsiteX630" fmla="*/ 479380 w 1158269"/>
                <a:gd name="connsiteY630" fmla="*/ 32438 h 2206208"/>
                <a:gd name="connsiteX631" fmla="*/ 482500 w 1158269"/>
                <a:gd name="connsiteY631" fmla="*/ 30482 h 2206208"/>
                <a:gd name="connsiteX632" fmla="*/ 484019 w 1158269"/>
                <a:gd name="connsiteY632" fmla="*/ 29504 h 2206208"/>
                <a:gd name="connsiteX633" fmla="*/ 487130 w 1158269"/>
                <a:gd name="connsiteY633" fmla="*/ 27641 h 2206208"/>
                <a:gd name="connsiteX634" fmla="*/ 488656 w 1158269"/>
                <a:gd name="connsiteY634" fmla="*/ 26709 h 2206208"/>
                <a:gd name="connsiteX635" fmla="*/ 493320 w 1158269"/>
                <a:gd name="connsiteY635" fmla="*/ 24054 h 2206208"/>
                <a:gd name="connsiteX636" fmla="*/ 494847 w 1158269"/>
                <a:gd name="connsiteY636" fmla="*/ 23216 h 2206208"/>
                <a:gd name="connsiteX637" fmla="*/ 497959 w 1158269"/>
                <a:gd name="connsiteY637" fmla="*/ 21540 h 2206208"/>
                <a:gd name="connsiteX638" fmla="*/ 499477 w 1158269"/>
                <a:gd name="connsiteY638" fmla="*/ 20748 h 2206208"/>
                <a:gd name="connsiteX639" fmla="*/ 502589 w 1158269"/>
                <a:gd name="connsiteY639" fmla="*/ 19165 h 2206208"/>
                <a:gd name="connsiteX640" fmla="*/ 504148 w 1158269"/>
                <a:gd name="connsiteY640" fmla="*/ 18396 h 2206208"/>
                <a:gd name="connsiteX641" fmla="*/ 505667 w 1158269"/>
                <a:gd name="connsiteY641" fmla="*/ 17651 h 2206208"/>
                <a:gd name="connsiteX642" fmla="*/ 507226 w 1158269"/>
                <a:gd name="connsiteY642" fmla="*/ 16906 h 2206208"/>
                <a:gd name="connsiteX643" fmla="*/ 508778 w 1158269"/>
                <a:gd name="connsiteY643" fmla="*/ 16207 h 2206208"/>
                <a:gd name="connsiteX644" fmla="*/ 510306 w 1158269"/>
                <a:gd name="connsiteY644" fmla="*/ 15509 h 2206208"/>
                <a:gd name="connsiteX645" fmla="*/ 511865 w 1158269"/>
                <a:gd name="connsiteY645" fmla="*/ 14810 h 2206208"/>
                <a:gd name="connsiteX646" fmla="*/ 513417 w 1158269"/>
                <a:gd name="connsiteY646" fmla="*/ 14135 h 2206208"/>
                <a:gd name="connsiteX647" fmla="*/ 514977 w 1158269"/>
                <a:gd name="connsiteY647" fmla="*/ 13483 h 2206208"/>
                <a:gd name="connsiteX648" fmla="*/ 516495 w 1158269"/>
                <a:gd name="connsiteY648" fmla="*/ 12831 h 2206208"/>
                <a:gd name="connsiteX649" fmla="*/ 519607 w 1158269"/>
                <a:gd name="connsiteY649" fmla="*/ 11620 h 2206208"/>
                <a:gd name="connsiteX650" fmla="*/ 521134 w 1158269"/>
                <a:gd name="connsiteY650" fmla="*/ 11014 h 2206208"/>
                <a:gd name="connsiteX651" fmla="*/ 522685 w 1158269"/>
                <a:gd name="connsiteY651" fmla="*/ 10432 h 2206208"/>
                <a:gd name="connsiteX652" fmla="*/ 524246 w 1158269"/>
                <a:gd name="connsiteY652" fmla="*/ 9873 h 2206208"/>
                <a:gd name="connsiteX653" fmla="*/ 525764 w 1158269"/>
                <a:gd name="connsiteY653" fmla="*/ 9314 h 2206208"/>
                <a:gd name="connsiteX654" fmla="*/ 528876 w 1158269"/>
                <a:gd name="connsiteY654" fmla="*/ 8290 h 2206208"/>
                <a:gd name="connsiteX655" fmla="*/ 530435 w 1158269"/>
                <a:gd name="connsiteY655" fmla="*/ 7755 h 2206208"/>
                <a:gd name="connsiteX656" fmla="*/ 531954 w 1158269"/>
                <a:gd name="connsiteY656" fmla="*/ 7288 h 2206208"/>
                <a:gd name="connsiteX657" fmla="*/ 535065 w 1158269"/>
                <a:gd name="connsiteY657" fmla="*/ 6357 h 2206208"/>
                <a:gd name="connsiteX658" fmla="*/ 536593 w 1158269"/>
                <a:gd name="connsiteY658" fmla="*/ 5938 h 2206208"/>
                <a:gd name="connsiteX659" fmla="*/ 538152 w 1158269"/>
                <a:gd name="connsiteY659" fmla="*/ 5495 h 2206208"/>
                <a:gd name="connsiteX660" fmla="*/ 539704 w 1158269"/>
                <a:gd name="connsiteY660" fmla="*/ 5076 h 2206208"/>
                <a:gd name="connsiteX661" fmla="*/ 541264 w 1158269"/>
                <a:gd name="connsiteY661" fmla="*/ 4704 h 2206208"/>
                <a:gd name="connsiteX662" fmla="*/ 542782 w 1158269"/>
                <a:gd name="connsiteY662" fmla="*/ 4331 h 2206208"/>
                <a:gd name="connsiteX663" fmla="*/ 544342 w 1158269"/>
                <a:gd name="connsiteY663" fmla="*/ 3959 h 2206208"/>
                <a:gd name="connsiteX664" fmla="*/ 545894 w 1158269"/>
                <a:gd name="connsiteY664" fmla="*/ 3633 h 2206208"/>
                <a:gd name="connsiteX665" fmla="*/ 547420 w 1158269"/>
                <a:gd name="connsiteY665" fmla="*/ 3307 h 2206208"/>
                <a:gd name="connsiteX666" fmla="*/ 548972 w 1158269"/>
                <a:gd name="connsiteY666" fmla="*/ 2957 h 2206208"/>
                <a:gd name="connsiteX667" fmla="*/ 552084 w 1158269"/>
                <a:gd name="connsiteY667" fmla="*/ 2398 h 2206208"/>
                <a:gd name="connsiteX668" fmla="*/ 553611 w 1158269"/>
                <a:gd name="connsiteY668" fmla="*/ 2119 h 2206208"/>
                <a:gd name="connsiteX669" fmla="*/ 556722 w 1158269"/>
                <a:gd name="connsiteY669" fmla="*/ 1653 h 2206208"/>
                <a:gd name="connsiteX670" fmla="*/ 558241 w 1158269"/>
                <a:gd name="connsiteY670" fmla="*/ 1421 h 2206208"/>
                <a:gd name="connsiteX671" fmla="*/ 559801 w 1158269"/>
                <a:gd name="connsiteY671" fmla="*/ 1211 h 2206208"/>
                <a:gd name="connsiteX672" fmla="*/ 562912 w 1158269"/>
                <a:gd name="connsiteY672" fmla="*/ 838 h 2206208"/>
                <a:gd name="connsiteX673" fmla="*/ 564431 w 1158269"/>
                <a:gd name="connsiteY673" fmla="*/ 699 h 2206208"/>
                <a:gd name="connsiteX674" fmla="*/ 567551 w 1158269"/>
                <a:gd name="connsiteY674" fmla="*/ 420 h 2206208"/>
                <a:gd name="connsiteX675" fmla="*/ 569070 w 1158269"/>
                <a:gd name="connsiteY675" fmla="*/ 327 h 2206208"/>
                <a:gd name="connsiteX676" fmla="*/ 572181 w 1158269"/>
                <a:gd name="connsiteY676" fmla="*/ 140 h 2206208"/>
                <a:gd name="connsiteX677" fmla="*/ 573741 w 1158269"/>
                <a:gd name="connsiteY677" fmla="*/ 93 h 2206208"/>
                <a:gd name="connsiteX678" fmla="*/ 575259 w 1158269"/>
                <a:gd name="connsiteY678" fmla="*/ 47 h 2206208"/>
                <a:gd name="connsiteX679" fmla="*/ 576820 w 1158269"/>
                <a:gd name="connsiteY679" fmla="*/ 0 h 220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Lst>
              <a:rect l="l" t="t" r="r" b="b"/>
              <a:pathLst>
                <a:path w="1158269" h="2206208">
                  <a:moveTo>
                    <a:pt x="576820" y="0"/>
                  </a:moveTo>
                  <a:lnTo>
                    <a:pt x="581450" y="0"/>
                  </a:lnTo>
                  <a:lnTo>
                    <a:pt x="583010" y="47"/>
                  </a:lnTo>
                  <a:lnTo>
                    <a:pt x="584528" y="93"/>
                  </a:lnTo>
                  <a:lnTo>
                    <a:pt x="586088" y="140"/>
                  </a:lnTo>
                  <a:lnTo>
                    <a:pt x="589199" y="327"/>
                  </a:lnTo>
                  <a:lnTo>
                    <a:pt x="590718" y="420"/>
                  </a:lnTo>
                  <a:lnTo>
                    <a:pt x="593829" y="699"/>
                  </a:lnTo>
                  <a:lnTo>
                    <a:pt x="595357" y="838"/>
                  </a:lnTo>
                  <a:lnTo>
                    <a:pt x="598468" y="1211"/>
                  </a:lnTo>
                  <a:lnTo>
                    <a:pt x="600028" y="1421"/>
                  </a:lnTo>
                  <a:lnTo>
                    <a:pt x="601546" y="1653"/>
                  </a:lnTo>
                  <a:lnTo>
                    <a:pt x="604658" y="2119"/>
                  </a:lnTo>
                  <a:lnTo>
                    <a:pt x="606185" y="2398"/>
                  </a:lnTo>
                  <a:lnTo>
                    <a:pt x="609297" y="2957"/>
                  </a:lnTo>
                  <a:lnTo>
                    <a:pt x="610849" y="3307"/>
                  </a:lnTo>
                  <a:lnTo>
                    <a:pt x="612375" y="3633"/>
                  </a:lnTo>
                  <a:lnTo>
                    <a:pt x="613927" y="3959"/>
                  </a:lnTo>
                  <a:lnTo>
                    <a:pt x="615486" y="4331"/>
                  </a:lnTo>
                  <a:lnTo>
                    <a:pt x="617005" y="4704"/>
                  </a:lnTo>
                  <a:lnTo>
                    <a:pt x="618565" y="5076"/>
                  </a:lnTo>
                  <a:lnTo>
                    <a:pt x="620116" y="5495"/>
                  </a:lnTo>
                  <a:lnTo>
                    <a:pt x="621676" y="5938"/>
                  </a:lnTo>
                  <a:lnTo>
                    <a:pt x="623203" y="6357"/>
                  </a:lnTo>
                  <a:lnTo>
                    <a:pt x="626315" y="7288"/>
                  </a:lnTo>
                  <a:lnTo>
                    <a:pt x="627833" y="7755"/>
                  </a:lnTo>
                  <a:lnTo>
                    <a:pt x="629393" y="8290"/>
                  </a:lnTo>
                  <a:lnTo>
                    <a:pt x="632504" y="9314"/>
                  </a:lnTo>
                  <a:lnTo>
                    <a:pt x="634023" y="9873"/>
                  </a:lnTo>
                  <a:lnTo>
                    <a:pt x="635584" y="10432"/>
                  </a:lnTo>
                  <a:lnTo>
                    <a:pt x="637135" y="11014"/>
                  </a:lnTo>
                  <a:lnTo>
                    <a:pt x="638662" y="11620"/>
                  </a:lnTo>
                  <a:lnTo>
                    <a:pt x="641773" y="12831"/>
                  </a:lnTo>
                  <a:lnTo>
                    <a:pt x="643325" y="13483"/>
                  </a:lnTo>
                  <a:lnTo>
                    <a:pt x="644852" y="14135"/>
                  </a:lnTo>
                  <a:lnTo>
                    <a:pt x="646404" y="14810"/>
                  </a:lnTo>
                  <a:lnTo>
                    <a:pt x="647963" y="15509"/>
                  </a:lnTo>
                  <a:lnTo>
                    <a:pt x="649482" y="16207"/>
                  </a:lnTo>
                  <a:lnTo>
                    <a:pt x="651042" y="16906"/>
                  </a:lnTo>
                  <a:lnTo>
                    <a:pt x="652602" y="17651"/>
                  </a:lnTo>
                  <a:lnTo>
                    <a:pt x="654121" y="18396"/>
                  </a:lnTo>
                  <a:lnTo>
                    <a:pt x="655680" y="19165"/>
                  </a:lnTo>
                  <a:lnTo>
                    <a:pt x="658792" y="20748"/>
                  </a:lnTo>
                  <a:lnTo>
                    <a:pt x="660310" y="21540"/>
                  </a:lnTo>
                  <a:lnTo>
                    <a:pt x="663422" y="23216"/>
                  </a:lnTo>
                  <a:lnTo>
                    <a:pt x="664949" y="24054"/>
                  </a:lnTo>
                  <a:lnTo>
                    <a:pt x="669612" y="26709"/>
                  </a:lnTo>
                  <a:lnTo>
                    <a:pt x="671139" y="27641"/>
                  </a:lnTo>
                  <a:lnTo>
                    <a:pt x="674250" y="29504"/>
                  </a:lnTo>
                  <a:lnTo>
                    <a:pt x="675769" y="30482"/>
                  </a:lnTo>
                  <a:lnTo>
                    <a:pt x="678880" y="32438"/>
                  </a:lnTo>
                  <a:lnTo>
                    <a:pt x="680441" y="33463"/>
                  </a:lnTo>
                  <a:lnTo>
                    <a:pt x="681967" y="34487"/>
                  </a:lnTo>
                  <a:lnTo>
                    <a:pt x="683519" y="35512"/>
                  </a:lnTo>
                  <a:lnTo>
                    <a:pt x="685079" y="36560"/>
                  </a:lnTo>
                  <a:lnTo>
                    <a:pt x="686597" y="37631"/>
                  </a:lnTo>
                  <a:lnTo>
                    <a:pt x="688157" y="38702"/>
                  </a:lnTo>
                  <a:lnTo>
                    <a:pt x="689709" y="39820"/>
                  </a:lnTo>
                  <a:lnTo>
                    <a:pt x="691268" y="40914"/>
                  </a:lnTo>
                  <a:lnTo>
                    <a:pt x="692787" y="42032"/>
                  </a:lnTo>
                  <a:lnTo>
                    <a:pt x="694348" y="43197"/>
                  </a:lnTo>
                  <a:lnTo>
                    <a:pt x="695898" y="44338"/>
                  </a:lnTo>
                  <a:lnTo>
                    <a:pt x="697426" y="45502"/>
                  </a:lnTo>
                  <a:lnTo>
                    <a:pt x="698978" y="46712"/>
                  </a:lnTo>
                  <a:lnTo>
                    <a:pt x="700537" y="47900"/>
                  </a:lnTo>
                  <a:lnTo>
                    <a:pt x="702089" y="49112"/>
                  </a:lnTo>
                  <a:lnTo>
                    <a:pt x="703615" y="50345"/>
                  </a:lnTo>
                  <a:lnTo>
                    <a:pt x="705167" y="51579"/>
                  </a:lnTo>
                  <a:lnTo>
                    <a:pt x="706727" y="52838"/>
                  </a:lnTo>
                  <a:lnTo>
                    <a:pt x="708254" y="54118"/>
                  </a:lnTo>
                  <a:lnTo>
                    <a:pt x="709806" y="55398"/>
                  </a:lnTo>
                  <a:lnTo>
                    <a:pt x="711366" y="56702"/>
                  </a:lnTo>
                  <a:lnTo>
                    <a:pt x="712884" y="58030"/>
                  </a:lnTo>
                  <a:lnTo>
                    <a:pt x="715996" y="60685"/>
                  </a:lnTo>
                  <a:lnTo>
                    <a:pt x="717555" y="62058"/>
                  </a:lnTo>
                  <a:lnTo>
                    <a:pt x="719074" y="63432"/>
                  </a:lnTo>
                  <a:lnTo>
                    <a:pt x="720635" y="64806"/>
                  </a:lnTo>
                  <a:lnTo>
                    <a:pt x="722186" y="66227"/>
                  </a:lnTo>
                  <a:lnTo>
                    <a:pt x="723713" y="67647"/>
                  </a:lnTo>
                  <a:lnTo>
                    <a:pt x="725265" y="69068"/>
                  </a:lnTo>
                  <a:lnTo>
                    <a:pt x="726824" y="70535"/>
                  </a:lnTo>
                  <a:lnTo>
                    <a:pt x="728376" y="71978"/>
                  </a:lnTo>
                  <a:lnTo>
                    <a:pt x="729903" y="73446"/>
                  </a:lnTo>
                  <a:lnTo>
                    <a:pt x="731454" y="74959"/>
                  </a:lnTo>
                  <a:lnTo>
                    <a:pt x="733014" y="76450"/>
                  </a:lnTo>
                  <a:lnTo>
                    <a:pt x="734533" y="77963"/>
                  </a:lnTo>
                  <a:lnTo>
                    <a:pt x="737653" y="81037"/>
                  </a:lnTo>
                  <a:lnTo>
                    <a:pt x="739205" y="82597"/>
                  </a:lnTo>
                  <a:lnTo>
                    <a:pt x="740731" y="84181"/>
                  </a:lnTo>
                  <a:lnTo>
                    <a:pt x="743842" y="87348"/>
                  </a:lnTo>
                  <a:lnTo>
                    <a:pt x="745361" y="88978"/>
                  </a:lnTo>
                  <a:lnTo>
                    <a:pt x="748473" y="92237"/>
                  </a:lnTo>
                  <a:lnTo>
                    <a:pt x="750033" y="93914"/>
                  </a:lnTo>
                  <a:lnTo>
                    <a:pt x="751552" y="95568"/>
                  </a:lnTo>
                  <a:lnTo>
                    <a:pt x="753111" y="97245"/>
                  </a:lnTo>
                  <a:lnTo>
                    <a:pt x="754663" y="98967"/>
                  </a:lnTo>
                  <a:lnTo>
                    <a:pt x="756190" y="100668"/>
                  </a:lnTo>
                  <a:lnTo>
                    <a:pt x="757742" y="102391"/>
                  </a:lnTo>
                  <a:lnTo>
                    <a:pt x="760853" y="105884"/>
                  </a:lnTo>
                  <a:lnTo>
                    <a:pt x="762379" y="107630"/>
                  </a:lnTo>
                  <a:lnTo>
                    <a:pt x="765492" y="111216"/>
                  </a:lnTo>
                  <a:lnTo>
                    <a:pt x="767018" y="113009"/>
                  </a:lnTo>
                  <a:lnTo>
                    <a:pt x="768570" y="114849"/>
                  </a:lnTo>
                  <a:lnTo>
                    <a:pt x="770130" y="116665"/>
                  </a:lnTo>
                  <a:lnTo>
                    <a:pt x="771681" y="118505"/>
                  </a:lnTo>
                  <a:lnTo>
                    <a:pt x="773208" y="120391"/>
                  </a:lnTo>
                  <a:lnTo>
                    <a:pt x="776319" y="124117"/>
                  </a:lnTo>
                  <a:lnTo>
                    <a:pt x="777838" y="126027"/>
                  </a:lnTo>
                  <a:lnTo>
                    <a:pt x="779398" y="127936"/>
                  </a:lnTo>
                  <a:lnTo>
                    <a:pt x="780949" y="129869"/>
                  </a:lnTo>
                  <a:lnTo>
                    <a:pt x="782477" y="131802"/>
                  </a:lnTo>
                  <a:lnTo>
                    <a:pt x="785588" y="135714"/>
                  </a:lnTo>
                  <a:lnTo>
                    <a:pt x="787140" y="137693"/>
                  </a:lnTo>
                  <a:lnTo>
                    <a:pt x="788666" y="139696"/>
                  </a:lnTo>
                  <a:lnTo>
                    <a:pt x="790218" y="141675"/>
                  </a:lnTo>
                  <a:lnTo>
                    <a:pt x="791778" y="143701"/>
                  </a:lnTo>
                  <a:lnTo>
                    <a:pt x="793305" y="145727"/>
                  </a:lnTo>
                  <a:lnTo>
                    <a:pt x="794857" y="147753"/>
                  </a:lnTo>
                  <a:lnTo>
                    <a:pt x="796417" y="149826"/>
                  </a:lnTo>
                  <a:lnTo>
                    <a:pt x="797969" y="151874"/>
                  </a:lnTo>
                  <a:lnTo>
                    <a:pt x="799495" y="153947"/>
                  </a:lnTo>
                  <a:lnTo>
                    <a:pt x="801047" y="156043"/>
                  </a:lnTo>
                  <a:lnTo>
                    <a:pt x="802606" y="158162"/>
                  </a:lnTo>
                  <a:lnTo>
                    <a:pt x="804125" y="160258"/>
                  </a:lnTo>
                  <a:lnTo>
                    <a:pt x="808797" y="166685"/>
                  </a:lnTo>
                  <a:lnTo>
                    <a:pt x="810316" y="168851"/>
                  </a:lnTo>
                  <a:lnTo>
                    <a:pt x="811875" y="171039"/>
                  </a:lnTo>
                  <a:lnTo>
                    <a:pt x="813427" y="173205"/>
                  </a:lnTo>
                  <a:lnTo>
                    <a:pt x="814953" y="175417"/>
                  </a:lnTo>
                  <a:lnTo>
                    <a:pt x="818065" y="179841"/>
                  </a:lnTo>
                  <a:lnTo>
                    <a:pt x="819617" y="182100"/>
                  </a:lnTo>
                  <a:lnTo>
                    <a:pt x="821143" y="184336"/>
                  </a:lnTo>
                  <a:lnTo>
                    <a:pt x="822704" y="186595"/>
                  </a:lnTo>
                  <a:lnTo>
                    <a:pt x="824256" y="188877"/>
                  </a:lnTo>
                  <a:lnTo>
                    <a:pt x="825782" y="191159"/>
                  </a:lnTo>
                  <a:lnTo>
                    <a:pt x="827334" y="193441"/>
                  </a:lnTo>
                  <a:lnTo>
                    <a:pt x="828893" y="195769"/>
                  </a:lnTo>
                  <a:lnTo>
                    <a:pt x="830445" y="198075"/>
                  </a:lnTo>
                  <a:lnTo>
                    <a:pt x="831972" y="200404"/>
                  </a:lnTo>
                  <a:lnTo>
                    <a:pt x="835084" y="205107"/>
                  </a:lnTo>
                  <a:lnTo>
                    <a:pt x="836602" y="207460"/>
                  </a:lnTo>
                  <a:lnTo>
                    <a:pt x="838162" y="209858"/>
                  </a:lnTo>
                  <a:lnTo>
                    <a:pt x="839714" y="212233"/>
                  </a:lnTo>
                  <a:lnTo>
                    <a:pt x="841274" y="214632"/>
                  </a:lnTo>
                  <a:lnTo>
                    <a:pt x="842792" y="217053"/>
                  </a:lnTo>
                  <a:lnTo>
                    <a:pt x="845904" y="221897"/>
                  </a:lnTo>
                  <a:lnTo>
                    <a:pt x="847430" y="224342"/>
                  </a:lnTo>
                  <a:lnTo>
                    <a:pt x="848982" y="226810"/>
                  </a:lnTo>
                  <a:lnTo>
                    <a:pt x="850542" y="229255"/>
                  </a:lnTo>
                  <a:lnTo>
                    <a:pt x="852069" y="231747"/>
                  </a:lnTo>
                  <a:lnTo>
                    <a:pt x="855181" y="236731"/>
                  </a:lnTo>
                  <a:lnTo>
                    <a:pt x="856732" y="239246"/>
                  </a:lnTo>
                  <a:lnTo>
                    <a:pt x="858259" y="241761"/>
                  </a:lnTo>
                  <a:lnTo>
                    <a:pt x="861370" y="246837"/>
                  </a:lnTo>
                  <a:lnTo>
                    <a:pt x="862889" y="249398"/>
                  </a:lnTo>
                  <a:lnTo>
                    <a:pt x="864449" y="251960"/>
                  </a:lnTo>
                  <a:lnTo>
                    <a:pt x="867561" y="257129"/>
                  </a:lnTo>
                  <a:lnTo>
                    <a:pt x="869080" y="259715"/>
                  </a:lnTo>
                  <a:lnTo>
                    <a:pt x="872191" y="264931"/>
                  </a:lnTo>
                  <a:lnTo>
                    <a:pt x="873717" y="267562"/>
                  </a:lnTo>
                  <a:lnTo>
                    <a:pt x="875269" y="270193"/>
                  </a:lnTo>
                  <a:lnTo>
                    <a:pt x="878381" y="275502"/>
                  </a:lnTo>
                  <a:lnTo>
                    <a:pt x="879908" y="278181"/>
                  </a:lnTo>
                  <a:lnTo>
                    <a:pt x="881468" y="280859"/>
                  </a:lnTo>
                  <a:lnTo>
                    <a:pt x="883020" y="283513"/>
                  </a:lnTo>
                  <a:lnTo>
                    <a:pt x="884546" y="286238"/>
                  </a:lnTo>
                  <a:lnTo>
                    <a:pt x="887657" y="291640"/>
                  </a:lnTo>
                  <a:lnTo>
                    <a:pt x="889209" y="294388"/>
                  </a:lnTo>
                  <a:lnTo>
                    <a:pt x="890736" y="297113"/>
                  </a:lnTo>
                  <a:lnTo>
                    <a:pt x="893848" y="302609"/>
                  </a:lnTo>
                  <a:lnTo>
                    <a:pt x="895366" y="305379"/>
                  </a:lnTo>
                  <a:lnTo>
                    <a:pt x="896926" y="308150"/>
                  </a:lnTo>
                  <a:lnTo>
                    <a:pt x="900038" y="313739"/>
                  </a:lnTo>
                  <a:lnTo>
                    <a:pt x="901556" y="316533"/>
                  </a:lnTo>
                  <a:lnTo>
                    <a:pt x="904668" y="322169"/>
                  </a:lnTo>
                  <a:lnTo>
                    <a:pt x="906194" y="324987"/>
                  </a:lnTo>
                  <a:lnTo>
                    <a:pt x="907755" y="327851"/>
                  </a:lnTo>
                  <a:lnTo>
                    <a:pt x="909307" y="330692"/>
                  </a:lnTo>
                  <a:lnTo>
                    <a:pt x="910833" y="333533"/>
                  </a:lnTo>
                  <a:lnTo>
                    <a:pt x="912385" y="336420"/>
                  </a:lnTo>
                  <a:lnTo>
                    <a:pt x="913944" y="339284"/>
                  </a:lnTo>
                  <a:lnTo>
                    <a:pt x="915496" y="342172"/>
                  </a:lnTo>
                  <a:lnTo>
                    <a:pt x="917023" y="345059"/>
                  </a:lnTo>
                  <a:lnTo>
                    <a:pt x="920134" y="350881"/>
                  </a:lnTo>
                  <a:lnTo>
                    <a:pt x="921653" y="353792"/>
                  </a:lnTo>
                  <a:lnTo>
                    <a:pt x="924764" y="359660"/>
                  </a:lnTo>
                  <a:lnTo>
                    <a:pt x="926325" y="362617"/>
                  </a:lnTo>
                  <a:lnTo>
                    <a:pt x="927843" y="365552"/>
                  </a:lnTo>
                  <a:lnTo>
                    <a:pt x="929403" y="368509"/>
                  </a:lnTo>
                  <a:lnTo>
                    <a:pt x="930955" y="371490"/>
                  </a:lnTo>
                  <a:lnTo>
                    <a:pt x="932481" y="374470"/>
                  </a:lnTo>
                  <a:lnTo>
                    <a:pt x="934033" y="377451"/>
                  </a:lnTo>
                  <a:lnTo>
                    <a:pt x="937145" y="383459"/>
                  </a:lnTo>
                  <a:lnTo>
                    <a:pt x="938672" y="386463"/>
                  </a:lnTo>
                  <a:lnTo>
                    <a:pt x="941783" y="392518"/>
                  </a:lnTo>
                  <a:lnTo>
                    <a:pt x="943310" y="395544"/>
                  </a:lnTo>
                  <a:lnTo>
                    <a:pt x="947973" y="404696"/>
                  </a:lnTo>
                  <a:lnTo>
                    <a:pt x="949500" y="407770"/>
                  </a:lnTo>
                  <a:lnTo>
                    <a:pt x="951051" y="410820"/>
                  </a:lnTo>
                  <a:lnTo>
                    <a:pt x="952612" y="413894"/>
                  </a:lnTo>
                  <a:lnTo>
                    <a:pt x="954131" y="416991"/>
                  </a:lnTo>
                  <a:lnTo>
                    <a:pt x="957242" y="423186"/>
                  </a:lnTo>
                  <a:lnTo>
                    <a:pt x="958802" y="426306"/>
                  </a:lnTo>
                  <a:lnTo>
                    <a:pt x="960320" y="429426"/>
                  </a:lnTo>
                  <a:lnTo>
                    <a:pt x="961880" y="432547"/>
                  </a:lnTo>
                  <a:lnTo>
                    <a:pt x="963432" y="435691"/>
                  </a:lnTo>
                  <a:lnTo>
                    <a:pt x="964958" y="438811"/>
                  </a:lnTo>
                  <a:lnTo>
                    <a:pt x="966519" y="441955"/>
                  </a:lnTo>
                  <a:lnTo>
                    <a:pt x="968070" y="445122"/>
                  </a:lnTo>
                  <a:lnTo>
                    <a:pt x="969630" y="448265"/>
                  </a:lnTo>
                  <a:lnTo>
                    <a:pt x="971149" y="451432"/>
                  </a:lnTo>
                  <a:lnTo>
                    <a:pt x="972708" y="454622"/>
                  </a:lnTo>
                  <a:lnTo>
                    <a:pt x="974260" y="457787"/>
                  </a:lnTo>
                  <a:lnTo>
                    <a:pt x="975786" y="460977"/>
                  </a:lnTo>
                  <a:lnTo>
                    <a:pt x="977338" y="464172"/>
                  </a:lnTo>
                  <a:lnTo>
                    <a:pt x="978899" y="467385"/>
                  </a:lnTo>
                  <a:lnTo>
                    <a:pt x="980418" y="470575"/>
                  </a:lnTo>
                  <a:lnTo>
                    <a:pt x="983529" y="477001"/>
                  </a:lnTo>
                  <a:lnTo>
                    <a:pt x="985089" y="480238"/>
                  </a:lnTo>
                  <a:lnTo>
                    <a:pt x="986607" y="483475"/>
                  </a:lnTo>
                  <a:lnTo>
                    <a:pt x="989719" y="489949"/>
                  </a:lnTo>
                  <a:lnTo>
                    <a:pt x="991245" y="493210"/>
                  </a:lnTo>
                  <a:lnTo>
                    <a:pt x="992806" y="496447"/>
                  </a:lnTo>
                  <a:lnTo>
                    <a:pt x="994358" y="499708"/>
                  </a:lnTo>
                  <a:lnTo>
                    <a:pt x="995908" y="502986"/>
                  </a:lnTo>
                  <a:lnTo>
                    <a:pt x="997436" y="506247"/>
                  </a:lnTo>
                  <a:lnTo>
                    <a:pt x="1000547" y="512817"/>
                  </a:lnTo>
                  <a:lnTo>
                    <a:pt x="1002074" y="516119"/>
                  </a:lnTo>
                  <a:lnTo>
                    <a:pt x="1003625" y="519404"/>
                  </a:lnTo>
                  <a:lnTo>
                    <a:pt x="1006737" y="526021"/>
                  </a:lnTo>
                  <a:lnTo>
                    <a:pt x="1008264" y="529323"/>
                  </a:lnTo>
                  <a:lnTo>
                    <a:pt x="1009815" y="532656"/>
                  </a:lnTo>
                  <a:lnTo>
                    <a:pt x="1011376" y="535965"/>
                  </a:lnTo>
                  <a:lnTo>
                    <a:pt x="1012894" y="539291"/>
                  </a:lnTo>
                  <a:lnTo>
                    <a:pt x="1014454" y="542647"/>
                  </a:lnTo>
                  <a:lnTo>
                    <a:pt x="1017565" y="549306"/>
                  </a:lnTo>
                  <a:lnTo>
                    <a:pt x="1019084" y="552656"/>
                  </a:lnTo>
                  <a:lnTo>
                    <a:pt x="1020644" y="556013"/>
                  </a:lnTo>
                  <a:lnTo>
                    <a:pt x="1022196" y="559387"/>
                  </a:lnTo>
                  <a:lnTo>
                    <a:pt x="1023723" y="562743"/>
                  </a:lnTo>
                  <a:lnTo>
                    <a:pt x="1028394" y="572871"/>
                  </a:lnTo>
                  <a:lnTo>
                    <a:pt x="1029913" y="576245"/>
                  </a:lnTo>
                  <a:lnTo>
                    <a:pt x="1031472" y="579625"/>
                  </a:lnTo>
                  <a:lnTo>
                    <a:pt x="1033024" y="583023"/>
                  </a:lnTo>
                  <a:lnTo>
                    <a:pt x="1034550" y="586421"/>
                  </a:lnTo>
                  <a:lnTo>
                    <a:pt x="1037663" y="593223"/>
                  </a:lnTo>
                  <a:lnTo>
                    <a:pt x="1039214" y="596645"/>
                  </a:lnTo>
                  <a:lnTo>
                    <a:pt x="1040741" y="600049"/>
                  </a:lnTo>
                  <a:lnTo>
                    <a:pt x="1043852" y="606892"/>
                  </a:lnTo>
                  <a:lnTo>
                    <a:pt x="1045371" y="610314"/>
                  </a:lnTo>
                  <a:lnTo>
                    <a:pt x="1046931" y="613760"/>
                  </a:lnTo>
                  <a:lnTo>
                    <a:pt x="1048483" y="617188"/>
                  </a:lnTo>
                  <a:lnTo>
                    <a:pt x="1050010" y="620633"/>
                  </a:lnTo>
                  <a:lnTo>
                    <a:pt x="1054681" y="630970"/>
                  </a:lnTo>
                  <a:lnTo>
                    <a:pt x="1056200" y="634416"/>
                  </a:lnTo>
                  <a:lnTo>
                    <a:pt x="1057759" y="637885"/>
                  </a:lnTo>
                  <a:lnTo>
                    <a:pt x="1059311" y="641332"/>
                  </a:lnTo>
                  <a:lnTo>
                    <a:pt x="1060837" y="644801"/>
                  </a:lnTo>
                  <a:lnTo>
                    <a:pt x="1065501" y="655215"/>
                  </a:lnTo>
                  <a:lnTo>
                    <a:pt x="1067028" y="658685"/>
                  </a:lnTo>
                  <a:lnTo>
                    <a:pt x="1068580" y="662172"/>
                  </a:lnTo>
                  <a:lnTo>
                    <a:pt x="1070140" y="665647"/>
                  </a:lnTo>
                  <a:lnTo>
                    <a:pt x="1071658" y="669135"/>
                  </a:lnTo>
                  <a:lnTo>
                    <a:pt x="1076329" y="679615"/>
                  </a:lnTo>
                  <a:lnTo>
                    <a:pt x="1077857" y="683108"/>
                  </a:lnTo>
                  <a:lnTo>
                    <a:pt x="1079407" y="686625"/>
                  </a:lnTo>
                  <a:lnTo>
                    <a:pt x="1080959" y="690119"/>
                  </a:lnTo>
                  <a:lnTo>
                    <a:pt x="1082487" y="693636"/>
                  </a:lnTo>
                  <a:lnTo>
                    <a:pt x="1084046" y="697129"/>
                  </a:lnTo>
                  <a:lnTo>
                    <a:pt x="1087158" y="704158"/>
                  </a:lnTo>
                  <a:lnTo>
                    <a:pt x="1088676" y="707675"/>
                  </a:lnTo>
                  <a:lnTo>
                    <a:pt x="1091788" y="714709"/>
                  </a:lnTo>
                  <a:lnTo>
                    <a:pt x="1093315" y="718251"/>
                  </a:lnTo>
                  <a:lnTo>
                    <a:pt x="1094866" y="721768"/>
                  </a:lnTo>
                  <a:lnTo>
                    <a:pt x="1096427" y="725303"/>
                  </a:lnTo>
                  <a:lnTo>
                    <a:pt x="1097979" y="728820"/>
                  </a:lnTo>
                  <a:lnTo>
                    <a:pt x="1099505" y="732361"/>
                  </a:lnTo>
                  <a:lnTo>
                    <a:pt x="1102616" y="739437"/>
                  </a:lnTo>
                  <a:lnTo>
                    <a:pt x="1104135" y="742978"/>
                  </a:lnTo>
                  <a:lnTo>
                    <a:pt x="1107246" y="750061"/>
                  </a:lnTo>
                  <a:lnTo>
                    <a:pt x="1108774" y="753595"/>
                  </a:lnTo>
                  <a:lnTo>
                    <a:pt x="1110333" y="757137"/>
                  </a:lnTo>
                  <a:lnTo>
                    <a:pt x="1111885" y="760701"/>
                  </a:lnTo>
                  <a:lnTo>
                    <a:pt x="1113445" y="764242"/>
                  </a:lnTo>
                  <a:lnTo>
                    <a:pt x="1114964" y="767801"/>
                  </a:lnTo>
                  <a:lnTo>
                    <a:pt x="1116523" y="771342"/>
                  </a:lnTo>
                  <a:lnTo>
                    <a:pt x="1118075" y="774907"/>
                  </a:lnTo>
                  <a:lnTo>
                    <a:pt x="1119601" y="778442"/>
                  </a:lnTo>
                  <a:lnTo>
                    <a:pt x="1124266" y="789131"/>
                  </a:lnTo>
                  <a:lnTo>
                    <a:pt x="1125792" y="792696"/>
                  </a:lnTo>
                  <a:lnTo>
                    <a:pt x="1127344" y="796260"/>
                  </a:lnTo>
                  <a:lnTo>
                    <a:pt x="1128903" y="799796"/>
                  </a:lnTo>
                  <a:lnTo>
                    <a:pt x="1130422" y="803361"/>
                  </a:lnTo>
                  <a:lnTo>
                    <a:pt x="1131982" y="806950"/>
                  </a:lnTo>
                  <a:lnTo>
                    <a:pt x="1135093" y="814073"/>
                  </a:lnTo>
                  <a:lnTo>
                    <a:pt x="1136620" y="817638"/>
                  </a:lnTo>
                  <a:lnTo>
                    <a:pt x="1139732" y="824762"/>
                  </a:lnTo>
                  <a:lnTo>
                    <a:pt x="1141251" y="828351"/>
                  </a:lnTo>
                  <a:lnTo>
                    <a:pt x="1145922" y="839033"/>
                  </a:lnTo>
                  <a:lnTo>
                    <a:pt x="1147440" y="842622"/>
                  </a:lnTo>
                  <a:lnTo>
                    <a:pt x="1150552" y="849746"/>
                  </a:lnTo>
                  <a:lnTo>
                    <a:pt x="1152079" y="853335"/>
                  </a:lnTo>
                  <a:lnTo>
                    <a:pt x="1153630" y="856900"/>
                  </a:lnTo>
                  <a:lnTo>
                    <a:pt x="1155191" y="860482"/>
                  </a:lnTo>
                  <a:lnTo>
                    <a:pt x="1156742" y="864048"/>
                  </a:lnTo>
                  <a:lnTo>
                    <a:pt x="1156765" y="884484"/>
                  </a:lnTo>
                  <a:lnTo>
                    <a:pt x="1156453" y="883755"/>
                  </a:lnTo>
                  <a:lnTo>
                    <a:pt x="1153410" y="876842"/>
                  </a:lnTo>
                  <a:lnTo>
                    <a:pt x="1151927" y="873360"/>
                  </a:lnTo>
                  <a:lnTo>
                    <a:pt x="1147360" y="862994"/>
                  </a:lnTo>
                  <a:lnTo>
                    <a:pt x="1145876" y="859511"/>
                  </a:lnTo>
                  <a:lnTo>
                    <a:pt x="1142834" y="852598"/>
                  </a:lnTo>
                  <a:lnTo>
                    <a:pt x="1141341" y="849138"/>
                  </a:lnTo>
                  <a:lnTo>
                    <a:pt x="1138300" y="842225"/>
                  </a:lnTo>
                  <a:lnTo>
                    <a:pt x="1136775" y="838743"/>
                  </a:lnTo>
                  <a:lnTo>
                    <a:pt x="1135290" y="835283"/>
                  </a:lnTo>
                  <a:lnTo>
                    <a:pt x="1133766" y="831853"/>
                  </a:lnTo>
                  <a:lnTo>
                    <a:pt x="1132249" y="828394"/>
                  </a:lnTo>
                  <a:lnTo>
                    <a:pt x="1130758" y="824934"/>
                  </a:lnTo>
                  <a:lnTo>
                    <a:pt x="1126198" y="814562"/>
                  </a:lnTo>
                  <a:lnTo>
                    <a:pt x="1124706" y="811131"/>
                  </a:lnTo>
                  <a:lnTo>
                    <a:pt x="1123189" y="807671"/>
                  </a:lnTo>
                  <a:lnTo>
                    <a:pt x="1121665" y="804235"/>
                  </a:lnTo>
                  <a:lnTo>
                    <a:pt x="1120180" y="800782"/>
                  </a:lnTo>
                  <a:lnTo>
                    <a:pt x="1118655" y="797345"/>
                  </a:lnTo>
                  <a:lnTo>
                    <a:pt x="1117138" y="793886"/>
                  </a:lnTo>
                  <a:lnTo>
                    <a:pt x="1115614" y="790449"/>
                  </a:lnTo>
                  <a:lnTo>
                    <a:pt x="1114121" y="787020"/>
                  </a:lnTo>
                  <a:lnTo>
                    <a:pt x="1111080" y="780147"/>
                  </a:lnTo>
                  <a:lnTo>
                    <a:pt x="1109595" y="776710"/>
                  </a:lnTo>
                  <a:lnTo>
                    <a:pt x="1106554" y="769844"/>
                  </a:lnTo>
                  <a:lnTo>
                    <a:pt x="1105062" y="766408"/>
                  </a:lnTo>
                  <a:lnTo>
                    <a:pt x="1103545" y="762995"/>
                  </a:lnTo>
                  <a:lnTo>
                    <a:pt x="1102020" y="759564"/>
                  </a:lnTo>
                  <a:lnTo>
                    <a:pt x="1100503" y="756151"/>
                  </a:lnTo>
                  <a:lnTo>
                    <a:pt x="1099011" y="752714"/>
                  </a:lnTo>
                  <a:lnTo>
                    <a:pt x="1095969" y="745888"/>
                  </a:lnTo>
                  <a:lnTo>
                    <a:pt x="1094485" y="742475"/>
                  </a:lnTo>
                  <a:lnTo>
                    <a:pt x="1091442" y="735655"/>
                  </a:lnTo>
                  <a:lnTo>
                    <a:pt x="1089919" y="732265"/>
                  </a:lnTo>
                  <a:lnTo>
                    <a:pt x="1088425" y="728851"/>
                  </a:lnTo>
                  <a:lnTo>
                    <a:pt x="1086909" y="725461"/>
                  </a:lnTo>
                  <a:lnTo>
                    <a:pt x="1085392" y="722048"/>
                  </a:lnTo>
                  <a:lnTo>
                    <a:pt x="1083900" y="718658"/>
                  </a:lnTo>
                  <a:lnTo>
                    <a:pt x="1079333" y="708488"/>
                  </a:lnTo>
                  <a:lnTo>
                    <a:pt x="1077850" y="705104"/>
                  </a:lnTo>
                  <a:lnTo>
                    <a:pt x="1076324" y="701732"/>
                  </a:lnTo>
                  <a:lnTo>
                    <a:pt x="1074807" y="698347"/>
                  </a:lnTo>
                  <a:lnTo>
                    <a:pt x="1073315" y="694980"/>
                  </a:lnTo>
                  <a:lnTo>
                    <a:pt x="1068756" y="684874"/>
                  </a:lnTo>
                  <a:lnTo>
                    <a:pt x="1067264" y="681508"/>
                  </a:lnTo>
                  <a:lnTo>
                    <a:pt x="1065747" y="678163"/>
                  </a:lnTo>
                  <a:lnTo>
                    <a:pt x="1064223" y="674797"/>
                  </a:lnTo>
                  <a:lnTo>
                    <a:pt x="1062738" y="671453"/>
                  </a:lnTo>
                  <a:lnTo>
                    <a:pt x="1058172" y="661422"/>
                  </a:lnTo>
                  <a:lnTo>
                    <a:pt x="1056680" y="658079"/>
                  </a:lnTo>
                  <a:lnTo>
                    <a:pt x="1055163" y="654752"/>
                  </a:lnTo>
                  <a:lnTo>
                    <a:pt x="1053638" y="651408"/>
                  </a:lnTo>
                  <a:lnTo>
                    <a:pt x="1052153" y="648088"/>
                  </a:lnTo>
                  <a:lnTo>
                    <a:pt x="1049112" y="641447"/>
                  </a:lnTo>
                  <a:lnTo>
                    <a:pt x="1047620" y="638143"/>
                  </a:lnTo>
                  <a:lnTo>
                    <a:pt x="1046103" y="634823"/>
                  </a:lnTo>
                  <a:lnTo>
                    <a:pt x="1043061" y="628222"/>
                  </a:lnTo>
                  <a:lnTo>
                    <a:pt x="1041569" y="624925"/>
                  </a:lnTo>
                  <a:lnTo>
                    <a:pt x="1040052" y="621627"/>
                  </a:lnTo>
                  <a:lnTo>
                    <a:pt x="1038528" y="618347"/>
                  </a:lnTo>
                  <a:lnTo>
                    <a:pt x="1037043" y="615073"/>
                  </a:lnTo>
                  <a:lnTo>
                    <a:pt x="1032476" y="605244"/>
                  </a:lnTo>
                  <a:lnTo>
                    <a:pt x="1030984" y="601987"/>
                  </a:lnTo>
                  <a:lnTo>
                    <a:pt x="1029467" y="598713"/>
                  </a:lnTo>
                  <a:lnTo>
                    <a:pt x="1027942" y="595456"/>
                  </a:lnTo>
                  <a:lnTo>
                    <a:pt x="1026458" y="592205"/>
                  </a:lnTo>
                  <a:lnTo>
                    <a:pt x="1024557" y="588167"/>
                  </a:lnTo>
                  <a:lnTo>
                    <a:pt x="1024557" y="2200083"/>
                  </a:lnTo>
                  <a:lnTo>
                    <a:pt x="1158262" y="2200083"/>
                  </a:lnTo>
                  <a:lnTo>
                    <a:pt x="1158269" y="2206208"/>
                  </a:lnTo>
                  <a:lnTo>
                    <a:pt x="0" y="2206208"/>
                  </a:lnTo>
                  <a:lnTo>
                    <a:pt x="1527" y="864048"/>
                  </a:lnTo>
                  <a:lnTo>
                    <a:pt x="3078" y="860482"/>
                  </a:lnTo>
                  <a:lnTo>
                    <a:pt x="4639" y="856900"/>
                  </a:lnTo>
                  <a:lnTo>
                    <a:pt x="6191" y="853335"/>
                  </a:lnTo>
                  <a:lnTo>
                    <a:pt x="7717" y="849746"/>
                  </a:lnTo>
                  <a:lnTo>
                    <a:pt x="10828" y="842622"/>
                  </a:lnTo>
                  <a:lnTo>
                    <a:pt x="12347" y="839033"/>
                  </a:lnTo>
                  <a:lnTo>
                    <a:pt x="17019" y="828351"/>
                  </a:lnTo>
                  <a:lnTo>
                    <a:pt x="18537" y="824762"/>
                  </a:lnTo>
                  <a:lnTo>
                    <a:pt x="21649" y="817638"/>
                  </a:lnTo>
                  <a:lnTo>
                    <a:pt x="23176" y="814073"/>
                  </a:lnTo>
                  <a:lnTo>
                    <a:pt x="26287" y="806950"/>
                  </a:lnTo>
                  <a:lnTo>
                    <a:pt x="27847" y="803361"/>
                  </a:lnTo>
                  <a:lnTo>
                    <a:pt x="29365" y="799796"/>
                  </a:lnTo>
                  <a:lnTo>
                    <a:pt x="30926" y="796260"/>
                  </a:lnTo>
                  <a:lnTo>
                    <a:pt x="32477" y="792696"/>
                  </a:lnTo>
                  <a:lnTo>
                    <a:pt x="34004" y="789131"/>
                  </a:lnTo>
                  <a:lnTo>
                    <a:pt x="38667" y="778442"/>
                  </a:lnTo>
                  <a:lnTo>
                    <a:pt x="40194" y="774907"/>
                  </a:lnTo>
                  <a:lnTo>
                    <a:pt x="41746" y="771342"/>
                  </a:lnTo>
                  <a:lnTo>
                    <a:pt x="43305" y="767801"/>
                  </a:lnTo>
                  <a:lnTo>
                    <a:pt x="44824" y="764242"/>
                  </a:lnTo>
                  <a:lnTo>
                    <a:pt x="46384" y="760701"/>
                  </a:lnTo>
                  <a:lnTo>
                    <a:pt x="47935" y="757137"/>
                  </a:lnTo>
                  <a:lnTo>
                    <a:pt x="49496" y="753595"/>
                  </a:lnTo>
                  <a:lnTo>
                    <a:pt x="51022" y="750061"/>
                  </a:lnTo>
                  <a:lnTo>
                    <a:pt x="54126" y="742978"/>
                  </a:lnTo>
                  <a:lnTo>
                    <a:pt x="55652" y="739437"/>
                  </a:lnTo>
                  <a:lnTo>
                    <a:pt x="58764" y="732361"/>
                  </a:lnTo>
                  <a:lnTo>
                    <a:pt x="60291" y="728820"/>
                  </a:lnTo>
                  <a:lnTo>
                    <a:pt x="61843" y="725303"/>
                  </a:lnTo>
                  <a:lnTo>
                    <a:pt x="63403" y="721768"/>
                  </a:lnTo>
                  <a:lnTo>
                    <a:pt x="64955" y="718251"/>
                  </a:lnTo>
                  <a:lnTo>
                    <a:pt x="66481" y="714709"/>
                  </a:lnTo>
                  <a:lnTo>
                    <a:pt x="69592" y="707675"/>
                  </a:lnTo>
                  <a:lnTo>
                    <a:pt x="71111" y="704158"/>
                  </a:lnTo>
                  <a:lnTo>
                    <a:pt x="74222" y="697129"/>
                  </a:lnTo>
                  <a:lnTo>
                    <a:pt x="75783" y="693636"/>
                  </a:lnTo>
                  <a:lnTo>
                    <a:pt x="77302" y="690119"/>
                  </a:lnTo>
                  <a:lnTo>
                    <a:pt x="78861" y="686625"/>
                  </a:lnTo>
                  <a:lnTo>
                    <a:pt x="80413" y="683108"/>
                  </a:lnTo>
                  <a:lnTo>
                    <a:pt x="81939" y="679615"/>
                  </a:lnTo>
                  <a:lnTo>
                    <a:pt x="86612" y="669135"/>
                  </a:lnTo>
                  <a:lnTo>
                    <a:pt x="88129" y="665647"/>
                  </a:lnTo>
                  <a:lnTo>
                    <a:pt x="89690" y="662172"/>
                  </a:lnTo>
                  <a:lnTo>
                    <a:pt x="91242" y="658685"/>
                  </a:lnTo>
                  <a:lnTo>
                    <a:pt x="92768" y="655215"/>
                  </a:lnTo>
                  <a:lnTo>
                    <a:pt x="97431" y="644801"/>
                  </a:lnTo>
                  <a:lnTo>
                    <a:pt x="98958" y="641332"/>
                  </a:lnTo>
                  <a:lnTo>
                    <a:pt x="100510" y="637885"/>
                  </a:lnTo>
                  <a:lnTo>
                    <a:pt x="102069" y="634416"/>
                  </a:lnTo>
                  <a:lnTo>
                    <a:pt x="103588" y="630970"/>
                  </a:lnTo>
                  <a:lnTo>
                    <a:pt x="108260" y="620633"/>
                  </a:lnTo>
                  <a:lnTo>
                    <a:pt x="109786" y="617188"/>
                  </a:lnTo>
                  <a:lnTo>
                    <a:pt x="111338" y="613760"/>
                  </a:lnTo>
                  <a:lnTo>
                    <a:pt x="112898" y="610314"/>
                  </a:lnTo>
                  <a:lnTo>
                    <a:pt x="114416" y="606892"/>
                  </a:lnTo>
                  <a:lnTo>
                    <a:pt x="117528" y="600049"/>
                  </a:lnTo>
                  <a:lnTo>
                    <a:pt x="119088" y="596645"/>
                  </a:lnTo>
                  <a:lnTo>
                    <a:pt x="120607" y="593223"/>
                  </a:lnTo>
                  <a:lnTo>
                    <a:pt x="123718" y="586421"/>
                  </a:lnTo>
                  <a:lnTo>
                    <a:pt x="125245" y="583023"/>
                  </a:lnTo>
                  <a:lnTo>
                    <a:pt x="126797" y="579625"/>
                  </a:lnTo>
                  <a:lnTo>
                    <a:pt x="128356" y="576245"/>
                  </a:lnTo>
                  <a:lnTo>
                    <a:pt x="129875" y="572871"/>
                  </a:lnTo>
                  <a:lnTo>
                    <a:pt x="134547" y="562743"/>
                  </a:lnTo>
                  <a:lnTo>
                    <a:pt x="136073" y="559387"/>
                  </a:lnTo>
                  <a:lnTo>
                    <a:pt x="137625" y="556013"/>
                  </a:lnTo>
                  <a:lnTo>
                    <a:pt x="139177" y="552656"/>
                  </a:lnTo>
                  <a:lnTo>
                    <a:pt x="140703" y="549306"/>
                  </a:lnTo>
                  <a:lnTo>
                    <a:pt x="143815" y="542647"/>
                  </a:lnTo>
                  <a:lnTo>
                    <a:pt x="145375" y="539291"/>
                  </a:lnTo>
                  <a:lnTo>
                    <a:pt x="146894" y="535965"/>
                  </a:lnTo>
                  <a:lnTo>
                    <a:pt x="148454" y="532656"/>
                  </a:lnTo>
                  <a:lnTo>
                    <a:pt x="150006" y="529323"/>
                  </a:lnTo>
                  <a:lnTo>
                    <a:pt x="151532" y="526021"/>
                  </a:lnTo>
                  <a:lnTo>
                    <a:pt x="154643" y="519404"/>
                  </a:lnTo>
                  <a:lnTo>
                    <a:pt x="156195" y="516119"/>
                  </a:lnTo>
                  <a:lnTo>
                    <a:pt x="157722" y="512817"/>
                  </a:lnTo>
                  <a:lnTo>
                    <a:pt x="160834" y="506247"/>
                  </a:lnTo>
                  <a:lnTo>
                    <a:pt x="162352" y="502986"/>
                  </a:lnTo>
                  <a:lnTo>
                    <a:pt x="163912" y="499708"/>
                  </a:lnTo>
                  <a:lnTo>
                    <a:pt x="165464" y="496447"/>
                  </a:lnTo>
                  <a:lnTo>
                    <a:pt x="167024" y="493210"/>
                  </a:lnTo>
                  <a:lnTo>
                    <a:pt x="168550" y="489949"/>
                  </a:lnTo>
                  <a:lnTo>
                    <a:pt x="171661" y="483475"/>
                  </a:lnTo>
                  <a:lnTo>
                    <a:pt x="173180" y="480238"/>
                  </a:lnTo>
                  <a:lnTo>
                    <a:pt x="174741" y="477001"/>
                  </a:lnTo>
                  <a:lnTo>
                    <a:pt x="177852" y="470575"/>
                  </a:lnTo>
                  <a:lnTo>
                    <a:pt x="179371" y="467385"/>
                  </a:lnTo>
                  <a:lnTo>
                    <a:pt x="180930" y="464172"/>
                  </a:lnTo>
                  <a:lnTo>
                    <a:pt x="182482" y="460977"/>
                  </a:lnTo>
                  <a:lnTo>
                    <a:pt x="184009" y="457787"/>
                  </a:lnTo>
                  <a:lnTo>
                    <a:pt x="185561" y="454622"/>
                  </a:lnTo>
                  <a:lnTo>
                    <a:pt x="187120" y="451432"/>
                  </a:lnTo>
                  <a:lnTo>
                    <a:pt x="188639" y="448265"/>
                  </a:lnTo>
                  <a:lnTo>
                    <a:pt x="190199" y="445122"/>
                  </a:lnTo>
                  <a:lnTo>
                    <a:pt x="191750" y="441955"/>
                  </a:lnTo>
                  <a:lnTo>
                    <a:pt x="193311" y="438811"/>
                  </a:lnTo>
                  <a:lnTo>
                    <a:pt x="194837" y="435691"/>
                  </a:lnTo>
                  <a:lnTo>
                    <a:pt x="196389" y="432547"/>
                  </a:lnTo>
                  <a:lnTo>
                    <a:pt x="197949" y="429426"/>
                  </a:lnTo>
                  <a:lnTo>
                    <a:pt x="199467" y="426306"/>
                  </a:lnTo>
                  <a:lnTo>
                    <a:pt x="201028" y="423186"/>
                  </a:lnTo>
                  <a:lnTo>
                    <a:pt x="204139" y="416991"/>
                  </a:lnTo>
                  <a:lnTo>
                    <a:pt x="205658" y="413894"/>
                  </a:lnTo>
                  <a:lnTo>
                    <a:pt x="207217" y="410820"/>
                  </a:lnTo>
                  <a:lnTo>
                    <a:pt x="208769" y="407770"/>
                  </a:lnTo>
                  <a:lnTo>
                    <a:pt x="210296" y="404696"/>
                  </a:lnTo>
                  <a:lnTo>
                    <a:pt x="214959" y="395544"/>
                  </a:lnTo>
                  <a:lnTo>
                    <a:pt x="216485" y="392518"/>
                  </a:lnTo>
                  <a:lnTo>
                    <a:pt x="219598" y="386463"/>
                  </a:lnTo>
                  <a:lnTo>
                    <a:pt x="221124" y="383459"/>
                  </a:lnTo>
                  <a:lnTo>
                    <a:pt x="224228" y="377451"/>
                  </a:lnTo>
                  <a:lnTo>
                    <a:pt x="225788" y="374470"/>
                  </a:lnTo>
                  <a:lnTo>
                    <a:pt x="227314" y="371490"/>
                  </a:lnTo>
                  <a:lnTo>
                    <a:pt x="228866" y="368509"/>
                  </a:lnTo>
                  <a:lnTo>
                    <a:pt x="230426" y="365552"/>
                  </a:lnTo>
                  <a:lnTo>
                    <a:pt x="231944" y="362617"/>
                  </a:lnTo>
                  <a:lnTo>
                    <a:pt x="233505" y="359660"/>
                  </a:lnTo>
                  <a:lnTo>
                    <a:pt x="236616" y="353792"/>
                  </a:lnTo>
                  <a:lnTo>
                    <a:pt x="238135" y="350881"/>
                  </a:lnTo>
                  <a:lnTo>
                    <a:pt x="241246" y="345059"/>
                  </a:lnTo>
                  <a:lnTo>
                    <a:pt x="242772" y="342172"/>
                  </a:lnTo>
                  <a:lnTo>
                    <a:pt x="244324" y="339284"/>
                  </a:lnTo>
                  <a:lnTo>
                    <a:pt x="245885" y="336420"/>
                  </a:lnTo>
                  <a:lnTo>
                    <a:pt x="247436" y="333533"/>
                  </a:lnTo>
                  <a:lnTo>
                    <a:pt x="248963" y="330692"/>
                  </a:lnTo>
                  <a:lnTo>
                    <a:pt x="250515" y="327851"/>
                  </a:lnTo>
                  <a:lnTo>
                    <a:pt x="252075" y="324987"/>
                  </a:lnTo>
                  <a:lnTo>
                    <a:pt x="253601" y="322169"/>
                  </a:lnTo>
                  <a:lnTo>
                    <a:pt x="256712" y="316533"/>
                  </a:lnTo>
                  <a:lnTo>
                    <a:pt x="258231" y="313739"/>
                  </a:lnTo>
                  <a:lnTo>
                    <a:pt x="261344" y="308150"/>
                  </a:lnTo>
                  <a:lnTo>
                    <a:pt x="262903" y="305379"/>
                  </a:lnTo>
                  <a:lnTo>
                    <a:pt x="264422" y="302609"/>
                  </a:lnTo>
                  <a:lnTo>
                    <a:pt x="267533" y="297113"/>
                  </a:lnTo>
                  <a:lnTo>
                    <a:pt x="269060" y="294388"/>
                  </a:lnTo>
                  <a:lnTo>
                    <a:pt x="270611" y="291640"/>
                  </a:lnTo>
                  <a:lnTo>
                    <a:pt x="273723" y="286238"/>
                  </a:lnTo>
                  <a:lnTo>
                    <a:pt x="275250" y="283513"/>
                  </a:lnTo>
                  <a:lnTo>
                    <a:pt x="276801" y="280859"/>
                  </a:lnTo>
                  <a:lnTo>
                    <a:pt x="278362" y="278181"/>
                  </a:lnTo>
                  <a:lnTo>
                    <a:pt x="279888" y="275502"/>
                  </a:lnTo>
                  <a:lnTo>
                    <a:pt x="282999" y="270193"/>
                  </a:lnTo>
                  <a:lnTo>
                    <a:pt x="284551" y="267562"/>
                  </a:lnTo>
                  <a:lnTo>
                    <a:pt x="286079" y="264931"/>
                  </a:lnTo>
                  <a:lnTo>
                    <a:pt x="289190" y="259715"/>
                  </a:lnTo>
                  <a:lnTo>
                    <a:pt x="290709" y="257129"/>
                  </a:lnTo>
                  <a:lnTo>
                    <a:pt x="293820" y="251960"/>
                  </a:lnTo>
                  <a:lnTo>
                    <a:pt x="295380" y="249398"/>
                  </a:lnTo>
                  <a:lnTo>
                    <a:pt x="296899" y="246837"/>
                  </a:lnTo>
                  <a:lnTo>
                    <a:pt x="300010" y="241761"/>
                  </a:lnTo>
                  <a:lnTo>
                    <a:pt x="301536" y="239246"/>
                  </a:lnTo>
                  <a:lnTo>
                    <a:pt x="303088" y="236731"/>
                  </a:lnTo>
                  <a:lnTo>
                    <a:pt x="306200" y="231747"/>
                  </a:lnTo>
                  <a:lnTo>
                    <a:pt x="307727" y="229255"/>
                  </a:lnTo>
                  <a:lnTo>
                    <a:pt x="309279" y="226810"/>
                  </a:lnTo>
                  <a:lnTo>
                    <a:pt x="310838" y="224342"/>
                  </a:lnTo>
                  <a:lnTo>
                    <a:pt x="312365" y="221897"/>
                  </a:lnTo>
                  <a:lnTo>
                    <a:pt x="317028" y="214632"/>
                  </a:lnTo>
                  <a:lnTo>
                    <a:pt x="318555" y="212233"/>
                  </a:lnTo>
                  <a:lnTo>
                    <a:pt x="320107" y="209858"/>
                  </a:lnTo>
                  <a:lnTo>
                    <a:pt x="321667" y="207460"/>
                  </a:lnTo>
                  <a:lnTo>
                    <a:pt x="323186" y="205107"/>
                  </a:lnTo>
                  <a:lnTo>
                    <a:pt x="326297" y="200404"/>
                  </a:lnTo>
                  <a:lnTo>
                    <a:pt x="327823" y="198075"/>
                  </a:lnTo>
                  <a:lnTo>
                    <a:pt x="329375" y="195769"/>
                  </a:lnTo>
                  <a:lnTo>
                    <a:pt x="330935" y="193441"/>
                  </a:lnTo>
                  <a:lnTo>
                    <a:pt x="332487" y="191159"/>
                  </a:lnTo>
                  <a:lnTo>
                    <a:pt x="334014" y="188877"/>
                  </a:lnTo>
                  <a:lnTo>
                    <a:pt x="335566" y="186595"/>
                  </a:lnTo>
                  <a:lnTo>
                    <a:pt x="337126" y="184336"/>
                  </a:lnTo>
                  <a:lnTo>
                    <a:pt x="338652" y="182100"/>
                  </a:lnTo>
                  <a:lnTo>
                    <a:pt x="340204" y="179841"/>
                  </a:lnTo>
                  <a:lnTo>
                    <a:pt x="343315" y="175417"/>
                  </a:lnTo>
                  <a:lnTo>
                    <a:pt x="344843" y="173205"/>
                  </a:lnTo>
                  <a:lnTo>
                    <a:pt x="346393" y="171039"/>
                  </a:lnTo>
                  <a:lnTo>
                    <a:pt x="347954" y="168851"/>
                  </a:lnTo>
                  <a:lnTo>
                    <a:pt x="349473" y="166685"/>
                  </a:lnTo>
                  <a:lnTo>
                    <a:pt x="354144" y="160258"/>
                  </a:lnTo>
                  <a:lnTo>
                    <a:pt x="355662" y="158162"/>
                  </a:lnTo>
                  <a:lnTo>
                    <a:pt x="357222" y="156043"/>
                  </a:lnTo>
                  <a:lnTo>
                    <a:pt x="358774" y="153947"/>
                  </a:lnTo>
                  <a:lnTo>
                    <a:pt x="360301" y="151874"/>
                  </a:lnTo>
                  <a:lnTo>
                    <a:pt x="361852" y="149826"/>
                  </a:lnTo>
                  <a:lnTo>
                    <a:pt x="363413" y="147753"/>
                  </a:lnTo>
                  <a:lnTo>
                    <a:pt x="364965" y="145727"/>
                  </a:lnTo>
                  <a:lnTo>
                    <a:pt x="366491" y="143701"/>
                  </a:lnTo>
                  <a:lnTo>
                    <a:pt x="368050" y="141675"/>
                  </a:lnTo>
                  <a:lnTo>
                    <a:pt x="369602" y="139696"/>
                  </a:lnTo>
                  <a:lnTo>
                    <a:pt x="371129" y="137693"/>
                  </a:lnTo>
                  <a:lnTo>
                    <a:pt x="372681" y="135714"/>
                  </a:lnTo>
                  <a:lnTo>
                    <a:pt x="375792" y="131802"/>
                  </a:lnTo>
                  <a:lnTo>
                    <a:pt x="377319" y="129869"/>
                  </a:lnTo>
                  <a:lnTo>
                    <a:pt x="378871" y="127936"/>
                  </a:lnTo>
                  <a:lnTo>
                    <a:pt x="380431" y="126027"/>
                  </a:lnTo>
                  <a:lnTo>
                    <a:pt x="381949" y="124117"/>
                  </a:lnTo>
                  <a:lnTo>
                    <a:pt x="385061" y="120391"/>
                  </a:lnTo>
                  <a:lnTo>
                    <a:pt x="386587" y="118505"/>
                  </a:lnTo>
                  <a:lnTo>
                    <a:pt x="388139" y="116665"/>
                  </a:lnTo>
                  <a:lnTo>
                    <a:pt x="389700" y="114849"/>
                  </a:lnTo>
                  <a:lnTo>
                    <a:pt x="391251" y="113009"/>
                  </a:lnTo>
                  <a:lnTo>
                    <a:pt x="392778" y="111216"/>
                  </a:lnTo>
                  <a:lnTo>
                    <a:pt x="395889" y="107630"/>
                  </a:lnTo>
                  <a:lnTo>
                    <a:pt x="397416" y="105884"/>
                  </a:lnTo>
                  <a:lnTo>
                    <a:pt x="400527" y="102391"/>
                  </a:lnTo>
                  <a:lnTo>
                    <a:pt x="402079" y="100668"/>
                  </a:lnTo>
                  <a:lnTo>
                    <a:pt x="403605" y="98967"/>
                  </a:lnTo>
                  <a:lnTo>
                    <a:pt x="405157" y="97245"/>
                  </a:lnTo>
                  <a:lnTo>
                    <a:pt x="406718" y="95568"/>
                  </a:lnTo>
                  <a:lnTo>
                    <a:pt x="408237" y="93914"/>
                  </a:lnTo>
                  <a:lnTo>
                    <a:pt x="409796" y="92237"/>
                  </a:lnTo>
                  <a:lnTo>
                    <a:pt x="412908" y="88978"/>
                  </a:lnTo>
                  <a:lnTo>
                    <a:pt x="414426" y="87348"/>
                  </a:lnTo>
                  <a:lnTo>
                    <a:pt x="417538" y="84181"/>
                  </a:lnTo>
                  <a:lnTo>
                    <a:pt x="419064" y="82597"/>
                  </a:lnTo>
                  <a:lnTo>
                    <a:pt x="420616" y="81037"/>
                  </a:lnTo>
                  <a:lnTo>
                    <a:pt x="423727" y="77963"/>
                  </a:lnTo>
                  <a:lnTo>
                    <a:pt x="425255" y="76450"/>
                  </a:lnTo>
                  <a:lnTo>
                    <a:pt x="426814" y="74959"/>
                  </a:lnTo>
                  <a:lnTo>
                    <a:pt x="428366" y="73446"/>
                  </a:lnTo>
                  <a:lnTo>
                    <a:pt x="429893" y="71978"/>
                  </a:lnTo>
                  <a:lnTo>
                    <a:pt x="431444" y="70535"/>
                  </a:lnTo>
                  <a:lnTo>
                    <a:pt x="433004" y="69068"/>
                  </a:lnTo>
                  <a:lnTo>
                    <a:pt x="434556" y="67647"/>
                  </a:lnTo>
                  <a:lnTo>
                    <a:pt x="436083" y="66227"/>
                  </a:lnTo>
                  <a:lnTo>
                    <a:pt x="437634" y="64806"/>
                  </a:lnTo>
                  <a:lnTo>
                    <a:pt x="439195" y="63432"/>
                  </a:lnTo>
                  <a:lnTo>
                    <a:pt x="440713" y="62058"/>
                  </a:lnTo>
                  <a:lnTo>
                    <a:pt x="442273" y="60685"/>
                  </a:lnTo>
                  <a:lnTo>
                    <a:pt x="445384" y="58030"/>
                  </a:lnTo>
                  <a:lnTo>
                    <a:pt x="446903" y="56702"/>
                  </a:lnTo>
                  <a:lnTo>
                    <a:pt x="448463" y="55398"/>
                  </a:lnTo>
                  <a:lnTo>
                    <a:pt x="450015" y="54118"/>
                  </a:lnTo>
                  <a:lnTo>
                    <a:pt x="451542" y="52838"/>
                  </a:lnTo>
                  <a:lnTo>
                    <a:pt x="453101" y="51579"/>
                  </a:lnTo>
                  <a:lnTo>
                    <a:pt x="454653" y="50345"/>
                  </a:lnTo>
                  <a:lnTo>
                    <a:pt x="456180" y="49112"/>
                  </a:lnTo>
                  <a:lnTo>
                    <a:pt x="457732" y="47900"/>
                  </a:lnTo>
                  <a:lnTo>
                    <a:pt x="459291" y="46712"/>
                  </a:lnTo>
                  <a:lnTo>
                    <a:pt x="460843" y="45502"/>
                  </a:lnTo>
                  <a:lnTo>
                    <a:pt x="462370" y="44338"/>
                  </a:lnTo>
                  <a:lnTo>
                    <a:pt x="463921" y="43197"/>
                  </a:lnTo>
                  <a:lnTo>
                    <a:pt x="465482" y="42032"/>
                  </a:lnTo>
                  <a:lnTo>
                    <a:pt x="467000" y="40914"/>
                  </a:lnTo>
                  <a:lnTo>
                    <a:pt x="468560" y="39820"/>
                  </a:lnTo>
                  <a:lnTo>
                    <a:pt x="470112" y="38702"/>
                  </a:lnTo>
                  <a:lnTo>
                    <a:pt x="471671" y="37631"/>
                  </a:lnTo>
                  <a:lnTo>
                    <a:pt x="473190" y="36560"/>
                  </a:lnTo>
                  <a:lnTo>
                    <a:pt x="474750" y="35512"/>
                  </a:lnTo>
                  <a:lnTo>
                    <a:pt x="476302" y="34487"/>
                  </a:lnTo>
                  <a:lnTo>
                    <a:pt x="477828" y="33463"/>
                  </a:lnTo>
                  <a:lnTo>
                    <a:pt x="479380" y="32438"/>
                  </a:lnTo>
                  <a:lnTo>
                    <a:pt x="482500" y="30482"/>
                  </a:lnTo>
                  <a:lnTo>
                    <a:pt x="484019" y="29504"/>
                  </a:lnTo>
                  <a:lnTo>
                    <a:pt x="487130" y="27641"/>
                  </a:lnTo>
                  <a:lnTo>
                    <a:pt x="488656" y="26709"/>
                  </a:lnTo>
                  <a:lnTo>
                    <a:pt x="493320" y="24054"/>
                  </a:lnTo>
                  <a:lnTo>
                    <a:pt x="494847" y="23216"/>
                  </a:lnTo>
                  <a:lnTo>
                    <a:pt x="497959" y="21540"/>
                  </a:lnTo>
                  <a:lnTo>
                    <a:pt x="499477" y="20748"/>
                  </a:lnTo>
                  <a:lnTo>
                    <a:pt x="502589" y="19165"/>
                  </a:lnTo>
                  <a:lnTo>
                    <a:pt x="504148" y="18396"/>
                  </a:lnTo>
                  <a:lnTo>
                    <a:pt x="505667" y="17651"/>
                  </a:lnTo>
                  <a:lnTo>
                    <a:pt x="507226" y="16906"/>
                  </a:lnTo>
                  <a:lnTo>
                    <a:pt x="508778" y="16207"/>
                  </a:lnTo>
                  <a:lnTo>
                    <a:pt x="510306" y="15509"/>
                  </a:lnTo>
                  <a:lnTo>
                    <a:pt x="511865" y="14810"/>
                  </a:lnTo>
                  <a:lnTo>
                    <a:pt x="513417" y="14135"/>
                  </a:lnTo>
                  <a:lnTo>
                    <a:pt x="514977" y="13483"/>
                  </a:lnTo>
                  <a:lnTo>
                    <a:pt x="516495" y="12831"/>
                  </a:lnTo>
                  <a:lnTo>
                    <a:pt x="519607" y="11620"/>
                  </a:lnTo>
                  <a:lnTo>
                    <a:pt x="521134" y="11014"/>
                  </a:lnTo>
                  <a:lnTo>
                    <a:pt x="522685" y="10432"/>
                  </a:lnTo>
                  <a:lnTo>
                    <a:pt x="524246" y="9873"/>
                  </a:lnTo>
                  <a:lnTo>
                    <a:pt x="525764" y="9314"/>
                  </a:lnTo>
                  <a:lnTo>
                    <a:pt x="528876" y="8290"/>
                  </a:lnTo>
                  <a:lnTo>
                    <a:pt x="530435" y="7755"/>
                  </a:lnTo>
                  <a:lnTo>
                    <a:pt x="531954" y="7288"/>
                  </a:lnTo>
                  <a:lnTo>
                    <a:pt x="535065" y="6357"/>
                  </a:lnTo>
                  <a:lnTo>
                    <a:pt x="536593" y="5938"/>
                  </a:lnTo>
                  <a:lnTo>
                    <a:pt x="538152" y="5495"/>
                  </a:lnTo>
                  <a:lnTo>
                    <a:pt x="539704" y="5076"/>
                  </a:lnTo>
                  <a:lnTo>
                    <a:pt x="541264" y="4704"/>
                  </a:lnTo>
                  <a:lnTo>
                    <a:pt x="542782" y="4331"/>
                  </a:lnTo>
                  <a:lnTo>
                    <a:pt x="544342" y="3959"/>
                  </a:lnTo>
                  <a:lnTo>
                    <a:pt x="545894" y="3633"/>
                  </a:lnTo>
                  <a:lnTo>
                    <a:pt x="547420" y="3307"/>
                  </a:lnTo>
                  <a:lnTo>
                    <a:pt x="548972" y="2957"/>
                  </a:lnTo>
                  <a:lnTo>
                    <a:pt x="552084" y="2398"/>
                  </a:lnTo>
                  <a:lnTo>
                    <a:pt x="553611" y="2119"/>
                  </a:lnTo>
                  <a:lnTo>
                    <a:pt x="556722" y="1653"/>
                  </a:lnTo>
                  <a:lnTo>
                    <a:pt x="558241" y="1421"/>
                  </a:lnTo>
                  <a:lnTo>
                    <a:pt x="559801" y="1211"/>
                  </a:lnTo>
                  <a:lnTo>
                    <a:pt x="562912" y="838"/>
                  </a:lnTo>
                  <a:lnTo>
                    <a:pt x="564431" y="699"/>
                  </a:lnTo>
                  <a:lnTo>
                    <a:pt x="567551" y="420"/>
                  </a:lnTo>
                  <a:lnTo>
                    <a:pt x="569070" y="327"/>
                  </a:lnTo>
                  <a:lnTo>
                    <a:pt x="572181" y="140"/>
                  </a:lnTo>
                  <a:lnTo>
                    <a:pt x="573741" y="93"/>
                  </a:lnTo>
                  <a:lnTo>
                    <a:pt x="575259" y="47"/>
                  </a:lnTo>
                  <a:lnTo>
                    <a:pt x="576820" y="0"/>
                  </a:lnTo>
                  <a:close/>
                </a:path>
              </a:pathLst>
            </a:custGeom>
            <a:solidFill>
              <a:srgbClr val="A9A9A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solidFill>
                  <a:schemeClr val="lt1"/>
                </a:solidFill>
              </a:endParaRPr>
            </a:p>
          </p:txBody>
        </p:sp>
        <p:sp>
          <p:nvSpPr>
            <p:cNvPr id="384" name="Freeform: Shape 383">
              <a:extLst>
                <a:ext uri="{FF2B5EF4-FFF2-40B4-BE49-F238E27FC236}">
                  <a16:creationId xmlns:a16="http://schemas.microsoft.com/office/drawing/2014/main" id="{985413E8-2FEF-363E-E498-F634CB5EFFDF}"/>
                </a:ext>
              </a:extLst>
            </p:cNvPr>
            <p:cNvSpPr/>
            <p:nvPr/>
          </p:nvSpPr>
          <p:spPr>
            <a:xfrm>
              <a:off x="7861271" y="3938457"/>
              <a:ext cx="131930" cy="1314211"/>
            </a:xfrm>
            <a:custGeom>
              <a:avLst/>
              <a:gdLst>
                <a:gd name="connsiteX0" fmla="*/ 130392 w 131930"/>
                <a:gd name="connsiteY0" fmla="*/ 0 h 1314211"/>
                <a:gd name="connsiteX1" fmla="*/ 131930 w 131930"/>
                <a:gd name="connsiteY1" fmla="*/ 1314211 h 1314211"/>
                <a:gd name="connsiteX2" fmla="*/ 109615 w 131930"/>
                <a:gd name="connsiteY2" fmla="*/ 1314211 h 1314211"/>
                <a:gd name="connsiteX3" fmla="*/ 0 w 131930"/>
                <a:gd name="connsiteY3" fmla="*/ 1314211 h 1314211"/>
                <a:gd name="connsiteX4" fmla="*/ 0 w 131930"/>
                <a:gd name="connsiteY4" fmla="*/ 295168 h 1314211"/>
                <a:gd name="connsiteX5" fmla="*/ 1982 w 131930"/>
                <a:gd name="connsiteY5" fmla="*/ 290865 h 1314211"/>
                <a:gd name="connsiteX6" fmla="*/ 3501 w 131930"/>
                <a:gd name="connsiteY6" fmla="*/ 287489 h 1314211"/>
                <a:gd name="connsiteX7" fmla="*/ 8175 w 131930"/>
                <a:gd name="connsiteY7" fmla="*/ 277285 h 1314211"/>
                <a:gd name="connsiteX8" fmla="*/ 9694 w 131930"/>
                <a:gd name="connsiteY8" fmla="*/ 273885 h 1314211"/>
                <a:gd name="connsiteX9" fmla="*/ 11255 w 131930"/>
                <a:gd name="connsiteY9" fmla="*/ 270479 h 1314211"/>
                <a:gd name="connsiteX10" fmla="*/ 12807 w 131930"/>
                <a:gd name="connsiteY10" fmla="*/ 267056 h 1314211"/>
                <a:gd name="connsiteX11" fmla="*/ 14335 w 131930"/>
                <a:gd name="connsiteY11" fmla="*/ 263656 h 1314211"/>
                <a:gd name="connsiteX12" fmla="*/ 19001 w 131930"/>
                <a:gd name="connsiteY12" fmla="*/ 253380 h 1314211"/>
                <a:gd name="connsiteX13" fmla="*/ 20528 w 131930"/>
                <a:gd name="connsiteY13" fmla="*/ 249957 h 1314211"/>
                <a:gd name="connsiteX14" fmla="*/ 22089 w 131930"/>
                <a:gd name="connsiteY14" fmla="*/ 246510 h 1314211"/>
                <a:gd name="connsiteX15" fmla="*/ 23641 w 131930"/>
                <a:gd name="connsiteY15" fmla="*/ 243086 h 1314211"/>
                <a:gd name="connsiteX16" fmla="*/ 25169 w 131930"/>
                <a:gd name="connsiteY16" fmla="*/ 239632 h 1314211"/>
                <a:gd name="connsiteX17" fmla="*/ 29834 w 131930"/>
                <a:gd name="connsiteY17" fmla="*/ 229291 h 1314211"/>
                <a:gd name="connsiteX18" fmla="*/ 31361 w 131930"/>
                <a:gd name="connsiteY18" fmla="*/ 225844 h 1314211"/>
                <a:gd name="connsiteX19" fmla="*/ 32914 w 131930"/>
                <a:gd name="connsiteY19" fmla="*/ 222396 h 1314211"/>
                <a:gd name="connsiteX20" fmla="*/ 34475 w 131930"/>
                <a:gd name="connsiteY20" fmla="*/ 218925 h 1314211"/>
                <a:gd name="connsiteX21" fmla="*/ 35994 w 131930"/>
                <a:gd name="connsiteY21" fmla="*/ 215478 h 1314211"/>
                <a:gd name="connsiteX22" fmla="*/ 40668 w 131930"/>
                <a:gd name="connsiteY22" fmla="*/ 205064 h 1314211"/>
                <a:gd name="connsiteX23" fmla="*/ 42187 w 131930"/>
                <a:gd name="connsiteY23" fmla="*/ 201594 h 1314211"/>
                <a:gd name="connsiteX24" fmla="*/ 43748 w 131930"/>
                <a:gd name="connsiteY24" fmla="*/ 198098 h 1314211"/>
                <a:gd name="connsiteX25" fmla="*/ 45300 w 131930"/>
                <a:gd name="connsiteY25" fmla="*/ 194627 h 1314211"/>
                <a:gd name="connsiteX26" fmla="*/ 46827 w 131930"/>
                <a:gd name="connsiteY26" fmla="*/ 191156 h 1314211"/>
                <a:gd name="connsiteX27" fmla="*/ 51492 w 131930"/>
                <a:gd name="connsiteY27" fmla="*/ 180671 h 1314211"/>
                <a:gd name="connsiteX28" fmla="*/ 53021 w 131930"/>
                <a:gd name="connsiteY28" fmla="*/ 177176 h 1314211"/>
                <a:gd name="connsiteX29" fmla="*/ 56133 w 131930"/>
                <a:gd name="connsiteY29" fmla="*/ 170186 h 1314211"/>
                <a:gd name="connsiteX30" fmla="*/ 57662 w 131930"/>
                <a:gd name="connsiteY30" fmla="*/ 166691 h 1314211"/>
                <a:gd name="connsiteX31" fmla="*/ 59213 w 131930"/>
                <a:gd name="connsiteY31" fmla="*/ 163172 h 1314211"/>
                <a:gd name="connsiteX32" fmla="*/ 60774 w 131930"/>
                <a:gd name="connsiteY32" fmla="*/ 159677 h 1314211"/>
                <a:gd name="connsiteX33" fmla="*/ 62327 w 131930"/>
                <a:gd name="connsiteY33" fmla="*/ 156158 h 1314211"/>
                <a:gd name="connsiteX34" fmla="*/ 63854 w 131930"/>
                <a:gd name="connsiteY34" fmla="*/ 152639 h 1314211"/>
                <a:gd name="connsiteX35" fmla="*/ 66968 w 131930"/>
                <a:gd name="connsiteY35" fmla="*/ 145607 h 1314211"/>
                <a:gd name="connsiteX36" fmla="*/ 68486 w 131930"/>
                <a:gd name="connsiteY36" fmla="*/ 142088 h 1314211"/>
                <a:gd name="connsiteX37" fmla="*/ 71600 w 131930"/>
                <a:gd name="connsiteY37" fmla="*/ 135051 h 1314211"/>
                <a:gd name="connsiteX38" fmla="*/ 73127 w 131930"/>
                <a:gd name="connsiteY38" fmla="*/ 131532 h 1314211"/>
                <a:gd name="connsiteX39" fmla="*/ 74679 w 131930"/>
                <a:gd name="connsiteY39" fmla="*/ 127995 h 1314211"/>
                <a:gd name="connsiteX40" fmla="*/ 76241 w 131930"/>
                <a:gd name="connsiteY40" fmla="*/ 124476 h 1314211"/>
                <a:gd name="connsiteX41" fmla="*/ 77793 w 131930"/>
                <a:gd name="connsiteY41" fmla="*/ 120934 h 1314211"/>
                <a:gd name="connsiteX42" fmla="*/ 79320 w 131930"/>
                <a:gd name="connsiteY42" fmla="*/ 117391 h 1314211"/>
                <a:gd name="connsiteX43" fmla="*/ 80880 w 131930"/>
                <a:gd name="connsiteY43" fmla="*/ 113872 h 1314211"/>
                <a:gd name="connsiteX44" fmla="*/ 82433 w 131930"/>
                <a:gd name="connsiteY44" fmla="*/ 110335 h 1314211"/>
                <a:gd name="connsiteX45" fmla="*/ 83961 w 131930"/>
                <a:gd name="connsiteY45" fmla="*/ 106792 h 1314211"/>
                <a:gd name="connsiteX46" fmla="*/ 88626 w 131930"/>
                <a:gd name="connsiteY46" fmla="*/ 96171 h 1314211"/>
                <a:gd name="connsiteX47" fmla="*/ 90153 w 131930"/>
                <a:gd name="connsiteY47" fmla="*/ 92627 h 1314211"/>
                <a:gd name="connsiteX48" fmla="*/ 91706 w 131930"/>
                <a:gd name="connsiteY48" fmla="*/ 89061 h 1314211"/>
                <a:gd name="connsiteX49" fmla="*/ 93267 w 131930"/>
                <a:gd name="connsiteY49" fmla="*/ 85524 h 1314211"/>
                <a:gd name="connsiteX50" fmla="*/ 94786 w 131930"/>
                <a:gd name="connsiteY50" fmla="*/ 81958 h 1314211"/>
                <a:gd name="connsiteX51" fmla="*/ 96346 w 131930"/>
                <a:gd name="connsiteY51" fmla="*/ 78415 h 1314211"/>
                <a:gd name="connsiteX52" fmla="*/ 97899 w 131930"/>
                <a:gd name="connsiteY52" fmla="*/ 74854 h 1314211"/>
                <a:gd name="connsiteX53" fmla="*/ 99459 w 131930"/>
                <a:gd name="connsiteY53" fmla="*/ 71311 h 1314211"/>
                <a:gd name="connsiteX54" fmla="*/ 100979 w 131930"/>
                <a:gd name="connsiteY54" fmla="*/ 67745 h 1314211"/>
                <a:gd name="connsiteX55" fmla="*/ 102540 w 131930"/>
                <a:gd name="connsiteY55" fmla="*/ 64202 h 1314211"/>
                <a:gd name="connsiteX56" fmla="*/ 104093 w 131930"/>
                <a:gd name="connsiteY56" fmla="*/ 60641 h 1314211"/>
                <a:gd name="connsiteX57" fmla="*/ 105619 w 131930"/>
                <a:gd name="connsiteY57" fmla="*/ 57075 h 1314211"/>
                <a:gd name="connsiteX58" fmla="*/ 109615 w 131930"/>
                <a:gd name="connsiteY58" fmla="*/ 47917 h 1314211"/>
                <a:gd name="connsiteX59" fmla="*/ 110285 w 131930"/>
                <a:gd name="connsiteY59" fmla="*/ 46381 h 1314211"/>
                <a:gd name="connsiteX60" fmla="*/ 111813 w 131930"/>
                <a:gd name="connsiteY60" fmla="*/ 42815 h 1314211"/>
                <a:gd name="connsiteX61" fmla="*/ 114926 w 131930"/>
                <a:gd name="connsiteY61" fmla="*/ 35688 h 1314211"/>
                <a:gd name="connsiteX62" fmla="*/ 116452 w 131930"/>
                <a:gd name="connsiteY62" fmla="*/ 32121 h 1314211"/>
                <a:gd name="connsiteX63" fmla="*/ 121119 w 131930"/>
                <a:gd name="connsiteY63" fmla="*/ 21427 h 1314211"/>
                <a:gd name="connsiteX64" fmla="*/ 122646 w 131930"/>
                <a:gd name="connsiteY64" fmla="*/ 17843 h 1314211"/>
                <a:gd name="connsiteX65" fmla="*/ 125759 w 131930"/>
                <a:gd name="connsiteY65" fmla="*/ 10716 h 1314211"/>
                <a:gd name="connsiteX66" fmla="*/ 127278 w 131930"/>
                <a:gd name="connsiteY66" fmla="*/ 7149 h 1314211"/>
                <a:gd name="connsiteX67" fmla="*/ 128839 w 131930"/>
                <a:gd name="connsiteY67" fmla="*/ 3558 h 1314211"/>
                <a:gd name="connsiteX68" fmla="*/ 130392 w 131930"/>
                <a:gd name="connsiteY68" fmla="*/ 0 h 131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31930" h="1314211">
                  <a:moveTo>
                    <a:pt x="130392" y="0"/>
                  </a:moveTo>
                  <a:lnTo>
                    <a:pt x="131930" y="1314211"/>
                  </a:lnTo>
                  <a:lnTo>
                    <a:pt x="109615" y="1314211"/>
                  </a:lnTo>
                  <a:lnTo>
                    <a:pt x="0" y="1314211"/>
                  </a:lnTo>
                  <a:lnTo>
                    <a:pt x="0" y="295168"/>
                  </a:lnTo>
                  <a:lnTo>
                    <a:pt x="1982" y="290865"/>
                  </a:lnTo>
                  <a:lnTo>
                    <a:pt x="3501" y="287489"/>
                  </a:lnTo>
                  <a:lnTo>
                    <a:pt x="8175" y="277285"/>
                  </a:lnTo>
                  <a:lnTo>
                    <a:pt x="9694" y="273885"/>
                  </a:lnTo>
                  <a:lnTo>
                    <a:pt x="11255" y="270479"/>
                  </a:lnTo>
                  <a:lnTo>
                    <a:pt x="12807" y="267056"/>
                  </a:lnTo>
                  <a:lnTo>
                    <a:pt x="14335" y="263656"/>
                  </a:lnTo>
                  <a:lnTo>
                    <a:pt x="19001" y="253380"/>
                  </a:lnTo>
                  <a:lnTo>
                    <a:pt x="20528" y="249957"/>
                  </a:lnTo>
                  <a:lnTo>
                    <a:pt x="22089" y="246510"/>
                  </a:lnTo>
                  <a:lnTo>
                    <a:pt x="23641" y="243086"/>
                  </a:lnTo>
                  <a:lnTo>
                    <a:pt x="25169" y="239632"/>
                  </a:lnTo>
                  <a:lnTo>
                    <a:pt x="29834" y="229291"/>
                  </a:lnTo>
                  <a:lnTo>
                    <a:pt x="31361" y="225844"/>
                  </a:lnTo>
                  <a:lnTo>
                    <a:pt x="32914" y="222396"/>
                  </a:lnTo>
                  <a:lnTo>
                    <a:pt x="34475" y="218925"/>
                  </a:lnTo>
                  <a:lnTo>
                    <a:pt x="35994" y="215478"/>
                  </a:lnTo>
                  <a:lnTo>
                    <a:pt x="40668" y="205064"/>
                  </a:lnTo>
                  <a:lnTo>
                    <a:pt x="42187" y="201594"/>
                  </a:lnTo>
                  <a:lnTo>
                    <a:pt x="43748" y="198098"/>
                  </a:lnTo>
                  <a:lnTo>
                    <a:pt x="45300" y="194627"/>
                  </a:lnTo>
                  <a:lnTo>
                    <a:pt x="46827" y="191156"/>
                  </a:lnTo>
                  <a:lnTo>
                    <a:pt x="51492" y="180671"/>
                  </a:lnTo>
                  <a:lnTo>
                    <a:pt x="53021" y="177176"/>
                  </a:lnTo>
                  <a:lnTo>
                    <a:pt x="56133" y="170186"/>
                  </a:lnTo>
                  <a:lnTo>
                    <a:pt x="57662" y="166691"/>
                  </a:lnTo>
                  <a:lnTo>
                    <a:pt x="59213" y="163172"/>
                  </a:lnTo>
                  <a:lnTo>
                    <a:pt x="60774" y="159677"/>
                  </a:lnTo>
                  <a:lnTo>
                    <a:pt x="62327" y="156158"/>
                  </a:lnTo>
                  <a:lnTo>
                    <a:pt x="63854" y="152639"/>
                  </a:lnTo>
                  <a:lnTo>
                    <a:pt x="66968" y="145607"/>
                  </a:lnTo>
                  <a:lnTo>
                    <a:pt x="68486" y="142088"/>
                  </a:lnTo>
                  <a:lnTo>
                    <a:pt x="71600" y="135051"/>
                  </a:lnTo>
                  <a:lnTo>
                    <a:pt x="73127" y="131532"/>
                  </a:lnTo>
                  <a:lnTo>
                    <a:pt x="74679" y="127995"/>
                  </a:lnTo>
                  <a:lnTo>
                    <a:pt x="76241" y="124476"/>
                  </a:lnTo>
                  <a:lnTo>
                    <a:pt x="77793" y="120934"/>
                  </a:lnTo>
                  <a:lnTo>
                    <a:pt x="79320" y="117391"/>
                  </a:lnTo>
                  <a:lnTo>
                    <a:pt x="80880" y="113872"/>
                  </a:lnTo>
                  <a:lnTo>
                    <a:pt x="82433" y="110335"/>
                  </a:lnTo>
                  <a:lnTo>
                    <a:pt x="83961" y="106792"/>
                  </a:lnTo>
                  <a:lnTo>
                    <a:pt x="88626" y="96171"/>
                  </a:lnTo>
                  <a:lnTo>
                    <a:pt x="90153" y="92627"/>
                  </a:lnTo>
                  <a:lnTo>
                    <a:pt x="91706" y="89061"/>
                  </a:lnTo>
                  <a:lnTo>
                    <a:pt x="93267" y="85524"/>
                  </a:lnTo>
                  <a:lnTo>
                    <a:pt x="94786" y="81958"/>
                  </a:lnTo>
                  <a:lnTo>
                    <a:pt x="96346" y="78415"/>
                  </a:lnTo>
                  <a:lnTo>
                    <a:pt x="97899" y="74854"/>
                  </a:lnTo>
                  <a:lnTo>
                    <a:pt x="99459" y="71311"/>
                  </a:lnTo>
                  <a:lnTo>
                    <a:pt x="100979" y="67745"/>
                  </a:lnTo>
                  <a:lnTo>
                    <a:pt x="102540" y="64202"/>
                  </a:lnTo>
                  <a:lnTo>
                    <a:pt x="104093" y="60641"/>
                  </a:lnTo>
                  <a:lnTo>
                    <a:pt x="105619" y="57075"/>
                  </a:lnTo>
                  <a:lnTo>
                    <a:pt x="109615" y="47917"/>
                  </a:lnTo>
                  <a:lnTo>
                    <a:pt x="110285" y="46381"/>
                  </a:lnTo>
                  <a:lnTo>
                    <a:pt x="111813" y="42815"/>
                  </a:lnTo>
                  <a:lnTo>
                    <a:pt x="114926" y="35688"/>
                  </a:lnTo>
                  <a:lnTo>
                    <a:pt x="116452" y="32121"/>
                  </a:lnTo>
                  <a:lnTo>
                    <a:pt x="121119" y="21427"/>
                  </a:lnTo>
                  <a:lnTo>
                    <a:pt x="122646" y="17843"/>
                  </a:lnTo>
                  <a:lnTo>
                    <a:pt x="125759" y="10716"/>
                  </a:lnTo>
                  <a:lnTo>
                    <a:pt x="127278" y="7149"/>
                  </a:lnTo>
                  <a:lnTo>
                    <a:pt x="128839" y="3558"/>
                  </a:lnTo>
                  <a:lnTo>
                    <a:pt x="130392" y="0"/>
                  </a:lnTo>
                  <a:close/>
                </a:path>
              </a:pathLst>
            </a:custGeom>
            <a:solidFill>
              <a:srgbClr val="A9A9A9"/>
            </a:solid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noProof="0">
                <a:solidFill>
                  <a:schemeClr val="lt1"/>
                </a:solidFill>
              </a:endParaRPr>
            </a:p>
          </p:txBody>
        </p:sp>
        <p:sp>
          <p:nvSpPr>
            <p:cNvPr id="383" name="Freeform: Shape 382">
              <a:extLst>
                <a:ext uri="{FF2B5EF4-FFF2-40B4-BE49-F238E27FC236}">
                  <a16:creationId xmlns:a16="http://schemas.microsoft.com/office/drawing/2014/main" id="{7CF05C23-1142-9852-80B4-AFCA224F62C7}"/>
                </a:ext>
              </a:extLst>
            </p:cNvPr>
            <p:cNvSpPr/>
            <p:nvPr/>
          </p:nvSpPr>
          <p:spPr>
            <a:xfrm>
              <a:off x="6255004" y="3921975"/>
              <a:ext cx="1738198" cy="1331448"/>
            </a:xfrm>
            <a:custGeom>
              <a:avLst/>
              <a:gdLst>
                <a:gd name="connsiteX0" fmla="*/ 1736639 w 1738198"/>
                <a:gd name="connsiteY0" fmla="*/ 0 h 1331448"/>
                <a:gd name="connsiteX1" fmla="*/ 1736659 w 1738198"/>
                <a:gd name="connsiteY1" fmla="*/ 16481 h 1331448"/>
                <a:gd name="connsiteX2" fmla="*/ 1735106 w 1738198"/>
                <a:gd name="connsiteY2" fmla="*/ 20039 h 1331448"/>
                <a:gd name="connsiteX3" fmla="*/ 1733545 w 1738198"/>
                <a:gd name="connsiteY3" fmla="*/ 23630 h 1331448"/>
                <a:gd name="connsiteX4" fmla="*/ 1732026 w 1738198"/>
                <a:gd name="connsiteY4" fmla="*/ 27197 h 1331448"/>
                <a:gd name="connsiteX5" fmla="*/ 1728913 w 1738198"/>
                <a:gd name="connsiteY5" fmla="*/ 34324 h 1331448"/>
                <a:gd name="connsiteX6" fmla="*/ 1727386 w 1738198"/>
                <a:gd name="connsiteY6" fmla="*/ 37908 h 1331448"/>
                <a:gd name="connsiteX7" fmla="*/ 1722719 w 1738198"/>
                <a:gd name="connsiteY7" fmla="*/ 48602 h 1331448"/>
                <a:gd name="connsiteX8" fmla="*/ 1721193 w 1738198"/>
                <a:gd name="connsiteY8" fmla="*/ 52169 h 1331448"/>
                <a:gd name="connsiteX9" fmla="*/ 1718080 w 1738198"/>
                <a:gd name="connsiteY9" fmla="*/ 59296 h 1331448"/>
                <a:gd name="connsiteX10" fmla="*/ 1716552 w 1738198"/>
                <a:gd name="connsiteY10" fmla="*/ 62862 h 1331448"/>
                <a:gd name="connsiteX11" fmla="*/ 1715882 w 1738198"/>
                <a:gd name="connsiteY11" fmla="*/ 64398 h 1331448"/>
                <a:gd name="connsiteX12" fmla="*/ 1711886 w 1738198"/>
                <a:gd name="connsiteY12" fmla="*/ 73556 h 1331448"/>
                <a:gd name="connsiteX13" fmla="*/ 1710360 w 1738198"/>
                <a:gd name="connsiteY13" fmla="*/ 77122 h 1331448"/>
                <a:gd name="connsiteX14" fmla="*/ 1708807 w 1738198"/>
                <a:gd name="connsiteY14" fmla="*/ 80683 h 1331448"/>
                <a:gd name="connsiteX15" fmla="*/ 1707246 w 1738198"/>
                <a:gd name="connsiteY15" fmla="*/ 84226 h 1331448"/>
                <a:gd name="connsiteX16" fmla="*/ 1705726 w 1738198"/>
                <a:gd name="connsiteY16" fmla="*/ 87792 h 1331448"/>
                <a:gd name="connsiteX17" fmla="*/ 1704166 w 1738198"/>
                <a:gd name="connsiteY17" fmla="*/ 91335 h 1331448"/>
                <a:gd name="connsiteX18" fmla="*/ 1702613 w 1738198"/>
                <a:gd name="connsiteY18" fmla="*/ 94896 h 1331448"/>
                <a:gd name="connsiteX19" fmla="*/ 1701053 w 1738198"/>
                <a:gd name="connsiteY19" fmla="*/ 98439 h 1331448"/>
                <a:gd name="connsiteX20" fmla="*/ 1699534 w 1738198"/>
                <a:gd name="connsiteY20" fmla="*/ 102005 h 1331448"/>
                <a:gd name="connsiteX21" fmla="*/ 1697973 w 1738198"/>
                <a:gd name="connsiteY21" fmla="*/ 105542 h 1331448"/>
                <a:gd name="connsiteX22" fmla="*/ 1696420 w 1738198"/>
                <a:gd name="connsiteY22" fmla="*/ 109108 h 1331448"/>
                <a:gd name="connsiteX23" fmla="*/ 1694893 w 1738198"/>
                <a:gd name="connsiteY23" fmla="*/ 112652 h 1331448"/>
                <a:gd name="connsiteX24" fmla="*/ 1690228 w 1738198"/>
                <a:gd name="connsiteY24" fmla="*/ 123273 h 1331448"/>
                <a:gd name="connsiteX25" fmla="*/ 1688700 w 1738198"/>
                <a:gd name="connsiteY25" fmla="*/ 126816 h 1331448"/>
                <a:gd name="connsiteX26" fmla="*/ 1687147 w 1738198"/>
                <a:gd name="connsiteY26" fmla="*/ 130353 h 1331448"/>
                <a:gd name="connsiteX27" fmla="*/ 1685587 w 1738198"/>
                <a:gd name="connsiteY27" fmla="*/ 133872 h 1331448"/>
                <a:gd name="connsiteX28" fmla="*/ 1684060 w 1738198"/>
                <a:gd name="connsiteY28" fmla="*/ 137415 h 1331448"/>
                <a:gd name="connsiteX29" fmla="*/ 1682508 w 1738198"/>
                <a:gd name="connsiteY29" fmla="*/ 140957 h 1331448"/>
                <a:gd name="connsiteX30" fmla="*/ 1680946 w 1738198"/>
                <a:gd name="connsiteY30" fmla="*/ 144476 h 1331448"/>
                <a:gd name="connsiteX31" fmla="*/ 1679394 w 1738198"/>
                <a:gd name="connsiteY31" fmla="*/ 148013 h 1331448"/>
                <a:gd name="connsiteX32" fmla="*/ 1677867 w 1738198"/>
                <a:gd name="connsiteY32" fmla="*/ 151532 h 1331448"/>
                <a:gd name="connsiteX33" fmla="*/ 1674753 w 1738198"/>
                <a:gd name="connsiteY33" fmla="*/ 158569 h 1331448"/>
                <a:gd name="connsiteX34" fmla="*/ 1673235 w 1738198"/>
                <a:gd name="connsiteY34" fmla="*/ 162088 h 1331448"/>
                <a:gd name="connsiteX35" fmla="*/ 1670121 w 1738198"/>
                <a:gd name="connsiteY35" fmla="*/ 169120 h 1331448"/>
                <a:gd name="connsiteX36" fmla="*/ 1668594 w 1738198"/>
                <a:gd name="connsiteY36" fmla="*/ 172639 h 1331448"/>
                <a:gd name="connsiteX37" fmla="*/ 1667041 w 1738198"/>
                <a:gd name="connsiteY37" fmla="*/ 176158 h 1331448"/>
                <a:gd name="connsiteX38" fmla="*/ 1665480 w 1738198"/>
                <a:gd name="connsiteY38" fmla="*/ 179653 h 1331448"/>
                <a:gd name="connsiteX39" fmla="*/ 1663929 w 1738198"/>
                <a:gd name="connsiteY39" fmla="*/ 183172 h 1331448"/>
                <a:gd name="connsiteX40" fmla="*/ 1662400 w 1738198"/>
                <a:gd name="connsiteY40" fmla="*/ 186667 h 1331448"/>
                <a:gd name="connsiteX41" fmla="*/ 1659288 w 1738198"/>
                <a:gd name="connsiteY41" fmla="*/ 193657 h 1331448"/>
                <a:gd name="connsiteX42" fmla="*/ 1657759 w 1738198"/>
                <a:gd name="connsiteY42" fmla="*/ 197152 h 1331448"/>
                <a:gd name="connsiteX43" fmla="*/ 1653094 w 1738198"/>
                <a:gd name="connsiteY43" fmla="*/ 207637 h 1331448"/>
                <a:gd name="connsiteX44" fmla="*/ 1651567 w 1738198"/>
                <a:gd name="connsiteY44" fmla="*/ 211108 h 1331448"/>
                <a:gd name="connsiteX45" fmla="*/ 1650015 w 1738198"/>
                <a:gd name="connsiteY45" fmla="*/ 214579 h 1331448"/>
                <a:gd name="connsiteX46" fmla="*/ 1648454 w 1738198"/>
                <a:gd name="connsiteY46" fmla="*/ 218075 h 1331448"/>
                <a:gd name="connsiteX47" fmla="*/ 1646935 w 1738198"/>
                <a:gd name="connsiteY47" fmla="*/ 221545 h 1331448"/>
                <a:gd name="connsiteX48" fmla="*/ 1642261 w 1738198"/>
                <a:gd name="connsiteY48" fmla="*/ 231959 h 1331448"/>
                <a:gd name="connsiteX49" fmla="*/ 1640742 w 1738198"/>
                <a:gd name="connsiteY49" fmla="*/ 235406 h 1331448"/>
                <a:gd name="connsiteX50" fmla="*/ 1639181 w 1738198"/>
                <a:gd name="connsiteY50" fmla="*/ 238877 h 1331448"/>
                <a:gd name="connsiteX51" fmla="*/ 1637628 w 1738198"/>
                <a:gd name="connsiteY51" fmla="*/ 242325 h 1331448"/>
                <a:gd name="connsiteX52" fmla="*/ 1636101 w 1738198"/>
                <a:gd name="connsiteY52" fmla="*/ 245772 h 1331448"/>
                <a:gd name="connsiteX53" fmla="*/ 1631436 w 1738198"/>
                <a:gd name="connsiteY53" fmla="*/ 256113 h 1331448"/>
                <a:gd name="connsiteX54" fmla="*/ 1629908 w 1738198"/>
                <a:gd name="connsiteY54" fmla="*/ 259567 h 1331448"/>
                <a:gd name="connsiteX55" fmla="*/ 1628356 w 1738198"/>
                <a:gd name="connsiteY55" fmla="*/ 262991 h 1331448"/>
                <a:gd name="connsiteX56" fmla="*/ 1626795 w 1738198"/>
                <a:gd name="connsiteY56" fmla="*/ 266438 h 1331448"/>
                <a:gd name="connsiteX57" fmla="*/ 1625268 w 1738198"/>
                <a:gd name="connsiteY57" fmla="*/ 269861 h 1331448"/>
                <a:gd name="connsiteX58" fmla="*/ 1620602 w 1738198"/>
                <a:gd name="connsiteY58" fmla="*/ 280137 h 1331448"/>
                <a:gd name="connsiteX59" fmla="*/ 1619074 w 1738198"/>
                <a:gd name="connsiteY59" fmla="*/ 283537 h 1331448"/>
                <a:gd name="connsiteX60" fmla="*/ 1617522 w 1738198"/>
                <a:gd name="connsiteY60" fmla="*/ 286960 h 1331448"/>
                <a:gd name="connsiteX61" fmla="*/ 1615961 w 1738198"/>
                <a:gd name="connsiteY61" fmla="*/ 290366 h 1331448"/>
                <a:gd name="connsiteX62" fmla="*/ 1614442 w 1738198"/>
                <a:gd name="connsiteY62" fmla="*/ 293766 h 1331448"/>
                <a:gd name="connsiteX63" fmla="*/ 1609768 w 1738198"/>
                <a:gd name="connsiteY63" fmla="*/ 303970 h 1331448"/>
                <a:gd name="connsiteX64" fmla="*/ 1608249 w 1738198"/>
                <a:gd name="connsiteY64" fmla="*/ 307346 h 1331448"/>
                <a:gd name="connsiteX65" fmla="*/ 1606267 w 1738198"/>
                <a:gd name="connsiteY65" fmla="*/ 311649 h 1331448"/>
                <a:gd name="connsiteX66" fmla="*/ 1606267 w 1738198"/>
                <a:gd name="connsiteY66" fmla="*/ 1330692 h 1331448"/>
                <a:gd name="connsiteX67" fmla="*/ 1715882 w 1738198"/>
                <a:gd name="connsiteY67" fmla="*/ 1330692 h 1331448"/>
                <a:gd name="connsiteX68" fmla="*/ 1738197 w 1738198"/>
                <a:gd name="connsiteY68" fmla="*/ 1330692 h 1331448"/>
                <a:gd name="connsiteX69" fmla="*/ 1738198 w 1738198"/>
                <a:gd name="connsiteY69" fmla="*/ 1331448 h 1331448"/>
                <a:gd name="connsiteX70" fmla="*/ 0 w 1738198"/>
                <a:gd name="connsiteY70" fmla="*/ 1331448 h 1331448"/>
                <a:gd name="connsiteX71" fmla="*/ 1556 w 1738198"/>
                <a:gd name="connsiteY71" fmla="*/ 1330703 h 1331448"/>
                <a:gd name="connsiteX72" fmla="*/ 3080 w 1738198"/>
                <a:gd name="connsiteY72" fmla="*/ 1330703 h 1331448"/>
                <a:gd name="connsiteX73" fmla="*/ 4636 w 1738198"/>
                <a:gd name="connsiteY73" fmla="*/ 1330679 h 1331448"/>
                <a:gd name="connsiteX74" fmla="*/ 7747 w 1738198"/>
                <a:gd name="connsiteY74" fmla="*/ 1330679 h 1331448"/>
                <a:gd name="connsiteX75" fmla="*/ 9270 w 1738198"/>
                <a:gd name="connsiteY75" fmla="*/ 1330661 h 1331448"/>
                <a:gd name="connsiteX76" fmla="*/ 12382 w 1738198"/>
                <a:gd name="connsiteY76" fmla="*/ 1330661 h 1331448"/>
                <a:gd name="connsiteX77" fmla="*/ 13905 w 1738198"/>
                <a:gd name="connsiteY77" fmla="*/ 1330638 h 1331448"/>
                <a:gd name="connsiteX78" fmla="*/ 17017 w 1738198"/>
                <a:gd name="connsiteY78" fmla="*/ 1330638 h 1331448"/>
                <a:gd name="connsiteX79" fmla="*/ 18572 w 1738198"/>
                <a:gd name="connsiteY79" fmla="*/ 1330614 h 1331448"/>
                <a:gd name="connsiteX80" fmla="*/ 20097 w 1738198"/>
                <a:gd name="connsiteY80" fmla="*/ 1330614 h 1331448"/>
                <a:gd name="connsiteX81" fmla="*/ 21652 w 1738198"/>
                <a:gd name="connsiteY81" fmla="*/ 1330590 h 1331448"/>
                <a:gd name="connsiteX82" fmla="*/ 24731 w 1738198"/>
                <a:gd name="connsiteY82" fmla="*/ 1330590 h 1331448"/>
                <a:gd name="connsiteX83" fmla="*/ 26287 w 1738198"/>
                <a:gd name="connsiteY83" fmla="*/ 1330566 h 1331448"/>
                <a:gd name="connsiteX84" fmla="*/ 27843 w 1738198"/>
                <a:gd name="connsiteY84" fmla="*/ 1330566 h 1331448"/>
                <a:gd name="connsiteX85" fmla="*/ 29366 w 1738198"/>
                <a:gd name="connsiteY85" fmla="*/ 1330542 h 1331448"/>
                <a:gd name="connsiteX86" fmla="*/ 32479 w 1738198"/>
                <a:gd name="connsiteY86" fmla="*/ 1330542 h 1331448"/>
                <a:gd name="connsiteX87" fmla="*/ 34034 w 1738198"/>
                <a:gd name="connsiteY87" fmla="*/ 1330519 h 1331448"/>
                <a:gd name="connsiteX88" fmla="*/ 35557 w 1738198"/>
                <a:gd name="connsiteY88" fmla="*/ 1330519 h 1331448"/>
                <a:gd name="connsiteX89" fmla="*/ 37113 w 1738198"/>
                <a:gd name="connsiteY89" fmla="*/ 1330494 h 1331448"/>
                <a:gd name="connsiteX90" fmla="*/ 40191 w 1738198"/>
                <a:gd name="connsiteY90" fmla="*/ 1330494 h 1331448"/>
                <a:gd name="connsiteX91" fmla="*/ 41747 w 1738198"/>
                <a:gd name="connsiteY91" fmla="*/ 1330471 h 1331448"/>
                <a:gd name="connsiteX92" fmla="*/ 43303 w 1738198"/>
                <a:gd name="connsiteY92" fmla="*/ 1330471 h 1331448"/>
                <a:gd name="connsiteX93" fmla="*/ 44859 w 1738198"/>
                <a:gd name="connsiteY93" fmla="*/ 1330447 h 1331448"/>
                <a:gd name="connsiteX94" fmla="*/ 46382 w 1738198"/>
                <a:gd name="connsiteY94" fmla="*/ 1330447 h 1331448"/>
                <a:gd name="connsiteX95" fmla="*/ 47939 w 1738198"/>
                <a:gd name="connsiteY95" fmla="*/ 1330423 h 1331448"/>
                <a:gd name="connsiteX96" fmla="*/ 49494 w 1738198"/>
                <a:gd name="connsiteY96" fmla="*/ 1330423 h 1331448"/>
                <a:gd name="connsiteX97" fmla="*/ 51018 w 1738198"/>
                <a:gd name="connsiteY97" fmla="*/ 1330405 h 1331448"/>
                <a:gd name="connsiteX98" fmla="*/ 52573 w 1738198"/>
                <a:gd name="connsiteY98" fmla="*/ 1330405 h 1331448"/>
                <a:gd name="connsiteX99" fmla="*/ 54129 w 1738198"/>
                <a:gd name="connsiteY99" fmla="*/ 1330381 h 1331448"/>
                <a:gd name="connsiteX100" fmla="*/ 55685 w 1738198"/>
                <a:gd name="connsiteY100" fmla="*/ 1330381 h 1331448"/>
                <a:gd name="connsiteX101" fmla="*/ 57208 w 1738198"/>
                <a:gd name="connsiteY101" fmla="*/ 1330357 h 1331448"/>
                <a:gd name="connsiteX102" fmla="*/ 58764 w 1738198"/>
                <a:gd name="connsiteY102" fmla="*/ 1330357 h 1331448"/>
                <a:gd name="connsiteX103" fmla="*/ 60320 w 1738198"/>
                <a:gd name="connsiteY103" fmla="*/ 1330333 h 1331448"/>
                <a:gd name="connsiteX104" fmla="*/ 61844 w 1738198"/>
                <a:gd name="connsiteY104" fmla="*/ 1330333 h 1331448"/>
                <a:gd name="connsiteX105" fmla="*/ 63400 w 1738198"/>
                <a:gd name="connsiteY105" fmla="*/ 1330310 h 1331448"/>
                <a:gd name="connsiteX106" fmla="*/ 64955 w 1738198"/>
                <a:gd name="connsiteY106" fmla="*/ 1330310 h 1331448"/>
                <a:gd name="connsiteX107" fmla="*/ 66511 w 1738198"/>
                <a:gd name="connsiteY107" fmla="*/ 1330286 h 1331448"/>
                <a:gd name="connsiteX108" fmla="*/ 68034 w 1738198"/>
                <a:gd name="connsiteY108" fmla="*/ 1330286 h 1331448"/>
                <a:gd name="connsiteX109" fmla="*/ 69590 w 1738198"/>
                <a:gd name="connsiteY109" fmla="*/ 1330262 h 1331448"/>
                <a:gd name="connsiteX110" fmla="*/ 71146 w 1738198"/>
                <a:gd name="connsiteY110" fmla="*/ 1330262 h 1331448"/>
                <a:gd name="connsiteX111" fmla="*/ 72669 w 1738198"/>
                <a:gd name="connsiteY111" fmla="*/ 1330238 h 1331448"/>
                <a:gd name="connsiteX112" fmla="*/ 74225 w 1738198"/>
                <a:gd name="connsiteY112" fmla="*/ 1330238 h 1331448"/>
                <a:gd name="connsiteX113" fmla="*/ 75780 w 1738198"/>
                <a:gd name="connsiteY113" fmla="*/ 1330214 h 1331448"/>
                <a:gd name="connsiteX114" fmla="*/ 77337 w 1738198"/>
                <a:gd name="connsiteY114" fmla="*/ 1330214 h 1331448"/>
                <a:gd name="connsiteX115" fmla="*/ 78860 w 1738198"/>
                <a:gd name="connsiteY115" fmla="*/ 1330191 h 1331448"/>
                <a:gd name="connsiteX116" fmla="*/ 80416 w 1738198"/>
                <a:gd name="connsiteY116" fmla="*/ 1330191 h 1331448"/>
                <a:gd name="connsiteX117" fmla="*/ 81972 w 1738198"/>
                <a:gd name="connsiteY117" fmla="*/ 1330166 h 1331448"/>
                <a:gd name="connsiteX118" fmla="*/ 83495 w 1738198"/>
                <a:gd name="connsiteY118" fmla="*/ 1330166 h 1331448"/>
                <a:gd name="connsiteX119" fmla="*/ 86607 w 1738198"/>
                <a:gd name="connsiteY119" fmla="*/ 1330125 h 1331448"/>
                <a:gd name="connsiteX120" fmla="*/ 88162 w 1738198"/>
                <a:gd name="connsiteY120" fmla="*/ 1330125 h 1331448"/>
                <a:gd name="connsiteX121" fmla="*/ 89687 w 1738198"/>
                <a:gd name="connsiteY121" fmla="*/ 1330101 h 1331448"/>
                <a:gd name="connsiteX122" fmla="*/ 91242 w 1738198"/>
                <a:gd name="connsiteY122" fmla="*/ 1330101 h 1331448"/>
                <a:gd name="connsiteX123" fmla="*/ 92798 w 1738198"/>
                <a:gd name="connsiteY123" fmla="*/ 1330077 h 1331448"/>
                <a:gd name="connsiteX124" fmla="*/ 94321 w 1738198"/>
                <a:gd name="connsiteY124" fmla="*/ 1330053 h 1331448"/>
                <a:gd name="connsiteX125" fmla="*/ 95877 w 1738198"/>
                <a:gd name="connsiteY125" fmla="*/ 1330053 h 1331448"/>
                <a:gd name="connsiteX126" fmla="*/ 97433 w 1738198"/>
                <a:gd name="connsiteY126" fmla="*/ 1330030 h 1331448"/>
                <a:gd name="connsiteX127" fmla="*/ 98956 w 1738198"/>
                <a:gd name="connsiteY127" fmla="*/ 1330030 h 1331448"/>
                <a:gd name="connsiteX128" fmla="*/ 102068 w 1738198"/>
                <a:gd name="connsiteY128" fmla="*/ 1329982 h 1331448"/>
                <a:gd name="connsiteX129" fmla="*/ 103623 w 1738198"/>
                <a:gd name="connsiteY129" fmla="*/ 1329982 h 1331448"/>
                <a:gd name="connsiteX130" fmla="*/ 105148 w 1738198"/>
                <a:gd name="connsiteY130" fmla="*/ 1329958 h 1331448"/>
                <a:gd name="connsiteX131" fmla="*/ 106703 w 1738198"/>
                <a:gd name="connsiteY131" fmla="*/ 1329934 h 1331448"/>
                <a:gd name="connsiteX132" fmla="*/ 108259 w 1738198"/>
                <a:gd name="connsiteY132" fmla="*/ 1329934 h 1331448"/>
                <a:gd name="connsiteX133" fmla="*/ 109782 w 1738198"/>
                <a:gd name="connsiteY133" fmla="*/ 1329910 h 1331448"/>
                <a:gd name="connsiteX134" fmla="*/ 111338 w 1738198"/>
                <a:gd name="connsiteY134" fmla="*/ 1329893 h 1331448"/>
                <a:gd name="connsiteX135" fmla="*/ 112894 w 1738198"/>
                <a:gd name="connsiteY135" fmla="*/ 1329893 h 1331448"/>
                <a:gd name="connsiteX136" fmla="*/ 114450 w 1738198"/>
                <a:gd name="connsiteY136" fmla="*/ 1329868 h 1331448"/>
                <a:gd name="connsiteX137" fmla="*/ 115973 w 1738198"/>
                <a:gd name="connsiteY137" fmla="*/ 1329844 h 1331448"/>
                <a:gd name="connsiteX138" fmla="*/ 117529 w 1738198"/>
                <a:gd name="connsiteY138" fmla="*/ 1329844 h 1331448"/>
                <a:gd name="connsiteX139" fmla="*/ 119084 w 1738198"/>
                <a:gd name="connsiteY139" fmla="*/ 1329821 h 1331448"/>
                <a:gd name="connsiteX140" fmla="*/ 120608 w 1738198"/>
                <a:gd name="connsiteY140" fmla="*/ 1329797 h 1331448"/>
                <a:gd name="connsiteX141" fmla="*/ 122164 w 1738198"/>
                <a:gd name="connsiteY141" fmla="*/ 1329773 h 1331448"/>
                <a:gd name="connsiteX142" fmla="*/ 123719 w 1738198"/>
                <a:gd name="connsiteY142" fmla="*/ 1329773 h 1331448"/>
                <a:gd name="connsiteX143" fmla="*/ 125276 w 1738198"/>
                <a:gd name="connsiteY143" fmla="*/ 1329749 h 1331448"/>
                <a:gd name="connsiteX144" fmla="*/ 126798 w 1738198"/>
                <a:gd name="connsiteY144" fmla="*/ 1329726 h 1331448"/>
                <a:gd name="connsiteX145" fmla="*/ 128354 w 1738198"/>
                <a:gd name="connsiteY145" fmla="*/ 1329702 h 1331448"/>
                <a:gd name="connsiteX146" fmla="*/ 129910 w 1738198"/>
                <a:gd name="connsiteY146" fmla="*/ 1329702 h 1331448"/>
                <a:gd name="connsiteX147" fmla="*/ 131433 w 1738198"/>
                <a:gd name="connsiteY147" fmla="*/ 1329677 h 1331448"/>
                <a:gd name="connsiteX148" fmla="*/ 134545 w 1738198"/>
                <a:gd name="connsiteY148" fmla="*/ 1329636 h 1331448"/>
                <a:gd name="connsiteX149" fmla="*/ 136101 w 1738198"/>
                <a:gd name="connsiteY149" fmla="*/ 1329636 h 1331448"/>
                <a:gd name="connsiteX150" fmla="*/ 137624 w 1738198"/>
                <a:gd name="connsiteY150" fmla="*/ 1329612 h 1331448"/>
                <a:gd name="connsiteX151" fmla="*/ 140736 w 1738198"/>
                <a:gd name="connsiteY151" fmla="*/ 1329565 h 1331448"/>
                <a:gd name="connsiteX152" fmla="*/ 142259 w 1738198"/>
                <a:gd name="connsiteY152" fmla="*/ 1329541 h 1331448"/>
                <a:gd name="connsiteX153" fmla="*/ 143815 w 1738198"/>
                <a:gd name="connsiteY153" fmla="*/ 1329541 h 1331448"/>
                <a:gd name="connsiteX154" fmla="*/ 146926 w 1738198"/>
                <a:gd name="connsiteY154" fmla="*/ 1329493 h 1331448"/>
                <a:gd name="connsiteX155" fmla="*/ 148451 w 1738198"/>
                <a:gd name="connsiteY155" fmla="*/ 1329469 h 1331448"/>
                <a:gd name="connsiteX156" fmla="*/ 151562 w 1738198"/>
                <a:gd name="connsiteY156" fmla="*/ 1329421 h 1331448"/>
                <a:gd name="connsiteX157" fmla="*/ 153085 w 1738198"/>
                <a:gd name="connsiteY157" fmla="*/ 1329404 h 1331448"/>
                <a:gd name="connsiteX158" fmla="*/ 154641 w 1738198"/>
                <a:gd name="connsiteY158" fmla="*/ 1329404 h 1331448"/>
                <a:gd name="connsiteX159" fmla="*/ 156197 w 1738198"/>
                <a:gd name="connsiteY159" fmla="*/ 1329379 h 1331448"/>
                <a:gd name="connsiteX160" fmla="*/ 157720 w 1738198"/>
                <a:gd name="connsiteY160" fmla="*/ 1329356 h 1331448"/>
                <a:gd name="connsiteX161" fmla="*/ 162387 w 1738198"/>
                <a:gd name="connsiteY161" fmla="*/ 1329284 h 1331448"/>
                <a:gd name="connsiteX162" fmla="*/ 163911 w 1738198"/>
                <a:gd name="connsiteY162" fmla="*/ 1329260 h 1331448"/>
                <a:gd name="connsiteX163" fmla="*/ 167023 w 1738198"/>
                <a:gd name="connsiteY163" fmla="*/ 1329213 h 1331448"/>
                <a:gd name="connsiteX164" fmla="*/ 168546 w 1738198"/>
                <a:gd name="connsiteY164" fmla="*/ 1329189 h 1331448"/>
                <a:gd name="connsiteX165" fmla="*/ 173213 w 1738198"/>
                <a:gd name="connsiteY165" fmla="*/ 1329123 h 1331448"/>
                <a:gd name="connsiteX166" fmla="*/ 174737 w 1738198"/>
                <a:gd name="connsiteY166" fmla="*/ 1329099 h 1331448"/>
                <a:gd name="connsiteX167" fmla="*/ 177849 w 1738198"/>
                <a:gd name="connsiteY167" fmla="*/ 1329052 h 1331448"/>
                <a:gd name="connsiteX168" fmla="*/ 179372 w 1738198"/>
                <a:gd name="connsiteY168" fmla="*/ 1329028 h 1331448"/>
                <a:gd name="connsiteX169" fmla="*/ 184040 w 1738198"/>
                <a:gd name="connsiteY169" fmla="*/ 1328957 h 1331448"/>
                <a:gd name="connsiteX170" fmla="*/ 185563 w 1738198"/>
                <a:gd name="connsiteY170" fmla="*/ 1328932 h 1331448"/>
                <a:gd name="connsiteX171" fmla="*/ 188674 w 1738198"/>
                <a:gd name="connsiteY171" fmla="*/ 1328890 h 1331448"/>
                <a:gd name="connsiteX172" fmla="*/ 190199 w 1738198"/>
                <a:gd name="connsiteY172" fmla="*/ 1328867 h 1331448"/>
                <a:gd name="connsiteX173" fmla="*/ 194866 w 1738198"/>
                <a:gd name="connsiteY173" fmla="*/ 1328795 h 1331448"/>
                <a:gd name="connsiteX174" fmla="*/ 196389 w 1738198"/>
                <a:gd name="connsiteY174" fmla="*/ 1328772 h 1331448"/>
                <a:gd name="connsiteX175" fmla="*/ 197945 w 1738198"/>
                <a:gd name="connsiteY175" fmla="*/ 1328724 h 1331448"/>
                <a:gd name="connsiteX176" fmla="*/ 199500 w 1738198"/>
                <a:gd name="connsiteY176" fmla="*/ 1328700 h 1331448"/>
                <a:gd name="connsiteX177" fmla="*/ 201024 w 1738198"/>
                <a:gd name="connsiteY177" fmla="*/ 1328676 h 1331448"/>
                <a:gd name="connsiteX178" fmla="*/ 205692 w 1738198"/>
                <a:gd name="connsiteY178" fmla="*/ 1328611 h 1331448"/>
                <a:gd name="connsiteX179" fmla="*/ 207215 w 1738198"/>
                <a:gd name="connsiteY179" fmla="*/ 1328563 h 1331448"/>
                <a:gd name="connsiteX180" fmla="*/ 210327 w 1738198"/>
                <a:gd name="connsiteY180" fmla="*/ 1328515 h 1331448"/>
                <a:gd name="connsiteX181" fmla="*/ 211849 w 1738198"/>
                <a:gd name="connsiteY181" fmla="*/ 1328492 h 1331448"/>
                <a:gd name="connsiteX182" fmla="*/ 213405 w 1738198"/>
                <a:gd name="connsiteY182" fmla="*/ 1328468 h 1331448"/>
                <a:gd name="connsiteX183" fmla="*/ 214961 w 1738198"/>
                <a:gd name="connsiteY183" fmla="*/ 1328420 h 1331448"/>
                <a:gd name="connsiteX184" fmla="*/ 216516 w 1738198"/>
                <a:gd name="connsiteY184" fmla="*/ 1328402 h 1331448"/>
                <a:gd name="connsiteX185" fmla="*/ 218040 w 1738198"/>
                <a:gd name="connsiteY185" fmla="*/ 1328378 h 1331448"/>
                <a:gd name="connsiteX186" fmla="*/ 219595 w 1738198"/>
                <a:gd name="connsiteY186" fmla="*/ 1328331 h 1331448"/>
                <a:gd name="connsiteX187" fmla="*/ 221152 w 1738198"/>
                <a:gd name="connsiteY187" fmla="*/ 1328306 h 1331448"/>
                <a:gd name="connsiteX188" fmla="*/ 222675 w 1738198"/>
                <a:gd name="connsiteY188" fmla="*/ 1328283 h 1331448"/>
                <a:gd name="connsiteX189" fmla="*/ 224231 w 1738198"/>
                <a:gd name="connsiteY189" fmla="*/ 1328259 h 1331448"/>
                <a:gd name="connsiteX190" fmla="*/ 225787 w 1738198"/>
                <a:gd name="connsiteY190" fmla="*/ 1328211 h 1331448"/>
                <a:gd name="connsiteX191" fmla="*/ 227310 w 1738198"/>
                <a:gd name="connsiteY191" fmla="*/ 1328187 h 1331448"/>
                <a:gd name="connsiteX192" fmla="*/ 228866 w 1738198"/>
                <a:gd name="connsiteY192" fmla="*/ 1328170 h 1331448"/>
                <a:gd name="connsiteX193" fmla="*/ 230421 w 1738198"/>
                <a:gd name="connsiteY193" fmla="*/ 1328122 h 1331448"/>
                <a:gd name="connsiteX194" fmla="*/ 231977 w 1738198"/>
                <a:gd name="connsiteY194" fmla="*/ 1328098 h 1331448"/>
                <a:gd name="connsiteX195" fmla="*/ 233500 w 1738198"/>
                <a:gd name="connsiteY195" fmla="*/ 1328050 h 1331448"/>
                <a:gd name="connsiteX196" fmla="*/ 236613 w 1738198"/>
                <a:gd name="connsiteY196" fmla="*/ 1328003 h 1331448"/>
                <a:gd name="connsiteX197" fmla="*/ 238136 w 1738198"/>
                <a:gd name="connsiteY197" fmla="*/ 1327955 h 1331448"/>
                <a:gd name="connsiteX198" fmla="*/ 239692 w 1738198"/>
                <a:gd name="connsiteY198" fmla="*/ 1327931 h 1331448"/>
                <a:gd name="connsiteX199" fmla="*/ 241248 w 1738198"/>
                <a:gd name="connsiteY199" fmla="*/ 1327889 h 1331448"/>
                <a:gd name="connsiteX200" fmla="*/ 242803 w 1738198"/>
                <a:gd name="connsiteY200" fmla="*/ 1327866 h 1331448"/>
                <a:gd name="connsiteX201" fmla="*/ 244327 w 1738198"/>
                <a:gd name="connsiteY201" fmla="*/ 1327818 h 1331448"/>
                <a:gd name="connsiteX202" fmla="*/ 245882 w 1738198"/>
                <a:gd name="connsiteY202" fmla="*/ 1327794 h 1331448"/>
                <a:gd name="connsiteX203" fmla="*/ 247438 w 1738198"/>
                <a:gd name="connsiteY203" fmla="*/ 1327747 h 1331448"/>
                <a:gd name="connsiteX204" fmla="*/ 248962 w 1738198"/>
                <a:gd name="connsiteY204" fmla="*/ 1327722 h 1331448"/>
                <a:gd name="connsiteX205" fmla="*/ 250518 w 1738198"/>
                <a:gd name="connsiteY205" fmla="*/ 1327680 h 1331448"/>
                <a:gd name="connsiteX206" fmla="*/ 252074 w 1738198"/>
                <a:gd name="connsiteY206" fmla="*/ 1327657 h 1331448"/>
                <a:gd name="connsiteX207" fmla="*/ 253630 w 1738198"/>
                <a:gd name="connsiteY207" fmla="*/ 1327609 h 1331448"/>
                <a:gd name="connsiteX208" fmla="*/ 255153 w 1738198"/>
                <a:gd name="connsiteY208" fmla="*/ 1327585 h 1331448"/>
                <a:gd name="connsiteX209" fmla="*/ 258264 w 1738198"/>
                <a:gd name="connsiteY209" fmla="*/ 1327490 h 1331448"/>
                <a:gd name="connsiteX210" fmla="*/ 259788 w 1738198"/>
                <a:gd name="connsiteY210" fmla="*/ 1327466 h 1331448"/>
                <a:gd name="connsiteX211" fmla="*/ 262899 w 1738198"/>
                <a:gd name="connsiteY211" fmla="*/ 1327377 h 1331448"/>
                <a:gd name="connsiteX212" fmla="*/ 264456 w 1738198"/>
                <a:gd name="connsiteY212" fmla="*/ 1327353 h 1331448"/>
                <a:gd name="connsiteX213" fmla="*/ 265979 w 1738198"/>
                <a:gd name="connsiteY213" fmla="*/ 1327305 h 1331448"/>
                <a:gd name="connsiteX214" fmla="*/ 267535 w 1738198"/>
                <a:gd name="connsiteY214" fmla="*/ 1327258 h 1331448"/>
                <a:gd name="connsiteX215" fmla="*/ 269090 w 1738198"/>
                <a:gd name="connsiteY215" fmla="*/ 1327233 h 1331448"/>
                <a:gd name="connsiteX216" fmla="*/ 270614 w 1738198"/>
                <a:gd name="connsiteY216" fmla="*/ 1327186 h 1331448"/>
                <a:gd name="connsiteX217" fmla="*/ 272169 w 1738198"/>
                <a:gd name="connsiteY217" fmla="*/ 1327144 h 1331448"/>
                <a:gd name="connsiteX218" fmla="*/ 273725 w 1738198"/>
                <a:gd name="connsiteY218" fmla="*/ 1327121 h 1331448"/>
                <a:gd name="connsiteX219" fmla="*/ 275281 w 1738198"/>
                <a:gd name="connsiteY219" fmla="*/ 1327072 h 1331448"/>
                <a:gd name="connsiteX220" fmla="*/ 276805 w 1738198"/>
                <a:gd name="connsiteY220" fmla="*/ 1327025 h 1331448"/>
                <a:gd name="connsiteX221" fmla="*/ 279917 w 1738198"/>
                <a:gd name="connsiteY221" fmla="*/ 1326930 h 1331448"/>
                <a:gd name="connsiteX222" fmla="*/ 281440 w 1738198"/>
                <a:gd name="connsiteY222" fmla="*/ 1326912 h 1331448"/>
                <a:gd name="connsiteX223" fmla="*/ 284551 w 1738198"/>
                <a:gd name="connsiteY223" fmla="*/ 1326816 h 1331448"/>
                <a:gd name="connsiteX224" fmla="*/ 286075 w 1738198"/>
                <a:gd name="connsiteY224" fmla="*/ 1326769 h 1331448"/>
                <a:gd name="connsiteX225" fmla="*/ 290742 w 1738198"/>
                <a:gd name="connsiteY225" fmla="*/ 1326632 h 1331448"/>
                <a:gd name="connsiteX226" fmla="*/ 292266 w 1738198"/>
                <a:gd name="connsiteY226" fmla="*/ 1326584 h 1331448"/>
                <a:gd name="connsiteX227" fmla="*/ 295378 w 1738198"/>
                <a:gd name="connsiteY227" fmla="*/ 1326488 h 1331448"/>
                <a:gd name="connsiteX228" fmla="*/ 296898 w 1738198"/>
                <a:gd name="connsiteY228" fmla="*/ 1326441 h 1331448"/>
                <a:gd name="connsiteX229" fmla="*/ 301569 w 1738198"/>
                <a:gd name="connsiteY229" fmla="*/ 1326304 h 1331448"/>
                <a:gd name="connsiteX230" fmla="*/ 303087 w 1738198"/>
                <a:gd name="connsiteY230" fmla="*/ 1326256 h 1331448"/>
                <a:gd name="connsiteX231" fmla="*/ 306199 w 1738198"/>
                <a:gd name="connsiteY231" fmla="*/ 1326167 h 1331448"/>
                <a:gd name="connsiteX232" fmla="*/ 307726 w 1738198"/>
                <a:gd name="connsiteY232" fmla="*/ 1326118 h 1331448"/>
                <a:gd name="connsiteX233" fmla="*/ 312397 w 1738198"/>
                <a:gd name="connsiteY233" fmla="*/ 1325976 h 1331448"/>
                <a:gd name="connsiteX234" fmla="*/ 313916 w 1738198"/>
                <a:gd name="connsiteY234" fmla="*/ 1325910 h 1331448"/>
                <a:gd name="connsiteX235" fmla="*/ 317027 w 1738198"/>
                <a:gd name="connsiteY235" fmla="*/ 1325815 h 1331448"/>
                <a:gd name="connsiteX236" fmla="*/ 318555 w 1738198"/>
                <a:gd name="connsiteY236" fmla="*/ 1325767 h 1331448"/>
                <a:gd name="connsiteX237" fmla="*/ 320106 w 1738198"/>
                <a:gd name="connsiteY237" fmla="*/ 1325696 h 1331448"/>
                <a:gd name="connsiteX238" fmla="*/ 323218 w 1738198"/>
                <a:gd name="connsiteY238" fmla="*/ 1325606 h 1331448"/>
                <a:gd name="connsiteX239" fmla="*/ 324744 w 1738198"/>
                <a:gd name="connsiteY239" fmla="*/ 1325559 h 1331448"/>
                <a:gd name="connsiteX240" fmla="*/ 326296 w 1738198"/>
                <a:gd name="connsiteY240" fmla="*/ 1325487 h 1331448"/>
                <a:gd name="connsiteX241" fmla="*/ 327856 w 1738198"/>
                <a:gd name="connsiteY241" fmla="*/ 1325439 h 1331448"/>
                <a:gd name="connsiteX242" fmla="*/ 329374 w 1738198"/>
                <a:gd name="connsiteY242" fmla="*/ 1325373 h 1331448"/>
                <a:gd name="connsiteX243" fmla="*/ 332486 w 1738198"/>
                <a:gd name="connsiteY243" fmla="*/ 1325278 h 1331448"/>
                <a:gd name="connsiteX244" fmla="*/ 334046 w 1738198"/>
                <a:gd name="connsiteY244" fmla="*/ 1325207 h 1331448"/>
                <a:gd name="connsiteX245" fmla="*/ 335564 w 1738198"/>
                <a:gd name="connsiteY245" fmla="*/ 1325165 h 1331448"/>
                <a:gd name="connsiteX246" fmla="*/ 337125 w 1738198"/>
                <a:gd name="connsiteY246" fmla="*/ 1325094 h 1331448"/>
                <a:gd name="connsiteX247" fmla="*/ 338684 w 1738198"/>
                <a:gd name="connsiteY247" fmla="*/ 1325046 h 1331448"/>
                <a:gd name="connsiteX248" fmla="*/ 340203 w 1738198"/>
                <a:gd name="connsiteY248" fmla="*/ 1324975 h 1331448"/>
                <a:gd name="connsiteX249" fmla="*/ 341763 w 1738198"/>
                <a:gd name="connsiteY249" fmla="*/ 1324933 h 1331448"/>
                <a:gd name="connsiteX250" fmla="*/ 343314 w 1738198"/>
                <a:gd name="connsiteY250" fmla="*/ 1324861 h 1331448"/>
                <a:gd name="connsiteX251" fmla="*/ 344874 w 1738198"/>
                <a:gd name="connsiteY251" fmla="*/ 1324813 h 1331448"/>
                <a:gd name="connsiteX252" fmla="*/ 346393 w 1738198"/>
                <a:gd name="connsiteY252" fmla="*/ 1324742 h 1331448"/>
                <a:gd name="connsiteX253" fmla="*/ 347953 w 1738198"/>
                <a:gd name="connsiteY253" fmla="*/ 1324676 h 1331448"/>
                <a:gd name="connsiteX254" fmla="*/ 349504 w 1738198"/>
                <a:gd name="connsiteY254" fmla="*/ 1324628 h 1331448"/>
                <a:gd name="connsiteX255" fmla="*/ 351032 w 1738198"/>
                <a:gd name="connsiteY255" fmla="*/ 1324557 h 1331448"/>
                <a:gd name="connsiteX256" fmla="*/ 352583 w 1738198"/>
                <a:gd name="connsiteY256" fmla="*/ 1324486 h 1331448"/>
                <a:gd name="connsiteX257" fmla="*/ 354143 w 1738198"/>
                <a:gd name="connsiteY257" fmla="*/ 1324444 h 1331448"/>
                <a:gd name="connsiteX258" fmla="*/ 355662 w 1738198"/>
                <a:gd name="connsiteY258" fmla="*/ 1324372 h 1331448"/>
                <a:gd name="connsiteX259" fmla="*/ 360333 w 1738198"/>
                <a:gd name="connsiteY259" fmla="*/ 1324163 h 1331448"/>
                <a:gd name="connsiteX260" fmla="*/ 361851 w 1738198"/>
                <a:gd name="connsiteY260" fmla="*/ 1324116 h 1331448"/>
                <a:gd name="connsiteX261" fmla="*/ 364963 w 1738198"/>
                <a:gd name="connsiteY261" fmla="*/ 1323973 h 1331448"/>
                <a:gd name="connsiteX262" fmla="*/ 366490 w 1738198"/>
                <a:gd name="connsiteY262" fmla="*/ 1323907 h 1331448"/>
                <a:gd name="connsiteX263" fmla="*/ 371161 w 1738198"/>
                <a:gd name="connsiteY263" fmla="*/ 1323699 h 1331448"/>
                <a:gd name="connsiteX264" fmla="*/ 372680 w 1738198"/>
                <a:gd name="connsiteY264" fmla="*/ 1323627 h 1331448"/>
                <a:gd name="connsiteX265" fmla="*/ 375791 w 1738198"/>
                <a:gd name="connsiteY265" fmla="*/ 1323484 h 1331448"/>
                <a:gd name="connsiteX266" fmla="*/ 377319 w 1738198"/>
                <a:gd name="connsiteY266" fmla="*/ 1323418 h 1331448"/>
                <a:gd name="connsiteX267" fmla="*/ 381982 w 1738198"/>
                <a:gd name="connsiteY267" fmla="*/ 1323210 h 1331448"/>
                <a:gd name="connsiteX268" fmla="*/ 383508 w 1738198"/>
                <a:gd name="connsiteY268" fmla="*/ 1323115 h 1331448"/>
                <a:gd name="connsiteX269" fmla="*/ 386620 w 1738198"/>
                <a:gd name="connsiteY269" fmla="*/ 1322971 h 1331448"/>
                <a:gd name="connsiteX270" fmla="*/ 388138 w 1738198"/>
                <a:gd name="connsiteY270" fmla="*/ 1322906 h 1331448"/>
                <a:gd name="connsiteX271" fmla="*/ 389698 w 1738198"/>
                <a:gd name="connsiteY271" fmla="*/ 1322834 h 1331448"/>
                <a:gd name="connsiteX272" fmla="*/ 391250 w 1738198"/>
                <a:gd name="connsiteY272" fmla="*/ 1322739 h 1331448"/>
                <a:gd name="connsiteX273" fmla="*/ 392809 w 1738198"/>
                <a:gd name="connsiteY273" fmla="*/ 1322673 h 1331448"/>
                <a:gd name="connsiteX274" fmla="*/ 394337 w 1738198"/>
                <a:gd name="connsiteY274" fmla="*/ 1322601 h 1331448"/>
                <a:gd name="connsiteX275" fmla="*/ 395889 w 1738198"/>
                <a:gd name="connsiteY275" fmla="*/ 1322506 h 1331448"/>
                <a:gd name="connsiteX276" fmla="*/ 397448 w 1738198"/>
                <a:gd name="connsiteY276" fmla="*/ 1322441 h 1331448"/>
                <a:gd name="connsiteX277" fmla="*/ 398967 w 1738198"/>
                <a:gd name="connsiteY277" fmla="*/ 1322345 h 1331448"/>
                <a:gd name="connsiteX278" fmla="*/ 400526 w 1738198"/>
                <a:gd name="connsiteY278" fmla="*/ 1322274 h 1331448"/>
                <a:gd name="connsiteX279" fmla="*/ 402078 w 1738198"/>
                <a:gd name="connsiteY279" fmla="*/ 1322184 h 1331448"/>
                <a:gd name="connsiteX280" fmla="*/ 403638 w 1738198"/>
                <a:gd name="connsiteY280" fmla="*/ 1322113 h 1331448"/>
                <a:gd name="connsiteX281" fmla="*/ 405157 w 1738198"/>
                <a:gd name="connsiteY281" fmla="*/ 1322017 h 1331448"/>
                <a:gd name="connsiteX282" fmla="*/ 406717 w 1738198"/>
                <a:gd name="connsiteY282" fmla="*/ 1321952 h 1331448"/>
                <a:gd name="connsiteX283" fmla="*/ 408268 w 1738198"/>
                <a:gd name="connsiteY283" fmla="*/ 1321856 h 1331448"/>
                <a:gd name="connsiteX284" fmla="*/ 409795 w 1738198"/>
                <a:gd name="connsiteY284" fmla="*/ 1321761 h 1331448"/>
                <a:gd name="connsiteX285" fmla="*/ 411347 w 1738198"/>
                <a:gd name="connsiteY285" fmla="*/ 1321695 h 1331448"/>
                <a:gd name="connsiteX286" fmla="*/ 414459 w 1738198"/>
                <a:gd name="connsiteY286" fmla="*/ 1321505 h 1331448"/>
                <a:gd name="connsiteX287" fmla="*/ 415985 w 1738198"/>
                <a:gd name="connsiteY287" fmla="*/ 1321439 h 1331448"/>
                <a:gd name="connsiteX288" fmla="*/ 419097 w 1738198"/>
                <a:gd name="connsiteY288" fmla="*/ 1321249 h 1331448"/>
                <a:gd name="connsiteX289" fmla="*/ 420615 w 1738198"/>
                <a:gd name="connsiteY289" fmla="*/ 1321159 h 1331448"/>
                <a:gd name="connsiteX290" fmla="*/ 423735 w 1738198"/>
                <a:gd name="connsiteY290" fmla="*/ 1320968 h 1331448"/>
                <a:gd name="connsiteX291" fmla="*/ 425254 w 1738198"/>
                <a:gd name="connsiteY291" fmla="*/ 1320879 h 1331448"/>
                <a:gd name="connsiteX292" fmla="*/ 429925 w 1738198"/>
                <a:gd name="connsiteY292" fmla="*/ 1320599 h 1331448"/>
                <a:gd name="connsiteX293" fmla="*/ 431444 w 1738198"/>
                <a:gd name="connsiteY293" fmla="*/ 1320504 h 1331448"/>
                <a:gd name="connsiteX294" fmla="*/ 434555 w 1738198"/>
                <a:gd name="connsiteY294" fmla="*/ 1320318 h 1331448"/>
                <a:gd name="connsiteX295" fmla="*/ 436082 w 1738198"/>
                <a:gd name="connsiteY295" fmla="*/ 1320229 h 1331448"/>
                <a:gd name="connsiteX296" fmla="*/ 437634 w 1738198"/>
                <a:gd name="connsiteY296" fmla="*/ 1320134 h 1331448"/>
                <a:gd name="connsiteX297" fmla="*/ 439194 w 1738198"/>
                <a:gd name="connsiteY297" fmla="*/ 1320015 h 1331448"/>
                <a:gd name="connsiteX298" fmla="*/ 440746 w 1738198"/>
                <a:gd name="connsiteY298" fmla="*/ 1319925 h 1331448"/>
                <a:gd name="connsiteX299" fmla="*/ 442272 w 1738198"/>
                <a:gd name="connsiteY299" fmla="*/ 1319829 h 1331448"/>
                <a:gd name="connsiteX300" fmla="*/ 443824 w 1738198"/>
                <a:gd name="connsiteY300" fmla="*/ 1319734 h 1331448"/>
                <a:gd name="connsiteX301" fmla="*/ 445384 w 1738198"/>
                <a:gd name="connsiteY301" fmla="*/ 1319621 h 1331448"/>
                <a:gd name="connsiteX302" fmla="*/ 446902 w 1738198"/>
                <a:gd name="connsiteY302" fmla="*/ 1319526 h 1331448"/>
                <a:gd name="connsiteX303" fmla="*/ 448462 w 1738198"/>
                <a:gd name="connsiteY303" fmla="*/ 1319412 h 1331448"/>
                <a:gd name="connsiteX304" fmla="*/ 450014 w 1738198"/>
                <a:gd name="connsiteY304" fmla="*/ 1319317 h 1331448"/>
                <a:gd name="connsiteX305" fmla="*/ 451574 w 1738198"/>
                <a:gd name="connsiteY305" fmla="*/ 1319203 h 1331448"/>
                <a:gd name="connsiteX306" fmla="*/ 453101 w 1738198"/>
                <a:gd name="connsiteY306" fmla="*/ 1319108 h 1331448"/>
                <a:gd name="connsiteX307" fmla="*/ 454653 w 1738198"/>
                <a:gd name="connsiteY307" fmla="*/ 1318989 h 1331448"/>
                <a:gd name="connsiteX308" fmla="*/ 456212 w 1738198"/>
                <a:gd name="connsiteY308" fmla="*/ 1318900 h 1331448"/>
                <a:gd name="connsiteX309" fmla="*/ 457731 w 1738198"/>
                <a:gd name="connsiteY309" fmla="*/ 1318780 h 1331448"/>
                <a:gd name="connsiteX310" fmla="*/ 459290 w 1738198"/>
                <a:gd name="connsiteY310" fmla="*/ 1318667 h 1331448"/>
                <a:gd name="connsiteX311" fmla="*/ 460842 w 1738198"/>
                <a:gd name="connsiteY311" fmla="*/ 1318572 h 1331448"/>
                <a:gd name="connsiteX312" fmla="*/ 462402 w 1738198"/>
                <a:gd name="connsiteY312" fmla="*/ 1318458 h 1331448"/>
                <a:gd name="connsiteX313" fmla="*/ 463920 w 1738198"/>
                <a:gd name="connsiteY313" fmla="*/ 1318339 h 1331448"/>
                <a:gd name="connsiteX314" fmla="*/ 467033 w 1738198"/>
                <a:gd name="connsiteY314" fmla="*/ 1318107 h 1331448"/>
                <a:gd name="connsiteX315" fmla="*/ 468559 w 1738198"/>
                <a:gd name="connsiteY315" fmla="*/ 1317988 h 1331448"/>
                <a:gd name="connsiteX316" fmla="*/ 470111 w 1738198"/>
                <a:gd name="connsiteY316" fmla="*/ 1317898 h 1331448"/>
                <a:gd name="connsiteX317" fmla="*/ 473223 w 1738198"/>
                <a:gd name="connsiteY317" fmla="*/ 1317666 h 1331448"/>
                <a:gd name="connsiteX318" fmla="*/ 474749 w 1738198"/>
                <a:gd name="connsiteY318" fmla="*/ 1317546 h 1331448"/>
                <a:gd name="connsiteX319" fmla="*/ 476301 w 1738198"/>
                <a:gd name="connsiteY319" fmla="*/ 1317409 h 1331448"/>
                <a:gd name="connsiteX320" fmla="*/ 477860 w 1738198"/>
                <a:gd name="connsiteY320" fmla="*/ 1317290 h 1331448"/>
                <a:gd name="connsiteX321" fmla="*/ 479388 w 1738198"/>
                <a:gd name="connsiteY321" fmla="*/ 1317177 h 1331448"/>
                <a:gd name="connsiteX322" fmla="*/ 482499 w 1738198"/>
                <a:gd name="connsiteY322" fmla="*/ 1316945 h 1331448"/>
                <a:gd name="connsiteX323" fmla="*/ 484018 w 1738198"/>
                <a:gd name="connsiteY323" fmla="*/ 1316801 h 1331448"/>
                <a:gd name="connsiteX324" fmla="*/ 487129 w 1738198"/>
                <a:gd name="connsiteY324" fmla="*/ 1316569 h 1331448"/>
                <a:gd name="connsiteX325" fmla="*/ 488689 w 1738198"/>
                <a:gd name="connsiteY325" fmla="*/ 1316431 h 1331448"/>
                <a:gd name="connsiteX326" fmla="*/ 490207 w 1738198"/>
                <a:gd name="connsiteY326" fmla="*/ 1316312 h 1331448"/>
                <a:gd name="connsiteX327" fmla="*/ 491768 w 1738198"/>
                <a:gd name="connsiteY327" fmla="*/ 1316175 h 1331448"/>
                <a:gd name="connsiteX328" fmla="*/ 493319 w 1738198"/>
                <a:gd name="connsiteY328" fmla="*/ 1316056 h 1331448"/>
                <a:gd name="connsiteX329" fmla="*/ 494846 w 1738198"/>
                <a:gd name="connsiteY329" fmla="*/ 1315919 h 1331448"/>
                <a:gd name="connsiteX330" fmla="*/ 496398 w 1738198"/>
                <a:gd name="connsiteY330" fmla="*/ 1315776 h 1331448"/>
                <a:gd name="connsiteX331" fmla="*/ 497958 w 1738198"/>
                <a:gd name="connsiteY331" fmla="*/ 1315663 h 1331448"/>
                <a:gd name="connsiteX332" fmla="*/ 499510 w 1738198"/>
                <a:gd name="connsiteY332" fmla="*/ 1315519 h 1331448"/>
                <a:gd name="connsiteX333" fmla="*/ 501036 w 1738198"/>
                <a:gd name="connsiteY333" fmla="*/ 1315383 h 1331448"/>
                <a:gd name="connsiteX334" fmla="*/ 502588 w 1738198"/>
                <a:gd name="connsiteY334" fmla="*/ 1315263 h 1331448"/>
                <a:gd name="connsiteX335" fmla="*/ 504147 w 1738198"/>
                <a:gd name="connsiteY335" fmla="*/ 1315126 h 1331448"/>
                <a:gd name="connsiteX336" fmla="*/ 505666 w 1738198"/>
                <a:gd name="connsiteY336" fmla="*/ 1314989 h 1331448"/>
                <a:gd name="connsiteX337" fmla="*/ 510338 w 1738198"/>
                <a:gd name="connsiteY337" fmla="*/ 1314566 h 1331448"/>
                <a:gd name="connsiteX338" fmla="*/ 511865 w 1738198"/>
                <a:gd name="connsiteY338" fmla="*/ 1314429 h 1331448"/>
                <a:gd name="connsiteX339" fmla="*/ 514976 w 1738198"/>
                <a:gd name="connsiteY339" fmla="*/ 1314148 h 1331448"/>
                <a:gd name="connsiteX340" fmla="*/ 516495 w 1738198"/>
                <a:gd name="connsiteY340" fmla="*/ 1313987 h 1331448"/>
                <a:gd name="connsiteX341" fmla="*/ 521167 w 1738198"/>
                <a:gd name="connsiteY341" fmla="*/ 1313564 h 1331448"/>
                <a:gd name="connsiteX342" fmla="*/ 522684 w 1738198"/>
                <a:gd name="connsiteY342" fmla="*/ 1313403 h 1331448"/>
                <a:gd name="connsiteX343" fmla="*/ 524245 w 1738198"/>
                <a:gd name="connsiteY343" fmla="*/ 1313266 h 1331448"/>
                <a:gd name="connsiteX344" fmla="*/ 525797 w 1738198"/>
                <a:gd name="connsiteY344" fmla="*/ 1313100 h 1331448"/>
                <a:gd name="connsiteX345" fmla="*/ 527323 w 1738198"/>
                <a:gd name="connsiteY345" fmla="*/ 1312962 h 1331448"/>
                <a:gd name="connsiteX346" fmla="*/ 530435 w 1738198"/>
                <a:gd name="connsiteY346" fmla="*/ 1312634 h 1331448"/>
                <a:gd name="connsiteX347" fmla="*/ 531986 w 1738198"/>
                <a:gd name="connsiteY347" fmla="*/ 1312497 h 1331448"/>
                <a:gd name="connsiteX348" fmla="*/ 533513 w 1738198"/>
                <a:gd name="connsiteY348" fmla="*/ 1312330 h 1331448"/>
                <a:gd name="connsiteX349" fmla="*/ 536624 w 1738198"/>
                <a:gd name="connsiteY349" fmla="*/ 1312008 h 1331448"/>
                <a:gd name="connsiteX350" fmla="*/ 538152 w 1738198"/>
                <a:gd name="connsiteY350" fmla="*/ 1311865 h 1331448"/>
                <a:gd name="connsiteX351" fmla="*/ 542815 w 1738198"/>
                <a:gd name="connsiteY351" fmla="*/ 1311376 h 1331448"/>
                <a:gd name="connsiteX352" fmla="*/ 544341 w 1738198"/>
                <a:gd name="connsiteY352" fmla="*/ 1311215 h 1331448"/>
                <a:gd name="connsiteX353" fmla="*/ 545893 w 1738198"/>
                <a:gd name="connsiteY353" fmla="*/ 1311031 h 1331448"/>
                <a:gd name="connsiteX354" fmla="*/ 547453 w 1738198"/>
                <a:gd name="connsiteY354" fmla="*/ 1310864 h 1331448"/>
                <a:gd name="connsiteX355" fmla="*/ 548971 w 1738198"/>
                <a:gd name="connsiteY355" fmla="*/ 1310703 h 1331448"/>
                <a:gd name="connsiteX356" fmla="*/ 550532 w 1738198"/>
                <a:gd name="connsiteY356" fmla="*/ 1310536 h 1331448"/>
                <a:gd name="connsiteX357" fmla="*/ 552083 w 1738198"/>
                <a:gd name="connsiteY357" fmla="*/ 1310351 h 1331448"/>
                <a:gd name="connsiteX358" fmla="*/ 553610 w 1738198"/>
                <a:gd name="connsiteY358" fmla="*/ 1310190 h 1331448"/>
                <a:gd name="connsiteX359" fmla="*/ 555162 w 1738198"/>
                <a:gd name="connsiteY359" fmla="*/ 1310005 h 1331448"/>
                <a:gd name="connsiteX360" fmla="*/ 556722 w 1738198"/>
                <a:gd name="connsiteY360" fmla="*/ 1309839 h 1331448"/>
                <a:gd name="connsiteX361" fmla="*/ 558273 w 1738198"/>
                <a:gd name="connsiteY361" fmla="*/ 1309653 h 1331448"/>
                <a:gd name="connsiteX362" fmla="*/ 559800 w 1738198"/>
                <a:gd name="connsiteY362" fmla="*/ 1309493 h 1331448"/>
                <a:gd name="connsiteX363" fmla="*/ 562911 w 1738198"/>
                <a:gd name="connsiteY363" fmla="*/ 1309117 h 1331448"/>
                <a:gd name="connsiteX364" fmla="*/ 564439 w 1738198"/>
                <a:gd name="connsiteY364" fmla="*/ 1308956 h 1331448"/>
                <a:gd name="connsiteX365" fmla="*/ 569102 w 1738198"/>
                <a:gd name="connsiteY365" fmla="*/ 1308396 h 1331448"/>
                <a:gd name="connsiteX366" fmla="*/ 570628 w 1738198"/>
                <a:gd name="connsiteY366" fmla="*/ 1308211 h 1331448"/>
                <a:gd name="connsiteX367" fmla="*/ 573740 w 1738198"/>
                <a:gd name="connsiteY367" fmla="*/ 1307835 h 1331448"/>
                <a:gd name="connsiteX368" fmla="*/ 575258 w 1738198"/>
                <a:gd name="connsiteY368" fmla="*/ 1307651 h 1331448"/>
                <a:gd name="connsiteX369" fmla="*/ 576818 w 1738198"/>
                <a:gd name="connsiteY369" fmla="*/ 1307442 h 1331448"/>
                <a:gd name="connsiteX370" fmla="*/ 579931 w 1738198"/>
                <a:gd name="connsiteY370" fmla="*/ 1307067 h 1331448"/>
                <a:gd name="connsiteX371" fmla="*/ 581449 w 1738198"/>
                <a:gd name="connsiteY371" fmla="*/ 1306858 h 1331448"/>
                <a:gd name="connsiteX372" fmla="*/ 583009 w 1738198"/>
                <a:gd name="connsiteY372" fmla="*/ 1306673 h 1331448"/>
                <a:gd name="connsiteX373" fmla="*/ 584561 w 1738198"/>
                <a:gd name="connsiteY373" fmla="*/ 1306464 h 1331448"/>
                <a:gd name="connsiteX374" fmla="*/ 586087 w 1738198"/>
                <a:gd name="connsiteY374" fmla="*/ 1306280 h 1331448"/>
                <a:gd name="connsiteX375" fmla="*/ 590750 w 1738198"/>
                <a:gd name="connsiteY375" fmla="*/ 1305648 h 1331448"/>
                <a:gd name="connsiteX376" fmla="*/ 592277 w 1738198"/>
                <a:gd name="connsiteY376" fmla="*/ 1305463 h 1331448"/>
                <a:gd name="connsiteX377" fmla="*/ 595389 w 1738198"/>
                <a:gd name="connsiteY377" fmla="*/ 1305045 h 1331448"/>
                <a:gd name="connsiteX378" fmla="*/ 596916 w 1738198"/>
                <a:gd name="connsiteY378" fmla="*/ 1304831 h 1331448"/>
                <a:gd name="connsiteX379" fmla="*/ 598467 w 1738198"/>
                <a:gd name="connsiteY379" fmla="*/ 1304622 h 1331448"/>
                <a:gd name="connsiteX380" fmla="*/ 600027 w 1738198"/>
                <a:gd name="connsiteY380" fmla="*/ 1304390 h 1331448"/>
                <a:gd name="connsiteX381" fmla="*/ 601579 w 1738198"/>
                <a:gd name="connsiteY381" fmla="*/ 1304181 h 1331448"/>
                <a:gd name="connsiteX382" fmla="*/ 603105 w 1738198"/>
                <a:gd name="connsiteY382" fmla="*/ 1303972 h 1331448"/>
                <a:gd name="connsiteX383" fmla="*/ 604657 w 1738198"/>
                <a:gd name="connsiteY383" fmla="*/ 1303764 h 1331448"/>
                <a:gd name="connsiteX384" fmla="*/ 606217 w 1738198"/>
                <a:gd name="connsiteY384" fmla="*/ 1303531 h 1331448"/>
                <a:gd name="connsiteX385" fmla="*/ 607735 w 1738198"/>
                <a:gd name="connsiteY385" fmla="*/ 1303322 h 1331448"/>
                <a:gd name="connsiteX386" fmla="*/ 610848 w 1738198"/>
                <a:gd name="connsiteY386" fmla="*/ 1302852 h 1331448"/>
                <a:gd name="connsiteX387" fmla="*/ 612407 w 1738198"/>
                <a:gd name="connsiteY387" fmla="*/ 1302643 h 1331448"/>
                <a:gd name="connsiteX388" fmla="*/ 613926 w 1738198"/>
                <a:gd name="connsiteY388" fmla="*/ 1302410 h 1331448"/>
                <a:gd name="connsiteX389" fmla="*/ 617037 w 1738198"/>
                <a:gd name="connsiteY389" fmla="*/ 1301945 h 1331448"/>
                <a:gd name="connsiteX390" fmla="*/ 618564 w 1738198"/>
                <a:gd name="connsiteY390" fmla="*/ 1301713 h 1331448"/>
                <a:gd name="connsiteX391" fmla="*/ 621675 w 1738198"/>
                <a:gd name="connsiteY391" fmla="*/ 1301248 h 1331448"/>
                <a:gd name="connsiteX392" fmla="*/ 623203 w 1738198"/>
                <a:gd name="connsiteY392" fmla="*/ 1301016 h 1331448"/>
                <a:gd name="connsiteX393" fmla="*/ 624754 w 1738198"/>
                <a:gd name="connsiteY393" fmla="*/ 1300783 h 1331448"/>
                <a:gd name="connsiteX394" fmla="*/ 626314 w 1738198"/>
                <a:gd name="connsiteY394" fmla="*/ 1300527 h 1331448"/>
                <a:gd name="connsiteX395" fmla="*/ 627866 w 1738198"/>
                <a:gd name="connsiteY395" fmla="*/ 1300294 h 1331448"/>
                <a:gd name="connsiteX396" fmla="*/ 629392 w 1738198"/>
                <a:gd name="connsiteY396" fmla="*/ 1300038 h 1331448"/>
                <a:gd name="connsiteX397" fmla="*/ 630944 w 1738198"/>
                <a:gd name="connsiteY397" fmla="*/ 1299805 h 1331448"/>
                <a:gd name="connsiteX398" fmla="*/ 632504 w 1738198"/>
                <a:gd name="connsiteY398" fmla="*/ 1299549 h 1331448"/>
                <a:gd name="connsiteX399" fmla="*/ 634022 w 1738198"/>
                <a:gd name="connsiteY399" fmla="*/ 1299317 h 1331448"/>
                <a:gd name="connsiteX400" fmla="*/ 638694 w 1738198"/>
                <a:gd name="connsiteY400" fmla="*/ 1298548 h 1331448"/>
                <a:gd name="connsiteX401" fmla="*/ 640213 w 1738198"/>
                <a:gd name="connsiteY401" fmla="*/ 1298291 h 1331448"/>
                <a:gd name="connsiteX402" fmla="*/ 643324 w 1738198"/>
                <a:gd name="connsiteY402" fmla="*/ 1297778 h 1331448"/>
                <a:gd name="connsiteX403" fmla="*/ 644851 w 1738198"/>
                <a:gd name="connsiteY403" fmla="*/ 1297522 h 1331448"/>
                <a:gd name="connsiteX404" fmla="*/ 646403 w 1738198"/>
                <a:gd name="connsiteY404" fmla="*/ 1297266 h 1331448"/>
                <a:gd name="connsiteX405" fmla="*/ 647962 w 1738198"/>
                <a:gd name="connsiteY405" fmla="*/ 1296986 h 1331448"/>
                <a:gd name="connsiteX406" fmla="*/ 649514 w 1738198"/>
                <a:gd name="connsiteY406" fmla="*/ 1296729 h 1331448"/>
                <a:gd name="connsiteX407" fmla="*/ 651042 w 1738198"/>
                <a:gd name="connsiteY407" fmla="*/ 1296449 h 1331448"/>
                <a:gd name="connsiteX408" fmla="*/ 652601 w 1738198"/>
                <a:gd name="connsiteY408" fmla="*/ 1296193 h 1331448"/>
                <a:gd name="connsiteX409" fmla="*/ 654153 w 1738198"/>
                <a:gd name="connsiteY409" fmla="*/ 1295912 h 1331448"/>
                <a:gd name="connsiteX410" fmla="*/ 655679 w 1738198"/>
                <a:gd name="connsiteY410" fmla="*/ 1295633 h 1331448"/>
                <a:gd name="connsiteX411" fmla="*/ 657231 w 1738198"/>
                <a:gd name="connsiteY411" fmla="*/ 1295358 h 1331448"/>
                <a:gd name="connsiteX412" fmla="*/ 658791 w 1738198"/>
                <a:gd name="connsiteY412" fmla="*/ 1295102 h 1331448"/>
                <a:gd name="connsiteX413" fmla="*/ 660343 w 1738198"/>
                <a:gd name="connsiteY413" fmla="*/ 1294822 h 1331448"/>
                <a:gd name="connsiteX414" fmla="*/ 661869 w 1738198"/>
                <a:gd name="connsiteY414" fmla="*/ 1294518 h 1331448"/>
                <a:gd name="connsiteX415" fmla="*/ 664980 w 1738198"/>
                <a:gd name="connsiteY415" fmla="*/ 1293957 h 1331448"/>
                <a:gd name="connsiteX416" fmla="*/ 666499 w 1738198"/>
                <a:gd name="connsiteY416" fmla="*/ 1293677 h 1331448"/>
                <a:gd name="connsiteX417" fmla="*/ 668060 w 1738198"/>
                <a:gd name="connsiteY417" fmla="*/ 1293379 h 1331448"/>
                <a:gd name="connsiteX418" fmla="*/ 669612 w 1738198"/>
                <a:gd name="connsiteY418" fmla="*/ 1293099 h 1331448"/>
                <a:gd name="connsiteX419" fmla="*/ 671171 w 1738198"/>
                <a:gd name="connsiteY419" fmla="*/ 1292795 h 1331448"/>
                <a:gd name="connsiteX420" fmla="*/ 672690 w 1738198"/>
                <a:gd name="connsiteY420" fmla="*/ 1292515 h 1331448"/>
                <a:gd name="connsiteX421" fmla="*/ 675801 w 1738198"/>
                <a:gd name="connsiteY421" fmla="*/ 1291913 h 1331448"/>
                <a:gd name="connsiteX422" fmla="*/ 677328 w 1738198"/>
                <a:gd name="connsiteY422" fmla="*/ 1291608 h 1331448"/>
                <a:gd name="connsiteX423" fmla="*/ 680439 w 1738198"/>
                <a:gd name="connsiteY423" fmla="*/ 1291001 h 1331448"/>
                <a:gd name="connsiteX424" fmla="*/ 681966 w 1738198"/>
                <a:gd name="connsiteY424" fmla="*/ 1290696 h 1331448"/>
                <a:gd name="connsiteX425" fmla="*/ 685078 w 1738198"/>
                <a:gd name="connsiteY425" fmla="*/ 1290095 h 1331448"/>
                <a:gd name="connsiteX426" fmla="*/ 686630 w 1738198"/>
                <a:gd name="connsiteY426" fmla="*/ 1289767 h 1331448"/>
                <a:gd name="connsiteX427" fmla="*/ 688156 w 1738198"/>
                <a:gd name="connsiteY427" fmla="*/ 1289462 h 1331448"/>
                <a:gd name="connsiteX428" fmla="*/ 691268 w 1738198"/>
                <a:gd name="connsiteY428" fmla="*/ 1288813 h 1331448"/>
                <a:gd name="connsiteX429" fmla="*/ 692786 w 1738198"/>
                <a:gd name="connsiteY429" fmla="*/ 1288508 h 1331448"/>
                <a:gd name="connsiteX430" fmla="*/ 697458 w 1738198"/>
                <a:gd name="connsiteY430" fmla="*/ 1287531 h 1331448"/>
                <a:gd name="connsiteX431" fmla="*/ 698977 w 1738198"/>
                <a:gd name="connsiteY431" fmla="*/ 1287203 h 1331448"/>
                <a:gd name="connsiteX432" fmla="*/ 700536 w 1738198"/>
                <a:gd name="connsiteY432" fmla="*/ 1286857 h 1331448"/>
                <a:gd name="connsiteX433" fmla="*/ 702088 w 1738198"/>
                <a:gd name="connsiteY433" fmla="*/ 1286530 h 1331448"/>
                <a:gd name="connsiteX434" fmla="*/ 703615 w 1738198"/>
                <a:gd name="connsiteY434" fmla="*/ 1286202 h 1331448"/>
                <a:gd name="connsiteX435" fmla="*/ 705166 w 1738198"/>
                <a:gd name="connsiteY435" fmla="*/ 1285856 h 1331448"/>
                <a:gd name="connsiteX436" fmla="*/ 706726 w 1738198"/>
                <a:gd name="connsiteY436" fmla="*/ 1285528 h 1331448"/>
                <a:gd name="connsiteX437" fmla="*/ 708278 w 1738198"/>
                <a:gd name="connsiteY437" fmla="*/ 1285182 h 1331448"/>
                <a:gd name="connsiteX438" fmla="*/ 709805 w 1738198"/>
                <a:gd name="connsiteY438" fmla="*/ 1284830 h 1331448"/>
                <a:gd name="connsiteX439" fmla="*/ 712917 w 1738198"/>
                <a:gd name="connsiteY439" fmla="*/ 1284133 h 1331448"/>
                <a:gd name="connsiteX440" fmla="*/ 714443 w 1738198"/>
                <a:gd name="connsiteY440" fmla="*/ 1283781 h 1331448"/>
                <a:gd name="connsiteX441" fmla="*/ 717555 w 1738198"/>
                <a:gd name="connsiteY441" fmla="*/ 1283084 h 1331448"/>
                <a:gd name="connsiteX442" fmla="*/ 719107 w 1738198"/>
                <a:gd name="connsiteY442" fmla="*/ 1282714 h 1331448"/>
                <a:gd name="connsiteX443" fmla="*/ 720633 w 1738198"/>
                <a:gd name="connsiteY443" fmla="*/ 1282363 h 1331448"/>
                <a:gd name="connsiteX444" fmla="*/ 723745 w 1738198"/>
                <a:gd name="connsiteY444" fmla="*/ 1281618 h 1331448"/>
                <a:gd name="connsiteX445" fmla="*/ 725264 w 1738198"/>
                <a:gd name="connsiteY445" fmla="*/ 1281265 h 1331448"/>
                <a:gd name="connsiteX446" fmla="*/ 729935 w 1738198"/>
                <a:gd name="connsiteY446" fmla="*/ 1280151 h 1331448"/>
                <a:gd name="connsiteX447" fmla="*/ 731454 w 1738198"/>
                <a:gd name="connsiteY447" fmla="*/ 1279775 h 1331448"/>
                <a:gd name="connsiteX448" fmla="*/ 733013 w 1738198"/>
                <a:gd name="connsiteY448" fmla="*/ 1279382 h 1331448"/>
                <a:gd name="connsiteX449" fmla="*/ 734565 w 1738198"/>
                <a:gd name="connsiteY449" fmla="*/ 1279007 h 1331448"/>
                <a:gd name="connsiteX450" fmla="*/ 736091 w 1738198"/>
                <a:gd name="connsiteY450" fmla="*/ 1278613 h 1331448"/>
                <a:gd name="connsiteX451" fmla="*/ 737652 w 1738198"/>
                <a:gd name="connsiteY451" fmla="*/ 1278243 h 1331448"/>
                <a:gd name="connsiteX452" fmla="*/ 740764 w 1738198"/>
                <a:gd name="connsiteY452" fmla="*/ 1277450 h 1331448"/>
                <a:gd name="connsiteX453" fmla="*/ 742282 w 1738198"/>
                <a:gd name="connsiteY453" fmla="*/ 1277051 h 1331448"/>
                <a:gd name="connsiteX454" fmla="*/ 745394 w 1738198"/>
                <a:gd name="connsiteY454" fmla="*/ 1276258 h 1331448"/>
                <a:gd name="connsiteX455" fmla="*/ 746920 w 1738198"/>
                <a:gd name="connsiteY455" fmla="*/ 1275865 h 1331448"/>
                <a:gd name="connsiteX456" fmla="*/ 748472 w 1738198"/>
                <a:gd name="connsiteY456" fmla="*/ 1275471 h 1331448"/>
                <a:gd name="connsiteX457" fmla="*/ 750031 w 1738198"/>
                <a:gd name="connsiteY457" fmla="*/ 1275048 h 1331448"/>
                <a:gd name="connsiteX458" fmla="*/ 751550 w 1738198"/>
                <a:gd name="connsiteY458" fmla="*/ 1274655 h 1331448"/>
                <a:gd name="connsiteX459" fmla="*/ 756222 w 1738198"/>
                <a:gd name="connsiteY459" fmla="*/ 1273397 h 1331448"/>
                <a:gd name="connsiteX460" fmla="*/ 757741 w 1738198"/>
                <a:gd name="connsiteY460" fmla="*/ 1272979 h 1331448"/>
                <a:gd name="connsiteX461" fmla="*/ 760852 w 1738198"/>
                <a:gd name="connsiteY461" fmla="*/ 1272139 h 1331448"/>
                <a:gd name="connsiteX462" fmla="*/ 762379 w 1738198"/>
                <a:gd name="connsiteY462" fmla="*/ 1271722 h 1331448"/>
                <a:gd name="connsiteX463" fmla="*/ 763939 w 1738198"/>
                <a:gd name="connsiteY463" fmla="*/ 1271280 h 1331448"/>
                <a:gd name="connsiteX464" fmla="*/ 765490 w 1738198"/>
                <a:gd name="connsiteY464" fmla="*/ 1270857 h 1331448"/>
                <a:gd name="connsiteX465" fmla="*/ 767042 w 1738198"/>
                <a:gd name="connsiteY465" fmla="*/ 1270416 h 1331448"/>
                <a:gd name="connsiteX466" fmla="*/ 768569 w 1738198"/>
                <a:gd name="connsiteY466" fmla="*/ 1269975 h 1331448"/>
                <a:gd name="connsiteX467" fmla="*/ 771681 w 1738198"/>
                <a:gd name="connsiteY467" fmla="*/ 1269087 h 1331448"/>
                <a:gd name="connsiteX468" fmla="*/ 773207 w 1738198"/>
                <a:gd name="connsiteY468" fmla="*/ 1268645 h 1331448"/>
                <a:gd name="connsiteX469" fmla="*/ 776318 w 1738198"/>
                <a:gd name="connsiteY469" fmla="*/ 1267763 h 1331448"/>
                <a:gd name="connsiteX470" fmla="*/ 777870 w 1738198"/>
                <a:gd name="connsiteY470" fmla="*/ 1267298 h 1331448"/>
                <a:gd name="connsiteX471" fmla="*/ 779398 w 1738198"/>
                <a:gd name="connsiteY471" fmla="*/ 1266827 h 1331448"/>
                <a:gd name="connsiteX472" fmla="*/ 780949 w 1738198"/>
                <a:gd name="connsiteY472" fmla="*/ 1266387 h 1331448"/>
                <a:gd name="connsiteX473" fmla="*/ 782509 w 1738198"/>
                <a:gd name="connsiteY473" fmla="*/ 1265921 h 1331448"/>
                <a:gd name="connsiteX474" fmla="*/ 784028 w 1738198"/>
                <a:gd name="connsiteY474" fmla="*/ 1265456 h 1331448"/>
                <a:gd name="connsiteX475" fmla="*/ 785587 w 1738198"/>
                <a:gd name="connsiteY475" fmla="*/ 1264991 h 1331448"/>
                <a:gd name="connsiteX476" fmla="*/ 787139 w 1738198"/>
                <a:gd name="connsiteY476" fmla="*/ 1264502 h 1331448"/>
                <a:gd name="connsiteX477" fmla="*/ 788699 w 1738198"/>
                <a:gd name="connsiteY477" fmla="*/ 1264037 h 1331448"/>
                <a:gd name="connsiteX478" fmla="*/ 790217 w 1738198"/>
                <a:gd name="connsiteY478" fmla="*/ 1263573 h 1331448"/>
                <a:gd name="connsiteX479" fmla="*/ 793329 w 1738198"/>
                <a:gd name="connsiteY479" fmla="*/ 1262595 h 1331448"/>
                <a:gd name="connsiteX480" fmla="*/ 794855 w 1738198"/>
                <a:gd name="connsiteY480" fmla="*/ 1262106 h 1331448"/>
                <a:gd name="connsiteX481" fmla="*/ 799527 w 1738198"/>
                <a:gd name="connsiteY481" fmla="*/ 1260634 h 1331448"/>
                <a:gd name="connsiteX482" fmla="*/ 801046 w 1738198"/>
                <a:gd name="connsiteY482" fmla="*/ 1260145 h 1331448"/>
                <a:gd name="connsiteX483" fmla="*/ 802606 w 1738198"/>
                <a:gd name="connsiteY483" fmla="*/ 1259632 h 1331448"/>
                <a:gd name="connsiteX484" fmla="*/ 804157 w 1738198"/>
                <a:gd name="connsiteY484" fmla="*/ 1259143 h 1331448"/>
                <a:gd name="connsiteX485" fmla="*/ 805684 w 1738198"/>
                <a:gd name="connsiteY485" fmla="*/ 1258630 h 1331448"/>
                <a:gd name="connsiteX486" fmla="*/ 810347 w 1738198"/>
                <a:gd name="connsiteY486" fmla="*/ 1257098 h 1331448"/>
                <a:gd name="connsiteX487" fmla="*/ 811874 w 1738198"/>
                <a:gd name="connsiteY487" fmla="*/ 1256586 h 1331448"/>
                <a:gd name="connsiteX488" fmla="*/ 813426 w 1738198"/>
                <a:gd name="connsiteY488" fmla="*/ 1256049 h 1331448"/>
                <a:gd name="connsiteX489" fmla="*/ 814986 w 1738198"/>
                <a:gd name="connsiteY489" fmla="*/ 1255536 h 1331448"/>
                <a:gd name="connsiteX490" fmla="*/ 816505 w 1738198"/>
                <a:gd name="connsiteY490" fmla="*/ 1255000 h 1331448"/>
                <a:gd name="connsiteX491" fmla="*/ 819616 w 1738198"/>
                <a:gd name="connsiteY491" fmla="*/ 1253927 h 1331448"/>
                <a:gd name="connsiteX492" fmla="*/ 821142 w 1738198"/>
                <a:gd name="connsiteY492" fmla="*/ 1253397 h 1331448"/>
                <a:gd name="connsiteX493" fmla="*/ 824254 w 1738198"/>
                <a:gd name="connsiteY493" fmla="*/ 1252324 h 1331448"/>
                <a:gd name="connsiteX494" fmla="*/ 825815 w 1738198"/>
                <a:gd name="connsiteY494" fmla="*/ 1251763 h 1331448"/>
                <a:gd name="connsiteX495" fmla="*/ 827333 w 1738198"/>
                <a:gd name="connsiteY495" fmla="*/ 1251226 h 1331448"/>
                <a:gd name="connsiteX496" fmla="*/ 830445 w 1738198"/>
                <a:gd name="connsiteY496" fmla="*/ 1250111 h 1331448"/>
                <a:gd name="connsiteX497" fmla="*/ 831971 w 1738198"/>
                <a:gd name="connsiteY497" fmla="*/ 1249552 h 1331448"/>
                <a:gd name="connsiteX498" fmla="*/ 835082 w 1738198"/>
                <a:gd name="connsiteY498" fmla="*/ 1248437 h 1331448"/>
                <a:gd name="connsiteX499" fmla="*/ 836634 w 1738198"/>
                <a:gd name="connsiteY499" fmla="*/ 1247853 h 1331448"/>
                <a:gd name="connsiteX500" fmla="*/ 838162 w 1738198"/>
                <a:gd name="connsiteY500" fmla="*/ 1247292 h 1331448"/>
                <a:gd name="connsiteX501" fmla="*/ 841273 w 1738198"/>
                <a:gd name="connsiteY501" fmla="*/ 1246129 h 1331448"/>
                <a:gd name="connsiteX502" fmla="*/ 842792 w 1738198"/>
                <a:gd name="connsiteY502" fmla="*/ 1245545 h 1331448"/>
                <a:gd name="connsiteX503" fmla="*/ 845903 w 1738198"/>
                <a:gd name="connsiteY503" fmla="*/ 1244383 h 1331448"/>
                <a:gd name="connsiteX504" fmla="*/ 847463 w 1738198"/>
                <a:gd name="connsiteY504" fmla="*/ 1243775 h 1331448"/>
                <a:gd name="connsiteX505" fmla="*/ 848989 w 1738198"/>
                <a:gd name="connsiteY505" fmla="*/ 1243173 h 1331448"/>
                <a:gd name="connsiteX506" fmla="*/ 850541 w 1738198"/>
                <a:gd name="connsiteY506" fmla="*/ 1242588 h 1331448"/>
                <a:gd name="connsiteX507" fmla="*/ 852093 w 1738198"/>
                <a:gd name="connsiteY507" fmla="*/ 1241981 h 1331448"/>
                <a:gd name="connsiteX508" fmla="*/ 853620 w 1738198"/>
                <a:gd name="connsiteY508" fmla="*/ 1241378 h 1331448"/>
                <a:gd name="connsiteX509" fmla="*/ 855180 w 1738198"/>
                <a:gd name="connsiteY509" fmla="*/ 1240770 h 1331448"/>
                <a:gd name="connsiteX510" fmla="*/ 856732 w 1738198"/>
                <a:gd name="connsiteY510" fmla="*/ 1240144 h 1331448"/>
                <a:gd name="connsiteX511" fmla="*/ 858291 w 1738198"/>
                <a:gd name="connsiteY511" fmla="*/ 1239537 h 1331448"/>
                <a:gd name="connsiteX512" fmla="*/ 859810 w 1738198"/>
                <a:gd name="connsiteY512" fmla="*/ 1238911 h 1331448"/>
                <a:gd name="connsiteX513" fmla="*/ 862921 w 1738198"/>
                <a:gd name="connsiteY513" fmla="*/ 1237652 h 1331448"/>
                <a:gd name="connsiteX514" fmla="*/ 864448 w 1738198"/>
                <a:gd name="connsiteY514" fmla="*/ 1237021 h 1331448"/>
                <a:gd name="connsiteX515" fmla="*/ 867560 w 1738198"/>
                <a:gd name="connsiteY515" fmla="*/ 1235769 h 1331448"/>
                <a:gd name="connsiteX516" fmla="*/ 869111 w 1738198"/>
                <a:gd name="connsiteY516" fmla="*/ 1235113 h 1331448"/>
                <a:gd name="connsiteX517" fmla="*/ 870638 w 1738198"/>
                <a:gd name="connsiteY517" fmla="*/ 1234463 h 1331448"/>
                <a:gd name="connsiteX518" fmla="*/ 872190 w 1738198"/>
                <a:gd name="connsiteY518" fmla="*/ 1233807 h 1331448"/>
                <a:gd name="connsiteX519" fmla="*/ 873750 w 1738198"/>
                <a:gd name="connsiteY519" fmla="*/ 1233181 h 1331448"/>
                <a:gd name="connsiteX520" fmla="*/ 875268 w 1738198"/>
                <a:gd name="connsiteY520" fmla="*/ 1232508 h 1331448"/>
                <a:gd name="connsiteX521" fmla="*/ 878380 w 1738198"/>
                <a:gd name="connsiteY521" fmla="*/ 1231202 h 1331448"/>
                <a:gd name="connsiteX522" fmla="*/ 879906 w 1738198"/>
                <a:gd name="connsiteY522" fmla="*/ 1230529 h 1331448"/>
                <a:gd name="connsiteX523" fmla="*/ 884578 w 1738198"/>
                <a:gd name="connsiteY523" fmla="*/ 1228502 h 1331448"/>
                <a:gd name="connsiteX524" fmla="*/ 886097 w 1738198"/>
                <a:gd name="connsiteY524" fmla="*/ 1227828 h 1331448"/>
                <a:gd name="connsiteX525" fmla="*/ 889208 w 1738198"/>
                <a:gd name="connsiteY525" fmla="*/ 1226427 h 1331448"/>
                <a:gd name="connsiteX526" fmla="*/ 890735 w 1738198"/>
                <a:gd name="connsiteY526" fmla="*/ 1225754 h 1331448"/>
                <a:gd name="connsiteX527" fmla="*/ 893846 w 1738198"/>
                <a:gd name="connsiteY527" fmla="*/ 1224353 h 1331448"/>
                <a:gd name="connsiteX528" fmla="*/ 895398 w 1738198"/>
                <a:gd name="connsiteY528" fmla="*/ 1223631 h 1331448"/>
                <a:gd name="connsiteX529" fmla="*/ 896925 w 1738198"/>
                <a:gd name="connsiteY529" fmla="*/ 1222934 h 1331448"/>
                <a:gd name="connsiteX530" fmla="*/ 900037 w 1738198"/>
                <a:gd name="connsiteY530" fmla="*/ 1221492 h 1331448"/>
                <a:gd name="connsiteX531" fmla="*/ 901555 w 1738198"/>
                <a:gd name="connsiteY531" fmla="*/ 1220794 h 1331448"/>
                <a:gd name="connsiteX532" fmla="*/ 903115 w 1738198"/>
                <a:gd name="connsiteY532" fmla="*/ 1220049 h 1331448"/>
                <a:gd name="connsiteX533" fmla="*/ 906227 w 1738198"/>
                <a:gd name="connsiteY533" fmla="*/ 1218606 h 1331448"/>
                <a:gd name="connsiteX534" fmla="*/ 907754 w 1738198"/>
                <a:gd name="connsiteY534" fmla="*/ 1217861 h 1331448"/>
                <a:gd name="connsiteX535" fmla="*/ 910865 w 1738198"/>
                <a:gd name="connsiteY535" fmla="*/ 1216371 h 1331448"/>
                <a:gd name="connsiteX536" fmla="*/ 912384 w 1738198"/>
                <a:gd name="connsiteY536" fmla="*/ 1215625 h 1331448"/>
                <a:gd name="connsiteX537" fmla="*/ 913944 w 1738198"/>
                <a:gd name="connsiteY537" fmla="*/ 1214880 h 1331448"/>
                <a:gd name="connsiteX538" fmla="*/ 915496 w 1738198"/>
                <a:gd name="connsiteY538" fmla="*/ 1214111 h 1331448"/>
                <a:gd name="connsiteX539" fmla="*/ 917055 w 1738198"/>
                <a:gd name="connsiteY539" fmla="*/ 1213366 h 1331448"/>
                <a:gd name="connsiteX540" fmla="*/ 918574 w 1738198"/>
                <a:gd name="connsiteY540" fmla="*/ 1212597 h 1331448"/>
                <a:gd name="connsiteX541" fmla="*/ 921685 w 1738198"/>
                <a:gd name="connsiteY541" fmla="*/ 1211059 h 1331448"/>
                <a:gd name="connsiteX542" fmla="*/ 923213 w 1738198"/>
                <a:gd name="connsiteY542" fmla="*/ 1210266 h 1331448"/>
                <a:gd name="connsiteX543" fmla="*/ 924763 w 1738198"/>
                <a:gd name="connsiteY543" fmla="*/ 1209497 h 1331448"/>
                <a:gd name="connsiteX544" fmla="*/ 927876 w 1738198"/>
                <a:gd name="connsiteY544" fmla="*/ 1207917 h 1331448"/>
                <a:gd name="connsiteX545" fmla="*/ 929402 w 1738198"/>
                <a:gd name="connsiteY545" fmla="*/ 1207124 h 1331448"/>
                <a:gd name="connsiteX546" fmla="*/ 930954 w 1738198"/>
                <a:gd name="connsiteY546" fmla="*/ 1206331 h 1331448"/>
                <a:gd name="connsiteX547" fmla="*/ 932514 w 1738198"/>
                <a:gd name="connsiteY547" fmla="*/ 1205515 h 1331448"/>
                <a:gd name="connsiteX548" fmla="*/ 934040 w 1738198"/>
                <a:gd name="connsiteY548" fmla="*/ 1204722 h 1331448"/>
                <a:gd name="connsiteX549" fmla="*/ 938703 w 1738198"/>
                <a:gd name="connsiteY549" fmla="*/ 1202278 h 1331448"/>
                <a:gd name="connsiteX550" fmla="*/ 940231 w 1738198"/>
                <a:gd name="connsiteY550" fmla="*/ 1201443 h 1331448"/>
                <a:gd name="connsiteX551" fmla="*/ 941783 w 1738198"/>
                <a:gd name="connsiteY551" fmla="*/ 1200626 h 1331448"/>
                <a:gd name="connsiteX552" fmla="*/ 943342 w 1738198"/>
                <a:gd name="connsiteY552" fmla="*/ 1199786 h 1331448"/>
                <a:gd name="connsiteX553" fmla="*/ 944861 w 1738198"/>
                <a:gd name="connsiteY553" fmla="*/ 1198952 h 1331448"/>
                <a:gd name="connsiteX554" fmla="*/ 947972 w 1738198"/>
                <a:gd name="connsiteY554" fmla="*/ 1197270 h 1331448"/>
                <a:gd name="connsiteX555" fmla="*/ 949499 w 1738198"/>
                <a:gd name="connsiteY555" fmla="*/ 1196412 h 1331448"/>
                <a:gd name="connsiteX556" fmla="*/ 951051 w 1738198"/>
                <a:gd name="connsiteY556" fmla="*/ 1195548 h 1331448"/>
                <a:gd name="connsiteX557" fmla="*/ 952611 w 1738198"/>
                <a:gd name="connsiteY557" fmla="*/ 1194713 h 1331448"/>
                <a:gd name="connsiteX558" fmla="*/ 954162 w 1738198"/>
                <a:gd name="connsiteY558" fmla="*/ 1193825 h 1331448"/>
                <a:gd name="connsiteX559" fmla="*/ 955689 w 1738198"/>
                <a:gd name="connsiteY559" fmla="*/ 1192966 h 1331448"/>
                <a:gd name="connsiteX560" fmla="*/ 957241 w 1738198"/>
                <a:gd name="connsiteY560" fmla="*/ 1192102 h 1331448"/>
                <a:gd name="connsiteX561" fmla="*/ 958801 w 1738198"/>
                <a:gd name="connsiteY561" fmla="*/ 1191220 h 1331448"/>
                <a:gd name="connsiteX562" fmla="*/ 960319 w 1738198"/>
                <a:gd name="connsiteY562" fmla="*/ 1190331 h 1331448"/>
                <a:gd name="connsiteX563" fmla="*/ 964990 w 1738198"/>
                <a:gd name="connsiteY563" fmla="*/ 1187678 h 1331448"/>
                <a:gd name="connsiteX564" fmla="*/ 966518 w 1738198"/>
                <a:gd name="connsiteY564" fmla="*/ 1186772 h 1331448"/>
                <a:gd name="connsiteX565" fmla="*/ 969629 w 1738198"/>
                <a:gd name="connsiteY565" fmla="*/ 1184954 h 1331448"/>
                <a:gd name="connsiteX566" fmla="*/ 971148 w 1738198"/>
                <a:gd name="connsiteY566" fmla="*/ 1184048 h 1331448"/>
                <a:gd name="connsiteX567" fmla="*/ 972708 w 1738198"/>
                <a:gd name="connsiteY567" fmla="*/ 1183136 h 1331448"/>
                <a:gd name="connsiteX568" fmla="*/ 975819 w 1738198"/>
                <a:gd name="connsiteY568" fmla="*/ 1181276 h 1331448"/>
                <a:gd name="connsiteX569" fmla="*/ 977338 w 1738198"/>
                <a:gd name="connsiteY569" fmla="*/ 1180346 h 1331448"/>
                <a:gd name="connsiteX570" fmla="*/ 980449 w 1738198"/>
                <a:gd name="connsiteY570" fmla="*/ 1178480 h 1331448"/>
                <a:gd name="connsiteX571" fmla="*/ 981976 w 1738198"/>
                <a:gd name="connsiteY571" fmla="*/ 1177526 h 1331448"/>
                <a:gd name="connsiteX572" fmla="*/ 986640 w 1738198"/>
                <a:gd name="connsiteY572" fmla="*/ 1174665 h 1331448"/>
                <a:gd name="connsiteX573" fmla="*/ 988166 w 1738198"/>
                <a:gd name="connsiteY573" fmla="*/ 1173681 h 1331448"/>
                <a:gd name="connsiteX574" fmla="*/ 989718 w 1738198"/>
                <a:gd name="connsiteY574" fmla="*/ 1172728 h 1331448"/>
                <a:gd name="connsiteX575" fmla="*/ 991278 w 1738198"/>
                <a:gd name="connsiteY575" fmla="*/ 1171750 h 1331448"/>
                <a:gd name="connsiteX576" fmla="*/ 992804 w 1738198"/>
                <a:gd name="connsiteY576" fmla="*/ 1170772 h 1331448"/>
                <a:gd name="connsiteX577" fmla="*/ 994356 w 1738198"/>
                <a:gd name="connsiteY577" fmla="*/ 1169794 h 1331448"/>
                <a:gd name="connsiteX578" fmla="*/ 997467 w 1738198"/>
                <a:gd name="connsiteY578" fmla="*/ 1167792 h 1331448"/>
                <a:gd name="connsiteX579" fmla="*/ 998995 w 1738198"/>
                <a:gd name="connsiteY579" fmla="*/ 1166814 h 1331448"/>
                <a:gd name="connsiteX580" fmla="*/ 1000546 w 1738198"/>
                <a:gd name="connsiteY580" fmla="*/ 1165788 h 1331448"/>
                <a:gd name="connsiteX581" fmla="*/ 1002106 w 1738198"/>
                <a:gd name="connsiteY581" fmla="*/ 1164787 h 1331448"/>
                <a:gd name="connsiteX582" fmla="*/ 1003625 w 1738198"/>
                <a:gd name="connsiteY582" fmla="*/ 1163786 h 1331448"/>
                <a:gd name="connsiteX583" fmla="*/ 1006736 w 1738198"/>
                <a:gd name="connsiteY583" fmla="*/ 1161741 h 1331448"/>
                <a:gd name="connsiteX584" fmla="*/ 1008262 w 1738198"/>
                <a:gd name="connsiteY584" fmla="*/ 1160716 h 1331448"/>
                <a:gd name="connsiteX585" fmla="*/ 1009814 w 1738198"/>
                <a:gd name="connsiteY585" fmla="*/ 1159666 h 1331448"/>
                <a:gd name="connsiteX586" fmla="*/ 1011375 w 1738198"/>
                <a:gd name="connsiteY586" fmla="*/ 1158641 h 1331448"/>
                <a:gd name="connsiteX587" fmla="*/ 1012926 w 1738198"/>
                <a:gd name="connsiteY587" fmla="*/ 1157592 h 1331448"/>
                <a:gd name="connsiteX588" fmla="*/ 1014453 w 1738198"/>
                <a:gd name="connsiteY588" fmla="*/ 1156543 h 1331448"/>
                <a:gd name="connsiteX589" fmla="*/ 1016005 w 1738198"/>
                <a:gd name="connsiteY589" fmla="*/ 1155500 h 1331448"/>
                <a:gd name="connsiteX590" fmla="*/ 1017565 w 1738198"/>
                <a:gd name="connsiteY590" fmla="*/ 1154426 h 1331448"/>
                <a:gd name="connsiteX591" fmla="*/ 1019091 w 1738198"/>
                <a:gd name="connsiteY591" fmla="*/ 1153353 h 1331448"/>
                <a:gd name="connsiteX592" fmla="*/ 1020643 w 1738198"/>
                <a:gd name="connsiteY592" fmla="*/ 1152310 h 1331448"/>
                <a:gd name="connsiteX593" fmla="*/ 1022195 w 1738198"/>
                <a:gd name="connsiteY593" fmla="*/ 1151237 h 1331448"/>
                <a:gd name="connsiteX594" fmla="*/ 1023754 w 1738198"/>
                <a:gd name="connsiteY594" fmla="*/ 1150140 h 1331448"/>
                <a:gd name="connsiteX595" fmla="*/ 1025282 w 1738198"/>
                <a:gd name="connsiteY595" fmla="*/ 1149049 h 1331448"/>
                <a:gd name="connsiteX596" fmla="*/ 1026834 w 1738198"/>
                <a:gd name="connsiteY596" fmla="*/ 1147976 h 1331448"/>
                <a:gd name="connsiteX597" fmla="*/ 1028393 w 1738198"/>
                <a:gd name="connsiteY597" fmla="*/ 1146879 h 1331448"/>
                <a:gd name="connsiteX598" fmla="*/ 1029912 w 1738198"/>
                <a:gd name="connsiteY598" fmla="*/ 1145764 h 1331448"/>
                <a:gd name="connsiteX599" fmla="*/ 1031471 w 1738198"/>
                <a:gd name="connsiteY599" fmla="*/ 1144668 h 1331448"/>
                <a:gd name="connsiteX600" fmla="*/ 1034583 w 1738198"/>
                <a:gd name="connsiteY600" fmla="*/ 1142432 h 1331448"/>
                <a:gd name="connsiteX601" fmla="*/ 1036101 w 1738198"/>
                <a:gd name="connsiteY601" fmla="*/ 1141317 h 1331448"/>
                <a:gd name="connsiteX602" fmla="*/ 1037661 w 1738198"/>
                <a:gd name="connsiteY602" fmla="*/ 1140197 h 1331448"/>
                <a:gd name="connsiteX603" fmla="*/ 1039213 w 1738198"/>
                <a:gd name="connsiteY603" fmla="*/ 1139058 h 1331448"/>
                <a:gd name="connsiteX604" fmla="*/ 1040740 w 1738198"/>
                <a:gd name="connsiteY604" fmla="*/ 1137937 h 1331448"/>
                <a:gd name="connsiteX605" fmla="*/ 1042291 w 1738198"/>
                <a:gd name="connsiteY605" fmla="*/ 1136775 h 1331448"/>
                <a:gd name="connsiteX606" fmla="*/ 1045404 w 1738198"/>
                <a:gd name="connsiteY606" fmla="*/ 1134492 h 1331448"/>
                <a:gd name="connsiteX607" fmla="*/ 1046930 w 1738198"/>
                <a:gd name="connsiteY607" fmla="*/ 1133329 h 1331448"/>
                <a:gd name="connsiteX608" fmla="*/ 1050041 w 1738198"/>
                <a:gd name="connsiteY608" fmla="*/ 1130998 h 1331448"/>
                <a:gd name="connsiteX609" fmla="*/ 1051569 w 1738198"/>
                <a:gd name="connsiteY609" fmla="*/ 1129812 h 1331448"/>
                <a:gd name="connsiteX610" fmla="*/ 1053120 w 1738198"/>
                <a:gd name="connsiteY610" fmla="*/ 1128650 h 1331448"/>
                <a:gd name="connsiteX611" fmla="*/ 1054680 w 1738198"/>
                <a:gd name="connsiteY611" fmla="*/ 1127463 h 1331448"/>
                <a:gd name="connsiteX612" fmla="*/ 1056232 w 1738198"/>
                <a:gd name="connsiteY612" fmla="*/ 1126247 h 1331448"/>
                <a:gd name="connsiteX613" fmla="*/ 1057759 w 1738198"/>
                <a:gd name="connsiteY613" fmla="*/ 1125061 h 1331448"/>
                <a:gd name="connsiteX614" fmla="*/ 1059310 w 1738198"/>
                <a:gd name="connsiteY614" fmla="*/ 1123874 h 1331448"/>
                <a:gd name="connsiteX615" fmla="*/ 1060870 w 1738198"/>
                <a:gd name="connsiteY615" fmla="*/ 1122664 h 1331448"/>
                <a:gd name="connsiteX616" fmla="*/ 1062389 w 1738198"/>
                <a:gd name="connsiteY616" fmla="*/ 1121454 h 1331448"/>
                <a:gd name="connsiteX617" fmla="*/ 1063948 w 1738198"/>
                <a:gd name="connsiteY617" fmla="*/ 1120220 h 1331448"/>
                <a:gd name="connsiteX618" fmla="*/ 1065500 w 1738198"/>
                <a:gd name="connsiteY618" fmla="*/ 1119010 h 1331448"/>
                <a:gd name="connsiteX619" fmla="*/ 1067060 w 1738198"/>
                <a:gd name="connsiteY619" fmla="*/ 1117776 h 1331448"/>
                <a:gd name="connsiteX620" fmla="*/ 1068578 w 1738198"/>
                <a:gd name="connsiteY620" fmla="*/ 1116542 h 1331448"/>
                <a:gd name="connsiteX621" fmla="*/ 1070139 w 1738198"/>
                <a:gd name="connsiteY621" fmla="*/ 1115284 h 1331448"/>
                <a:gd name="connsiteX622" fmla="*/ 1071690 w 1738198"/>
                <a:gd name="connsiteY622" fmla="*/ 1114050 h 1331448"/>
                <a:gd name="connsiteX623" fmla="*/ 1073217 w 1738198"/>
                <a:gd name="connsiteY623" fmla="*/ 1112792 h 1331448"/>
                <a:gd name="connsiteX624" fmla="*/ 1076328 w 1738198"/>
                <a:gd name="connsiteY624" fmla="*/ 1110277 h 1331448"/>
                <a:gd name="connsiteX625" fmla="*/ 1077855 w 1738198"/>
                <a:gd name="connsiteY625" fmla="*/ 1109018 h 1331448"/>
                <a:gd name="connsiteX626" fmla="*/ 1082518 w 1738198"/>
                <a:gd name="connsiteY626" fmla="*/ 1105173 h 1331448"/>
                <a:gd name="connsiteX627" fmla="*/ 1084046 w 1738198"/>
                <a:gd name="connsiteY627" fmla="*/ 1103874 h 1331448"/>
                <a:gd name="connsiteX628" fmla="*/ 1087157 w 1738198"/>
                <a:gd name="connsiteY628" fmla="*/ 1101263 h 1331448"/>
                <a:gd name="connsiteX629" fmla="*/ 1088676 w 1738198"/>
                <a:gd name="connsiteY629" fmla="*/ 1099957 h 1331448"/>
                <a:gd name="connsiteX630" fmla="*/ 1090235 w 1738198"/>
                <a:gd name="connsiteY630" fmla="*/ 1098658 h 1331448"/>
                <a:gd name="connsiteX631" fmla="*/ 1093347 w 1738198"/>
                <a:gd name="connsiteY631" fmla="*/ 1095999 h 1331448"/>
                <a:gd name="connsiteX632" fmla="*/ 1094865 w 1738198"/>
                <a:gd name="connsiteY632" fmla="*/ 1094676 h 1331448"/>
                <a:gd name="connsiteX633" fmla="*/ 1097977 w 1738198"/>
                <a:gd name="connsiteY633" fmla="*/ 1091969 h 1331448"/>
                <a:gd name="connsiteX634" fmla="*/ 1099504 w 1738198"/>
                <a:gd name="connsiteY634" fmla="*/ 1090622 h 1331448"/>
                <a:gd name="connsiteX635" fmla="*/ 1101056 w 1738198"/>
                <a:gd name="connsiteY635" fmla="*/ 1089292 h 1331448"/>
                <a:gd name="connsiteX636" fmla="*/ 1104167 w 1738198"/>
                <a:gd name="connsiteY636" fmla="*/ 1086544 h 1331448"/>
                <a:gd name="connsiteX637" fmla="*/ 1105694 w 1738198"/>
                <a:gd name="connsiteY637" fmla="*/ 1085173 h 1331448"/>
                <a:gd name="connsiteX638" fmla="*/ 1107246 w 1738198"/>
                <a:gd name="connsiteY638" fmla="*/ 1083797 h 1331448"/>
                <a:gd name="connsiteX639" fmla="*/ 1108805 w 1738198"/>
                <a:gd name="connsiteY639" fmla="*/ 1082401 h 1331448"/>
                <a:gd name="connsiteX640" fmla="*/ 1110333 w 1738198"/>
                <a:gd name="connsiteY640" fmla="*/ 1081025 h 1331448"/>
                <a:gd name="connsiteX641" fmla="*/ 1111883 w 1738198"/>
                <a:gd name="connsiteY641" fmla="*/ 1079629 h 1331448"/>
                <a:gd name="connsiteX642" fmla="*/ 1113444 w 1738198"/>
                <a:gd name="connsiteY642" fmla="*/ 1078211 h 1331448"/>
                <a:gd name="connsiteX643" fmla="*/ 1114996 w 1738198"/>
                <a:gd name="connsiteY643" fmla="*/ 1076810 h 1331448"/>
                <a:gd name="connsiteX644" fmla="*/ 1116522 w 1738198"/>
                <a:gd name="connsiteY644" fmla="*/ 1075391 h 1331448"/>
                <a:gd name="connsiteX645" fmla="*/ 1119634 w 1738198"/>
                <a:gd name="connsiteY645" fmla="*/ 1072553 h 1331448"/>
                <a:gd name="connsiteX646" fmla="*/ 1121152 w 1738198"/>
                <a:gd name="connsiteY646" fmla="*/ 1071105 h 1331448"/>
                <a:gd name="connsiteX647" fmla="*/ 1125823 w 1738198"/>
                <a:gd name="connsiteY647" fmla="*/ 1066776 h 1331448"/>
                <a:gd name="connsiteX648" fmla="*/ 1127342 w 1738198"/>
                <a:gd name="connsiteY648" fmla="*/ 1065310 h 1331448"/>
                <a:gd name="connsiteX649" fmla="*/ 1128903 w 1738198"/>
                <a:gd name="connsiteY649" fmla="*/ 1063867 h 1331448"/>
                <a:gd name="connsiteX650" fmla="*/ 1130453 w 1738198"/>
                <a:gd name="connsiteY650" fmla="*/ 1062377 h 1331448"/>
                <a:gd name="connsiteX651" fmla="*/ 1131981 w 1738198"/>
                <a:gd name="connsiteY651" fmla="*/ 1060911 h 1331448"/>
                <a:gd name="connsiteX652" fmla="*/ 1136644 w 1738198"/>
                <a:gd name="connsiteY652" fmla="*/ 1056439 h 1331448"/>
                <a:gd name="connsiteX653" fmla="*/ 1138171 w 1738198"/>
                <a:gd name="connsiteY653" fmla="*/ 1054949 h 1331448"/>
                <a:gd name="connsiteX654" fmla="*/ 1141282 w 1738198"/>
                <a:gd name="connsiteY654" fmla="*/ 1051921 h 1331448"/>
                <a:gd name="connsiteX655" fmla="*/ 1142809 w 1738198"/>
                <a:gd name="connsiteY655" fmla="*/ 1050407 h 1331448"/>
                <a:gd name="connsiteX656" fmla="*/ 1145921 w 1738198"/>
                <a:gd name="connsiteY656" fmla="*/ 1047330 h 1331448"/>
                <a:gd name="connsiteX657" fmla="*/ 1147440 w 1738198"/>
                <a:gd name="connsiteY657" fmla="*/ 1045793 h 1331448"/>
                <a:gd name="connsiteX658" fmla="*/ 1148999 w 1738198"/>
                <a:gd name="connsiteY658" fmla="*/ 1044260 h 1331448"/>
                <a:gd name="connsiteX659" fmla="*/ 1152111 w 1738198"/>
                <a:gd name="connsiteY659" fmla="*/ 1041137 h 1331448"/>
                <a:gd name="connsiteX660" fmla="*/ 1153629 w 1738198"/>
                <a:gd name="connsiteY660" fmla="*/ 1039575 h 1331448"/>
                <a:gd name="connsiteX661" fmla="*/ 1155190 w 1738198"/>
                <a:gd name="connsiteY661" fmla="*/ 1038019 h 1331448"/>
                <a:gd name="connsiteX662" fmla="*/ 1156741 w 1738198"/>
                <a:gd name="connsiteY662" fmla="*/ 1036433 h 1331448"/>
                <a:gd name="connsiteX663" fmla="*/ 1158268 w 1738198"/>
                <a:gd name="connsiteY663" fmla="*/ 1034848 h 1331448"/>
                <a:gd name="connsiteX664" fmla="*/ 1159820 w 1738198"/>
                <a:gd name="connsiteY664" fmla="*/ 1033268 h 1331448"/>
                <a:gd name="connsiteX665" fmla="*/ 1162931 w 1738198"/>
                <a:gd name="connsiteY665" fmla="*/ 1030055 h 1331448"/>
                <a:gd name="connsiteX666" fmla="*/ 1164458 w 1738198"/>
                <a:gd name="connsiteY666" fmla="*/ 1028445 h 1331448"/>
                <a:gd name="connsiteX667" fmla="*/ 1166017 w 1738198"/>
                <a:gd name="connsiteY667" fmla="*/ 1026841 h 1331448"/>
                <a:gd name="connsiteX668" fmla="*/ 1167569 w 1738198"/>
                <a:gd name="connsiteY668" fmla="*/ 1025209 h 1331448"/>
                <a:gd name="connsiteX669" fmla="*/ 1169097 w 1738198"/>
                <a:gd name="connsiteY669" fmla="*/ 1023580 h 1331448"/>
                <a:gd name="connsiteX670" fmla="*/ 1170647 w 1738198"/>
                <a:gd name="connsiteY670" fmla="*/ 1021971 h 1331448"/>
                <a:gd name="connsiteX671" fmla="*/ 1173760 w 1738198"/>
                <a:gd name="connsiteY671" fmla="*/ 1018669 h 1331448"/>
                <a:gd name="connsiteX672" fmla="*/ 1175286 w 1738198"/>
                <a:gd name="connsiteY672" fmla="*/ 1017011 h 1331448"/>
                <a:gd name="connsiteX673" fmla="*/ 1176838 w 1738198"/>
                <a:gd name="connsiteY673" fmla="*/ 1015360 h 1331448"/>
                <a:gd name="connsiteX674" fmla="*/ 1178398 w 1738198"/>
                <a:gd name="connsiteY674" fmla="*/ 1013685 h 1331448"/>
                <a:gd name="connsiteX675" fmla="*/ 1179916 w 1738198"/>
                <a:gd name="connsiteY675" fmla="*/ 1012028 h 1331448"/>
                <a:gd name="connsiteX676" fmla="*/ 1181476 w 1738198"/>
                <a:gd name="connsiteY676" fmla="*/ 1010329 h 1331448"/>
                <a:gd name="connsiteX677" fmla="*/ 1183028 w 1738198"/>
                <a:gd name="connsiteY677" fmla="*/ 1008654 h 1331448"/>
                <a:gd name="connsiteX678" fmla="*/ 1184588 w 1738198"/>
                <a:gd name="connsiteY678" fmla="*/ 1006954 h 1331448"/>
                <a:gd name="connsiteX679" fmla="*/ 1186106 w 1738198"/>
                <a:gd name="connsiteY679" fmla="*/ 1005255 h 1331448"/>
                <a:gd name="connsiteX680" fmla="*/ 1189218 w 1738198"/>
                <a:gd name="connsiteY680" fmla="*/ 1001852 h 1331448"/>
                <a:gd name="connsiteX681" fmla="*/ 1190745 w 1738198"/>
                <a:gd name="connsiteY681" fmla="*/ 1000129 h 1331448"/>
                <a:gd name="connsiteX682" fmla="*/ 1192297 w 1738198"/>
                <a:gd name="connsiteY682" fmla="*/ 998382 h 1331448"/>
                <a:gd name="connsiteX683" fmla="*/ 1193856 w 1738198"/>
                <a:gd name="connsiteY683" fmla="*/ 996660 h 1331448"/>
                <a:gd name="connsiteX684" fmla="*/ 1195416 w 1738198"/>
                <a:gd name="connsiteY684" fmla="*/ 994912 h 1331448"/>
                <a:gd name="connsiteX685" fmla="*/ 1196934 w 1738198"/>
                <a:gd name="connsiteY685" fmla="*/ 993166 h 1331448"/>
                <a:gd name="connsiteX686" fmla="*/ 1198495 w 1738198"/>
                <a:gd name="connsiteY686" fmla="*/ 991443 h 1331448"/>
                <a:gd name="connsiteX687" fmla="*/ 1200047 w 1738198"/>
                <a:gd name="connsiteY687" fmla="*/ 989673 h 1331448"/>
                <a:gd name="connsiteX688" fmla="*/ 1201573 w 1738198"/>
                <a:gd name="connsiteY688" fmla="*/ 987902 h 1331448"/>
                <a:gd name="connsiteX689" fmla="*/ 1203125 w 1738198"/>
                <a:gd name="connsiteY689" fmla="*/ 986137 h 1331448"/>
                <a:gd name="connsiteX690" fmla="*/ 1204685 w 1738198"/>
                <a:gd name="connsiteY690" fmla="*/ 984343 h 1331448"/>
                <a:gd name="connsiteX691" fmla="*/ 1206203 w 1738198"/>
                <a:gd name="connsiteY691" fmla="*/ 982572 h 1331448"/>
                <a:gd name="connsiteX692" fmla="*/ 1209315 w 1738198"/>
                <a:gd name="connsiteY692" fmla="*/ 978984 h 1331448"/>
                <a:gd name="connsiteX693" fmla="*/ 1210874 w 1738198"/>
                <a:gd name="connsiteY693" fmla="*/ 977172 h 1331448"/>
                <a:gd name="connsiteX694" fmla="*/ 1212393 w 1738198"/>
                <a:gd name="connsiteY694" fmla="*/ 975377 h 1331448"/>
                <a:gd name="connsiteX695" fmla="*/ 1213954 w 1738198"/>
                <a:gd name="connsiteY695" fmla="*/ 973536 h 1331448"/>
                <a:gd name="connsiteX696" fmla="*/ 1215504 w 1738198"/>
                <a:gd name="connsiteY696" fmla="*/ 971723 h 1331448"/>
                <a:gd name="connsiteX697" fmla="*/ 1217032 w 1738198"/>
                <a:gd name="connsiteY697" fmla="*/ 969881 h 1331448"/>
                <a:gd name="connsiteX698" fmla="*/ 1221695 w 1738198"/>
                <a:gd name="connsiteY698" fmla="*/ 964361 h 1331448"/>
                <a:gd name="connsiteX699" fmla="*/ 1223222 w 1738198"/>
                <a:gd name="connsiteY699" fmla="*/ 962477 h 1331448"/>
                <a:gd name="connsiteX700" fmla="*/ 1226333 w 1738198"/>
                <a:gd name="connsiteY700" fmla="*/ 958751 h 1331448"/>
                <a:gd name="connsiteX701" fmla="*/ 1227860 w 1738198"/>
                <a:gd name="connsiteY701" fmla="*/ 956862 h 1331448"/>
                <a:gd name="connsiteX702" fmla="*/ 1230972 w 1738198"/>
                <a:gd name="connsiteY702" fmla="*/ 953094 h 1331448"/>
                <a:gd name="connsiteX703" fmla="*/ 1232524 w 1738198"/>
                <a:gd name="connsiteY703" fmla="*/ 951180 h 1331448"/>
                <a:gd name="connsiteX704" fmla="*/ 1234050 w 1738198"/>
                <a:gd name="connsiteY704" fmla="*/ 949272 h 1331448"/>
                <a:gd name="connsiteX705" fmla="*/ 1235602 w 1738198"/>
                <a:gd name="connsiteY705" fmla="*/ 947389 h 1331448"/>
                <a:gd name="connsiteX706" fmla="*/ 1237161 w 1738198"/>
                <a:gd name="connsiteY706" fmla="*/ 945451 h 1331448"/>
                <a:gd name="connsiteX707" fmla="*/ 1238680 w 1738198"/>
                <a:gd name="connsiteY707" fmla="*/ 943520 h 1331448"/>
                <a:gd name="connsiteX708" fmla="*/ 1241792 w 1738198"/>
                <a:gd name="connsiteY708" fmla="*/ 939657 h 1331448"/>
                <a:gd name="connsiteX709" fmla="*/ 1243352 w 1738198"/>
                <a:gd name="connsiteY709" fmla="*/ 937702 h 1331448"/>
                <a:gd name="connsiteX710" fmla="*/ 1244871 w 1738198"/>
                <a:gd name="connsiteY710" fmla="*/ 935740 h 1331448"/>
                <a:gd name="connsiteX711" fmla="*/ 1246430 w 1738198"/>
                <a:gd name="connsiteY711" fmla="*/ 933785 h 1331448"/>
                <a:gd name="connsiteX712" fmla="*/ 1247982 w 1738198"/>
                <a:gd name="connsiteY712" fmla="*/ 931806 h 1331448"/>
                <a:gd name="connsiteX713" fmla="*/ 1249509 w 1738198"/>
                <a:gd name="connsiteY713" fmla="*/ 929851 h 1331448"/>
                <a:gd name="connsiteX714" fmla="*/ 1251068 w 1738198"/>
                <a:gd name="connsiteY714" fmla="*/ 927848 h 1331448"/>
                <a:gd name="connsiteX715" fmla="*/ 1252620 w 1738198"/>
                <a:gd name="connsiteY715" fmla="*/ 925869 h 1331448"/>
                <a:gd name="connsiteX716" fmla="*/ 1254181 w 1738198"/>
                <a:gd name="connsiteY716" fmla="*/ 923865 h 1331448"/>
                <a:gd name="connsiteX717" fmla="*/ 1255698 w 1738198"/>
                <a:gd name="connsiteY717" fmla="*/ 921863 h 1331448"/>
                <a:gd name="connsiteX718" fmla="*/ 1258811 w 1738198"/>
                <a:gd name="connsiteY718" fmla="*/ 917856 h 1331448"/>
                <a:gd name="connsiteX719" fmla="*/ 1260337 w 1738198"/>
                <a:gd name="connsiteY719" fmla="*/ 915812 h 1331448"/>
                <a:gd name="connsiteX720" fmla="*/ 1263449 w 1738198"/>
                <a:gd name="connsiteY720" fmla="*/ 911758 h 1331448"/>
                <a:gd name="connsiteX721" fmla="*/ 1265000 w 1738198"/>
                <a:gd name="connsiteY721" fmla="*/ 909707 h 1331448"/>
                <a:gd name="connsiteX722" fmla="*/ 1266527 w 1738198"/>
                <a:gd name="connsiteY722" fmla="*/ 907656 h 1331448"/>
                <a:gd name="connsiteX723" fmla="*/ 1268079 w 1738198"/>
                <a:gd name="connsiteY723" fmla="*/ 905612 h 1331448"/>
                <a:gd name="connsiteX724" fmla="*/ 1269638 w 1738198"/>
                <a:gd name="connsiteY724" fmla="*/ 903537 h 1331448"/>
                <a:gd name="connsiteX725" fmla="*/ 1271157 w 1738198"/>
                <a:gd name="connsiteY725" fmla="*/ 901463 h 1331448"/>
                <a:gd name="connsiteX726" fmla="*/ 1272717 w 1738198"/>
                <a:gd name="connsiteY726" fmla="*/ 899394 h 1331448"/>
                <a:gd name="connsiteX727" fmla="*/ 1274269 w 1738198"/>
                <a:gd name="connsiteY727" fmla="*/ 897296 h 1331448"/>
                <a:gd name="connsiteX728" fmla="*/ 1275796 w 1738198"/>
                <a:gd name="connsiteY728" fmla="*/ 895203 h 1331448"/>
                <a:gd name="connsiteX729" fmla="*/ 1277348 w 1738198"/>
                <a:gd name="connsiteY729" fmla="*/ 893105 h 1331448"/>
                <a:gd name="connsiteX730" fmla="*/ 1280467 w 1738198"/>
                <a:gd name="connsiteY730" fmla="*/ 888866 h 1331448"/>
                <a:gd name="connsiteX731" fmla="*/ 1281985 w 1738198"/>
                <a:gd name="connsiteY731" fmla="*/ 886774 h 1331448"/>
                <a:gd name="connsiteX732" fmla="*/ 1285097 w 1738198"/>
                <a:gd name="connsiteY732" fmla="*/ 882487 h 1331448"/>
                <a:gd name="connsiteX733" fmla="*/ 1286624 w 1738198"/>
                <a:gd name="connsiteY733" fmla="*/ 880366 h 1331448"/>
                <a:gd name="connsiteX734" fmla="*/ 1289736 w 1738198"/>
                <a:gd name="connsiteY734" fmla="*/ 876037 h 1331448"/>
                <a:gd name="connsiteX735" fmla="*/ 1291288 w 1738198"/>
                <a:gd name="connsiteY735" fmla="*/ 873891 h 1331448"/>
                <a:gd name="connsiteX736" fmla="*/ 1292814 w 1738198"/>
                <a:gd name="connsiteY736" fmla="*/ 871704 h 1331448"/>
                <a:gd name="connsiteX737" fmla="*/ 1294366 w 1738198"/>
                <a:gd name="connsiteY737" fmla="*/ 869539 h 1331448"/>
                <a:gd name="connsiteX738" fmla="*/ 1295925 w 1738198"/>
                <a:gd name="connsiteY738" fmla="*/ 867351 h 1331448"/>
                <a:gd name="connsiteX739" fmla="*/ 1297444 w 1738198"/>
                <a:gd name="connsiteY739" fmla="*/ 865164 h 1331448"/>
                <a:gd name="connsiteX740" fmla="*/ 1299005 w 1738198"/>
                <a:gd name="connsiteY740" fmla="*/ 862970 h 1331448"/>
                <a:gd name="connsiteX741" fmla="*/ 1302116 w 1738198"/>
                <a:gd name="connsiteY741" fmla="*/ 858547 h 1331448"/>
                <a:gd name="connsiteX742" fmla="*/ 1303635 w 1738198"/>
                <a:gd name="connsiteY742" fmla="*/ 856335 h 1331448"/>
                <a:gd name="connsiteX743" fmla="*/ 1306746 w 1738198"/>
                <a:gd name="connsiteY743" fmla="*/ 851864 h 1331448"/>
                <a:gd name="connsiteX744" fmla="*/ 1308272 w 1738198"/>
                <a:gd name="connsiteY744" fmla="*/ 849629 h 1331448"/>
                <a:gd name="connsiteX745" fmla="*/ 1309832 w 1738198"/>
                <a:gd name="connsiteY745" fmla="*/ 847393 h 1331448"/>
                <a:gd name="connsiteX746" fmla="*/ 1312945 w 1738198"/>
                <a:gd name="connsiteY746" fmla="*/ 842875 h 1331448"/>
                <a:gd name="connsiteX747" fmla="*/ 1314462 w 1738198"/>
                <a:gd name="connsiteY747" fmla="*/ 840592 h 1331448"/>
                <a:gd name="connsiteX748" fmla="*/ 1317575 w 1738198"/>
                <a:gd name="connsiteY748" fmla="*/ 836030 h 1331448"/>
                <a:gd name="connsiteX749" fmla="*/ 1319101 w 1738198"/>
                <a:gd name="connsiteY749" fmla="*/ 833748 h 1331448"/>
                <a:gd name="connsiteX750" fmla="*/ 1320653 w 1738198"/>
                <a:gd name="connsiteY750" fmla="*/ 831465 h 1331448"/>
                <a:gd name="connsiteX751" fmla="*/ 1323764 w 1738198"/>
                <a:gd name="connsiteY751" fmla="*/ 826857 h 1331448"/>
                <a:gd name="connsiteX752" fmla="*/ 1325291 w 1738198"/>
                <a:gd name="connsiteY752" fmla="*/ 824525 h 1331448"/>
                <a:gd name="connsiteX753" fmla="*/ 1328403 w 1738198"/>
                <a:gd name="connsiteY753" fmla="*/ 819870 h 1331448"/>
                <a:gd name="connsiteX754" fmla="*/ 1329921 w 1738198"/>
                <a:gd name="connsiteY754" fmla="*/ 817539 h 1331448"/>
                <a:gd name="connsiteX755" fmla="*/ 1334593 w 1738198"/>
                <a:gd name="connsiteY755" fmla="*/ 810486 h 1331448"/>
                <a:gd name="connsiteX756" fmla="*/ 1336119 w 1738198"/>
                <a:gd name="connsiteY756" fmla="*/ 808108 h 1331448"/>
                <a:gd name="connsiteX757" fmla="*/ 1339231 w 1738198"/>
                <a:gd name="connsiteY757" fmla="*/ 803357 h 1331448"/>
                <a:gd name="connsiteX758" fmla="*/ 1340749 w 1738198"/>
                <a:gd name="connsiteY758" fmla="*/ 800961 h 1331448"/>
                <a:gd name="connsiteX759" fmla="*/ 1342310 w 1738198"/>
                <a:gd name="connsiteY759" fmla="*/ 798587 h 1331448"/>
                <a:gd name="connsiteX760" fmla="*/ 1343862 w 1738198"/>
                <a:gd name="connsiteY760" fmla="*/ 796162 h 1331448"/>
                <a:gd name="connsiteX761" fmla="*/ 1345388 w 1738198"/>
                <a:gd name="connsiteY761" fmla="*/ 793765 h 1331448"/>
                <a:gd name="connsiteX762" fmla="*/ 1346940 w 1738198"/>
                <a:gd name="connsiteY762" fmla="*/ 791368 h 1331448"/>
                <a:gd name="connsiteX763" fmla="*/ 1348500 w 1738198"/>
                <a:gd name="connsiteY763" fmla="*/ 788919 h 1331448"/>
                <a:gd name="connsiteX764" fmla="*/ 1350051 w 1738198"/>
                <a:gd name="connsiteY764" fmla="*/ 786498 h 1331448"/>
                <a:gd name="connsiteX765" fmla="*/ 1351578 w 1738198"/>
                <a:gd name="connsiteY765" fmla="*/ 784078 h 1331448"/>
                <a:gd name="connsiteX766" fmla="*/ 1353130 w 1738198"/>
                <a:gd name="connsiteY766" fmla="*/ 781610 h 1331448"/>
                <a:gd name="connsiteX767" fmla="*/ 1354689 w 1738198"/>
                <a:gd name="connsiteY767" fmla="*/ 779166 h 1331448"/>
                <a:gd name="connsiteX768" fmla="*/ 1356208 w 1738198"/>
                <a:gd name="connsiteY768" fmla="*/ 776721 h 1331448"/>
                <a:gd name="connsiteX769" fmla="*/ 1360880 w 1738198"/>
                <a:gd name="connsiteY769" fmla="*/ 769312 h 1331448"/>
                <a:gd name="connsiteX770" fmla="*/ 1362398 w 1738198"/>
                <a:gd name="connsiteY770" fmla="*/ 766820 h 1331448"/>
                <a:gd name="connsiteX771" fmla="*/ 1365518 w 1738198"/>
                <a:gd name="connsiteY771" fmla="*/ 761842 h 1331448"/>
                <a:gd name="connsiteX772" fmla="*/ 1367036 w 1738198"/>
                <a:gd name="connsiteY772" fmla="*/ 759326 h 1331448"/>
                <a:gd name="connsiteX773" fmla="*/ 1370148 w 1738198"/>
                <a:gd name="connsiteY773" fmla="*/ 754295 h 1331448"/>
                <a:gd name="connsiteX774" fmla="*/ 1371708 w 1738198"/>
                <a:gd name="connsiteY774" fmla="*/ 751755 h 1331448"/>
                <a:gd name="connsiteX775" fmla="*/ 1373227 w 1738198"/>
                <a:gd name="connsiteY775" fmla="*/ 749216 h 1331448"/>
                <a:gd name="connsiteX776" fmla="*/ 1374787 w 1738198"/>
                <a:gd name="connsiteY776" fmla="*/ 746700 h 1331448"/>
                <a:gd name="connsiteX777" fmla="*/ 1376339 w 1738198"/>
                <a:gd name="connsiteY777" fmla="*/ 744143 h 1331448"/>
                <a:gd name="connsiteX778" fmla="*/ 1377865 w 1738198"/>
                <a:gd name="connsiteY778" fmla="*/ 741580 h 1331448"/>
                <a:gd name="connsiteX779" fmla="*/ 1379417 w 1738198"/>
                <a:gd name="connsiteY779" fmla="*/ 739040 h 1331448"/>
                <a:gd name="connsiteX780" fmla="*/ 1382528 w 1738198"/>
                <a:gd name="connsiteY780" fmla="*/ 733871 h 1331448"/>
                <a:gd name="connsiteX781" fmla="*/ 1384055 w 1738198"/>
                <a:gd name="connsiteY781" fmla="*/ 731308 h 1331448"/>
                <a:gd name="connsiteX782" fmla="*/ 1385606 w 1738198"/>
                <a:gd name="connsiteY782" fmla="*/ 728702 h 1331448"/>
                <a:gd name="connsiteX783" fmla="*/ 1387167 w 1738198"/>
                <a:gd name="connsiteY783" fmla="*/ 726116 h 1331448"/>
                <a:gd name="connsiteX784" fmla="*/ 1388686 w 1738198"/>
                <a:gd name="connsiteY784" fmla="*/ 723511 h 1331448"/>
                <a:gd name="connsiteX785" fmla="*/ 1393357 w 1738198"/>
                <a:gd name="connsiteY785" fmla="*/ 715684 h 1331448"/>
                <a:gd name="connsiteX786" fmla="*/ 1394883 w 1738198"/>
                <a:gd name="connsiteY786" fmla="*/ 713031 h 1331448"/>
                <a:gd name="connsiteX787" fmla="*/ 1397996 w 1738198"/>
                <a:gd name="connsiteY787" fmla="*/ 707766 h 1331448"/>
                <a:gd name="connsiteX788" fmla="*/ 1399513 w 1738198"/>
                <a:gd name="connsiteY788" fmla="*/ 705114 h 1331448"/>
                <a:gd name="connsiteX789" fmla="*/ 1402626 w 1738198"/>
                <a:gd name="connsiteY789" fmla="*/ 699802 h 1331448"/>
                <a:gd name="connsiteX790" fmla="*/ 1404152 w 1738198"/>
                <a:gd name="connsiteY790" fmla="*/ 697125 h 1331448"/>
                <a:gd name="connsiteX791" fmla="*/ 1407263 w 1738198"/>
                <a:gd name="connsiteY791" fmla="*/ 691772 h 1331448"/>
                <a:gd name="connsiteX792" fmla="*/ 1408815 w 1738198"/>
                <a:gd name="connsiteY792" fmla="*/ 689066 h 1331448"/>
                <a:gd name="connsiteX793" fmla="*/ 1410342 w 1738198"/>
                <a:gd name="connsiteY793" fmla="*/ 686365 h 1331448"/>
                <a:gd name="connsiteX794" fmla="*/ 1413453 w 1738198"/>
                <a:gd name="connsiteY794" fmla="*/ 680964 h 1331448"/>
                <a:gd name="connsiteX795" fmla="*/ 1414972 w 1738198"/>
                <a:gd name="connsiteY795" fmla="*/ 678240 h 1331448"/>
                <a:gd name="connsiteX796" fmla="*/ 1418084 w 1738198"/>
                <a:gd name="connsiteY796" fmla="*/ 672791 h 1331448"/>
                <a:gd name="connsiteX797" fmla="*/ 1419644 w 1738198"/>
                <a:gd name="connsiteY797" fmla="*/ 670043 h 1331448"/>
                <a:gd name="connsiteX798" fmla="*/ 1421170 w 1738198"/>
                <a:gd name="connsiteY798" fmla="*/ 667319 h 1331448"/>
                <a:gd name="connsiteX799" fmla="*/ 1422722 w 1738198"/>
                <a:gd name="connsiteY799" fmla="*/ 664547 h 1331448"/>
                <a:gd name="connsiteX800" fmla="*/ 1424282 w 1738198"/>
                <a:gd name="connsiteY800" fmla="*/ 661798 h 1331448"/>
                <a:gd name="connsiteX801" fmla="*/ 1425800 w 1738198"/>
                <a:gd name="connsiteY801" fmla="*/ 659026 h 1331448"/>
                <a:gd name="connsiteX802" fmla="*/ 1430472 w 1738198"/>
                <a:gd name="connsiteY802" fmla="*/ 650716 h 1331448"/>
                <a:gd name="connsiteX803" fmla="*/ 1431991 w 1738198"/>
                <a:gd name="connsiteY803" fmla="*/ 647921 h 1331448"/>
                <a:gd name="connsiteX804" fmla="*/ 1433550 w 1738198"/>
                <a:gd name="connsiteY804" fmla="*/ 645125 h 1331448"/>
                <a:gd name="connsiteX805" fmla="*/ 1435102 w 1738198"/>
                <a:gd name="connsiteY805" fmla="*/ 642311 h 1331448"/>
                <a:gd name="connsiteX806" fmla="*/ 1436629 w 1738198"/>
                <a:gd name="connsiteY806" fmla="*/ 639515 h 1331448"/>
                <a:gd name="connsiteX807" fmla="*/ 1439740 w 1738198"/>
                <a:gd name="connsiteY807" fmla="*/ 633882 h 1331448"/>
                <a:gd name="connsiteX808" fmla="*/ 1441292 w 1738198"/>
                <a:gd name="connsiteY808" fmla="*/ 631038 h 1331448"/>
                <a:gd name="connsiteX809" fmla="*/ 1442819 w 1738198"/>
                <a:gd name="connsiteY809" fmla="*/ 628200 h 1331448"/>
                <a:gd name="connsiteX810" fmla="*/ 1445931 w 1738198"/>
                <a:gd name="connsiteY810" fmla="*/ 622514 h 1331448"/>
                <a:gd name="connsiteX811" fmla="*/ 1447449 w 1738198"/>
                <a:gd name="connsiteY811" fmla="*/ 619652 h 1331448"/>
                <a:gd name="connsiteX812" fmla="*/ 1449009 w 1738198"/>
                <a:gd name="connsiteY812" fmla="*/ 616809 h 1331448"/>
                <a:gd name="connsiteX813" fmla="*/ 1450569 w 1738198"/>
                <a:gd name="connsiteY813" fmla="*/ 613923 h 1331448"/>
                <a:gd name="connsiteX814" fmla="*/ 1452121 w 1738198"/>
                <a:gd name="connsiteY814" fmla="*/ 611062 h 1331448"/>
                <a:gd name="connsiteX815" fmla="*/ 1453647 w 1738198"/>
                <a:gd name="connsiteY815" fmla="*/ 608170 h 1331448"/>
                <a:gd name="connsiteX816" fmla="*/ 1456759 w 1738198"/>
                <a:gd name="connsiteY816" fmla="*/ 602394 h 1331448"/>
                <a:gd name="connsiteX817" fmla="*/ 1458277 w 1738198"/>
                <a:gd name="connsiteY817" fmla="*/ 599509 h 1331448"/>
                <a:gd name="connsiteX818" fmla="*/ 1462949 w 1738198"/>
                <a:gd name="connsiteY818" fmla="*/ 590776 h 1331448"/>
                <a:gd name="connsiteX819" fmla="*/ 1464468 w 1738198"/>
                <a:gd name="connsiteY819" fmla="*/ 587842 h 1331448"/>
                <a:gd name="connsiteX820" fmla="*/ 1467579 w 1738198"/>
                <a:gd name="connsiteY820" fmla="*/ 581976 h 1331448"/>
                <a:gd name="connsiteX821" fmla="*/ 1469105 w 1738198"/>
                <a:gd name="connsiteY821" fmla="*/ 579020 h 1331448"/>
                <a:gd name="connsiteX822" fmla="*/ 1470657 w 1738198"/>
                <a:gd name="connsiteY822" fmla="*/ 576081 h 1331448"/>
                <a:gd name="connsiteX823" fmla="*/ 1472218 w 1738198"/>
                <a:gd name="connsiteY823" fmla="*/ 573124 h 1331448"/>
                <a:gd name="connsiteX824" fmla="*/ 1473735 w 1738198"/>
                <a:gd name="connsiteY824" fmla="*/ 570167 h 1331448"/>
                <a:gd name="connsiteX825" fmla="*/ 1475296 w 1738198"/>
                <a:gd name="connsiteY825" fmla="*/ 567186 h 1331448"/>
                <a:gd name="connsiteX826" fmla="*/ 1476848 w 1738198"/>
                <a:gd name="connsiteY826" fmla="*/ 564229 h 1331448"/>
                <a:gd name="connsiteX827" fmla="*/ 1478408 w 1738198"/>
                <a:gd name="connsiteY827" fmla="*/ 561249 h 1331448"/>
                <a:gd name="connsiteX828" fmla="*/ 1479934 w 1738198"/>
                <a:gd name="connsiteY828" fmla="*/ 558244 h 1331448"/>
                <a:gd name="connsiteX829" fmla="*/ 1481486 w 1738198"/>
                <a:gd name="connsiteY829" fmla="*/ 555263 h 1331448"/>
                <a:gd name="connsiteX830" fmla="*/ 1483046 w 1738198"/>
                <a:gd name="connsiteY830" fmla="*/ 552259 h 1331448"/>
                <a:gd name="connsiteX831" fmla="*/ 1484564 w 1738198"/>
                <a:gd name="connsiteY831" fmla="*/ 549254 h 1331448"/>
                <a:gd name="connsiteX832" fmla="*/ 1486125 w 1738198"/>
                <a:gd name="connsiteY832" fmla="*/ 546250 h 1331448"/>
                <a:gd name="connsiteX833" fmla="*/ 1487677 w 1738198"/>
                <a:gd name="connsiteY833" fmla="*/ 543228 h 1331448"/>
                <a:gd name="connsiteX834" fmla="*/ 1489236 w 1738198"/>
                <a:gd name="connsiteY834" fmla="*/ 540223 h 1331448"/>
                <a:gd name="connsiteX835" fmla="*/ 1490755 w 1738198"/>
                <a:gd name="connsiteY835" fmla="*/ 537195 h 1331448"/>
                <a:gd name="connsiteX836" fmla="*/ 1492314 w 1738198"/>
                <a:gd name="connsiteY836" fmla="*/ 534143 h 1331448"/>
                <a:gd name="connsiteX837" fmla="*/ 1493866 w 1738198"/>
                <a:gd name="connsiteY837" fmla="*/ 531114 h 1331448"/>
                <a:gd name="connsiteX838" fmla="*/ 1495393 w 1738198"/>
                <a:gd name="connsiteY838" fmla="*/ 528068 h 1331448"/>
                <a:gd name="connsiteX839" fmla="*/ 1500056 w 1738198"/>
                <a:gd name="connsiteY839" fmla="*/ 518917 h 1331448"/>
                <a:gd name="connsiteX840" fmla="*/ 1501583 w 1738198"/>
                <a:gd name="connsiteY840" fmla="*/ 515841 h 1331448"/>
                <a:gd name="connsiteX841" fmla="*/ 1503134 w 1738198"/>
                <a:gd name="connsiteY841" fmla="*/ 512742 h 1331448"/>
                <a:gd name="connsiteX842" fmla="*/ 1504695 w 1738198"/>
                <a:gd name="connsiteY842" fmla="*/ 509671 h 1331448"/>
                <a:gd name="connsiteX843" fmla="*/ 1506221 w 1738198"/>
                <a:gd name="connsiteY843" fmla="*/ 506595 h 1331448"/>
                <a:gd name="connsiteX844" fmla="*/ 1510884 w 1738198"/>
                <a:gd name="connsiteY844" fmla="*/ 497308 h 1331448"/>
                <a:gd name="connsiteX845" fmla="*/ 1512412 w 1738198"/>
                <a:gd name="connsiteY845" fmla="*/ 494183 h 1331448"/>
                <a:gd name="connsiteX846" fmla="*/ 1513963 w 1738198"/>
                <a:gd name="connsiteY846" fmla="*/ 491089 h 1331448"/>
                <a:gd name="connsiteX847" fmla="*/ 1515523 w 1738198"/>
                <a:gd name="connsiteY847" fmla="*/ 487966 h 1331448"/>
                <a:gd name="connsiteX848" fmla="*/ 1517042 w 1738198"/>
                <a:gd name="connsiteY848" fmla="*/ 484824 h 1331448"/>
                <a:gd name="connsiteX849" fmla="*/ 1518601 w 1738198"/>
                <a:gd name="connsiteY849" fmla="*/ 481700 h 1331448"/>
                <a:gd name="connsiteX850" fmla="*/ 1521713 w 1738198"/>
                <a:gd name="connsiteY850" fmla="*/ 475417 h 1331448"/>
                <a:gd name="connsiteX851" fmla="*/ 1523232 w 1738198"/>
                <a:gd name="connsiteY851" fmla="*/ 472270 h 1331448"/>
                <a:gd name="connsiteX852" fmla="*/ 1524791 w 1738198"/>
                <a:gd name="connsiteY852" fmla="*/ 469128 h 1331448"/>
                <a:gd name="connsiteX853" fmla="*/ 1526343 w 1738198"/>
                <a:gd name="connsiteY853" fmla="*/ 465962 h 1331448"/>
                <a:gd name="connsiteX854" fmla="*/ 1527869 w 1738198"/>
                <a:gd name="connsiteY854" fmla="*/ 462815 h 1331448"/>
                <a:gd name="connsiteX855" fmla="*/ 1529421 w 1738198"/>
                <a:gd name="connsiteY855" fmla="*/ 459626 h 1331448"/>
                <a:gd name="connsiteX856" fmla="*/ 1532533 w 1738198"/>
                <a:gd name="connsiteY856" fmla="*/ 453295 h 1331448"/>
                <a:gd name="connsiteX857" fmla="*/ 1534060 w 1738198"/>
                <a:gd name="connsiteY857" fmla="*/ 450106 h 1331448"/>
                <a:gd name="connsiteX858" fmla="*/ 1537171 w 1738198"/>
                <a:gd name="connsiteY858" fmla="*/ 443721 h 1331448"/>
                <a:gd name="connsiteX859" fmla="*/ 1538698 w 1738198"/>
                <a:gd name="connsiteY859" fmla="*/ 440508 h 1331448"/>
                <a:gd name="connsiteX860" fmla="*/ 1540250 w 1738198"/>
                <a:gd name="connsiteY860" fmla="*/ 437319 h 1331448"/>
                <a:gd name="connsiteX861" fmla="*/ 1541809 w 1738198"/>
                <a:gd name="connsiteY861" fmla="*/ 434105 h 1331448"/>
                <a:gd name="connsiteX862" fmla="*/ 1543328 w 1738198"/>
                <a:gd name="connsiteY862" fmla="*/ 430892 h 1331448"/>
                <a:gd name="connsiteX863" fmla="*/ 1544888 w 1738198"/>
                <a:gd name="connsiteY863" fmla="*/ 427655 h 1331448"/>
                <a:gd name="connsiteX864" fmla="*/ 1546440 w 1738198"/>
                <a:gd name="connsiteY864" fmla="*/ 424442 h 1331448"/>
                <a:gd name="connsiteX865" fmla="*/ 1548000 w 1738198"/>
                <a:gd name="connsiteY865" fmla="*/ 421204 h 1331448"/>
                <a:gd name="connsiteX866" fmla="*/ 1549519 w 1738198"/>
                <a:gd name="connsiteY866" fmla="*/ 417968 h 1331448"/>
                <a:gd name="connsiteX867" fmla="*/ 1552630 w 1738198"/>
                <a:gd name="connsiteY867" fmla="*/ 411494 h 1331448"/>
                <a:gd name="connsiteX868" fmla="*/ 1554156 w 1738198"/>
                <a:gd name="connsiteY868" fmla="*/ 408233 h 1331448"/>
                <a:gd name="connsiteX869" fmla="*/ 1558820 w 1738198"/>
                <a:gd name="connsiteY869" fmla="*/ 398450 h 1331448"/>
                <a:gd name="connsiteX870" fmla="*/ 1560347 w 1738198"/>
                <a:gd name="connsiteY870" fmla="*/ 395196 h 1331448"/>
                <a:gd name="connsiteX871" fmla="*/ 1563459 w 1738198"/>
                <a:gd name="connsiteY871" fmla="*/ 388626 h 1331448"/>
                <a:gd name="connsiteX872" fmla="*/ 1564985 w 1738198"/>
                <a:gd name="connsiteY872" fmla="*/ 385341 h 1331448"/>
                <a:gd name="connsiteX873" fmla="*/ 1566537 w 1738198"/>
                <a:gd name="connsiteY873" fmla="*/ 382056 h 1331448"/>
                <a:gd name="connsiteX874" fmla="*/ 1568096 w 1738198"/>
                <a:gd name="connsiteY874" fmla="*/ 378754 h 1331448"/>
                <a:gd name="connsiteX875" fmla="*/ 1569648 w 1738198"/>
                <a:gd name="connsiteY875" fmla="*/ 375469 h 1331448"/>
                <a:gd name="connsiteX876" fmla="*/ 1571176 w 1738198"/>
                <a:gd name="connsiteY876" fmla="*/ 372161 h 1331448"/>
                <a:gd name="connsiteX877" fmla="*/ 1574287 w 1738198"/>
                <a:gd name="connsiteY877" fmla="*/ 365549 h 1331448"/>
                <a:gd name="connsiteX878" fmla="*/ 1575806 w 1738198"/>
                <a:gd name="connsiteY878" fmla="*/ 362218 h 1331448"/>
                <a:gd name="connsiteX879" fmla="*/ 1577365 w 1738198"/>
                <a:gd name="connsiteY879" fmla="*/ 358915 h 1331448"/>
                <a:gd name="connsiteX880" fmla="*/ 1580477 w 1738198"/>
                <a:gd name="connsiteY880" fmla="*/ 352250 h 1331448"/>
                <a:gd name="connsiteX881" fmla="*/ 1581995 w 1738198"/>
                <a:gd name="connsiteY881" fmla="*/ 348923 h 1331448"/>
                <a:gd name="connsiteX882" fmla="*/ 1583555 w 1738198"/>
                <a:gd name="connsiteY882" fmla="*/ 345591 h 1331448"/>
                <a:gd name="connsiteX883" fmla="*/ 1585107 w 1738198"/>
                <a:gd name="connsiteY883" fmla="*/ 342241 h 1331448"/>
                <a:gd name="connsiteX884" fmla="*/ 1586634 w 1738198"/>
                <a:gd name="connsiteY884" fmla="*/ 338885 h 1331448"/>
                <a:gd name="connsiteX885" fmla="*/ 1588185 w 1738198"/>
                <a:gd name="connsiteY885" fmla="*/ 335558 h 1331448"/>
                <a:gd name="connsiteX886" fmla="*/ 1589746 w 1738198"/>
                <a:gd name="connsiteY886" fmla="*/ 332178 h 1331448"/>
                <a:gd name="connsiteX887" fmla="*/ 1591298 w 1738198"/>
                <a:gd name="connsiteY887" fmla="*/ 328828 h 1331448"/>
                <a:gd name="connsiteX888" fmla="*/ 1592824 w 1738198"/>
                <a:gd name="connsiteY888" fmla="*/ 325472 h 1331448"/>
                <a:gd name="connsiteX889" fmla="*/ 1595935 w 1738198"/>
                <a:gd name="connsiteY889" fmla="*/ 318723 h 1331448"/>
                <a:gd name="connsiteX890" fmla="*/ 1597462 w 1738198"/>
                <a:gd name="connsiteY890" fmla="*/ 315344 h 1331448"/>
                <a:gd name="connsiteX891" fmla="*/ 1600574 w 1738198"/>
                <a:gd name="connsiteY891" fmla="*/ 308589 h 1331448"/>
                <a:gd name="connsiteX892" fmla="*/ 1602093 w 1738198"/>
                <a:gd name="connsiteY892" fmla="*/ 305215 h 1331448"/>
                <a:gd name="connsiteX893" fmla="*/ 1606764 w 1738198"/>
                <a:gd name="connsiteY893" fmla="*/ 295015 h 1331448"/>
                <a:gd name="connsiteX894" fmla="*/ 1608282 w 1738198"/>
                <a:gd name="connsiteY894" fmla="*/ 291617 h 1331448"/>
                <a:gd name="connsiteX895" fmla="*/ 1609842 w 1738198"/>
                <a:gd name="connsiteY895" fmla="*/ 288213 h 1331448"/>
                <a:gd name="connsiteX896" fmla="*/ 1611394 w 1738198"/>
                <a:gd name="connsiteY896" fmla="*/ 284791 h 1331448"/>
                <a:gd name="connsiteX897" fmla="*/ 1612920 w 1738198"/>
                <a:gd name="connsiteY897" fmla="*/ 281393 h 1331448"/>
                <a:gd name="connsiteX898" fmla="*/ 1617584 w 1738198"/>
                <a:gd name="connsiteY898" fmla="*/ 271122 h 1331448"/>
                <a:gd name="connsiteX899" fmla="*/ 1619111 w 1738198"/>
                <a:gd name="connsiteY899" fmla="*/ 267700 h 1331448"/>
                <a:gd name="connsiteX900" fmla="*/ 1620671 w 1738198"/>
                <a:gd name="connsiteY900" fmla="*/ 264255 h 1331448"/>
                <a:gd name="connsiteX901" fmla="*/ 1622222 w 1738198"/>
                <a:gd name="connsiteY901" fmla="*/ 260832 h 1331448"/>
                <a:gd name="connsiteX902" fmla="*/ 1623749 w 1738198"/>
                <a:gd name="connsiteY902" fmla="*/ 257381 h 1331448"/>
                <a:gd name="connsiteX903" fmla="*/ 1628412 w 1738198"/>
                <a:gd name="connsiteY903" fmla="*/ 247044 h 1331448"/>
                <a:gd name="connsiteX904" fmla="*/ 1629939 w 1738198"/>
                <a:gd name="connsiteY904" fmla="*/ 243599 h 1331448"/>
                <a:gd name="connsiteX905" fmla="*/ 1631490 w 1738198"/>
                <a:gd name="connsiteY905" fmla="*/ 240153 h 1331448"/>
                <a:gd name="connsiteX906" fmla="*/ 1633051 w 1738198"/>
                <a:gd name="connsiteY906" fmla="*/ 236684 h 1331448"/>
                <a:gd name="connsiteX907" fmla="*/ 1634570 w 1738198"/>
                <a:gd name="connsiteY907" fmla="*/ 233237 h 1331448"/>
                <a:gd name="connsiteX908" fmla="*/ 1639241 w 1738198"/>
                <a:gd name="connsiteY908" fmla="*/ 222829 h 1331448"/>
                <a:gd name="connsiteX909" fmla="*/ 1640759 w 1738198"/>
                <a:gd name="connsiteY909" fmla="*/ 219360 h 1331448"/>
                <a:gd name="connsiteX910" fmla="*/ 1642319 w 1738198"/>
                <a:gd name="connsiteY910" fmla="*/ 215866 h 1331448"/>
                <a:gd name="connsiteX911" fmla="*/ 1643871 w 1738198"/>
                <a:gd name="connsiteY911" fmla="*/ 212397 h 1331448"/>
                <a:gd name="connsiteX912" fmla="*/ 1645398 w 1738198"/>
                <a:gd name="connsiteY912" fmla="*/ 208928 h 1331448"/>
                <a:gd name="connsiteX913" fmla="*/ 1650061 w 1738198"/>
                <a:gd name="connsiteY913" fmla="*/ 198447 h 1331448"/>
                <a:gd name="connsiteX914" fmla="*/ 1651588 w 1738198"/>
                <a:gd name="connsiteY914" fmla="*/ 194954 h 1331448"/>
                <a:gd name="connsiteX915" fmla="*/ 1654699 w 1738198"/>
                <a:gd name="connsiteY915" fmla="*/ 187967 h 1331448"/>
                <a:gd name="connsiteX916" fmla="*/ 1656227 w 1738198"/>
                <a:gd name="connsiteY916" fmla="*/ 184474 h 1331448"/>
                <a:gd name="connsiteX917" fmla="*/ 1657777 w 1738198"/>
                <a:gd name="connsiteY917" fmla="*/ 180957 h 1331448"/>
                <a:gd name="connsiteX918" fmla="*/ 1659338 w 1738198"/>
                <a:gd name="connsiteY918" fmla="*/ 177463 h 1331448"/>
                <a:gd name="connsiteX919" fmla="*/ 1660889 w 1738198"/>
                <a:gd name="connsiteY919" fmla="*/ 173946 h 1331448"/>
                <a:gd name="connsiteX920" fmla="*/ 1662416 w 1738198"/>
                <a:gd name="connsiteY920" fmla="*/ 170429 h 1331448"/>
                <a:gd name="connsiteX921" fmla="*/ 1665528 w 1738198"/>
                <a:gd name="connsiteY921" fmla="*/ 163400 h 1331448"/>
                <a:gd name="connsiteX922" fmla="*/ 1667046 w 1738198"/>
                <a:gd name="connsiteY922" fmla="*/ 159883 h 1331448"/>
                <a:gd name="connsiteX923" fmla="*/ 1670158 w 1738198"/>
                <a:gd name="connsiteY923" fmla="*/ 152849 h 1331448"/>
                <a:gd name="connsiteX924" fmla="*/ 1671684 w 1738198"/>
                <a:gd name="connsiteY924" fmla="*/ 149331 h 1331448"/>
                <a:gd name="connsiteX925" fmla="*/ 1673236 w 1738198"/>
                <a:gd name="connsiteY925" fmla="*/ 145797 h 1331448"/>
                <a:gd name="connsiteX926" fmla="*/ 1674797 w 1738198"/>
                <a:gd name="connsiteY926" fmla="*/ 142280 h 1331448"/>
                <a:gd name="connsiteX927" fmla="*/ 1676348 w 1738198"/>
                <a:gd name="connsiteY927" fmla="*/ 138738 h 1331448"/>
                <a:gd name="connsiteX928" fmla="*/ 1677875 w 1738198"/>
                <a:gd name="connsiteY928" fmla="*/ 135198 h 1331448"/>
                <a:gd name="connsiteX929" fmla="*/ 1679434 w 1738198"/>
                <a:gd name="connsiteY929" fmla="*/ 131680 h 1331448"/>
                <a:gd name="connsiteX930" fmla="*/ 1680986 w 1738198"/>
                <a:gd name="connsiteY930" fmla="*/ 128145 h 1331448"/>
                <a:gd name="connsiteX931" fmla="*/ 1682513 w 1738198"/>
                <a:gd name="connsiteY931" fmla="*/ 124604 h 1331448"/>
                <a:gd name="connsiteX932" fmla="*/ 1687176 w 1738198"/>
                <a:gd name="connsiteY932" fmla="*/ 113987 h 1331448"/>
                <a:gd name="connsiteX933" fmla="*/ 1688703 w 1738198"/>
                <a:gd name="connsiteY933" fmla="*/ 110446 h 1331448"/>
                <a:gd name="connsiteX934" fmla="*/ 1690255 w 1738198"/>
                <a:gd name="connsiteY934" fmla="*/ 106881 h 1331448"/>
                <a:gd name="connsiteX935" fmla="*/ 1691815 w 1738198"/>
                <a:gd name="connsiteY935" fmla="*/ 103346 h 1331448"/>
                <a:gd name="connsiteX936" fmla="*/ 1693333 w 1738198"/>
                <a:gd name="connsiteY936" fmla="*/ 99781 h 1331448"/>
                <a:gd name="connsiteX937" fmla="*/ 1694893 w 1738198"/>
                <a:gd name="connsiteY937" fmla="*/ 96240 h 1331448"/>
                <a:gd name="connsiteX938" fmla="*/ 1696445 w 1738198"/>
                <a:gd name="connsiteY938" fmla="*/ 92681 h 1331448"/>
                <a:gd name="connsiteX939" fmla="*/ 1698004 w 1738198"/>
                <a:gd name="connsiteY939" fmla="*/ 89140 h 1331448"/>
                <a:gd name="connsiteX940" fmla="*/ 1699523 w 1738198"/>
                <a:gd name="connsiteY940" fmla="*/ 85575 h 1331448"/>
                <a:gd name="connsiteX941" fmla="*/ 1701083 w 1738198"/>
                <a:gd name="connsiteY941" fmla="*/ 82034 h 1331448"/>
                <a:gd name="connsiteX942" fmla="*/ 1702635 w 1738198"/>
                <a:gd name="connsiteY942" fmla="*/ 78475 h 1331448"/>
                <a:gd name="connsiteX943" fmla="*/ 1704162 w 1738198"/>
                <a:gd name="connsiteY943" fmla="*/ 74911 h 1331448"/>
                <a:gd name="connsiteX944" fmla="*/ 1708825 w 1738198"/>
                <a:gd name="connsiteY944" fmla="*/ 64221 h 1331448"/>
                <a:gd name="connsiteX945" fmla="*/ 1710352 w 1738198"/>
                <a:gd name="connsiteY945" fmla="*/ 60657 h 1331448"/>
                <a:gd name="connsiteX946" fmla="*/ 1713463 w 1738198"/>
                <a:gd name="connsiteY946" fmla="*/ 53533 h 1331448"/>
                <a:gd name="connsiteX947" fmla="*/ 1714990 w 1738198"/>
                <a:gd name="connsiteY947" fmla="*/ 49968 h 1331448"/>
                <a:gd name="connsiteX948" fmla="*/ 1719654 w 1738198"/>
                <a:gd name="connsiteY948" fmla="*/ 39279 h 1331448"/>
                <a:gd name="connsiteX949" fmla="*/ 1721180 w 1738198"/>
                <a:gd name="connsiteY949" fmla="*/ 35697 h 1331448"/>
                <a:gd name="connsiteX950" fmla="*/ 1724292 w 1738198"/>
                <a:gd name="connsiteY950" fmla="*/ 28573 h 1331448"/>
                <a:gd name="connsiteX951" fmla="*/ 1725810 w 1738198"/>
                <a:gd name="connsiteY951" fmla="*/ 25008 h 1331448"/>
                <a:gd name="connsiteX952" fmla="*/ 1727370 w 1738198"/>
                <a:gd name="connsiteY952" fmla="*/ 21419 h 1331448"/>
                <a:gd name="connsiteX953" fmla="*/ 1728922 w 1738198"/>
                <a:gd name="connsiteY953" fmla="*/ 17860 h 1331448"/>
                <a:gd name="connsiteX954" fmla="*/ 1730449 w 1738198"/>
                <a:gd name="connsiteY954" fmla="*/ 14296 h 1331448"/>
                <a:gd name="connsiteX955" fmla="*/ 1732000 w 1738198"/>
                <a:gd name="connsiteY955" fmla="*/ 10713 h 1331448"/>
                <a:gd name="connsiteX956" fmla="*/ 1733560 w 1738198"/>
                <a:gd name="connsiteY956" fmla="*/ 7148 h 1331448"/>
                <a:gd name="connsiteX957" fmla="*/ 1735111 w 1738198"/>
                <a:gd name="connsiteY957" fmla="*/ 3559 h 1331448"/>
                <a:gd name="connsiteX958" fmla="*/ 1736639 w 1738198"/>
                <a:gd name="connsiteY958" fmla="*/ 0 h 1331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Lst>
              <a:rect l="l" t="t" r="r" b="b"/>
              <a:pathLst>
                <a:path w="1738198" h="1331448">
                  <a:moveTo>
                    <a:pt x="1736639" y="0"/>
                  </a:moveTo>
                  <a:lnTo>
                    <a:pt x="1736659" y="16481"/>
                  </a:lnTo>
                  <a:lnTo>
                    <a:pt x="1735106" y="20039"/>
                  </a:lnTo>
                  <a:lnTo>
                    <a:pt x="1733545" y="23630"/>
                  </a:lnTo>
                  <a:lnTo>
                    <a:pt x="1732026" y="27197"/>
                  </a:lnTo>
                  <a:lnTo>
                    <a:pt x="1728913" y="34324"/>
                  </a:lnTo>
                  <a:lnTo>
                    <a:pt x="1727386" y="37908"/>
                  </a:lnTo>
                  <a:lnTo>
                    <a:pt x="1722719" y="48602"/>
                  </a:lnTo>
                  <a:lnTo>
                    <a:pt x="1721193" y="52169"/>
                  </a:lnTo>
                  <a:lnTo>
                    <a:pt x="1718080" y="59296"/>
                  </a:lnTo>
                  <a:lnTo>
                    <a:pt x="1716552" y="62862"/>
                  </a:lnTo>
                  <a:lnTo>
                    <a:pt x="1715882" y="64398"/>
                  </a:lnTo>
                  <a:lnTo>
                    <a:pt x="1711886" y="73556"/>
                  </a:lnTo>
                  <a:lnTo>
                    <a:pt x="1710360" y="77122"/>
                  </a:lnTo>
                  <a:lnTo>
                    <a:pt x="1708807" y="80683"/>
                  </a:lnTo>
                  <a:lnTo>
                    <a:pt x="1707246" y="84226"/>
                  </a:lnTo>
                  <a:lnTo>
                    <a:pt x="1705726" y="87792"/>
                  </a:lnTo>
                  <a:lnTo>
                    <a:pt x="1704166" y="91335"/>
                  </a:lnTo>
                  <a:lnTo>
                    <a:pt x="1702613" y="94896"/>
                  </a:lnTo>
                  <a:lnTo>
                    <a:pt x="1701053" y="98439"/>
                  </a:lnTo>
                  <a:lnTo>
                    <a:pt x="1699534" y="102005"/>
                  </a:lnTo>
                  <a:lnTo>
                    <a:pt x="1697973" y="105542"/>
                  </a:lnTo>
                  <a:lnTo>
                    <a:pt x="1696420" y="109108"/>
                  </a:lnTo>
                  <a:lnTo>
                    <a:pt x="1694893" y="112652"/>
                  </a:lnTo>
                  <a:lnTo>
                    <a:pt x="1690228" y="123273"/>
                  </a:lnTo>
                  <a:lnTo>
                    <a:pt x="1688700" y="126816"/>
                  </a:lnTo>
                  <a:lnTo>
                    <a:pt x="1687147" y="130353"/>
                  </a:lnTo>
                  <a:lnTo>
                    <a:pt x="1685587" y="133872"/>
                  </a:lnTo>
                  <a:lnTo>
                    <a:pt x="1684060" y="137415"/>
                  </a:lnTo>
                  <a:lnTo>
                    <a:pt x="1682508" y="140957"/>
                  </a:lnTo>
                  <a:lnTo>
                    <a:pt x="1680946" y="144476"/>
                  </a:lnTo>
                  <a:lnTo>
                    <a:pt x="1679394" y="148013"/>
                  </a:lnTo>
                  <a:lnTo>
                    <a:pt x="1677867" y="151532"/>
                  </a:lnTo>
                  <a:lnTo>
                    <a:pt x="1674753" y="158569"/>
                  </a:lnTo>
                  <a:lnTo>
                    <a:pt x="1673235" y="162088"/>
                  </a:lnTo>
                  <a:lnTo>
                    <a:pt x="1670121" y="169120"/>
                  </a:lnTo>
                  <a:lnTo>
                    <a:pt x="1668594" y="172639"/>
                  </a:lnTo>
                  <a:lnTo>
                    <a:pt x="1667041" y="176158"/>
                  </a:lnTo>
                  <a:lnTo>
                    <a:pt x="1665480" y="179653"/>
                  </a:lnTo>
                  <a:lnTo>
                    <a:pt x="1663929" y="183172"/>
                  </a:lnTo>
                  <a:lnTo>
                    <a:pt x="1662400" y="186667"/>
                  </a:lnTo>
                  <a:lnTo>
                    <a:pt x="1659288" y="193657"/>
                  </a:lnTo>
                  <a:lnTo>
                    <a:pt x="1657759" y="197152"/>
                  </a:lnTo>
                  <a:lnTo>
                    <a:pt x="1653094" y="207637"/>
                  </a:lnTo>
                  <a:lnTo>
                    <a:pt x="1651567" y="211108"/>
                  </a:lnTo>
                  <a:lnTo>
                    <a:pt x="1650015" y="214579"/>
                  </a:lnTo>
                  <a:lnTo>
                    <a:pt x="1648454" y="218075"/>
                  </a:lnTo>
                  <a:lnTo>
                    <a:pt x="1646935" y="221545"/>
                  </a:lnTo>
                  <a:lnTo>
                    <a:pt x="1642261" y="231959"/>
                  </a:lnTo>
                  <a:lnTo>
                    <a:pt x="1640742" y="235406"/>
                  </a:lnTo>
                  <a:lnTo>
                    <a:pt x="1639181" y="238877"/>
                  </a:lnTo>
                  <a:lnTo>
                    <a:pt x="1637628" y="242325"/>
                  </a:lnTo>
                  <a:lnTo>
                    <a:pt x="1636101" y="245772"/>
                  </a:lnTo>
                  <a:lnTo>
                    <a:pt x="1631436" y="256113"/>
                  </a:lnTo>
                  <a:lnTo>
                    <a:pt x="1629908" y="259567"/>
                  </a:lnTo>
                  <a:lnTo>
                    <a:pt x="1628356" y="262991"/>
                  </a:lnTo>
                  <a:lnTo>
                    <a:pt x="1626795" y="266438"/>
                  </a:lnTo>
                  <a:lnTo>
                    <a:pt x="1625268" y="269861"/>
                  </a:lnTo>
                  <a:lnTo>
                    <a:pt x="1620602" y="280137"/>
                  </a:lnTo>
                  <a:lnTo>
                    <a:pt x="1619074" y="283537"/>
                  </a:lnTo>
                  <a:lnTo>
                    <a:pt x="1617522" y="286960"/>
                  </a:lnTo>
                  <a:lnTo>
                    <a:pt x="1615961" y="290366"/>
                  </a:lnTo>
                  <a:lnTo>
                    <a:pt x="1614442" y="293766"/>
                  </a:lnTo>
                  <a:lnTo>
                    <a:pt x="1609768" y="303970"/>
                  </a:lnTo>
                  <a:lnTo>
                    <a:pt x="1608249" y="307346"/>
                  </a:lnTo>
                  <a:lnTo>
                    <a:pt x="1606267" y="311649"/>
                  </a:lnTo>
                  <a:lnTo>
                    <a:pt x="1606267" y="1330692"/>
                  </a:lnTo>
                  <a:lnTo>
                    <a:pt x="1715882" y="1330692"/>
                  </a:lnTo>
                  <a:lnTo>
                    <a:pt x="1738197" y="1330692"/>
                  </a:lnTo>
                  <a:lnTo>
                    <a:pt x="1738198" y="1331448"/>
                  </a:lnTo>
                  <a:lnTo>
                    <a:pt x="0" y="1331448"/>
                  </a:lnTo>
                  <a:lnTo>
                    <a:pt x="1556" y="1330703"/>
                  </a:lnTo>
                  <a:lnTo>
                    <a:pt x="3080" y="1330703"/>
                  </a:lnTo>
                  <a:lnTo>
                    <a:pt x="4636" y="1330679"/>
                  </a:lnTo>
                  <a:lnTo>
                    <a:pt x="7747" y="1330679"/>
                  </a:lnTo>
                  <a:lnTo>
                    <a:pt x="9270" y="1330661"/>
                  </a:lnTo>
                  <a:lnTo>
                    <a:pt x="12382" y="1330661"/>
                  </a:lnTo>
                  <a:lnTo>
                    <a:pt x="13905" y="1330638"/>
                  </a:lnTo>
                  <a:lnTo>
                    <a:pt x="17017" y="1330638"/>
                  </a:lnTo>
                  <a:lnTo>
                    <a:pt x="18572" y="1330614"/>
                  </a:lnTo>
                  <a:lnTo>
                    <a:pt x="20097" y="1330614"/>
                  </a:lnTo>
                  <a:lnTo>
                    <a:pt x="21652" y="1330590"/>
                  </a:lnTo>
                  <a:lnTo>
                    <a:pt x="24731" y="1330590"/>
                  </a:lnTo>
                  <a:lnTo>
                    <a:pt x="26287" y="1330566"/>
                  </a:lnTo>
                  <a:lnTo>
                    <a:pt x="27843" y="1330566"/>
                  </a:lnTo>
                  <a:lnTo>
                    <a:pt x="29366" y="1330542"/>
                  </a:lnTo>
                  <a:lnTo>
                    <a:pt x="32479" y="1330542"/>
                  </a:lnTo>
                  <a:lnTo>
                    <a:pt x="34034" y="1330519"/>
                  </a:lnTo>
                  <a:lnTo>
                    <a:pt x="35557" y="1330519"/>
                  </a:lnTo>
                  <a:lnTo>
                    <a:pt x="37113" y="1330494"/>
                  </a:lnTo>
                  <a:lnTo>
                    <a:pt x="40191" y="1330494"/>
                  </a:lnTo>
                  <a:lnTo>
                    <a:pt x="41747" y="1330471"/>
                  </a:lnTo>
                  <a:lnTo>
                    <a:pt x="43303" y="1330471"/>
                  </a:lnTo>
                  <a:lnTo>
                    <a:pt x="44859" y="1330447"/>
                  </a:lnTo>
                  <a:lnTo>
                    <a:pt x="46382" y="1330447"/>
                  </a:lnTo>
                  <a:lnTo>
                    <a:pt x="47939" y="1330423"/>
                  </a:lnTo>
                  <a:lnTo>
                    <a:pt x="49494" y="1330423"/>
                  </a:lnTo>
                  <a:lnTo>
                    <a:pt x="51018" y="1330405"/>
                  </a:lnTo>
                  <a:lnTo>
                    <a:pt x="52573" y="1330405"/>
                  </a:lnTo>
                  <a:lnTo>
                    <a:pt x="54129" y="1330381"/>
                  </a:lnTo>
                  <a:lnTo>
                    <a:pt x="55685" y="1330381"/>
                  </a:lnTo>
                  <a:lnTo>
                    <a:pt x="57208" y="1330357"/>
                  </a:lnTo>
                  <a:lnTo>
                    <a:pt x="58764" y="1330357"/>
                  </a:lnTo>
                  <a:lnTo>
                    <a:pt x="60320" y="1330333"/>
                  </a:lnTo>
                  <a:lnTo>
                    <a:pt x="61844" y="1330333"/>
                  </a:lnTo>
                  <a:lnTo>
                    <a:pt x="63400" y="1330310"/>
                  </a:lnTo>
                  <a:lnTo>
                    <a:pt x="64955" y="1330310"/>
                  </a:lnTo>
                  <a:lnTo>
                    <a:pt x="66511" y="1330286"/>
                  </a:lnTo>
                  <a:lnTo>
                    <a:pt x="68034" y="1330286"/>
                  </a:lnTo>
                  <a:lnTo>
                    <a:pt x="69590" y="1330262"/>
                  </a:lnTo>
                  <a:lnTo>
                    <a:pt x="71146" y="1330262"/>
                  </a:lnTo>
                  <a:lnTo>
                    <a:pt x="72669" y="1330238"/>
                  </a:lnTo>
                  <a:lnTo>
                    <a:pt x="74225" y="1330238"/>
                  </a:lnTo>
                  <a:lnTo>
                    <a:pt x="75780" y="1330214"/>
                  </a:lnTo>
                  <a:lnTo>
                    <a:pt x="77337" y="1330214"/>
                  </a:lnTo>
                  <a:lnTo>
                    <a:pt x="78860" y="1330191"/>
                  </a:lnTo>
                  <a:lnTo>
                    <a:pt x="80416" y="1330191"/>
                  </a:lnTo>
                  <a:lnTo>
                    <a:pt x="81972" y="1330166"/>
                  </a:lnTo>
                  <a:lnTo>
                    <a:pt x="83495" y="1330166"/>
                  </a:lnTo>
                  <a:lnTo>
                    <a:pt x="86607" y="1330125"/>
                  </a:lnTo>
                  <a:lnTo>
                    <a:pt x="88162" y="1330125"/>
                  </a:lnTo>
                  <a:lnTo>
                    <a:pt x="89687" y="1330101"/>
                  </a:lnTo>
                  <a:lnTo>
                    <a:pt x="91242" y="1330101"/>
                  </a:lnTo>
                  <a:lnTo>
                    <a:pt x="92798" y="1330077"/>
                  </a:lnTo>
                  <a:lnTo>
                    <a:pt x="94321" y="1330053"/>
                  </a:lnTo>
                  <a:lnTo>
                    <a:pt x="95877" y="1330053"/>
                  </a:lnTo>
                  <a:lnTo>
                    <a:pt x="97433" y="1330030"/>
                  </a:lnTo>
                  <a:lnTo>
                    <a:pt x="98956" y="1330030"/>
                  </a:lnTo>
                  <a:lnTo>
                    <a:pt x="102068" y="1329982"/>
                  </a:lnTo>
                  <a:lnTo>
                    <a:pt x="103623" y="1329982"/>
                  </a:lnTo>
                  <a:lnTo>
                    <a:pt x="105148" y="1329958"/>
                  </a:lnTo>
                  <a:lnTo>
                    <a:pt x="106703" y="1329934"/>
                  </a:lnTo>
                  <a:lnTo>
                    <a:pt x="108259" y="1329934"/>
                  </a:lnTo>
                  <a:lnTo>
                    <a:pt x="109782" y="1329910"/>
                  </a:lnTo>
                  <a:lnTo>
                    <a:pt x="111338" y="1329893"/>
                  </a:lnTo>
                  <a:lnTo>
                    <a:pt x="112894" y="1329893"/>
                  </a:lnTo>
                  <a:lnTo>
                    <a:pt x="114450" y="1329868"/>
                  </a:lnTo>
                  <a:lnTo>
                    <a:pt x="115973" y="1329844"/>
                  </a:lnTo>
                  <a:lnTo>
                    <a:pt x="117529" y="1329844"/>
                  </a:lnTo>
                  <a:lnTo>
                    <a:pt x="119084" y="1329821"/>
                  </a:lnTo>
                  <a:lnTo>
                    <a:pt x="120608" y="1329797"/>
                  </a:lnTo>
                  <a:lnTo>
                    <a:pt x="122164" y="1329773"/>
                  </a:lnTo>
                  <a:lnTo>
                    <a:pt x="123719" y="1329773"/>
                  </a:lnTo>
                  <a:lnTo>
                    <a:pt x="125276" y="1329749"/>
                  </a:lnTo>
                  <a:lnTo>
                    <a:pt x="126798" y="1329726"/>
                  </a:lnTo>
                  <a:lnTo>
                    <a:pt x="128354" y="1329702"/>
                  </a:lnTo>
                  <a:lnTo>
                    <a:pt x="129910" y="1329702"/>
                  </a:lnTo>
                  <a:lnTo>
                    <a:pt x="131433" y="1329677"/>
                  </a:lnTo>
                  <a:lnTo>
                    <a:pt x="134545" y="1329636"/>
                  </a:lnTo>
                  <a:lnTo>
                    <a:pt x="136101" y="1329636"/>
                  </a:lnTo>
                  <a:lnTo>
                    <a:pt x="137624" y="1329612"/>
                  </a:lnTo>
                  <a:lnTo>
                    <a:pt x="140736" y="1329565"/>
                  </a:lnTo>
                  <a:lnTo>
                    <a:pt x="142259" y="1329541"/>
                  </a:lnTo>
                  <a:lnTo>
                    <a:pt x="143815" y="1329541"/>
                  </a:lnTo>
                  <a:lnTo>
                    <a:pt x="146926" y="1329493"/>
                  </a:lnTo>
                  <a:lnTo>
                    <a:pt x="148451" y="1329469"/>
                  </a:lnTo>
                  <a:lnTo>
                    <a:pt x="151562" y="1329421"/>
                  </a:lnTo>
                  <a:lnTo>
                    <a:pt x="153085" y="1329404"/>
                  </a:lnTo>
                  <a:lnTo>
                    <a:pt x="154641" y="1329404"/>
                  </a:lnTo>
                  <a:lnTo>
                    <a:pt x="156197" y="1329379"/>
                  </a:lnTo>
                  <a:lnTo>
                    <a:pt x="157720" y="1329356"/>
                  </a:lnTo>
                  <a:lnTo>
                    <a:pt x="162387" y="1329284"/>
                  </a:lnTo>
                  <a:lnTo>
                    <a:pt x="163911" y="1329260"/>
                  </a:lnTo>
                  <a:lnTo>
                    <a:pt x="167023" y="1329213"/>
                  </a:lnTo>
                  <a:lnTo>
                    <a:pt x="168546" y="1329189"/>
                  </a:lnTo>
                  <a:lnTo>
                    <a:pt x="173213" y="1329123"/>
                  </a:lnTo>
                  <a:lnTo>
                    <a:pt x="174737" y="1329099"/>
                  </a:lnTo>
                  <a:lnTo>
                    <a:pt x="177849" y="1329052"/>
                  </a:lnTo>
                  <a:lnTo>
                    <a:pt x="179372" y="1329028"/>
                  </a:lnTo>
                  <a:lnTo>
                    <a:pt x="184040" y="1328957"/>
                  </a:lnTo>
                  <a:lnTo>
                    <a:pt x="185563" y="1328932"/>
                  </a:lnTo>
                  <a:lnTo>
                    <a:pt x="188674" y="1328890"/>
                  </a:lnTo>
                  <a:lnTo>
                    <a:pt x="190199" y="1328867"/>
                  </a:lnTo>
                  <a:lnTo>
                    <a:pt x="194866" y="1328795"/>
                  </a:lnTo>
                  <a:lnTo>
                    <a:pt x="196389" y="1328772"/>
                  </a:lnTo>
                  <a:lnTo>
                    <a:pt x="197945" y="1328724"/>
                  </a:lnTo>
                  <a:lnTo>
                    <a:pt x="199500" y="1328700"/>
                  </a:lnTo>
                  <a:lnTo>
                    <a:pt x="201024" y="1328676"/>
                  </a:lnTo>
                  <a:lnTo>
                    <a:pt x="205692" y="1328611"/>
                  </a:lnTo>
                  <a:lnTo>
                    <a:pt x="207215" y="1328563"/>
                  </a:lnTo>
                  <a:lnTo>
                    <a:pt x="210327" y="1328515"/>
                  </a:lnTo>
                  <a:lnTo>
                    <a:pt x="211849" y="1328492"/>
                  </a:lnTo>
                  <a:lnTo>
                    <a:pt x="213405" y="1328468"/>
                  </a:lnTo>
                  <a:lnTo>
                    <a:pt x="214961" y="1328420"/>
                  </a:lnTo>
                  <a:lnTo>
                    <a:pt x="216516" y="1328402"/>
                  </a:lnTo>
                  <a:lnTo>
                    <a:pt x="218040" y="1328378"/>
                  </a:lnTo>
                  <a:lnTo>
                    <a:pt x="219595" y="1328331"/>
                  </a:lnTo>
                  <a:lnTo>
                    <a:pt x="221152" y="1328306"/>
                  </a:lnTo>
                  <a:lnTo>
                    <a:pt x="222675" y="1328283"/>
                  </a:lnTo>
                  <a:lnTo>
                    <a:pt x="224231" y="1328259"/>
                  </a:lnTo>
                  <a:lnTo>
                    <a:pt x="225787" y="1328211"/>
                  </a:lnTo>
                  <a:lnTo>
                    <a:pt x="227310" y="1328187"/>
                  </a:lnTo>
                  <a:lnTo>
                    <a:pt x="228866" y="1328170"/>
                  </a:lnTo>
                  <a:lnTo>
                    <a:pt x="230421" y="1328122"/>
                  </a:lnTo>
                  <a:lnTo>
                    <a:pt x="231977" y="1328098"/>
                  </a:lnTo>
                  <a:lnTo>
                    <a:pt x="233500" y="1328050"/>
                  </a:lnTo>
                  <a:lnTo>
                    <a:pt x="236613" y="1328003"/>
                  </a:lnTo>
                  <a:lnTo>
                    <a:pt x="238136" y="1327955"/>
                  </a:lnTo>
                  <a:lnTo>
                    <a:pt x="239692" y="1327931"/>
                  </a:lnTo>
                  <a:lnTo>
                    <a:pt x="241248" y="1327889"/>
                  </a:lnTo>
                  <a:lnTo>
                    <a:pt x="242803" y="1327866"/>
                  </a:lnTo>
                  <a:lnTo>
                    <a:pt x="244327" y="1327818"/>
                  </a:lnTo>
                  <a:lnTo>
                    <a:pt x="245882" y="1327794"/>
                  </a:lnTo>
                  <a:lnTo>
                    <a:pt x="247438" y="1327747"/>
                  </a:lnTo>
                  <a:lnTo>
                    <a:pt x="248962" y="1327722"/>
                  </a:lnTo>
                  <a:lnTo>
                    <a:pt x="250518" y="1327680"/>
                  </a:lnTo>
                  <a:lnTo>
                    <a:pt x="252074" y="1327657"/>
                  </a:lnTo>
                  <a:lnTo>
                    <a:pt x="253630" y="1327609"/>
                  </a:lnTo>
                  <a:lnTo>
                    <a:pt x="255153" y="1327585"/>
                  </a:lnTo>
                  <a:lnTo>
                    <a:pt x="258264" y="1327490"/>
                  </a:lnTo>
                  <a:lnTo>
                    <a:pt x="259788" y="1327466"/>
                  </a:lnTo>
                  <a:lnTo>
                    <a:pt x="262899" y="1327377"/>
                  </a:lnTo>
                  <a:lnTo>
                    <a:pt x="264456" y="1327353"/>
                  </a:lnTo>
                  <a:lnTo>
                    <a:pt x="265979" y="1327305"/>
                  </a:lnTo>
                  <a:lnTo>
                    <a:pt x="267535" y="1327258"/>
                  </a:lnTo>
                  <a:lnTo>
                    <a:pt x="269090" y="1327233"/>
                  </a:lnTo>
                  <a:lnTo>
                    <a:pt x="270614" y="1327186"/>
                  </a:lnTo>
                  <a:lnTo>
                    <a:pt x="272169" y="1327144"/>
                  </a:lnTo>
                  <a:lnTo>
                    <a:pt x="273725" y="1327121"/>
                  </a:lnTo>
                  <a:lnTo>
                    <a:pt x="275281" y="1327072"/>
                  </a:lnTo>
                  <a:lnTo>
                    <a:pt x="276805" y="1327025"/>
                  </a:lnTo>
                  <a:lnTo>
                    <a:pt x="279917" y="1326930"/>
                  </a:lnTo>
                  <a:lnTo>
                    <a:pt x="281440" y="1326912"/>
                  </a:lnTo>
                  <a:lnTo>
                    <a:pt x="284551" y="1326816"/>
                  </a:lnTo>
                  <a:lnTo>
                    <a:pt x="286075" y="1326769"/>
                  </a:lnTo>
                  <a:lnTo>
                    <a:pt x="290742" y="1326632"/>
                  </a:lnTo>
                  <a:lnTo>
                    <a:pt x="292266" y="1326584"/>
                  </a:lnTo>
                  <a:lnTo>
                    <a:pt x="295378" y="1326488"/>
                  </a:lnTo>
                  <a:lnTo>
                    <a:pt x="296898" y="1326441"/>
                  </a:lnTo>
                  <a:lnTo>
                    <a:pt x="301569" y="1326304"/>
                  </a:lnTo>
                  <a:lnTo>
                    <a:pt x="303087" y="1326256"/>
                  </a:lnTo>
                  <a:lnTo>
                    <a:pt x="306199" y="1326167"/>
                  </a:lnTo>
                  <a:lnTo>
                    <a:pt x="307726" y="1326118"/>
                  </a:lnTo>
                  <a:lnTo>
                    <a:pt x="312397" y="1325976"/>
                  </a:lnTo>
                  <a:lnTo>
                    <a:pt x="313916" y="1325910"/>
                  </a:lnTo>
                  <a:lnTo>
                    <a:pt x="317027" y="1325815"/>
                  </a:lnTo>
                  <a:lnTo>
                    <a:pt x="318555" y="1325767"/>
                  </a:lnTo>
                  <a:lnTo>
                    <a:pt x="320106" y="1325696"/>
                  </a:lnTo>
                  <a:lnTo>
                    <a:pt x="323218" y="1325606"/>
                  </a:lnTo>
                  <a:lnTo>
                    <a:pt x="324744" y="1325559"/>
                  </a:lnTo>
                  <a:lnTo>
                    <a:pt x="326296" y="1325487"/>
                  </a:lnTo>
                  <a:lnTo>
                    <a:pt x="327856" y="1325439"/>
                  </a:lnTo>
                  <a:lnTo>
                    <a:pt x="329374" y="1325373"/>
                  </a:lnTo>
                  <a:lnTo>
                    <a:pt x="332486" y="1325278"/>
                  </a:lnTo>
                  <a:lnTo>
                    <a:pt x="334046" y="1325207"/>
                  </a:lnTo>
                  <a:lnTo>
                    <a:pt x="335564" y="1325165"/>
                  </a:lnTo>
                  <a:lnTo>
                    <a:pt x="337125" y="1325094"/>
                  </a:lnTo>
                  <a:lnTo>
                    <a:pt x="338684" y="1325046"/>
                  </a:lnTo>
                  <a:lnTo>
                    <a:pt x="340203" y="1324975"/>
                  </a:lnTo>
                  <a:lnTo>
                    <a:pt x="341763" y="1324933"/>
                  </a:lnTo>
                  <a:lnTo>
                    <a:pt x="343314" y="1324861"/>
                  </a:lnTo>
                  <a:lnTo>
                    <a:pt x="344874" y="1324813"/>
                  </a:lnTo>
                  <a:lnTo>
                    <a:pt x="346393" y="1324742"/>
                  </a:lnTo>
                  <a:lnTo>
                    <a:pt x="347953" y="1324676"/>
                  </a:lnTo>
                  <a:lnTo>
                    <a:pt x="349504" y="1324628"/>
                  </a:lnTo>
                  <a:lnTo>
                    <a:pt x="351032" y="1324557"/>
                  </a:lnTo>
                  <a:lnTo>
                    <a:pt x="352583" y="1324486"/>
                  </a:lnTo>
                  <a:lnTo>
                    <a:pt x="354143" y="1324444"/>
                  </a:lnTo>
                  <a:lnTo>
                    <a:pt x="355662" y="1324372"/>
                  </a:lnTo>
                  <a:lnTo>
                    <a:pt x="360333" y="1324163"/>
                  </a:lnTo>
                  <a:lnTo>
                    <a:pt x="361851" y="1324116"/>
                  </a:lnTo>
                  <a:lnTo>
                    <a:pt x="364963" y="1323973"/>
                  </a:lnTo>
                  <a:lnTo>
                    <a:pt x="366490" y="1323907"/>
                  </a:lnTo>
                  <a:lnTo>
                    <a:pt x="371161" y="1323699"/>
                  </a:lnTo>
                  <a:lnTo>
                    <a:pt x="372680" y="1323627"/>
                  </a:lnTo>
                  <a:lnTo>
                    <a:pt x="375791" y="1323484"/>
                  </a:lnTo>
                  <a:lnTo>
                    <a:pt x="377319" y="1323418"/>
                  </a:lnTo>
                  <a:lnTo>
                    <a:pt x="381982" y="1323210"/>
                  </a:lnTo>
                  <a:lnTo>
                    <a:pt x="383508" y="1323115"/>
                  </a:lnTo>
                  <a:lnTo>
                    <a:pt x="386620" y="1322971"/>
                  </a:lnTo>
                  <a:lnTo>
                    <a:pt x="388138" y="1322906"/>
                  </a:lnTo>
                  <a:lnTo>
                    <a:pt x="389698" y="1322834"/>
                  </a:lnTo>
                  <a:lnTo>
                    <a:pt x="391250" y="1322739"/>
                  </a:lnTo>
                  <a:lnTo>
                    <a:pt x="392809" y="1322673"/>
                  </a:lnTo>
                  <a:lnTo>
                    <a:pt x="394337" y="1322601"/>
                  </a:lnTo>
                  <a:lnTo>
                    <a:pt x="395889" y="1322506"/>
                  </a:lnTo>
                  <a:lnTo>
                    <a:pt x="397448" y="1322441"/>
                  </a:lnTo>
                  <a:lnTo>
                    <a:pt x="398967" y="1322345"/>
                  </a:lnTo>
                  <a:lnTo>
                    <a:pt x="400526" y="1322274"/>
                  </a:lnTo>
                  <a:lnTo>
                    <a:pt x="402078" y="1322184"/>
                  </a:lnTo>
                  <a:lnTo>
                    <a:pt x="403638" y="1322113"/>
                  </a:lnTo>
                  <a:lnTo>
                    <a:pt x="405157" y="1322017"/>
                  </a:lnTo>
                  <a:lnTo>
                    <a:pt x="406717" y="1321952"/>
                  </a:lnTo>
                  <a:lnTo>
                    <a:pt x="408268" y="1321856"/>
                  </a:lnTo>
                  <a:lnTo>
                    <a:pt x="409795" y="1321761"/>
                  </a:lnTo>
                  <a:lnTo>
                    <a:pt x="411347" y="1321695"/>
                  </a:lnTo>
                  <a:lnTo>
                    <a:pt x="414459" y="1321505"/>
                  </a:lnTo>
                  <a:lnTo>
                    <a:pt x="415985" y="1321439"/>
                  </a:lnTo>
                  <a:lnTo>
                    <a:pt x="419097" y="1321249"/>
                  </a:lnTo>
                  <a:lnTo>
                    <a:pt x="420615" y="1321159"/>
                  </a:lnTo>
                  <a:lnTo>
                    <a:pt x="423735" y="1320968"/>
                  </a:lnTo>
                  <a:lnTo>
                    <a:pt x="425254" y="1320879"/>
                  </a:lnTo>
                  <a:lnTo>
                    <a:pt x="429925" y="1320599"/>
                  </a:lnTo>
                  <a:lnTo>
                    <a:pt x="431444" y="1320504"/>
                  </a:lnTo>
                  <a:lnTo>
                    <a:pt x="434555" y="1320318"/>
                  </a:lnTo>
                  <a:lnTo>
                    <a:pt x="436082" y="1320229"/>
                  </a:lnTo>
                  <a:lnTo>
                    <a:pt x="437634" y="1320134"/>
                  </a:lnTo>
                  <a:lnTo>
                    <a:pt x="439194" y="1320015"/>
                  </a:lnTo>
                  <a:lnTo>
                    <a:pt x="440746" y="1319925"/>
                  </a:lnTo>
                  <a:lnTo>
                    <a:pt x="442272" y="1319829"/>
                  </a:lnTo>
                  <a:lnTo>
                    <a:pt x="443824" y="1319734"/>
                  </a:lnTo>
                  <a:lnTo>
                    <a:pt x="445384" y="1319621"/>
                  </a:lnTo>
                  <a:lnTo>
                    <a:pt x="446902" y="1319526"/>
                  </a:lnTo>
                  <a:lnTo>
                    <a:pt x="448462" y="1319412"/>
                  </a:lnTo>
                  <a:lnTo>
                    <a:pt x="450014" y="1319317"/>
                  </a:lnTo>
                  <a:lnTo>
                    <a:pt x="451574" y="1319203"/>
                  </a:lnTo>
                  <a:lnTo>
                    <a:pt x="453101" y="1319108"/>
                  </a:lnTo>
                  <a:lnTo>
                    <a:pt x="454653" y="1318989"/>
                  </a:lnTo>
                  <a:lnTo>
                    <a:pt x="456212" y="1318900"/>
                  </a:lnTo>
                  <a:lnTo>
                    <a:pt x="457731" y="1318780"/>
                  </a:lnTo>
                  <a:lnTo>
                    <a:pt x="459290" y="1318667"/>
                  </a:lnTo>
                  <a:lnTo>
                    <a:pt x="460842" y="1318572"/>
                  </a:lnTo>
                  <a:lnTo>
                    <a:pt x="462402" y="1318458"/>
                  </a:lnTo>
                  <a:lnTo>
                    <a:pt x="463920" y="1318339"/>
                  </a:lnTo>
                  <a:lnTo>
                    <a:pt x="467033" y="1318107"/>
                  </a:lnTo>
                  <a:lnTo>
                    <a:pt x="468559" y="1317988"/>
                  </a:lnTo>
                  <a:lnTo>
                    <a:pt x="470111" y="1317898"/>
                  </a:lnTo>
                  <a:lnTo>
                    <a:pt x="473223" y="1317666"/>
                  </a:lnTo>
                  <a:lnTo>
                    <a:pt x="474749" y="1317546"/>
                  </a:lnTo>
                  <a:lnTo>
                    <a:pt x="476301" y="1317409"/>
                  </a:lnTo>
                  <a:lnTo>
                    <a:pt x="477860" y="1317290"/>
                  </a:lnTo>
                  <a:lnTo>
                    <a:pt x="479388" y="1317177"/>
                  </a:lnTo>
                  <a:lnTo>
                    <a:pt x="482499" y="1316945"/>
                  </a:lnTo>
                  <a:lnTo>
                    <a:pt x="484018" y="1316801"/>
                  </a:lnTo>
                  <a:lnTo>
                    <a:pt x="487129" y="1316569"/>
                  </a:lnTo>
                  <a:lnTo>
                    <a:pt x="488689" y="1316431"/>
                  </a:lnTo>
                  <a:lnTo>
                    <a:pt x="490207" y="1316312"/>
                  </a:lnTo>
                  <a:lnTo>
                    <a:pt x="491768" y="1316175"/>
                  </a:lnTo>
                  <a:lnTo>
                    <a:pt x="493319" y="1316056"/>
                  </a:lnTo>
                  <a:lnTo>
                    <a:pt x="494846" y="1315919"/>
                  </a:lnTo>
                  <a:lnTo>
                    <a:pt x="496398" y="1315776"/>
                  </a:lnTo>
                  <a:lnTo>
                    <a:pt x="497958" y="1315663"/>
                  </a:lnTo>
                  <a:lnTo>
                    <a:pt x="499510" y="1315519"/>
                  </a:lnTo>
                  <a:lnTo>
                    <a:pt x="501036" y="1315383"/>
                  </a:lnTo>
                  <a:lnTo>
                    <a:pt x="502588" y="1315263"/>
                  </a:lnTo>
                  <a:lnTo>
                    <a:pt x="504147" y="1315126"/>
                  </a:lnTo>
                  <a:lnTo>
                    <a:pt x="505666" y="1314989"/>
                  </a:lnTo>
                  <a:lnTo>
                    <a:pt x="510338" y="1314566"/>
                  </a:lnTo>
                  <a:lnTo>
                    <a:pt x="511865" y="1314429"/>
                  </a:lnTo>
                  <a:lnTo>
                    <a:pt x="514976" y="1314148"/>
                  </a:lnTo>
                  <a:lnTo>
                    <a:pt x="516495" y="1313987"/>
                  </a:lnTo>
                  <a:lnTo>
                    <a:pt x="521167" y="1313564"/>
                  </a:lnTo>
                  <a:lnTo>
                    <a:pt x="522684" y="1313403"/>
                  </a:lnTo>
                  <a:lnTo>
                    <a:pt x="524245" y="1313266"/>
                  </a:lnTo>
                  <a:lnTo>
                    <a:pt x="525797" y="1313100"/>
                  </a:lnTo>
                  <a:lnTo>
                    <a:pt x="527323" y="1312962"/>
                  </a:lnTo>
                  <a:lnTo>
                    <a:pt x="530435" y="1312634"/>
                  </a:lnTo>
                  <a:lnTo>
                    <a:pt x="531986" y="1312497"/>
                  </a:lnTo>
                  <a:lnTo>
                    <a:pt x="533513" y="1312330"/>
                  </a:lnTo>
                  <a:lnTo>
                    <a:pt x="536624" y="1312008"/>
                  </a:lnTo>
                  <a:lnTo>
                    <a:pt x="538152" y="1311865"/>
                  </a:lnTo>
                  <a:lnTo>
                    <a:pt x="542815" y="1311376"/>
                  </a:lnTo>
                  <a:lnTo>
                    <a:pt x="544341" y="1311215"/>
                  </a:lnTo>
                  <a:lnTo>
                    <a:pt x="545893" y="1311031"/>
                  </a:lnTo>
                  <a:lnTo>
                    <a:pt x="547453" y="1310864"/>
                  </a:lnTo>
                  <a:lnTo>
                    <a:pt x="548971" y="1310703"/>
                  </a:lnTo>
                  <a:lnTo>
                    <a:pt x="550532" y="1310536"/>
                  </a:lnTo>
                  <a:lnTo>
                    <a:pt x="552083" y="1310351"/>
                  </a:lnTo>
                  <a:lnTo>
                    <a:pt x="553610" y="1310190"/>
                  </a:lnTo>
                  <a:lnTo>
                    <a:pt x="555162" y="1310005"/>
                  </a:lnTo>
                  <a:lnTo>
                    <a:pt x="556722" y="1309839"/>
                  </a:lnTo>
                  <a:lnTo>
                    <a:pt x="558273" y="1309653"/>
                  </a:lnTo>
                  <a:lnTo>
                    <a:pt x="559800" y="1309493"/>
                  </a:lnTo>
                  <a:lnTo>
                    <a:pt x="562911" y="1309117"/>
                  </a:lnTo>
                  <a:lnTo>
                    <a:pt x="564439" y="1308956"/>
                  </a:lnTo>
                  <a:lnTo>
                    <a:pt x="569102" y="1308396"/>
                  </a:lnTo>
                  <a:lnTo>
                    <a:pt x="570628" y="1308211"/>
                  </a:lnTo>
                  <a:lnTo>
                    <a:pt x="573740" y="1307835"/>
                  </a:lnTo>
                  <a:lnTo>
                    <a:pt x="575258" y="1307651"/>
                  </a:lnTo>
                  <a:lnTo>
                    <a:pt x="576818" y="1307442"/>
                  </a:lnTo>
                  <a:lnTo>
                    <a:pt x="579931" y="1307067"/>
                  </a:lnTo>
                  <a:lnTo>
                    <a:pt x="581449" y="1306858"/>
                  </a:lnTo>
                  <a:lnTo>
                    <a:pt x="583009" y="1306673"/>
                  </a:lnTo>
                  <a:lnTo>
                    <a:pt x="584561" y="1306464"/>
                  </a:lnTo>
                  <a:lnTo>
                    <a:pt x="586087" y="1306280"/>
                  </a:lnTo>
                  <a:lnTo>
                    <a:pt x="590750" y="1305648"/>
                  </a:lnTo>
                  <a:lnTo>
                    <a:pt x="592277" y="1305463"/>
                  </a:lnTo>
                  <a:lnTo>
                    <a:pt x="595389" y="1305045"/>
                  </a:lnTo>
                  <a:lnTo>
                    <a:pt x="596916" y="1304831"/>
                  </a:lnTo>
                  <a:lnTo>
                    <a:pt x="598467" y="1304622"/>
                  </a:lnTo>
                  <a:lnTo>
                    <a:pt x="600027" y="1304390"/>
                  </a:lnTo>
                  <a:lnTo>
                    <a:pt x="601579" y="1304181"/>
                  </a:lnTo>
                  <a:lnTo>
                    <a:pt x="603105" y="1303972"/>
                  </a:lnTo>
                  <a:lnTo>
                    <a:pt x="604657" y="1303764"/>
                  </a:lnTo>
                  <a:lnTo>
                    <a:pt x="606217" y="1303531"/>
                  </a:lnTo>
                  <a:lnTo>
                    <a:pt x="607735" y="1303322"/>
                  </a:lnTo>
                  <a:lnTo>
                    <a:pt x="610848" y="1302852"/>
                  </a:lnTo>
                  <a:lnTo>
                    <a:pt x="612407" y="1302643"/>
                  </a:lnTo>
                  <a:lnTo>
                    <a:pt x="613926" y="1302410"/>
                  </a:lnTo>
                  <a:lnTo>
                    <a:pt x="617037" y="1301945"/>
                  </a:lnTo>
                  <a:lnTo>
                    <a:pt x="618564" y="1301713"/>
                  </a:lnTo>
                  <a:lnTo>
                    <a:pt x="621675" y="1301248"/>
                  </a:lnTo>
                  <a:lnTo>
                    <a:pt x="623203" y="1301016"/>
                  </a:lnTo>
                  <a:lnTo>
                    <a:pt x="624754" y="1300783"/>
                  </a:lnTo>
                  <a:lnTo>
                    <a:pt x="626314" y="1300527"/>
                  </a:lnTo>
                  <a:lnTo>
                    <a:pt x="627866" y="1300294"/>
                  </a:lnTo>
                  <a:lnTo>
                    <a:pt x="629392" y="1300038"/>
                  </a:lnTo>
                  <a:lnTo>
                    <a:pt x="630944" y="1299805"/>
                  </a:lnTo>
                  <a:lnTo>
                    <a:pt x="632504" y="1299549"/>
                  </a:lnTo>
                  <a:lnTo>
                    <a:pt x="634022" y="1299317"/>
                  </a:lnTo>
                  <a:lnTo>
                    <a:pt x="638694" y="1298548"/>
                  </a:lnTo>
                  <a:lnTo>
                    <a:pt x="640213" y="1298291"/>
                  </a:lnTo>
                  <a:lnTo>
                    <a:pt x="643324" y="1297778"/>
                  </a:lnTo>
                  <a:lnTo>
                    <a:pt x="644851" y="1297522"/>
                  </a:lnTo>
                  <a:lnTo>
                    <a:pt x="646403" y="1297266"/>
                  </a:lnTo>
                  <a:lnTo>
                    <a:pt x="647962" y="1296986"/>
                  </a:lnTo>
                  <a:lnTo>
                    <a:pt x="649514" y="1296729"/>
                  </a:lnTo>
                  <a:lnTo>
                    <a:pt x="651042" y="1296449"/>
                  </a:lnTo>
                  <a:lnTo>
                    <a:pt x="652601" y="1296193"/>
                  </a:lnTo>
                  <a:lnTo>
                    <a:pt x="654153" y="1295912"/>
                  </a:lnTo>
                  <a:lnTo>
                    <a:pt x="655679" y="1295633"/>
                  </a:lnTo>
                  <a:lnTo>
                    <a:pt x="657231" y="1295358"/>
                  </a:lnTo>
                  <a:lnTo>
                    <a:pt x="658791" y="1295102"/>
                  </a:lnTo>
                  <a:lnTo>
                    <a:pt x="660343" y="1294822"/>
                  </a:lnTo>
                  <a:lnTo>
                    <a:pt x="661869" y="1294518"/>
                  </a:lnTo>
                  <a:lnTo>
                    <a:pt x="664980" y="1293957"/>
                  </a:lnTo>
                  <a:lnTo>
                    <a:pt x="666499" y="1293677"/>
                  </a:lnTo>
                  <a:lnTo>
                    <a:pt x="668060" y="1293379"/>
                  </a:lnTo>
                  <a:lnTo>
                    <a:pt x="669612" y="1293099"/>
                  </a:lnTo>
                  <a:lnTo>
                    <a:pt x="671171" y="1292795"/>
                  </a:lnTo>
                  <a:lnTo>
                    <a:pt x="672690" y="1292515"/>
                  </a:lnTo>
                  <a:lnTo>
                    <a:pt x="675801" y="1291913"/>
                  </a:lnTo>
                  <a:lnTo>
                    <a:pt x="677328" y="1291608"/>
                  </a:lnTo>
                  <a:lnTo>
                    <a:pt x="680439" y="1291001"/>
                  </a:lnTo>
                  <a:lnTo>
                    <a:pt x="681966" y="1290696"/>
                  </a:lnTo>
                  <a:lnTo>
                    <a:pt x="685078" y="1290095"/>
                  </a:lnTo>
                  <a:lnTo>
                    <a:pt x="686630" y="1289767"/>
                  </a:lnTo>
                  <a:lnTo>
                    <a:pt x="688156" y="1289462"/>
                  </a:lnTo>
                  <a:lnTo>
                    <a:pt x="691268" y="1288813"/>
                  </a:lnTo>
                  <a:lnTo>
                    <a:pt x="692786" y="1288508"/>
                  </a:lnTo>
                  <a:lnTo>
                    <a:pt x="697458" y="1287531"/>
                  </a:lnTo>
                  <a:lnTo>
                    <a:pt x="698977" y="1287203"/>
                  </a:lnTo>
                  <a:lnTo>
                    <a:pt x="700536" y="1286857"/>
                  </a:lnTo>
                  <a:lnTo>
                    <a:pt x="702088" y="1286530"/>
                  </a:lnTo>
                  <a:lnTo>
                    <a:pt x="703615" y="1286202"/>
                  </a:lnTo>
                  <a:lnTo>
                    <a:pt x="705166" y="1285856"/>
                  </a:lnTo>
                  <a:lnTo>
                    <a:pt x="706726" y="1285528"/>
                  </a:lnTo>
                  <a:lnTo>
                    <a:pt x="708278" y="1285182"/>
                  </a:lnTo>
                  <a:lnTo>
                    <a:pt x="709805" y="1284830"/>
                  </a:lnTo>
                  <a:lnTo>
                    <a:pt x="712917" y="1284133"/>
                  </a:lnTo>
                  <a:lnTo>
                    <a:pt x="714443" y="1283781"/>
                  </a:lnTo>
                  <a:lnTo>
                    <a:pt x="717555" y="1283084"/>
                  </a:lnTo>
                  <a:lnTo>
                    <a:pt x="719107" y="1282714"/>
                  </a:lnTo>
                  <a:lnTo>
                    <a:pt x="720633" y="1282363"/>
                  </a:lnTo>
                  <a:lnTo>
                    <a:pt x="723745" y="1281618"/>
                  </a:lnTo>
                  <a:lnTo>
                    <a:pt x="725264" y="1281265"/>
                  </a:lnTo>
                  <a:lnTo>
                    <a:pt x="729935" y="1280151"/>
                  </a:lnTo>
                  <a:lnTo>
                    <a:pt x="731454" y="1279775"/>
                  </a:lnTo>
                  <a:lnTo>
                    <a:pt x="733013" y="1279382"/>
                  </a:lnTo>
                  <a:lnTo>
                    <a:pt x="734565" y="1279007"/>
                  </a:lnTo>
                  <a:lnTo>
                    <a:pt x="736091" y="1278613"/>
                  </a:lnTo>
                  <a:lnTo>
                    <a:pt x="737652" y="1278243"/>
                  </a:lnTo>
                  <a:lnTo>
                    <a:pt x="740764" y="1277450"/>
                  </a:lnTo>
                  <a:lnTo>
                    <a:pt x="742282" y="1277051"/>
                  </a:lnTo>
                  <a:lnTo>
                    <a:pt x="745394" y="1276258"/>
                  </a:lnTo>
                  <a:lnTo>
                    <a:pt x="746920" y="1275865"/>
                  </a:lnTo>
                  <a:lnTo>
                    <a:pt x="748472" y="1275471"/>
                  </a:lnTo>
                  <a:lnTo>
                    <a:pt x="750031" y="1275048"/>
                  </a:lnTo>
                  <a:lnTo>
                    <a:pt x="751550" y="1274655"/>
                  </a:lnTo>
                  <a:lnTo>
                    <a:pt x="756222" y="1273397"/>
                  </a:lnTo>
                  <a:lnTo>
                    <a:pt x="757741" y="1272979"/>
                  </a:lnTo>
                  <a:lnTo>
                    <a:pt x="760852" y="1272139"/>
                  </a:lnTo>
                  <a:lnTo>
                    <a:pt x="762379" y="1271722"/>
                  </a:lnTo>
                  <a:lnTo>
                    <a:pt x="763939" y="1271280"/>
                  </a:lnTo>
                  <a:lnTo>
                    <a:pt x="765490" y="1270857"/>
                  </a:lnTo>
                  <a:lnTo>
                    <a:pt x="767042" y="1270416"/>
                  </a:lnTo>
                  <a:lnTo>
                    <a:pt x="768569" y="1269975"/>
                  </a:lnTo>
                  <a:lnTo>
                    <a:pt x="771681" y="1269087"/>
                  </a:lnTo>
                  <a:lnTo>
                    <a:pt x="773207" y="1268645"/>
                  </a:lnTo>
                  <a:lnTo>
                    <a:pt x="776318" y="1267763"/>
                  </a:lnTo>
                  <a:lnTo>
                    <a:pt x="777870" y="1267298"/>
                  </a:lnTo>
                  <a:lnTo>
                    <a:pt x="779398" y="1266827"/>
                  </a:lnTo>
                  <a:lnTo>
                    <a:pt x="780949" y="1266387"/>
                  </a:lnTo>
                  <a:lnTo>
                    <a:pt x="782509" y="1265921"/>
                  </a:lnTo>
                  <a:lnTo>
                    <a:pt x="784028" y="1265456"/>
                  </a:lnTo>
                  <a:lnTo>
                    <a:pt x="785587" y="1264991"/>
                  </a:lnTo>
                  <a:lnTo>
                    <a:pt x="787139" y="1264502"/>
                  </a:lnTo>
                  <a:lnTo>
                    <a:pt x="788699" y="1264037"/>
                  </a:lnTo>
                  <a:lnTo>
                    <a:pt x="790217" y="1263573"/>
                  </a:lnTo>
                  <a:lnTo>
                    <a:pt x="793329" y="1262595"/>
                  </a:lnTo>
                  <a:lnTo>
                    <a:pt x="794855" y="1262106"/>
                  </a:lnTo>
                  <a:lnTo>
                    <a:pt x="799527" y="1260634"/>
                  </a:lnTo>
                  <a:lnTo>
                    <a:pt x="801046" y="1260145"/>
                  </a:lnTo>
                  <a:lnTo>
                    <a:pt x="802606" y="1259632"/>
                  </a:lnTo>
                  <a:lnTo>
                    <a:pt x="804157" y="1259143"/>
                  </a:lnTo>
                  <a:lnTo>
                    <a:pt x="805684" y="1258630"/>
                  </a:lnTo>
                  <a:lnTo>
                    <a:pt x="810347" y="1257098"/>
                  </a:lnTo>
                  <a:lnTo>
                    <a:pt x="811874" y="1256586"/>
                  </a:lnTo>
                  <a:lnTo>
                    <a:pt x="813426" y="1256049"/>
                  </a:lnTo>
                  <a:lnTo>
                    <a:pt x="814986" y="1255536"/>
                  </a:lnTo>
                  <a:lnTo>
                    <a:pt x="816505" y="1255000"/>
                  </a:lnTo>
                  <a:lnTo>
                    <a:pt x="819616" y="1253927"/>
                  </a:lnTo>
                  <a:lnTo>
                    <a:pt x="821142" y="1253397"/>
                  </a:lnTo>
                  <a:lnTo>
                    <a:pt x="824254" y="1252324"/>
                  </a:lnTo>
                  <a:lnTo>
                    <a:pt x="825815" y="1251763"/>
                  </a:lnTo>
                  <a:lnTo>
                    <a:pt x="827333" y="1251226"/>
                  </a:lnTo>
                  <a:lnTo>
                    <a:pt x="830445" y="1250111"/>
                  </a:lnTo>
                  <a:lnTo>
                    <a:pt x="831971" y="1249552"/>
                  </a:lnTo>
                  <a:lnTo>
                    <a:pt x="835082" y="1248437"/>
                  </a:lnTo>
                  <a:lnTo>
                    <a:pt x="836634" y="1247853"/>
                  </a:lnTo>
                  <a:lnTo>
                    <a:pt x="838162" y="1247292"/>
                  </a:lnTo>
                  <a:lnTo>
                    <a:pt x="841273" y="1246129"/>
                  </a:lnTo>
                  <a:lnTo>
                    <a:pt x="842792" y="1245545"/>
                  </a:lnTo>
                  <a:lnTo>
                    <a:pt x="845903" y="1244383"/>
                  </a:lnTo>
                  <a:lnTo>
                    <a:pt x="847463" y="1243775"/>
                  </a:lnTo>
                  <a:lnTo>
                    <a:pt x="848989" y="1243173"/>
                  </a:lnTo>
                  <a:lnTo>
                    <a:pt x="850541" y="1242588"/>
                  </a:lnTo>
                  <a:lnTo>
                    <a:pt x="852093" y="1241981"/>
                  </a:lnTo>
                  <a:lnTo>
                    <a:pt x="853620" y="1241378"/>
                  </a:lnTo>
                  <a:lnTo>
                    <a:pt x="855180" y="1240770"/>
                  </a:lnTo>
                  <a:lnTo>
                    <a:pt x="856732" y="1240144"/>
                  </a:lnTo>
                  <a:lnTo>
                    <a:pt x="858291" y="1239537"/>
                  </a:lnTo>
                  <a:lnTo>
                    <a:pt x="859810" y="1238911"/>
                  </a:lnTo>
                  <a:lnTo>
                    <a:pt x="862921" y="1237652"/>
                  </a:lnTo>
                  <a:lnTo>
                    <a:pt x="864448" y="1237021"/>
                  </a:lnTo>
                  <a:lnTo>
                    <a:pt x="867560" y="1235769"/>
                  </a:lnTo>
                  <a:lnTo>
                    <a:pt x="869111" y="1235113"/>
                  </a:lnTo>
                  <a:lnTo>
                    <a:pt x="870638" y="1234463"/>
                  </a:lnTo>
                  <a:lnTo>
                    <a:pt x="872190" y="1233807"/>
                  </a:lnTo>
                  <a:lnTo>
                    <a:pt x="873750" y="1233181"/>
                  </a:lnTo>
                  <a:lnTo>
                    <a:pt x="875268" y="1232508"/>
                  </a:lnTo>
                  <a:lnTo>
                    <a:pt x="878380" y="1231202"/>
                  </a:lnTo>
                  <a:lnTo>
                    <a:pt x="879906" y="1230529"/>
                  </a:lnTo>
                  <a:lnTo>
                    <a:pt x="884578" y="1228502"/>
                  </a:lnTo>
                  <a:lnTo>
                    <a:pt x="886097" y="1227828"/>
                  </a:lnTo>
                  <a:lnTo>
                    <a:pt x="889208" y="1226427"/>
                  </a:lnTo>
                  <a:lnTo>
                    <a:pt x="890735" y="1225754"/>
                  </a:lnTo>
                  <a:lnTo>
                    <a:pt x="893846" y="1224353"/>
                  </a:lnTo>
                  <a:lnTo>
                    <a:pt x="895398" y="1223631"/>
                  </a:lnTo>
                  <a:lnTo>
                    <a:pt x="896925" y="1222934"/>
                  </a:lnTo>
                  <a:lnTo>
                    <a:pt x="900037" y="1221492"/>
                  </a:lnTo>
                  <a:lnTo>
                    <a:pt x="901555" y="1220794"/>
                  </a:lnTo>
                  <a:lnTo>
                    <a:pt x="903115" y="1220049"/>
                  </a:lnTo>
                  <a:lnTo>
                    <a:pt x="906227" y="1218606"/>
                  </a:lnTo>
                  <a:lnTo>
                    <a:pt x="907754" y="1217861"/>
                  </a:lnTo>
                  <a:lnTo>
                    <a:pt x="910865" y="1216371"/>
                  </a:lnTo>
                  <a:lnTo>
                    <a:pt x="912384" y="1215625"/>
                  </a:lnTo>
                  <a:lnTo>
                    <a:pt x="913944" y="1214880"/>
                  </a:lnTo>
                  <a:lnTo>
                    <a:pt x="915496" y="1214111"/>
                  </a:lnTo>
                  <a:lnTo>
                    <a:pt x="917055" y="1213366"/>
                  </a:lnTo>
                  <a:lnTo>
                    <a:pt x="918574" y="1212597"/>
                  </a:lnTo>
                  <a:lnTo>
                    <a:pt x="921685" y="1211059"/>
                  </a:lnTo>
                  <a:lnTo>
                    <a:pt x="923213" y="1210266"/>
                  </a:lnTo>
                  <a:lnTo>
                    <a:pt x="924763" y="1209497"/>
                  </a:lnTo>
                  <a:lnTo>
                    <a:pt x="927876" y="1207917"/>
                  </a:lnTo>
                  <a:lnTo>
                    <a:pt x="929402" y="1207124"/>
                  </a:lnTo>
                  <a:lnTo>
                    <a:pt x="930954" y="1206331"/>
                  </a:lnTo>
                  <a:lnTo>
                    <a:pt x="932514" y="1205515"/>
                  </a:lnTo>
                  <a:lnTo>
                    <a:pt x="934040" y="1204722"/>
                  </a:lnTo>
                  <a:lnTo>
                    <a:pt x="938703" y="1202278"/>
                  </a:lnTo>
                  <a:lnTo>
                    <a:pt x="940231" y="1201443"/>
                  </a:lnTo>
                  <a:lnTo>
                    <a:pt x="941783" y="1200626"/>
                  </a:lnTo>
                  <a:lnTo>
                    <a:pt x="943342" y="1199786"/>
                  </a:lnTo>
                  <a:lnTo>
                    <a:pt x="944861" y="1198952"/>
                  </a:lnTo>
                  <a:lnTo>
                    <a:pt x="947972" y="1197270"/>
                  </a:lnTo>
                  <a:lnTo>
                    <a:pt x="949499" y="1196412"/>
                  </a:lnTo>
                  <a:lnTo>
                    <a:pt x="951051" y="1195548"/>
                  </a:lnTo>
                  <a:lnTo>
                    <a:pt x="952611" y="1194713"/>
                  </a:lnTo>
                  <a:lnTo>
                    <a:pt x="954162" y="1193825"/>
                  </a:lnTo>
                  <a:lnTo>
                    <a:pt x="955689" y="1192966"/>
                  </a:lnTo>
                  <a:lnTo>
                    <a:pt x="957241" y="1192102"/>
                  </a:lnTo>
                  <a:lnTo>
                    <a:pt x="958801" y="1191220"/>
                  </a:lnTo>
                  <a:lnTo>
                    <a:pt x="960319" y="1190331"/>
                  </a:lnTo>
                  <a:lnTo>
                    <a:pt x="964990" y="1187678"/>
                  </a:lnTo>
                  <a:lnTo>
                    <a:pt x="966518" y="1186772"/>
                  </a:lnTo>
                  <a:lnTo>
                    <a:pt x="969629" y="1184954"/>
                  </a:lnTo>
                  <a:lnTo>
                    <a:pt x="971148" y="1184048"/>
                  </a:lnTo>
                  <a:lnTo>
                    <a:pt x="972708" y="1183136"/>
                  </a:lnTo>
                  <a:lnTo>
                    <a:pt x="975819" y="1181276"/>
                  </a:lnTo>
                  <a:lnTo>
                    <a:pt x="977338" y="1180346"/>
                  </a:lnTo>
                  <a:lnTo>
                    <a:pt x="980449" y="1178480"/>
                  </a:lnTo>
                  <a:lnTo>
                    <a:pt x="981976" y="1177526"/>
                  </a:lnTo>
                  <a:lnTo>
                    <a:pt x="986640" y="1174665"/>
                  </a:lnTo>
                  <a:lnTo>
                    <a:pt x="988166" y="1173681"/>
                  </a:lnTo>
                  <a:lnTo>
                    <a:pt x="989718" y="1172728"/>
                  </a:lnTo>
                  <a:lnTo>
                    <a:pt x="991278" y="1171750"/>
                  </a:lnTo>
                  <a:lnTo>
                    <a:pt x="992804" y="1170772"/>
                  </a:lnTo>
                  <a:lnTo>
                    <a:pt x="994356" y="1169794"/>
                  </a:lnTo>
                  <a:lnTo>
                    <a:pt x="997467" y="1167792"/>
                  </a:lnTo>
                  <a:lnTo>
                    <a:pt x="998995" y="1166814"/>
                  </a:lnTo>
                  <a:lnTo>
                    <a:pt x="1000546" y="1165788"/>
                  </a:lnTo>
                  <a:lnTo>
                    <a:pt x="1002106" y="1164787"/>
                  </a:lnTo>
                  <a:lnTo>
                    <a:pt x="1003625" y="1163786"/>
                  </a:lnTo>
                  <a:lnTo>
                    <a:pt x="1006736" y="1161741"/>
                  </a:lnTo>
                  <a:lnTo>
                    <a:pt x="1008262" y="1160716"/>
                  </a:lnTo>
                  <a:lnTo>
                    <a:pt x="1009814" y="1159666"/>
                  </a:lnTo>
                  <a:lnTo>
                    <a:pt x="1011375" y="1158641"/>
                  </a:lnTo>
                  <a:lnTo>
                    <a:pt x="1012926" y="1157592"/>
                  </a:lnTo>
                  <a:lnTo>
                    <a:pt x="1014453" y="1156543"/>
                  </a:lnTo>
                  <a:lnTo>
                    <a:pt x="1016005" y="1155500"/>
                  </a:lnTo>
                  <a:lnTo>
                    <a:pt x="1017565" y="1154426"/>
                  </a:lnTo>
                  <a:lnTo>
                    <a:pt x="1019091" y="1153353"/>
                  </a:lnTo>
                  <a:lnTo>
                    <a:pt x="1020643" y="1152310"/>
                  </a:lnTo>
                  <a:lnTo>
                    <a:pt x="1022195" y="1151237"/>
                  </a:lnTo>
                  <a:lnTo>
                    <a:pt x="1023754" y="1150140"/>
                  </a:lnTo>
                  <a:lnTo>
                    <a:pt x="1025282" y="1149049"/>
                  </a:lnTo>
                  <a:lnTo>
                    <a:pt x="1026834" y="1147976"/>
                  </a:lnTo>
                  <a:lnTo>
                    <a:pt x="1028393" y="1146879"/>
                  </a:lnTo>
                  <a:lnTo>
                    <a:pt x="1029912" y="1145764"/>
                  </a:lnTo>
                  <a:lnTo>
                    <a:pt x="1031471" y="1144668"/>
                  </a:lnTo>
                  <a:lnTo>
                    <a:pt x="1034583" y="1142432"/>
                  </a:lnTo>
                  <a:lnTo>
                    <a:pt x="1036101" y="1141317"/>
                  </a:lnTo>
                  <a:lnTo>
                    <a:pt x="1037661" y="1140197"/>
                  </a:lnTo>
                  <a:lnTo>
                    <a:pt x="1039213" y="1139058"/>
                  </a:lnTo>
                  <a:lnTo>
                    <a:pt x="1040740" y="1137937"/>
                  </a:lnTo>
                  <a:lnTo>
                    <a:pt x="1042291" y="1136775"/>
                  </a:lnTo>
                  <a:lnTo>
                    <a:pt x="1045404" y="1134492"/>
                  </a:lnTo>
                  <a:lnTo>
                    <a:pt x="1046930" y="1133329"/>
                  </a:lnTo>
                  <a:lnTo>
                    <a:pt x="1050041" y="1130998"/>
                  </a:lnTo>
                  <a:lnTo>
                    <a:pt x="1051569" y="1129812"/>
                  </a:lnTo>
                  <a:lnTo>
                    <a:pt x="1053120" y="1128650"/>
                  </a:lnTo>
                  <a:lnTo>
                    <a:pt x="1054680" y="1127463"/>
                  </a:lnTo>
                  <a:lnTo>
                    <a:pt x="1056232" y="1126247"/>
                  </a:lnTo>
                  <a:lnTo>
                    <a:pt x="1057759" y="1125061"/>
                  </a:lnTo>
                  <a:lnTo>
                    <a:pt x="1059310" y="1123874"/>
                  </a:lnTo>
                  <a:lnTo>
                    <a:pt x="1060870" y="1122664"/>
                  </a:lnTo>
                  <a:lnTo>
                    <a:pt x="1062389" y="1121454"/>
                  </a:lnTo>
                  <a:lnTo>
                    <a:pt x="1063948" y="1120220"/>
                  </a:lnTo>
                  <a:lnTo>
                    <a:pt x="1065500" y="1119010"/>
                  </a:lnTo>
                  <a:lnTo>
                    <a:pt x="1067060" y="1117776"/>
                  </a:lnTo>
                  <a:lnTo>
                    <a:pt x="1068578" y="1116542"/>
                  </a:lnTo>
                  <a:lnTo>
                    <a:pt x="1070139" y="1115284"/>
                  </a:lnTo>
                  <a:lnTo>
                    <a:pt x="1071690" y="1114050"/>
                  </a:lnTo>
                  <a:lnTo>
                    <a:pt x="1073217" y="1112792"/>
                  </a:lnTo>
                  <a:lnTo>
                    <a:pt x="1076328" y="1110277"/>
                  </a:lnTo>
                  <a:lnTo>
                    <a:pt x="1077855" y="1109018"/>
                  </a:lnTo>
                  <a:lnTo>
                    <a:pt x="1082518" y="1105173"/>
                  </a:lnTo>
                  <a:lnTo>
                    <a:pt x="1084046" y="1103874"/>
                  </a:lnTo>
                  <a:lnTo>
                    <a:pt x="1087157" y="1101263"/>
                  </a:lnTo>
                  <a:lnTo>
                    <a:pt x="1088676" y="1099957"/>
                  </a:lnTo>
                  <a:lnTo>
                    <a:pt x="1090235" y="1098658"/>
                  </a:lnTo>
                  <a:lnTo>
                    <a:pt x="1093347" y="1095999"/>
                  </a:lnTo>
                  <a:lnTo>
                    <a:pt x="1094865" y="1094676"/>
                  </a:lnTo>
                  <a:lnTo>
                    <a:pt x="1097977" y="1091969"/>
                  </a:lnTo>
                  <a:lnTo>
                    <a:pt x="1099504" y="1090622"/>
                  </a:lnTo>
                  <a:lnTo>
                    <a:pt x="1101056" y="1089292"/>
                  </a:lnTo>
                  <a:lnTo>
                    <a:pt x="1104167" y="1086544"/>
                  </a:lnTo>
                  <a:lnTo>
                    <a:pt x="1105694" y="1085173"/>
                  </a:lnTo>
                  <a:lnTo>
                    <a:pt x="1107246" y="1083797"/>
                  </a:lnTo>
                  <a:lnTo>
                    <a:pt x="1108805" y="1082401"/>
                  </a:lnTo>
                  <a:lnTo>
                    <a:pt x="1110333" y="1081025"/>
                  </a:lnTo>
                  <a:lnTo>
                    <a:pt x="1111883" y="1079629"/>
                  </a:lnTo>
                  <a:lnTo>
                    <a:pt x="1113444" y="1078211"/>
                  </a:lnTo>
                  <a:lnTo>
                    <a:pt x="1114996" y="1076810"/>
                  </a:lnTo>
                  <a:lnTo>
                    <a:pt x="1116522" y="1075391"/>
                  </a:lnTo>
                  <a:lnTo>
                    <a:pt x="1119634" y="1072553"/>
                  </a:lnTo>
                  <a:lnTo>
                    <a:pt x="1121152" y="1071105"/>
                  </a:lnTo>
                  <a:lnTo>
                    <a:pt x="1125823" y="1066776"/>
                  </a:lnTo>
                  <a:lnTo>
                    <a:pt x="1127342" y="1065310"/>
                  </a:lnTo>
                  <a:lnTo>
                    <a:pt x="1128903" y="1063867"/>
                  </a:lnTo>
                  <a:lnTo>
                    <a:pt x="1130453" y="1062377"/>
                  </a:lnTo>
                  <a:lnTo>
                    <a:pt x="1131981" y="1060911"/>
                  </a:lnTo>
                  <a:lnTo>
                    <a:pt x="1136644" y="1056439"/>
                  </a:lnTo>
                  <a:lnTo>
                    <a:pt x="1138171" y="1054949"/>
                  </a:lnTo>
                  <a:lnTo>
                    <a:pt x="1141282" y="1051921"/>
                  </a:lnTo>
                  <a:lnTo>
                    <a:pt x="1142809" y="1050407"/>
                  </a:lnTo>
                  <a:lnTo>
                    <a:pt x="1145921" y="1047330"/>
                  </a:lnTo>
                  <a:lnTo>
                    <a:pt x="1147440" y="1045793"/>
                  </a:lnTo>
                  <a:lnTo>
                    <a:pt x="1148999" y="1044260"/>
                  </a:lnTo>
                  <a:lnTo>
                    <a:pt x="1152111" y="1041137"/>
                  </a:lnTo>
                  <a:lnTo>
                    <a:pt x="1153629" y="1039575"/>
                  </a:lnTo>
                  <a:lnTo>
                    <a:pt x="1155190" y="1038019"/>
                  </a:lnTo>
                  <a:lnTo>
                    <a:pt x="1156741" y="1036433"/>
                  </a:lnTo>
                  <a:lnTo>
                    <a:pt x="1158268" y="1034848"/>
                  </a:lnTo>
                  <a:lnTo>
                    <a:pt x="1159820" y="1033268"/>
                  </a:lnTo>
                  <a:lnTo>
                    <a:pt x="1162931" y="1030055"/>
                  </a:lnTo>
                  <a:lnTo>
                    <a:pt x="1164458" y="1028445"/>
                  </a:lnTo>
                  <a:lnTo>
                    <a:pt x="1166017" y="1026841"/>
                  </a:lnTo>
                  <a:lnTo>
                    <a:pt x="1167569" y="1025209"/>
                  </a:lnTo>
                  <a:lnTo>
                    <a:pt x="1169097" y="1023580"/>
                  </a:lnTo>
                  <a:lnTo>
                    <a:pt x="1170647" y="1021971"/>
                  </a:lnTo>
                  <a:lnTo>
                    <a:pt x="1173760" y="1018669"/>
                  </a:lnTo>
                  <a:lnTo>
                    <a:pt x="1175286" y="1017011"/>
                  </a:lnTo>
                  <a:lnTo>
                    <a:pt x="1176838" y="1015360"/>
                  </a:lnTo>
                  <a:lnTo>
                    <a:pt x="1178398" y="1013685"/>
                  </a:lnTo>
                  <a:lnTo>
                    <a:pt x="1179916" y="1012028"/>
                  </a:lnTo>
                  <a:lnTo>
                    <a:pt x="1181476" y="1010329"/>
                  </a:lnTo>
                  <a:lnTo>
                    <a:pt x="1183028" y="1008654"/>
                  </a:lnTo>
                  <a:lnTo>
                    <a:pt x="1184588" y="1006954"/>
                  </a:lnTo>
                  <a:lnTo>
                    <a:pt x="1186106" y="1005255"/>
                  </a:lnTo>
                  <a:lnTo>
                    <a:pt x="1189218" y="1001852"/>
                  </a:lnTo>
                  <a:lnTo>
                    <a:pt x="1190745" y="1000129"/>
                  </a:lnTo>
                  <a:lnTo>
                    <a:pt x="1192297" y="998382"/>
                  </a:lnTo>
                  <a:lnTo>
                    <a:pt x="1193856" y="996660"/>
                  </a:lnTo>
                  <a:lnTo>
                    <a:pt x="1195416" y="994912"/>
                  </a:lnTo>
                  <a:lnTo>
                    <a:pt x="1196934" y="993166"/>
                  </a:lnTo>
                  <a:lnTo>
                    <a:pt x="1198495" y="991443"/>
                  </a:lnTo>
                  <a:lnTo>
                    <a:pt x="1200047" y="989673"/>
                  </a:lnTo>
                  <a:lnTo>
                    <a:pt x="1201573" y="987902"/>
                  </a:lnTo>
                  <a:lnTo>
                    <a:pt x="1203125" y="986137"/>
                  </a:lnTo>
                  <a:lnTo>
                    <a:pt x="1204685" y="984343"/>
                  </a:lnTo>
                  <a:lnTo>
                    <a:pt x="1206203" y="982572"/>
                  </a:lnTo>
                  <a:lnTo>
                    <a:pt x="1209315" y="978984"/>
                  </a:lnTo>
                  <a:lnTo>
                    <a:pt x="1210874" y="977172"/>
                  </a:lnTo>
                  <a:lnTo>
                    <a:pt x="1212393" y="975377"/>
                  </a:lnTo>
                  <a:lnTo>
                    <a:pt x="1213954" y="973536"/>
                  </a:lnTo>
                  <a:lnTo>
                    <a:pt x="1215504" y="971723"/>
                  </a:lnTo>
                  <a:lnTo>
                    <a:pt x="1217032" y="969881"/>
                  </a:lnTo>
                  <a:lnTo>
                    <a:pt x="1221695" y="964361"/>
                  </a:lnTo>
                  <a:lnTo>
                    <a:pt x="1223222" y="962477"/>
                  </a:lnTo>
                  <a:lnTo>
                    <a:pt x="1226333" y="958751"/>
                  </a:lnTo>
                  <a:lnTo>
                    <a:pt x="1227860" y="956862"/>
                  </a:lnTo>
                  <a:lnTo>
                    <a:pt x="1230972" y="953094"/>
                  </a:lnTo>
                  <a:lnTo>
                    <a:pt x="1232524" y="951180"/>
                  </a:lnTo>
                  <a:lnTo>
                    <a:pt x="1234050" y="949272"/>
                  </a:lnTo>
                  <a:lnTo>
                    <a:pt x="1235602" y="947389"/>
                  </a:lnTo>
                  <a:lnTo>
                    <a:pt x="1237161" y="945451"/>
                  </a:lnTo>
                  <a:lnTo>
                    <a:pt x="1238680" y="943520"/>
                  </a:lnTo>
                  <a:lnTo>
                    <a:pt x="1241792" y="939657"/>
                  </a:lnTo>
                  <a:lnTo>
                    <a:pt x="1243352" y="937702"/>
                  </a:lnTo>
                  <a:lnTo>
                    <a:pt x="1244871" y="935740"/>
                  </a:lnTo>
                  <a:lnTo>
                    <a:pt x="1246430" y="933785"/>
                  </a:lnTo>
                  <a:lnTo>
                    <a:pt x="1247982" y="931806"/>
                  </a:lnTo>
                  <a:lnTo>
                    <a:pt x="1249509" y="929851"/>
                  </a:lnTo>
                  <a:lnTo>
                    <a:pt x="1251068" y="927848"/>
                  </a:lnTo>
                  <a:lnTo>
                    <a:pt x="1252620" y="925869"/>
                  </a:lnTo>
                  <a:lnTo>
                    <a:pt x="1254181" y="923865"/>
                  </a:lnTo>
                  <a:lnTo>
                    <a:pt x="1255698" y="921863"/>
                  </a:lnTo>
                  <a:lnTo>
                    <a:pt x="1258811" y="917856"/>
                  </a:lnTo>
                  <a:lnTo>
                    <a:pt x="1260337" y="915812"/>
                  </a:lnTo>
                  <a:lnTo>
                    <a:pt x="1263449" y="911758"/>
                  </a:lnTo>
                  <a:lnTo>
                    <a:pt x="1265000" y="909707"/>
                  </a:lnTo>
                  <a:lnTo>
                    <a:pt x="1266527" y="907656"/>
                  </a:lnTo>
                  <a:lnTo>
                    <a:pt x="1268079" y="905612"/>
                  </a:lnTo>
                  <a:lnTo>
                    <a:pt x="1269638" y="903537"/>
                  </a:lnTo>
                  <a:lnTo>
                    <a:pt x="1271157" y="901463"/>
                  </a:lnTo>
                  <a:lnTo>
                    <a:pt x="1272717" y="899394"/>
                  </a:lnTo>
                  <a:lnTo>
                    <a:pt x="1274269" y="897296"/>
                  </a:lnTo>
                  <a:lnTo>
                    <a:pt x="1275796" y="895203"/>
                  </a:lnTo>
                  <a:lnTo>
                    <a:pt x="1277348" y="893105"/>
                  </a:lnTo>
                  <a:lnTo>
                    <a:pt x="1280467" y="888866"/>
                  </a:lnTo>
                  <a:lnTo>
                    <a:pt x="1281985" y="886774"/>
                  </a:lnTo>
                  <a:lnTo>
                    <a:pt x="1285097" y="882487"/>
                  </a:lnTo>
                  <a:lnTo>
                    <a:pt x="1286624" y="880366"/>
                  </a:lnTo>
                  <a:lnTo>
                    <a:pt x="1289736" y="876037"/>
                  </a:lnTo>
                  <a:lnTo>
                    <a:pt x="1291288" y="873891"/>
                  </a:lnTo>
                  <a:lnTo>
                    <a:pt x="1292814" y="871704"/>
                  </a:lnTo>
                  <a:lnTo>
                    <a:pt x="1294366" y="869539"/>
                  </a:lnTo>
                  <a:lnTo>
                    <a:pt x="1295925" y="867351"/>
                  </a:lnTo>
                  <a:lnTo>
                    <a:pt x="1297444" y="865164"/>
                  </a:lnTo>
                  <a:lnTo>
                    <a:pt x="1299005" y="862970"/>
                  </a:lnTo>
                  <a:lnTo>
                    <a:pt x="1302116" y="858547"/>
                  </a:lnTo>
                  <a:lnTo>
                    <a:pt x="1303635" y="856335"/>
                  </a:lnTo>
                  <a:lnTo>
                    <a:pt x="1306746" y="851864"/>
                  </a:lnTo>
                  <a:lnTo>
                    <a:pt x="1308272" y="849629"/>
                  </a:lnTo>
                  <a:lnTo>
                    <a:pt x="1309832" y="847393"/>
                  </a:lnTo>
                  <a:lnTo>
                    <a:pt x="1312945" y="842875"/>
                  </a:lnTo>
                  <a:lnTo>
                    <a:pt x="1314462" y="840592"/>
                  </a:lnTo>
                  <a:lnTo>
                    <a:pt x="1317575" y="836030"/>
                  </a:lnTo>
                  <a:lnTo>
                    <a:pt x="1319101" y="833748"/>
                  </a:lnTo>
                  <a:lnTo>
                    <a:pt x="1320653" y="831465"/>
                  </a:lnTo>
                  <a:lnTo>
                    <a:pt x="1323764" y="826857"/>
                  </a:lnTo>
                  <a:lnTo>
                    <a:pt x="1325291" y="824525"/>
                  </a:lnTo>
                  <a:lnTo>
                    <a:pt x="1328403" y="819870"/>
                  </a:lnTo>
                  <a:lnTo>
                    <a:pt x="1329921" y="817539"/>
                  </a:lnTo>
                  <a:lnTo>
                    <a:pt x="1334593" y="810486"/>
                  </a:lnTo>
                  <a:lnTo>
                    <a:pt x="1336119" y="808108"/>
                  </a:lnTo>
                  <a:lnTo>
                    <a:pt x="1339231" y="803357"/>
                  </a:lnTo>
                  <a:lnTo>
                    <a:pt x="1340749" y="800961"/>
                  </a:lnTo>
                  <a:lnTo>
                    <a:pt x="1342310" y="798587"/>
                  </a:lnTo>
                  <a:lnTo>
                    <a:pt x="1343862" y="796162"/>
                  </a:lnTo>
                  <a:lnTo>
                    <a:pt x="1345388" y="793765"/>
                  </a:lnTo>
                  <a:lnTo>
                    <a:pt x="1346940" y="791368"/>
                  </a:lnTo>
                  <a:lnTo>
                    <a:pt x="1348500" y="788919"/>
                  </a:lnTo>
                  <a:lnTo>
                    <a:pt x="1350051" y="786498"/>
                  </a:lnTo>
                  <a:lnTo>
                    <a:pt x="1351578" y="784078"/>
                  </a:lnTo>
                  <a:lnTo>
                    <a:pt x="1353130" y="781610"/>
                  </a:lnTo>
                  <a:lnTo>
                    <a:pt x="1354689" y="779166"/>
                  </a:lnTo>
                  <a:lnTo>
                    <a:pt x="1356208" y="776721"/>
                  </a:lnTo>
                  <a:lnTo>
                    <a:pt x="1360880" y="769312"/>
                  </a:lnTo>
                  <a:lnTo>
                    <a:pt x="1362398" y="766820"/>
                  </a:lnTo>
                  <a:lnTo>
                    <a:pt x="1365518" y="761842"/>
                  </a:lnTo>
                  <a:lnTo>
                    <a:pt x="1367036" y="759326"/>
                  </a:lnTo>
                  <a:lnTo>
                    <a:pt x="1370148" y="754295"/>
                  </a:lnTo>
                  <a:lnTo>
                    <a:pt x="1371708" y="751755"/>
                  </a:lnTo>
                  <a:lnTo>
                    <a:pt x="1373227" y="749216"/>
                  </a:lnTo>
                  <a:lnTo>
                    <a:pt x="1374787" y="746700"/>
                  </a:lnTo>
                  <a:lnTo>
                    <a:pt x="1376339" y="744143"/>
                  </a:lnTo>
                  <a:lnTo>
                    <a:pt x="1377865" y="741580"/>
                  </a:lnTo>
                  <a:lnTo>
                    <a:pt x="1379417" y="739040"/>
                  </a:lnTo>
                  <a:lnTo>
                    <a:pt x="1382528" y="733871"/>
                  </a:lnTo>
                  <a:lnTo>
                    <a:pt x="1384055" y="731308"/>
                  </a:lnTo>
                  <a:lnTo>
                    <a:pt x="1385606" y="728702"/>
                  </a:lnTo>
                  <a:lnTo>
                    <a:pt x="1387167" y="726116"/>
                  </a:lnTo>
                  <a:lnTo>
                    <a:pt x="1388686" y="723511"/>
                  </a:lnTo>
                  <a:lnTo>
                    <a:pt x="1393357" y="715684"/>
                  </a:lnTo>
                  <a:lnTo>
                    <a:pt x="1394883" y="713031"/>
                  </a:lnTo>
                  <a:lnTo>
                    <a:pt x="1397996" y="707766"/>
                  </a:lnTo>
                  <a:lnTo>
                    <a:pt x="1399513" y="705114"/>
                  </a:lnTo>
                  <a:lnTo>
                    <a:pt x="1402626" y="699802"/>
                  </a:lnTo>
                  <a:lnTo>
                    <a:pt x="1404152" y="697125"/>
                  </a:lnTo>
                  <a:lnTo>
                    <a:pt x="1407263" y="691772"/>
                  </a:lnTo>
                  <a:lnTo>
                    <a:pt x="1408815" y="689066"/>
                  </a:lnTo>
                  <a:lnTo>
                    <a:pt x="1410342" y="686365"/>
                  </a:lnTo>
                  <a:lnTo>
                    <a:pt x="1413453" y="680964"/>
                  </a:lnTo>
                  <a:lnTo>
                    <a:pt x="1414972" y="678240"/>
                  </a:lnTo>
                  <a:lnTo>
                    <a:pt x="1418084" y="672791"/>
                  </a:lnTo>
                  <a:lnTo>
                    <a:pt x="1419644" y="670043"/>
                  </a:lnTo>
                  <a:lnTo>
                    <a:pt x="1421170" y="667319"/>
                  </a:lnTo>
                  <a:lnTo>
                    <a:pt x="1422722" y="664547"/>
                  </a:lnTo>
                  <a:lnTo>
                    <a:pt x="1424282" y="661798"/>
                  </a:lnTo>
                  <a:lnTo>
                    <a:pt x="1425800" y="659026"/>
                  </a:lnTo>
                  <a:lnTo>
                    <a:pt x="1430472" y="650716"/>
                  </a:lnTo>
                  <a:lnTo>
                    <a:pt x="1431991" y="647921"/>
                  </a:lnTo>
                  <a:lnTo>
                    <a:pt x="1433550" y="645125"/>
                  </a:lnTo>
                  <a:lnTo>
                    <a:pt x="1435102" y="642311"/>
                  </a:lnTo>
                  <a:lnTo>
                    <a:pt x="1436629" y="639515"/>
                  </a:lnTo>
                  <a:lnTo>
                    <a:pt x="1439740" y="633882"/>
                  </a:lnTo>
                  <a:lnTo>
                    <a:pt x="1441292" y="631038"/>
                  </a:lnTo>
                  <a:lnTo>
                    <a:pt x="1442819" y="628200"/>
                  </a:lnTo>
                  <a:lnTo>
                    <a:pt x="1445931" y="622514"/>
                  </a:lnTo>
                  <a:lnTo>
                    <a:pt x="1447449" y="619652"/>
                  </a:lnTo>
                  <a:lnTo>
                    <a:pt x="1449009" y="616809"/>
                  </a:lnTo>
                  <a:lnTo>
                    <a:pt x="1450569" y="613923"/>
                  </a:lnTo>
                  <a:lnTo>
                    <a:pt x="1452121" y="611062"/>
                  </a:lnTo>
                  <a:lnTo>
                    <a:pt x="1453647" y="608170"/>
                  </a:lnTo>
                  <a:lnTo>
                    <a:pt x="1456759" y="602394"/>
                  </a:lnTo>
                  <a:lnTo>
                    <a:pt x="1458277" y="599509"/>
                  </a:lnTo>
                  <a:lnTo>
                    <a:pt x="1462949" y="590776"/>
                  </a:lnTo>
                  <a:lnTo>
                    <a:pt x="1464468" y="587842"/>
                  </a:lnTo>
                  <a:lnTo>
                    <a:pt x="1467579" y="581976"/>
                  </a:lnTo>
                  <a:lnTo>
                    <a:pt x="1469105" y="579020"/>
                  </a:lnTo>
                  <a:lnTo>
                    <a:pt x="1470657" y="576081"/>
                  </a:lnTo>
                  <a:lnTo>
                    <a:pt x="1472218" y="573124"/>
                  </a:lnTo>
                  <a:lnTo>
                    <a:pt x="1473735" y="570167"/>
                  </a:lnTo>
                  <a:lnTo>
                    <a:pt x="1475296" y="567186"/>
                  </a:lnTo>
                  <a:lnTo>
                    <a:pt x="1476848" y="564229"/>
                  </a:lnTo>
                  <a:lnTo>
                    <a:pt x="1478408" y="561249"/>
                  </a:lnTo>
                  <a:lnTo>
                    <a:pt x="1479934" y="558244"/>
                  </a:lnTo>
                  <a:lnTo>
                    <a:pt x="1481486" y="555263"/>
                  </a:lnTo>
                  <a:lnTo>
                    <a:pt x="1483046" y="552259"/>
                  </a:lnTo>
                  <a:lnTo>
                    <a:pt x="1484564" y="549254"/>
                  </a:lnTo>
                  <a:lnTo>
                    <a:pt x="1486125" y="546250"/>
                  </a:lnTo>
                  <a:lnTo>
                    <a:pt x="1487677" y="543228"/>
                  </a:lnTo>
                  <a:lnTo>
                    <a:pt x="1489236" y="540223"/>
                  </a:lnTo>
                  <a:lnTo>
                    <a:pt x="1490755" y="537195"/>
                  </a:lnTo>
                  <a:lnTo>
                    <a:pt x="1492314" y="534143"/>
                  </a:lnTo>
                  <a:lnTo>
                    <a:pt x="1493866" y="531114"/>
                  </a:lnTo>
                  <a:lnTo>
                    <a:pt x="1495393" y="528068"/>
                  </a:lnTo>
                  <a:lnTo>
                    <a:pt x="1500056" y="518917"/>
                  </a:lnTo>
                  <a:lnTo>
                    <a:pt x="1501583" y="515841"/>
                  </a:lnTo>
                  <a:lnTo>
                    <a:pt x="1503134" y="512742"/>
                  </a:lnTo>
                  <a:lnTo>
                    <a:pt x="1504695" y="509671"/>
                  </a:lnTo>
                  <a:lnTo>
                    <a:pt x="1506221" y="506595"/>
                  </a:lnTo>
                  <a:lnTo>
                    <a:pt x="1510884" y="497308"/>
                  </a:lnTo>
                  <a:lnTo>
                    <a:pt x="1512412" y="494183"/>
                  </a:lnTo>
                  <a:lnTo>
                    <a:pt x="1513963" y="491089"/>
                  </a:lnTo>
                  <a:lnTo>
                    <a:pt x="1515523" y="487966"/>
                  </a:lnTo>
                  <a:lnTo>
                    <a:pt x="1517042" y="484824"/>
                  </a:lnTo>
                  <a:lnTo>
                    <a:pt x="1518601" y="481700"/>
                  </a:lnTo>
                  <a:lnTo>
                    <a:pt x="1521713" y="475417"/>
                  </a:lnTo>
                  <a:lnTo>
                    <a:pt x="1523232" y="472270"/>
                  </a:lnTo>
                  <a:lnTo>
                    <a:pt x="1524791" y="469128"/>
                  </a:lnTo>
                  <a:lnTo>
                    <a:pt x="1526343" y="465962"/>
                  </a:lnTo>
                  <a:lnTo>
                    <a:pt x="1527869" y="462815"/>
                  </a:lnTo>
                  <a:lnTo>
                    <a:pt x="1529421" y="459626"/>
                  </a:lnTo>
                  <a:lnTo>
                    <a:pt x="1532533" y="453295"/>
                  </a:lnTo>
                  <a:lnTo>
                    <a:pt x="1534060" y="450106"/>
                  </a:lnTo>
                  <a:lnTo>
                    <a:pt x="1537171" y="443721"/>
                  </a:lnTo>
                  <a:lnTo>
                    <a:pt x="1538698" y="440508"/>
                  </a:lnTo>
                  <a:lnTo>
                    <a:pt x="1540250" y="437319"/>
                  </a:lnTo>
                  <a:lnTo>
                    <a:pt x="1541809" y="434105"/>
                  </a:lnTo>
                  <a:lnTo>
                    <a:pt x="1543328" y="430892"/>
                  </a:lnTo>
                  <a:lnTo>
                    <a:pt x="1544888" y="427655"/>
                  </a:lnTo>
                  <a:lnTo>
                    <a:pt x="1546440" y="424442"/>
                  </a:lnTo>
                  <a:lnTo>
                    <a:pt x="1548000" y="421204"/>
                  </a:lnTo>
                  <a:lnTo>
                    <a:pt x="1549519" y="417968"/>
                  </a:lnTo>
                  <a:lnTo>
                    <a:pt x="1552630" y="411494"/>
                  </a:lnTo>
                  <a:lnTo>
                    <a:pt x="1554156" y="408233"/>
                  </a:lnTo>
                  <a:lnTo>
                    <a:pt x="1558820" y="398450"/>
                  </a:lnTo>
                  <a:lnTo>
                    <a:pt x="1560347" y="395196"/>
                  </a:lnTo>
                  <a:lnTo>
                    <a:pt x="1563459" y="388626"/>
                  </a:lnTo>
                  <a:lnTo>
                    <a:pt x="1564985" y="385341"/>
                  </a:lnTo>
                  <a:lnTo>
                    <a:pt x="1566537" y="382056"/>
                  </a:lnTo>
                  <a:lnTo>
                    <a:pt x="1568096" y="378754"/>
                  </a:lnTo>
                  <a:lnTo>
                    <a:pt x="1569648" y="375469"/>
                  </a:lnTo>
                  <a:lnTo>
                    <a:pt x="1571176" y="372161"/>
                  </a:lnTo>
                  <a:lnTo>
                    <a:pt x="1574287" y="365549"/>
                  </a:lnTo>
                  <a:lnTo>
                    <a:pt x="1575806" y="362218"/>
                  </a:lnTo>
                  <a:lnTo>
                    <a:pt x="1577365" y="358915"/>
                  </a:lnTo>
                  <a:lnTo>
                    <a:pt x="1580477" y="352250"/>
                  </a:lnTo>
                  <a:lnTo>
                    <a:pt x="1581995" y="348923"/>
                  </a:lnTo>
                  <a:lnTo>
                    <a:pt x="1583555" y="345591"/>
                  </a:lnTo>
                  <a:lnTo>
                    <a:pt x="1585107" y="342241"/>
                  </a:lnTo>
                  <a:lnTo>
                    <a:pt x="1586634" y="338885"/>
                  </a:lnTo>
                  <a:lnTo>
                    <a:pt x="1588185" y="335558"/>
                  </a:lnTo>
                  <a:lnTo>
                    <a:pt x="1589746" y="332178"/>
                  </a:lnTo>
                  <a:lnTo>
                    <a:pt x="1591298" y="328828"/>
                  </a:lnTo>
                  <a:lnTo>
                    <a:pt x="1592824" y="325472"/>
                  </a:lnTo>
                  <a:lnTo>
                    <a:pt x="1595935" y="318723"/>
                  </a:lnTo>
                  <a:lnTo>
                    <a:pt x="1597462" y="315344"/>
                  </a:lnTo>
                  <a:lnTo>
                    <a:pt x="1600574" y="308589"/>
                  </a:lnTo>
                  <a:lnTo>
                    <a:pt x="1602093" y="305215"/>
                  </a:lnTo>
                  <a:lnTo>
                    <a:pt x="1606764" y="295015"/>
                  </a:lnTo>
                  <a:lnTo>
                    <a:pt x="1608282" y="291617"/>
                  </a:lnTo>
                  <a:lnTo>
                    <a:pt x="1609842" y="288213"/>
                  </a:lnTo>
                  <a:lnTo>
                    <a:pt x="1611394" y="284791"/>
                  </a:lnTo>
                  <a:lnTo>
                    <a:pt x="1612920" y="281393"/>
                  </a:lnTo>
                  <a:lnTo>
                    <a:pt x="1617584" y="271122"/>
                  </a:lnTo>
                  <a:lnTo>
                    <a:pt x="1619111" y="267700"/>
                  </a:lnTo>
                  <a:lnTo>
                    <a:pt x="1620671" y="264255"/>
                  </a:lnTo>
                  <a:lnTo>
                    <a:pt x="1622222" y="260832"/>
                  </a:lnTo>
                  <a:lnTo>
                    <a:pt x="1623749" y="257381"/>
                  </a:lnTo>
                  <a:lnTo>
                    <a:pt x="1628412" y="247044"/>
                  </a:lnTo>
                  <a:lnTo>
                    <a:pt x="1629939" y="243599"/>
                  </a:lnTo>
                  <a:lnTo>
                    <a:pt x="1631490" y="240153"/>
                  </a:lnTo>
                  <a:lnTo>
                    <a:pt x="1633051" y="236684"/>
                  </a:lnTo>
                  <a:lnTo>
                    <a:pt x="1634570" y="233237"/>
                  </a:lnTo>
                  <a:lnTo>
                    <a:pt x="1639241" y="222829"/>
                  </a:lnTo>
                  <a:lnTo>
                    <a:pt x="1640759" y="219360"/>
                  </a:lnTo>
                  <a:lnTo>
                    <a:pt x="1642319" y="215866"/>
                  </a:lnTo>
                  <a:lnTo>
                    <a:pt x="1643871" y="212397"/>
                  </a:lnTo>
                  <a:lnTo>
                    <a:pt x="1645398" y="208928"/>
                  </a:lnTo>
                  <a:lnTo>
                    <a:pt x="1650061" y="198447"/>
                  </a:lnTo>
                  <a:lnTo>
                    <a:pt x="1651588" y="194954"/>
                  </a:lnTo>
                  <a:lnTo>
                    <a:pt x="1654699" y="187967"/>
                  </a:lnTo>
                  <a:lnTo>
                    <a:pt x="1656227" y="184474"/>
                  </a:lnTo>
                  <a:lnTo>
                    <a:pt x="1657777" y="180957"/>
                  </a:lnTo>
                  <a:lnTo>
                    <a:pt x="1659338" y="177463"/>
                  </a:lnTo>
                  <a:lnTo>
                    <a:pt x="1660889" y="173946"/>
                  </a:lnTo>
                  <a:lnTo>
                    <a:pt x="1662416" y="170429"/>
                  </a:lnTo>
                  <a:lnTo>
                    <a:pt x="1665528" y="163400"/>
                  </a:lnTo>
                  <a:lnTo>
                    <a:pt x="1667046" y="159883"/>
                  </a:lnTo>
                  <a:lnTo>
                    <a:pt x="1670158" y="152849"/>
                  </a:lnTo>
                  <a:lnTo>
                    <a:pt x="1671684" y="149331"/>
                  </a:lnTo>
                  <a:lnTo>
                    <a:pt x="1673236" y="145797"/>
                  </a:lnTo>
                  <a:lnTo>
                    <a:pt x="1674797" y="142280"/>
                  </a:lnTo>
                  <a:lnTo>
                    <a:pt x="1676348" y="138738"/>
                  </a:lnTo>
                  <a:lnTo>
                    <a:pt x="1677875" y="135198"/>
                  </a:lnTo>
                  <a:lnTo>
                    <a:pt x="1679434" y="131680"/>
                  </a:lnTo>
                  <a:lnTo>
                    <a:pt x="1680986" y="128145"/>
                  </a:lnTo>
                  <a:lnTo>
                    <a:pt x="1682513" y="124604"/>
                  </a:lnTo>
                  <a:lnTo>
                    <a:pt x="1687176" y="113987"/>
                  </a:lnTo>
                  <a:lnTo>
                    <a:pt x="1688703" y="110446"/>
                  </a:lnTo>
                  <a:lnTo>
                    <a:pt x="1690255" y="106881"/>
                  </a:lnTo>
                  <a:lnTo>
                    <a:pt x="1691815" y="103346"/>
                  </a:lnTo>
                  <a:lnTo>
                    <a:pt x="1693333" y="99781"/>
                  </a:lnTo>
                  <a:lnTo>
                    <a:pt x="1694893" y="96240"/>
                  </a:lnTo>
                  <a:lnTo>
                    <a:pt x="1696445" y="92681"/>
                  </a:lnTo>
                  <a:lnTo>
                    <a:pt x="1698004" y="89140"/>
                  </a:lnTo>
                  <a:lnTo>
                    <a:pt x="1699523" y="85575"/>
                  </a:lnTo>
                  <a:lnTo>
                    <a:pt x="1701083" y="82034"/>
                  </a:lnTo>
                  <a:lnTo>
                    <a:pt x="1702635" y="78475"/>
                  </a:lnTo>
                  <a:lnTo>
                    <a:pt x="1704162" y="74911"/>
                  </a:lnTo>
                  <a:lnTo>
                    <a:pt x="1708825" y="64221"/>
                  </a:lnTo>
                  <a:lnTo>
                    <a:pt x="1710352" y="60657"/>
                  </a:lnTo>
                  <a:lnTo>
                    <a:pt x="1713463" y="53533"/>
                  </a:lnTo>
                  <a:lnTo>
                    <a:pt x="1714990" y="49968"/>
                  </a:lnTo>
                  <a:lnTo>
                    <a:pt x="1719654" y="39279"/>
                  </a:lnTo>
                  <a:lnTo>
                    <a:pt x="1721180" y="35697"/>
                  </a:lnTo>
                  <a:lnTo>
                    <a:pt x="1724292" y="28573"/>
                  </a:lnTo>
                  <a:lnTo>
                    <a:pt x="1725810" y="25008"/>
                  </a:lnTo>
                  <a:lnTo>
                    <a:pt x="1727370" y="21419"/>
                  </a:lnTo>
                  <a:lnTo>
                    <a:pt x="1728922" y="17860"/>
                  </a:lnTo>
                  <a:lnTo>
                    <a:pt x="1730449" y="14296"/>
                  </a:lnTo>
                  <a:lnTo>
                    <a:pt x="1732000" y="10713"/>
                  </a:lnTo>
                  <a:lnTo>
                    <a:pt x="1733560" y="7148"/>
                  </a:lnTo>
                  <a:lnTo>
                    <a:pt x="1735111" y="3559"/>
                  </a:lnTo>
                  <a:lnTo>
                    <a:pt x="1736639" y="0"/>
                  </a:lnTo>
                  <a:close/>
                </a:path>
              </a:pathLst>
            </a:custGeom>
            <a:solidFill>
              <a:schemeClr val="tx1">
                <a:lumMod val="95000"/>
                <a:lumOff val="5000"/>
                <a:alpha val="60000"/>
              </a:schemeClr>
            </a:solidFill>
            <a:ln w="7808" cap="flat">
              <a:noFill/>
              <a:prstDash val="solid"/>
              <a:miter/>
            </a:ln>
          </p:spPr>
          <p:txBody>
            <a:bodyPr rtlCol="0" anchor="ctr"/>
            <a:lstStyle/>
            <a:p>
              <a:endParaRPr lang="en-GB" noProof="0"/>
            </a:p>
          </p:txBody>
        </p:sp>
        <p:sp>
          <p:nvSpPr>
            <p:cNvPr id="382" name="Freeform: Shape 381">
              <a:extLst>
                <a:ext uri="{FF2B5EF4-FFF2-40B4-BE49-F238E27FC236}">
                  <a16:creationId xmlns:a16="http://schemas.microsoft.com/office/drawing/2014/main" id="{02794D96-5097-111C-4753-1D8C5D35A2EA}"/>
                </a:ext>
              </a:extLst>
            </p:cNvPr>
            <p:cNvSpPr/>
            <p:nvPr/>
          </p:nvSpPr>
          <p:spPr>
            <a:xfrm>
              <a:off x="7991664" y="3936227"/>
              <a:ext cx="2495" cy="1316440"/>
            </a:xfrm>
            <a:custGeom>
              <a:avLst/>
              <a:gdLst>
                <a:gd name="connsiteX0" fmla="*/ 954 w 2495"/>
                <a:gd name="connsiteY0" fmla="*/ 0 h 1316440"/>
                <a:gd name="connsiteX1" fmla="*/ 2495 w 2495"/>
                <a:gd name="connsiteY1" fmla="*/ 1316440 h 1316440"/>
                <a:gd name="connsiteX2" fmla="*/ 1538 w 2495"/>
                <a:gd name="connsiteY2" fmla="*/ 1316440 h 1316440"/>
                <a:gd name="connsiteX3" fmla="*/ 0 w 2495"/>
                <a:gd name="connsiteY3" fmla="*/ 2229 h 1316440"/>
                <a:gd name="connsiteX4" fmla="*/ 0 w 2495"/>
                <a:gd name="connsiteY4" fmla="*/ 2227 h 1316440"/>
                <a:gd name="connsiteX5" fmla="*/ 954 w 2495"/>
                <a:gd name="connsiteY5" fmla="*/ 0 h 131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95" h="1316440">
                  <a:moveTo>
                    <a:pt x="954" y="0"/>
                  </a:moveTo>
                  <a:lnTo>
                    <a:pt x="2495" y="1316440"/>
                  </a:lnTo>
                  <a:lnTo>
                    <a:pt x="1538" y="1316440"/>
                  </a:lnTo>
                  <a:lnTo>
                    <a:pt x="0" y="2229"/>
                  </a:lnTo>
                  <a:lnTo>
                    <a:pt x="0" y="2227"/>
                  </a:lnTo>
                  <a:lnTo>
                    <a:pt x="954" y="0"/>
                  </a:lnTo>
                  <a:close/>
                </a:path>
              </a:pathLst>
            </a:custGeom>
            <a:solidFill>
              <a:schemeClr val="tx1">
                <a:lumMod val="95000"/>
                <a:lumOff val="5000"/>
                <a:alpha val="60000"/>
              </a:schemeClr>
            </a:solidFill>
            <a:ln w="7808" cap="flat">
              <a:noFill/>
              <a:prstDash val="solid"/>
              <a:miter/>
            </a:ln>
          </p:spPr>
          <p:txBody>
            <a:bodyPr rtlCol="0" anchor="ctr"/>
            <a:lstStyle/>
            <a:p>
              <a:endParaRPr lang="en-GB" noProof="0"/>
            </a:p>
          </p:txBody>
        </p:sp>
        <p:sp>
          <p:nvSpPr>
            <p:cNvPr id="318" name="Freeform: Shape 317">
              <a:extLst>
                <a:ext uri="{FF2B5EF4-FFF2-40B4-BE49-F238E27FC236}">
                  <a16:creationId xmlns:a16="http://schemas.microsoft.com/office/drawing/2014/main" id="{2A50BA7B-31FD-8C06-CB63-7FE14862667C}"/>
                </a:ext>
              </a:extLst>
            </p:cNvPr>
            <p:cNvSpPr/>
            <p:nvPr/>
          </p:nvSpPr>
          <p:spPr>
            <a:xfrm>
              <a:off x="6256560" y="3921975"/>
              <a:ext cx="1735082" cy="1330703"/>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319" name="Freeform: Shape 318">
              <a:extLst>
                <a:ext uri="{FF2B5EF4-FFF2-40B4-BE49-F238E27FC236}">
                  <a16:creationId xmlns:a16="http://schemas.microsoft.com/office/drawing/2014/main" id="{D24DDA25-E6AA-4043-2BCA-6CA0E4472009}"/>
                </a:ext>
              </a:extLst>
            </p:cNvPr>
            <p:cNvSpPr/>
            <p:nvPr/>
          </p:nvSpPr>
          <p:spPr>
            <a:xfrm>
              <a:off x="7996282" y="3047215"/>
              <a:ext cx="1155215" cy="864047"/>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320" name="Freeform: Shape 319">
              <a:extLst>
                <a:ext uri="{FF2B5EF4-FFF2-40B4-BE49-F238E27FC236}">
                  <a16:creationId xmlns:a16="http://schemas.microsoft.com/office/drawing/2014/main" id="{89232420-E256-476F-4C34-E5DE5B67B8CD}"/>
                </a:ext>
              </a:extLst>
            </p:cNvPr>
            <p:cNvSpPr/>
            <p:nvPr/>
          </p:nvSpPr>
          <p:spPr>
            <a:xfrm>
              <a:off x="9156135" y="3921975"/>
              <a:ext cx="1735079" cy="1330703"/>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323" name="TextBox 322">
                  <a:extLst>
                    <a:ext uri="{FF2B5EF4-FFF2-40B4-BE49-F238E27FC236}">
                      <a16:creationId xmlns:a16="http://schemas.microsoft.com/office/drawing/2014/main" id="{263AF178-4E63-00CF-6D5C-150C450C19AB}"/>
                    </a:ext>
                  </a:extLst>
                </p:cNvPr>
                <p:cNvSpPr txBox="1"/>
                <p:nvPr/>
              </p:nvSpPr>
              <p:spPr>
                <a:xfrm>
                  <a:off x="10976213" y="5173585"/>
                  <a:ext cx="144820" cy="158138"/>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323" name="TextBox 322">
                  <a:extLst>
                    <a:ext uri="{FF2B5EF4-FFF2-40B4-BE49-F238E27FC236}">
                      <a16:creationId xmlns:a16="http://schemas.microsoft.com/office/drawing/2014/main" id="{263AF178-4E63-00CF-6D5C-150C450C19AB}"/>
                    </a:ext>
                  </a:extLst>
                </p:cNvPr>
                <p:cNvSpPr txBox="1">
                  <a:spLocks noRot="1" noChangeAspect="1" noMove="1" noResize="1" noEditPoints="1" noAdjustHandles="1" noChangeArrowheads="1" noChangeShapeType="1" noTextEdit="1"/>
                </p:cNvSpPr>
                <p:nvPr/>
              </p:nvSpPr>
              <p:spPr>
                <a:xfrm>
                  <a:off x="10976213" y="5173585"/>
                  <a:ext cx="144820" cy="158138"/>
                </a:xfrm>
                <a:prstGeom prst="rect">
                  <a:avLst/>
                </a:prstGeom>
                <a:blipFill>
                  <a:blip r:embed="rId74"/>
                  <a:stretch>
                    <a:fillRect r="-43478" b="-61538"/>
                  </a:stretch>
                </a:blipFill>
              </p:spPr>
              <p:txBody>
                <a:bodyPr/>
                <a:lstStyle/>
                <a:p>
                  <a:r>
                    <a:rPr lang="en-US">
                      <a:noFill/>
                    </a:rPr>
                    <a:t> </a:t>
                  </a:r>
                </a:p>
              </p:txBody>
            </p:sp>
          </mc:Fallback>
        </mc:AlternateContent>
        <p:cxnSp>
          <p:nvCxnSpPr>
            <p:cNvPr id="324" name="Straight Connector 323">
              <a:extLst>
                <a:ext uri="{FF2B5EF4-FFF2-40B4-BE49-F238E27FC236}">
                  <a16:creationId xmlns:a16="http://schemas.microsoft.com/office/drawing/2014/main" id="{103A1D82-39C6-7D87-C645-141335958470}"/>
                </a:ext>
              </a:extLst>
            </p:cNvPr>
            <p:cNvCxnSpPr>
              <a:cxnSpLocks/>
            </p:cNvCxnSpPr>
            <p:nvPr/>
          </p:nvCxnSpPr>
          <p:spPr>
            <a:xfrm>
              <a:off x="6262751" y="5252654"/>
              <a:ext cx="4699420"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327" name="Freeform: Shape 326">
              <a:extLst>
                <a:ext uri="{FF2B5EF4-FFF2-40B4-BE49-F238E27FC236}">
                  <a16:creationId xmlns:a16="http://schemas.microsoft.com/office/drawing/2014/main" id="{CC25274C-37AE-7980-33CC-040E81EFBCA1}"/>
                </a:ext>
              </a:extLst>
            </p:cNvPr>
            <p:cNvSpPr/>
            <p:nvPr/>
          </p:nvSpPr>
          <p:spPr>
            <a:xfrm>
              <a:off x="9154575" y="3921975"/>
              <a:ext cx="1738198" cy="1331448"/>
            </a:xfrm>
            <a:custGeom>
              <a:avLst/>
              <a:gdLst>
                <a:gd name="connsiteX0" fmla="*/ 1470 w 1637567"/>
                <a:gd name="connsiteY0" fmla="*/ 0 h 1745962"/>
                <a:gd name="connsiteX1" fmla="*/ 2908 w 1637567"/>
                <a:gd name="connsiteY1" fmla="*/ 4667 h 1745962"/>
                <a:gd name="connsiteX2" fmla="*/ 4370 w 1637567"/>
                <a:gd name="connsiteY2" fmla="*/ 9373 h 1745962"/>
                <a:gd name="connsiteX3" fmla="*/ 5832 w 1637567"/>
                <a:gd name="connsiteY3" fmla="*/ 14048 h 1745962"/>
                <a:gd name="connsiteX4" fmla="*/ 7301 w 1637567"/>
                <a:gd name="connsiteY4" fmla="*/ 18746 h 1745962"/>
                <a:gd name="connsiteX5" fmla="*/ 8740 w 1637567"/>
                <a:gd name="connsiteY5" fmla="*/ 23420 h 1745962"/>
                <a:gd name="connsiteX6" fmla="*/ 10201 w 1637567"/>
                <a:gd name="connsiteY6" fmla="*/ 28087 h 1745962"/>
                <a:gd name="connsiteX7" fmla="*/ 11671 w 1637567"/>
                <a:gd name="connsiteY7" fmla="*/ 32793 h 1745962"/>
                <a:gd name="connsiteX8" fmla="*/ 13102 w 1637567"/>
                <a:gd name="connsiteY8" fmla="*/ 37468 h 1745962"/>
                <a:gd name="connsiteX9" fmla="*/ 16033 w 1637567"/>
                <a:gd name="connsiteY9" fmla="*/ 46810 h 1745962"/>
                <a:gd name="connsiteX10" fmla="*/ 17471 w 1637567"/>
                <a:gd name="connsiteY10" fmla="*/ 51508 h 1745962"/>
                <a:gd name="connsiteX11" fmla="*/ 21865 w 1637567"/>
                <a:gd name="connsiteY11" fmla="*/ 65524 h 1745962"/>
                <a:gd name="connsiteX12" fmla="*/ 23303 w 1637567"/>
                <a:gd name="connsiteY12" fmla="*/ 70199 h 1745962"/>
                <a:gd name="connsiteX13" fmla="*/ 26235 w 1637567"/>
                <a:gd name="connsiteY13" fmla="*/ 79541 h 1745962"/>
                <a:gd name="connsiteX14" fmla="*/ 27665 w 1637567"/>
                <a:gd name="connsiteY14" fmla="*/ 84215 h 1745962"/>
                <a:gd name="connsiteX15" fmla="*/ 32066 w 1637567"/>
                <a:gd name="connsiteY15" fmla="*/ 98232 h 1745962"/>
                <a:gd name="connsiteX16" fmla="*/ 33505 w 1637567"/>
                <a:gd name="connsiteY16" fmla="*/ 102906 h 1745962"/>
                <a:gd name="connsiteX17" fmla="*/ 34967 w 1637567"/>
                <a:gd name="connsiteY17" fmla="*/ 107573 h 1745962"/>
                <a:gd name="connsiteX18" fmla="*/ 36436 w 1637567"/>
                <a:gd name="connsiteY18" fmla="*/ 112217 h 1745962"/>
                <a:gd name="connsiteX19" fmla="*/ 37867 w 1637567"/>
                <a:gd name="connsiteY19" fmla="*/ 116891 h 1745962"/>
                <a:gd name="connsiteX20" fmla="*/ 39336 w 1637567"/>
                <a:gd name="connsiteY20" fmla="*/ 121535 h 1745962"/>
                <a:gd name="connsiteX21" fmla="*/ 40798 w 1637567"/>
                <a:gd name="connsiteY21" fmla="*/ 126202 h 1745962"/>
                <a:gd name="connsiteX22" fmla="*/ 42268 w 1637567"/>
                <a:gd name="connsiteY22" fmla="*/ 130845 h 1745962"/>
                <a:gd name="connsiteX23" fmla="*/ 43698 w 1637567"/>
                <a:gd name="connsiteY23" fmla="*/ 135520 h 1745962"/>
                <a:gd name="connsiteX24" fmla="*/ 45168 w 1637567"/>
                <a:gd name="connsiteY24" fmla="*/ 140156 h 1745962"/>
                <a:gd name="connsiteX25" fmla="*/ 46630 w 1637567"/>
                <a:gd name="connsiteY25" fmla="*/ 144830 h 1745962"/>
                <a:gd name="connsiteX26" fmla="*/ 48068 w 1637567"/>
                <a:gd name="connsiteY26" fmla="*/ 149474 h 1745962"/>
                <a:gd name="connsiteX27" fmla="*/ 52462 w 1637567"/>
                <a:gd name="connsiteY27" fmla="*/ 163396 h 1745962"/>
                <a:gd name="connsiteX28" fmla="*/ 53900 w 1637567"/>
                <a:gd name="connsiteY28" fmla="*/ 168040 h 1745962"/>
                <a:gd name="connsiteX29" fmla="*/ 55362 w 1637567"/>
                <a:gd name="connsiteY29" fmla="*/ 172675 h 1745962"/>
                <a:gd name="connsiteX30" fmla="*/ 56831 w 1637567"/>
                <a:gd name="connsiteY30" fmla="*/ 177288 h 1745962"/>
                <a:gd name="connsiteX31" fmla="*/ 58270 w 1637567"/>
                <a:gd name="connsiteY31" fmla="*/ 181931 h 1745962"/>
                <a:gd name="connsiteX32" fmla="*/ 59732 w 1637567"/>
                <a:gd name="connsiteY32" fmla="*/ 186575 h 1745962"/>
                <a:gd name="connsiteX33" fmla="*/ 61201 w 1637567"/>
                <a:gd name="connsiteY33" fmla="*/ 191187 h 1745962"/>
                <a:gd name="connsiteX34" fmla="*/ 62663 w 1637567"/>
                <a:gd name="connsiteY34" fmla="*/ 195822 h 1745962"/>
                <a:gd name="connsiteX35" fmla="*/ 64101 w 1637567"/>
                <a:gd name="connsiteY35" fmla="*/ 200435 h 1745962"/>
                <a:gd name="connsiteX36" fmla="*/ 67033 w 1637567"/>
                <a:gd name="connsiteY36" fmla="*/ 209659 h 1745962"/>
                <a:gd name="connsiteX37" fmla="*/ 68464 w 1637567"/>
                <a:gd name="connsiteY37" fmla="*/ 214271 h 1745962"/>
                <a:gd name="connsiteX38" fmla="*/ 72865 w 1637567"/>
                <a:gd name="connsiteY38" fmla="*/ 228100 h 1745962"/>
                <a:gd name="connsiteX39" fmla="*/ 74295 w 1637567"/>
                <a:gd name="connsiteY39" fmla="*/ 232712 h 1745962"/>
                <a:gd name="connsiteX40" fmla="*/ 75765 w 1637567"/>
                <a:gd name="connsiteY40" fmla="*/ 237293 h 1745962"/>
                <a:gd name="connsiteX41" fmla="*/ 77227 w 1637567"/>
                <a:gd name="connsiteY41" fmla="*/ 241905 h 1745962"/>
                <a:gd name="connsiteX42" fmla="*/ 78665 w 1637567"/>
                <a:gd name="connsiteY42" fmla="*/ 246486 h 1745962"/>
                <a:gd name="connsiteX43" fmla="*/ 81597 w 1637567"/>
                <a:gd name="connsiteY43" fmla="*/ 255648 h 1745962"/>
                <a:gd name="connsiteX44" fmla="*/ 83035 w 1637567"/>
                <a:gd name="connsiteY44" fmla="*/ 260229 h 1745962"/>
                <a:gd name="connsiteX45" fmla="*/ 87428 w 1637567"/>
                <a:gd name="connsiteY45" fmla="*/ 273972 h 1745962"/>
                <a:gd name="connsiteX46" fmla="*/ 88866 w 1637567"/>
                <a:gd name="connsiteY46" fmla="*/ 278521 h 1745962"/>
                <a:gd name="connsiteX47" fmla="*/ 90328 w 1637567"/>
                <a:gd name="connsiteY47" fmla="*/ 283071 h 1745962"/>
                <a:gd name="connsiteX48" fmla="*/ 91798 w 1637567"/>
                <a:gd name="connsiteY48" fmla="*/ 287652 h 1745962"/>
                <a:gd name="connsiteX49" fmla="*/ 93229 w 1637567"/>
                <a:gd name="connsiteY49" fmla="*/ 292201 h 1745962"/>
                <a:gd name="connsiteX50" fmla="*/ 97630 w 1637567"/>
                <a:gd name="connsiteY50" fmla="*/ 305850 h 1745962"/>
                <a:gd name="connsiteX51" fmla="*/ 99060 w 1637567"/>
                <a:gd name="connsiteY51" fmla="*/ 310369 h 1745962"/>
                <a:gd name="connsiteX52" fmla="*/ 100530 w 1637567"/>
                <a:gd name="connsiteY52" fmla="*/ 314918 h 1745962"/>
                <a:gd name="connsiteX53" fmla="*/ 101992 w 1637567"/>
                <a:gd name="connsiteY53" fmla="*/ 319437 h 1745962"/>
                <a:gd name="connsiteX54" fmla="*/ 103430 w 1637567"/>
                <a:gd name="connsiteY54" fmla="*/ 323955 h 1745962"/>
                <a:gd name="connsiteX55" fmla="*/ 107824 w 1637567"/>
                <a:gd name="connsiteY55" fmla="*/ 337510 h 1745962"/>
                <a:gd name="connsiteX56" fmla="*/ 109262 w 1637567"/>
                <a:gd name="connsiteY56" fmla="*/ 342036 h 1745962"/>
                <a:gd name="connsiteX57" fmla="*/ 110724 w 1637567"/>
                <a:gd name="connsiteY57" fmla="*/ 346524 h 1745962"/>
                <a:gd name="connsiteX58" fmla="*/ 112193 w 1637567"/>
                <a:gd name="connsiteY58" fmla="*/ 351042 h 1745962"/>
                <a:gd name="connsiteX59" fmla="*/ 113632 w 1637567"/>
                <a:gd name="connsiteY59" fmla="*/ 355529 h 1745962"/>
                <a:gd name="connsiteX60" fmla="*/ 118025 w 1637567"/>
                <a:gd name="connsiteY60" fmla="*/ 368998 h 1745962"/>
                <a:gd name="connsiteX61" fmla="*/ 119463 w 1637567"/>
                <a:gd name="connsiteY61" fmla="*/ 373454 h 1745962"/>
                <a:gd name="connsiteX62" fmla="*/ 120925 w 1637567"/>
                <a:gd name="connsiteY62" fmla="*/ 377941 h 1745962"/>
                <a:gd name="connsiteX63" fmla="*/ 122395 w 1637567"/>
                <a:gd name="connsiteY63" fmla="*/ 382405 h 1745962"/>
                <a:gd name="connsiteX64" fmla="*/ 123825 w 1637567"/>
                <a:gd name="connsiteY64" fmla="*/ 386861 h 1745962"/>
                <a:gd name="connsiteX65" fmla="*/ 128226 w 1637567"/>
                <a:gd name="connsiteY65" fmla="*/ 400236 h 1745962"/>
                <a:gd name="connsiteX66" fmla="*/ 129657 w 1637567"/>
                <a:gd name="connsiteY66" fmla="*/ 404661 h 1745962"/>
                <a:gd name="connsiteX67" fmla="*/ 132589 w 1637567"/>
                <a:gd name="connsiteY67" fmla="*/ 413518 h 1745962"/>
                <a:gd name="connsiteX68" fmla="*/ 134027 w 1637567"/>
                <a:gd name="connsiteY68" fmla="*/ 417950 h 1745962"/>
                <a:gd name="connsiteX69" fmla="*/ 136958 w 1637567"/>
                <a:gd name="connsiteY69" fmla="*/ 426799 h 1745962"/>
                <a:gd name="connsiteX70" fmla="*/ 138397 w 1637567"/>
                <a:gd name="connsiteY70" fmla="*/ 431200 h 1745962"/>
                <a:gd name="connsiteX71" fmla="*/ 139859 w 1637567"/>
                <a:gd name="connsiteY71" fmla="*/ 435594 h 1745962"/>
                <a:gd name="connsiteX72" fmla="*/ 141328 w 1637567"/>
                <a:gd name="connsiteY72" fmla="*/ 440026 h 1745962"/>
                <a:gd name="connsiteX73" fmla="*/ 142790 w 1637567"/>
                <a:gd name="connsiteY73" fmla="*/ 444388 h 1745962"/>
                <a:gd name="connsiteX74" fmla="*/ 144228 w 1637567"/>
                <a:gd name="connsiteY74" fmla="*/ 448789 h 1745962"/>
                <a:gd name="connsiteX75" fmla="*/ 145690 w 1637567"/>
                <a:gd name="connsiteY75" fmla="*/ 453182 h 1745962"/>
                <a:gd name="connsiteX76" fmla="*/ 147160 w 1637567"/>
                <a:gd name="connsiteY76" fmla="*/ 457552 h 1745962"/>
                <a:gd name="connsiteX77" fmla="*/ 148591 w 1637567"/>
                <a:gd name="connsiteY77" fmla="*/ 461914 h 1745962"/>
                <a:gd name="connsiteX78" fmla="*/ 151522 w 1637567"/>
                <a:gd name="connsiteY78" fmla="*/ 470654 h 1745962"/>
                <a:gd name="connsiteX79" fmla="*/ 152992 w 1637567"/>
                <a:gd name="connsiteY79" fmla="*/ 474985 h 1745962"/>
                <a:gd name="connsiteX80" fmla="*/ 154422 w 1637567"/>
                <a:gd name="connsiteY80" fmla="*/ 479354 h 1745962"/>
                <a:gd name="connsiteX81" fmla="*/ 157354 w 1637567"/>
                <a:gd name="connsiteY81" fmla="*/ 488024 h 1745962"/>
                <a:gd name="connsiteX82" fmla="*/ 158792 w 1637567"/>
                <a:gd name="connsiteY82" fmla="*/ 492362 h 1745962"/>
                <a:gd name="connsiteX83" fmla="*/ 160254 w 1637567"/>
                <a:gd name="connsiteY83" fmla="*/ 496670 h 1745962"/>
                <a:gd name="connsiteX84" fmla="*/ 161723 w 1637567"/>
                <a:gd name="connsiteY84" fmla="*/ 501000 h 1745962"/>
                <a:gd name="connsiteX85" fmla="*/ 163185 w 1637567"/>
                <a:gd name="connsiteY85" fmla="*/ 505308 h 1745962"/>
                <a:gd name="connsiteX86" fmla="*/ 164624 w 1637567"/>
                <a:gd name="connsiteY86" fmla="*/ 509615 h 1745962"/>
                <a:gd name="connsiteX87" fmla="*/ 167555 w 1637567"/>
                <a:gd name="connsiteY87" fmla="*/ 518230 h 1745962"/>
                <a:gd name="connsiteX88" fmla="*/ 168993 w 1637567"/>
                <a:gd name="connsiteY88" fmla="*/ 522498 h 1745962"/>
                <a:gd name="connsiteX89" fmla="*/ 173387 w 1637567"/>
                <a:gd name="connsiteY89" fmla="*/ 535326 h 1745962"/>
                <a:gd name="connsiteX90" fmla="*/ 174825 w 1637567"/>
                <a:gd name="connsiteY90" fmla="*/ 539602 h 1745962"/>
                <a:gd name="connsiteX91" fmla="*/ 177757 w 1637567"/>
                <a:gd name="connsiteY91" fmla="*/ 548092 h 1745962"/>
                <a:gd name="connsiteX92" fmla="*/ 179187 w 1637567"/>
                <a:gd name="connsiteY92" fmla="*/ 552336 h 1745962"/>
                <a:gd name="connsiteX93" fmla="*/ 180657 w 1637567"/>
                <a:gd name="connsiteY93" fmla="*/ 556581 h 1745962"/>
                <a:gd name="connsiteX94" fmla="*/ 182119 w 1637567"/>
                <a:gd name="connsiteY94" fmla="*/ 560795 h 1745962"/>
                <a:gd name="connsiteX95" fmla="*/ 183588 w 1637567"/>
                <a:gd name="connsiteY95" fmla="*/ 565039 h 1745962"/>
                <a:gd name="connsiteX96" fmla="*/ 185019 w 1637567"/>
                <a:gd name="connsiteY96" fmla="*/ 569253 h 1745962"/>
                <a:gd name="connsiteX97" fmla="*/ 186489 w 1637567"/>
                <a:gd name="connsiteY97" fmla="*/ 573467 h 1745962"/>
                <a:gd name="connsiteX98" fmla="*/ 187950 w 1637567"/>
                <a:gd name="connsiteY98" fmla="*/ 577649 h 1745962"/>
                <a:gd name="connsiteX99" fmla="*/ 189389 w 1637567"/>
                <a:gd name="connsiteY99" fmla="*/ 581862 h 1745962"/>
                <a:gd name="connsiteX100" fmla="*/ 193782 w 1637567"/>
                <a:gd name="connsiteY100" fmla="*/ 594417 h 1745962"/>
                <a:gd name="connsiteX101" fmla="*/ 195220 w 1637567"/>
                <a:gd name="connsiteY101" fmla="*/ 598568 h 1745962"/>
                <a:gd name="connsiteX102" fmla="*/ 196690 w 1637567"/>
                <a:gd name="connsiteY102" fmla="*/ 602719 h 1745962"/>
                <a:gd name="connsiteX103" fmla="*/ 198152 w 1637567"/>
                <a:gd name="connsiteY103" fmla="*/ 606901 h 1745962"/>
                <a:gd name="connsiteX104" fmla="*/ 199590 w 1637567"/>
                <a:gd name="connsiteY104" fmla="*/ 611028 h 1745962"/>
                <a:gd name="connsiteX105" fmla="*/ 201052 w 1637567"/>
                <a:gd name="connsiteY105" fmla="*/ 615179 h 1745962"/>
                <a:gd name="connsiteX106" fmla="*/ 202522 w 1637567"/>
                <a:gd name="connsiteY106" fmla="*/ 619299 h 1745962"/>
                <a:gd name="connsiteX107" fmla="*/ 203952 w 1637567"/>
                <a:gd name="connsiteY107" fmla="*/ 623427 h 1745962"/>
                <a:gd name="connsiteX108" fmla="*/ 206884 w 1637567"/>
                <a:gd name="connsiteY108" fmla="*/ 631666 h 1745962"/>
                <a:gd name="connsiteX109" fmla="*/ 208353 w 1637567"/>
                <a:gd name="connsiteY109" fmla="*/ 635762 h 1745962"/>
                <a:gd name="connsiteX110" fmla="*/ 209784 w 1637567"/>
                <a:gd name="connsiteY110" fmla="*/ 639882 h 1745962"/>
                <a:gd name="connsiteX111" fmla="*/ 211254 w 1637567"/>
                <a:gd name="connsiteY111" fmla="*/ 643978 h 1745962"/>
                <a:gd name="connsiteX112" fmla="*/ 212716 w 1637567"/>
                <a:gd name="connsiteY112" fmla="*/ 648035 h 1745962"/>
                <a:gd name="connsiteX113" fmla="*/ 214154 w 1637567"/>
                <a:gd name="connsiteY113" fmla="*/ 652132 h 1745962"/>
                <a:gd name="connsiteX114" fmla="*/ 218547 w 1637567"/>
                <a:gd name="connsiteY114" fmla="*/ 664311 h 1745962"/>
                <a:gd name="connsiteX115" fmla="*/ 219986 w 1637567"/>
                <a:gd name="connsiteY115" fmla="*/ 668345 h 1745962"/>
                <a:gd name="connsiteX116" fmla="*/ 221455 w 1637567"/>
                <a:gd name="connsiteY116" fmla="*/ 672371 h 1745962"/>
                <a:gd name="connsiteX117" fmla="*/ 222917 w 1637567"/>
                <a:gd name="connsiteY117" fmla="*/ 676435 h 1745962"/>
                <a:gd name="connsiteX118" fmla="*/ 224355 w 1637567"/>
                <a:gd name="connsiteY118" fmla="*/ 680469 h 1745962"/>
                <a:gd name="connsiteX119" fmla="*/ 228749 w 1637567"/>
                <a:gd name="connsiteY119" fmla="*/ 692469 h 1745962"/>
                <a:gd name="connsiteX120" fmla="*/ 230187 w 1637567"/>
                <a:gd name="connsiteY120" fmla="*/ 696463 h 1745962"/>
                <a:gd name="connsiteX121" fmla="*/ 231649 w 1637567"/>
                <a:gd name="connsiteY121" fmla="*/ 700435 h 1745962"/>
                <a:gd name="connsiteX122" fmla="*/ 233118 w 1637567"/>
                <a:gd name="connsiteY122" fmla="*/ 704437 h 1745962"/>
                <a:gd name="connsiteX123" fmla="*/ 234549 w 1637567"/>
                <a:gd name="connsiteY123" fmla="*/ 708408 h 1745962"/>
                <a:gd name="connsiteX124" fmla="*/ 236019 w 1637567"/>
                <a:gd name="connsiteY124" fmla="*/ 712348 h 1745962"/>
                <a:gd name="connsiteX125" fmla="*/ 237481 w 1637567"/>
                <a:gd name="connsiteY125" fmla="*/ 716311 h 1745962"/>
                <a:gd name="connsiteX126" fmla="*/ 238950 w 1637567"/>
                <a:gd name="connsiteY126" fmla="*/ 720251 h 1745962"/>
                <a:gd name="connsiteX127" fmla="*/ 240381 w 1637567"/>
                <a:gd name="connsiteY127" fmla="*/ 724191 h 1745962"/>
                <a:gd name="connsiteX128" fmla="*/ 241850 w 1637567"/>
                <a:gd name="connsiteY128" fmla="*/ 728131 h 1745962"/>
                <a:gd name="connsiteX129" fmla="*/ 243312 w 1637567"/>
                <a:gd name="connsiteY129" fmla="*/ 732040 h 1745962"/>
                <a:gd name="connsiteX130" fmla="*/ 244751 w 1637567"/>
                <a:gd name="connsiteY130" fmla="*/ 735980 h 1745962"/>
                <a:gd name="connsiteX131" fmla="*/ 246213 w 1637567"/>
                <a:gd name="connsiteY131" fmla="*/ 739888 h 1745962"/>
                <a:gd name="connsiteX132" fmla="*/ 247682 w 1637567"/>
                <a:gd name="connsiteY132" fmla="*/ 743766 h 1745962"/>
                <a:gd name="connsiteX133" fmla="*/ 249152 w 1637567"/>
                <a:gd name="connsiteY133" fmla="*/ 747674 h 1745962"/>
                <a:gd name="connsiteX134" fmla="*/ 250582 w 1637567"/>
                <a:gd name="connsiteY134" fmla="*/ 751552 h 1745962"/>
                <a:gd name="connsiteX135" fmla="*/ 252052 w 1637567"/>
                <a:gd name="connsiteY135" fmla="*/ 755429 h 1745962"/>
                <a:gd name="connsiteX136" fmla="*/ 253514 w 1637567"/>
                <a:gd name="connsiteY136" fmla="*/ 759283 h 1745962"/>
                <a:gd name="connsiteX137" fmla="*/ 254952 w 1637567"/>
                <a:gd name="connsiteY137" fmla="*/ 763160 h 1745962"/>
                <a:gd name="connsiteX138" fmla="*/ 257884 w 1637567"/>
                <a:gd name="connsiteY138" fmla="*/ 770852 h 1745962"/>
                <a:gd name="connsiteX139" fmla="*/ 259314 w 1637567"/>
                <a:gd name="connsiteY139" fmla="*/ 774699 h 1745962"/>
                <a:gd name="connsiteX140" fmla="*/ 263715 w 1637567"/>
                <a:gd name="connsiteY140" fmla="*/ 786151 h 1745962"/>
                <a:gd name="connsiteX141" fmla="*/ 265146 w 1637567"/>
                <a:gd name="connsiteY141" fmla="*/ 789934 h 1745962"/>
                <a:gd name="connsiteX142" fmla="*/ 268077 w 1637567"/>
                <a:gd name="connsiteY142" fmla="*/ 797509 h 1745962"/>
                <a:gd name="connsiteX143" fmla="*/ 269516 w 1637567"/>
                <a:gd name="connsiteY143" fmla="*/ 801301 h 1745962"/>
                <a:gd name="connsiteX144" fmla="*/ 270978 w 1637567"/>
                <a:gd name="connsiteY144" fmla="*/ 805053 h 1745962"/>
                <a:gd name="connsiteX145" fmla="*/ 272447 w 1637567"/>
                <a:gd name="connsiteY145" fmla="*/ 808837 h 1745962"/>
                <a:gd name="connsiteX146" fmla="*/ 273909 w 1637567"/>
                <a:gd name="connsiteY146" fmla="*/ 812565 h 1745962"/>
                <a:gd name="connsiteX147" fmla="*/ 275347 w 1637567"/>
                <a:gd name="connsiteY147" fmla="*/ 816318 h 1745962"/>
                <a:gd name="connsiteX148" fmla="*/ 278279 w 1637567"/>
                <a:gd name="connsiteY148" fmla="*/ 823775 h 1745962"/>
                <a:gd name="connsiteX149" fmla="*/ 279717 w 1637567"/>
                <a:gd name="connsiteY149" fmla="*/ 827496 h 1745962"/>
                <a:gd name="connsiteX150" fmla="*/ 281179 w 1637567"/>
                <a:gd name="connsiteY150" fmla="*/ 831225 h 1745962"/>
                <a:gd name="connsiteX151" fmla="*/ 284111 w 1637567"/>
                <a:gd name="connsiteY151" fmla="*/ 838612 h 1745962"/>
                <a:gd name="connsiteX152" fmla="*/ 285549 w 1637567"/>
                <a:gd name="connsiteY152" fmla="*/ 842279 h 1745962"/>
                <a:gd name="connsiteX153" fmla="*/ 287011 w 1637567"/>
                <a:gd name="connsiteY153" fmla="*/ 845969 h 1745962"/>
                <a:gd name="connsiteX154" fmla="*/ 288480 w 1637567"/>
                <a:gd name="connsiteY154" fmla="*/ 849635 h 1745962"/>
                <a:gd name="connsiteX155" fmla="*/ 289911 w 1637567"/>
                <a:gd name="connsiteY155" fmla="*/ 853301 h 1745962"/>
                <a:gd name="connsiteX156" fmla="*/ 294312 w 1637567"/>
                <a:gd name="connsiteY156" fmla="*/ 864198 h 1745962"/>
                <a:gd name="connsiteX157" fmla="*/ 295743 w 1637567"/>
                <a:gd name="connsiteY157" fmla="*/ 867833 h 1745962"/>
                <a:gd name="connsiteX158" fmla="*/ 297212 w 1637567"/>
                <a:gd name="connsiteY158" fmla="*/ 871437 h 1745962"/>
                <a:gd name="connsiteX159" fmla="*/ 298674 w 1637567"/>
                <a:gd name="connsiteY159" fmla="*/ 875072 h 1745962"/>
                <a:gd name="connsiteX160" fmla="*/ 300112 w 1637567"/>
                <a:gd name="connsiteY160" fmla="*/ 878645 h 1745962"/>
                <a:gd name="connsiteX161" fmla="*/ 301582 w 1637567"/>
                <a:gd name="connsiteY161" fmla="*/ 882248 h 1745962"/>
                <a:gd name="connsiteX162" fmla="*/ 304514 w 1637567"/>
                <a:gd name="connsiteY162" fmla="*/ 889393 h 1745962"/>
                <a:gd name="connsiteX163" fmla="*/ 305944 w 1637567"/>
                <a:gd name="connsiteY163" fmla="*/ 892966 h 1745962"/>
                <a:gd name="connsiteX164" fmla="*/ 308876 w 1637567"/>
                <a:gd name="connsiteY164" fmla="*/ 900048 h 1745962"/>
                <a:gd name="connsiteX165" fmla="*/ 310314 w 1637567"/>
                <a:gd name="connsiteY165" fmla="*/ 903590 h 1745962"/>
                <a:gd name="connsiteX166" fmla="*/ 311776 w 1637567"/>
                <a:gd name="connsiteY166" fmla="*/ 907138 h 1745962"/>
                <a:gd name="connsiteX167" fmla="*/ 314707 w 1637567"/>
                <a:gd name="connsiteY167" fmla="*/ 914158 h 1745962"/>
                <a:gd name="connsiteX168" fmla="*/ 316146 w 1637567"/>
                <a:gd name="connsiteY168" fmla="*/ 917668 h 1745962"/>
                <a:gd name="connsiteX169" fmla="*/ 319077 w 1637567"/>
                <a:gd name="connsiteY169" fmla="*/ 924634 h 1745962"/>
                <a:gd name="connsiteX170" fmla="*/ 320508 w 1637567"/>
                <a:gd name="connsiteY170" fmla="*/ 928112 h 1745962"/>
                <a:gd name="connsiteX171" fmla="*/ 323439 w 1637567"/>
                <a:gd name="connsiteY171" fmla="*/ 935015 h 1745962"/>
                <a:gd name="connsiteX172" fmla="*/ 324878 w 1637567"/>
                <a:gd name="connsiteY172" fmla="*/ 938494 h 1745962"/>
                <a:gd name="connsiteX173" fmla="*/ 329279 w 1637567"/>
                <a:gd name="connsiteY173" fmla="*/ 948758 h 1745962"/>
                <a:gd name="connsiteX174" fmla="*/ 330709 w 1637567"/>
                <a:gd name="connsiteY174" fmla="*/ 952174 h 1745962"/>
                <a:gd name="connsiteX175" fmla="*/ 332179 w 1637567"/>
                <a:gd name="connsiteY175" fmla="*/ 955566 h 1745962"/>
                <a:gd name="connsiteX176" fmla="*/ 333641 w 1637567"/>
                <a:gd name="connsiteY176" fmla="*/ 958983 h 1745962"/>
                <a:gd name="connsiteX177" fmla="*/ 335079 w 1637567"/>
                <a:gd name="connsiteY177" fmla="*/ 962344 h 1745962"/>
                <a:gd name="connsiteX178" fmla="*/ 338011 w 1637567"/>
                <a:gd name="connsiteY178" fmla="*/ 969122 h 1745962"/>
                <a:gd name="connsiteX179" fmla="*/ 339472 w 1637567"/>
                <a:gd name="connsiteY179" fmla="*/ 972452 h 1745962"/>
                <a:gd name="connsiteX180" fmla="*/ 340911 w 1637567"/>
                <a:gd name="connsiteY180" fmla="*/ 975813 h 1745962"/>
                <a:gd name="connsiteX181" fmla="*/ 342373 w 1637567"/>
                <a:gd name="connsiteY181" fmla="*/ 979167 h 1745962"/>
                <a:gd name="connsiteX182" fmla="*/ 343842 w 1637567"/>
                <a:gd name="connsiteY182" fmla="*/ 982466 h 1745962"/>
                <a:gd name="connsiteX183" fmla="*/ 345273 w 1637567"/>
                <a:gd name="connsiteY183" fmla="*/ 985796 h 1745962"/>
                <a:gd name="connsiteX184" fmla="*/ 346742 w 1637567"/>
                <a:gd name="connsiteY184" fmla="*/ 989126 h 1745962"/>
                <a:gd name="connsiteX185" fmla="*/ 349674 w 1637567"/>
                <a:gd name="connsiteY185" fmla="*/ 995724 h 1745962"/>
                <a:gd name="connsiteX186" fmla="*/ 351105 w 1637567"/>
                <a:gd name="connsiteY186" fmla="*/ 999023 h 1745962"/>
                <a:gd name="connsiteX187" fmla="*/ 354036 w 1637567"/>
                <a:gd name="connsiteY187" fmla="*/ 1005550 h 1745962"/>
                <a:gd name="connsiteX188" fmla="*/ 355474 w 1637567"/>
                <a:gd name="connsiteY188" fmla="*/ 1008818 h 1745962"/>
                <a:gd name="connsiteX189" fmla="*/ 359875 w 1637567"/>
                <a:gd name="connsiteY189" fmla="*/ 1018534 h 1745962"/>
                <a:gd name="connsiteX190" fmla="*/ 361306 w 1637567"/>
                <a:gd name="connsiteY190" fmla="*/ 1021740 h 1745962"/>
                <a:gd name="connsiteX191" fmla="*/ 362776 w 1637567"/>
                <a:gd name="connsiteY191" fmla="*/ 1024945 h 1745962"/>
                <a:gd name="connsiteX192" fmla="*/ 364238 w 1637567"/>
                <a:gd name="connsiteY192" fmla="*/ 1028181 h 1745962"/>
                <a:gd name="connsiteX193" fmla="*/ 365676 w 1637567"/>
                <a:gd name="connsiteY193" fmla="*/ 1031355 h 1745962"/>
                <a:gd name="connsiteX194" fmla="*/ 367138 w 1637567"/>
                <a:gd name="connsiteY194" fmla="*/ 1034529 h 1745962"/>
                <a:gd name="connsiteX195" fmla="*/ 368607 w 1637567"/>
                <a:gd name="connsiteY195" fmla="*/ 1037741 h 1745962"/>
                <a:gd name="connsiteX196" fmla="*/ 370069 w 1637567"/>
                <a:gd name="connsiteY196" fmla="*/ 1040884 h 1745962"/>
                <a:gd name="connsiteX197" fmla="*/ 371508 w 1637567"/>
                <a:gd name="connsiteY197" fmla="*/ 1044027 h 1745962"/>
                <a:gd name="connsiteX198" fmla="*/ 372969 w 1637567"/>
                <a:gd name="connsiteY198" fmla="*/ 1047208 h 1745962"/>
                <a:gd name="connsiteX199" fmla="*/ 374439 w 1637567"/>
                <a:gd name="connsiteY199" fmla="*/ 1050320 h 1745962"/>
                <a:gd name="connsiteX200" fmla="*/ 375870 w 1637567"/>
                <a:gd name="connsiteY200" fmla="*/ 1053462 h 1745962"/>
                <a:gd name="connsiteX201" fmla="*/ 380271 w 1637567"/>
                <a:gd name="connsiteY201" fmla="*/ 1062811 h 1745962"/>
                <a:gd name="connsiteX202" fmla="*/ 381709 w 1637567"/>
                <a:gd name="connsiteY202" fmla="*/ 1065892 h 1745962"/>
                <a:gd name="connsiteX203" fmla="*/ 384640 w 1637567"/>
                <a:gd name="connsiteY203" fmla="*/ 1072059 h 1745962"/>
                <a:gd name="connsiteX204" fmla="*/ 386071 w 1637567"/>
                <a:gd name="connsiteY204" fmla="*/ 1075116 h 1745962"/>
                <a:gd name="connsiteX205" fmla="*/ 389003 w 1637567"/>
                <a:gd name="connsiteY205" fmla="*/ 1081221 h 1745962"/>
                <a:gd name="connsiteX206" fmla="*/ 390441 w 1637567"/>
                <a:gd name="connsiteY206" fmla="*/ 1084278 h 1745962"/>
                <a:gd name="connsiteX207" fmla="*/ 393372 w 1637567"/>
                <a:gd name="connsiteY207" fmla="*/ 1090321 h 1745962"/>
                <a:gd name="connsiteX208" fmla="*/ 394834 w 1637567"/>
                <a:gd name="connsiteY208" fmla="*/ 1093315 h 1745962"/>
                <a:gd name="connsiteX209" fmla="*/ 396273 w 1637567"/>
                <a:gd name="connsiteY209" fmla="*/ 1096308 h 1745962"/>
                <a:gd name="connsiteX210" fmla="*/ 399204 w 1637567"/>
                <a:gd name="connsiteY210" fmla="*/ 1102289 h 1745962"/>
                <a:gd name="connsiteX211" fmla="*/ 400635 w 1637567"/>
                <a:gd name="connsiteY211" fmla="*/ 1105283 h 1745962"/>
                <a:gd name="connsiteX212" fmla="*/ 403566 w 1637567"/>
                <a:gd name="connsiteY212" fmla="*/ 1111208 h 1745962"/>
                <a:gd name="connsiteX213" fmla="*/ 405036 w 1637567"/>
                <a:gd name="connsiteY213" fmla="*/ 1114140 h 1745962"/>
                <a:gd name="connsiteX214" fmla="*/ 406466 w 1637567"/>
                <a:gd name="connsiteY214" fmla="*/ 1117071 h 1745962"/>
                <a:gd name="connsiteX215" fmla="*/ 409406 w 1637567"/>
                <a:gd name="connsiteY215" fmla="*/ 1122934 h 1745962"/>
                <a:gd name="connsiteX216" fmla="*/ 410836 w 1637567"/>
                <a:gd name="connsiteY216" fmla="*/ 1125834 h 1745962"/>
                <a:gd name="connsiteX217" fmla="*/ 413768 w 1637567"/>
                <a:gd name="connsiteY217" fmla="*/ 1131635 h 1745962"/>
                <a:gd name="connsiteX218" fmla="*/ 415237 w 1637567"/>
                <a:gd name="connsiteY218" fmla="*/ 1134511 h 1745962"/>
                <a:gd name="connsiteX219" fmla="*/ 416668 w 1637567"/>
                <a:gd name="connsiteY219" fmla="*/ 1137380 h 1745962"/>
                <a:gd name="connsiteX220" fmla="*/ 418137 w 1637567"/>
                <a:gd name="connsiteY220" fmla="*/ 1140249 h 1745962"/>
                <a:gd name="connsiteX221" fmla="*/ 419599 w 1637567"/>
                <a:gd name="connsiteY221" fmla="*/ 1143087 h 1745962"/>
                <a:gd name="connsiteX222" fmla="*/ 421038 w 1637567"/>
                <a:gd name="connsiteY222" fmla="*/ 1145956 h 1745962"/>
                <a:gd name="connsiteX223" fmla="*/ 422500 w 1637567"/>
                <a:gd name="connsiteY223" fmla="*/ 1148770 h 1745962"/>
                <a:gd name="connsiteX224" fmla="*/ 425431 w 1637567"/>
                <a:gd name="connsiteY224" fmla="*/ 1154446 h 1745962"/>
                <a:gd name="connsiteX225" fmla="*/ 426869 w 1637567"/>
                <a:gd name="connsiteY225" fmla="*/ 1157228 h 1745962"/>
                <a:gd name="connsiteX226" fmla="*/ 429801 w 1637567"/>
                <a:gd name="connsiteY226" fmla="*/ 1162849 h 1745962"/>
                <a:gd name="connsiteX227" fmla="*/ 431232 w 1637567"/>
                <a:gd name="connsiteY227" fmla="*/ 1165593 h 1745962"/>
                <a:gd name="connsiteX228" fmla="*/ 434163 w 1637567"/>
                <a:gd name="connsiteY228" fmla="*/ 1171151 h 1745962"/>
                <a:gd name="connsiteX229" fmla="*/ 435633 w 1637567"/>
                <a:gd name="connsiteY229" fmla="*/ 1173903 h 1745962"/>
                <a:gd name="connsiteX230" fmla="*/ 437071 w 1637567"/>
                <a:gd name="connsiteY230" fmla="*/ 1176647 h 1745962"/>
                <a:gd name="connsiteX231" fmla="*/ 438533 w 1637567"/>
                <a:gd name="connsiteY231" fmla="*/ 1179398 h 1745962"/>
                <a:gd name="connsiteX232" fmla="*/ 440002 w 1637567"/>
                <a:gd name="connsiteY232" fmla="*/ 1182111 h 1745962"/>
                <a:gd name="connsiteX233" fmla="*/ 441433 w 1637567"/>
                <a:gd name="connsiteY233" fmla="*/ 1184831 h 1745962"/>
                <a:gd name="connsiteX234" fmla="*/ 442903 w 1637567"/>
                <a:gd name="connsiteY234" fmla="*/ 1187552 h 1745962"/>
                <a:gd name="connsiteX235" fmla="*/ 444364 w 1637567"/>
                <a:gd name="connsiteY235" fmla="*/ 1190233 h 1745962"/>
                <a:gd name="connsiteX236" fmla="*/ 445803 w 1637567"/>
                <a:gd name="connsiteY236" fmla="*/ 1192922 h 1745962"/>
                <a:gd name="connsiteX237" fmla="*/ 447265 w 1637567"/>
                <a:gd name="connsiteY237" fmla="*/ 1195611 h 1745962"/>
                <a:gd name="connsiteX238" fmla="*/ 450196 w 1637567"/>
                <a:gd name="connsiteY238" fmla="*/ 1200927 h 1745962"/>
                <a:gd name="connsiteX239" fmla="*/ 451634 w 1637567"/>
                <a:gd name="connsiteY239" fmla="*/ 1203608 h 1745962"/>
                <a:gd name="connsiteX240" fmla="*/ 454566 w 1637567"/>
                <a:gd name="connsiteY240" fmla="*/ 1208862 h 1745962"/>
                <a:gd name="connsiteX241" fmla="*/ 455997 w 1637567"/>
                <a:gd name="connsiteY241" fmla="*/ 1211488 h 1745962"/>
                <a:gd name="connsiteX242" fmla="*/ 457466 w 1637567"/>
                <a:gd name="connsiteY242" fmla="*/ 1214115 h 1745962"/>
                <a:gd name="connsiteX243" fmla="*/ 458928 w 1637567"/>
                <a:gd name="connsiteY243" fmla="*/ 1216710 h 1745962"/>
                <a:gd name="connsiteX244" fmla="*/ 460398 w 1637567"/>
                <a:gd name="connsiteY244" fmla="*/ 1219337 h 1745962"/>
                <a:gd name="connsiteX245" fmla="*/ 461836 w 1637567"/>
                <a:gd name="connsiteY245" fmla="*/ 1221901 h 1745962"/>
                <a:gd name="connsiteX246" fmla="*/ 463298 w 1637567"/>
                <a:gd name="connsiteY246" fmla="*/ 1224496 h 1745962"/>
                <a:gd name="connsiteX247" fmla="*/ 464767 w 1637567"/>
                <a:gd name="connsiteY247" fmla="*/ 1227060 h 1745962"/>
                <a:gd name="connsiteX248" fmla="*/ 466198 w 1637567"/>
                <a:gd name="connsiteY248" fmla="*/ 1229632 h 1745962"/>
                <a:gd name="connsiteX249" fmla="*/ 467668 w 1637567"/>
                <a:gd name="connsiteY249" fmla="*/ 1232196 h 1745962"/>
                <a:gd name="connsiteX250" fmla="*/ 470599 w 1637567"/>
                <a:gd name="connsiteY250" fmla="*/ 1237262 h 1745962"/>
                <a:gd name="connsiteX251" fmla="*/ 472030 w 1637567"/>
                <a:gd name="connsiteY251" fmla="*/ 1239794 h 1745962"/>
                <a:gd name="connsiteX252" fmla="*/ 473499 w 1637567"/>
                <a:gd name="connsiteY252" fmla="*/ 1242335 h 1745962"/>
                <a:gd name="connsiteX253" fmla="*/ 474961 w 1637567"/>
                <a:gd name="connsiteY253" fmla="*/ 1244805 h 1745962"/>
                <a:gd name="connsiteX254" fmla="*/ 476400 w 1637567"/>
                <a:gd name="connsiteY254" fmla="*/ 1247307 h 1745962"/>
                <a:gd name="connsiteX255" fmla="*/ 477861 w 1637567"/>
                <a:gd name="connsiteY255" fmla="*/ 1249816 h 1745962"/>
                <a:gd name="connsiteX256" fmla="*/ 480793 w 1637567"/>
                <a:gd name="connsiteY256" fmla="*/ 1254757 h 1745962"/>
                <a:gd name="connsiteX257" fmla="*/ 482231 w 1637567"/>
                <a:gd name="connsiteY257" fmla="*/ 1257235 h 1745962"/>
                <a:gd name="connsiteX258" fmla="*/ 485163 w 1637567"/>
                <a:gd name="connsiteY258" fmla="*/ 1262120 h 1745962"/>
                <a:gd name="connsiteX259" fmla="*/ 486593 w 1637567"/>
                <a:gd name="connsiteY259" fmla="*/ 1264591 h 1745962"/>
                <a:gd name="connsiteX260" fmla="*/ 490994 w 1637567"/>
                <a:gd name="connsiteY260" fmla="*/ 1271829 h 1745962"/>
                <a:gd name="connsiteX261" fmla="*/ 492433 w 1637567"/>
                <a:gd name="connsiteY261" fmla="*/ 1274245 h 1745962"/>
                <a:gd name="connsiteX262" fmla="*/ 493895 w 1637567"/>
                <a:gd name="connsiteY262" fmla="*/ 1276622 h 1745962"/>
                <a:gd name="connsiteX263" fmla="*/ 495364 w 1637567"/>
                <a:gd name="connsiteY263" fmla="*/ 1279037 h 1745962"/>
                <a:gd name="connsiteX264" fmla="*/ 496795 w 1637567"/>
                <a:gd name="connsiteY264" fmla="*/ 1281390 h 1745962"/>
                <a:gd name="connsiteX265" fmla="*/ 498264 w 1637567"/>
                <a:gd name="connsiteY265" fmla="*/ 1283767 h 1745962"/>
                <a:gd name="connsiteX266" fmla="*/ 501196 w 1637567"/>
                <a:gd name="connsiteY266" fmla="*/ 1288472 h 1745962"/>
                <a:gd name="connsiteX267" fmla="*/ 502627 w 1637567"/>
                <a:gd name="connsiteY267" fmla="*/ 1290794 h 1745962"/>
                <a:gd name="connsiteX268" fmla="*/ 504096 w 1637567"/>
                <a:gd name="connsiteY268" fmla="*/ 1293147 h 1745962"/>
                <a:gd name="connsiteX269" fmla="*/ 505558 w 1637567"/>
                <a:gd name="connsiteY269" fmla="*/ 1295461 h 1745962"/>
                <a:gd name="connsiteX270" fmla="*/ 506996 w 1637567"/>
                <a:gd name="connsiteY270" fmla="*/ 1297783 h 1745962"/>
                <a:gd name="connsiteX271" fmla="*/ 508458 w 1637567"/>
                <a:gd name="connsiteY271" fmla="*/ 1300105 h 1745962"/>
                <a:gd name="connsiteX272" fmla="*/ 509928 w 1637567"/>
                <a:gd name="connsiteY272" fmla="*/ 1302364 h 1745962"/>
                <a:gd name="connsiteX273" fmla="*/ 511358 w 1637567"/>
                <a:gd name="connsiteY273" fmla="*/ 1304654 h 1745962"/>
                <a:gd name="connsiteX274" fmla="*/ 512828 w 1637567"/>
                <a:gd name="connsiteY274" fmla="*/ 1306945 h 1745962"/>
                <a:gd name="connsiteX275" fmla="*/ 514290 w 1637567"/>
                <a:gd name="connsiteY275" fmla="*/ 1309204 h 1745962"/>
                <a:gd name="connsiteX276" fmla="*/ 515759 w 1637567"/>
                <a:gd name="connsiteY276" fmla="*/ 1311494 h 1745962"/>
                <a:gd name="connsiteX277" fmla="*/ 517198 w 1637567"/>
                <a:gd name="connsiteY277" fmla="*/ 1313754 h 1745962"/>
                <a:gd name="connsiteX278" fmla="*/ 520129 w 1637567"/>
                <a:gd name="connsiteY278" fmla="*/ 1318217 h 1745962"/>
                <a:gd name="connsiteX279" fmla="*/ 521560 w 1637567"/>
                <a:gd name="connsiteY279" fmla="*/ 1320445 h 1745962"/>
                <a:gd name="connsiteX280" fmla="*/ 523029 w 1637567"/>
                <a:gd name="connsiteY280" fmla="*/ 1322673 h 1745962"/>
                <a:gd name="connsiteX281" fmla="*/ 524491 w 1637567"/>
                <a:gd name="connsiteY281" fmla="*/ 1324870 h 1745962"/>
                <a:gd name="connsiteX282" fmla="*/ 525961 w 1637567"/>
                <a:gd name="connsiteY282" fmla="*/ 1327098 h 1745962"/>
                <a:gd name="connsiteX283" fmla="*/ 527392 w 1637567"/>
                <a:gd name="connsiteY283" fmla="*/ 1329271 h 1745962"/>
                <a:gd name="connsiteX284" fmla="*/ 528861 w 1637567"/>
                <a:gd name="connsiteY284" fmla="*/ 1331467 h 1745962"/>
                <a:gd name="connsiteX285" fmla="*/ 530323 w 1637567"/>
                <a:gd name="connsiteY285" fmla="*/ 1333633 h 1745962"/>
                <a:gd name="connsiteX286" fmla="*/ 531761 w 1637567"/>
                <a:gd name="connsiteY286" fmla="*/ 1335806 h 1745962"/>
                <a:gd name="connsiteX287" fmla="*/ 534693 w 1637567"/>
                <a:gd name="connsiteY287" fmla="*/ 1340137 h 1745962"/>
                <a:gd name="connsiteX288" fmla="*/ 536155 w 1637567"/>
                <a:gd name="connsiteY288" fmla="*/ 1342247 h 1745962"/>
                <a:gd name="connsiteX289" fmla="*/ 537593 w 1637567"/>
                <a:gd name="connsiteY289" fmla="*/ 1344382 h 1745962"/>
                <a:gd name="connsiteX290" fmla="*/ 539055 w 1637567"/>
                <a:gd name="connsiteY290" fmla="*/ 1346523 h 1745962"/>
                <a:gd name="connsiteX291" fmla="*/ 540525 w 1637567"/>
                <a:gd name="connsiteY291" fmla="*/ 1348626 h 1745962"/>
                <a:gd name="connsiteX292" fmla="*/ 541963 w 1637567"/>
                <a:gd name="connsiteY292" fmla="*/ 1350737 h 1745962"/>
                <a:gd name="connsiteX293" fmla="*/ 544894 w 1637567"/>
                <a:gd name="connsiteY293" fmla="*/ 1354950 h 1745962"/>
                <a:gd name="connsiteX294" fmla="*/ 546356 w 1637567"/>
                <a:gd name="connsiteY294" fmla="*/ 1357022 h 1745962"/>
                <a:gd name="connsiteX295" fmla="*/ 547795 w 1637567"/>
                <a:gd name="connsiteY295" fmla="*/ 1359101 h 1745962"/>
                <a:gd name="connsiteX296" fmla="*/ 549257 w 1637567"/>
                <a:gd name="connsiteY296" fmla="*/ 1361181 h 1745962"/>
                <a:gd name="connsiteX297" fmla="*/ 550726 w 1637567"/>
                <a:gd name="connsiteY297" fmla="*/ 1363221 h 1745962"/>
                <a:gd name="connsiteX298" fmla="*/ 552157 w 1637567"/>
                <a:gd name="connsiteY298" fmla="*/ 1365269 h 1745962"/>
                <a:gd name="connsiteX299" fmla="*/ 555088 w 1637567"/>
                <a:gd name="connsiteY299" fmla="*/ 1369365 h 1745962"/>
                <a:gd name="connsiteX300" fmla="*/ 556558 w 1637567"/>
                <a:gd name="connsiteY300" fmla="*/ 1371375 h 1745962"/>
                <a:gd name="connsiteX301" fmla="*/ 557988 w 1637567"/>
                <a:gd name="connsiteY301" fmla="*/ 1373391 h 1745962"/>
                <a:gd name="connsiteX302" fmla="*/ 560920 w 1637567"/>
                <a:gd name="connsiteY302" fmla="*/ 1377425 h 1745962"/>
                <a:gd name="connsiteX303" fmla="*/ 562358 w 1637567"/>
                <a:gd name="connsiteY303" fmla="*/ 1379411 h 1745962"/>
                <a:gd name="connsiteX304" fmla="*/ 565290 w 1637567"/>
                <a:gd name="connsiteY304" fmla="*/ 1383382 h 1745962"/>
                <a:gd name="connsiteX305" fmla="*/ 566752 w 1637567"/>
                <a:gd name="connsiteY305" fmla="*/ 1385336 h 1745962"/>
                <a:gd name="connsiteX306" fmla="*/ 568190 w 1637567"/>
                <a:gd name="connsiteY306" fmla="*/ 1387290 h 1745962"/>
                <a:gd name="connsiteX307" fmla="*/ 571121 w 1637567"/>
                <a:gd name="connsiteY307" fmla="*/ 1391199 h 1745962"/>
                <a:gd name="connsiteX308" fmla="*/ 572560 w 1637567"/>
                <a:gd name="connsiteY308" fmla="*/ 1393122 h 1745962"/>
                <a:gd name="connsiteX309" fmla="*/ 574022 w 1637567"/>
                <a:gd name="connsiteY309" fmla="*/ 1395076 h 1745962"/>
                <a:gd name="connsiteX310" fmla="*/ 575491 w 1637567"/>
                <a:gd name="connsiteY310" fmla="*/ 1396968 h 1745962"/>
                <a:gd name="connsiteX311" fmla="*/ 576922 w 1637567"/>
                <a:gd name="connsiteY311" fmla="*/ 1398891 h 1745962"/>
                <a:gd name="connsiteX312" fmla="*/ 581323 w 1637567"/>
                <a:gd name="connsiteY312" fmla="*/ 1404567 h 1745962"/>
                <a:gd name="connsiteX313" fmla="*/ 582754 w 1637567"/>
                <a:gd name="connsiteY313" fmla="*/ 1406466 h 1745962"/>
                <a:gd name="connsiteX314" fmla="*/ 585685 w 1637567"/>
                <a:gd name="connsiteY314" fmla="*/ 1410187 h 1745962"/>
                <a:gd name="connsiteX315" fmla="*/ 587123 w 1637567"/>
                <a:gd name="connsiteY315" fmla="*/ 1412048 h 1745962"/>
                <a:gd name="connsiteX316" fmla="*/ 588585 w 1637567"/>
                <a:gd name="connsiteY316" fmla="*/ 1413885 h 1745962"/>
                <a:gd name="connsiteX317" fmla="*/ 590055 w 1637567"/>
                <a:gd name="connsiteY317" fmla="*/ 1415745 h 1745962"/>
                <a:gd name="connsiteX318" fmla="*/ 591517 w 1637567"/>
                <a:gd name="connsiteY318" fmla="*/ 1417575 h 1745962"/>
                <a:gd name="connsiteX319" fmla="*/ 592955 w 1637567"/>
                <a:gd name="connsiteY319" fmla="*/ 1419380 h 1745962"/>
                <a:gd name="connsiteX320" fmla="*/ 594417 w 1637567"/>
                <a:gd name="connsiteY320" fmla="*/ 1421210 h 1745962"/>
                <a:gd name="connsiteX321" fmla="*/ 595886 w 1637567"/>
                <a:gd name="connsiteY321" fmla="*/ 1423015 h 1745962"/>
                <a:gd name="connsiteX322" fmla="*/ 597325 w 1637567"/>
                <a:gd name="connsiteY322" fmla="*/ 1424813 h 1745962"/>
                <a:gd name="connsiteX323" fmla="*/ 600256 w 1637567"/>
                <a:gd name="connsiteY323" fmla="*/ 1428417 h 1745962"/>
                <a:gd name="connsiteX324" fmla="*/ 601718 w 1637567"/>
                <a:gd name="connsiteY324" fmla="*/ 1430160 h 1745962"/>
                <a:gd name="connsiteX325" fmla="*/ 603156 w 1637567"/>
                <a:gd name="connsiteY325" fmla="*/ 1431927 h 1745962"/>
                <a:gd name="connsiteX326" fmla="*/ 606088 w 1637567"/>
                <a:gd name="connsiteY326" fmla="*/ 1435476 h 1745962"/>
                <a:gd name="connsiteX327" fmla="*/ 607519 w 1637567"/>
                <a:gd name="connsiteY327" fmla="*/ 1437212 h 1745962"/>
                <a:gd name="connsiteX328" fmla="*/ 610450 w 1637567"/>
                <a:gd name="connsiteY328" fmla="*/ 1440698 h 1745962"/>
                <a:gd name="connsiteX329" fmla="*/ 611920 w 1637567"/>
                <a:gd name="connsiteY329" fmla="*/ 1442402 h 1745962"/>
                <a:gd name="connsiteX330" fmla="*/ 613350 w 1637567"/>
                <a:gd name="connsiteY330" fmla="*/ 1444114 h 1745962"/>
                <a:gd name="connsiteX331" fmla="*/ 616282 w 1637567"/>
                <a:gd name="connsiteY331" fmla="*/ 1447538 h 1745962"/>
                <a:gd name="connsiteX332" fmla="*/ 617720 w 1637567"/>
                <a:gd name="connsiteY332" fmla="*/ 1449242 h 1745962"/>
                <a:gd name="connsiteX333" fmla="*/ 622113 w 1637567"/>
                <a:gd name="connsiteY333" fmla="*/ 1454284 h 1745962"/>
                <a:gd name="connsiteX334" fmla="*/ 623552 w 1637567"/>
                <a:gd name="connsiteY334" fmla="*/ 1455934 h 1745962"/>
                <a:gd name="connsiteX335" fmla="*/ 626483 w 1637567"/>
                <a:gd name="connsiteY335" fmla="*/ 1459233 h 1745962"/>
                <a:gd name="connsiteX336" fmla="*/ 627922 w 1637567"/>
                <a:gd name="connsiteY336" fmla="*/ 1460882 h 1745962"/>
                <a:gd name="connsiteX337" fmla="*/ 629383 w 1637567"/>
                <a:gd name="connsiteY337" fmla="*/ 1462500 h 1745962"/>
                <a:gd name="connsiteX338" fmla="*/ 630853 w 1637567"/>
                <a:gd name="connsiteY338" fmla="*/ 1464150 h 1745962"/>
                <a:gd name="connsiteX339" fmla="*/ 632284 w 1637567"/>
                <a:gd name="connsiteY339" fmla="*/ 1465768 h 1745962"/>
                <a:gd name="connsiteX340" fmla="*/ 633753 w 1637567"/>
                <a:gd name="connsiteY340" fmla="*/ 1467386 h 1745962"/>
                <a:gd name="connsiteX341" fmla="*/ 635215 w 1637567"/>
                <a:gd name="connsiteY341" fmla="*/ 1468973 h 1745962"/>
                <a:gd name="connsiteX342" fmla="*/ 636685 w 1637567"/>
                <a:gd name="connsiteY342" fmla="*/ 1470591 h 1745962"/>
                <a:gd name="connsiteX343" fmla="*/ 638115 w 1637567"/>
                <a:gd name="connsiteY343" fmla="*/ 1472178 h 1745962"/>
                <a:gd name="connsiteX344" fmla="*/ 639585 w 1637567"/>
                <a:gd name="connsiteY344" fmla="*/ 1473765 h 1745962"/>
                <a:gd name="connsiteX345" fmla="*/ 641047 w 1637567"/>
                <a:gd name="connsiteY345" fmla="*/ 1475321 h 1745962"/>
                <a:gd name="connsiteX346" fmla="*/ 642485 w 1637567"/>
                <a:gd name="connsiteY346" fmla="*/ 1476876 h 1745962"/>
                <a:gd name="connsiteX347" fmla="*/ 643947 w 1637567"/>
                <a:gd name="connsiteY347" fmla="*/ 1478471 h 1745962"/>
                <a:gd name="connsiteX348" fmla="*/ 645417 w 1637567"/>
                <a:gd name="connsiteY348" fmla="*/ 1480027 h 1745962"/>
                <a:gd name="connsiteX349" fmla="*/ 646879 w 1637567"/>
                <a:gd name="connsiteY349" fmla="*/ 1481551 h 1745962"/>
                <a:gd name="connsiteX350" fmla="*/ 648317 w 1637567"/>
                <a:gd name="connsiteY350" fmla="*/ 1483107 h 1745962"/>
                <a:gd name="connsiteX351" fmla="*/ 651248 w 1637567"/>
                <a:gd name="connsiteY351" fmla="*/ 1486163 h 1745962"/>
                <a:gd name="connsiteX352" fmla="*/ 652687 w 1637567"/>
                <a:gd name="connsiteY352" fmla="*/ 1487688 h 1745962"/>
                <a:gd name="connsiteX353" fmla="*/ 655618 w 1637567"/>
                <a:gd name="connsiteY353" fmla="*/ 1490682 h 1745962"/>
                <a:gd name="connsiteX354" fmla="*/ 657080 w 1637567"/>
                <a:gd name="connsiteY354" fmla="*/ 1492206 h 1745962"/>
                <a:gd name="connsiteX355" fmla="*/ 658518 w 1637567"/>
                <a:gd name="connsiteY355" fmla="*/ 1493676 h 1745962"/>
                <a:gd name="connsiteX356" fmla="*/ 659980 w 1637567"/>
                <a:gd name="connsiteY356" fmla="*/ 1495169 h 1745962"/>
                <a:gd name="connsiteX357" fmla="*/ 661450 w 1637567"/>
                <a:gd name="connsiteY357" fmla="*/ 1496638 h 1745962"/>
                <a:gd name="connsiteX358" fmla="*/ 662880 w 1637567"/>
                <a:gd name="connsiteY358" fmla="*/ 1498100 h 1745962"/>
                <a:gd name="connsiteX359" fmla="*/ 665812 w 1637567"/>
                <a:gd name="connsiteY359" fmla="*/ 1501032 h 1745962"/>
                <a:gd name="connsiteX360" fmla="*/ 667281 w 1637567"/>
                <a:gd name="connsiteY360" fmla="*/ 1502470 h 1745962"/>
                <a:gd name="connsiteX361" fmla="*/ 668712 w 1637567"/>
                <a:gd name="connsiteY361" fmla="*/ 1503932 h 1745962"/>
                <a:gd name="connsiteX362" fmla="*/ 670182 w 1637567"/>
                <a:gd name="connsiteY362" fmla="*/ 1505370 h 1745962"/>
                <a:gd name="connsiteX363" fmla="*/ 671644 w 1637567"/>
                <a:gd name="connsiteY363" fmla="*/ 1506777 h 1745962"/>
                <a:gd name="connsiteX364" fmla="*/ 673082 w 1637567"/>
                <a:gd name="connsiteY364" fmla="*/ 1508208 h 1745962"/>
                <a:gd name="connsiteX365" fmla="*/ 674544 w 1637567"/>
                <a:gd name="connsiteY365" fmla="*/ 1509646 h 1745962"/>
                <a:gd name="connsiteX366" fmla="*/ 676013 w 1637567"/>
                <a:gd name="connsiteY366" fmla="*/ 1511053 h 1745962"/>
                <a:gd name="connsiteX367" fmla="*/ 677475 w 1637567"/>
                <a:gd name="connsiteY367" fmla="*/ 1512421 h 1745962"/>
                <a:gd name="connsiteX368" fmla="*/ 678914 w 1637567"/>
                <a:gd name="connsiteY368" fmla="*/ 1513828 h 1745962"/>
                <a:gd name="connsiteX369" fmla="*/ 680383 w 1637567"/>
                <a:gd name="connsiteY369" fmla="*/ 1515236 h 1745962"/>
                <a:gd name="connsiteX370" fmla="*/ 681845 w 1637567"/>
                <a:gd name="connsiteY370" fmla="*/ 1516604 h 1745962"/>
                <a:gd name="connsiteX371" fmla="*/ 683283 w 1637567"/>
                <a:gd name="connsiteY371" fmla="*/ 1517980 h 1745962"/>
                <a:gd name="connsiteX372" fmla="*/ 684745 w 1637567"/>
                <a:gd name="connsiteY372" fmla="*/ 1519355 h 1745962"/>
                <a:gd name="connsiteX373" fmla="*/ 686215 w 1637567"/>
                <a:gd name="connsiteY373" fmla="*/ 1520700 h 1745962"/>
                <a:gd name="connsiteX374" fmla="*/ 687677 w 1637567"/>
                <a:gd name="connsiteY374" fmla="*/ 1522076 h 1745962"/>
                <a:gd name="connsiteX375" fmla="*/ 689115 w 1637567"/>
                <a:gd name="connsiteY375" fmla="*/ 1523420 h 1745962"/>
                <a:gd name="connsiteX376" fmla="*/ 692047 w 1637567"/>
                <a:gd name="connsiteY376" fmla="*/ 1526102 h 1745962"/>
                <a:gd name="connsiteX377" fmla="*/ 693477 w 1637567"/>
                <a:gd name="connsiteY377" fmla="*/ 1527415 h 1745962"/>
                <a:gd name="connsiteX378" fmla="*/ 694947 w 1637567"/>
                <a:gd name="connsiteY378" fmla="*/ 1528728 h 1745962"/>
                <a:gd name="connsiteX379" fmla="*/ 696409 w 1637567"/>
                <a:gd name="connsiteY379" fmla="*/ 1530073 h 1745962"/>
                <a:gd name="connsiteX380" fmla="*/ 697847 w 1637567"/>
                <a:gd name="connsiteY380" fmla="*/ 1531355 h 1745962"/>
                <a:gd name="connsiteX381" fmla="*/ 700778 w 1637567"/>
                <a:gd name="connsiteY381" fmla="*/ 1533981 h 1745962"/>
                <a:gd name="connsiteX382" fmla="*/ 702240 w 1637567"/>
                <a:gd name="connsiteY382" fmla="*/ 1535263 h 1745962"/>
                <a:gd name="connsiteX383" fmla="*/ 703679 w 1637567"/>
                <a:gd name="connsiteY383" fmla="*/ 1536546 h 1745962"/>
                <a:gd name="connsiteX384" fmla="*/ 705148 w 1637567"/>
                <a:gd name="connsiteY384" fmla="*/ 1537828 h 1745962"/>
                <a:gd name="connsiteX385" fmla="*/ 706610 w 1637567"/>
                <a:gd name="connsiteY385" fmla="*/ 1539078 h 1745962"/>
                <a:gd name="connsiteX386" fmla="*/ 708048 w 1637567"/>
                <a:gd name="connsiteY386" fmla="*/ 1540368 h 1745962"/>
                <a:gd name="connsiteX387" fmla="*/ 712442 w 1637567"/>
                <a:gd name="connsiteY387" fmla="*/ 1544120 h 1745962"/>
                <a:gd name="connsiteX388" fmla="*/ 713880 w 1637567"/>
                <a:gd name="connsiteY388" fmla="*/ 1545371 h 1745962"/>
                <a:gd name="connsiteX389" fmla="*/ 716812 w 1637567"/>
                <a:gd name="connsiteY389" fmla="*/ 1547818 h 1745962"/>
                <a:gd name="connsiteX390" fmla="*/ 718242 w 1637567"/>
                <a:gd name="connsiteY390" fmla="*/ 1549037 h 1745962"/>
                <a:gd name="connsiteX391" fmla="*/ 721174 w 1637567"/>
                <a:gd name="connsiteY391" fmla="*/ 1551477 h 1745962"/>
                <a:gd name="connsiteX392" fmla="*/ 722643 w 1637567"/>
                <a:gd name="connsiteY392" fmla="*/ 1552672 h 1745962"/>
                <a:gd name="connsiteX393" fmla="*/ 724074 w 1637567"/>
                <a:gd name="connsiteY393" fmla="*/ 1553861 h 1745962"/>
                <a:gd name="connsiteX394" fmla="*/ 727005 w 1637567"/>
                <a:gd name="connsiteY394" fmla="*/ 1556245 h 1745962"/>
                <a:gd name="connsiteX395" fmla="*/ 728444 w 1637567"/>
                <a:gd name="connsiteY395" fmla="*/ 1557433 h 1745962"/>
                <a:gd name="connsiteX396" fmla="*/ 732837 w 1637567"/>
                <a:gd name="connsiteY396" fmla="*/ 1560912 h 1745962"/>
                <a:gd name="connsiteX397" fmla="*/ 734275 w 1637567"/>
                <a:gd name="connsiteY397" fmla="*/ 1562077 h 1745962"/>
                <a:gd name="connsiteX398" fmla="*/ 735745 w 1637567"/>
                <a:gd name="connsiteY398" fmla="*/ 1563234 h 1745962"/>
                <a:gd name="connsiteX399" fmla="*/ 737207 w 1637567"/>
                <a:gd name="connsiteY399" fmla="*/ 1564367 h 1745962"/>
                <a:gd name="connsiteX400" fmla="*/ 738645 w 1637567"/>
                <a:gd name="connsiteY400" fmla="*/ 1565493 h 1745962"/>
                <a:gd name="connsiteX401" fmla="*/ 740107 w 1637567"/>
                <a:gd name="connsiteY401" fmla="*/ 1566658 h 1745962"/>
                <a:gd name="connsiteX402" fmla="*/ 741577 w 1637567"/>
                <a:gd name="connsiteY402" fmla="*/ 1567752 h 1745962"/>
                <a:gd name="connsiteX403" fmla="*/ 743039 w 1637567"/>
                <a:gd name="connsiteY403" fmla="*/ 1568885 h 1745962"/>
                <a:gd name="connsiteX404" fmla="*/ 744477 w 1637567"/>
                <a:gd name="connsiteY404" fmla="*/ 1570011 h 1745962"/>
                <a:gd name="connsiteX405" fmla="*/ 747408 w 1637567"/>
                <a:gd name="connsiteY405" fmla="*/ 1572216 h 1745962"/>
                <a:gd name="connsiteX406" fmla="*/ 748839 w 1637567"/>
                <a:gd name="connsiteY406" fmla="*/ 1573310 h 1745962"/>
                <a:gd name="connsiteX407" fmla="*/ 750309 w 1637567"/>
                <a:gd name="connsiteY407" fmla="*/ 1574412 h 1745962"/>
                <a:gd name="connsiteX408" fmla="*/ 751771 w 1637567"/>
                <a:gd name="connsiteY408" fmla="*/ 1575483 h 1745962"/>
                <a:gd name="connsiteX409" fmla="*/ 753240 w 1637567"/>
                <a:gd name="connsiteY409" fmla="*/ 1576578 h 1745962"/>
                <a:gd name="connsiteX410" fmla="*/ 754671 w 1637567"/>
                <a:gd name="connsiteY410" fmla="*/ 1577649 h 1745962"/>
                <a:gd name="connsiteX411" fmla="*/ 757602 w 1637567"/>
                <a:gd name="connsiteY411" fmla="*/ 1579783 h 1745962"/>
                <a:gd name="connsiteX412" fmla="*/ 759041 w 1637567"/>
                <a:gd name="connsiteY412" fmla="*/ 1580822 h 1745962"/>
                <a:gd name="connsiteX413" fmla="*/ 760510 w 1637567"/>
                <a:gd name="connsiteY413" fmla="*/ 1581893 h 1745962"/>
                <a:gd name="connsiteX414" fmla="*/ 761972 w 1637567"/>
                <a:gd name="connsiteY414" fmla="*/ 1582933 h 1745962"/>
                <a:gd name="connsiteX415" fmla="*/ 763410 w 1637567"/>
                <a:gd name="connsiteY415" fmla="*/ 1583973 h 1745962"/>
                <a:gd name="connsiteX416" fmla="*/ 766342 w 1637567"/>
                <a:gd name="connsiteY416" fmla="*/ 1586044 h 1745962"/>
                <a:gd name="connsiteX417" fmla="*/ 767803 w 1637567"/>
                <a:gd name="connsiteY417" fmla="*/ 1587053 h 1745962"/>
                <a:gd name="connsiteX418" fmla="*/ 769242 w 1637567"/>
                <a:gd name="connsiteY418" fmla="*/ 1588092 h 1745962"/>
                <a:gd name="connsiteX419" fmla="*/ 772174 w 1637567"/>
                <a:gd name="connsiteY419" fmla="*/ 1590109 h 1745962"/>
                <a:gd name="connsiteX420" fmla="*/ 773604 w 1637567"/>
                <a:gd name="connsiteY420" fmla="*/ 1591118 h 1745962"/>
                <a:gd name="connsiteX421" fmla="*/ 775074 w 1637567"/>
                <a:gd name="connsiteY421" fmla="*/ 1592095 h 1745962"/>
                <a:gd name="connsiteX422" fmla="*/ 776535 w 1637567"/>
                <a:gd name="connsiteY422" fmla="*/ 1593103 h 1745962"/>
                <a:gd name="connsiteX423" fmla="*/ 778005 w 1637567"/>
                <a:gd name="connsiteY423" fmla="*/ 1594080 h 1745962"/>
                <a:gd name="connsiteX424" fmla="*/ 779436 w 1637567"/>
                <a:gd name="connsiteY424" fmla="*/ 1595058 h 1745962"/>
                <a:gd name="connsiteX425" fmla="*/ 782367 w 1637567"/>
                <a:gd name="connsiteY425" fmla="*/ 1597012 h 1745962"/>
                <a:gd name="connsiteX426" fmla="*/ 783805 w 1637567"/>
                <a:gd name="connsiteY426" fmla="*/ 1597989 h 1745962"/>
                <a:gd name="connsiteX427" fmla="*/ 786737 w 1637567"/>
                <a:gd name="connsiteY427" fmla="*/ 1599881 h 1745962"/>
                <a:gd name="connsiteX428" fmla="*/ 788207 w 1637567"/>
                <a:gd name="connsiteY428" fmla="*/ 1600858 h 1745962"/>
                <a:gd name="connsiteX429" fmla="*/ 789637 w 1637567"/>
                <a:gd name="connsiteY429" fmla="*/ 1601773 h 1745962"/>
                <a:gd name="connsiteX430" fmla="*/ 792569 w 1637567"/>
                <a:gd name="connsiteY430" fmla="*/ 1603665 h 1745962"/>
                <a:gd name="connsiteX431" fmla="*/ 794007 w 1637567"/>
                <a:gd name="connsiteY431" fmla="*/ 1604579 h 1745962"/>
                <a:gd name="connsiteX432" fmla="*/ 795469 w 1637567"/>
                <a:gd name="connsiteY432" fmla="*/ 1605525 h 1745962"/>
                <a:gd name="connsiteX433" fmla="*/ 798400 w 1637567"/>
                <a:gd name="connsiteY433" fmla="*/ 1607362 h 1745962"/>
                <a:gd name="connsiteX434" fmla="*/ 799839 w 1637567"/>
                <a:gd name="connsiteY434" fmla="*/ 1608245 h 1745962"/>
                <a:gd name="connsiteX435" fmla="*/ 802770 w 1637567"/>
                <a:gd name="connsiteY435" fmla="*/ 1610082 h 1745962"/>
                <a:gd name="connsiteX436" fmla="*/ 804201 w 1637567"/>
                <a:gd name="connsiteY436" fmla="*/ 1610966 h 1745962"/>
                <a:gd name="connsiteX437" fmla="*/ 808602 w 1637567"/>
                <a:gd name="connsiteY437" fmla="*/ 1613624 h 1745962"/>
                <a:gd name="connsiteX438" fmla="*/ 810040 w 1637567"/>
                <a:gd name="connsiteY438" fmla="*/ 1614507 h 1745962"/>
                <a:gd name="connsiteX439" fmla="*/ 812964 w 1637567"/>
                <a:gd name="connsiteY439" fmla="*/ 1616219 h 1745962"/>
                <a:gd name="connsiteX440" fmla="*/ 814402 w 1637567"/>
                <a:gd name="connsiteY440" fmla="*/ 1617102 h 1745962"/>
                <a:gd name="connsiteX441" fmla="*/ 815872 w 1637567"/>
                <a:gd name="connsiteY441" fmla="*/ 1617923 h 1745962"/>
                <a:gd name="connsiteX442" fmla="*/ 817334 w 1637567"/>
                <a:gd name="connsiteY442" fmla="*/ 1618783 h 1745962"/>
                <a:gd name="connsiteX443" fmla="*/ 818772 w 1637567"/>
                <a:gd name="connsiteY443" fmla="*/ 1619635 h 1745962"/>
                <a:gd name="connsiteX444" fmla="*/ 820234 w 1637567"/>
                <a:gd name="connsiteY444" fmla="*/ 1620495 h 1745962"/>
                <a:gd name="connsiteX445" fmla="*/ 823166 w 1637567"/>
                <a:gd name="connsiteY445" fmla="*/ 1622137 h 1745962"/>
                <a:gd name="connsiteX446" fmla="*/ 824604 w 1637567"/>
                <a:gd name="connsiteY446" fmla="*/ 1622965 h 1745962"/>
                <a:gd name="connsiteX447" fmla="*/ 827536 w 1637567"/>
                <a:gd name="connsiteY447" fmla="*/ 1624615 h 1745962"/>
                <a:gd name="connsiteX448" fmla="*/ 828966 w 1637567"/>
                <a:gd name="connsiteY448" fmla="*/ 1625436 h 1745962"/>
                <a:gd name="connsiteX449" fmla="*/ 830436 w 1637567"/>
                <a:gd name="connsiteY449" fmla="*/ 1626233 h 1745962"/>
                <a:gd name="connsiteX450" fmla="*/ 831898 w 1637567"/>
                <a:gd name="connsiteY450" fmla="*/ 1627054 h 1745962"/>
                <a:gd name="connsiteX451" fmla="*/ 833367 w 1637567"/>
                <a:gd name="connsiteY451" fmla="*/ 1627851 h 1745962"/>
                <a:gd name="connsiteX452" fmla="*/ 834797 w 1637567"/>
                <a:gd name="connsiteY452" fmla="*/ 1628641 h 1745962"/>
                <a:gd name="connsiteX453" fmla="*/ 836268 w 1637567"/>
                <a:gd name="connsiteY453" fmla="*/ 1629438 h 1745962"/>
                <a:gd name="connsiteX454" fmla="*/ 837729 w 1637567"/>
                <a:gd name="connsiteY454" fmla="*/ 1630204 h 1745962"/>
                <a:gd name="connsiteX455" fmla="*/ 839168 w 1637567"/>
                <a:gd name="connsiteY455" fmla="*/ 1630994 h 1745962"/>
                <a:gd name="connsiteX456" fmla="*/ 840637 w 1637567"/>
                <a:gd name="connsiteY456" fmla="*/ 1631791 h 1745962"/>
                <a:gd name="connsiteX457" fmla="*/ 843569 w 1637567"/>
                <a:gd name="connsiteY457" fmla="*/ 1633315 h 1745962"/>
                <a:gd name="connsiteX458" fmla="*/ 844999 w 1637567"/>
                <a:gd name="connsiteY458" fmla="*/ 1634081 h 1745962"/>
                <a:gd name="connsiteX459" fmla="*/ 847930 w 1637567"/>
                <a:gd name="connsiteY459" fmla="*/ 1635606 h 1745962"/>
                <a:gd name="connsiteX460" fmla="*/ 849369 w 1637567"/>
                <a:gd name="connsiteY460" fmla="*/ 1636341 h 1745962"/>
                <a:gd name="connsiteX461" fmla="*/ 850831 w 1637567"/>
                <a:gd name="connsiteY461" fmla="*/ 1637107 h 1745962"/>
                <a:gd name="connsiteX462" fmla="*/ 853762 w 1637567"/>
                <a:gd name="connsiteY462" fmla="*/ 1638569 h 1745962"/>
                <a:gd name="connsiteX463" fmla="*/ 855201 w 1637567"/>
                <a:gd name="connsiteY463" fmla="*/ 1639303 h 1745962"/>
                <a:gd name="connsiteX464" fmla="*/ 858132 w 1637567"/>
                <a:gd name="connsiteY464" fmla="*/ 1640765 h 1745962"/>
                <a:gd name="connsiteX465" fmla="*/ 859563 w 1637567"/>
                <a:gd name="connsiteY465" fmla="*/ 1641469 h 1745962"/>
                <a:gd name="connsiteX466" fmla="*/ 861032 w 1637567"/>
                <a:gd name="connsiteY466" fmla="*/ 1642204 h 1745962"/>
                <a:gd name="connsiteX467" fmla="*/ 863964 w 1637567"/>
                <a:gd name="connsiteY467" fmla="*/ 1643611 h 1745962"/>
                <a:gd name="connsiteX468" fmla="*/ 865402 w 1637567"/>
                <a:gd name="connsiteY468" fmla="*/ 1644306 h 1745962"/>
                <a:gd name="connsiteX469" fmla="*/ 868334 w 1637567"/>
                <a:gd name="connsiteY469" fmla="*/ 1645714 h 1745962"/>
                <a:gd name="connsiteX470" fmla="*/ 869764 w 1637567"/>
                <a:gd name="connsiteY470" fmla="*/ 1646417 h 1745962"/>
                <a:gd name="connsiteX471" fmla="*/ 871234 w 1637567"/>
                <a:gd name="connsiteY471" fmla="*/ 1647089 h 1745962"/>
                <a:gd name="connsiteX472" fmla="*/ 872696 w 1637567"/>
                <a:gd name="connsiteY472" fmla="*/ 1647793 h 1745962"/>
                <a:gd name="connsiteX473" fmla="*/ 874165 w 1637567"/>
                <a:gd name="connsiteY473" fmla="*/ 1648465 h 1745962"/>
                <a:gd name="connsiteX474" fmla="*/ 875596 w 1637567"/>
                <a:gd name="connsiteY474" fmla="*/ 1649137 h 1745962"/>
                <a:gd name="connsiteX475" fmla="*/ 878527 w 1637567"/>
                <a:gd name="connsiteY475" fmla="*/ 1650474 h 1745962"/>
                <a:gd name="connsiteX476" fmla="*/ 879966 w 1637567"/>
                <a:gd name="connsiteY476" fmla="*/ 1651147 h 1745962"/>
                <a:gd name="connsiteX477" fmla="*/ 881428 w 1637567"/>
                <a:gd name="connsiteY477" fmla="*/ 1651788 h 1745962"/>
                <a:gd name="connsiteX478" fmla="*/ 882897 w 1637567"/>
                <a:gd name="connsiteY478" fmla="*/ 1652460 h 1745962"/>
                <a:gd name="connsiteX479" fmla="*/ 884328 w 1637567"/>
                <a:gd name="connsiteY479" fmla="*/ 1653101 h 1745962"/>
                <a:gd name="connsiteX480" fmla="*/ 888729 w 1637567"/>
                <a:gd name="connsiteY480" fmla="*/ 1655032 h 1745962"/>
                <a:gd name="connsiteX481" fmla="*/ 890167 w 1637567"/>
                <a:gd name="connsiteY481" fmla="*/ 1655673 h 1745962"/>
                <a:gd name="connsiteX482" fmla="*/ 893091 w 1637567"/>
                <a:gd name="connsiteY482" fmla="*/ 1656955 h 1745962"/>
                <a:gd name="connsiteX483" fmla="*/ 894529 w 1637567"/>
                <a:gd name="connsiteY483" fmla="*/ 1657564 h 1745962"/>
                <a:gd name="connsiteX484" fmla="*/ 895999 w 1637567"/>
                <a:gd name="connsiteY484" fmla="*/ 1658174 h 1745962"/>
                <a:gd name="connsiteX485" fmla="*/ 897461 w 1637567"/>
                <a:gd name="connsiteY485" fmla="*/ 1658815 h 1745962"/>
                <a:gd name="connsiteX486" fmla="*/ 898931 w 1637567"/>
                <a:gd name="connsiteY486" fmla="*/ 1659425 h 1745962"/>
                <a:gd name="connsiteX487" fmla="*/ 900361 w 1637567"/>
                <a:gd name="connsiteY487" fmla="*/ 1660035 h 1745962"/>
                <a:gd name="connsiteX488" fmla="*/ 901831 w 1637567"/>
                <a:gd name="connsiteY488" fmla="*/ 1660645 h 1745962"/>
                <a:gd name="connsiteX489" fmla="*/ 903293 w 1637567"/>
                <a:gd name="connsiteY489" fmla="*/ 1661223 h 1745962"/>
                <a:gd name="connsiteX490" fmla="*/ 904731 w 1637567"/>
                <a:gd name="connsiteY490" fmla="*/ 1661840 h 1745962"/>
                <a:gd name="connsiteX491" fmla="*/ 906193 w 1637567"/>
                <a:gd name="connsiteY491" fmla="*/ 1662450 h 1745962"/>
                <a:gd name="connsiteX492" fmla="*/ 909124 w 1637567"/>
                <a:gd name="connsiteY492" fmla="*/ 1663607 h 1745962"/>
                <a:gd name="connsiteX493" fmla="*/ 910563 w 1637567"/>
                <a:gd name="connsiteY493" fmla="*/ 1664186 h 1745962"/>
                <a:gd name="connsiteX494" fmla="*/ 913494 w 1637567"/>
                <a:gd name="connsiteY494" fmla="*/ 1665350 h 1745962"/>
                <a:gd name="connsiteX495" fmla="*/ 914924 w 1637567"/>
                <a:gd name="connsiteY495" fmla="*/ 1665929 h 1745962"/>
                <a:gd name="connsiteX496" fmla="*/ 916394 w 1637567"/>
                <a:gd name="connsiteY496" fmla="*/ 1666507 h 1745962"/>
                <a:gd name="connsiteX497" fmla="*/ 917856 w 1637567"/>
                <a:gd name="connsiteY497" fmla="*/ 1667062 h 1745962"/>
                <a:gd name="connsiteX498" fmla="*/ 919326 w 1637567"/>
                <a:gd name="connsiteY498" fmla="*/ 1667641 h 1745962"/>
                <a:gd name="connsiteX499" fmla="*/ 920764 w 1637567"/>
                <a:gd name="connsiteY499" fmla="*/ 1668188 h 1745962"/>
                <a:gd name="connsiteX500" fmla="*/ 923695 w 1637567"/>
                <a:gd name="connsiteY500" fmla="*/ 1669290 h 1745962"/>
                <a:gd name="connsiteX501" fmla="*/ 925126 w 1637567"/>
                <a:gd name="connsiteY501" fmla="*/ 1669838 h 1745962"/>
                <a:gd name="connsiteX502" fmla="*/ 929527 w 1637567"/>
                <a:gd name="connsiteY502" fmla="*/ 1671487 h 1745962"/>
                <a:gd name="connsiteX503" fmla="*/ 930958 w 1637567"/>
                <a:gd name="connsiteY503" fmla="*/ 1672003 h 1745962"/>
                <a:gd name="connsiteX504" fmla="*/ 932427 w 1637567"/>
                <a:gd name="connsiteY504" fmla="*/ 1672558 h 1745962"/>
                <a:gd name="connsiteX505" fmla="*/ 933889 w 1637567"/>
                <a:gd name="connsiteY505" fmla="*/ 1673074 h 1745962"/>
                <a:gd name="connsiteX506" fmla="*/ 935328 w 1637567"/>
                <a:gd name="connsiteY506" fmla="*/ 1673590 h 1745962"/>
                <a:gd name="connsiteX507" fmla="*/ 938259 w 1637567"/>
                <a:gd name="connsiteY507" fmla="*/ 1674630 h 1745962"/>
                <a:gd name="connsiteX508" fmla="*/ 939690 w 1637567"/>
                <a:gd name="connsiteY508" fmla="*/ 1675153 h 1745962"/>
                <a:gd name="connsiteX509" fmla="*/ 942621 w 1637567"/>
                <a:gd name="connsiteY509" fmla="*/ 1676193 h 1745962"/>
                <a:gd name="connsiteX510" fmla="*/ 944091 w 1637567"/>
                <a:gd name="connsiteY510" fmla="*/ 1676678 h 1745962"/>
                <a:gd name="connsiteX511" fmla="*/ 945529 w 1637567"/>
                <a:gd name="connsiteY511" fmla="*/ 1677194 h 1745962"/>
                <a:gd name="connsiteX512" fmla="*/ 946991 w 1637567"/>
                <a:gd name="connsiteY512" fmla="*/ 1677686 h 1745962"/>
                <a:gd name="connsiteX513" fmla="*/ 948461 w 1637567"/>
                <a:gd name="connsiteY513" fmla="*/ 1678202 h 1745962"/>
                <a:gd name="connsiteX514" fmla="*/ 949891 w 1637567"/>
                <a:gd name="connsiteY514" fmla="*/ 1678695 h 1745962"/>
                <a:gd name="connsiteX515" fmla="*/ 954292 w 1637567"/>
                <a:gd name="connsiteY515" fmla="*/ 1680156 h 1745962"/>
                <a:gd name="connsiteX516" fmla="*/ 955723 w 1637567"/>
                <a:gd name="connsiteY516" fmla="*/ 1680618 h 1745962"/>
                <a:gd name="connsiteX517" fmla="*/ 958654 w 1637567"/>
                <a:gd name="connsiteY517" fmla="*/ 1681595 h 1745962"/>
                <a:gd name="connsiteX518" fmla="*/ 960093 w 1637567"/>
                <a:gd name="connsiteY518" fmla="*/ 1682056 h 1745962"/>
                <a:gd name="connsiteX519" fmla="*/ 961555 w 1637567"/>
                <a:gd name="connsiteY519" fmla="*/ 1682541 h 1745962"/>
                <a:gd name="connsiteX520" fmla="*/ 964486 w 1637567"/>
                <a:gd name="connsiteY520" fmla="*/ 1683455 h 1745962"/>
                <a:gd name="connsiteX521" fmla="*/ 965925 w 1637567"/>
                <a:gd name="connsiteY521" fmla="*/ 1683916 h 1745962"/>
                <a:gd name="connsiteX522" fmla="*/ 968856 w 1637567"/>
                <a:gd name="connsiteY522" fmla="*/ 1684831 h 1745962"/>
                <a:gd name="connsiteX523" fmla="*/ 970294 w 1637567"/>
                <a:gd name="connsiteY523" fmla="*/ 1685292 h 1745962"/>
                <a:gd name="connsiteX524" fmla="*/ 971756 w 1637567"/>
                <a:gd name="connsiteY524" fmla="*/ 1685746 h 1745962"/>
                <a:gd name="connsiteX525" fmla="*/ 973218 w 1637567"/>
                <a:gd name="connsiteY525" fmla="*/ 1686176 h 1745962"/>
                <a:gd name="connsiteX526" fmla="*/ 974688 w 1637567"/>
                <a:gd name="connsiteY526" fmla="*/ 1686629 h 1745962"/>
                <a:gd name="connsiteX527" fmla="*/ 976126 w 1637567"/>
                <a:gd name="connsiteY527" fmla="*/ 1687059 h 1745962"/>
                <a:gd name="connsiteX528" fmla="*/ 977588 w 1637567"/>
                <a:gd name="connsiteY528" fmla="*/ 1687489 h 1745962"/>
                <a:gd name="connsiteX529" fmla="*/ 979058 w 1637567"/>
                <a:gd name="connsiteY529" fmla="*/ 1687942 h 1745962"/>
                <a:gd name="connsiteX530" fmla="*/ 980488 w 1637567"/>
                <a:gd name="connsiteY530" fmla="*/ 1688372 h 1745962"/>
                <a:gd name="connsiteX531" fmla="*/ 984889 w 1637567"/>
                <a:gd name="connsiteY531" fmla="*/ 1689654 h 1745962"/>
                <a:gd name="connsiteX532" fmla="*/ 986319 w 1637567"/>
                <a:gd name="connsiteY532" fmla="*/ 1690053 h 1745962"/>
                <a:gd name="connsiteX533" fmla="*/ 989251 w 1637567"/>
                <a:gd name="connsiteY533" fmla="*/ 1690905 h 1745962"/>
                <a:gd name="connsiteX534" fmla="*/ 990689 w 1637567"/>
                <a:gd name="connsiteY534" fmla="*/ 1691304 h 1745962"/>
                <a:gd name="connsiteX535" fmla="*/ 992151 w 1637567"/>
                <a:gd name="connsiteY535" fmla="*/ 1691734 h 1745962"/>
                <a:gd name="connsiteX536" fmla="*/ 995083 w 1637567"/>
                <a:gd name="connsiteY536" fmla="*/ 1692523 h 1745962"/>
                <a:gd name="connsiteX537" fmla="*/ 996521 w 1637567"/>
                <a:gd name="connsiteY537" fmla="*/ 1692922 h 1745962"/>
                <a:gd name="connsiteX538" fmla="*/ 999453 w 1637567"/>
                <a:gd name="connsiteY538" fmla="*/ 1693719 h 1745962"/>
                <a:gd name="connsiteX539" fmla="*/ 1000891 w 1637567"/>
                <a:gd name="connsiteY539" fmla="*/ 1694118 h 1745962"/>
                <a:gd name="connsiteX540" fmla="*/ 1003822 w 1637567"/>
                <a:gd name="connsiteY540" fmla="*/ 1694908 h 1745962"/>
                <a:gd name="connsiteX541" fmla="*/ 1005253 w 1637567"/>
                <a:gd name="connsiteY541" fmla="*/ 1695275 h 1745962"/>
                <a:gd name="connsiteX542" fmla="*/ 1006723 w 1637567"/>
                <a:gd name="connsiteY542" fmla="*/ 1695674 h 1745962"/>
                <a:gd name="connsiteX543" fmla="*/ 1008184 w 1637567"/>
                <a:gd name="connsiteY543" fmla="*/ 1696041 h 1745962"/>
                <a:gd name="connsiteX544" fmla="*/ 1009654 w 1637567"/>
                <a:gd name="connsiteY544" fmla="*/ 1696432 h 1745962"/>
                <a:gd name="connsiteX545" fmla="*/ 1011085 w 1637567"/>
                <a:gd name="connsiteY545" fmla="*/ 1696799 h 1745962"/>
                <a:gd name="connsiteX546" fmla="*/ 1014016 w 1637567"/>
                <a:gd name="connsiteY546" fmla="*/ 1697534 h 1745962"/>
                <a:gd name="connsiteX547" fmla="*/ 1015455 w 1637567"/>
                <a:gd name="connsiteY547" fmla="*/ 1697933 h 1745962"/>
                <a:gd name="connsiteX548" fmla="*/ 1016916 w 1637567"/>
                <a:gd name="connsiteY548" fmla="*/ 1698300 h 1745962"/>
                <a:gd name="connsiteX549" fmla="*/ 1018386 w 1637567"/>
                <a:gd name="connsiteY549" fmla="*/ 1698636 h 1745962"/>
                <a:gd name="connsiteX550" fmla="*/ 1019848 w 1637567"/>
                <a:gd name="connsiteY550" fmla="*/ 1698996 h 1745962"/>
                <a:gd name="connsiteX551" fmla="*/ 1021286 w 1637567"/>
                <a:gd name="connsiteY551" fmla="*/ 1699363 h 1745962"/>
                <a:gd name="connsiteX552" fmla="*/ 1022748 w 1637567"/>
                <a:gd name="connsiteY552" fmla="*/ 1699731 h 1745962"/>
                <a:gd name="connsiteX553" fmla="*/ 1024218 w 1637567"/>
                <a:gd name="connsiteY553" fmla="*/ 1700067 h 1745962"/>
                <a:gd name="connsiteX554" fmla="*/ 1025656 w 1637567"/>
                <a:gd name="connsiteY554" fmla="*/ 1700434 h 1745962"/>
                <a:gd name="connsiteX555" fmla="*/ 1027118 w 1637567"/>
                <a:gd name="connsiteY555" fmla="*/ 1700771 h 1745962"/>
                <a:gd name="connsiteX556" fmla="*/ 1028588 w 1637567"/>
                <a:gd name="connsiteY556" fmla="*/ 1701138 h 1745962"/>
                <a:gd name="connsiteX557" fmla="*/ 1030049 w 1637567"/>
                <a:gd name="connsiteY557" fmla="*/ 1701474 h 1745962"/>
                <a:gd name="connsiteX558" fmla="*/ 1031488 w 1637567"/>
                <a:gd name="connsiteY558" fmla="*/ 1701810 h 1745962"/>
                <a:gd name="connsiteX559" fmla="*/ 1034419 w 1637567"/>
                <a:gd name="connsiteY559" fmla="*/ 1702482 h 1745962"/>
                <a:gd name="connsiteX560" fmla="*/ 1035850 w 1637567"/>
                <a:gd name="connsiteY560" fmla="*/ 1702819 h 1745962"/>
                <a:gd name="connsiteX561" fmla="*/ 1040251 w 1637567"/>
                <a:gd name="connsiteY561" fmla="*/ 1703827 h 1745962"/>
                <a:gd name="connsiteX562" fmla="*/ 1041682 w 1637567"/>
                <a:gd name="connsiteY562" fmla="*/ 1704132 h 1745962"/>
                <a:gd name="connsiteX563" fmla="*/ 1043151 w 1637567"/>
                <a:gd name="connsiteY563" fmla="*/ 1704468 h 1745962"/>
                <a:gd name="connsiteX564" fmla="*/ 1044613 w 1637567"/>
                <a:gd name="connsiteY564" fmla="*/ 1704773 h 1745962"/>
                <a:gd name="connsiteX565" fmla="*/ 1046052 w 1637567"/>
                <a:gd name="connsiteY565" fmla="*/ 1705109 h 1745962"/>
                <a:gd name="connsiteX566" fmla="*/ 1047513 w 1637567"/>
                <a:gd name="connsiteY566" fmla="*/ 1705414 h 1745962"/>
                <a:gd name="connsiteX567" fmla="*/ 1048983 w 1637567"/>
                <a:gd name="connsiteY567" fmla="*/ 1705750 h 1745962"/>
                <a:gd name="connsiteX568" fmla="*/ 1050445 w 1637567"/>
                <a:gd name="connsiteY568" fmla="*/ 1706055 h 1745962"/>
                <a:gd name="connsiteX569" fmla="*/ 1051883 w 1637567"/>
                <a:gd name="connsiteY569" fmla="*/ 1706360 h 1745962"/>
                <a:gd name="connsiteX570" fmla="*/ 1054815 w 1637567"/>
                <a:gd name="connsiteY570" fmla="*/ 1706970 h 1745962"/>
                <a:gd name="connsiteX571" fmla="*/ 1056253 w 1637567"/>
                <a:gd name="connsiteY571" fmla="*/ 1707274 h 1745962"/>
                <a:gd name="connsiteX572" fmla="*/ 1060646 w 1637567"/>
                <a:gd name="connsiteY572" fmla="*/ 1708189 h 1745962"/>
                <a:gd name="connsiteX573" fmla="*/ 1062085 w 1637567"/>
                <a:gd name="connsiteY573" fmla="*/ 1708463 h 1745962"/>
                <a:gd name="connsiteX574" fmla="*/ 1065016 w 1637567"/>
                <a:gd name="connsiteY574" fmla="*/ 1709080 h 1745962"/>
                <a:gd name="connsiteX575" fmla="*/ 1066446 w 1637567"/>
                <a:gd name="connsiteY575" fmla="*/ 1709354 h 1745962"/>
                <a:gd name="connsiteX576" fmla="*/ 1067916 w 1637567"/>
                <a:gd name="connsiteY576" fmla="*/ 1709659 h 1745962"/>
                <a:gd name="connsiteX577" fmla="*/ 1069378 w 1637567"/>
                <a:gd name="connsiteY577" fmla="*/ 1709932 h 1745962"/>
                <a:gd name="connsiteX578" fmla="*/ 1070816 w 1637567"/>
                <a:gd name="connsiteY578" fmla="*/ 1710206 h 1745962"/>
                <a:gd name="connsiteX579" fmla="*/ 1072278 w 1637567"/>
                <a:gd name="connsiteY579" fmla="*/ 1710480 h 1745962"/>
                <a:gd name="connsiteX580" fmla="*/ 1073748 w 1637567"/>
                <a:gd name="connsiteY580" fmla="*/ 1710784 h 1745962"/>
                <a:gd name="connsiteX581" fmla="*/ 1075210 w 1637567"/>
                <a:gd name="connsiteY581" fmla="*/ 1711058 h 1745962"/>
                <a:gd name="connsiteX582" fmla="*/ 1076648 w 1637567"/>
                <a:gd name="connsiteY582" fmla="*/ 1711339 h 1745962"/>
                <a:gd name="connsiteX583" fmla="*/ 1079580 w 1637567"/>
                <a:gd name="connsiteY583" fmla="*/ 1711887 h 1745962"/>
                <a:gd name="connsiteX584" fmla="*/ 1081018 w 1637567"/>
                <a:gd name="connsiteY584" fmla="*/ 1712129 h 1745962"/>
                <a:gd name="connsiteX585" fmla="*/ 1085411 w 1637567"/>
                <a:gd name="connsiteY585" fmla="*/ 1712958 h 1745962"/>
                <a:gd name="connsiteX586" fmla="*/ 1086850 w 1637567"/>
                <a:gd name="connsiteY586" fmla="*/ 1713200 h 1745962"/>
                <a:gd name="connsiteX587" fmla="*/ 1088311 w 1637567"/>
                <a:gd name="connsiteY587" fmla="*/ 1713474 h 1745962"/>
                <a:gd name="connsiteX588" fmla="*/ 1089781 w 1637567"/>
                <a:gd name="connsiteY588" fmla="*/ 1713716 h 1745962"/>
                <a:gd name="connsiteX589" fmla="*/ 1091212 w 1637567"/>
                <a:gd name="connsiteY589" fmla="*/ 1713990 h 1745962"/>
                <a:gd name="connsiteX590" fmla="*/ 1094143 w 1637567"/>
                <a:gd name="connsiteY590" fmla="*/ 1714482 h 1745962"/>
                <a:gd name="connsiteX591" fmla="*/ 1095613 w 1637567"/>
                <a:gd name="connsiteY591" fmla="*/ 1714756 h 1745962"/>
                <a:gd name="connsiteX592" fmla="*/ 1097043 w 1637567"/>
                <a:gd name="connsiteY592" fmla="*/ 1714998 h 1745962"/>
                <a:gd name="connsiteX593" fmla="*/ 1099975 w 1637567"/>
                <a:gd name="connsiteY593" fmla="*/ 1715490 h 1745962"/>
                <a:gd name="connsiteX594" fmla="*/ 1101413 w 1637567"/>
                <a:gd name="connsiteY594" fmla="*/ 1715733 h 1745962"/>
                <a:gd name="connsiteX595" fmla="*/ 1105807 w 1637567"/>
                <a:gd name="connsiteY595" fmla="*/ 1716468 h 1745962"/>
                <a:gd name="connsiteX596" fmla="*/ 1107245 w 1637567"/>
                <a:gd name="connsiteY596" fmla="*/ 1716679 h 1745962"/>
                <a:gd name="connsiteX597" fmla="*/ 1110176 w 1637567"/>
                <a:gd name="connsiteY597" fmla="*/ 1717171 h 1745962"/>
                <a:gd name="connsiteX598" fmla="*/ 1111615 w 1637567"/>
                <a:gd name="connsiteY598" fmla="*/ 1717382 h 1745962"/>
                <a:gd name="connsiteX599" fmla="*/ 1113077 w 1637567"/>
                <a:gd name="connsiteY599" fmla="*/ 1717625 h 1745962"/>
                <a:gd name="connsiteX600" fmla="*/ 1114546 w 1637567"/>
                <a:gd name="connsiteY600" fmla="*/ 1717843 h 1745962"/>
                <a:gd name="connsiteX601" fmla="*/ 1116008 w 1637567"/>
                <a:gd name="connsiteY601" fmla="*/ 1718086 h 1745962"/>
                <a:gd name="connsiteX602" fmla="*/ 1117447 w 1637567"/>
                <a:gd name="connsiteY602" fmla="*/ 1718297 h 1745962"/>
                <a:gd name="connsiteX603" fmla="*/ 1118908 w 1637567"/>
                <a:gd name="connsiteY603" fmla="*/ 1718539 h 1745962"/>
                <a:gd name="connsiteX604" fmla="*/ 1120378 w 1637567"/>
                <a:gd name="connsiteY604" fmla="*/ 1718758 h 1745962"/>
                <a:gd name="connsiteX605" fmla="*/ 1121809 w 1637567"/>
                <a:gd name="connsiteY605" fmla="*/ 1718969 h 1745962"/>
                <a:gd name="connsiteX606" fmla="*/ 1123278 w 1637567"/>
                <a:gd name="connsiteY606" fmla="*/ 1719188 h 1745962"/>
                <a:gd name="connsiteX607" fmla="*/ 1124740 w 1637567"/>
                <a:gd name="connsiteY607" fmla="*/ 1719430 h 1745962"/>
                <a:gd name="connsiteX608" fmla="*/ 1126179 w 1637567"/>
                <a:gd name="connsiteY608" fmla="*/ 1719641 h 1745962"/>
                <a:gd name="connsiteX609" fmla="*/ 1130571 w 1637567"/>
                <a:gd name="connsiteY609" fmla="*/ 1720282 h 1745962"/>
                <a:gd name="connsiteX610" fmla="*/ 1132010 w 1637567"/>
                <a:gd name="connsiteY610" fmla="*/ 1720470 h 1745962"/>
                <a:gd name="connsiteX611" fmla="*/ 1134941 w 1637567"/>
                <a:gd name="connsiteY611" fmla="*/ 1720892 h 1745962"/>
                <a:gd name="connsiteX612" fmla="*/ 1136380 w 1637567"/>
                <a:gd name="connsiteY612" fmla="*/ 1721111 h 1745962"/>
                <a:gd name="connsiteX613" fmla="*/ 1137841 w 1637567"/>
                <a:gd name="connsiteY613" fmla="*/ 1721291 h 1745962"/>
                <a:gd name="connsiteX614" fmla="*/ 1140773 w 1637567"/>
                <a:gd name="connsiteY614" fmla="*/ 1721721 h 1745962"/>
                <a:gd name="connsiteX615" fmla="*/ 1142211 w 1637567"/>
                <a:gd name="connsiteY615" fmla="*/ 1721901 h 1745962"/>
                <a:gd name="connsiteX616" fmla="*/ 1143673 w 1637567"/>
                <a:gd name="connsiteY616" fmla="*/ 1722119 h 1745962"/>
                <a:gd name="connsiteX617" fmla="*/ 1145143 w 1637567"/>
                <a:gd name="connsiteY617" fmla="*/ 1722299 h 1745962"/>
                <a:gd name="connsiteX618" fmla="*/ 1146573 w 1637567"/>
                <a:gd name="connsiteY618" fmla="*/ 1722510 h 1745962"/>
                <a:gd name="connsiteX619" fmla="*/ 1150975 w 1637567"/>
                <a:gd name="connsiteY619" fmla="*/ 1723065 h 1745962"/>
                <a:gd name="connsiteX620" fmla="*/ 1152405 w 1637567"/>
                <a:gd name="connsiteY620" fmla="*/ 1723276 h 1745962"/>
                <a:gd name="connsiteX621" fmla="*/ 1155337 w 1637567"/>
                <a:gd name="connsiteY621" fmla="*/ 1723644 h 1745962"/>
                <a:gd name="connsiteX622" fmla="*/ 1156775 w 1637567"/>
                <a:gd name="connsiteY622" fmla="*/ 1723824 h 1745962"/>
                <a:gd name="connsiteX623" fmla="*/ 1161168 w 1637567"/>
                <a:gd name="connsiteY623" fmla="*/ 1724379 h 1745962"/>
                <a:gd name="connsiteX624" fmla="*/ 1162607 w 1637567"/>
                <a:gd name="connsiteY624" fmla="*/ 1724558 h 1745962"/>
                <a:gd name="connsiteX625" fmla="*/ 1164076 w 1637567"/>
                <a:gd name="connsiteY625" fmla="*/ 1724738 h 1745962"/>
                <a:gd name="connsiteX626" fmla="*/ 1165538 w 1637567"/>
                <a:gd name="connsiteY626" fmla="*/ 1724895 h 1745962"/>
                <a:gd name="connsiteX627" fmla="*/ 1166977 w 1637567"/>
                <a:gd name="connsiteY627" fmla="*/ 1725074 h 1745962"/>
                <a:gd name="connsiteX628" fmla="*/ 1168438 w 1637567"/>
                <a:gd name="connsiteY628" fmla="*/ 1725262 h 1745962"/>
                <a:gd name="connsiteX629" fmla="*/ 1169908 w 1637567"/>
                <a:gd name="connsiteY629" fmla="*/ 1725411 h 1745962"/>
                <a:gd name="connsiteX630" fmla="*/ 1171370 w 1637567"/>
                <a:gd name="connsiteY630" fmla="*/ 1725598 h 1745962"/>
                <a:gd name="connsiteX631" fmla="*/ 1172808 w 1637567"/>
                <a:gd name="connsiteY631" fmla="*/ 1725778 h 1745962"/>
                <a:gd name="connsiteX632" fmla="*/ 1174270 w 1637567"/>
                <a:gd name="connsiteY632" fmla="*/ 1725934 h 1745962"/>
                <a:gd name="connsiteX633" fmla="*/ 1175740 w 1637567"/>
                <a:gd name="connsiteY633" fmla="*/ 1726114 h 1745962"/>
                <a:gd name="connsiteX634" fmla="*/ 1177170 w 1637567"/>
                <a:gd name="connsiteY634" fmla="*/ 1726270 h 1745962"/>
                <a:gd name="connsiteX635" fmla="*/ 1178640 w 1637567"/>
                <a:gd name="connsiteY635" fmla="*/ 1726450 h 1745962"/>
                <a:gd name="connsiteX636" fmla="*/ 1181572 w 1637567"/>
                <a:gd name="connsiteY636" fmla="*/ 1726755 h 1745962"/>
                <a:gd name="connsiteX637" fmla="*/ 1183002 w 1637567"/>
                <a:gd name="connsiteY637" fmla="*/ 1726943 h 1745962"/>
                <a:gd name="connsiteX638" fmla="*/ 1185934 w 1637567"/>
                <a:gd name="connsiteY638" fmla="*/ 1727248 h 1745962"/>
                <a:gd name="connsiteX639" fmla="*/ 1187372 w 1637567"/>
                <a:gd name="connsiteY639" fmla="*/ 1727396 h 1745962"/>
                <a:gd name="connsiteX640" fmla="*/ 1188842 w 1637567"/>
                <a:gd name="connsiteY640" fmla="*/ 1727552 h 1745962"/>
                <a:gd name="connsiteX641" fmla="*/ 1190303 w 1637567"/>
                <a:gd name="connsiteY641" fmla="*/ 1727732 h 1745962"/>
                <a:gd name="connsiteX642" fmla="*/ 1191742 w 1637567"/>
                <a:gd name="connsiteY642" fmla="*/ 1727889 h 1745962"/>
                <a:gd name="connsiteX643" fmla="*/ 1194673 w 1637567"/>
                <a:gd name="connsiteY643" fmla="*/ 1728193 h 1745962"/>
                <a:gd name="connsiteX644" fmla="*/ 1196135 w 1637567"/>
                <a:gd name="connsiteY644" fmla="*/ 1728311 h 1745962"/>
                <a:gd name="connsiteX645" fmla="*/ 1197574 w 1637567"/>
                <a:gd name="connsiteY645" fmla="*/ 1728467 h 1745962"/>
                <a:gd name="connsiteX646" fmla="*/ 1200505 w 1637567"/>
                <a:gd name="connsiteY646" fmla="*/ 1728772 h 1745962"/>
                <a:gd name="connsiteX647" fmla="*/ 1201935 w 1637567"/>
                <a:gd name="connsiteY647" fmla="*/ 1728928 h 1745962"/>
                <a:gd name="connsiteX648" fmla="*/ 1203405 w 1637567"/>
                <a:gd name="connsiteY648" fmla="*/ 1729077 h 1745962"/>
                <a:gd name="connsiteX649" fmla="*/ 1204867 w 1637567"/>
                <a:gd name="connsiteY649" fmla="*/ 1729202 h 1745962"/>
                <a:gd name="connsiteX650" fmla="*/ 1206337 w 1637567"/>
                <a:gd name="connsiteY650" fmla="*/ 1729350 h 1745962"/>
                <a:gd name="connsiteX651" fmla="*/ 1207767 w 1637567"/>
                <a:gd name="connsiteY651" fmla="*/ 1729507 h 1745962"/>
                <a:gd name="connsiteX652" fmla="*/ 1209237 w 1637567"/>
                <a:gd name="connsiteY652" fmla="*/ 1729624 h 1745962"/>
                <a:gd name="connsiteX653" fmla="*/ 1210698 w 1637567"/>
                <a:gd name="connsiteY653" fmla="*/ 1729780 h 1745962"/>
                <a:gd name="connsiteX654" fmla="*/ 1212137 w 1637567"/>
                <a:gd name="connsiteY654" fmla="*/ 1729905 h 1745962"/>
                <a:gd name="connsiteX655" fmla="*/ 1213599 w 1637567"/>
                <a:gd name="connsiteY655" fmla="*/ 1730054 h 1745962"/>
                <a:gd name="connsiteX656" fmla="*/ 1215068 w 1637567"/>
                <a:gd name="connsiteY656" fmla="*/ 1730179 h 1745962"/>
                <a:gd name="connsiteX657" fmla="*/ 1216538 w 1637567"/>
                <a:gd name="connsiteY657" fmla="*/ 1730328 h 1745962"/>
                <a:gd name="connsiteX658" fmla="*/ 1217968 w 1637567"/>
                <a:gd name="connsiteY658" fmla="*/ 1730453 h 1745962"/>
                <a:gd name="connsiteX659" fmla="*/ 1219438 w 1637567"/>
                <a:gd name="connsiteY659" fmla="*/ 1730601 h 1745962"/>
                <a:gd name="connsiteX660" fmla="*/ 1220900 w 1637567"/>
                <a:gd name="connsiteY660" fmla="*/ 1730726 h 1745962"/>
                <a:gd name="connsiteX661" fmla="*/ 1222338 w 1637567"/>
                <a:gd name="connsiteY661" fmla="*/ 1730851 h 1745962"/>
                <a:gd name="connsiteX662" fmla="*/ 1223800 w 1637567"/>
                <a:gd name="connsiteY662" fmla="*/ 1730969 h 1745962"/>
                <a:gd name="connsiteX663" fmla="*/ 1225270 w 1637567"/>
                <a:gd name="connsiteY663" fmla="*/ 1731125 h 1745962"/>
                <a:gd name="connsiteX664" fmla="*/ 1226732 w 1637567"/>
                <a:gd name="connsiteY664" fmla="*/ 1731250 h 1745962"/>
                <a:gd name="connsiteX665" fmla="*/ 1228170 w 1637567"/>
                <a:gd name="connsiteY665" fmla="*/ 1731367 h 1745962"/>
                <a:gd name="connsiteX666" fmla="*/ 1231102 w 1637567"/>
                <a:gd name="connsiteY666" fmla="*/ 1731610 h 1745962"/>
                <a:gd name="connsiteX667" fmla="*/ 1232532 w 1637567"/>
                <a:gd name="connsiteY667" fmla="*/ 1731735 h 1745962"/>
                <a:gd name="connsiteX668" fmla="*/ 1236933 w 1637567"/>
                <a:gd name="connsiteY668" fmla="*/ 1732102 h 1745962"/>
                <a:gd name="connsiteX669" fmla="*/ 1238364 w 1637567"/>
                <a:gd name="connsiteY669" fmla="*/ 1732219 h 1745962"/>
                <a:gd name="connsiteX670" fmla="*/ 1241295 w 1637567"/>
                <a:gd name="connsiteY670" fmla="*/ 1732469 h 1745962"/>
                <a:gd name="connsiteX671" fmla="*/ 1242734 w 1637567"/>
                <a:gd name="connsiteY671" fmla="*/ 1732587 h 1745962"/>
                <a:gd name="connsiteX672" fmla="*/ 1245665 w 1637567"/>
                <a:gd name="connsiteY672" fmla="*/ 1732837 h 1745962"/>
                <a:gd name="connsiteX673" fmla="*/ 1247135 w 1637567"/>
                <a:gd name="connsiteY673" fmla="*/ 1732923 h 1745962"/>
                <a:gd name="connsiteX674" fmla="*/ 1248565 w 1637567"/>
                <a:gd name="connsiteY674" fmla="*/ 1733048 h 1745962"/>
                <a:gd name="connsiteX675" fmla="*/ 1250035 w 1637567"/>
                <a:gd name="connsiteY675" fmla="*/ 1733173 h 1745962"/>
                <a:gd name="connsiteX676" fmla="*/ 1251497 w 1637567"/>
                <a:gd name="connsiteY676" fmla="*/ 1733259 h 1745962"/>
                <a:gd name="connsiteX677" fmla="*/ 1252935 w 1637567"/>
                <a:gd name="connsiteY677" fmla="*/ 1733384 h 1745962"/>
                <a:gd name="connsiteX678" fmla="*/ 1254397 w 1637567"/>
                <a:gd name="connsiteY678" fmla="*/ 1733509 h 1745962"/>
                <a:gd name="connsiteX679" fmla="*/ 1255867 w 1637567"/>
                <a:gd name="connsiteY679" fmla="*/ 1733595 h 1745962"/>
                <a:gd name="connsiteX680" fmla="*/ 1257297 w 1637567"/>
                <a:gd name="connsiteY680" fmla="*/ 1733720 h 1745962"/>
                <a:gd name="connsiteX681" fmla="*/ 1258767 w 1637567"/>
                <a:gd name="connsiteY681" fmla="*/ 1733814 h 1745962"/>
                <a:gd name="connsiteX682" fmla="*/ 1260229 w 1637567"/>
                <a:gd name="connsiteY682" fmla="*/ 1733931 h 1745962"/>
                <a:gd name="connsiteX683" fmla="*/ 1261699 w 1637567"/>
                <a:gd name="connsiteY683" fmla="*/ 1734025 h 1745962"/>
                <a:gd name="connsiteX684" fmla="*/ 1263129 w 1637567"/>
                <a:gd name="connsiteY684" fmla="*/ 1734150 h 1745962"/>
                <a:gd name="connsiteX685" fmla="*/ 1264599 w 1637567"/>
                <a:gd name="connsiteY685" fmla="*/ 1734236 h 1745962"/>
                <a:gd name="connsiteX686" fmla="*/ 1266061 w 1637567"/>
                <a:gd name="connsiteY686" fmla="*/ 1734361 h 1745962"/>
                <a:gd name="connsiteX687" fmla="*/ 1267499 w 1637567"/>
                <a:gd name="connsiteY687" fmla="*/ 1734455 h 1745962"/>
                <a:gd name="connsiteX688" fmla="*/ 1268969 w 1637567"/>
                <a:gd name="connsiteY688" fmla="*/ 1734541 h 1745962"/>
                <a:gd name="connsiteX689" fmla="*/ 1270430 w 1637567"/>
                <a:gd name="connsiteY689" fmla="*/ 1734666 h 1745962"/>
                <a:gd name="connsiteX690" fmla="*/ 1271900 w 1637567"/>
                <a:gd name="connsiteY690" fmla="*/ 1734760 h 1745962"/>
                <a:gd name="connsiteX691" fmla="*/ 1273331 w 1637567"/>
                <a:gd name="connsiteY691" fmla="*/ 1734846 h 1745962"/>
                <a:gd name="connsiteX692" fmla="*/ 1276262 w 1637567"/>
                <a:gd name="connsiteY692" fmla="*/ 1735034 h 1745962"/>
                <a:gd name="connsiteX693" fmla="*/ 1277701 w 1637567"/>
                <a:gd name="connsiteY693" fmla="*/ 1735159 h 1745962"/>
                <a:gd name="connsiteX694" fmla="*/ 1282093 w 1637567"/>
                <a:gd name="connsiteY694" fmla="*/ 1735432 h 1745962"/>
                <a:gd name="connsiteX695" fmla="*/ 1283532 w 1637567"/>
                <a:gd name="connsiteY695" fmla="*/ 1735518 h 1745962"/>
                <a:gd name="connsiteX696" fmla="*/ 1286463 w 1637567"/>
                <a:gd name="connsiteY696" fmla="*/ 1735706 h 1745962"/>
                <a:gd name="connsiteX697" fmla="*/ 1287894 w 1637567"/>
                <a:gd name="connsiteY697" fmla="*/ 1735800 h 1745962"/>
                <a:gd name="connsiteX698" fmla="*/ 1292295 w 1637567"/>
                <a:gd name="connsiteY698" fmla="*/ 1736073 h 1745962"/>
                <a:gd name="connsiteX699" fmla="*/ 1293726 w 1637567"/>
                <a:gd name="connsiteY699" fmla="*/ 1736159 h 1745962"/>
                <a:gd name="connsiteX700" fmla="*/ 1296665 w 1637567"/>
                <a:gd name="connsiteY700" fmla="*/ 1736347 h 1745962"/>
                <a:gd name="connsiteX701" fmla="*/ 1298095 w 1637567"/>
                <a:gd name="connsiteY701" fmla="*/ 1736409 h 1745962"/>
                <a:gd name="connsiteX702" fmla="*/ 1302497 w 1637567"/>
                <a:gd name="connsiteY702" fmla="*/ 1736683 h 1745962"/>
                <a:gd name="connsiteX703" fmla="*/ 1303927 w 1637567"/>
                <a:gd name="connsiteY703" fmla="*/ 1736777 h 1745962"/>
                <a:gd name="connsiteX704" fmla="*/ 1305397 w 1637567"/>
                <a:gd name="connsiteY704" fmla="*/ 1736832 h 1745962"/>
                <a:gd name="connsiteX705" fmla="*/ 1306859 w 1637567"/>
                <a:gd name="connsiteY705" fmla="*/ 1736925 h 1745962"/>
                <a:gd name="connsiteX706" fmla="*/ 1308297 w 1637567"/>
                <a:gd name="connsiteY706" fmla="*/ 1737019 h 1745962"/>
                <a:gd name="connsiteX707" fmla="*/ 1309759 w 1637567"/>
                <a:gd name="connsiteY707" fmla="*/ 1737082 h 1745962"/>
                <a:gd name="connsiteX708" fmla="*/ 1311229 w 1637567"/>
                <a:gd name="connsiteY708" fmla="*/ 1737168 h 1745962"/>
                <a:gd name="connsiteX709" fmla="*/ 1312659 w 1637567"/>
                <a:gd name="connsiteY709" fmla="*/ 1737261 h 1745962"/>
                <a:gd name="connsiteX710" fmla="*/ 1314129 w 1637567"/>
                <a:gd name="connsiteY710" fmla="*/ 1737324 h 1745962"/>
                <a:gd name="connsiteX711" fmla="*/ 1315591 w 1637567"/>
                <a:gd name="connsiteY711" fmla="*/ 1737418 h 1745962"/>
                <a:gd name="connsiteX712" fmla="*/ 1317060 w 1637567"/>
                <a:gd name="connsiteY712" fmla="*/ 1737473 h 1745962"/>
                <a:gd name="connsiteX713" fmla="*/ 1318491 w 1637567"/>
                <a:gd name="connsiteY713" fmla="*/ 1737566 h 1745962"/>
                <a:gd name="connsiteX714" fmla="*/ 1319961 w 1637567"/>
                <a:gd name="connsiteY714" fmla="*/ 1737629 h 1745962"/>
                <a:gd name="connsiteX715" fmla="*/ 1321422 w 1637567"/>
                <a:gd name="connsiteY715" fmla="*/ 1737723 h 1745962"/>
                <a:gd name="connsiteX716" fmla="*/ 1322861 w 1637567"/>
                <a:gd name="connsiteY716" fmla="*/ 1737778 h 1745962"/>
                <a:gd name="connsiteX717" fmla="*/ 1324330 w 1637567"/>
                <a:gd name="connsiteY717" fmla="*/ 1737871 h 1745962"/>
                <a:gd name="connsiteX718" fmla="*/ 1327262 w 1637567"/>
                <a:gd name="connsiteY718" fmla="*/ 1737996 h 1745962"/>
                <a:gd name="connsiteX719" fmla="*/ 1328692 w 1637567"/>
                <a:gd name="connsiteY719" fmla="*/ 1738082 h 1745962"/>
                <a:gd name="connsiteX720" fmla="*/ 1330162 w 1637567"/>
                <a:gd name="connsiteY720" fmla="*/ 1738145 h 1745962"/>
                <a:gd name="connsiteX721" fmla="*/ 1331624 w 1637567"/>
                <a:gd name="connsiteY721" fmla="*/ 1738239 h 1745962"/>
                <a:gd name="connsiteX722" fmla="*/ 1333062 w 1637567"/>
                <a:gd name="connsiteY722" fmla="*/ 1738301 h 1745962"/>
                <a:gd name="connsiteX723" fmla="*/ 1335994 w 1637567"/>
                <a:gd name="connsiteY723" fmla="*/ 1738419 h 1745962"/>
                <a:gd name="connsiteX724" fmla="*/ 1337456 w 1637567"/>
                <a:gd name="connsiteY724" fmla="*/ 1738512 h 1745962"/>
                <a:gd name="connsiteX725" fmla="*/ 1338894 w 1637567"/>
                <a:gd name="connsiteY725" fmla="*/ 1738575 h 1745962"/>
                <a:gd name="connsiteX726" fmla="*/ 1341826 w 1637567"/>
                <a:gd name="connsiteY726" fmla="*/ 1738700 h 1745962"/>
                <a:gd name="connsiteX727" fmla="*/ 1343256 w 1637567"/>
                <a:gd name="connsiteY727" fmla="*/ 1738786 h 1745962"/>
                <a:gd name="connsiteX728" fmla="*/ 1347657 w 1637567"/>
                <a:gd name="connsiteY728" fmla="*/ 1738973 h 1745962"/>
                <a:gd name="connsiteX729" fmla="*/ 1349096 w 1637567"/>
                <a:gd name="connsiteY729" fmla="*/ 1739036 h 1745962"/>
                <a:gd name="connsiteX730" fmla="*/ 1352027 w 1637567"/>
                <a:gd name="connsiteY730" fmla="*/ 1739153 h 1745962"/>
                <a:gd name="connsiteX731" fmla="*/ 1353457 w 1637567"/>
                <a:gd name="connsiteY731" fmla="*/ 1739216 h 1745962"/>
                <a:gd name="connsiteX732" fmla="*/ 1357858 w 1637567"/>
                <a:gd name="connsiteY732" fmla="*/ 1739396 h 1745962"/>
                <a:gd name="connsiteX733" fmla="*/ 1359289 w 1637567"/>
                <a:gd name="connsiteY733" fmla="*/ 1739458 h 1745962"/>
                <a:gd name="connsiteX734" fmla="*/ 1362220 w 1637567"/>
                <a:gd name="connsiteY734" fmla="*/ 1739583 h 1745962"/>
                <a:gd name="connsiteX735" fmla="*/ 1363659 w 1637567"/>
                <a:gd name="connsiteY735" fmla="*/ 1739646 h 1745962"/>
                <a:gd name="connsiteX736" fmla="*/ 1368052 w 1637567"/>
                <a:gd name="connsiteY736" fmla="*/ 1739826 h 1745962"/>
                <a:gd name="connsiteX737" fmla="*/ 1369491 w 1637567"/>
                <a:gd name="connsiteY737" fmla="*/ 1739888 h 1745962"/>
                <a:gd name="connsiteX738" fmla="*/ 1372422 w 1637567"/>
                <a:gd name="connsiteY738" fmla="*/ 1740013 h 1745962"/>
                <a:gd name="connsiteX739" fmla="*/ 1373853 w 1637567"/>
                <a:gd name="connsiteY739" fmla="*/ 1740037 h 1745962"/>
                <a:gd name="connsiteX740" fmla="*/ 1376792 w 1637567"/>
                <a:gd name="connsiteY740" fmla="*/ 1740162 h 1745962"/>
                <a:gd name="connsiteX741" fmla="*/ 1378222 w 1637567"/>
                <a:gd name="connsiteY741" fmla="*/ 1740224 h 1745962"/>
                <a:gd name="connsiteX742" fmla="*/ 1379692 w 1637567"/>
                <a:gd name="connsiteY742" fmla="*/ 1740287 h 1745962"/>
                <a:gd name="connsiteX743" fmla="*/ 1381154 w 1637567"/>
                <a:gd name="connsiteY743" fmla="*/ 1740318 h 1745962"/>
                <a:gd name="connsiteX744" fmla="*/ 1382624 w 1637567"/>
                <a:gd name="connsiteY744" fmla="*/ 1740373 h 1745962"/>
                <a:gd name="connsiteX745" fmla="*/ 1384054 w 1637567"/>
                <a:gd name="connsiteY745" fmla="*/ 1740435 h 1745962"/>
                <a:gd name="connsiteX746" fmla="*/ 1385524 w 1637567"/>
                <a:gd name="connsiteY746" fmla="*/ 1740467 h 1745962"/>
                <a:gd name="connsiteX747" fmla="*/ 1386986 w 1637567"/>
                <a:gd name="connsiteY747" fmla="*/ 1740529 h 1745962"/>
                <a:gd name="connsiteX748" fmla="*/ 1388424 w 1637567"/>
                <a:gd name="connsiteY748" fmla="*/ 1740592 h 1745962"/>
                <a:gd name="connsiteX749" fmla="*/ 1389886 w 1637567"/>
                <a:gd name="connsiteY749" fmla="*/ 1740623 h 1745962"/>
                <a:gd name="connsiteX750" fmla="*/ 1392817 w 1637567"/>
                <a:gd name="connsiteY750" fmla="*/ 1740740 h 1745962"/>
                <a:gd name="connsiteX751" fmla="*/ 1394256 w 1637567"/>
                <a:gd name="connsiteY751" fmla="*/ 1740771 h 1745962"/>
                <a:gd name="connsiteX752" fmla="*/ 1397187 w 1637567"/>
                <a:gd name="connsiteY752" fmla="*/ 1740896 h 1745962"/>
                <a:gd name="connsiteX753" fmla="*/ 1398618 w 1637567"/>
                <a:gd name="connsiteY753" fmla="*/ 1740928 h 1745962"/>
                <a:gd name="connsiteX754" fmla="*/ 1400088 w 1637567"/>
                <a:gd name="connsiteY754" fmla="*/ 1740990 h 1745962"/>
                <a:gd name="connsiteX755" fmla="*/ 1401549 w 1637567"/>
                <a:gd name="connsiteY755" fmla="*/ 1741021 h 1745962"/>
                <a:gd name="connsiteX756" fmla="*/ 1403019 w 1637567"/>
                <a:gd name="connsiteY756" fmla="*/ 1741076 h 1745962"/>
                <a:gd name="connsiteX757" fmla="*/ 1404457 w 1637567"/>
                <a:gd name="connsiteY757" fmla="*/ 1741108 h 1745962"/>
                <a:gd name="connsiteX758" fmla="*/ 1405919 w 1637567"/>
                <a:gd name="connsiteY758" fmla="*/ 1741170 h 1745962"/>
                <a:gd name="connsiteX759" fmla="*/ 1407389 w 1637567"/>
                <a:gd name="connsiteY759" fmla="*/ 1741201 h 1745962"/>
                <a:gd name="connsiteX760" fmla="*/ 1408819 w 1637567"/>
                <a:gd name="connsiteY760" fmla="*/ 1741264 h 1745962"/>
                <a:gd name="connsiteX761" fmla="*/ 1410289 w 1637567"/>
                <a:gd name="connsiteY761" fmla="*/ 1741295 h 1745962"/>
                <a:gd name="connsiteX762" fmla="*/ 1411751 w 1637567"/>
                <a:gd name="connsiteY762" fmla="*/ 1741350 h 1745962"/>
                <a:gd name="connsiteX763" fmla="*/ 1413221 w 1637567"/>
                <a:gd name="connsiteY763" fmla="*/ 1741381 h 1745962"/>
                <a:gd name="connsiteX764" fmla="*/ 1414651 w 1637567"/>
                <a:gd name="connsiteY764" fmla="*/ 1741444 h 1745962"/>
                <a:gd name="connsiteX765" fmla="*/ 1417582 w 1637567"/>
                <a:gd name="connsiteY765" fmla="*/ 1741506 h 1745962"/>
                <a:gd name="connsiteX766" fmla="*/ 1419021 w 1637567"/>
                <a:gd name="connsiteY766" fmla="*/ 1741569 h 1745962"/>
                <a:gd name="connsiteX767" fmla="*/ 1420482 w 1637567"/>
                <a:gd name="connsiteY767" fmla="*/ 1741600 h 1745962"/>
                <a:gd name="connsiteX768" fmla="*/ 1421952 w 1637567"/>
                <a:gd name="connsiteY768" fmla="*/ 1741663 h 1745962"/>
                <a:gd name="connsiteX769" fmla="*/ 1423414 w 1637567"/>
                <a:gd name="connsiteY769" fmla="*/ 1741686 h 1745962"/>
                <a:gd name="connsiteX770" fmla="*/ 1424852 w 1637567"/>
                <a:gd name="connsiteY770" fmla="*/ 1741717 h 1745962"/>
                <a:gd name="connsiteX771" fmla="*/ 1426314 w 1637567"/>
                <a:gd name="connsiteY771" fmla="*/ 1741780 h 1745962"/>
                <a:gd name="connsiteX772" fmla="*/ 1427784 w 1637567"/>
                <a:gd name="connsiteY772" fmla="*/ 1741811 h 1745962"/>
                <a:gd name="connsiteX773" fmla="*/ 1429222 w 1637567"/>
                <a:gd name="connsiteY773" fmla="*/ 1741842 h 1745962"/>
                <a:gd name="connsiteX774" fmla="*/ 1430684 w 1637567"/>
                <a:gd name="connsiteY774" fmla="*/ 1741874 h 1745962"/>
                <a:gd name="connsiteX775" fmla="*/ 1432154 w 1637567"/>
                <a:gd name="connsiteY775" fmla="*/ 1741936 h 1745962"/>
                <a:gd name="connsiteX776" fmla="*/ 1433615 w 1637567"/>
                <a:gd name="connsiteY776" fmla="*/ 1741967 h 1745962"/>
                <a:gd name="connsiteX777" fmla="*/ 1435054 w 1637567"/>
                <a:gd name="connsiteY777" fmla="*/ 1741991 h 1745962"/>
                <a:gd name="connsiteX778" fmla="*/ 1436516 w 1637567"/>
                <a:gd name="connsiteY778" fmla="*/ 1742054 h 1745962"/>
                <a:gd name="connsiteX779" fmla="*/ 1437985 w 1637567"/>
                <a:gd name="connsiteY779" fmla="*/ 1742085 h 1745962"/>
                <a:gd name="connsiteX780" fmla="*/ 1439416 w 1637567"/>
                <a:gd name="connsiteY780" fmla="*/ 1742116 h 1745962"/>
                <a:gd name="connsiteX781" fmla="*/ 1442347 w 1637567"/>
                <a:gd name="connsiteY781" fmla="*/ 1742179 h 1745962"/>
                <a:gd name="connsiteX782" fmla="*/ 1443786 w 1637567"/>
                <a:gd name="connsiteY782" fmla="*/ 1742241 h 1745962"/>
                <a:gd name="connsiteX783" fmla="*/ 1448179 w 1637567"/>
                <a:gd name="connsiteY783" fmla="*/ 1742327 h 1745962"/>
                <a:gd name="connsiteX784" fmla="*/ 1449618 w 1637567"/>
                <a:gd name="connsiteY784" fmla="*/ 1742358 h 1745962"/>
                <a:gd name="connsiteX785" fmla="*/ 1451079 w 1637567"/>
                <a:gd name="connsiteY785" fmla="*/ 1742390 h 1745962"/>
                <a:gd name="connsiteX786" fmla="*/ 1452549 w 1637567"/>
                <a:gd name="connsiteY786" fmla="*/ 1742452 h 1745962"/>
                <a:gd name="connsiteX787" fmla="*/ 1453980 w 1637567"/>
                <a:gd name="connsiteY787" fmla="*/ 1742483 h 1745962"/>
                <a:gd name="connsiteX788" fmla="*/ 1458381 w 1637567"/>
                <a:gd name="connsiteY788" fmla="*/ 1742577 h 1745962"/>
                <a:gd name="connsiteX789" fmla="*/ 1459819 w 1637567"/>
                <a:gd name="connsiteY789" fmla="*/ 1742608 h 1745962"/>
                <a:gd name="connsiteX790" fmla="*/ 1462751 w 1637567"/>
                <a:gd name="connsiteY790" fmla="*/ 1742663 h 1745962"/>
                <a:gd name="connsiteX791" fmla="*/ 1464181 w 1637567"/>
                <a:gd name="connsiteY791" fmla="*/ 1742695 h 1745962"/>
                <a:gd name="connsiteX792" fmla="*/ 1468582 w 1637567"/>
                <a:gd name="connsiteY792" fmla="*/ 1742788 h 1745962"/>
                <a:gd name="connsiteX793" fmla="*/ 1470013 w 1637567"/>
                <a:gd name="connsiteY793" fmla="*/ 1742820 h 1745962"/>
                <a:gd name="connsiteX794" fmla="*/ 1472944 w 1637567"/>
                <a:gd name="connsiteY794" fmla="*/ 1742882 h 1745962"/>
                <a:gd name="connsiteX795" fmla="*/ 1474383 w 1637567"/>
                <a:gd name="connsiteY795" fmla="*/ 1742913 h 1745962"/>
                <a:gd name="connsiteX796" fmla="*/ 1478776 w 1637567"/>
                <a:gd name="connsiteY796" fmla="*/ 1742999 h 1745962"/>
                <a:gd name="connsiteX797" fmla="*/ 1480215 w 1637567"/>
                <a:gd name="connsiteY797" fmla="*/ 1743031 h 1745962"/>
                <a:gd name="connsiteX798" fmla="*/ 1483146 w 1637567"/>
                <a:gd name="connsiteY798" fmla="*/ 1743093 h 1745962"/>
                <a:gd name="connsiteX799" fmla="*/ 1484584 w 1637567"/>
                <a:gd name="connsiteY799" fmla="*/ 1743124 h 1745962"/>
                <a:gd name="connsiteX800" fmla="*/ 1488978 w 1637567"/>
                <a:gd name="connsiteY800" fmla="*/ 1743218 h 1745962"/>
                <a:gd name="connsiteX801" fmla="*/ 1490416 w 1637567"/>
                <a:gd name="connsiteY801" fmla="*/ 1743249 h 1745962"/>
                <a:gd name="connsiteX802" fmla="*/ 1491877 w 1637567"/>
                <a:gd name="connsiteY802" fmla="*/ 1743281 h 1745962"/>
                <a:gd name="connsiteX803" fmla="*/ 1493348 w 1637567"/>
                <a:gd name="connsiteY803" fmla="*/ 1743281 h 1745962"/>
                <a:gd name="connsiteX804" fmla="*/ 1494778 w 1637567"/>
                <a:gd name="connsiteY804" fmla="*/ 1743304 h 1745962"/>
                <a:gd name="connsiteX805" fmla="*/ 1497709 w 1637567"/>
                <a:gd name="connsiteY805" fmla="*/ 1743367 h 1745962"/>
                <a:gd name="connsiteX806" fmla="*/ 1499148 w 1637567"/>
                <a:gd name="connsiteY806" fmla="*/ 1743398 h 1745962"/>
                <a:gd name="connsiteX807" fmla="*/ 1502079 w 1637567"/>
                <a:gd name="connsiteY807" fmla="*/ 1743461 h 1745962"/>
                <a:gd name="connsiteX808" fmla="*/ 1503541 w 1637567"/>
                <a:gd name="connsiteY808" fmla="*/ 1743461 h 1745962"/>
                <a:gd name="connsiteX809" fmla="*/ 1504979 w 1637567"/>
                <a:gd name="connsiteY809" fmla="*/ 1743492 h 1745962"/>
                <a:gd name="connsiteX810" fmla="*/ 1507911 w 1637567"/>
                <a:gd name="connsiteY810" fmla="*/ 1743554 h 1745962"/>
                <a:gd name="connsiteX811" fmla="*/ 1509349 w 1637567"/>
                <a:gd name="connsiteY811" fmla="*/ 1743586 h 1745962"/>
                <a:gd name="connsiteX812" fmla="*/ 1510811 w 1637567"/>
                <a:gd name="connsiteY812" fmla="*/ 1743586 h 1745962"/>
                <a:gd name="connsiteX813" fmla="*/ 1513742 w 1637567"/>
                <a:gd name="connsiteY813" fmla="*/ 1743640 h 1745962"/>
                <a:gd name="connsiteX814" fmla="*/ 1515181 w 1637567"/>
                <a:gd name="connsiteY814" fmla="*/ 1743672 h 1745962"/>
                <a:gd name="connsiteX815" fmla="*/ 1516643 w 1637567"/>
                <a:gd name="connsiteY815" fmla="*/ 1743672 h 1745962"/>
                <a:gd name="connsiteX816" fmla="*/ 1518112 w 1637567"/>
                <a:gd name="connsiteY816" fmla="*/ 1743703 h 1745962"/>
                <a:gd name="connsiteX817" fmla="*/ 1519543 w 1637567"/>
                <a:gd name="connsiteY817" fmla="*/ 1743734 h 1745962"/>
                <a:gd name="connsiteX818" fmla="*/ 1521013 w 1637567"/>
                <a:gd name="connsiteY818" fmla="*/ 1743765 h 1745962"/>
                <a:gd name="connsiteX819" fmla="*/ 1522474 w 1637567"/>
                <a:gd name="connsiteY819" fmla="*/ 1743765 h 1745962"/>
                <a:gd name="connsiteX820" fmla="*/ 1523944 w 1637567"/>
                <a:gd name="connsiteY820" fmla="*/ 1743797 h 1745962"/>
                <a:gd name="connsiteX821" fmla="*/ 1525375 w 1637567"/>
                <a:gd name="connsiteY821" fmla="*/ 1743828 h 1745962"/>
                <a:gd name="connsiteX822" fmla="*/ 1526844 w 1637567"/>
                <a:gd name="connsiteY822" fmla="*/ 1743859 h 1745962"/>
                <a:gd name="connsiteX823" fmla="*/ 1528306 w 1637567"/>
                <a:gd name="connsiteY823" fmla="*/ 1743859 h 1745962"/>
                <a:gd name="connsiteX824" fmla="*/ 1529745 w 1637567"/>
                <a:gd name="connsiteY824" fmla="*/ 1743890 h 1745962"/>
                <a:gd name="connsiteX825" fmla="*/ 1531206 w 1637567"/>
                <a:gd name="connsiteY825" fmla="*/ 1743922 h 1745962"/>
                <a:gd name="connsiteX826" fmla="*/ 1532676 w 1637567"/>
                <a:gd name="connsiteY826" fmla="*/ 1743922 h 1745962"/>
                <a:gd name="connsiteX827" fmla="*/ 1534138 w 1637567"/>
                <a:gd name="connsiteY827" fmla="*/ 1743945 h 1745962"/>
                <a:gd name="connsiteX828" fmla="*/ 1535576 w 1637567"/>
                <a:gd name="connsiteY828" fmla="*/ 1743977 h 1745962"/>
                <a:gd name="connsiteX829" fmla="*/ 1537046 w 1637567"/>
                <a:gd name="connsiteY829" fmla="*/ 1743977 h 1745962"/>
                <a:gd name="connsiteX830" fmla="*/ 1538508 w 1637567"/>
                <a:gd name="connsiteY830" fmla="*/ 1744008 h 1745962"/>
                <a:gd name="connsiteX831" fmla="*/ 1539946 w 1637567"/>
                <a:gd name="connsiteY831" fmla="*/ 1744039 h 1745962"/>
                <a:gd name="connsiteX832" fmla="*/ 1541408 w 1637567"/>
                <a:gd name="connsiteY832" fmla="*/ 1744039 h 1745962"/>
                <a:gd name="connsiteX833" fmla="*/ 1544339 w 1637567"/>
                <a:gd name="connsiteY833" fmla="*/ 1744102 h 1745962"/>
                <a:gd name="connsiteX834" fmla="*/ 1545778 w 1637567"/>
                <a:gd name="connsiteY834" fmla="*/ 1744102 h 1745962"/>
                <a:gd name="connsiteX835" fmla="*/ 1547240 w 1637567"/>
                <a:gd name="connsiteY835" fmla="*/ 1744133 h 1745962"/>
                <a:gd name="connsiteX836" fmla="*/ 1548709 w 1637567"/>
                <a:gd name="connsiteY836" fmla="*/ 1744133 h 1745962"/>
                <a:gd name="connsiteX837" fmla="*/ 1550140 w 1637567"/>
                <a:gd name="connsiteY837" fmla="*/ 1744164 h 1745962"/>
                <a:gd name="connsiteX838" fmla="*/ 1551610 w 1637567"/>
                <a:gd name="connsiteY838" fmla="*/ 1744195 h 1745962"/>
                <a:gd name="connsiteX839" fmla="*/ 1553071 w 1637567"/>
                <a:gd name="connsiteY839" fmla="*/ 1744195 h 1745962"/>
                <a:gd name="connsiteX840" fmla="*/ 1554541 w 1637567"/>
                <a:gd name="connsiteY840" fmla="*/ 1744227 h 1745962"/>
                <a:gd name="connsiteX841" fmla="*/ 1555972 w 1637567"/>
                <a:gd name="connsiteY841" fmla="*/ 1744227 h 1745962"/>
                <a:gd name="connsiteX842" fmla="*/ 1558903 w 1637567"/>
                <a:gd name="connsiteY842" fmla="*/ 1744281 h 1745962"/>
                <a:gd name="connsiteX843" fmla="*/ 1560342 w 1637567"/>
                <a:gd name="connsiteY843" fmla="*/ 1744281 h 1745962"/>
                <a:gd name="connsiteX844" fmla="*/ 1561803 w 1637567"/>
                <a:gd name="connsiteY844" fmla="*/ 1744313 h 1745962"/>
                <a:gd name="connsiteX845" fmla="*/ 1563273 w 1637567"/>
                <a:gd name="connsiteY845" fmla="*/ 1744313 h 1745962"/>
                <a:gd name="connsiteX846" fmla="*/ 1564711 w 1637567"/>
                <a:gd name="connsiteY846" fmla="*/ 1744344 h 1745962"/>
                <a:gd name="connsiteX847" fmla="*/ 1566173 w 1637567"/>
                <a:gd name="connsiteY847" fmla="*/ 1744344 h 1745962"/>
                <a:gd name="connsiteX848" fmla="*/ 1567643 w 1637567"/>
                <a:gd name="connsiteY848" fmla="*/ 1744375 h 1745962"/>
                <a:gd name="connsiteX849" fmla="*/ 1569104 w 1637567"/>
                <a:gd name="connsiteY849" fmla="*/ 1744375 h 1745962"/>
                <a:gd name="connsiteX850" fmla="*/ 1570543 w 1637567"/>
                <a:gd name="connsiteY850" fmla="*/ 1744406 h 1745962"/>
                <a:gd name="connsiteX851" fmla="*/ 1572004 w 1637567"/>
                <a:gd name="connsiteY851" fmla="*/ 1744406 h 1745962"/>
                <a:gd name="connsiteX852" fmla="*/ 1573474 w 1637567"/>
                <a:gd name="connsiteY852" fmla="*/ 1744438 h 1745962"/>
                <a:gd name="connsiteX853" fmla="*/ 1574905 w 1637567"/>
                <a:gd name="connsiteY853" fmla="*/ 1744438 h 1745962"/>
                <a:gd name="connsiteX854" fmla="*/ 1576374 w 1637567"/>
                <a:gd name="connsiteY854" fmla="*/ 1744469 h 1745962"/>
                <a:gd name="connsiteX855" fmla="*/ 1577836 w 1637567"/>
                <a:gd name="connsiteY855" fmla="*/ 1744469 h 1745962"/>
                <a:gd name="connsiteX856" fmla="*/ 1579306 w 1637567"/>
                <a:gd name="connsiteY856" fmla="*/ 1744500 h 1745962"/>
                <a:gd name="connsiteX857" fmla="*/ 1580736 w 1637567"/>
                <a:gd name="connsiteY857" fmla="*/ 1744500 h 1745962"/>
                <a:gd name="connsiteX858" fmla="*/ 1582206 w 1637567"/>
                <a:gd name="connsiteY858" fmla="*/ 1744531 h 1745962"/>
                <a:gd name="connsiteX859" fmla="*/ 1583668 w 1637567"/>
                <a:gd name="connsiteY859" fmla="*/ 1744531 h 1745962"/>
                <a:gd name="connsiteX860" fmla="*/ 1585106 w 1637567"/>
                <a:gd name="connsiteY860" fmla="*/ 1744563 h 1745962"/>
                <a:gd name="connsiteX861" fmla="*/ 1586568 w 1637567"/>
                <a:gd name="connsiteY861" fmla="*/ 1744563 h 1745962"/>
                <a:gd name="connsiteX862" fmla="*/ 1588038 w 1637567"/>
                <a:gd name="connsiteY862" fmla="*/ 1744594 h 1745962"/>
                <a:gd name="connsiteX863" fmla="*/ 1589500 w 1637567"/>
                <a:gd name="connsiteY863" fmla="*/ 1744594 h 1745962"/>
                <a:gd name="connsiteX864" fmla="*/ 1590938 w 1637567"/>
                <a:gd name="connsiteY864" fmla="*/ 1744618 h 1745962"/>
                <a:gd name="connsiteX865" fmla="*/ 1592408 w 1637567"/>
                <a:gd name="connsiteY865" fmla="*/ 1744618 h 1745962"/>
                <a:gd name="connsiteX866" fmla="*/ 1593869 w 1637567"/>
                <a:gd name="connsiteY866" fmla="*/ 1744649 h 1745962"/>
                <a:gd name="connsiteX867" fmla="*/ 1595308 w 1637567"/>
                <a:gd name="connsiteY867" fmla="*/ 1744649 h 1745962"/>
                <a:gd name="connsiteX868" fmla="*/ 1596770 w 1637567"/>
                <a:gd name="connsiteY868" fmla="*/ 1744680 h 1745962"/>
                <a:gd name="connsiteX869" fmla="*/ 1598239 w 1637567"/>
                <a:gd name="connsiteY869" fmla="*/ 1744680 h 1745962"/>
                <a:gd name="connsiteX870" fmla="*/ 1599701 w 1637567"/>
                <a:gd name="connsiteY870" fmla="*/ 1744711 h 1745962"/>
                <a:gd name="connsiteX871" fmla="*/ 1602601 w 1637567"/>
                <a:gd name="connsiteY871" fmla="*/ 1744711 h 1745962"/>
                <a:gd name="connsiteX872" fmla="*/ 1604071 w 1637567"/>
                <a:gd name="connsiteY872" fmla="*/ 1744743 h 1745962"/>
                <a:gd name="connsiteX873" fmla="*/ 1605502 w 1637567"/>
                <a:gd name="connsiteY873" fmla="*/ 1744743 h 1745962"/>
                <a:gd name="connsiteX874" fmla="*/ 1606971 w 1637567"/>
                <a:gd name="connsiteY874" fmla="*/ 1744774 h 1745962"/>
                <a:gd name="connsiteX875" fmla="*/ 1609903 w 1637567"/>
                <a:gd name="connsiteY875" fmla="*/ 1744774 h 1745962"/>
                <a:gd name="connsiteX876" fmla="*/ 1611333 w 1637567"/>
                <a:gd name="connsiteY876" fmla="*/ 1744805 h 1745962"/>
                <a:gd name="connsiteX877" fmla="*/ 1612803 w 1637567"/>
                <a:gd name="connsiteY877" fmla="*/ 1744805 h 1745962"/>
                <a:gd name="connsiteX878" fmla="*/ 1614265 w 1637567"/>
                <a:gd name="connsiteY878" fmla="*/ 1744836 h 1745962"/>
                <a:gd name="connsiteX879" fmla="*/ 1617173 w 1637567"/>
                <a:gd name="connsiteY879" fmla="*/ 1744836 h 1745962"/>
                <a:gd name="connsiteX880" fmla="*/ 1618635 w 1637567"/>
                <a:gd name="connsiteY880" fmla="*/ 1744868 h 1745962"/>
                <a:gd name="connsiteX881" fmla="*/ 1620073 w 1637567"/>
                <a:gd name="connsiteY881" fmla="*/ 1744868 h 1745962"/>
                <a:gd name="connsiteX882" fmla="*/ 1621535 w 1637567"/>
                <a:gd name="connsiteY882" fmla="*/ 1744899 h 1745962"/>
                <a:gd name="connsiteX883" fmla="*/ 1624466 w 1637567"/>
                <a:gd name="connsiteY883" fmla="*/ 1744899 h 1745962"/>
                <a:gd name="connsiteX884" fmla="*/ 1625905 w 1637567"/>
                <a:gd name="connsiteY884" fmla="*/ 1744930 h 1745962"/>
                <a:gd name="connsiteX885" fmla="*/ 1628836 w 1637567"/>
                <a:gd name="connsiteY885" fmla="*/ 1744930 h 1745962"/>
                <a:gd name="connsiteX886" fmla="*/ 1630267 w 1637567"/>
                <a:gd name="connsiteY886" fmla="*/ 1744954 h 1745962"/>
                <a:gd name="connsiteX887" fmla="*/ 1633198 w 1637567"/>
                <a:gd name="connsiteY887" fmla="*/ 1744954 h 1745962"/>
                <a:gd name="connsiteX888" fmla="*/ 1634668 w 1637567"/>
                <a:gd name="connsiteY888" fmla="*/ 1744985 h 1745962"/>
                <a:gd name="connsiteX889" fmla="*/ 1636098 w 1637567"/>
                <a:gd name="connsiteY889" fmla="*/ 1744985 h 1745962"/>
                <a:gd name="connsiteX890" fmla="*/ 1637568 w 1637567"/>
                <a:gd name="connsiteY890" fmla="*/ 1745962 h 1745962"/>
                <a:gd name="connsiteX891" fmla="*/ 0 w 1637567"/>
                <a:gd name="connsiteY891"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Lst>
              <a:rect l="l" t="t" r="r" b="b"/>
              <a:pathLst>
                <a:path w="1637567" h="1745962">
                  <a:moveTo>
                    <a:pt x="1470" y="0"/>
                  </a:moveTo>
                  <a:lnTo>
                    <a:pt x="2908" y="4667"/>
                  </a:lnTo>
                  <a:lnTo>
                    <a:pt x="4370" y="9373"/>
                  </a:lnTo>
                  <a:lnTo>
                    <a:pt x="5832" y="14048"/>
                  </a:lnTo>
                  <a:lnTo>
                    <a:pt x="7301" y="18746"/>
                  </a:lnTo>
                  <a:lnTo>
                    <a:pt x="8740" y="23420"/>
                  </a:lnTo>
                  <a:lnTo>
                    <a:pt x="10201" y="28087"/>
                  </a:lnTo>
                  <a:lnTo>
                    <a:pt x="11671" y="32793"/>
                  </a:lnTo>
                  <a:lnTo>
                    <a:pt x="13102" y="37468"/>
                  </a:lnTo>
                  <a:lnTo>
                    <a:pt x="16033" y="46810"/>
                  </a:lnTo>
                  <a:lnTo>
                    <a:pt x="17471" y="51508"/>
                  </a:lnTo>
                  <a:lnTo>
                    <a:pt x="21865" y="65524"/>
                  </a:lnTo>
                  <a:lnTo>
                    <a:pt x="23303" y="70199"/>
                  </a:lnTo>
                  <a:lnTo>
                    <a:pt x="26235" y="79541"/>
                  </a:lnTo>
                  <a:lnTo>
                    <a:pt x="27665" y="84215"/>
                  </a:lnTo>
                  <a:lnTo>
                    <a:pt x="32066" y="98232"/>
                  </a:lnTo>
                  <a:lnTo>
                    <a:pt x="33505" y="102906"/>
                  </a:lnTo>
                  <a:lnTo>
                    <a:pt x="34967" y="107573"/>
                  </a:lnTo>
                  <a:lnTo>
                    <a:pt x="36436" y="112217"/>
                  </a:lnTo>
                  <a:lnTo>
                    <a:pt x="37867" y="116891"/>
                  </a:lnTo>
                  <a:lnTo>
                    <a:pt x="39336" y="121535"/>
                  </a:lnTo>
                  <a:lnTo>
                    <a:pt x="40798" y="126202"/>
                  </a:lnTo>
                  <a:lnTo>
                    <a:pt x="42268" y="130845"/>
                  </a:lnTo>
                  <a:lnTo>
                    <a:pt x="43698" y="135520"/>
                  </a:lnTo>
                  <a:lnTo>
                    <a:pt x="45168" y="140156"/>
                  </a:lnTo>
                  <a:lnTo>
                    <a:pt x="46630" y="144830"/>
                  </a:lnTo>
                  <a:lnTo>
                    <a:pt x="48068" y="149474"/>
                  </a:lnTo>
                  <a:lnTo>
                    <a:pt x="52462" y="163396"/>
                  </a:lnTo>
                  <a:lnTo>
                    <a:pt x="53900" y="168040"/>
                  </a:lnTo>
                  <a:lnTo>
                    <a:pt x="55362" y="172675"/>
                  </a:lnTo>
                  <a:lnTo>
                    <a:pt x="56831" y="177288"/>
                  </a:lnTo>
                  <a:lnTo>
                    <a:pt x="58270" y="181931"/>
                  </a:lnTo>
                  <a:lnTo>
                    <a:pt x="59732" y="186575"/>
                  </a:lnTo>
                  <a:lnTo>
                    <a:pt x="61201" y="191187"/>
                  </a:lnTo>
                  <a:lnTo>
                    <a:pt x="62663" y="195822"/>
                  </a:lnTo>
                  <a:lnTo>
                    <a:pt x="64101" y="200435"/>
                  </a:lnTo>
                  <a:lnTo>
                    <a:pt x="67033" y="209659"/>
                  </a:lnTo>
                  <a:lnTo>
                    <a:pt x="68464" y="214271"/>
                  </a:lnTo>
                  <a:lnTo>
                    <a:pt x="72865" y="228100"/>
                  </a:lnTo>
                  <a:lnTo>
                    <a:pt x="74295" y="232712"/>
                  </a:lnTo>
                  <a:lnTo>
                    <a:pt x="75765" y="237293"/>
                  </a:lnTo>
                  <a:lnTo>
                    <a:pt x="77227" y="241905"/>
                  </a:lnTo>
                  <a:lnTo>
                    <a:pt x="78665" y="246486"/>
                  </a:lnTo>
                  <a:lnTo>
                    <a:pt x="81597" y="255648"/>
                  </a:lnTo>
                  <a:lnTo>
                    <a:pt x="83035" y="260229"/>
                  </a:lnTo>
                  <a:lnTo>
                    <a:pt x="87428" y="273972"/>
                  </a:lnTo>
                  <a:lnTo>
                    <a:pt x="88866" y="278521"/>
                  </a:lnTo>
                  <a:lnTo>
                    <a:pt x="90328" y="283071"/>
                  </a:lnTo>
                  <a:lnTo>
                    <a:pt x="91798" y="287652"/>
                  </a:lnTo>
                  <a:lnTo>
                    <a:pt x="93229" y="292201"/>
                  </a:lnTo>
                  <a:lnTo>
                    <a:pt x="97630" y="305850"/>
                  </a:lnTo>
                  <a:lnTo>
                    <a:pt x="99060" y="310369"/>
                  </a:lnTo>
                  <a:lnTo>
                    <a:pt x="100530" y="314918"/>
                  </a:lnTo>
                  <a:lnTo>
                    <a:pt x="101992" y="319437"/>
                  </a:lnTo>
                  <a:lnTo>
                    <a:pt x="103430" y="323955"/>
                  </a:lnTo>
                  <a:lnTo>
                    <a:pt x="107824" y="337510"/>
                  </a:lnTo>
                  <a:lnTo>
                    <a:pt x="109262" y="342036"/>
                  </a:lnTo>
                  <a:lnTo>
                    <a:pt x="110724" y="346524"/>
                  </a:lnTo>
                  <a:lnTo>
                    <a:pt x="112193" y="351042"/>
                  </a:lnTo>
                  <a:lnTo>
                    <a:pt x="113632" y="355529"/>
                  </a:lnTo>
                  <a:lnTo>
                    <a:pt x="118025" y="368998"/>
                  </a:lnTo>
                  <a:lnTo>
                    <a:pt x="119463" y="373454"/>
                  </a:lnTo>
                  <a:lnTo>
                    <a:pt x="120925" y="377941"/>
                  </a:lnTo>
                  <a:lnTo>
                    <a:pt x="122395" y="382405"/>
                  </a:lnTo>
                  <a:lnTo>
                    <a:pt x="123825" y="386861"/>
                  </a:lnTo>
                  <a:lnTo>
                    <a:pt x="128226" y="400236"/>
                  </a:lnTo>
                  <a:lnTo>
                    <a:pt x="129657" y="404661"/>
                  </a:lnTo>
                  <a:lnTo>
                    <a:pt x="132589" y="413518"/>
                  </a:lnTo>
                  <a:lnTo>
                    <a:pt x="134027" y="417950"/>
                  </a:lnTo>
                  <a:lnTo>
                    <a:pt x="136958" y="426799"/>
                  </a:lnTo>
                  <a:lnTo>
                    <a:pt x="138397" y="431200"/>
                  </a:lnTo>
                  <a:lnTo>
                    <a:pt x="139859" y="435594"/>
                  </a:lnTo>
                  <a:lnTo>
                    <a:pt x="141328" y="440026"/>
                  </a:lnTo>
                  <a:lnTo>
                    <a:pt x="142790" y="444388"/>
                  </a:lnTo>
                  <a:lnTo>
                    <a:pt x="144228" y="448789"/>
                  </a:lnTo>
                  <a:lnTo>
                    <a:pt x="145690" y="453182"/>
                  </a:lnTo>
                  <a:lnTo>
                    <a:pt x="147160" y="457552"/>
                  </a:lnTo>
                  <a:lnTo>
                    <a:pt x="148591" y="461914"/>
                  </a:lnTo>
                  <a:lnTo>
                    <a:pt x="151522" y="470654"/>
                  </a:lnTo>
                  <a:lnTo>
                    <a:pt x="152992" y="474985"/>
                  </a:lnTo>
                  <a:lnTo>
                    <a:pt x="154422" y="479354"/>
                  </a:lnTo>
                  <a:lnTo>
                    <a:pt x="157354" y="488024"/>
                  </a:lnTo>
                  <a:lnTo>
                    <a:pt x="158792" y="492362"/>
                  </a:lnTo>
                  <a:lnTo>
                    <a:pt x="160254" y="496670"/>
                  </a:lnTo>
                  <a:lnTo>
                    <a:pt x="161723" y="501000"/>
                  </a:lnTo>
                  <a:lnTo>
                    <a:pt x="163185" y="505308"/>
                  </a:lnTo>
                  <a:lnTo>
                    <a:pt x="164624" y="509615"/>
                  </a:lnTo>
                  <a:lnTo>
                    <a:pt x="167555" y="518230"/>
                  </a:lnTo>
                  <a:lnTo>
                    <a:pt x="168993" y="522498"/>
                  </a:lnTo>
                  <a:lnTo>
                    <a:pt x="173387" y="535326"/>
                  </a:lnTo>
                  <a:lnTo>
                    <a:pt x="174825" y="539602"/>
                  </a:lnTo>
                  <a:lnTo>
                    <a:pt x="177757" y="548092"/>
                  </a:lnTo>
                  <a:lnTo>
                    <a:pt x="179187" y="552336"/>
                  </a:lnTo>
                  <a:lnTo>
                    <a:pt x="180657" y="556581"/>
                  </a:lnTo>
                  <a:lnTo>
                    <a:pt x="182119" y="560795"/>
                  </a:lnTo>
                  <a:lnTo>
                    <a:pt x="183588" y="565039"/>
                  </a:lnTo>
                  <a:lnTo>
                    <a:pt x="185019" y="569253"/>
                  </a:lnTo>
                  <a:lnTo>
                    <a:pt x="186489" y="573467"/>
                  </a:lnTo>
                  <a:lnTo>
                    <a:pt x="187950" y="577649"/>
                  </a:lnTo>
                  <a:lnTo>
                    <a:pt x="189389" y="581862"/>
                  </a:lnTo>
                  <a:lnTo>
                    <a:pt x="193782" y="594417"/>
                  </a:lnTo>
                  <a:lnTo>
                    <a:pt x="195220" y="598568"/>
                  </a:lnTo>
                  <a:lnTo>
                    <a:pt x="196690" y="602719"/>
                  </a:lnTo>
                  <a:lnTo>
                    <a:pt x="198152" y="606901"/>
                  </a:lnTo>
                  <a:lnTo>
                    <a:pt x="199590" y="611028"/>
                  </a:lnTo>
                  <a:lnTo>
                    <a:pt x="201052" y="615179"/>
                  </a:lnTo>
                  <a:lnTo>
                    <a:pt x="202522" y="619299"/>
                  </a:lnTo>
                  <a:lnTo>
                    <a:pt x="203952" y="623427"/>
                  </a:lnTo>
                  <a:lnTo>
                    <a:pt x="206884" y="631666"/>
                  </a:lnTo>
                  <a:lnTo>
                    <a:pt x="208353" y="635762"/>
                  </a:lnTo>
                  <a:lnTo>
                    <a:pt x="209784" y="639882"/>
                  </a:lnTo>
                  <a:lnTo>
                    <a:pt x="211254" y="643978"/>
                  </a:lnTo>
                  <a:lnTo>
                    <a:pt x="212716" y="648035"/>
                  </a:lnTo>
                  <a:lnTo>
                    <a:pt x="214154" y="652132"/>
                  </a:lnTo>
                  <a:lnTo>
                    <a:pt x="218547" y="664311"/>
                  </a:lnTo>
                  <a:lnTo>
                    <a:pt x="219986" y="668345"/>
                  </a:lnTo>
                  <a:lnTo>
                    <a:pt x="221455" y="672371"/>
                  </a:lnTo>
                  <a:lnTo>
                    <a:pt x="222917" y="676435"/>
                  </a:lnTo>
                  <a:lnTo>
                    <a:pt x="224355" y="680469"/>
                  </a:lnTo>
                  <a:lnTo>
                    <a:pt x="228749" y="692469"/>
                  </a:lnTo>
                  <a:lnTo>
                    <a:pt x="230187" y="696463"/>
                  </a:lnTo>
                  <a:lnTo>
                    <a:pt x="231649" y="700435"/>
                  </a:lnTo>
                  <a:lnTo>
                    <a:pt x="233118" y="704437"/>
                  </a:lnTo>
                  <a:lnTo>
                    <a:pt x="234549" y="708408"/>
                  </a:lnTo>
                  <a:lnTo>
                    <a:pt x="236019" y="712348"/>
                  </a:lnTo>
                  <a:lnTo>
                    <a:pt x="237481" y="716311"/>
                  </a:lnTo>
                  <a:lnTo>
                    <a:pt x="238950" y="720251"/>
                  </a:lnTo>
                  <a:lnTo>
                    <a:pt x="240381" y="724191"/>
                  </a:lnTo>
                  <a:lnTo>
                    <a:pt x="241850" y="728131"/>
                  </a:lnTo>
                  <a:lnTo>
                    <a:pt x="243312" y="732040"/>
                  </a:lnTo>
                  <a:lnTo>
                    <a:pt x="244751" y="735980"/>
                  </a:lnTo>
                  <a:lnTo>
                    <a:pt x="246213" y="739888"/>
                  </a:lnTo>
                  <a:lnTo>
                    <a:pt x="247682" y="743766"/>
                  </a:lnTo>
                  <a:lnTo>
                    <a:pt x="249152" y="747674"/>
                  </a:lnTo>
                  <a:lnTo>
                    <a:pt x="250582" y="751552"/>
                  </a:lnTo>
                  <a:lnTo>
                    <a:pt x="252052" y="755429"/>
                  </a:lnTo>
                  <a:lnTo>
                    <a:pt x="253514" y="759283"/>
                  </a:lnTo>
                  <a:lnTo>
                    <a:pt x="254952" y="763160"/>
                  </a:lnTo>
                  <a:lnTo>
                    <a:pt x="257884" y="770852"/>
                  </a:lnTo>
                  <a:lnTo>
                    <a:pt x="259314" y="774699"/>
                  </a:lnTo>
                  <a:lnTo>
                    <a:pt x="263715" y="786151"/>
                  </a:lnTo>
                  <a:lnTo>
                    <a:pt x="265146" y="789934"/>
                  </a:lnTo>
                  <a:lnTo>
                    <a:pt x="268077" y="797509"/>
                  </a:lnTo>
                  <a:lnTo>
                    <a:pt x="269516" y="801301"/>
                  </a:lnTo>
                  <a:lnTo>
                    <a:pt x="270978" y="805053"/>
                  </a:lnTo>
                  <a:lnTo>
                    <a:pt x="272447" y="808837"/>
                  </a:lnTo>
                  <a:lnTo>
                    <a:pt x="273909" y="812565"/>
                  </a:lnTo>
                  <a:lnTo>
                    <a:pt x="275347" y="816318"/>
                  </a:lnTo>
                  <a:lnTo>
                    <a:pt x="278279" y="823775"/>
                  </a:lnTo>
                  <a:lnTo>
                    <a:pt x="279717" y="827496"/>
                  </a:lnTo>
                  <a:lnTo>
                    <a:pt x="281179" y="831225"/>
                  </a:lnTo>
                  <a:lnTo>
                    <a:pt x="284111" y="838612"/>
                  </a:lnTo>
                  <a:lnTo>
                    <a:pt x="285549" y="842279"/>
                  </a:lnTo>
                  <a:lnTo>
                    <a:pt x="287011" y="845969"/>
                  </a:lnTo>
                  <a:lnTo>
                    <a:pt x="288480" y="849635"/>
                  </a:lnTo>
                  <a:lnTo>
                    <a:pt x="289911" y="853301"/>
                  </a:lnTo>
                  <a:lnTo>
                    <a:pt x="294312" y="864198"/>
                  </a:lnTo>
                  <a:lnTo>
                    <a:pt x="295743" y="867833"/>
                  </a:lnTo>
                  <a:lnTo>
                    <a:pt x="297212" y="871437"/>
                  </a:lnTo>
                  <a:lnTo>
                    <a:pt x="298674" y="875072"/>
                  </a:lnTo>
                  <a:lnTo>
                    <a:pt x="300112" y="878645"/>
                  </a:lnTo>
                  <a:lnTo>
                    <a:pt x="301582" y="882248"/>
                  </a:lnTo>
                  <a:lnTo>
                    <a:pt x="304514" y="889393"/>
                  </a:lnTo>
                  <a:lnTo>
                    <a:pt x="305944" y="892966"/>
                  </a:lnTo>
                  <a:lnTo>
                    <a:pt x="308876" y="900048"/>
                  </a:lnTo>
                  <a:lnTo>
                    <a:pt x="310314" y="903590"/>
                  </a:lnTo>
                  <a:lnTo>
                    <a:pt x="311776" y="907138"/>
                  </a:lnTo>
                  <a:lnTo>
                    <a:pt x="314707" y="914158"/>
                  </a:lnTo>
                  <a:lnTo>
                    <a:pt x="316146" y="917668"/>
                  </a:lnTo>
                  <a:lnTo>
                    <a:pt x="319077" y="924634"/>
                  </a:lnTo>
                  <a:lnTo>
                    <a:pt x="320508" y="928112"/>
                  </a:lnTo>
                  <a:lnTo>
                    <a:pt x="323439" y="935015"/>
                  </a:lnTo>
                  <a:lnTo>
                    <a:pt x="324878" y="938494"/>
                  </a:lnTo>
                  <a:lnTo>
                    <a:pt x="329279" y="948758"/>
                  </a:lnTo>
                  <a:lnTo>
                    <a:pt x="330709" y="952174"/>
                  </a:lnTo>
                  <a:lnTo>
                    <a:pt x="332179" y="955566"/>
                  </a:lnTo>
                  <a:lnTo>
                    <a:pt x="333641" y="958983"/>
                  </a:lnTo>
                  <a:lnTo>
                    <a:pt x="335079" y="962344"/>
                  </a:lnTo>
                  <a:lnTo>
                    <a:pt x="338011" y="969122"/>
                  </a:lnTo>
                  <a:lnTo>
                    <a:pt x="339472" y="972452"/>
                  </a:lnTo>
                  <a:lnTo>
                    <a:pt x="340911" y="975813"/>
                  </a:lnTo>
                  <a:lnTo>
                    <a:pt x="342373" y="979167"/>
                  </a:lnTo>
                  <a:lnTo>
                    <a:pt x="343842" y="982466"/>
                  </a:lnTo>
                  <a:lnTo>
                    <a:pt x="345273" y="985796"/>
                  </a:lnTo>
                  <a:lnTo>
                    <a:pt x="346742" y="989126"/>
                  </a:lnTo>
                  <a:lnTo>
                    <a:pt x="349674" y="995724"/>
                  </a:lnTo>
                  <a:lnTo>
                    <a:pt x="351105" y="999023"/>
                  </a:lnTo>
                  <a:lnTo>
                    <a:pt x="354036" y="1005550"/>
                  </a:lnTo>
                  <a:lnTo>
                    <a:pt x="355474" y="1008818"/>
                  </a:lnTo>
                  <a:lnTo>
                    <a:pt x="359875" y="1018534"/>
                  </a:lnTo>
                  <a:lnTo>
                    <a:pt x="361306" y="1021740"/>
                  </a:lnTo>
                  <a:lnTo>
                    <a:pt x="362776" y="1024945"/>
                  </a:lnTo>
                  <a:lnTo>
                    <a:pt x="364238" y="1028181"/>
                  </a:lnTo>
                  <a:lnTo>
                    <a:pt x="365676" y="1031355"/>
                  </a:lnTo>
                  <a:lnTo>
                    <a:pt x="367138" y="1034529"/>
                  </a:lnTo>
                  <a:lnTo>
                    <a:pt x="368607" y="1037741"/>
                  </a:lnTo>
                  <a:lnTo>
                    <a:pt x="370069" y="1040884"/>
                  </a:lnTo>
                  <a:lnTo>
                    <a:pt x="371508" y="1044027"/>
                  </a:lnTo>
                  <a:lnTo>
                    <a:pt x="372969" y="1047208"/>
                  </a:lnTo>
                  <a:lnTo>
                    <a:pt x="374439" y="1050320"/>
                  </a:lnTo>
                  <a:lnTo>
                    <a:pt x="375870" y="1053462"/>
                  </a:lnTo>
                  <a:lnTo>
                    <a:pt x="380271" y="1062811"/>
                  </a:lnTo>
                  <a:lnTo>
                    <a:pt x="381709" y="1065892"/>
                  </a:lnTo>
                  <a:lnTo>
                    <a:pt x="384640" y="1072059"/>
                  </a:lnTo>
                  <a:lnTo>
                    <a:pt x="386071" y="1075116"/>
                  </a:lnTo>
                  <a:lnTo>
                    <a:pt x="389003" y="1081221"/>
                  </a:lnTo>
                  <a:lnTo>
                    <a:pt x="390441" y="1084278"/>
                  </a:lnTo>
                  <a:lnTo>
                    <a:pt x="393372" y="1090321"/>
                  </a:lnTo>
                  <a:lnTo>
                    <a:pt x="394834" y="1093315"/>
                  </a:lnTo>
                  <a:lnTo>
                    <a:pt x="396273" y="1096308"/>
                  </a:lnTo>
                  <a:lnTo>
                    <a:pt x="399204" y="1102289"/>
                  </a:lnTo>
                  <a:lnTo>
                    <a:pt x="400635" y="1105283"/>
                  </a:lnTo>
                  <a:lnTo>
                    <a:pt x="403566" y="1111208"/>
                  </a:lnTo>
                  <a:lnTo>
                    <a:pt x="405036" y="1114140"/>
                  </a:lnTo>
                  <a:lnTo>
                    <a:pt x="406466" y="1117071"/>
                  </a:lnTo>
                  <a:lnTo>
                    <a:pt x="409406" y="1122934"/>
                  </a:lnTo>
                  <a:lnTo>
                    <a:pt x="410836" y="1125834"/>
                  </a:lnTo>
                  <a:lnTo>
                    <a:pt x="413768" y="1131635"/>
                  </a:lnTo>
                  <a:lnTo>
                    <a:pt x="415237" y="1134511"/>
                  </a:lnTo>
                  <a:lnTo>
                    <a:pt x="416668" y="1137380"/>
                  </a:lnTo>
                  <a:lnTo>
                    <a:pt x="418137" y="1140249"/>
                  </a:lnTo>
                  <a:lnTo>
                    <a:pt x="419599" y="1143087"/>
                  </a:lnTo>
                  <a:lnTo>
                    <a:pt x="421038" y="1145956"/>
                  </a:lnTo>
                  <a:lnTo>
                    <a:pt x="422500" y="1148770"/>
                  </a:lnTo>
                  <a:lnTo>
                    <a:pt x="425431" y="1154446"/>
                  </a:lnTo>
                  <a:lnTo>
                    <a:pt x="426869" y="1157228"/>
                  </a:lnTo>
                  <a:lnTo>
                    <a:pt x="429801" y="1162849"/>
                  </a:lnTo>
                  <a:lnTo>
                    <a:pt x="431232" y="1165593"/>
                  </a:lnTo>
                  <a:lnTo>
                    <a:pt x="434163" y="1171151"/>
                  </a:lnTo>
                  <a:lnTo>
                    <a:pt x="435633" y="1173903"/>
                  </a:lnTo>
                  <a:lnTo>
                    <a:pt x="437071" y="1176647"/>
                  </a:lnTo>
                  <a:lnTo>
                    <a:pt x="438533" y="1179398"/>
                  </a:lnTo>
                  <a:lnTo>
                    <a:pt x="440002" y="1182111"/>
                  </a:lnTo>
                  <a:lnTo>
                    <a:pt x="441433" y="1184831"/>
                  </a:lnTo>
                  <a:lnTo>
                    <a:pt x="442903" y="1187552"/>
                  </a:lnTo>
                  <a:lnTo>
                    <a:pt x="444364" y="1190233"/>
                  </a:lnTo>
                  <a:lnTo>
                    <a:pt x="445803" y="1192922"/>
                  </a:lnTo>
                  <a:lnTo>
                    <a:pt x="447265" y="1195611"/>
                  </a:lnTo>
                  <a:lnTo>
                    <a:pt x="450196" y="1200927"/>
                  </a:lnTo>
                  <a:lnTo>
                    <a:pt x="451634" y="1203608"/>
                  </a:lnTo>
                  <a:lnTo>
                    <a:pt x="454566" y="1208862"/>
                  </a:lnTo>
                  <a:lnTo>
                    <a:pt x="455997" y="1211488"/>
                  </a:lnTo>
                  <a:lnTo>
                    <a:pt x="457466" y="1214115"/>
                  </a:lnTo>
                  <a:lnTo>
                    <a:pt x="458928" y="1216710"/>
                  </a:lnTo>
                  <a:lnTo>
                    <a:pt x="460398" y="1219337"/>
                  </a:lnTo>
                  <a:lnTo>
                    <a:pt x="461836" y="1221901"/>
                  </a:lnTo>
                  <a:lnTo>
                    <a:pt x="463298" y="1224496"/>
                  </a:lnTo>
                  <a:lnTo>
                    <a:pt x="464767" y="1227060"/>
                  </a:lnTo>
                  <a:lnTo>
                    <a:pt x="466198" y="1229632"/>
                  </a:lnTo>
                  <a:lnTo>
                    <a:pt x="467668" y="1232196"/>
                  </a:lnTo>
                  <a:lnTo>
                    <a:pt x="470599" y="1237262"/>
                  </a:lnTo>
                  <a:lnTo>
                    <a:pt x="472030" y="1239794"/>
                  </a:lnTo>
                  <a:lnTo>
                    <a:pt x="473499" y="1242335"/>
                  </a:lnTo>
                  <a:lnTo>
                    <a:pt x="474961" y="1244805"/>
                  </a:lnTo>
                  <a:lnTo>
                    <a:pt x="476400" y="1247307"/>
                  </a:lnTo>
                  <a:lnTo>
                    <a:pt x="477861" y="1249816"/>
                  </a:lnTo>
                  <a:lnTo>
                    <a:pt x="480793" y="1254757"/>
                  </a:lnTo>
                  <a:lnTo>
                    <a:pt x="482231" y="1257235"/>
                  </a:lnTo>
                  <a:lnTo>
                    <a:pt x="485163" y="1262120"/>
                  </a:lnTo>
                  <a:lnTo>
                    <a:pt x="486593" y="1264591"/>
                  </a:lnTo>
                  <a:lnTo>
                    <a:pt x="490994" y="1271829"/>
                  </a:lnTo>
                  <a:lnTo>
                    <a:pt x="492433" y="1274245"/>
                  </a:lnTo>
                  <a:lnTo>
                    <a:pt x="493895" y="1276622"/>
                  </a:lnTo>
                  <a:lnTo>
                    <a:pt x="495364" y="1279037"/>
                  </a:lnTo>
                  <a:lnTo>
                    <a:pt x="496795" y="1281390"/>
                  </a:lnTo>
                  <a:lnTo>
                    <a:pt x="498264" y="1283767"/>
                  </a:lnTo>
                  <a:lnTo>
                    <a:pt x="501196" y="1288472"/>
                  </a:lnTo>
                  <a:lnTo>
                    <a:pt x="502627" y="1290794"/>
                  </a:lnTo>
                  <a:lnTo>
                    <a:pt x="504096" y="1293147"/>
                  </a:lnTo>
                  <a:lnTo>
                    <a:pt x="505558" y="1295461"/>
                  </a:lnTo>
                  <a:lnTo>
                    <a:pt x="506996" y="1297783"/>
                  </a:lnTo>
                  <a:lnTo>
                    <a:pt x="508458" y="1300105"/>
                  </a:lnTo>
                  <a:lnTo>
                    <a:pt x="509928" y="1302364"/>
                  </a:lnTo>
                  <a:lnTo>
                    <a:pt x="511358" y="1304654"/>
                  </a:lnTo>
                  <a:lnTo>
                    <a:pt x="512828" y="1306945"/>
                  </a:lnTo>
                  <a:lnTo>
                    <a:pt x="514290" y="1309204"/>
                  </a:lnTo>
                  <a:lnTo>
                    <a:pt x="515759" y="1311494"/>
                  </a:lnTo>
                  <a:lnTo>
                    <a:pt x="517198" y="1313754"/>
                  </a:lnTo>
                  <a:lnTo>
                    <a:pt x="520129" y="1318217"/>
                  </a:lnTo>
                  <a:lnTo>
                    <a:pt x="521560" y="1320445"/>
                  </a:lnTo>
                  <a:lnTo>
                    <a:pt x="523029" y="1322673"/>
                  </a:lnTo>
                  <a:lnTo>
                    <a:pt x="524491" y="1324870"/>
                  </a:lnTo>
                  <a:lnTo>
                    <a:pt x="525961" y="1327098"/>
                  </a:lnTo>
                  <a:lnTo>
                    <a:pt x="527392" y="1329271"/>
                  </a:lnTo>
                  <a:lnTo>
                    <a:pt x="528861" y="1331467"/>
                  </a:lnTo>
                  <a:lnTo>
                    <a:pt x="530323" y="1333633"/>
                  </a:lnTo>
                  <a:lnTo>
                    <a:pt x="531761" y="1335806"/>
                  </a:lnTo>
                  <a:lnTo>
                    <a:pt x="534693" y="1340137"/>
                  </a:lnTo>
                  <a:lnTo>
                    <a:pt x="536155" y="1342247"/>
                  </a:lnTo>
                  <a:lnTo>
                    <a:pt x="537593" y="1344382"/>
                  </a:lnTo>
                  <a:lnTo>
                    <a:pt x="539055" y="1346523"/>
                  </a:lnTo>
                  <a:lnTo>
                    <a:pt x="540525" y="1348626"/>
                  </a:lnTo>
                  <a:lnTo>
                    <a:pt x="541963" y="1350737"/>
                  </a:lnTo>
                  <a:lnTo>
                    <a:pt x="544894" y="1354950"/>
                  </a:lnTo>
                  <a:lnTo>
                    <a:pt x="546356" y="1357022"/>
                  </a:lnTo>
                  <a:lnTo>
                    <a:pt x="547795" y="1359101"/>
                  </a:lnTo>
                  <a:lnTo>
                    <a:pt x="549257" y="1361181"/>
                  </a:lnTo>
                  <a:lnTo>
                    <a:pt x="550726" y="1363221"/>
                  </a:lnTo>
                  <a:lnTo>
                    <a:pt x="552157" y="1365269"/>
                  </a:lnTo>
                  <a:lnTo>
                    <a:pt x="555088" y="1369365"/>
                  </a:lnTo>
                  <a:lnTo>
                    <a:pt x="556558" y="1371375"/>
                  </a:lnTo>
                  <a:lnTo>
                    <a:pt x="557988" y="1373391"/>
                  </a:lnTo>
                  <a:lnTo>
                    <a:pt x="560920" y="1377425"/>
                  </a:lnTo>
                  <a:lnTo>
                    <a:pt x="562358" y="1379411"/>
                  </a:lnTo>
                  <a:lnTo>
                    <a:pt x="565290" y="1383382"/>
                  </a:lnTo>
                  <a:lnTo>
                    <a:pt x="566752" y="1385336"/>
                  </a:lnTo>
                  <a:lnTo>
                    <a:pt x="568190" y="1387290"/>
                  </a:lnTo>
                  <a:lnTo>
                    <a:pt x="571121" y="1391199"/>
                  </a:lnTo>
                  <a:lnTo>
                    <a:pt x="572560" y="1393122"/>
                  </a:lnTo>
                  <a:lnTo>
                    <a:pt x="574022" y="1395076"/>
                  </a:lnTo>
                  <a:lnTo>
                    <a:pt x="575491" y="1396968"/>
                  </a:lnTo>
                  <a:lnTo>
                    <a:pt x="576922" y="1398891"/>
                  </a:lnTo>
                  <a:lnTo>
                    <a:pt x="581323" y="1404567"/>
                  </a:lnTo>
                  <a:lnTo>
                    <a:pt x="582754" y="1406466"/>
                  </a:lnTo>
                  <a:lnTo>
                    <a:pt x="585685" y="1410187"/>
                  </a:lnTo>
                  <a:lnTo>
                    <a:pt x="587123" y="1412048"/>
                  </a:lnTo>
                  <a:lnTo>
                    <a:pt x="588585" y="1413885"/>
                  </a:lnTo>
                  <a:lnTo>
                    <a:pt x="590055" y="1415745"/>
                  </a:lnTo>
                  <a:lnTo>
                    <a:pt x="591517" y="1417575"/>
                  </a:lnTo>
                  <a:lnTo>
                    <a:pt x="592955" y="1419380"/>
                  </a:lnTo>
                  <a:lnTo>
                    <a:pt x="594417" y="1421210"/>
                  </a:lnTo>
                  <a:lnTo>
                    <a:pt x="595886" y="1423015"/>
                  </a:lnTo>
                  <a:lnTo>
                    <a:pt x="597325" y="1424813"/>
                  </a:lnTo>
                  <a:lnTo>
                    <a:pt x="600256" y="1428417"/>
                  </a:lnTo>
                  <a:lnTo>
                    <a:pt x="601718" y="1430160"/>
                  </a:lnTo>
                  <a:lnTo>
                    <a:pt x="603156" y="1431927"/>
                  </a:lnTo>
                  <a:lnTo>
                    <a:pt x="606088" y="1435476"/>
                  </a:lnTo>
                  <a:lnTo>
                    <a:pt x="607519" y="1437212"/>
                  </a:lnTo>
                  <a:lnTo>
                    <a:pt x="610450" y="1440698"/>
                  </a:lnTo>
                  <a:lnTo>
                    <a:pt x="611920" y="1442402"/>
                  </a:lnTo>
                  <a:lnTo>
                    <a:pt x="613350" y="1444114"/>
                  </a:lnTo>
                  <a:lnTo>
                    <a:pt x="616282" y="1447538"/>
                  </a:lnTo>
                  <a:lnTo>
                    <a:pt x="617720" y="1449242"/>
                  </a:lnTo>
                  <a:lnTo>
                    <a:pt x="622113" y="1454284"/>
                  </a:lnTo>
                  <a:lnTo>
                    <a:pt x="623552" y="1455934"/>
                  </a:lnTo>
                  <a:lnTo>
                    <a:pt x="626483" y="1459233"/>
                  </a:lnTo>
                  <a:lnTo>
                    <a:pt x="627922" y="1460882"/>
                  </a:lnTo>
                  <a:lnTo>
                    <a:pt x="629383" y="1462500"/>
                  </a:lnTo>
                  <a:lnTo>
                    <a:pt x="630853" y="1464150"/>
                  </a:lnTo>
                  <a:lnTo>
                    <a:pt x="632284" y="1465768"/>
                  </a:lnTo>
                  <a:lnTo>
                    <a:pt x="633753" y="1467386"/>
                  </a:lnTo>
                  <a:lnTo>
                    <a:pt x="635215" y="1468973"/>
                  </a:lnTo>
                  <a:lnTo>
                    <a:pt x="636685" y="1470591"/>
                  </a:lnTo>
                  <a:lnTo>
                    <a:pt x="638115" y="1472178"/>
                  </a:lnTo>
                  <a:lnTo>
                    <a:pt x="639585" y="1473765"/>
                  </a:lnTo>
                  <a:lnTo>
                    <a:pt x="641047" y="1475321"/>
                  </a:lnTo>
                  <a:lnTo>
                    <a:pt x="642485" y="1476876"/>
                  </a:lnTo>
                  <a:lnTo>
                    <a:pt x="643947" y="1478471"/>
                  </a:lnTo>
                  <a:lnTo>
                    <a:pt x="645417" y="1480027"/>
                  </a:lnTo>
                  <a:lnTo>
                    <a:pt x="646879" y="1481551"/>
                  </a:lnTo>
                  <a:lnTo>
                    <a:pt x="648317" y="1483107"/>
                  </a:lnTo>
                  <a:lnTo>
                    <a:pt x="651248" y="1486163"/>
                  </a:lnTo>
                  <a:lnTo>
                    <a:pt x="652687" y="1487688"/>
                  </a:lnTo>
                  <a:lnTo>
                    <a:pt x="655618" y="1490682"/>
                  </a:lnTo>
                  <a:lnTo>
                    <a:pt x="657080" y="1492206"/>
                  </a:lnTo>
                  <a:lnTo>
                    <a:pt x="658518" y="1493676"/>
                  </a:lnTo>
                  <a:lnTo>
                    <a:pt x="659980" y="1495169"/>
                  </a:lnTo>
                  <a:lnTo>
                    <a:pt x="661450" y="1496638"/>
                  </a:lnTo>
                  <a:lnTo>
                    <a:pt x="662880" y="1498100"/>
                  </a:lnTo>
                  <a:lnTo>
                    <a:pt x="665812" y="1501032"/>
                  </a:lnTo>
                  <a:lnTo>
                    <a:pt x="667281" y="1502470"/>
                  </a:lnTo>
                  <a:lnTo>
                    <a:pt x="668712" y="1503932"/>
                  </a:lnTo>
                  <a:lnTo>
                    <a:pt x="670182" y="1505370"/>
                  </a:lnTo>
                  <a:lnTo>
                    <a:pt x="671644" y="1506777"/>
                  </a:lnTo>
                  <a:lnTo>
                    <a:pt x="673082" y="1508208"/>
                  </a:lnTo>
                  <a:lnTo>
                    <a:pt x="674544" y="1509646"/>
                  </a:lnTo>
                  <a:lnTo>
                    <a:pt x="676013" y="1511053"/>
                  </a:lnTo>
                  <a:lnTo>
                    <a:pt x="677475" y="1512421"/>
                  </a:lnTo>
                  <a:lnTo>
                    <a:pt x="678914" y="1513828"/>
                  </a:lnTo>
                  <a:lnTo>
                    <a:pt x="680383" y="1515236"/>
                  </a:lnTo>
                  <a:lnTo>
                    <a:pt x="681845" y="1516604"/>
                  </a:lnTo>
                  <a:lnTo>
                    <a:pt x="683283" y="1517980"/>
                  </a:lnTo>
                  <a:lnTo>
                    <a:pt x="684745" y="1519355"/>
                  </a:lnTo>
                  <a:lnTo>
                    <a:pt x="686215" y="1520700"/>
                  </a:lnTo>
                  <a:lnTo>
                    <a:pt x="687677" y="1522076"/>
                  </a:lnTo>
                  <a:lnTo>
                    <a:pt x="689115" y="1523420"/>
                  </a:lnTo>
                  <a:lnTo>
                    <a:pt x="692047" y="1526102"/>
                  </a:lnTo>
                  <a:lnTo>
                    <a:pt x="693477" y="1527415"/>
                  </a:lnTo>
                  <a:lnTo>
                    <a:pt x="694947" y="1528728"/>
                  </a:lnTo>
                  <a:lnTo>
                    <a:pt x="696409" y="1530073"/>
                  </a:lnTo>
                  <a:lnTo>
                    <a:pt x="697847" y="1531355"/>
                  </a:lnTo>
                  <a:lnTo>
                    <a:pt x="700778" y="1533981"/>
                  </a:lnTo>
                  <a:lnTo>
                    <a:pt x="702240" y="1535263"/>
                  </a:lnTo>
                  <a:lnTo>
                    <a:pt x="703679" y="1536546"/>
                  </a:lnTo>
                  <a:lnTo>
                    <a:pt x="705148" y="1537828"/>
                  </a:lnTo>
                  <a:lnTo>
                    <a:pt x="706610" y="1539078"/>
                  </a:lnTo>
                  <a:lnTo>
                    <a:pt x="708048" y="1540368"/>
                  </a:lnTo>
                  <a:lnTo>
                    <a:pt x="712442" y="1544120"/>
                  </a:lnTo>
                  <a:lnTo>
                    <a:pt x="713880" y="1545371"/>
                  </a:lnTo>
                  <a:lnTo>
                    <a:pt x="716812" y="1547818"/>
                  </a:lnTo>
                  <a:lnTo>
                    <a:pt x="718242" y="1549037"/>
                  </a:lnTo>
                  <a:lnTo>
                    <a:pt x="721174" y="1551477"/>
                  </a:lnTo>
                  <a:lnTo>
                    <a:pt x="722643" y="1552672"/>
                  </a:lnTo>
                  <a:lnTo>
                    <a:pt x="724074" y="1553861"/>
                  </a:lnTo>
                  <a:lnTo>
                    <a:pt x="727005" y="1556245"/>
                  </a:lnTo>
                  <a:lnTo>
                    <a:pt x="728444" y="1557433"/>
                  </a:lnTo>
                  <a:lnTo>
                    <a:pt x="732837" y="1560912"/>
                  </a:lnTo>
                  <a:lnTo>
                    <a:pt x="734275" y="1562077"/>
                  </a:lnTo>
                  <a:lnTo>
                    <a:pt x="735745" y="1563234"/>
                  </a:lnTo>
                  <a:lnTo>
                    <a:pt x="737207" y="1564367"/>
                  </a:lnTo>
                  <a:lnTo>
                    <a:pt x="738645" y="1565493"/>
                  </a:lnTo>
                  <a:lnTo>
                    <a:pt x="740107" y="1566658"/>
                  </a:lnTo>
                  <a:lnTo>
                    <a:pt x="741577" y="1567752"/>
                  </a:lnTo>
                  <a:lnTo>
                    <a:pt x="743039" y="1568885"/>
                  </a:lnTo>
                  <a:lnTo>
                    <a:pt x="744477" y="1570011"/>
                  </a:lnTo>
                  <a:lnTo>
                    <a:pt x="747408" y="1572216"/>
                  </a:lnTo>
                  <a:lnTo>
                    <a:pt x="748839" y="1573310"/>
                  </a:lnTo>
                  <a:lnTo>
                    <a:pt x="750309" y="1574412"/>
                  </a:lnTo>
                  <a:lnTo>
                    <a:pt x="751771" y="1575483"/>
                  </a:lnTo>
                  <a:lnTo>
                    <a:pt x="753240" y="1576578"/>
                  </a:lnTo>
                  <a:lnTo>
                    <a:pt x="754671" y="1577649"/>
                  </a:lnTo>
                  <a:lnTo>
                    <a:pt x="757602" y="1579783"/>
                  </a:lnTo>
                  <a:lnTo>
                    <a:pt x="759041" y="1580822"/>
                  </a:lnTo>
                  <a:lnTo>
                    <a:pt x="760510" y="1581893"/>
                  </a:lnTo>
                  <a:lnTo>
                    <a:pt x="761972" y="1582933"/>
                  </a:lnTo>
                  <a:lnTo>
                    <a:pt x="763410" y="1583973"/>
                  </a:lnTo>
                  <a:lnTo>
                    <a:pt x="766342" y="1586044"/>
                  </a:lnTo>
                  <a:lnTo>
                    <a:pt x="767803" y="1587053"/>
                  </a:lnTo>
                  <a:lnTo>
                    <a:pt x="769242" y="1588092"/>
                  </a:lnTo>
                  <a:lnTo>
                    <a:pt x="772174" y="1590109"/>
                  </a:lnTo>
                  <a:lnTo>
                    <a:pt x="773604" y="1591118"/>
                  </a:lnTo>
                  <a:lnTo>
                    <a:pt x="775074" y="1592095"/>
                  </a:lnTo>
                  <a:lnTo>
                    <a:pt x="776535" y="1593103"/>
                  </a:lnTo>
                  <a:lnTo>
                    <a:pt x="778005" y="1594080"/>
                  </a:lnTo>
                  <a:lnTo>
                    <a:pt x="779436" y="1595058"/>
                  </a:lnTo>
                  <a:lnTo>
                    <a:pt x="782367" y="1597012"/>
                  </a:lnTo>
                  <a:lnTo>
                    <a:pt x="783805" y="1597989"/>
                  </a:lnTo>
                  <a:lnTo>
                    <a:pt x="786737" y="1599881"/>
                  </a:lnTo>
                  <a:lnTo>
                    <a:pt x="788207" y="1600858"/>
                  </a:lnTo>
                  <a:lnTo>
                    <a:pt x="789637" y="1601773"/>
                  </a:lnTo>
                  <a:lnTo>
                    <a:pt x="792569" y="1603665"/>
                  </a:lnTo>
                  <a:lnTo>
                    <a:pt x="794007" y="1604579"/>
                  </a:lnTo>
                  <a:lnTo>
                    <a:pt x="795469" y="1605525"/>
                  </a:lnTo>
                  <a:lnTo>
                    <a:pt x="798400" y="1607362"/>
                  </a:lnTo>
                  <a:lnTo>
                    <a:pt x="799839" y="1608245"/>
                  </a:lnTo>
                  <a:lnTo>
                    <a:pt x="802770" y="1610082"/>
                  </a:lnTo>
                  <a:lnTo>
                    <a:pt x="804201" y="1610966"/>
                  </a:lnTo>
                  <a:lnTo>
                    <a:pt x="808602" y="1613624"/>
                  </a:lnTo>
                  <a:lnTo>
                    <a:pt x="810040" y="1614507"/>
                  </a:lnTo>
                  <a:lnTo>
                    <a:pt x="812964" y="1616219"/>
                  </a:lnTo>
                  <a:lnTo>
                    <a:pt x="814402" y="1617102"/>
                  </a:lnTo>
                  <a:lnTo>
                    <a:pt x="815872" y="1617923"/>
                  </a:lnTo>
                  <a:lnTo>
                    <a:pt x="817334" y="1618783"/>
                  </a:lnTo>
                  <a:lnTo>
                    <a:pt x="818772" y="1619635"/>
                  </a:lnTo>
                  <a:lnTo>
                    <a:pt x="820234" y="1620495"/>
                  </a:lnTo>
                  <a:lnTo>
                    <a:pt x="823166" y="1622137"/>
                  </a:lnTo>
                  <a:lnTo>
                    <a:pt x="824604" y="1622965"/>
                  </a:lnTo>
                  <a:lnTo>
                    <a:pt x="827536" y="1624615"/>
                  </a:lnTo>
                  <a:lnTo>
                    <a:pt x="828966" y="1625436"/>
                  </a:lnTo>
                  <a:lnTo>
                    <a:pt x="830436" y="1626233"/>
                  </a:lnTo>
                  <a:lnTo>
                    <a:pt x="831898" y="1627054"/>
                  </a:lnTo>
                  <a:lnTo>
                    <a:pt x="833367" y="1627851"/>
                  </a:lnTo>
                  <a:lnTo>
                    <a:pt x="834797" y="1628641"/>
                  </a:lnTo>
                  <a:lnTo>
                    <a:pt x="836268" y="1629438"/>
                  </a:lnTo>
                  <a:lnTo>
                    <a:pt x="837729" y="1630204"/>
                  </a:lnTo>
                  <a:lnTo>
                    <a:pt x="839168" y="1630994"/>
                  </a:lnTo>
                  <a:lnTo>
                    <a:pt x="840637" y="1631791"/>
                  </a:lnTo>
                  <a:lnTo>
                    <a:pt x="843569" y="1633315"/>
                  </a:lnTo>
                  <a:lnTo>
                    <a:pt x="844999" y="1634081"/>
                  </a:lnTo>
                  <a:lnTo>
                    <a:pt x="847930" y="1635606"/>
                  </a:lnTo>
                  <a:lnTo>
                    <a:pt x="849369" y="1636341"/>
                  </a:lnTo>
                  <a:lnTo>
                    <a:pt x="850831" y="1637107"/>
                  </a:lnTo>
                  <a:lnTo>
                    <a:pt x="853762" y="1638569"/>
                  </a:lnTo>
                  <a:lnTo>
                    <a:pt x="855201" y="1639303"/>
                  </a:lnTo>
                  <a:lnTo>
                    <a:pt x="858132" y="1640765"/>
                  </a:lnTo>
                  <a:lnTo>
                    <a:pt x="859563" y="1641469"/>
                  </a:lnTo>
                  <a:lnTo>
                    <a:pt x="861032" y="1642204"/>
                  </a:lnTo>
                  <a:lnTo>
                    <a:pt x="863964" y="1643611"/>
                  </a:lnTo>
                  <a:lnTo>
                    <a:pt x="865402" y="1644306"/>
                  </a:lnTo>
                  <a:lnTo>
                    <a:pt x="868334" y="1645714"/>
                  </a:lnTo>
                  <a:lnTo>
                    <a:pt x="869764" y="1646417"/>
                  </a:lnTo>
                  <a:lnTo>
                    <a:pt x="871234" y="1647089"/>
                  </a:lnTo>
                  <a:lnTo>
                    <a:pt x="872696" y="1647793"/>
                  </a:lnTo>
                  <a:lnTo>
                    <a:pt x="874165" y="1648465"/>
                  </a:lnTo>
                  <a:lnTo>
                    <a:pt x="875596" y="1649137"/>
                  </a:lnTo>
                  <a:lnTo>
                    <a:pt x="878527" y="1650474"/>
                  </a:lnTo>
                  <a:lnTo>
                    <a:pt x="879966" y="1651147"/>
                  </a:lnTo>
                  <a:lnTo>
                    <a:pt x="881428" y="1651788"/>
                  </a:lnTo>
                  <a:lnTo>
                    <a:pt x="882897" y="1652460"/>
                  </a:lnTo>
                  <a:lnTo>
                    <a:pt x="884328" y="1653101"/>
                  </a:lnTo>
                  <a:lnTo>
                    <a:pt x="888729" y="1655032"/>
                  </a:lnTo>
                  <a:lnTo>
                    <a:pt x="890167" y="1655673"/>
                  </a:lnTo>
                  <a:lnTo>
                    <a:pt x="893091" y="1656955"/>
                  </a:lnTo>
                  <a:lnTo>
                    <a:pt x="894529" y="1657564"/>
                  </a:lnTo>
                  <a:lnTo>
                    <a:pt x="895999" y="1658174"/>
                  </a:lnTo>
                  <a:lnTo>
                    <a:pt x="897461" y="1658815"/>
                  </a:lnTo>
                  <a:lnTo>
                    <a:pt x="898931" y="1659425"/>
                  </a:lnTo>
                  <a:lnTo>
                    <a:pt x="900361" y="1660035"/>
                  </a:lnTo>
                  <a:lnTo>
                    <a:pt x="901831" y="1660645"/>
                  </a:lnTo>
                  <a:lnTo>
                    <a:pt x="903293" y="1661223"/>
                  </a:lnTo>
                  <a:lnTo>
                    <a:pt x="904731" y="1661840"/>
                  </a:lnTo>
                  <a:lnTo>
                    <a:pt x="906193" y="1662450"/>
                  </a:lnTo>
                  <a:lnTo>
                    <a:pt x="909124" y="1663607"/>
                  </a:lnTo>
                  <a:lnTo>
                    <a:pt x="910563" y="1664186"/>
                  </a:lnTo>
                  <a:lnTo>
                    <a:pt x="913494" y="1665350"/>
                  </a:lnTo>
                  <a:lnTo>
                    <a:pt x="914924" y="1665929"/>
                  </a:lnTo>
                  <a:lnTo>
                    <a:pt x="916394" y="1666507"/>
                  </a:lnTo>
                  <a:lnTo>
                    <a:pt x="917856" y="1667062"/>
                  </a:lnTo>
                  <a:lnTo>
                    <a:pt x="919326" y="1667641"/>
                  </a:lnTo>
                  <a:lnTo>
                    <a:pt x="920764" y="1668188"/>
                  </a:lnTo>
                  <a:lnTo>
                    <a:pt x="923695" y="1669290"/>
                  </a:lnTo>
                  <a:lnTo>
                    <a:pt x="925126" y="1669838"/>
                  </a:lnTo>
                  <a:lnTo>
                    <a:pt x="929527" y="1671487"/>
                  </a:lnTo>
                  <a:lnTo>
                    <a:pt x="930958" y="1672003"/>
                  </a:lnTo>
                  <a:lnTo>
                    <a:pt x="932427" y="1672558"/>
                  </a:lnTo>
                  <a:lnTo>
                    <a:pt x="933889" y="1673074"/>
                  </a:lnTo>
                  <a:lnTo>
                    <a:pt x="935328" y="1673590"/>
                  </a:lnTo>
                  <a:lnTo>
                    <a:pt x="938259" y="1674630"/>
                  </a:lnTo>
                  <a:lnTo>
                    <a:pt x="939690" y="1675153"/>
                  </a:lnTo>
                  <a:lnTo>
                    <a:pt x="942621" y="1676193"/>
                  </a:lnTo>
                  <a:lnTo>
                    <a:pt x="944091" y="1676678"/>
                  </a:lnTo>
                  <a:lnTo>
                    <a:pt x="945529" y="1677194"/>
                  </a:lnTo>
                  <a:lnTo>
                    <a:pt x="946991" y="1677686"/>
                  </a:lnTo>
                  <a:lnTo>
                    <a:pt x="948461" y="1678202"/>
                  </a:lnTo>
                  <a:lnTo>
                    <a:pt x="949891" y="1678695"/>
                  </a:lnTo>
                  <a:lnTo>
                    <a:pt x="954292" y="1680156"/>
                  </a:lnTo>
                  <a:lnTo>
                    <a:pt x="955723" y="1680618"/>
                  </a:lnTo>
                  <a:lnTo>
                    <a:pt x="958654" y="1681595"/>
                  </a:lnTo>
                  <a:lnTo>
                    <a:pt x="960093" y="1682056"/>
                  </a:lnTo>
                  <a:lnTo>
                    <a:pt x="961555" y="1682541"/>
                  </a:lnTo>
                  <a:lnTo>
                    <a:pt x="964486" y="1683455"/>
                  </a:lnTo>
                  <a:lnTo>
                    <a:pt x="965925" y="1683916"/>
                  </a:lnTo>
                  <a:lnTo>
                    <a:pt x="968856" y="1684831"/>
                  </a:lnTo>
                  <a:lnTo>
                    <a:pt x="970294" y="1685292"/>
                  </a:lnTo>
                  <a:lnTo>
                    <a:pt x="971756" y="1685746"/>
                  </a:lnTo>
                  <a:lnTo>
                    <a:pt x="973218" y="1686176"/>
                  </a:lnTo>
                  <a:lnTo>
                    <a:pt x="974688" y="1686629"/>
                  </a:lnTo>
                  <a:lnTo>
                    <a:pt x="976126" y="1687059"/>
                  </a:lnTo>
                  <a:lnTo>
                    <a:pt x="977588" y="1687489"/>
                  </a:lnTo>
                  <a:lnTo>
                    <a:pt x="979058" y="1687942"/>
                  </a:lnTo>
                  <a:lnTo>
                    <a:pt x="980488" y="1688372"/>
                  </a:lnTo>
                  <a:lnTo>
                    <a:pt x="984889" y="1689654"/>
                  </a:lnTo>
                  <a:lnTo>
                    <a:pt x="986319" y="1690053"/>
                  </a:lnTo>
                  <a:lnTo>
                    <a:pt x="989251" y="1690905"/>
                  </a:lnTo>
                  <a:lnTo>
                    <a:pt x="990689" y="1691304"/>
                  </a:lnTo>
                  <a:lnTo>
                    <a:pt x="992151" y="1691734"/>
                  </a:lnTo>
                  <a:lnTo>
                    <a:pt x="995083" y="1692523"/>
                  </a:lnTo>
                  <a:lnTo>
                    <a:pt x="996521" y="1692922"/>
                  </a:lnTo>
                  <a:lnTo>
                    <a:pt x="999453" y="1693719"/>
                  </a:lnTo>
                  <a:lnTo>
                    <a:pt x="1000891" y="1694118"/>
                  </a:lnTo>
                  <a:lnTo>
                    <a:pt x="1003822" y="1694908"/>
                  </a:lnTo>
                  <a:lnTo>
                    <a:pt x="1005253" y="1695275"/>
                  </a:lnTo>
                  <a:lnTo>
                    <a:pt x="1006723" y="1695674"/>
                  </a:lnTo>
                  <a:lnTo>
                    <a:pt x="1008184" y="1696041"/>
                  </a:lnTo>
                  <a:lnTo>
                    <a:pt x="1009654" y="1696432"/>
                  </a:lnTo>
                  <a:lnTo>
                    <a:pt x="1011085" y="1696799"/>
                  </a:lnTo>
                  <a:lnTo>
                    <a:pt x="1014016" y="1697534"/>
                  </a:lnTo>
                  <a:lnTo>
                    <a:pt x="1015455" y="1697933"/>
                  </a:lnTo>
                  <a:lnTo>
                    <a:pt x="1016916" y="1698300"/>
                  </a:lnTo>
                  <a:lnTo>
                    <a:pt x="1018386" y="1698636"/>
                  </a:lnTo>
                  <a:lnTo>
                    <a:pt x="1019848" y="1698996"/>
                  </a:lnTo>
                  <a:lnTo>
                    <a:pt x="1021286" y="1699363"/>
                  </a:lnTo>
                  <a:lnTo>
                    <a:pt x="1022748" y="1699731"/>
                  </a:lnTo>
                  <a:lnTo>
                    <a:pt x="1024218" y="1700067"/>
                  </a:lnTo>
                  <a:lnTo>
                    <a:pt x="1025656" y="1700434"/>
                  </a:lnTo>
                  <a:lnTo>
                    <a:pt x="1027118" y="1700771"/>
                  </a:lnTo>
                  <a:lnTo>
                    <a:pt x="1028588" y="1701138"/>
                  </a:lnTo>
                  <a:lnTo>
                    <a:pt x="1030049" y="1701474"/>
                  </a:lnTo>
                  <a:lnTo>
                    <a:pt x="1031488" y="1701810"/>
                  </a:lnTo>
                  <a:lnTo>
                    <a:pt x="1034419" y="1702482"/>
                  </a:lnTo>
                  <a:lnTo>
                    <a:pt x="1035850" y="1702819"/>
                  </a:lnTo>
                  <a:lnTo>
                    <a:pt x="1040251" y="1703827"/>
                  </a:lnTo>
                  <a:lnTo>
                    <a:pt x="1041682" y="1704132"/>
                  </a:lnTo>
                  <a:lnTo>
                    <a:pt x="1043151" y="1704468"/>
                  </a:lnTo>
                  <a:lnTo>
                    <a:pt x="1044613" y="1704773"/>
                  </a:lnTo>
                  <a:lnTo>
                    <a:pt x="1046052" y="1705109"/>
                  </a:lnTo>
                  <a:lnTo>
                    <a:pt x="1047513" y="1705414"/>
                  </a:lnTo>
                  <a:lnTo>
                    <a:pt x="1048983" y="1705750"/>
                  </a:lnTo>
                  <a:lnTo>
                    <a:pt x="1050445" y="1706055"/>
                  </a:lnTo>
                  <a:lnTo>
                    <a:pt x="1051883" y="1706360"/>
                  </a:lnTo>
                  <a:lnTo>
                    <a:pt x="1054815" y="1706970"/>
                  </a:lnTo>
                  <a:lnTo>
                    <a:pt x="1056253" y="1707274"/>
                  </a:lnTo>
                  <a:lnTo>
                    <a:pt x="1060646" y="1708189"/>
                  </a:lnTo>
                  <a:lnTo>
                    <a:pt x="1062085" y="1708463"/>
                  </a:lnTo>
                  <a:lnTo>
                    <a:pt x="1065016" y="1709080"/>
                  </a:lnTo>
                  <a:lnTo>
                    <a:pt x="1066446" y="1709354"/>
                  </a:lnTo>
                  <a:lnTo>
                    <a:pt x="1067916" y="1709659"/>
                  </a:lnTo>
                  <a:lnTo>
                    <a:pt x="1069378" y="1709932"/>
                  </a:lnTo>
                  <a:lnTo>
                    <a:pt x="1070816" y="1710206"/>
                  </a:lnTo>
                  <a:lnTo>
                    <a:pt x="1072278" y="1710480"/>
                  </a:lnTo>
                  <a:lnTo>
                    <a:pt x="1073748" y="1710784"/>
                  </a:lnTo>
                  <a:lnTo>
                    <a:pt x="1075210" y="1711058"/>
                  </a:lnTo>
                  <a:lnTo>
                    <a:pt x="1076648" y="1711339"/>
                  </a:lnTo>
                  <a:lnTo>
                    <a:pt x="1079580" y="1711887"/>
                  </a:lnTo>
                  <a:lnTo>
                    <a:pt x="1081018" y="1712129"/>
                  </a:lnTo>
                  <a:lnTo>
                    <a:pt x="1085411" y="1712958"/>
                  </a:lnTo>
                  <a:lnTo>
                    <a:pt x="1086850" y="1713200"/>
                  </a:lnTo>
                  <a:lnTo>
                    <a:pt x="1088311" y="1713474"/>
                  </a:lnTo>
                  <a:lnTo>
                    <a:pt x="1089781" y="1713716"/>
                  </a:lnTo>
                  <a:lnTo>
                    <a:pt x="1091212" y="1713990"/>
                  </a:lnTo>
                  <a:lnTo>
                    <a:pt x="1094143" y="1714482"/>
                  </a:lnTo>
                  <a:lnTo>
                    <a:pt x="1095613" y="1714756"/>
                  </a:lnTo>
                  <a:lnTo>
                    <a:pt x="1097043" y="1714998"/>
                  </a:lnTo>
                  <a:lnTo>
                    <a:pt x="1099975" y="1715490"/>
                  </a:lnTo>
                  <a:lnTo>
                    <a:pt x="1101413" y="1715733"/>
                  </a:lnTo>
                  <a:lnTo>
                    <a:pt x="1105807" y="1716468"/>
                  </a:lnTo>
                  <a:lnTo>
                    <a:pt x="1107245" y="1716679"/>
                  </a:lnTo>
                  <a:lnTo>
                    <a:pt x="1110176" y="1717171"/>
                  </a:lnTo>
                  <a:lnTo>
                    <a:pt x="1111615" y="1717382"/>
                  </a:lnTo>
                  <a:lnTo>
                    <a:pt x="1113077" y="1717625"/>
                  </a:lnTo>
                  <a:lnTo>
                    <a:pt x="1114546" y="1717843"/>
                  </a:lnTo>
                  <a:lnTo>
                    <a:pt x="1116008" y="1718086"/>
                  </a:lnTo>
                  <a:lnTo>
                    <a:pt x="1117447" y="1718297"/>
                  </a:lnTo>
                  <a:lnTo>
                    <a:pt x="1118908" y="1718539"/>
                  </a:lnTo>
                  <a:lnTo>
                    <a:pt x="1120378" y="1718758"/>
                  </a:lnTo>
                  <a:lnTo>
                    <a:pt x="1121809" y="1718969"/>
                  </a:lnTo>
                  <a:lnTo>
                    <a:pt x="1123278" y="1719188"/>
                  </a:lnTo>
                  <a:lnTo>
                    <a:pt x="1124740" y="1719430"/>
                  </a:lnTo>
                  <a:lnTo>
                    <a:pt x="1126179" y="1719641"/>
                  </a:lnTo>
                  <a:lnTo>
                    <a:pt x="1130571" y="1720282"/>
                  </a:lnTo>
                  <a:lnTo>
                    <a:pt x="1132010" y="1720470"/>
                  </a:lnTo>
                  <a:lnTo>
                    <a:pt x="1134941" y="1720892"/>
                  </a:lnTo>
                  <a:lnTo>
                    <a:pt x="1136380" y="1721111"/>
                  </a:lnTo>
                  <a:lnTo>
                    <a:pt x="1137841" y="1721291"/>
                  </a:lnTo>
                  <a:lnTo>
                    <a:pt x="1140773" y="1721721"/>
                  </a:lnTo>
                  <a:lnTo>
                    <a:pt x="1142211" y="1721901"/>
                  </a:lnTo>
                  <a:lnTo>
                    <a:pt x="1143673" y="1722119"/>
                  </a:lnTo>
                  <a:lnTo>
                    <a:pt x="1145143" y="1722299"/>
                  </a:lnTo>
                  <a:lnTo>
                    <a:pt x="1146573" y="1722510"/>
                  </a:lnTo>
                  <a:lnTo>
                    <a:pt x="1150975" y="1723065"/>
                  </a:lnTo>
                  <a:lnTo>
                    <a:pt x="1152405" y="1723276"/>
                  </a:lnTo>
                  <a:lnTo>
                    <a:pt x="1155337" y="1723644"/>
                  </a:lnTo>
                  <a:lnTo>
                    <a:pt x="1156775" y="1723824"/>
                  </a:lnTo>
                  <a:lnTo>
                    <a:pt x="1161168" y="1724379"/>
                  </a:lnTo>
                  <a:lnTo>
                    <a:pt x="1162607" y="1724558"/>
                  </a:lnTo>
                  <a:lnTo>
                    <a:pt x="1164076" y="1724738"/>
                  </a:lnTo>
                  <a:lnTo>
                    <a:pt x="1165538" y="1724895"/>
                  </a:lnTo>
                  <a:lnTo>
                    <a:pt x="1166977" y="1725074"/>
                  </a:lnTo>
                  <a:lnTo>
                    <a:pt x="1168438" y="1725262"/>
                  </a:lnTo>
                  <a:lnTo>
                    <a:pt x="1169908" y="1725411"/>
                  </a:lnTo>
                  <a:lnTo>
                    <a:pt x="1171370" y="1725598"/>
                  </a:lnTo>
                  <a:lnTo>
                    <a:pt x="1172808" y="1725778"/>
                  </a:lnTo>
                  <a:lnTo>
                    <a:pt x="1174270" y="1725934"/>
                  </a:lnTo>
                  <a:lnTo>
                    <a:pt x="1175740" y="1726114"/>
                  </a:lnTo>
                  <a:lnTo>
                    <a:pt x="1177170" y="1726270"/>
                  </a:lnTo>
                  <a:lnTo>
                    <a:pt x="1178640" y="1726450"/>
                  </a:lnTo>
                  <a:lnTo>
                    <a:pt x="1181572" y="1726755"/>
                  </a:lnTo>
                  <a:lnTo>
                    <a:pt x="1183002" y="1726943"/>
                  </a:lnTo>
                  <a:lnTo>
                    <a:pt x="1185934" y="1727248"/>
                  </a:lnTo>
                  <a:lnTo>
                    <a:pt x="1187372" y="1727396"/>
                  </a:lnTo>
                  <a:lnTo>
                    <a:pt x="1188842" y="1727552"/>
                  </a:lnTo>
                  <a:lnTo>
                    <a:pt x="1190303" y="1727732"/>
                  </a:lnTo>
                  <a:lnTo>
                    <a:pt x="1191742" y="1727889"/>
                  </a:lnTo>
                  <a:lnTo>
                    <a:pt x="1194673" y="1728193"/>
                  </a:lnTo>
                  <a:lnTo>
                    <a:pt x="1196135" y="1728311"/>
                  </a:lnTo>
                  <a:lnTo>
                    <a:pt x="1197574" y="1728467"/>
                  </a:lnTo>
                  <a:lnTo>
                    <a:pt x="1200505" y="1728772"/>
                  </a:lnTo>
                  <a:lnTo>
                    <a:pt x="1201935" y="1728928"/>
                  </a:lnTo>
                  <a:lnTo>
                    <a:pt x="1203405" y="1729077"/>
                  </a:lnTo>
                  <a:lnTo>
                    <a:pt x="1204867" y="1729202"/>
                  </a:lnTo>
                  <a:lnTo>
                    <a:pt x="1206337" y="1729350"/>
                  </a:lnTo>
                  <a:lnTo>
                    <a:pt x="1207767" y="1729507"/>
                  </a:lnTo>
                  <a:lnTo>
                    <a:pt x="1209237" y="1729624"/>
                  </a:lnTo>
                  <a:lnTo>
                    <a:pt x="1210698" y="1729780"/>
                  </a:lnTo>
                  <a:lnTo>
                    <a:pt x="1212137" y="1729905"/>
                  </a:lnTo>
                  <a:lnTo>
                    <a:pt x="1213599" y="1730054"/>
                  </a:lnTo>
                  <a:lnTo>
                    <a:pt x="1215068" y="1730179"/>
                  </a:lnTo>
                  <a:lnTo>
                    <a:pt x="1216538" y="1730328"/>
                  </a:lnTo>
                  <a:lnTo>
                    <a:pt x="1217968" y="1730453"/>
                  </a:lnTo>
                  <a:lnTo>
                    <a:pt x="1219438" y="1730601"/>
                  </a:lnTo>
                  <a:lnTo>
                    <a:pt x="1220900" y="1730726"/>
                  </a:lnTo>
                  <a:lnTo>
                    <a:pt x="1222338" y="1730851"/>
                  </a:lnTo>
                  <a:lnTo>
                    <a:pt x="1223800" y="1730969"/>
                  </a:lnTo>
                  <a:lnTo>
                    <a:pt x="1225270" y="1731125"/>
                  </a:lnTo>
                  <a:lnTo>
                    <a:pt x="1226732" y="1731250"/>
                  </a:lnTo>
                  <a:lnTo>
                    <a:pt x="1228170" y="1731367"/>
                  </a:lnTo>
                  <a:lnTo>
                    <a:pt x="1231102" y="1731610"/>
                  </a:lnTo>
                  <a:lnTo>
                    <a:pt x="1232532" y="1731735"/>
                  </a:lnTo>
                  <a:lnTo>
                    <a:pt x="1236933" y="1732102"/>
                  </a:lnTo>
                  <a:lnTo>
                    <a:pt x="1238364" y="1732219"/>
                  </a:lnTo>
                  <a:lnTo>
                    <a:pt x="1241295" y="1732469"/>
                  </a:lnTo>
                  <a:lnTo>
                    <a:pt x="1242734" y="1732587"/>
                  </a:lnTo>
                  <a:lnTo>
                    <a:pt x="1245665" y="1732837"/>
                  </a:lnTo>
                  <a:lnTo>
                    <a:pt x="1247135" y="1732923"/>
                  </a:lnTo>
                  <a:lnTo>
                    <a:pt x="1248565" y="1733048"/>
                  </a:lnTo>
                  <a:lnTo>
                    <a:pt x="1250035" y="1733173"/>
                  </a:lnTo>
                  <a:lnTo>
                    <a:pt x="1251497" y="1733259"/>
                  </a:lnTo>
                  <a:lnTo>
                    <a:pt x="1252935" y="1733384"/>
                  </a:lnTo>
                  <a:lnTo>
                    <a:pt x="1254397" y="1733509"/>
                  </a:lnTo>
                  <a:lnTo>
                    <a:pt x="1255867" y="1733595"/>
                  </a:lnTo>
                  <a:lnTo>
                    <a:pt x="1257297" y="1733720"/>
                  </a:lnTo>
                  <a:lnTo>
                    <a:pt x="1258767" y="1733814"/>
                  </a:lnTo>
                  <a:lnTo>
                    <a:pt x="1260229" y="1733931"/>
                  </a:lnTo>
                  <a:lnTo>
                    <a:pt x="1261699" y="1734025"/>
                  </a:lnTo>
                  <a:lnTo>
                    <a:pt x="1263129" y="1734150"/>
                  </a:lnTo>
                  <a:lnTo>
                    <a:pt x="1264599" y="1734236"/>
                  </a:lnTo>
                  <a:lnTo>
                    <a:pt x="1266061" y="1734361"/>
                  </a:lnTo>
                  <a:lnTo>
                    <a:pt x="1267499" y="1734455"/>
                  </a:lnTo>
                  <a:lnTo>
                    <a:pt x="1268969" y="1734541"/>
                  </a:lnTo>
                  <a:lnTo>
                    <a:pt x="1270430" y="1734666"/>
                  </a:lnTo>
                  <a:lnTo>
                    <a:pt x="1271900" y="1734760"/>
                  </a:lnTo>
                  <a:lnTo>
                    <a:pt x="1273331" y="1734846"/>
                  </a:lnTo>
                  <a:lnTo>
                    <a:pt x="1276262" y="1735034"/>
                  </a:lnTo>
                  <a:lnTo>
                    <a:pt x="1277701" y="1735159"/>
                  </a:lnTo>
                  <a:lnTo>
                    <a:pt x="1282093" y="1735432"/>
                  </a:lnTo>
                  <a:lnTo>
                    <a:pt x="1283532" y="1735518"/>
                  </a:lnTo>
                  <a:lnTo>
                    <a:pt x="1286463" y="1735706"/>
                  </a:lnTo>
                  <a:lnTo>
                    <a:pt x="1287894" y="1735800"/>
                  </a:lnTo>
                  <a:lnTo>
                    <a:pt x="1292295" y="1736073"/>
                  </a:lnTo>
                  <a:lnTo>
                    <a:pt x="1293726" y="1736159"/>
                  </a:lnTo>
                  <a:lnTo>
                    <a:pt x="1296665" y="1736347"/>
                  </a:lnTo>
                  <a:lnTo>
                    <a:pt x="1298095" y="1736409"/>
                  </a:lnTo>
                  <a:lnTo>
                    <a:pt x="1302497" y="1736683"/>
                  </a:lnTo>
                  <a:lnTo>
                    <a:pt x="1303927" y="1736777"/>
                  </a:lnTo>
                  <a:lnTo>
                    <a:pt x="1305397" y="1736832"/>
                  </a:lnTo>
                  <a:lnTo>
                    <a:pt x="1306859" y="1736925"/>
                  </a:lnTo>
                  <a:lnTo>
                    <a:pt x="1308297" y="1737019"/>
                  </a:lnTo>
                  <a:lnTo>
                    <a:pt x="1309759" y="1737082"/>
                  </a:lnTo>
                  <a:lnTo>
                    <a:pt x="1311229" y="1737168"/>
                  </a:lnTo>
                  <a:lnTo>
                    <a:pt x="1312659" y="1737261"/>
                  </a:lnTo>
                  <a:lnTo>
                    <a:pt x="1314129" y="1737324"/>
                  </a:lnTo>
                  <a:lnTo>
                    <a:pt x="1315591" y="1737418"/>
                  </a:lnTo>
                  <a:lnTo>
                    <a:pt x="1317060" y="1737473"/>
                  </a:lnTo>
                  <a:lnTo>
                    <a:pt x="1318491" y="1737566"/>
                  </a:lnTo>
                  <a:lnTo>
                    <a:pt x="1319961" y="1737629"/>
                  </a:lnTo>
                  <a:lnTo>
                    <a:pt x="1321422" y="1737723"/>
                  </a:lnTo>
                  <a:lnTo>
                    <a:pt x="1322861" y="1737778"/>
                  </a:lnTo>
                  <a:lnTo>
                    <a:pt x="1324330" y="1737871"/>
                  </a:lnTo>
                  <a:lnTo>
                    <a:pt x="1327262" y="1737996"/>
                  </a:lnTo>
                  <a:lnTo>
                    <a:pt x="1328692" y="1738082"/>
                  </a:lnTo>
                  <a:lnTo>
                    <a:pt x="1330162" y="1738145"/>
                  </a:lnTo>
                  <a:lnTo>
                    <a:pt x="1331624" y="1738239"/>
                  </a:lnTo>
                  <a:lnTo>
                    <a:pt x="1333062" y="1738301"/>
                  </a:lnTo>
                  <a:lnTo>
                    <a:pt x="1335994" y="1738419"/>
                  </a:lnTo>
                  <a:lnTo>
                    <a:pt x="1337456" y="1738512"/>
                  </a:lnTo>
                  <a:lnTo>
                    <a:pt x="1338894" y="1738575"/>
                  </a:lnTo>
                  <a:lnTo>
                    <a:pt x="1341826" y="1738700"/>
                  </a:lnTo>
                  <a:lnTo>
                    <a:pt x="1343256" y="1738786"/>
                  </a:lnTo>
                  <a:lnTo>
                    <a:pt x="1347657" y="1738973"/>
                  </a:lnTo>
                  <a:lnTo>
                    <a:pt x="1349096" y="1739036"/>
                  </a:lnTo>
                  <a:lnTo>
                    <a:pt x="1352027" y="1739153"/>
                  </a:lnTo>
                  <a:lnTo>
                    <a:pt x="1353457" y="1739216"/>
                  </a:lnTo>
                  <a:lnTo>
                    <a:pt x="1357858" y="1739396"/>
                  </a:lnTo>
                  <a:lnTo>
                    <a:pt x="1359289" y="1739458"/>
                  </a:lnTo>
                  <a:lnTo>
                    <a:pt x="1362220" y="1739583"/>
                  </a:lnTo>
                  <a:lnTo>
                    <a:pt x="1363659" y="1739646"/>
                  </a:lnTo>
                  <a:lnTo>
                    <a:pt x="1368052" y="1739826"/>
                  </a:lnTo>
                  <a:lnTo>
                    <a:pt x="1369491" y="1739888"/>
                  </a:lnTo>
                  <a:lnTo>
                    <a:pt x="1372422" y="1740013"/>
                  </a:lnTo>
                  <a:lnTo>
                    <a:pt x="1373853" y="1740037"/>
                  </a:lnTo>
                  <a:lnTo>
                    <a:pt x="1376792" y="1740162"/>
                  </a:lnTo>
                  <a:lnTo>
                    <a:pt x="1378222" y="1740224"/>
                  </a:lnTo>
                  <a:lnTo>
                    <a:pt x="1379692" y="1740287"/>
                  </a:lnTo>
                  <a:lnTo>
                    <a:pt x="1381154" y="1740318"/>
                  </a:lnTo>
                  <a:lnTo>
                    <a:pt x="1382624" y="1740373"/>
                  </a:lnTo>
                  <a:lnTo>
                    <a:pt x="1384054" y="1740435"/>
                  </a:lnTo>
                  <a:lnTo>
                    <a:pt x="1385524" y="1740467"/>
                  </a:lnTo>
                  <a:lnTo>
                    <a:pt x="1386986" y="1740529"/>
                  </a:lnTo>
                  <a:lnTo>
                    <a:pt x="1388424" y="1740592"/>
                  </a:lnTo>
                  <a:lnTo>
                    <a:pt x="1389886" y="1740623"/>
                  </a:lnTo>
                  <a:lnTo>
                    <a:pt x="1392817" y="1740740"/>
                  </a:lnTo>
                  <a:lnTo>
                    <a:pt x="1394256" y="1740771"/>
                  </a:lnTo>
                  <a:lnTo>
                    <a:pt x="1397187" y="1740896"/>
                  </a:lnTo>
                  <a:lnTo>
                    <a:pt x="1398618" y="1740928"/>
                  </a:lnTo>
                  <a:lnTo>
                    <a:pt x="1400088" y="1740990"/>
                  </a:lnTo>
                  <a:lnTo>
                    <a:pt x="1401549" y="1741021"/>
                  </a:lnTo>
                  <a:lnTo>
                    <a:pt x="1403019" y="1741076"/>
                  </a:lnTo>
                  <a:lnTo>
                    <a:pt x="1404457" y="1741108"/>
                  </a:lnTo>
                  <a:lnTo>
                    <a:pt x="1405919" y="1741170"/>
                  </a:lnTo>
                  <a:lnTo>
                    <a:pt x="1407389" y="1741201"/>
                  </a:lnTo>
                  <a:lnTo>
                    <a:pt x="1408819" y="1741264"/>
                  </a:lnTo>
                  <a:lnTo>
                    <a:pt x="1410289" y="1741295"/>
                  </a:lnTo>
                  <a:lnTo>
                    <a:pt x="1411751" y="1741350"/>
                  </a:lnTo>
                  <a:lnTo>
                    <a:pt x="1413221" y="1741381"/>
                  </a:lnTo>
                  <a:lnTo>
                    <a:pt x="1414651" y="1741444"/>
                  </a:lnTo>
                  <a:lnTo>
                    <a:pt x="1417582" y="1741506"/>
                  </a:lnTo>
                  <a:lnTo>
                    <a:pt x="1419021" y="1741569"/>
                  </a:lnTo>
                  <a:lnTo>
                    <a:pt x="1420482" y="1741600"/>
                  </a:lnTo>
                  <a:lnTo>
                    <a:pt x="1421952" y="1741663"/>
                  </a:lnTo>
                  <a:lnTo>
                    <a:pt x="1423414" y="1741686"/>
                  </a:lnTo>
                  <a:lnTo>
                    <a:pt x="1424852" y="1741717"/>
                  </a:lnTo>
                  <a:lnTo>
                    <a:pt x="1426314" y="1741780"/>
                  </a:lnTo>
                  <a:lnTo>
                    <a:pt x="1427784" y="1741811"/>
                  </a:lnTo>
                  <a:lnTo>
                    <a:pt x="1429222" y="1741842"/>
                  </a:lnTo>
                  <a:lnTo>
                    <a:pt x="1430684" y="1741874"/>
                  </a:lnTo>
                  <a:lnTo>
                    <a:pt x="1432154" y="1741936"/>
                  </a:lnTo>
                  <a:lnTo>
                    <a:pt x="1433615" y="1741967"/>
                  </a:lnTo>
                  <a:lnTo>
                    <a:pt x="1435054" y="1741991"/>
                  </a:lnTo>
                  <a:lnTo>
                    <a:pt x="1436516" y="1742054"/>
                  </a:lnTo>
                  <a:lnTo>
                    <a:pt x="1437985" y="1742085"/>
                  </a:lnTo>
                  <a:lnTo>
                    <a:pt x="1439416" y="1742116"/>
                  </a:lnTo>
                  <a:lnTo>
                    <a:pt x="1442347" y="1742179"/>
                  </a:lnTo>
                  <a:lnTo>
                    <a:pt x="1443786" y="1742241"/>
                  </a:lnTo>
                  <a:lnTo>
                    <a:pt x="1448179" y="1742327"/>
                  </a:lnTo>
                  <a:lnTo>
                    <a:pt x="1449618" y="1742358"/>
                  </a:lnTo>
                  <a:lnTo>
                    <a:pt x="1451079" y="1742390"/>
                  </a:lnTo>
                  <a:lnTo>
                    <a:pt x="1452549" y="1742452"/>
                  </a:lnTo>
                  <a:lnTo>
                    <a:pt x="1453980" y="1742483"/>
                  </a:lnTo>
                  <a:lnTo>
                    <a:pt x="1458381" y="1742577"/>
                  </a:lnTo>
                  <a:lnTo>
                    <a:pt x="1459819" y="1742608"/>
                  </a:lnTo>
                  <a:lnTo>
                    <a:pt x="1462751" y="1742663"/>
                  </a:lnTo>
                  <a:lnTo>
                    <a:pt x="1464181" y="1742695"/>
                  </a:lnTo>
                  <a:lnTo>
                    <a:pt x="1468582" y="1742788"/>
                  </a:lnTo>
                  <a:lnTo>
                    <a:pt x="1470013" y="1742820"/>
                  </a:lnTo>
                  <a:lnTo>
                    <a:pt x="1472944" y="1742882"/>
                  </a:lnTo>
                  <a:lnTo>
                    <a:pt x="1474383" y="1742913"/>
                  </a:lnTo>
                  <a:lnTo>
                    <a:pt x="1478776" y="1742999"/>
                  </a:lnTo>
                  <a:lnTo>
                    <a:pt x="1480215" y="1743031"/>
                  </a:lnTo>
                  <a:lnTo>
                    <a:pt x="1483146" y="1743093"/>
                  </a:lnTo>
                  <a:lnTo>
                    <a:pt x="1484584" y="1743124"/>
                  </a:lnTo>
                  <a:lnTo>
                    <a:pt x="1488978" y="1743218"/>
                  </a:lnTo>
                  <a:lnTo>
                    <a:pt x="1490416" y="1743249"/>
                  </a:lnTo>
                  <a:lnTo>
                    <a:pt x="1491877" y="1743281"/>
                  </a:lnTo>
                  <a:lnTo>
                    <a:pt x="1493348" y="1743281"/>
                  </a:lnTo>
                  <a:lnTo>
                    <a:pt x="1494778" y="1743304"/>
                  </a:lnTo>
                  <a:lnTo>
                    <a:pt x="1497709" y="1743367"/>
                  </a:lnTo>
                  <a:lnTo>
                    <a:pt x="1499148" y="1743398"/>
                  </a:lnTo>
                  <a:lnTo>
                    <a:pt x="1502079" y="1743461"/>
                  </a:lnTo>
                  <a:lnTo>
                    <a:pt x="1503541" y="1743461"/>
                  </a:lnTo>
                  <a:lnTo>
                    <a:pt x="1504979" y="1743492"/>
                  </a:lnTo>
                  <a:lnTo>
                    <a:pt x="1507911" y="1743554"/>
                  </a:lnTo>
                  <a:lnTo>
                    <a:pt x="1509349" y="1743586"/>
                  </a:lnTo>
                  <a:lnTo>
                    <a:pt x="1510811" y="1743586"/>
                  </a:lnTo>
                  <a:lnTo>
                    <a:pt x="1513742" y="1743640"/>
                  </a:lnTo>
                  <a:lnTo>
                    <a:pt x="1515181" y="1743672"/>
                  </a:lnTo>
                  <a:lnTo>
                    <a:pt x="1516643" y="1743672"/>
                  </a:lnTo>
                  <a:lnTo>
                    <a:pt x="1518112" y="1743703"/>
                  </a:lnTo>
                  <a:lnTo>
                    <a:pt x="1519543" y="1743734"/>
                  </a:lnTo>
                  <a:lnTo>
                    <a:pt x="1521013" y="1743765"/>
                  </a:lnTo>
                  <a:lnTo>
                    <a:pt x="1522474" y="1743765"/>
                  </a:lnTo>
                  <a:lnTo>
                    <a:pt x="1523944" y="1743797"/>
                  </a:lnTo>
                  <a:lnTo>
                    <a:pt x="1525375" y="1743828"/>
                  </a:lnTo>
                  <a:lnTo>
                    <a:pt x="1526844" y="1743859"/>
                  </a:lnTo>
                  <a:lnTo>
                    <a:pt x="1528306" y="1743859"/>
                  </a:lnTo>
                  <a:lnTo>
                    <a:pt x="1529745" y="1743890"/>
                  </a:lnTo>
                  <a:lnTo>
                    <a:pt x="1531206" y="1743922"/>
                  </a:lnTo>
                  <a:lnTo>
                    <a:pt x="1532676" y="1743922"/>
                  </a:lnTo>
                  <a:lnTo>
                    <a:pt x="1534138" y="1743945"/>
                  </a:lnTo>
                  <a:lnTo>
                    <a:pt x="1535576" y="1743977"/>
                  </a:lnTo>
                  <a:lnTo>
                    <a:pt x="1537046" y="1743977"/>
                  </a:lnTo>
                  <a:lnTo>
                    <a:pt x="1538508" y="1744008"/>
                  </a:lnTo>
                  <a:lnTo>
                    <a:pt x="1539946" y="1744039"/>
                  </a:lnTo>
                  <a:lnTo>
                    <a:pt x="1541408" y="1744039"/>
                  </a:lnTo>
                  <a:lnTo>
                    <a:pt x="1544339" y="1744102"/>
                  </a:lnTo>
                  <a:lnTo>
                    <a:pt x="1545778" y="1744102"/>
                  </a:lnTo>
                  <a:lnTo>
                    <a:pt x="1547240" y="1744133"/>
                  </a:lnTo>
                  <a:lnTo>
                    <a:pt x="1548709" y="1744133"/>
                  </a:lnTo>
                  <a:lnTo>
                    <a:pt x="1550140" y="1744164"/>
                  </a:lnTo>
                  <a:lnTo>
                    <a:pt x="1551610" y="1744195"/>
                  </a:lnTo>
                  <a:lnTo>
                    <a:pt x="1553071" y="1744195"/>
                  </a:lnTo>
                  <a:lnTo>
                    <a:pt x="1554541" y="1744227"/>
                  </a:lnTo>
                  <a:lnTo>
                    <a:pt x="1555972" y="1744227"/>
                  </a:lnTo>
                  <a:lnTo>
                    <a:pt x="1558903" y="1744281"/>
                  </a:lnTo>
                  <a:lnTo>
                    <a:pt x="1560342" y="1744281"/>
                  </a:lnTo>
                  <a:lnTo>
                    <a:pt x="1561803" y="1744313"/>
                  </a:lnTo>
                  <a:lnTo>
                    <a:pt x="1563273" y="1744313"/>
                  </a:lnTo>
                  <a:lnTo>
                    <a:pt x="1564711" y="1744344"/>
                  </a:lnTo>
                  <a:lnTo>
                    <a:pt x="1566173" y="1744344"/>
                  </a:lnTo>
                  <a:lnTo>
                    <a:pt x="1567643" y="1744375"/>
                  </a:lnTo>
                  <a:lnTo>
                    <a:pt x="1569104" y="1744375"/>
                  </a:lnTo>
                  <a:lnTo>
                    <a:pt x="1570543" y="1744406"/>
                  </a:lnTo>
                  <a:lnTo>
                    <a:pt x="1572004" y="1744406"/>
                  </a:lnTo>
                  <a:lnTo>
                    <a:pt x="1573474" y="1744438"/>
                  </a:lnTo>
                  <a:lnTo>
                    <a:pt x="1574905" y="1744438"/>
                  </a:lnTo>
                  <a:lnTo>
                    <a:pt x="1576374" y="1744469"/>
                  </a:lnTo>
                  <a:lnTo>
                    <a:pt x="1577836" y="1744469"/>
                  </a:lnTo>
                  <a:lnTo>
                    <a:pt x="1579306" y="1744500"/>
                  </a:lnTo>
                  <a:lnTo>
                    <a:pt x="1580736" y="1744500"/>
                  </a:lnTo>
                  <a:lnTo>
                    <a:pt x="1582206" y="1744531"/>
                  </a:lnTo>
                  <a:lnTo>
                    <a:pt x="1583668" y="1744531"/>
                  </a:lnTo>
                  <a:lnTo>
                    <a:pt x="1585106" y="1744563"/>
                  </a:lnTo>
                  <a:lnTo>
                    <a:pt x="1586568" y="1744563"/>
                  </a:lnTo>
                  <a:lnTo>
                    <a:pt x="1588038" y="1744594"/>
                  </a:lnTo>
                  <a:lnTo>
                    <a:pt x="1589500" y="1744594"/>
                  </a:lnTo>
                  <a:lnTo>
                    <a:pt x="1590938" y="1744618"/>
                  </a:lnTo>
                  <a:lnTo>
                    <a:pt x="1592408" y="1744618"/>
                  </a:lnTo>
                  <a:lnTo>
                    <a:pt x="1593869" y="1744649"/>
                  </a:lnTo>
                  <a:lnTo>
                    <a:pt x="1595308" y="1744649"/>
                  </a:lnTo>
                  <a:lnTo>
                    <a:pt x="1596770" y="1744680"/>
                  </a:lnTo>
                  <a:lnTo>
                    <a:pt x="1598239" y="1744680"/>
                  </a:lnTo>
                  <a:lnTo>
                    <a:pt x="1599701" y="1744711"/>
                  </a:lnTo>
                  <a:lnTo>
                    <a:pt x="1602601" y="1744711"/>
                  </a:lnTo>
                  <a:lnTo>
                    <a:pt x="1604071" y="1744743"/>
                  </a:lnTo>
                  <a:lnTo>
                    <a:pt x="1605502" y="1744743"/>
                  </a:lnTo>
                  <a:lnTo>
                    <a:pt x="1606971" y="1744774"/>
                  </a:lnTo>
                  <a:lnTo>
                    <a:pt x="1609903" y="1744774"/>
                  </a:lnTo>
                  <a:lnTo>
                    <a:pt x="1611333" y="1744805"/>
                  </a:lnTo>
                  <a:lnTo>
                    <a:pt x="1612803" y="1744805"/>
                  </a:lnTo>
                  <a:lnTo>
                    <a:pt x="1614265" y="1744836"/>
                  </a:lnTo>
                  <a:lnTo>
                    <a:pt x="1617173" y="1744836"/>
                  </a:lnTo>
                  <a:lnTo>
                    <a:pt x="1618635" y="1744868"/>
                  </a:lnTo>
                  <a:lnTo>
                    <a:pt x="1620073" y="1744868"/>
                  </a:lnTo>
                  <a:lnTo>
                    <a:pt x="1621535" y="1744899"/>
                  </a:lnTo>
                  <a:lnTo>
                    <a:pt x="1624466" y="1744899"/>
                  </a:lnTo>
                  <a:lnTo>
                    <a:pt x="1625905" y="1744930"/>
                  </a:lnTo>
                  <a:lnTo>
                    <a:pt x="1628836" y="1744930"/>
                  </a:lnTo>
                  <a:lnTo>
                    <a:pt x="1630267" y="1744954"/>
                  </a:lnTo>
                  <a:lnTo>
                    <a:pt x="1633198" y="1744954"/>
                  </a:lnTo>
                  <a:lnTo>
                    <a:pt x="1634668" y="1744985"/>
                  </a:lnTo>
                  <a:lnTo>
                    <a:pt x="1636098" y="1744985"/>
                  </a:lnTo>
                  <a:lnTo>
                    <a:pt x="1637568" y="1745962"/>
                  </a:lnTo>
                  <a:lnTo>
                    <a:pt x="0" y="1745962"/>
                  </a:lnTo>
                  <a:close/>
                </a:path>
              </a:pathLst>
            </a:custGeom>
            <a:solidFill>
              <a:schemeClr val="bg2">
                <a:lumMod val="90000"/>
                <a:alpha val="60000"/>
              </a:schemeClr>
            </a:solidFill>
            <a:ln w="7808" cap="flat">
              <a:noFill/>
              <a:prstDash val="solid"/>
              <a:miter/>
            </a:ln>
          </p:spPr>
          <p:txBody>
            <a:bodyPr rtlCol="0" anchor="ctr"/>
            <a:lstStyle/>
            <a:p>
              <a:endParaRPr lang="en-GB" noProof="0"/>
            </a:p>
          </p:txBody>
        </p:sp>
        <p:grpSp>
          <p:nvGrpSpPr>
            <p:cNvPr id="328" name="Group 327" descr="\documentclass{article}&#10;\usepackage{amsmath}&#10;\pagestyle{empty}&#10;\begin{document}&#10;&#10;\[&#10;\mu_1 - \beta^Tx&#10;\]&#10;&#10;\end{document}" title="IguanaTex Shape Display">
              <a:extLst>
                <a:ext uri="{FF2B5EF4-FFF2-40B4-BE49-F238E27FC236}">
                  <a16:creationId xmlns:a16="http://schemas.microsoft.com/office/drawing/2014/main" id="{804CC0AF-4366-B123-053E-8C6B392CC7D8}"/>
                </a:ext>
              </a:extLst>
            </p:cNvPr>
            <p:cNvGrpSpPr>
              <a:grpSpLocks noChangeAspect="1"/>
            </p:cNvGrpSpPr>
            <p:nvPr>
              <p:custDataLst>
                <p:tags r:id="rId1"/>
              </p:custDataLst>
            </p:nvPr>
          </p:nvGrpSpPr>
          <p:grpSpPr>
            <a:xfrm>
              <a:off x="7705252" y="5307879"/>
              <a:ext cx="315520" cy="83615"/>
              <a:chOff x="13739750" y="2207302"/>
              <a:chExt cx="939221" cy="248899"/>
            </a:xfrm>
            <a:solidFill>
              <a:schemeClr val="tx1"/>
            </a:solidFill>
          </p:grpSpPr>
          <p:sp>
            <p:nvSpPr>
              <p:cNvPr id="357" name="Freeform: Shape 356">
                <a:extLst>
                  <a:ext uri="{FF2B5EF4-FFF2-40B4-BE49-F238E27FC236}">
                    <a16:creationId xmlns:a16="http://schemas.microsoft.com/office/drawing/2014/main" id="{95EA731C-6408-3E04-A465-73FAE6C394F3}"/>
                  </a:ext>
                </a:extLst>
              </p:cNvPr>
              <p:cNvSpPr/>
              <p:nvPr>
                <p:custDataLst>
                  <p:tags r:id="rId30"/>
                </p:custDataLst>
              </p:nvPr>
            </p:nvSpPr>
            <p:spPr>
              <a:xfrm>
                <a:off x="13739750" y="2307597"/>
                <a:ext cx="126670" cy="148604"/>
              </a:xfrm>
              <a:custGeom>
                <a:avLst/>
                <a:gdLst>
                  <a:gd name="connsiteX0" fmla="*/ 47189 w 126670"/>
                  <a:gd name="connsiteY0" fmla="*/ 20626 h 148604"/>
                  <a:gd name="connsiteX1" fmla="*/ 50695 w 126670"/>
                  <a:gd name="connsiteY1" fmla="*/ 6172 h 148604"/>
                  <a:gd name="connsiteX2" fmla="*/ 43917 w 126670"/>
                  <a:gd name="connsiteY2" fmla="*/ 75 h 148604"/>
                  <a:gd name="connsiteX3" fmla="*/ 34569 w 126670"/>
                  <a:gd name="connsiteY3" fmla="*/ 8205 h 148604"/>
                  <a:gd name="connsiteX4" fmla="*/ 914 w 126670"/>
                  <a:gd name="connsiteY4" fmla="*/ 138968 h 148604"/>
                  <a:gd name="connsiteX5" fmla="*/ 213 w 126670"/>
                  <a:gd name="connsiteY5" fmla="*/ 142581 h 148604"/>
                  <a:gd name="connsiteX6" fmla="*/ 6757 w 126670"/>
                  <a:gd name="connsiteY6" fmla="*/ 148679 h 148604"/>
                  <a:gd name="connsiteX7" fmla="*/ 14937 w 126670"/>
                  <a:gd name="connsiteY7" fmla="*/ 143936 h 148604"/>
                  <a:gd name="connsiteX8" fmla="*/ 27791 w 126670"/>
                  <a:gd name="connsiteY8" fmla="*/ 95380 h 148604"/>
                  <a:gd name="connsiteX9" fmla="*/ 50461 w 126670"/>
                  <a:gd name="connsiteY9" fmla="*/ 102381 h 148604"/>
                  <a:gd name="connsiteX10" fmla="*/ 81544 w 126670"/>
                  <a:gd name="connsiteY10" fmla="*/ 85895 h 148604"/>
                  <a:gd name="connsiteX11" fmla="*/ 102578 w 126670"/>
                  <a:gd name="connsiteY11" fmla="*/ 102381 h 148604"/>
                  <a:gd name="connsiteX12" fmla="*/ 119873 w 126670"/>
                  <a:gd name="connsiteY12" fmla="*/ 89960 h 148604"/>
                  <a:gd name="connsiteX13" fmla="*/ 126884 w 126670"/>
                  <a:gd name="connsiteY13" fmla="*/ 67602 h 148604"/>
                  <a:gd name="connsiteX14" fmla="*/ 124080 w 126670"/>
                  <a:gd name="connsiteY14" fmla="*/ 65343 h 148604"/>
                  <a:gd name="connsiteX15" fmla="*/ 120808 w 126670"/>
                  <a:gd name="connsiteY15" fmla="*/ 69408 h 148604"/>
                  <a:gd name="connsiteX16" fmla="*/ 103046 w 126670"/>
                  <a:gd name="connsiteY16" fmla="*/ 97413 h 148604"/>
                  <a:gd name="connsiteX17" fmla="*/ 96034 w 126670"/>
                  <a:gd name="connsiteY17" fmla="*/ 87024 h 148604"/>
                  <a:gd name="connsiteX18" fmla="*/ 100709 w 126670"/>
                  <a:gd name="connsiteY18" fmla="*/ 63536 h 148604"/>
                  <a:gd name="connsiteX19" fmla="*/ 107252 w 126670"/>
                  <a:gd name="connsiteY19" fmla="*/ 39145 h 148604"/>
                  <a:gd name="connsiteX20" fmla="*/ 111226 w 126670"/>
                  <a:gd name="connsiteY20" fmla="*/ 23788 h 148604"/>
                  <a:gd name="connsiteX21" fmla="*/ 114731 w 126670"/>
                  <a:gd name="connsiteY21" fmla="*/ 8657 h 148604"/>
                  <a:gd name="connsiteX22" fmla="*/ 107954 w 126670"/>
                  <a:gd name="connsiteY22" fmla="*/ 2559 h 148604"/>
                  <a:gd name="connsiteX23" fmla="*/ 98839 w 126670"/>
                  <a:gd name="connsiteY23" fmla="*/ 10463 h 148604"/>
                  <a:gd name="connsiteX24" fmla="*/ 87855 w 126670"/>
                  <a:gd name="connsiteY24" fmla="*/ 52696 h 148604"/>
                  <a:gd name="connsiteX25" fmla="*/ 81778 w 126670"/>
                  <a:gd name="connsiteY25" fmla="*/ 75732 h 148604"/>
                  <a:gd name="connsiteX26" fmla="*/ 51396 w 126670"/>
                  <a:gd name="connsiteY26" fmla="*/ 97413 h 148604"/>
                  <a:gd name="connsiteX27" fmla="*/ 34101 w 126670"/>
                  <a:gd name="connsiteY27" fmla="*/ 77764 h 148604"/>
                  <a:gd name="connsiteX28" fmla="*/ 37373 w 126670"/>
                  <a:gd name="connsiteY28" fmla="*/ 58568 h 148604"/>
                  <a:gd name="connsiteX29" fmla="*/ 47189 w 126670"/>
                  <a:gd name="connsiteY29" fmla="*/ 20626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70" h="148604">
                    <a:moveTo>
                      <a:pt x="47189" y="20626"/>
                    </a:moveTo>
                    <a:cubicBezTo>
                      <a:pt x="48358" y="15884"/>
                      <a:pt x="50695" y="7302"/>
                      <a:pt x="50695" y="6172"/>
                    </a:cubicBezTo>
                    <a:cubicBezTo>
                      <a:pt x="50695" y="2333"/>
                      <a:pt x="47890" y="75"/>
                      <a:pt x="43917" y="75"/>
                    </a:cubicBezTo>
                    <a:cubicBezTo>
                      <a:pt x="43216" y="75"/>
                      <a:pt x="36672" y="301"/>
                      <a:pt x="34569" y="8205"/>
                    </a:cubicBezTo>
                    <a:lnTo>
                      <a:pt x="914" y="138968"/>
                    </a:lnTo>
                    <a:cubicBezTo>
                      <a:pt x="213" y="141678"/>
                      <a:pt x="213" y="142129"/>
                      <a:pt x="213" y="142581"/>
                    </a:cubicBezTo>
                    <a:cubicBezTo>
                      <a:pt x="213" y="145969"/>
                      <a:pt x="2784" y="148679"/>
                      <a:pt x="6757" y="148679"/>
                    </a:cubicBezTo>
                    <a:cubicBezTo>
                      <a:pt x="11665" y="148679"/>
                      <a:pt x="14470" y="144614"/>
                      <a:pt x="14937" y="143936"/>
                    </a:cubicBezTo>
                    <a:cubicBezTo>
                      <a:pt x="15872" y="141904"/>
                      <a:pt x="18910" y="130160"/>
                      <a:pt x="27791" y="95380"/>
                    </a:cubicBezTo>
                    <a:cubicBezTo>
                      <a:pt x="35270" y="101478"/>
                      <a:pt x="45787" y="102381"/>
                      <a:pt x="50461" y="102381"/>
                    </a:cubicBezTo>
                    <a:cubicBezTo>
                      <a:pt x="66821" y="102381"/>
                      <a:pt x="75935" y="92218"/>
                      <a:pt x="81544" y="85895"/>
                    </a:cubicBezTo>
                    <a:cubicBezTo>
                      <a:pt x="83648" y="96058"/>
                      <a:pt x="92295" y="102381"/>
                      <a:pt x="102578" y="102381"/>
                    </a:cubicBezTo>
                    <a:cubicBezTo>
                      <a:pt x="110758" y="102381"/>
                      <a:pt x="116133" y="97187"/>
                      <a:pt x="119873" y="89960"/>
                    </a:cubicBezTo>
                    <a:cubicBezTo>
                      <a:pt x="123846" y="81830"/>
                      <a:pt x="126884" y="68053"/>
                      <a:pt x="126884" y="67602"/>
                    </a:cubicBezTo>
                    <a:cubicBezTo>
                      <a:pt x="126884" y="65343"/>
                      <a:pt x="124781" y="65343"/>
                      <a:pt x="124080" y="65343"/>
                    </a:cubicBezTo>
                    <a:cubicBezTo>
                      <a:pt x="121743" y="65343"/>
                      <a:pt x="121509" y="66246"/>
                      <a:pt x="120808" y="69408"/>
                    </a:cubicBezTo>
                    <a:cubicBezTo>
                      <a:pt x="116835" y="84088"/>
                      <a:pt x="112628" y="97413"/>
                      <a:pt x="103046" y="97413"/>
                    </a:cubicBezTo>
                    <a:cubicBezTo>
                      <a:pt x="96736" y="97413"/>
                      <a:pt x="96034" y="91541"/>
                      <a:pt x="96034" y="87024"/>
                    </a:cubicBezTo>
                    <a:cubicBezTo>
                      <a:pt x="96034" y="82055"/>
                      <a:pt x="98839" y="71441"/>
                      <a:pt x="100709" y="63536"/>
                    </a:cubicBezTo>
                    <a:lnTo>
                      <a:pt x="107252" y="39145"/>
                    </a:lnTo>
                    <a:cubicBezTo>
                      <a:pt x="107954" y="35758"/>
                      <a:pt x="110291" y="27176"/>
                      <a:pt x="111226" y="23788"/>
                    </a:cubicBezTo>
                    <a:cubicBezTo>
                      <a:pt x="112394" y="18594"/>
                      <a:pt x="114731" y="10012"/>
                      <a:pt x="114731" y="8657"/>
                    </a:cubicBezTo>
                    <a:cubicBezTo>
                      <a:pt x="114731" y="4592"/>
                      <a:pt x="111459" y="2559"/>
                      <a:pt x="107954" y="2559"/>
                    </a:cubicBezTo>
                    <a:cubicBezTo>
                      <a:pt x="106785" y="2559"/>
                      <a:pt x="100709" y="2785"/>
                      <a:pt x="98839" y="10463"/>
                    </a:cubicBezTo>
                    <a:lnTo>
                      <a:pt x="87855" y="52696"/>
                    </a:lnTo>
                    <a:cubicBezTo>
                      <a:pt x="85050" y="63988"/>
                      <a:pt x="82479" y="73473"/>
                      <a:pt x="81778" y="75732"/>
                    </a:cubicBezTo>
                    <a:cubicBezTo>
                      <a:pt x="81544" y="76861"/>
                      <a:pt x="70326" y="97413"/>
                      <a:pt x="51396" y="97413"/>
                    </a:cubicBezTo>
                    <a:cubicBezTo>
                      <a:pt x="39710" y="97413"/>
                      <a:pt x="34101" y="89960"/>
                      <a:pt x="34101" y="77764"/>
                    </a:cubicBezTo>
                    <a:cubicBezTo>
                      <a:pt x="34101" y="71215"/>
                      <a:pt x="35737" y="64891"/>
                      <a:pt x="37373" y="58568"/>
                    </a:cubicBezTo>
                    <a:lnTo>
                      <a:pt x="47189" y="20626"/>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8" name="Freeform: Shape 357">
                <a:extLst>
                  <a:ext uri="{FF2B5EF4-FFF2-40B4-BE49-F238E27FC236}">
                    <a16:creationId xmlns:a16="http://schemas.microsoft.com/office/drawing/2014/main" id="{C94A00D7-275D-BDB1-C7AC-16EE3E1978E3}"/>
                  </a:ext>
                </a:extLst>
              </p:cNvPr>
              <p:cNvSpPr/>
              <p:nvPr>
                <p:custDataLst>
                  <p:tags r:id="rId31"/>
                </p:custDataLst>
              </p:nvPr>
            </p:nvSpPr>
            <p:spPr>
              <a:xfrm>
                <a:off x="13891393" y="2336323"/>
                <a:ext cx="59549" cy="104971"/>
              </a:xfrm>
              <a:custGeom>
                <a:avLst/>
                <a:gdLst>
                  <a:gd name="connsiteX0" fmla="*/ 37192 w 59549"/>
                  <a:gd name="connsiteY0" fmla="*/ 4503 h 104971"/>
                  <a:gd name="connsiteX1" fmla="*/ 32284 w 59549"/>
                  <a:gd name="connsiteY1" fmla="*/ 76 h 104971"/>
                  <a:gd name="connsiteX2" fmla="*/ 219 w 59549"/>
                  <a:gd name="connsiteY2" fmla="*/ 10194 h 104971"/>
                  <a:gd name="connsiteX3" fmla="*/ 219 w 59549"/>
                  <a:gd name="connsiteY3" fmla="*/ 15885 h 104971"/>
                  <a:gd name="connsiteX4" fmla="*/ 23941 w 59549"/>
                  <a:gd name="connsiteY4" fmla="*/ 11459 h 104971"/>
                  <a:gd name="connsiteX5" fmla="*/ 23941 w 59549"/>
                  <a:gd name="connsiteY5" fmla="*/ 92084 h 104971"/>
                  <a:gd name="connsiteX6" fmla="*/ 7581 w 59549"/>
                  <a:gd name="connsiteY6" fmla="*/ 99356 h 104971"/>
                  <a:gd name="connsiteX7" fmla="*/ 1364 w 59549"/>
                  <a:gd name="connsiteY7" fmla="*/ 99356 h 104971"/>
                  <a:gd name="connsiteX8" fmla="*/ 1364 w 59549"/>
                  <a:gd name="connsiteY8" fmla="*/ 105048 h 104971"/>
                  <a:gd name="connsiteX9" fmla="*/ 30485 w 59549"/>
                  <a:gd name="connsiteY9" fmla="*/ 104415 h 104971"/>
                  <a:gd name="connsiteX10" fmla="*/ 59769 w 59549"/>
                  <a:gd name="connsiteY10" fmla="*/ 105048 h 104971"/>
                  <a:gd name="connsiteX11" fmla="*/ 59769 w 59549"/>
                  <a:gd name="connsiteY11" fmla="*/ 99356 h 104971"/>
                  <a:gd name="connsiteX12" fmla="*/ 53552 w 59549"/>
                  <a:gd name="connsiteY12" fmla="*/ 99356 h 104971"/>
                  <a:gd name="connsiteX13" fmla="*/ 37192 w 59549"/>
                  <a:gd name="connsiteY13" fmla="*/ 92084 h 104971"/>
                  <a:gd name="connsiteX14" fmla="*/ 37192 w 59549"/>
                  <a:gd name="connsiteY14" fmla="*/ 4503 h 10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49" h="104971">
                    <a:moveTo>
                      <a:pt x="37192" y="4503"/>
                    </a:moveTo>
                    <a:cubicBezTo>
                      <a:pt x="37192" y="234"/>
                      <a:pt x="36865" y="76"/>
                      <a:pt x="32284" y="76"/>
                    </a:cubicBezTo>
                    <a:cubicBezTo>
                      <a:pt x="21814" y="10036"/>
                      <a:pt x="6927" y="10194"/>
                      <a:pt x="219" y="10194"/>
                    </a:cubicBezTo>
                    <a:lnTo>
                      <a:pt x="219" y="15885"/>
                    </a:lnTo>
                    <a:cubicBezTo>
                      <a:pt x="4146" y="15885"/>
                      <a:pt x="14943" y="15885"/>
                      <a:pt x="23941" y="11459"/>
                    </a:cubicBezTo>
                    <a:lnTo>
                      <a:pt x="23941" y="92084"/>
                    </a:lnTo>
                    <a:cubicBezTo>
                      <a:pt x="23941" y="97301"/>
                      <a:pt x="23941" y="99356"/>
                      <a:pt x="7581" y="99356"/>
                    </a:cubicBezTo>
                    <a:lnTo>
                      <a:pt x="1364" y="99356"/>
                    </a:lnTo>
                    <a:lnTo>
                      <a:pt x="1364" y="105048"/>
                    </a:lnTo>
                    <a:cubicBezTo>
                      <a:pt x="4309" y="104890"/>
                      <a:pt x="24432" y="104415"/>
                      <a:pt x="30485" y="104415"/>
                    </a:cubicBezTo>
                    <a:cubicBezTo>
                      <a:pt x="35556" y="104415"/>
                      <a:pt x="56169" y="104890"/>
                      <a:pt x="59769" y="105048"/>
                    </a:cubicBezTo>
                    <a:lnTo>
                      <a:pt x="59769" y="99356"/>
                    </a:lnTo>
                    <a:lnTo>
                      <a:pt x="53552" y="99356"/>
                    </a:lnTo>
                    <a:cubicBezTo>
                      <a:pt x="37192" y="99356"/>
                      <a:pt x="37192" y="97301"/>
                      <a:pt x="37192" y="92084"/>
                    </a:cubicBezTo>
                    <a:lnTo>
                      <a:pt x="37192" y="450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9" name="Freeform: Shape 358">
                <a:extLst>
                  <a:ext uri="{FF2B5EF4-FFF2-40B4-BE49-F238E27FC236}">
                    <a16:creationId xmlns:a16="http://schemas.microsoft.com/office/drawing/2014/main" id="{BF4FA713-CFC9-2734-E210-21E97E126084}"/>
                  </a:ext>
                </a:extLst>
              </p:cNvPr>
              <p:cNvSpPr/>
              <p:nvPr>
                <p:custDataLst>
                  <p:tags r:id="rId32"/>
                </p:custDataLst>
              </p:nvPr>
            </p:nvSpPr>
            <p:spPr>
              <a:xfrm>
                <a:off x="14049739" y="2346441"/>
                <a:ext cx="142796" cy="9033"/>
              </a:xfrm>
              <a:custGeom>
                <a:avLst/>
                <a:gdLst>
                  <a:gd name="connsiteX0" fmla="*/ 134843 w 142796"/>
                  <a:gd name="connsiteY0" fmla="*/ 9108 h 9033"/>
                  <a:gd name="connsiteX1" fmla="*/ 143023 w 142796"/>
                  <a:gd name="connsiteY1" fmla="*/ 4592 h 9033"/>
                  <a:gd name="connsiteX2" fmla="*/ 134843 w 142796"/>
                  <a:gd name="connsiteY2" fmla="*/ 75 h 9033"/>
                  <a:gd name="connsiteX3" fmla="*/ 8406 w 142796"/>
                  <a:gd name="connsiteY3" fmla="*/ 75 h 9033"/>
                  <a:gd name="connsiteX4" fmla="*/ 226 w 142796"/>
                  <a:gd name="connsiteY4" fmla="*/ 4592 h 9033"/>
                  <a:gd name="connsiteX5" fmla="*/ 8406 w 142796"/>
                  <a:gd name="connsiteY5" fmla="*/ 9108 h 9033"/>
                  <a:gd name="connsiteX6" fmla="*/ 134843 w 142796"/>
                  <a:gd name="connsiteY6" fmla="*/ 9108 h 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96" h="9033">
                    <a:moveTo>
                      <a:pt x="134843" y="9108"/>
                    </a:moveTo>
                    <a:cubicBezTo>
                      <a:pt x="138816" y="9108"/>
                      <a:pt x="143023" y="9108"/>
                      <a:pt x="143023" y="4592"/>
                    </a:cubicBezTo>
                    <a:cubicBezTo>
                      <a:pt x="143023" y="75"/>
                      <a:pt x="138816" y="75"/>
                      <a:pt x="134843" y="75"/>
                    </a:cubicBezTo>
                    <a:lnTo>
                      <a:pt x="8406" y="75"/>
                    </a:lnTo>
                    <a:cubicBezTo>
                      <a:pt x="4433" y="75"/>
                      <a:pt x="226" y="75"/>
                      <a:pt x="226" y="4592"/>
                    </a:cubicBezTo>
                    <a:cubicBezTo>
                      <a:pt x="226" y="9108"/>
                      <a:pt x="4433" y="9108"/>
                      <a:pt x="8406" y="9108"/>
                    </a:cubicBezTo>
                    <a:lnTo>
                      <a:pt x="134843" y="9108"/>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60" name="Freeform: Shape 359">
                <a:extLst>
                  <a:ext uri="{FF2B5EF4-FFF2-40B4-BE49-F238E27FC236}">
                    <a16:creationId xmlns:a16="http://schemas.microsoft.com/office/drawing/2014/main" id="{BFF95070-3813-B607-9BD7-1112646FC7D6}"/>
                  </a:ext>
                </a:extLst>
              </p:cNvPr>
              <p:cNvSpPr/>
              <p:nvPr>
                <p:custDataLst>
                  <p:tags r:id="rId33"/>
                </p:custDataLst>
              </p:nvPr>
            </p:nvSpPr>
            <p:spPr>
              <a:xfrm>
                <a:off x="14271032" y="2247974"/>
                <a:ext cx="127401" cy="203257"/>
              </a:xfrm>
              <a:custGeom>
                <a:avLst/>
                <a:gdLst>
                  <a:gd name="connsiteX0" fmla="*/ 127638 w 127401"/>
                  <a:gd name="connsiteY0" fmla="*/ 31015 h 203257"/>
                  <a:gd name="connsiteX1" fmla="*/ 95853 w 127401"/>
                  <a:gd name="connsiteY1" fmla="*/ 75 h 203257"/>
                  <a:gd name="connsiteX2" fmla="*/ 67574 w 127401"/>
                  <a:gd name="connsiteY2" fmla="*/ 9560 h 203257"/>
                  <a:gd name="connsiteX3" fmla="*/ 37425 w 127401"/>
                  <a:gd name="connsiteY3" fmla="*/ 57664 h 203257"/>
                  <a:gd name="connsiteX4" fmla="*/ 266 w 127401"/>
                  <a:gd name="connsiteY4" fmla="*/ 201074 h 203257"/>
                  <a:gd name="connsiteX5" fmla="*/ 3070 w 127401"/>
                  <a:gd name="connsiteY5" fmla="*/ 203333 h 203257"/>
                  <a:gd name="connsiteX6" fmla="*/ 5875 w 127401"/>
                  <a:gd name="connsiteY6" fmla="*/ 202203 h 203257"/>
                  <a:gd name="connsiteX7" fmla="*/ 22234 w 127401"/>
                  <a:gd name="connsiteY7" fmla="*/ 139871 h 203257"/>
                  <a:gd name="connsiteX8" fmla="*/ 54019 w 127401"/>
                  <a:gd name="connsiteY8" fmla="*/ 161778 h 203257"/>
                  <a:gd name="connsiteX9" fmla="*/ 99125 w 127401"/>
                  <a:gd name="connsiteY9" fmla="*/ 143936 h 203257"/>
                  <a:gd name="connsiteX10" fmla="*/ 117822 w 127401"/>
                  <a:gd name="connsiteY10" fmla="*/ 102381 h 203257"/>
                  <a:gd name="connsiteX11" fmla="*/ 100761 w 127401"/>
                  <a:gd name="connsiteY11" fmla="*/ 68731 h 203257"/>
                  <a:gd name="connsiteX12" fmla="*/ 127638 w 127401"/>
                  <a:gd name="connsiteY12" fmla="*/ 31015 h 203257"/>
                  <a:gd name="connsiteX13" fmla="*/ 85570 w 127401"/>
                  <a:gd name="connsiteY13" fmla="*/ 68505 h 203257"/>
                  <a:gd name="connsiteX14" fmla="*/ 74352 w 127401"/>
                  <a:gd name="connsiteY14" fmla="*/ 70086 h 203257"/>
                  <a:gd name="connsiteX15" fmla="*/ 64068 w 127401"/>
                  <a:gd name="connsiteY15" fmla="*/ 69182 h 203257"/>
                  <a:gd name="connsiteX16" fmla="*/ 75520 w 127401"/>
                  <a:gd name="connsiteY16" fmla="*/ 67376 h 203257"/>
                  <a:gd name="connsiteX17" fmla="*/ 85570 w 127401"/>
                  <a:gd name="connsiteY17" fmla="*/ 68505 h 203257"/>
                  <a:gd name="connsiteX18" fmla="*/ 114550 w 127401"/>
                  <a:gd name="connsiteY18" fmla="*/ 25821 h 203257"/>
                  <a:gd name="connsiteX19" fmla="*/ 93516 w 127401"/>
                  <a:gd name="connsiteY19" fmla="*/ 64891 h 203257"/>
                  <a:gd name="connsiteX20" fmla="*/ 75520 w 127401"/>
                  <a:gd name="connsiteY20" fmla="*/ 62181 h 203257"/>
                  <a:gd name="connsiteX21" fmla="*/ 57525 w 127401"/>
                  <a:gd name="connsiteY21" fmla="*/ 69408 h 203257"/>
                  <a:gd name="connsiteX22" fmla="*/ 73651 w 127401"/>
                  <a:gd name="connsiteY22" fmla="*/ 75054 h 203257"/>
                  <a:gd name="connsiteX23" fmla="*/ 92815 w 127401"/>
                  <a:gd name="connsiteY23" fmla="*/ 72118 h 203257"/>
                  <a:gd name="connsiteX24" fmla="*/ 103098 w 127401"/>
                  <a:gd name="connsiteY24" fmla="*/ 97639 h 203257"/>
                  <a:gd name="connsiteX25" fmla="*/ 91412 w 127401"/>
                  <a:gd name="connsiteY25" fmla="*/ 136483 h 203257"/>
                  <a:gd name="connsiteX26" fmla="*/ 53318 w 127401"/>
                  <a:gd name="connsiteY26" fmla="*/ 156809 h 203257"/>
                  <a:gd name="connsiteX27" fmla="*/ 26675 w 127401"/>
                  <a:gd name="connsiteY27" fmla="*/ 127676 h 203257"/>
                  <a:gd name="connsiteX28" fmla="*/ 27843 w 127401"/>
                  <a:gd name="connsiteY28" fmla="*/ 117739 h 203257"/>
                  <a:gd name="connsiteX29" fmla="*/ 42801 w 127401"/>
                  <a:gd name="connsiteY29" fmla="*/ 60600 h 203257"/>
                  <a:gd name="connsiteX30" fmla="*/ 92815 w 127401"/>
                  <a:gd name="connsiteY30" fmla="*/ 5269 h 203257"/>
                  <a:gd name="connsiteX31" fmla="*/ 114550 w 127401"/>
                  <a:gd name="connsiteY31" fmla="*/ 25821 h 20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01" h="203257">
                    <a:moveTo>
                      <a:pt x="127638" y="31015"/>
                    </a:moveTo>
                    <a:cubicBezTo>
                      <a:pt x="127638" y="14077"/>
                      <a:pt x="114784" y="75"/>
                      <a:pt x="95853" y="75"/>
                    </a:cubicBezTo>
                    <a:cubicBezTo>
                      <a:pt x="82298" y="75"/>
                      <a:pt x="75754" y="3688"/>
                      <a:pt x="67574" y="9560"/>
                    </a:cubicBezTo>
                    <a:cubicBezTo>
                      <a:pt x="54720" y="18594"/>
                      <a:pt x="41866" y="40500"/>
                      <a:pt x="37425" y="57664"/>
                    </a:cubicBezTo>
                    <a:lnTo>
                      <a:pt x="266" y="201074"/>
                    </a:lnTo>
                    <a:cubicBezTo>
                      <a:pt x="32" y="201978"/>
                      <a:pt x="1200" y="203333"/>
                      <a:pt x="3070" y="203333"/>
                    </a:cubicBezTo>
                    <a:cubicBezTo>
                      <a:pt x="4940" y="203333"/>
                      <a:pt x="5641" y="202881"/>
                      <a:pt x="5875" y="202203"/>
                    </a:cubicBezTo>
                    <a:lnTo>
                      <a:pt x="22234" y="139871"/>
                    </a:lnTo>
                    <a:cubicBezTo>
                      <a:pt x="26675" y="153422"/>
                      <a:pt x="36958" y="161778"/>
                      <a:pt x="54019" y="161778"/>
                    </a:cubicBezTo>
                    <a:cubicBezTo>
                      <a:pt x="71080" y="161778"/>
                      <a:pt x="88608" y="153873"/>
                      <a:pt x="99125" y="143936"/>
                    </a:cubicBezTo>
                    <a:cubicBezTo>
                      <a:pt x="110343" y="133547"/>
                      <a:pt x="117822" y="119094"/>
                      <a:pt x="117822" y="102381"/>
                    </a:cubicBezTo>
                    <a:cubicBezTo>
                      <a:pt x="117822" y="86121"/>
                      <a:pt x="109174" y="74377"/>
                      <a:pt x="100761" y="68731"/>
                    </a:cubicBezTo>
                    <a:cubicBezTo>
                      <a:pt x="114316" y="61278"/>
                      <a:pt x="127638" y="47276"/>
                      <a:pt x="127638" y="31015"/>
                    </a:cubicBezTo>
                    <a:close/>
                    <a:moveTo>
                      <a:pt x="85570" y="68505"/>
                    </a:moveTo>
                    <a:cubicBezTo>
                      <a:pt x="82532" y="69634"/>
                      <a:pt x="79961" y="70086"/>
                      <a:pt x="74352" y="70086"/>
                    </a:cubicBezTo>
                    <a:cubicBezTo>
                      <a:pt x="71080" y="70086"/>
                      <a:pt x="66405" y="70312"/>
                      <a:pt x="64068" y="69182"/>
                    </a:cubicBezTo>
                    <a:cubicBezTo>
                      <a:pt x="64536" y="66924"/>
                      <a:pt x="72949" y="67376"/>
                      <a:pt x="75520" y="67376"/>
                    </a:cubicBezTo>
                    <a:cubicBezTo>
                      <a:pt x="80428" y="67376"/>
                      <a:pt x="82532" y="67376"/>
                      <a:pt x="85570" y="68505"/>
                    </a:cubicBezTo>
                    <a:close/>
                    <a:moveTo>
                      <a:pt x="114550" y="25821"/>
                    </a:moveTo>
                    <a:cubicBezTo>
                      <a:pt x="114550" y="41630"/>
                      <a:pt x="105669" y="57890"/>
                      <a:pt x="93516" y="64891"/>
                    </a:cubicBezTo>
                    <a:cubicBezTo>
                      <a:pt x="87206" y="62633"/>
                      <a:pt x="82532" y="62181"/>
                      <a:pt x="75520" y="62181"/>
                    </a:cubicBezTo>
                    <a:cubicBezTo>
                      <a:pt x="70612" y="62181"/>
                      <a:pt x="57525" y="61955"/>
                      <a:pt x="57525" y="69408"/>
                    </a:cubicBezTo>
                    <a:cubicBezTo>
                      <a:pt x="57291" y="75732"/>
                      <a:pt x="69444" y="75054"/>
                      <a:pt x="73651" y="75054"/>
                    </a:cubicBezTo>
                    <a:cubicBezTo>
                      <a:pt x="82298" y="75054"/>
                      <a:pt x="85803" y="74828"/>
                      <a:pt x="92815" y="72118"/>
                    </a:cubicBezTo>
                    <a:cubicBezTo>
                      <a:pt x="101696" y="80249"/>
                      <a:pt x="102864" y="87250"/>
                      <a:pt x="103098" y="97639"/>
                    </a:cubicBezTo>
                    <a:cubicBezTo>
                      <a:pt x="103565" y="110737"/>
                      <a:pt x="97956" y="127676"/>
                      <a:pt x="91412" y="136483"/>
                    </a:cubicBezTo>
                    <a:cubicBezTo>
                      <a:pt x="82298" y="148679"/>
                      <a:pt x="66639" y="156809"/>
                      <a:pt x="53318" y="156809"/>
                    </a:cubicBezTo>
                    <a:cubicBezTo>
                      <a:pt x="35556" y="156809"/>
                      <a:pt x="26675" y="143710"/>
                      <a:pt x="26675" y="127676"/>
                    </a:cubicBezTo>
                    <a:cubicBezTo>
                      <a:pt x="26675" y="125417"/>
                      <a:pt x="26675" y="122030"/>
                      <a:pt x="27843" y="117739"/>
                    </a:cubicBezTo>
                    <a:lnTo>
                      <a:pt x="42801" y="60600"/>
                    </a:lnTo>
                    <a:cubicBezTo>
                      <a:pt x="47942" y="41178"/>
                      <a:pt x="64770" y="5269"/>
                      <a:pt x="92815" y="5269"/>
                    </a:cubicBezTo>
                    <a:cubicBezTo>
                      <a:pt x="106370" y="5269"/>
                      <a:pt x="114550" y="12270"/>
                      <a:pt x="114550" y="25821"/>
                    </a:cubicBez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61" name="Freeform: Shape 360">
                <a:extLst>
                  <a:ext uri="{FF2B5EF4-FFF2-40B4-BE49-F238E27FC236}">
                    <a16:creationId xmlns:a16="http://schemas.microsoft.com/office/drawing/2014/main" id="{37137D2D-22A2-0996-2A36-507628DA6EA4}"/>
                  </a:ext>
                </a:extLst>
              </p:cNvPr>
              <p:cNvSpPr/>
              <p:nvPr>
                <p:custDataLst>
                  <p:tags r:id="rId34"/>
                </p:custDataLst>
              </p:nvPr>
            </p:nvSpPr>
            <p:spPr>
              <a:xfrm>
                <a:off x="14415612" y="2207302"/>
                <a:ext cx="122207" cy="106868"/>
              </a:xfrm>
              <a:custGeom>
                <a:avLst/>
                <a:gdLst>
                  <a:gd name="connsiteX0" fmla="*/ 72716 w 122207"/>
                  <a:gd name="connsiteY0" fmla="*/ 11295 h 106868"/>
                  <a:gd name="connsiteX1" fmla="*/ 77787 w 122207"/>
                  <a:gd name="connsiteY1" fmla="*/ 5920 h 106868"/>
                  <a:gd name="connsiteX2" fmla="*/ 87603 w 122207"/>
                  <a:gd name="connsiteY2" fmla="*/ 5762 h 106868"/>
                  <a:gd name="connsiteX3" fmla="*/ 105926 w 122207"/>
                  <a:gd name="connsiteY3" fmla="*/ 7027 h 106868"/>
                  <a:gd name="connsiteX4" fmla="*/ 113615 w 122207"/>
                  <a:gd name="connsiteY4" fmla="*/ 19516 h 106868"/>
                  <a:gd name="connsiteX5" fmla="*/ 112470 w 122207"/>
                  <a:gd name="connsiteY5" fmla="*/ 32321 h 106868"/>
                  <a:gd name="connsiteX6" fmla="*/ 112142 w 122207"/>
                  <a:gd name="connsiteY6" fmla="*/ 34060 h 106868"/>
                  <a:gd name="connsiteX7" fmla="*/ 114924 w 122207"/>
                  <a:gd name="connsiteY7" fmla="*/ 36431 h 106868"/>
                  <a:gd name="connsiteX8" fmla="*/ 118032 w 122207"/>
                  <a:gd name="connsiteY8" fmla="*/ 32479 h 106868"/>
                  <a:gd name="connsiteX9" fmla="*/ 122449 w 122207"/>
                  <a:gd name="connsiteY9" fmla="*/ 2284 h 106868"/>
                  <a:gd name="connsiteX10" fmla="*/ 117541 w 122207"/>
                  <a:gd name="connsiteY10" fmla="*/ 71 h 106868"/>
                  <a:gd name="connsiteX11" fmla="*/ 16929 w 122207"/>
                  <a:gd name="connsiteY11" fmla="*/ 71 h 106868"/>
                  <a:gd name="connsiteX12" fmla="*/ 11367 w 122207"/>
                  <a:gd name="connsiteY12" fmla="*/ 3390 h 106868"/>
                  <a:gd name="connsiteX13" fmla="*/ 1060 w 122207"/>
                  <a:gd name="connsiteY13" fmla="*/ 31372 h 106868"/>
                  <a:gd name="connsiteX14" fmla="*/ 242 w 122207"/>
                  <a:gd name="connsiteY14" fmla="*/ 34218 h 106868"/>
                  <a:gd name="connsiteX15" fmla="*/ 3023 w 122207"/>
                  <a:gd name="connsiteY15" fmla="*/ 36431 h 106868"/>
                  <a:gd name="connsiteX16" fmla="*/ 6459 w 122207"/>
                  <a:gd name="connsiteY16" fmla="*/ 32637 h 106868"/>
                  <a:gd name="connsiteX17" fmla="*/ 46213 w 122207"/>
                  <a:gd name="connsiteY17" fmla="*/ 5762 h 106868"/>
                  <a:gd name="connsiteX18" fmla="*/ 53084 w 122207"/>
                  <a:gd name="connsiteY18" fmla="*/ 5762 h 106868"/>
                  <a:gd name="connsiteX19" fmla="*/ 58155 w 122207"/>
                  <a:gd name="connsiteY19" fmla="*/ 7343 h 106868"/>
                  <a:gd name="connsiteX20" fmla="*/ 57501 w 122207"/>
                  <a:gd name="connsiteY20" fmla="*/ 10663 h 106868"/>
                  <a:gd name="connsiteX21" fmla="*/ 35906 w 122207"/>
                  <a:gd name="connsiteY21" fmla="*/ 93818 h 106868"/>
                  <a:gd name="connsiteX22" fmla="*/ 16765 w 122207"/>
                  <a:gd name="connsiteY22" fmla="*/ 101248 h 106868"/>
                  <a:gd name="connsiteX23" fmla="*/ 9403 w 122207"/>
                  <a:gd name="connsiteY23" fmla="*/ 104726 h 106868"/>
                  <a:gd name="connsiteX24" fmla="*/ 12185 w 122207"/>
                  <a:gd name="connsiteY24" fmla="*/ 106939 h 106868"/>
                  <a:gd name="connsiteX25" fmla="*/ 26254 w 122207"/>
                  <a:gd name="connsiteY25" fmla="*/ 106465 h 106868"/>
                  <a:gd name="connsiteX26" fmla="*/ 40323 w 122207"/>
                  <a:gd name="connsiteY26" fmla="*/ 106307 h 106868"/>
                  <a:gd name="connsiteX27" fmla="*/ 55047 w 122207"/>
                  <a:gd name="connsiteY27" fmla="*/ 106465 h 106868"/>
                  <a:gd name="connsiteX28" fmla="*/ 68789 w 122207"/>
                  <a:gd name="connsiteY28" fmla="*/ 106939 h 106868"/>
                  <a:gd name="connsiteX29" fmla="*/ 72552 w 122207"/>
                  <a:gd name="connsiteY29" fmla="*/ 103461 h 106868"/>
                  <a:gd name="connsiteX30" fmla="*/ 65845 w 122207"/>
                  <a:gd name="connsiteY30" fmla="*/ 101248 h 106868"/>
                  <a:gd name="connsiteX31" fmla="*/ 56356 w 122207"/>
                  <a:gd name="connsiteY31" fmla="*/ 100932 h 106868"/>
                  <a:gd name="connsiteX32" fmla="*/ 50466 w 122207"/>
                  <a:gd name="connsiteY32" fmla="*/ 97928 h 106868"/>
                  <a:gd name="connsiteX33" fmla="*/ 51121 w 122207"/>
                  <a:gd name="connsiteY33" fmla="*/ 94292 h 106868"/>
                  <a:gd name="connsiteX34" fmla="*/ 72716 w 122207"/>
                  <a:gd name="connsiteY34" fmla="*/ 11295 h 10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207" h="106868">
                    <a:moveTo>
                      <a:pt x="72716" y="11295"/>
                    </a:moveTo>
                    <a:cubicBezTo>
                      <a:pt x="73861" y="6710"/>
                      <a:pt x="74188" y="6236"/>
                      <a:pt x="77787" y="5920"/>
                    </a:cubicBezTo>
                    <a:cubicBezTo>
                      <a:pt x="78605" y="5762"/>
                      <a:pt x="84331" y="5762"/>
                      <a:pt x="87603" y="5762"/>
                    </a:cubicBezTo>
                    <a:cubicBezTo>
                      <a:pt x="97582" y="5762"/>
                      <a:pt x="101836" y="5762"/>
                      <a:pt x="105926" y="7027"/>
                    </a:cubicBezTo>
                    <a:cubicBezTo>
                      <a:pt x="113288" y="9240"/>
                      <a:pt x="113615" y="13824"/>
                      <a:pt x="113615" y="19516"/>
                    </a:cubicBezTo>
                    <a:cubicBezTo>
                      <a:pt x="113615" y="22045"/>
                      <a:pt x="113615" y="24100"/>
                      <a:pt x="112470" y="32321"/>
                    </a:cubicBezTo>
                    <a:lnTo>
                      <a:pt x="112142" y="34060"/>
                    </a:lnTo>
                    <a:cubicBezTo>
                      <a:pt x="112142" y="35641"/>
                      <a:pt x="113288" y="36431"/>
                      <a:pt x="114924" y="36431"/>
                    </a:cubicBezTo>
                    <a:cubicBezTo>
                      <a:pt x="117378" y="36431"/>
                      <a:pt x="117705" y="35008"/>
                      <a:pt x="118032" y="32479"/>
                    </a:cubicBezTo>
                    <a:lnTo>
                      <a:pt x="122449" y="2284"/>
                    </a:lnTo>
                    <a:cubicBezTo>
                      <a:pt x="122449" y="71"/>
                      <a:pt x="120486" y="71"/>
                      <a:pt x="117541" y="71"/>
                    </a:cubicBezTo>
                    <a:lnTo>
                      <a:pt x="16929" y="71"/>
                    </a:lnTo>
                    <a:cubicBezTo>
                      <a:pt x="12839" y="71"/>
                      <a:pt x="12512" y="71"/>
                      <a:pt x="11367" y="3390"/>
                    </a:cubicBezTo>
                    <a:lnTo>
                      <a:pt x="1060" y="31372"/>
                    </a:lnTo>
                    <a:cubicBezTo>
                      <a:pt x="896" y="32005"/>
                      <a:pt x="242" y="33428"/>
                      <a:pt x="242" y="34218"/>
                    </a:cubicBezTo>
                    <a:cubicBezTo>
                      <a:pt x="242" y="34850"/>
                      <a:pt x="569" y="36431"/>
                      <a:pt x="3023" y="36431"/>
                    </a:cubicBezTo>
                    <a:cubicBezTo>
                      <a:pt x="5150" y="36431"/>
                      <a:pt x="5477" y="35641"/>
                      <a:pt x="6459" y="32637"/>
                    </a:cubicBezTo>
                    <a:cubicBezTo>
                      <a:pt x="15947" y="7343"/>
                      <a:pt x="21346" y="5762"/>
                      <a:pt x="46213" y="5762"/>
                    </a:cubicBezTo>
                    <a:lnTo>
                      <a:pt x="53084" y="5762"/>
                    </a:lnTo>
                    <a:cubicBezTo>
                      <a:pt x="57992" y="5762"/>
                      <a:pt x="58155" y="5920"/>
                      <a:pt x="58155" y="7343"/>
                    </a:cubicBezTo>
                    <a:cubicBezTo>
                      <a:pt x="58155" y="7501"/>
                      <a:pt x="58155" y="8291"/>
                      <a:pt x="57501" y="10663"/>
                    </a:cubicBezTo>
                    <a:lnTo>
                      <a:pt x="35906" y="93818"/>
                    </a:lnTo>
                    <a:cubicBezTo>
                      <a:pt x="34434" y="99667"/>
                      <a:pt x="33943" y="101248"/>
                      <a:pt x="16765" y="101248"/>
                    </a:cubicBezTo>
                    <a:cubicBezTo>
                      <a:pt x="10876" y="101248"/>
                      <a:pt x="9403" y="101248"/>
                      <a:pt x="9403" y="104726"/>
                    </a:cubicBezTo>
                    <a:cubicBezTo>
                      <a:pt x="9403" y="105200"/>
                      <a:pt x="9731" y="106939"/>
                      <a:pt x="12185" y="106939"/>
                    </a:cubicBezTo>
                    <a:cubicBezTo>
                      <a:pt x="16765" y="106939"/>
                      <a:pt x="21673" y="106465"/>
                      <a:pt x="26254" y="106465"/>
                    </a:cubicBezTo>
                    <a:cubicBezTo>
                      <a:pt x="30835" y="106465"/>
                      <a:pt x="35743" y="106307"/>
                      <a:pt x="40323" y="106307"/>
                    </a:cubicBezTo>
                    <a:cubicBezTo>
                      <a:pt x="44904" y="106307"/>
                      <a:pt x="50466" y="106307"/>
                      <a:pt x="55047" y="106465"/>
                    </a:cubicBezTo>
                    <a:cubicBezTo>
                      <a:pt x="59464" y="106623"/>
                      <a:pt x="64372" y="106939"/>
                      <a:pt x="68789" y="106939"/>
                    </a:cubicBezTo>
                    <a:cubicBezTo>
                      <a:pt x="70098" y="106939"/>
                      <a:pt x="72552" y="106939"/>
                      <a:pt x="72552" y="103461"/>
                    </a:cubicBezTo>
                    <a:cubicBezTo>
                      <a:pt x="72552" y="101248"/>
                      <a:pt x="70916" y="101248"/>
                      <a:pt x="65845" y="101248"/>
                    </a:cubicBezTo>
                    <a:cubicBezTo>
                      <a:pt x="62736" y="101248"/>
                      <a:pt x="59464" y="101090"/>
                      <a:pt x="56356" y="100932"/>
                    </a:cubicBezTo>
                    <a:cubicBezTo>
                      <a:pt x="50794" y="100457"/>
                      <a:pt x="50466" y="99825"/>
                      <a:pt x="50466" y="97928"/>
                    </a:cubicBezTo>
                    <a:cubicBezTo>
                      <a:pt x="50466" y="96821"/>
                      <a:pt x="50466" y="96505"/>
                      <a:pt x="51121" y="94292"/>
                    </a:cubicBezTo>
                    <a:lnTo>
                      <a:pt x="72716" y="11295"/>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62" name="Freeform: Shape 361">
                <a:extLst>
                  <a:ext uri="{FF2B5EF4-FFF2-40B4-BE49-F238E27FC236}">
                    <a16:creationId xmlns:a16="http://schemas.microsoft.com/office/drawing/2014/main" id="{904E1721-ABCA-1E41-85CA-0DEFC44E2F35}"/>
                  </a:ext>
                </a:extLst>
              </p:cNvPr>
              <p:cNvSpPr/>
              <p:nvPr>
                <p:custDataLst>
                  <p:tags r:id="rId35"/>
                </p:custDataLst>
              </p:nvPr>
            </p:nvSpPr>
            <p:spPr>
              <a:xfrm>
                <a:off x="14562584" y="2307597"/>
                <a:ext cx="116387" cy="102306"/>
              </a:xfrm>
              <a:custGeom>
                <a:avLst/>
                <a:gdLst>
                  <a:gd name="connsiteX0" fmla="*/ 71530 w 116387"/>
                  <a:gd name="connsiteY0" fmla="*/ 31693 h 102306"/>
                  <a:gd name="connsiteX1" fmla="*/ 94667 w 116387"/>
                  <a:gd name="connsiteY1" fmla="*/ 5043 h 102306"/>
                  <a:gd name="connsiteX2" fmla="*/ 106353 w 116387"/>
                  <a:gd name="connsiteY2" fmla="*/ 7979 h 102306"/>
                  <a:gd name="connsiteX3" fmla="*/ 95135 w 116387"/>
                  <a:gd name="connsiteY3" fmla="*/ 20175 h 102306"/>
                  <a:gd name="connsiteX4" fmla="*/ 104016 w 116387"/>
                  <a:gd name="connsiteY4" fmla="*/ 28079 h 102306"/>
                  <a:gd name="connsiteX5" fmla="*/ 116636 w 116387"/>
                  <a:gd name="connsiteY5" fmla="*/ 14980 h 102306"/>
                  <a:gd name="connsiteX6" fmla="*/ 94901 w 116387"/>
                  <a:gd name="connsiteY6" fmla="*/ 75 h 102306"/>
                  <a:gd name="connsiteX7" fmla="*/ 70361 w 116387"/>
                  <a:gd name="connsiteY7" fmla="*/ 17239 h 102306"/>
                  <a:gd name="connsiteX8" fmla="*/ 45121 w 116387"/>
                  <a:gd name="connsiteY8" fmla="*/ 75 h 102306"/>
                  <a:gd name="connsiteX9" fmla="*/ 7493 w 116387"/>
                  <a:gd name="connsiteY9" fmla="*/ 34854 h 102306"/>
                  <a:gd name="connsiteX10" fmla="*/ 10298 w 116387"/>
                  <a:gd name="connsiteY10" fmla="*/ 37113 h 102306"/>
                  <a:gd name="connsiteX11" fmla="*/ 13336 w 116387"/>
                  <a:gd name="connsiteY11" fmla="*/ 34629 h 102306"/>
                  <a:gd name="connsiteX12" fmla="*/ 44653 w 116387"/>
                  <a:gd name="connsiteY12" fmla="*/ 5043 h 102306"/>
                  <a:gd name="connsiteX13" fmla="*/ 57274 w 116387"/>
                  <a:gd name="connsiteY13" fmla="*/ 20175 h 102306"/>
                  <a:gd name="connsiteX14" fmla="*/ 44653 w 116387"/>
                  <a:gd name="connsiteY14" fmla="*/ 73925 h 102306"/>
                  <a:gd name="connsiteX15" fmla="*/ 22451 w 116387"/>
                  <a:gd name="connsiteY15" fmla="*/ 97413 h 102306"/>
                  <a:gd name="connsiteX16" fmla="*/ 10765 w 116387"/>
                  <a:gd name="connsiteY16" fmla="*/ 94477 h 102306"/>
                  <a:gd name="connsiteX17" fmla="*/ 21750 w 116387"/>
                  <a:gd name="connsiteY17" fmla="*/ 82281 h 102306"/>
                  <a:gd name="connsiteX18" fmla="*/ 13102 w 116387"/>
                  <a:gd name="connsiteY18" fmla="*/ 74377 h 102306"/>
                  <a:gd name="connsiteX19" fmla="*/ 248 w 116387"/>
                  <a:gd name="connsiteY19" fmla="*/ 87476 h 102306"/>
                  <a:gd name="connsiteX20" fmla="*/ 22217 w 116387"/>
                  <a:gd name="connsiteY20" fmla="*/ 102381 h 102306"/>
                  <a:gd name="connsiteX21" fmla="*/ 46757 w 116387"/>
                  <a:gd name="connsiteY21" fmla="*/ 85217 h 102306"/>
                  <a:gd name="connsiteX22" fmla="*/ 71997 w 116387"/>
                  <a:gd name="connsiteY22" fmla="*/ 102381 h 102306"/>
                  <a:gd name="connsiteX23" fmla="*/ 109391 w 116387"/>
                  <a:gd name="connsiteY23" fmla="*/ 67602 h 102306"/>
                  <a:gd name="connsiteX24" fmla="*/ 106586 w 116387"/>
                  <a:gd name="connsiteY24" fmla="*/ 65343 h 102306"/>
                  <a:gd name="connsiteX25" fmla="*/ 103548 w 116387"/>
                  <a:gd name="connsiteY25" fmla="*/ 67827 h 102306"/>
                  <a:gd name="connsiteX26" fmla="*/ 72465 w 116387"/>
                  <a:gd name="connsiteY26" fmla="*/ 97413 h 102306"/>
                  <a:gd name="connsiteX27" fmla="*/ 59611 w 116387"/>
                  <a:gd name="connsiteY27" fmla="*/ 82507 h 102306"/>
                  <a:gd name="connsiteX28" fmla="*/ 63584 w 116387"/>
                  <a:gd name="connsiteY28" fmla="*/ 62633 h 102306"/>
                  <a:gd name="connsiteX29" fmla="*/ 71530 w 116387"/>
                  <a:gd name="connsiteY29" fmla="*/ 31693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387" h="102306">
                    <a:moveTo>
                      <a:pt x="71530" y="31693"/>
                    </a:moveTo>
                    <a:cubicBezTo>
                      <a:pt x="72932" y="25821"/>
                      <a:pt x="78308" y="5043"/>
                      <a:pt x="94667" y="5043"/>
                    </a:cubicBezTo>
                    <a:cubicBezTo>
                      <a:pt x="95836" y="5043"/>
                      <a:pt x="101445" y="5043"/>
                      <a:pt x="106353" y="7979"/>
                    </a:cubicBezTo>
                    <a:cubicBezTo>
                      <a:pt x="99809" y="9108"/>
                      <a:pt x="95135" y="14754"/>
                      <a:pt x="95135" y="20175"/>
                    </a:cubicBezTo>
                    <a:cubicBezTo>
                      <a:pt x="95135" y="23788"/>
                      <a:pt x="97705" y="28079"/>
                      <a:pt x="104016" y="28079"/>
                    </a:cubicBezTo>
                    <a:cubicBezTo>
                      <a:pt x="109157" y="28079"/>
                      <a:pt x="116636" y="24014"/>
                      <a:pt x="116636" y="14980"/>
                    </a:cubicBezTo>
                    <a:cubicBezTo>
                      <a:pt x="116636" y="3237"/>
                      <a:pt x="102847" y="75"/>
                      <a:pt x="94901" y="75"/>
                    </a:cubicBezTo>
                    <a:cubicBezTo>
                      <a:pt x="81346" y="75"/>
                      <a:pt x="73166" y="12044"/>
                      <a:pt x="70361" y="17239"/>
                    </a:cubicBezTo>
                    <a:cubicBezTo>
                      <a:pt x="64519" y="2333"/>
                      <a:pt x="51898" y="75"/>
                      <a:pt x="45121" y="75"/>
                    </a:cubicBezTo>
                    <a:cubicBezTo>
                      <a:pt x="20815" y="75"/>
                      <a:pt x="7493" y="29208"/>
                      <a:pt x="7493" y="34854"/>
                    </a:cubicBezTo>
                    <a:cubicBezTo>
                      <a:pt x="7493" y="37113"/>
                      <a:pt x="9830" y="37113"/>
                      <a:pt x="10298" y="37113"/>
                    </a:cubicBezTo>
                    <a:cubicBezTo>
                      <a:pt x="12168" y="37113"/>
                      <a:pt x="12869" y="36661"/>
                      <a:pt x="13336" y="34629"/>
                    </a:cubicBezTo>
                    <a:cubicBezTo>
                      <a:pt x="21282" y="10689"/>
                      <a:pt x="36707" y="5043"/>
                      <a:pt x="44653" y="5043"/>
                    </a:cubicBezTo>
                    <a:cubicBezTo>
                      <a:pt x="49094" y="5043"/>
                      <a:pt x="57274" y="7076"/>
                      <a:pt x="57274" y="20175"/>
                    </a:cubicBezTo>
                    <a:cubicBezTo>
                      <a:pt x="57274" y="27176"/>
                      <a:pt x="53301" y="42307"/>
                      <a:pt x="44653" y="73925"/>
                    </a:cubicBezTo>
                    <a:cubicBezTo>
                      <a:pt x="40914" y="87927"/>
                      <a:pt x="32734" y="97413"/>
                      <a:pt x="22451" y="97413"/>
                    </a:cubicBezTo>
                    <a:cubicBezTo>
                      <a:pt x="21049" y="97413"/>
                      <a:pt x="15673" y="97413"/>
                      <a:pt x="10765" y="94477"/>
                    </a:cubicBezTo>
                    <a:cubicBezTo>
                      <a:pt x="16608" y="93348"/>
                      <a:pt x="21750" y="88605"/>
                      <a:pt x="21750" y="82281"/>
                    </a:cubicBezTo>
                    <a:cubicBezTo>
                      <a:pt x="21750" y="76184"/>
                      <a:pt x="16608" y="74377"/>
                      <a:pt x="13102" y="74377"/>
                    </a:cubicBezTo>
                    <a:cubicBezTo>
                      <a:pt x="6091" y="74377"/>
                      <a:pt x="248" y="80249"/>
                      <a:pt x="248" y="87476"/>
                    </a:cubicBezTo>
                    <a:cubicBezTo>
                      <a:pt x="248" y="97864"/>
                      <a:pt x="11934" y="102381"/>
                      <a:pt x="22217" y="102381"/>
                    </a:cubicBezTo>
                    <a:cubicBezTo>
                      <a:pt x="37642" y="102381"/>
                      <a:pt x="46056" y="86572"/>
                      <a:pt x="46757" y="85217"/>
                    </a:cubicBezTo>
                    <a:cubicBezTo>
                      <a:pt x="49561" y="93573"/>
                      <a:pt x="57975" y="102381"/>
                      <a:pt x="71997" y="102381"/>
                    </a:cubicBezTo>
                    <a:cubicBezTo>
                      <a:pt x="96069" y="102381"/>
                      <a:pt x="109391" y="73248"/>
                      <a:pt x="109391" y="67602"/>
                    </a:cubicBezTo>
                    <a:cubicBezTo>
                      <a:pt x="109391" y="65343"/>
                      <a:pt x="107288" y="65343"/>
                      <a:pt x="106586" y="65343"/>
                    </a:cubicBezTo>
                    <a:cubicBezTo>
                      <a:pt x="104483" y="65343"/>
                      <a:pt x="104016" y="66246"/>
                      <a:pt x="103548" y="67827"/>
                    </a:cubicBezTo>
                    <a:cubicBezTo>
                      <a:pt x="95836" y="91993"/>
                      <a:pt x="79943" y="97413"/>
                      <a:pt x="72465" y="97413"/>
                    </a:cubicBezTo>
                    <a:cubicBezTo>
                      <a:pt x="63350" y="97413"/>
                      <a:pt x="59611" y="90186"/>
                      <a:pt x="59611" y="82507"/>
                    </a:cubicBezTo>
                    <a:cubicBezTo>
                      <a:pt x="59611" y="77539"/>
                      <a:pt x="61013" y="72570"/>
                      <a:pt x="63584" y="62633"/>
                    </a:cubicBezTo>
                    <a:lnTo>
                      <a:pt x="71530" y="31693"/>
                    </a:lnTo>
                    <a:close/>
                  </a:path>
                </a:pathLst>
              </a:custGeom>
              <a:grp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29" name="Group 328" descr="\documentclass{article}&#10;\usepackage{amsmath}&#10;\pagestyle{empty}&#10;\begin{document}&#10;&#10;$P(y = 1)$&#10;&#10;&#10;\end{document}" title="IguanaTex Shape Display">
              <a:extLst>
                <a:ext uri="{FF2B5EF4-FFF2-40B4-BE49-F238E27FC236}">
                  <a16:creationId xmlns:a16="http://schemas.microsoft.com/office/drawing/2014/main" id="{F3DF1FF2-5065-4279-DFA1-387B0DAB70B2}"/>
                </a:ext>
              </a:extLst>
            </p:cNvPr>
            <p:cNvGrpSpPr>
              <a:grpSpLocks noChangeAspect="1"/>
            </p:cNvGrpSpPr>
            <p:nvPr>
              <p:custDataLst>
                <p:tags r:id="rId2"/>
              </p:custDataLst>
            </p:nvPr>
          </p:nvGrpSpPr>
          <p:grpSpPr>
            <a:xfrm>
              <a:off x="7544893" y="4959726"/>
              <a:ext cx="275741" cy="71156"/>
              <a:chOff x="5396034" y="6037953"/>
              <a:chExt cx="536662" cy="138487"/>
            </a:xfrm>
            <a:solidFill>
              <a:schemeClr val="bg1"/>
            </a:solidFill>
          </p:grpSpPr>
          <p:sp>
            <p:nvSpPr>
              <p:cNvPr id="351" name="Freeform: Shape 350">
                <a:extLst>
                  <a:ext uri="{FF2B5EF4-FFF2-40B4-BE49-F238E27FC236}">
                    <a16:creationId xmlns:a16="http://schemas.microsoft.com/office/drawing/2014/main" id="{55594EB3-E450-877B-1673-83EEC8B649C8}"/>
                  </a:ext>
                </a:extLst>
              </p:cNvPr>
              <p:cNvSpPr/>
              <p:nvPr>
                <p:custDataLst>
                  <p:tags r:id="rId24"/>
                </p:custDataLst>
              </p:nvPr>
            </p:nvSpPr>
            <p:spPr>
              <a:xfrm>
                <a:off x="5396034" y="6047232"/>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grpFill/>
              <a:ln w="14165" cap="flat">
                <a:noFill/>
                <a:prstDash val="solid"/>
                <a:miter/>
              </a:ln>
            </p:spPr>
            <p:txBody>
              <a:bodyPr rtlCol="0" anchor="ctr"/>
              <a:lstStyle/>
              <a:p>
                <a:endParaRPr lang="en-GB" noProof="0"/>
              </a:p>
            </p:txBody>
          </p:sp>
          <p:sp>
            <p:nvSpPr>
              <p:cNvPr id="352" name="Freeform: Shape 351">
                <a:extLst>
                  <a:ext uri="{FF2B5EF4-FFF2-40B4-BE49-F238E27FC236}">
                    <a16:creationId xmlns:a16="http://schemas.microsoft.com/office/drawing/2014/main" id="{46BA2C3F-09A5-08F0-6189-30DFA35BD654}"/>
                  </a:ext>
                </a:extLst>
              </p:cNvPr>
              <p:cNvSpPr/>
              <p:nvPr>
                <p:custDataLst>
                  <p:tags r:id="rId25"/>
                </p:custDataLst>
              </p:nvPr>
            </p:nvSpPr>
            <p:spPr>
              <a:xfrm>
                <a:off x="5515333" y="6037953"/>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grpFill/>
              <a:ln w="14165" cap="flat">
                <a:noFill/>
                <a:prstDash val="solid"/>
                <a:miter/>
              </a:ln>
            </p:spPr>
            <p:txBody>
              <a:bodyPr rtlCol="0" anchor="ctr"/>
              <a:lstStyle/>
              <a:p>
                <a:endParaRPr lang="en-GB" noProof="0"/>
              </a:p>
            </p:txBody>
          </p:sp>
          <p:sp>
            <p:nvSpPr>
              <p:cNvPr id="353" name="Freeform: Shape 352">
                <a:extLst>
                  <a:ext uri="{FF2B5EF4-FFF2-40B4-BE49-F238E27FC236}">
                    <a16:creationId xmlns:a16="http://schemas.microsoft.com/office/drawing/2014/main" id="{7713D1E0-4D0E-83FD-3406-A0D22BA6EFB5}"/>
                  </a:ext>
                </a:extLst>
              </p:cNvPr>
              <p:cNvSpPr/>
              <p:nvPr>
                <p:custDataLst>
                  <p:tags r:id="rId26"/>
                </p:custDataLst>
              </p:nvPr>
            </p:nvSpPr>
            <p:spPr>
              <a:xfrm>
                <a:off x="5560627" y="6080607"/>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grpFill/>
              <a:ln w="14165" cap="flat">
                <a:noFill/>
                <a:prstDash val="solid"/>
                <a:miter/>
              </a:ln>
            </p:spPr>
            <p:txBody>
              <a:bodyPr rtlCol="0" anchor="ctr"/>
              <a:lstStyle/>
              <a:p>
                <a:endParaRPr lang="en-GB" noProof="0"/>
              </a:p>
            </p:txBody>
          </p:sp>
          <p:sp>
            <p:nvSpPr>
              <p:cNvPr id="354" name="Freeform: Shape 353">
                <a:extLst>
                  <a:ext uri="{FF2B5EF4-FFF2-40B4-BE49-F238E27FC236}">
                    <a16:creationId xmlns:a16="http://schemas.microsoft.com/office/drawing/2014/main" id="{60D7F5B4-1656-C479-A433-3C59524E7283}"/>
                  </a:ext>
                </a:extLst>
              </p:cNvPr>
              <p:cNvSpPr/>
              <p:nvPr>
                <p:custDataLst>
                  <p:tags r:id="rId27"/>
                </p:custDataLst>
              </p:nvPr>
            </p:nvSpPr>
            <p:spPr>
              <a:xfrm>
                <a:off x="5678652" y="6090994"/>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grpFill/>
              <a:ln w="14165" cap="flat">
                <a:noFill/>
                <a:prstDash val="solid"/>
                <a:miter/>
              </a:ln>
            </p:spPr>
            <p:txBody>
              <a:bodyPr rtlCol="0" anchor="ctr"/>
              <a:lstStyle/>
              <a:p>
                <a:endParaRPr lang="en-GB" noProof="0"/>
              </a:p>
            </p:txBody>
          </p:sp>
          <p:sp>
            <p:nvSpPr>
              <p:cNvPr id="355" name="Freeform: Shape 354">
                <a:extLst>
                  <a:ext uri="{FF2B5EF4-FFF2-40B4-BE49-F238E27FC236}">
                    <a16:creationId xmlns:a16="http://schemas.microsoft.com/office/drawing/2014/main" id="{03F9541E-1A58-F38C-C27A-769FC63819EF}"/>
                  </a:ext>
                </a:extLst>
              </p:cNvPr>
              <p:cNvSpPr/>
              <p:nvPr>
                <p:custDataLst>
                  <p:tags r:id="rId28"/>
                </p:custDataLst>
              </p:nvPr>
            </p:nvSpPr>
            <p:spPr>
              <a:xfrm>
                <a:off x="5833269" y="6049586"/>
                <a:ext cx="46872" cy="92232"/>
              </a:xfrm>
              <a:custGeom>
                <a:avLst/>
                <a:gdLst>
                  <a:gd name="connsiteX0" fmla="*/ 29225 w 46872"/>
                  <a:gd name="connsiteY0" fmla="*/ 3663 h 92232"/>
                  <a:gd name="connsiteX1" fmla="*/ 25958 w 46872"/>
                  <a:gd name="connsiteY1" fmla="*/ 63 h 92232"/>
                  <a:gd name="connsiteX2" fmla="*/ 107 w 46872"/>
                  <a:gd name="connsiteY2" fmla="*/ 8926 h 92232"/>
                  <a:gd name="connsiteX3" fmla="*/ 107 w 46872"/>
                  <a:gd name="connsiteY3" fmla="*/ 13219 h 92232"/>
                  <a:gd name="connsiteX4" fmla="*/ 18714 w 46872"/>
                  <a:gd name="connsiteY4" fmla="*/ 9618 h 92232"/>
                  <a:gd name="connsiteX5" fmla="*/ 18714 w 46872"/>
                  <a:gd name="connsiteY5" fmla="*/ 81355 h 92232"/>
                  <a:gd name="connsiteX6" fmla="*/ 5504 w 46872"/>
                  <a:gd name="connsiteY6" fmla="*/ 88002 h 92232"/>
                  <a:gd name="connsiteX7" fmla="*/ 959 w 46872"/>
                  <a:gd name="connsiteY7" fmla="*/ 88002 h 92232"/>
                  <a:gd name="connsiteX8" fmla="*/ 959 w 46872"/>
                  <a:gd name="connsiteY8" fmla="*/ 92296 h 92232"/>
                  <a:gd name="connsiteX9" fmla="*/ 23969 w 46872"/>
                  <a:gd name="connsiteY9" fmla="*/ 91880 h 92232"/>
                  <a:gd name="connsiteX10" fmla="*/ 46980 w 46872"/>
                  <a:gd name="connsiteY10" fmla="*/ 92296 h 92232"/>
                  <a:gd name="connsiteX11" fmla="*/ 46980 w 46872"/>
                  <a:gd name="connsiteY11" fmla="*/ 88002 h 92232"/>
                  <a:gd name="connsiteX12" fmla="*/ 42434 w 46872"/>
                  <a:gd name="connsiteY12" fmla="*/ 88002 h 92232"/>
                  <a:gd name="connsiteX13" fmla="*/ 29225 w 46872"/>
                  <a:gd name="connsiteY13" fmla="*/ 81355 h 92232"/>
                  <a:gd name="connsiteX14" fmla="*/ 29225 w 46872"/>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872" h="92232">
                    <a:moveTo>
                      <a:pt x="29225" y="3663"/>
                    </a:moveTo>
                    <a:cubicBezTo>
                      <a:pt x="29225" y="340"/>
                      <a:pt x="29225" y="63"/>
                      <a:pt x="25958" y="63"/>
                    </a:cubicBezTo>
                    <a:cubicBezTo>
                      <a:pt x="17152" y="8926"/>
                      <a:pt x="4652" y="8926"/>
                      <a:pt x="107" y="8926"/>
                    </a:cubicBezTo>
                    <a:lnTo>
                      <a:pt x="107" y="13219"/>
                    </a:lnTo>
                    <a:cubicBezTo>
                      <a:pt x="2948" y="13219"/>
                      <a:pt x="11328" y="13219"/>
                      <a:pt x="18714" y="9618"/>
                    </a:cubicBezTo>
                    <a:lnTo>
                      <a:pt x="18714" y="81355"/>
                    </a:lnTo>
                    <a:cubicBezTo>
                      <a:pt x="18714" y="86341"/>
                      <a:pt x="18288" y="88002"/>
                      <a:pt x="5504" y="88002"/>
                    </a:cubicBezTo>
                    <a:lnTo>
                      <a:pt x="959" y="88002"/>
                    </a:lnTo>
                    <a:lnTo>
                      <a:pt x="959" y="92296"/>
                    </a:lnTo>
                    <a:cubicBezTo>
                      <a:pt x="5930" y="91880"/>
                      <a:pt x="18288" y="91880"/>
                      <a:pt x="23969" y="91880"/>
                    </a:cubicBezTo>
                    <a:cubicBezTo>
                      <a:pt x="29651" y="91880"/>
                      <a:pt x="42008" y="91880"/>
                      <a:pt x="46980" y="92296"/>
                    </a:cubicBezTo>
                    <a:lnTo>
                      <a:pt x="46980" y="88002"/>
                    </a:lnTo>
                    <a:lnTo>
                      <a:pt x="42434" y="88002"/>
                    </a:lnTo>
                    <a:cubicBezTo>
                      <a:pt x="29651" y="88002"/>
                      <a:pt x="29225" y="86479"/>
                      <a:pt x="29225" y="81355"/>
                    </a:cubicBezTo>
                    <a:lnTo>
                      <a:pt x="29225" y="3663"/>
                    </a:lnTo>
                    <a:close/>
                  </a:path>
                </a:pathLst>
              </a:custGeom>
              <a:grpFill/>
              <a:ln w="14165" cap="flat">
                <a:noFill/>
                <a:prstDash val="solid"/>
                <a:miter/>
              </a:ln>
            </p:spPr>
            <p:txBody>
              <a:bodyPr rtlCol="0" anchor="ctr"/>
              <a:lstStyle/>
              <a:p>
                <a:endParaRPr lang="en-GB" noProof="0"/>
              </a:p>
            </p:txBody>
          </p:sp>
          <p:sp>
            <p:nvSpPr>
              <p:cNvPr id="356" name="Freeform: Shape 355">
                <a:extLst>
                  <a:ext uri="{FF2B5EF4-FFF2-40B4-BE49-F238E27FC236}">
                    <a16:creationId xmlns:a16="http://schemas.microsoft.com/office/drawing/2014/main" id="{E85B78AE-A714-1DB4-7935-9CDE0F42902F}"/>
                  </a:ext>
                </a:extLst>
              </p:cNvPr>
              <p:cNvSpPr/>
              <p:nvPr>
                <p:custDataLst>
                  <p:tags r:id="rId29"/>
                </p:custDataLst>
              </p:nvPr>
            </p:nvSpPr>
            <p:spPr>
              <a:xfrm>
                <a:off x="5899743" y="6037953"/>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grpFill/>
              <a:ln w="14165" cap="flat">
                <a:noFill/>
                <a:prstDash val="solid"/>
                <a:miter/>
              </a:ln>
            </p:spPr>
            <p:txBody>
              <a:bodyPr rtlCol="0" anchor="ctr"/>
              <a:lstStyle/>
              <a:p>
                <a:endParaRPr lang="en-GB" noProof="0"/>
              </a:p>
            </p:txBody>
          </p:sp>
        </p:grpSp>
        <p:grpSp>
          <p:nvGrpSpPr>
            <p:cNvPr id="330" name="Group 329" descr="\documentclass{article}&#10;\usepackage{amsmath}&#10;\pagestyle{empty}&#10;\begin{document}&#10;&#10;$P(y = 2)$&#10;&#10;&#10;\end{document}" title="IguanaTex Shape Display">
              <a:extLst>
                <a:ext uri="{FF2B5EF4-FFF2-40B4-BE49-F238E27FC236}">
                  <a16:creationId xmlns:a16="http://schemas.microsoft.com/office/drawing/2014/main" id="{3B9374F9-D4F1-6913-D88E-B0421D95A058}"/>
                </a:ext>
              </a:extLst>
            </p:cNvPr>
            <p:cNvGrpSpPr>
              <a:grpSpLocks noChangeAspect="1"/>
            </p:cNvGrpSpPr>
            <p:nvPr>
              <p:custDataLst>
                <p:tags r:id="rId3"/>
              </p:custDataLst>
            </p:nvPr>
          </p:nvGrpSpPr>
          <p:grpSpPr>
            <a:xfrm>
              <a:off x="8711170" y="4959726"/>
              <a:ext cx="275741" cy="71156"/>
              <a:chOff x="7650630" y="6032874"/>
              <a:chExt cx="536662" cy="138487"/>
            </a:xfrm>
          </p:grpSpPr>
          <p:sp>
            <p:nvSpPr>
              <p:cNvPr id="345" name="Freeform: Shape 344">
                <a:extLst>
                  <a:ext uri="{FF2B5EF4-FFF2-40B4-BE49-F238E27FC236}">
                    <a16:creationId xmlns:a16="http://schemas.microsoft.com/office/drawing/2014/main" id="{3E52D6C5-D094-0EE8-C479-83C63F6BB44C}"/>
                  </a:ext>
                </a:extLst>
              </p:cNvPr>
              <p:cNvSpPr/>
              <p:nvPr>
                <p:custDataLst>
                  <p:tags r:id="rId18"/>
                </p:custDataLst>
              </p:nvPr>
            </p:nvSpPr>
            <p:spPr>
              <a:xfrm>
                <a:off x="7650630" y="6042153"/>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6" name="Freeform: Shape 345">
                <a:extLst>
                  <a:ext uri="{FF2B5EF4-FFF2-40B4-BE49-F238E27FC236}">
                    <a16:creationId xmlns:a16="http://schemas.microsoft.com/office/drawing/2014/main" id="{4FF63DAD-87B3-70B7-3283-A5E35484DECA}"/>
                  </a:ext>
                </a:extLst>
              </p:cNvPr>
              <p:cNvSpPr/>
              <p:nvPr>
                <p:custDataLst>
                  <p:tags r:id="rId19"/>
                </p:custDataLst>
              </p:nvPr>
            </p:nvSpPr>
            <p:spPr>
              <a:xfrm>
                <a:off x="7769929" y="6032874"/>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7" name="Freeform: Shape 346">
                <a:extLst>
                  <a:ext uri="{FF2B5EF4-FFF2-40B4-BE49-F238E27FC236}">
                    <a16:creationId xmlns:a16="http://schemas.microsoft.com/office/drawing/2014/main" id="{15E5347B-851B-FFC2-6B43-79FF064A4302}"/>
                  </a:ext>
                </a:extLst>
              </p:cNvPr>
              <p:cNvSpPr/>
              <p:nvPr>
                <p:custDataLst>
                  <p:tags r:id="rId20"/>
                </p:custDataLst>
              </p:nvPr>
            </p:nvSpPr>
            <p:spPr>
              <a:xfrm>
                <a:off x="7815223" y="6075528"/>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8" name="Freeform: Shape 347">
                <a:extLst>
                  <a:ext uri="{FF2B5EF4-FFF2-40B4-BE49-F238E27FC236}">
                    <a16:creationId xmlns:a16="http://schemas.microsoft.com/office/drawing/2014/main" id="{3D651BEC-BFBC-FDB9-77AC-ABD8E5888EFC}"/>
                  </a:ext>
                </a:extLst>
              </p:cNvPr>
              <p:cNvSpPr/>
              <p:nvPr>
                <p:custDataLst>
                  <p:tags r:id="rId21"/>
                </p:custDataLst>
              </p:nvPr>
            </p:nvSpPr>
            <p:spPr>
              <a:xfrm>
                <a:off x="7933248" y="6085915"/>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9" name="Freeform: Shape 348">
                <a:extLst>
                  <a:ext uri="{FF2B5EF4-FFF2-40B4-BE49-F238E27FC236}">
                    <a16:creationId xmlns:a16="http://schemas.microsoft.com/office/drawing/2014/main" id="{0E1BAD6E-01BA-6579-3F0A-703827A69C12}"/>
                  </a:ext>
                </a:extLst>
              </p:cNvPr>
              <p:cNvSpPr/>
              <p:nvPr>
                <p:custDataLst>
                  <p:tags r:id="rId22"/>
                </p:custDataLst>
              </p:nvPr>
            </p:nvSpPr>
            <p:spPr>
              <a:xfrm>
                <a:off x="8082325" y="6044507"/>
                <a:ext cx="56673" cy="92232"/>
              </a:xfrm>
              <a:custGeom>
                <a:avLst/>
                <a:gdLst>
                  <a:gd name="connsiteX0" fmla="*/ 11044 w 56673"/>
                  <a:gd name="connsiteY0" fmla="*/ 81632 h 92232"/>
                  <a:gd name="connsiteX1" fmla="*/ 26100 w 56673"/>
                  <a:gd name="connsiteY1" fmla="*/ 67368 h 92232"/>
                  <a:gd name="connsiteX2" fmla="*/ 56780 w 56673"/>
                  <a:gd name="connsiteY2" fmla="*/ 26929 h 92232"/>
                  <a:gd name="connsiteX3" fmla="*/ 26668 w 56673"/>
                  <a:gd name="connsiteY3" fmla="*/ 63 h 92232"/>
                  <a:gd name="connsiteX4" fmla="*/ 107 w 56673"/>
                  <a:gd name="connsiteY4" fmla="*/ 25129 h 92232"/>
                  <a:gd name="connsiteX5" fmla="*/ 7635 w 56673"/>
                  <a:gd name="connsiteY5" fmla="*/ 32884 h 92232"/>
                  <a:gd name="connsiteX6" fmla="*/ 15021 w 56673"/>
                  <a:gd name="connsiteY6" fmla="*/ 25544 h 92232"/>
                  <a:gd name="connsiteX7" fmla="*/ 7493 w 56673"/>
                  <a:gd name="connsiteY7" fmla="*/ 18343 h 92232"/>
                  <a:gd name="connsiteX8" fmla="*/ 5646 w 56673"/>
                  <a:gd name="connsiteY8" fmla="*/ 18482 h 92232"/>
                  <a:gd name="connsiteX9" fmla="*/ 24822 w 56673"/>
                  <a:gd name="connsiteY9" fmla="*/ 4356 h 92232"/>
                  <a:gd name="connsiteX10" fmla="*/ 43855 w 56673"/>
                  <a:gd name="connsiteY10" fmla="*/ 26929 h 92232"/>
                  <a:gd name="connsiteX11" fmla="*/ 28941 w 56673"/>
                  <a:gd name="connsiteY11" fmla="*/ 57535 h 92232"/>
                  <a:gd name="connsiteX12" fmla="*/ 1669 w 56673"/>
                  <a:gd name="connsiteY12" fmla="*/ 87172 h 92232"/>
                  <a:gd name="connsiteX13" fmla="*/ 107 w 56673"/>
                  <a:gd name="connsiteY13" fmla="*/ 92296 h 92232"/>
                  <a:gd name="connsiteX14" fmla="*/ 52803 w 56673"/>
                  <a:gd name="connsiteY14" fmla="*/ 92296 h 92232"/>
                  <a:gd name="connsiteX15" fmla="*/ 56780 w 56673"/>
                  <a:gd name="connsiteY15" fmla="*/ 68199 h 92232"/>
                  <a:gd name="connsiteX16" fmla="*/ 53229 w 56673"/>
                  <a:gd name="connsiteY16" fmla="*/ 68199 h 92232"/>
                  <a:gd name="connsiteX17" fmla="*/ 50105 w 56673"/>
                  <a:gd name="connsiteY17" fmla="*/ 80524 h 92232"/>
                  <a:gd name="connsiteX18" fmla="*/ 36611 w 56673"/>
                  <a:gd name="connsiteY18" fmla="*/ 81632 h 92232"/>
                  <a:gd name="connsiteX19" fmla="*/ 11044 w 56673"/>
                  <a:gd name="connsiteY19" fmla="*/ 81632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673" h="92232">
                    <a:moveTo>
                      <a:pt x="11044" y="81632"/>
                    </a:moveTo>
                    <a:lnTo>
                      <a:pt x="26100" y="67368"/>
                    </a:lnTo>
                    <a:cubicBezTo>
                      <a:pt x="48258" y="48256"/>
                      <a:pt x="56780" y="40778"/>
                      <a:pt x="56780" y="26929"/>
                    </a:cubicBezTo>
                    <a:cubicBezTo>
                      <a:pt x="56780" y="11142"/>
                      <a:pt x="43997" y="63"/>
                      <a:pt x="26668" y="63"/>
                    </a:cubicBezTo>
                    <a:cubicBezTo>
                      <a:pt x="10618" y="63"/>
                      <a:pt x="107" y="12804"/>
                      <a:pt x="107" y="25129"/>
                    </a:cubicBezTo>
                    <a:cubicBezTo>
                      <a:pt x="107" y="32884"/>
                      <a:pt x="7209" y="32884"/>
                      <a:pt x="7635" y="32884"/>
                    </a:cubicBezTo>
                    <a:cubicBezTo>
                      <a:pt x="10050" y="32884"/>
                      <a:pt x="15021" y="31222"/>
                      <a:pt x="15021" y="25544"/>
                    </a:cubicBezTo>
                    <a:cubicBezTo>
                      <a:pt x="15021" y="21944"/>
                      <a:pt x="12464" y="18343"/>
                      <a:pt x="7493" y="18343"/>
                    </a:cubicBezTo>
                    <a:cubicBezTo>
                      <a:pt x="6357" y="18343"/>
                      <a:pt x="6073" y="18343"/>
                      <a:pt x="5646" y="18482"/>
                    </a:cubicBezTo>
                    <a:cubicBezTo>
                      <a:pt x="8913" y="9480"/>
                      <a:pt x="16583" y="4356"/>
                      <a:pt x="24822" y="4356"/>
                    </a:cubicBezTo>
                    <a:cubicBezTo>
                      <a:pt x="37747" y="4356"/>
                      <a:pt x="43855" y="15573"/>
                      <a:pt x="43855" y="26929"/>
                    </a:cubicBezTo>
                    <a:cubicBezTo>
                      <a:pt x="43855" y="38008"/>
                      <a:pt x="36753" y="48949"/>
                      <a:pt x="28941" y="57535"/>
                    </a:cubicBezTo>
                    <a:lnTo>
                      <a:pt x="1669" y="87172"/>
                    </a:lnTo>
                    <a:cubicBezTo>
                      <a:pt x="107" y="88695"/>
                      <a:pt x="107" y="88972"/>
                      <a:pt x="107" y="92296"/>
                    </a:cubicBezTo>
                    <a:lnTo>
                      <a:pt x="52803" y="92296"/>
                    </a:lnTo>
                    <a:lnTo>
                      <a:pt x="56780" y="68199"/>
                    </a:lnTo>
                    <a:lnTo>
                      <a:pt x="53229" y="68199"/>
                    </a:lnTo>
                    <a:cubicBezTo>
                      <a:pt x="52519" y="72353"/>
                      <a:pt x="51525" y="78447"/>
                      <a:pt x="50105" y="80524"/>
                    </a:cubicBezTo>
                    <a:cubicBezTo>
                      <a:pt x="49110" y="81632"/>
                      <a:pt x="39736" y="81632"/>
                      <a:pt x="36611" y="81632"/>
                    </a:cubicBezTo>
                    <a:lnTo>
                      <a:pt x="11044" y="81632"/>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0" name="Freeform: Shape 349">
                <a:extLst>
                  <a:ext uri="{FF2B5EF4-FFF2-40B4-BE49-F238E27FC236}">
                    <a16:creationId xmlns:a16="http://schemas.microsoft.com/office/drawing/2014/main" id="{E2772542-3F4C-30B6-D1B6-5D540CD2D181}"/>
                  </a:ext>
                </a:extLst>
              </p:cNvPr>
              <p:cNvSpPr/>
              <p:nvPr>
                <p:custDataLst>
                  <p:tags r:id="rId23"/>
                </p:custDataLst>
              </p:nvPr>
            </p:nvSpPr>
            <p:spPr>
              <a:xfrm>
                <a:off x="8154339" y="6032874"/>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31" name="Group 330" descr="\documentclass{article}&#10;\usepackage{amsmath}&#10;\pagestyle{empty}&#10;\begin{document}&#10;&#10;$P(y = 3)$&#10;&#10;&#10;\end{document}" title="IguanaTex Shape Display">
              <a:extLst>
                <a:ext uri="{FF2B5EF4-FFF2-40B4-BE49-F238E27FC236}">
                  <a16:creationId xmlns:a16="http://schemas.microsoft.com/office/drawing/2014/main" id="{0D24B84E-3711-E594-0C97-ACF9DF004F98}"/>
                </a:ext>
              </a:extLst>
            </p:cNvPr>
            <p:cNvGrpSpPr>
              <a:grpSpLocks noChangeAspect="1"/>
            </p:cNvGrpSpPr>
            <p:nvPr>
              <p:custDataLst>
                <p:tags r:id="rId4"/>
              </p:custDataLst>
            </p:nvPr>
          </p:nvGrpSpPr>
          <p:grpSpPr>
            <a:xfrm>
              <a:off x="9409134" y="4959726"/>
              <a:ext cx="275741" cy="71156"/>
              <a:chOff x="8824417" y="6039105"/>
              <a:chExt cx="536662" cy="138487"/>
            </a:xfrm>
          </p:grpSpPr>
          <p:sp>
            <p:nvSpPr>
              <p:cNvPr id="339" name="Freeform: Shape 338">
                <a:extLst>
                  <a:ext uri="{FF2B5EF4-FFF2-40B4-BE49-F238E27FC236}">
                    <a16:creationId xmlns:a16="http://schemas.microsoft.com/office/drawing/2014/main" id="{94ECFDD6-D96F-D75D-9B9C-592D60BC8C0E}"/>
                  </a:ext>
                </a:extLst>
              </p:cNvPr>
              <p:cNvSpPr/>
              <p:nvPr>
                <p:custDataLst>
                  <p:tags r:id="rId12"/>
                </p:custDataLst>
              </p:nvPr>
            </p:nvSpPr>
            <p:spPr>
              <a:xfrm>
                <a:off x="8824417" y="6048384"/>
                <a:ext cx="101415" cy="94587"/>
              </a:xfrm>
              <a:custGeom>
                <a:avLst/>
                <a:gdLst>
                  <a:gd name="connsiteX0" fmla="*/ 37433 w 101415"/>
                  <a:gd name="connsiteY0" fmla="*/ 50888 h 94587"/>
                  <a:gd name="connsiteX1" fmla="*/ 61580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7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6 w 101415"/>
                  <a:gd name="connsiteY24" fmla="*/ 4356 h 94587"/>
                  <a:gd name="connsiteX25" fmla="*/ 88283 w 101415"/>
                  <a:gd name="connsiteY25" fmla="*/ 17651 h 94587"/>
                  <a:gd name="connsiteX26" fmla="*/ 79903 w 101415"/>
                  <a:gd name="connsiteY26" fmla="*/ 39947 h 94587"/>
                  <a:gd name="connsiteX27" fmla="*/ 58029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80"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4" y="94650"/>
                      <a:pt x="41410" y="94650"/>
                      <a:pt x="41410" y="91880"/>
                    </a:cubicBezTo>
                    <a:cubicBezTo>
                      <a:pt x="41410" y="90357"/>
                      <a:pt x="40132" y="90357"/>
                      <a:pt x="37433" y="90357"/>
                    </a:cubicBezTo>
                    <a:cubicBezTo>
                      <a:pt x="32177" y="90357"/>
                      <a:pt x="28200" y="90357"/>
                      <a:pt x="28200" y="87864"/>
                    </a:cubicBezTo>
                    <a:cubicBezTo>
                      <a:pt x="28200" y="87033"/>
                      <a:pt x="28484" y="86341"/>
                      <a:pt x="28627" y="85510"/>
                    </a:cubicBezTo>
                    <a:lnTo>
                      <a:pt x="37433" y="50888"/>
                    </a:lnTo>
                    <a:close/>
                    <a:moveTo>
                      <a:pt x="47660" y="9618"/>
                    </a:moveTo>
                    <a:cubicBezTo>
                      <a:pt x="48938" y="4771"/>
                      <a:pt x="49222" y="4356"/>
                      <a:pt x="55330" y="4356"/>
                    </a:cubicBezTo>
                    <a:lnTo>
                      <a:pt x="68966" y="4356"/>
                    </a:lnTo>
                    <a:cubicBezTo>
                      <a:pt x="80755" y="4356"/>
                      <a:pt x="88283" y="8095"/>
                      <a:pt x="88283" y="17651"/>
                    </a:cubicBezTo>
                    <a:cubicBezTo>
                      <a:pt x="88283" y="23052"/>
                      <a:pt x="85442" y="34962"/>
                      <a:pt x="79903" y="39947"/>
                    </a:cubicBezTo>
                    <a:cubicBezTo>
                      <a:pt x="72801" y="46179"/>
                      <a:pt x="64278" y="47287"/>
                      <a:pt x="58029" y="47287"/>
                    </a:cubicBezTo>
                    <a:lnTo>
                      <a:pt x="38001" y="47287"/>
                    </a:lnTo>
                    <a:lnTo>
                      <a:pt x="47660"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0" name="Freeform: Shape 339">
                <a:extLst>
                  <a:ext uri="{FF2B5EF4-FFF2-40B4-BE49-F238E27FC236}">
                    <a16:creationId xmlns:a16="http://schemas.microsoft.com/office/drawing/2014/main" id="{82811DFB-F3DF-2C0E-AB9B-5B229A8C28E8}"/>
                  </a:ext>
                </a:extLst>
              </p:cNvPr>
              <p:cNvSpPr/>
              <p:nvPr>
                <p:custDataLst>
                  <p:tags r:id="rId13"/>
                </p:custDataLst>
              </p:nvPr>
            </p:nvSpPr>
            <p:spPr>
              <a:xfrm>
                <a:off x="8943716" y="6039105"/>
                <a:ext cx="32953" cy="138487"/>
              </a:xfrm>
              <a:custGeom>
                <a:avLst/>
                <a:gdLst>
                  <a:gd name="connsiteX0" fmla="*/ 33038 w 32953"/>
                  <a:gd name="connsiteY0" fmla="*/ 137166 h 138487"/>
                  <a:gd name="connsiteX1" fmla="*/ 30623 w 32953"/>
                  <a:gd name="connsiteY1" fmla="*/ 134119 h 138487"/>
                  <a:gd name="connsiteX2" fmla="*/ 8323 w 32953"/>
                  <a:gd name="connsiteY2" fmla="*/ 69307 h 138487"/>
                  <a:gd name="connsiteX3" fmla="*/ 31191 w 32953"/>
                  <a:gd name="connsiteY3" fmla="*/ 3802 h 138487"/>
                  <a:gd name="connsiteX4" fmla="*/ 33038 w 32953"/>
                  <a:gd name="connsiteY4" fmla="*/ 1448 h 138487"/>
                  <a:gd name="connsiteX5" fmla="*/ 31617 w 32953"/>
                  <a:gd name="connsiteY5" fmla="*/ 63 h 138487"/>
                  <a:gd name="connsiteX6" fmla="*/ 9033 w 32953"/>
                  <a:gd name="connsiteY6" fmla="*/ 27068 h 138487"/>
                  <a:gd name="connsiteX7" fmla="*/ 84 w 32953"/>
                  <a:gd name="connsiteY7" fmla="*/ 69307 h 138487"/>
                  <a:gd name="connsiteX8" fmla="*/ 9459 w 32953"/>
                  <a:gd name="connsiteY8" fmla="*/ 112515 h 138487"/>
                  <a:gd name="connsiteX9" fmla="*/ 31617 w 32953"/>
                  <a:gd name="connsiteY9" fmla="*/ 138550 h 138487"/>
                  <a:gd name="connsiteX10" fmla="*/ 33038 w 32953"/>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38" y="137166"/>
                    </a:moveTo>
                    <a:cubicBezTo>
                      <a:pt x="33038" y="136750"/>
                      <a:pt x="33038" y="136473"/>
                      <a:pt x="30623" y="134119"/>
                    </a:cubicBezTo>
                    <a:cubicBezTo>
                      <a:pt x="12868" y="116669"/>
                      <a:pt x="8323" y="90495"/>
                      <a:pt x="8323" y="69307"/>
                    </a:cubicBezTo>
                    <a:cubicBezTo>
                      <a:pt x="8323" y="45210"/>
                      <a:pt x="13720" y="21113"/>
                      <a:pt x="31191" y="3802"/>
                    </a:cubicBezTo>
                    <a:cubicBezTo>
                      <a:pt x="33038" y="2140"/>
                      <a:pt x="33038" y="1863"/>
                      <a:pt x="33038" y="1448"/>
                    </a:cubicBezTo>
                    <a:cubicBezTo>
                      <a:pt x="33038"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8" y="138135"/>
                      <a:pt x="33038"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1" name="Freeform: Shape 340">
                <a:extLst>
                  <a:ext uri="{FF2B5EF4-FFF2-40B4-BE49-F238E27FC236}">
                    <a16:creationId xmlns:a16="http://schemas.microsoft.com/office/drawing/2014/main" id="{F009875A-1723-E419-EBF7-BB8D5181E2A2}"/>
                  </a:ext>
                </a:extLst>
              </p:cNvPr>
              <p:cNvSpPr/>
              <p:nvPr>
                <p:custDataLst>
                  <p:tags r:id="rId14"/>
                </p:custDataLst>
              </p:nvPr>
            </p:nvSpPr>
            <p:spPr>
              <a:xfrm>
                <a:off x="8989010" y="6081759"/>
                <a:ext cx="65479" cy="89601"/>
              </a:xfrm>
              <a:custGeom>
                <a:avLst/>
                <a:gdLst>
                  <a:gd name="connsiteX0" fmla="*/ 65000 w 65479"/>
                  <a:gd name="connsiteY0" fmla="*/ 8511 h 89601"/>
                  <a:gd name="connsiteX1" fmla="*/ 65568 w 65479"/>
                  <a:gd name="connsiteY1" fmla="*/ 5325 h 89601"/>
                  <a:gd name="connsiteX2" fmla="*/ 61449 w 65479"/>
                  <a:gd name="connsiteY2" fmla="*/ 1586 h 89601"/>
                  <a:gd name="connsiteX3" fmla="*/ 56478 w 65479"/>
                  <a:gd name="connsiteY3" fmla="*/ 4494 h 89601"/>
                  <a:gd name="connsiteX4" fmla="*/ 54489 w 65479"/>
                  <a:gd name="connsiteY4" fmla="*/ 11973 h 89601"/>
                  <a:gd name="connsiteX5" fmla="*/ 51648 w 65479"/>
                  <a:gd name="connsiteY5" fmla="*/ 23052 h 89601"/>
                  <a:gd name="connsiteX6" fmla="*/ 45257 w 65479"/>
                  <a:gd name="connsiteY6" fmla="*/ 47980 h 89601"/>
                  <a:gd name="connsiteX7" fmla="*/ 29206 w 65479"/>
                  <a:gd name="connsiteY7" fmla="*/ 59751 h 89601"/>
                  <a:gd name="connsiteX8" fmla="*/ 20400 w 65479"/>
                  <a:gd name="connsiteY8" fmla="*/ 48533 h 89601"/>
                  <a:gd name="connsiteX9" fmla="*/ 27644 w 65479"/>
                  <a:gd name="connsiteY9" fmla="*/ 21390 h 89601"/>
                  <a:gd name="connsiteX10" fmla="*/ 30485 w 65479"/>
                  <a:gd name="connsiteY10" fmla="*/ 11419 h 89601"/>
                  <a:gd name="connsiteX11" fmla="*/ 18837 w 65479"/>
                  <a:gd name="connsiteY11" fmla="*/ 63 h 89601"/>
                  <a:gd name="connsiteX12" fmla="*/ 88 w 65479"/>
                  <a:gd name="connsiteY12" fmla="*/ 21390 h 89601"/>
                  <a:gd name="connsiteX13" fmla="*/ 1793 w 65479"/>
                  <a:gd name="connsiteY13" fmla="*/ 22775 h 89601"/>
                  <a:gd name="connsiteX14" fmla="*/ 4065 w 65479"/>
                  <a:gd name="connsiteY14" fmla="*/ 20282 h 89601"/>
                  <a:gd name="connsiteX15" fmla="*/ 18411 w 65479"/>
                  <a:gd name="connsiteY15" fmla="*/ 3109 h 89601"/>
                  <a:gd name="connsiteX16" fmla="*/ 21962 w 65479"/>
                  <a:gd name="connsiteY16" fmla="*/ 7541 h 89601"/>
                  <a:gd name="connsiteX17" fmla="*/ 19548 w 65479"/>
                  <a:gd name="connsiteY17" fmla="*/ 17235 h 89601"/>
                  <a:gd name="connsiteX18" fmla="*/ 11309 w 65479"/>
                  <a:gd name="connsiteY18" fmla="*/ 46318 h 89601"/>
                  <a:gd name="connsiteX19" fmla="*/ 28638 w 65479"/>
                  <a:gd name="connsiteY19" fmla="*/ 62798 h 89601"/>
                  <a:gd name="connsiteX20" fmla="*/ 42984 w 65479"/>
                  <a:gd name="connsiteY20" fmla="*/ 56566 h 89601"/>
                  <a:gd name="connsiteX21" fmla="*/ 33752 w 65479"/>
                  <a:gd name="connsiteY21" fmla="*/ 77893 h 89601"/>
                  <a:gd name="connsiteX22" fmla="*/ 18127 w 65479"/>
                  <a:gd name="connsiteY22" fmla="*/ 86618 h 89601"/>
                  <a:gd name="connsiteX23" fmla="*/ 7332 w 65479"/>
                  <a:gd name="connsiteY23" fmla="*/ 80801 h 89601"/>
                  <a:gd name="connsiteX24" fmla="*/ 13440 w 65479"/>
                  <a:gd name="connsiteY24" fmla="*/ 79139 h 89601"/>
                  <a:gd name="connsiteX25" fmla="*/ 16281 w 65479"/>
                  <a:gd name="connsiteY25" fmla="*/ 73461 h 89601"/>
                  <a:gd name="connsiteX26" fmla="*/ 11025 w 65479"/>
                  <a:gd name="connsiteY26" fmla="*/ 68614 h 89601"/>
                  <a:gd name="connsiteX27" fmla="*/ 3071 w 65479"/>
                  <a:gd name="connsiteY27" fmla="*/ 77616 h 89601"/>
                  <a:gd name="connsiteX28" fmla="*/ 18127 w 65479"/>
                  <a:gd name="connsiteY28" fmla="*/ 89664 h 89601"/>
                  <a:gd name="connsiteX29" fmla="*/ 51364 w 65479"/>
                  <a:gd name="connsiteY29" fmla="*/ 61413 h 89601"/>
                  <a:gd name="connsiteX30" fmla="*/ 65000 w 65479"/>
                  <a:gd name="connsiteY30" fmla="*/ 8511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5479" h="89601">
                    <a:moveTo>
                      <a:pt x="65000" y="8511"/>
                    </a:moveTo>
                    <a:cubicBezTo>
                      <a:pt x="65568" y="6572"/>
                      <a:pt x="65568" y="6295"/>
                      <a:pt x="65568" y="5325"/>
                    </a:cubicBezTo>
                    <a:cubicBezTo>
                      <a:pt x="65568" y="2833"/>
                      <a:pt x="63580" y="1586"/>
                      <a:pt x="61449" y="1586"/>
                    </a:cubicBezTo>
                    <a:cubicBezTo>
                      <a:pt x="60029" y="1586"/>
                      <a:pt x="57756" y="2417"/>
                      <a:pt x="56478" y="4494"/>
                    </a:cubicBezTo>
                    <a:cubicBezTo>
                      <a:pt x="56194" y="5187"/>
                      <a:pt x="55057" y="9480"/>
                      <a:pt x="54489" y="11973"/>
                    </a:cubicBezTo>
                    <a:cubicBezTo>
                      <a:pt x="53495" y="15573"/>
                      <a:pt x="52501" y="19313"/>
                      <a:pt x="51648" y="23052"/>
                    </a:cubicBezTo>
                    <a:lnTo>
                      <a:pt x="45257" y="47980"/>
                    </a:lnTo>
                    <a:cubicBezTo>
                      <a:pt x="44689" y="50057"/>
                      <a:pt x="38581" y="59751"/>
                      <a:pt x="29206" y="59751"/>
                    </a:cubicBezTo>
                    <a:cubicBezTo>
                      <a:pt x="21962" y="59751"/>
                      <a:pt x="20400" y="53658"/>
                      <a:pt x="20400" y="48533"/>
                    </a:cubicBezTo>
                    <a:cubicBezTo>
                      <a:pt x="20400" y="42163"/>
                      <a:pt x="22815" y="33577"/>
                      <a:pt x="27644" y="21390"/>
                    </a:cubicBezTo>
                    <a:cubicBezTo>
                      <a:pt x="29917" y="15712"/>
                      <a:pt x="30485" y="14189"/>
                      <a:pt x="30485" y="11419"/>
                    </a:cubicBezTo>
                    <a:cubicBezTo>
                      <a:pt x="30485" y="5187"/>
                      <a:pt x="25939" y="63"/>
                      <a:pt x="18837" y="63"/>
                    </a:cubicBezTo>
                    <a:cubicBezTo>
                      <a:pt x="5344" y="63"/>
                      <a:pt x="88" y="20143"/>
                      <a:pt x="88" y="21390"/>
                    </a:cubicBezTo>
                    <a:cubicBezTo>
                      <a:pt x="88" y="22775"/>
                      <a:pt x="1509" y="22775"/>
                      <a:pt x="1793" y="22775"/>
                    </a:cubicBezTo>
                    <a:cubicBezTo>
                      <a:pt x="3213" y="22775"/>
                      <a:pt x="3355" y="22498"/>
                      <a:pt x="4065" y="20282"/>
                    </a:cubicBezTo>
                    <a:cubicBezTo>
                      <a:pt x="7901" y="7264"/>
                      <a:pt x="13582" y="3109"/>
                      <a:pt x="18411" y="3109"/>
                    </a:cubicBezTo>
                    <a:cubicBezTo>
                      <a:pt x="19548" y="3109"/>
                      <a:pt x="21962" y="3109"/>
                      <a:pt x="21962" y="7541"/>
                    </a:cubicBezTo>
                    <a:cubicBezTo>
                      <a:pt x="21962" y="11003"/>
                      <a:pt x="20542" y="14604"/>
                      <a:pt x="19548" y="17235"/>
                    </a:cubicBezTo>
                    <a:cubicBezTo>
                      <a:pt x="13866" y="31915"/>
                      <a:pt x="11309" y="39809"/>
                      <a:pt x="11309" y="46318"/>
                    </a:cubicBezTo>
                    <a:cubicBezTo>
                      <a:pt x="11309" y="58643"/>
                      <a:pt x="20258" y="62798"/>
                      <a:pt x="28638" y="62798"/>
                    </a:cubicBezTo>
                    <a:cubicBezTo>
                      <a:pt x="34178" y="62798"/>
                      <a:pt x="39007" y="60443"/>
                      <a:pt x="42984" y="56566"/>
                    </a:cubicBezTo>
                    <a:cubicBezTo>
                      <a:pt x="41138" y="63767"/>
                      <a:pt x="39433" y="70553"/>
                      <a:pt x="33752" y="77893"/>
                    </a:cubicBezTo>
                    <a:cubicBezTo>
                      <a:pt x="30059" y="82601"/>
                      <a:pt x="24661" y="86618"/>
                      <a:pt x="18127" y="86618"/>
                    </a:cubicBezTo>
                    <a:cubicBezTo>
                      <a:pt x="16139" y="86618"/>
                      <a:pt x="9747" y="86202"/>
                      <a:pt x="7332" y="80801"/>
                    </a:cubicBezTo>
                    <a:cubicBezTo>
                      <a:pt x="9605" y="80801"/>
                      <a:pt x="11451" y="80801"/>
                      <a:pt x="13440" y="79139"/>
                    </a:cubicBezTo>
                    <a:cubicBezTo>
                      <a:pt x="14860" y="77893"/>
                      <a:pt x="16281" y="76092"/>
                      <a:pt x="16281" y="73461"/>
                    </a:cubicBezTo>
                    <a:cubicBezTo>
                      <a:pt x="16281" y="69168"/>
                      <a:pt x="12446" y="68614"/>
                      <a:pt x="11025" y="68614"/>
                    </a:cubicBezTo>
                    <a:cubicBezTo>
                      <a:pt x="7758" y="68614"/>
                      <a:pt x="3071" y="70830"/>
                      <a:pt x="3071" y="77616"/>
                    </a:cubicBezTo>
                    <a:cubicBezTo>
                      <a:pt x="3071" y="84540"/>
                      <a:pt x="9321" y="89664"/>
                      <a:pt x="18127" y="89664"/>
                    </a:cubicBezTo>
                    <a:cubicBezTo>
                      <a:pt x="32757" y="89664"/>
                      <a:pt x="47387" y="77062"/>
                      <a:pt x="51364" y="61413"/>
                    </a:cubicBezTo>
                    <a:lnTo>
                      <a:pt x="65000" y="851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2" name="Freeform: Shape 341">
                <a:extLst>
                  <a:ext uri="{FF2B5EF4-FFF2-40B4-BE49-F238E27FC236}">
                    <a16:creationId xmlns:a16="http://schemas.microsoft.com/office/drawing/2014/main" id="{BEBF000A-852C-4130-BE25-DB1A4FA58D64}"/>
                  </a:ext>
                </a:extLst>
              </p:cNvPr>
              <p:cNvSpPr/>
              <p:nvPr>
                <p:custDataLst>
                  <p:tags r:id="rId15"/>
                </p:custDataLst>
              </p:nvPr>
            </p:nvSpPr>
            <p:spPr>
              <a:xfrm>
                <a:off x="9107035" y="6092146"/>
                <a:ext cx="94455" cy="32406"/>
              </a:xfrm>
              <a:custGeom>
                <a:avLst/>
                <a:gdLst>
                  <a:gd name="connsiteX0" fmla="*/ 89723 w 94455"/>
                  <a:gd name="connsiteY0" fmla="*/ 5602 h 32406"/>
                  <a:gd name="connsiteX1" fmla="*/ 94552 w 94455"/>
                  <a:gd name="connsiteY1" fmla="*/ 2833 h 32406"/>
                  <a:gd name="connsiteX2" fmla="*/ 89865 w 94455"/>
                  <a:gd name="connsiteY2" fmla="*/ 63 h 32406"/>
                  <a:gd name="connsiteX3" fmla="*/ 4784 w 94455"/>
                  <a:gd name="connsiteY3" fmla="*/ 63 h 32406"/>
                  <a:gd name="connsiteX4" fmla="*/ 96 w 94455"/>
                  <a:gd name="connsiteY4" fmla="*/ 2833 h 32406"/>
                  <a:gd name="connsiteX5" fmla="*/ 4926 w 94455"/>
                  <a:gd name="connsiteY5" fmla="*/ 5602 h 32406"/>
                  <a:gd name="connsiteX6" fmla="*/ 89723 w 94455"/>
                  <a:gd name="connsiteY6" fmla="*/ 5602 h 32406"/>
                  <a:gd name="connsiteX7" fmla="*/ 89865 w 94455"/>
                  <a:gd name="connsiteY7" fmla="*/ 32469 h 32406"/>
                  <a:gd name="connsiteX8" fmla="*/ 94552 w 94455"/>
                  <a:gd name="connsiteY8" fmla="*/ 29699 h 32406"/>
                  <a:gd name="connsiteX9" fmla="*/ 89723 w 94455"/>
                  <a:gd name="connsiteY9" fmla="*/ 26929 h 32406"/>
                  <a:gd name="connsiteX10" fmla="*/ 4926 w 94455"/>
                  <a:gd name="connsiteY10" fmla="*/ 26929 h 32406"/>
                  <a:gd name="connsiteX11" fmla="*/ 96 w 94455"/>
                  <a:gd name="connsiteY11" fmla="*/ 29699 h 32406"/>
                  <a:gd name="connsiteX12" fmla="*/ 4784 w 94455"/>
                  <a:gd name="connsiteY12" fmla="*/ 32469 h 32406"/>
                  <a:gd name="connsiteX13" fmla="*/ 89865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3" y="5602"/>
                    </a:moveTo>
                    <a:cubicBezTo>
                      <a:pt x="91853" y="5602"/>
                      <a:pt x="94552" y="5602"/>
                      <a:pt x="94552" y="2833"/>
                    </a:cubicBezTo>
                    <a:cubicBezTo>
                      <a:pt x="94552" y="63"/>
                      <a:pt x="91853" y="63"/>
                      <a:pt x="89865" y="63"/>
                    </a:cubicBezTo>
                    <a:lnTo>
                      <a:pt x="4784" y="63"/>
                    </a:lnTo>
                    <a:cubicBezTo>
                      <a:pt x="2795" y="63"/>
                      <a:pt x="96" y="63"/>
                      <a:pt x="96" y="2833"/>
                    </a:cubicBezTo>
                    <a:cubicBezTo>
                      <a:pt x="96" y="5602"/>
                      <a:pt x="2795" y="5602"/>
                      <a:pt x="4926" y="5602"/>
                    </a:cubicBezTo>
                    <a:lnTo>
                      <a:pt x="89723" y="5602"/>
                    </a:lnTo>
                    <a:close/>
                    <a:moveTo>
                      <a:pt x="89865" y="32469"/>
                    </a:moveTo>
                    <a:cubicBezTo>
                      <a:pt x="91853" y="32469"/>
                      <a:pt x="94552" y="32469"/>
                      <a:pt x="94552" y="29699"/>
                    </a:cubicBezTo>
                    <a:cubicBezTo>
                      <a:pt x="94552" y="26929"/>
                      <a:pt x="91853" y="26929"/>
                      <a:pt x="89723" y="26929"/>
                    </a:cubicBezTo>
                    <a:lnTo>
                      <a:pt x="4926" y="26929"/>
                    </a:lnTo>
                    <a:cubicBezTo>
                      <a:pt x="2795" y="26929"/>
                      <a:pt x="96" y="26929"/>
                      <a:pt x="96" y="29699"/>
                    </a:cubicBezTo>
                    <a:cubicBezTo>
                      <a:pt x="96" y="32469"/>
                      <a:pt x="2795" y="32469"/>
                      <a:pt x="4784" y="32469"/>
                    </a:cubicBezTo>
                    <a:lnTo>
                      <a:pt x="89865" y="32469"/>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3" name="Freeform: Shape 342">
                <a:extLst>
                  <a:ext uri="{FF2B5EF4-FFF2-40B4-BE49-F238E27FC236}">
                    <a16:creationId xmlns:a16="http://schemas.microsoft.com/office/drawing/2014/main" id="{C9265897-7A40-9CBB-A1ED-8B528C87A09D}"/>
                  </a:ext>
                </a:extLst>
              </p:cNvPr>
              <p:cNvSpPr/>
              <p:nvPr>
                <p:custDataLst>
                  <p:tags r:id="rId16"/>
                </p:custDataLst>
              </p:nvPr>
            </p:nvSpPr>
            <p:spPr>
              <a:xfrm>
                <a:off x="9254976" y="6050738"/>
                <a:ext cx="58946" cy="95279"/>
              </a:xfrm>
              <a:custGeom>
                <a:avLst/>
                <a:gdLst>
                  <a:gd name="connsiteX0" fmla="*/ 35333 w 58946"/>
                  <a:gd name="connsiteY0" fmla="*/ 43548 h 95279"/>
                  <a:gd name="connsiteX1" fmla="*/ 55218 w 58946"/>
                  <a:gd name="connsiteY1" fmla="*/ 19174 h 95279"/>
                  <a:gd name="connsiteX2" fmla="*/ 29083 w 58946"/>
                  <a:gd name="connsiteY2" fmla="*/ 63 h 95279"/>
                  <a:gd name="connsiteX3" fmla="*/ 3942 w 58946"/>
                  <a:gd name="connsiteY3" fmla="*/ 18897 h 95279"/>
                  <a:gd name="connsiteX4" fmla="*/ 11186 w 58946"/>
                  <a:gd name="connsiteY4" fmla="*/ 26098 h 95279"/>
                  <a:gd name="connsiteX5" fmla="*/ 18430 w 58946"/>
                  <a:gd name="connsiteY5" fmla="*/ 19036 h 95279"/>
                  <a:gd name="connsiteX6" fmla="*/ 9623 w 58946"/>
                  <a:gd name="connsiteY6" fmla="*/ 12111 h 95279"/>
                  <a:gd name="connsiteX7" fmla="*/ 28515 w 58946"/>
                  <a:gd name="connsiteY7" fmla="*/ 3525 h 95279"/>
                  <a:gd name="connsiteX8" fmla="*/ 42150 w 58946"/>
                  <a:gd name="connsiteY8" fmla="*/ 19036 h 95279"/>
                  <a:gd name="connsiteX9" fmla="*/ 38173 w 58946"/>
                  <a:gd name="connsiteY9" fmla="*/ 34823 h 95279"/>
                  <a:gd name="connsiteX10" fmla="*/ 25532 w 58946"/>
                  <a:gd name="connsiteY10" fmla="*/ 42025 h 95279"/>
                  <a:gd name="connsiteX11" fmla="*/ 19992 w 58946"/>
                  <a:gd name="connsiteY11" fmla="*/ 42440 h 95279"/>
                  <a:gd name="connsiteX12" fmla="*/ 17862 w 58946"/>
                  <a:gd name="connsiteY12" fmla="*/ 44102 h 95279"/>
                  <a:gd name="connsiteX13" fmla="*/ 21271 w 58946"/>
                  <a:gd name="connsiteY13" fmla="*/ 45625 h 95279"/>
                  <a:gd name="connsiteX14" fmla="*/ 27520 w 58946"/>
                  <a:gd name="connsiteY14" fmla="*/ 45625 h 95279"/>
                  <a:gd name="connsiteX15" fmla="*/ 44423 w 58946"/>
                  <a:gd name="connsiteY15" fmla="*/ 68614 h 95279"/>
                  <a:gd name="connsiteX16" fmla="*/ 28373 w 58946"/>
                  <a:gd name="connsiteY16" fmla="*/ 91465 h 95279"/>
                  <a:gd name="connsiteX17" fmla="*/ 6641 w 58946"/>
                  <a:gd name="connsiteY17" fmla="*/ 80940 h 95279"/>
                  <a:gd name="connsiteX18" fmla="*/ 16015 w 58946"/>
                  <a:gd name="connsiteY18" fmla="*/ 73323 h 95279"/>
                  <a:gd name="connsiteX19" fmla="*/ 8061 w 58946"/>
                  <a:gd name="connsiteY19" fmla="*/ 65567 h 95279"/>
                  <a:gd name="connsiteX20" fmla="*/ 107 w 58946"/>
                  <a:gd name="connsiteY20" fmla="*/ 73600 h 95279"/>
                  <a:gd name="connsiteX21" fmla="*/ 28799 w 58946"/>
                  <a:gd name="connsiteY21" fmla="*/ 95342 h 95279"/>
                  <a:gd name="connsiteX22" fmla="*/ 59053 w 58946"/>
                  <a:gd name="connsiteY22" fmla="*/ 68614 h 95279"/>
                  <a:gd name="connsiteX23" fmla="*/ 35333 w 58946"/>
                  <a:gd name="connsiteY23" fmla="*/ 43548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946" h="95279">
                    <a:moveTo>
                      <a:pt x="35333" y="43548"/>
                    </a:moveTo>
                    <a:cubicBezTo>
                      <a:pt x="46980" y="39809"/>
                      <a:pt x="55218" y="30115"/>
                      <a:pt x="55218" y="19174"/>
                    </a:cubicBezTo>
                    <a:cubicBezTo>
                      <a:pt x="55218" y="7818"/>
                      <a:pt x="42719" y="63"/>
                      <a:pt x="29083" y="63"/>
                    </a:cubicBezTo>
                    <a:cubicBezTo>
                      <a:pt x="14737" y="63"/>
                      <a:pt x="3942" y="8372"/>
                      <a:pt x="3942" y="18897"/>
                    </a:cubicBezTo>
                    <a:cubicBezTo>
                      <a:pt x="3942" y="23467"/>
                      <a:pt x="7067" y="26098"/>
                      <a:pt x="11186" y="26098"/>
                    </a:cubicBezTo>
                    <a:cubicBezTo>
                      <a:pt x="15589" y="26098"/>
                      <a:pt x="18430" y="23052"/>
                      <a:pt x="18430" y="19036"/>
                    </a:cubicBezTo>
                    <a:cubicBezTo>
                      <a:pt x="18430" y="12111"/>
                      <a:pt x="11754" y="12111"/>
                      <a:pt x="9623" y="12111"/>
                    </a:cubicBezTo>
                    <a:cubicBezTo>
                      <a:pt x="14027" y="5325"/>
                      <a:pt x="23401" y="3525"/>
                      <a:pt x="28515" y="3525"/>
                    </a:cubicBezTo>
                    <a:cubicBezTo>
                      <a:pt x="34338" y="3525"/>
                      <a:pt x="42150" y="6572"/>
                      <a:pt x="42150" y="19036"/>
                    </a:cubicBezTo>
                    <a:cubicBezTo>
                      <a:pt x="42150" y="20697"/>
                      <a:pt x="41866" y="28730"/>
                      <a:pt x="38173" y="34823"/>
                    </a:cubicBezTo>
                    <a:cubicBezTo>
                      <a:pt x="33912" y="41471"/>
                      <a:pt x="29083" y="41886"/>
                      <a:pt x="25532" y="42025"/>
                    </a:cubicBezTo>
                    <a:cubicBezTo>
                      <a:pt x="24396" y="42163"/>
                      <a:pt x="20987" y="42440"/>
                      <a:pt x="19992" y="42440"/>
                    </a:cubicBezTo>
                    <a:cubicBezTo>
                      <a:pt x="18856" y="42578"/>
                      <a:pt x="17862" y="42717"/>
                      <a:pt x="17862" y="44102"/>
                    </a:cubicBezTo>
                    <a:cubicBezTo>
                      <a:pt x="17862" y="45625"/>
                      <a:pt x="18856" y="45625"/>
                      <a:pt x="21271" y="45625"/>
                    </a:cubicBezTo>
                    <a:lnTo>
                      <a:pt x="27520" y="45625"/>
                    </a:lnTo>
                    <a:cubicBezTo>
                      <a:pt x="39168" y="45625"/>
                      <a:pt x="44423" y="55042"/>
                      <a:pt x="44423" y="68614"/>
                    </a:cubicBezTo>
                    <a:cubicBezTo>
                      <a:pt x="44423" y="87448"/>
                      <a:pt x="34622" y="91465"/>
                      <a:pt x="28373" y="91465"/>
                    </a:cubicBezTo>
                    <a:cubicBezTo>
                      <a:pt x="22265" y="91465"/>
                      <a:pt x="11612" y="89110"/>
                      <a:pt x="6641" y="80940"/>
                    </a:cubicBezTo>
                    <a:cubicBezTo>
                      <a:pt x="11612" y="81632"/>
                      <a:pt x="16015" y="78585"/>
                      <a:pt x="16015" y="73323"/>
                    </a:cubicBezTo>
                    <a:cubicBezTo>
                      <a:pt x="16015" y="68337"/>
                      <a:pt x="12180" y="65567"/>
                      <a:pt x="8061" y="65567"/>
                    </a:cubicBezTo>
                    <a:cubicBezTo>
                      <a:pt x="4652" y="65567"/>
                      <a:pt x="107" y="67506"/>
                      <a:pt x="107" y="73600"/>
                    </a:cubicBezTo>
                    <a:cubicBezTo>
                      <a:pt x="107" y="86202"/>
                      <a:pt x="13317" y="95342"/>
                      <a:pt x="28799" y="95342"/>
                    </a:cubicBezTo>
                    <a:cubicBezTo>
                      <a:pt x="46127" y="95342"/>
                      <a:pt x="59053" y="82740"/>
                      <a:pt x="59053" y="68614"/>
                    </a:cubicBezTo>
                    <a:cubicBezTo>
                      <a:pt x="59053" y="57258"/>
                      <a:pt x="50105" y="46456"/>
                      <a:pt x="35333" y="43548"/>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4" name="Freeform: Shape 343">
                <a:extLst>
                  <a:ext uri="{FF2B5EF4-FFF2-40B4-BE49-F238E27FC236}">
                    <a16:creationId xmlns:a16="http://schemas.microsoft.com/office/drawing/2014/main" id="{049E01B4-8485-C44C-0428-70DCEC9871FD}"/>
                  </a:ext>
                </a:extLst>
              </p:cNvPr>
              <p:cNvSpPr/>
              <p:nvPr>
                <p:custDataLst>
                  <p:tags r:id="rId17"/>
                </p:custDataLst>
              </p:nvPr>
            </p:nvSpPr>
            <p:spPr>
              <a:xfrm>
                <a:off x="9328126" y="6039105"/>
                <a:ext cx="32953" cy="138487"/>
              </a:xfrm>
              <a:custGeom>
                <a:avLst/>
                <a:gdLst>
                  <a:gd name="connsiteX0" fmla="*/ 33065 w 32953"/>
                  <a:gd name="connsiteY0" fmla="*/ 69307 h 138487"/>
                  <a:gd name="connsiteX1" fmla="*/ 23690 w 32953"/>
                  <a:gd name="connsiteY1" fmla="*/ 26098 h 138487"/>
                  <a:gd name="connsiteX2" fmla="*/ 1532 w 32953"/>
                  <a:gd name="connsiteY2" fmla="*/ 63 h 138487"/>
                  <a:gd name="connsiteX3" fmla="*/ 112 w 32953"/>
                  <a:gd name="connsiteY3" fmla="*/ 1448 h 138487"/>
                  <a:gd name="connsiteX4" fmla="*/ 2811 w 32953"/>
                  <a:gd name="connsiteY4" fmla="*/ 4633 h 138487"/>
                  <a:gd name="connsiteX5" fmla="*/ 24827 w 32953"/>
                  <a:gd name="connsiteY5" fmla="*/ 69307 h 138487"/>
                  <a:gd name="connsiteX6" fmla="*/ 1958 w 32953"/>
                  <a:gd name="connsiteY6" fmla="*/ 134811 h 138487"/>
                  <a:gd name="connsiteX7" fmla="*/ 112 w 32953"/>
                  <a:gd name="connsiteY7" fmla="*/ 137166 h 138487"/>
                  <a:gd name="connsiteX8" fmla="*/ 1532 w 32953"/>
                  <a:gd name="connsiteY8" fmla="*/ 138550 h 138487"/>
                  <a:gd name="connsiteX9" fmla="*/ 24116 w 32953"/>
                  <a:gd name="connsiteY9" fmla="*/ 111545 h 138487"/>
                  <a:gd name="connsiteX10" fmla="*/ 33065 w 32953"/>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3" h="138487">
                    <a:moveTo>
                      <a:pt x="33065" y="69307"/>
                    </a:moveTo>
                    <a:cubicBezTo>
                      <a:pt x="33065" y="58505"/>
                      <a:pt x="31502" y="41748"/>
                      <a:pt x="23690" y="26098"/>
                    </a:cubicBezTo>
                    <a:cubicBezTo>
                      <a:pt x="15168" y="9064"/>
                      <a:pt x="2953" y="63"/>
                      <a:pt x="1532" y="63"/>
                    </a:cubicBezTo>
                    <a:cubicBezTo>
                      <a:pt x="680" y="63"/>
                      <a:pt x="112" y="617"/>
                      <a:pt x="112" y="1448"/>
                    </a:cubicBezTo>
                    <a:cubicBezTo>
                      <a:pt x="112" y="1863"/>
                      <a:pt x="112" y="2140"/>
                      <a:pt x="2811" y="4633"/>
                    </a:cubicBezTo>
                    <a:cubicBezTo>
                      <a:pt x="16730" y="18343"/>
                      <a:pt x="24827" y="40363"/>
                      <a:pt x="24827" y="69307"/>
                    </a:cubicBezTo>
                    <a:cubicBezTo>
                      <a:pt x="24827" y="92988"/>
                      <a:pt x="19571" y="117362"/>
                      <a:pt x="1958" y="134811"/>
                    </a:cubicBezTo>
                    <a:cubicBezTo>
                      <a:pt x="112" y="136473"/>
                      <a:pt x="112" y="136750"/>
                      <a:pt x="112" y="137166"/>
                    </a:cubicBezTo>
                    <a:cubicBezTo>
                      <a:pt x="112" y="137996"/>
                      <a:pt x="680" y="138550"/>
                      <a:pt x="1532" y="138550"/>
                    </a:cubicBezTo>
                    <a:cubicBezTo>
                      <a:pt x="2953" y="138550"/>
                      <a:pt x="15736" y="129133"/>
                      <a:pt x="24116" y="111545"/>
                    </a:cubicBezTo>
                    <a:cubicBezTo>
                      <a:pt x="31360" y="96312"/>
                      <a:pt x="33065" y="80940"/>
                      <a:pt x="33065"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332" name="Group 331" descr="\documentclass{article}&#10;\usepackage{amsmath}&#10;\pagestyle{empty}&#10;\begin{document}&#10;&#10;\[&#10;\mu_2 - \beta^Tx&#10;\]&#10;&#10;\end{document}" title="IguanaTex Shape Display">
              <a:extLst>
                <a:ext uri="{FF2B5EF4-FFF2-40B4-BE49-F238E27FC236}">
                  <a16:creationId xmlns:a16="http://schemas.microsoft.com/office/drawing/2014/main" id="{9641AAEB-9495-290E-F27F-1329E76CDA9C}"/>
                </a:ext>
              </a:extLst>
            </p:cNvPr>
            <p:cNvGrpSpPr>
              <a:grpSpLocks noChangeAspect="1"/>
            </p:cNvGrpSpPr>
            <p:nvPr>
              <p:custDataLst>
                <p:tags r:id="rId5"/>
              </p:custDataLst>
            </p:nvPr>
          </p:nvGrpSpPr>
          <p:grpSpPr>
            <a:xfrm>
              <a:off x="8850923" y="5305570"/>
              <a:ext cx="315520" cy="83614"/>
              <a:chOff x="10233638" y="6924704"/>
              <a:chExt cx="614082" cy="162734"/>
            </a:xfrm>
          </p:grpSpPr>
          <p:sp>
            <p:nvSpPr>
              <p:cNvPr id="333" name="Freeform: Shape 332">
                <a:extLst>
                  <a:ext uri="{FF2B5EF4-FFF2-40B4-BE49-F238E27FC236}">
                    <a16:creationId xmlns:a16="http://schemas.microsoft.com/office/drawing/2014/main" id="{264ED90F-2576-72C2-139D-776130481A53}"/>
                  </a:ext>
                </a:extLst>
              </p:cNvPr>
              <p:cNvSpPr/>
              <p:nvPr>
                <p:custDataLst>
                  <p:tags r:id="rId6"/>
                </p:custDataLst>
              </p:nvPr>
            </p:nvSpPr>
            <p:spPr>
              <a:xfrm>
                <a:off x="10233638" y="6990278"/>
                <a:ext cx="82820" cy="97160"/>
              </a:xfrm>
              <a:custGeom>
                <a:avLst/>
                <a:gdLst>
                  <a:gd name="connsiteX0" fmla="*/ 30927 w 82820"/>
                  <a:gd name="connsiteY0" fmla="*/ 13512 h 97160"/>
                  <a:gd name="connsiteX1" fmla="*/ 33219 w 82820"/>
                  <a:gd name="connsiteY1" fmla="*/ 4062 h 97160"/>
                  <a:gd name="connsiteX2" fmla="*/ 28788 w 82820"/>
                  <a:gd name="connsiteY2" fmla="*/ 75 h 97160"/>
                  <a:gd name="connsiteX3" fmla="*/ 22676 w 82820"/>
                  <a:gd name="connsiteY3" fmla="*/ 5390 h 97160"/>
                  <a:gd name="connsiteX4" fmla="*/ 672 w 82820"/>
                  <a:gd name="connsiteY4" fmla="*/ 90886 h 97160"/>
                  <a:gd name="connsiteX5" fmla="*/ 213 w 82820"/>
                  <a:gd name="connsiteY5" fmla="*/ 93248 h 97160"/>
                  <a:gd name="connsiteX6" fmla="*/ 4492 w 82820"/>
                  <a:gd name="connsiteY6" fmla="*/ 97235 h 97160"/>
                  <a:gd name="connsiteX7" fmla="*/ 9840 w 82820"/>
                  <a:gd name="connsiteY7" fmla="*/ 94134 h 97160"/>
                  <a:gd name="connsiteX8" fmla="*/ 18244 w 82820"/>
                  <a:gd name="connsiteY8" fmla="*/ 62387 h 97160"/>
                  <a:gd name="connsiteX9" fmla="*/ 33066 w 82820"/>
                  <a:gd name="connsiteY9" fmla="*/ 66965 h 97160"/>
                  <a:gd name="connsiteX10" fmla="*/ 53389 w 82820"/>
                  <a:gd name="connsiteY10" fmla="*/ 56185 h 97160"/>
                  <a:gd name="connsiteX11" fmla="*/ 67142 w 82820"/>
                  <a:gd name="connsiteY11" fmla="*/ 66965 h 97160"/>
                  <a:gd name="connsiteX12" fmla="*/ 78449 w 82820"/>
                  <a:gd name="connsiteY12" fmla="*/ 58843 h 97160"/>
                  <a:gd name="connsiteX13" fmla="*/ 83033 w 82820"/>
                  <a:gd name="connsiteY13" fmla="*/ 44225 h 97160"/>
                  <a:gd name="connsiteX14" fmla="*/ 81200 w 82820"/>
                  <a:gd name="connsiteY14" fmla="*/ 42748 h 97160"/>
                  <a:gd name="connsiteX15" fmla="*/ 79060 w 82820"/>
                  <a:gd name="connsiteY15" fmla="*/ 45406 h 97160"/>
                  <a:gd name="connsiteX16" fmla="*/ 67447 w 82820"/>
                  <a:gd name="connsiteY16" fmla="*/ 63716 h 97160"/>
                  <a:gd name="connsiteX17" fmla="*/ 62863 w 82820"/>
                  <a:gd name="connsiteY17" fmla="*/ 56924 h 97160"/>
                  <a:gd name="connsiteX18" fmla="*/ 65919 w 82820"/>
                  <a:gd name="connsiteY18" fmla="*/ 41567 h 97160"/>
                  <a:gd name="connsiteX19" fmla="*/ 70198 w 82820"/>
                  <a:gd name="connsiteY19" fmla="*/ 25620 h 97160"/>
                  <a:gd name="connsiteX20" fmla="*/ 72795 w 82820"/>
                  <a:gd name="connsiteY20" fmla="*/ 15579 h 97160"/>
                  <a:gd name="connsiteX21" fmla="*/ 75087 w 82820"/>
                  <a:gd name="connsiteY21" fmla="*/ 5686 h 97160"/>
                  <a:gd name="connsiteX22" fmla="*/ 70656 w 82820"/>
                  <a:gd name="connsiteY22" fmla="*/ 1699 h 97160"/>
                  <a:gd name="connsiteX23" fmla="*/ 64697 w 82820"/>
                  <a:gd name="connsiteY23" fmla="*/ 6867 h 97160"/>
                  <a:gd name="connsiteX24" fmla="*/ 57515 w 82820"/>
                  <a:gd name="connsiteY24" fmla="*/ 34479 h 97160"/>
                  <a:gd name="connsiteX25" fmla="*/ 53542 w 82820"/>
                  <a:gd name="connsiteY25" fmla="*/ 49541 h 97160"/>
                  <a:gd name="connsiteX26" fmla="*/ 33677 w 82820"/>
                  <a:gd name="connsiteY26" fmla="*/ 63716 h 97160"/>
                  <a:gd name="connsiteX27" fmla="*/ 22370 w 82820"/>
                  <a:gd name="connsiteY27" fmla="*/ 50870 h 97160"/>
                  <a:gd name="connsiteX28" fmla="*/ 24509 w 82820"/>
                  <a:gd name="connsiteY28" fmla="*/ 38319 h 97160"/>
                  <a:gd name="connsiteX29" fmla="*/ 30927 w 82820"/>
                  <a:gd name="connsiteY29" fmla="*/ 13512 h 9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2820" h="97160">
                    <a:moveTo>
                      <a:pt x="30927" y="13512"/>
                    </a:moveTo>
                    <a:cubicBezTo>
                      <a:pt x="31691" y="10411"/>
                      <a:pt x="33219" y="4800"/>
                      <a:pt x="33219" y="4062"/>
                    </a:cubicBezTo>
                    <a:cubicBezTo>
                      <a:pt x="33219" y="1551"/>
                      <a:pt x="31385" y="75"/>
                      <a:pt x="28788" y="75"/>
                    </a:cubicBezTo>
                    <a:cubicBezTo>
                      <a:pt x="28329" y="75"/>
                      <a:pt x="24051" y="222"/>
                      <a:pt x="22676" y="5390"/>
                    </a:cubicBezTo>
                    <a:lnTo>
                      <a:pt x="672" y="90886"/>
                    </a:lnTo>
                    <a:cubicBezTo>
                      <a:pt x="213" y="92657"/>
                      <a:pt x="213" y="92953"/>
                      <a:pt x="213" y="93248"/>
                    </a:cubicBezTo>
                    <a:cubicBezTo>
                      <a:pt x="213" y="95463"/>
                      <a:pt x="1894" y="97235"/>
                      <a:pt x="4492" y="97235"/>
                    </a:cubicBezTo>
                    <a:cubicBezTo>
                      <a:pt x="7701" y="97235"/>
                      <a:pt x="9534" y="94577"/>
                      <a:pt x="9840" y="94134"/>
                    </a:cubicBezTo>
                    <a:cubicBezTo>
                      <a:pt x="10451" y="92805"/>
                      <a:pt x="12438" y="85127"/>
                      <a:pt x="18244" y="62387"/>
                    </a:cubicBezTo>
                    <a:cubicBezTo>
                      <a:pt x="23134" y="66374"/>
                      <a:pt x="30010" y="66965"/>
                      <a:pt x="33066" y="66965"/>
                    </a:cubicBezTo>
                    <a:cubicBezTo>
                      <a:pt x="43763" y="66965"/>
                      <a:pt x="49722" y="60320"/>
                      <a:pt x="53389" y="56185"/>
                    </a:cubicBezTo>
                    <a:cubicBezTo>
                      <a:pt x="54764" y="62830"/>
                      <a:pt x="60418" y="66965"/>
                      <a:pt x="67142" y="66965"/>
                    </a:cubicBezTo>
                    <a:cubicBezTo>
                      <a:pt x="72490" y="66965"/>
                      <a:pt x="76004" y="63568"/>
                      <a:pt x="78449" y="58843"/>
                    </a:cubicBezTo>
                    <a:cubicBezTo>
                      <a:pt x="81047" y="53528"/>
                      <a:pt x="83033" y="44520"/>
                      <a:pt x="83033" y="44225"/>
                    </a:cubicBezTo>
                    <a:cubicBezTo>
                      <a:pt x="83033" y="42748"/>
                      <a:pt x="81658" y="42748"/>
                      <a:pt x="81200" y="42748"/>
                    </a:cubicBezTo>
                    <a:cubicBezTo>
                      <a:pt x="79672" y="42748"/>
                      <a:pt x="79519" y="43339"/>
                      <a:pt x="79060" y="45406"/>
                    </a:cubicBezTo>
                    <a:cubicBezTo>
                      <a:pt x="76463" y="55004"/>
                      <a:pt x="73712" y="63716"/>
                      <a:pt x="67447" y="63716"/>
                    </a:cubicBezTo>
                    <a:cubicBezTo>
                      <a:pt x="63322" y="63716"/>
                      <a:pt x="62863" y="59877"/>
                      <a:pt x="62863" y="56924"/>
                    </a:cubicBezTo>
                    <a:cubicBezTo>
                      <a:pt x="62863" y="53675"/>
                      <a:pt x="64697" y="46735"/>
                      <a:pt x="65919" y="41567"/>
                    </a:cubicBezTo>
                    <a:lnTo>
                      <a:pt x="70198" y="25620"/>
                    </a:lnTo>
                    <a:cubicBezTo>
                      <a:pt x="70656" y="23405"/>
                      <a:pt x="72184" y="17794"/>
                      <a:pt x="72795" y="15579"/>
                    </a:cubicBezTo>
                    <a:cubicBezTo>
                      <a:pt x="73559" y="12183"/>
                      <a:pt x="75087" y="6572"/>
                      <a:pt x="75087" y="5686"/>
                    </a:cubicBezTo>
                    <a:cubicBezTo>
                      <a:pt x="75087" y="3028"/>
                      <a:pt x="72948" y="1699"/>
                      <a:pt x="70656" y="1699"/>
                    </a:cubicBezTo>
                    <a:cubicBezTo>
                      <a:pt x="69892" y="1699"/>
                      <a:pt x="65919" y="1847"/>
                      <a:pt x="64697" y="6867"/>
                    </a:cubicBezTo>
                    <a:lnTo>
                      <a:pt x="57515" y="34479"/>
                    </a:lnTo>
                    <a:cubicBezTo>
                      <a:pt x="55681" y="41862"/>
                      <a:pt x="54000" y="48064"/>
                      <a:pt x="53542" y="49541"/>
                    </a:cubicBezTo>
                    <a:cubicBezTo>
                      <a:pt x="53389" y="50279"/>
                      <a:pt x="46055" y="63716"/>
                      <a:pt x="33677" y="63716"/>
                    </a:cubicBezTo>
                    <a:cubicBezTo>
                      <a:pt x="26037" y="63716"/>
                      <a:pt x="22370" y="58843"/>
                      <a:pt x="22370" y="50870"/>
                    </a:cubicBezTo>
                    <a:cubicBezTo>
                      <a:pt x="22370" y="46588"/>
                      <a:pt x="23440" y="42453"/>
                      <a:pt x="24509" y="38319"/>
                    </a:cubicBezTo>
                    <a:lnTo>
                      <a:pt x="30927" y="13512"/>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4" name="Freeform: Shape 333">
                <a:extLst>
                  <a:ext uri="{FF2B5EF4-FFF2-40B4-BE49-F238E27FC236}">
                    <a16:creationId xmlns:a16="http://schemas.microsoft.com/office/drawing/2014/main" id="{DBFAFEC3-DB7B-5BBB-9CFB-3D661ACF795C}"/>
                  </a:ext>
                </a:extLst>
              </p:cNvPr>
              <p:cNvSpPr/>
              <p:nvPr>
                <p:custDataLst>
                  <p:tags r:id="rId7"/>
                </p:custDataLst>
              </p:nvPr>
            </p:nvSpPr>
            <p:spPr>
              <a:xfrm>
                <a:off x="10327865" y="7009060"/>
                <a:ext cx="47277" cy="68632"/>
              </a:xfrm>
              <a:custGeom>
                <a:avLst/>
                <a:gdLst>
                  <a:gd name="connsiteX0" fmla="*/ 47497 w 47277"/>
                  <a:gd name="connsiteY0" fmla="*/ 49897 h 68632"/>
                  <a:gd name="connsiteX1" fmla="*/ 43860 w 47277"/>
                  <a:gd name="connsiteY1" fmla="*/ 49897 h 68632"/>
                  <a:gd name="connsiteX2" fmla="*/ 41079 w 47277"/>
                  <a:gd name="connsiteY2" fmla="*/ 59303 h 68632"/>
                  <a:gd name="connsiteX3" fmla="*/ 30490 w 47277"/>
                  <a:gd name="connsiteY3" fmla="*/ 59923 h 68632"/>
                  <a:gd name="connsiteX4" fmla="*/ 10809 w 47277"/>
                  <a:gd name="connsiteY4" fmla="*/ 59923 h 68632"/>
                  <a:gd name="connsiteX5" fmla="*/ 32201 w 47277"/>
                  <a:gd name="connsiteY5" fmla="*/ 42558 h 68632"/>
                  <a:gd name="connsiteX6" fmla="*/ 47497 w 47277"/>
                  <a:gd name="connsiteY6" fmla="*/ 20232 h 68632"/>
                  <a:gd name="connsiteX7" fmla="*/ 22468 w 47277"/>
                  <a:gd name="connsiteY7" fmla="*/ 76 h 68632"/>
                  <a:gd name="connsiteX8" fmla="*/ 219 w 47277"/>
                  <a:gd name="connsiteY8" fmla="*/ 18578 h 68632"/>
                  <a:gd name="connsiteX9" fmla="*/ 5888 w 47277"/>
                  <a:gd name="connsiteY9" fmla="*/ 24366 h 68632"/>
                  <a:gd name="connsiteX10" fmla="*/ 11557 w 47277"/>
                  <a:gd name="connsiteY10" fmla="*/ 18888 h 68632"/>
                  <a:gd name="connsiteX11" fmla="*/ 5247 w 47277"/>
                  <a:gd name="connsiteY11" fmla="*/ 13410 h 68632"/>
                  <a:gd name="connsiteX12" fmla="*/ 20863 w 47277"/>
                  <a:gd name="connsiteY12" fmla="*/ 3797 h 68632"/>
                  <a:gd name="connsiteX13" fmla="*/ 37122 w 47277"/>
                  <a:gd name="connsiteY13" fmla="*/ 20232 h 68632"/>
                  <a:gd name="connsiteX14" fmla="*/ 27067 w 47277"/>
                  <a:gd name="connsiteY14" fmla="*/ 40077 h 68632"/>
                  <a:gd name="connsiteX15" fmla="*/ 1289 w 47277"/>
                  <a:gd name="connsiteY15" fmla="*/ 64677 h 68632"/>
                  <a:gd name="connsiteX16" fmla="*/ 219 w 47277"/>
                  <a:gd name="connsiteY16" fmla="*/ 68709 h 68632"/>
                  <a:gd name="connsiteX17" fmla="*/ 44288 w 47277"/>
                  <a:gd name="connsiteY17" fmla="*/ 68709 h 68632"/>
                  <a:gd name="connsiteX18" fmla="*/ 47497 w 47277"/>
                  <a:gd name="connsiteY18" fmla="*/ 49897 h 6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277" h="68632">
                    <a:moveTo>
                      <a:pt x="47497" y="49897"/>
                    </a:moveTo>
                    <a:lnTo>
                      <a:pt x="43860" y="49897"/>
                    </a:lnTo>
                    <a:cubicBezTo>
                      <a:pt x="43539" y="52171"/>
                      <a:pt x="42470" y="58269"/>
                      <a:pt x="41079" y="59303"/>
                    </a:cubicBezTo>
                    <a:cubicBezTo>
                      <a:pt x="40223" y="59923"/>
                      <a:pt x="31987" y="59923"/>
                      <a:pt x="30490" y="59923"/>
                    </a:cubicBezTo>
                    <a:lnTo>
                      <a:pt x="10809" y="59923"/>
                    </a:lnTo>
                    <a:cubicBezTo>
                      <a:pt x="22040" y="50310"/>
                      <a:pt x="25783" y="47416"/>
                      <a:pt x="32201" y="42558"/>
                    </a:cubicBezTo>
                    <a:cubicBezTo>
                      <a:pt x="40117" y="36460"/>
                      <a:pt x="47497" y="30051"/>
                      <a:pt x="47497" y="20232"/>
                    </a:cubicBezTo>
                    <a:cubicBezTo>
                      <a:pt x="47497" y="7725"/>
                      <a:pt x="36159" y="76"/>
                      <a:pt x="22468" y="76"/>
                    </a:cubicBezTo>
                    <a:cubicBezTo>
                      <a:pt x="9204" y="76"/>
                      <a:pt x="219" y="9069"/>
                      <a:pt x="219" y="18578"/>
                    </a:cubicBezTo>
                    <a:cubicBezTo>
                      <a:pt x="219" y="23849"/>
                      <a:pt x="4819" y="24366"/>
                      <a:pt x="5888" y="24366"/>
                    </a:cubicBezTo>
                    <a:cubicBezTo>
                      <a:pt x="8455" y="24366"/>
                      <a:pt x="11557" y="22609"/>
                      <a:pt x="11557" y="18888"/>
                    </a:cubicBezTo>
                    <a:cubicBezTo>
                      <a:pt x="11557" y="17028"/>
                      <a:pt x="10809" y="13410"/>
                      <a:pt x="5247" y="13410"/>
                    </a:cubicBezTo>
                    <a:cubicBezTo>
                      <a:pt x="8562" y="6071"/>
                      <a:pt x="15836" y="3797"/>
                      <a:pt x="20863" y="3797"/>
                    </a:cubicBezTo>
                    <a:cubicBezTo>
                      <a:pt x="31559" y="3797"/>
                      <a:pt x="37122" y="11859"/>
                      <a:pt x="37122" y="20232"/>
                    </a:cubicBezTo>
                    <a:cubicBezTo>
                      <a:pt x="37122" y="29224"/>
                      <a:pt x="30490" y="36356"/>
                      <a:pt x="27067" y="40077"/>
                    </a:cubicBezTo>
                    <a:lnTo>
                      <a:pt x="1289" y="64677"/>
                    </a:lnTo>
                    <a:cubicBezTo>
                      <a:pt x="219" y="65608"/>
                      <a:pt x="219" y="65814"/>
                      <a:pt x="219" y="68709"/>
                    </a:cubicBezTo>
                    <a:lnTo>
                      <a:pt x="44288" y="68709"/>
                    </a:lnTo>
                    <a:lnTo>
                      <a:pt x="47497" y="4989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5" name="Freeform: Shape 334">
                <a:extLst>
                  <a:ext uri="{FF2B5EF4-FFF2-40B4-BE49-F238E27FC236}">
                    <a16:creationId xmlns:a16="http://schemas.microsoft.com/office/drawing/2014/main" id="{515458D7-DF21-FC46-17DA-8E96C6235F5C}"/>
                  </a:ext>
                </a:extLst>
              </p:cNvPr>
              <p:cNvSpPr/>
              <p:nvPr>
                <p:custDataLst>
                  <p:tags r:id="rId8"/>
                </p:custDataLst>
              </p:nvPr>
            </p:nvSpPr>
            <p:spPr>
              <a:xfrm>
                <a:off x="10436315" y="7015676"/>
                <a:ext cx="93363" cy="5906"/>
              </a:xfrm>
              <a:custGeom>
                <a:avLst/>
                <a:gdLst>
                  <a:gd name="connsiteX0" fmla="*/ 88241 w 93363"/>
                  <a:gd name="connsiteY0" fmla="*/ 5981 h 5906"/>
                  <a:gd name="connsiteX1" fmla="*/ 93589 w 93363"/>
                  <a:gd name="connsiteY1" fmla="*/ 3028 h 5906"/>
                  <a:gd name="connsiteX2" fmla="*/ 88241 w 93363"/>
                  <a:gd name="connsiteY2" fmla="*/ 75 h 5906"/>
                  <a:gd name="connsiteX3" fmla="*/ 5574 w 93363"/>
                  <a:gd name="connsiteY3" fmla="*/ 75 h 5906"/>
                  <a:gd name="connsiteX4" fmla="*/ 226 w 93363"/>
                  <a:gd name="connsiteY4" fmla="*/ 3028 h 5906"/>
                  <a:gd name="connsiteX5" fmla="*/ 5574 w 93363"/>
                  <a:gd name="connsiteY5" fmla="*/ 5981 h 5906"/>
                  <a:gd name="connsiteX6" fmla="*/ 88241 w 93363"/>
                  <a:gd name="connsiteY6" fmla="*/ 5981 h 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63" h="5906">
                    <a:moveTo>
                      <a:pt x="88241" y="5981"/>
                    </a:moveTo>
                    <a:cubicBezTo>
                      <a:pt x="90839" y="5981"/>
                      <a:pt x="93589" y="5981"/>
                      <a:pt x="93589" y="3028"/>
                    </a:cubicBezTo>
                    <a:cubicBezTo>
                      <a:pt x="93589" y="75"/>
                      <a:pt x="90839" y="75"/>
                      <a:pt x="88241" y="75"/>
                    </a:cubicBezTo>
                    <a:lnTo>
                      <a:pt x="5574" y="75"/>
                    </a:lnTo>
                    <a:cubicBezTo>
                      <a:pt x="2976" y="75"/>
                      <a:pt x="226" y="75"/>
                      <a:pt x="226" y="3028"/>
                    </a:cubicBezTo>
                    <a:cubicBezTo>
                      <a:pt x="226" y="5981"/>
                      <a:pt x="2976" y="5981"/>
                      <a:pt x="5574" y="5981"/>
                    </a:cubicBezTo>
                    <a:lnTo>
                      <a:pt x="88241" y="5981"/>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6" name="Freeform: Shape 335">
                <a:extLst>
                  <a:ext uri="{FF2B5EF4-FFF2-40B4-BE49-F238E27FC236}">
                    <a16:creationId xmlns:a16="http://schemas.microsoft.com/office/drawing/2014/main" id="{FD193181-0E32-50FD-3C55-A696C9DAB325}"/>
                  </a:ext>
                </a:extLst>
              </p:cNvPr>
              <p:cNvSpPr/>
              <p:nvPr>
                <p:custDataLst>
                  <p:tags r:id="rId9"/>
                </p:custDataLst>
              </p:nvPr>
            </p:nvSpPr>
            <p:spPr>
              <a:xfrm>
                <a:off x="10581001" y="6951296"/>
                <a:ext cx="83297" cy="132893"/>
              </a:xfrm>
              <a:custGeom>
                <a:avLst/>
                <a:gdLst>
                  <a:gd name="connsiteX0" fmla="*/ 83534 w 83297"/>
                  <a:gd name="connsiteY0" fmla="*/ 20304 h 132893"/>
                  <a:gd name="connsiteX1" fmla="*/ 62752 w 83297"/>
                  <a:gd name="connsiteY1" fmla="*/ 75 h 132893"/>
                  <a:gd name="connsiteX2" fmla="*/ 44263 w 83297"/>
                  <a:gd name="connsiteY2" fmla="*/ 6276 h 132893"/>
                  <a:gd name="connsiteX3" fmla="*/ 24551 w 83297"/>
                  <a:gd name="connsiteY3" fmla="*/ 37728 h 132893"/>
                  <a:gd name="connsiteX4" fmla="*/ 255 w 83297"/>
                  <a:gd name="connsiteY4" fmla="*/ 131492 h 132893"/>
                  <a:gd name="connsiteX5" fmla="*/ 2089 w 83297"/>
                  <a:gd name="connsiteY5" fmla="*/ 132969 h 132893"/>
                  <a:gd name="connsiteX6" fmla="*/ 3923 w 83297"/>
                  <a:gd name="connsiteY6" fmla="*/ 132230 h 132893"/>
                  <a:gd name="connsiteX7" fmla="*/ 14619 w 83297"/>
                  <a:gd name="connsiteY7" fmla="*/ 91476 h 132893"/>
                  <a:gd name="connsiteX8" fmla="*/ 35400 w 83297"/>
                  <a:gd name="connsiteY8" fmla="*/ 105799 h 132893"/>
                  <a:gd name="connsiteX9" fmla="*/ 64892 w 83297"/>
                  <a:gd name="connsiteY9" fmla="*/ 94134 h 132893"/>
                  <a:gd name="connsiteX10" fmla="*/ 77116 w 83297"/>
                  <a:gd name="connsiteY10" fmla="*/ 66965 h 132893"/>
                  <a:gd name="connsiteX11" fmla="*/ 65961 w 83297"/>
                  <a:gd name="connsiteY11" fmla="*/ 44963 h 132893"/>
                  <a:gd name="connsiteX12" fmla="*/ 83534 w 83297"/>
                  <a:gd name="connsiteY12" fmla="*/ 20304 h 132893"/>
                  <a:gd name="connsiteX13" fmla="*/ 56029 w 83297"/>
                  <a:gd name="connsiteY13" fmla="*/ 44816 h 132893"/>
                  <a:gd name="connsiteX14" fmla="*/ 48694 w 83297"/>
                  <a:gd name="connsiteY14" fmla="*/ 45849 h 132893"/>
                  <a:gd name="connsiteX15" fmla="*/ 41971 w 83297"/>
                  <a:gd name="connsiteY15" fmla="*/ 45259 h 132893"/>
                  <a:gd name="connsiteX16" fmla="*/ 49458 w 83297"/>
                  <a:gd name="connsiteY16" fmla="*/ 44077 h 132893"/>
                  <a:gd name="connsiteX17" fmla="*/ 56029 w 83297"/>
                  <a:gd name="connsiteY17" fmla="*/ 44816 h 132893"/>
                  <a:gd name="connsiteX18" fmla="*/ 74977 w 83297"/>
                  <a:gd name="connsiteY18" fmla="*/ 16908 h 132893"/>
                  <a:gd name="connsiteX19" fmla="*/ 61224 w 83297"/>
                  <a:gd name="connsiteY19" fmla="*/ 42453 h 132893"/>
                  <a:gd name="connsiteX20" fmla="*/ 49458 w 83297"/>
                  <a:gd name="connsiteY20" fmla="*/ 40681 h 132893"/>
                  <a:gd name="connsiteX21" fmla="*/ 37692 w 83297"/>
                  <a:gd name="connsiteY21" fmla="*/ 45406 h 132893"/>
                  <a:gd name="connsiteX22" fmla="*/ 48236 w 83297"/>
                  <a:gd name="connsiteY22" fmla="*/ 49098 h 132893"/>
                  <a:gd name="connsiteX23" fmla="*/ 60766 w 83297"/>
                  <a:gd name="connsiteY23" fmla="*/ 47178 h 132893"/>
                  <a:gd name="connsiteX24" fmla="*/ 67489 w 83297"/>
                  <a:gd name="connsiteY24" fmla="*/ 63864 h 132893"/>
                  <a:gd name="connsiteX25" fmla="*/ 59849 w 83297"/>
                  <a:gd name="connsiteY25" fmla="*/ 89261 h 132893"/>
                  <a:gd name="connsiteX26" fmla="*/ 34942 w 83297"/>
                  <a:gd name="connsiteY26" fmla="*/ 102551 h 132893"/>
                  <a:gd name="connsiteX27" fmla="*/ 17522 w 83297"/>
                  <a:gd name="connsiteY27" fmla="*/ 83503 h 132893"/>
                  <a:gd name="connsiteX28" fmla="*/ 18286 w 83297"/>
                  <a:gd name="connsiteY28" fmla="*/ 77006 h 132893"/>
                  <a:gd name="connsiteX29" fmla="*/ 28066 w 83297"/>
                  <a:gd name="connsiteY29" fmla="*/ 39648 h 132893"/>
                  <a:gd name="connsiteX30" fmla="*/ 60766 w 83297"/>
                  <a:gd name="connsiteY30" fmla="*/ 3471 h 132893"/>
                  <a:gd name="connsiteX31" fmla="*/ 74977 w 83297"/>
                  <a:gd name="connsiteY31" fmla="*/ 16908 h 13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297" h="132893">
                    <a:moveTo>
                      <a:pt x="83534" y="20304"/>
                    </a:moveTo>
                    <a:cubicBezTo>
                      <a:pt x="83534" y="9230"/>
                      <a:pt x="75129" y="75"/>
                      <a:pt x="62752" y="75"/>
                    </a:cubicBezTo>
                    <a:cubicBezTo>
                      <a:pt x="53890" y="75"/>
                      <a:pt x="49611" y="2437"/>
                      <a:pt x="44263" y="6276"/>
                    </a:cubicBezTo>
                    <a:cubicBezTo>
                      <a:pt x="35859" y="12183"/>
                      <a:pt x="27454" y="26506"/>
                      <a:pt x="24551" y="37728"/>
                    </a:cubicBezTo>
                    <a:lnTo>
                      <a:pt x="255" y="131492"/>
                    </a:lnTo>
                    <a:cubicBezTo>
                      <a:pt x="102" y="132083"/>
                      <a:pt x="866" y="132969"/>
                      <a:pt x="2089" y="132969"/>
                    </a:cubicBezTo>
                    <a:cubicBezTo>
                      <a:pt x="3311" y="132969"/>
                      <a:pt x="3770" y="132673"/>
                      <a:pt x="3923" y="132230"/>
                    </a:cubicBezTo>
                    <a:lnTo>
                      <a:pt x="14619" y="91476"/>
                    </a:lnTo>
                    <a:cubicBezTo>
                      <a:pt x="17522" y="100336"/>
                      <a:pt x="24246" y="105799"/>
                      <a:pt x="35400" y="105799"/>
                    </a:cubicBezTo>
                    <a:cubicBezTo>
                      <a:pt x="46555" y="105799"/>
                      <a:pt x="58015" y="100631"/>
                      <a:pt x="64892" y="94134"/>
                    </a:cubicBezTo>
                    <a:cubicBezTo>
                      <a:pt x="72226" y="87342"/>
                      <a:pt x="77116" y="77891"/>
                      <a:pt x="77116" y="66965"/>
                    </a:cubicBezTo>
                    <a:cubicBezTo>
                      <a:pt x="77116" y="56333"/>
                      <a:pt x="71462" y="48655"/>
                      <a:pt x="65961" y="44963"/>
                    </a:cubicBezTo>
                    <a:cubicBezTo>
                      <a:pt x="74824" y="40091"/>
                      <a:pt x="83534" y="30936"/>
                      <a:pt x="83534" y="20304"/>
                    </a:cubicBezTo>
                    <a:close/>
                    <a:moveTo>
                      <a:pt x="56029" y="44816"/>
                    </a:moveTo>
                    <a:cubicBezTo>
                      <a:pt x="54042" y="45554"/>
                      <a:pt x="52362" y="45849"/>
                      <a:pt x="48694" y="45849"/>
                    </a:cubicBezTo>
                    <a:cubicBezTo>
                      <a:pt x="46555" y="45849"/>
                      <a:pt x="43499" y="45997"/>
                      <a:pt x="41971" y="45259"/>
                    </a:cubicBezTo>
                    <a:cubicBezTo>
                      <a:pt x="42277" y="43782"/>
                      <a:pt x="47777" y="44077"/>
                      <a:pt x="49458" y="44077"/>
                    </a:cubicBezTo>
                    <a:cubicBezTo>
                      <a:pt x="52667" y="44077"/>
                      <a:pt x="54042" y="44077"/>
                      <a:pt x="56029" y="44816"/>
                    </a:cubicBezTo>
                    <a:close/>
                    <a:moveTo>
                      <a:pt x="74977" y="16908"/>
                    </a:moveTo>
                    <a:cubicBezTo>
                      <a:pt x="74977" y="27244"/>
                      <a:pt x="69170" y="37876"/>
                      <a:pt x="61224" y="42453"/>
                    </a:cubicBezTo>
                    <a:cubicBezTo>
                      <a:pt x="57099" y="40977"/>
                      <a:pt x="54042" y="40681"/>
                      <a:pt x="49458" y="40681"/>
                    </a:cubicBezTo>
                    <a:cubicBezTo>
                      <a:pt x="46249" y="40681"/>
                      <a:pt x="37692" y="40534"/>
                      <a:pt x="37692" y="45406"/>
                    </a:cubicBezTo>
                    <a:cubicBezTo>
                      <a:pt x="37540" y="49541"/>
                      <a:pt x="45485" y="49098"/>
                      <a:pt x="48236" y="49098"/>
                    </a:cubicBezTo>
                    <a:cubicBezTo>
                      <a:pt x="53890" y="49098"/>
                      <a:pt x="56182" y="48950"/>
                      <a:pt x="60766" y="47178"/>
                    </a:cubicBezTo>
                    <a:cubicBezTo>
                      <a:pt x="66572" y="52494"/>
                      <a:pt x="67336" y="57071"/>
                      <a:pt x="67489" y="63864"/>
                    </a:cubicBezTo>
                    <a:cubicBezTo>
                      <a:pt x="67795" y="72428"/>
                      <a:pt x="64128" y="83503"/>
                      <a:pt x="59849" y="89261"/>
                    </a:cubicBezTo>
                    <a:cubicBezTo>
                      <a:pt x="53890" y="97235"/>
                      <a:pt x="43652" y="102551"/>
                      <a:pt x="34942" y="102551"/>
                    </a:cubicBezTo>
                    <a:cubicBezTo>
                      <a:pt x="23329" y="102551"/>
                      <a:pt x="17522" y="93986"/>
                      <a:pt x="17522" y="83503"/>
                    </a:cubicBezTo>
                    <a:cubicBezTo>
                      <a:pt x="17522" y="82026"/>
                      <a:pt x="17522" y="79811"/>
                      <a:pt x="18286" y="77006"/>
                    </a:cubicBezTo>
                    <a:lnTo>
                      <a:pt x="28066" y="39648"/>
                    </a:lnTo>
                    <a:cubicBezTo>
                      <a:pt x="31427" y="26949"/>
                      <a:pt x="42429" y="3471"/>
                      <a:pt x="60766" y="3471"/>
                    </a:cubicBezTo>
                    <a:cubicBezTo>
                      <a:pt x="69629" y="3471"/>
                      <a:pt x="74977" y="8048"/>
                      <a:pt x="74977" y="16908"/>
                    </a:cubicBez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7" name="Freeform: Shape 336">
                <a:extLst>
                  <a:ext uri="{FF2B5EF4-FFF2-40B4-BE49-F238E27FC236}">
                    <a16:creationId xmlns:a16="http://schemas.microsoft.com/office/drawing/2014/main" id="{1B663433-5C73-1589-355C-BACEACF26B66}"/>
                  </a:ext>
                </a:extLst>
              </p:cNvPr>
              <p:cNvSpPr/>
              <p:nvPr>
                <p:custDataLst>
                  <p:tags r:id="rId10"/>
                </p:custDataLst>
              </p:nvPr>
            </p:nvSpPr>
            <p:spPr>
              <a:xfrm>
                <a:off x="10675531" y="6924704"/>
                <a:ext cx="79901" cy="69872"/>
              </a:xfrm>
              <a:custGeom>
                <a:avLst/>
                <a:gdLst>
                  <a:gd name="connsiteX0" fmla="*/ 47627 w 79901"/>
                  <a:gd name="connsiteY0" fmla="*/ 7409 h 69872"/>
                  <a:gd name="connsiteX1" fmla="*/ 50943 w 79901"/>
                  <a:gd name="connsiteY1" fmla="*/ 3895 h 69872"/>
                  <a:gd name="connsiteX2" fmla="*/ 57360 w 79901"/>
                  <a:gd name="connsiteY2" fmla="*/ 3792 h 69872"/>
                  <a:gd name="connsiteX3" fmla="*/ 69340 w 79901"/>
                  <a:gd name="connsiteY3" fmla="*/ 4619 h 69872"/>
                  <a:gd name="connsiteX4" fmla="*/ 74368 w 79901"/>
                  <a:gd name="connsiteY4" fmla="*/ 12784 h 69872"/>
                  <a:gd name="connsiteX5" fmla="*/ 73619 w 79901"/>
                  <a:gd name="connsiteY5" fmla="*/ 21156 h 69872"/>
                  <a:gd name="connsiteX6" fmla="*/ 73405 w 79901"/>
                  <a:gd name="connsiteY6" fmla="*/ 22293 h 69872"/>
                  <a:gd name="connsiteX7" fmla="*/ 75223 w 79901"/>
                  <a:gd name="connsiteY7" fmla="*/ 23844 h 69872"/>
                  <a:gd name="connsiteX8" fmla="*/ 77256 w 79901"/>
                  <a:gd name="connsiteY8" fmla="*/ 21260 h 69872"/>
                  <a:gd name="connsiteX9" fmla="*/ 80144 w 79901"/>
                  <a:gd name="connsiteY9" fmla="*/ 1518 h 69872"/>
                  <a:gd name="connsiteX10" fmla="*/ 76935 w 79901"/>
                  <a:gd name="connsiteY10" fmla="*/ 71 h 69872"/>
                  <a:gd name="connsiteX11" fmla="*/ 11152 w 79901"/>
                  <a:gd name="connsiteY11" fmla="*/ 71 h 69872"/>
                  <a:gd name="connsiteX12" fmla="*/ 7516 w 79901"/>
                  <a:gd name="connsiteY12" fmla="*/ 2241 h 69872"/>
                  <a:gd name="connsiteX13" fmla="*/ 777 w 79901"/>
                  <a:gd name="connsiteY13" fmla="*/ 20536 h 69872"/>
                  <a:gd name="connsiteX14" fmla="*/ 242 w 79901"/>
                  <a:gd name="connsiteY14" fmla="*/ 22397 h 69872"/>
                  <a:gd name="connsiteX15" fmla="*/ 2060 w 79901"/>
                  <a:gd name="connsiteY15" fmla="*/ 23844 h 69872"/>
                  <a:gd name="connsiteX16" fmla="*/ 4307 w 79901"/>
                  <a:gd name="connsiteY16" fmla="*/ 21363 h 69872"/>
                  <a:gd name="connsiteX17" fmla="*/ 30299 w 79901"/>
                  <a:gd name="connsiteY17" fmla="*/ 3792 h 69872"/>
                  <a:gd name="connsiteX18" fmla="*/ 34791 w 79901"/>
                  <a:gd name="connsiteY18" fmla="*/ 3792 h 69872"/>
                  <a:gd name="connsiteX19" fmla="*/ 38107 w 79901"/>
                  <a:gd name="connsiteY19" fmla="*/ 4825 h 69872"/>
                  <a:gd name="connsiteX20" fmla="*/ 37679 w 79901"/>
                  <a:gd name="connsiteY20" fmla="*/ 6996 h 69872"/>
                  <a:gd name="connsiteX21" fmla="*/ 23560 w 79901"/>
                  <a:gd name="connsiteY21" fmla="*/ 61364 h 69872"/>
                  <a:gd name="connsiteX22" fmla="*/ 11045 w 79901"/>
                  <a:gd name="connsiteY22" fmla="*/ 66222 h 69872"/>
                  <a:gd name="connsiteX23" fmla="*/ 6232 w 79901"/>
                  <a:gd name="connsiteY23" fmla="*/ 68496 h 69872"/>
                  <a:gd name="connsiteX24" fmla="*/ 8050 w 79901"/>
                  <a:gd name="connsiteY24" fmla="*/ 69943 h 69872"/>
                  <a:gd name="connsiteX25" fmla="*/ 17249 w 79901"/>
                  <a:gd name="connsiteY25" fmla="*/ 69633 h 69872"/>
                  <a:gd name="connsiteX26" fmla="*/ 26448 w 79901"/>
                  <a:gd name="connsiteY26" fmla="*/ 69530 h 69872"/>
                  <a:gd name="connsiteX27" fmla="*/ 36075 w 79901"/>
                  <a:gd name="connsiteY27" fmla="*/ 69633 h 69872"/>
                  <a:gd name="connsiteX28" fmla="*/ 45060 w 79901"/>
                  <a:gd name="connsiteY28" fmla="*/ 69943 h 69872"/>
                  <a:gd name="connsiteX29" fmla="*/ 47520 w 79901"/>
                  <a:gd name="connsiteY29" fmla="*/ 67669 h 69872"/>
                  <a:gd name="connsiteX30" fmla="*/ 43134 w 79901"/>
                  <a:gd name="connsiteY30" fmla="*/ 66222 h 69872"/>
                  <a:gd name="connsiteX31" fmla="*/ 36930 w 79901"/>
                  <a:gd name="connsiteY31" fmla="*/ 66016 h 69872"/>
                  <a:gd name="connsiteX32" fmla="*/ 33080 w 79901"/>
                  <a:gd name="connsiteY32" fmla="*/ 64052 h 69872"/>
                  <a:gd name="connsiteX33" fmla="*/ 33508 w 79901"/>
                  <a:gd name="connsiteY33" fmla="*/ 61674 h 69872"/>
                  <a:gd name="connsiteX34" fmla="*/ 47627 w 79901"/>
                  <a:gd name="connsiteY34" fmla="*/ 7409 h 6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901" h="69872">
                    <a:moveTo>
                      <a:pt x="47627" y="7409"/>
                    </a:moveTo>
                    <a:cubicBezTo>
                      <a:pt x="48375" y="4412"/>
                      <a:pt x="48589" y="4102"/>
                      <a:pt x="50943" y="3895"/>
                    </a:cubicBezTo>
                    <a:cubicBezTo>
                      <a:pt x="51477" y="3792"/>
                      <a:pt x="55221" y="3792"/>
                      <a:pt x="57360" y="3792"/>
                    </a:cubicBezTo>
                    <a:cubicBezTo>
                      <a:pt x="63885" y="3792"/>
                      <a:pt x="66666" y="3792"/>
                      <a:pt x="69340" y="4619"/>
                    </a:cubicBezTo>
                    <a:cubicBezTo>
                      <a:pt x="74154" y="6066"/>
                      <a:pt x="74368" y="9063"/>
                      <a:pt x="74368" y="12784"/>
                    </a:cubicBezTo>
                    <a:cubicBezTo>
                      <a:pt x="74368" y="14438"/>
                      <a:pt x="74368" y="15782"/>
                      <a:pt x="73619" y="21156"/>
                    </a:cubicBezTo>
                    <a:lnTo>
                      <a:pt x="73405" y="22293"/>
                    </a:lnTo>
                    <a:cubicBezTo>
                      <a:pt x="73405" y="23327"/>
                      <a:pt x="74154" y="23844"/>
                      <a:pt x="75223" y="23844"/>
                    </a:cubicBezTo>
                    <a:cubicBezTo>
                      <a:pt x="76828" y="23844"/>
                      <a:pt x="77042" y="22914"/>
                      <a:pt x="77256" y="21260"/>
                    </a:cubicBezTo>
                    <a:lnTo>
                      <a:pt x="80144" y="1518"/>
                    </a:lnTo>
                    <a:cubicBezTo>
                      <a:pt x="80144" y="71"/>
                      <a:pt x="78860" y="71"/>
                      <a:pt x="76935" y="71"/>
                    </a:cubicBezTo>
                    <a:lnTo>
                      <a:pt x="11152" y="71"/>
                    </a:lnTo>
                    <a:cubicBezTo>
                      <a:pt x="8478" y="71"/>
                      <a:pt x="8264" y="71"/>
                      <a:pt x="7516" y="2241"/>
                    </a:cubicBezTo>
                    <a:lnTo>
                      <a:pt x="777" y="20536"/>
                    </a:lnTo>
                    <a:cubicBezTo>
                      <a:pt x="670" y="20950"/>
                      <a:pt x="242" y="21880"/>
                      <a:pt x="242" y="22397"/>
                    </a:cubicBezTo>
                    <a:cubicBezTo>
                      <a:pt x="242" y="22810"/>
                      <a:pt x="456" y="23844"/>
                      <a:pt x="2060" y="23844"/>
                    </a:cubicBezTo>
                    <a:cubicBezTo>
                      <a:pt x="3451" y="23844"/>
                      <a:pt x="3665" y="23327"/>
                      <a:pt x="4307" y="21363"/>
                    </a:cubicBezTo>
                    <a:cubicBezTo>
                      <a:pt x="10511" y="4825"/>
                      <a:pt x="14040" y="3792"/>
                      <a:pt x="30299" y="3792"/>
                    </a:cubicBezTo>
                    <a:lnTo>
                      <a:pt x="34791" y="3792"/>
                    </a:lnTo>
                    <a:cubicBezTo>
                      <a:pt x="38000" y="3792"/>
                      <a:pt x="38107" y="3895"/>
                      <a:pt x="38107" y="4825"/>
                    </a:cubicBezTo>
                    <a:cubicBezTo>
                      <a:pt x="38107" y="4929"/>
                      <a:pt x="38107" y="5445"/>
                      <a:pt x="37679" y="6996"/>
                    </a:cubicBezTo>
                    <a:lnTo>
                      <a:pt x="23560" y="61364"/>
                    </a:lnTo>
                    <a:cubicBezTo>
                      <a:pt x="22597" y="65189"/>
                      <a:pt x="22276" y="66222"/>
                      <a:pt x="11045" y="66222"/>
                    </a:cubicBezTo>
                    <a:cubicBezTo>
                      <a:pt x="7195" y="66222"/>
                      <a:pt x="6232" y="66222"/>
                      <a:pt x="6232" y="68496"/>
                    </a:cubicBezTo>
                    <a:cubicBezTo>
                      <a:pt x="6232" y="68806"/>
                      <a:pt x="6446" y="69943"/>
                      <a:pt x="8050" y="69943"/>
                    </a:cubicBezTo>
                    <a:cubicBezTo>
                      <a:pt x="11045" y="69943"/>
                      <a:pt x="14254" y="69633"/>
                      <a:pt x="17249" y="69633"/>
                    </a:cubicBezTo>
                    <a:cubicBezTo>
                      <a:pt x="20244" y="69633"/>
                      <a:pt x="23453" y="69530"/>
                      <a:pt x="26448" y="69530"/>
                    </a:cubicBezTo>
                    <a:cubicBezTo>
                      <a:pt x="29443" y="69530"/>
                      <a:pt x="33080" y="69530"/>
                      <a:pt x="36075" y="69633"/>
                    </a:cubicBezTo>
                    <a:cubicBezTo>
                      <a:pt x="38963" y="69737"/>
                      <a:pt x="42172" y="69943"/>
                      <a:pt x="45060" y="69943"/>
                    </a:cubicBezTo>
                    <a:cubicBezTo>
                      <a:pt x="45915" y="69943"/>
                      <a:pt x="47520" y="69943"/>
                      <a:pt x="47520" y="67669"/>
                    </a:cubicBezTo>
                    <a:cubicBezTo>
                      <a:pt x="47520" y="66222"/>
                      <a:pt x="46450" y="66222"/>
                      <a:pt x="43134" y="66222"/>
                    </a:cubicBezTo>
                    <a:cubicBezTo>
                      <a:pt x="41102" y="66222"/>
                      <a:pt x="38963" y="66119"/>
                      <a:pt x="36930" y="66016"/>
                    </a:cubicBezTo>
                    <a:cubicBezTo>
                      <a:pt x="33294" y="65705"/>
                      <a:pt x="33080" y="65292"/>
                      <a:pt x="33080" y="64052"/>
                    </a:cubicBezTo>
                    <a:cubicBezTo>
                      <a:pt x="33080" y="63328"/>
                      <a:pt x="33080" y="63121"/>
                      <a:pt x="33508" y="61674"/>
                    </a:cubicBezTo>
                    <a:lnTo>
                      <a:pt x="47627" y="7409"/>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38" name="Freeform: Shape 337">
                <a:extLst>
                  <a:ext uri="{FF2B5EF4-FFF2-40B4-BE49-F238E27FC236}">
                    <a16:creationId xmlns:a16="http://schemas.microsoft.com/office/drawing/2014/main" id="{DE1A1E15-21CE-2939-13D5-D9B534503DA9}"/>
                  </a:ext>
                </a:extLst>
              </p:cNvPr>
              <p:cNvSpPr/>
              <p:nvPr>
                <p:custDataLst>
                  <p:tags r:id="rId11"/>
                </p:custDataLst>
              </p:nvPr>
            </p:nvSpPr>
            <p:spPr>
              <a:xfrm>
                <a:off x="10771624" y="6990278"/>
                <a:ext cx="76096" cy="66889"/>
              </a:xfrm>
              <a:custGeom>
                <a:avLst/>
                <a:gdLst>
                  <a:gd name="connsiteX0" fmla="*/ 46854 w 76096"/>
                  <a:gd name="connsiteY0" fmla="*/ 20747 h 66889"/>
                  <a:gd name="connsiteX1" fmla="*/ 61981 w 76096"/>
                  <a:gd name="connsiteY1" fmla="*/ 3323 h 66889"/>
                  <a:gd name="connsiteX2" fmla="*/ 69622 w 76096"/>
                  <a:gd name="connsiteY2" fmla="*/ 5243 h 66889"/>
                  <a:gd name="connsiteX3" fmla="*/ 62287 w 76096"/>
                  <a:gd name="connsiteY3" fmla="*/ 13216 h 66889"/>
                  <a:gd name="connsiteX4" fmla="*/ 68094 w 76096"/>
                  <a:gd name="connsiteY4" fmla="*/ 18385 h 66889"/>
                  <a:gd name="connsiteX5" fmla="*/ 76345 w 76096"/>
                  <a:gd name="connsiteY5" fmla="*/ 9820 h 66889"/>
                  <a:gd name="connsiteX6" fmla="*/ 62134 w 76096"/>
                  <a:gd name="connsiteY6" fmla="*/ 75 h 66889"/>
                  <a:gd name="connsiteX7" fmla="*/ 46090 w 76096"/>
                  <a:gd name="connsiteY7" fmla="*/ 11297 h 66889"/>
                  <a:gd name="connsiteX8" fmla="*/ 29587 w 76096"/>
                  <a:gd name="connsiteY8" fmla="*/ 75 h 66889"/>
                  <a:gd name="connsiteX9" fmla="*/ 4985 w 76096"/>
                  <a:gd name="connsiteY9" fmla="*/ 22814 h 66889"/>
                  <a:gd name="connsiteX10" fmla="*/ 6819 w 76096"/>
                  <a:gd name="connsiteY10" fmla="*/ 24291 h 66889"/>
                  <a:gd name="connsiteX11" fmla="*/ 8805 w 76096"/>
                  <a:gd name="connsiteY11" fmla="*/ 22667 h 66889"/>
                  <a:gd name="connsiteX12" fmla="*/ 29281 w 76096"/>
                  <a:gd name="connsiteY12" fmla="*/ 3323 h 66889"/>
                  <a:gd name="connsiteX13" fmla="*/ 37533 w 76096"/>
                  <a:gd name="connsiteY13" fmla="*/ 13216 h 66889"/>
                  <a:gd name="connsiteX14" fmla="*/ 29281 w 76096"/>
                  <a:gd name="connsiteY14" fmla="*/ 48360 h 66889"/>
                  <a:gd name="connsiteX15" fmla="*/ 14765 w 76096"/>
                  <a:gd name="connsiteY15" fmla="*/ 63716 h 66889"/>
                  <a:gd name="connsiteX16" fmla="*/ 7125 w 76096"/>
                  <a:gd name="connsiteY16" fmla="*/ 61797 h 66889"/>
                  <a:gd name="connsiteX17" fmla="*/ 14306 w 76096"/>
                  <a:gd name="connsiteY17" fmla="*/ 53823 h 66889"/>
                  <a:gd name="connsiteX18" fmla="*/ 8653 w 76096"/>
                  <a:gd name="connsiteY18" fmla="*/ 48655 h 66889"/>
                  <a:gd name="connsiteX19" fmla="*/ 248 w 76096"/>
                  <a:gd name="connsiteY19" fmla="*/ 57219 h 66889"/>
                  <a:gd name="connsiteX20" fmla="*/ 14612 w 76096"/>
                  <a:gd name="connsiteY20" fmla="*/ 66965 h 66889"/>
                  <a:gd name="connsiteX21" fmla="*/ 30656 w 76096"/>
                  <a:gd name="connsiteY21" fmla="*/ 55743 h 66889"/>
                  <a:gd name="connsiteX22" fmla="*/ 47159 w 76096"/>
                  <a:gd name="connsiteY22" fmla="*/ 66965 h 66889"/>
                  <a:gd name="connsiteX23" fmla="*/ 71608 w 76096"/>
                  <a:gd name="connsiteY23" fmla="*/ 44225 h 66889"/>
                  <a:gd name="connsiteX24" fmla="*/ 69774 w 76096"/>
                  <a:gd name="connsiteY24" fmla="*/ 42748 h 66889"/>
                  <a:gd name="connsiteX25" fmla="*/ 67788 w 76096"/>
                  <a:gd name="connsiteY25" fmla="*/ 44373 h 66889"/>
                  <a:gd name="connsiteX26" fmla="*/ 47465 w 76096"/>
                  <a:gd name="connsiteY26" fmla="*/ 63716 h 66889"/>
                  <a:gd name="connsiteX27" fmla="*/ 39061 w 76096"/>
                  <a:gd name="connsiteY27" fmla="*/ 53971 h 66889"/>
                  <a:gd name="connsiteX28" fmla="*/ 41658 w 76096"/>
                  <a:gd name="connsiteY28" fmla="*/ 40977 h 66889"/>
                  <a:gd name="connsiteX29" fmla="*/ 46854 w 76096"/>
                  <a:gd name="connsiteY29" fmla="*/ 20747 h 6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096" h="66889">
                    <a:moveTo>
                      <a:pt x="46854" y="20747"/>
                    </a:moveTo>
                    <a:cubicBezTo>
                      <a:pt x="47771" y="16908"/>
                      <a:pt x="51285" y="3323"/>
                      <a:pt x="61981" y="3323"/>
                    </a:cubicBezTo>
                    <a:cubicBezTo>
                      <a:pt x="62745" y="3323"/>
                      <a:pt x="66413" y="3323"/>
                      <a:pt x="69622" y="5243"/>
                    </a:cubicBezTo>
                    <a:cubicBezTo>
                      <a:pt x="65343" y="5981"/>
                      <a:pt x="62287" y="9673"/>
                      <a:pt x="62287" y="13216"/>
                    </a:cubicBezTo>
                    <a:cubicBezTo>
                      <a:pt x="62287" y="15579"/>
                      <a:pt x="63968" y="18385"/>
                      <a:pt x="68094" y="18385"/>
                    </a:cubicBezTo>
                    <a:cubicBezTo>
                      <a:pt x="71455" y="18385"/>
                      <a:pt x="76345" y="15727"/>
                      <a:pt x="76345" y="9820"/>
                    </a:cubicBezTo>
                    <a:cubicBezTo>
                      <a:pt x="76345" y="2142"/>
                      <a:pt x="67330" y="75"/>
                      <a:pt x="62134" y="75"/>
                    </a:cubicBezTo>
                    <a:cubicBezTo>
                      <a:pt x="53271" y="75"/>
                      <a:pt x="47923" y="7901"/>
                      <a:pt x="46090" y="11297"/>
                    </a:cubicBezTo>
                    <a:cubicBezTo>
                      <a:pt x="42270" y="1551"/>
                      <a:pt x="34018" y="75"/>
                      <a:pt x="29587" y="75"/>
                    </a:cubicBezTo>
                    <a:cubicBezTo>
                      <a:pt x="13695" y="75"/>
                      <a:pt x="4985" y="19123"/>
                      <a:pt x="4985" y="22814"/>
                    </a:cubicBezTo>
                    <a:cubicBezTo>
                      <a:pt x="4985" y="24291"/>
                      <a:pt x="6513" y="24291"/>
                      <a:pt x="6819" y="24291"/>
                    </a:cubicBezTo>
                    <a:cubicBezTo>
                      <a:pt x="8041" y="24291"/>
                      <a:pt x="8500" y="23996"/>
                      <a:pt x="8805" y="22667"/>
                    </a:cubicBezTo>
                    <a:cubicBezTo>
                      <a:pt x="14001" y="7015"/>
                      <a:pt x="24086" y="3323"/>
                      <a:pt x="29281" y="3323"/>
                    </a:cubicBezTo>
                    <a:cubicBezTo>
                      <a:pt x="32184" y="3323"/>
                      <a:pt x="37533" y="4652"/>
                      <a:pt x="37533" y="13216"/>
                    </a:cubicBezTo>
                    <a:cubicBezTo>
                      <a:pt x="37533" y="17794"/>
                      <a:pt x="34935" y="27687"/>
                      <a:pt x="29281" y="48360"/>
                    </a:cubicBezTo>
                    <a:cubicBezTo>
                      <a:pt x="26836" y="57514"/>
                      <a:pt x="21488" y="63716"/>
                      <a:pt x="14765" y="63716"/>
                    </a:cubicBezTo>
                    <a:cubicBezTo>
                      <a:pt x="13848" y="63716"/>
                      <a:pt x="10333" y="63716"/>
                      <a:pt x="7125" y="61797"/>
                    </a:cubicBezTo>
                    <a:cubicBezTo>
                      <a:pt x="10945" y="61058"/>
                      <a:pt x="14306" y="57957"/>
                      <a:pt x="14306" y="53823"/>
                    </a:cubicBezTo>
                    <a:cubicBezTo>
                      <a:pt x="14306" y="49836"/>
                      <a:pt x="10945" y="48655"/>
                      <a:pt x="8653" y="48655"/>
                    </a:cubicBezTo>
                    <a:cubicBezTo>
                      <a:pt x="4068" y="48655"/>
                      <a:pt x="248" y="52494"/>
                      <a:pt x="248" y="57219"/>
                    </a:cubicBezTo>
                    <a:cubicBezTo>
                      <a:pt x="248" y="64011"/>
                      <a:pt x="7889" y="66965"/>
                      <a:pt x="14612" y="66965"/>
                    </a:cubicBezTo>
                    <a:cubicBezTo>
                      <a:pt x="24697" y="66965"/>
                      <a:pt x="30198" y="56628"/>
                      <a:pt x="30656" y="55743"/>
                    </a:cubicBezTo>
                    <a:cubicBezTo>
                      <a:pt x="32490" y="61206"/>
                      <a:pt x="37991" y="66965"/>
                      <a:pt x="47159" y="66965"/>
                    </a:cubicBezTo>
                    <a:cubicBezTo>
                      <a:pt x="62898" y="66965"/>
                      <a:pt x="71608" y="47917"/>
                      <a:pt x="71608" y="44225"/>
                    </a:cubicBezTo>
                    <a:cubicBezTo>
                      <a:pt x="71608" y="42748"/>
                      <a:pt x="70233" y="42748"/>
                      <a:pt x="69774" y="42748"/>
                    </a:cubicBezTo>
                    <a:cubicBezTo>
                      <a:pt x="68399" y="42748"/>
                      <a:pt x="68094" y="43339"/>
                      <a:pt x="67788" y="44373"/>
                    </a:cubicBezTo>
                    <a:cubicBezTo>
                      <a:pt x="62745" y="60172"/>
                      <a:pt x="52355" y="63716"/>
                      <a:pt x="47465" y="63716"/>
                    </a:cubicBezTo>
                    <a:cubicBezTo>
                      <a:pt x="41506" y="63716"/>
                      <a:pt x="39061" y="58991"/>
                      <a:pt x="39061" y="53971"/>
                    </a:cubicBezTo>
                    <a:cubicBezTo>
                      <a:pt x="39061" y="50722"/>
                      <a:pt x="39977" y="47474"/>
                      <a:pt x="41658" y="40977"/>
                    </a:cubicBezTo>
                    <a:lnTo>
                      <a:pt x="46854" y="20747"/>
                    </a:lnTo>
                    <a:close/>
                  </a:path>
                </a:pathLst>
              </a:custGeom>
              <a:solidFill>
                <a:schemeClr val="tx1"/>
              </a:solidFill>
              <a:ln w="2377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sp>
          <p:nvSpPr>
            <p:cNvPr id="374" name="Rectangle 373">
              <a:extLst>
                <a:ext uri="{FF2B5EF4-FFF2-40B4-BE49-F238E27FC236}">
                  <a16:creationId xmlns:a16="http://schemas.microsoft.com/office/drawing/2014/main" id="{566ED3F9-DC47-FF98-D533-F5C9DEB96B8D}"/>
                </a:ext>
              </a:extLst>
            </p:cNvPr>
            <p:cNvSpPr/>
            <p:nvPr/>
          </p:nvSpPr>
          <p:spPr>
            <a:xfrm>
              <a:off x="7991641" y="3935471"/>
              <a:ext cx="75316" cy="1262726"/>
            </a:xfrm>
            <a:prstGeom prst="rect">
              <a:avLst/>
            </a:prstGeom>
            <a:solidFill>
              <a:srgbClr val="A9A9A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376" name="Freeform: Shape 375">
              <a:extLst>
                <a:ext uri="{FF2B5EF4-FFF2-40B4-BE49-F238E27FC236}">
                  <a16:creationId xmlns:a16="http://schemas.microsoft.com/office/drawing/2014/main" id="{147E3CC7-7C96-0FEB-1019-97C1CCA4BF8D}"/>
                </a:ext>
              </a:extLst>
            </p:cNvPr>
            <p:cNvSpPr/>
            <p:nvPr/>
          </p:nvSpPr>
          <p:spPr>
            <a:xfrm>
              <a:off x="9151519" y="3931700"/>
              <a:ext cx="4255" cy="1315599"/>
            </a:xfrm>
            <a:custGeom>
              <a:avLst/>
              <a:gdLst>
                <a:gd name="connsiteX0" fmla="*/ 0 w 4255"/>
                <a:gd name="connsiteY0" fmla="*/ 0 h 1315599"/>
                <a:gd name="connsiteX1" fmla="*/ 1180 w 4255"/>
                <a:gd name="connsiteY1" fmla="*/ 2754 h 1315599"/>
                <a:gd name="connsiteX2" fmla="*/ 2697 w 4255"/>
                <a:gd name="connsiteY2" fmla="*/ 6214 h 1315599"/>
                <a:gd name="connsiteX3" fmla="*/ 3392 w 4255"/>
                <a:gd name="connsiteY3" fmla="*/ 7798 h 1315599"/>
                <a:gd name="connsiteX4" fmla="*/ 4255 w 4255"/>
                <a:gd name="connsiteY4" fmla="*/ 1315599 h 1315599"/>
                <a:gd name="connsiteX5" fmla="*/ 1497 w 4255"/>
                <a:gd name="connsiteY5" fmla="*/ 1315599 h 1315599"/>
                <a:gd name="connsiteX6" fmla="*/ 0 w 4255"/>
                <a:gd name="connsiteY6" fmla="*/ 0 h 1315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55" h="1315599">
                  <a:moveTo>
                    <a:pt x="0" y="0"/>
                  </a:moveTo>
                  <a:lnTo>
                    <a:pt x="1180" y="2754"/>
                  </a:lnTo>
                  <a:lnTo>
                    <a:pt x="2697" y="6214"/>
                  </a:lnTo>
                  <a:lnTo>
                    <a:pt x="3392" y="7798"/>
                  </a:lnTo>
                  <a:lnTo>
                    <a:pt x="4255" y="1315599"/>
                  </a:lnTo>
                  <a:lnTo>
                    <a:pt x="1497" y="1315599"/>
                  </a:lnTo>
                  <a:lnTo>
                    <a:pt x="0" y="0"/>
                  </a:lnTo>
                  <a:close/>
                </a:path>
              </a:pathLst>
            </a:custGeom>
            <a:solidFill>
              <a:schemeClr val="bg2">
                <a:lumMod val="90000"/>
                <a:alpha val="60000"/>
              </a:schemeClr>
            </a:solidFill>
            <a:ln w="780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85" name="Freeform: Shape 384">
              <a:extLst>
                <a:ext uri="{FF2B5EF4-FFF2-40B4-BE49-F238E27FC236}">
                  <a16:creationId xmlns:a16="http://schemas.microsoft.com/office/drawing/2014/main" id="{9C07D2DE-2114-5B42-BF51-61FB5D53C722}"/>
                </a:ext>
              </a:extLst>
            </p:cNvPr>
            <p:cNvSpPr/>
            <p:nvPr/>
          </p:nvSpPr>
          <p:spPr>
            <a:xfrm flipH="1">
              <a:off x="7812444" y="4266708"/>
              <a:ext cx="47870" cy="988177"/>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386" name="Freeform: Shape 385">
              <a:extLst>
                <a:ext uri="{FF2B5EF4-FFF2-40B4-BE49-F238E27FC236}">
                  <a16:creationId xmlns:a16="http://schemas.microsoft.com/office/drawing/2014/main" id="{B48BE66E-3FAD-6205-D19B-BB731871AFC1}"/>
                </a:ext>
              </a:extLst>
            </p:cNvPr>
            <p:cNvSpPr/>
            <p:nvPr/>
          </p:nvSpPr>
          <p:spPr>
            <a:xfrm flipH="1">
              <a:off x="7950134" y="3912018"/>
              <a:ext cx="48529" cy="1348123"/>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387" name="Freeform: Shape 386">
              <a:extLst>
                <a:ext uri="{FF2B5EF4-FFF2-40B4-BE49-F238E27FC236}">
                  <a16:creationId xmlns:a16="http://schemas.microsoft.com/office/drawing/2014/main" id="{DD395DA4-AB2F-F594-59EF-579C202686FA}"/>
                </a:ext>
              </a:extLst>
            </p:cNvPr>
            <p:cNvSpPr/>
            <p:nvPr/>
          </p:nvSpPr>
          <p:spPr>
            <a:xfrm flipH="1">
              <a:off x="9109989" y="3906762"/>
              <a:ext cx="48529" cy="1348123"/>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sp>
          <p:nvSpPr>
            <p:cNvPr id="388" name="Freeform: Shape 387">
              <a:extLst>
                <a:ext uri="{FF2B5EF4-FFF2-40B4-BE49-F238E27FC236}">
                  <a16:creationId xmlns:a16="http://schemas.microsoft.com/office/drawing/2014/main" id="{46534501-FA6C-1CC0-5788-F4B012C86EAE}"/>
                </a:ext>
              </a:extLst>
            </p:cNvPr>
            <p:cNvSpPr/>
            <p:nvPr/>
          </p:nvSpPr>
          <p:spPr>
            <a:xfrm flipH="1">
              <a:off x="8963730" y="3634614"/>
              <a:ext cx="59531" cy="1615810"/>
            </a:xfrm>
            <a:custGeom>
              <a:avLst/>
              <a:gdLst>
                <a:gd name="connsiteX0" fmla="*/ 0 w 7817"/>
                <a:gd name="connsiteY0" fmla="*/ 3182357 h 3182356"/>
                <a:gd name="connsiteX1" fmla="*/ 0 w 7817"/>
                <a:gd name="connsiteY1" fmla="*/ 0 h 3182356"/>
              </a:gdLst>
              <a:ahLst/>
              <a:cxnLst>
                <a:cxn ang="0">
                  <a:pos x="connsiteX0" y="connsiteY0"/>
                </a:cxn>
                <a:cxn ang="0">
                  <a:pos x="connsiteX1" y="connsiteY1"/>
                </a:cxn>
              </a:cxnLst>
              <a:rect l="l" t="t" r="r" b="b"/>
              <a:pathLst>
                <a:path w="7817" h="3182356">
                  <a:moveTo>
                    <a:pt x="0" y="3182357"/>
                  </a:moveTo>
                  <a:lnTo>
                    <a:pt x="0" y="0"/>
                  </a:lnTo>
                </a:path>
              </a:pathLst>
            </a:custGeom>
            <a:noFill/>
            <a:ln w="8331" cap="flat">
              <a:solidFill>
                <a:srgbClr val="4D4D4D"/>
              </a:solidFill>
              <a:custDash>
                <a:ds d="320093" sp="320093"/>
              </a:custDash>
              <a:round/>
            </a:ln>
          </p:spPr>
          <p:txBody>
            <a:bodyPr rtlCol="0" anchor="ctr"/>
            <a:lstStyle/>
            <a:p>
              <a:endParaRPr lang="en-GB" noProof="0"/>
            </a:p>
          </p:txBody>
        </p:sp>
      </p:grpSp>
      <p:cxnSp>
        <p:nvCxnSpPr>
          <p:cNvPr id="389" name="Straight Connector 388">
            <a:extLst>
              <a:ext uri="{FF2B5EF4-FFF2-40B4-BE49-F238E27FC236}">
                <a16:creationId xmlns:a16="http://schemas.microsoft.com/office/drawing/2014/main" id="{50B36E5A-ACB4-DE15-2486-A0885FD779CB}"/>
              </a:ext>
            </a:extLst>
          </p:cNvPr>
          <p:cNvCxnSpPr>
            <a:cxnSpLocks/>
          </p:cNvCxnSpPr>
          <p:nvPr/>
        </p:nvCxnSpPr>
        <p:spPr>
          <a:xfrm>
            <a:off x="5700137" y="3684204"/>
            <a:ext cx="595249"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392" name="TextBox 391">
                <a:extLst>
                  <a:ext uri="{FF2B5EF4-FFF2-40B4-BE49-F238E27FC236}">
                    <a16:creationId xmlns:a16="http://schemas.microsoft.com/office/drawing/2014/main" id="{DB24F871-A662-D9B9-BE29-874E8B86BF98}"/>
                  </a:ext>
                </a:extLst>
              </p:cNvPr>
              <p:cNvSpPr txBox="1"/>
              <p:nvPr/>
            </p:nvSpPr>
            <p:spPr>
              <a:xfrm>
                <a:off x="4876690" y="3526091"/>
                <a:ext cx="817952" cy="27699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GB" sz="1200" i="1" noProof="0" smtClean="0">
                          <a:solidFill>
                            <a:prstClr val="black"/>
                          </a:solidFill>
                          <a:latin typeface="Cambria Math" panose="02040503050406030204" pitchFamily="18" charset="0"/>
                        </a:rPr>
                        <m:t>− </m:t>
                      </m:r>
                      <m:sSub>
                        <m:sSubPr>
                          <m:ctrlPr>
                            <a:rPr lang="en-GB" sz="1200" i="1" noProof="0" smtClean="0">
                              <a:solidFill>
                                <a:prstClr val="black"/>
                              </a:solidFill>
                              <a:latin typeface="Cambria Math" panose="02040503050406030204" pitchFamily="18" charset="0"/>
                            </a:rPr>
                          </m:ctrlPr>
                        </m:sSubPr>
                        <m:e>
                          <m:r>
                            <a:rPr lang="en-GB" sz="1200" i="1" noProof="0" smtClean="0">
                              <a:solidFill>
                                <a:prstClr val="black"/>
                              </a:solidFill>
                              <a:latin typeface="Cambria Math" panose="02040503050406030204" pitchFamily="18" charset="0"/>
                            </a:rPr>
                            <m:t>𝛽</m:t>
                          </m:r>
                        </m:e>
                        <m:sub>
                          <m:r>
                            <a:rPr lang="en-GB" sz="1200" i="1" noProof="0" smtClean="0">
                              <a:solidFill>
                                <a:prstClr val="black"/>
                              </a:solidFill>
                              <a:latin typeface="Cambria Math" panose="02040503050406030204" pitchFamily="18" charset="0"/>
                            </a:rPr>
                            <m:t>𝑘</m:t>
                          </m:r>
                        </m:sub>
                      </m:sSub>
                      <m:r>
                        <m:rPr>
                          <m:sty m:val="p"/>
                        </m:rPr>
                        <a:rPr lang="en-GB" sz="1200" i="0" noProof="0" smtClean="0">
                          <a:solidFill>
                            <a:prstClr val="black"/>
                          </a:solidFill>
                          <a:latin typeface="Cambria Math" panose="02040503050406030204" pitchFamily="18" charset="0"/>
                        </a:rPr>
                        <m:t>Δ</m:t>
                      </m:r>
                      <m:sSub>
                        <m:sSubPr>
                          <m:ctrlPr>
                            <a:rPr lang="en-GB" sz="1200" i="1" noProof="0" smtClean="0">
                              <a:solidFill>
                                <a:prstClr val="black"/>
                              </a:solidFill>
                              <a:latin typeface="Cambria Math" panose="02040503050406030204" pitchFamily="18" charset="0"/>
                            </a:rPr>
                          </m:ctrlPr>
                        </m:sSubPr>
                        <m:e>
                          <m:r>
                            <a:rPr lang="en-GB" sz="1200" i="1" noProof="0" smtClean="0">
                              <a:solidFill>
                                <a:prstClr val="black"/>
                              </a:solidFill>
                              <a:latin typeface="Cambria Math" panose="02040503050406030204" pitchFamily="18" charset="0"/>
                            </a:rPr>
                            <m:t>𝑥</m:t>
                          </m:r>
                        </m:e>
                        <m:sub>
                          <m:r>
                            <a:rPr lang="en-GB" sz="1200" i="1" noProof="0" smtClean="0">
                              <a:solidFill>
                                <a:prstClr val="black"/>
                              </a:solidFill>
                              <a:latin typeface="Cambria Math" panose="02040503050406030204" pitchFamily="18" charset="0"/>
                            </a:rPr>
                            <m:t>𝑘</m:t>
                          </m:r>
                        </m:sub>
                      </m:sSub>
                    </m:oMath>
                  </m:oMathPara>
                </a14:m>
                <a:endParaRPr lang="en-GB" sz="1200" noProof="0"/>
              </a:p>
            </p:txBody>
          </p:sp>
        </mc:Choice>
        <mc:Fallback xmlns="">
          <p:sp>
            <p:nvSpPr>
              <p:cNvPr id="392" name="TextBox 391">
                <a:extLst>
                  <a:ext uri="{FF2B5EF4-FFF2-40B4-BE49-F238E27FC236}">
                    <a16:creationId xmlns:a16="http://schemas.microsoft.com/office/drawing/2014/main" id="{DB24F871-A662-D9B9-BE29-874E8B86BF98}"/>
                  </a:ext>
                </a:extLst>
              </p:cNvPr>
              <p:cNvSpPr txBox="1">
                <a:spLocks noRot="1" noChangeAspect="1" noMove="1" noResize="1" noEditPoints="1" noAdjustHandles="1" noChangeArrowheads="1" noChangeShapeType="1" noTextEdit="1"/>
              </p:cNvSpPr>
              <p:nvPr/>
            </p:nvSpPr>
            <p:spPr>
              <a:xfrm>
                <a:off x="4876690" y="3526091"/>
                <a:ext cx="817952" cy="276999"/>
              </a:xfrm>
              <a:prstGeom prst="rect">
                <a:avLst/>
              </a:prstGeom>
              <a:blipFill>
                <a:blip r:embed="rId75"/>
                <a:stretch>
                  <a:fillRect b="-4348"/>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393" name="TextBox 392">
                <a:extLst>
                  <a:ext uri="{FF2B5EF4-FFF2-40B4-BE49-F238E27FC236}">
                    <a16:creationId xmlns:a16="http://schemas.microsoft.com/office/drawing/2014/main" id="{57336156-3D73-413C-0923-216F7D305D99}"/>
                  </a:ext>
                </a:extLst>
              </p:cNvPr>
              <p:cNvSpPr txBox="1"/>
              <p:nvPr/>
            </p:nvSpPr>
            <p:spPr>
              <a:xfrm>
                <a:off x="6327786" y="3364508"/>
                <a:ext cx="971567" cy="600164"/>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10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solidFill>
                            <a:srgbClr val="00B050"/>
                          </a:solidFill>
                          <a:latin typeface="Cambria Math" panose="02040503050406030204" pitchFamily="18" charset="0"/>
                          <a:ea typeface="Cambria Math" panose="02040503050406030204" pitchFamily="18" charset="0"/>
                        </a:rPr>
                        <m:t>↑</m:t>
                      </m:r>
                      <m:r>
                        <a:rPr lang="en-GB" i="1" noProof="0" smtClean="0">
                          <a:latin typeface="Cambria Math" panose="02040503050406030204" pitchFamily="18" charset="0"/>
                        </a:rPr>
                        <m:t>𝑃</m:t>
                      </m:r>
                      <m:d>
                        <m:dPr>
                          <m:ctrlPr>
                            <a:rPr lang="en-GB" i="1" noProof="0" smtClean="0">
                              <a:latin typeface="Cambria Math" panose="02040503050406030204" pitchFamily="18" charset="0"/>
                            </a:rPr>
                          </m:ctrlPr>
                        </m:dPr>
                        <m:e>
                          <m:r>
                            <a:rPr lang="en-GB" i="1" noProof="0" smtClean="0">
                              <a:latin typeface="Cambria Math" panose="02040503050406030204" pitchFamily="18" charset="0"/>
                            </a:rPr>
                            <m:t>𝑦</m:t>
                          </m:r>
                          <m:r>
                            <a:rPr lang="en-GB" i="1" noProof="0" smtClean="0">
                              <a:latin typeface="Cambria Math" panose="02040503050406030204" pitchFamily="18" charset="0"/>
                            </a:rPr>
                            <m:t> = 3</m:t>
                          </m:r>
                        </m:e>
                      </m:d>
                    </m:oMath>
                  </m:oMathPara>
                </a14:m>
                <a:endParaRPr lang="en-GB" i="1" noProof="0">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en-GB" i="1" noProof="0" smtClean="0">
                          <a:solidFill>
                            <a:schemeClr val="accent2"/>
                          </a:solidFill>
                          <a:latin typeface="Cambria Math" panose="02040503050406030204" pitchFamily="18" charset="0"/>
                          <a:ea typeface="Cambria Math" panose="02040503050406030204" pitchFamily="18" charset="0"/>
                        </a:rPr>
                        <m:t>↕</m:t>
                      </m:r>
                      <m:r>
                        <a:rPr lang="en-GB" i="1" noProof="0" smtClean="0">
                          <a:latin typeface="Cambria Math" panose="02040503050406030204" pitchFamily="18" charset="0"/>
                        </a:rPr>
                        <m:t>𝑃</m:t>
                      </m:r>
                      <m:r>
                        <a:rPr lang="en-GB" i="1" noProof="0" smtClean="0">
                          <a:latin typeface="Cambria Math" panose="02040503050406030204" pitchFamily="18" charset="0"/>
                        </a:rPr>
                        <m:t>(</m:t>
                      </m:r>
                      <m:r>
                        <a:rPr lang="en-GB" i="1" noProof="0" smtClean="0">
                          <a:latin typeface="Cambria Math" panose="02040503050406030204" pitchFamily="18" charset="0"/>
                        </a:rPr>
                        <m:t>𝑦</m:t>
                      </m:r>
                      <m:r>
                        <a:rPr lang="en-GB" i="1" noProof="0" smtClean="0">
                          <a:latin typeface="Cambria Math" panose="02040503050406030204" pitchFamily="18" charset="0"/>
                        </a:rPr>
                        <m:t> =2)</m:t>
                      </m:r>
                    </m:oMath>
                  </m:oMathPara>
                </a14:m>
                <a:endParaRPr lang="en-GB" i="1" noProof="0">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en-GB" i="1" noProof="0" smtClean="0">
                          <a:solidFill>
                            <a:srgbClr val="FF0000"/>
                          </a:solidFill>
                          <a:latin typeface="Cambria Math" panose="02040503050406030204" pitchFamily="18" charset="0"/>
                          <a:ea typeface="Cambria Math" panose="02040503050406030204" pitchFamily="18" charset="0"/>
                        </a:rPr>
                        <m:t>↓</m:t>
                      </m:r>
                      <m:r>
                        <a:rPr lang="en-GB" i="1" noProof="0" smtClean="0">
                          <a:latin typeface="Cambria Math" panose="02040503050406030204" pitchFamily="18" charset="0"/>
                        </a:rPr>
                        <m:t>𝑃</m:t>
                      </m:r>
                      <m:r>
                        <a:rPr lang="en-GB" i="1" noProof="0" smtClean="0">
                          <a:latin typeface="Cambria Math" panose="02040503050406030204" pitchFamily="18" charset="0"/>
                        </a:rPr>
                        <m:t>(</m:t>
                      </m:r>
                      <m:r>
                        <a:rPr lang="en-GB" i="1" noProof="0" smtClean="0">
                          <a:latin typeface="Cambria Math" panose="02040503050406030204" pitchFamily="18" charset="0"/>
                        </a:rPr>
                        <m:t>𝑦</m:t>
                      </m:r>
                      <m:r>
                        <a:rPr lang="en-GB" i="1" noProof="0" smtClean="0">
                          <a:latin typeface="Cambria Math" panose="02040503050406030204" pitchFamily="18" charset="0"/>
                        </a:rPr>
                        <m:t> = 1)</m:t>
                      </m:r>
                    </m:oMath>
                  </m:oMathPara>
                </a14:m>
                <a:endParaRPr lang="en-GB" noProof="0"/>
              </a:p>
            </p:txBody>
          </p:sp>
        </mc:Choice>
        <mc:Fallback xmlns="">
          <p:sp>
            <p:nvSpPr>
              <p:cNvPr id="393" name="TextBox 392">
                <a:extLst>
                  <a:ext uri="{FF2B5EF4-FFF2-40B4-BE49-F238E27FC236}">
                    <a16:creationId xmlns:a16="http://schemas.microsoft.com/office/drawing/2014/main" id="{57336156-3D73-413C-0923-216F7D305D99}"/>
                  </a:ext>
                </a:extLst>
              </p:cNvPr>
              <p:cNvSpPr txBox="1">
                <a:spLocks noRot="1" noChangeAspect="1" noMove="1" noResize="1" noEditPoints="1" noAdjustHandles="1" noChangeArrowheads="1" noChangeShapeType="1" noTextEdit="1"/>
              </p:cNvSpPr>
              <p:nvPr/>
            </p:nvSpPr>
            <p:spPr>
              <a:xfrm>
                <a:off x="6327786" y="3364508"/>
                <a:ext cx="971567" cy="600164"/>
              </a:xfrm>
              <a:prstGeom prst="rect">
                <a:avLst/>
              </a:prstGeom>
              <a:blipFill>
                <a:blip r:embed="rId76"/>
                <a:stretch>
                  <a:fillRect b="-2041"/>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5ADC9921-96BA-8A1C-D316-6D83C8080A39}"/>
                  </a:ext>
                </a:extLst>
              </p:cNvPr>
              <p:cNvSpPr txBox="1"/>
              <p:nvPr/>
            </p:nvSpPr>
            <p:spPr>
              <a:xfrm>
                <a:off x="967789" y="1074435"/>
                <a:ext cx="3983161" cy="1384995"/>
              </a:xfrm>
              <a:prstGeom prst="rect">
                <a:avLst/>
              </a:prstGeom>
              <a:noFill/>
            </p:spPr>
            <p:txBody>
              <a:bodyPr wrap="square">
                <a:spAutoFit/>
              </a:bodyPr>
              <a:lstStyle/>
              <a:p>
                <a:pPr lvl="0">
                  <a:defRPr/>
                </a:pPr>
                <a:r>
                  <a:rPr lang="en-US" sz="1400">
                    <a:solidFill>
                      <a:prstClr val="black"/>
                    </a:solidFill>
                  </a:rPr>
                  <a:t>Consider now an increase in the covariate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𝑥</m:t>
                        </m:r>
                      </m:e>
                      <m:sub>
                        <m:r>
                          <a:rPr lang="en-GB" sz="1400" i="1" noProof="0" smtClean="0">
                            <a:solidFill>
                              <a:prstClr val="black"/>
                            </a:solidFill>
                            <a:latin typeface="Cambria Math" panose="02040503050406030204" pitchFamily="18" charset="0"/>
                          </a:rPr>
                          <m:t>𝑘</m:t>
                        </m:r>
                      </m:sub>
                    </m:sSub>
                    <m:r>
                      <a:rPr lang="en-GB" sz="1400" i="1" noProof="0" smtClean="0">
                        <a:solidFill>
                          <a:prstClr val="black"/>
                        </a:solidFill>
                        <a:latin typeface="Cambria Math" panose="02040503050406030204" pitchFamily="18" charset="0"/>
                      </a:rPr>
                      <m:t>,</m:t>
                    </m:r>
                  </m:oMath>
                </a14:m>
                <a:r>
                  <a:rPr lang="en-GB" sz="1400" noProof="0">
                    <a:solidFill>
                      <a:prstClr val="black"/>
                    </a:solidFill>
                  </a:rPr>
                  <a:t> </a:t>
                </a:r>
                <a:r>
                  <a:rPr lang="en-US" sz="1400">
                    <a:solidFill>
                      <a:prstClr val="black"/>
                    </a:solidFill>
                  </a:rPr>
                  <a:t>and suppose that its associated coefficient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𝛽</m:t>
                        </m:r>
                      </m:e>
                      <m:sub>
                        <m:r>
                          <a:rPr lang="en-GB" sz="1400" i="1" noProof="0" smtClean="0">
                            <a:solidFill>
                              <a:prstClr val="black"/>
                            </a:solidFill>
                            <a:latin typeface="Cambria Math" panose="02040503050406030204" pitchFamily="18" charset="0"/>
                          </a:rPr>
                          <m:t>𝑘</m:t>
                        </m:r>
                      </m:sub>
                    </m:sSub>
                  </m:oMath>
                </a14:m>
                <a:r>
                  <a:rPr lang="en-GB" sz="1400" noProof="0">
                    <a:solidFill>
                      <a:prstClr val="black"/>
                    </a:solidFill>
                  </a:rPr>
                  <a:t>is positive</a:t>
                </a:r>
              </a:p>
              <a:p>
                <a:pPr lvl="0">
                  <a:defRPr/>
                </a:pPr>
                <a:endParaRPr lang="en-GB" sz="1400" noProof="0">
                  <a:solidFill>
                    <a:prstClr val="black"/>
                  </a:solidFill>
                </a:endParaRPr>
              </a:p>
              <a:p>
                <a:pPr lvl="0">
                  <a:defRPr/>
                </a:pPr>
                <a:r>
                  <a:rPr lang="en-US" sz="1400">
                    <a:solidFill>
                      <a:prstClr val="black"/>
                    </a:solidFill>
                  </a:rPr>
                  <a:t>Then, all the values of </a:t>
                </a:r>
                <a14:m>
                  <m:oMath xmlns:m="http://schemas.openxmlformats.org/officeDocument/2006/math">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𝜇</m:t>
                        </m:r>
                      </m:e>
                      <m:sub>
                        <m:r>
                          <a:rPr lang="en-GB" sz="1400" i="1" noProof="0" smtClean="0">
                            <a:solidFill>
                              <a:prstClr val="black"/>
                            </a:solidFill>
                            <a:latin typeface="Cambria Math" panose="02040503050406030204" pitchFamily="18" charset="0"/>
                          </a:rPr>
                          <m:t>1</m:t>
                        </m:r>
                      </m:sub>
                    </m:sSub>
                    <m:r>
                      <a:rPr lang="en-GB" sz="1400" i="1" noProof="0" smtClean="0">
                        <a:solidFill>
                          <a:prstClr val="black"/>
                        </a:solidFill>
                        <a:latin typeface="Cambria Math" panose="02040503050406030204" pitchFamily="18" charset="0"/>
                      </a:rPr>
                      <m:t>− </m:t>
                    </m:r>
                    <m:sSup>
                      <m:sSupPr>
                        <m:ctrlPr>
                          <a:rPr lang="en-GB" sz="1400" i="1" noProof="0" smtClean="0">
                            <a:solidFill>
                              <a:prstClr val="black"/>
                            </a:solidFill>
                            <a:latin typeface="Cambria Math" panose="02040503050406030204" pitchFamily="18" charset="0"/>
                          </a:rPr>
                        </m:ctrlPr>
                      </m:sSupPr>
                      <m:e>
                        <m:r>
                          <a:rPr lang="en-GB" sz="1400" i="1" noProof="0" smtClean="0">
                            <a:solidFill>
                              <a:prstClr val="black"/>
                            </a:solidFill>
                            <a:latin typeface="Cambria Math" panose="02040503050406030204" pitchFamily="18" charset="0"/>
                          </a:rPr>
                          <m:t>𝛽</m:t>
                        </m:r>
                      </m:e>
                      <m:sup>
                        <m:r>
                          <a:rPr lang="en-GB" sz="1400" i="1" noProof="0" smtClean="0">
                            <a:solidFill>
                              <a:prstClr val="black"/>
                            </a:solidFill>
                            <a:latin typeface="Cambria Math" panose="02040503050406030204" pitchFamily="18" charset="0"/>
                          </a:rPr>
                          <m:t>𝑇</m:t>
                        </m:r>
                      </m:sup>
                    </m:sSup>
                    <m:r>
                      <a:rPr lang="en-GB" sz="1400" b="0" i="1" noProof="0" smtClean="0">
                        <a:solidFill>
                          <a:prstClr val="black"/>
                        </a:solidFill>
                        <a:latin typeface="Cambria Math" panose="02040503050406030204" pitchFamily="18" charset="0"/>
                      </a:rPr>
                      <m:t>𝑥</m:t>
                    </m:r>
                  </m:oMath>
                </a14:m>
                <a:r>
                  <a:rPr lang="en-GB" sz="1400" noProof="0">
                    <a:solidFill>
                      <a:prstClr val="black"/>
                    </a:solidFill>
                  </a:rPr>
                  <a:t> </a:t>
                </a:r>
                <a:r>
                  <a:rPr lang="en-US" sz="1400">
                    <a:solidFill>
                      <a:prstClr val="black"/>
                    </a:solidFill>
                  </a:rPr>
                  <a:t>will decrease by the amount </a:t>
                </a:r>
                <a:r>
                  <a:rPr lang="en-GB" sz="1400" noProof="0">
                    <a:solidFill>
                      <a:prstClr val="black"/>
                    </a:solidFill>
                  </a:rPr>
                  <a:t> </a:t>
                </a:r>
                <a14:m>
                  <m:oMath xmlns:m="http://schemas.openxmlformats.org/officeDocument/2006/math">
                    <m:r>
                      <a:rPr lang="en-GB" sz="1400" i="1" noProof="0" smtClean="0">
                        <a:solidFill>
                          <a:prstClr val="black"/>
                        </a:solidFill>
                        <a:latin typeface="Cambria Math" panose="02040503050406030204" pitchFamily="18" charset="0"/>
                      </a:rPr>
                      <m:t>− </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𝛽</m:t>
                        </m:r>
                      </m:e>
                      <m:sub>
                        <m:r>
                          <a:rPr lang="en-GB" sz="1400" i="1" noProof="0" smtClean="0">
                            <a:solidFill>
                              <a:prstClr val="black"/>
                            </a:solidFill>
                            <a:latin typeface="Cambria Math" panose="02040503050406030204" pitchFamily="18" charset="0"/>
                          </a:rPr>
                          <m:t>𝑘</m:t>
                        </m:r>
                      </m:sub>
                    </m:sSub>
                    <m:r>
                      <m:rPr>
                        <m:sty m:val="p"/>
                      </m:rPr>
                      <a:rPr lang="en-GB" sz="1400" i="0" noProof="0" smtClean="0">
                        <a:solidFill>
                          <a:prstClr val="black"/>
                        </a:solidFill>
                        <a:latin typeface="Cambria Math" panose="02040503050406030204" pitchFamily="18" charset="0"/>
                      </a:rPr>
                      <m:t>Δ</m:t>
                    </m:r>
                    <m:sSub>
                      <m:sSubPr>
                        <m:ctrlPr>
                          <a:rPr lang="en-GB" sz="1400" i="1" noProof="0" smtClean="0">
                            <a:solidFill>
                              <a:prstClr val="black"/>
                            </a:solidFill>
                            <a:latin typeface="Cambria Math" panose="02040503050406030204" pitchFamily="18" charset="0"/>
                          </a:rPr>
                        </m:ctrlPr>
                      </m:sSubPr>
                      <m:e>
                        <m:r>
                          <a:rPr lang="en-GB" sz="1400" i="1" noProof="0" smtClean="0">
                            <a:solidFill>
                              <a:prstClr val="black"/>
                            </a:solidFill>
                            <a:latin typeface="Cambria Math" panose="02040503050406030204" pitchFamily="18" charset="0"/>
                          </a:rPr>
                          <m:t>𝑥</m:t>
                        </m:r>
                      </m:e>
                      <m:sub>
                        <m:r>
                          <a:rPr lang="en-GB" sz="1400" i="1" noProof="0" smtClean="0">
                            <a:solidFill>
                              <a:prstClr val="black"/>
                            </a:solidFill>
                            <a:latin typeface="Cambria Math" panose="02040503050406030204" pitchFamily="18" charset="0"/>
                          </a:rPr>
                          <m:t>𝑘</m:t>
                        </m:r>
                      </m:sub>
                    </m:sSub>
                  </m:oMath>
                </a14:m>
                <a:endParaRPr lang="en-GB" sz="1400" noProof="0">
                  <a:solidFill>
                    <a:prstClr val="black"/>
                  </a:solidFill>
                </a:endParaRPr>
              </a:p>
            </p:txBody>
          </p:sp>
        </mc:Choice>
        <mc:Fallback xmlns="">
          <p:sp>
            <p:nvSpPr>
              <p:cNvPr id="11" name="TextBox 10">
                <a:extLst>
                  <a:ext uri="{FF2B5EF4-FFF2-40B4-BE49-F238E27FC236}">
                    <a16:creationId xmlns:a16="http://schemas.microsoft.com/office/drawing/2014/main" id="{5ADC9921-96BA-8A1C-D316-6D83C8080A39}"/>
                  </a:ext>
                </a:extLst>
              </p:cNvPr>
              <p:cNvSpPr txBox="1">
                <a:spLocks noRot="1" noChangeAspect="1" noMove="1" noResize="1" noEditPoints="1" noAdjustHandles="1" noChangeArrowheads="1" noChangeShapeType="1" noTextEdit="1"/>
              </p:cNvSpPr>
              <p:nvPr/>
            </p:nvSpPr>
            <p:spPr>
              <a:xfrm>
                <a:off x="967789" y="1074435"/>
                <a:ext cx="3983161" cy="1384995"/>
              </a:xfrm>
              <a:prstGeom prst="rect">
                <a:avLst/>
              </a:prstGeom>
              <a:blipFill>
                <a:blip r:embed="rId77"/>
                <a:stretch>
                  <a:fillRect l="-459" t="-441"/>
                </a:stretch>
              </a:blipFill>
            </p:spPr>
            <p:txBody>
              <a:bodyPr/>
              <a:lstStyle/>
              <a:p>
                <a:r>
                  <a:rPr lang="en-US">
                    <a:noFill/>
                  </a:rPr>
                  <a:t> </a:t>
                </a:r>
              </a:p>
            </p:txBody>
          </p:sp>
        </mc:Fallback>
      </mc:AlternateContent>
    </p:spTree>
    <p:extLst>
      <p:ext uri="{BB962C8B-B14F-4D97-AF65-F5344CB8AC3E}">
        <p14:creationId xmlns:p14="http://schemas.microsoft.com/office/powerpoint/2010/main" val="119171128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92"/>
                                        </p:tgtEl>
                                        <p:attrNameLst>
                                          <p:attrName>style.visibility</p:attrName>
                                        </p:attrNameLst>
                                      </p:cBhvr>
                                      <p:to>
                                        <p:strVal val="visible"/>
                                      </p:to>
                                    </p:set>
                                    <p:animEffect transition="in" filter="fade">
                                      <p:cBhvr>
                                        <p:cTn id="12" dur="500"/>
                                        <p:tgtEl>
                                          <p:spTgt spid="392"/>
                                        </p:tgtEl>
                                      </p:cBhvr>
                                    </p:animEffect>
                                  </p:childTnLst>
                                </p:cTn>
                              </p:par>
                              <p:par>
                                <p:cTn id="13" presetID="10" presetClass="entr" presetSubtype="0" fill="hold" nodeType="withEffect">
                                  <p:stCondLst>
                                    <p:cond delay="0"/>
                                  </p:stCondLst>
                                  <p:childTnLst>
                                    <p:set>
                                      <p:cBhvr>
                                        <p:cTn id="14" dur="1" fill="hold">
                                          <p:stCondLst>
                                            <p:cond delay="0"/>
                                          </p:stCondLst>
                                        </p:cTn>
                                        <p:tgtEl>
                                          <p:spTgt spid="389"/>
                                        </p:tgtEl>
                                        <p:attrNameLst>
                                          <p:attrName>style.visibility</p:attrName>
                                        </p:attrNameLst>
                                      </p:cBhvr>
                                      <p:to>
                                        <p:strVal val="visible"/>
                                      </p:to>
                                    </p:set>
                                    <p:animEffect transition="in" filter="fade">
                                      <p:cBhvr>
                                        <p:cTn id="15" dur="500"/>
                                        <p:tgtEl>
                                          <p:spTgt spid="38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93"/>
                                        </p:tgtEl>
                                        <p:attrNameLst>
                                          <p:attrName>style.visibility</p:attrName>
                                        </p:attrNameLst>
                                      </p:cBhvr>
                                      <p:to>
                                        <p:strVal val="visible"/>
                                      </p:to>
                                    </p:set>
                                    <p:animEffect transition="in" filter="fade">
                                      <p:cBhvr>
                                        <p:cTn id="25" dur="500"/>
                                        <p:tgtEl>
                                          <p:spTgt spid="393"/>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2" grpId="0"/>
      <p:bldP spid="393" grpId="0"/>
      <p:bldP spid="11"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E6FDB8-73F3-612D-0910-31842331F09C}"/>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C028DA1A-06EE-FBAE-86FD-A4E9C9D7FF2B}"/>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0F2A3B25-B5B4-729D-1901-1C82733742B3}"/>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355E570E-0103-F81D-10D9-79C51D21F614}"/>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27A96D97-E8E7-9AA4-0DA7-5B41519B1D81}"/>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42" name="Picture 41" descr="\documentclass{article}&#10;\usepackage{amsmath}&#10;\pagestyle{empty}&#10;\begin{document}&#10;&#10;\[&#10;P(Y_n = j) = \frac{e^{\beta^\top x_n - \mu_{j-1}}}{1 + e^{(\beta^\top x_n - \mu_{j-1})}} - \frac{e^{\beta^\top x_n - \mu_j}}{1 + e^{(\beta^\top x_n - \mu_j)}}&#10;\]&#10;&#10;\end{document}" title="IguanaTex Picture Display">
            <a:extLst>
              <a:ext uri="{FF2B5EF4-FFF2-40B4-BE49-F238E27FC236}">
                <a16:creationId xmlns:a16="http://schemas.microsoft.com/office/drawing/2014/main" id="{FB2C73B0-C30A-BB5F-B356-2A99B5156221}"/>
              </a:ext>
            </a:extLst>
          </p:cNvPr>
          <p:cNvPicPr>
            <a:picLocks noChangeAspect="1"/>
          </p:cNvPicPr>
          <p:nvPr>
            <p:custDataLst>
              <p:tags r:id="rId1"/>
            </p:custDataLst>
          </p:nvPr>
        </p:nvPicPr>
        <p:blipFill>
          <a:blip r:embed="rId7" cstate="print">
            <a:extLst>
              <a:ext uri="{28A0092B-C50C-407E-A947-70E740481C1C}">
                <a14:useLocalDpi xmlns:a14="http://schemas.microsoft.com/office/drawing/2010/main" val="0"/>
              </a:ext>
            </a:extLst>
          </a:blip>
          <a:stretch>
            <a:fillRect/>
          </a:stretch>
        </p:blipFill>
        <p:spPr>
          <a:xfrm>
            <a:off x="1207171" y="3788271"/>
            <a:ext cx="5968661" cy="715901"/>
          </a:xfrm>
          <a:prstGeom prst="rect">
            <a:avLst/>
          </a:prstGeom>
        </p:spPr>
      </p:pic>
      <p:sp>
        <p:nvSpPr>
          <p:cNvPr id="204" name="Oval 203">
            <a:extLst>
              <a:ext uri="{FF2B5EF4-FFF2-40B4-BE49-F238E27FC236}">
                <a16:creationId xmlns:a16="http://schemas.microsoft.com/office/drawing/2014/main" id="{576D1970-4764-4A7B-CAF9-8D8C838FC778}"/>
              </a:ext>
            </a:extLst>
          </p:cNvPr>
          <p:cNvSpPr/>
          <p:nvPr/>
        </p:nvSpPr>
        <p:spPr>
          <a:xfrm>
            <a:off x="2161214" y="185801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6" name="TextBox 5">
            <a:extLst>
              <a:ext uri="{FF2B5EF4-FFF2-40B4-BE49-F238E27FC236}">
                <a16:creationId xmlns:a16="http://schemas.microsoft.com/office/drawing/2014/main" id="{DF65516E-B309-096A-89CE-83A459346DF2}"/>
              </a:ext>
            </a:extLst>
          </p:cNvPr>
          <p:cNvSpPr txBox="1"/>
          <p:nvPr/>
        </p:nvSpPr>
        <p:spPr>
          <a:xfrm>
            <a:off x="1016000" y="1072884"/>
            <a:ext cx="8255000"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b="1" noProof="0">
                <a:solidFill>
                  <a:prstClr val="black"/>
                </a:solidFill>
                <a:latin typeface="Aptos" panose="020B0004020202020204"/>
              </a:rPr>
              <a:t>Logistic link</a:t>
            </a:r>
            <a:endParaRPr kumimoji="0" lang="en-GB" sz="2000" b="1" i="0" u="none" strike="noStrike" kern="1200" cap="none" spc="0" normalizeH="0" baseline="0" noProof="0">
              <a:ln>
                <a:noFill/>
              </a:ln>
              <a:solidFill>
                <a:prstClr val="black"/>
              </a:solidFill>
              <a:effectLst/>
              <a:uLnTx/>
              <a:uFillTx/>
              <a:latin typeface="Aptos" panose="020B0004020202020204"/>
              <a:ea typeface="+mn-ea"/>
              <a:cs typeface="+mn-cs"/>
            </a:endParaRPr>
          </a:p>
        </p:txBody>
      </p:sp>
      <p:pic>
        <p:nvPicPr>
          <p:cNvPr id="44" name="Picture 43" descr="\documentclass{article}&#10;\usepackage{amsmath}&#10;\pagestyle{empty}&#10;\begin{document}&#10;&#10;\[&#10;P(Y_n = 1) = 1 - \frac{e^{\beta^\top x_n - \mu_1}}{1 + e^{(\beta^\top x_n - \mu_1)}}&#10;\]&#10;&#10;\end{document}" title="IguanaTex Picture Display">
            <a:extLst>
              <a:ext uri="{FF2B5EF4-FFF2-40B4-BE49-F238E27FC236}">
                <a16:creationId xmlns:a16="http://schemas.microsoft.com/office/drawing/2014/main" id="{30D7FF7B-FBA7-7178-3D6C-CDED35E073E7}"/>
              </a:ext>
            </a:extLst>
          </p:cNvPr>
          <p:cNvPicPr>
            <a:picLocks noChangeAspect="1"/>
          </p:cNvPicPr>
          <p:nvPr>
            <p:custDataLst>
              <p:tags r:id="rId2"/>
            </p:custDataLst>
          </p:nvPr>
        </p:nvPicPr>
        <p:blipFill>
          <a:blip r:embed="rId8" cstate="print">
            <a:extLst>
              <a:ext uri="{28A0092B-C50C-407E-A947-70E740481C1C}">
                <a14:useLocalDpi xmlns:a14="http://schemas.microsoft.com/office/drawing/2010/main" val="0"/>
              </a:ext>
            </a:extLst>
          </a:blip>
          <a:stretch>
            <a:fillRect/>
          </a:stretch>
        </p:blipFill>
        <p:spPr>
          <a:xfrm>
            <a:off x="1207170" y="2709317"/>
            <a:ext cx="3993952" cy="710763"/>
          </a:xfrm>
          <a:prstGeom prst="rect">
            <a:avLst/>
          </a:prstGeom>
        </p:spPr>
      </p:pic>
      <p:pic>
        <p:nvPicPr>
          <p:cNvPr id="40" name="Picture 39" descr="\documentclass{article}&#10;\usepackage{amsmath}&#10;\pagestyle{empty}&#10;\begin{document}&#10;&#10;\[&#10;P(Y_n = m) = \frac{e^{\beta^\top x_n - \mu_{m-1}}}{1 + e^{(\beta^\top x_n - \mu_{m-1})}}&#10;\]&#10;&#10;\end{document}" title="IguanaTex Picture Display">
            <a:extLst>
              <a:ext uri="{FF2B5EF4-FFF2-40B4-BE49-F238E27FC236}">
                <a16:creationId xmlns:a16="http://schemas.microsoft.com/office/drawing/2014/main" id="{5B24484F-B435-D646-CF3C-923D9973877B}"/>
              </a:ext>
            </a:extLst>
          </p:cNvPr>
          <p:cNvPicPr>
            <a:picLocks noChangeAspect="1"/>
          </p:cNvPicPr>
          <p:nvPr>
            <p:custDataLst>
              <p:tags r:id="rId3"/>
            </p:custDataLst>
          </p:nvPr>
        </p:nvPicPr>
        <p:blipFill>
          <a:blip r:embed="rId9" cstate="print">
            <a:extLst>
              <a:ext uri="{28A0092B-C50C-407E-A947-70E740481C1C}">
                <a14:useLocalDpi xmlns:a14="http://schemas.microsoft.com/office/drawing/2010/main" val="0"/>
              </a:ext>
            </a:extLst>
          </a:blip>
          <a:stretch>
            <a:fillRect/>
          </a:stretch>
        </p:blipFill>
        <p:spPr>
          <a:xfrm>
            <a:off x="1261976" y="4892790"/>
            <a:ext cx="3939148" cy="712476"/>
          </a:xfrm>
          <a:prstGeom prst="rect">
            <a:avLst/>
          </a:prstGeom>
        </p:spPr>
      </p:pic>
      <p:pic>
        <p:nvPicPr>
          <p:cNvPr id="46" name="Picture 45" descr="\documentclass{article}&#10;\usepackage{amsmath}&#10;\pagestyle{empty}&#10;\begin{document}&#10;&#10;\[&#10;P(Y_n &gt; j) = \frac{e^{\beta^\top x_n - \mu_{j}}}{1 + e^{(\beta^\top x_n - \mu_{j})}}&#10;\]&#10;&#10;\end{document}" title="IguanaTex Picture Display">
            <a:extLst>
              <a:ext uri="{FF2B5EF4-FFF2-40B4-BE49-F238E27FC236}">
                <a16:creationId xmlns:a16="http://schemas.microsoft.com/office/drawing/2014/main" id="{97B77D93-D963-9FFC-7CAF-57FB6CDC8A0F}"/>
              </a:ext>
            </a:extLst>
          </p:cNvPr>
          <p:cNvPicPr>
            <a:picLocks noChangeAspect="1"/>
          </p:cNvPicPr>
          <p:nvPr>
            <p:custDataLst>
              <p:tags r:id="rId4"/>
            </p:custDataLst>
          </p:nvPr>
        </p:nvPicPr>
        <p:blipFill>
          <a:blip r:embed="rId10" cstate="print">
            <a:extLst>
              <a:ext uri="{28A0092B-C50C-407E-A947-70E740481C1C}">
                <a14:useLocalDpi xmlns:a14="http://schemas.microsoft.com/office/drawing/2010/main" val="0"/>
              </a:ext>
            </a:extLst>
          </a:blip>
          <a:stretch>
            <a:fillRect/>
          </a:stretch>
        </p:blipFill>
        <p:spPr>
          <a:xfrm>
            <a:off x="1261976" y="1711797"/>
            <a:ext cx="3490427" cy="715901"/>
          </a:xfrm>
          <a:prstGeom prst="rect">
            <a:avLst/>
          </a:prstGeom>
        </p:spPr>
      </p:pic>
      <p:sp>
        <p:nvSpPr>
          <p:cNvPr id="7" name="TextBox 6">
            <a:extLst>
              <a:ext uri="{FF2B5EF4-FFF2-40B4-BE49-F238E27FC236}">
                <a16:creationId xmlns:a16="http://schemas.microsoft.com/office/drawing/2014/main" id="{3345DD44-73A5-426F-A86F-91AAF022EB02}"/>
              </a:ext>
            </a:extLst>
          </p:cNvPr>
          <p:cNvSpPr txBox="1"/>
          <p:nvPr/>
        </p:nvSpPr>
        <p:spPr>
          <a:xfrm>
            <a:off x="7666224" y="1810954"/>
            <a:ext cx="3611375" cy="523220"/>
          </a:xfrm>
          <a:prstGeom prst="rect">
            <a:avLst/>
          </a:prstGeom>
          <a:noFill/>
        </p:spPr>
        <p:txBody>
          <a:bodyPr wrap="square">
            <a:spAutoFit/>
          </a:bodyPr>
          <a:lstStyle/>
          <a:p>
            <a:r>
              <a:rPr lang="en-US" sz="1400">
                <a:solidFill>
                  <a:prstClr val="black"/>
                </a:solidFill>
              </a:rPr>
              <a:t>The probability that observation </a:t>
            </a:r>
            <a:r>
              <a:rPr lang="en-US" sz="1400" b="1" i="1" err="1">
                <a:solidFill>
                  <a:prstClr val="black"/>
                </a:solidFill>
                <a:highlight>
                  <a:srgbClr val="FFC000"/>
                </a:highlight>
              </a:rPr>
              <a:t>i</a:t>
            </a:r>
            <a:r>
              <a:rPr lang="en-US" sz="1400" b="1">
                <a:solidFill>
                  <a:prstClr val="black"/>
                </a:solidFill>
                <a:highlight>
                  <a:srgbClr val="FFC000"/>
                </a:highlight>
              </a:rPr>
              <a:t> falls into a category higher than </a:t>
            </a:r>
            <a:r>
              <a:rPr lang="en-US" sz="1400" b="1" i="1">
                <a:solidFill>
                  <a:prstClr val="black"/>
                </a:solidFill>
                <a:highlight>
                  <a:srgbClr val="FFC000"/>
                </a:highlight>
              </a:rPr>
              <a:t>j</a:t>
            </a:r>
            <a:endParaRPr lang="en-GB" sz="1400" b="1" i="1" noProof="0">
              <a:solidFill>
                <a:prstClr val="black"/>
              </a:solidFill>
              <a:highlight>
                <a:srgbClr val="FFC000"/>
              </a:highlight>
              <a:latin typeface="Aptos" panose="020B0004020202020204"/>
            </a:endParaRPr>
          </a:p>
        </p:txBody>
      </p:sp>
      <p:sp>
        <p:nvSpPr>
          <p:cNvPr id="12" name="Oval 11">
            <a:extLst>
              <a:ext uri="{FF2B5EF4-FFF2-40B4-BE49-F238E27FC236}">
                <a16:creationId xmlns:a16="http://schemas.microsoft.com/office/drawing/2014/main" id="{F57AACE4-9FE5-3E6B-A901-0ED02F59D6C4}"/>
              </a:ext>
            </a:extLst>
          </p:cNvPr>
          <p:cNvSpPr/>
          <p:nvPr/>
        </p:nvSpPr>
        <p:spPr>
          <a:xfrm>
            <a:off x="4600117" y="1754613"/>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cxnSp>
        <p:nvCxnSpPr>
          <p:cNvPr id="19" name="Straight Arrow Connector 18">
            <a:extLst>
              <a:ext uri="{FF2B5EF4-FFF2-40B4-BE49-F238E27FC236}">
                <a16:creationId xmlns:a16="http://schemas.microsoft.com/office/drawing/2014/main" id="{B477887C-E044-D37B-7910-D10651315194}"/>
              </a:ext>
            </a:extLst>
          </p:cNvPr>
          <p:cNvCxnSpPr>
            <a:cxnSpLocks/>
            <a:stCxn id="12" idx="6"/>
            <a:endCxn id="7" idx="1"/>
          </p:cNvCxnSpPr>
          <p:nvPr/>
        </p:nvCxnSpPr>
        <p:spPr>
          <a:xfrm>
            <a:off x="5209215" y="2067130"/>
            <a:ext cx="2457009" cy="5434"/>
          </a:xfrm>
          <a:prstGeom prst="straightConnector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27" name="TextBox 26">
            <a:extLst>
              <a:ext uri="{FF2B5EF4-FFF2-40B4-BE49-F238E27FC236}">
                <a16:creationId xmlns:a16="http://schemas.microsoft.com/office/drawing/2014/main" id="{043613DF-867A-9F7E-063B-4A4AB6129329}"/>
              </a:ext>
            </a:extLst>
          </p:cNvPr>
          <p:cNvSpPr txBox="1"/>
          <p:nvPr/>
        </p:nvSpPr>
        <p:spPr>
          <a:xfrm>
            <a:off x="7666224" y="2836063"/>
            <a:ext cx="3611375" cy="523220"/>
          </a:xfrm>
          <a:prstGeom prst="rect">
            <a:avLst/>
          </a:prstGeom>
          <a:noFill/>
        </p:spPr>
        <p:txBody>
          <a:bodyPr wrap="square">
            <a:spAutoFit/>
          </a:bodyPr>
          <a:lstStyle/>
          <a:p>
            <a:r>
              <a:rPr lang="en-US" sz="1400">
                <a:solidFill>
                  <a:prstClr val="black"/>
                </a:solidFill>
              </a:rPr>
              <a:t>Probability that observation </a:t>
            </a:r>
            <a:r>
              <a:rPr lang="en-US" sz="1400" i="1" err="1">
                <a:solidFill>
                  <a:prstClr val="black"/>
                </a:solidFill>
              </a:rPr>
              <a:t>i</a:t>
            </a:r>
            <a:r>
              <a:rPr lang="en-US" sz="1400">
                <a:solidFill>
                  <a:prstClr val="black"/>
                </a:solidFill>
              </a:rPr>
              <a:t> falls into category </a:t>
            </a:r>
            <a:r>
              <a:rPr lang="en-GB" sz="1400" b="1" i="1" noProof="0">
                <a:solidFill>
                  <a:prstClr val="black"/>
                </a:solidFill>
                <a:highlight>
                  <a:srgbClr val="FFC000"/>
                </a:highlight>
                <a:latin typeface="Aptos" panose="020B0004020202020204"/>
              </a:rPr>
              <a:t>j = 1</a:t>
            </a:r>
            <a:r>
              <a:rPr lang="en-GB" sz="1400" b="1" noProof="0">
                <a:solidFill>
                  <a:prstClr val="black"/>
                </a:solidFill>
                <a:highlight>
                  <a:srgbClr val="FFC000"/>
                </a:highlight>
                <a:latin typeface="Aptos" panose="020B0004020202020204"/>
              </a:rPr>
              <a:t>.</a:t>
            </a:r>
          </a:p>
        </p:txBody>
      </p:sp>
      <p:sp>
        <p:nvSpPr>
          <p:cNvPr id="28" name="Oval 27">
            <a:extLst>
              <a:ext uri="{FF2B5EF4-FFF2-40B4-BE49-F238E27FC236}">
                <a16:creationId xmlns:a16="http://schemas.microsoft.com/office/drawing/2014/main" id="{49EC038A-13D7-3E2B-4853-988181546083}"/>
              </a:ext>
            </a:extLst>
          </p:cNvPr>
          <p:cNvSpPr/>
          <p:nvPr/>
        </p:nvSpPr>
        <p:spPr>
          <a:xfrm>
            <a:off x="4790503" y="2787697"/>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cxnSp>
        <p:nvCxnSpPr>
          <p:cNvPr id="29" name="Straight Arrow Connector 28">
            <a:extLst>
              <a:ext uri="{FF2B5EF4-FFF2-40B4-BE49-F238E27FC236}">
                <a16:creationId xmlns:a16="http://schemas.microsoft.com/office/drawing/2014/main" id="{23DE02B7-9811-F232-6188-6725C0FA18FD}"/>
              </a:ext>
            </a:extLst>
          </p:cNvPr>
          <p:cNvCxnSpPr>
            <a:cxnSpLocks/>
            <a:stCxn id="28" idx="6"/>
            <a:endCxn id="27" idx="1"/>
          </p:cNvCxnSpPr>
          <p:nvPr/>
        </p:nvCxnSpPr>
        <p:spPr>
          <a:xfrm flipV="1">
            <a:off x="5399601" y="3097673"/>
            <a:ext cx="2266623" cy="2541"/>
          </a:xfrm>
          <a:prstGeom prst="straightConnector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0" name="TextBox 29">
            <a:extLst>
              <a:ext uri="{FF2B5EF4-FFF2-40B4-BE49-F238E27FC236}">
                <a16:creationId xmlns:a16="http://schemas.microsoft.com/office/drawing/2014/main" id="{5968343F-C65C-62F6-8938-0A10A706C33F}"/>
              </a:ext>
            </a:extLst>
          </p:cNvPr>
          <p:cNvSpPr txBox="1"/>
          <p:nvPr/>
        </p:nvSpPr>
        <p:spPr>
          <a:xfrm>
            <a:off x="7666224" y="3909488"/>
            <a:ext cx="3611375" cy="523220"/>
          </a:xfrm>
          <a:prstGeom prst="rect">
            <a:avLst/>
          </a:prstGeom>
          <a:noFill/>
        </p:spPr>
        <p:txBody>
          <a:bodyPr wrap="square">
            <a:spAutoFit/>
          </a:bodyPr>
          <a:lstStyle/>
          <a:p>
            <a:r>
              <a:rPr lang="en-US" sz="1400">
                <a:solidFill>
                  <a:prstClr val="black"/>
                </a:solidFill>
              </a:rPr>
              <a:t>Probability that observation </a:t>
            </a:r>
            <a:r>
              <a:rPr lang="en-US" sz="1400" i="1" err="1">
                <a:solidFill>
                  <a:prstClr val="black"/>
                </a:solidFill>
              </a:rPr>
              <a:t>i</a:t>
            </a:r>
            <a:r>
              <a:rPr lang="en-US" sz="1400">
                <a:solidFill>
                  <a:prstClr val="black"/>
                </a:solidFill>
              </a:rPr>
              <a:t> falls into </a:t>
            </a:r>
            <a:r>
              <a:rPr lang="en-US" sz="1400" b="1">
                <a:solidFill>
                  <a:prstClr val="black"/>
                </a:solidFill>
                <a:highlight>
                  <a:srgbClr val="FFC000"/>
                </a:highlight>
              </a:rPr>
              <a:t>category </a:t>
            </a:r>
            <a:r>
              <a:rPr lang="en-US" sz="1400" b="1" i="1">
                <a:solidFill>
                  <a:prstClr val="black"/>
                </a:solidFill>
                <a:highlight>
                  <a:srgbClr val="FFC000"/>
                </a:highlight>
              </a:rPr>
              <a:t>j</a:t>
            </a:r>
            <a:r>
              <a:rPr lang="en-US" sz="1400" b="1">
                <a:solidFill>
                  <a:prstClr val="black"/>
                </a:solidFill>
                <a:highlight>
                  <a:srgbClr val="FFC000"/>
                </a:highlight>
              </a:rPr>
              <a:t> </a:t>
            </a:r>
            <a:r>
              <a:rPr lang="en-GB" sz="1400" b="1" noProof="0">
                <a:solidFill>
                  <a:prstClr val="black"/>
                </a:solidFill>
                <a:highlight>
                  <a:srgbClr val="FFC000"/>
                </a:highlight>
                <a:latin typeface="Aptos" panose="020B0004020202020204"/>
              </a:rPr>
              <a:t>.</a:t>
            </a:r>
          </a:p>
        </p:txBody>
      </p:sp>
      <p:sp>
        <p:nvSpPr>
          <p:cNvPr id="31" name="Oval 30">
            <a:extLst>
              <a:ext uri="{FF2B5EF4-FFF2-40B4-BE49-F238E27FC236}">
                <a16:creationId xmlns:a16="http://schemas.microsoft.com/office/drawing/2014/main" id="{A798285C-1D47-F09D-03BB-E6B9F227A48D}"/>
              </a:ext>
            </a:extLst>
          </p:cNvPr>
          <p:cNvSpPr/>
          <p:nvPr/>
        </p:nvSpPr>
        <p:spPr>
          <a:xfrm>
            <a:off x="6733717" y="3864704"/>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cxnSp>
        <p:nvCxnSpPr>
          <p:cNvPr id="32" name="Straight Arrow Connector 31">
            <a:extLst>
              <a:ext uri="{FF2B5EF4-FFF2-40B4-BE49-F238E27FC236}">
                <a16:creationId xmlns:a16="http://schemas.microsoft.com/office/drawing/2014/main" id="{E35F5428-8F84-E020-DFC9-FAFA01D67881}"/>
              </a:ext>
            </a:extLst>
          </p:cNvPr>
          <p:cNvCxnSpPr>
            <a:cxnSpLocks/>
            <a:stCxn id="31" idx="6"/>
            <a:endCxn id="30" idx="1"/>
          </p:cNvCxnSpPr>
          <p:nvPr/>
        </p:nvCxnSpPr>
        <p:spPr>
          <a:xfrm flipV="1">
            <a:off x="7342815" y="4171098"/>
            <a:ext cx="323409" cy="6123"/>
          </a:xfrm>
          <a:prstGeom prst="straightConnector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43" name="TextBox 42">
            <a:extLst>
              <a:ext uri="{FF2B5EF4-FFF2-40B4-BE49-F238E27FC236}">
                <a16:creationId xmlns:a16="http://schemas.microsoft.com/office/drawing/2014/main" id="{15A8F54E-9002-5622-3B47-0076E846E31B}"/>
              </a:ext>
            </a:extLst>
          </p:cNvPr>
          <p:cNvSpPr txBox="1"/>
          <p:nvPr/>
        </p:nvSpPr>
        <p:spPr>
          <a:xfrm>
            <a:off x="7666225" y="5023854"/>
            <a:ext cx="3370474" cy="523220"/>
          </a:xfrm>
          <a:prstGeom prst="rect">
            <a:avLst/>
          </a:prstGeom>
          <a:noFill/>
        </p:spPr>
        <p:txBody>
          <a:bodyPr wrap="square">
            <a:spAutoFit/>
          </a:bodyPr>
          <a:lstStyle/>
          <a:p>
            <a:r>
              <a:rPr lang="en-US" sz="1400">
                <a:solidFill>
                  <a:prstClr val="black"/>
                </a:solidFill>
              </a:rPr>
              <a:t>Probability that observation</a:t>
            </a:r>
            <a:r>
              <a:rPr lang="en-US" sz="1400" b="1">
                <a:solidFill>
                  <a:prstClr val="black"/>
                </a:solidFill>
                <a:highlight>
                  <a:srgbClr val="FFC000"/>
                </a:highlight>
              </a:rPr>
              <a:t> </a:t>
            </a:r>
            <a:r>
              <a:rPr lang="en-US" sz="1400" b="1" i="1" err="1">
                <a:solidFill>
                  <a:prstClr val="black"/>
                </a:solidFill>
                <a:highlight>
                  <a:srgbClr val="FFC000"/>
                </a:highlight>
              </a:rPr>
              <a:t>i</a:t>
            </a:r>
            <a:r>
              <a:rPr lang="en-US" sz="1400" b="1">
                <a:solidFill>
                  <a:prstClr val="black"/>
                </a:solidFill>
                <a:highlight>
                  <a:srgbClr val="FFC000"/>
                </a:highlight>
              </a:rPr>
              <a:t> falls into category </a:t>
            </a:r>
            <a:r>
              <a:rPr lang="en-US" sz="1400" b="1" i="1">
                <a:solidFill>
                  <a:prstClr val="black"/>
                </a:solidFill>
                <a:highlight>
                  <a:srgbClr val="FFC000"/>
                </a:highlight>
              </a:rPr>
              <a:t>m</a:t>
            </a:r>
            <a:r>
              <a:rPr lang="en-GB" sz="1400" b="1" noProof="0">
                <a:solidFill>
                  <a:prstClr val="black"/>
                </a:solidFill>
                <a:highlight>
                  <a:srgbClr val="FFC000"/>
                </a:highlight>
                <a:latin typeface="Aptos" panose="020B0004020202020204"/>
              </a:rPr>
              <a:t>.</a:t>
            </a:r>
          </a:p>
        </p:txBody>
      </p:sp>
      <p:sp>
        <p:nvSpPr>
          <p:cNvPr id="45" name="Oval 44">
            <a:extLst>
              <a:ext uri="{FF2B5EF4-FFF2-40B4-BE49-F238E27FC236}">
                <a16:creationId xmlns:a16="http://schemas.microsoft.com/office/drawing/2014/main" id="{E0C7FCEF-5DAF-7417-3164-D71A9BC689B0}"/>
              </a:ext>
            </a:extLst>
          </p:cNvPr>
          <p:cNvSpPr/>
          <p:nvPr/>
        </p:nvSpPr>
        <p:spPr>
          <a:xfrm>
            <a:off x="4790504" y="4971149"/>
            <a:ext cx="609098" cy="62503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cxnSp>
        <p:nvCxnSpPr>
          <p:cNvPr id="47" name="Straight Arrow Connector 46">
            <a:extLst>
              <a:ext uri="{FF2B5EF4-FFF2-40B4-BE49-F238E27FC236}">
                <a16:creationId xmlns:a16="http://schemas.microsoft.com/office/drawing/2014/main" id="{68AC475C-1A41-28CC-4146-B102DC5BFECB}"/>
              </a:ext>
            </a:extLst>
          </p:cNvPr>
          <p:cNvCxnSpPr>
            <a:cxnSpLocks/>
            <a:stCxn id="45" idx="6"/>
            <a:endCxn id="43" idx="1"/>
          </p:cNvCxnSpPr>
          <p:nvPr/>
        </p:nvCxnSpPr>
        <p:spPr>
          <a:xfrm>
            <a:off x="5399602" y="5283666"/>
            <a:ext cx="2266623" cy="1798"/>
          </a:xfrm>
          <a:prstGeom prst="straightConnector1">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95598644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6"/>
                                        </p:tgtEl>
                                        <p:attrNameLst>
                                          <p:attrName>style.visibility</p:attrName>
                                        </p:attrNameLst>
                                      </p:cBhvr>
                                      <p:to>
                                        <p:strVal val="visible"/>
                                      </p:to>
                                    </p:set>
                                    <p:animEffect transition="in" filter="fade">
                                      <p:cBhvr>
                                        <p:cTn id="17" dur="500"/>
                                        <p:tgtEl>
                                          <p:spTgt spid="46"/>
                                        </p:tgtEl>
                                      </p:cBhvr>
                                    </p:animEffect>
                                  </p:childTnLst>
                                </p:cTn>
                              </p:par>
                              <p:par>
                                <p:cTn id="18" presetID="10" presetClass="entr" presetSubtype="0" fill="hold" nodeType="with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fade">
                                      <p:cBhvr>
                                        <p:cTn id="20" dur="500"/>
                                        <p:tgtEl>
                                          <p:spTgt spid="19"/>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44"/>
                                        </p:tgtEl>
                                        <p:attrNameLst>
                                          <p:attrName>style.visibility</p:attrName>
                                        </p:attrNameLst>
                                      </p:cBhvr>
                                      <p:to>
                                        <p:strVal val="visible"/>
                                      </p:to>
                                    </p:set>
                                    <p:animEffect transition="in" filter="fade">
                                      <p:cBhvr>
                                        <p:cTn id="28" dur="500"/>
                                        <p:tgtEl>
                                          <p:spTgt spid="44"/>
                                        </p:tgtEl>
                                      </p:cBhvr>
                                    </p:animEffect>
                                  </p:childTnLst>
                                </p:cTn>
                              </p:par>
                              <p:par>
                                <p:cTn id="29" presetID="10" presetClass="entr" presetSubtype="0" fill="hold" nodeType="with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500"/>
                                        <p:tgtEl>
                                          <p:spTgt spid="29"/>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500"/>
                                        <p:tgtEl>
                                          <p:spTgt spid="27"/>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500"/>
                                        <p:tgtEl>
                                          <p:spTgt spid="42"/>
                                        </p:tgtEl>
                                      </p:cBhvr>
                                    </p:animEffect>
                                  </p:childTnLst>
                                </p:cTn>
                              </p:par>
                              <p:par>
                                <p:cTn id="40" presetID="10" presetClass="entr" presetSubtype="0" fill="hold" nodeType="withEffect">
                                  <p:stCondLst>
                                    <p:cond delay="0"/>
                                  </p:stCondLst>
                                  <p:childTnLst>
                                    <p:set>
                                      <p:cBhvr>
                                        <p:cTn id="41" dur="1" fill="hold">
                                          <p:stCondLst>
                                            <p:cond delay="0"/>
                                          </p:stCondLst>
                                        </p:cTn>
                                        <p:tgtEl>
                                          <p:spTgt spid="32"/>
                                        </p:tgtEl>
                                        <p:attrNameLst>
                                          <p:attrName>style.visibility</p:attrName>
                                        </p:attrNameLst>
                                      </p:cBhvr>
                                      <p:to>
                                        <p:strVal val="visible"/>
                                      </p:to>
                                    </p:set>
                                    <p:animEffect transition="in" filter="fade">
                                      <p:cBhvr>
                                        <p:cTn id="42" dur="500"/>
                                        <p:tgtEl>
                                          <p:spTgt spid="32"/>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0"/>
                                        </p:tgtEl>
                                        <p:attrNameLst>
                                          <p:attrName>style.visibility</p:attrName>
                                        </p:attrNameLst>
                                      </p:cBhvr>
                                      <p:to>
                                        <p:strVal val="visible"/>
                                      </p:to>
                                    </p:set>
                                    <p:animEffect transition="in" filter="fade">
                                      <p:cBhvr>
                                        <p:cTn id="45" dur="500"/>
                                        <p:tgtEl>
                                          <p:spTgt spid="30"/>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40"/>
                                        </p:tgtEl>
                                        <p:attrNameLst>
                                          <p:attrName>style.visibility</p:attrName>
                                        </p:attrNameLst>
                                      </p:cBhvr>
                                      <p:to>
                                        <p:strVal val="visible"/>
                                      </p:to>
                                    </p:set>
                                    <p:animEffect transition="in" filter="fade">
                                      <p:cBhvr>
                                        <p:cTn id="50" dur="500"/>
                                        <p:tgtEl>
                                          <p:spTgt spid="40"/>
                                        </p:tgtEl>
                                      </p:cBhvr>
                                    </p:animEffect>
                                  </p:childTnLst>
                                </p:cTn>
                              </p:par>
                              <p:par>
                                <p:cTn id="51" presetID="10" presetClass="entr" presetSubtype="0" fill="hold" nodeType="withEffect">
                                  <p:stCondLst>
                                    <p:cond delay="0"/>
                                  </p:stCondLst>
                                  <p:childTnLst>
                                    <p:set>
                                      <p:cBhvr>
                                        <p:cTn id="52" dur="1" fill="hold">
                                          <p:stCondLst>
                                            <p:cond delay="0"/>
                                          </p:stCondLst>
                                        </p:cTn>
                                        <p:tgtEl>
                                          <p:spTgt spid="47"/>
                                        </p:tgtEl>
                                        <p:attrNameLst>
                                          <p:attrName>style.visibility</p:attrName>
                                        </p:attrNameLst>
                                      </p:cBhvr>
                                      <p:to>
                                        <p:strVal val="visible"/>
                                      </p:to>
                                    </p:set>
                                    <p:animEffect transition="in" filter="fade">
                                      <p:cBhvr>
                                        <p:cTn id="53" dur="500"/>
                                        <p:tgtEl>
                                          <p:spTgt spid="47"/>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3"/>
                                        </p:tgtEl>
                                        <p:attrNameLst>
                                          <p:attrName>style.visibility</p:attrName>
                                        </p:attrNameLst>
                                      </p:cBhvr>
                                      <p:to>
                                        <p:strVal val="visible"/>
                                      </p:to>
                                    </p:set>
                                    <p:animEffect transition="in" filter="fade">
                                      <p:cBhvr>
                                        <p:cTn id="56"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27" grpId="0"/>
      <p:bldP spid="30" grpId="0"/>
      <p:bldP spid="43"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B810DD-CD2C-1002-CC58-0F1CB009B787}"/>
            </a:ext>
          </a:extLst>
        </p:cNvPr>
        <p:cNvGrpSpPr/>
        <p:nvPr/>
      </p:nvGrpSpPr>
      <p:grpSpPr>
        <a:xfrm>
          <a:off x="0" y="0"/>
          <a:ext cx="0" cy="0"/>
          <a:chOff x="0" y="0"/>
          <a:chExt cx="0" cy="0"/>
        </a:xfrm>
      </p:grpSpPr>
      <p:sp>
        <p:nvSpPr>
          <p:cNvPr id="62" name="Freeform: Shape 61">
            <a:extLst>
              <a:ext uri="{FF2B5EF4-FFF2-40B4-BE49-F238E27FC236}">
                <a16:creationId xmlns:a16="http://schemas.microsoft.com/office/drawing/2014/main" id="{ACC7CE34-722C-4098-BD9C-62FE4DD33A4C}"/>
              </a:ext>
            </a:extLst>
          </p:cNvPr>
          <p:cNvSpPr/>
          <p:nvPr/>
        </p:nvSpPr>
        <p:spPr>
          <a:xfrm>
            <a:off x="1582866" y="1547726"/>
            <a:ext cx="9029245" cy="4294383"/>
          </a:xfrm>
          <a:custGeom>
            <a:avLst/>
            <a:gdLst>
              <a:gd name="connsiteX0" fmla="*/ 4511602 w 9029245"/>
              <a:gd name="connsiteY0" fmla="*/ 0 h 4294383"/>
              <a:gd name="connsiteX1" fmla="*/ 4520613 w 9029245"/>
              <a:gd name="connsiteY1" fmla="*/ 0 h 4294383"/>
              <a:gd name="connsiteX2" fmla="*/ 4523650 w 9029245"/>
              <a:gd name="connsiteY2" fmla="*/ 90 h 4294383"/>
              <a:gd name="connsiteX3" fmla="*/ 4526604 w 9029245"/>
              <a:gd name="connsiteY3" fmla="*/ 181 h 4294383"/>
              <a:gd name="connsiteX4" fmla="*/ 4529641 w 9029245"/>
              <a:gd name="connsiteY4" fmla="*/ 272 h 4294383"/>
              <a:gd name="connsiteX5" fmla="*/ 4535696 w 9029245"/>
              <a:gd name="connsiteY5" fmla="*/ 635 h 4294383"/>
              <a:gd name="connsiteX6" fmla="*/ 4538653 w 9029245"/>
              <a:gd name="connsiteY6" fmla="*/ 816 h 4294383"/>
              <a:gd name="connsiteX7" fmla="*/ 4544708 w 9029245"/>
              <a:gd name="connsiteY7" fmla="*/ 1360 h 4294383"/>
              <a:gd name="connsiteX8" fmla="*/ 4547680 w 9029245"/>
              <a:gd name="connsiteY8" fmla="*/ 1631 h 4294383"/>
              <a:gd name="connsiteX9" fmla="*/ 4553735 w 9029245"/>
              <a:gd name="connsiteY9" fmla="*/ 2357 h 4294383"/>
              <a:gd name="connsiteX10" fmla="*/ 4556772 w 9029245"/>
              <a:gd name="connsiteY10" fmla="*/ 2765 h 4294383"/>
              <a:gd name="connsiteX11" fmla="*/ 4559726 w 9029245"/>
              <a:gd name="connsiteY11" fmla="*/ 3218 h 4294383"/>
              <a:gd name="connsiteX12" fmla="*/ 4565783 w 9029245"/>
              <a:gd name="connsiteY12" fmla="*/ 4123 h 4294383"/>
              <a:gd name="connsiteX13" fmla="*/ 4568754 w 9029245"/>
              <a:gd name="connsiteY13" fmla="*/ 4668 h 4294383"/>
              <a:gd name="connsiteX14" fmla="*/ 4574811 w 9029245"/>
              <a:gd name="connsiteY14" fmla="*/ 5756 h 4294383"/>
              <a:gd name="connsiteX15" fmla="*/ 4577831 w 9029245"/>
              <a:gd name="connsiteY15" fmla="*/ 6435 h 4294383"/>
              <a:gd name="connsiteX16" fmla="*/ 4580802 w 9029245"/>
              <a:gd name="connsiteY16" fmla="*/ 7071 h 4294383"/>
              <a:gd name="connsiteX17" fmla="*/ 4583822 w 9029245"/>
              <a:gd name="connsiteY17" fmla="*/ 7704 h 4294383"/>
              <a:gd name="connsiteX18" fmla="*/ 4586857 w 9029245"/>
              <a:gd name="connsiteY18" fmla="*/ 8429 h 4294383"/>
              <a:gd name="connsiteX19" fmla="*/ 4589813 w 9029245"/>
              <a:gd name="connsiteY19" fmla="*/ 9155 h 4294383"/>
              <a:gd name="connsiteX20" fmla="*/ 4592850 w 9029245"/>
              <a:gd name="connsiteY20" fmla="*/ 9879 h 4294383"/>
              <a:gd name="connsiteX21" fmla="*/ 4595868 w 9029245"/>
              <a:gd name="connsiteY21" fmla="*/ 10695 h 4294383"/>
              <a:gd name="connsiteX22" fmla="*/ 4598905 w 9029245"/>
              <a:gd name="connsiteY22" fmla="*/ 11557 h 4294383"/>
              <a:gd name="connsiteX23" fmla="*/ 4601876 w 9029245"/>
              <a:gd name="connsiteY23" fmla="*/ 12372 h 4294383"/>
              <a:gd name="connsiteX24" fmla="*/ 4607933 w 9029245"/>
              <a:gd name="connsiteY24" fmla="*/ 14184 h 4294383"/>
              <a:gd name="connsiteX25" fmla="*/ 4610887 w 9029245"/>
              <a:gd name="connsiteY25" fmla="*/ 15093 h 4294383"/>
              <a:gd name="connsiteX26" fmla="*/ 4613924 w 9029245"/>
              <a:gd name="connsiteY26" fmla="*/ 16135 h 4294383"/>
              <a:gd name="connsiteX27" fmla="*/ 4619979 w 9029245"/>
              <a:gd name="connsiteY27" fmla="*/ 18128 h 4294383"/>
              <a:gd name="connsiteX28" fmla="*/ 4622935 w 9029245"/>
              <a:gd name="connsiteY28" fmla="*/ 19216 h 4294383"/>
              <a:gd name="connsiteX29" fmla="*/ 4625972 w 9029245"/>
              <a:gd name="connsiteY29" fmla="*/ 20304 h 4294383"/>
              <a:gd name="connsiteX30" fmla="*/ 4628992 w 9029245"/>
              <a:gd name="connsiteY30" fmla="*/ 21436 h 4294383"/>
              <a:gd name="connsiteX31" fmla="*/ 4631963 w 9029245"/>
              <a:gd name="connsiteY31" fmla="*/ 22615 h 4294383"/>
              <a:gd name="connsiteX32" fmla="*/ 4638018 w 9029245"/>
              <a:gd name="connsiteY32" fmla="*/ 24971 h 4294383"/>
              <a:gd name="connsiteX33" fmla="*/ 4641038 w 9029245"/>
              <a:gd name="connsiteY33" fmla="*/ 26241 h 4294383"/>
              <a:gd name="connsiteX34" fmla="*/ 4644011 w 9029245"/>
              <a:gd name="connsiteY34" fmla="*/ 27511 h 4294383"/>
              <a:gd name="connsiteX35" fmla="*/ 4647031 w 9029245"/>
              <a:gd name="connsiteY35" fmla="*/ 28824 h 4294383"/>
              <a:gd name="connsiteX36" fmla="*/ 4650066 w 9029245"/>
              <a:gd name="connsiteY36" fmla="*/ 30184 h 4294383"/>
              <a:gd name="connsiteX37" fmla="*/ 4653022 w 9029245"/>
              <a:gd name="connsiteY37" fmla="*/ 31544 h 4294383"/>
              <a:gd name="connsiteX38" fmla="*/ 4656057 w 9029245"/>
              <a:gd name="connsiteY38" fmla="*/ 32903 h 4294383"/>
              <a:gd name="connsiteX39" fmla="*/ 4659094 w 9029245"/>
              <a:gd name="connsiteY39" fmla="*/ 34353 h 4294383"/>
              <a:gd name="connsiteX40" fmla="*/ 4662050 w 9029245"/>
              <a:gd name="connsiteY40" fmla="*/ 35803 h 4294383"/>
              <a:gd name="connsiteX41" fmla="*/ 4665085 w 9029245"/>
              <a:gd name="connsiteY41" fmla="*/ 37299 h 4294383"/>
              <a:gd name="connsiteX42" fmla="*/ 4671142 w 9029245"/>
              <a:gd name="connsiteY42" fmla="*/ 40380 h 4294383"/>
              <a:gd name="connsiteX43" fmla="*/ 4674096 w 9029245"/>
              <a:gd name="connsiteY43" fmla="*/ 41922 h 4294383"/>
              <a:gd name="connsiteX44" fmla="*/ 4680153 w 9029245"/>
              <a:gd name="connsiteY44" fmla="*/ 45185 h 4294383"/>
              <a:gd name="connsiteX45" fmla="*/ 4683124 w 9029245"/>
              <a:gd name="connsiteY45" fmla="*/ 46816 h 4294383"/>
              <a:gd name="connsiteX46" fmla="*/ 4692199 w 9029245"/>
              <a:gd name="connsiteY46" fmla="*/ 51982 h 4294383"/>
              <a:gd name="connsiteX47" fmla="*/ 4695172 w 9029245"/>
              <a:gd name="connsiteY47" fmla="*/ 53796 h 4294383"/>
              <a:gd name="connsiteX48" fmla="*/ 4701227 w 9029245"/>
              <a:gd name="connsiteY48" fmla="*/ 57422 h 4294383"/>
              <a:gd name="connsiteX49" fmla="*/ 4704183 w 9029245"/>
              <a:gd name="connsiteY49" fmla="*/ 59326 h 4294383"/>
              <a:gd name="connsiteX50" fmla="*/ 4710238 w 9029245"/>
              <a:gd name="connsiteY50" fmla="*/ 63133 h 4294383"/>
              <a:gd name="connsiteX51" fmla="*/ 4713275 w 9029245"/>
              <a:gd name="connsiteY51" fmla="*/ 65128 h 4294383"/>
              <a:gd name="connsiteX52" fmla="*/ 4716246 w 9029245"/>
              <a:gd name="connsiteY52" fmla="*/ 67121 h 4294383"/>
              <a:gd name="connsiteX53" fmla="*/ 4719266 w 9029245"/>
              <a:gd name="connsiteY53" fmla="*/ 69114 h 4294383"/>
              <a:gd name="connsiteX54" fmla="*/ 4722303 w 9029245"/>
              <a:gd name="connsiteY54" fmla="*/ 71155 h 4294383"/>
              <a:gd name="connsiteX55" fmla="*/ 4725257 w 9029245"/>
              <a:gd name="connsiteY55" fmla="*/ 73239 h 4294383"/>
              <a:gd name="connsiteX56" fmla="*/ 4728294 w 9029245"/>
              <a:gd name="connsiteY56" fmla="*/ 75324 h 4294383"/>
              <a:gd name="connsiteX57" fmla="*/ 4731314 w 9029245"/>
              <a:gd name="connsiteY57" fmla="*/ 77500 h 4294383"/>
              <a:gd name="connsiteX58" fmla="*/ 4734349 w 9029245"/>
              <a:gd name="connsiteY58" fmla="*/ 79630 h 4294383"/>
              <a:gd name="connsiteX59" fmla="*/ 4737305 w 9029245"/>
              <a:gd name="connsiteY59" fmla="*/ 81806 h 4294383"/>
              <a:gd name="connsiteX60" fmla="*/ 4740342 w 9029245"/>
              <a:gd name="connsiteY60" fmla="*/ 84072 h 4294383"/>
              <a:gd name="connsiteX61" fmla="*/ 4743360 w 9029245"/>
              <a:gd name="connsiteY61" fmla="*/ 86292 h 4294383"/>
              <a:gd name="connsiteX62" fmla="*/ 4746333 w 9029245"/>
              <a:gd name="connsiteY62" fmla="*/ 88558 h 4294383"/>
              <a:gd name="connsiteX63" fmla="*/ 4749353 w 9029245"/>
              <a:gd name="connsiteY63" fmla="*/ 90914 h 4294383"/>
              <a:gd name="connsiteX64" fmla="*/ 4752388 w 9029245"/>
              <a:gd name="connsiteY64" fmla="*/ 93225 h 4294383"/>
              <a:gd name="connsiteX65" fmla="*/ 4755408 w 9029245"/>
              <a:gd name="connsiteY65" fmla="*/ 95583 h 4294383"/>
              <a:gd name="connsiteX66" fmla="*/ 4758379 w 9029245"/>
              <a:gd name="connsiteY66" fmla="*/ 97985 h 4294383"/>
              <a:gd name="connsiteX67" fmla="*/ 4761399 w 9029245"/>
              <a:gd name="connsiteY67" fmla="*/ 100386 h 4294383"/>
              <a:gd name="connsiteX68" fmla="*/ 4764436 w 9029245"/>
              <a:gd name="connsiteY68" fmla="*/ 102835 h 4294383"/>
              <a:gd name="connsiteX69" fmla="*/ 4767407 w 9029245"/>
              <a:gd name="connsiteY69" fmla="*/ 105327 h 4294383"/>
              <a:gd name="connsiteX70" fmla="*/ 4770427 w 9029245"/>
              <a:gd name="connsiteY70" fmla="*/ 107819 h 4294383"/>
              <a:gd name="connsiteX71" fmla="*/ 4773464 w 9029245"/>
              <a:gd name="connsiteY71" fmla="*/ 110357 h 4294383"/>
              <a:gd name="connsiteX72" fmla="*/ 4776418 w 9029245"/>
              <a:gd name="connsiteY72" fmla="*/ 112941 h 4294383"/>
              <a:gd name="connsiteX73" fmla="*/ 4782475 w 9029245"/>
              <a:gd name="connsiteY73" fmla="*/ 118107 h 4294383"/>
              <a:gd name="connsiteX74" fmla="*/ 4785510 w 9029245"/>
              <a:gd name="connsiteY74" fmla="*/ 120780 h 4294383"/>
              <a:gd name="connsiteX75" fmla="*/ 4788466 w 9029245"/>
              <a:gd name="connsiteY75" fmla="*/ 123455 h 4294383"/>
              <a:gd name="connsiteX76" fmla="*/ 4791503 w 9029245"/>
              <a:gd name="connsiteY76" fmla="*/ 126129 h 4294383"/>
              <a:gd name="connsiteX77" fmla="*/ 4794523 w 9029245"/>
              <a:gd name="connsiteY77" fmla="*/ 128894 h 4294383"/>
              <a:gd name="connsiteX78" fmla="*/ 4797494 w 9029245"/>
              <a:gd name="connsiteY78" fmla="*/ 131658 h 4294383"/>
              <a:gd name="connsiteX79" fmla="*/ 4800514 w 9029245"/>
              <a:gd name="connsiteY79" fmla="*/ 134423 h 4294383"/>
              <a:gd name="connsiteX80" fmla="*/ 4803549 w 9029245"/>
              <a:gd name="connsiteY80" fmla="*/ 137279 h 4294383"/>
              <a:gd name="connsiteX81" fmla="*/ 4806569 w 9029245"/>
              <a:gd name="connsiteY81" fmla="*/ 140088 h 4294383"/>
              <a:gd name="connsiteX82" fmla="*/ 4809542 w 9029245"/>
              <a:gd name="connsiteY82" fmla="*/ 142944 h 4294383"/>
              <a:gd name="connsiteX83" fmla="*/ 4812560 w 9029245"/>
              <a:gd name="connsiteY83" fmla="*/ 145890 h 4294383"/>
              <a:gd name="connsiteX84" fmla="*/ 4815597 w 9029245"/>
              <a:gd name="connsiteY84" fmla="*/ 148790 h 4294383"/>
              <a:gd name="connsiteX85" fmla="*/ 4818553 w 9029245"/>
              <a:gd name="connsiteY85" fmla="*/ 151736 h 4294383"/>
              <a:gd name="connsiteX86" fmla="*/ 4824624 w 9029245"/>
              <a:gd name="connsiteY86" fmla="*/ 157719 h 4294383"/>
              <a:gd name="connsiteX87" fmla="*/ 4827645 w 9029245"/>
              <a:gd name="connsiteY87" fmla="*/ 160754 h 4294383"/>
              <a:gd name="connsiteX88" fmla="*/ 4830615 w 9029245"/>
              <a:gd name="connsiteY88" fmla="*/ 163836 h 4294383"/>
              <a:gd name="connsiteX89" fmla="*/ 4836670 w 9029245"/>
              <a:gd name="connsiteY89" fmla="*/ 170000 h 4294383"/>
              <a:gd name="connsiteX90" fmla="*/ 4839627 w 9029245"/>
              <a:gd name="connsiteY90" fmla="*/ 173173 h 4294383"/>
              <a:gd name="connsiteX91" fmla="*/ 4845684 w 9029245"/>
              <a:gd name="connsiteY91" fmla="*/ 179517 h 4294383"/>
              <a:gd name="connsiteX92" fmla="*/ 4848719 w 9029245"/>
              <a:gd name="connsiteY92" fmla="*/ 182781 h 4294383"/>
              <a:gd name="connsiteX93" fmla="*/ 4851675 w 9029245"/>
              <a:gd name="connsiteY93" fmla="*/ 185998 h 4294383"/>
              <a:gd name="connsiteX94" fmla="*/ 4854709 w 9029245"/>
              <a:gd name="connsiteY94" fmla="*/ 189262 h 4294383"/>
              <a:gd name="connsiteX95" fmla="*/ 4857730 w 9029245"/>
              <a:gd name="connsiteY95" fmla="*/ 192615 h 4294383"/>
              <a:gd name="connsiteX96" fmla="*/ 4860703 w 9029245"/>
              <a:gd name="connsiteY96" fmla="*/ 195925 h 4294383"/>
              <a:gd name="connsiteX97" fmla="*/ 4863723 w 9029245"/>
              <a:gd name="connsiteY97" fmla="*/ 199279 h 4294383"/>
              <a:gd name="connsiteX98" fmla="*/ 4869778 w 9029245"/>
              <a:gd name="connsiteY98" fmla="*/ 206076 h 4294383"/>
              <a:gd name="connsiteX99" fmla="*/ 4872749 w 9029245"/>
              <a:gd name="connsiteY99" fmla="*/ 209475 h 4294383"/>
              <a:gd name="connsiteX100" fmla="*/ 4878806 w 9029245"/>
              <a:gd name="connsiteY100" fmla="*/ 216454 h 4294383"/>
              <a:gd name="connsiteX101" fmla="*/ 4881776 w 9029245"/>
              <a:gd name="connsiteY101" fmla="*/ 219945 h 4294383"/>
              <a:gd name="connsiteX102" fmla="*/ 4884797 w 9029245"/>
              <a:gd name="connsiteY102" fmla="*/ 223525 h 4294383"/>
              <a:gd name="connsiteX103" fmla="*/ 4887833 w 9029245"/>
              <a:gd name="connsiteY103" fmla="*/ 227060 h 4294383"/>
              <a:gd name="connsiteX104" fmla="*/ 4890852 w 9029245"/>
              <a:gd name="connsiteY104" fmla="*/ 230641 h 4294383"/>
              <a:gd name="connsiteX105" fmla="*/ 4893824 w 9029245"/>
              <a:gd name="connsiteY105" fmla="*/ 234312 h 4294383"/>
              <a:gd name="connsiteX106" fmla="*/ 4899879 w 9029245"/>
              <a:gd name="connsiteY106" fmla="*/ 241563 h 4294383"/>
              <a:gd name="connsiteX107" fmla="*/ 4902836 w 9029245"/>
              <a:gd name="connsiteY107" fmla="*/ 245280 h 4294383"/>
              <a:gd name="connsiteX108" fmla="*/ 4905870 w 9029245"/>
              <a:gd name="connsiteY108" fmla="*/ 248996 h 4294383"/>
              <a:gd name="connsiteX109" fmla="*/ 4908891 w 9029245"/>
              <a:gd name="connsiteY109" fmla="*/ 252757 h 4294383"/>
              <a:gd name="connsiteX110" fmla="*/ 4911863 w 9029245"/>
              <a:gd name="connsiteY110" fmla="*/ 256520 h 4294383"/>
              <a:gd name="connsiteX111" fmla="*/ 4917918 w 9029245"/>
              <a:gd name="connsiteY111" fmla="*/ 264133 h 4294383"/>
              <a:gd name="connsiteX112" fmla="*/ 4920939 w 9029245"/>
              <a:gd name="connsiteY112" fmla="*/ 267985 h 4294383"/>
              <a:gd name="connsiteX113" fmla="*/ 4923909 w 9029245"/>
              <a:gd name="connsiteY113" fmla="*/ 271884 h 4294383"/>
              <a:gd name="connsiteX114" fmla="*/ 4926930 w 9029245"/>
              <a:gd name="connsiteY114" fmla="*/ 275735 h 4294383"/>
              <a:gd name="connsiteX115" fmla="*/ 4929966 w 9029245"/>
              <a:gd name="connsiteY115" fmla="*/ 279677 h 4294383"/>
              <a:gd name="connsiteX116" fmla="*/ 4932937 w 9029245"/>
              <a:gd name="connsiteY116" fmla="*/ 283621 h 4294383"/>
              <a:gd name="connsiteX117" fmla="*/ 4935957 w 9029245"/>
              <a:gd name="connsiteY117" fmla="*/ 287564 h 4294383"/>
              <a:gd name="connsiteX118" fmla="*/ 4938994 w 9029245"/>
              <a:gd name="connsiteY118" fmla="*/ 291598 h 4294383"/>
              <a:gd name="connsiteX119" fmla="*/ 4942015 w 9029245"/>
              <a:gd name="connsiteY119" fmla="*/ 295585 h 4294383"/>
              <a:gd name="connsiteX120" fmla="*/ 4944985 w 9029245"/>
              <a:gd name="connsiteY120" fmla="*/ 299620 h 4294383"/>
              <a:gd name="connsiteX121" fmla="*/ 4948005 w 9029245"/>
              <a:gd name="connsiteY121" fmla="*/ 303699 h 4294383"/>
              <a:gd name="connsiteX122" fmla="*/ 4951040 w 9029245"/>
              <a:gd name="connsiteY122" fmla="*/ 307822 h 4294383"/>
              <a:gd name="connsiteX123" fmla="*/ 4953996 w 9029245"/>
              <a:gd name="connsiteY123" fmla="*/ 311902 h 4294383"/>
              <a:gd name="connsiteX124" fmla="*/ 4963088 w 9029245"/>
              <a:gd name="connsiteY124" fmla="*/ 324411 h 4294383"/>
              <a:gd name="connsiteX125" fmla="*/ 4966045 w 9029245"/>
              <a:gd name="connsiteY125" fmla="*/ 328626 h 4294383"/>
              <a:gd name="connsiteX126" fmla="*/ 4969079 w 9029245"/>
              <a:gd name="connsiteY126" fmla="*/ 332886 h 4294383"/>
              <a:gd name="connsiteX127" fmla="*/ 4972100 w 9029245"/>
              <a:gd name="connsiteY127" fmla="*/ 337100 h 4294383"/>
              <a:gd name="connsiteX128" fmla="*/ 4975070 w 9029245"/>
              <a:gd name="connsiteY128" fmla="*/ 341406 h 4294383"/>
              <a:gd name="connsiteX129" fmla="*/ 4981127 w 9029245"/>
              <a:gd name="connsiteY129" fmla="*/ 350016 h 4294383"/>
              <a:gd name="connsiteX130" fmla="*/ 4984148 w 9029245"/>
              <a:gd name="connsiteY130" fmla="*/ 354412 h 4294383"/>
              <a:gd name="connsiteX131" fmla="*/ 4987118 w 9029245"/>
              <a:gd name="connsiteY131" fmla="*/ 358764 h 4294383"/>
              <a:gd name="connsiteX132" fmla="*/ 4990155 w 9029245"/>
              <a:gd name="connsiteY132" fmla="*/ 363162 h 4294383"/>
              <a:gd name="connsiteX133" fmla="*/ 4993175 w 9029245"/>
              <a:gd name="connsiteY133" fmla="*/ 367602 h 4294383"/>
              <a:gd name="connsiteX134" fmla="*/ 4996146 w 9029245"/>
              <a:gd name="connsiteY134" fmla="*/ 372043 h 4294383"/>
              <a:gd name="connsiteX135" fmla="*/ 4999166 w 9029245"/>
              <a:gd name="connsiteY135" fmla="*/ 376485 h 4294383"/>
              <a:gd name="connsiteX136" fmla="*/ 5002201 w 9029245"/>
              <a:gd name="connsiteY136" fmla="*/ 381016 h 4294383"/>
              <a:gd name="connsiteX137" fmla="*/ 5005221 w 9029245"/>
              <a:gd name="connsiteY137" fmla="*/ 385503 h 4294383"/>
              <a:gd name="connsiteX138" fmla="*/ 5008194 w 9029245"/>
              <a:gd name="connsiteY138" fmla="*/ 390036 h 4294383"/>
              <a:gd name="connsiteX139" fmla="*/ 5014249 w 9029245"/>
              <a:gd name="connsiteY139" fmla="*/ 399190 h 4294383"/>
              <a:gd name="connsiteX140" fmla="*/ 5017205 w 9029245"/>
              <a:gd name="connsiteY140" fmla="*/ 403769 h 4294383"/>
              <a:gd name="connsiteX141" fmla="*/ 5020240 w 9029245"/>
              <a:gd name="connsiteY141" fmla="*/ 408437 h 4294383"/>
              <a:gd name="connsiteX142" fmla="*/ 5023260 w 9029245"/>
              <a:gd name="connsiteY142" fmla="*/ 413058 h 4294383"/>
              <a:gd name="connsiteX143" fmla="*/ 5026297 w 9029245"/>
              <a:gd name="connsiteY143" fmla="*/ 417728 h 4294383"/>
              <a:gd name="connsiteX144" fmla="*/ 5029251 w 9029245"/>
              <a:gd name="connsiteY144" fmla="*/ 422440 h 4294383"/>
              <a:gd name="connsiteX145" fmla="*/ 5035308 w 9029245"/>
              <a:gd name="connsiteY145" fmla="*/ 431867 h 4294383"/>
              <a:gd name="connsiteX146" fmla="*/ 5038279 w 9029245"/>
              <a:gd name="connsiteY146" fmla="*/ 436626 h 4294383"/>
              <a:gd name="connsiteX147" fmla="*/ 5041299 w 9029245"/>
              <a:gd name="connsiteY147" fmla="*/ 441430 h 4294383"/>
              <a:gd name="connsiteX148" fmla="*/ 5044336 w 9029245"/>
              <a:gd name="connsiteY148" fmla="*/ 446188 h 4294383"/>
              <a:gd name="connsiteX149" fmla="*/ 5047307 w 9029245"/>
              <a:gd name="connsiteY149" fmla="*/ 451039 h 4294383"/>
              <a:gd name="connsiteX150" fmla="*/ 5053364 w 9029245"/>
              <a:gd name="connsiteY150" fmla="*/ 460738 h 4294383"/>
              <a:gd name="connsiteX151" fmla="*/ 5056382 w 9029245"/>
              <a:gd name="connsiteY151" fmla="*/ 465633 h 4294383"/>
              <a:gd name="connsiteX152" fmla="*/ 5059355 w 9029245"/>
              <a:gd name="connsiteY152" fmla="*/ 470528 h 4294383"/>
              <a:gd name="connsiteX153" fmla="*/ 5065410 w 9029245"/>
              <a:gd name="connsiteY153" fmla="*/ 480406 h 4294383"/>
              <a:gd name="connsiteX154" fmla="*/ 5068366 w 9029245"/>
              <a:gd name="connsiteY154" fmla="*/ 485392 h 4294383"/>
              <a:gd name="connsiteX155" fmla="*/ 5071401 w 9029245"/>
              <a:gd name="connsiteY155" fmla="*/ 490377 h 4294383"/>
              <a:gd name="connsiteX156" fmla="*/ 5077458 w 9029245"/>
              <a:gd name="connsiteY156" fmla="*/ 500438 h 4294383"/>
              <a:gd name="connsiteX157" fmla="*/ 5080414 w 9029245"/>
              <a:gd name="connsiteY157" fmla="*/ 505470 h 4294383"/>
              <a:gd name="connsiteX158" fmla="*/ 5086469 w 9029245"/>
              <a:gd name="connsiteY158" fmla="*/ 515622 h 4294383"/>
              <a:gd name="connsiteX159" fmla="*/ 5089440 w 9029245"/>
              <a:gd name="connsiteY159" fmla="*/ 520743 h 4294383"/>
              <a:gd name="connsiteX160" fmla="*/ 5092460 w 9029245"/>
              <a:gd name="connsiteY160" fmla="*/ 525864 h 4294383"/>
              <a:gd name="connsiteX161" fmla="*/ 5098517 w 9029245"/>
              <a:gd name="connsiteY161" fmla="*/ 536197 h 4294383"/>
              <a:gd name="connsiteX162" fmla="*/ 5101488 w 9029245"/>
              <a:gd name="connsiteY162" fmla="*/ 541409 h 4294383"/>
              <a:gd name="connsiteX163" fmla="*/ 5104525 w 9029245"/>
              <a:gd name="connsiteY163" fmla="*/ 546622 h 4294383"/>
              <a:gd name="connsiteX164" fmla="*/ 5107545 w 9029245"/>
              <a:gd name="connsiteY164" fmla="*/ 551788 h 4294383"/>
              <a:gd name="connsiteX165" fmla="*/ 5110516 w 9029245"/>
              <a:gd name="connsiteY165" fmla="*/ 557091 h 4294383"/>
              <a:gd name="connsiteX166" fmla="*/ 5116571 w 9029245"/>
              <a:gd name="connsiteY166" fmla="*/ 567605 h 4294383"/>
              <a:gd name="connsiteX167" fmla="*/ 5119591 w 9029245"/>
              <a:gd name="connsiteY167" fmla="*/ 572953 h 4294383"/>
              <a:gd name="connsiteX168" fmla="*/ 5122564 w 9029245"/>
              <a:gd name="connsiteY168" fmla="*/ 578256 h 4294383"/>
              <a:gd name="connsiteX169" fmla="*/ 5128619 w 9029245"/>
              <a:gd name="connsiteY169" fmla="*/ 588952 h 4294383"/>
              <a:gd name="connsiteX170" fmla="*/ 5131575 w 9029245"/>
              <a:gd name="connsiteY170" fmla="*/ 594344 h 4294383"/>
              <a:gd name="connsiteX171" fmla="*/ 5134610 w 9029245"/>
              <a:gd name="connsiteY171" fmla="*/ 599738 h 4294383"/>
              <a:gd name="connsiteX172" fmla="*/ 5140667 w 9029245"/>
              <a:gd name="connsiteY172" fmla="*/ 610615 h 4294383"/>
              <a:gd name="connsiteX173" fmla="*/ 5143621 w 9029245"/>
              <a:gd name="connsiteY173" fmla="*/ 616053 h 4294383"/>
              <a:gd name="connsiteX174" fmla="*/ 5149678 w 9029245"/>
              <a:gd name="connsiteY174" fmla="*/ 627022 h 4294383"/>
              <a:gd name="connsiteX175" fmla="*/ 5152649 w 9029245"/>
              <a:gd name="connsiteY175" fmla="*/ 632506 h 4294383"/>
              <a:gd name="connsiteX176" fmla="*/ 5155686 w 9029245"/>
              <a:gd name="connsiteY176" fmla="*/ 638080 h 4294383"/>
              <a:gd name="connsiteX177" fmla="*/ 5158706 w 9029245"/>
              <a:gd name="connsiteY177" fmla="*/ 643609 h 4294383"/>
              <a:gd name="connsiteX178" fmla="*/ 5161677 w 9029245"/>
              <a:gd name="connsiteY178" fmla="*/ 649139 h 4294383"/>
              <a:gd name="connsiteX179" fmla="*/ 5164697 w 9029245"/>
              <a:gd name="connsiteY179" fmla="*/ 654758 h 4294383"/>
              <a:gd name="connsiteX180" fmla="*/ 5167732 w 9029245"/>
              <a:gd name="connsiteY180" fmla="*/ 660333 h 4294383"/>
              <a:gd name="connsiteX181" fmla="*/ 5170752 w 9029245"/>
              <a:gd name="connsiteY181" fmla="*/ 665952 h 4294383"/>
              <a:gd name="connsiteX182" fmla="*/ 5173725 w 9029245"/>
              <a:gd name="connsiteY182" fmla="*/ 671572 h 4294383"/>
              <a:gd name="connsiteX183" fmla="*/ 5179780 w 9029245"/>
              <a:gd name="connsiteY183" fmla="*/ 682903 h 4294383"/>
              <a:gd name="connsiteX184" fmla="*/ 5182736 w 9029245"/>
              <a:gd name="connsiteY184" fmla="*/ 688568 h 4294383"/>
              <a:gd name="connsiteX185" fmla="*/ 5188791 w 9029245"/>
              <a:gd name="connsiteY185" fmla="*/ 699989 h 4294383"/>
              <a:gd name="connsiteX186" fmla="*/ 5191828 w 9029245"/>
              <a:gd name="connsiteY186" fmla="*/ 705744 h 4294383"/>
              <a:gd name="connsiteX187" fmla="*/ 5194782 w 9029245"/>
              <a:gd name="connsiteY187" fmla="*/ 711456 h 4294383"/>
              <a:gd name="connsiteX188" fmla="*/ 5197819 w 9029245"/>
              <a:gd name="connsiteY188" fmla="*/ 717211 h 4294383"/>
              <a:gd name="connsiteX189" fmla="*/ 5200839 w 9029245"/>
              <a:gd name="connsiteY189" fmla="*/ 723013 h 4294383"/>
              <a:gd name="connsiteX190" fmla="*/ 5203810 w 9029245"/>
              <a:gd name="connsiteY190" fmla="*/ 728813 h 4294383"/>
              <a:gd name="connsiteX191" fmla="*/ 5206830 w 9029245"/>
              <a:gd name="connsiteY191" fmla="*/ 734615 h 4294383"/>
              <a:gd name="connsiteX192" fmla="*/ 5212887 w 9029245"/>
              <a:gd name="connsiteY192" fmla="*/ 746307 h 4294383"/>
              <a:gd name="connsiteX193" fmla="*/ 5215858 w 9029245"/>
              <a:gd name="connsiteY193" fmla="*/ 752153 h 4294383"/>
              <a:gd name="connsiteX194" fmla="*/ 5221913 w 9029245"/>
              <a:gd name="connsiteY194" fmla="*/ 763938 h 4294383"/>
              <a:gd name="connsiteX195" fmla="*/ 5224886 w 9029245"/>
              <a:gd name="connsiteY195" fmla="*/ 769829 h 4294383"/>
              <a:gd name="connsiteX196" fmla="*/ 5233961 w 9029245"/>
              <a:gd name="connsiteY196" fmla="*/ 787640 h 4294383"/>
              <a:gd name="connsiteX197" fmla="*/ 5236932 w 9029245"/>
              <a:gd name="connsiteY197" fmla="*/ 793623 h 4294383"/>
              <a:gd name="connsiteX198" fmla="*/ 5239952 w 9029245"/>
              <a:gd name="connsiteY198" fmla="*/ 799560 h 4294383"/>
              <a:gd name="connsiteX199" fmla="*/ 5242989 w 9029245"/>
              <a:gd name="connsiteY199" fmla="*/ 805543 h 4294383"/>
              <a:gd name="connsiteX200" fmla="*/ 5245945 w 9029245"/>
              <a:gd name="connsiteY200" fmla="*/ 811570 h 4294383"/>
              <a:gd name="connsiteX201" fmla="*/ 5252000 w 9029245"/>
              <a:gd name="connsiteY201" fmla="*/ 823626 h 4294383"/>
              <a:gd name="connsiteX202" fmla="*/ 5255037 w 9029245"/>
              <a:gd name="connsiteY202" fmla="*/ 829699 h 4294383"/>
              <a:gd name="connsiteX203" fmla="*/ 5257991 w 9029245"/>
              <a:gd name="connsiteY203" fmla="*/ 835771 h 4294383"/>
              <a:gd name="connsiteX204" fmla="*/ 5261028 w 9029245"/>
              <a:gd name="connsiteY204" fmla="*/ 841846 h 4294383"/>
              <a:gd name="connsiteX205" fmla="*/ 5264048 w 9029245"/>
              <a:gd name="connsiteY205" fmla="*/ 847964 h 4294383"/>
              <a:gd name="connsiteX206" fmla="*/ 5267019 w 9029245"/>
              <a:gd name="connsiteY206" fmla="*/ 854037 h 4294383"/>
              <a:gd name="connsiteX207" fmla="*/ 5270056 w 9029245"/>
              <a:gd name="connsiteY207" fmla="*/ 860155 h 4294383"/>
              <a:gd name="connsiteX208" fmla="*/ 5273074 w 9029245"/>
              <a:gd name="connsiteY208" fmla="*/ 866319 h 4294383"/>
              <a:gd name="connsiteX209" fmla="*/ 5276111 w 9029245"/>
              <a:gd name="connsiteY209" fmla="*/ 872437 h 4294383"/>
              <a:gd name="connsiteX210" fmla="*/ 5279067 w 9029245"/>
              <a:gd name="connsiteY210" fmla="*/ 878600 h 4294383"/>
              <a:gd name="connsiteX211" fmla="*/ 5282102 w 9029245"/>
              <a:gd name="connsiteY211" fmla="*/ 884809 h 4294383"/>
              <a:gd name="connsiteX212" fmla="*/ 5285122 w 9029245"/>
              <a:gd name="connsiteY212" fmla="*/ 890970 h 4294383"/>
              <a:gd name="connsiteX213" fmla="*/ 5288092 w 9029245"/>
              <a:gd name="connsiteY213" fmla="*/ 897176 h 4294383"/>
              <a:gd name="connsiteX214" fmla="*/ 5291113 w 9029245"/>
              <a:gd name="connsiteY214" fmla="*/ 903395 h 4294383"/>
              <a:gd name="connsiteX215" fmla="*/ 5294150 w 9029245"/>
              <a:gd name="connsiteY215" fmla="*/ 909650 h 4294383"/>
              <a:gd name="connsiteX216" fmla="*/ 5297106 w 9029245"/>
              <a:gd name="connsiteY216" fmla="*/ 915856 h 4294383"/>
              <a:gd name="connsiteX217" fmla="*/ 5303161 w 9029245"/>
              <a:gd name="connsiteY217" fmla="*/ 928364 h 4294383"/>
              <a:gd name="connsiteX218" fmla="*/ 5306198 w 9029245"/>
              <a:gd name="connsiteY218" fmla="*/ 934664 h 4294383"/>
              <a:gd name="connsiteX219" fmla="*/ 5309152 w 9029245"/>
              <a:gd name="connsiteY219" fmla="*/ 940964 h 4294383"/>
              <a:gd name="connsiteX220" fmla="*/ 5315209 w 9029245"/>
              <a:gd name="connsiteY220" fmla="*/ 953564 h 4294383"/>
              <a:gd name="connsiteX221" fmla="*/ 5318180 w 9029245"/>
              <a:gd name="connsiteY221" fmla="*/ 959910 h 4294383"/>
              <a:gd name="connsiteX222" fmla="*/ 5321216 w 9029245"/>
              <a:gd name="connsiteY222" fmla="*/ 966210 h 4294383"/>
              <a:gd name="connsiteX223" fmla="*/ 5324237 w 9029245"/>
              <a:gd name="connsiteY223" fmla="*/ 972557 h 4294383"/>
              <a:gd name="connsiteX224" fmla="*/ 5327255 w 9029245"/>
              <a:gd name="connsiteY224" fmla="*/ 978937 h 4294383"/>
              <a:gd name="connsiteX225" fmla="*/ 5330228 w 9029245"/>
              <a:gd name="connsiteY225" fmla="*/ 985284 h 4294383"/>
              <a:gd name="connsiteX226" fmla="*/ 5336283 w 9029245"/>
              <a:gd name="connsiteY226" fmla="*/ 998070 h 4294383"/>
              <a:gd name="connsiteX227" fmla="*/ 5339255 w 9029245"/>
              <a:gd name="connsiteY227" fmla="*/ 1004498 h 4294383"/>
              <a:gd name="connsiteX228" fmla="*/ 5342274 w 9029245"/>
              <a:gd name="connsiteY228" fmla="*/ 1010890 h 4294383"/>
              <a:gd name="connsiteX229" fmla="*/ 5348331 w 9029245"/>
              <a:gd name="connsiteY229" fmla="*/ 1023769 h 4294383"/>
              <a:gd name="connsiteX230" fmla="*/ 5351301 w 9029245"/>
              <a:gd name="connsiteY230" fmla="*/ 1030197 h 4294383"/>
              <a:gd name="connsiteX231" fmla="*/ 5354322 w 9029245"/>
              <a:gd name="connsiteY231" fmla="*/ 1036683 h 4294383"/>
              <a:gd name="connsiteX232" fmla="*/ 5357358 w 9029245"/>
              <a:gd name="connsiteY232" fmla="*/ 1043123 h 4294383"/>
              <a:gd name="connsiteX233" fmla="*/ 5360313 w 9029245"/>
              <a:gd name="connsiteY233" fmla="*/ 1049597 h 4294383"/>
              <a:gd name="connsiteX234" fmla="*/ 5363349 w 9029245"/>
              <a:gd name="connsiteY234" fmla="*/ 1056128 h 4294383"/>
              <a:gd name="connsiteX235" fmla="*/ 5369404 w 9029245"/>
              <a:gd name="connsiteY235" fmla="*/ 1069088 h 4294383"/>
              <a:gd name="connsiteX236" fmla="*/ 5372361 w 9029245"/>
              <a:gd name="connsiteY236" fmla="*/ 1075608 h 4294383"/>
              <a:gd name="connsiteX237" fmla="*/ 5375398 w 9029245"/>
              <a:gd name="connsiteY237" fmla="*/ 1082140 h 4294383"/>
              <a:gd name="connsiteX238" fmla="*/ 5378418 w 9029245"/>
              <a:gd name="connsiteY238" fmla="*/ 1088708 h 4294383"/>
              <a:gd name="connsiteX239" fmla="*/ 5381388 w 9029245"/>
              <a:gd name="connsiteY239" fmla="*/ 1095240 h 4294383"/>
              <a:gd name="connsiteX240" fmla="*/ 5390480 w 9029245"/>
              <a:gd name="connsiteY240" fmla="*/ 1114951 h 4294383"/>
              <a:gd name="connsiteX241" fmla="*/ 5393437 w 9029245"/>
              <a:gd name="connsiteY241" fmla="*/ 1121519 h 4294383"/>
              <a:gd name="connsiteX242" fmla="*/ 5396471 w 9029245"/>
              <a:gd name="connsiteY242" fmla="*/ 1128097 h 4294383"/>
              <a:gd name="connsiteX243" fmla="*/ 5399492 w 9029245"/>
              <a:gd name="connsiteY243" fmla="*/ 1134710 h 4294383"/>
              <a:gd name="connsiteX244" fmla="*/ 5402462 w 9029245"/>
              <a:gd name="connsiteY244" fmla="*/ 1141324 h 4294383"/>
              <a:gd name="connsiteX245" fmla="*/ 5408519 w 9029245"/>
              <a:gd name="connsiteY245" fmla="*/ 1154561 h 4294383"/>
              <a:gd name="connsiteX246" fmla="*/ 5411540 w 9029245"/>
              <a:gd name="connsiteY246" fmla="*/ 1161221 h 4294383"/>
              <a:gd name="connsiteX247" fmla="*/ 5414510 w 9029245"/>
              <a:gd name="connsiteY247" fmla="*/ 1167846 h 4294383"/>
              <a:gd name="connsiteX248" fmla="*/ 5420565 w 9029245"/>
              <a:gd name="connsiteY248" fmla="*/ 1181165 h 4294383"/>
              <a:gd name="connsiteX249" fmla="*/ 5423522 w 9029245"/>
              <a:gd name="connsiteY249" fmla="*/ 1187825 h 4294383"/>
              <a:gd name="connsiteX250" fmla="*/ 5426558 w 9029245"/>
              <a:gd name="connsiteY250" fmla="*/ 1194532 h 4294383"/>
              <a:gd name="connsiteX251" fmla="*/ 5429579 w 9029245"/>
              <a:gd name="connsiteY251" fmla="*/ 1201203 h 4294383"/>
              <a:gd name="connsiteX252" fmla="*/ 5432549 w 9029245"/>
              <a:gd name="connsiteY252" fmla="*/ 1207909 h 4294383"/>
              <a:gd name="connsiteX253" fmla="*/ 5441641 w 9029245"/>
              <a:gd name="connsiteY253" fmla="*/ 1228027 h 4294383"/>
              <a:gd name="connsiteX254" fmla="*/ 5444597 w 9029245"/>
              <a:gd name="connsiteY254" fmla="*/ 1234734 h 4294383"/>
              <a:gd name="connsiteX255" fmla="*/ 5447632 w 9029245"/>
              <a:gd name="connsiteY255" fmla="*/ 1241486 h 4294383"/>
              <a:gd name="connsiteX256" fmla="*/ 5450652 w 9029245"/>
              <a:gd name="connsiteY256" fmla="*/ 1248193 h 4294383"/>
              <a:gd name="connsiteX257" fmla="*/ 5453623 w 9029245"/>
              <a:gd name="connsiteY257" fmla="*/ 1254944 h 4294383"/>
              <a:gd name="connsiteX258" fmla="*/ 5462700 w 9029245"/>
              <a:gd name="connsiteY258" fmla="*/ 1275214 h 4294383"/>
              <a:gd name="connsiteX259" fmla="*/ 5465671 w 9029245"/>
              <a:gd name="connsiteY259" fmla="*/ 1281967 h 4294383"/>
              <a:gd name="connsiteX260" fmla="*/ 5468691 w 9029245"/>
              <a:gd name="connsiteY260" fmla="*/ 1288754 h 4294383"/>
              <a:gd name="connsiteX261" fmla="*/ 5471728 w 9029245"/>
              <a:gd name="connsiteY261" fmla="*/ 1295518 h 4294383"/>
              <a:gd name="connsiteX262" fmla="*/ 5474682 w 9029245"/>
              <a:gd name="connsiteY262" fmla="*/ 1302305 h 4294383"/>
              <a:gd name="connsiteX263" fmla="*/ 5483774 w 9029245"/>
              <a:gd name="connsiteY263" fmla="*/ 1322702 h 4294383"/>
              <a:gd name="connsiteX264" fmla="*/ 5486747 w 9029245"/>
              <a:gd name="connsiteY264" fmla="*/ 1329501 h 4294383"/>
              <a:gd name="connsiteX265" fmla="*/ 5489765 w 9029245"/>
              <a:gd name="connsiteY265" fmla="*/ 1336346 h 4294383"/>
              <a:gd name="connsiteX266" fmla="*/ 5492786 w 9029245"/>
              <a:gd name="connsiteY266" fmla="*/ 1343145 h 4294383"/>
              <a:gd name="connsiteX267" fmla="*/ 5495758 w 9029245"/>
              <a:gd name="connsiteY267" fmla="*/ 1349990 h 4294383"/>
              <a:gd name="connsiteX268" fmla="*/ 5498793 w 9029245"/>
              <a:gd name="connsiteY268" fmla="*/ 1356789 h 4294383"/>
              <a:gd name="connsiteX269" fmla="*/ 5504850 w 9029245"/>
              <a:gd name="connsiteY269" fmla="*/ 1370469 h 4294383"/>
              <a:gd name="connsiteX270" fmla="*/ 5507804 w 9029245"/>
              <a:gd name="connsiteY270" fmla="*/ 1377314 h 4294383"/>
              <a:gd name="connsiteX271" fmla="*/ 5513861 w 9029245"/>
              <a:gd name="connsiteY271" fmla="*/ 1391004 h 4294383"/>
              <a:gd name="connsiteX272" fmla="*/ 5516832 w 9029245"/>
              <a:gd name="connsiteY272" fmla="*/ 1397897 h 4294383"/>
              <a:gd name="connsiteX273" fmla="*/ 5519852 w 9029245"/>
              <a:gd name="connsiteY273" fmla="*/ 1404742 h 4294383"/>
              <a:gd name="connsiteX274" fmla="*/ 5522889 w 9029245"/>
              <a:gd name="connsiteY274" fmla="*/ 1411623 h 4294383"/>
              <a:gd name="connsiteX275" fmla="*/ 5525909 w 9029245"/>
              <a:gd name="connsiteY275" fmla="*/ 1418468 h 4294383"/>
              <a:gd name="connsiteX276" fmla="*/ 5528880 w 9029245"/>
              <a:gd name="connsiteY276" fmla="*/ 1425359 h 4294383"/>
              <a:gd name="connsiteX277" fmla="*/ 5534935 w 9029245"/>
              <a:gd name="connsiteY277" fmla="*/ 1439130 h 4294383"/>
              <a:gd name="connsiteX278" fmla="*/ 5537891 w 9029245"/>
              <a:gd name="connsiteY278" fmla="*/ 1446023 h 4294383"/>
              <a:gd name="connsiteX279" fmla="*/ 5543946 w 9029245"/>
              <a:gd name="connsiteY279" fmla="*/ 1459807 h 4294383"/>
              <a:gd name="connsiteX280" fmla="*/ 5546919 w 9029245"/>
              <a:gd name="connsiteY280" fmla="*/ 1466686 h 4294383"/>
              <a:gd name="connsiteX281" fmla="*/ 5549954 w 9029245"/>
              <a:gd name="connsiteY281" fmla="*/ 1473578 h 4294383"/>
              <a:gd name="connsiteX282" fmla="*/ 5552974 w 9029245"/>
              <a:gd name="connsiteY282" fmla="*/ 1480516 h 4294383"/>
              <a:gd name="connsiteX283" fmla="*/ 5556011 w 9029245"/>
              <a:gd name="connsiteY283" fmla="*/ 1487408 h 4294383"/>
              <a:gd name="connsiteX284" fmla="*/ 5558967 w 9029245"/>
              <a:gd name="connsiteY284" fmla="*/ 1494335 h 4294383"/>
              <a:gd name="connsiteX285" fmla="*/ 5562002 w 9029245"/>
              <a:gd name="connsiteY285" fmla="*/ 1501226 h 4294383"/>
              <a:gd name="connsiteX286" fmla="*/ 5565022 w 9029245"/>
              <a:gd name="connsiteY286" fmla="*/ 1508165 h 4294383"/>
              <a:gd name="connsiteX287" fmla="*/ 5567993 w 9029245"/>
              <a:gd name="connsiteY287" fmla="*/ 1515045 h 4294383"/>
              <a:gd name="connsiteX288" fmla="*/ 5577071 w 9029245"/>
              <a:gd name="connsiteY288" fmla="*/ 1535848 h 4294383"/>
              <a:gd name="connsiteX289" fmla="*/ 5580041 w 9029245"/>
              <a:gd name="connsiteY289" fmla="*/ 1542786 h 4294383"/>
              <a:gd name="connsiteX290" fmla="*/ 5583062 w 9029245"/>
              <a:gd name="connsiteY290" fmla="*/ 1549723 h 4294383"/>
              <a:gd name="connsiteX291" fmla="*/ 5586096 w 9029245"/>
              <a:gd name="connsiteY291" fmla="*/ 1556604 h 4294383"/>
              <a:gd name="connsiteX292" fmla="*/ 5589053 w 9029245"/>
              <a:gd name="connsiteY292" fmla="*/ 1563543 h 4294383"/>
              <a:gd name="connsiteX293" fmla="*/ 5592089 w 9029245"/>
              <a:gd name="connsiteY293" fmla="*/ 1570527 h 4294383"/>
              <a:gd name="connsiteX294" fmla="*/ 5598144 w 9029245"/>
              <a:gd name="connsiteY294" fmla="*/ 1584391 h 4294383"/>
              <a:gd name="connsiteX295" fmla="*/ 5601115 w 9029245"/>
              <a:gd name="connsiteY295" fmla="*/ 1591329 h 4294383"/>
              <a:gd name="connsiteX296" fmla="*/ 5607172 w 9029245"/>
              <a:gd name="connsiteY296" fmla="*/ 1605195 h 4294383"/>
              <a:gd name="connsiteX297" fmla="*/ 5610128 w 9029245"/>
              <a:gd name="connsiteY297" fmla="*/ 1612179 h 4294383"/>
              <a:gd name="connsiteX298" fmla="*/ 5619220 w 9029245"/>
              <a:gd name="connsiteY298" fmla="*/ 1632970 h 4294383"/>
              <a:gd name="connsiteX299" fmla="*/ 5622174 w 9029245"/>
              <a:gd name="connsiteY299" fmla="*/ 1639954 h 4294383"/>
              <a:gd name="connsiteX300" fmla="*/ 5628231 w 9029245"/>
              <a:gd name="connsiteY300" fmla="*/ 1653820 h 4294383"/>
              <a:gd name="connsiteX301" fmla="*/ 5631202 w 9029245"/>
              <a:gd name="connsiteY301" fmla="*/ 1660804 h 4294383"/>
              <a:gd name="connsiteX302" fmla="*/ 5634222 w 9029245"/>
              <a:gd name="connsiteY302" fmla="*/ 1667743 h 4294383"/>
              <a:gd name="connsiteX303" fmla="*/ 5637259 w 9029245"/>
              <a:gd name="connsiteY303" fmla="*/ 1674716 h 4294383"/>
              <a:gd name="connsiteX304" fmla="*/ 5640277 w 9029245"/>
              <a:gd name="connsiteY304" fmla="*/ 1681653 h 4294383"/>
              <a:gd name="connsiteX305" fmla="*/ 5649305 w 9029245"/>
              <a:gd name="connsiteY305" fmla="*/ 1681653 h 4294383"/>
              <a:gd name="connsiteX306" fmla="*/ 5649305 w 9029245"/>
              <a:gd name="connsiteY306" fmla="*/ 1704216 h 4294383"/>
              <a:gd name="connsiteX307" fmla="*/ 5649307 w 9029245"/>
              <a:gd name="connsiteY307" fmla="*/ 1702503 h 4294383"/>
              <a:gd name="connsiteX308" fmla="*/ 5652278 w 9029245"/>
              <a:gd name="connsiteY308" fmla="*/ 1709430 h 4294383"/>
              <a:gd name="connsiteX309" fmla="*/ 5655298 w 9029245"/>
              <a:gd name="connsiteY309" fmla="*/ 1716414 h 4294383"/>
              <a:gd name="connsiteX310" fmla="*/ 5658318 w 9029245"/>
              <a:gd name="connsiteY310" fmla="*/ 1723353 h 4294383"/>
              <a:gd name="connsiteX311" fmla="*/ 5661353 w 9029245"/>
              <a:gd name="connsiteY311" fmla="*/ 1730326 h 4294383"/>
              <a:gd name="connsiteX312" fmla="*/ 5664326 w 9029245"/>
              <a:gd name="connsiteY312" fmla="*/ 1737263 h 4294383"/>
              <a:gd name="connsiteX313" fmla="*/ 5667344 w 9029245"/>
              <a:gd name="connsiteY313" fmla="*/ 1744190 h 4294383"/>
              <a:gd name="connsiteX314" fmla="*/ 5670381 w 9029245"/>
              <a:gd name="connsiteY314" fmla="*/ 1751174 h 4294383"/>
              <a:gd name="connsiteX315" fmla="*/ 5673337 w 9029245"/>
              <a:gd name="connsiteY315" fmla="*/ 1758113 h 4294383"/>
              <a:gd name="connsiteX316" fmla="*/ 5679392 w 9029245"/>
              <a:gd name="connsiteY316" fmla="*/ 1771978 h 4294383"/>
              <a:gd name="connsiteX317" fmla="*/ 5682363 w 9029245"/>
              <a:gd name="connsiteY317" fmla="*/ 1778951 h 4294383"/>
              <a:gd name="connsiteX318" fmla="*/ 5691440 w 9029245"/>
              <a:gd name="connsiteY318" fmla="*/ 1799753 h 4294383"/>
              <a:gd name="connsiteX319" fmla="*/ 5694411 w 9029245"/>
              <a:gd name="connsiteY319" fmla="*/ 1806692 h 4294383"/>
              <a:gd name="connsiteX320" fmla="*/ 5700468 w 9029245"/>
              <a:gd name="connsiteY320" fmla="*/ 1820557 h 4294383"/>
              <a:gd name="connsiteX321" fmla="*/ 5703422 w 9029245"/>
              <a:gd name="connsiteY321" fmla="*/ 1827494 h 4294383"/>
              <a:gd name="connsiteX322" fmla="*/ 5712514 w 9029245"/>
              <a:gd name="connsiteY322" fmla="*/ 1848298 h 4294383"/>
              <a:gd name="connsiteX323" fmla="*/ 5715487 w 9029245"/>
              <a:gd name="connsiteY323" fmla="*/ 1855235 h 4294383"/>
              <a:gd name="connsiteX324" fmla="*/ 5718507 w 9029245"/>
              <a:gd name="connsiteY324" fmla="*/ 1862162 h 4294383"/>
              <a:gd name="connsiteX325" fmla="*/ 5721542 w 9029245"/>
              <a:gd name="connsiteY325" fmla="*/ 1869054 h 4294383"/>
              <a:gd name="connsiteX326" fmla="*/ 5724498 w 9029245"/>
              <a:gd name="connsiteY326" fmla="*/ 1875991 h 4294383"/>
              <a:gd name="connsiteX327" fmla="*/ 5727533 w 9029245"/>
              <a:gd name="connsiteY327" fmla="*/ 1882884 h 4294383"/>
              <a:gd name="connsiteX328" fmla="*/ 5730553 w 9029245"/>
              <a:gd name="connsiteY328" fmla="*/ 1889811 h 4294383"/>
              <a:gd name="connsiteX329" fmla="*/ 5733590 w 9029245"/>
              <a:gd name="connsiteY329" fmla="*/ 1896702 h 4294383"/>
              <a:gd name="connsiteX330" fmla="*/ 5736544 w 9029245"/>
              <a:gd name="connsiteY330" fmla="*/ 1903640 h 4294383"/>
              <a:gd name="connsiteX331" fmla="*/ 5739581 w 9029245"/>
              <a:gd name="connsiteY331" fmla="*/ 1910521 h 4294383"/>
              <a:gd name="connsiteX332" fmla="*/ 5742601 w 9029245"/>
              <a:gd name="connsiteY332" fmla="*/ 1917458 h 4294383"/>
              <a:gd name="connsiteX333" fmla="*/ 5745572 w 9029245"/>
              <a:gd name="connsiteY333" fmla="*/ 1924351 h 4294383"/>
              <a:gd name="connsiteX334" fmla="*/ 5754649 w 9029245"/>
              <a:gd name="connsiteY334" fmla="*/ 1945013 h 4294383"/>
              <a:gd name="connsiteX335" fmla="*/ 5757620 w 9029245"/>
              <a:gd name="connsiteY335" fmla="*/ 1951906 h 4294383"/>
              <a:gd name="connsiteX336" fmla="*/ 5760640 w 9029245"/>
              <a:gd name="connsiteY336" fmla="*/ 1958785 h 4294383"/>
              <a:gd name="connsiteX337" fmla="*/ 5763675 w 9029245"/>
              <a:gd name="connsiteY337" fmla="*/ 1965632 h 4294383"/>
              <a:gd name="connsiteX338" fmla="*/ 5766648 w 9029245"/>
              <a:gd name="connsiteY338" fmla="*/ 1972523 h 4294383"/>
              <a:gd name="connsiteX339" fmla="*/ 5769668 w 9029245"/>
              <a:gd name="connsiteY339" fmla="*/ 1979415 h 4294383"/>
              <a:gd name="connsiteX340" fmla="*/ 5772703 w 9029245"/>
              <a:gd name="connsiteY340" fmla="*/ 1986260 h 4294383"/>
              <a:gd name="connsiteX341" fmla="*/ 5775723 w 9029245"/>
              <a:gd name="connsiteY341" fmla="*/ 1993140 h 4294383"/>
              <a:gd name="connsiteX342" fmla="*/ 5778693 w 9029245"/>
              <a:gd name="connsiteY342" fmla="*/ 1999986 h 4294383"/>
              <a:gd name="connsiteX343" fmla="*/ 5784751 w 9029245"/>
              <a:gd name="connsiteY343" fmla="*/ 2013676 h 4294383"/>
              <a:gd name="connsiteX344" fmla="*/ 5787707 w 9029245"/>
              <a:gd name="connsiteY344" fmla="*/ 2020521 h 4294383"/>
              <a:gd name="connsiteX345" fmla="*/ 5796799 w 9029245"/>
              <a:gd name="connsiteY345" fmla="*/ 2041046 h 4294383"/>
              <a:gd name="connsiteX346" fmla="*/ 5799753 w 9029245"/>
              <a:gd name="connsiteY346" fmla="*/ 2047891 h 4294383"/>
              <a:gd name="connsiteX347" fmla="*/ 5802790 w 9029245"/>
              <a:gd name="connsiteY347" fmla="*/ 2054690 h 4294383"/>
              <a:gd name="connsiteX348" fmla="*/ 5805810 w 9029245"/>
              <a:gd name="connsiteY348" fmla="*/ 2061536 h 4294383"/>
              <a:gd name="connsiteX349" fmla="*/ 5808781 w 9029245"/>
              <a:gd name="connsiteY349" fmla="*/ 2068335 h 4294383"/>
              <a:gd name="connsiteX350" fmla="*/ 5814838 w 9029245"/>
              <a:gd name="connsiteY350" fmla="*/ 2081933 h 4294383"/>
              <a:gd name="connsiteX351" fmla="*/ 5817808 w 9029245"/>
              <a:gd name="connsiteY351" fmla="*/ 2088732 h 4294383"/>
              <a:gd name="connsiteX352" fmla="*/ 5826884 w 9029245"/>
              <a:gd name="connsiteY352" fmla="*/ 2109129 h 4294383"/>
              <a:gd name="connsiteX353" fmla="*/ 5829854 w 9029245"/>
              <a:gd name="connsiteY353" fmla="*/ 2115881 h 4294383"/>
              <a:gd name="connsiteX354" fmla="*/ 5832875 w 9029245"/>
              <a:gd name="connsiteY354" fmla="*/ 2122634 h 4294383"/>
              <a:gd name="connsiteX355" fmla="*/ 5835911 w 9029245"/>
              <a:gd name="connsiteY355" fmla="*/ 2129433 h 4294383"/>
              <a:gd name="connsiteX356" fmla="*/ 5838868 w 9029245"/>
              <a:gd name="connsiteY356" fmla="*/ 2136184 h 4294383"/>
              <a:gd name="connsiteX357" fmla="*/ 5847959 w 9029245"/>
              <a:gd name="connsiteY357" fmla="*/ 2156442 h 4294383"/>
              <a:gd name="connsiteX358" fmla="*/ 5850914 w 9029245"/>
              <a:gd name="connsiteY358" fmla="*/ 2163149 h 4294383"/>
              <a:gd name="connsiteX359" fmla="*/ 5853950 w 9029245"/>
              <a:gd name="connsiteY359" fmla="*/ 2169901 h 4294383"/>
              <a:gd name="connsiteX360" fmla="*/ 5856971 w 9029245"/>
              <a:gd name="connsiteY360" fmla="*/ 2176608 h 4294383"/>
              <a:gd name="connsiteX361" fmla="*/ 5859941 w 9029245"/>
              <a:gd name="connsiteY361" fmla="*/ 2183313 h 4294383"/>
              <a:gd name="connsiteX362" fmla="*/ 5869019 w 9029245"/>
              <a:gd name="connsiteY362" fmla="*/ 2203431 h 4294383"/>
              <a:gd name="connsiteX363" fmla="*/ 5871989 w 9029245"/>
              <a:gd name="connsiteY363" fmla="*/ 2210149 h 4294383"/>
              <a:gd name="connsiteX364" fmla="*/ 5875010 w 9029245"/>
              <a:gd name="connsiteY364" fmla="*/ 2216810 h 4294383"/>
              <a:gd name="connsiteX365" fmla="*/ 5878045 w 9029245"/>
              <a:gd name="connsiteY365" fmla="*/ 2223515 h 4294383"/>
              <a:gd name="connsiteX366" fmla="*/ 5881017 w 9029245"/>
              <a:gd name="connsiteY366" fmla="*/ 2230175 h 4294383"/>
              <a:gd name="connsiteX367" fmla="*/ 5890093 w 9029245"/>
              <a:gd name="connsiteY367" fmla="*/ 2250165 h 4294383"/>
              <a:gd name="connsiteX368" fmla="*/ 5893063 w 9029245"/>
              <a:gd name="connsiteY368" fmla="*/ 2256779 h 4294383"/>
              <a:gd name="connsiteX369" fmla="*/ 5896084 w 9029245"/>
              <a:gd name="connsiteY369" fmla="*/ 2263438 h 4294383"/>
              <a:gd name="connsiteX370" fmla="*/ 5899120 w 9029245"/>
              <a:gd name="connsiteY370" fmla="*/ 2270064 h 4294383"/>
              <a:gd name="connsiteX371" fmla="*/ 5902075 w 9029245"/>
              <a:gd name="connsiteY371" fmla="*/ 2276677 h 4294383"/>
              <a:gd name="connsiteX372" fmla="*/ 5911166 w 9029245"/>
              <a:gd name="connsiteY372" fmla="*/ 2296528 h 4294383"/>
              <a:gd name="connsiteX373" fmla="*/ 5914123 w 9029245"/>
              <a:gd name="connsiteY373" fmla="*/ 2303096 h 4294383"/>
              <a:gd name="connsiteX374" fmla="*/ 5920180 w 9029245"/>
              <a:gd name="connsiteY374" fmla="*/ 2316241 h 4294383"/>
              <a:gd name="connsiteX375" fmla="*/ 5923150 w 9029245"/>
              <a:gd name="connsiteY375" fmla="*/ 2322819 h 4294383"/>
              <a:gd name="connsiteX376" fmla="*/ 5929205 w 9029245"/>
              <a:gd name="connsiteY376" fmla="*/ 2335953 h 4294383"/>
              <a:gd name="connsiteX377" fmla="*/ 5932178 w 9029245"/>
              <a:gd name="connsiteY377" fmla="*/ 2342485 h 4294383"/>
              <a:gd name="connsiteX378" fmla="*/ 5935198 w 9029245"/>
              <a:gd name="connsiteY378" fmla="*/ 2349006 h 4294383"/>
              <a:gd name="connsiteX379" fmla="*/ 5938233 w 9029245"/>
              <a:gd name="connsiteY379" fmla="*/ 2355584 h 4294383"/>
              <a:gd name="connsiteX380" fmla="*/ 5941253 w 9029245"/>
              <a:gd name="connsiteY380" fmla="*/ 2362058 h 4294383"/>
              <a:gd name="connsiteX381" fmla="*/ 5944224 w 9029245"/>
              <a:gd name="connsiteY381" fmla="*/ 2368590 h 4294383"/>
              <a:gd name="connsiteX382" fmla="*/ 5947244 w 9029245"/>
              <a:gd name="connsiteY382" fmla="*/ 2375110 h 4294383"/>
              <a:gd name="connsiteX383" fmla="*/ 5950281 w 9029245"/>
              <a:gd name="connsiteY383" fmla="*/ 2381596 h 4294383"/>
              <a:gd name="connsiteX384" fmla="*/ 5953237 w 9029245"/>
              <a:gd name="connsiteY384" fmla="*/ 2388070 h 4294383"/>
              <a:gd name="connsiteX385" fmla="*/ 5959292 w 9029245"/>
              <a:gd name="connsiteY385" fmla="*/ 2401042 h 4294383"/>
              <a:gd name="connsiteX386" fmla="*/ 5962329 w 9029245"/>
              <a:gd name="connsiteY386" fmla="*/ 2407470 h 4294383"/>
              <a:gd name="connsiteX387" fmla="*/ 5965283 w 9029245"/>
              <a:gd name="connsiteY387" fmla="*/ 2413954 h 4294383"/>
              <a:gd name="connsiteX388" fmla="*/ 5971340 w 9029245"/>
              <a:gd name="connsiteY388" fmla="*/ 2426822 h 4294383"/>
              <a:gd name="connsiteX389" fmla="*/ 5974311 w 9029245"/>
              <a:gd name="connsiteY389" fmla="*/ 2433261 h 4294383"/>
              <a:gd name="connsiteX390" fmla="*/ 5977331 w 9029245"/>
              <a:gd name="connsiteY390" fmla="*/ 2439655 h 4294383"/>
              <a:gd name="connsiteX391" fmla="*/ 5980366 w 9029245"/>
              <a:gd name="connsiteY391" fmla="*/ 2446081 h 4294383"/>
              <a:gd name="connsiteX392" fmla="*/ 5983386 w 9029245"/>
              <a:gd name="connsiteY392" fmla="*/ 2452475 h 4294383"/>
              <a:gd name="connsiteX393" fmla="*/ 5986359 w 9029245"/>
              <a:gd name="connsiteY393" fmla="*/ 2458867 h 4294383"/>
              <a:gd name="connsiteX394" fmla="*/ 5992414 w 9029245"/>
              <a:gd name="connsiteY394" fmla="*/ 2471654 h 4294383"/>
              <a:gd name="connsiteX395" fmla="*/ 5995385 w 9029245"/>
              <a:gd name="connsiteY395" fmla="*/ 2477988 h 4294383"/>
              <a:gd name="connsiteX396" fmla="*/ 6004462 w 9029245"/>
              <a:gd name="connsiteY396" fmla="*/ 2497027 h 4294383"/>
              <a:gd name="connsiteX397" fmla="*/ 6007433 w 9029245"/>
              <a:gd name="connsiteY397" fmla="*/ 2503374 h 4294383"/>
              <a:gd name="connsiteX398" fmla="*/ 6013490 w 9029245"/>
              <a:gd name="connsiteY398" fmla="*/ 2515974 h 4294383"/>
              <a:gd name="connsiteX399" fmla="*/ 6016444 w 9029245"/>
              <a:gd name="connsiteY399" fmla="*/ 2522273 h 4294383"/>
              <a:gd name="connsiteX400" fmla="*/ 6019481 w 9029245"/>
              <a:gd name="connsiteY400" fmla="*/ 2528574 h 4294383"/>
              <a:gd name="connsiteX401" fmla="*/ 6022501 w 9029245"/>
              <a:gd name="connsiteY401" fmla="*/ 2534828 h 4294383"/>
              <a:gd name="connsiteX402" fmla="*/ 6025536 w 9029245"/>
              <a:gd name="connsiteY402" fmla="*/ 2541127 h 4294383"/>
              <a:gd name="connsiteX403" fmla="*/ 6028492 w 9029245"/>
              <a:gd name="connsiteY403" fmla="*/ 2547381 h 4294383"/>
              <a:gd name="connsiteX404" fmla="*/ 6031529 w 9029245"/>
              <a:gd name="connsiteY404" fmla="*/ 2553636 h 4294383"/>
              <a:gd name="connsiteX405" fmla="*/ 6034547 w 9029245"/>
              <a:gd name="connsiteY405" fmla="*/ 2559843 h 4294383"/>
              <a:gd name="connsiteX406" fmla="*/ 6037520 w 9029245"/>
              <a:gd name="connsiteY406" fmla="*/ 2566095 h 4294383"/>
              <a:gd name="connsiteX407" fmla="*/ 6046595 w 9029245"/>
              <a:gd name="connsiteY407" fmla="*/ 2584729 h 4294383"/>
              <a:gd name="connsiteX408" fmla="*/ 6049566 w 9029245"/>
              <a:gd name="connsiteY408" fmla="*/ 2590890 h 4294383"/>
              <a:gd name="connsiteX409" fmla="*/ 6052603 w 9029245"/>
              <a:gd name="connsiteY409" fmla="*/ 2597051 h 4294383"/>
              <a:gd name="connsiteX410" fmla="*/ 6055623 w 9029245"/>
              <a:gd name="connsiteY410" fmla="*/ 2603258 h 4294383"/>
              <a:gd name="connsiteX411" fmla="*/ 6058594 w 9029245"/>
              <a:gd name="connsiteY411" fmla="*/ 2609383 h 4294383"/>
              <a:gd name="connsiteX412" fmla="*/ 6061614 w 9029245"/>
              <a:gd name="connsiteY412" fmla="*/ 2615544 h 4294383"/>
              <a:gd name="connsiteX413" fmla="*/ 6064651 w 9029245"/>
              <a:gd name="connsiteY413" fmla="*/ 2621659 h 4294383"/>
              <a:gd name="connsiteX414" fmla="*/ 6067605 w 9029245"/>
              <a:gd name="connsiteY414" fmla="*/ 2627786 h 4294383"/>
              <a:gd name="connsiteX415" fmla="*/ 6073662 w 9029245"/>
              <a:gd name="connsiteY415" fmla="*/ 2640014 h 4294383"/>
              <a:gd name="connsiteX416" fmla="*/ 6076697 w 9029245"/>
              <a:gd name="connsiteY416" fmla="*/ 2646093 h 4294383"/>
              <a:gd name="connsiteX417" fmla="*/ 6079653 w 9029245"/>
              <a:gd name="connsiteY417" fmla="*/ 2652208 h 4294383"/>
              <a:gd name="connsiteX418" fmla="*/ 6082690 w 9029245"/>
              <a:gd name="connsiteY418" fmla="*/ 2658287 h 4294383"/>
              <a:gd name="connsiteX419" fmla="*/ 6085710 w 9029245"/>
              <a:gd name="connsiteY419" fmla="*/ 2664309 h 4294383"/>
              <a:gd name="connsiteX420" fmla="*/ 6088681 w 9029245"/>
              <a:gd name="connsiteY420" fmla="*/ 2670389 h 4294383"/>
              <a:gd name="connsiteX421" fmla="*/ 6097756 w 9029245"/>
              <a:gd name="connsiteY421" fmla="*/ 2688465 h 4294383"/>
              <a:gd name="connsiteX422" fmla="*/ 6100729 w 9029245"/>
              <a:gd name="connsiteY422" fmla="*/ 2694453 h 4294383"/>
              <a:gd name="connsiteX423" fmla="*/ 6103764 w 9029245"/>
              <a:gd name="connsiteY423" fmla="*/ 2700428 h 4294383"/>
              <a:gd name="connsiteX424" fmla="*/ 6106784 w 9029245"/>
              <a:gd name="connsiteY424" fmla="*/ 2706460 h 4294383"/>
              <a:gd name="connsiteX425" fmla="*/ 6109755 w 9029245"/>
              <a:gd name="connsiteY425" fmla="*/ 2712447 h 4294383"/>
              <a:gd name="connsiteX426" fmla="*/ 6118832 w 9029245"/>
              <a:gd name="connsiteY426" fmla="*/ 2730257 h 4294383"/>
              <a:gd name="connsiteX427" fmla="*/ 6121803 w 9029245"/>
              <a:gd name="connsiteY427" fmla="*/ 2736185 h 4294383"/>
              <a:gd name="connsiteX428" fmla="*/ 6124823 w 9029245"/>
              <a:gd name="connsiteY428" fmla="*/ 2742080 h 4294383"/>
              <a:gd name="connsiteX429" fmla="*/ 6127858 w 9029245"/>
              <a:gd name="connsiteY429" fmla="*/ 2748020 h 4294383"/>
              <a:gd name="connsiteX430" fmla="*/ 6130814 w 9029245"/>
              <a:gd name="connsiteY430" fmla="*/ 2753913 h 4294383"/>
              <a:gd name="connsiteX431" fmla="*/ 6133851 w 9029245"/>
              <a:gd name="connsiteY431" fmla="*/ 2759761 h 4294383"/>
              <a:gd name="connsiteX432" fmla="*/ 6136871 w 9029245"/>
              <a:gd name="connsiteY432" fmla="*/ 2765643 h 4294383"/>
              <a:gd name="connsiteX433" fmla="*/ 6139906 w 9029245"/>
              <a:gd name="connsiteY433" fmla="*/ 2771491 h 4294383"/>
              <a:gd name="connsiteX434" fmla="*/ 6142862 w 9029245"/>
              <a:gd name="connsiteY434" fmla="*/ 2777338 h 4294383"/>
              <a:gd name="connsiteX435" fmla="*/ 6145897 w 9029245"/>
              <a:gd name="connsiteY435" fmla="*/ 2783186 h 4294383"/>
              <a:gd name="connsiteX436" fmla="*/ 6148917 w 9029245"/>
              <a:gd name="connsiteY436" fmla="*/ 2788988 h 4294383"/>
              <a:gd name="connsiteX437" fmla="*/ 6151890 w 9029245"/>
              <a:gd name="connsiteY437" fmla="*/ 2794836 h 4294383"/>
              <a:gd name="connsiteX438" fmla="*/ 6154910 w 9029245"/>
              <a:gd name="connsiteY438" fmla="*/ 2800636 h 4294383"/>
              <a:gd name="connsiteX439" fmla="*/ 6157945 w 9029245"/>
              <a:gd name="connsiteY439" fmla="*/ 2806391 h 4294383"/>
              <a:gd name="connsiteX440" fmla="*/ 6160982 w 9029245"/>
              <a:gd name="connsiteY440" fmla="*/ 2812192 h 4294383"/>
              <a:gd name="connsiteX441" fmla="*/ 6163936 w 9029245"/>
              <a:gd name="connsiteY441" fmla="*/ 2817947 h 4294383"/>
              <a:gd name="connsiteX442" fmla="*/ 6166973 w 9029245"/>
              <a:gd name="connsiteY442" fmla="*/ 2823701 h 4294383"/>
              <a:gd name="connsiteX443" fmla="*/ 6169993 w 9029245"/>
              <a:gd name="connsiteY443" fmla="*/ 2829422 h 4294383"/>
              <a:gd name="connsiteX444" fmla="*/ 6172964 w 9029245"/>
              <a:gd name="connsiteY444" fmla="*/ 2835176 h 4294383"/>
              <a:gd name="connsiteX445" fmla="*/ 6179021 w 9029245"/>
              <a:gd name="connsiteY445" fmla="*/ 2846592 h 4294383"/>
              <a:gd name="connsiteX446" fmla="*/ 6181975 w 9029245"/>
              <a:gd name="connsiteY446" fmla="*/ 2852302 h 4294383"/>
              <a:gd name="connsiteX447" fmla="*/ 6191067 w 9029245"/>
              <a:gd name="connsiteY447" fmla="*/ 2869299 h 4294383"/>
              <a:gd name="connsiteX448" fmla="*/ 6194023 w 9029245"/>
              <a:gd name="connsiteY448" fmla="*/ 2874913 h 4294383"/>
              <a:gd name="connsiteX449" fmla="*/ 6200078 w 9029245"/>
              <a:gd name="connsiteY449" fmla="*/ 2886156 h 4294383"/>
              <a:gd name="connsiteX450" fmla="*/ 6203051 w 9029245"/>
              <a:gd name="connsiteY450" fmla="*/ 2891784 h 4294383"/>
              <a:gd name="connsiteX451" fmla="*/ 6206071 w 9029245"/>
              <a:gd name="connsiteY451" fmla="*/ 2897353 h 4294383"/>
              <a:gd name="connsiteX452" fmla="*/ 6209106 w 9029245"/>
              <a:gd name="connsiteY452" fmla="*/ 2902969 h 4294383"/>
              <a:gd name="connsiteX453" fmla="*/ 6212126 w 9029245"/>
              <a:gd name="connsiteY453" fmla="*/ 2908502 h 4294383"/>
              <a:gd name="connsiteX454" fmla="*/ 6215097 w 9029245"/>
              <a:gd name="connsiteY454" fmla="*/ 2914072 h 4294383"/>
              <a:gd name="connsiteX455" fmla="*/ 6221154 w 9029245"/>
              <a:gd name="connsiteY455" fmla="*/ 2925140 h 4294383"/>
              <a:gd name="connsiteX456" fmla="*/ 6224124 w 9029245"/>
              <a:gd name="connsiteY456" fmla="*/ 2930662 h 4294383"/>
              <a:gd name="connsiteX457" fmla="*/ 6227145 w 9029245"/>
              <a:gd name="connsiteY457" fmla="*/ 2936197 h 4294383"/>
              <a:gd name="connsiteX458" fmla="*/ 6233202 w 9029245"/>
              <a:gd name="connsiteY458" fmla="*/ 2947161 h 4294383"/>
              <a:gd name="connsiteX459" fmla="*/ 6236173 w 9029245"/>
              <a:gd name="connsiteY459" fmla="*/ 2952603 h 4294383"/>
              <a:gd name="connsiteX460" fmla="*/ 6239193 w 9029245"/>
              <a:gd name="connsiteY460" fmla="*/ 2958080 h 4294383"/>
              <a:gd name="connsiteX461" fmla="*/ 6242228 w 9029245"/>
              <a:gd name="connsiteY461" fmla="*/ 2963521 h 4294383"/>
              <a:gd name="connsiteX462" fmla="*/ 6245184 w 9029245"/>
              <a:gd name="connsiteY462" fmla="*/ 2968962 h 4294383"/>
              <a:gd name="connsiteX463" fmla="*/ 6254276 w 9029245"/>
              <a:gd name="connsiteY463" fmla="*/ 2985135 h 4294383"/>
              <a:gd name="connsiteX464" fmla="*/ 6257232 w 9029245"/>
              <a:gd name="connsiteY464" fmla="*/ 2990530 h 4294383"/>
              <a:gd name="connsiteX465" fmla="*/ 6260267 w 9029245"/>
              <a:gd name="connsiteY465" fmla="*/ 2995879 h 4294383"/>
              <a:gd name="connsiteX466" fmla="*/ 6263287 w 9029245"/>
              <a:gd name="connsiteY466" fmla="*/ 3001274 h 4294383"/>
              <a:gd name="connsiteX467" fmla="*/ 6266258 w 9029245"/>
              <a:gd name="connsiteY467" fmla="*/ 3006577 h 4294383"/>
              <a:gd name="connsiteX468" fmla="*/ 6269294 w 9029245"/>
              <a:gd name="connsiteY468" fmla="*/ 3011925 h 4294383"/>
              <a:gd name="connsiteX469" fmla="*/ 6275351 w 9029245"/>
              <a:gd name="connsiteY469" fmla="*/ 3022529 h 4294383"/>
              <a:gd name="connsiteX470" fmla="*/ 6278306 w 9029245"/>
              <a:gd name="connsiteY470" fmla="*/ 3027832 h 4294383"/>
              <a:gd name="connsiteX471" fmla="*/ 6284363 w 9029245"/>
              <a:gd name="connsiteY471" fmla="*/ 3038343 h 4294383"/>
              <a:gd name="connsiteX472" fmla="*/ 6287333 w 9029245"/>
              <a:gd name="connsiteY472" fmla="*/ 3043600 h 4294383"/>
              <a:gd name="connsiteX473" fmla="*/ 6290354 w 9029245"/>
              <a:gd name="connsiteY473" fmla="*/ 3048866 h 4294383"/>
              <a:gd name="connsiteX474" fmla="*/ 6296409 w 9029245"/>
              <a:gd name="connsiteY474" fmla="*/ 3059285 h 4294383"/>
              <a:gd name="connsiteX475" fmla="*/ 6299381 w 9029245"/>
              <a:gd name="connsiteY475" fmla="*/ 3064495 h 4294383"/>
              <a:gd name="connsiteX476" fmla="*/ 6305436 w 9029245"/>
              <a:gd name="connsiteY476" fmla="*/ 3074833 h 4294383"/>
              <a:gd name="connsiteX477" fmla="*/ 6308393 w 9029245"/>
              <a:gd name="connsiteY477" fmla="*/ 3079995 h 4294383"/>
              <a:gd name="connsiteX478" fmla="*/ 6314448 w 9029245"/>
              <a:gd name="connsiteY478" fmla="*/ 3090241 h 4294383"/>
              <a:gd name="connsiteX479" fmla="*/ 6317420 w 9029245"/>
              <a:gd name="connsiteY479" fmla="*/ 3095404 h 4294383"/>
              <a:gd name="connsiteX480" fmla="*/ 6326512 w 9029245"/>
              <a:gd name="connsiteY480" fmla="*/ 3110638 h 4294383"/>
              <a:gd name="connsiteX481" fmla="*/ 6329466 w 9029245"/>
              <a:gd name="connsiteY481" fmla="*/ 3115708 h 4294383"/>
              <a:gd name="connsiteX482" fmla="*/ 6332503 w 9029245"/>
              <a:gd name="connsiteY482" fmla="*/ 3120742 h 4294383"/>
              <a:gd name="connsiteX483" fmla="*/ 6335524 w 9029245"/>
              <a:gd name="connsiteY483" fmla="*/ 3125814 h 4294383"/>
              <a:gd name="connsiteX484" fmla="*/ 6338494 w 9029245"/>
              <a:gd name="connsiteY484" fmla="*/ 3130802 h 4294383"/>
              <a:gd name="connsiteX485" fmla="*/ 6344551 w 9029245"/>
              <a:gd name="connsiteY485" fmla="*/ 3140862 h 4294383"/>
              <a:gd name="connsiteX486" fmla="*/ 6347570 w 9029245"/>
              <a:gd name="connsiteY486" fmla="*/ 3145804 h 4294383"/>
              <a:gd name="connsiteX487" fmla="*/ 6350542 w 9029245"/>
              <a:gd name="connsiteY487" fmla="*/ 3150793 h 4294383"/>
              <a:gd name="connsiteX488" fmla="*/ 6353563 w 9029245"/>
              <a:gd name="connsiteY488" fmla="*/ 3155771 h 4294383"/>
              <a:gd name="connsiteX489" fmla="*/ 6356597 w 9029245"/>
              <a:gd name="connsiteY489" fmla="*/ 3160667 h 4294383"/>
              <a:gd name="connsiteX490" fmla="*/ 6359554 w 9029245"/>
              <a:gd name="connsiteY490" fmla="*/ 3165609 h 4294383"/>
              <a:gd name="connsiteX491" fmla="*/ 6362588 w 9029245"/>
              <a:gd name="connsiteY491" fmla="*/ 3170552 h 4294383"/>
              <a:gd name="connsiteX492" fmla="*/ 6368645 w 9029245"/>
              <a:gd name="connsiteY492" fmla="*/ 3180344 h 4294383"/>
              <a:gd name="connsiteX493" fmla="*/ 6371602 w 9029245"/>
              <a:gd name="connsiteY493" fmla="*/ 3185241 h 4294383"/>
              <a:gd name="connsiteX494" fmla="*/ 6377657 w 9029245"/>
              <a:gd name="connsiteY494" fmla="*/ 3194928 h 4294383"/>
              <a:gd name="connsiteX495" fmla="*/ 6380627 w 9029245"/>
              <a:gd name="connsiteY495" fmla="*/ 3199778 h 4294383"/>
              <a:gd name="connsiteX496" fmla="*/ 6389719 w 9029245"/>
              <a:gd name="connsiteY496" fmla="*/ 3214199 h 4294383"/>
              <a:gd name="connsiteX497" fmla="*/ 6392675 w 9029245"/>
              <a:gd name="connsiteY497" fmla="*/ 3218957 h 4294383"/>
              <a:gd name="connsiteX498" fmla="*/ 6395712 w 9029245"/>
              <a:gd name="connsiteY498" fmla="*/ 3223714 h 4294383"/>
              <a:gd name="connsiteX499" fmla="*/ 6398732 w 9029245"/>
              <a:gd name="connsiteY499" fmla="*/ 3228517 h 4294383"/>
              <a:gd name="connsiteX500" fmla="*/ 6401703 w 9029245"/>
              <a:gd name="connsiteY500" fmla="*/ 3233227 h 4294383"/>
              <a:gd name="connsiteX501" fmla="*/ 6404723 w 9029245"/>
              <a:gd name="connsiteY501" fmla="*/ 3237938 h 4294383"/>
              <a:gd name="connsiteX502" fmla="*/ 6407758 w 9029245"/>
              <a:gd name="connsiteY502" fmla="*/ 3242705 h 4294383"/>
              <a:gd name="connsiteX503" fmla="*/ 6410778 w 9029245"/>
              <a:gd name="connsiteY503" fmla="*/ 3247370 h 4294383"/>
              <a:gd name="connsiteX504" fmla="*/ 6413751 w 9029245"/>
              <a:gd name="connsiteY504" fmla="*/ 3252035 h 4294383"/>
              <a:gd name="connsiteX505" fmla="*/ 6416769 w 9029245"/>
              <a:gd name="connsiteY505" fmla="*/ 3256756 h 4294383"/>
              <a:gd name="connsiteX506" fmla="*/ 6419806 w 9029245"/>
              <a:gd name="connsiteY506" fmla="*/ 3261375 h 4294383"/>
              <a:gd name="connsiteX507" fmla="*/ 6422762 w 9029245"/>
              <a:gd name="connsiteY507" fmla="*/ 3266038 h 4294383"/>
              <a:gd name="connsiteX508" fmla="*/ 6431854 w 9029245"/>
              <a:gd name="connsiteY508" fmla="*/ 3279914 h 4294383"/>
              <a:gd name="connsiteX509" fmla="*/ 6434825 w 9029245"/>
              <a:gd name="connsiteY509" fmla="*/ 3284487 h 4294383"/>
              <a:gd name="connsiteX510" fmla="*/ 6440880 w 9029245"/>
              <a:gd name="connsiteY510" fmla="*/ 3293640 h 4294383"/>
              <a:gd name="connsiteX511" fmla="*/ 6443836 w 9029245"/>
              <a:gd name="connsiteY511" fmla="*/ 3298177 h 4294383"/>
              <a:gd name="connsiteX512" fmla="*/ 6449893 w 9029245"/>
              <a:gd name="connsiteY512" fmla="*/ 3307238 h 4294383"/>
              <a:gd name="connsiteX513" fmla="*/ 6452864 w 9029245"/>
              <a:gd name="connsiteY513" fmla="*/ 3311775 h 4294383"/>
              <a:gd name="connsiteX514" fmla="*/ 6458919 w 9029245"/>
              <a:gd name="connsiteY514" fmla="*/ 3320744 h 4294383"/>
              <a:gd name="connsiteX515" fmla="*/ 6461939 w 9029245"/>
              <a:gd name="connsiteY515" fmla="*/ 3325188 h 4294383"/>
              <a:gd name="connsiteX516" fmla="*/ 6464912 w 9029245"/>
              <a:gd name="connsiteY516" fmla="*/ 3329630 h 4294383"/>
              <a:gd name="connsiteX517" fmla="*/ 6470967 w 9029245"/>
              <a:gd name="connsiteY517" fmla="*/ 3338507 h 4294383"/>
              <a:gd name="connsiteX518" fmla="*/ 6473923 w 9029245"/>
              <a:gd name="connsiteY518" fmla="*/ 3342950 h 4294383"/>
              <a:gd name="connsiteX519" fmla="*/ 6479978 w 9029245"/>
              <a:gd name="connsiteY519" fmla="*/ 3351744 h 4294383"/>
              <a:gd name="connsiteX520" fmla="*/ 6483015 w 9029245"/>
              <a:gd name="connsiteY520" fmla="*/ 3356096 h 4294383"/>
              <a:gd name="connsiteX521" fmla="*/ 6485969 w 9029245"/>
              <a:gd name="connsiteY521" fmla="*/ 3360446 h 4294383"/>
              <a:gd name="connsiteX522" fmla="*/ 6492043 w 9029245"/>
              <a:gd name="connsiteY522" fmla="*/ 3369148 h 4294383"/>
              <a:gd name="connsiteX523" fmla="*/ 6494997 w 9029245"/>
              <a:gd name="connsiteY523" fmla="*/ 3373452 h 4294383"/>
              <a:gd name="connsiteX524" fmla="*/ 6501054 w 9029245"/>
              <a:gd name="connsiteY524" fmla="*/ 3382062 h 4294383"/>
              <a:gd name="connsiteX525" fmla="*/ 6504089 w 9029245"/>
              <a:gd name="connsiteY525" fmla="*/ 3386330 h 4294383"/>
              <a:gd name="connsiteX526" fmla="*/ 6507045 w 9029245"/>
              <a:gd name="connsiteY526" fmla="*/ 3390588 h 4294383"/>
              <a:gd name="connsiteX527" fmla="*/ 6510080 w 9029245"/>
              <a:gd name="connsiteY527" fmla="*/ 3394847 h 4294383"/>
              <a:gd name="connsiteX528" fmla="*/ 6513100 w 9029245"/>
              <a:gd name="connsiteY528" fmla="*/ 3399059 h 4294383"/>
              <a:gd name="connsiteX529" fmla="*/ 6516073 w 9029245"/>
              <a:gd name="connsiteY529" fmla="*/ 3403317 h 4294383"/>
              <a:gd name="connsiteX530" fmla="*/ 6519093 w 9029245"/>
              <a:gd name="connsiteY530" fmla="*/ 3407493 h 4294383"/>
              <a:gd name="connsiteX531" fmla="*/ 6525148 w 9029245"/>
              <a:gd name="connsiteY531" fmla="*/ 3415918 h 4294383"/>
              <a:gd name="connsiteX532" fmla="*/ 6528119 w 9029245"/>
              <a:gd name="connsiteY532" fmla="*/ 3420047 h 4294383"/>
              <a:gd name="connsiteX533" fmla="*/ 6534176 w 9029245"/>
              <a:gd name="connsiteY533" fmla="*/ 3428389 h 4294383"/>
              <a:gd name="connsiteX534" fmla="*/ 6537132 w 9029245"/>
              <a:gd name="connsiteY534" fmla="*/ 3432462 h 4294383"/>
              <a:gd name="connsiteX535" fmla="*/ 6543187 w 9029245"/>
              <a:gd name="connsiteY535" fmla="*/ 3440711 h 4294383"/>
              <a:gd name="connsiteX536" fmla="*/ 6546224 w 9029245"/>
              <a:gd name="connsiteY536" fmla="*/ 3444795 h 4294383"/>
              <a:gd name="connsiteX537" fmla="*/ 6549195 w 9029245"/>
              <a:gd name="connsiteY537" fmla="*/ 3448868 h 4294383"/>
              <a:gd name="connsiteX538" fmla="*/ 6552215 w 9029245"/>
              <a:gd name="connsiteY538" fmla="*/ 3452951 h 4294383"/>
              <a:gd name="connsiteX539" fmla="*/ 6555250 w 9029245"/>
              <a:gd name="connsiteY539" fmla="*/ 3456978 h 4294383"/>
              <a:gd name="connsiteX540" fmla="*/ 6558206 w 9029245"/>
              <a:gd name="connsiteY540" fmla="*/ 3461015 h 4294383"/>
              <a:gd name="connsiteX541" fmla="*/ 6561243 w 9029245"/>
              <a:gd name="connsiteY541" fmla="*/ 3465053 h 4294383"/>
              <a:gd name="connsiteX542" fmla="*/ 6564261 w 9029245"/>
              <a:gd name="connsiteY542" fmla="*/ 3469032 h 4294383"/>
              <a:gd name="connsiteX543" fmla="*/ 6567234 w 9029245"/>
              <a:gd name="connsiteY543" fmla="*/ 3473023 h 4294383"/>
              <a:gd name="connsiteX544" fmla="*/ 6570254 w 9029245"/>
              <a:gd name="connsiteY544" fmla="*/ 3477014 h 4294383"/>
              <a:gd name="connsiteX545" fmla="*/ 6576309 w 9029245"/>
              <a:gd name="connsiteY545" fmla="*/ 3484904 h 4294383"/>
              <a:gd name="connsiteX546" fmla="*/ 6579280 w 9029245"/>
              <a:gd name="connsiteY546" fmla="*/ 3488883 h 4294383"/>
              <a:gd name="connsiteX547" fmla="*/ 6585337 w 9029245"/>
              <a:gd name="connsiteY547" fmla="*/ 3496681 h 4294383"/>
              <a:gd name="connsiteX548" fmla="*/ 6588293 w 9029245"/>
              <a:gd name="connsiteY548" fmla="*/ 3500579 h 4294383"/>
              <a:gd name="connsiteX549" fmla="*/ 6591328 w 9029245"/>
              <a:gd name="connsiteY549" fmla="*/ 3504478 h 4294383"/>
              <a:gd name="connsiteX550" fmla="*/ 6594348 w 9029245"/>
              <a:gd name="connsiteY550" fmla="*/ 3508329 h 4294383"/>
              <a:gd name="connsiteX551" fmla="*/ 6597385 w 9029245"/>
              <a:gd name="connsiteY551" fmla="*/ 3512228 h 4294383"/>
              <a:gd name="connsiteX552" fmla="*/ 6600356 w 9029245"/>
              <a:gd name="connsiteY552" fmla="*/ 3516033 h 4294383"/>
              <a:gd name="connsiteX553" fmla="*/ 6603376 w 9029245"/>
              <a:gd name="connsiteY553" fmla="*/ 3519885 h 4294383"/>
              <a:gd name="connsiteX554" fmla="*/ 6606411 w 9029245"/>
              <a:gd name="connsiteY554" fmla="*/ 3523690 h 4294383"/>
              <a:gd name="connsiteX555" fmla="*/ 6609367 w 9029245"/>
              <a:gd name="connsiteY555" fmla="*/ 3527508 h 4294383"/>
              <a:gd name="connsiteX556" fmla="*/ 6612404 w 9029245"/>
              <a:gd name="connsiteY556" fmla="*/ 3531313 h 4294383"/>
              <a:gd name="connsiteX557" fmla="*/ 6618459 w 9029245"/>
              <a:gd name="connsiteY557" fmla="*/ 3538832 h 4294383"/>
              <a:gd name="connsiteX558" fmla="*/ 6621415 w 9029245"/>
              <a:gd name="connsiteY558" fmla="*/ 3542590 h 4294383"/>
              <a:gd name="connsiteX559" fmla="*/ 6624450 w 9029245"/>
              <a:gd name="connsiteY559" fmla="*/ 3546361 h 4294383"/>
              <a:gd name="connsiteX560" fmla="*/ 6627470 w 9029245"/>
              <a:gd name="connsiteY560" fmla="*/ 3550027 h 4294383"/>
              <a:gd name="connsiteX561" fmla="*/ 6630443 w 9029245"/>
              <a:gd name="connsiteY561" fmla="*/ 3553741 h 4294383"/>
              <a:gd name="connsiteX562" fmla="*/ 6633461 w 9029245"/>
              <a:gd name="connsiteY562" fmla="*/ 3557464 h 4294383"/>
              <a:gd name="connsiteX563" fmla="*/ 6639518 w 9029245"/>
              <a:gd name="connsiteY563" fmla="*/ 3564798 h 4294383"/>
              <a:gd name="connsiteX564" fmla="*/ 6642489 w 9029245"/>
              <a:gd name="connsiteY564" fmla="*/ 3568476 h 4294383"/>
              <a:gd name="connsiteX565" fmla="*/ 6648546 w 9029245"/>
              <a:gd name="connsiteY565" fmla="*/ 3575726 h 4294383"/>
              <a:gd name="connsiteX566" fmla="*/ 6651500 w 9029245"/>
              <a:gd name="connsiteY566" fmla="*/ 3579393 h 4294383"/>
              <a:gd name="connsiteX567" fmla="*/ 6660592 w 9029245"/>
              <a:gd name="connsiteY567" fmla="*/ 3590136 h 4294383"/>
              <a:gd name="connsiteX568" fmla="*/ 6663564 w 9029245"/>
              <a:gd name="connsiteY568" fmla="*/ 3593722 h 4294383"/>
              <a:gd name="connsiteX569" fmla="*/ 6666585 w 9029245"/>
              <a:gd name="connsiteY569" fmla="*/ 3597250 h 4294383"/>
              <a:gd name="connsiteX570" fmla="*/ 6669620 w 9029245"/>
              <a:gd name="connsiteY570" fmla="*/ 3600834 h 4294383"/>
              <a:gd name="connsiteX571" fmla="*/ 6672576 w 9029245"/>
              <a:gd name="connsiteY571" fmla="*/ 3604326 h 4294383"/>
              <a:gd name="connsiteX572" fmla="*/ 6675610 w 9029245"/>
              <a:gd name="connsiteY572" fmla="*/ 3607854 h 4294383"/>
              <a:gd name="connsiteX573" fmla="*/ 6681668 w 9029245"/>
              <a:gd name="connsiteY573" fmla="*/ 3614837 h 4294383"/>
              <a:gd name="connsiteX574" fmla="*/ 6684624 w 9029245"/>
              <a:gd name="connsiteY574" fmla="*/ 3618284 h 4294383"/>
              <a:gd name="connsiteX575" fmla="*/ 6687659 w 9029245"/>
              <a:gd name="connsiteY575" fmla="*/ 3621776 h 4294383"/>
              <a:gd name="connsiteX576" fmla="*/ 6690679 w 9029245"/>
              <a:gd name="connsiteY576" fmla="*/ 3625210 h 4294383"/>
              <a:gd name="connsiteX577" fmla="*/ 6693650 w 9029245"/>
              <a:gd name="connsiteY577" fmla="*/ 3628657 h 4294383"/>
              <a:gd name="connsiteX578" fmla="*/ 6696670 w 9029245"/>
              <a:gd name="connsiteY578" fmla="*/ 3632103 h 4294383"/>
              <a:gd name="connsiteX579" fmla="*/ 6699707 w 9029245"/>
              <a:gd name="connsiteY579" fmla="*/ 3635456 h 4294383"/>
              <a:gd name="connsiteX580" fmla="*/ 6702661 w 9029245"/>
              <a:gd name="connsiteY580" fmla="*/ 3638854 h 4294383"/>
              <a:gd name="connsiteX581" fmla="*/ 6705698 w 9029245"/>
              <a:gd name="connsiteY581" fmla="*/ 3642255 h 4294383"/>
              <a:gd name="connsiteX582" fmla="*/ 6708718 w 9029245"/>
              <a:gd name="connsiteY582" fmla="*/ 3645607 h 4294383"/>
              <a:gd name="connsiteX583" fmla="*/ 6711753 w 9029245"/>
              <a:gd name="connsiteY583" fmla="*/ 3649006 h 4294383"/>
              <a:gd name="connsiteX584" fmla="*/ 6714725 w 9029245"/>
              <a:gd name="connsiteY584" fmla="*/ 3652360 h 4294383"/>
              <a:gd name="connsiteX585" fmla="*/ 6720780 w 9029245"/>
              <a:gd name="connsiteY585" fmla="*/ 3658984 h 4294383"/>
              <a:gd name="connsiteX586" fmla="*/ 6723737 w 9029245"/>
              <a:gd name="connsiteY586" fmla="*/ 3662291 h 4294383"/>
              <a:gd name="connsiteX587" fmla="*/ 6726771 w 9029245"/>
              <a:gd name="connsiteY587" fmla="*/ 3665598 h 4294383"/>
              <a:gd name="connsiteX588" fmla="*/ 6729792 w 9029245"/>
              <a:gd name="connsiteY588" fmla="*/ 3668859 h 4294383"/>
              <a:gd name="connsiteX589" fmla="*/ 6732828 w 9029245"/>
              <a:gd name="connsiteY589" fmla="*/ 3672165 h 4294383"/>
              <a:gd name="connsiteX590" fmla="*/ 6735785 w 9029245"/>
              <a:gd name="connsiteY590" fmla="*/ 3675391 h 4294383"/>
              <a:gd name="connsiteX591" fmla="*/ 6738819 w 9029245"/>
              <a:gd name="connsiteY591" fmla="*/ 3678650 h 4294383"/>
              <a:gd name="connsiteX592" fmla="*/ 6741840 w 9029245"/>
              <a:gd name="connsiteY592" fmla="*/ 3681865 h 4294383"/>
              <a:gd name="connsiteX593" fmla="*/ 6744810 w 9029245"/>
              <a:gd name="connsiteY593" fmla="*/ 3685090 h 4294383"/>
              <a:gd name="connsiteX594" fmla="*/ 6750867 w 9029245"/>
              <a:gd name="connsiteY594" fmla="*/ 3691518 h 4294383"/>
              <a:gd name="connsiteX595" fmla="*/ 6753888 w 9029245"/>
              <a:gd name="connsiteY595" fmla="*/ 3694649 h 4294383"/>
              <a:gd name="connsiteX596" fmla="*/ 6756858 w 9029245"/>
              <a:gd name="connsiteY596" fmla="*/ 3697818 h 4294383"/>
              <a:gd name="connsiteX597" fmla="*/ 6759879 w 9029245"/>
              <a:gd name="connsiteY597" fmla="*/ 3700996 h 4294383"/>
              <a:gd name="connsiteX598" fmla="*/ 6762915 w 9029245"/>
              <a:gd name="connsiteY598" fmla="*/ 3704117 h 4294383"/>
              <a:gd name="connsiteX599" fmla="*/ 6765886 w 9029245"/>
              <a:gd name="connsiteY599" fmla="*/ 3707250 h 4294383"/>
              <a:gd name="connsiteX600" fmla="*/ 6771941 w 9029245"/>
              <a:gd name="connsiteY600" fmla="*/ 3713503 h 4294383"/>
              <a:gd name="connsiteX601" fmla="*/ 6774961 w 9029245"/>
              <a:gd name="connsiteY601" fmla="*/ 3716578 h 4294383"/>
              <a:gd name="connsiteX602" fmla="*/ 6777934 w 9029245"/>
              <a:gd name="connsiteY602" fmla="*/ 3719664 h 4294383"/>
              <a:gd name="connsiteX603" fmla="*/ 6780955 w 9029245"/>
              <a:gd name="connsiteY603" fmla="*/ 3722751 h 4294383"/>
              <a:gd name="connsiteX604" fmla="*/ 6783989 w 9029245"/>
              <a:gd name="connsiteY604" fmla="*/ 3725779 h 4294383"/>
              <a:gd name="connsiteX605" fmla="*/ 6786945 w 9029245"/>
              <a:gd name="connsiteY605" fmla="*/ 3728818 h 4294383"/>
              <a:gd name="connsiteX606" fmla="*/ 6793000 w 9029245"/>
              <a:gd name="connsiteY606" fmla="*/ 3734898 h 4294383"/>
              <a:gd name="connsiteX607" fmla="*/ 6796037 w 9029245"/>
              <a:gd name="connsiteY607" fmla="*/ 3737881 h 4294383"/>
              <a:gd name="connsiteX608" fmla="*/ 6798991 w 9029245"/>
              <a:gd name="connsiteY608" fmla="*/ 3740873 h 4294383"/>
              <a:gd name="connsiteX609" fmla="*/ 6805049 w 9029245"/>
              <a:gd name="connsiteY609" fmla="*/ 3746860 h 4294383"/>
              <a:gd name="connsiteX610" fmla="*/ 6808019 w 9029245"/>
              <a:gd name="connsiteY610" fmla="*/ 3749808 h 4294383"/>
              <a:gd name="connsiteX611" fmla="*/ 6814076 w 9029245"/>
              <a:gd name="connsiteY611" fmla="*/ 3755701 h 4294383"/>
              <a:gd name="connsiteX612" fmla="*/ 6817096 w 9029245"/>
              <a:gd name="connsiteY612" fmla="*/ 3758602 h 4294383"/>
              <a:gd name="connsiteX613" fmla="*/ 6820067 w 9029245"/>
              <a:gd name="connsiteY613" fmla="*/ 3761502 h 4294383"/>
              <a:gd name="connsiteX614" fmla="*/ 6826122 w 9029245"/>
              <a:gd name="connsiteY614" fmla="*/ 3767303 h 4294383"/>
              <a:gd name="connsiteX615" fmla="*/ 6829095 w 9029245"/>
              <a:gd name="connsiteY615" fmla="*/ 3770157 h 4294383"/>
              <a:gd name="connsiteX616" fmla="*/ 6832115 w 9029245"/>
              <a:gd name="connsiteY616" fmla="*/ 3773058 h 4294383"/>
              <a:gd name="connsiteX617" fmla="*/ 6835150 w 9029245"/>
              <a:gd name="connsiteY617" fmla="*/ 3775866 h 4294383"/>
              <a:gd name="connsiteX618" fmla="*/ 6838106 w 9029245"/>
              <a:gd name="connsiteY618" fmla="*/ 3778720 h 4294383"/>
              <a:gd name="connsiteX619" fmla="*/ 6847198 w 9029245"/>
              <a:gd name="connsiteY619" fmla="*/ 3787144 h 4294383"/>
              <a:gd name="connsiteX620" fmla="*/ 6850154 w 9029245"/>
              <a:gd name="connsiteY620" fmla="*/ 3789962 h 4294383"/>
              <a:gd name="connsiteX621" fmla="*/ 6856209 w 9029245"/>
              <a:gd name="connsiteY621" fmla="*/ 3795485 h 4294383"/>
              <a:gd name="connsiteX622" fmla="*/ 6859180 w 9029245"/>
              <a:gd name="connsiteY622" fmla="*/ 3798247 h 4294383"/>
              <a:gd name="connsiteX623" fmla="*/ 6862200 w 9029245"/>
              <a:gd name="connsiteY623" fmla="*/ 3800974 h 4294383"/>
              <a:gd name="connsiteX624" fmla="*/ 6865237 w 9029245"/>
              <a:gd name="connsiteY624" fmla="*/ 3803734 h 4294383"/>
              <a:gd name="connsiteX625" fmla="*/ 6868257 w 9029245"/>
              <a:gd name="connsiteY625" fmla="*/ 3806450 h 4294383"/>
              <a:gd name="connsiteX626" fmla="*/ 6871228 w 9029245"/>
              <a:gd name="connsiteY626" fmla="*/ 3809129 h 4294383"/>
              <a:gd name="connsiteX627" fmla="*/ 6874248 w 9029245"/>
              <a:gd name="connsiteY627" fmla="*/ 3811845 h 4294383"/>
              <a:gd name="connsiteX628" fmla="*/ 6877283 w 9029245"/>
              <a:gd name="connsiteY628" fmla="*/ 3814524 h 4294383"/>
              <a:gd name="connsiteX629" fmla="*/ 6880256 w 9029245"/>
              <a:gd name="connsiteY629" fmla="*/ 3817193 h 4294383"/>
              <a:gd name="connsiteX630" fmla="*/ 6886311 w 9029245"/>
              <a:gd name="connsiteY630" fmla="*/ 3822542 h 4294383"/>
              <a:gd name="connsiteX631" fmla="*/ 6889331 w 9029245"/>
              <a:gd name="connsiteY631" fmla="*/ 3825129 h 4294383"/>
              <a:gd name="connsiteX632" fmla="*/ 6892302 w 9029245"/>
              <a:gd name="connsiteY632" fmla="*/ 3827751 h 4294383"/>
              <a:gd name="connsiteX633" fmla="*/ 6898359 w 9029245"/>
              <a:gd name="connsiteY633" fmla="*/ 3833019 h 4294383"/>
              <a:gd name="connsiteX634" fmla="*/ 6901315 w 9029245"/>
              <a:gd name="connsiteY634" fmla="*/ 3835595 h 4294383"/>
              <a:gd name="connsiteX635" fmla="*/ 6907370 w 9029245"/>
              <a:gd name="connsiteY635" fmla="*/ 3840769 h 4294383"/>
              <a:gd name="connsiteX636" fmla="*/ 6910407 w 9029245"/>
              <a:gd name="connsiteY636" fmla="*/ 3843298 h 4294383"/>
              <a:gd name="connsiteX637" fmla="*/ 6913361 w 9029245"/>
              <a:gd name="connsiteY637" fmla="*/ 3845839 h 4294383"/>
              <a:gd name="connsiteX638" fmla="*/ 6919418 w 9029245"/>
              <a:gd name="connsiteY638" fmla="*/ 3850921 h 4294383"/>
              <a:gd name="connsiteX639" fmla="*/ 6922389 w 9029245"/>
              <a:gd name="connsiteY639" fmla="*/ 3853450 h 4294383"/>
              <a:gd name="connsiteX640" fmla="*/ 6931464 w 9029245"/>
              <a:gd name="connsiteY640" fmla="*/ 3860933 h 4294383"/>
              <a:gd name="connsiteX641" fmla="*/ 6934437 w 9029245"/>
              <a:gd name="connsiteY641" fmla="*/ 3863382 h 4294383"/>
              <a:gd name="connsiteX642" fmla="*/ 6940492 w 9029245"/>
              <a:gd name="connsiteY642" fmla="*/ 3868279 h 4294383"/>
              <a:gd name="connsiteX643" fmla="*/ 6943465 w 9029245"/>
              <a:gd name="connsiteY643" fmla="*/ 3870726 h 4294383"/>
              <a:gd name="connsiteX644" fmla="*/ 6946483 w 9029245"/>
              <a:gd name="connsiteY644" fmla="*/ 3873127 h 4294383"/>
              <a:gd name="connsiteX645" fmla="*/ 6949520 w 9029245"/>
              <a:gd name="connsiteY645" fmla="*/ 3875576 h 4294383"/>
              <a:gd name="connsiteX646" fmla="*/ 6952476 w 9029245"/>
              <a:gd name="connsiteY646" fmla="*/ 3877978 h 4294383"/>
              <a:gd name="connsiteX647" fmla="*/ 6955511 w 9029245"/>
              <a:gd name="connsiteY647" fmla="*/ 3880379 h 4294383"/>
              <a:gd name="connsiteX648" fmla="*/ 6958531 w 9029245"/>
              <a:gd name="connsiteY648" fmla="*/ 3882735 h 4294383"/>
              <a:gd name="connsiteX649" fmla="*/ 6961568 w 9029245"/>
              <a:gd name="connsiteY649" fmla="*/ 3885136 h 4294383"/>
              <a:gd name="connsiteX650" fmla="*/ 6964522 w 9029245"/>
              <a:gd name="connsiteY650" fmla="*/ 3887491 h 4294383"/>
              <a:gd name="connsiteX651" fmla="*/ 6967559 w 9029245"/>
              <a:gd name="connsiteY651" fmla="*/ 3889847 h 4294383"/>
              <a:gd name="connsiteX652" fmla="*/ 6970579 w 9029245"/>
              <a:gd name="connsiteY652" fmla="*/ 3892156 h 4294383"/>
              <a:gd name="connsiteX653" fmla="*/ 6973550 w 9029245"/>
              <a:gd name="connsiteY653" fmla="*/ 3894464 h 4294383"/>
              <a:gd name="connsiteX654" fmla="*/ 6976570 w 9029245"/>
              <a:gd name="connsiteY654" fmla="*/ 3896831 h 4294383"/>
              <a:gd name="connsiteX655" fmla="*/ 6979607 w 9029245"/>
              <a:gd name="connsiteY655" fmla="*/ 3899141 h 4294383"/>
              <a:gd name="connsiteX656" fmla="*/ 6982627 w 9029245"/>
              <a:gd name="connsiteY656" fmla="*/ 3901403 h 4294383"/>
              <a:gd name="connsiteX657" fmla="*/ 6985598 w 9029245"/>
              <a:gd name="connsiteY657" fmla="*/ 3903712 h 4294383"/>
              <a:gd name="connsiteX658" fmla="*/ 6991653 w 9029245"/>
              <a:gd name="connsiteY658" fmla="*/ 3908248 h 4294383"/>
              <a:gd name="connsiteX659" fmla="*/ 6994625 w 9029245"/>
              <a:gd name="connsiteY659" fmla="*/ 3910511 h 4294383"/>
              <a:gd name="connsiteX660" fmla="*/ 7000681 w 9029245"/>
              <a:gd name="connsiteY660" fmla="*/ 3914955 h 4294383"/>
              <a:gd name="connsiteX661" fmla="*/ 7003701 w 9029245"/>
              <a:gd name="connsiteY661" fmla="*/ 3917217 h 4294383"/>
              <a:gd name="connsiteX662" fmla="*/ 7006671 w 9029245"/>
              <a:gd name="connsiteY662" fmla="*/ 3919398 h 4294383"/>
              <a:gd name="connsiteX663" fmla="*/ 7009692 w 9029245"/>
              <a:gd name="connsiteY663" fmla="*/ 3921614 h 4294383"/>
              <a:gd name="connsiteX664" fmla="*/ 7012729 w 9029245"/>
              <a:gd name="connsiteY664" fmla="*/ 3923795 h 4294383"/>
              <a:gd name="connsiteX665" fmla="*/ 7015683 w 9029245"/>
              <a:gd name="connsiteY665" fmla="*/ 3925964 h 4294383"/>
              <a:gd name="connsiteX666" fmla="*/ 7021740 w 9029245"/>
              <a:gd name="connsiteY666" fmla="*/ 3930316 h 4294383"/>
              <a:gd name="connsiteX667" fmla="*/ 7024775 w 9029245"/>
              <a:gd name="connsiteY667" fmla="*/ 3932450 h 4294383"/>
              <a:gd name="connsiteX668" fmla="*/ 7027731 w 9029245"/>
              <a:gd name="connsiteY668" fmla="*/ 3934620 h 4294383"/>
              <a:gd name="connsiteX669" fmla="*/ 7030768 w 9029245"/>
              <a:gd name="connsiteY669" fmla="*/ 3936754 h 4294383"/>
              <a:gd name="connsiteX670" fmla="*/ 7033788 w 9029245"/>
              <a:gd name="connsiteY670" fmla="*/ 3938843 h 4294383"/>
              <a:gd name="connsiteX671" fmla="*/ 7036759 w 9029245"/>
              <a:gd name="connsiteY671" fmla="*/ 3940967 h 4294383"/>
              <a:gd name="connsiteX672" fmla="*/ 7039779 w 9029245"/>
              <a:gd name="connsiteY672" fmla="*/ 3943101 h 4294383"/>
              <a:gd name="connsiteX673" fmla="*/ 7042814 w 9029245"/>
              <a:gd name="connsiteY673" fmla="*/ 3945189 h 4294383"/>
              <a:gd name="connsiteX674" fmla="*/ 7045834 w 9029245"/>
              <a:gd name="connsiteY674" fmla="*/ 3947219 h 4294383"/>
              <a:gd name="connsiteX675" fmla="*/ 7048807 w 9029245"/>
              <a:gd name="connsiteY675" fmla="*/ 3949308 h 4294383"/>
              <a:gd name="connsiteX676" fmla="*/ 7051841 w 9029245"/>
              <a:gd name="connsiteY676" fmla="*/ 3951397 h 4294383"/>
              <a:gd name="connsiteX677" fmla="*/ 7054862 w 9029245"/>
              <a:gd name="connsiteY677" fmla="*/ 3953428 h 4294383"/>
              <a:gd name="connsiteX678" fmla="*/ 7057832 w 9029245"/>
              <a:gd name="connsiteY678" fmla="*/ 3955470 h 4294383"/>
              <a:gd name="connsiteX679" fmla="*/ 7060853 w 9029245"/>
              <a:gd name="connsiteY679" fmla="*/ 3957511 h 4294383"/>
              <a:gd name="connsiteX680" fmla="*/ 7063889 w 9029245"/>
              <a:gd name="connsiteY680" fmla="*/ 3959507 h 4294383"/>
              <a:gd name="connsiteX681" fmla="*/ 7066910 w 9029245"/>
              <a:gd name="connsiteY681" fmla="*/ 3961549 h 4294383"/>
              <a:gd name="connsiteX682" fmla="*/ 7069880 w 9029245"/>
              <a:gd name="connsiteY682" fmla="*/ 3963544 h 4294383"/>
              <a:gd name="connsiteX683" fmla="*/ 7075937 w 9029245"/>
              <a:gd name="connsiteY683" fmla="*/ 3967525 h 4294383"/>
              <a:gd name="connsiteX684" fmla="*/ 7078892 w 9029245"/>
              <a:gd name="connsiteY684" fmla="*/ 3969473 h 4294383"/>
              <a:gd name="connsiteX685" fmla="*/ 7081929 w 9029245"/>
              <a:gd name="connsiteY685" fmla="*/ 3971422 h 4294383"/>
              <a:gd name="connsiteX686" fmla="*/ 7084949 w 9029245"/>
              <a:gd name="connsiteY686" fmla="*/ 3973418 h 4294383"/>
              <a:gd name="connsiteX687" fmla="*/ 7087919 w 9029245"/>
              <a:gd name="connsiteY687" fmla="*/ 3975321 h 4294383"/>
              <a:gd name="connsiteX688" fmla="*/ 7093975 w 9029245"/>
              <a:gd name="connsiteY688" fmla="*/ 3979219 h 4294383"/>
              <a:gd name="connsiteX689" fmla="*/ 7096995 w 9029245"/>
              <a:gd name="connsiteY689" fmla="*/ 3981121 h 4294383"/>
              <a:gd name="connsiteX690" fmla="*/ 7099967 w 9029245"/>
              <a:gd name="connsiteY690" fmla="*/ 3983026 h 4294383"/>
              <a:gd name="connsiteX691" fmla="*/ 7103002 w 9029245"/>
              <a:gd name="connsiteY691" fmla="*/ 3984928 h 4294383"/>
              <a:gd name="connsiteX692" fmla="*/ 7106023 w 9029245"/>
              <a:gd name="connsiteY692" fmla="*/ 3986783 h 4294383"/>
              <a:gd name="connsiteX693" fmla="*/ 7108993 w 9029245"/>
              <a:gd name="connsiteY693" fmla="*/ 3988698 h 4294383"/>
              <a:gd name="connsiteX694" fmla="*/ 7118071 w 9029245"/>
              <a:gd name="connsiteY694" fmla="*/ 3994267 h 4294383"/>
              <a:gd name="connsiteX695" fmla="*/ 7121041 w 9029245"/>
              <a:gd name="connsiteY695" fmla="*/ 3996123 h 4294383"/>
              <a:gd name="connsiteX696" fmla="*/ 7127098 w 9029245"/>
              <a:gd name="connsiteY696" fmla="*/ 3999755 h 4294383"/>
              <a:gd name="connsiteX697" fmla="*/ 7130053 w 9029245"/>
              <a:gd name="connsiteY697" fmla="*/ 4001564 h 4294383"/>
              <a:gd name="connsiteX698" fmla="*/ 7136110 w 9029245"/>
              <a:gd name="connsiteY698" fmla="*/ 4005186 h 4294383"/>
              <a:gd name="connsiteX699" fmla="*/ 7139144 w 9029245"/>
              <a:gd name="connsiteY699" fmla="*/ 4006960 h 4294383"/>
              <a:gd name="connsiteX700" fmla="*/ 7142101 w 9029245"/>
              <a:gd name="connsiteY700" fmla="*/ 4008724 h 4294383"/>
              <a:gd name="connsiteX701" fmla="*/ 7148156 w 9029245"/>
              <a:gd name="connsiteY701" fmla="*/ 4012263 h 4294383"/>
              <a:gd name="connsiteX702" fmla="*/ 7151128 w 9029245"/>
              <a:gd name="connsiteY702" fmla="*/ 4014026 h 4294383"/>
              <a:gd name="connsiteX703" fmla="*/ 7160204 w 9029245"/>
              <a:gd name="connsiteY703" fmla="*/ 4019189 h 4294383"/>
              <a:gd name="connsiteX704" fmla="*/ 7163174 w 9029245"/>
              <a:gd name="connsiteY704" fmla="*/ 4020918 h 4294383"/>
              <a:gd name="connsiteX705" fmla="*/ 7166211 w 9029245"/>
              <a:gd name="connsiteY705" fmla="*/ 4022636 h 4294383"/>
              <a:gd name="connsiteX706" fmla="*/ 7169231 w 9029245"/>
              <a:gd name="connsiteY706" fmla="*/ 4024317 h 4294383"/>
              <a:gd name="connsiteX707" fmla="*/ 7172202 w 9029245"/>
              <a:gd name="connsiteY707" fmla="*/ 4025988 h 4294383"/>
              <a:gd name="connsiteX708" fmla="*/ 7175222 w 9029245"/>
              <a:gd name="connsiteY708" fmla="*/ 4027717 h 4294383"/>
              <a:gd name="connsiteX709" fmla="*/ 7178259 w 9029245"/>
              <a:gd name="connsiteY709" fmla="*/ 4029341 h 4294383"/>
              <a:gd name="connsiteX710" fmla="*/ 7181279 w 9029245"/>
              <a:gd name="connsiteY710" fmla="*/ 4031023 h 4294383"/>
              <a:gd name="connsiteX711" fmla="*/ 7184250 w 9029245"/>
              <a:gd name="connsiteY711" fmla="*/ 4032694 h 4294383"/>
              <a:gd name="connsiteX712" fmla="*/ 7190305 w 9029245"/>
              <a:gd name="connsiteY712" fmla="*/ 4035966 h 4294383"/>
              <a:gd name="connsiteX713" fmla="*/ 7193261 w 9029245"/>
              <a:gd name="connsiteY713" fmla="*/ 4037590 h 4294383"/>
              <a:gd name="connsiteX714" fmla="*/ 7196298 w 9029245"/>
              <a:gd name="connsiteY714" fmla="*/ 4039226 h 4294383"/>
              <a:gd name="connsiteX715" fmla="*/ 7199319 w 9029245"/>
              <a:gd name="connsiteY715" fmla="*/ 4040815 h 4294383"/>
              <a:gd name="connsiteX716" fmla="*/ 7202353 w 9029245"/>
              <a:gd name="connsiteY716" fmla="*/ 4042441 h 4294383"/>
              <a:gd name="connsiteX717" fmla="*/ 7205309 w 9029245"/>
              <a:gd name="connsiteY717" fmla="*/ 4044030 h 4294383"/>
              <a:gd name="connsiteX718" fmla="*/ 7211365 w 9029245"/>
              <a:gd name="connsiteY718" fmla="*/ 4047197 h 4294383"/>
              <a:gd name="connsiteX719" fmla="*/ 7214337 w 9029245"/>
              <a:gd name="connsiteY719" fmla="*/ 4048739 h 4294383"/>
              <a:gd name="connsiteX720" fmla="*/ 7217372 w 9029245"/>
              <a:gd name="connsiteY720" fmla="*/ 4050329 h 4294383"/>
              <a:gd name="connsiteX721" fmla="*/ 7220392 w 9029245"/>
              <a:gd name="connsiteY721" fmla="*/ 4051873 h 4294383"/>
              <a:gd name="connsiteX722" fmla="*/ 7223363 w 9029245"/>
              <a:gd name="connsiteY722" fmla="*/ 4053416 h 4294383"/>
              <a:gd name="connsiteX723" fmla="*/ 7229420 w 9029245"/>
              <a:gd name="connsiteY723" fmla="*/ 4056490 h 4294383"/>
              <a:gd name="connsiteX724" fmla="*/ 7232438 w 9029245"/>
              <a:gd name="connsiteY724" fmla="*/ 4057987 h 4294383"/>
              <a:gd name="connsiteX725" fmla="*/ 7235411 w 9029245"/>
              <a:gd name="connsiteY725" fmla="*/ 4059529 h 4294383"/>
              <a:gd name="connsiteX726" fmla="*/ 7241468 w 9029245"/>
              <a:gd name="connsiteY726" fmla="*/ 4062523 h 4294383"/>
              <a:gd name="connsiteX727" fmla="*/ 7244422 w 9029245"/>
              <a:gd name="connsiteY727" fmla="*/ 4064021 h 4294383"/>
              <a:gd name="connsiteX728" fmla="*/ 7247459 w 9029245"/>
              <a:gd name="connsiteY728" fmla="*/ 4065471 h 4294383"/>
              <a:gd name="connsiteX729" fmla="*/ 7250477 w 9029245"/>
              <a:gd name="connsiteY729" fmla="*/ 4066967 h 4294383"/>
              <a:gd name="connsiteX730" fmla="*/ 7253514 w 9029245"/>
              <a:gd name="connsiteY730" fmla="*/ 4068417 h 4294383"/>
              <a:gd name="connsiteX731" fmla="*/ 7256470 w 9029245"/>
              <a:gd name="connsiteY731" fmla="*/ 4069868 h 4294383"/>
              <a:gd name="connsiteX732" fmla="*/ 7262525 w 9029245"/>
              <a:gd name="connsiteY732" fmla="*/ 4072768 h 4294383"/>
              <a:gd name="connsiteX733" fmla="*/ 7265496 w 9029245"/>
              <a:gd name="connsiteY733" fmla="*/ 4074218 h 4294383"/>
              <a:gd name="connsiteX734" fmla="*/ 7271553 w 9029245"/>
              <a:gd name="connsiteY734" fmla="*/ 4077027 h 4294383"/>
              <a:gd name="connsiteX735" fmla="*/ 7274590 w 9029245"/>
              <a:gd name="connsiteY735" fmla="*/ 4078477 h 4294383"/>
              <a:gd name="connsiteX736" fmla="*/ 7277544 w 9029245"/>
              <a:gd name="connsiteY736" fmla="*/ 4079835 h 4294383"/>
              <a:gd name="connsiteX737" fmla="*/ 7283601 w 9029245"/>
              <a:gd name="connsiteY737" fmla="*/ 4082643 h 4294383"/>
              <a:gd name="connsiteX738" fmla="*/ 7286572 w 9029245"/>
              <a:gd name="connsiteY738" fmla="*/ 4083999 h 4294383"/>
              <a:gd name="connsiteX739" fmla="*/ 7289592 w 9029245"/>
              <a:gd name="connsiteY739" fmla="*/ 4085403 h 4294383"/>
              <a:gd name="connsiteX740" fmla="*/ 7295647 w 9029245"/>
              <a:gd name="connsiteY740" fmla="*/ 4088130 h 4294383"/>
              <a:gd name="connsiteX741" fmla="*/ 7298620 w 9029245"/>
              <a:gd name="connsiteY741" fmla="*/ 4089440 h 4294383"/>
              <a:gd name="connsiteX742" fmla="*/ 7304675 w 9029245"/>
              <a:gd name="connsiteY742" fmla="*/ 4092167 h 4294383"/>
              <a:gd name="connsiteX743" fmla="*/ 7307631 w 9029245"/>
              <a:gd name="connsiteY743" fmla="*/ 4093479 h 4294383"/>
              <a:gd name="connsiteX744" fmla="*/ 7316723 w 9029245"/>
              <a:gd name="connsiteY744" fmla="*/ 4097424 h 4294383"/>
              <a:gd name="connsiteX745" fmla="*/ 7319694 w 9029245"/>
              <a:gd name="connsiteY745" fmla="*/ 4098734 h 4294383"/>
              <a:gd name="connsiteX746" fmla="*/ 7325734 w 9029245"/>
              <a:gd name="connsiteY746" fmla="*/ 4101275 h 4294383"/>
              <a:gd name="connsiteX747" fmla="*/ 7328705 w 9029245"/>
              <a:gd name="connsiteY747" fmla="*/ 4102586 h 4294383"/>
              <a:gd name="connsiteX748" fmla="*/ 7331742 w 9029245"/>
              <a:gd name="connsiteY748" fmla="*/ 4103804 h 4294383"/>
              <a:gd name="connsiteX749" fmla="*/ 7334762 w 9029245"/>
              <a:gd name="connsiteY749" fmla="*/ 4105081 h 4294383"/>
              <a:gd name="connsiteX750" fmla="*/ 7337733 w 9029245"/>
              <a:gd name="connsiteY750" fmla="*/ 4106345 h 4294383"/>
              <a:gd name="connsiteX751" fmla="*/ 7340753 w 9029245"/>
              <a:gd name="connsiteY751" fmla="*/ 4107622 h 4294383"/>
              <a:gd name="connsiteX752" fmla="*/ 7346810 w 9029245"/>
              <a:gd name="connsiteY752" fmla="*/ 4110059 h 4294383"/>
              <a:gd name="connsiteX753" fmla="*/ 7349781 w 9029245"/>
              <a:gd name="connsiteY753" fmla="*/ 4111288 h 4294383"/>
              <a:gd name="connsiteX754" fmla="*/ 7355838 w 9029245"/>
              <a:gd name="connsiteY754" fmla="*/ 4113736 h 4294383"/>
              <a:gd name="connsiteX755" fmla="*/ 7358792 w 9029245"/>
              <a:gd name="connsiteY755" fmla="*/ 4114955 h 4294383"/>
              <a:gd name="connsiteX756" fmla="*/ 7361829 w 9029245"/>
              <a:gd name="connsiteY756" fmla="*/ 4116138 h 4294383"/>
              <a:gd name="connsiteX757" fmla="*/ 7364849 w 9029245"/>
              <a:gd name="connsiteY757" fmla="*/ 4117356 h 4294383"/>
              <a:gd name="connsiteX758" fmla="*/ 7367884 w 9029245"/>
              <a:gd name="connsiteY758" fmla="*/ 4118539 h 4294383"/>
              <a:gd name="connsiteX759" fmla="*/ 7370838 w 9029245"/>
              <a:gd name="connsiteY759" fmla="*/ 4119712 h 4294383"/>
              <a:gd name="connsiteX760" fmla="*/ 7373877 w 9029245"/>
              <a:gd name="connsiteY760" fmla="*/ 4120895 h 4294383"/>
              <a:gd name="connsiteX761" fmla="*/ 7376895 w 9029245"/>
              <a:gd name="connsiteY761" fmla="*/ 4122032 h 4294383"/>
              <a:gd name="connsiteX762" fmla="*/ 7379868 w 9029245"/>
              <a:gd name="connsiteY762" fmla="*/ 4123204 h 4294383"/>
              <a:gd name="connsiteX763" fmla="*/ 7382903 w 9029245"/>
              <a:gd name="connsiteY763" fmla="*/ 4124387 h 4294383"/>
              <a:gd name="connsiteX764" fmla="*/ 7388960 w 9029245"/>
              <a:gd name="connsiteY764" fmla="*/ 4126649 h 4294383"/>
              <a:gd name="connsiteX765" fmla="*/ 7391914 w 9029245"/>
              <a:gd name="connsiteY765" fmla="*/ 4127786 h 4294383"/>
              <a:gd name="connsiteX766" fmla="*/ 7397969 w 9029245"/>
              <a:gd name="connsiteY766" fmla="*/ 4130049 h 4294383"/>
              <a:gd name="connsiteX767" fmla="*/ 7400942 w 9029245"/>
              <a:gd name="connsiteY767" fmla="*/ 4131140 h 4294383"/>
              <a:gd name="connsiteX768" fmla="*/ 7403962 w 9029245"/>
              <a:gd name="connsiteY768" fmla="*/ 4132277 h 4294383"/>
              <a:gd name="connsiteX769" fmla="*/ 7410017 w 9029245"/>
              <a:gd name="connsiteY769" fmla="*/ 4134447 h 4294383"/>
              <a:gd name="connsiteX770" fmla="*/ 7412990 w 9029245"/>
              <a:gd name="connsiteY770" fmla="*/ 4135536 h 4294383"/>
              <a:gd name="connsiteX771" fmla="*/ 7419045 w 9029245"/>
              <a:gd name="connsiteY771" fmla="*/ 4137706 h 4294383"/>
              <a:gd name="connsiteX772" fmla="*/ 7422001 w 9029245"/>
              <a:gd name="connsiteY772" fmla="*/ 4138751 h 4294383"/>
              <a:gd name="connsiteX773" fmla="*/ 7425036 w 9029245"/>
              <a:gd name="connsiteY773" fmla="*/ 4139842 h 4294383"/>
              <a:gd name="connsiteX774" fmla="*/ 7431093 w 9029245"/>
              <a:gd name="connsiteY774" fmla="*/ 4141930 h 4294383"/>
              <a:gd name="connsiteX775" fmla="*/ 7434063 w 9029245"/>
              <a:gd name="connsiteY775" fmla="*/ 4142962 h 4294383"/>
              <a:gd name="connsiteX776" fmla="*/ 7440121 w 9029245"/>
              <a:gd name="connsiteY776" fmla="*/ 4145051 h 4294383"/>
              <a:gd name="connsiteX777" fmla="*/ 7443075 w 9029245"/>
              <a:gd name="connsiteY777" fmla="*/ 4146095 h 4294383"/>
              <a:gd name="connsiteX778" fmla="*/ 7446111 w 9029245"/>
              <a:gd name="connsiteY778" fmla="*/ 4147092 h 4294383"/>
              <a:gd name="connsiteX779" fmla="*/ 7449132 w 9029245"/>
              <a:gd name="connsiteY779" fmla="*/ 4148137 h 4294383"/>
              <a:gd name="connsiteX780" fmla="*/ 7452167 w 9029245"/>
              <a:gd name="connsiteY780" fmla="*/ 4149134 h 4294383"/>
              <a:gd name="connsiteX781" fmla="*/ 7455123 w 9029245"/>
              <a:gd name="connsiteY781" fmla="*/ 4150132 h 4294383"/>
              <a:gd name="connsiteX782" fmla="*/ 7461178 w 9029245"/>
              <a:gd name="connsiteY782" fmla="*/ 4152116 h 4294383"/>
              <a:gd name="connsiteX783" fmla="*/ 7464151 w 9029245"/>
              <a:gd name="connsiteY783" fmla="*/ 4153115 h 4294383"/>
              <a:gd name="connsiteX784" fmla="*/ 7467171 w 9029245"/>
              <a:gd name="connsiteY784" fmla="*/ 4154066 h 4294383"/>
              <a:gd name="connsiteX785" fmla="*/ 7470206 w 9029245"/>
              <a:gd name="connsiteY785" fmla="*/ 4155064 h 4294383"/>
              <a:gd name="connsiteX786" fmla="*/ 7473162 w 9029245"/>
              <a:gd name="connsiteY786" fmla="*/ 4156015 h 4294383"/>
              <a:gd name="connsiteX787" fmla="*/ 7482254 w 9029245"/>
              <a:gd name="connsiteY787" fmla="*/ 4158881 h 4294383"/>
              <a:gd name="connsiteX788" fmla="*/ 7485224 w 9029245"/>
              <a:gd name="connsiteY788" fmla="*/ 4159832 h 4294383"/>
              <a:gd name="connsiteX789" fmla="*/ 7491265 w 9029245"/>
              <a:gd name="connsiteY789" fmla="*/ 4161735 h 4294383"/>
              <a:gd name="connsiteX790" fmla="*/ 7494236 w 9029245"/>
              <a:gd name="connsiteY790" fmla="*/ 4162639 h 4294383"/>
              <a:gd name="connsiteX791" fmla="*/ 7497272 w 9029245"/>
              <a:gd name="connsiteY791" fmla="*/ 4163544 h 4294383"/>
              <a:gd name="connsiteX792" fmla="*/ 7500293 w 9029245"/>
              <a:gd name="connsiteY792" fmla="*/ 4164496 h 4294383"/>
              <a:gd name="connsiteX793" fmla="*/ 7503329 w 9029245"/>
              <a:gd name="connsiteY793" fmla="*/ 4165401 h 4294383"/>
              <a:gd name="connsiteX794" fmla="*/ 7506284 w 9029245"/>
              <a:gd name="connsiteY794" fmla="*/ 4166306 h 4294383"/>
              <a:gd name="connsiteX795" fmla="*/ 7509321 w 9029245"/>
              <a:gd name="connsiteY795" fmla="*/ 4167212 h 4294383"/>
              <a:gd name="connsiteX796" fmla="*/ 7512341 w 9029245"/>
              <a:gd name="connsiteY796" fmla="*/ 4168070 h 4294383"/>
              <a:gd name="connsiteX797" fmla="*/ 7515311 w 9029245"/>
              <a:gd name="connsiteY797" fmla="*/ 4168985 h 4294383"/>
              <a:gd name="connsiteX798" fmla="*/ 7518332 w 9029245"/>
              <a:gd name="connsiteY798" fmla="*/ 4169891 h 4294383"/>
              <a:gd name="connsiteX799" fmla="*/ 7524387 w 9029245"/>
              <a:gd name="connsiteY799" fmla="*/ 4171608 h 4294383"/>
              <a:gd name="connsiteX800" fmla="*/ 7527359 w 9029245"/>
              <a:gd name="connsiteY800" fmla="*/ 4172467 h 4294383"/>
              <a:gd name="connsiteX801" fmla="*/ 7533415 w 9029245"/>
              <a:gd name="connsiteY801" fmla="*/ 4174195 h 4294383"/>
              <a:gd name="connsiteX802" fmla="*/ 7536369 w 9029245"/>
              <a:gd name="connsiteY802" fmla="*/ 4175054 h 4294383"/>
              <a:gd name="connsiteX803" fmla="*/ 7539405 w 9029245"/>
              <a:gd name="connsiteY803" fmla="*/ 4175912 h 4294383"/>
              <a:gd name="connsiteX804" fmla="*/ 7542426 w 9029245"/>
              <a:gd name="connsiteY804" fmla="*/ 4176736 h 4294383"/>
              <a:gd name="connsiteX805" fmla="*/ 7545463 w 9029245"/>
              <a:gd name="connsiteY805" fmla="*/ 4177595 h 4294383"/>
              <a:gd name="connsiteX806" fmla="*/ 7548433 w 9029245"/>
              <a:gd name="connsiteY806" fmla="*/ 4178407 h 4294383"/>
              <a:gd name="connsiteX807" fmla="*/ 7554488 w 9029245"/>
              <a:gd name="connsiteY807" fmla="*/ 4180042 h 4294383"/>
              <a:gd name="connsiteX808" fmla="*/ 7557445 w 9029245"/>
              <a:gd name="connsiteY808" fmla="*/ 4180856 h 4294383"/>
              <a:gd name="connsiteX809" fmla="*/ 7566536 w 9029245"/>
              <a:gd name="connsiteY809" fmla="*/ 4183303 h 4294383"/>
              <a:gd name="connsiteX810" fmla="*/ 7569493 w 9029245"/>
              <a:gd name="connsiteY810" fmla="*/ 4184069 h 4294383"/>
              <a:gd name="connsiteX811" fmla="*/ 7572527 w 9029245"/>
              <a:gd name="connsiteY811" fmla="*/ 4184893 h 4294383"/>
              <a:gd name="connsiteX812" fmla="*/ 7575548 w 9029245"/>
              <a:gd name="connsiteY812" fmla="*/ 4185659 h 4294383"/>
              <a:gd name="connsiteX813" fmla="*/ 7578520 w 9029245"/>
              <a:gd name="connsiteY813" fmla="*/ 4186425 h 4294383"/>
              <a:gd name="connsiteX814" fmla="*/ 7584575 w 9029245"/>
              <a:gd name="connsiteY814" fmla="*/ 4187968 h 4294383"/>
              <a:gd name="connsiteX815" fmla="*/ 7587532 w 9029245"/>
              <a:gd name="connsiteY815" fmla="*/ 4188744 h 4294383"/>
              <a:gd name="connsiteX816" fmla="*/ 7593587 w 9029245"/>
              <a:gd name="connsiteY816" fmla="*/ 4190288 h 4294383"/>
              <a:gd name="connsiteX817" fmla="*/ 7596623 w 9029245"/>
              <a:gd name="connsiteY817" fmla="*/ 4191008 h 4294383"/>
              <a:gd name="connsiteX818" fmla="*/ 7599594 w 9029245"/>
              <a:gd name="connsiteY818" fmla="*/ 4191774 h 4294383"/>
              <a:gd name="connsiteX819" fmla="*/ 7602614 w 9029245"/>
              <a:gd name="connsiteY819" fmla="*/ 4192504 h 4294383"/>
              <a:gd name="connsiteX820" fmla="*/ 7605651 w 9029245"/>
              <a:gd name="connsiteY820" fmla="*/ 4193270 h 4294383"/>
              <a:gd name="connsiteX821" fmla="*/ 7608605 w 9029245"/>
              <a:gd name="connsiteY821" fmla="*/ 4194001 h 4294383"/>
              <a:gd name="connsiteX822" fmla="*/ 7617697 w 9029245"/>
              <a:gd name="connsiteY822" fmla="*/ 4196170 h 4294383"/>
              <a:gd name="connsiteX823" fmla="*/ 7620653 w 9029245"/>
              <a:gd name="connsiteY823" fmla="*/ 4196855 h 4294383"/>
              <a:gd name="connsiteX824" fmla="*/ 7626708 w 9029245"/>
              <a:gd name="connsiteY824" fmla="*/ 4198305 h 4294383"/>
              <a:gd name="connsiteX825" fmla="*/ 7629681 w 9029245"/>
              <a:gd name="connsiteY825" fmla="*/ 4198990 h 4294383"/>
              <a:gd name="connsiteX826" fmla="*/ 7632701 w 9029245"/>
              <a:gd name="connsiteY826" fmla="*/ 4199709 h 4294383"/>
              <a:gd name="connsiteX827" fmla="*/ 7638757 w 9029245"/>
              <a:gd name="connsiteY827" fmla="*/ 4201066 h 4294383"/>
              <a:gd name="connsiteX828" fmla="*/ 7641729 w 9029245"/>
              <a:gd name="connsiteY828" fmla="*/ 4201750 h 4294383"/>
              <a:gd name="connsiteX829" fmla="*/ 7647784 w 9029245"/>
              <a:gd name="connsiteY829" fmla="*/ 4203108 h 4294383"/>
              <a:gd name="connsiteX830" fmla="*/ 7650755 w 9029245"/>
              <a:gd name="connsiteY830" fmla="*/ 4203792 h 4294383"/>
              <a:gd name="connsiteX831" fmla="*/ 7653775 w 9029245"/>
              <a:gd name="connsiteY831" fmla="*/ 4204466 h 4294383"/>
              <a:gd name="connsiteX832" fmla="*/ 7656795 w 9029245"/>
              <a:gd name="connsiteY832" fmla="*/ 4205104 h 4294383"/>
              <a:gd name="connsiteX833" fmla="*/ 7659832 w 9029245"/>
              <a:gd name="connsiteY833" fmla="*/ 4205777 h 4294383"/>
              <a:gd name="connsiteX834" fmla="*/ 7662803 w 9029245"/>
              <a:gd name="connsiteY834" fmla="*/ 4206415 h 4294383"/>
              <a:gd name="connsiteX835" fmla="*/ 7665823 w 9029245"/>
              <a:gd name="connsiteY835" fmla="*/ 4207053 h 4294383"/>
              <a:gd name="connsiteX836" fmla="*/ 7668860 w 9029245"/>
              <a:gd name="connsiteY836" fmla="*/ 4207726 h 4294383"/>
              <a:gd name="connsiteX837" fmla="*/ 7671814 w 9029245"/>
              <a:gd name="connsiteY837" fmla="*/ 4208364 h 4294383"/>
              <a:gd name="connsiteX838" fmla="*/ 7680906 w 9029245"/>
              <a:gd name="connsiteY838" fmla="*/ 4210266 h 4294383"/>
              <a:gd name="connsiteX839" fmla="*/ 7683860 w 9029245"/>
              <a:gd name="connsiteY839" fmla="*/ 4210859 h 4294383"/>
              <a:gd name="connsiteX840" fmla="*/ 7689917 w 9029245"/>
              <a:gd name="connsiteY840" fmla="*/ 4212123 h 4294383"/>
              <a:gd name="connsiteX841" fmla="*/ 7692888 w 9029245"/>
              <a:gd name="connsiteY841" fmla="*/ 4212715 h 4294383"/>
              <a:gd name="connsiteX842" fmla="*/ 7695908 w 9029245"/>
              <a:gd name="connsiteY842" fmla="*/ 4213354 h 4294383"/>
              <a:gd name="connsiteX843" fmla="*/ 7701965 w 9029245"/>
              <a:gd name="connsiteY843" fmla="*/ 4214525 h 4294383"/>
              <a:gd name="connsiteX844" fmla="*/ 7704936 w 9029245"/>
              <a:gd name="connsiteY844" fmla="*/ 4215117 h 4294383"/>
              <a:gd name="connsiteX845" fmla="*/ 7710993 w 9029245"/>
              <a:gd name="connsiteY845" fmla="*/ 4216300 h 4294383"/>
              <a:gd name="connsiteX846" fmla="*/ 7713964 w 9029245"/>
              <a:gd name="connsiteY846" fmla="*/ 4216892 h 4294383"/>
              <a:gd name="connsiteX847" fmla="*/ 7720019 w 9029245"/>
              <a:gd name="connsiteY847" fmla="*/ 4218064 h 4294383"/>
              <a:gd name="connsiteX848" fmla="*/ 7722975 w 9029245"/>
              <a:gd name="connsiteY848" fmla="*/ 4218609 h 4294383"/>
              <a:gd name="connsiteX849" fmla="*/ 7726012 w 9029245"/>
              <a:gd name="connsiteY849" fmla="*/ 4219201 h 4294383"/>
              <a:gd name="connsiteX850" fmla="*/ 7729030 w 9029245"/>
              <a:gd name="connsiteY850" fmla="*/ 4219746 h 4294383"/>
              <a:gd name="connsiteX851" fmla="*/ 7732067 w 9029245"/>
              <a:gd name="connsiteY851" fmla="*/ 4220326 h 4294383"/>
              <a:gd name="connsiteX852" fmla="*/ 7735023 w 9029245"/>
              <a:gd name="connsiteY852" fmla="*/ 4220871 h 4294383"/>
              <a:gd name="connsiteX853" fmla="*/ 7741078 w 9029245"/>
              <a:gd name="connsiteY853" fmla="*/ 4221962 h 4294383"/>
              <a:gd name="connsiteX854" fmla="*/ 7744051 w 9029245"/>
              <a:gd name="connsiteY854" fmla="*/ 4222554 h 4294383"/>
              <a:gd name="connsiteX855" fmla="*/ 7747069 w 9029245"/>
              <a:gd name="connsiteY855" fmla="*/ 4223099 h 4294383"/>
              <a:gd name="connsiteX856" fmla="*/ 7750106 w 9029245"/>
              <a:gd name="connsiteY856" fmla="*/ 4223597 h 4294383"/>
              <a:gd name="connsiteX857" fmla="*/ 7753126 w 9029245"/>
              <a:gd name="connsiteY857" fmla="*/ 4224132 h 4294383"/>
              <a:gd name="connsiteX858" fmla="*/ 7756097 w 9029245"/>
              <a:gd name="connsiteY858" fmla="*/ 4224676 h 4294383"/>
              <a:gd name="connsiteX859" fmla="*/ 7759117 w 9029245"/>
              <a:gd name="connsiteY859" fmla="*/ 4225223 h 4294383"/>
              <a:gd name="connsiteX860" fmla="*/ 7762154 w 9029245"/>
              <a:gd name="connsiteY860" fmla="*/ 4225721 h 4294383"/>
              <a:gd name="connsiteX861" fmla="*/ 7765125 w 9029245"/>
              <a:gd name="connsiteY861" fmla="*/ 4226266 h 4294383"/>
              <a:gd name="connsiteX862" fmla="*/ 7768145 w 9029245"/>
              <a:gd name="connsiteY862" fmla="*/ 4226766 h 4294383"/>
              <a:gd name="connsiteX863" fmla="*/ 7771182 w 9029245"/>
              <a:gd name="connsiteY863" fmla="*/ 4227311 h 4294383"/>
              <a:gd name="connsiteX864" fmla="*/ 7774200 w 9029245"/>
              <a:gd name="connsiteY864" fmla="*/ 4227810 h 4294383"/>
              <a:gd name="connsiteX865" fmla="*/ 7777173 w 9029245"/>
              <a:gd name="connsiteY865" fmla="*/ 4228308 h 4294383"/>
              <a:gd name="connsiteX866" fmla="*/ 7783228 w 9029245"/>
              <a:gd name="connsiteY866" fmla="*/ 4229306 h 4294383"/>
              <a:gd name="connsiteX867" fmla="*/ 7786184 w 9029245"/>
              <a:gd name="connsiteY867" fmla="*/ 4229806 h 4294383"/>
              <a:gd name="connsiteX868" fmla="*/ 7795276 w 9029245"/>
              <a:gd name="connsiteY868" fmla="*/ 4231302 h 4294383"/>
              <a:gd name="connsiteX869" fmla="*/ 7798232 w 9029245"/>
              <a:gd name="connsiteY869" fmla="*/ 4231755 h 4294383"/>
              <a:gd name="connsiteX870" fmla="*/ 7801267 w 9029245"/>
              <a:gd name="connsiteY870" fmla="*/ 4232253 h 4294383"/>
              <a:gd name="connsiteX871" fmla="*/ 7804287 w 9029245"/>
              <a:gd name="connsiteY871" fmla="*/ 4232706 h 4294383"/>
              <a:gd name="connsiteX872" fmla="*/ 7807260 w 9029245"/>
              <a:gd name="connsiteY872" fmla="*/ 4233205 h 4294383"/>
              <a:gd name="connsiteX873" fmla="*/ 7810278 w 9029245"/>
              <a:gd name="connsiteY873" fmla="*/ 4233657 h 4294383"/>
              <a:gd name="connsiteX874" fmla="*/ 7813315 w 9029245"/>
              <a:gd name="connsiteY874" fmla="*/ 4234156 h 4294383"/>
              <a:gd name="connsiteX875" fmla="*/ 7816335 w 9029245"/>
              <a:gd name="connsiteY875" fmla="*/ 4234609 h 4294383"/>
              <a:gd name="connsiteX876" fmla="*/ 7819306 w 9029245"/>
              <a:gd name="connsiteY876" fmla="*/ 4235061 h 4294383"/>
              <a:gd name="connsiteX877" fmla="*/ 7825363 w 9029245"/>
              <a:gd name="connsiteY877" fmla="*/ 4235967 h 4294383"/>
              <a:gd name="connsiteX878" fmla="*/ 7828333 w 9029245"/>
              <a:gd name="connsiteY878" fmla="*/ 4236418 h 4294383"/>
              <a:gd name="connsiteX879" fmla="*/ 7837409 w 9029245"/>
              <a:gd name="connsiteY879" fmla="*/ 4237776 h 4294383"/>
              <a:gd name="connsiteX880" fmla="*/ 7840382 w 9029245"/>
              <a:gd name="connsiteY880" fmla="*/ 4238183 h 4294383"/>
              <a:gd name="connsiteX881" fmla="*/ 7846437 w 9029245"/>
              <a:gd name="connsiteY881" fmla="*/ 4239098 h 4294383"/>
              <a:gd name="connsiteX882" fmla="*/ 7849391 w 9029245"/>
              <a:gd name="connsiteY882" fmla="*/ 4239505 h 4294383"/>
              <a:gd name="connsiteX883" fmla="*/ 7852428 w 9029245"/>
              <a:gd name="connsiteY883" fmla="*/ 4239958 h 4294383"/>
              <a:gd name="connsiteX884" fmla="*/ 7855448 w 9029245"/>
              <a:gd name="connsiteY884" fmla="*/ 4240363 h 4294383"/>
              <a:gd name="connsiteX885" fmla="*/ 7858419 w 9029245"/>
              <a:gd name="connsiteY885" fmla="*/ 4240770 h 4294383"/>
              <a:gd name="connsiteX886" fmla="*/ 7861439 w 9029245"/>
              <a:gd name="connsiteY886" fmla="*/ 4241176 h 4294383"/>
              <a:gd name="connsiteX887" fmla="*/ 7864476 w 9029245"/>
              <a:gd name="connsiteY887" fmla="*/ 4241627 h 4294383"/>
              <a:gd name="connsiteX888" fmla="*/ 7867496 w 9029245"/>
              <a:gd name="connsiteY888" fmla="*/ 4242034 h 4294383"/>
              <a:gd name="connsiteX889" fmla="*/ 7870467 w 9029245"/>
              <a:gd name="connsiteY889" fmla="*/ 4242451 h 4294383"/>
              <a:gd name="connsiteX890" fmla="*/ 7876524 w 9029245"/>
              <a:gd name="connsiteY890" fmla="*/ 4243264 h 4294383"/>
              <a:gd name="connsiteX891" fmla="*/ 7879495 w 9029245"/>
              <a:gd name="connsiteY891" fmla="*/ 4243624 h 4294383"/>
              <a:gd name="connsiteX892" fmla="*/ 7888570 w 9029245"/>
              <a:gd name="connsiteY892" fmla="*/ 4244854 h 4294383"/>
              <a:gd name="connsiteX893" fmla="*/ 7891543 w 9029245"/>
              <a:gd name="connsiteY893" fmla="*/ 4245213 h 4294383"/>
              <a:gd name="connsiteX894" fmla="*/ 7894561 w 9029245"/>
              <a:gd name="connsiteY894" fmla="*/ 4245620 h 4294383"/>
              <a:gd name="connsiteX895" fmla="*/ 7897597 w 9029245"/>
              <a:gd name="connsiteY895" fmla="*/ 4245979 h 4294383"/>
              <a:gd name="connsiteX896" fmla="*/ 7900554 w 9029245"/>
              <a:gd name="connsiteY896" fmla="*/ 4246386 h 4294383"/>
              <a:gd name="connsiteX897" fmla="*/ 7906609 w 9029245"/>
              <a:gd name="connsiteY897" fmla="*/ 4247116 h 4294383"/>
              <a:gd name="connsiteX898" fmla="*/ 7909645 w 9029245"/>
              <a:gd name="connsiteY898" fmla="*/ 4247523 h 4294383"/>
              <a:gd name="connsiteX899" fmla="*/ 7912600 w 9029245"/>
              <a:gd name="connsiteY899" fmla="*/ 4247882 h 4294383"/>
              <a:gd name="connsiteX900" fmla="*/ 7918657 w 9029245"/>
              <a:gd name="connsiteY900" fmla="*/ 4248612 h 4294383"/>
              <a:gd name="connsiteX901" fmla="*/ 7921627 w 9029245"/>
              <a:gd name="connsiteY901" fmla="*/ 4248973 h 4294383"/>
              <a:gd name="connsiteX902" fmla="*/ 7930705 w 9029245"/>
              <a:gd name="connsiteY902" fmla="*/ 4250063 h 4294383"/>
              <a:gd name="connsiteX903" fmla="*/ 7933675 w 9029245"/>
              <a:gd name="connsiteY903" fmla="*/ 4250377 h 4294383"/>
              <a:gd name="connsiteX904" fmla="*/ 7939731 w 9029245"/>
              <a:gd name="connsiteY904" fmla="*/ 4251107 h 4294383"/>
              <a:gd name="connsiteX905" fmla="*/ 7942703 w 9029245"/>
              <a:gd name="connsiteY905" fmla="*/ 4251420 h 4294383"/>
              <a:gd name="connsiteX906" fmla="*/ 7945724 w 9029245"/>
              <a:gd name="connsiteY906" fmla="*/ 4251781 h 4294383"/>
              <a:gd name="connsiteX907" fmla="*/ 7948759 w 9029245"/>
              <a:gd name="connsiteY907" fmla="*/ 4252104 h 4294383"/>
              <a:gd name="connsiteX908" fmla="*/ 7951779 w 9029245"/>
              <a:gd name="connsiteY908" fmla="*/ 4252465 h 4294383"/>
              <a:gd name="connsiteX909" fmla="*/ 7954751 w 9029245"/>
              <a:gd name="connsiteY909" fmla="*/ 4252778 h 4294383"/>
              <a:gd name="connsiteX910" fmla="*/ 7957770 w 9029245"/>
              <a:gd name="connsiteY910" fmla="*/ 4253137 h 4294383"/>
              <a:gd name="connsiteX911" fmla="*/ 7960807 w 9029245"/>
              <a:gd name="connsiteY911" fmla="*/ 4253462 h 4294383"/>
              <a:gd name="connsiteX912" fmla="*/ 7963763 w 9029245"/>
              <a:gd name="connsiteY912" fmla="*/ 4253775 h 4294383"/>
              <a:gd name="connsiteX913" fmla="*/ 7966797 w 9029245"/>
              <a:gd name="connsiteY913" fmla="*/ 4254100 h 4294383"/>
              <a:gd name="connsiteX914" fmla="*/ 7969818 w 9029245"/>
              <a:gd name="connsiteY914" fmla="*/ 4254460 h 4294383"/>
              <a:gd name="connsiteX915" fmla="*/ 7972791 w 9029245"/>
              <a:gd name="connsiteY915" fmla="*/ 4254773 h 4294383"/>
              <a:gd name="connsiteX916" fmla="*/ 7981864 w 9029245"/>
              <a:gd name="connsiteY916" fmla="*/ 4255724 h 4294383"/>
              <a:gd name="connsiteX917" fmla="*/ 7984837 w 9029245"/>
              <a:gd name="connsiteY917" fmla="*/ 4256003 h 4294383"/>
              <a:gd name="connsiteX918" fmla="*/ 7990891 w 9029245"/>
              <a:gd name="connsiteY918" fmla="*/ 4256630 h 4294383"/>
              <a:gd name="connsiteX919" fmla="*/ 7993864 w 9029245"/>
              <a:gd name="connsiteY919" fmla="*/ 4256955 h 4294383"/>
              <a:gd name="connsiteX920" fmla="*/ 7996883 w 9029245"/>
              <a:gd name="connsiteY920" fmla="*/ 4257222 h 4294383"/>
              <a:gd name="connsiteX921" fmla="*/ 8002939 w 9029245"/>
              <a:gd name="connsiteY921" fmla="*/ 4257860 h 4294383"/>
              <a:gd name="connsiteX922" fmla="*/ 8005910 w 9029245"/>
              <a:gd name="connsiteY922" fmla="*/ 4258127 h 4294383"/>
              <a:gd name="connsiteX923" fmla="*/ 8008931 w 9029245"/>
              <a:gd name="connsiteY923" fmla="*/ 4258451 h 4294383"/>
              <a:gd name="connsiteX924" fmla="*/ 8011967 w 9029245"/>
              <a:gd name="connsiteY924" fmla="*/ 4258718 h 4294383"/>
              <a:gd name="connsiteX925" fmla="*/ 8014921 w 9029245"/>
              <a:gd name="connsiteY925" fmla="*/ 4259031 h 4294383"/>
              <a:gd name="connsiteX926" fmla="*/ 8024015 w 9029245"/>
              <a:gd name="connsiteY926" fmla="*/ 4259855 h 4294383"/>
              <a:gd name="connsiteX927" fmla="*/ 8026969 w 9029245"/>
              <a:gd name="connsiteY927" fmla="*/ 4260168 h 4294383"/>
              <a:gd name="connsiteX928" fmla="*/ 8033027 w 9029245"/>
              <a:gd name="connsiteY928" fmla="*/ 4260714 h 4294383"/>
              <a:gd name="connsiteX929" fmla="*/ 8035997 w 9029245"/>
              <a:gd name="connsiteY929" fmla="*/ 4260981 h 4294383"/>
              <a:gd name="connsiteX930" fmla="*/ 8045073 w 9029245"/>
              <a:gd name="connsiteY930" fmla="*/ 4261805 h 4294383"/>
              <a:gd name="connsiteX931" fmla="*/ 8048045 w 9029245"/>
              <a:gd name="connsiteY931" fmla="*/ 4262071 h 4294383"/>
              <a:gd name="connsiteX932" fmla="*/ 8051080 w 9029245"/>
              <a:gd name="connsiteY932" fmla="*/ 4262338 h 4294383"/>
              <a:gd name="connsiteX933" fmla="*/ 8054101 w 9029245"/>
              <a:gd name="connsiteY933" fmla="*/ 4262571 h 4294383"/>
              <a:gd name="connsiteX934" fmla="*/ 8057073 w 9029245"/>
              <a:gd name="connsiteY934" fmla="*/ 4262836 h 4294383"/>
              <a:gd name="connsiteX935" fmla="*/ 8060091 w 9029245"/>
              <a:gd name="connsiteY935" fmla="*/ 4263115 h 4294383"/>
              <a:gd name="connsiteX936" fmla="*/ 8063128 w 9029245"/>
              <a:gd name="connsiteY936" fmla="*/ 4263337 h 4294383"/>
              <a:gd name="connsiteX937" fmla="*/ 8066149 w 9029245"/>
              <a:gd name="connsiteY937" fmla="*/ 4263614 h 4294383"/>
              <a:gd name="connsiteX938" fmla="*/ 8069119 w 9029245"/>
              <a:gd name="connsiteY938" fmla="*/ 4263881 h 4294383"/>
              <a:gd name="connsiteX939" fmla="*/ 8072139 w 9029245"/>
              <a:gd name="connsiteY939" fmla="*/ 4264113 h 4294383"/>
              <a:gd name="connsiteX940" fmla="*/ 8075176 w 9029245"/>
              <a:gd name="connsiteY940" fmla="*/ 4264380 h 4294383"/>
              <a:gd name="connsiteX941" fmla="*/ 8078131 w 9029245"/>
              <a:gd name="connsiteY941" fmla="*/ 4264612 h 4294383"/>
              <a:gd name="connsiteX942" fmla="*/ 8081167 w 9029245"/>
              <a:gd name="connsiteY942" fmla="*/ 4264879 h 4294383"/>
              <a:gd name="connsiteX943" fmla="*/ 8087224 w 9029245"/>
              <a:gd name="connsiteY943" fmla="*/ 4265331 h 4294383"/>
              <a:gd name="connsiteX944" fmla="*/ 8090179 w 9029245"/>
              <a:gd name="connsiteY944" fmla="*/ 4265610 h 4294383"/>
              <a:gd name="connsiteX945" fmla="*/ 8096235 w 9029245"/>
              <a:gd name="connsiteY945" fmla="*/ 4266063 h 4294383"/>
              <a:gd name="connsiteX946" fmla="*/ 8099206 w 9029245"/>
              <a:gd name="connsiteY946" fmla="*/ 4266283 h 4294383"/>
              <a:gd name="connsiteX947" fmla="*/ 8102243 w 9029245"/>
              <a:gd name="connsiteY947" fmla="*/ 4266514 h 4294383"/>
              <a:gd name="connsiteX948" fmla="*/ 8105261 w 9029245"/>
              <a:gd name="connsiteY948" fmla="*/ 4266781 h 4294383"/>
              <a:gd name="connsiteX949" fmla="*/ 8108234 w 9029245"/>
              <a:gd name="connsiteY949" fmla="*/ 4267014 h 4294383"/>
              <a:gd name="connsiteX950" fmla="*/ 8114289 w 9029245"/>
              <a:gd name="connsiteY950" fmla="*/ 4267466 h 4294383"/>
              <a:gd name="connsiteX951" fmla="*/ 8117309 w 9029245"/>
              <a:gd name="connsiteY951" fmla="*/ 4267641 h 4294383"/>
              <a:gd name="connsiteX952" fmla="*/ 8120282 w 9029245"/>
              <a:gd name="connsiteY952" fmla="*/ 4267872 h 4294383"/>
              <a:gd name="connsiteX953" fmla="*/ 8126337 w 9029245"/>
              <a:gd name="connsiteY953" fmla="*/ 4268325 h 4294383"/>
              <a:gd name="connsiteX954" fmla="*/ 8129291 w 9029245"/>
              <a:gd name="connsiteY954" fmla="*/ 4268556 h 4294383"/>
              <a:gd name="connsiteX955" fmla="*/ 8132328 w 9029245"/>
              <a:gd name="connsiteY955" fmla="*/ 4268778 h 4294383"/>
              <a:gd name="connsiteX956" fmla="*/ 8135348 w 9029245"/>
              <a:gd name="connsiteY956" fmla="*/ 4268963 h 4294383"/>
              <a:gd name="connsiteX957" fmla="*/ 8138385 w 9029245"/>
              <a:gd name="connsiteY957" fmla="*/ 4269183 h 4294383"/>
              <a:gd name="connsiteX958" fmla="*/ 8141339 w 9029245"/>
              <a:gd name="connsiteY958" fmla="*/ 4269416 h 4294383"/>
              <a:gd name="connsiteX959" fmla="*/ 8144376 w 9029245"/>
              <a:gd name="connsiteY959" fmla="*/ 4269589 h 4294383"/>
              <a:gd name="connsiteX960" fmla="*/ 8147394 w 9029245"/>
              <a:gd name="connsiteY960" fmla="*/ 4269821 h 4294383"/>
              <a:gd name="connsiteX961" fmla="*/ 8150367 w 9029245"/>
              <a:gd name="connsiteY961" fmla="*/ 4270007 h 4294383"/>
              <a:gd name="connsiteX962" fmla="*/ 8153387 w 9029245"/>
              <a:gd name="connsiteY962" fmla="*/ 4270228 h 4294383"/>
              <a:gd name="connsiteX963" fmla="*/ 8156422 w 9029245"/>
              <a:gd name="connsiteY963" fmla="*/ 4270413 h 4294383"/>
              <a:gd name="connsiteX964" fmla="*/ 8159459 w 9029245"/>
              <a:gd name="connsiteY964" fmla="*/ 4270634 h 4294383"/>
              <a:gd name="connsiteX965" fmla="*/ 8162413 w 9029245"/>
              <a:gd name="connsiteY965" fmla="*/ 4270820 h 4294383"/>
              <a:gd name="connsiteX966" fmla="*/ 8165450 w 9029245"/>
              <a:gd name="connsiteY966" fmla="*/ 4271040 h 4294383"/>
              <a:gd name="connsiteX967" fmla="*/ 8168470 w 9029245"/>
              <a:gd name="connsiteY967" fmla="*/ 4271225 h 4294383"/>
              <a:gd name="connsiteX968" fmla="*/ 8171441 w 9029245"/>
              <a:gd name="connsiteY968" fmla="*/ 4271411 h 4294383"/>
              <a:gd name="connsiteX969" fmla="*/ 8174461 w 9029245"/>
              <a:gd name="connsiteY969" fmla="*/ 4271586 h 4294383"/>
              <a:gd name="connsiteX970" fmla="*/ 8177498 w 9029245"/>
              <a:gd name="connsiteY970" fmla="*/ 4271817 h 4294383"/>
              <a:gd name="connsiteX971" fmla="*/ 8180518 w 9029245"/>
              <a:gd name="connsiteY971" fmla="*/ 4272003 h 4294383"/>
              <a:gd name="connsiteX972" fmla="*/ 8183489 w 9029245"/>
              <a:gd name="connsiteY972" fmla="*/ 4272176 h 4294383"/>
              <a:gd name="connsiteX973" fmla="*/ 8189546 w 9029245"/>
              <a:gd name="connsiteY973" fmla="*/ 4272537 h 4294383"/>
              <a:gd name="connsiteX974" fmla="*/ 8192500 w 9029245"/>
              <a:gd name="connsiteY974" fmla="*/ 4272723 h 4294383"/>
              <a:gd name="connsiteX975" fmla="*/ 8201592 w 9029245"/>
              <a:gd name="connsiteY975" fmla="*/ 4273267 h 4294383"/>
              <a:gd name="connsiteX976" fmla="*/ 8204548 w 9029245"/>
              <a:gd name="connsiteY976" fmla="*/ 4273441 h 4294383"/>
              <a:gd name="connsiteX977" fmla="*/ 8210603 w 9029245"/>
              <a:gd name="connsiteY977" fmla="*/ 4273812 h 4294383"/>
              <a:gd name="connsiteX978" fmla="*/ 8213576 w 9029245"/>
              <a:gd name="connsiteY978" fmla="*/ 4273987 h 4294383"/>
              <a:gd name="connsiteX979" fmla="*/ 8219631 w 9029245"/>
              <a:gd name="connsiteY979" fmla="*/ 4274358 h 4294383"/>
              <a:gd name="connsiteX980" fmla="*/ 8222668 w 9029245"/>
              <a:gd name="connsiteY980" fmla="*/ 4274486 h 4294383"/>
              <a:gd name="connsiteX981" fmla="*/ 8225622 w 9029245"/>
              <a:gd name="connsiteY981" fmla="*/ 4274671 h 4294383"/>
              <a:gd name="connsiteX982" fmla="*/ 8228659 w 9029245"/>
              <a:gd name="connsiteY982" fmla="*/ 4274857 h 4294383"/>
              <a:gd name="connsiteX983" fmla="*/ 8231679 w 9029245"/>
              <a:gd name="connsiteY983" fmla="*/ 4274984 h 4294383"/>
              <a:gd name="connsiteX984" fmla="*/ 8234650 w 9029245"/>
              <a:gd name="connsiteY984" fmla="*/ 4275170 h 4294383"/>
              <a:gd name="connsiteX985" fmla="*/ 8237670 w 9029245"/>
              <a:gd name="connsiteY985" fmla="*/ 4275356 h 4294383"/>
              <a:gd name="connsiteX986" fmla="*/ 8240707 w 9029245"/>
              <a:gd name="connsiteY986" fmla="*/ 4275483 h 4294383"/>
              <a:gd name="connsiteX987" fmla="*/ 8243661 w 9029245"/>
              <a:gd name="connsiteY987" fmla="*/ 4275669 h 4294383"/>
              <a:gd name="connsiteX988" fmla="*/ 8246698 w 9029245"/>
              <a:gd name="connsiteY988" fmla="*/ 4275808 h 4294383"/>
              <a:gd name="connsiteX989" fmla="*/ 8249718 w 9029245"/>
              <a:gd name="connsiteY989" fmla="*/ 4275982 h 4294383"/>
              <a:gd name="connsiteX990" fmla="*/ 8252755 w 9029245"/>
              <a:gd name="connsiteY990" fmla="*/ 4276121 h 4294383"/>
              <a:gd name="connsiteX991" fmla="*/ 8255709 w 9029245"/>
              <a:gd name="connsiteY991" fmla="*/ 4276307 h 4294383"/>
              <a:gd name="connsiteX992" fmla="*/ 8258746 w 9029245"/>
              <a:gd name="connsiteY992" fmla="*/ 4276435 h 4294383"/>
              <a:gd name="connsiteX993" fmla="*/ 8261766 w 9029245"/>
              <a:gd name="connsiteY993" fmla="*/ 4276620 h 4294383"/>
              <a:gd name="connsiteX994" fmla="*/ 8264737 w 9029245"/>
              <a:gd name="connsiteY994" fmla="*/ 4276760 h 4294383"/>
              <a:gd name="connsiteX995" fmla="*/ 8267774 w 9029245"/>
              <a:gd name="connsiteY995" fmla="*/ 4276887 h 4294383"/>
              <a:gd name="connsiteX996" fmla="*/ 8270792 w 9029245"/>
              <a:gd name="connsiteY996" fmla="*/ 4277073 h 4294383"/>
              <a:gd name="connsiteX997" fmla="*/ 8273829 w 9029245"/>
              <a:gd name="connsiteY997" fmla="*/ 4277212 h 4294383"/>
              <a:gd name="connsiteX998" fmla="*/ 8276785 w 9029245"/>
              <a:gd name="connsiteY998" fmla="*/ 4277340 h 4294383"/>
              <a:gd name="connsiteX999" fmla="*/ 8282840 w 9029245"/>
              <a:gd name="connsiteY999" fmla="*/ 4277619 h 4294383"/>
              <a:gd name="connsiteX1000" fmla="*/ 8285813 w 9029245"/>
              <a:gd name="connsiteY1000" fmla="*/ 4277804 h 4294383"/>
              <a:gd name="connsiteX1001" fmla="*/ 8294886 w 9029245"/>
              <a:gd name="connsiteY1001" fmla="*/ 4278210 h 4294383"/>
              <a:gd name="connsiteX1002" fmla="*/ 8297859 w 9029245"/>
              <a:gd name="connsiteY1002" fmla="*/ 4278337 h 4294383"/>
              <a:gd name="connsiteX1003" fmla="*/ 8303914 w 9029245"/>
              <a:gd name="connsiteY1003" fmla="*/ 4278616 h 4294383"/>
              <a:gd name="connsiteX1004" fmla="*/ 8306870 w 9029245"/>
              <a:gd name="connsiteY1004" fmla="*/ 4278756 h 4294383"/>
              <a:gd name="connsiteX1005" fmla="*/ 8315962 w 9029245"/>
              <a:gd name="connsiteY1005" fmla="*/ 4279161 h 4294383"/>
              <a:gd name="connsiteX1006" fmla="*/ 8318918 w 9029245"/>
              <a:gd name="connsiteY1006" fmla="*/ 4279289 h 4294383"/>
              <a:gd name="connsiteX1007" fmla="*/ 8324989 w 9029245"/>
              <a:gd name="connsiteY1007" fmla="*/ 4279568 h 4294383"/>
              <a:gd name="connsiteX1008" fmla="*/ 8327944 w 9029245"/>
              <a:gd name="connsiteY1008" fmla="*/ 4279660 h 4294383"/>
              <a:gd name="connsiteX1009" fmla="*/ 8337037 w 9029245"/>
              <a:gd name="connsiteY1009" fmla="*/ 4280066 h 4294383"/>
              <a:gd name="connsiteX1010" fmla="*/ 8339992 w 9029245"/>
              <a:gd name="connsiteY1010" fmla="*/ 4280206 h 4294383"/>
              <a:gd name="connsiteX1011" fmla="*/ 8343029 w 9029245"/>
              <a:gd name="connsiteY1011" fmla="*/ 4280287 h 4294383"/>
              <a:gd name="connsiteX1012" fmla="*/ 8346049 w 9029245"/>
              <a:gd name="connsiteY1012" fmla="*/ 4280426 h 4294383"/>
              <a:gd name="connsiteX1013" fmla="*/ 8349019 w 9029245"/>
              <a:gd name="connsiteY1013" fmla="*/ 4280565 h 4294383"/>
              <a:gd name="connsiteX1014" fmla="*/ 8352040 w 9029245"/>
              <a:gd name="connsiteY1014" fmla="*/ 4280659 h 4294383"/>
              <a:gd name="connsiteX1015" fmla="*/ 8355077 w 9029245"/>
              <a:gd name="connsiteY1015" fmla="*/ 4280786 h 4294383"/>
              <a:gd name="connsiteX1016" fmla="*/ 8358031 w 9029245"/>
              <a:gd name="connsiteY1016" fmla="*/ 4280924 h 4294383"/>
              <a:gd name="connsiteX1017" fmla="*/ 8361067 w 9029245"/>
              <a:gd name="connsiteY1017" fmla="*/ 4281018 h 4294383"/>
              <a:gd name="connsiteX1018" fmla="*/ 8364088 w 9029245"/>
              <a:gd name="connsiteY1018" fmla="*/ 4281157 h 4294383"/>
              <a:gd name="connsiteX1019" fmla="*/ 8367123 w 9029245"/>
              <a:gd name="connsiteY1019" fmla="*/ 4281239 h 4294383"/>
              <a:gd name="connsiteX1020" fmla="*/ 8370079 w 9029245"/>
              <a:gd name="connsiteY1020" fmla="*/ 4281377 h 4294383"/>
              <a:gd name="connsiteX1021" fmla="*/ 8373116 w 9029245"/>
              <a:gd name="connsiteY1021" fmla="*/ 4281470 h 4294383"/>
              <a:gd name="connsiteX1022" fmla="*/ 8376134 w 9029245"/>
              <a:gd name="connsiteY1022" fmla="*/ 4281610 h 4294383"/>
              <a:gd name="connsiteX1023" fmla="*/ 8379107 w 9029245"/>
              <a:gd name="connsiteY1023" fmla="*/ 4281692 h 4294383"/>
              <a:gd name="connsiteX1024" fmla="*/ 8382141 w 9029245"/>
              <a:gd name="connsiteY1024" fmla="*/ 4281830 h 4294383"/>
              <a:gd name="connsiteX1025" fmla="*/ 8388199 w 9029245"/>
              <a:gd name="connsiteY1025" fmla="*/ 4282015 h 4294383"/>
              <a:gd name="connsiteX1026" fmla="*/ 8391153 w 9029245"/>
              <a:gd name="connsiteY1026" fmla="*/ 4282143 h 4294383"/>
              <a:gd name="connsiteX1027" fmla="*/ 8394189 w 9029245"/>
              <a:gd name="connsiteY1027" fmla="*/ 4282236 h 4294383"/>
              <a:gd name="connsiteX1028" fmla="*/ 8397210 w 9029245"/>
              <a:gd name="connsiteY1028" fmla="*/ 4282376 h 4294383"/>
              <a:gd name="connsiteX1029" fmla="*/ 8400181 w 9029245"/>
              <a:gd name="connsiteY1029" fmla="*/ 4282468 h 4294383"/>
              <a:gd name="connsiteX1030" fmla="*/ 8406237 w 9029245"/>
              <a:gd name="connsiteY1030" fmla="*/ 4282643 h 4294383"/>
              <a:gd name="connsiteX1031" fmla="*/ 8409258 w 9029245"/>
              <a:gd name="connsiteY1031" fmla="*/ 4282781 h 4294383"/>
              <a:gd name="connsiteX1032" fmla="*/ 8412229 w 9029245"/>
              <a:gd name="connsiteY1032" fmla="*/ 4282874 h 4294383"/>
              <a:gd name="connsiteX1033" fmla="*/ 8418285 w 9029245"/>
              <a:gd name="connsiteY1033" fmla="*/ 4283060 h 4294383"/>
              <a:gd name="connsiteX1034" fmla="*/ 8421240 w 9029245"/>
              <a:gd name="connsiteY1034" fmla="*/ 4283188 h 4294383"/>
              <a:gd name="connsiteX1035" fmla="*/ 8430331 w 9029245"/>
              <a:gd name="connsiteY1035" fmla="*/ 4283465 h 4294383"/>
              <a:gd name="connsiteX1036" fmla="*/ 8433304 w 9029245"/>
              <a:gd name="connsiteY1036" fmla="*/ 4283559 h 4294383"/>
              <a:gd name="connsiteX1037" fmla="*/ 8439359 w 9029245"/>
              <a:gd name="connsiteY1037" fmla="*/ 4283732 h 4294383"/>
              <a:gd name="connsiteX1038" fmla="*/ 8442313 w 9029245"/>
              <a:gd name="connsiteY1038" fmla="*/ 4283826 h 4294383"/>
              <a:gd name="connsiteX1039" fmla="*/ 8451405 w 9029245"/>
              <a:gd name="connsiteY1039" fmla="*/ 4284093 h 4294383"/>
              <a:gd name="connsiteX1040" fmla="*/ 8454361 w 9029245"/>
              <a:gd name="connsiteY1040" fmla="*/ 4284185 h 4294383"/>
              <a:gd name="connsiteX1041" fmla="*/ 8460417 w 9029245"/>
              <a:gd name="connsiteY1041" fmla="*/ 4284370 h 4294383"/>
              <a:gd name="connsiteX1042" fmla="*/ 8463389 w 9029245"/>
              <a:gd name="connsiteY1042" fmla="*/ 4284464 h 4294383"/>
              <a:gd name="connsiteX1043" fmla="*/ 8472465 w 9029245"/>
              <a:gd name="connsiteY1043" fmla="*/ 4284731 h 4294383"/>
              <a:gd name="connsiteX1044" fmla="*/ 8475437 w 9029245"/>
              <a:gd name="connsiteY1044" fmla="*/ 4284823 h 4294383"/>
              <a:gd name="connsiteX1045" fmla="*/ 8481492 w 9029245"/>
              <a:gd name="connsiteY1045" fmla="*/ 4285009 h 4294383"/>
              <a:gd name="connsiteX1046" fmla="*/ 8484449 w 9029245"/>
              <a:gd name="connsiteY1046" fmla="*/ 4285044 h 4294383"/>
              <a:gd name="connsiteX1047" fmla="*/ 8490520 w 9029245"/>
              <a:gd name="connsiteY1047" fmla="*/ 4285230 h 4294383"/>
              <a:gd name="connsiteX1048" fmla="*/ 8493474 w 9029245"/>
              <a:gd name="connsiteY1048" fmla="*/ 4285322 h 4294383"/>
              <a:gd name="connsiteX1049" fmla="*/ 8496511 w 9029245"/>
              <a:gd name="connsiteY1049" fmla="*/ 4285415 h 4294383"/>
              <a:gd name="connsiteX1050" fmla="*/ 8499531 w 9029245"/>
              <a:gd name="connsiteY1050" fmla="*/ 4285461 h 4294383"/>
              <a:gd name="connsiteX1051" fmla="*/ 8502568 w 9029245"/>
              <a:gd name="connsiteY1051" fmla="*/ 4285543 h 4294383"/>
              <a:gd name="connsiteX1052" fmla="*/ 8505522 w 9029245"/>
              <a:gd name="connsiteY1052" fmla="*/ 4285635 h 4294383"/>
              <a:gd name="connsiteX1053" fmla="*/ 8508559 w 9029245"/>
              <a:gd name="connsiteY1053" fmla="*/ 4285683 h 4294383"/>
              <a:gd name="connsiteX1054" fmla="*/ 8511579 w 9029245"/>
              <a:gd name="connsiteY1054" fmla="*/ 4285775 h 4294383"/>
              <a:gd name="connsiteX1055" fmla="*/ 8514550 w 9029245"/>
              <a:gd name="connsiteY1055" fmla="*/ 4285868 h 4294383"/>
              <a:gd name="connsiteX1056" fmla="*/ 8517571 w 9029245"/>
              <a:gd name="connsiteY1056" fmla="*/ 4285914 h 4294383"/>
              <a:gd name="connsiteX1057" fmla="*/ 8523625 w 9029245"/>
              <a:gd name="connsiteY1057" fmla="*/ 4286088 h 4294383"/>
              <a:gd name="connsiteX1058" fmla="*/ 8526598 w 9029245"/>
              <a:gd name="connsiteY1058" fmla="*/ 4286134 h 4294383"/>
              <a:gd name="connsiteX1059" fmla="*/ 8532653 w 9029245"/>
              <a:gd name="connsiteY1059" fmla="*/ 4286319 h 4294383"/>
              <a:gd name="connsiteX1060" fmla="*/ 8535609 w 9029245"/>
              <a:gd name="connsiteY1060" fmla="*/ 4286367 h 4294383"/>
              <a:gd name="connsiteX1061" fmla="*/ 8538646 w 9029245"/>
              <a:gd name="connsiteY1061" fmla="*/ 4286459 h 4294383"/>
              <a:gd name="connsiteX1062" fmla="*/ 8541665 w 9029245"/>
              <a:gd name="connsiteY1062" fmla="*/ 4286505 h 4294383"/>
              <a:gd name="connsiteX1063" fmla="*/ 8544701 w 9029245"/>
              <a:gd name="connsiteY1063" fmla="*/ 4286586 h 4294383"/>
              <a:gd name="connsiteX1064" fmla="*/ 8547672 w 9029245"/>
              <a:gd name="connsiteY1064" fmla="*/ 4286634 h 4294383"/>
              <a:gd name="connsiteX1065" fmla="*/ 8550692 w 9029245"/>
              <a:gd name="connsiteY1065" fmla="*/ 4286726 h 4294383"/>
              <a:gd name="connsiteX1066" fmla="*/ 8553729 w 9029245"/>
              <a:gd name="connsiteY1066" fmla="*/ 4286772 h 4294383"/>
              <a:gd name="connsiteX1067" fmla="*/ 8556683 w 9029245"/>
              <a:gd name="connsiteY1067" fmla="*/ 4286865 h 4294383"/>
              <a:gd name="connsiteX1068" fmla="*/ 8559720 w 9029245"/>
              <a:gd name="connsiteY1068" fmla="*/ 4286911 h 4294383"/>
              <a:gd name="connsiteX1069" fmla="*/ 8562740 w 9029245"/>
              <a:gd name="connsiteY1069" fmla="*/ 4286993 h 4294383"/>
              <a:gd name="connsiteX1070" fmla="*/ 8565777 w 9029245"/>
              <a:gd name="connsiteY1070" fmla="*/ 4287039 h 4294383"/>
              <a:gd name="connsiteX1071" fmla="*/ 8568731 w 9029245"/>
              <a:gd name="connsiteY1071" fmla="*/ 4287133 h 4294383"/>
              <a:gd name="connsiteX1072" fmla="*/ 8574786 w 9029245"/>
              <a:gd name="connsiteY1072" fmla="*/ 4287225 h 4294383"/>
              <a:gd name="connsiteX1073" fmla="*/ 8577759 w 9029245"/>
              <a:gd name="connsiteY1073" fmla="*/ 4287318 h 4294383"/>
              <a:gd name="connsiteX1074" fmla="*/ 8580777 w 9029245"/>
              <a:gd name="connsiteY1074" fmla="*/ 4287364 h 4294383"/>
              <a:gd name="connsiteX1075" fmla="*/ 8583814 w 9029245"/>
              <a:gd name="connsiteY1075" fmla="*/ 4287458 h 4294383"/>
              <a:gd name="connsiteX1076" fmla="*/ 8586834 w 9029245"/>
              <a:gd name="connsiteY1076" fmla="*/ 4287492 h 4294383"/>
              <a:gd name="connsiteX1077" fmla="*/ 8589805 w 9029245"/>
              <a:gd name="connsiteY1077" fmla="*/ 4287538 h 4294383"/>
              <a:gd name="connsiteX1078" fmla="*/ 8592825 w 9029245"/>
              <a:gd name="connsiteY1078" fmla="*/ 4287631 h 4294383"/>
              <a:gd name="connsiteX1079" fmla="*/ 8595862 w 9029245"/>
              <a:gd name="connsiteY1079" fmla="*/ 4287677 h 4294383"/>
              <a:gd name="connsiteX1080" fmla="*/ 8598833 w 9029245"/>
              <a:gd name="connsiteY1080" fmla="*/ 4287723 h 4294383"/>
              <a:gd name="connsiteX1081" fmla="*/ 8601853 w 9029245"/>
              <a:gd name="connsiteY1081" fmla="*/ 4287771 h 4294383"/>
              <a:gd name="connsiteX1082" fmla="*/ 8604890 w 9029245"/>
              <a:gd name="connsiteY1082" fmla="*/ 4287863 h 4294383"/>
              <a:gd name="connsiteX1083" fmla="*/ 8607908 w 9029245"/>
              <a:gd name="connsiteY1083" fmla="*/ 4287909 h 4294383"/>
              <a:gd name="connsiteX1084" fmla="*/ 8610881 w 9029245"/>
              <a:gd name="connsiteY1084" fmla="*/ 4287944 h 4294383"/>
              <a:gd name="connsiteX1085" fmla="*/ 8613901 w 9029245"/>
              <a:gd name="connsiteY1085" fmla="*/ 4288038 h 4294383"/>
              <a:gd name="connsiteX1086" fmla="*/ 8616936 w 9029245"/>
              <a:gd name="connsiteY1086" fmla="*/ 4288084 h 4294383"/>
              <a:gd name="connsiteX1087" fmla="*/ 8619892 w 9029245"/>
              <a:gd name="connsiteY1087" fmla="*/ 4288130 h 4294383"/>
              <a:gd name="connsiteX1088" fmla="*/ 8625947 w 9029245"/>
              <a:gd name="connsiteY1088" fmla="*/ 4288223 h 4294383"/>
              <a:gd name="connsiteX1089" fmla="*/ 8628920 w 9029245"/>
              <a:gd name="connsiteY1089" fmla="*/ 4288315 h 4294383"/>
              <a:gd name="connsiteX1090" fmla="*/ 8637995 w 9029245"/>
              <a:gd name="connsiteY1090" fmla="*/ 4288443 h 4294383"/>
              <a:gd name="connsiteX1091" fmla="*/ 8640968 w 9029245"/>
              <a:gd name="connsiteY1091" fmla="*/ 4288489 h 4294383"/>
              <a:gd name="connsiteX1092" fmla="*/ 8643986 w 9029245"/>
              <a:gd name="connsiteY1092" fmla="*/ 4288537 h 4294383"/>
              <a:gd name="connsiteX1093" fmla="*/ 8647023 w 9029245"/>
              <a:gd name="connsiteY1093" fmla="*/ 4288629 h 4294383"/>
              <a:gd name="connsiteX1094" fmla="*/ 8649979 w 9029245"/>
              <a:gd name="connsiteY1094" fmla="*/ 4288675 h 4294383"/>
              <a:gd name="connsiteX1095" fmla="*/ 8659071 w 9029245"/>
              <a:gd name="connsiteY1095" fmla="*/ 4288814 h 4294383"/>
              <a:gd name="connsiteX1096" fmla="*/ 8662042 w 9029245"/>
              <a:gd name="connsiteY1096" fmla="*/ 4288860 h 4294383"/>
              <a:gd name="connsiteX1097" fmla="*/ 8668099 w 9029245"/>
              <a:gd name="connsiteY1097" fmla="*/ 4288942 h 4294383"/>
              <a:gd name="connsiteX1098" fmla="*/ 8671053 w 9029245"/>
              <a:gd name="connsiteY1098" fmla="*/ 4288989 h 4294383"/>
              <a:gd name="connsiteX1099" fmla="*/ 8680145 w 9029245"/>
              <a:gd name="connsiteY1099" fmla="*/ 4289127 h 4294383"/>
              <a:gd name="connsiteX1100" fmla="*/ 8683101 w 9029245"/>
              <a:gd name="connsiteY1100" fmla="*/ 4289175 h 4294383"/>
              <a:gd name="connsiteX1101" fmla="*/ 8689156 w 9029245"/>
              <a:gd name="connsiteY1101" fmla="*/ 4289267 h 4294383"/>
              <a:gd name="connsiteX1102" fmla="*/ 8692129 w 9029245"/>
              <a:gd name="connsiteY1102" fmla="*/ 4289313 h 4294383"/>
              <a:gd name="connsiteX1103" fmla="*/ 8701204 w 9029245"/>
              <a:gd name="connsiteY1103" fmla="*/ 4289440 h 4294383"/>
              <a:gd name="connsiteX1104" fmla="*/ 8704177 w 9029245"/>
              <a:gd name="connsiteY1104" fmla="*/ 4289488 h 4294383"/>
              <a:gd name="connsiteX1105" fmla="*/ 8710232 w 9029245"/>
              <a:gd name="connsiteY1105" fmla="*/ 4289580 h 4294383"/>
              <a:gd name="connsiteX1106" fmla="*/ 8713203 w 9029245"/>
              <a:gd name="connsiteY1106" fmla="*/ 4289626 h 4294383"/>
              <a:gd name="connsiteX1107" fmla="*/ 8722280 w 9029245"/>
              <a:gd name="connsiteY1107" fmla="*/ 4289766 h 4294383"/>
              <a:gd name="connsiteX1108" fmla="*/ 8725251 w 9029245"/>
              <a:gd name="connsiteY1108" fmla="*/ 4289812 h 4294383"/>
              <a:gd name="connsiteX1109" fmla="*/ 8728269 w 9029245"/>
              <a:gd name="connsiteY1109" fmla="*/ 4289859 h 4294383"/>
              <a:gd name="connsiteX1110" fmla="*/ 8731308 w 9029245"/>
              <a:gd name="connsiteY1110" fmla="*/ 4289859 h 4294383"/>
              <a:gd name="connsiteX1111" fmla="*/ 8734262 w 9029245"/>
              <a:gd name="connsiteY1111" fmla="*/ 4289893 h 4294383"/>
              <a:gd name="connsiteX1112" fmla="*/ 8740317 w 9029245"/>
              <a:gd name="connsiteY1112" fmla="*/ 4289987 h 4294383"/>
              <a:gd name="connsiteX1113" fmla="*/ 8743290 w 9029245"/>
              <a:gd name="connsiteY1113" fmla="*/ 4290033 h 4294383"/>
              <a:gd name="connsiteX1114" fmla="*/ 8749345 w 9029245"/>
              <a:gd name="connsiteY1114" fmla="*/ 4290126 h 4294383"/>
              <a:gd name="connsiteX1115" fmla="*/ 8752365 w 9029245"/>
              <a:gd name="connsiteY1115" fmla="*/ 4290126 h 4294383"/>
              <a:gd name="connsiteX1116" fmla="*/ 8755336 w 9029245"/>
              <a:gd name="connsiteY1116" fmla="*/ 4290172 h 4294383"/>
              <a:gd name="connsiteX1117" fmla="*/ 8761393 w 9029245"/>
              <a:gd name="connsiteY1117" fmla="*/ 4290264 h 4294383"/>
              <a:gd name="connsiteX1118" fmla="*/ 8764363 w 9029245"/>
              <a:gd name="connsiteY1118" fmla="*/ 4290312 h 4294383"/>
              <a:gd name="connsiteX1119" fmla="*/ 8767384 w 9029245"/>
              <a:gd name="connsiteY1119" fmla="*/ 4290312 h 4294383"/>
              <a:gd name="connsiteX1120" fmla="*/ 8773439 w 9029245"/>
              <a:gd name="connsiteY1120" fmla="*/ 4290392 h 4294383"/>
              <a:gd name="connsiteX1121" fmla="*/ 8776411 w 9029245"/>
              <a:gd name="connsiteY1121" fmla="*/ 4290439 h 4294383"/>
              <a:gd name="connsiteX1122" fmla="*/ 8779432 w 9029245"/>
              <a:gd name="connsiteY1122" fmla="*/ 4290439 h 4294383"/>
              <a:gd name="connsiteX1123" fmla="*/ 8782467 w 9029245"/>
              <a:gd name="connsiteY1123" fmla="*/ 4290485 h 4294383"/>
              <a:gd name="connsiteX1124" fmla="*/ 8785423 w 9029245"/>
              <a:gd name="connsiteY1124" fmla="*/ 4290531 h 4294383"/>
              <a:gd name="connsiteX1125" fmla="*/ 8788459 w 9029245"/>
              <a:gd name="connsiteY1125" fmla="*/ 4290577 h 4294383"/>
              <a:gd name="connsiteX1126" fmla="*/ 8791478 w 9029245"/>
              <a:gd name="connsiteY1126" fmla="*/ 4290577 h 4294383"/>
              <a:gd name="connsiteX1127" fmla="*/ 8794515 w 9029245"/>
              <a:gd name="connsiteY1127" fmla="*/ 4290625 h 4294383"/>
              <a:gd name="connsiteX1128" fmla="*/ 8797471 w 9029245"/>
              <a:gd name="connsiteY1128" fmla="*/ 4290671 h 4294383"/>
              <a:gd name="connsiteX1129" fmla="*/ 8800505 w 9029245"/>
              <a:gd name="connsiteY1129" fmla="*/ 4290717 h 4294383"/>
              <a:gd name="connsiteX1130" fmla="*/ 8803526 w 9029245"/>
              <a:gd name="connsiteY1130" fmla="*/ 4290717 h 4294383"/>
              <a:gd name="connsiteX1131" fmla="*/ 8806499 w 9029245"/>
              <a:gd name="connsiteY1131" fmla="*/ 4290763 h 4294383"/>
              <a:gd name="connsiteX1132" fmla="*/ 8809517 w 9029245"/>
              <a:gd name="connsiteY1132" fmla="*/ 4290810 h 4294383"/>
              <a:gd name="connsiteX1133" fmla="*/ 8812553 w 9029245"/>
              <a:gd name="connsiteY1133" fmla="*/ 4290810 h 4294383"/>
              <a:gd name="connsiteX1134" fmla="*/ 8815574 w 9029245"/>
              <a:gd name="connsiteY1134" fmla="*/ 4290845 h 4294383"/>
              <a:gd name="connsiteX1135" fmla="*/ 8818545 w 9029245"/>
              <a:gd name="connsiteY1135" fmla="*/ 4290892 h 4294383"/>
              <a:gd name="connsiteX1136" fmla="*/ 8821581 w 9029245"/>
              <a:gd name="connsiteY1136" fmla="*/ 4290892 h 4294383"/>
              <a:gd name="connsiteX1137" fmla="*/ 8824602 w 9029245"/>
              <a:gd name="connsiteY1137" fmla="*/ 4290938 h 4294383"/>
              <a:gd name="connsiteX1138" fmla="*/ 8827572 w 9029245"/>
              <a:gd name="connsiteY1138" fmla="*/ 4290984 h 4294383"/>
              <a:gd name="connsiteX1139" fmla="*/ 8830593 w 9029245"/>
              <a:gd name="connsiteY1139" fmla="*/ 4290984 h 4294383"/>
              <a:gd name="connsiteX1140" fmla="*/ 8836648 w 9029245"/>
              <a:gd name="connsiteY1140" fmla="*/ 4291078 h 4294383"/>
              <a:gd name="connsiteX1141" fmla="*/ 8839621 w 9029245"/>
              <a:gd name="connsiteY1141" fmla="*/ 4291078 h 4294383"/>
              <a:gd name="connsiteX1142" fmla="*/ 8842641 w 9029245"/>
              <a:gd name="connsiteY1142" fmla="*/ 4291124 h 4294383"/>
              <a:gd name="connsiteX1143" fmla="*/ 8845675 w 9029245"/>
              <a:gd name="connsiteY1143" fmla="*/ 4291124 h 4294383"/>
              <a:gd name="connsiteX1144" fmla="*/ 8848632 w 9029245"/>
              <a:gd name="connsiteY1144" fmla="*/ 4291170 h 4294383"/>
              <a:gd name="connsiteX1145" fmla="*/ 8851669 w 9029245"/>
              <a:gd name="connsiteY1145" fmla="*/ 4291216 h 4294383"/>
              <a:gd name="connsiteX1146" fmla="*/ 8854687 w 9029245"/>
              <a:gd name="connsiteY1146" fmla="*/ 4291216 h 4294383"/>
              <a:gd name="connsiteX1147" fmla="*/ 8857723 w 9029245"/>
              <a:gd name="connsiteY1147" fmla="*/ 4291263 h 4294383"/>
              <a:gd name="connsiteX1148" fmla="*/ 8860680 w 9029245"/>
              <a:gd name="connsiteY1148" fmla="*/ 4291263 h 4294383"/>
              <a:gd name="connsiteX1149" fmla="*/ 8866735 w 9029245"/>
              <a:gd name="connsiteY1149" fmla="*/ 4291343 h 4294383"/>
              <a:gd name="connsiteX1150" fmla="*/ 8869707 w 9029245"/>
              <a:gd name="connsiteY1150" fmla="*/ 4291343 h 4294383"/>
              <a:gd name="connsiteX1151" fmla="*/ 8872726 w 9029245"/>
              <a:gd name="connsiteY1151" fmla="*/ 4291391 h 4294383"/>
              <a:gd name="connsiteX1152" fmla="*/ 8875763 w 9029245"/>
              <a:gd name="connsiteY1152" fmla="*/ 4291391 h 4294383"/>
              <a:gd name="connsiteX1153" fmla="*/ 8878733 w 9029245"/>
              <a:gd name="connsiteY1153" fmla="*/ 4291437 h 4294383"/>
              <a:gd name="connsiteX1154" fmla="*/ 8881753 w 9029245"/>
              <a:gd name="connsiteY1154" fmla="*/ 4291437 h 4294383"/>
              <a:gd name="connsiteX1155" fmla="*/ 8884790 w 9029245"/>
              <a:gd name="connsiteY1155" fmla="*/ 4291483 h 4294383"/>
              <a:gd name="connsiteX1156" fmla="*/ 8887809 w 9029245"/>
              <a:gd name="connsiteY1156" fmla="*/ 4291483 h 4294383"/>
              <a:gd name="connsiteX1157" fmla="*/ 8890781 w 9029245"/>
              <a:gd name="connsiteY1157" fmla="*/ 4291529 h 4294383"/>
              <a:gd name="connsiteX1158" fmla="*/ 8893799 w 9029245"/>
              <a:gd name="connsiteY1158" fmla="*/ 4291529 h 4294383"/>
              <a:gd name="connsiteX1159" fmla="*/ 8896836 w 9029245"/>
              <a:gd name="connsiteY1159" fmla="*/ 4291576 h 4294383"/>
              <a:gd name="connsiteX1160" fmla="*/ 8899793 w 9029245"/>
              <a:gd name="connsiteY1160" fmla="*/ 4291576 h 4294383"/>
              <a:gd name="connsiteX1161" fmla="*/ 8902827 w 9029245"/>
              <a:gd name="connsiteY1161" fmla="*/ 4291622 h 4294383"/>
              <a:gd name="connsiteX1162" fmla="*/ 8905847 w 9029245"/>
              <a:gd name="connsiteY1162" fmla="*/ 4291622 h 4294383"/>
              <a:gd name="connsiteX1163" fmla="*/ 8908884 w 9029245"/>
              <a:gd name="connsiteY1163" fmla="*/ 4291668 h 4294383"/>
              <a:gd name="connsiteX1164" fmla="*/ 8911839 w 9029245"/>
              <a:gd name="connsiteY1164" fmla="*/ 4291668 h 4294383"/>
              <a:gd name="connsiteX1165" fmla="*/ 8914875 w 9029245"/>
              <a:gd name="connsiteY1165" fmla="*/ 4291714 h 4294383"/>
              <a:gd name="connsiteX1166" fmla="*/ 8917895 w 9029245"/>
              <a:gd name="connsiteY1166" fmla="*/ 4291714 h 4294383"/>
              <a:gd name="connsiteX1167" fmla="*/ 8920866 w 9029245"/>
              <a:gd name="connsiteY1167" fmla="*/ 4291762 h 4294383"/>
              <a:gd name="connsiteX1168" fmla="*/ 8923887 w 9029245"/>
              <a:gd name="connsiteY1168" fmla="*/ 4291762 h 4294383"/>
              <a:gd name="connsiteX1169" fmla="*/ 8926923 w 9029245"/>
              <a:gd name="connsiteY1169" fmla="*/ 4291808 h 4294383"/>
              <a:gd name="connsiteX1170" fmla="*/ 8929944 w 9029245"/>
              <a:gd name="connsiteY1170" fmla="*/ 4291808 h 4294383"/>
              <a:gd name="connsiteX1171" fmla="*/ 8932914 w 9029245"/>
              <a:gd name="connsiteY1171" fmla="*/ 4291843 h 4294383"/>
              <a:gd name="connsiteX1172" fmla="*/ 8935951 w 9029245"/>
              <a:gd name="connsiteY1172" fmla="*/ 4291843 h 4294383"/>
              <a:gd name="connsiteX1173" fmla="*/ 8938969 w 9029245"/>
              <a:gd name="connsiteY1173" fmla="*/ 4291889 h 4294383"/>
              <a:gd name="connsiteX1174" fmla="*/ 8941942 w 9029245"/>
              <a:gd name="connsiteY1174" fmla="*/ 4291889 h 4294383"/>
              <a:gd name="connsiteX1175" fmla="*/ 8944963 w 9029245"/>
              <a:gd name="connsiteY1175" fmla="*/ 4291935 h 4294383"/>
              <a:gd name="connsiteX1176" fmla="*/ 8947997 w 9029245"/>
              <a:gd name="connsiteY1176" fmla="*/ 4291935 h 4294383"/>
              <a:gd name="connsiteX1177" fmla="*/ 8951017 w 9029245"/>
              <a:gd name="connsiteY1177" fmla="*/ 4291981 h 4294383"/>
              <a:gd name="connsiteX1178" fmla="*/ 8957009 w 9029245"/>
              <a:gd name="connsiteY1178" fmla="*/ 4291981 h 4294383"/>
              <a:gd name="connsiteX1179" fmla="*/ 8960045 w 9029245"/>
              <a:gd name="connsiteY1179" fmla="*/ 4292029 h 4294383"/>
              <a:gd name="connsiteX1180" fmla="*/ 8963001 w 9029245"/>
              <a:gd name="connsiteY1180" fmla="*/ 4292029 h 4294383"/>
              <a:gd name="connsiteX1181" fmla="*/ 8966036 w 9029245"/>
              <a:gd name="connsiteY1181" fmla="*/ 4292075 h 4294383"/>
              <a:gd name="connsiteX1182" fmla="*/ 8972093 w 9029245"/>
              <a:gd name="connsiteY1182" fmla="*/ 4292075 h 4294383"/>
              <a:gd name="connsiteX1183" fmla="*/ 8975047 w 9029245"/>
              <a:gd name="connsiteY1183" fmla="*/ 4292121 h 4294383"/>
              <a:gd name="connsiteX1184" fmla="*/ 8978084 w 9029245"/>
              <a:gd name="connsiteY1184" fmla="*/ 4292121 h 4294383"/>
              <a:gd name="connsiteX1185" fmla="*/ 8981105 w 9029245"/>
              <a:gd name="connsiteY1185" fmla="*/ 4292167 h 4294383"/>
              <a:gd name="connsiteX1186" fmla="*/ 8987112 w 9029245"/>
              <a:gd name="connsiteY1186" fmla="*/ 4292167 h 4294383"/>
              <a:gd name="connsiteX1187" fmla="*/ 8990132 w 9029245"/>
              <a:gd name="connsiteY1187" fmla="*/ 4292214 h 4294383"/>
              <a:gd name="connsiteX1188" fmla="*/ 8993103 w 9029245"/>
              <a:gd name="connsiteY1188" fmla="*/ 4292214 h 4294383"/>
              <a:gd name="connsiteX1189" fmla="*/ 8996123 w 9029245"/>
              <a:gd name="connsiteY1189" fmla="*/ 4292260 h 4294383"/>
              <a:gd name="connsiteX1190" fmla="*/ 9002178 w 9029245"/>
              <a:gd name="connsiteY1190" fmla="*/ 4292260 h 4294383"/>
              <a:gd name="connsiteX1191" fmla="*/ 9005151 w 9029245"/>
              <a:gd name="connsiteY1191" fmla="*/ 4292306 h 4294383"/>
              <a:gd name="connsiteX1192" fmla="*/ 9011206 w 9029245"/>
              <a:gd name="connsiteY1192" fmla="*/ 4292306 h 4294383"/>
              <a:gd name="connsiteX1193" fmla="*/ 9014162 w 9029245"/>
              <a:gd name="connsiteY1193" fmla="*/ 4292342 h 4294383"/>
              <a:gd name="connsiteX1194" fmla="*/ 9020217 w 9029245"/>
              <a:gd name="connsiteY1194" fmla="*/ 4292342 h 4294383"/>
              <a:gd name="connsiteX1195" fmla="*/ 9023254 w 9029245"/>
              <a:gd name="connsiteY1195" fmla="*/ 4292388 h 4294383"/>
              <a:gd name="connsiteX1196" fmla="*/ 9026208 w 9029245"/>
              <a:gd name="connsiteY1196" fmla="*/ 4292388 h 4294383"/>
              <a:gd name="connsiteX1197" fmla="*/ 9029245 w 9029245"/>
              <a:gd name="connsiteY1197" fmla="*/ 4293838 h 4294383"/>
              <a:gd name="connsiteX1198" fmla="*/ 5646270 w 9029245"/>
              <a:gd name="connsiteY1198" fmla="*/ 4293838 h 4294383"/>
              <a:gd name="connsiteX1199" fmla="*/ 5646274 w 9029245"/>
              <a:gd name="connsiteY1199" fmla="*/ 4290847 h 4294383"/>
              <a:gd name="connsiteX1200" fmla="*/ 5643247 w 9029245"/>
              <a:gd name="connsiteY1200" fmla="*/ 4290847 h 4294383"/>
              <a:gd name="connsiteX1201" fmla="*/ 5643250 w 9029245"/>
              <a:gd name="connsiteY1201" fmla="*/ 4293838 h 4294383"/>
              <a:gd name="connsiteX1202" fmla="*/ 3388966 w 9029245"/>
              <a:gd name="connsiteY1202" fmla="*/ 4293838 h 4294383"/>
              <a:gd name="connsiteX1203" fmla="*/ 3388969 w 9029245"/>
              <a:gd name="connsiteY1203" fmla="*/ 4291392 h 4294383"/>
              <a:gd name="connsiteX1204" fmla="*/ 3382970 w 9029245"/>
              <a:gd name="connsiteY1204" fmla="*/ 4291392 h 4294383"/>
              <a:gd name="connsiteX1205" fmla="*/ 3382973 w 9029245"/>
              <a:gd name="connsiteY1205" fmla="*/ 4294383 h 4294383"/>
              <a:gd name="connsiteX1206" fmla="*/ 0 w 9029245"/>
              <a:gd name="connsiteY1206" fmla="*/ 4294383 h 4294383"/>
              <a:gd name="connsiteX1207" fmla="*/ 3029 w 9029245"/>
              <a:gd name="connsiteY1207" fmla="*/ 4292933 h 4294383"/>
              <a:gd name="connsiteX1208" fmla="*/ 5993 w 9029245"/>
              <a:gd name="connsiteY1208" fmla="*/ 4292933 h 4294383"/>
              <a:gd name="connsiteX1209" fmla="*/ 9022 w 9029245"/>
              <a:gd name="connsiteY1209" fmla="*/ 4292887 h 4294383"/>
              <a:gd name="connsiteX1210" fmla="*/ 15077 w 9029245"/>
              <a:gd name="connsiteY1210" fmla="*/ 4292887 h 4294383"/>
              <a:gd name="connsiteX1211" fmla="*/ 18041 w 9029245"/>
              <a:gd name="connsiteY1211" fmla="*/ 4292851 h 4294383"/>
              <a:gd name="connsiteX1212" fmla="*/ 24098 w 9029245"/>
              <a:gd name="connsiteY1212" fmla="*/ 4292851 h 4294383"/>
              <a:gd name="connsiteX1213" fmla="*/ 27063 w 9029245"/>
              <a:gd name="connsiteY1213" fmla="*/ 4292805 h 4294383"/>
              <a:gd name="connsiteX1214" fmla="*/ 33120 w 9029245"/>
              <a:gd name="connsiteY1214" fmla="*/ 4292805 h 4294383"/>
              <a:gd name="connsiteX1215" fmla="*/ 36147 w 9029245"/>
              <a:gd name="connsiteY1215" fmla="*/ 4292759 h 4294383"/>
              <a:gd name="connsiteX1216" fmla="*/ 39113 w 9029245"/>
              <a:gd name="connsiteY1216" fmla="*/ 4292759 h 4294383"/>
              <a:gd name="connsiteX1217" fmla="*/ 42139 w 9029245"/>
              <a:gd name="connsiteY1217" fmla="*/ 4292712 h 4294383"/>
              <a:gd name="connsiteX1218" fmla="*/ 48133 w 9029245"/>
              <a:gd name="connsiteY1218" fmla="*/ 4292712 h 4294383"/>
              <a:gd name="connsiteX1219" fmla="*/ 51161 w 9029245"/>
              <a:gd name="connsiteY1219" fmla="*/ 4292666 h 4294383"/>
              <a:gd name="connsiteX1220" fmla="*/ 54190 w 9029245"/>
              <a:gd name="connsiteY1220" fmla="*/ 4292666 h 4294383"/>
              <a:gd name="connsiteX1221" fmla="*/ 57154 w 9029245"/>
              <a:gd name="connsiteY1221" fmla="*/ 4292620 h 4294383"/>
              <a:gd name="connsiteX1222" fmla="*/ 63211 w 9029245"/>
              <a:gd name="connsiteY1222" fmla="*/ 4292620 h 4294383"/>
              <a:gd name="connsiteX1223" fmla="*/ 66238 w 9029245"/>
              <a:gd name="connsiteY1223" fmla="*/ 4292574 h 4294383"/>
              <a:gd name="connsiteX1224" fmla="*/ 69202 w 9029245"/>
              <a:gd name="connsiteY1224" fmla="*/ 4292574 h 4294383"/>
              <a:gd name="connsiteX1225" fmla="*/ 72231 w 9029245"/>
              <a:gd name="connsiteY1225" fmla="*/ 4292526 h 4294383"/>
              <a:gd name="connsiteX1226" fmla="*/ 78222 w 9029245"/>
              <a:gd name="connsiteY1226" fmla="*/ 4292526 h 4294383"/>
              <a:gd name="connsiteX1227" fmla="*/ 81250 w 9029245"/>
              <a:gd name="connsiteY1227" fmla="*/ 4292480 h 4294383"/>
              <a:gd name="connsiteX1228" fmla="*/ 84279 w 9029245"/>
              <a:gd name="connsiteY1228" fmla="*/ 4292480 h 4294383"/>
              <a:gd name="connsiteX1229" fmla="*/ 87307 w 9029245"/>
              <a:gd name="connsiteY1229" fmla="*/ 4292434 h 4294383"/>
              <a:gd name="connsiteX1230" fmla="*/ 90272 w 9029245"/>
              <a:gd name="connsiteY1230" fmla="*/ 4292434 h 4294383"/>
              <a:gd name="connsiteX1231" fmla="*/ 93300 w 9029245"/>
              <a:gd name="connsiteY1231" fmla="*/ 4292388 h 4294383"/>
              <a:gd name="connsiteX1232" fmla="*/ 96327 w 9029245"/>
              <a:gd name="connsiteY1232" fmla="*/ 4292388 h 4294383"/>
              <a:gd name="connsiteX1233" fmla="*/ 99293 w 9029245"/>
              <a:gd name="connsiteY1233" fmla="*/ 4292353 h 4294383"/>
              <a:gd name="connsiteX1234" fmla="*/ 102320 w 9029245"/>
              <a:gd name="connsiteY1234" fmla="*/ 4292353 h 4294383"/>
              <a:gd name="connsiteX1235" fmla="*/ 105348 w 9029245"/>
              <a:gd name="connsiteY1235" fmla="*/ 4292307 h 4294383"/>
              <a:gd name="connsiteX1236" fmla="*/ 108377 w 9029245"/>
              <a:gd name="connsiteY1236" fmla="*/ 4292307 h 4294383"/>
              <a:gd name="connsiteX1237" fmla="*/ 111341 w 9029245"/>
              <a:gd name="connsiteY1237" fmla="*/ 4292259 h 4294383"/>
              <a:gd name="connsiteX1238" fmla="*/ 114370 w 9029245"/>
              <a:gd name="connsiteY1238" fmla="*/ 4292259 h 4294383"/>
              <a:gd name="connsiteX1239" fmla="*/ 117399 w 9029245"/>
              <a:gd name="connsiteY1239" fmla="*/ 4292213 h 4294383"/>
              <a:gd name="connsiteX1240" fmla="*/ 120363 w 9029245"/>
              <a:gd name="connsiteY1240" fmla="*/ 4292213 h 4294383"/>
              <a:gd name="connsiteX1241" fmla="*/ 123392 w 9029245"/>
              <a:gd name="connsiteY1241" fmla="*/ 4292167 h 4294383"/>
              <a:gd name="connsiteX1242" fmla="*/ 126418 w 9029245"/>
              <a:gd name="connsiteY1242" fmla="*/ 4292167 h 4294383"/>
              <a:gd name="connsiteX1243" fmla="*/ 129447 w 9029245"/>
              <a:gd name="connsiteY1243" fmla="*/ 4292121 h 4294383"/>
              <a:gd name="connsiteX1244" fmla="*/ 132411 w 9029245"/>
              <a:gd name="connsiteY1244" fmla="*/ 4292121 h 4294383"/>
              <a:gd name="connsiteX1245" fmla="*/ 135440 w 9029245"/>
              <a:gd name="connsiteY1245" fmla="*/ 4292074 h 4294383"/>
              <a:gd name="connsiteX1246" fmla="*/ 138468 w 9029245"/>
              <a:gd name="connsiteY1246" fmla="*/ 4292074 h 4294383"/>
              <a:gd name="connsiteX1247" fmla="*/ 141433 w 9029245"/>
              <a:gd name="connsiteY1247" fmla="*/ 4292028 h 4294383"/>
              <a:gd name="connsiteX1248" fmla="*/ 144461 w 9029245"/>
              <a:gd name="connsiteY1248" fmla="*/ 4292028 h 4294383"/>
              <a:gd name="connsiteX1249" fmla="*/ 147488 w 9029245"/>
              <a:gd name="connsiteY1249" fmla="*/ 4291982 h 4294383"/>
              <a:gd name="connsiteX1250" fmla="*/ 150516 w 9029245"/>
              <a:gd name="connsiteY1250" fmla="*/ 4291982 h 4294383"/>
              <a:gd name="connsiteX1251" fmla="*/ 153481 w 9029245"/>
              <a:gd name="connsiteY1251" fmla="*/ 4291936 h 4294383"/>
              <a:gd name="connsiteX1252" fmla="*/ 156509 w 9029245"/>
              <a:gd name="connsiteY1252" fmla="*/ 4291936 h 4294383"/>
              <a:gd name="connsiteX1253" fmla="*/ 159538 w 9029245"/>
              <a:gd name="connsiteY1253" fmla="*/ 4291888 h 4294383"/>
              <a:gd name="connsiteX1254" fmla="*/ 162502 w 9029245"/>
              <a:gd name="connsiteY1254" fmla="*/ 4291888 h 4294383"/>
              <a:gd name="connsiteX1255" fmla="*/ 168559 w 9029245"/>
              <a:gd name="connsiteY1255" fmla="*/ 4291808 h 4294383"/>
              <a:gd name="connsiteX1256" fmla="*/ 171586 w 9029245"/>
              <a:gd name="connsiteY1256" fmla="*/ 4291808 h 4294383"/>
              <a:gd name="connsiteX1257" fmla="*/ 174552 w 9029245"/>
              <a:gd name="connsiteY1257" fmla="*/ 4291761 h 4294383"/>
              <a:gd name="connsiteX1258" fmla="*/ 177579 w 9029245"/>
              <a:gd name="connsiteY1258" fmla="*/ 4291761 h 4294383"/>
              <a:gd name="connsiteX1259" fmla="*/ 180607 w 9029245"/>
              <a:gd name="connsiteY1259" fmla="*/ 4291715 h 4294383"/>
              <a:gd name="connsiteX1260" fmla="*/ 183572 w 9029245"/>
              <a:gd name="connsiteY1260" fmla="*/ 4291669 h 4294383"/>
              <a:gd name="connsiteX1261" fmla="*/ 186600 w 9029245"/>
              <a:gd name="connsiteY1261" fmla="*/ 4291669 h 4294383"/>
              <a:gd name="connsiteX1262" fmla="*/ 189629 w 9029245"/>
              <a:gd name="connsiteY1262" fmla="*/ 4291623 h 4294383"/>
              <a:gd name="connsiteX1263" fmla="*/ 192594 w 9029245"/>
              <a:gd name="connsiteY1263" fmla="*/ 4291623 h 4294383"/>
              <a:gd name="connsiteX1264" fmla="*/ 198651 w 9029245"/>
              <a:gd name="connsiteY1264" fmla="*/ 4291529 h 4294383"/>
              <a:gd name="connsiteX1265" fmla="*/ 201677 w 9029245"/>
              <a:gd name="connsiteY1265" fmla="*/ 4291529 h 4294383"/>
              <a:gd name="connsiteX1266" fmla="*/ 204644 w 9029245"/>
              <a:gd name="connsiteY1266" fmla="*/ 4291483 h 4294383"/>
              <a:gd name="connsiteX1267" fmla="*/ 207670 w 9029245"/>
              <a:gd name="connsiteY1267" fmla="*/ 4291437 h 4294383"/>
              <a:gd name="connsiteX1268" fmla="*/ 210699 w 9029245"/>
              <a:gd name="connsiteY1268" fmla="*/ 4291437 h 4294383"/>
              <a:gd name="connsiteX1269" fmla="*/ 213663 w 9029245"/>
              <a:gd name="connsiteY1269" fmla="*/ 4291390 h 4294383"/>
              <a:gd name="connsiteX1270" fmla="*/ 216692 w 9029245"/>
              <a:gd name="connsiteY1270" fmla="*/ 4291355 h 4294383"/>
              <a:gd name="connsiteX1271" fmla="*/ 219720 w 9029245"/>
              <a:gd name="connsiteY1271" fmla="*/ 4291355 h 4294383"/>
              <a:gd name="connsiteX1272" fmla="*/ 222749 w 9029245"/>
              <a:gd name="connsiteY1272" fmla="*/ 4291308 h 4294383"/>
              <a:gd name="connsiteX1273" fmla="*/ 225713 w 9029245"/>
              <a:gd name="connsiteY1273" fmla="*/ 4291262 h 4294383"/>
              <a:gd name="connsiteX1274" fmla="*/ 228742 w 9029245"/>
              <a:gd name="connsiteY1274" fmla="*/ 4291262 h 4294383"/>
              <a:gd name="connsiteX1275" fmla="*/ 231768 w 9029245"/>
              <a:gd name="connsiteY1275" fmla="*/ 4291216 h 4294383"/>
              <a:gd name="connsiteX1276" fmla="*/ 234733 w 9029245"/>
              <a:gd name="connsiteY1276" fmla="*/ 4291170 h 4294383"/>
              <a:gd name="connsiteX1277" fmla="*/ 237761 w 9029245"/>
              <a:gd name="connsiteY1277" fmla="*/ 4291122 h 4294383"/>
              <a:gd name="connsiteX1278" fmla="*/ 240788 w 9029245"/>
              <a:gd name="connsiteY1278" fmla="*/ 4291122 h 4294383"/>
              <a:gd name="connsiteX1279" fmla="*/ 243818 w 9029245"/>
              <a:gd name="connsiteY1279" fmla="*/ 4291076 h 4294383"/>
              <a:gd name="connsiteX1280" fmla="*/ 246781 w 9029245"/>
              <a:gd name="connsiteY1280" fmla="*/ 4291030 h 4294383"/>
              <a:gd name="connsiteX1281" fmla="*/ 249809 w 9029245"/>
              <a:gd name="connsiteY1281" fmla="*/ 4290984 h 4294383"/>
              <a:gd name="connsiteX1282" fmla="*/ 252838 w 9029245"/>
              <a:gd name="connsiteY1282" fmla="*/ 4290984 h 4294383"/>
              <a:gd name="connsiteX1283" fmla="*/ 255802 w 9029245"/>
              <a:gd name="connsiteY1283" fmla="*/ 4290937 h 4294383"/>
              <a:gd name="connsiteX1284" fmla="*/ 261858 w 9029245"/>
              <a:gd name="connsiteY1284" fmla="*/ 4290857 h 4294383"/>
              <a:gd name="connsiteX1285" fmla="*/ 264886 w 9029245"/>
              <a:gd name="connsiteY1285" fmla="*/ 4290857 h 4294383"/>
              <a:gd name="connsiteX1286" fmla="*/ 267850 w 9029245"/>
              <a:gd name="connsiteY1286" fmla="*/ 4290809 h 4294383"/>
              <a:gd name="connsiteX1287" fmla="*/ 273908 w 9029245"/>
              <a:gd name="connsiteY1287" fmla="*/ 4290717 h 4294383"/>
              <a:gd name="connsiteX1288" fmla="*/ 276872 w 9029245"/>
              <a:gd name="connsiteY1288" fmla="*/ 4290671 h 4294383"/>
              <a:gd name="connsiteX1289" fmla="*/ 279901 w 9029245"/>
              <a:gd name="connsiteY1289" fmla="*/ 4290671 h 4294383"/>
              <a:gd name="connsiteX1290" fmla="*/ 285956 w 9029245"/>
              <a:gd name="connsiteY1290" fmla="*/ 4290578 h 4294383"/>
              <a:gd name="connsiteX1291" fmla="*/ 288922 w 9029245"/>
              <a:gd name="connsiteY1291" fmla="*/ 4290532 h 4294383"/>
              <a:gd name="connsiteX1292" fmla="*/ 294977 w 9029245"/>
              <a:gd name="connsiteY1292" fmla="*/ 4290438 h 4294383"/>
              <a:gd name="connsiteX1293" fmla="*/ 297942 w 9029245"/>
              <a:gd name="connsiteY1293" fmla="*/ 4290404 h 4294383"/>
              <a:gd name="connsiteX1294" fmla="*/ 300970 w 9029245"/>
              <a:gd name="connsiteY1294" fmla="*/ 4290404 h 4294383"/>
              <a:gd name="connsiteX1295" fmla="*/ 303999 w 9029245"/>
              <a:gd name="connsiteY1295" fmla="*/ 4290357 h 4294383"/>
              <a:gd name="connsiteX1296" fmla="*/ 306963 w 9029245"/>
              <a:gd name="connsiteY1296" fmla="*/ 4290311 h 4294383"/>
              <a:gd name="connsiteX1297" fmla="*/ 316047 w 9029245"/>
              <a:gd name="connsiteY1297" fmla="*/ 4290171 h 4294383"/>
              <a:gd name="connsiteX1298" fmla="*/ 319011 w 9029245"/>
              <a:gd name="connsiteY1298" fmla="*/ 4290125 h 4294383"/>
              <a:gd name="connsiteX1299" fmla="*/ 325068 w 9029245"/>
              <a:gd name="connsiteY1299" fmla="*/ 4290033 h 4294383"/>
              <a:gd name="connsiteX1300" fmla="*/ 328033 w 9029245"/>
              <a:gd name="connsiteY1300" fmla="*/ 4289985 h 4294383"/>
              <a:gd name="connsiteX1301" fmla="*/ 337117 w 9029245"/>
              <a:gd name="connsiteY1301" fmla="*/ 4289858 h 4294383"/>
              <a:gd name="connsiteX1302" fmla="*/ 340083 w 9029245"/>
              <a:gd name="connsiteY1302" fmla="*/ 4289812 h 4294383"/>
              <a:gd name="connsiteX1303" fmla="*/ 346138 w 9029245"/>
              <a:gd name="connsiteY1303" fmla="*/ 4289720 h 4294383"/>
              <a:gd name="connsiteX1304" fmla="*/ 349103 w 9029245"/>
              <a:gd name="connsiteY1304" fmla="*/ 4289672 h 4294383"/>
              <a:gd name="connsiteX1305" fmla="*/ 358188 w 9029245"/>
              <a:gd name="connsiteY1305" fmla="*/ 4289534 h 4294383"/>
              <a:gd name="connsiteX1306" fmla="*/ 361153 w 9029245"/>
              <a:gd name="connsiteY1306" fmla="*/ 4289487 h 4294383"/>
              <a:gd name="connsiteX1307" fmla="*/ 367208 w 9029245"/>
              <a:gd name="connsiteY1307" fmla="*/ 4289405 h 4294383"/>
              <a:gd name="connsiteX1308" fmla="*/ 370174 w 9029245"/>
              <a:gd name="connsiteY1308" fmla="*/ 4289359 h 4294383"/>
              <a:gd name="connsiteX1309" fmla="*/ 379258 w 9029245"/>
              <a:gd name="connsiteY1309" fmla="*/ 4289220 h 4294383"/>
              <a:gd name="connsiteX1310" fmla="*/ 382222 w 9029245"/>
              <a:gd name="connsiteY1310" fmla="*/ 4289174 h 4294383"/>
              <a:gd name="connsiteX1311" fmla="*/ 385251 w 9029245"/>
              <a:gd name="connsiteY1311" fmla="*/ 4289082 h 4294383"/>
              <a:gd name="connsiteX1312" fmla="*/ 388277 w 9029245"/>
              <a:gd name="connsiteY1312" fmla="*/ 4289034 h 4294383"/>
              <a:gd name="connsiteX1313" fmla="*/ 391244 w 9029245"/>
              <a:gd name="connsiteY1313" fmla="*/ 4288988 h 4294383"/>
              <a:gd name="connsiteX1314" fmla="*/ 400328 w 9029245"/>
              <a:gd name="connsiteY1314" fmla="*/ 4288860 h 4294383"/>
              <a:gd name="connsiteX1315" fmla="*/ 403292 w 9029245"/>
              <a:gd name="connsiteY1315" fmla="*/ 4288768 h 4294383"/>
              <a:gd name="connsiteX1316" fmla="*/ 409349 w 9029245"/>
              <a:gd name="connsiteY1316" fmla="*/ 4288675 h 4294383"/>
              <a:gd name="connsiteX1317" fmla="*/ 412312 w 9029245"/>
              <a:gd name="connsiteY1317" fmla="*/ 4288629 h 4294383"/>
              <a:gd name="connsiteX1318" fmla="*/ 415340 w 9029245"/>
              <a:gd name="connsiteY1318" fmla="*/ 4288583 h 4294383"/>
              <a:gd name="connsiteX1319" fmla="*/ 418369 w 9029245"/>
              <a:gd name="connsiteY1319" fmla="*/ 4288489 h 4294383"/>
              <a:gd name="connsiteX1320" fmla="*/ 421395 w 9029245"/>
              <a:gd name="connsiteY1320" fmla="*/ 4288454 h 4294383"/>
              <a:gd name="connsiteX1321" fmla="*/ 424362 w 9029245"/>
              <a:gd name="connsiteY1321" fmla="*/ 4288408 h 4294383"/>
              <a:gd name="connsiteX1322" fmla="*/ 427388 w 9029245"/>
              <a:gd name="connsiteY1322" fmla="*/ 4288316 h 4294383"/>
              <a:gd name="connsiteX1323" fmla="*/ 430417 w 9029245"/>
              <a:gd name="connsiteY1323" fmla="*/ 4288268 h 4294383"/>
              <a:gd name="connsiteX1324" fmla="*/ 433381 w 9029245"/>
              <a:gd name="connsiteY1324" fmla="*/ 4288222 h 4294383"/>
              <a:gd name="connsiteX1325" fmla="*/ 436410 w 9029245"/>
              <a:gd name="connsiteY1325" fmla="*/ 4288176 h 4294383"/>
              <a:gd name="connsiteX1326" fmla="*/ 439438 w 9029245"/>
              <a:gd name="connsiteY1326" fmla="*/ 4288083 h 4294383"/>
              <a:gd name="connsiteX1327" fmla="*/ 442403 w 9029245"/>
              <a:gd name="connsiteY1327" fmla="*/ 4288037 h 4294383"/>
              <a:gd name="connsiteX1328" fmla="*/ 445431 w 9029245"/>
              <a:gd name="connsiteY1328" fmla="*/ 4288003 h 4294383"/>
              <a:gd name="connsiteX1329" fmla="*/ 448458 w 9029245"/>
              <a:gd name="connsiteY1329" fmla="*/ 4287909 h 4294383"/>
              <a:gd name="connsiteX1330" fmla="*/ 451486 w 9029245"/>
              <a:gd name="connsiteY1330" fmla="*/ 4287863 h 4294383"/>
              <a:gd name="connsiteX1331" fmla="*/ 454451 w 9029245"/>
              <a:gd name="connsiteY1331" fmla="*/ 4287770 h 4294383"/>
              <a:gd name="connsiteX1332" fmla="*/ 460508 w 9029245"/>
              <a:gd name="connsiteY1332" fmla="*/ 4287678 h 4294383"/>
              <a:gd name="connsiteX1333" fmla="*/ 463472 w 9029245"/>
              <a:gd name="connsiteY1333" fmla="*/ 4287584 h 4294383"/>
              <a:gd name="connsiteX1334" fmla="*/ 466501 w 9029245"/>
              <a:gd name="connsiteY1334" fmla="*/ 4287538 h 4294383"/>
              <a:gd name="connsiteX1335" fmla="*/ 469530 w 9029245"/>
              <a:gd name="connsiteY1335" fmla="*/ 4287456 h 4294383"/>
              <a:gd name="connsiteX1336" fmla="*/ 472556 w 9029245"/>
              <a:gd name="connsiteY1336" fmla="*/ 4287410 h 4294383"/>
              <a:gd name="connsiteX1337" fmla="*/ 475522 w 9029245"/>
              <a:gd name="connsiteY1337" fmla="*/ 4287317 h 4294383"/>
              <a:gd name="connsiteX1338" fmla="*/ 478549 w 9029245"/>
              <a:gd name="connsiteY1338" fmla="*/ 4287271 h 4294383"/>
              <a:gd name="connsiteX1339" fmla="*/ 481577 w 9029245"/>
              <a:gd name="connsiteY1339" fmla="*/ 4287179 h 4294383"/>
              <a:gd name="connsiteX1340" fmla="*/ 484542 w 9029245"/>
              <a:gd name="connsiteY1340" fmla="*/ 4287131 h 4294383"/>
              <a:gd name="connsiteX1341" fmla="*/ 487570 w 9029245"/>
              <a:gd name="connsiteY1341" fmla="*/ 4287050 h 4294383"/>
              <a:gd name="connsiteX1342" fmla="*/ 490599 w 9029245"/>
              <a:gd name="connsiteY1342" fmla="*/ 4287004 h 4294383"/>
              <a:gd name="connsiteX1343" fmla="*/ 493628 w 9029245"/>
              <a:gd name="connsiteY1343" fmla="*/ 4286912 h 4294383"/>
              <a:gd name="connsiteX1344" fmla="*/ 496592 w 9029245"/>
              <a:gd name="connsiteY1344" fmla="*/ 4286864 h 4294383"/>
              <a:gd name="connsiteX1345" fmla="*/ 502647 w 9029245"/>
              <a:gd name="connsiteY1345" fmla="*/ 4286679 h 4294383"/>
              <a:gd name="connsiteX1346" fmla="*/ 505614 w 9029245"/>
              <a:gd name="connsiteY1346" fmla="*/ 4286633 h 4294383"/>
              <a:gd name="connsiteX1347" fmla="*/ 511669 w 9029245"/>
              <a:gd name="connsiteY1347" fmla="*/ 4286459 h 4294383"/>
              <a:gd name="connsiteX1348" fmla="*/ 514697 w 9029245"/>
              <a:gd name="connsiteY1348" fmla="*/ 4286413 h 4294383"/>
              <a:gd name="connsiteX1349" fmla="*/ 517662 w 9029245"/>
              <a:gd name="connsiteY1349" fmla="*/ 4286320 h 4294383"/>
              <a:gd name="connsiteX1350" fmla="*/ 520690 w 9029245"/>
              <a:gd name="connsiteY1350" fmla="*/ 4286228 h 4294383"/>
              <a:gd name="connsiteX1351" fmla="*/ 523717 w 9029245"/>
              <a:gd name="connsiteY1351" fmla="*/ 4286180 h 4294383"/>
              <a:gd name="connsiteX1352" fmla="*/ 526683 w 9029245"/>
              <a:gd name="connsiteY1352" fmla="*/ 4286088 h 4294383"/>
              <a:gd name="connsiteX1353" fmla="*/ 529710 w 9029245"/>
              <a:gd name="connsiteY1353" fmla="*/ 4286006 h 4294383"/>
              <a:gd name="connsiteX1354" fmla="*/ 532738 w 9029245"/>
              <a:gd name="connsiteY1354" fmla="*/ 4285960 h 4294383"/>
              <a:gd name="connsiteX1355" fmla="*/ 535767 w 9029245"/>
              <a:gd name="connsiteY1355" fmla="*/ 4285867 h 4294383"/>
              <a:gd name="connsiteX1356" fmla="*/ 538731 w 9029245"/>
              <a:gd name="connsiteY1356" fmla="*/ 4285775 h 4294383"/>
              <a:gd name="connsiteX1357" fmla="*/ 544789 w 9029245"/>
              <a:gd name="connsiteY1357" fmla="*/ 4285589 h 4294383"/>
              <a:gd name="connsiteX1358" fmla="*/ 547753 w 9029245"/>
              <a:gd name="connsiteY1358" fmla="*/ 4285554 h 4294383"/>
              <a:gd name="connsiteX1359" fmla="*/ 553808 w 9029245"/>
              <a:gd name="connsiteY1359" fmla="*/ 4285368 h 4294383"/>
              <a:gd name="connsiteX1360" fmla="*/ 556775 w 9029245"/>
              <a:gd name="connsiteY1360" fmla="*/ 4285276 h 4294383"/>
              <a:gd name="connsiteX1361" fmla="*/ 565858 w 9029245"/>
              <a:gd name="connsiteY1361" fmla="*/ 4285009 h 4294383"/>
              <a:gd name="connsiteX1362" fmla="*/ 568823 w 9029245"/>
              <a:gd name="connsiteY1362" fmla="*/ 4284915 h 4294383"/>
              <a:gd name="connsiteX1363" fmla="*/ 574880 w 9029245"/>
              <a:gd name="connsiteY1363" fmla="*/ 4284730 h 4294383"/>
              <a:gd name="connsiteX1364" fmla="*/ 577838 w 9029245"/>
              <a:gd name="connsiteY1364" fmla="*/ 4284638 h 4294383"/>
              <a:gd name="connsiteX1365" fmla="*/ 586930 w 9029245"/>
              <a:gd name="connsiteY1365" fmla="*/ 4284371 h 4294383"/>
              <a:gd name="connsiteX1366" fmla="*/ 589884 w 9029245"/>
              <a:gd name="connsiteY1366" fmla="*/ 4284277 h 4294383"/>
              <a:gd name="connsiteX1367" fmla="*/ 595941 w 9029245"/>
              <a:gd name="connsiteY1367" fmla="*/ 4284104 h 4294383"/>
              <a:gd name="connsiteX1368" fmla="*/ 598912 w 9029245"/>
              <a:gd name="connsiteY1368" fmla="*/ 4284010 h 4294383"/>
              <a:gd name="connsiteX1369" fmla="*/ 608003 w 9029245"/>
              <a:gd name="connsiteY1369" fmla="*/ 4283733 h 4294383"/>
              <a:gd name="connsiteX1370" fmla="*/ 610960 w 9029245"/>
              <a:gd name="connsiteY1370" fmla="*/ 4283605 h 4294383"/>
              <a:gd name="connsiteX1371" fmla="*/ 617015 w 9029245"/>
              <a:gd name="connsiteY1371" fmla="*/ 4283419 h 4294383"/>
              <a:gd name="connsiteX1372" fmla="*/ 619987 w 9029245"/>
              <a:gd name="connsiteY1372" fmla="*/ 4283326 h 4294383"/>
              <a:gd name="connsiteX1373" fmla="*/ 623008 w 9029245"/>
              <a:gd name="connsiteY1373" fmla="*/ 4283188 h 4294383"/>
              <a:gd name="connsiteX1374" fmla="*/ 629063 w 9029245"/>
              <a:gd name="connsiteY1374" fmla="*/ 4283013 h 4294383"/>
              <a:gd name="connsiteX1375" fmla="*/ 632034 w 9029245"/>
              <a:gd name="connsiteY1375" fmla="*/ 4282921 h 4294383"/>
              <a:gd name="connsiteX1376" fmla="*/ 635054 w 9029245"/>
              <a:gd name="connsiteY1376" fmla="*/ 4282781 h 4294383"/>
              <a:gd name="connsiteX1377" fmla="*/ 638091 w 9029245"/>
              <a:gd name="connsiteY1377" fmla="*/ 4282688 h 4294383"/>
              <a:gd name="connsiteX1378" fmla="*/ 641045 w 9029245"/>
              <a:gd name="connsiteY1378" fmla="*/ 4282560 h 4294383"/>
              <a:gd name="connsiteX1379" fmla="*/ 647102 w 9029245"/>
              <a:gd name="connsiteY1379" fmla="*/ 4282375 h 4294383"/>
              <a:gd name="connsiteX1380" fmla="*/ 650139 w 9029245"/>
              <a:gd name="connsiteY1380" fmla="*/ 4282237 h 4294383"/>
              <a:gd name="connsiteX1381" fmla="*/ 653093 w 9029245"/>
              <a:gd name="connsiteY1381" fmla="*/ 4282155 h 4294383"/>
              <a:gd name="connsiteX1382" fmla="*/ 656130 w 9029245"/>
              <a:gd name="connsiteY1382" fmla="*/ 4282015 h 4294383"/>
              <a:gd name="connsiteX1383" fmla="*/ 659165 w 9029245"/>
              <a:gd name="connsiteY1383" fmla="*/ 4281922 h 4294383"/>
              <a:gd name="connsiteX1384" fmla="*/ 662121 w 9029245"/>
              <a:gd name="connsiteY1384" fmla="*/ 4281784 h 4294383"/>
              <a:gd name="connsiteX1385" fmla="*/ 665157 w 9029245"/>
              <a:gd name="connsiteY1385" fmla="*/ 4281702 h 4294383"/>
              <a:gd name="connsiteX1386" fmla="*/ 668176 w 9029245"/>
              <a:gd name="connsiteY1386" fmla="*/ 4281563 h 4294383"/>
              <a:gd name="connsiteX1387" fmla="*/ 671212 w 9029245"/>
              <a:gd name="connsiteY1387" fmla="*/ 4281469 h 4294383"/>
              <a:gd name="connsiteX1388" fmla="*/ 674169 w 9029245"/>
              <a:gd name="connsiteY1388" fmla="*/ 4281331 h 4294383"/>
              <a:gd name="connsiteX1389" fmla="*/ 677204 w 9029245"/>
              <a:gd name="connsiteY1389" fmla="*/ 4281204 h 4294383"/>
              <a:gd name="connsiteX1390" fmla="*/ 680224 w 9029245"/>
              <a:gd name="connsiteY1390" fmla="*/ 4281110 h 4294383"/>
              <a:gd name="connsiteX1391" fmla="*/ 683196 w 9029245"/>
              <a:gd name="connsiteY1391" fmla="*/ 4280971 h 4294383"/>
              <a:gd name="connsiteX1392" fmla="*/ 686215 w 9029245"/>
              <a:gd name="connsiteY1392" fmla="*/ 4280832 h 4294383"/>
              <a:gd name="connsiteX1393" fmla="*/ 689251 w 9029245"/>
              <a:gd name="connsiteY1393" fmla="*/ 4280751 h 4294383"/>
              <a:gd name="connsiteX1394" fmla="*/ 692208 w 9029245"/>
              <a:gd name="connsiteY1394" fmla="*/ 4280611 h 4294383"/>
              <a:gd name="connsiteX1395" fmla="*/ 701300 w 9029245"/>
              <a:gd name="connsiteY1395" fmla="*/ 4280205 h 4294383"/>
              <a:gd name="connsiteX1396" fmla="*/ 704254 w 9029245"/>
              <a:gd name="connsiteY1396" fmla="*/ 4280113 h 4294383"/>
              <a:gd name="connsiteX1397" fmla="*/ 710311 w 9029245"/>
              <a:gd name="connsiteY1397" fmla="*/ 4279834 h 4294383"/>
              <a:gd name="connsiteX1398" fmla="*/ 713282 w 9029245"/>
              <a:gd name="connsiteY1398" fmla="*/ 4279706 h 4294383"/>
              <a:gd name="connsiteX1399" fmla="*/ 722373 w 9029245"/>
              <a:gd name="connsiteY1399" fmla="*/ 4279301 h 4294383"/>
              <a:gd name="connsiteX1400" fmla="*/ 725330 w 9029245"/>
              <a:gd name="connsiteY1400" fmla="*/ 4279161 h 4294383"/>
              <a:gd name="connsiteX1401" fmla="*/ 731385 w 9029245"/>
              <a:gd name="connsiteY1401" fmla="*/ 4278882 h 4294383"/>
              <a:gd name="connsiteX1402" fmla="*/ 734357 w 9029245"/>
              <a:gd name="connsiteY1402" fmla="*/ 4278755 h 4294383"/>
              <a:gd name="connsiteX1403" fmla="*/ 743433 w 9029245"/>
              <a:gd name="connsiteY1403" fmla="*/ 4278349 h 4294383"/>
              <a:gd name="connsiteX1404" fmla="*/ 746403 w 9029245"/>
              <a:gd name="connsiteY1404" fmla="*/ 4278164 h 4294383"/>
              <a:gd name="connsiteX1405" fmla="*/ 752460 w 9029245"/>
              <a:gd name="connsiteY1405" fmla="*/ 4277885 h 4294383"/>
              <a:gd name="connsiteX1406" fmla="*/ 755414 w 9029245"/>
              <a:gd name="connsiteY1406" fmla="*/ 4277757 h 4294383"/>
              <a:gd name="connsiteX1407" fmla="*/ 758451 w 9029245"/>
              <a:gd name="connsiteY1407" fmla="*/ 4277618 h 4294383"/>
              <a:gd name="connsiteX1408" fmla="*/ 761472 w 9029245"/>
              <a:gd name="connsiteY1408" fmla="*/ 4277432 h 4294383"/>
              <a:gd name="connsiteX1409" fmla="*/ 764506 w 9029245"/>
              <a:gd name="connsiteY1409" fmla="*/ 4277305 h 4294383"/>
              <a:gd name="connsiteX1410" fmla="*/ 767479 w 9029245"/>
              <a:gd name="connsiteY1410" fmla="*/ 4277165 h 4294383"/>
              <a:gd name="connsiteX1411" fmla="*/ 770500 w 9029245"/>
              <a:gd name="connsiteY1411" fmla="*/ 4276980 h 4294383"/>
              <a:gd name="connsiteX1412" fmla="*/ 773534 w 9029245"/>
              <a:gd name="connsiteY1412" fmla="*/ 4276852 h 4294383"/>
              <a:gd name="connsiteX1413" fmla="*/ 776490 w 9029245"/>
              <a:gd name="connsiteY1413" fmla="*/ 4276666 h 4294383"/>
              <a:gd name="connsiteX1414" fmla="*/ 779525 w 9029245"/>
              <a:gd name="connsiteY1414" fmla="*/ 4276527 h 4294383"/>
              <a:gd name="connsiteX1415" fmla="*/ 782546 w 9029245"/>
              <a:gd name="connsiteY1415" fmla="*/ 4276353 h 4294383"/>
              <a:gd name="connsiteX1416" fmla="*/ 785582 w 9029245"/>
              <a:gd name="connsiteY1416" fmla="*/ 4276214 h 4294383"/>
              <a:gd name="connsiteX1417" fmla="*/ 788539 w 9029245"/>
              <a:gd name="connsiteY1417" fmla="*/ 4276028 h 4294383"/>
              <a:gd name="connsiteX1418" fmla="*/ 791573 w 9029245"/>
              <a:gd name="connsiteY1418" fmla="*/ 4275901 h 4294383"/>
              <a:gd name="connsiteX1419" fmla="*/ 794594 w 9029245"/>
              <a:gd name="connsiteY1419" fmla="*/ 4275715 h 4294383"/>
              <a:gd name="connsiteX1420" fmla="*/ 797564 w 9029245"/>
              <a:gd name="connsiteY1420" fmla="*/ 4275529 h 4294383"/>
              <a:gd name="connsiteX1421" fmla="*/ 800584 w 9029245"/>
              <a:gd name="connsiteY1421" fmla="*/ 4275402 h 4294383"/>
              <a:gd name="connsiteX1422" fmla="*/ 806641 w 9029245"/>
              <a:gd name="connsiteY1422" fmla="*/ 4275031 h 4294383"/>
              <a:gd name="connsiteX1423" fmla="*/ 809612 w 9029245"/>
              <a:gd name="connsiteY1423" fmla="*/ 4274903 h 4294383"/>
              <a:gd name="connsiteX1424" fmla="*/ 815669 w 9029245"/>
              <a:gd name="connsiteY1424" fmla="*/ 4274532 h 4294383"/>
              <a:gd name="connsiteX1425" fmla="*/ 818623 w 9029245"/>
              <a:gd name="connsiteY1425" fmla="*/ 4274357 h 4294383"/>
              <a:gd name="connsiteX1426" fmla="*/ 824695 w 9029245"/>
              <a:gd name="connsiteY1426" fmla="*/ 4273986 h 4294383"/>
              <a:gd name="connsiteX1427" fmla="*/ 827651 w 9029245"/>
              <a:gd name="connsiteY1427" fmla="*/ 4273812 h 4294383"/>
              <a:gd name="connsiteX1428" fmla="*/ 836743 w 9029245"/>
              <a:gd name="connsiteY1428" fmla="*/ 4273268 h 4294383"/>
              <a:gd name="connsiteX1429" fmla="*/ 839699 w 9029245"/>
              <a:gd name="connsiteY1429" fmla="*/ 4273082 h 4294383"/>
              <a:gd name="connsiteX1430" fmla="*/ 845754 w 9029245"/>
              <a:gd name="connsiteY1430" fmla="*/ 4272721 h 4294383"/>
              <a:gd name="connsiteX1431" fmla="*/ 848725 w 9029245"/>
              <a:gd name="connsiteY1431" fmla="*/ 4272548 h 4294383"/>
              <a:gd name="connsiteX1432" fmla="*/ 851745 w 9029245"/>
              <a:gd name="connsiteY1432" fmla="*/ 4272362 h 4294383"/>
              <a:gd name="connsiteX1433" fmla="*/ 854782 w 9029245"/>
              <a:gd name="connsiteY1433" fmla="*/ 4272131 h 4294383"/>
              <a:gd name="connsiteX1434" fmla="*/ 857802 w 9029245"/>
              <a:gd name="connsiteY1434" fmla="*/ 4271956 h 4294383"/>
              <a:gd name="connsiteX1435" fmla="*/ 860773 w 9029245"/>
              <a:gd name="connsiteY1435" fmla="*/ 4271770 h 4294383"/>
              <a:gd name="connsiteX1436" fmla="*/ 863793 w 9029245"/>
              <a:gd name="connsiteY1436" fmla="*/ 4271585 h 4294383"/>
              <a:gd name="connsiteX1437" fmla="*/ 866830 w 9029245"/>
              <a:gd name="connsiteY1437" fmla="*/ 4271365 h 4294383"/>
              <a:gd name="connsiteX1438" fmla="*/ 869784 w 9029245"/>
              <a:gd name="connsiteY1438" fmla="*/ 4271179 h 4294383"/>
              <a:gd name="connsiteX1439" fmla="*/ 872821 w 9029245"/>
              <a:gd name="connsiteY1439" fmla="*/ 4270958 h 4294383"/>
              <a:gd name="connsiteX1440" fmla="*/ 875842 w 9029245"/>
              <a:gd name="connsiteY1440" fmla="*/ 4270773 h 4294383"/>
              <a:gd name="connsiteX1441" fmla="*/ 878876 w 9029245"/>
              <a:gd name="connsiteY1441" fmla="*/ 4270552 h 4294383"/>
              <a:gd name="connsiteX1442" fmla="*/ 881849 w 9029245"/>
              <a:gd name="connsiteY1442" fmla="*/ 4270366 h 4294383"/>
              <a:gd name="connsiteX1443" fmla="*/ 884869 w 9029245"/>
              <a:gd name="connsiteY1443" fmla="*/ 4270134 h 4294383"/>
              <a:gd name="connsiteX1444" fmla="*/ 887904 w 9029245"/>
              <a:gd name="connsiteY1444" fmla="*/ 4269961 h 4294383"/>
              <a:gd name="connsiteX1445" fmla="*/ 890860 w 9029245"/>
              <a:gd name="connsiteY1445" fmla="*/ 4269728 h 4294383"/>
              <a:gd name="connsiteX1446" fmla="*/ 893895 w 9029245"/>
              <a:gd name="connsiteY1446" fmla="*/ 4269508 h 4294383"/>
              <a:gd name="connsiteX1447" fmla="*/ 896915 w 9029245"/>
              <a:gd name="connsiteY1447" fmla="*/ 4269323 h 4294383"/>
              <a:gd name="connsiteX1448" fmla="*/ 899952 w 9029245"/>
              <a:gd name="connsiteY1448" fmla="*/ 4269101 h 4294383"/>
              <a:gd name="connsiteX1449" fmla="*/ 902906 w 9029245"/>
              <a:gd name="connsiteY1449" fmla="*/ 4268870 h 4294383"/>
              <a:gd name="connsiteX1450" fmla="*/ 908963 w 9029245"/>
              <a:gd name="connsiteY1450" fmla="*/ 4268417 h 4294383"/>
              <a:gd name="connsiteX1451" fmla="*/ 911934 w 9029245"/>
              <a:gd name="connsiteY1451" fmla="*/ 4268186 h 4294383"/>
              <a:gd name="connsiteX1452" fmla="*/ 914954 w 9029245"/>
              <a:gd name="connsiteY1452" fmla="*/ 4268011 h 4294383"/>
              <a:gd name="connsiteX1453" fmla="*/ 921011 w 9029245"/>
              <a:gd name="connsiteY1453" fmla="*/ 4267559 h 4294383"/>
              <a:gd name="connsiteX1454" fmla="*/ 923982 w 9029245"/>
              <a:gd name="connsiteY1454" fmla="*/ 4267326 h 4294383"/>
              <a:gd name="connsiteX1455" fmla="*/ 927002 w 9029245"/>
              <a:gd name="connsiteY1455" fmla="*/ 4267059 h 4294383"/>
              <a:gd name="connsiteX1456" fmla="*/ 930037 w 9029245"/>
              <a:gd name="connsiteY1456" fmla="*/ 4266828 h 4294383"/>
              <a:gd name="connsiteX1457" fmla="*/ 933010 w 9029245"/>
              <a:gd name="connsiteY1457" fmla="*/ 4266608 h 4294383"/>
              <a:gd name="connsiteX1458" fmla="*/ 939065 w 9029245"/>
              <a:gd name="connsiteY1458" fmla="*/ 4266155 h 4294383"/>
              <a:gd name="connsiteX1459" fmla="*/ 942021 w 9029245"/>
              <a:gd name="connsiteY1459" fmla="*/ 4265876 h 4294383"/>
              <a:gd name="connsiteX1460" fmla="*/ 948076 w 9029245"/>
              <a:gd name="connsiteY1460" fmla="*/ 4265424 h 4294383"/>
              <a:gd name="connsiteX1461" fmla="*/ 951113 w 9029245"/>
              <a:gd name="connsiteY1461" fmla="*/ 4265157 h 4294383"/>
              <a:gd name="connsiteX1462" fmla="*/ 954067 w 9029245"/>
              <a:gd name="connsiteY1462" fmla="*/ 4264925 h 4294383"/>
              <a:gd name="connsiteX1463" fmla="*/ 957104 w 9029245"/>
              <a:gd name="connsiteY1463" fmla="*/ 4264658 h 4294383"/>
              <a:gd name="connsiteX1464" fmla="*/ 960124 w 9029245"/>
              <a:gd name="connsiteY1464" fmla="*/ 4264426 h 4294383"/>
              <a:gd name="connsiteX1465" fmla="*/ 963095 w 9029245"/>
              <a:gd name="connsiteY1465" fmla="*/ 4264159 h 4294383"/>
              <a:gd name="connsiteX1466" fmla="*/ 966115 w 9029245"/>
              <a:gd name="connsiteY1466" fmla="*/ 4263882 h 4294383"/>
              <a:gd name="connsiteX1467" fmla="*/ 969152 w 9029245"/>
              <a:gd name="connsiteY1467" fmla="*/ 4263660 h 4294383"/>
              <a:gd name="connsiteX1468" fmla="*/ 972172 w 9029245"/>
              <a:gd name="connsiteY1468" fmla="*/ 4263381 h 4294383"/>
              <a:gd name="connsiteX1469" fmla="*/ 975143 w 9029245"/>
              <a:gd name="connsiteY1469" fmla="*/ 4263116 h 4294383"/>
              <a:gd name="connsiteX1470" fmla="*/ 978163 w 9029245"/>
              <a:gd name="connsiteY1470" fmla="*/ 4262883 h 4294383"/>
              <a:gd name="connsiteX1471" fmla="*/ 981198 w 9029245"/>
              <a:gd name="connsiteY1471" fmla="*/ 4262616 h 4294383"/>
              <a:gd name="connsiteX1472" fmla="*/ 984154 w 9029245"/>
              <a:gd name="connsiteY1472" fmla="*/ 4262350 h 4294383"/>
              <a:gd name="connsiteX1473" fmla="*/ 993246 w 9029245"/>
              <a:gd name="connsiteY1473" fmla="*/ 4261526 h 4294383"/>
              <a:gd name="connsiteX1474" fmla="*/ 996219 w 9029245"/>
              <a:gd name="connsiteY1474" fmla="*/ 4261259 h 4294383"/>
              <a:gd name="connsiteX1475" fmla="*/ 1002274 w 9029245"/>
              <a:gd name="connsiteY1475" fmla="*/ 4260713 h 4294383"/>
              <a:gd name="connsiteX1476" fmla="*/ 1005230 w 9029245"/>
              <a:gd name="connsiteY1476" fmla="*/ 4260400 h 4294383"/>
              <a:gd name="connsiteX1477" fmla="*/ 1014322 w 9029245"/>
              <a:gd name="connsiteY1477" fmla="*/ 4259576 h 4294383"/>
              <a:gd name="connsiteX1478" fmla="*/ 1017276 w 9029245"/>
              <a:gd name="connsiteY1478" fmla="*/ 4259263 h 4294383"/>
              <a:gd name="connsiteX1479" fmla="*/ 1020313 w 9029245"/>
              <a:gd name="connsiteY1479" fmla="*/ 4258996 h 4294383"/>
              <a:gd name="connsiteX1480" fmla="*/ 1023333 w 9029245"/>
              <a:gd name="connsiteY1480" fmla="*/ 4258672 h 4294383"/>
              <a:gd name="connsiteX1481" fmla="*/ 1026304 w 9029245"/>
              <a:gd name="connsiteY1481" fmla="*/ 4258405 h 4294383"/>
              <a:gd name="connsiteX1482" fmla="*/ 1032361 w 9029245"/>
              <a:gd name="connsiteY1482" fmla="*/ 4257767 h 4294383"/>
              <a:gd name="connsiteX1483" fmla="*/ 1035379 w 9029245"/>
              <a:gd name="connsiteY1483" fmla="*/ 4257500 h 4294383"/>
              <a:gd name="connsiteX1484" fmla="*/ 1038352 w 9029245"/>
              <a:gd name="connsiteY1484" fmla="*/ 4257175 h 4294383"/>
              <a:gd name="connsiteX1485" fmla="*/ 1044407 w 9029245"/>
              <a:gd name="connsiteY1485" fmla="*/ 4256548 h 4294383"/>
              <a:gd name="connsiteX1486" fmla="*/ 1047380 w 9029245"/>
              <a:gd name="connsiteY1486" fmla="*/ 4256269 h 4294383"/>
              <a:gd name="connsiteX1487" fmla="*/ 1056455 w 9029245"/>
              <a:gd name="connsiteY1487" fmla="*/ 4255318 h 4294383"/>
              <a:gd name="connsiteX1488" fmla="*/ 1059426 w 9029245"/>
              <a:gd name="connsiteY1488" fmla="*/ 4255005 h 4294383"/>
              <a:gd name="connsiteX1489" fmla="*/ 1062446 w 9029245"/>
              <a:gd name="connsiteY1489" fmla="*/ 4254645 h 4294383"/>
              <a:gd name="connsiteX1490" fmla="*/ 1065483 w 9029245"/>
              <a:gd name="connsiteY1490" fmla="*/ 4254320 h 4294383"/>
              <a:gd name="connsiteX1491" fmla="*/ 1068437 w 9029245"/>
              <a:gd name="connsiteY1491" fmla="*/ 4254007 h 4294383"/>
              <a:gd name="connsiteX1492" fmla="*/ 1071474 w 9029245"/>
              <a:gd name="connsiteY1492" fmla="*/ 4253682 h 4294383"/>
              <a:gd name="connsiteX1493" fmla="*/ 1074494 w 9029245"/>
              <a:gd name="connsiteY1493" fmla="*/ 4253323 h 4294383"/>
              <a:gd name="connsiteX1494" fmla="*/ 1077465 w 9029245"/>
              <a:gd name="connsiteY1494" fmla="*/ 4253010 h 4294383"/>
              <a:gd name="connsiteX1495" fmla="*/ 1080485 w 9029245"/>
              <a:gd name="connsiteY1495" fmla="*/ 4252649 h 4294383"/>
              <a:gd name="connsiteX1496" fmla="*/ 1083522 w 9029245"/>
              <a:gd name="connsiteY1496" fmla="*/ 4252326 h 4294383"/>
              <a:gd name="connsiteX1497" fmla="*/ 1086540 w 9029245"/>
              <a:gd name="connsiteY1497" fmla="*/ 4251965 h 4294383"/>
              <a:gd name="connsiteX1498" fmla="*/ 1089513 w 9029245"/>
              <a:gd name="connsiteY1498" fmla="*/ 4251652 h 4294383"/>
              <a:gd name="connsiteX1499" fmla="*/ 1095568 w 9029245"/>
              <a:gd name="connsiteY1499" fmla="*/ 4250922 h 4294383"/>
              <a:gd name="connsiteX1500" fmla="*/ 1098540 w 9029245"/>
              <a:gd name="connsiteY1500" fmla="*/ 4250608 h 4294383"/>
              <a:gd name="connsiteX1501" fmla="*/ 1107616 w 9029245"/>
              <a:gd name="connsiteY1501" fmla="*/ 4249518 h 4294383"/>
              <a:gd name="connsiteX1502" fmla="*/ 1110586 w 9029245"/>
              <a:gd name="connsiteY1502" fmla="*/ 4249157 h 4294383"/>
              <a:gd name="connsiteX1503" fmla="*/ 1116644 w 9029245"/>
              <a:gd name="connsiteY1503" fmla="*/ 4248427 h 4294383"/>
              <a:gd name="connsiteX1504" fmla="*/ 1119598 w 9029245"/>
              <a:gd name="connsiteY1504" fmla="*/ 4248068 h 4294383"/>
              <a:gd name="connsiteX1505" fmla="*/ 1122634 w 9029245"/>
              <a:gd name="connsiteY1505" fmla="*/ 4247661 h 4294383"/>
              <a:gd name="connsiteX1506" fmla="*/ 1128691 w 9029245"/>
              <a:gd name="connsiteY1506" fmla="*/ 4246931 h 4294383"/>
              <a:gd name="connsiteX1507" fmla="*/ 1131646 w 9029245"/>
              <a:gd name="connsiteY1507" fmla="*/ 4246524 h 4294383"/>
              <a:gd name="connsiteX1508" fmla="*/ 1134683 w 9029245"/>
              <a:gd name="connsiteY1508" fmla="*/ 4246165 h 4294383"/>
              <a:gd name="connsiteX1509" fmla="*/ 1137703 w 9029245"/>
              <a:gd name="connsiteY1509" fmla="*/ 4245758 h 4294383"/>
              <a:gd name="connsiteX1510" fmla="*/ 1140673 w 9029245"/>
              <a:gd name="connsiteY1510" fmla="*/ 4245399 h 4294383"/>
              <a:gd name="connsiteX1511" fmla="*/ 1149749 w 9029245"/>
              <a:gd name="connsiteY1511" fmla="*/ 4244169 h 4294383"/>
              <a:gd name="connsiteX1512" fmla="*/ 1152722 w 9029245"/>
              <a:gd name="connsiteY1512" fmla="*/ 4243809 h 4294383"/>
              <a:gd name="connsiteX1513" fmla="*/ 1158777 w 9029245"/>
              <a:gd name="connsiteY1513" fmla="*/ 4242996 h 4294383"/>
              <a:gd name="connsiteX1514" fmla="*/ 1161749 w 9029245"/>
              <a:gd name="connsiteY1514" fmla="*/ 4242579 h 4294383"/>
              <a:gd name="connsiteX1515" fmla="*/ 1164767 w 9029245"/>
              <a:gd name="connsiteY1515" fmla="*/ 4242172 h 4294383"/>
              <a:gd name="connsiteX1516" fmla="*/ 1167804 w 9029245"/>
              <a:gd name="connsiteY1516" fmla="*/ 4241721 h 4294383"/>
              <a:gd name="connsiteX1517" fmla="*/ 1170825 w 9029245"/>
              <a:gd name="connsiteY1517" fmla="*/ 4241315 h 4294383"/>
              <a:gd name="connsiteX1518" fmla="*/ 1173795 w 9029245"/>
              <a:gd name="connsiteY1518" fmla="*/ 4240908 h 4294383"/>
              <a:gd name="connsiteX1519" fmla="*/ 1176816 w 9029245"/>
              <a:gd name="connsiteY1519" fmla="*/ 4240503 h 4294383"/>
              <a:gd name="connsiteX1520" fmla="*/ 1179852 w 9029245"/>
              <a:gd name="connsiteY1520" fmla="*/ 4240050 h 4294383"/>
              <a:gd name="connsiteX1521" fmla="*/ 1182806 w 9029245"/>
              <a:gd name="connsiteY1521" fmla="*/ 4239643 h 4294383"/>
              <a:gd name="connsiteX1522" fmla="*/ 1188864 w 9029245"/>
              <a:gd name="connsiteY1522" fmla="*/ 4238728 h 4294383"/>
              <a:gd name="connsiteX1523" fmla="*/ 1191898 w 9029245"/>
              <a:gd name="connsiteY1523" fmla="*/ 4238321 h 4294383"/>
              <a:gd name="connsiteX1524" fmla="*/ 1194855 w 9029245"/>
              <a:gd name="connsiteY1524" fmla="*/ 4237868 h 4294383"/>
              <a:gd name="connsiteX1525" fmla="*/ 1200910 w 9029245"/>
              <a:gd name="connsiteY1525" fmla="*/ 4236963 h 4294383"/>
              <a:gd name="connsiteX1526" fmla="*/ 1203882 w 9029245"/>
              <a:gd name="connsiteY1526" fmla="*/ 4236512 h 4294383"/>
              <a:gd name="connsiteX1527" fmla="*/ 1209937 w 9029245"/>
              <a:gd name="connsiteY1527" fmla="*/ 4235606 h 4294383"/>
              <a:gd name="connsiteX1528" fmla="*/ 1212910 w 9029245"/>
              <a:gd name="connsiteY1528" fmla="*/ 4235154 h 4294383"/>
              <a:gd name="connsiteX1529" fmla="*/ 1215928 w 9029245"/>
              <a:gd name="connsiteY1529" fmla="*/ 4234701 h 4294383"/>
              <a:gd name="connsiteX1530" fmla="*/ 1218965 w 9029245"/>
              <a:gd name="connsiteY1530" fmla="*/ 4234202 h 4294383"/>
              <a:gd name="connsiteX1531" fmla="*/ 1221986 w 9029245"/>
              <a:gd name="connsiteY1531" fmla="*/ 4233750 h 4294383"/>
              <a:gd name="connsiteX1532" fmla="*/ 1224956 w 9029245"/>
              <a:gd name="connsiteY1532" fmla="*/ 4233251 h 4294383"/>
              <a:gd name="connsiteX1533" fmla="*/ 1227976 w 9029245"/>
              <a:gd name="connsiteY1533" fmla="*/ 4232798 h 4294383"/>
              <a:gd name="connsiteX1534" fmla="*/ 1231013 w 9029245"/>
              <a:gd name="connsiteY1534" fmla="*/ 4232300 h 4294383"/>
              <a:gd name="connsiteX1535" fmla="*/ 1233967 w 9029245"/>
              <a:gd name="connsiteY1535" fmla="*/ 4231847 h 4294383"/>
              <a:gd name="connsiteX1536" fmla="*/ 1243059 w 9029245"/>
              <a:gd name="connsiteY1536" fmla="*/ 4230351 h 4294383"/>
              <a:gd name="connsiteX1537" fmla="*/ 1246016 w 9029245"/>
              <a:gd name="connsiteY1537" fmla="*/ 4229851 h 4294383"/>
              <a:gd name="connsiteX1538" fmla="*/ 1252070 w 9029245"/>
              <a:gd name="connsiteY1538" fmla="*/ 4228853 h 4294383"/>
              <a:gd name="connsiteX1539" fmla="*/ 1255043 w 9029245"/>
              <a:gd name="connsiteY1539" fmla="*/ 4228355 h 4294383"/>
              <a:gd name="connsiteX1540" fmla="*/ 1258063 w 9029245"/>
              <a:gd name="connsiteY1540" fmla="*/ 4227856 h 4294383"/>
              <a:gd name="connsiteX1541" fmla="*/ 1261098 w 9029245"/>
              <a:gd name="connsiteY1541" fmla="*/ 4227311 h 4294383"/>
              <a:gd name="connsiteX1542" fmla="*/ 1264119 w 9029245"/>
              <a:gd name="connsiteY1542" fmla="*/ 4226811 h 4294383"/>
              <a:gd name="connsiteX1543" fmla="*/ 1267091 w 9029245"/>
              <a:gd name="connsiteY1543" fmla="*/ 4226266 h 4294383"/>
              <a:gd name="connsiteX1544" fmla="*/ 1270126 w 9029245"/>
              <a:gd name="connsiteY1544" fmla="*/ 4225768 h 4294383"/>
              <a:gd name="connsiteX1545" fmla="*/ 1273146 w 9029245"/>
              <a:gd name="connsiteY1545" fmla="*/ 4225221 h 4294383"/>
              <a:gd name="connsiteX1546" fmla="*/ 1276117 w 9029245"/>
              <a:gd name="connsiteY1546" fmla="*/ 4224677 h 4294383"/>
              <a:gd name="connsiteX1547" fmla="*/ 1279137 w 9029245"/>
              <a:gd name="connsiteY1547" fmla="*/ 4224142 h 4294383"/>
              <a:gd name="connsiteX1548" fmla="*/ 1282174 w 9029245"/>
              <a:gd name="connsiteY1548" fmla="*/ 4223644 h 4294383"/>
              <a:gd name="connsiteX1549" fmla="*/ 1285194 w 9029245"/>
              <a:gd name="connsiteY1549" fmla="*/ 4223099 h 4294383"/>
              <a:gd name="connsiteX1550" fmla="*/ 1288165 w 9029245"/>
              <a:gd name="connsiteY1550" fmla="*/ 4222507 h 4294383"/>
              <a:gd name="connsiteX1551" fmla="*/ 1294220 w 9029245"/>
              <a:gd name="connsiteY1551" fmla="*/ 4221416 h 4294383"/>
              <a:gd name="connsiteX1552" fmla="*/ 1297176 w 9029245"/>
              <a:gd name="connsiteY1552" fmla="*/ 4220871 h 4294383"/>
              <a:gd name="connsiteX1553" fmla="*/ 1300213 w 9029245"/>
              <a:gd name="connsiteY1553" fmla="*/ 4220291 h 4294383"/>
              <a:gd name="connsiteX1554" fmla="*/ 1303233 w 9029245"/>
              <a:gd name="connsiteY1554" fmla="*/ 4219746 h 4294383"/>
              <a:gd name="connsiteX1555" fmla="*/ 1306268 w 9029245"/>
              <a:gd name="connsiteY1555" fmla="*/ 4219154 h 4294383"/>
              <a:gd name="connsiteX1556" fmla="*/ 1309224 w 9029245"/>
              <a:gd name="connsiteY1556" fmla="*/ 4218609 h 4294383"/>
              <a:gd name="connsiteX1557" fmla="*/ 1315279 w 9029245"/>
              <a:gd name="connsiteY1557" fmla="*/ 4217437 h 4294383"/>
              <a:gd name="connsiteX1558" fmla="*/ 1318252 w 9029245"/>
              <a:gd name="connsiteY1558" fmla="*/ 4216845 h 4294383"/>
              <a:gd name="connsiteX1559" fmla="*/ 1324307 w 9029245"/>
              <a:gd name="connsiteY1559" fmla="*/ 4215662 h 4294383"/>
              <a:gd name="connsiteX1560" fmla="*/ 1327278 w 9029245"/>
              <a:gd name="connsiteY1560" fmla="*/ 4215070 h 4294383"/>
              <a:gd name="connsiteX1561" fmla="*/ 1333335 w 9029245"/>
              <a:gd name="connsiteY1561" fmla="*/ 4213899 h 4294383"/>
              <a:gd name="connsiteX1562" fmla="*/ 1336355 w 9029245"/>
              <a:gd name="connsiteY1562" fmla="*/ 4213260 h 4294383"/>
              <a:gd name="connsiteX1563" fmla="*/ 1339326 w 9029245"/>
              <a:gd name="connsiteY1563" fmla="*/ 4212668 h 4294383"/>
              <a:gd name="connsiteX1564" fmla="*/ 1345383 w 9029245"/>
              <a:gd name="connsiteY1564" fmla="*/ 4211404 h 4294383"/>
              <a:gd name="connsiteX1565" fmla="*/ 1348337 w 9029245"/>
              <a:gd name="connsiteY1565" fmla="*/ 4210811 h 4294383"/>
              <a:gd name="connsiteX1566" fmla="*/ 1357429 w 9029245"/>
              <a:gd name="connsiteY1566" fmla="*/ 4208909 h 4294383"/>
              <a:gd name="connsiteX1567" fmla="*/ 1360385 w 9029245"/>
              <a:gd name="connsiteY1567" fmla="*/ 4208271 h 4294383"/>
              <a:gd name="connsiteX1568" fmla="*/ 1363420 w 9029245"/>
              <a:gd name="connsiteY1568" fmla="*/ 4207598 h 4294383"/>
              <a:gd name="connsiteX1569" fmla="*/ 1366440 w 9029245"/>
              <a:gd name="connsiteY1569" fmla="*/ 4206960 h 4294383"/>
              <a:gd name="connsiteX1570" fmla="*/ 1369413 w 9029245"/>
              <a:gd name="connsiteY1570" fmla="*/ 4206322 h 4294383"/>
              <a:gd name="connsiteX1571" fmla="*/ 1372431 w 9029245"/>
              <a:gd name="connsiteY1571" fmla="*/ 4205649 h 4294383"/>
              <a:gd name="connsiteX1572" fmla="*/ 1375468 w 9029245"/>
              <a:gd name="connsiteY1572" fmla="*/ 4205011 h 4294383"/>
              <a:gd name="connsiteX1573" fmla="*/ 1378488 w 9029245"/>
              <a:gd name="connsiteY1573" fmla="*/ 4204337 h 4294383"/>
              <a:gd name="connsiteX1574" fmla="*/ 1381459 w 9029245"/>
              <a:gd name="connsiteY1574" fmla="*/ 4203653 h 4294383"/>
              <a:gd name="connsiteX1575" fmla="*/ 1387516 w 9029245"/>
              <a:gd name="connsiteY1575" fmla="*/ 4202295 h 4294383"/>
              <a:gd name="connsiteX1576" fmla="*/ 1390487 w 9029245"/>
              <a:gd name="connsiteY1576" fmla="*/ 4201611 h 4294383"/>
              <a:gd name="connsiteX1577" fmla="*/ 1396544 w 9029245"/>
              <a:gd name="connsiteY1577" fmla="*/ 4200254 h 4294383"/>
              <a:gd name="connsiteX1578" fmla="*/ 1399564 w 9029245"/>
              <a:gd name="connsiteY1578" fmla="*/ 4199535 h 4294383"/>
              <a:gd name="connsiteX1579" fmla="*/ 1402535 w 9029245"/>
              <a:gd name="connsiteY1579" fmla="*/ 4198850 h 4294383"/>
              <a:gd name="connsiteX1580" fmla="*/ 1408590 w 9029245"/>
              <a:gd name="connsiteY1580" fmla="*/ 4197400 h 4294383"/>
              <a:gd name="connsiteX1581" fmla="*/ 1411546 w 9029245"/>
              <a:gd name="connsiteY1581" fmla="*/ 4196715 h 4294383"/>
              <a:gd name="connsiteX1582" fmla="*/ 1420638 w 9029245"/>
              <a:gd name="connsiteY1582" fmla="*/ 4194546 h 4294383"/>
              <a:gd name="connsiteX1583" fmla="*/ 1423594 w 9029245"/>
              <a:gd name="connsiteY1583" fmla="*/ 4193815 h 4294383"/>
              <a:gd name="connsiteX1584" fmla="*/ 1426629 w 9029245"/>
              <a:gd name="connsiteY1584" fmla="*/ 4193049 h 4294383"/>
              <a:gd name="connsiteX1585" fmla="*/ 1429649 w 9029245"/>
              <a:gd name="connsiteY1585" fmla="*/ 4192319 h 4294383"/>
              <a:gd name="connsiteX1586" fmla="*/ 1432620 w 9029245"/>
              <a:gd name="connsiteY1586" fmla="*/ 4191553 h 4294383"/>
              <a:gd name="connsiteX1587" fmla="*/ 1435657 w 9029245"/>
              <a:gd name="connsiteY1587" fmla="*/ 4190833 h 4294383"/>
              <a:gd name="connsiteX1588" fmla="*/ 1441714 w 9029245"/>
              <a:gd name="connsiteY1588" fmla="*/ 4189289 h 4294383"/>
              <a:gd name="connsiteX1589" fmla="*/ 1444668 w 9029245"/>
              <a:gd name="connsiteY1589" fmla="*/ 4188513 h 4294383"/>
              <a:gd name="connsiteX1590" fmla="*/ 1450725 w 9029245"/>
              <a:gd name="connsiteY1590" fmla="*/ 4186970 h 4294383"/>
              <a:gd name="connsiteX1591" fmla="*/ 1453696 w 9029245"/>
              <a:gd name="connsiteY1591" fmla="*/ 4186204 h 4294383"/>
              <a:gd name="connsiteX1592" fmla="*/ 1456716 w 9029245"/>
              <a:gd name="connsiteY1592" fmla="*/ 4185438 h 4294383"/>
              <a:gd name="connsiteX1593" fmla="*/ 1459751 w 9029245"/>
              <a:gd name="connsiteY1593" fmla="*/ 4184614 h 4294383"/>
              <a:gd name="connsiteX1594" fmla="*/ 1462707 w 9029245"/>
              <a:gd name="connsiteY1594" fmla="*/ 4183848 h 4294383"/>
              <a:gd name="connsiteX1595" fmla="*/ 1471799 w 9029245"/>
              <a:gd name="connsiteY1595" fmla="*/ 4181401 h 4294383"/>
              <a:gd name="connsiteX1596" fmla="*/ 1474755 w 9029245"/>
              <a:gd name="connsiteY1596" fmla="*/ 4180587 h 4294383"/>
              <a:gd name="connsiteX1597" fmla="*/ 1480810 w 9029245"/>
              <a:gd name="connsiteY1597" fmla="*/ 4178952 h 4294383"/>
              <a:gd name="connsiteX1598" fmla="*/ 1483783 w 9029245"/>
              <a:gd name="connsiteY1598" fmla="*/ 4178140 h 4294383"/>
              <a:gd name="connsiteX1599" fmla="*/ 1486817 w 9029245"/>
              <a:gd name="connsiteY1599" fmla="*/ 4177281 h 4294383"/>
              <a:gd name="connsiteX1600" fmla="*/ 1489838 w 9029245"/>
              <a:gd name="connsiteY1600" fmla="*/ 4176457 h 4294383"/>
              <a:gd name="connsiteX1601" fmla="*/ 1492858 w 9029245"/>
              <a:gd name="connsiteY1601" fmla="*/ 4175599 h 4294383"/>
              <a:gd name="connsiteX1602" fmla="*/ 1495829 w 9029245"/>
              <a:gd name="connsiteY1602" fmla="*/ 4174740 h 4294383"/>
              <a:gd name="connsiteX1603" fmla="*/ 1501886 w 9029245"/>
              <a:gd name="connsiteY1603" fmla="*/ 4173012 h 4294383"/>
              <a:gd name="connsiteX1604" fmla="*/ 1504856 w 9029245"/>
              <a:gd name="connsiteY1604" fmla="*/ 4172153 h 4294383"/>
              <a:gd name="connsiteX1605" fmla="*/ 1510911 w 9029245"/>
              <a:gd name="connsiteY1605" fmla="*/ 4170436 h 4294383"/>
              <a:gd name="connsiteX1606" fmla="*/ 1513932 w 9029245"/>
              <a:gd name="connsiteY1606" fmla="*/ 4169530 h 4294383"/>
              <a:gd name="connsiteX1607" fmla="*/ 1516905 w 9029245"/>
              <a:gd name="connsiteY1607" fmla="*/ 4168615 h 4294383"/>
              <a:gd name="connsiteX1608" fmla="*/ 1519925 w 9029245"/>
              <a:gd name="connsiteY1608" fmla="*/ 4167757 h 4294383"/>
              <a:gd name="connsiteX1609" fmla="*/ 1522960 w 9029245"/>
              <a:gd name="connsiteY1609" fmla="*/ 4166851 h 4294383"/>
              <a:gd name="connsiteX1610" fmla="*/ 1525916 w 9029245"/>
              <a:gd name="connsiteY1610" fmla="*/ 4165946 h 4294383"/>
              <a:gd name="connsiteX1611" fmla="*/ 1528951 w 9029245"/>
              <a:gd name="connsiteY1611" fmla="*/ 4165041 h 4294383"/>
              <a:gd name="connsiteX1612" fmla="*/ 1531971 w 9029245"/>
              <a:gd name="connsiteY1612" fmla="*/ 4164089 h 4294383"/>
              <a:gd name="connsiteX1613" fmla="*/ 1535008 w 9029245"/>
              <a:gd name="connsiteY1613" fmla="*/ 4163184 h 4294383"/>
              <a:gd name="connsiteX1614" fmla="*/ 1537962 w 9029245"/>
              <a:gd name="connsiteY1614" fmla="*/ 4162280 h 4294383"/>
              <a:gd name="connsiteX1615" fmla="*/ 1544019 w 9029245"/>
              <a:gd name="connsiteY1615" fmla="*/ 4160377 h 4294383"/>
              <a:gd name="connsiteX1616" fmla="*/ 1546990 w 9029245"/>
              <a:gd name="connsiteY1616" fmla="*/ 4159426 h 4294383"/>
              <a:gd name="connsiteX1617" fmla="*/ 1556081 w 9029245"/>
              <a:gd name="connsiteY1617" fmla="*/ 4156560 h 4294383"/>
              <a:gd name="connsiteX1618" fmla="*/ 1559038 w 9029245"/>
              <a:gd name="connsiteY1618" fmla="*/ 4155609 h 4294383"/>
              <a:gd name="connsiteX1619" fmla="*/ 1562075 w 9029245"/>
              <a:gd name="connsiteY1619" fmla="*/ 4154611 h 4294383"/>
              <a:gd name="connsiteX1620" fmla="*/ 1565093 w 9029245"/>
              <a:gd name="connsiteY1620" fmla="*/ 4153660 h 4294383"/>
              <a:gd name="connsiteX1621" fmla="*/ 1568066 w 9029245"/>
              <a:gd name="connsiteY1621" fmla="*/ 4152661 h 4294383"/>
              <a:gd name="connsiteX1622" fmla="*/ 1577141 w 9029245"/>
              <a:gd name="connsiteY1622" fmla="*/ 4149679 h 4294383"/>
              <a:gd name="connsiteX1623" fmla="*/ 1580112 w 9029245"/>
              <a:gd name="connsiteY1623" fmla="*/ 4148682 h 4294383"/>
              <a:gd name="connsiteX1624" fmla="*/ 1583132 w 9029245"/>
              <a:gd name="connsiteY1624" fmla="*/ 4147637 h 4294383"/>
              <a:gd name="connsiteX1625" fmla="*/ 1586169 w 9029245"/>
              <a:gd name="connsiteY1625" fmla="*/ 4146640 h 4294383"/>
              <a:gd name="connsiteX1626" fmla="*/ 1589125 w 9029245"/>
              <a:gd name="connsiteY1626" fmla="*/ 4145596 h 4294383"/>
              <a:gd name="connsiteX1627" fmla="*/ 1595180 w 9029245"/>
              <a:gd name="connsiteY1627" fmla="*/ 4143507 h 4294383"/>
              <a:gd name="connsiteX1628" fmla="*/ 1598150 w 9029245"/>
              <a:gd name="connsiteY1628" fmla="*/ 4142475 h 4294383"/>
              <a:gd name="connsiteX1629" fmla="*/ 1604207 w 9029245"/>
              <a:gd name="connsiteY1629" fmla="*/ 4140387 h 4294383"/>
              <a:gd name="connsiteX1630" fmla="*/ 1607244 w 9029245"/>
              <a:gd name="connsiteY1630" fmla="*/ 4139296 h 4294383"/>
              <a:gd name="connsiteX1631" fmla="*/ 1610199 w 9029245"/>
              <a:gd name="connsiteY1631" fmla="*/ 4138251 h 4294383"/>
              <a:gd name="connsiteX1632" fmla="*/ 1616256 w 9029245"/>
              <a:gd name="connsiteY1632" fmla="*/ 4136081 h 4294383"/>
              <a:gd name="connsiteX1633" fmla="*/ 1619226 w 9029245"/>
              <a:gd name="connsiteY1633" fmla="*/ 4134992 h 4294383"/>
              <a:gd name="connsiteX1634" fmla="*/ 1625281 w 9029245"/>
              <a:gd name="connsiteY1634" fmla="*/ 4132822 h 4294383"/>
              <a:gd name="connsiteX1635" fmla="*/ 1628302 w 9029245"/>
              <a:gd name="connsiteY1635" fmla="*/ 4131685 h 4294383"/>
              <a:gd name="connsiteX1636" fmla="*/ 1631274 w 9029245"/>
              <a:gd name="connsiteY1636" fmla="*/ 4130594 h 4294383"/>
              <a:gd name="connsiteX1637" fmla="*/ 1637329 w 9029245"/>
              <a:gd name="connsiteY1637" fmla="*/ 4128331 h 4294383"/>
              <a:gd name="connsiteX1638" fmla="*/ 1640286 w 9029245"/>
              <a:gd name="connsiteY1638" fmla="*/ 4127194 h 4294383"/>
              <a:gd name="connsiteX1639" fmla="*/ 1646341 w 9029245"/>
              <a:gd name="connsiteY1639" fmla="*/ 4124932 h 4294383"/>
              <a:gd name="connsiteX1640" fmla="*/ 1649377 w 9029245"/>
              <a:gd name="connsiteY1640" fmla="*/ 4123749 h 4294383"/>
              <a:gd name="connsiteX1641" fmla="*/ 1652348 w 9029245"/>
              <a:gd name="connsiteY1641" fmla="*/ 4122577 h 4294383"/>
              <a:gd name="connsiteX1642" fmla="*/ 1655368 w 9029245"/>
              <a:gd name="connsiteY1642" fmla="*/ 4121440 h 4294383"/>
              <a:gd name="connsiteX1643" fmla="*/ 1658389 w 9029245"/>
              <a:gd name="connsiteY1643" fmla="*/ 4120257 h 4294383"/>
              <a:gd name="connsiteX1644" fmla="*/ 1661359 w 9029245"/>
              <a:gd name="connsiteY1644" fmla="*/ 4119084 h 4294383"/>
              <a:gd name="connsiteX1645" fmla="*/ 1664396 w 9029245"/>
              <a:gd name="connsiteY1645" fmla="*/ 4117901 h 4294383"/>
              <a:gd name="connsiteX1646" fmla="*/ 1667416 w 9029245"/>
              <a:gd name="connsiteY1646" fmla="*/ 4116683 h 4294383"/>
              <a:gd name="connsiteX1647" fmla="*/ 1670451 w 9029245"/>
              <a:gd name="connsiteY1647" fmla="*/ 4115500 h 4294383"/>
              <a:gd name="connsiteX1648" fmla="*/ 1673407 w 9029245"/>
              <a:gd name="connsiteY1648" fmla="*/ 4114281 h 4294383"/>
              <a:gd name="connsiteX1649" fmla="*/ 1679463 w 9029245"/>
              <a:gd name="connsiteY1649" fmla="*/ 4111833 h 4294383"/>
              <a:gd name="connsiteX1650" fmla="*/ 1682435 w 9029245"/>
              <a:gd name="connsiteY1650" fmla="*/ 4110604 h 4294383"/>
              <a:gd name="connsiteX1651" fmla="*/ 1688490 w 9029245"/>
              <a:gd name="connsiteY1651" fmla="*/ 4108167 h 4294383"/>
              <a:gd name="connsiteX1652" fmla="*/ 1691510 w 9029245"/>
              <a:gd name="connsiteY1652" fmla="*/ 4106890 h 4294383"/>
              <a:gd name="connsiteX1653" fmla="*/ 1694481 w 9029245"/>
              <a:gd name="connsiteY1653" fmla="*/ 4105626 h 4294383"/>
              <a:gd name="connsiteX1654" fmla="*/ 1697502 w 9029245"/>
              <a:gd name="connsiteY1654" fmla="*/ 4104349 h 4294383"/>
              <a:gd name="connsiteX1655" fmla="*/ 1700538 w 9029245"/>
              <a:gd name="connsiteY1655" fmla="*/ 4103131 h 4294383"/>
              <a:gd name="connsiteX1656" fmla="*/ 1703492 w 9029245"/>
              <a:gd name="connsiteY1656" fmla="*/ 4101820 h 4294383"/>
              <a:gd name="connsiteX1657" fmla="*/ 1709549 w 9029245"/>
              <a:gd name="connsiteY1657" fmla="*/ 4099279 h 4294383"/>
              <a:gd name="connsiteX1658" fmla="*/ 1712520 w 9029245"/>
              <a:gd name="connsiteY1658" fmla="*/ 4097969 h 4294383"/>
              <a:gd name="connsiteX1659" fmla="*/ 1721612 w 9029245"/>
              <a:gd name="connsiteY1659" fmla="*/ 4094024 h 4294383"/>
              <a:gd name="connsiteX1660" fmla="*/ 1724568 w 9029245"/>
              <a:gd name="connsiteY1660" fmla="*/ 4092712 h 4294383"/>
              <a:gd name="connsiteX1661" fmla="*/ 1730623 w 9029245"/>
              <a:gd name="connsiteY1661" fmla="*/ 4089985 h 4294383"/>
              <a:gd name="connsiteX1662" fmla="*/ 1733596 w 9029245"/>
              <a:gd name="connsiteY1662" fmla="*/ 4088675 h 4294383"/>
              <a:gd name="connsiteX1663" fmla="*/ 1739651 w 9029245"/>
              <a:gd name="connsiteY1663" fmla="*/ 4085948 h 4294383"/>
              <a:gd name="connsiteX1664" fmla="*/ 1742671 w 9029245"/>
              <a:gd name="connsiteY1664" fmla="*/ 4084544 h 4294383"/>
              <a:gd name="connsiteX1665" fmla="*/ 1745642 w 9029245"/>
              <a:gd name="connsiteY1665" fmla="*/ 4083188 h 4294383"/>
              <a:gd name="connsiteX1666" fmla="*/ 1751699 w 9029245"/>
              <a:gd name="connsiteY1666" fmla="*/ 4080380 h 4294383"/>
              <a:gd name="connsiteX1667" fmla="*/ 1754653 w 9029245"/>
              <a:gd name="connsiteY1667" fmla="*/ 4079022 h 4294383"/>
              <a:gd name="connsiteX1668" fmla="*/ 1757690 w 9029245"/>
              <a:gd name="connsiteY1668" fmla="*/ 4077572 h 4294383"/>
              <a:gd name="connsiteX1669" fmla="*/ 1763747 w 9029245"/>
              <a:gd name="connsiteY1669" fmla="*/ 4074763 h 4294383"/>
              <a:gd name="connsiteX1670" fmla="*/ 1766718 w 9029245"/>
              <a:gd name="connsiteY1670" fmla="*/ 4073313 h 4294383"/>
              <a:gd name="connsiteX1671" fmla="*/ 1772773 w 9029245"/>
              <a:gd name="connsiteY1671" fmla="*/ 4070413 h 4294383"/>
              <a:gd name="connsiteX1672" fmla="*/ 1775729 w 9029245"/>
              <a:gd name="connsiteY1672" fmla="*/ 4068962 h 4294383"/>
              <a:gd name="connsiteX1673" fmla="*/ 1778766 w 9029245"/>
              <a:gd name="connsiteY1673" fmla="*/ 4067512 h 4294383"/>
              <a:gd name="connsiteX1674" fmla="*/ 1781786 w 9029245"/>
              <a:gd name="connsiteY1674" fmla="*/ 4066016 h 4294383"/>
              <a:gd name="connsiteX1675" fmla="*/ 1784821 w 9029245"/>
              <a:gd name="connsiteY1675" fmla="*/ 4064566 h 4294383"/>
              <a:gd name="connsiteX1676" fmla="*/ 1787777 w 9029245"/>
              <a:gd name="connsiteY1676" fmla="*/ 4063068 h 4294383"/>
              <a:gd name="connsiteX1677" fmla="*/ 1793832 w 9029245"/>
              <a:gd name="connsiteY1677" fmla="*/ 4060074 h 4294383"/>
              <a:gd name="connsiteX1678" fmla="*/ 1796805 w 9029245"/>
              <a:gd name="connsiteY1678" fmla="*/ 4058532 h 4294383"/>
              <a:gd name="connsiteX1679" fmla="*/ 1799823 w 9029245"/>
              <a:gd name="connsiteY1679" fmla="*/ 4057035 h 4294383"/>
              <a:gd name="connsiteX1680" fmla="*/ 1805880 w 9029245"/>
              <a:gd name="connsiteY1680" fmla="*/ 4053961 h 4294383"/>
              <a:gd name="connsiteX1681" fmla="*/ 1808851 w 9029245"/>
              <a:gd name="connsiteY1681" fmla="*/ 4052418 h 4294383"/>
              <a:gd name="connsiteX1682" fmla="*/ 1811871 w 9029245"/>
              <a:gd name="connsiteY1682" fmla="*/ 4050874 h 4294383"/>
              <a:gd name="connsiteX1683" fmla="*/ 1814908 w 9029245"/>
              <a:gd name="connsiteY1683" fmla="*/ 4049284 h 4294383"/>
              <a:gd name="connsiteX1684" fmla="*/ 1817879 w 9029245"/>
              <a:gd name="connsiteY1684" fmla="*/ 4047742 h 4294383"/>
              <a:gd name="connsiteX1685" fmla="*/ 1826954 w 9029245"/>
              <a:gd name="connsiteY1685" fmla="*/ 4042986 h 4294383"/>
              <a:gd name="connsiteX1686" fmla="*/ 1829927 w 9029245"/>
              <a:gd name="connsiteY1686" fmla="*/ 4041360 h 4294383"/>
              <a:gd name="connsiteX1687" fmla="*/ 1832947 w 9029245"/>
              <a:gd name="connsiteY1687" fmla="*/ 4039771 h 4294383"/>
              <a:gd name="connsiteX1688" fmla="*/ 1835982 w 9029245"/>
              <a:gd name="connsiteY1688" fmla="*/ 4038135 h 4294383"/>
              <a:gd name="connsiteX1689" fmla="*/ 1838938 w 9029245"/>
              <a:gd name="connsiteY1689" fmla="*/ 4036511 h 4294383"/>
              <a:gd name="connsiteX1690" fmla="*/ 1844993 w 9029245"/>
              <a:gd name="connsiteY1690" fmla="*/ 4033239 h 4294383"/>
              <a:gd name="connsiteX1691" fmla="*/ 1847966 w 9029245"/>
              <a:gd name="connsiteY1691" fmla="*/ 4031568 h 4294383"/>
              <a:gd name="connsiteX1692" fmla="*/ 1850986 w 9029245"/>
              <a:gd name="connsiteY1692" fmla="*/ 4029886 h 4294383"/>
              <a:gd name="connsiteX1693" fmla="*/ 1854021 w 9029245"/>
              <a:gd name="connsiteY1693" fmla="*/ 4028262 h 4294383"/>
              <a:gd name="connsiteX1694" fmla="*/ 1857041 w 9029245"/>
              <a:gd name="connsiteY1694" fmla="*/ 4026533 h 4294383"/>
              <a:gd name="connsiteX1695" fmla="*/ 1860012 w 9029245"/>
              <a:gd name="connsiteY1695" fmla="*/ 4024862 h 4294383"/>
              <a:gd name="connsiteX1696" fmla="*/ 1863032 w 9029245"/>
              <a:gd name="connsiteY1696" fmla="*/ 4023181 h 4294383"/>
              <a:gd name="connsiteX1697" fmla="*/ 1866069 w 9029245"/>
              <a:gd name="connsiteY1697" fmla="*/ 4021463 h 4294383"/>
              <a:gd name="connsiteX1698" fmla="*/ 1869023 w 9029245"/>
              <a:gd name="connsiteY1698" fmla="*/ 4019734 h 4294383"/>
              <a:gd name="connsiteX1699" fmla="*/ 1878115 w 9029245"/>
              <a:gd name="connsiteY1699" fmla="*/ 4014571 h 4294383"/>
              <a:gd name="connsiteX1700" fmla="*/ 1881088 w 9029245"/>
              <a:gd name="connsiteY1700" fmla="*/ 4012808 h 4294383"/>
              <a:gd name="connsiteX1701" fmla="*/ 1887143 w 9029245"/>
              <a:gd name="connsiteY1701" fmla="*/ 4009269 h 4294383"/>
              <a:gd name="connsiteX1702" fmla="*/ 1890099 w 9029245"/>
              <a:gd name="connsiteY1702" fmla="*/ 4007505 h 4294383"/>
              <a:gd name="connsiteX1703" fmla="*/ 1893136 w 9029245"/>
              <a:gd name="connsiteY1703" fmla="*/ 4005731 h 4294383"/>
              <a:gd name="connsiteX1704" fmla="*/ 1899191 w 9029245"/>
              <a:gd name="connsiteY1704" fmla="*/ 4002109 h 4294383"/>
              <a:gd name="connsiteX1705" fmla="*/ 1902147 w 9029245"/>
              <a:gd name="connsiteY1705" fmla="*/ 4000300 h 4294383"/>
              <a:gd name="connsiteX1706" fmla="*/ 1908202 w 9029245"/>
              <a:gd name="connsiteY1706" fmla="*/ 3996668 h 4294383"/>
              <a:gd name="connsiteX1707" fmla="*/ 1911173 w 9029245"/>
              <a:gd name="connsiteY1707" fmla="*/ 3994812 h 4294383"/>
              <a:gd name="connsiteX1708" fmla="*/ 1920250 w 9029245"/>
              <a:gd name="connsiteY1708" fmla="*/ 3989243 h 4294383"/>
              <a:gd name="connsiteX1709" fmla="*/ 1923221 w 9029245"/>
              <a:gd name="connsiteY1709" fmla="*/ 3987328 h 4294383"/>
              <a:gd name="connsiteX1710" fmla="*/ 1926241 w 9029245"/>
              <a:gd name="connsiteY1710" fmla="*/ 3985473 h 4294383"/>
              <a:gd name="connsiteX1711" fmla="*/ 1929278 w 9029245"/>
              <a:gd name="connsiteY1711" fmla="*/ 3983571 h 4294383"/>
              <a:gd name="connsiteX1712" fmla="*/ 1932249 w 9029245"/>
              <a:gd name="connsiteY1712" fmla="*/ 3981666 h 4294383"/>
              <a:gd name="connsiteX1713" fmla="*/ 1935269 w 9029245"/>
              <a:gd name="connsiteY1713" fmla="*/ 3979764 h 4294383"/>
              <a:gd name="connsiteX1714" fmla="*/ 1941324 w 9029245"/>
              <a:gd name="connsiteY1714" fmla="*/ 3975866 h 4294383"/>
              <a:gd name="connsiteX1715" fmla="*/ 1944297 w 9029245"/>
              <a:gd name="connsiteY1715" fmla="*/ 3973963 h 4294383"/>
              <a:gd name="connsiteX1716" fmla="*/ 1947315 w 9029245"/>
              <a:gd name="connsiteY1716" fmla="*/ 3971967 h 4294383"/>
              <a:gd name="connsiteX1717" fmla="*/ 1950352 w 9029245"/>
              <a:gd name="connsiteY1717" fmla="*/ 3970018 h 4294383"/>
              <a:gd name="connsiteX1718" fmla="*/ 1953308 w 9029245"/>
              <a:gd name="connsiteY1718" fmla="*/ 3968070 h 4294383"/>
              <a:gd name="connsiteX1719" fmla="*/ 1959363 w 9029245"/>
              <a:gd name="connsiteY1719" fmla="*/ 3964089 h 4294383"/>
              <a:gd name="connsiteX1720" fmla="*/ 1962333 w 9029245"/>
              <a:gd name="connsiteY1720" fmla="*/ 3962094 h 4294383"/>
              <a:gd name="connsiteX1721" fmla="*/ 1965354 w 9029245"/>
              <a:gd name="connsiteY1721" fmla="*/ 3960052 h 4294383"/>
              <a:gd name="connsiteX1722" fmla="*/ 1968391 w 9029245"/>
              <a:gd name="connsiteY1722" fmla="*/ 3958056 h 4294383"/>
              <a:gd name="connsiteX1723" fmla="*/ 1971411 w 9029245"/>
              <a:gd name="connsiteY1723" fmla="*/ 3956015 h 4294383"/>
              <a:gd name="connsiteX1724" fmla="*/ 1974382 w 9029245"/>
              <a:gd name="connsiteY1724" fmla="*/ 3953973 h 4294383"/>
              <a:gd name="connsiteX1725" fmla="*/ 1977402 w 9029245"/>
              <a:gd name="connsiteY1725" fmla="*/ 3951942 h 4294383"/>
              <a:gd name="connsiteX1726" fmla="*/ 1980439 w 9029245"/>
              <a:gd name="connsiteY1726" fmla="*/ 3949853 h 4294383"/>
              <a:gd name="connsiteX1727" fmla="*/ 1983409 w 9029245"/>
              <a:gd name="connsiteY1727" fmla="*/ 3947764 h 4294383"/>
              <a:gd name="connsiteX1728" fmla="*/ 1986430 w 9029245"/>
              <a:gd name="connsiteY1728" fmla="*/ 3945734 h 4294383"/>
              <a:gd name="connsiteX1729" fmla="*/ 1989450 w 9029245"/>
              <a:gd name="connsiteY1729" fmla="*/ 3943646 h 4294383"/>
              <a:gd name="connsiteX1730" fmla="*/ 1992485 w 9029245"/>
              <a:gd name="connsiteY1730" fmla="*/ 3941512 h 4294383"/>
              <a:gd name="connsiteX1731" fmla="*/ 1995457 w 9029245"/>
              <a:gd name="connsiteY1731" fmla="*/ 3939388 h 4294383"/>
              <a:gd name="connsiteX1732" fmla="*/ 1998478 w 9029245"/>
              <a:gd name="connsiteY1732" fmla="*/ 3937299 h 4294383"/>
              <a:gd name="connsiteX1733" fmla="*/ 2001512 w 9029245"/>
              <a:gd name="connsiteY1733" fmla="*/ 3935165 h 4294383"/>
              <a:gd name="connsiteX1734" fmla="*/ 2004469 w 9029245"/>
              <a:gd name="connsiteY1734" fmla="*/ 3932995 h 4294383"/>
              <a:gd name="connsiteX1735" fmla="*/ 2007503 w 9029245"/>
              <a:gd name="connsiteY1735" fmla="*/ 3930861 h 4294383"/>
              <a:gd name="connsiteX1736" fmla="*/ 2013560 w 9029245"/>
              <a:gd name="connsiteY1736" fmla="*/ 3926509 h 4294383"/>
              <a:gd name="connsiteX1737" fmla="*/ 2016515 w 9029245"/>
              <a:gd name="connsiteY1737" fmla="*/ 3924340 h 4294383"/>
              <a:gd name="connsiteX1738" fmla="*/ 2019552 w 9029245"/>
              <a:gd name="connsiteY1738" fmla="*/ 3922159 h 4294383"/>
              <a:gd name="connsiteX1739" fmla="*/ 2022572 w 9029245"/>
              <a:gd name="connsiteY1739" fmla="*/ 3919943 h 4294383"/>
              <a:gd name="connsiteX1740" fmla="*/ 2025542 w 9029245"/>
              <a:gd name="connsiteY1740" fmla="*/ 3917762 h 4294383"/>
              <a:gd name="connsiteX1741" fmla="*/ 2028563 w 9029245"/>
              <a:gd name="connsiteY1741" fmla="*/ 3915500 h 4294383"/>
              <a:gd name="connsiteX1742" fmla="*/ 2034620 w 9029245"/>
              <a:gd name="connsiteY1742" fmla="*/ 3911056 h 4294383"/>
              <a:gd name="connsiteX1743" fmla="*/ 2037591 w 9029245"/>
              <a:gd name="connsiteY1743" fmla="*/ 3908793 h 4294383"/>
              <a:gd name="connsiteX1744" fmla="*/ 2043646 w 9029245"/>
              <a:gd name="connsiteY1744" fmla="*/ 3904257 h 4294383"/>
              <a:gd name="connsiteX1745" fmla="*/ 2046618 w 9029245"/>
              <a:gd name="connsiteY1745" fmla="*/ 3901948 h 4294383"/>
              <a:gd name="connsiteX1746" fmla="*/ 2049638 w 9029245"/>
              <a:gd name="connsiteY1746" fmla="*/ 3899686 h 4294383"/>
              <a:gd name="connsiteX1747" fmla="*/ 2052673 w 9029245"/>
              <a:gd name="connsiteY1747" fmla="*/ 3897376 h 4294383"/>
              <a:gd name="connsiteX1748" fmla="*/ 2055694 w 9029245"/>
              <a:gd name="connsiteY1748" fmla="*/ 3895009 h 4294383"/>
              <a:gd name="connsiteX1749" fmla="*/ 2058666 w 9029245"/>
              <a:gd name="connsiteY1749" fmla="*/ 3892701 h 4294383"/>
              <a:gd name="connsiteX1750" fmla="*/ 2061685 w 9029245"/>
              <a:gd name="connsiteY1750" fmla="*/ 3890392 h 4294383"/>
              <a:gd name="connsiteX1751" fmla="*/ 2064721 w 9029245"/>
              <a:gd name="connsiteY1751" fmla="*/ 3888036 h 4294383"/>
              <a:gd name="connsiteX1752" fmla="*/ 2067678 w 9029245"/>
              <a:gd name="connsiteY1752" fmla="*/ 3885681 h 4294383"/>
              <a:gd name="connsiteX1753" fmla="*/ 2070712 w 9029245"/>
              <a:gd name="connsiteY1753" fmla="*/ 3883280 h 4294383"/>
              <a:gd name="connsiteX1754" fmla="*/ 2073733 w 9029245"/>
              <a:gd name="connsiteY1754" fmla="*/ 3880924 h 4294383"/>
              <a:gd name="connsiteX1755" fmla="*/ 2076769 w 9029245"/>
              <a:gd name="connsiteY1755" fmla="*/ 3878523 h 4294383"/>
              <a:gd name="connsiteX1756" fmla="*/ 2079724 w 9029245"/>
              <a:gd name="connsiteY1756" fmla="*/ 3876121 h 4294383"/>
              <a:gd name="connsiteX1757" fmla="*/ 2082760 w 9029245"/>
              <a:gd name="connsiteY1757" fmla="*/ 3873672 h 4294383"/>
              <a:gd name="connsiteX1758" fmla="*/ 2085781 w 9029245"/>
              <a:gd name="connsiteY1758" fmla="*/ 3871271 h 4294383"/>
              <a:gd name="connsiteX1759" fmla="*/ 2088751 w 9029245"/>
              <a:gd name="connsiteY1759" fmla="*/ 3868824 h 4294383"/>
              <a:gd name="connsiteX1760" fmla="*/ 2094806 w 9029245"/>
              <a:gd name="connsiteY1760" fmla="*/ 3863927 h 4294383"/>
              <a:gd name="connsiteX1761" fmla="*/ 2097779 w 9029245"/>
              <a:gd name="connsiteY1761" fmla="*/ 3861478 h 4294383"/>
              <a:gd name="connsiteX1762" fmla="*/ 2106855 w 9029245"/>
              <a:gd name="connsiteY1762" fmla="*/ 3853995 h 4294383"/>
              <a:gd name="connsiteX1763" fmla="*/ 2109827 w 9029245"/>
              <a:gd name="connsiteY1763" fmla="*/ 3851466 h 4294383"/>
              <a:gd name="connsiteX1764" fmla="*/ 2115882 w 9029245"/>
              <a:gd name="connsiteY1764" fmla="*/ 3846384 h 4294383"/>
              <a:gd name="connsiteX1765" fmla="*/ 2118838 w 9029245"/>
              <a:gd name="connsiteY1765" fmla="*/ 3843843 h 4294383"/>
              <a:gd name="connsiteX1766" fmla="*/ 2121873 w 9029245"/>
              <a:gd name="connsiteY1766" fmla="*/ 3841314 h 4294383"/>
              <a:gd name="connsiteX1767" fmla="*/ 2127930 w 9029245"/>
              <a:gd name="connsiteY1767" fmla="*/ 3836140 h 4294383"/>
              <a:gd name="connsiteX1768" fmla="*/ 2130885 w 9029245"/>
              <a:gd name="connsiteY1768" fmla="*/ 3833564 h 4294383"/>
              <a:gd name="connsiteX1769" fmla="*/ 2136942 w 9029245"/>
              <a:gd name="connsiteY1769" fmla="*/ 3828296 h 4294383"/>
              <a:gd name="connsiteX1770" fmla="*/ 2139912 w 9029245"/>
              <a:gd name="connsiteY1770" fmla="*/ 3825674 h 4294383"/>
              <a:gd name="connsiteX1771" fmla="*/ 2142932 w 9029245"/>
              <a:gd name="connsiteY1771" fmla="*/ 3823087 h 4294383"/>
              <a:gd name="connsiteX1772" fmla="*/ 2148988 w 9029245"/>
              <a:gd name="connsiteY1772" fmla="*/ 3817738 h 4294383"/>
              <a:gd name="connsiteX1773" fmla="*/ 2151960 w 9029245"/>
              <a:gd name="connsiteY1773" fmla="*/ 3815069 h 4294383"/>
              <a:gd name="connsiteX1774" fmla="*/ 2154981 w 9029245"/>
              <a:gd name="connsiteY1774" fmla="*/ 3812390 h 4294383"/>
              <a:gd name="connsiteX1775" fmla="*/ 2158015 w 9029245"/>
              <a:gd name="connsiteY1775" fmla="*/ 3809674 h 4294383"/>
              <a:gd name="connsiteX1776" fmla="*/ 2160988 w 9029245"/>
              <a:gd name="connsiteY1776" fmla="*/ 3806995 h 4294383"/>
              <a:gd name="connsiteX1777" fmla="*/ 2164006 w 9029245"/>
              <a:gd name="connsiteY1777" fmla="*/ 3804279 h 4294383"/>
              <a:gd name="connsiteX1778" fmla="*/ 2167043 w 9029245"/>
              <a:gd name="connsiteY1778" fmla="*/ 3801519 h 4294383"/>
              <a:gd name="connsiteX1779" fmla="*/ 2170063 w 9029245"/>
              <a:gd name="connsiteY1779" fmla="*/ 3798792 h 4294383"/>
              <a:gd name="connsiteX1780" fmla="*/ 2173034 w 9029245"/>
              <a:gd name="connsiteY1780" fmla="*/ 3796030 h 4294383"/>
              <a:gd name="connsiteX1781" fmla="*/ 2179091 w 9029245"/>
              <a:gd name="connsiteY1781" fmla="*/ 3790507 h 4294383"/>
              <a:gd name="connsiteX1782" fmla="*/ 2182045 w 9029245"/>
              <a:gd name="connsiteY1782" fmla="*/ 3787689 h 4294383"/>
              <a:gd name="connsiteX1783" fmla="*/ 2191137 w 9029245"/>
              <a:gd name="connsiteY1783" fmla="*/ 3779265 h 4294383"/>
              <a:gd name="connsiteX1784" fmla="*/ 2194093 w 9029245"/>
              <a:gd name="connsiteY1784" fmla="*/ 3776411 h 4294383"/>
              <a:gd name="connsiteX1785" fmla="*/ 2197130 w 9029245"/>
              <a:gd name="connsiteY1785" fmla="*/ 3773603 h 4294383"/>
              <a:gd name="connsiteX1786" fmla="*/ 2200148 w 9029245"/>
              <a:gd name="connsiteY1786" fmla="*/ 3770702 h 4294383"/>
              <a:gd name="connsiteX1787" fmla="*/ 2203121 w 9029245"/>
              <a:gd name="connsiteY1787" fmla="*/ 3767848 h 4294383"/>
              <a:gd name="connsiteX1788" fmla="*/ 2212196 w 9029245"/>
              <a:gd name="connsiteY1788" fmla="*/ 3759147 h 4294383"/>
              <a:gd name="connsiteX1789" fmla="*/ 2215169 w 9029245"/>
              <a:gd name="connsiteY1789" fmla="*/ 3756246 h 4294383"/>
              <a:gd name="connsiteX1790" fmla="*/ 2221224 w 9029245"/>
              <a:gd name="connsiteY1790" fmla="*/ 3750353 h 4294383"/>
              <a:gd name="connsiteX1791" fmla="*/ 2224195 w 9029245"/>
              <a:gd name="connsiteY1791" fmla="*/ 3747405 h 4294383"/>
              <a:gd name="connsiteX1792" fmla="*/ 2230252 w 9029245"/>
              <a:gd name="connsiteY1792" fmla="*/ 3741418 h 4294383"/>
              <a:gd name="connsiteX1793" fmla="*/ 2233208 w 9029245"/>
              <a:gd name="connsiteY1793" fmla="*/ 3738426 h 4294383"/>
              <a:gd name="connsiteX1794" fmla="*/ 2236243 w 9029245"/>
              <a:gd name="connsiteY1794" fmla="*/ 3735443 h 4294383"/>
              <a:gd name="connsiteX1795" fmla="*/ 2242300 w 9029245"/>
              <a:gd name="connsiteY1795" fmla="*/ 3729363 h 4294383"/>
              <a:gd name="connsiteX1796" fmla="*/ 2245254 w 9029245"/>
              <a:gd name="connsiteY1796" fmla="*/ 3726324 h 4294383"/>
              <a:gd name="connsiteX1797" fmla="*/ 2248291 w 9029245"/>
              <a:gd name="connsiteY1797" fmla="*/ 3723296 h 4294383"/>
              <a:gd name="connsiteX1798" fmla="*/ 2251311 w 9029245"/>
              <a:gd name="connsiteY1798" fmla="*/ 3720209 h 4294383"/>
              <a:gd name="connsiteX1799" fmla="*/ 2254282 w 9029245"/>
              <a:gd name="connsiteY1799" fmla="*/ 3717123 h 4294383"/>
              <a:gd name="connsiteX1800" fmla="*/ 2257302 w 9029245"/>
              <a:gd name="connsiteY1800" fmla="*/ 3714048 h 4294383"/>
              <a:gd name="connsiteX1801" fmla="*/ 2263357 w 9029245"/>
              <a:gd name="connsiteY1801" fmla="*/ 3707795 h 4294383"/>
              <a:gd name="connsiteX1802" fmla="*/ 2266330 w 9029245"/>
              <a:gd name="connsiteY1802" fmla="*/ 3704662 h 4294383"/>
              <a:gd name="connsiteX1803" fmla="*/ 2269365 w 9029245"/>
              <a:gd name="connsiteY1803" fmla="*/ 3701541 h 4294383"/>
              <a:gd name="connsiteX1804" fmla="*/ 2272385 w 9029245"/>
              <a:gd name="connsiteY1804" fmla="*/ 3698363 h 4294383"/>
              <a:gd name="connsiteX1805" fmla="*/ 2275358 w 9029245"/>
              <a:gd name="connsiteY1805" fmla="*/ 3695194 h 4294383"/>
              <a:gd name="connsiteX1806" fmla="*/ 2278376 w 9029245"/>
              <a:gd name="connsiteY1806" fmla="*/ 3692063 h 4294383"/>
              <a:gd name="connsiteX1807" fmla="*/ 2284433 w 9029245"/>
              <a:gd name="connsiteY1807" fmla="*/ 3685635 h 4294383"/>
              <a:gd name="connsiteX1808" fmla="*/ 2287404 w 9029245"/>
              <a:gd name="connsiteY1808" fmla="*/ 3682410 h 4294383"/>
              <a:gd name="connsiteX1809" fmla="*/ 2290424 w 9029245"/>
              <a:gd name="connsiteY1809" fmla="*/ 3679195 h 4294383"/>
              <a:gd name="connsiteX1810" fmla="*/ 2293461 w 9029245"/>
              <a:gd name="connsiteY1810" fmla="*/ 3675936 h 4294383"/>
              <a:gd name="connsiteX1811" fmla="*/ 2296415 w 9029245"/>
              <a:gd name="connsiteY1811" fmla="*/ 3672710 h 4294383"/>
              <a:gd name="connsiteX1812" fmla="*/ 2299452 w 9029245"/>
              <a:gd name="connsiteY1812" fmla="*/ 3669404 h 4294383"/>
              <a:gd name="connsiteX1813" fmla="*/ 2302472 w 9029245"/>
              <a:gd name="connsiteY1813" fmla="*/ 3666143 h 4294383"/>
              <a:gd name="connsiteX1814" fmla="*/ 2305507 w 9029245"/>
              <a:gd name="connsiteY1814" fmla="*/ 3662836 h 4294383"/>
              <a:gd name="connsiteX1815" fmla="*/ 2308463 w 9029245"/>
              <a:gd name="connsiteY1815" fmla="*/ 3659529 h 4294383"/>
              <a:gd name="connsiteX1816" fmla="*/ 2314518 w 9029245"/>
              <a:gd name="connsiteY1816" fmla="*/ 3652905 h 4294383"/>
              <a:gd name="connsiteX1817" fmla="*/ 2317491 w 9029245"/>
              <a:gd name="connsiteY1817" fmla="*/ 3649551 h 4294383"/>
              <a:gd name="connsiteX1818" fmla="*/ 2320511 w 9029245"/>
              <a:gd name="connsiteY1818" fmla="*/ 3646152 h 4294383"/>
              <a:gd name="connsiteX1819" fmla="*/ 2323546 w 9029245"/>
              <a:gd name="connsiteY1819" fmla="*/ 3642800 h 4294383"/>
              <a:gd name="connsiteX1820" fmla="*/ 2326583 w 9029245"/>
              <a:gd name="connsiteY1820" fmla="*/ 3639399 h 4294383"/>
              <a:gd name="connsiteX1821" fmla="*/ 2329537 w 9029245"/>
              <a:gd name="connsiteY1821" fmla="*/ 3636001 h 4294383"/>
              <a:gd name="connsiteX1822" fmla="*/ 2332574 w 9029245"/>
              <a:gd name="connsiteY1822" fmla="*/ 3632648 h 4294383"/>
              <a:gd name="connsiteX1823" fmla="*/ 2335594 w 9029245"/>
              <a:gd name="connsiteY1823" fmla="*/ 3629202 h 4294383"/>
              <a:gd name="connsiteX1824" fmla="*/ 2338565 w 9029245"/>
              <a:gd name="connsiteY1824" fmla="*/ 3625755 h 4294383"/>
              <a:gd name="connsiteX1825" fmla="*/ 2341585 w 9029245"/>
              <a:gd name="connsiteY1825" fmla="*/ 3622321 h 4294383"/>
              <a:gd name="connsiteX1826" fmla="*/ 2344622 w 9029245"/>
              <a:gd name="connsiteY1826" fmla="*/ 3618829 h 4294383"/>
              <a:gd name="connsiteX1827" fmla="*/ 2347576 w 9029245"/>
              <a:gd name="connsiteY1827" fmla="*/ 3615382 h 4294383"/>
              <a:gd name="connsiteX1828" fmla="*/ 2353633 w 9029245"/>
              <a:gd name="connsiteY1828" fmla="*/ 3608399 h 4294383"/>
              <a:gd name="connsiteX1829" fmla="*/ 2356668 w 9029245"/>
              <a:gd name="connsiteY1829" fmla="*/ 3604871 h 4294383"/>
              <a:gd name="connsiteX1830" fmla="*/ 2359624 w 9029245"/>
              <a:gd name="connsiteY1830" fmla="*/ 3601379 h 4294383"/>
              <a:gd name="connsiteX1831" fmla="*/ 2362661 w 9029245"/>
              <a:gd name="connsiteY1831" fmla="*/ 3597795 h 4294383"/>
              <a:gd name="connsiteX1832" fmla="*/ 2365679 w 9029245"/>
              <a:gd name="connsiteY1832" fmla="*/ 3594267 h 4294383"/>
              <a:gd name="connsiteX1833" fmla="*/ 2368652 w 9029245"/>
              <a:gd name="connsiteY1833" fmla="*/ 3590681 h 4294383"/>
              <a:gd name="connsiteX1834" fmla="*/ 2377727 w 9029245"/>
              <a:gd name="connsiteY1834" fmla="*/ 3579938 h 4294383"/>
              <a:gd name="connsiteX1835" fmla="*/ 2380700 w 9029245"/>
              <a:gd name="connsiteY1835" fmla="*/ 3576271 h 4294383"/>
              <a:gd name="connsiteX1836" fmla="*/ 2386755 w 9029245"/>
              <a:gd name="connsiteY1836" fmla="*/ 3569021 h 4294383"/>
              <a:gd name="connsiteX1837" fmla="*/ 2389725 w 9029245"/>
              <a:gd name="connsiteY1837" fmla="*/ 3565343 h 4294383"/>
              <a:gd name="connsiteX1838" fmla="*/ 2395782 w 9029245"/>
              <a:gd name="connsiteY1838" fmla="*/ 3558009 h 4294383"/>
              <a:gd name="connsiteX1839" fmla="*/ 2398803 w 9029245"/>
              <a:gd name="connsiteY1839" fmla="*/ 3554286 h 4294383"/>
              <a:gd name="connsiteX1840" fmla="*/ 2401774 w 9029245"/>
              <a:gd name="connsiteY1840" fmla="*/ 3550572 h 4294383"/>
              <a:gd name="connsiteX1841" fmla="*/ 2404794 w 9029245"/>
              <a:gd name="connsiteY1841" fmla="*/ 3546906 h 4294383"/>
              <a:gd name="connsiteX1842" fmla="*/ 2407829 w 9029245"/>
              <a:gd name="connsiteY1842" fmla="*/ 3543135 h 4294383"/>
              <a:gd name="connsiteX1843" fmla="*/ 2410785 w 9029245"/>
              <a:gd name="connsiteY1843" fmla="*/ 3539377 h 4294383"/>
              <a:gd name="connsiteX1844" fmla="*/ 2416842 w 9029245"/>
              <a:gd name="connsiteY1844" fmla="*/ 3531858 h 4294383"/>
              <a:gd name="connsiteX1845" fmla="*/ 2419877 w 9029245"/>
              <a:gd name="connsiteY1845" fmla="*/ 3528053 h 4294383"/>
              <a:gd name="connsiteX1846" fmla="*/ 2422833 w 9029245"/>
              <a:gd name="connsiteY1846" fmla="*/ 3524235 h 4294383"/>
              <a:gd name="connsiteX1847" fmla="*/ 2425868 w 9029245"/>
              <a:gd name="connsiteY1847" fmla="*/ 3520430 h 4294383"/>
              <a:gd name="connsiteX1848" fmla="*/ 2428888 w 9029245"/>
              <a:gd name="connsiteY1848" fmla="*/ 3516578 h 4294383"/>
              <a:gd name="connsiteX1849" fmla="*/ 2431861 w 9029245"/>
              <a:gd name="connsiteY1849" fmla="*/ 3512773 h 4294383"/>
              <a:gd name="connsiteX1850" fmla="*/ 2434895 w 9029245"/>
              <a:gd name="connsiteY1850" fmla="*/ 3508874 h 4294383"/>
              <a:gd name="connsiteX1851" fmla="*/ 2437916 w 9029245"/>
              <a:gd name="connsiteY1851" fmla="*/ 3505023 h 4294383"/>
              <a:gd name="connsiteX1852" fmla="*/ 2440952 w 9029245"/>
              <a:gd name="connsiteY1852" fmla="*/ 3501124 h 4294383"/>
              <a:gd name="connsiteX1853" fmla="*/ 2443907 w 9029245"/>
              <a:gd name="connsiteY1853" fmla="*/ 3497226 h 4294383"/>
              <a:gd name="connsiteX1854" fmla="*/ 2449964 w 9029245"/>
              <a:gd name="connsiteY1854" fmla="*/ 3489428 h 4294383"/>
              <a:gd name="connsiteX1855" fmla="*/ 2452935 w 9029245"/>
              <a:gd name="connsiteY1855" fmla="*/ 3485449 h 4294383"/>
              <a:gd name="connsiteX1856" fmla="*/ 2458992 w 9029245"/>
              <a:gd name="connsiteY1856" fmla="*/ 3477559 h 4294383"/>
              <a:gd name="connsiteX1857" fmla="*/ 2462010 w 9029245"/>
              <a:gd name="connsiteY1857" fmla="*/ 3473568 h 4294383"/>
              <a:gd name="connsiteX1858" fmla="*/ 2464982 w 9029245"/>
              <a:gd name="connsiteY1858" fmla="*/ 3469577 h 4294383"/>
              <a:gd name="connsiteX1859" fmla="*/ 2468003 w 9029245"/>
              <a:gd name="connsiteY1859" fmla="*/ 3465598 h 4294383"/>
              <a:gd name="connsiteX1860" fmla="*/ 2471038 w 9029245"/>
              <a:gd name="connsiteY1860" fmla="*/ 3461560 h 4294383"/>
              <a:gd name="connsiteX1861" fmla="*/ 2473994 w 9029245"/>
              <a:gd name="connsiteY1861" fmla="*/ 3457523 h 4294383"/>
              <a:gd name="connsiteX1862" fmla="*/ 2477029 w 9029245"/>
              <a:gd name="connsiteY1862" fmla="*/ 3453496 h 4294383"/>
              <a:gd name="connsiteX1863" fmla="*/ 2480049 w 9029245"/>
              <a:gd name="connsiteY1863" fmla="*/ 3449413 h 4294383"/>
              <a:gd name="connsiteX1864" fmla="*/ 2483021 w 9029245"/>
              <a:gd name="connsiteY1864" fmla="*/ 3445340 h 4294383"/>
              <a:gd name="connsiteX1865" fmla="*/ 2486042 w 9029245"/>
              <a:gd name="connsiteY1865" fmla="*/ 3441256 h 4294383"/>
              <a:gd name="connsiteX1866" fmla="*/ 2492113 w 9029245"/>
              <a:gd name="connsiteY1866" fmla="*/ 3433007 h 4294383"/>
              <a:gd name="connsiteX1867" fmla="*/ 2495068 w 9029245"/>
              <a:gd name="connsiteY1867" fmla="*/ 3428934 h 4294383"/>
              <a:gd name="connsiteX1868" fmla="*/ 2501125 w 9029245"/>
              <a:gd name="connsiteY1868" fmla="*/ 3420592 h 4294383"/>
              <a:gd name="connsiteX1869" fmla="*/ 2504095 w 9029245"/>
              <a:gd name="connsiteY1869" fmla="*/ 3416463 h 4294383"/>
              <a:gd name="connsiteX1870" fmla="*/ 2510152 w 9029245"/>
              <a:gd name="connsiteY1870" fmla="*/ 3408038 h 4294383"/>
              <a:gd name="connsiteX1871" fmla="*/ 2513172 w 9029245"/>
              <a:gd name="connsiteY1871" fmla="*/ 3403862 h 4294383"/>
              <a:gd name="connsiteX1872" fmla="*/ 2516143 w 9029245"/>
              <a:gd name="connsiteY1872" fmla="*/ 3399604 h 4294383"/>
              <a:gd name="connsiteX1873" fmla="*/ 2519164 w 9029245"/>
              <a:gd name="connsiteY1873" fmla="*/ 3395392 h 4294383"/>
              <a:gd name="connsiteX1874" fmla="*/ 2522198 w 9029245"/>
              <a:gd name="connsiteY1874" fmla="*/ 3391133 h 4294383"/>
              <a:gd name="connsiteX1875" fmla="*/ 2525154 w 9029245"/>
              <a:gd name="connsiteY1875" fmla="*/ 3386875 h 4294383"/>
              <a:gd name="connsiteX1876" fmla="*/ 2528191 w 9029245"/>
              <a:gd name="connsiteY1876" fmla="*/ 3382607 h 4294383"/>
              <a:gd name="connsiteX1877" fmla="*/ 2534246 w 9029245"/>
              <a:gd name="connsiteY1877" fmla="*/ 3373997 h 4294383"/>
              <a:gd name="connsiteX1878" fmla="*/ 2537203 w 9029245"/>
              <a:gd name="connsiteY1878" fmla="*/ 3369693 h 4294383"/>
              <a:gd name="connsiteX1879" fmla="*/ 2543258 w 9029245"/>
              <a:gd name="connsiteY1879" fmla="*/ 3360991 h 4294383"/>
              <a:gd name="connsiteX1880" fmla="*/ 2546228 w 9029245"/>
              <a:gd name="connsiteY1880" fmla="*/ 3356641 h 4294383"/>
              <a:gd name="connsiteX1881" fmla="*/ 2549265 w 9029245"/>
              <a:gd name="connsiteY1881" fmla="*/ 3352289 h 4294383"/>
              <a:gd name="connsiteX1882" fmla="*/ 2555322 w 9029245"/>
              <a:gd name="connsiteY1882" fmla="*/ 3343495 h 4294383"/>
              <a:gd name="connsiteX1883" fmla="*/ 2558277 w 9029245"/>
              <a:gd name="connsiteY1883" fmla="*/ 3339052 h 4294383"/>
              <a:gd name="connsiteX1884" fmla="*/ 2564334 w 9029245"/>
              <a:gd name="connsiteY1884" fmla="*/ 3330175 h 4294383"/>
              <a:gd name="connsiteX1885" fmla="*/ 2567304 w 9029245"/>
              <a:gd name="connsiteY1885" fmla="*/ 3325733 h 4294383"/>
              <a:gd name="connsiteX1886" fmla="*/ 2570324 w 9029245"/>
              <a:gd name="connsiteY1886" fmla="*/ 3321289 h 4294383"/>
              <a:gd name="connsiteX1887" fmla="*/ 2576379 w 9029245"/>
              <a:gd name="connsiteY1887" fmla="*/ 3312320 h 4294383"/>
              <a:gd name="connsiteX1888" fmla="*/ 2579352 w 9029245"/>
              <a:gd name="connsiteY1888" fmla="*/ 3307783 h 4294383"/>
              <a:gd name="connsiteX1889" fmla="*/ 2585407 w 9029245"/>
              <a:gd name="connsiteY1889" fmla="*/ 3298722 h 4294383"/>
              <a:gd name="connsiteX1890" fmla="*/ 2588363 w 9029245"/>
              <a:gd name="connsiteY1890" fmla="*/ 3294185 h 4294383"/>
              <a:gd name="connsiteX1891" fmla="*/ 2597455 w 9029245"/>
              <a:gd name="connsiteY1891" fmla="*/ 3280459 h 4294383"/>
              <a:gd name="connsiteX1892" fmla="*/ 2600426 w 9029245"/>
              <a:gd name="connsiteY1892" fmla="*/ 3275830 h 4294383"/>
              <a:gd name="connsiteX1893" fmla="*/ 2606483 w 9029245"/>
              <a:gd name="connsiteY1893" fmla="*/ 3266583 h 4294383"/>
              <a:gd name="connsiteX1894" fmla="*/ 2609437 w 9029245"/>
              <a:gd name="connsiteY1894" fmla="*/ 3261920 h 4294383"/>
              <a:gd name="connsiteX1895" fmla="*/ 2612474 w 9029245"/>
              <a:gd name="connsiteY1895" fmla="*/ 3257301 h 4294383"/>
              <a:gd name="connsiteX1896" fmla="*/ 2615494 w 9029245"/>
              <a:gd name="connsiteY1896" fmla="*/ 3252580 h 4294383"/>
              <a:gd name="connsiteX1897" fmla="*/ 2618465 w 9029245"/>
              <a:gd name="connsiteY1897" fmla="*/ 3247915 h 4294383"/>
              <a:gd name="connsiteX1898" fmla="*/ 2621485 w 9029245"/>
              <a:gd name="connsiteY1898" fmla="*/ 3243250 h 4294383"/>
              <a:gd name="connsiteX1899" fmla="*/ 2624522 w 9029245"/>
              <a:gd name="connsiteY1899" fmla="*/ 3238483 h 4294383"/>
              <a:gd name="connsiteX1900" fmla="*/ 2627540 w 9029245"/>
              <a:gd name="connsiteY1900" fmla="*/ 3233772 h 4294383"/>
              <a:gd name="connsiteX1901" fmla="*/ 2630513 w 9029245"/>
              <a:gd name="connsiteY1901" fmla="*/ 3229062 h 4294383"/>
              <a:gd name="connsiteX1902" fmla="*/ 2633533 w 9029245"/>
              <a:gd name="connsiteY1902" fmla="*/ 3224259 h 4294383"/>
              <a:gd name="connsiteX1903" fmla="*/ 2636568 w 9029245"/>
              <a:gd name="connsiteY1903" fmla="*/ 3219502 h 4294383"/>
              <a:gd name="connsiteX1904" fmla="*/ 2639524 w 9029245"/>
              <a:gd name="connsiteY1904" fmla="*/ 3214744 h 4294383"/>
              <a:gd name="connsiteX1905" fmla="*/ 2648616 w 9029245"/>
              <a:gd name="connsiteY1905" fmla="*/ 3200323 h 4294383"/>
              <a:gd name="connsiteX1906" fmla="*/ 2651570 w 9029245"/>
              <a:gd name="connsiteY1906" fmla="*/ 3195473 h 4294383"/>
              <a:gd name="connsiteX1907" fmla="*/ 2657644 w 9029245"/>
              <a:gd name="connsiteY1907" fmla="*/ 3185786 h 4294383"/>
              <a:gd name="connsiteX1908" fmla="*/ 2660598 w 9029245"/>
              <a:gd name="connsiteY1908" fmla="*/ 3180889 h 4294383"/>
              <a:gd name="connsiteX1909" fmla="*/ 2666655 w 9029245"/>
              <a:gd name="connsiteY1909" fmla="*/ 3171097 h 4294383"/>
              <a:gd name="connsiteX1910" fmla="*/ 2669690 w 9029245"/>
              <a:gd name="connsiteY1910" fmla="*/ 3166154 h 4294383"/>
              <a:gd name="connsiteX1911" fmla="*/ 2672646 w 9029245"/>
              <a:gd name="connsiteY1911" fmla="*/ 3161212 h 4294383"/>
              <a:gd name="connsiteX1912" fmla="*/ 2675683 w 9029245"/>
              <a:gd name="connsiteY1912" fmla="*/ 3156316 h 4294383"/>
              <a:gd name="connsiteX1913" fmla="*/ 2678703 w 9029245"/>
              <a:gd name="connsiteY1913" fmla="*/ 3151338 h 4294383"/>
              <a:gd name="connsiteX1914" fmla="*/ 2681674 w 9029245"/>
              <a:gd name="connsiteY1914" fmla="*/ 3146349 h 4294383"/>
              <a:gd name="connsiteX1915" fmla="*/ 2684694 w 9029245"/>
              <a:gd name="connsiteY1915" fmla="*/ 3141407 h 4294383"/>
              <a:gd name="connsiteX1916" fmla="*/ 2690749 w 9029245"/>
              <a:gd name="connsiteY1916" fmla="*/ 3131347 h 4294383"/>
              <a:gd name="connsiteX1917" fmla="*/ 2693722 w 9029245"/>
              <a:gd name="connsiteY1917" fmla="*/ 3126359 h 4294383"/>
              <a:gd name="connsiteX1918" fmla="*/ 2696740 w 9029245"/>
              <a:gd name="connsiteY1918" fmla="*/ 3121287 h 4294383"/>
              <a:gd name="connsiteX1919" fmla="*/ 2699777 w 9029245"/>
              <a:gd name="connsiteY1919" fmla="*/ 3116253 h 4294383"/>
              <a:gd name="connsiteX1920" fmla="*/ 2702733 w 9029245"/>
              <a:gd name="connsiteY1920" fmla="*/ 3111183 h 4294383"/>
              <a:gd name="connsiteX1921" fmla="*/ 2711825 w 9029245"/>
              <a:gd name="connsiteY1921" fmla="*/ 3095949 h 4294383"/>
              <a:gd name="connsiteX1922" fmla="*/ 2714796 w 9029245"/>
              <a:gd name="connsiteY1922" fmla="*/ 3090786 h 4294383"/>
              <a:gd name="connsiteX1923" fmla="*/ 2720853 w 9029245"/>
              <a:gd name="connsiteY1923" fmla="*/ 3080540 h 4294383"/>
              <a:gd name="connsiteX1924" fmla="*/ 2723807 w 9029245"/>
              <a:gd name="connsiteY1924" fmla="*/ 3075378 h 4294383"/>
              <a:gd name="connsiteX1925" fmla="*/ 2729864 w 9029245"/>
              <a:gd name="connsiteY1925" fmla="*/ 3065040 h 4294383"/>
              <a:gd name="connsiteX1926" fmla="*/ 2732835 w 9029245"/>
              <a:gd name="connsiteY1926" fmla="*/ 3059830 h 4294383"/>
              <a:gd name="connsiteX1927" fmla="*/ 2738890 w 9029245"/>
              <a:gd name="connsiteY1927" fmla="*/ 3049411 h 4294383"/>
              <a:gd name="connsiteX1928" fmla="*/ 2741910 w 9029245"/>
              <a:gd name="connsiteY1928" fmla="*/ 3044145 h 4294383"/>
              <a:gd name="connsiteX1929" fmla="*/ 2744883 w 9029245"/>
              <a:gd name="connsiteY1929" fmla="*/ 3038888 h 4294383"/>
              <a:gd name="connsiteX1930" fmla="*/ 2750938 w 9029245"/>
              <a:gd name="connsiteY1930" fmla="*/ 3028377 h 4294383"/>
              <a:gd name="connsiteX1931" fmla="*/ 2753894 w 9029245"/>
              <a:gd name="connsiteY1931" fmla="*/ 3023074 h 4294383"/>
              <a:gd name="connsiteX1932" fmla="*/ 2759949 w 9029245"/>
              <a:gd name="connsiteY1932" fmla="*/ 3012470 h 4294383"/>
              <a:gd name="connsiteX1933" fmla="*/ 2762986 w 9029245"/>
              <a:gd name="connsiteY1933" fmla="*/ 3007122 h 4294383"/>
              <a:gd name="connsiteX1934" fmla="*/ 2765956 w 9029245"/>
              <a:gd name="connsiteY1934" fmla="*/ 3001819 h 4294383"/>
              <a:gd name="connsiteX1935" fmla="*/ 2768977 w 9029245"/>
              <a:gd name="connsiteY1935" fmla="*/ 2996424 h 4294383"/>
              <a:gd name="connsiteX1936" fmla="*/ 2772014 w 9029245"/>
              <a:gd name="connsiteY1936" fmla="*/ 2991075 h 4294383"/>
              <a:gd name="connsiteX1937" fmla="*/ 2774968 w 9029245"/>
              <a:gd name="connsiteY1937" fmla="*/ 2985680 h 4294383"/>
              <a:gd name="connsiteX1938" fmla="*/ 2784060 w 9029245"/>
              <a:gd name="connsiteY1938" fmla="*/ 2969507 h 4294383"/>
              <a:gd name="connsiteX1939" fmla="*/ 2787016 w 9029245"/>
              <a:gd name="connsiteY1939" fmla="*/ 2964066 h 4294383"/>
              <a:gd name="connsiteX1940" fmla="*/ 2790051 w 9029245"/>
              <a:gd name="connsiteY1940" fmla="*/ 2958625 h 4294383"/>
              <a:gd name="connsiteX1941" fmla="*/ 2793071 w 9029245"/>
              <a:gd name="connsiteY1941" fmla="*/ 2953148 h 4294383"/>
              <a:gd name="connsiteX1942" fmla="*/ 2796044 w 9029245"/>
              <a:gd name="connsiteY1942" fmla="*/ 2947706 h 4294383"/>
              <a:gd name="connsiteX1943" fmla="*/ 2802099 w 9029245"/>
              <a:gd name="connsiteY1943" fmla="*/ 2936742 h 4294383"/>
              <a:gd name="connsiteX1944" fmla="*/ 2805119 w 9029245"/>
              <a:gd name="connsiteY1944" fmla="*/ 2931207 h 4294383"/>
              <a:gd name="connsiteX1945" fmla="*/ 2808090 w 9029245"/>
              <a:gd name="connsiteY1945" fmla="*/ 2925685 h 4294383"/>
              <a:gd name="connsiteX1946" fmla="*/ 2814147 w 9029245"/>
              <a:gd name="connsiteY1946" fmla="*/ 2914617 h 4294383"/>
              <a:gd name="connsiteX1947" fmla="*/ 2817101 w 9029245"/>
              <a:gd name="connsiteY1947" fmla="*/ 2909047 h 4294383"/>
              <a:gd name="connsiteX1948" fmla="*/ 2820138 w 9029245"/>
              <a:gd name="connsiteY1948" fmla="*/ 2903514 h 4294383"/>
              <a:gd name="connsiteX1949" fmla="*/ 2823174 w 9029245"/>
              <a:gd name="connsiteY1949" fmla="*/ 2897898 h 4294383"/>
              <a:gd name="connsiteX1950" fmla="*/ 2826195 w 9029245"/>
              <a:gd name="connsiteY1950" fmla="*/ 2892329 h 4294383"/>
              <a:gd name="connsiteX1951" fmla="*/ 2829165 w 9029245"/>
              <a:gd name="connsiteY1951" fmla="*/ 2886701 h 4294383"/>
              <a:gd name="connsiteX1952" fmla="*/ 2835220 w 9029245"/>
              <a:gd name="connsiteY1952" fmla="*/ 2875458 h 4294383"/>
              <a:gd name="connsiteX1953" fmla="*/ 2838177 w 9029245"/>
              <a:gd name="connsiteY1953" fmla="*/ 2869844 h 4294383"/>
              <a:gd name="connsiteX1954" fmla="*/ 2847268 w 9029245"/>
              <a:gd name="connsiteY1954" fmla="*/ 2852847 h 4294383"/>
              <a:gd name="connsiteX1955" fmla="*/ 2850225 w 9029245"/>
              <a:gd name="connsiteY1955" fmla="*/ 2847137 h 4294383"/>
              <a:gd name="connsiteX1956" fmla="*/ 2856280 w 9029245"/>
              <a:gd name="connsiteY1956" fmla="*/ 2835721 h 4294383"/>
              <a:gd name="connsiteX1957" fmla="*/ 2859250 w 9029245"/>
              <a:gd name="connsiteY1957" fmla="*/ 2829967 h 4294383"/>
              <a:gd name="connsiteX1958" fmla="*/ 2862271 w 9029245"/>
              <a:gd name="connsiteY1958" fmla="*/ 2824246 h 4294383"/>
              <a:gd name="connsiteX1959" fmla="*/ 2865308 w 9029245"/>
              <a:gd name="connsiteY1959" fmla="*/ 2818492 h 4294383"/>
              <a:gd name="connsiteX1960" fmla="*/ 2868262 w 9029245"/>
              <a:gd name="connsiteY1960" fmla="*/ 2812737 h 4294383"/>
              <a:gd name="connsiteX1961" fmla="*/ 2871298 w 9029245"/>
              <a:gd name="connsiteY1961" fmla="*/ 2806936 h 4294383"/>
              <a:gd name="connsiteX1962" fmla="*/ 2874319 w 9029245"/>
              <a:gd name="connsiteY1962" fmla="*/ 2801181 h 4294383"/>
              <a:gd name="connsiteX1963" fmla="*/ 2877356 w 9029245"/>
              <a:gd name="connsiteY1963" fmla="*/ 2795381 h 4294383"/>
              <a:gd name="connsiteX1964" fmla="*/ 2880326 w 9029245"/>
              <a:gd name="connsiteY1964" fmla="*/ 2789533 h 4294383"/>
              <a:gd name="connsiteX1965" fmla="*/ 2883347 w 9029245"/>
              <a:gd name="connsiteY1965" fmla="*/ 2783731 h 4294383"/>
              <a:gd name="connsiteX1966" fmla="*/ 2886383 w 9029245"/>
              <a:gd name="connsiteY1966" fmla="*/ 2777883 h 4294383"/>
              <a:gd name="connsiteX1967" fmla="*/ 2889338 w 9029245"/>
              <a:gd name="connsiteY1967" fmla="*/ 2772036 h 4294383"/>
              <a:gd name="connsiteX1968" fmla="*/ 2892374 w 9029245"/>
              <a:gd name="connsiteY1968" fmla="*/ 2766188 h 4294383"/>
              <a:gd name="connsiteX1969" fmla="*/ 2895395 w 9029245"/>
              <a:gd name="connsiteY1969" fmla="*/ 2760306 h 4294383"/>
              <a:gd name="connsiteX1970" fmla="*/ 2898429 w 9029245"/>
              <a:gd name="connsiteY1970" fmla="*/ 2754458 h 4294383"/>
              <a:gd name="connsiteX1971" fmla="*/ 2901386 w 9029245"/>
              <a:gd name="connsiteY1971" fmla="*/ 2748565 h 4294383"/>
              <a:gd name="connsiteX1972" fmla="*/ 2904420 w 9029245"/>
              <a:gd name="connsiteY1972" fmla="*/ 2742625 h 4294383"/>
              <a:gd name="connsiteX1973" fmla="*/ 2907441 w 9029245"/>
              <a:gd name="connsiteY1973" fmla="*/ 2736730 h 4294383"/>
              <a:gd name="connsiteX1974" fmla="*/ 2910413 w 9029245"/>
              <a:gd name="connsiteY1974" fmla="*/ 2730802 h 4294383"/>
              <a:gd name="connsiteX1975" fmla="*/ 2919489 w 9029245"/>
              <a:gd name="connsiteY1975" fmla="*/ 2712992 h 4294383"/>
              <a:gd name="connsiteX1976" fmla="*/ 2922459 w 9029245"/>
              <a:gd name="connsiteY1976" fmla="*/ 2707005 h 4294383"/>
              <a:gd name="connsiteX1977" fmla="*/ 2925480 w 9029245"/>
              <a:gd name="connsiteY1977" fmla="*/ 2700973 h 4294383"/>
              <a:gd name="connsiteX1978" fmla="*/ 2928516 w 9029245"/>
              <a:gd name="connsiteY1978" fmla="*/ 2694998 h 4294383"/>
              <a:gd name="connsiteX1979" fmla="*/ 2931487 w 9029245"/>
              <a:gd name="connsiteY1979" fmla="*/ 2689010 h 4294383"/>
              <a:gd name="connsiteX1980" fmla="*/ 2940562 w 9029245"/>
              <a:gd name="connsiteY1980" fmla="*/ 2670934 h 4294383"/>
              <a:gd name="connsiteX1981" fmla="*/ 2943535 w 9029245"/>
              <a:gd name="connsiteY1981" fmla="*/ 2664854 h 4294383"/>
              <a:gd name="connsiteX1982" fmla="*/ 2946555 w 9029245"/>
              <a:gd name="connsiteY1982" fmla="*/ 2658832 h 4294383"/>
              <a:gd name="connsiteX1983" fmla="*/ 2949590 w 9029245"/>
              <a:gd name="connsiteY1983" fmla="*/ 2652753 h 4294383"/>
              <a:gd name="connsiteX1984" fmla="*/ 2952546 w 9029245"/>
              <a:gd name="connsiteY1984" fmla="*/ 2646638 h 4294383"/>
              <a:gd name="connsiteX1985" fmla="*/ 2955581 w 9029245"/>
              <a:gd name="connsiteY1985" fmla="*/ 2640559 h 4294383"/>
              <a:gd name="connsiteX1986" fmla="*/ 2961638 w 9029245"/>
              <a:gd name="connsiteY1986" fmla="*/ 2628331 h 4294383"/>
              <a:gd name="connsiteX1987" fmla="*/ 2964594 w 9029245"/>
              <a:gd name="connsiteY1987" fmla="*/ 2622204 h 4294383"/>
              <a:gd name="connsiteX1988" fmla="*/ 2967629 w 9029245"/>
              <a:gd name="connsiteY1988" fmla="*/ 2616089 h 4294383"/>
              <a:gd name="connsiteX1989" fmla="*/ 2970649 w 9029245"/>
              <a:gd name="connsiteY1989" fmla="*/ 2609928 h 4294383"/>
              <a:gd name="connsiteX1990" fmla="*/ 2973620 w 9029245"/>
              <a:gd name="connsiteY1990" fmla="*/ 2603803 h 4294383"/>
              <a:gd name="connsiteX1991" fmla="*/ 2976640 w 9029245"/>
              <a:gd name="connsiteY1991" fmla="*/ 2597596 h 4294383"/>
              <a:gd name="connsiteX1992" fmla="*/ 2982698 w 9029245"/>
              <a:gd name="connsiteY1992" fmla="*/ 2585274 h 4294383"/>
              <a:gd name="connsiteX1993" fmla="*/ 2985668 w 9029245"/>
              <a:gd name="connsiteY1993" fmla="*/ 2579068 h 4294383"/>
              <a:gd name="connsiteX1994" fmla="*/ 2991723 w 9029245"/>
              <a:gd name="connsiteY1994" fmla="*/ 2566640 h 4294383"/>
              <a:gd name="connsiteX1995" fmla="*/ 2994696 w 9029245"/>
              <a:gd name="connsiteY1995" fmla="*/ 2560388 h 4294383"/>
              <a:gd name="connsiteX1996" fmla="*/ 2997716 w 9029245"/>
              <a:gd name="connsiteY1996" fmla="*/ 2554181 h 4294383"/>
              <a:gd name="connsiteX1997" fmla="*/ 3000751 w 9029245"/>
              <a:gd name="connsiteY1997" fmla="*/ 2547926 h 4294383"/>
              <a:gd name="connsiteX1998" fmla="*/ 3003707 w 9029245"/>
              <a:gd name="connsiteY1998" fmla="*/ 2541672 h 4294383"/>
              <a:gd name="connsiteX1999" fmla="*/ 3006742 w 9029245"/>
              <a:gd name="connsiteY1999" fmla="*/ 2535373 h 4294383"/>
              <a:gd name="connsiteX2000" fmla="*/ 3009762 w 9029245"/>
              <a:gd name="connsiteY2000" fmla="*/ 2529119 h 4294383"/>
              <a:gd name="connsiteX2001" fmla="*/ 3012799 w 9029245"/>
              <a:gd name="connsiteY2001" fmla="*/ 2522818 h 4294383"/>
              <a:gd name="connsiteX2002" fmla="*/ 3015755 w 9029245"/>
              <a:gd name="connsiteY2002" fmla="*/ 2516519 h 4294383"/>
              <a:gd name="connsiteX2003" fmla="*/ 3021810 w 9029245"/>
              <a:gd name="connsiteY2003" fmla="*/ 2503919 h 4294383"/>
              <a:gd name="connsiteX2004" fmla="*/ 3024781 w 9029245"/>
              <a:gd name="connsiteY2004" fmla="*/ 2497572 h 4294383"/>
              <a:gd name="connsiteX2005" fmla="*/ 3033858 w 9029245"/>
              <a:gd name="connsiteY2005" fmla="*/ 2478533 h 4294383"/>
              <a:gd name="connsiteX2006" fmla="*/ 3036829 w 9029245"/>
              <a:gd name="connsiteY2006" fmla="*/ 2472199 h 4294383"/>
              <a:gd name="connsiteX2007" fmla="*/ 3042886 w 9029245"/>
              <a:gd name="connsiteY2007" fmla="*/ 2459412 h 4294383"/>
              <a:gd name="connsiteX2008" fmla="*/ 3045857 w 9029245"/>
              <a:gd name="connsiteY2008" fmla="*/ 2453020 h 4294383"/>
              <a:gd name="connsiteX2009" fmla="*/ 3048877 w 9029245"/>
              <a:gd name="connsiteY2009" fmla="*/ 2446626 h 4294383"/>
              <a:gd name="connsiteX2010" fmla="*/ 3051912 w 9029245"/>
              <a:gd name="connsiteY2010" fmla="*/ 2440200 h 4294383"/>
              <a:gd name="connsiteX2011" fmla="*/ 3054932 w 9029245"/>
              <a:gd name="connsiteY2011" fmla="*/ 2433806 h 4294383"/>
              <a:gd name="connsiteX2012" fmla="*/ 3057905 w 9029245"/>
              <a:gd name="connsiteY2012" fmla="*/ 2427367 h 4294383"/>
              <a:gd name="connsiteX2013" fmla="*/ 3063960 w 9029245"/>
              <a:gd name="connsiteY2013" fmla="*/ 2414499 h 4294383"/>
              <a:gd name="connsiteX2014" fmla="*/ 3066916 w 9029245"/>
              <a:gd name="connsiteY2014" fmla="*/ 2408015 h 4294383"/>
              <a:gd name="connsiteX2015" fmla="*/ 3069951 w 9029245"/>
              <a:gd name="connsiteY2015" fmla="*/ 2401587 h 4294383"/>
              <a:gd name="connsiteX2016" fmla="*/ 3076008 w 9029245"/>
              <a:gd name="connsiteY2016" fmla="*/ 2388615 h 4294383"/>
              <a:gd name="connsiteX2017" fmla="*/ 3078962 w 9029245"/>
              <a:gd name="connsiteY2017" fmla="*/ 2382141 h 4294383"/>
              <a:gd name="connsiteX2018" fmla="*/ 3081999 w 9029245"/>
              <a:gd name="connsiteY2018" fmla="*/ 2375655 h 4294383"/>
              <a:gd name="connsiteX2019" fmla="*/ 3085019 w 9029245"/>
              <a:gd name="connsiteY2019" fmla="*/ 2369135 h 4294383"/>
              <a:gd name="connsiteX2020" fmla="*/ 3087990 w 9029245"/>
              <a:gd name="connsiteY2020" fmla="*/ 2362603 h 4294383"/>
              <a:gd name="connsiteX2021" fmla="*/ 3091010 w 9029245"/>
              <a:gd name="connsiteY2021" fmla="*/ 2356129 h 4294383"/>
              <a:gd name="connsiteX2022" fmla="*/ 3094047 w 9029245"/>
              <a:gd name="connsiteY2022" fmla="*/ 2349551 h 4294383"/>
              <a:gd name="connsiteX2023" fmla="*/ 3097067 w 9029245"/>
              <a:gd name="connsiteY2023" fmla="*/ 2343030 h 4294383"/>
              <a:gd name="connsiteX2024" fmla="*/ 3100038 w 9029245"/>
              <a:gd name="connsiteY2024" fmla="*/ 2336498 h 4294383"/>
              <a:gd name="connsiteX2025" fmla="*/ 3106093 w 9029245"/>
              <a:gd name="connsiteY2025" fmla="*/ 2323364 h 4294383"/>
              <a:gd name="connsiteX2026" fmla="*/ 3109066 w 9029245"/>
              <a:gd name="connsiteY2026" fmla="*/ 2316786 h 4294383"/>
              <a:gd name="connsiteX2027" fmla="*/ 3115121 w 9029245"/>
              <a:gd name="connsiteY2027" fmla="*/ 2303641 h 4294383"/>
              <a:gd name="connsiteX2028" fmla="*/ 3118077 w 9029245"/>
              <a:gd name="connsiteY2028" fmla="*/ 2297073 h 4294383"/>
              <a:gd name="connsiteX2029" fmla="*/ 3127169 w 9029245"/>
              <a:gd name="connsiteY2029" fmla="*/ 2277222 h 4294383"/>
              <a:gd name="connsiteX2030" fmla="*/ 3130123 w 9029245"/>
              <a:gd name="connsiteY2030" fmla="*/ 2270609 h 4294383"/>
              <a:gd name="connsiteX2031" fmla="*/ 3133160 w 9029245"/>
              <a:gd name="connsiteY2031" fmla="*/ 2263983 h 4294383"/>
              <a:gd name="connsiteX2032" fmla="*/ 3136180 w 9029245"/>
              <a:gd name="connsiteY2032" fmla="*/ 2257324 h 4294383"/>
              <a:gd name="connsiteX2033" fmla="*/ 3139151 w 9029245"/>
              <a:gd name="connsiteY2033" fmla="*/ 2250710 h 4294383"/>
              <a:gd name="connsiteX2034" fmla="*/ 3148228 w 9029245"/>
              <a:gd name="connsiteY2034" fmla="*/ 2230720 h 4294383"/>
              <a:gd name="connsiteX2035" fmla="*/ 3151199 w 9029245"/>
              <a:gd name="connsiteY2035" fmla="*/ 2224060 h 4294383"/>
              <a:gd name="connsiteX2036" fmla="*/ 3154236 w 9029245"/>
              <a:gd name="connsiteY2036" fmla="*/ 2217355 h 4294383"/>
              <a:gd name="connsiteX2037" fmla="*/ 3157254 w 9029245"/>
              <a:gd name="connsiteY2037" fmla="*/ 2210694 h 4294383"/>
              <a:gd name="connsiteX2038" fmla="*/ 3160227 w 9029245"/>
              <a:gd name="connsiteY2038" fmla="*/ 2203976 h 4294383"/>
              <a:gd name="connsiteX2039" fmla="*/ 3169302 w 9029245"/>
              <a:gd name="connsiteY2039" fmla="*/ 2183858 h 4294383"/>
              <a:gd name="connsiteX2040" fmla="*/ 3172273 w 9029245"/>
              <a:gd name="connsiteY2040" fmla="*/ 2177153 h 4294383"/>
              <a:gd name="connsiteX2041" fmla="*/ 3175293 w 9029245"/>
              <a:gd name="connsiteY2041" fmla="*/ 2170446 h 4294383"/>
              <a:gd name="connsiteX2042" fmla="*/ 3178330 w 9029245"/>
              <a:gd name="connsiteY2042" fmla="*/ 2163694 h 4294383"/>
              <a:gd name="connsiteX2043" fmla="*/ 3181286 w 9029245"/>
              <a:gd name="connsiteY2043" fmla="*/ 2156987 h 4294383"/>
              <a:gd name="connsiteX2044" fmla="*/ 3190378 w 9029245"/>
              <a:gd name="connsiteY2044" fmla="*/ 2136729 h 4294383"/>
              <a:gd name="connsiteX2045" fmla="*/ 3193332 w 9029245"/>
              <a:gd name="connsiteY2045" fmla="*/ 2129978 h 4294383"/>
              <a:gd name="connsiteX2046" fmla="*/ 3196369 w 9029245"/>
              <a:gd name="connsiteY2046" fmla="*/ 2123179 h 4294383"/>
              <a:gd name="connsiteX2047" fmla="*/ 3199389 w 9029245"/>
              <a:gd name="connsiteY2047" fmla="*/ 2116426 h 4294383"/>
              <a:gd name="connsiteX2048" fmla="*/ 3202360 w 9029245"/>
              <a:gd name="connsiteY2048" fmla="*/ 2109674 h 4294383"/>
              <a:gd name="connsiteX2049" fmla="*/ 3211435 w 9029245"/>
              <a:gd name="connsiteY2049" fmla="*/ 2089277 h 4294383"/>
              <a:gd name="connsiteX2050" fmla="*/ 3214408 w 9029245"/>
              <a:gd name="connsiteY2050" fmla="*/ 2082478 h 4294383"/>
              <a:gd name="connsiteX2051" fmla="*/ 3220463 w 9029245"/>
              <a:gd name="connsiteY2051" fmla="*/ 2068880 h 4294383"/>
              <a:gd name="connsiteX2052" fmla="*/ 3223436 w 9029245"/>
              <a:gd name="connsiteY2052" fmla="*/ 2062081 h 4294383"/>
              <a:gd name="connsiteX2053" fmla="*/ 3226454 w 9029245"/>
              <a:gd name="connsiteY2053" fmla="*/ 2055235 h 4294383"/>
              <a:gd name="connsiteX2054" fmla="*/ 3229491 w 9029245"/>
              <a:gd name="connsiteY2054" fmla="*/ 2048436 h 4294383"/>
              <a:gd name="connsiteX2055" fmla="*/ 3232511 w 9029245"/>
              <a:gd name="connsiteY2055" fmla="*/ 2041591 h 4294383"/>
              <a:gd name="connsiteX2056" fmla="*/ 3235482 w 9029245"/>
              <a:gd name="connsiteY2056" fmla="*/ 2034746 h 4294383"/>
              <a:gd name="connsiteX2057" fmla="*/ 3241539 w 9029245"/>
              <a:gd name="connsiteY2057" fmla="*/ 2021066 h 4294383"/>
              <a:gd name="connsiteX2058" fmla="*/ 3244493 w 9029245"/>
              <a:gd name="connsiteY2058" fmla="*/ 2014221 h 4294383"/>
              <a:gd name="connsiteX2059" fmla="*/ 3250550 w 9029245"/>
              <a:gd name="connsiteY2059" fmla="*/ 2000531 h 4294383"/>
              <a:gd name="connsiteX2060" fmla="*/ 3253521 w 9029245"/>
              <a:gd name="connsiteY2060" fmla="*/ 1993685 h 4294383"/>
              <a:gd name="connsiteX2061" fmla="*/ 3256541 w 9029245"/>
              <a:gd name="connsiteY2061" fmla="*/ 1986805 h 4294383"/>
              <a:gd name="connsiteX2062" fmla="*/ 3259578 w 9029245"/>
              <a:gd name="connsiteY2062" fmla="*/ 1979960 h 4294383"/>
              <a:gd name="connsiteX2063" fmla="*/ 3262598 w 9029245"/>
              <a:gd name="connsiteY2063" fmla="*/ 1973068 h 4294383"/>
              <a:gd name="connsiteX2064" fmla="*/ 3265569 w 9029245"/>
              <a:gd name="connsiteY2064" fmla="*/ 1966177 h 4294383"/>
              <a:gd name="connsiteX2065" fmla="*/ 3268603 w 9029245"/>
              <a:gd name="connsiteY2065" fmla="*/ 1959330 h 4294383"/>
              <a:gd name="connsiteX2066" fmla="*/ 3271624 w 9029245"/>
              <a:gd name="connsiteY2066" fmla="*/ 1952451 h 4294383"/>
              <a:gd name="connsiteX2067" fmla="*/ 3274596 w 9029245"/>
              <a:gd name="connsiteY2067" fmla="*/ 1945558 h 4294383"/>
              <a:gd name="connsiteX2068" fmla="*/ 3283672 w 9029245"/>
              <a:gd name="connsiteY2068" fmla="*/ 1924896 h 4294383"/>
              <a:gd name="connsiteX2069" fmla="*/ 3286642 w 9029245"/>
              <a:gd name="connsiteY2069" fmla="*/ 1918003 h 4294383"/>
              <a:gd name="connsiteX2070" fmla="*/ 3289663 w 9029245"/>
              <a:gd name="connsiteY2070" fmla="*/ 1911066 h 4294383"/>
              <a:gd name="connsiteX2071" fmla="*/ 3292699 w 9029245"/>
              <a:gd name="connsiteY2071" fmla="*/ 1904185 h 4294383"/>
              <a:gd name="connsiteX2072" fmla="*/ 3295654 w 9029245"/>
              <a:gd name="connsiteY2072" fmla="*/ 1897247 h 4294383"/>
              <a:gd name="connsiteX2073" fmla="*/ 3298690 w 9029245"/>
              <a:gd name="connsiteY2073" fmla="*/ 1890356 h 4294383"/>
              <a:gd name="connsiteX2074" fmla="*/ 3301711 w 9029245"/>
              <a:gd name="connsiteY2074" fmla="*/ 1883429 h 4294383"/>
              <a:gd name="connsiteX2075" fmla="*/ 3304745 w 9029245"/>
              <a:gd name="connsiteY2075" fmla="*/ 1876536 h 4294383"/>
              <a:gd name="connsiteX2076" fmla="*/ 3307702 w 9029245"/>
              <a:gd name="connsiteY2076" fmla="*/ 1869599 h 4294383"/>
              <a:gd name="connsiteX2077" fmla="*/ 3310739 w 9029245"/>
              <a:gd name="connsiteY2077" fmla="*/ 1862707 h 4294383"/>
              <a:gd name="connsiteX2078" fmla="*/ 3313759 w 9029245"/>
              <a:gd name="connsiteY2078" fmla="*/ 1855780 h 4294383"/>
              <a:gd name="connsiteX2079" fmla="*/ 3316729 w 9029245"/>
              <a:gd name="connsiteY2079" fmla="*/ 1848843 h 4294383"/>
              <a:gd name="connsiteX2080" fmla="*/ 3325805 w 9029245"/>
              <a:gd name="connsiteY2080" fmla="*/ 1828039 h 4294383"/>
              <a:gd name="connsiteX2081" fmla="*/ 3328778 w 9029245"/>
              <a:gd name="connsiteY2081" fmla="*/ 1821102 h 4294383"/>
              <a:gd name="connsiteX2082" fmla="*/ 3334833 w 9029245"/>
              <a:gd name="connsiteY2082" fmla="*/ 1807237 h 4294383"/>
              <a:gd name="connsiteX2083" fmla="*/ 3337803 w 9029245"/>
              <a:gd name="connsiteY2083" fmla="*/ 1800298 h 4294383"/>
              <a:gd name="connsiteX2084" fmla="*/ 3346881 w 9029245"/>
              <a:gd name="connsiteY2084" fmla="*/ 1779496 h 4294383"/>
              <a:gd name="connsiteX2085" fmla="*/ 3349851 w 9029245"/>
              <a:gd name="connsiteY2085" fmla="*/ 1772523 h 4294383"/>
              <a:gd name="connsiteX2086" fmla="*/ 3355908 w 9029245"/>
              <a:gd name="connsiteY2086" fmla="*/ 1758658 h 4294383"/>
              <a:gd name="connsiteX2087" fmla="*/ 3358863 w 9029245"/>
              <a:gd name="connsiteY2087" fmla="*/ 1751719 h 4294383"/>
              <a:gd name="connsiteX2088" fmla="*/ 3361899 w 9029245"/>
              <a:gd name="connsiteY2088" fmla="*/ 1744735 h 4294383"/>
              <a:gd name="connsiteX2089" fmla="*/ 3364920 w 9029245"/>
              <a:gd name="connsiteY2089" fmla="*/ 1737808 h 4294383"/>
              <a:gd name="connsiteX2090" fmla="*/ 3367890 w 9029245"/>
              <a:gd name="connsiteY2090" fmla="*/ 1730871 h 4294383"/>
              <a:gd name="connsiteX2091" fmla="*/ 3370911 w 9029245"/>
              <a:gd name="connsiteY2091" fmla="*/ 1723898 h 4294383"/>
              <a:gd name="connsiteX2092" fmla="*/ 3373945 w 9029245"/>
              <a:gd name="connsiteY2092" fmla="*/ 1716959 h 4294383"/>
              <a:gd name="connsiteX2093" fmla="*/ 3376966 w 9029245"/>
              <a:gd name="connsiteY2093" fmla="*/ 1709975 h 4294383"/>
              <a:gd name="connsiteX2094" fmla="*/ 3379938 w 9029245"/>
              <a:gd name="connsiteY2094" fmla="*/ 1703048 h 4294383"/>
              <a:gd name="connsiteX2095" fmla="*/ 3382563 w 9029245"/>
              <a:gd name="connsiteY2095" fmla="*/ 3944282 h 4294383"/>
              <a:gd name="connsiteX2096" fmla="*/ 3382563 w 9029245"/>
              <a:gd name="connsiteY2096" fmla="*/ 1688133 h 4294383"/>
              <a:gd name="connsiteX2097" fmla="*/ 3391929 w 9029245"/>
              <a:gd name="connsiteY2097" fmla="*/ 1688133 h 4294383"/>
              <a:gd name="connsiteX2098" fmla="*/ 3391936 w 9029245"/>
              <a:gd name="connsiteY2098" fmla="*/ 1681655 h 4294383"/>
              <a:gd name="connsiteX2099" fmla="*/ 3394957 w 9029245"/>
              <a:gd name="connsiteY2099" fmla="*/ 1674716 h 4294383"/>
              <a:gd name="connsiteX2100" fmla="*/ 3397994 w 9029245"/>
              <a:gd name="connsiteY2100" fmla="*/ 1667743 h 4294383"/>
              <a:gd name="connsiteX2101" fmla="*/ 3401014 w 9029245"/>
              <a:gd name="connsiteY2101" fmla="*/ 1660804 h 4294383"/>
              <a:gd name="connsiteX2102" fmla="*/ 3403985 w 9029245"/>
              <a:gd name="connsiteY2102" fmla="*/ 1653820 h 4294383"/>
              <a:gd name="connsiteX2103" fmla="*/ 3410040 w 9029245"/>
              <a:gd name="connsiteY2103" fmla="*/ 1639954 h 4294383"/>
              <a:gd name="connsiteX2104" fmla="*/ 3412996 w 9029245"/>
              <a:gd name="connsiteY2104" fmla="*/ 1632970 h 4294383"/>
              <a:gd name="connsiteX2105" fmla="*/ 3422088 w 9029245"/>
              <a:gd name="connsiteY2105" fmla="*/ 1612179 h 4294383"/>
              <a:gd name="connsiteX2106" fmla="*/ 3425044 w 9029245"/>
              <a:gd name="connsiteY2106" fmla="*/ 1605195 h 4294383"/>
              <a:gd name="connsiteX2107" fmla="*/ 3431099 w 9029245"/>
              <a:gd name="connsiteY2107" fmla="*/ 1591329 h 4294383"/>
              <a:gd name="connsiteX2108" fmla="*/ 3434072 w 9029245"/>
              <a:gd name="connsiteY2108" fmla="*/ 1584391 h 4294383"/>
              <a:gd name="connsiteX2109" fmla="*/ 3440127 w 9029245"/>
              <a:gd name="connsiteY2109" fmla="*/ 1570527 h 4294383"/>
              <a:gd name="connsiteX2110" fmla="*/ 3443163 w 9029245"/>
              <a:gd name="connsiteY2110" fmla="*/ 1563543 h 4294383"/>
              <a:gd name="connsiteX2111" fmla="*/ 3446118 w 9029245"/>
              <a:gd name="connsiteY2111" fmla="*/ 1556604 h 4294383"/>
              <a:gd name="connsiteX2112" fmla="*/ 3449154 w 9029245"/>
              <a:gd name="connsiteY2112" fmla="*/ 1549723 h 4294383"/>
              <a:gd name="connsiteX2113" fmla="*/ 3452175 w 9029245"/>
              <a:gd name="connsiteY2113" fmla="*/ 1542786 h 4294383"/>
              <a:gd name="connsiteX2114" fmla="*/ 3455145 w 9029245"/>
              <a:gd name="connsiteY2114" fmla="*/ 1535848 h 4294383"/>
              <a:gd name="connsiteX2115" fmla="*/ 3464221 w 9029245"/>
              <a:gd name="connsiteY2115" fmla="*/ 1515045 h 4294383"/>
              <a:gd name="connsiteX2116" fmla="*/ 3467193 w 9029245"/>
              <a:gd name="connsiteY2116" fmla="*/ 1508165 h 4294383"/>
              <a:gd name="connsiteX2117" fmla="*/ 3470214 w 9029245"/>
              <a:gd name="connsiteY2117" fmla="*/ 1501226 h 4294383"/>
              <a:gd name="connsiteX2118" fmla="*/ 3473248 w 9029245"/>
              <a:gd name="connsiteY2118" fmla="*/ 1494335 h 4294383"/>
              <a:gd name="connsiteX2119" fmla="*/ 3476205 w 9029245"/>
              <a:gd name="connsiteY2119" fmla="*/ 1487408 h 4294383"/>
              <a:gd name="connsiteX2120" fmla="*/ 3479239 w 9029245"/>
              <a:gd name="connsiteY2120" fmla="*/ 1480516 h 4294383"/>
              <a:gd name="connsiteX2121" fmla="*/ 3482260 w 9029245"/>
              <a:gd name="connsiteY2121" fmla="*/ 1473578 h 4294383"/>
              <a:gd name="connsiteX2122" fmla="*/ 3485296 w 9029245"/>
              <a:gd name="connsiteY2122" fmla="*/ 1466686 h 4294383"/>
              <a:gd name="connsiteX2123" fmla="*/ 3488267 w 9029245"/>
              <a:gd name="connsiteY2123" fmla="*/ 1459807 h 4294383"/>
              <a:gd name="connsiteX2124" fmla="*/ 3494308 w 9029245"/>
              <a:gd name="connsiteY2124" fmla="*/ 1446023 h 4294383"/>
              <a:gd name="connsiteX2125" fmla="*/ 3497278 w 9029245"/>
              <a:gd name="connsiteY2125" fmla="*/ 1439130 h 4294383"/>
              <a:gd name="connsiteX2126" fmla="*/ 3503336 w 9029245"/>
              <a:gd name="connsiteY2126" fmla="*/ 1425359 h 4294383"/>
              <a:gd name="connsiteX2127" fmla="*/ 3506306 w 9029245"/>
              <a:gd name="connsiteY2127" fmla="*/ 1418468 h 4294383"/>
              <a:gd name="connsiteX2128" fmla="*/ 3509327 w 9029245"/>
              <a:gd name="connsiteY2128" fmla="*/ 1411623 h 4294383"/>
              <a:gd name="connsiteX2129" fmla="*/ 3512363 w 9029245"/>
              <a:gd name="connsiteY2129" fmla="*/ 1404742 h 4294383"/>
              <a:gd name="connsiteX2130" fmla="*/ 3515384 w 9029245"/>
              <a:gd name="connsiteY2130" fmla="*/ 1397897 h 4294383"/>
              <a:gd name="connsiteX2131" fmla="*/ 3518354 w 9029245"/>
              <a:gd name="connsiteY2131" fmla="*/ 1391004 h 4294383"/>
              <a:gd name="connsiteX2132" fmla="*/ 3524409 w 9029245"/>
              <a:gd name="connsiteY2132" fmla="*/ 1377314 h 4294383"/>
              <a:gd name="connsiteX2133" fmla="*/ 3527366 w 9029245"/>
              <a:gd name="connsiteY2133" fmla="*/ 1370469 h 4294383"/>
              <a:gd name="connsiteX2134" fmla="*/ 3533421 w 9029245"/>
              <a:gd name="connsiteY2134" fmla="*/ 1356789 h 4294383"/>
              <a:gd name="connsiteX2135" fmla="*/ 3536457 w 9029245"/>
              <a:gd name="connsiteY2135" fmla="*/ 1349990 h 4294383"/>
              <a:gd name="connsiteX2136" fmla="*/ 3539414 w 9029245"/>
              <a:gd name="connsiteY2136" fmla="*/ 1343145 h 4294383"/>
              <a:gd name="connsiteX2137" fmla="*/ 3542448 w 9029245"/>
              <a:gd name="connsiteY2137" fmla="*/ 1336346 h 4294383"/>
              <a:gd name="connsiteX2138" fmla="*/ 3545469 w 9029245"/>
              <a:gd name="connsiteY2138" fmla="*/ 1329501 h 4294383"/>
              <a:gd name="connsiteX2139" fmla="*/ 3548439 w 9029245"/>
              <a:gd name="connsiteY2139" fmla="*/ 1322702 h 4294383"/>
              <a:gd name="connsiteX2140" fmla="*/ 3557533 w 9029245"/>
              <a:gd name="connsiteY2140" fmla="*/ 1302305 h 4294383"/>
              <a:gd name="connsiteX2141" fmla="*/ 3560487 w 9029245"/>
              <a:gd name="connsiteY2141" fmla="*/ 1295518 h 4294383"/>
              <a:gd name="connsiteX2142" fmla="*/ 3563524 w 9029245"/>
              <a:gd name="connsiteY2142" fmla="*/ 1288754 h 4294383"/>
              <a:gd name="connsiteX2143" fmla="*/ 3566544 w 9029245"/>
              <a:gd name="connsiteY2143" fmla="*/ 1281967 h 4294383"/>
              <a:gd name="connsiteX2144" fmla="*/ 3569515 w 9029245"/>
              <a:gd name="connsiteY2144" fmla="*/ 1275214 h 4294383"/>
              <a:gd name="connsiteX2145" fmla="*/ 3578590 w 9029245"/>
              <a:gd name="connsiteY2145" fmla="*/ 1254944 h 4294383"/>
              <a:gd name="connsiteX2146" fmla="*/ 3581563 w 9029245"/>
              <a:gd name="connsiteY2146" fmla="*/ 1248193 h 4294383"/>
              <a:gd name="connsiteX2147" fmla="*/ 3584583 w 9029245"/>
              <a:gd name="connsiteY2147" fmla="*/ 1241486 h 4294383"/>
              <a:gd name="connsiteX2148" fmla="*/ 3587618 w 9029245"/>
              <a:gd name="connsiteY2148" fmla="*/ 1234734 h 4294383"/>
              <a:gd name="connsiteX2149" fmla="*/ 3590574 w 9029245"/>
              <a:gd name="connsiteY2149" fmla="*/ 1228027 h 4294383"/>
              <a:gd name="connsiteX2150" fmla="*/ 3599666 w 9029245"/>
              <a:gd name="connsiteY2150" fmla="*/ 1207909 h 4294383"/>
              <a:gd name="connsiteX2151" fmla="*/ 3602637 w 9029245"/>
              <a:gd name="connsiteY2151" fmla="*/ 1201203 h 4294383"/>
              <a:gd name="connsiteX2152" fmla="*/ 3605657 w 9029245"/>
              <a:gd name="connsiteY2152" fmla="*/ 1194532 h 4294383"/>
              <a:gd name="connsiteX2153" fmla="*/ 3608694 w 9029245"/>
              <a:gd name="connsiteY2153" fmla="*/ 1187825 h 4294383"/>
              <a:gd name="connsiteX2154" fmla="*/ 3611648 w 9029245"/>
              <a:gd name="connsiteY2154" fmla="*/ 1181165 h 4294383"/>
              <a:gd name="connsiteX2155" fmla="*/ 3617705 w 9029245"/>
              <a:gd name="connsiteY2155" fmla="*/ 1167846 h 4294383"/>
              <a:gd name="connsiteX2156" fmla="*/ 3620740 w 9029245"/>
              <a:gd name="connsiteY2156" fmla="*/ 1161221 h 4294383"/>
              <a:gd name="connsiteX2157" fmla="*/ 3623696 w 9029245"/>
              <a:gd name="connsiteY2157" fmla="*/ 1154561 h 4294383"/>
              <a:gd name="connsiteX2158" fmla="*/ 3629751 w 9029245"/>
              <a:gd name="connsiteY2158" fmla="*/ 1141324 h 4294383"/>
              <a:gd name="connsiteX2159" fmla="*/ 3632724 w 9029245"/>
              <a:gd name="connsiteY2159" fmla="*/ 1134710 h 4294383"/>
              <a:gd name="connsiteX2160" fmla="*/ 3635744 w 9029245"/>
              <a:gd name="connsiteY2160" fmla="*/ 1128097 h 4294383"/>
              <a:gd name="connsiteX2161" fmla="*/ 3638779 w 9029245"/>
              <a:gd name="connsiteY2161" fmla="*/ 1121519 h 4294383"/>
              <a:gd name="connsiteX2162" fmla="*/ 3641735 w 9029245"/>
              <a:gd name="connsiteY2162" fmla="*/ 1114951 h 4294383"/>
              <a:gd name="connsiteX2163" fmla="*/ 3650827 w 9029245"/>
              <a:gd name="connsiteY2163" fmla="*/ 1095240 h 4294383"/>
              <a:gd name="connsiteX2164" fmla="*/ 3653798 w 9029245"/>
              <a:gd name="connsiteY2164" fmla="*/ 1088708 h 4294383"/>
              <a:gd name="connsiteX2165" fmla="*/ 3656818 w 9029245"/>
              <a:gd name="connsiteY2165" fmla="*/ 1082140 h 4294383"/>
              <a:gd name="connsiteX2166" fmla="*/ 3659838 w 9029245"/>
              <a:gd name="connsiteY2166" fmla="*/ 1075608 h 4294383"/>
              <a:gd name="connsiteX2167" fmla="*/ 3662809 w 9029245"/>
              <a:gd name="connsiteY2167" fmla="*/ 1069088 h 4294383"/>
              <a:gd name="connsiteX2168" fmla="*/ 3668866 w 9029245"/>
              <a:gd name="connsiteY2168" fmla="*/ 1056128 h 4294383"/>
              <a:gd name="connsiteX2169" fmla="*/ 3671901 w 9029245"/>
              <a:gd name="connsiteY2169" fmla="*/ 1049597 h 4294383"/>
              <a:gd name="connsiteX2170" fmla="*/ 3674857 w 9029245"/>
              <a:gd name="connsiteY2170" fmla="*/ 1043123 h 4294383"/>
              <a:gd name="connsiteX2171" fmla="*/ 3677894 w 9029245"/>
              <a:gd name="connsiteY2171" fmla="*/ 1036683 h 4294383"/>
              <a:gd name="connsiteX2172" fmla="*/ 3680914 w 9029245"/>
              <a:gd name="connsiteY2172" fmla="*/ 1030197 h 4294383"/>
              <a:gd name="connsiteX2173" fmla="*/ 3683885 w 9029245"/>
              <a:gd name="connsiteY2173" fmla="*/ 1023769 h 4294383"/>
              <a:gd name="connsiteX2174" fmla="*/ 3689940 w 9029245"/>
              <a:gd name="connsiteY2174" fmla="*/ 1010890 h 4294383"/>
              <a:gd name="connsiteX2175" fmla="*/ 3692960 w 9029245"/>
              <a:gd name="connsiteY2175" fmla="*/ 1004498 h 4294383"/>
              <a:gd name="connsiteX2176" fmla="*/ 3695933 w 9029245"/>
              <a:gd name="connsiteY2176" fmla="*/ 998070 h 4294383"/>
              <a:gd name="connsiteX2177" fmla="*/ 3701988 w 9029245"/>
              <a:gd name="connsiteY2177" fmla="*/ 985284 h 4294383"/>
              <a:gd name="connsiteX2178" fmla="*/ 3704944 w 9029245"/>
              <a:gd name="connsiteY2178" fmla="*/ 978937 h 4294383"/>
              <a:gd name="connsiteX2179" fmla="*/ 3707979 w 9029245"/>
              <a:gd name="connsiteY2179" fmla="*/ 972557 h 4294383"/>
              <a:gd name="connsiteX2180" fmla="*/ 3710999 w 9029245"/>
              <a:gd name="connsiteY2180" fmla="*/ 966210 h 4294383"/>
              <a:gd name="connsiteX2181" fmla="*/ 3714036 w 9029245"/>
              <a:gd name="connsiteY2181" fmla="*/ 959910 h 4294383"/>
              <a:gd name="connsiteX2182" fmla="*/ 3717007 w 9029245"/>
              <a:gd name="connsiteY2182" fmla="*/ 953564 h 4294383"/>
              <a:gd name="connsiteX2183" fmla="*/ 3723062 w 9029245"/>
              <a:gd name="connsiteY2183" fmla="*/ 940964 h 4294383"/>
              <a:gd name="connsiteX2184" fmla="*/ 3726018 w 9029245"/>
              <a:gd name="connsiteY2184" fmla="*/ 934664 h 4294383"/>
              <a:gd name="connsiteX2185" fmla="*/ 3729055 w 9029245"/>
              <a:gd name="connsiteY2185" fmla="*/ 928364 h 4294383"/>
              <a:gd name="connsiteX2186" fmla="*/ 3735110 w 9029245"/>
              <a:gd name="connsiteY2186" fmla="*/ 915856 h 4294383"/>
              <a:gd name="connsiteX2187" fmla="*/ 3738066 w 9029245"/>
              <a:gd name="connsiteY2187" fmla="*/ 909650 h 4294383"/>
              <a:gd name="connsiteX2188" fmla="*/ 3741101 w 9029245"/>
              <a:gd name="connsiteY2188" fmla="*/ 903395 h 4294383"/>
              <a:gd name="connsiteX2189" fmla="*/ 3744121 w 9029245"/>
              <a:gd name="connsiteY2189" fmla="*/ 897176 h 4294383"/>
              <a:gd name="connsiteX2190" fmla="*/ 3747094 w 9029245"/>
              <a:gd name="connsiteY2190" fmla="*/ 890970 h 4294383"/>
              <a:gd name="connsiteX2191" fmla="*/ 3750114 w 9029245"/>
              <a:gd name="connsiteY2191" fmla="*/ 884809 h 4294383"/>
              <a:gd name="connsiteX2192" fmla="*/ 3753149 w 9029245"/>
              <a:gd name="connsiteY2192" fmla="*/ 878600 h 4294383"/>
              <a:gd name="connsiteX2193" fmla="*/ 3756105 w 9029245"/>
              <a:gd name="connsiteY2193" fmla="*/ 872437 h 4294383"/>
              <a:gd name="connsiteX2194" fmla="*/ 3759140 w 9029245"/>
              <a:gd name="connsiteY2194" fmla="*/ 866319 h 4294383"/>
              <a:gd name="connsiteX2195" fmla="*/ 3762160 w 9029245"/>
              <a:gd name="connsiteY2195" fmla="*/ 860155 h 4294383"/>
              <a:gd name="connsiteX2196" fmla="*/ 3765197 w 9029245"/>
              <a:gd name="connsiteY2196" fmla="*/ 854037 h 4294383"/>
              <a:gd name="connsiteX2197" fmla="*/ 3768168 w 9029245"/>
              <a:gd name="connsiteY2197" fmla="*/ 847964 h 4294383"/>
              <a:gd name="connsiteX2198" fmla="*/ 3771188 w 9029245"/>
              <a:gd name="connsiteY2198" fmla="*/ 841846 h 4294383"/>
              <a:gd name="connsiteX2199" fmla="*/ 3774225 w 9029245"/>
              <a:gd name="connsiteY2199" fmla="*/ 835771 h 4294383"/>
              <a:gd name="connsiteX2200" fmla="*/ 3777179 w 9029245"/>
              <a:gd name="connsiteY2200" fmla="*/ 829699 h 4294383"/>
              <a:gd name="connsiteX2201" fmla="*/ 3780216 w 9029245"/>
              <a:gd name="connsiteY2201" fmla="*/ 823626 h 4294383"/>
              <a:gd name="connsiteX2202" fmla="*/ 3786271 w 9029245"/>
              <a:gd name="connsiteY2202" fmla="*/ 811570 h 4294383"/>
              <a:gd name="connsiteX2203" fmla="*/ 3789227 w 9029245"/>
              <a:gd name="connsiteY2203" fmla="*/ 805543 h 4294383"/>
              <a:gd name="connsiteX2204" fmla="*/ 3792262 w 9029245"/>
              <a:gd name="connsiteY2204" fmla="*/ 799560 h 4294383"/>
              <a:gd name="connsiteX2205" fmla="*/ 3795282 w 9029245"/>
              <a:gd name="connsiteY2205" fmla="*/ 793623 h 4294383"/>
              <a:gd name="connsiteX2206" fmla="*/ 3798255 w 9029245"/>
              <a:gd name="connsiteY2206" fmla="*/ 787640 h 4294383"/>
              <a:gd name="connsiteX2207" fmla="*/ 3807330 w 9029245"/>
              <a:gd name="connsiteY2207" fmla="*/ 769829 h 4294383"/>
              <a:gd name="connsiteX2208" fmla="*/ 3810301 w 9029245"/>
              <a:gd name="connsiteY2208" fmla="*/ 763938 h 4294383"/>
              <a:gd name="connsiteX2209" fmla="*/ 3816358 w 9029245"/>
              <a:gd name="connsiteY2209" fmla="*/ 752153 h 4294383"/>
              <a:gd name="connsiteX2210" fmla="*/ 3819328 w 9029245"/>
              <a:gd name="connsiteY2210" fmla="*/ 746307 h 4294383"/>
              <a:gd name="connsiteX2211" fmla="*/ 3825369 w 9029245"/>
              <a:gd name="connsiteY2211" fmla="*/ 734615 h 4294383"/>
              <a:gd name="connsiteX2212" fmla="*/ 3828406 w 9029245"/>
              <a:gd name="connsiteY2212" fmla="*/ 728813 h 4294383"/>
              <a:gd name="connsiteX2213" fmla="*/ 3831377 w 9029245"/>
              <a:gd name="connsiteY2213" fmla="*/ 723013 h 4294383"/>
              <a:gd name="connsiteX2214" fmla="*/ 3834397 w 9029245"/>
              <a:gd name="connsiteY2214" fmla="*/ 717211 h 4294383"/>
              <a:gd name="connsiteX2215" fmla="*/ 3837432 w 9029245"/>
              <a:gd name="connsiteY2215" fmla="*/ 711456 h 4294383"/>
              <a:gd name="connsiteX2216" fmla="*/ 3840388 w 9029245"/>
              <a:gd name="connsiteY2216" fmla="*/ 705744 h 4294383"/>
              <a:gd name="connsiteX2217" fmla="*/ 3843425 w 9029245"/>
              <a:gd name="connsiteY2217" fmla="*/ 699989 h 4294383"/>
              <a:gd name="connsiteX2218" fmla="*/ 3849480 w 9029245"/>
              <a:gd name="connsiteY2218" fmla="*/ 688568 h 4294383"/>
              <a:gd name="connsiteX2219" fmla="*/ 3852436 w 9029245"/>
              <a:gd name="connsiteY2219" fmla="*/ 682903 h 4294383"/>
              <a:gd name="connsiteX2220" fmla="*/ 3858491 w 9029245"/>
              <a:gd name="connsiteY2220" fmla="*/ 671572 h 4294383"/>
              <a:gd name="connsiteX2221" fmla="*/ 3861462 w 9029245"/>
              <a:gd name="connsiteY2221" fmla="*/ 665952 h 4294383"/>
              <a:gd name="connsiteX2222" fmla="*/ 3864482 w 9029245"/>
              <a:gd name="connsiteY2222" fmla="*/ 660333 h 4294383"/>
              <a:gd name="connsiteX2223" fmla="*/ 3867519 w 9029245"/>
              <a:gd name="connsiteY2223" fmla="*/ 654758 h 4294383"/>
              <a:gd name="connsiteX2224" fmla="*/ 3870539 w 9029245"/>
              <a:gd name="connsiteY2224" fmla="*/ 649139 h 4294383"/>
              <a:gd name="connsiteX2225" fmla="*/ 3873510 w 9029245"/>
              <a:gd name="connsiteY2225" fmla="*/ 643609 h 4294383"/>
              <a:gd name="connsiteX2226" fmla="*/ 3876530 w 9029245"/>
              <a:gd name="connsiteY2226" fmla="*/ 638080 h 4294383"/>
              <a:gd name="connsiteX2227" fmla="*/ 3879567 w 9029245"/>
              <a:gd name="connsiteY2227" fmla="*/ 632506 h 4294383"/>
              <a:gd name="connsiteX2228" fmla="*/ 3882537 w 9029245"/>
              <a:gd name="connsiteY2228" fmla="*/ 627022 h 4294383"/>
              <a:gd name="connsiteX2229" fmla="*/ 3888592 w 9029245"/>
              <a:gd name="connsiteY2229" fmla="*/ 616053 h 4294383"/>
              <a:gd name="connsiteX2230" fmla="*/ 3891549 w 9029245"/>
              <a:gd name="connsiteY2230" fmla="*/ 610615 h 4294383"/>
              <a:gd name="connsiteX2231" fmla="*/ 3897606 w 9029245"/>
              <a:gd name="connsiteY2231" fmla="*/ 599738 h 4294383"/>
              <a:gd name="connsiteX2232" fmla="*/ 3900640 w 9029245"/>
              <a:gd name="connsiteY2232" fmla="*/ 594344 h 4294383"/>
              <a:gd name="connsiteX2233" fmla="*/ 3903597 w 9029245"/>
              <a:gd name="connsiteY2233" fmla="*/ 588952 h 4294383"/>
              <a:gd name="connsiteX2234" fmla="*/ 3909652 w 9029245"/>
              <a:gd name="connsiteY2234" fmla="*/ 578256 h 4294383"/>
              <a:gd name="connsiteX2235" fmla="*/ 3912624 w 9029245"/>
              <a:gd name="connsiteY2235" fmla="*/ 572953 h 4294383"/>
              <a:gd name="connsiteX2236" fmla="*/ 3915643 w 9029245"/>
              <a:gd name="connsiteY2236" fmla="*/ 567605 h 4294383"/>
              <a:gd name="connsiteX2237" fmla="*/ 3921700 w 9029245"/>
              <a:gd name="connsiteY2237" fmla="*/ 557091 h 4294383"/>
              <a:gd name="connsiteX2238" fmla="*/ 3924671 w 9029245"/>
              <a:gd name="connsiteY2238" fmla="*/ 551788 h 4294383"/>
              <a:gd name="connsiteX2239" fmla="*/ 3927691 w 9029245"/>
              <a:gd name="connsiteY2239" fmla="*/ 546622 h 4294383"/>
              <a:gd name="connsiteX2240" fmla="*/ 3930728 w 9029245"/>
              <a:gd name="connsiteY2240" fmla="*/ 541409 h 4294383"/>
              <a:gd name="connsiteX2241" fmla="*/ 3933698 w 9029245"/>
              <a:gd name="connsiteY2241" fmla="*/ 536197 h 4294383"/>
              <a:gd name="connsiteX2242" fmla="*/ 3939753 w 9029245"/>
              <a:gd name="connsiteY2242" fmla="*/ 525864 h 4294383"/>
              <a:gd name="connsiteX2243" fmla="*/ 3942774 w 9029245"/>
              <a:gd name="connsiteY2243" fmla="*/ 520743 h 4294383"/>
              <a:gd name="connsiteX2244" fmla="*/ 3945746 w 9029245"/>
              <a:gd name="connsiteY2244" fmla="*/ 515622 h 4294383"/>
              <a:gd name="connsiteX2245" fmla="*/ 3951801 w 9029245"/>
              <a:gd name="connsiteY2245" fmla="*/ 505470 h 4294383"/>
              <a:gd name="connsiteX2246" fmla="*/ 3954758 w 9029245"/>
              <a:gd name="connsiteY2246" fmla="*/ 500438 h 4294383"/>
              <a:gd name="connsiteX2247" fmla="*/ 3960813 w 9029245"/>
              <a:gd name="connsiteY2247" fmla="*/ 490377 h 4294383"/>
              <a:gd name="connsiteX2248" fmla="*/ 3963849 w 9029245"/>
              <a:gd name="connsiteY2248" fmla="*/ 485392 h 4294383"/>
              <a:gd name="connsiteX2249" fmla="*/ 3966806 w 9029245"/>
              <a:gd name="connsiteY2249" fmla="*/ 480406 h 4294383"/>
              <a:gd name="connsiteX2250" fmla="*/ 3972861 w 9029245"/>
              <a:gd name="connsiteY2250" fmla="*/ 470528 h 4294383"/>
              <a:gd name="connsiteX2251" fmla="*/ 3975831 w 9029245"/>
              <a:gd name="connsiteY2251" fmla="*/ 465633 h 4294383"/>
              <a:gd name="connsiteX2252" fmla="*/ 3978852 w 9029245"/>
              <a:gd name="connsiteY2252" fmla="*/ 460738 h 4294383"/>
              <a:gd name="connsiteX2253" fmla="*/ 3984909 w 9029245"/>
              <a:gd name="connsiteY2253" fmla="*/ 451039 h 4294383"/>
              <a:gd name="connsiteX2254" fmla="*/ 3987879 w 9029245"/>
              <a:gd name="connsiteY2254" fmla="*/ 446188 h 4294383"/>
              <a:gd name="connsiteX2255" fmla="*/ 3990900 w 9029245"/>
              <a:gd name="connsiteY2255" fmla="*/ 441430 h 4294383"/>
              <a:gd name="connsiteX2256" fmla="*/ 3993934 w 9029245"/>
              <a:gd name="connsiteY2256" fmla="*/ 436626 h 4294383"/>
              <a:gd name="connsiteX2257" fmla="*/ 3996907 w 9029245"/>
              <a:gd name="connsiteY2257" fmla="*/ 431867 h 4294383"/>
              <a:gd name="connsiteX2258" fmla="*/ 4005982 w 9029245"/>
              <a:gd name="connsiteY2258" fmla="*/ 417728 h 4294383"/>
              <a:gd name="connsiteX2259" fmla="*/ 4008953 w 9029245"/>
              <a:gd name="connsiteY2259" fmla="*/ 413058 h 4294383"/>
              <a:gd name="connsiteX2260" fmla="*/ 4011973 w 9029245"/>
              <a:gd name="connsiteY2260" fmla="*/ 408437 h 4294383"/>
              <a:gd name="connsiteX2261" fmla="*/ 4015010 w 9029245"/>
              <a:gd name="connsiteY2261" fmla="*/ 403769 h 4294383"/>
              <a:gd name="connsiteX2262" fmla="*/ 4017967 w 9029245"/>
              <a:gd name="connsiteY2262" fmla="*/ 399190 h 4294383"/>
              <a:gd name="connsiteX2263" fmla="*/ 4024022 w 9029245"/>
              <a:gd name="connsiteY2263" fmla="*/ 390036 h 4294383"/>
              <a:gd name="connsiteX2264" fmla="*/ 4026992 w 9029245"/>
              <a:gd name="connsiteY2264" fmla="*/ 385503 h 4294383"/>
              <a:gd name="connsiteX2265" fmla="*/ 4030012 w 9029245"/>
              <a:gd name="connsiteY2265" fmla="*/ 381016 h 4294383"/>
              <a:gd name="connsiteX2266" fmla="*/ 4033049 w 9029245"/>
              <a:gd name="connsiteY2266" fmla="*/ 376485 h 4294383"/>
              <a:gd name="connsiteX2267" fmla="*/ 4036070 w 9029245"/>
              <a:gd name="connsiteY2267" fmla="*/ 372043 h 4294383"/>
              <a:gd name="connsiteX2268" fmla="*/ 4039040 w 9029245"/>
              <a:gd name="connsiteY2268" fmla="*/ 367602 h 4294383"/>
              <a:gd name="connsiteX2269" fmla="*/ 4042061 w 9029245"/>
              <a:gd name="connsiteY2269" fmla="*/ 363162 h 4294383"/>
              <a:gd name="connsiteX2270" fmla="*/ 4045097 w 9029245"/>
              <a:gd name="connsiteY2270" fmla="*/ 358764 h 4294383"/>
              <a:gd name="connsiteX2271" fmla="*/ 4048068 w 9029245"/>
              <a:gd name="connsiteY2271" fmla="*/ 354412 h 4294383"/>
              <a:gd name="connsiteX2272" fmla="*/ 4051088 w 9029245"/>
              <a:gd name="connsiteY2272" fmla="*/ 350016 h 4294383"/>
              <a:gd name="connsiteX2273" fmla="*/ 4057143 w 9029245"/>
              <a:gd name="connsiteY2273" fmla="*/ 341406 h 4294383"/>
              <a:gd name="connsiteX2274" fmla="*/ 4060116 w 9029245"/>
              <a:gd name="connsiteY2274" fmla="*/ 337100 h 4294383"/>
              <a:gd name="connsiteX2275" fmla="*/ 4063134 w 9029245"/>
              <a:gd name="connsiteY2275" fmla="*/ 332886 h 4294383"/>
              <a:gd name="connsiteX2276" fmla="*/ 4066171 w 9029245"/>
              <a:gd name="connsiteY2276" fmla="*/ 328626 h 4294383"/>
              <a:gd name="connsiteX2277" fmla="*/ 4069127 w 9029245"/>
              <a:gd name="connsiteY2277" fmla="*/ 324411 h 4294383"/>
              <a:gd name="connsiteX2278" fmla="*/ 4078219 w 9029245"/>
              <a:gd name="connsiteY2278" fmla="*/ 311902 h 4294383"/>
              <a:gd name="connsiteX2279" fmla="*/ 4081173 w 9029245"/>
              <a:gd name="connsiteY2279" fmla="*/ 307822 h 4294383"/>
              <a:gd name="connsiteX2280" fmla="*/ 4084210 w 9029245"/>
              <a:gd name="connsiteY2280" fmla="*/ 303699 h 4294383"/>
              <a:gd name="connsiteX2281" fmla="*/ 4087230 w 9029245"/>
              <a:gd name="connsiteY2281" fmla="*/ 299620 h 4294383"/>
              <a:gd name="connsiteX2282" fmla="*/ 4090201 w 9029245"/>
              <a:gd name="connsiteY2282" fmla="*/ 295585 h 4294383"/>
              <a:gd name="connsiteX2283" fmla="*/ 4093221 w 9029245"/>
              <a:gd name="connsiteY2283" fmla="*/ 291598 h 4294383"/>
              <a:gd name="connsiteX2284" fmla="*/ 4096258 w 9029245"/>
              <a:gd name="connsiteY2284" fmla="*/ 287564 h 4294383"/>
              <a:gd name="connsiteX2285" fmla="*/ 4099278 w 9029245"/>
              <a:gd name="connsiteY2285" fmla="*/ 283621 h 4294383"/>
              <a:gd name="connsiteX2286" fmla="*/ 4102249 w 9029245"/>
              <a:gd name="connsiteY2286" fmla="*/ 279677 h 4294383"/>
              <a:gd name="connsiteX2287" fmla="*/ 4105284 w 9029245"/>
              <a:gd name="connsiteY2287" fmla="*/ 275735 h 4294383"/>
              <a:gd name="connsiteX2288" fmla="*/ 4108304 w 9029245"/>
              <a:gd name="connsiteY2288" fmla="*/ 271884 h 4294383"/>
              <a:gd name="connsiteX2289" fmla="*/ 4111277 w 9029245"/>
              <a:gd name="connsiteY2289" fmla="*/ 267985 h 4294383"/>
              <a:gd name="connsiteX2290" fmla="*/ 4114297 w 9029245"/>
              <a:gd name="connsiteY2290" fmla="*/ 264133 h 4294383"/>
              <a:gd name="connsiteX2291" fmla="*/ 4120352 w 9029245"/>
              <a:gd name="connsiteY2291" fmla="*/ 256520 h 4294383"/>
              <a:gd name="connsiteX2292" fmla="*/ 4123323 w 9029245"/>
              <a:gd name="connsiteY2292" fmla="*/ 252757 h 4294383"/>
              <a:gd name="connsiteX2293" fmla="*/ 4126343 w 9029245"/>
              <a:gd name="connsiteY2293" fmla="*/ 248996 h 4294383"/>
              <a:gd name="connsiteX2294" fmla="*/ 4129380 w 9029245"/>
              <a:gd name="connsiteY2294" fmla="*/ 245280 h 4294383"/>
              <a:gd name="connsiteX2295" fmla="*/ 4132334 w 9029245"/>
              <a:gd name="connsiteY2295" fmla="*/ 241563 h 4294383"/>
              <a:gd name="connsiteX2296" fmla="*/ 4138391 w 9029245"/>
              <a:gd name="connsiteY2296" fmla="*/ 234312 h 4294383"/>
              <a:gd name="connsiteX2297" fmla="*/ 4141362 w 9029245"/>
              <a:gd name="connsiteY2297" fmla="*/ 230641 h 4294383"/>
              <a:gd name="connsiteX2298" fmla="*/ 4144382 w 9029245"/>
              <a:gd name="connsiteY2298" fmla="*/ 227060 h 4294383"/>
              <a:gd name="connsiteX2299" fmla="*/ 4147419 w 9029245"/>
              <a:gd name="connsiteY2299" fmla="*/ 223525 h 4294383"/>
              <a:gd name="connsiteX2300" fmla="*/ 4150439 w 9029245"/>
              <a:gd name="connsiteY2300" fmla="*/ 219945 h 4294383"/>
              <a:gd name="connsiteX2301" fmla="*/ 4153410 w 9029245"/>
              <a:gd name="connsiteY2301" fmla="*/ 216454 h 4294383"/>
              <a:gd name="connsiteX2302" fmla="*/ 4159465 w 9029245"/>
              <a:gd name="connsiteY2302" fmla="*/ 209475 h 4294383"/>
              <a:gd name="connsiteX2303" fmla="*/ 4162438 w 9029245"/>
              <a:gd name="connsiteY2303" fmla="*/ 206076 h 4294383"/>
              <a:gd name="connsiteX2304" fmla="*/ 4168493 w 9029245"/>
              <a:gd name="connsiteY2304" fmla="*/ 199279 h 4294383"/>
              <a:gd name="connsiteX2305" fmla="*/ 4171513 w 9029245"/>
              <a:gd name="connsiteY2305" fmla="*/ 195925 h 4294383"/>
              <a:gd name="connsiteX2306" fmla="*/ 4174484 w 9029245"/>
              <a:gd name="connsiteY2306" fmla="*/ 192615 h 4294383"/>
              <a:gd name="connsiteX2307" fmla="*/ 4177504 w 9029245"/>
              <a:gd name="connsiteY2307" fmla="*/ 189262 h 4294383"/>
              <a:gd name="connsiteX2308" fmla="*/ 4180541 w 9029245"/>
              <a:gd name="connsiteY2308" fmla="*/ 185998 h 4294383"/>
              <a:gd name="connsiteX2309" fmla="*/ 4183497 w 9029245"/>
              <a:gd name="connsiteY2309" fmla="*/ 182781 h 4294383"/>
              <a:gd name="connsiteX2310" fmla="*/ 4186532 w 9029245"/>
              <a:gd name="connsiteY2310" fmla="*/ 179517 h 4294383"/>
              <a:gd name="connsiteX2311" fmla="*/ 4192589 w 9029245"/>
              <a:gd name="connsiteY2311" fmla="*/ 173173 h 4294383"/>
              <a:gd name="connsiteX2312" fmla="*/ 4195543 w 9029245"/>
              <a:gd name="connsiteY2312" fmla="*/ 170000 h 4294383"/>
              <a:gd name="connsiteX2313" fmla="*/ 4201600 w 9029245"/>
              <a:gd name="connsiteY2313" fmla="*/ 163836 h 4294383"/>
              <a:gd name="connsiteX2314" fmla="*/ 4204571 w 9029245"/>
              <a:gd name="connsiteY2314" fmla="*/ 160754 h 4294383"/>
              <a:gd name="connsiteX2315" fmla="*/ 4207591 w 9029245"/>
              <a:gd name="connsiteY2315" fmla="*/ 157719 h 4294383"/>
              <a:gd name="connsiteX2316" fmla="*/ 4213646 w 9029245"/>
              <a:gd name="connsiteY2316" fmla="*/ 151736 h 4294383"/>
              <a:gd name="connsiteX2317" fmla="*/ 4216619 w 9029245"/>
              <a:gd name="connsiteY2317" fmla="*/ 148790 h 4294383"/>
              <a:gd name="connsiteX2318" fmla="*/ 4219654 w 9029245"/>
              <a:gd name="connsiteY2318" fmla="*/ 145890 h 4294383"/>
              <a:gd name="connsiteX2319" fmla="*/ 4222674 w 9029245"/>
              <a:gd name="connsiteY2319" fmla="*/ 142944 h 4294383"/>
              <a:gd name="connsiteX2320" fmla="*/ 4225647 w 9029245"/>
              <a:gd name="connsiteY2320" fmla="*/ 140088 h 4294383"/>
              <a:gd name="connsiteX2321" fmla="*/ 4228665 w 9029245"/>
              <a:gd name="connsiteY2321" fmla="*/ 137279 h 4294383"/>
              <a:gd name="connsiteX2322" fmla="*/ 4231702 w 9029245"/>
              <a:gd name="connsiteY2322" fmla="*/ 134423 h 4294383"/>
              <a:gd name="connsiteX2323" fmla="*/ 4234722 w 9029245"/>
              <a:gd name="connsiteY2323" fmla="*/ 131658 h 4294383"/>
              <a:gd name="connsiteX2324" fmla="*/ 4237693 w 9029245"/>
              <a:gd name="connsiteY2324" fmla="*/ 128894 h 4294383"/>
              <a:gd name="connsiteX2325" fmla="*/ 4240713 w 9029245"/>
              <a:gd name="connsiteY2325" fmla="*/ 126129 h 4294383"/>
              <a:gd name="connsiteX2326" fmla="*/ 4243750 w 9029245"/>
              <a:gd name="connsiteY2326" fmla="*/ 123455 h 4294383"/>
              <a:gd name="connsiteX2327" fmla="*/ 4246704 w 9029245"/>
              <a:gd name="connsiteY2327" fmla="*/ 120780 h 4294383"/>
              <a:gd name="connsiteX2328" fmla="*/ 4249741 w 9029245"/>
              <a:gd name="connsiteY2328" fmla="*/ 118107 h 4294383"/>
              <a:gd name="connsiteX2329" fmla="*/ 4255796 w 9029245"/>
              <a:gd name="connsiteY2329" fmla="*/ 112941 h 4294383"/>
              <a:gd name="connsiteX2330" fmla="*/ 4258752 w 9029245"/>
              <a:gd name="connsiteY2330" fmla="*/ 110357 h 4294383"/>
              <a:gd name="connsiteX2331" fmla="*/ 4261789 w 9029245"/>
              <a:gd name="connsiteY2331" fmla="*/ 107819 h 4294383"/>
              <a:gd name="connsiteX2332" fmla="*/ 4264809 w 9029245"/>
              <a:gd name="connsiteY2332" fmla="*/ 105327 h 4294383"/>
              <a:gd name="connsiteX2333" fmla="*/ 4267780 w 9029245"/>
              <a:gd name="connsiteY2333" fmla="*/ 102835 h 4294383"/>
              <a:gd name="connsiteX2334" fmla="*/ 4270815 w 9029245"/>
              <a:gd name="connsiteY2334" fmla="*/ 100386 h 4294383"/>
              <a:gd name="connsiteX2335" fmla="*/ 4273835 w 9029245"/>
              <a:gd name="connsiteY2335" fmla="*/ 97985 h 4294383"/>
              <a:gd name="connsiteX2336" fmla="*/ 4276808 w 9029245"/>
              <a:gd name="connsiteY2336" fmla="*/ 95583 h 4294383"/>
              <a:gd name="connsiteX2337" fmla="*/ 4279828 w 9029245"/>
              <a:gd name="connsiteY2337" fmla="*/ 93225 h 4294383"/>
              <a:gd name="connsiteX2338" fmla="*/ 4282863 w 9029245"/>
              <a:gd name="connsiteY2338" fmla="*/ 90914 h 4294383"/>
              <a:gd name="connsiteX2339" fmla="*/ 4285883 w 9029245"/>
              <a:gd name="connsiteY2339" fmla="*/ 88558 h 4294383"/>
              <a:gd name="connsiteX2340" fmla="*/ 4288854 w 9029245"/>
              <a:gd name="connsiteY2340" fmla="*/ 86292 h 4294383"/>
              <a:gd name="connsiteX2341" fmla="*/ 4291874 w 9029245"/>
              <a:gd name="connsiteY2341" fmla="*/ 84072 h 4294383"/>
              <a:gd name="connsiteX2342" fmla="*/ 4294911 w 9029245"/>
              <a:gd name="connsiteY2342" fmla="*/ 81806 h 4294383"/>
              <a:gd name="connsiteX2343" fmla="*/ 4297865 w 9029245"/>
              <a:gd name="connsiteY2343" fmla="*/ 79630 h 4294383"/>
              <a:gd name="connsiteX2344" fmla="*/ 4300902 w 9029245"/>
              <a:gd name="connsiteY2344" fmla="*/ 77500 h 4294383"/>
              <a:gd name="connsiteX2345" fmla="*/ 4303922 w 9029245"/>
              <a:gd name="connsiteY2345" fmla="*/ 75324 h 4294383"/>
              <a:gd name="connsiteX2346" fmla="*/ 4306957 w 9029245"/>
              <a:gd name="connsiteY2346" fmla="*/ 73239 h 4294383"/>
              <a:gd name="connsiteX2347" fmla="*/ 4309913 w 9029245"/>
              <a:gd name="connsiteY2347" fmla="*/ 71155 h 4294383"/>
              <a:gd name="connsiteX2348" fmla="*/ 4312950 w 9029245"/>
              <a:gd name="connsiteY2348" fmla="*/ 69114 h 4294383"/>
              <a:gd name="connsiteX2349" fmla="*/ 4315970 w 9029245"/>
              <a:gd name="connsiteY2349" fmla="*/ 67121 h 4294383"/>
              <a:gd name="connsiteX2350" fmla="*/ 4318941 w 9029245"/>
              <a:gd name="connsiteY2350" fmla="*/ 65128 h 4294383"/>
              <a:gd name="connsiteX2351" fmla="*/ 4321961 w 9029245"/>
              <a:gd name="connsiteY2351" fmla="*/ 63133 h 4294383"/>
              <a:gd name="connsiteX2352" fmla="*/ 4328033 w 9029245"/>
              <a:gd name="connsiteY2352" fmla="*/ 59326 h 4294383"/>
              <a:gd name="connsiteX2353" fmla="*/ 4330989 w 9029245"/>
              <a:gd name="connsiteY2353" fmla="*/ 57422 h 4294383"/>
              <a:gd name="connsiteX2354" fmla="*/ 4337044 w 9029245"/>
              <a:gd name="connsiteY2354" fmla="*/ 53796 h 4294383"/>
              <a:gd name="connsiteX2355" fmla="*/ 4340014 w 9029245"/>
              <a:gd name="connsiteY2355" fmla="*/ 51982 h 4294383"/>
              <a:gd name="connsiteX2356" fmla="*/ 4349092 w 9029245"/>
              <a:gd name="connsiteY2356" fmla="*/ 46816 h 4294383"/>
              <a:gd name="connsiteX2357" fmla="*/ 4352063 w 9029245"/>
              <a:gd name="connsiteY2357" fmla="*/ 45185 h 4294383"/>
              <a:gd name="connsiteX2358" fmla="*/ 4358120 w 9029245"/>
              <a:gd name="connsiteY2358" fmla="*/ 41922 h 4294383"/>
              <a:gd name="connsiteX2359" fmla="*/ 4361074 w 9029245"/>
              <a:gd name="connsiteY2359" fmla="*/ 40380 h 4294383"/>
              <a:gd name="connsiteX2360" fmla="*/ 4367131 w 9029245"/>
              <a:gd name="connsiteY2360" fmla="*/ 37299 h 4294383"/>
              <a:gd name="connsiteX2361" fmla="*/ 4370166 w 9029245"/>
              <a:gd name="connsiteY2361" fmla="*/ 35803 h 4294383"/>
              <a:gd name="connsiteX2362" fmla="*/ 4373122 w 9029245"/>
              <a:gd name="connsiteY2362" fmla="*/ 34353 h 4294383"/>
              <a:gd name="connsiteX2363" fmla="*/ 4376157 w 9029245"/>
              <a:gd name="connsiteY2363" fmla="*/ 32903 h 4294383"/>
              <a:gd name="connsiteX2364" fmla="*/ 4379177 w 9029245"/>
              <a:gd name="connsiteY2364" fmla="*/ 31544 h 4294383"/>
              <a:gd name="connsiteX2365" fmla="*/ 4382150 w 9029245"/>
              <a:gd name="connsiteY2365" fmla="*/ 30184 h 4294383"/>
              <a:gd name="connsiteX2366" fmla="*/ 4385184 w 9029245"/>
              <a:gd name="connsiteY2366" fmla="*/ 28824 h 4294383"/>
              <a:gd name="connsiteX2367" fmla="*/ 4388205 w 9029245"/>
              <a:gd name="connsiteY2367" fmla="*/ 27511 h 4294383"/>
              <a:gd name="connsiteX2368" fmla="*/ 4391241 w 9029245"/>
              <a:gd name="connsiteY2368" fmla="*/ 26241 h 4294383"/>
              <a:gd name="connsiteX2369" fmla="*/ 4394196 w 9029245"/>
              <a:gd name="connsiteY2369" fmla="*/ 24971 h 4294383"/>
              <a:gd name="connsiteX2370" fmla="*/ 4400253 w 9029245"/>
              <a:gd name="connsiteY2370" fmla="*/ 22615 h 4294383"/>
              <a:gd name="connsiteX2371" fmla="*/ 4403223 w 9029245"/>
              <a:gd name="connsiteY2371" fmla="*/ 21436 h 4294383"/>
              <a:gd name="connsiteX2372" fmla="*/ 4406244 w 9029245"/>
              <a:gd name="connsiteY2372" fmla="*/ 20304 h 4294383"/>
              <a:gd name="connsiteX2373" fmla="*/ 4409280 w 9029245"/>
              <a:gd name="connsiteY2373" fmla="*/ 19216 h 4294383"/>
              <a:gd name="connsiteX2374" fmla="*/ 4412235 w 9029245"/>
              <a:gd name="connsiteY2374" fmla="*/ 18128 h 4294383"/>
              <a:gd name="connsiteX2375" fmla="*/ 4418292 w 9029245"/>
              <a:gd name="connsiteY2375" fmla="*/ 16135 h 4294383"/>
              <a:gd name="connsiteX2376" fmla="*/ 4421326 w 9029245"/>
              <a:gd name="connsiteY2376" fmla="*/ 15093 h 4294383"/>
              <a:gd name="connsiteX2377" fmla="*/ 4424283 w 9029245"/>
              <a:gd name="connsiteY2377" fmla="*/ 14184 h 4294383"/>
              <a:gd name="connsiteX2378" fmla="*/ 4430338 w 9029245"/>
              <a:gd name="connsiteY2378" fmla="*/ 12372 h 4294383"/>
              <a:gd name="connsiteX2379" fmla="*/ 4433310 w 9029245"/>
              <a:gd name="connsiteY2379" fmla="*/ 11557 h 4294383"/>
              <a:gd name="connsiteX2380" fmla="*/ 4436345 w 9029245"/>
              <a:gd name="connsiteY2380" fmla="*/ 10695 h 4294383"/>
              <a:gd name="connsiteX2381" fmla="*/ 4439366 w 9029245"/>
              <a:gd name="connsiteY2381" fmla="*/ 9879 h 4294383"/>
              <a:gd name="connsiteX2382" fmla="*/ 4442402 w 9029245"/>
              <a:gd name="connsiteY2382" fmla="*/ 9155 h 4294383"/>
              <a:gd name="connsiteX2383" fmla="*/ 4445356 w 9029245"/>
              <a:gd name="connsiteY2383" fmla="*/ 8429 h 4294383"/>
              <a:gd name="connsiteX2384" fmla="*/ 4448393 w 9029245"/>
              <a:gd name="connsiteY2384" fmla="*/ 7704 h 4294383"/>
              <a:gd name="connsiteX2385" fmla="*/ 4451414 w 9029245"/>
              <a:gd name="connsiteY2385" fmla="*/ 7071 h 4294383"/>
              <a:gd name="connsiteX2386" fmla="*/ 4454384 w 9029245"/>
              <a:gd name="connsiteY2386" fmla="*/ 6435 h 4294383"/>
              <a:gd name="connsiteX2387" fmla="*/ 4457405 w 9029245"/>
              <a:gd name="connsiteY2387" fmla="*/ 5756 h 4294383"/>
              <a:gd name="connsiteX2388" fmla="*/ 4463462 w 9029245"/>
              <a:gd name="connsiteY2388" fmla="*/ 4668 h 4294383"/>
              <a:gd name="connsiteX2389" fmla="*/ 4466432 w 9029245"/>
              <a:gd name="connsiteY2389" fmla="*/ 4123 h 4294383"/>
              <a:gd name="connsiteX2390" fmla="*/ 4472487 w 9029245"/>
              <a:gd name="connsiteY2390" fmla="*/ 3218 h 4294383"/>
              <a:gd name="connsiteX2391" fmla="*/ 4475444 w 9029245"/>
              <a:gd name="connsiteY2391" fmla="*/ 2765 h 4294383"/>
              <a:gd name="connsiteX2392" fmla="*/ 4478480 w 9029245"/>
              <a:gd name="connsiteY2392" fmla="*/ 2357 h 4294383"/>
              <a:gd name="connsiteX2393" fmla="*/ 4484535 w 9029245"/>
              <a:gd name="connsiteY2393" fmla="*/ 1631 h 4294383"/>
              <a:gd name="connsiteX2394" fmla="*/ 4487492 w 9029245"/>
              <a:gd name="connsiteY2394" fmla="*/ 1360 h 4294383"/>
              <a:gd name="connsiteX2395" fmla="*/ 4493563 w 9029245"/>
              <a:gd name="connsiteY2395" fmla="*/ 816 h 4294383"/>
              <a:gd name="connsiteX2396" fmla="*/ 4496519 w 9029245"/>
              <a:gd name="connsiteY2396" fmla="*/ 635 h 4294383"/>
              <a:gd name="connsiteX2397" fmla="*/ 4502574 w 9029245"/>
              <a:gd name="connsiteY2397" fmla="*/ 272 h 4294383"/>
              <a:gd name="connsiteX2398" fmla="*/ 4505611 w 9029245"/>
              <a:gd name="connsiteY2398" fmla="*/ 181 h 4294383"/>
              <a:gd name="connsiteX2399" fmla="*/ 4508565 w 9029245"/>
              <a:gd name="connsiteY2399" fmla="*/ 90 h 429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Lst>
            <a:rect l="l" t="t" r="r" b="b"/>
            <a:pathLst>
              <a:path w="9029245" h="4294383">
                <a:moveTo>
                  <a:pt x="4511602" y="0"/>
                </a:moveTo>
                <a:lnTo>
                  <a:pt x="4520613" y="0"/>
                </a:lnTo>
                <a:lnTo>
                  <a:pt x="4523650" y="90"/>
                </a:lnTo>
                <a:lnTo>
                  <a:pt x="4526604" y="181"/>
                </a:lnTo>
                <a:lnTo>
                  <a:pt x="4529641" y="272"/>
                </a:lnTo>
                <a:lnTo>
                  <a:pt x="4535696" y="635"/>
                </a:lnTo>
                <a:lnTo>
                  <a:pt x="4538653" y="816"/>
                </a:lnTo>
                <a:lnTo>
                  <a:pt x="4544708" y="1360"/>
                </a:lnTo>
                <a:lnTo>
                  <a:pt x="4547680" y="1631"/>
                </a:lnTo>
                <a:lnTo>
                  <a:pt x="4553735" y="2357"/>
                </a:lnTo>
                <a:lnTo>
                  <a:pt x="4556772" y="2765"/>
                </a:lnTo>
                <a:lnTo>
                  <a:pt x="4559726" y="3218"/>
                </a:lnTo>
                <a:lnTo>
                  <a:pt x="4565783" y="4123"/>
                </a:lnTo>
                <a:lnTo>
                  <a:pt x="4568754" y="4668"/>
                </a:lnTo>
                <a:lnTo>
                  <a:pt x="4574811" y="5756"/>
                </a:lnTo>
                <a:lnTo>
                  <a:pt x="4577831" y="6435"/>
                </a:lnTo>
                <a:lnTo>
                  <a:pt x="4580802" y="7071"/>
                </a:lnTo>
                <a:lnTo>
                  <a:pt x="4583822" y="7704"/>
                </a:lnTo>
                <a:lnTo>
                  <a:pt x="4586857" y="8429"/>
                </a:lnTo>
                <a:lnTo>
                  <a:pt x="4589813" y="9155"/>
                </a:lnTo>
                <a:lnTo>
                  <a:pt x="4592850" y="9879"/>
                </a:lnTo>
                <a:lnTo>
                  <a:pt x="4595868" y="10695"/>
                </a:lnTo>
                <a:lnTo>
                  <a:pt x="4598905" y="11557"/>
                </a:lnTo>
                <a:lnTo>
                  <a:pt x="4601876" y="12372"/>
                </a:lnTo>
                <a:lnTo>
                  <a:pt x="4607933" y="14184"/>
                </a:lnTo>
                <a:lnTo>
                  <a:pt x="4610887" y="15093"/>
                </a:lnTo>
                <a:lnTo>
                  <a:pt x="4613924" y="16135"/>
                </a:lnTo>
                <a:lnTo>
                  <a:pt x="4619979" y="18128"/>
                </a:lnTo>
                <a:lnTo>
                  <a:pt x="4622935" y="19216"/>
                </a:lnTo>
                <a:lnTo>
                  <a:pt x="4625972" y="20304"/>
                </a:lnTo>
                <a:lnTo>
                  <a:pt x="4628992" y="21436"/>
                </a:lnTo>
                <a:lnTo>
                  <a:pt x="4631963" y="22615"/>
                </a:lnTo>
                <a:lnTo>
                  <a:pt x="4638018" y="24971"/>
                </a:lnTo>
                <a:lnTo>
                  <a:pt x="4641038" y="26241"/>
                </a:lnTo>
                <a:lnTo>
                  <a:pt x="4644011" y="27511"/>
                </a:lnTo>
                <a:lnTo>
                  <a:pt x="4647031" y="28824"/>
                </a:lnTo>
                <a:lnTo>
                  <a:pt x="4650066" y="30184"/>
                </a:lnTo>
                <a:lnTo>
                  <a:pt x="4653022" y="31544"/>
                </a:lnTo>
                <a:lnTo>
                  <a:pt x="4656057" y="32903"/>
                </a:lnTo>
                <a:lnTo>
                  <a:pt x="4659094" y="34353"/>
                </a:lnTo>
                <a:lnTo>
                  <a:pt x="4662050" y="35803"/>
                </a:lnTo>
                <a:lnTo>
                  <a:pt x="4665085" y="37299"/>
                </a:lnTo>
                <a:lnTo>
                  <a:pt x="4671142" y="40380"/>
                </a:lnTo>
                <a:lnTo>
                  <a:pt x="4674096" y="41922"/>
                </a:lnTo>
                <a:lnTo>
                  <a:pt x="4680153" y="45185"/>
                </a:lnTo>
                <a:lnTo>
                  <a:pt x="4683124" y="46816"/>
                </a:lnTo>
                <a:lnTo>
                  <a:pt x="4692199" y="51982"/>
                </a:lnTo>
                <a:lnTo>
                  <a:pt x="4695172" y="53796"/>
                </a:lnTo>
                <a:lnTo>
                  <a:pt x="4701227" y="57422"/>
                </a:lnTo>
                <a:lnTo>
                  <a:pt x="4704183" y="59326"/>
                </a:lnTo>
                <a:lnTo>
                  <a:pt x="4710238" y="63133"/>
                </a:lnTo>
                <a:lnTo>
                  <a:pt x="4713275" y="65128"/>
                </a:lnTo>
                <a:lnTo>
                  <a:pt x="4716246" y="67121"/>
                </a:lnTo>
                <a:lnTo>
                  <a:pt x="4719266" y="69114"/>
                </a:lnTo>
                <a:lnTo>
                  <a:pt x="4722303" y="71155"/>
                </a:lnTo>
                <a:lnTo>
                  <a:pt x="4725257" y="73239"/>
                </a:lnTo>
                <a:lnTo>
                  <a:pt x="4728294" y="75324"/>
                </a:lnTo>
                <a:lnTo>
                  <a:pt x="4731314" y="77500"/>
                </a:lnTo>
                <a:lnTo>
                  <a:pt x="4734349" y="79630"/>
                </a:lnTo>
                <a:lnTo>
                  <a:pt x="4737305" y="81806"/>
                </a:lnTo>
                <a:lnTo>
                  <a:pt x="4740342" y="84072"/>
                </a:lnTo>
                <a:lnTo>
                  <a:pt x="4743360" y="86292"/>
                </a:lnTo>
                <a:lnTo>
                  <a:pt x="4746333" y="88558"/>
                </a:lnTo>
                <a:lnTo>
                  <a:pt x="4749353" y="90914"/>
                </a:lnTo>
                <a:lnTo>
                  <a:pt x="4752388" y="93225"/>
                </a:lnTo>
                <a:lnTo>
                  <a:pt x="4755408" y="95583"/>
                </a:lnTo>
                <a:lnTo>
                  <a:pt x="4758379" y="97985"/>
                </a:lnTo>
                <a:lnTo>
                  <a:pt x="4761399" y="100386"/>
                </a:lnTo>
                <a:lnTo>
                  <a:pt x="4764436" y="102835"/>
                </a:lnTo>
                <a:lnTo>
                  <a:pt x="4767407" y="105327"/>
                </a:lnTo>
                <a:lnTo>
                  <a:pt x="4770427" y="107819"/>
                </a:lnTo>
                <a:lnTo>
                  <a:pt x="4773464" y="110357"/>
                </a:lnTo>
                <a:lnTo>
                  <a:pt x="4776418" y="112941"/>
                </a:lnTo>
                <a:lnTo>
                  <a:pt x="4782475" y="118107"/>
                </a:lnTo>
                <a:lnTo>
                  <a:pt x="4785510" y="120780"/>
                </a:lnTo>
                <a:lnTo>
                  <a:pt x="4788466" y="123455"/>
                </a:lnTo>
                <a:lnTo>
                  <a:pt x="4791503" y="126129"/>
                </a:lnTo>
                <a:lnTo>
                  <a:pt x="4794523" y="128894"/>
                </a:lnTo>
                <a:lnTo>
                  <a:pt x="4797494" y="131658"/>
                </a:lnTo>
                <a:lnTo>
                  <a:pt x="4800514" y="134423"/>
                </a:lnTo>
                <a:lnTo>
                  <a:pt x="4803549" y="137279"/>
                </a:lnTo>
                <a:lnTo>
                  <a:pt x="4806569" y="140088"/>
                </a:lnTo>
                <a:lnTo>
                  <a:pt x="4809542" y="142944"/>
                </a:lnTo>
                <a:lnTo>
                  <a:pt x="4812560" y="145890"/>
                </a:lnTo>
                <a:lnTo>
                  <a:pt x="4815597" y="148790"/>
                </a:lnTo>
                <a:lnTo>
                  <a:pt x="4818553" y="151736"/>
                </a:lnTo>
                <a:lnTo>
                  <a:pt x="4824624" y="157719"/>
                </a:lnTo>
                <a:lnTo>
                  <a:pt x="4827645" y="160754"/>
                </a:lnTo>
                <a:lnTo>
                  <a:pt x="4830615" y="163836"/>
                </a:lnTo>
                <a:lnTo>
                  <a:pt x="4836670" y="170000"/>
                </a:lnTo>
                <a:lnTo>
                  <a:pt x="4839627" y="173173"/>
                </a:lnTo>
                <a:lnTo>
                  <a:pt x="4845684" y="179517"/>
                </a:lnTo>
                <a:lnTo>
                  <a:pt x="4848719" y="182781"/>
                </a:lnTo>
                <a:lnTo>
                  <a:pt x="4851675" y="185998"/>
                </a:lnTo>
                <a:lnTo>
                  <a:pt x="4854709" y="189262"/>
                </a:lnTo>
                <a:lnTo>
                  <a:pt x="4857730" y="192615"/>
                </a:lnTo>
                <a:lnTo>
                  <a:pt x="4860703" y="195925"/>
                </a:lnTo>
                <a:lnTo>
                  <a:pt x="4863723" y="199279"/>
                </a:lnTo>
                <a:lnTo>
                  <a:pt x="4869778" y="206076"/>
                </a:lnTo>
                <a:lnTo>
                  <a:pt x="4872749" y="209475"/>
                </a:lnTo>
                <a:lnTo>
                  <a:pt x="4878806" y="216454"/>
                </a:lnTo>
                <a:lnTo>
                  <a:pt x="4881776" y="219945"/>
                </a:lnTo>
                <a:lnTo>
                  <a:pt x="4884797" y="223525"/>
                </a:lnTo>
                <a:lnTo>
                  <a:pt x="4887833" y="227060"/>
                </a:lnTo>
                <a:lnTo>
                  <a:pt x="4890852" y="230641"/>
                </a:lnTo>
                <a:lnTo>
                  <a:pt x="4893824" y="234312"/>
                </a:lnTo>
                <a:lnTo>
                  <a:pt x="4899879" y="241563"/>
                </a:lnTo>
                <a:lnTo>
                  <a:pt x="4902836" y="245280"/>
                </a:lnTo>
                <a:lnTo>
                  <a:pt x="4905870" y="248996"/>
                </a:lnTo>
                <a:lnTo>
                  <a:pt x="4908891" y="252757"/>
                </a:lnTo>
                <a:lnTo>
                  <a:pt x="4911863" y="256520"/>
                </a:lnTo>
                <a:lnTo>
                  <a:pt x="4917918" y="264133"/>
                </a:lnTo>
                <a:lnTo>
                  <a:pt x="4920939" y="267985"/>
                </a:lnTo>
                <a:lnTo>
                  <a:pt x="4923909" y="271884"/>
                </a:lnTo>
                <a:lnTo>
                  <a:pt x="4926930" y="275735"/>
                </a:lnTo>
                <a:lnTo>
                  <a:pt x="4929966" y="279677"/>
                </a:lnTo>
                <a:lnTo>
                  <a:pt x="4932937" y="283621"/>
                </a:lnTo>
                <a:lnTo>
                  <a:pt x="4935957" y="287564"/>
                </a:lnTo>
                <a:lnTo>
                  <a:pt x="4938994" y="291598"/>
                </a:lnTo>
                <a:lnTo>
                  <a:pt x="4942015" y="295585"/>
                </a:lnTo>
                <a:lnTo>
                  <a:pt x="4944985" y="299620"/>
                </a:lnTo>
                <a:lnTo>
                  <a:pt x="4948005" y="303699"/>
                </a:lnTo>
                <a:lnTo>
                  <a:pt x="4951040" y="307822"/>
                </a:lnTo>
                <a:lnTo>
                  <a:pt x="4953996" y="311902"/>
                </a:lnTo>
                <a:lnTo>
                  <a:pt x="4963088" y="324411"/>
                </a:lnTo>
                <a:lnTo>
                  <a:pt x="4966045" y="328626"/>
                </a:lnTo>
                <a:lnTo>
                  <a:pt x="4969079" y="332886"/>
                </a:lnTo>
                <a:lnTo>
                  <a:pt x="4972100" y="337100"/>
                </a:lnTo>
                <a:lnTo>
                  <a:pt x="4975070" y="341406"/>
                </a:lnTo>
                <a:lnTo>
                  <a:pt x="4981127" y="350016"/>
                </a:lnTo>
                <a:lnTo>
                  <a:pt x="4984148" y="354412"/>
                </a:lnTo>
                <a:lnTo>
                  <a:pt x="4987118" y="358764"/>
                </a:lnTo>
                <a:lnTo>
                  <a:pt x="4990155" y="363162"/>
                </a:lnTo>
                <a:lnTo>
                  <a:pt x="4993175" y="367602"/>
                </a:lnTo>
                <a:lnTo>
                  <a:pt x="4996146" y="372043"/>
                </a:lnTo>
                <a:lnTo>
                  <a:pt x="4999166" y="376485"/>
                </a:lnTo>
                <a:lnTo>
                  <a:pt x="5002201" y="381016"/>
                </a:lnTo>
                <a:lnTo>
                  <a:pt x="5005221" y="385503"/>
                </a:lnTo>
                <a:lnTo>
                  <a:pt x="5008194" y="390036"/>
                </a:lnTo>
                <a:lnTo>
                  <a:pt x="5014249" y="399190"/>
                </a:lnTo>
                <a:lnTo>
                  <a:pt x="5017205" y="403769"/>
                </a:lnTo>
                <a:lnTo>
                  <a:pt x="5020240" y="408437"/>
                </a:lnTo>
                <a:lnTo>
                  <a:pt x="5023260" y="413058"/>
                </a:lnTo>
                <a:lnTo>
                  <a:pt x="5026297" y="417728"/>
                </a:lnTo>
                <a:lnTo>
                  <a:pt x="5029251" y="422440"/>
                </a:lnTo>
                <a:lnTo>
                  <a:pt x="5035308" y="431867"/>
                </a:lnTo>
                <a:lnTo>
                  <a:pt x="5038279" y="436626"/>
                </a:lnTo>
                <a:lnTo>
                  <a:pt x="5041299" y="441430"/>
                </a:lnTo>
                <a:lnTo>
                  <a:pt x="5044336" y="446188"/>
                </a:lnTo>
                <a:lnTo>
                  <a:pt x="5047307" y="451039"/>
                </a:lnTo>
                <a:lnTo>
                  <a:pt x="5053364" y="460738"/>
                </a:lnTo>
                <a:lnTo>
                  <a:pt x="5056382" y="465633"/>
                </a:lnTo>
                <a:lnTo>
                  <a:pt x="5059355" y="470528"/>
                </a:lnTo>
                <a:lnTo>
                  <a:pt x="5065410" y="480406"/>
                </a:lnTo>
                <a:lnTo>
                  <a:pt x="5068366" y="485392"/>
                </a:lnTo>
                <a:lnTo>
                  <a:pt x="5071401" y="490377"/>
                </a:lnTo>
                <a:lnTo>
                  <a:pt x="5077458" y="500438"/>
                </a:lnTo>
                <a:lnTo>
                  <a:pt x="5080414" y="505470"/>
                </a:lnTo>
                <a:lnTo>
                  <a:pt x="5086469" y="515622"/>
                </a:lnTo>
                <a:lnTo>
                  <a:pt x="5089440" y="520743"/>
                </a:lnTo>
                <a:lnTo>
                  <a:pt x="5092460" y="525864"/>
                </a:lnTo>
                <a:lnTo>
                  <a:pt x="5098517" y="536197"/>
                </a:lnTo>
                <a:lnTo>
                  <a:pt x="5101488" y="541409"/>
                </a:lnTo>
                <a:lnTo>
                  <a:pt x="5104525" y="546622"/>
                </a:lnTo>
                <a:lnTo>
                  <a:pt x="5107545" y="551788"/>
                </a:lnTo>
                <a:lnTo>
                  <a:pt x="5110516" y="557091"/>
                </a:lnTo>
                <a:lnTo>
                  <a:pt x="5116571" y="567605"/>
                </a:lnTo>
                <a:lnTo>
                  <a:pt x="5119591" y="572953"/>
                </a:lnTo>
                <a:lnTo>
                  <a:pt x="5122564" y="578256"/>
                </a:lnTo>
                <a:lnTo>
                  <a:pt x="5128619" y="588952"/>
                </a:lnTo>
                <a:lnTo>
                  <a:pt x="5131575" y="594344"/>
                </a:lnTo>
                <a:lnTo>
                  <a:pt x="5134610" y="599738"/>
                </a:lnTo>
                <a:lnTo>
                  <a:pt x="5140667" y="610615"/>
                </a:lnTo>
                <a:lnTo>
                  <a:pt x="5143621" y="616053"/>
                </a:lnTo>
                <a:lnTo>
                  <a:pt x="5149678" y="627022"/>
                </a:lnTo>
                <a:lnTo>
                  <a:pt x="5152649" y="632506"/>
                </a:lnTo>
                <a:lnTo>
                  <a:pt x="5155686" y="638080"/>
                </a:lnTo>
                <a:lnTo>
                  <a:pt x="5158706" y="643609"/>
                </a:lnTo>
                <a:lnTo>
                  <a:pt x="5161677" y="649139"/>
                </a:lnTo>
                <a:lnTo>
                  <a:pt x="5164697" y="654758"/>
                </a:lnTo>
                <a:lnTo>
                  <a:pt x="5167732" y="660333"/>
                </a:lnTo>
                <a:lnTo>
                  <a:pt x="5170752" y="665952"/>
                </a:lnTo>
                <a:lnTo>
                  <a:pt x="5173725" y="671572"/>
                </a:lnTo>
                <a:lnTo>
                  <a:pt x="5179780" y="682903"/>
                </a:lnTo>
                <a:lnTo>
                  <a:pt x="5182736" y="688568"/>
                </a:lnTo>
                <a:lnTo>
                  <a:pt x="5188791" y="699989"/>
                </a:lnTo>
                <a:lnTo>
                  <a:pt x="5191828" y="705744"/>
                </a:lnTo>
                <a:lnTo>
                  <a:pt x="5194782" y="711456"/>
                </a:lnTo>
                <a:lnTo>
                  <a:pt x="5197819" y="717211"/>
                </a:lnTo>
                <a:lnTo>
                  <a:pt x="5200839" y="723013"/>
                </a:lnTo>
                <a:lnTo>
                  <a:pt x="5203810" y="728813"/>
                </a:lnTo>
                <a:lnTo>
                  <a:pt x="5206830" y="734615"/>
                </a:lnTo>
                <a:lnTo>
                  <a:pt x="5212887" y="746307"/>
                </a:lnTo>
                <a:lnTo>
                  <a:pt x="5215858" y="752153"/>
                </a:lnTo>
                <a:lnTo>
                  <a:pt x="5221913" y="763938"/>
                </a:lnTo>
                <a:lnTo>
                  <a:pt x="5224886" y="769829"/>
                </a:lnTo>
                <a:lnTo>
                  <a:pt x="5233961" y="787640"/>
                </a:lnTo>
                <a:lnTo>
                  <a:pt x="5236932" y="793623"/>
                </a:lnTo>
                <a:lnTo>
                  <a:pt x="5239952" y="799560"/>
                </a:lnTo>
                <a:lnTo>
                  <a:pt x="5242989" y="805543"/>
                </a:lnTo>
                <a:lnTo>
                  <a:pt x="5245945" y="811570"/>
                </a:lnTo>
                <a:lnTo>
                  <a:pt x="5252000" y="823626"/>
                </a:lnTo>
                <a:lnTo>
                  <a:pt x="5255037" y="829699"/>
                </a:lnTo>
                <a:lnTo>
                  <a:pt x="5257991" y="835771"/>
                </a:lnTo>
                <a:lnTo>
                  <a:pt x="5261028" y="841846"/>
                </a:lnTo>
                <a:lnTo>
                  <a:pt x="5264048" y="847964"/>
                </a:lnTo>
                <a:lnTo>
                  <a:pt x="5267019" y="854037"/>
                </a:lnTo>
                <a:lnTo>
                  <a:pt x="5270056" y="860155"/>
                </a:lnTo>
                <a:lnTo>
                  <a:pt x="5273074" y="866319"/>
                </a:lnTo>
                <a:lnTo>
                  <a:pt x="5276111" y="872437"/>
                </a:lnTo>
                <a:lnTo>
                  <a:pt x="5279067" y="878600"/>
                </a:lnTo>
                <a:lnTo>
                  <a:pt x="5282102" y="884809"/>
                </a:lnTo>
                <a:lnTo>
                  <a:pt x="5285122" y="890970"/>
                </a:lnTo>
                <a:lnTo>
                  <a:pt x="5288092" y="897176"/>
                </a:lnTo>
                <a:lnTo>
                  <a:pt x="5291113" y="903395"/>
                </a:lnTo>
                <a:lnTo>
                  <a:pt x="5294150" y="909650"/>
                </a:lnTo>
                <a:lnTo>
                  <a:pt x="5297106" y="915856"/>
                </a:lnTo>
                <a:lnTo>
                  <a:pt x="5303161" y="928364"/>
                </a:lnTo>
                <a:lnTo>
                  <a:pt x="5306198" y="934664"/>
                </a:lnTo>
                <a:lnTo>
                  <a:pt x="5309152" y="940964"/>
                </a:lnTo>
                <a:lnTo>
                  <a:pt x="5315209" y="953564"/>
                </a:lnTo>
                <a:lnTo>
                  <a:pt x="5318180" y="959910"/>
                </a:lnTo>
                <a:lnTo>
                  <a:pt x="5321216" y="966210"/>
                </a:lnTo>
                <a:lnTo>
                  <a:pt x="5324237" y="972557"/>
                </a:lnTo>
                <a:lnTo>
                  <a:pt x="5327255" y="978937"/>
                </a:lnTo>
                <a:lnTo>
                  <a:pt x="5330228" y="985284"/>
                </a:lnTo>
                <a:lnTo>
                  <a:pt x="5336283" y="998070"/>
                </a:lnTo>
                <a:lnTo>
                  <a:pt x="5339255" y="1004498"/>
                </a:lnTo>
                <a:lnTo>
                  <a:pt x="5342274" y="1010890"/>
                </a:lnTo>
                <a:lnTo>
                  <a:pt x="5348331" y="1023769"/>
                </a:lnTo>
                <a:lnTo>
                  <a:pt x="5351301" y="1030197"/>
                </a:lnTo>
                <a:lnTo>
                  <a:pt x="5354322" y="1036683"/>
                </a:lnTo>
                <a:lnTo>
                  <a:pt x="5357358" y="1043123"/>
                </a:lnTo>
                <a:lnTo>
                  <a:pt x="5360313" y="1049597"/>
                </a:lnTo>
                <a:lnTo>
                  <a:pt x="5363349" y="1056128"/>
                </a:lnTo>
                <a:lnTo>
                  <a:pt x="5369404" y="1069088"/>
                </a:lnTo>
                <a:lnTo>
                  <a:pt x="5372361" y="1075608"/>
                </a:lnTo>
                <a:lnTo>
                  <a:pt x="5375398" y="1082140"/>
                </a:lnTo>
                <a:lnTo>
                  <a:pt x="5378418" y="1088708"/>
                </a:lnTo>
                <a:lnTo>
                  <a:pt x="5381388" y="1095240"/>
                </a:lnTo>
                <a:lnTo>
                  <a:pt x="5390480" y="1114951"/>
                </a:lnTo>
                <a:lnTo>
                  <a:pt x="5393437" y="1121519"/>
                </a:lnTo>
                <a:lnTo>
                  <a:pt x="5396471" y="1128097"/>
                </a:lnTo>
                <a:lnTo>
                  <a:pt x="5399492" y="1134710"/>
                </a:lnTo>
                <a:lnTo>
                  <a:pt x="5402462" y="1141324"/>
                </a:lnTo>
                <a:lnTo>
                  <a:pt x="5408519" y="1154561"/>
                </a:lnTo>
                <a:lnTo>
                  <a:pt x="5411540" y="1161221"/>
                </a:lnTo>
                <a:lnTo>
                  <a:pt x="5414510" y="1167846"/>
                </a:lnTo>
                <a:lnTo>
                  <a:pt x="5420565" y="1181165"/>
                </a:lnTo>
                <a:lnTo>
                  <a:pt x="5423522" y="1187825"/>
                </a:lnTo>
                <a:lnTo>
                  <a:pt x="5426558" y="1194532"/>
                </a:lnTo>
                <a:lnTo>
                  <a:pt x="5429579" y="1201203"/>
                </a:lnTo>
                <a:lnTo>
                  <a:pt x="5432549" y="1207909"/>
                </a:lnTo>
                <a:lnTo>
                  <a:pt x="5441641" y="1228027"/>
                </a:lnTo>
                <a:lnTo>
                  <a:pt x="5444597" y="1234734"/>
                </a:lnTo>
                <a:lnTo>
                  <a:pt x="5447632" y="1241486"/>
                </a:lnTo>
                <a:lnTo>
                  <a:pt x="5450652" y="1248193"/>
                </a:lnTo>
                <a:lnTo>
                  <a:pt x="5453623" y="1254944"/>
                </a:lnTo>
                <a:lnTo>
                  <a:pt x="5462700" y="1275214"/>
                </a:lnTo>
                <a:lnTo>
                  <a:pt x="5465671" y="1281967"/>
                </a:lnTo>
                <a:lnTo>
                  <a:pt x="5468691" y="1288754"/>
                </a:lnTo>
                <a:lnTo>
                  <a:pt x="5471728" y="1295518"/>
                </a:lnTo>
                <a:lnTo>
                  <a:pt x="5474682" y="1302305"/>
                </a:lnTo>
                <a:lnTo>
                  <a:pt x="5483774" y="1322702"/>
                </a:lnTo>
                <a:lnTo>
                  <a:pt x="5486747" y="1329501"/>
                </a:lnTo>
                <a:lnTo>
                  <a:pt x="5489765" y="1336346"/>
                </a:lnTo>
                <a:lnTo>
                  <a:pt x="5492786" y="1343145"/>
                </a:lnTo>
                <a:lnTo>
                  <a:pt x="5495758" y="1349990"/>
                </a:lnTo>
                <a:lnTo>
                  <a:pt x="5498793" y="1356789"/>
                </a:lnTo>
                <a:lnTo>
                  <a:pt x="5504850" y="1370469"/>
                </a:lnTo>
                <a:lnTo>
                  <a:pt x="5507804" y="1377314"/>
                </a:lnTo>
                <a:lnTo>
                  <a:pt x="5513861" y="1391004"/>
                </a:lnTo>
                <a:lnTo>
                  <a:pt x="5516832" y="1397897"/>
                </a:lnTo>
                <a:lnTo>
                  <a:pt x="5519852" y="1404742"/>
                </a:lnTo>
                <a:lnTo>
                  <a:pt x="5522889" y="1411623"/>
                </a:lnTo>
                <a:lnTo>
                  <a:pt x="5525909" y="1418468"/>
                </a:lnTo>
                <a:lnTo>
                  <a:pt x="5528880" y="1425359"/>
                </a:lnTo>
                <a:lnTo>
                  <a:pt x="5534935" y="1439130"/>
                </a:lnTo>
                <a:lnTo>
                  <a:pt x="5537891" y="1446023"/>
                </a:lnTo>
                <a:lnTo>
                  <a:pt x="5543946" y="1459807"/>
                </a:lnTo>
                <a:lnTo>
                  <a:pt x="5546919" y="1466686"/>
                </a:lnTo>
                <a:lnTo>
                  <a:pt x="5549954" y="1473578"/>
                </a:lnTo>
                <a:lnTo>
                  <a:pt x="5552974" y="1480516"/>
                </a:lnTo>
                <a:lnTo>
                  <a:pt x="5556011" y="1487408"/>
                </a:lnTo>
                <a:lnTo>
                  <a:pt x="5558967" y="1494335"/>
                </a:lnTo>
                <a:lnTo>
                  <a:pt x="5562002" y="1501226"/>
                </a:lnTo>
                <a:lnTo>
                  <a:pt x="5565022" y="1508165"/>
                </a:lnTo>
                <a:lnTo>
                  <a:pt x="5567993" y="1515045"/>
                </a:lnTo>
                <a:lnTo>
                  <a:pt x="5577071" y="1535848"/>
                </a:lnTo>
                <a:lnTo>
                  <a:pt x="5580041" y="1542786"/>
                </a:lnTo>
                <a:lnTo>
                  <a:pt x="5583062" y="1549723"/>
                </a:lnTo>
                <a:lnTo>
                  <a:pt x="5586096" y="1556604"/>
                </a:lnTo>
                <a:lnTo>
                  <a:pt x="5589053" y="1563543"/>
                </a:lnTo>
                <a:lnTo>
                  <a:pt x="5592089" y="1570527"/>
                </a:lnTo>
                <a:lnTo>
                  <a:pt x="5598144" y="1584391"/>
                </a:lnTo>
                <a:lnTo>
                  <a:pt x="5601115" y="1591329"/>
                </a:lnTo>
                <a:lnTo>
                  <a:pt x="5607172" y="1605195"/>
                </a:lnTo>
                <a:lnTo>
                  <a:pt x="5610128" y="1612179"/>
                </a:lnTo>
                <a:lnTo>
                  <a:pt x="5619220" y="1632970"/>
                </a:lnTo>
                <a:lnTo>
                  <a:pt x="5622174" y="1639954"/>
                </a:lnTo>
                <a:lnTo>
                  <a:pt x="5628231" y="1653820"/>
                </a:lnTo>
                <a:lnTo>
                  <a:pt x="5631202" y="1660804"/>
                </a:lnTo>
                <a:lnTo>
                  <a:pt x="5634222" y="1667743"/>
                </a:lnTo>
                <a:lnTo>
                  <a:pt x="5637259" y="1674716"/>
                </a:lnTo>
                <a:lnTo>
                  <a:pt x="5640277" y="1681653"/>
                </a:lnTo>
                <a:lnTo>
                  <a:pt x="5649305" y="1681653"/>
                </a:lnTo>
                <a:lnTo>
                  <a:pt x="5649305" y="1704216"/>
                </a:lnTo>
                <a:lnTo>
                  <a:pt x="5649307" y="1702503"/>
                </a:lnTo>
                <a:lnTo>
                  <a:pt x="5652278" y="1709430"/>
                </a:lnTo>
                <a:lnTo>
                  <a:pt x="5655298" y="1716414"/>
                </a:lnTo>
                <a:lnTo>
                  <a:pt x="5658318" y="1723353"/>
                </a:lnTo>
                <a:lnTo>
                  <a:pt x="5661353" y="1730326"/>
                </a:lnTo>
                <a:lnTo>
                  <a:pt x="5664326" y="1737263"/>
                </a:lnTo>
                <a:lnTo>
                  <a:pt x="5667344" y="1744190"/>
                </a:lnTo>
                <a:lnTo>
                  <a:pt x="5670381" y="1751174"/>
                </a:lnTo>
                <a:lnTo>
                  <a:pt x="5673337" y="1758113"/>
                </a:lnTo>
                <a:lnTo>
                  <a:pt x="5679392" y="1771978"/>
                </a:lnTo>
                <a:lnTo>
                  <a:pt x="5682363" y="1778951"/>
                </a:lnTo>
                <a:lnTo>
                  <a:pt x="5691440" y="1799753"/>
                </a:lnTo>
                <a:lnTo>
                  <a:pt x="5694411" y="1806692"/>
                </a:lnTo>
                <a:lnTo>
                  <a:pt x="5700468" y="1820557"/>
                </a:lnTo>
                <a:lnTo>
                  <a:pt x="5703422" y="1827494"/>
                </a:lnTo>
                <a:lnTo>
                  <a:pt x="5712514" y="1848298"/>
                </a:lnTo>
                <a:lnTo>
                  <a:pt x="5715487" y="1855235"/>
                </a:lnTo>
                <a:lnTo>
                  <a:pt x="5718507" y="1862162"/>
                </a:lnTo>
                <a:lnTo>
                  <a:pt x="5721542" y="1869054"/>
                </a:lnTo>
                <a:lnTo>
                  <a:pt x="5724498" y="1875991"/>
                </a:lnTo>
                <a:lnTo>
                  <a:pt x="5727533" y="1882884"/>
                </a:lnTo>
                <a:lnTo>
                  <a:pt x="5730553" y="1889811"/>
                </a:lnTo>
                <a:lnTo>
                  <a:pt x="5733590" y="1896702"/>
                </a:lnTo>
                <a:lnTo>
                  <a:pt x="5736544" y="1903640"/>
                </a:lnTo>
                <a:lnTo>
                  <a:pt x="5739581" y="1910521"/>
                </a:lnTo>
                <a:lnTo>
                  <a:pt x="5742601" y="1917458"/>
                </a:lnTo>
                <a:lnTo>
                  <a:pt x="5745572" y="1924351"/>
                </a:lnTo>
                <a:lnTo>
                  <a:pt x="5754649" y="1945013"/>
                </a:lnTo>
                <a:lnTo>
                  <a:pt x="5757620" y="1951906"/>
                </a:lnTo>
                <a:lnTo>
                  <a:pt x="5760640" y="1958785"/>
                </a:lnTo>
                <a:lnTo>
                  <a:pt x="5763675" y="1965632"/>
                </a:lnTo>
                <a:lnTo>
                  <a:pt x="5766648" y="1972523"/>
                </a:lnTo>
                <a:lnTo>
                  <a:pt x="5769668" y="1979415"/>
                </a:lnTo>
                <a:lnTo>
                  <a:pt x="5772703" y="1986260"/>
                </a:lnTo>
                <a:lnTo>
                  <a:pt x="5775723" y="1993140"/>
                </a:lnTo>
                <a:lnTo>
                  <a:pt x="5778693" y="1999986"/>
                </a:lnTo>
                <a:lnTo>
                  <a:pt x="5784751" y="2013676"/>
                </a:lnTo>
                <a:lnTo>
                  <a:pt x="5787707" y="2020521"/>
                </a:lnTo>
                <a:lnTo>
                  <a:pt x="5796799" y="2041046"/>
                </a:lnTo>
                <a:lnTo>
                  <a:pt x="5799753" y="2047891"/>
                </a:lnTo>
                <a:lnTo>
                  <a:pt x="5802790" y="2054690"/>
                </a:lnTo>
                <a:lnTo>
                  <a:pt x="5805810" y="2061536"/>
                </a:lnTo>
                <a:lnTo>
                  <a:pt x="5808781" y="2068335"/>
                </a:lnTo>
                <a:lnTo>
                  <a:pt x="5814838" y="2081933"/>
                </a:lnTo>
                <a:lnTo>
                  <a:pt x="5817808" y="2088732"/>
                </a:lnTo>
                <a:lnTo>
                  <a:pt x="5826884" y="2109129"/>
                </a:lnTo>
                <a:lnTo>
                  <a:pt x="5829854" y="2115881"/>
                </a:lnTo>
                <a:lnTo>
                  <a:pt x="5832875" y="2122634"/>
                </a:lnTo>
                <a:lnTo>
                  <a:pt x="5835911" y="2129433"/>
                </a:lnTo>
                <a:lnTo>
                  <a:pt x="5838868" y="2136184"/>
                </a:lnTo>
                <a:lnTo>
                  <a:pt x="5847959" y="2156442"/>
                </a:lnTo>
                <a:lnTo>
                  <a:pt x="5850914" y="2163149"/>
                </a:lnTo>
                <a:lnTo>
                  <a:pt x="5853950" y="2169901"/>
                </a:lnTo>
                <a:lnTo>
                  <a:pt x="5856971" y="2176608"/>
                </a:lnTo>
                <a:lnTo>
                  <a:pt x="5859941" y="2183313"/>
                </a:lnTo>
                <a:lnTo>
                  <a:pt x="5869019" y="2203431"/>
                </a:lnTo>
                <a:lnTo>
                  <a:pt x="5871989" y="2210149"/>
                </a:lnTo>
                <a:lnTo>
                  <a:pt x="5875010" y="2216810"/>
                </a:lnTo>
                <a:lnTo>
                  <a:pt x="5878045" y="2223515"/>
                </a:lnTo>
                <a:lnTo>
                  <a:pt x="5881017" y="2230175"/>
                </a:lnTo>
                <a:lnTo>
                  <a:pt x="5890093" y="2250165"/>
                </a:lnTo>
                <a:lnTo>
                  <a:pt x="5893063" y="2256779"/>
                </a:lnTo>
                <a:lnTo>
                  <a:pt x="5896084" y="2263438"/>
                </a:lnTo>
                <a:lnTo>
                  <a:pt x="5899120" y="2270064"/>
                </a:lnTo>
                <a:lnTo>
                  <a:pt x="5902075" y="2276677"/>
                </a:lnTo>
                <a:lnTo>
                  <a:pt x="5911166" y="2296528"/>
                </a:lnTo>
                <a:lnTo>
                  <a:pt x="5914123" y="2303096"/>
                </a:lnTo>
                <a:lnTo>
                  <a:pt x="5920180" y="2316241"/>
                </a:lnTo>
                <a:lnTo>
                  <a:pt x="5923150" y="2322819"/>
                </a:lnTo>
                <a:lnTo>
                  <a:pt x="5929205" y="2335953"/>
                </a:lnTo>
                <a:lnTo>
                  <a:pt x="5932178" y="2342485"/>
                </a:lnTo>
                <a:lnTo>
                  <a:pt x="5935198" y="2349006"/>
                </a:lnTo>
                <a:lnTo>
                  <a:pt x="5938233" y="2355584"/>
                </a:lnTo>
                <a:lnTo>
                  <a:pt x="5941253" y="2362058"/>
                </a:lnTo>
                <a:lnTo>
                  <a:pt x="5944224" y="2368590"/>
                </a:lnTo>
                <a:lnTo>
                  <a:pt x="5947244" y="2375110"/>
                </a:lnTo>
                <a:lnTo>
                  <a:pt x="5950281" y="2381596"/>
                </a:lnTo>
                <a:lnTo>
                  <a:pt x="5953237" y="2388070"/>
                </a:lnTo>
                <a:lnTo>
                  <a:pt x="5959292" y="2401042"/>
                </a:lnTo>
                <a:lnTo>
                  <a:pt x="5962329" y="2407470"/>
                </a:lnTo>
                <a:lnTo>
                  <a:pt x="5965283" y="2413954"/>
                </a:lnTo>
                <a:lnTo>
                  <a:pt x="5971340" y="2426822"/>
                </a:lnTo>
                <a:lnTo>
                  <a:pt x="5974311" y="2433261"/>
                </a:lnTo>
                <a:lnTo>
                  <a:pt x="5977331" y="2439655"/>
                </a:lnTo>
                <a:lnTo>
                  <a:pt x="5980366" y="2446081"/>
                </a:lnTo>
                <a:lnTo>
                  <a:pt x="5983386" y="2452475"/>
                </a:lnTo>
                <a:lnTo>
                  <a:pt x="5986359" y="2458867"/>
                </a:lnTo>
                <a:lnTo>
                  <a:pt x="5992414" y="2471654"/>
                </a:lnTo>
                <a:lnTo>
                  <a:pt x="5995385" y="2477988"/>
                </a:lnTo>
                <a:lnTo>
                  <a:pt x="6004462" y="2497027"/>
                </a:lnTo>
                <a:lnTo>
                  <a:pt x="6007433" y="2503374"/>
                </a:lnTo>
                <a:lnTo>
                  <a:pt x="6013490" y="2515974"/>
                </a:lnTo>
                <a:lnTo>
                  <a:pt x="6016444" y="2522273"/>
                </a:lnTo>
                <a:lnTo>
                  <a:pt x="6019481" y="2528574"/>
                </a:lnTo>
                <a:lnTo>
                  <a:pt x="6022501" y="2534828"/>
                </a:lnTo>
                <a:lnTo>
                  <a:pt x="6025536" y="2541127"/>
                </a:lnTo>
                <a:lnTo>
                  <a:pt x="6028492" y="2547381"/>
                </a:lnTo>
                <a:lnTo>
                  <a:pt x="6031529" y="2553636"/>
                </a:lnTo>
                <a:lnTo>
                  <a:pt x="6034547" y="2559843"/>
                </a:lnTo>
                <a:lnTo>
                  <a:pt x="6037520" y="2566095"/>
                </a:lnTo>
                <a:lnTo>
                  <a:pt x="6046595" y="2584729"/>
                </a:lnTo>
                <a:lnTo>
                  <a:pt x="6049566" y="2590890"/>
                </a:lnTo>
                <a:lnTo>
                  <a:pt x="6052603" y="2597051"/>
                </a:lnTo>
                <a:lnTo>
                  <a:pt x="6055623" y="2603258"/>
                </a:lnTo>
                <a:lnTo>
                  <a:pt x="6058594" y="2609383"/>
                </a:lnTo>
                <a:lnTo>
                  <a:pt x="6061614" y="2615544"/>
                </a:lnTo>
                <a:lnTo>
                  <a:pt x="6064651" y="2621659"/>
                </a:lnTo>
                <a:lnTo>
                  <a:pt x="6067605" y="2627786"/>
                </a:lnTo>
                <a:lnTo>
                  <a:pt x="6073662" y="2640014"/>
                </a:lnTo>
                <a:lnTo>
                  <a:pt x="6076697" y="2646093"/>
                </a:lnTo>
                <a:lnTo>
                  <a:pt x="6079653" y="2652208"/>
                </a:lnTo>
                <a:lnTo>
                  <a:pt x="6082690" y="2658287"/>
                </a:lnTo>
                <a:lnTo>
                  <a:pt x="6085710" y="2664309"/>
                </a:lnTo>
                <a:lnTo>
                  <a:pt x="6088681" y="2670389"/>
                </a:lnTo>
                <a:lnTo>
                  <a:pt x="6097756" y="2688465"/>
                </a:lnTo>
                <a:lnTo>
                  <a:pt x="6100729" y="2694453"/>
                </a:lnTo>
                <a:lnTo>
                  <a:pt x="6103764" y="2700428"/>
                </a:lnTo>
                <a:lnTo>
                  <a:pt x="6106784" y="2706460"/>
                </a:lnTo>
                <a:lnTo>
                  <a:pt x="6109755" y="2712447"/>
                </a:lnTo>
                <a:lnTo>
                  <a:pt x="6118832" y="2730257"/>
                </a:lnTo>
                <a:lnTo>
                  <a:pt x="6121803" y="2736185"/>
                </a:lnTo>
                <a:lnTo>
                  <a:pt x="6124823" y="2742080"/>
                </a:lnTo>
                <a:lnTo>
                  <a:pt x="6127858" y="2748020"/>
                </a:lnTo>
                <a:lnTo>
                  <a:pt x="6130814" y="2753913"/>
                </a:lnTo>
                <a:lnTo>
                  <a:pt x="6133851" y="2759761"/>
                </a:lnTo>
                <a:lnTo>
                  <a:pt x="6136871" y="2765643"/>
                </a:lnTo>
                <a:lnTo>
                  <a:pt x="6139906" y="2771491"/>
                </a:lnTo>
                <a:lnTo>
                  <a:pt x="6142862" y="2777338"/>
                </a:lnTo>
                <a:lnTo>
                  <a:pt x="6145897" y="2783186"/>
                </a:lnTo>
                <a:lnTo>
                  <a:pt x="6148917" y="2788988"/>
                </a:lnTo>
                <a:lnTo>
                  <a:pt x="6151890" y="2794836"/>
                </a:lnTo>
                <a:lnTo>
                  <a:pt x="6154910" y="2800636"/>
                </a:lnTo>
                <a:lnTo>
                  <a:pt x="6157945" y="2806391"/>
                </a:lnTo>
                <a:lnTo>
                  <a:pt x="6160982" y="2812192"/>
                </a:lnTo>
                <a:lnTo>
                  <a:pt x="6163936" y="2817947"/>
                </a:lnTo>
                <a:lnTo>
                  <a:pt x="6166973" y="2823701"/>
                </a:lnTo>
                <a:lnTo>
                  <a:pt x="6169993" y="2829422"/>
                </a:lnTo>
                <a:lnTo>
                  <a:pt x="6172964" y="2835176"/>
                </a:lnTo>
                <a:lnTo>
                  <a:pt x="6179021" y="2846592"/>
                </a:lnTo>
                <a:lnTo>
                  <a:pt x="6181975" y="2852302"/>
                </a:lnTo>
                <a:lnTo>
                  <a:pt x="6191067" y="2869299"/>
                </a:lnTo>
                <a:lnTo>
                  <a:pt x="6194023" y="2874913"/>
                </a:lnTo>
                <a:lnTo>
                  <a:pt x="6200078" y="2886156"/>
                </a:lnTo>
                <a:lnTo>
                  <a:pt x="6203051" y="2891784"/>
                </a:lnTo>
                <a:lnTo>
                  <a:pt x="6206071" y="2897353"/>
                </a:lnTo>
                <a:lnTo>
                  <a:pt x="6209106" y="2902969"/>
                </a:lnTo>
                <a:lnTo>
                  <a:pt x="6212126" y="2908502"/>
                </a:lnTo>
                <a:lnTo>
                  <a:pt x="6215097" y="2914072"/>
                </a:lnTo>
                <a:lnTo>
                  <a:pt x="6221154" y="2925140"/>
                </a:lnTo>
                <a:lnTo>
                  <a:pt x="6224124" y="2930662"/>
                </a:lnTo>
                <a:lnTo>
                  <a:pt x="6227145" y="2936197"/>
                </a:lnTo>
                <a:lnTo>
                  <a:pt x="6233202" y="2947161"/>
                </a:lnTo>
                <a:lnTo>
                  <a:pt x="6236173" y="2952603"/>
                </a:lnTo>
                <a:lnTo>
                  <a:pt x="6239193" y="2958080"/>
                </a:lnTo>
                <a:lnTo>
                  <a:pt x="6242228" y="2963521"/>
                </a:lnTo>
                <a:lnTo>
                  <a:pt x="6245184" y="2968962"/>
                </a:lnTo>
                <a:lnTo>
                  <a:pt x="6254276" y="2985135"/>
                </a:lnTo>
                <a:lnTo>
                  <a:pt x="6257232" y="2990530"/>
                </a:lnTo>
                <a:lnTo>
                  <a:pt x="6260267" y="2995879"/>
                </a:lnTo>
                <a:lnTo>
                  <a:pt x="6263287" y="3001274"/>
                </a:lnTo>
                <a:lnTo>
                  <a:pt x="6266258" y="3006577"/>
                </a:lnTo>
                <a:lnTo>
                  <a:pt x="6269294" y="3011925"/>
                </a:lnTo>
                <a:lnTo>
                  <a:pt x="6275351" y="3022529"/>
                </a:lnTo>
                <a:lnTo>
                  <a:pt x="6278306" y="3027832"/>
                </a:lnTo>
                <a:lnTo>
                  <a:pt x="6284363" y="3038343"/>
                </a:lnTo>
                <a:lnTo>
                  <a:pt x="6287333" y="3043600"/>
                </a:lnTo>
                <a:lnTo>
                  <a:pt x="6290354" y="3048866"/>
                </a:lnTo>
                <a:lnTo>
                  <a:pt x="6296409" y="3059285"/>
                </a:lnTo>
                <a:lnTo>
                  <a:pt x="6299381" y="3064495"/>
                </a:lnTo>
                <a:lnTo>
                  <a:pt x="6305436" y="3074833"/>
                </a:lnTo>
                <a:lnTo>
                  <a:pt x="6308393" y="3079995"/>
                </a:lnTo>
                <a:lnTo>
                  <a:pt x="6314448" y="3090241"/>
                </a:lnTo>
                <a:lnTo>
                  <a:pt x="6317420" y="3095404"/>
                </a:lnTo>
                <a:lnTo>
                  <a:pt x="6326512" y="3110638"/>
                </a:lnTo>
                <a:lnTo>
                  <a:pt x="6329466" y="3115708"/>
                </a:lnTo>
                <a:lnTo>
                  <a:pt x="6332503" y="3120742"/>
                </a:lnTo>
                <a:lnTo>
                  <a:pt x="6335524" y="3125814"/>
                </a:lnTo>
                <a:lnTo>
                  <a:pt x="6338494" y="3130802"/>
                </a:lnTo>
                <a:lnTo>
                  <a:pt x="6344551" y="3140862"/>
                </a:lnTo>
                <a:lnTo>
                  <a:pt x="6347570" y="3145804"/>
                </a:lnTo>
                <a:lnTo>
                  <a:pt x="6350542" y="3150793"/>
                </a:lnTo>
                <a:lnTo>
                  <a:pt x="6353563" y="3155771"/>
                </a:lnTo>
                <a:lnTo>
                  <a:pt x="6356597" y="3160667"/>
                </a:lnTo>
                <a:lnTo>
                  <a:pt x="6359554" y="3165609"/>
                </a:lnTo>
                <a:lnTo>
                  <a:pt x="6362588" y="3170552"/>
                </a:lnTo>
                <a:lnTo>
                  <a:pt x="6368645" y="3180344"/>
                </a:lnTo>
                <a:lnTo>
                  <a:pt x="6371602" y="3185241"/>
                </a:lnTo>
                <a:lnTo>
                  <a:pt x="6377657" y="3194928"/>
                </a:lnTo>
                <a:lnTo>
                  <a:pt x="6380627" y="3199778"/>
                </a:lnTo>
                <a:lnTo>
                  <a:pt x="6389719" y="3214199"/>
                </a:lnTo>
                <a:lnTo>
                  <a:pt x="6392675" y="3218957"/>
                </a:lnTo>
                <a:lnTo>
                  <a:pt x="6395712" y="3223714"/>
                </a:lnTo>
                <a:lnTo>
                  <a:pt x="6398732" y="3228517"/>
                </a:lnTo>
                <a:lnTo>
                  <a:pt x="6401703" y="3233227"/>
                </a:lnTo>
                <a:lnTo>
                  <a:pt x="6404723" y="3237938"/>
                </a:lnTo>
                <a:lnTo>
                  <a:pt x="6407758" y="3242705"/>
                </a:lnTo>
                <a:lnTo>
                  <a:pt x="6410778" y="3247370"/>
                </a:lnTo>
                <a:lnTo>
                  <a:pt x="6413751" y="3252035"/>
                </a:lnTo>
                <a:lnTo>
                  <a:pt x="6416769" y="3256756"/>
                </a:lnTo>
                <a:lnTo>
                  <a:pt x="6419806" y="3261375"/>
                </a:lnTo>
                <a:lnTo>
                  <a:pt x="6422762" y="3266038"/>
                </a:lnTo>
                <a:lnTo>
                  <a:pt x="6431854" y="3279914"/>
                </a:lnTo>
                <a:lnTo>
                  <a:pt x="6434825" y="3284487"/>
                </a:lnTo>
                <a:lnTo>
                  <a:pt x="6440880" y="3293640"/>
                </a:lnTo>
                <a:lnTo>
                  <a:pt x="6443836" y="3298177"/>
                </a:lnTo>
                <a:lnTo>
                  <a:pt x="6449893" y="3307238"/>
                </a:lnTo>
                <a:lnTo>
                  <a:pt x="6452864" y="3311775"/>
                </a:lnTo>
                <a:lnTo>
                  <a:pt x="6458919" y="3320744"/>
                </a:lnTo>
                <a:lnTo>
                  <a:pt x="6461939" y="3325188"/>
                </a:lnTo>
                <a:lnTo>
                  <a:pt x="6464912" y="3329630"/>
                </a:lnTo>
                <a:lnTo>
                  <a:pt x="6470967" y="3338507"/>
                </a:lnTo>
                <a:lnTo>
                  <a:pt x="6473923" y="3342950"/>
                </a:lnTo>
                <a:lnTo>
                  <a:pt x="6479978" y="3351744"/>
                </a:lnTo>
                <a:lnTo>
                  <a:pt x="6483015" y="3356096"/>
                </a:lnTo>
                <a:lnTo>
                  <a:pt x="6485969" y="3360446"/>
                </a:lnTo>
                <a:lnTo>
                  <a:pt x="6492043" y="3369148"/>
                </a:lnTo>
                <a:lnTo>
                  <a:pt x="6494997" y="3373452"/>
                </a:lnTo>
                <a:lnTo>
                  <a:pt x="6501054" y="3382062"/>
                </a:lnTo>
                <a:lnTo>
                  <a:pt x="6504089" y="3386330"/>
                </a:lnTo>
                <a:lnTo>
                  <a:pt x="6507045" y="3390588"/>
                </a:lnTo>
                <a:lnTo>
                  <a:pt x="6510080" y="3394847"/>
                </a:lnTo>
                <a:lnTo>
                  <a:pt x="6513100" y="3399059"/>
                </a:lnTo>
                <a:lnTo>
                  <a:pt x="6516073" y="3403317"/>
                </a:lnTo>
                <a:lnTo>
                  <a:pt x="6519093" y="3407493"/>
                </a:lnTo>
                <a:lnTo>
                  <a:pt x="6525148" y="3415918"/>
                </a:lnTo>
                <a:lnTo>
                  <a:pt x="6528119" y="3420047"/>
                </a:lnTo>
                <a:lnTo>
                  <a:pt x="6534176" y="3428389"/>
                </a:lnTo>
                <a:lnTo>
                  <a:pt x="6537132" y="3432462"/>
                </a:lnTo>
                <a:lnTo>
                  <a:pt x="6543187" y="3440711"/>
                </a:lnTo>
                <a:lnTo>
                  <a:pt x="6546224" y="3444795"/>
                </a:lnTo>
                <a:lnTo>
                  <a:pt x="6549195" y="3448868"/>
                </a:lnTo>
                <a:lnTo>
                  <a:pt x="6552215" y="3452951"/>
                </a:lnTo>
                <a:lnTo>
                  <a:pt x="6555250" y="3456978"/>
                </a:lnTo>
                <a:lnTo>
                  <a:pt x="6558206" y="3461015"/>
                </a:lnTo>
                <a:lnTo>
                  <a:pt x="6561243" y="3465053"/>
                </a:lnTo>
                <a:lnTo>
                  <a:pt x="6564261" y="3469032"/>
                </a:lnTo>
                <a:lnTo>
                  <a:pt x="6567234" y="3473023"/>
                </a:lnTo>
                <a:lnTo>
                  <a:pt x="6570254" y="3477014"/>
                </a:lnTo>
                <a:lnTo>
                  <a:pt x="6576309" y="3484904"/>
                </a:lnTo>
                <a:lnTo>
                  <a:pt x="6579280" y="3488883"/>
                </a:lnTo>
                <a:lnTo>
                  <a:pt x="6585337" y="3496681"/>
                </a:lnTo>
                <a:lnTo>
                  <a:pt x="6588293" y="3500579"/>
                </a:lnTo>
                <a:lnTo>
                  <a:pt x="6591328" y="3504478"/>
                </a:lnTo>
                <a:lnTo>
                  <a:pt x="6594348" y="3508329"/>
                </a:lnTo>
                <a:lnTo>
                  <a:pt x="6597385" y="3512228"/>
                </a:lnTo>
                <a:lnTo>
                  <a:pt x="6600356" y="3516033"/>
                </a:lnTo>
                <a:lnTo>
                  <a:pt x="6603376" y="3519885"/>
                </a:lnTo>
                <a:lnTo>
                  <a:pt x="6606411" y="3523690"/>
                </a:lnTo>
                <a:lnTo>
                  <a:pt x="6609367" y="3527508"/>
                </a:lnTo>
                <a:lnTo>
                  <a:pt x="6612404" y="3531313"/>
                </a:lnTo>
                <a:lnTo>
                  <a:pt x="6618459" y="3538832"/>
                </a:lnTo>
                <a:lnTo>
                  <a:pt x="6621415" y="3542590"/>
                </a:lnTo>
                <a:lnTo>
                  <a:pt x="6624450" y="3546361"/>
                </a:lnTo>
                <a:lnTo>
                  <a:pt x="6627470" y="3550027"/>
                </a:lnTo>
                <a:lnTo>
                  <a:pt x="6630443" y="3553741"/>
                </a:lnTo>
                <a:lnTo>
                  <a:pt x="6633461" y="3557464"/>
                </a:lnTo>
                <a:lnTo>
                  <a:pt x="6639518" y="3564798"/>
                </a:lnTo>
                <a:lnTo>
                  <a:pt x="6642489" y="3568476"/>
                </a:lnTo>
                <a:lnTo>
                  <a:pt x="6648546" y="3575726"/>
                </a:lnTo>
                <a:lnTo>
                  <a:pt x="6651500" y="3579393"/>
                </a:lnTo>
                <a:lnTo>
                  <a:pt x="6660592" y="3590136"/>
                </a:lnTo>
                <a:lnTo>
                  <a:pt x="6663564" y="3593722"/>
                </a:lnTo>
                <a:lnTo>
                  <a:pt x="6666585" y="3597250"/>
                </a:lnTo>
                <a:lnTo>
                  <a:pt x="6669620" y="3600834"/>
                </a:lnTo>
                <a:lnTo>
                  <a:pt x="6672576" y="3604326"/>
                </a:lnTo>
                <a:lnTo>
                  <a:pt x="6675610" y="3607854"/>
                </a:lnTo>
                <a:lnTo>
                  <a:pt x="6681668" y="3614837"/>
                </a:lnTo>
                <a:lnTo>
                  <a:pt x="6684624" y="3618284"/>
                </a:lnTo>
                <a:lnTo>
                  <a:pt x="6687659" y="3621776"/>
                </a:lnTo>
                <a:lnTo>
                  <a:pt x="6690679" y="3625210"/>
                </a:lnTo>
                <a:lnTo>
                  <a:pt x="6693650" y="3628657"/>
                </a:lnTo>
                <a:lnTo>
                  <a:pt x="6696670" y="3632103"/>
                </a:lnTo>
                <a:lnTo>
                  <a:pt x="6699707" y="3635456"/>
                </a:lnTo>
                <a:lnTo>
                  <a:pt x="6702661" y="3638854"/>
                </a:lnTo>
                <a:lnTo>
                  <a:pt x="6705698" y="3642255"/>
                </a:lnTo>
                <a:lnTo>
                  <a:pt x="6708718" y="3645607"/>
                </a:lnTo>
                <a:lnTo>
                  <a:pt x="6711753" y="3649006"/>
                </a:lnTo>
                <a:lnTo>
                  <a:pt x="6714725" y="3652360"/>
                </a:lnTo>
                <a:lnTo>
                  <a:pt x="6720780" y="3658984"/>
                </a:lnTo>
                <a:lnTo>
                  <a:pt x="6723737" y="3662291"/>
                </a:lnTo>
                <a:lnTo>
                  <a:pt x="6726771" y="3665598"/>
                </a:lnTo>
                <a:lnTo>
                  <a:pt x="6729792" y="3668859"/>
                </a:lnTo>
                <a:lnTo>
                  <a:pt x="6732828" y="3672165"/>
                </a:lnTo>
                <a:lnTo>
                  <a:pt x="6735785" y="3675391"/>
                </a:lnTo>
                <a:lnTo>
                  <a:pt x="6738819" y="3678650"/>
                </a:lnTo>
                <a:lnTo>
                  <a:pt x="6741840" y="3681865"/>
                </a:lnTo>
                <a:lnTo>
                  <a:pt x="6744810" y="3685090"/>
                </a:lnTo>
                <a:lnTo>
                  <a:pt x="6750867" y="3691518"/>
                </a:lnTo>
                <a:lnTo>
                  <a:pt x="6753888" y="3694649"/>
                </a:lnTo>
                <a:lnTo>
                  <a:pt x="6756858" y="3697818"/>
                </a:lnTo>
                <a:lnTo>
                  <a:pt x="6759879" y="3700996"/>
                </a:lnTo>
                <a:lnTo>
                  <a:pt x="6762915" y="3704117"/>
                </a:lnTo>
                <a:lnTo>
                  <a:pt x="6765886" y="3707250"/>
                </a:lnTo>
                <a:lnTo>
                  <a:pt x="6771941" y="3713503"/>
                </a:lnTo>
                <a:lnTo>
                  <a:pt x="6774961" y="3716578"/>
                </a:lnTo>
                <a:lnTo>
                  <a:pt x="6777934" y="3719664"/>
                </a:lnTo>
                <a:lnTo>
                  <a:pt x="6780955" y="3722751"/>
                </a:lnTo>
                <a:lnTo>
                  <a:pt x="6783989" y="3725779"/>
                </a:lnTo>
                <a:lnTo>
                  <a:pt x="6786945" y="3728818"/>
                </a:lnTo>
                <a:lnTo>
                  <a:pt x="6793000" y="3734898"/>
                </a:lnTo>
                <a:lnTo>
                  <a:pt x="6796037" y="3737881"/>
                </a:lnTo>
                <a:lnTo>
                  <a:pt x="6798991" y="3740873"/>
                </a:lnTo>
                <a:lnTo>
                  <a:pt x="6805049" y="3746860"/>
                </a:lnTo>
                <a:lnTo>
                  <a:pt x="6808019" y="3749808"/>
                </a:lnTo>
                <a:lnTo>
                  <a:pt x="6814076" y="3755701"/>
                </a:lnTo>
                <a:lnTo>
                  <a:pt x="6817096" y="3758602"/>
                </a:lnTo>
                <a:lnTo>
                  <a:pt x="6820067" y="3761502"/>
                </a:lnTo>
                <a:lnTo>
                  <a:pt x="6826122" y="3767303"/>
                </a:lnTo>
                <a:lnTo>
                  <a:pt x="6829095" y="3770157"/>
                </a:lnTo>
                <a:lnTo>
                  <a:pt x="6832115" y="3773058"/>
                </a:lnTo>
                <a:lnTo>
                  <a:pt x="6835150" y="3775866"/>
                </a:lnTo>
                <a:lnTo>
                  <a:pt x="6838106" y="3778720"/>
                </a:lnTo>
                <a:lnTo>
                  <a:pt x="6847198" y="3787144"/>
                </a:lnTo>
                <a:lnTo>
                  <a:pt x="6850154" y="3789962"/>
                </a:lnTo>
                <a:lnTo>
                  <a:pt x="6856209" y="3795485"/>
                </a:lnTo>
                <a:lnTo>
                  <a:pt x="6859180" y="3798247"/>
                </a:lnTo>
                <a:lnTo>
                  <a:pt x="6862200" y="3800974"/>
                </a:lnTo>
                <a:lnTo>
                  <a:pt x="6865237" y="3803734"/>
                </a:lnTo>
                <a:lnTo>
                  <a:pt x="6868257" y="3806450"/>
                </a:lnTo>
                <a:lnTo>
                  <a:pt x="6871228" y="3809129"/>
                </a:lnTo>
                <a:lnTo>
                  <a:pt x="6874248" y="3811845"/>
                </a:lnTo>
                <a:lnTo>
                  <a:pt x="6877283" y="3814524"/>
                </a:lnTo>
                <a:lnTo>
                  <a:pt x="6880256" y="3817193"/>
                </a:lnTo>
                <a:lnTo>
                  <a:pt x="6886311" y="3822542"/>
                </a:lnTo>
                <a:lnTo>
                  <a:pt x="6889331" y="3825129"/>
                </a:lnTo>
                <a:lnTo>
                  <a:pt x="6892302" y="3827751"/>
                </a:lnTo>
                <a:lnTo>
                  <a:pt x="6898359" y="3833019"/>
                </a:lnTo>
                <a:lnTo>
                  <a:pt x="6901315" y="3835595"/>
                </a:lnTo>
                <a:lnTo>
                  <a:pt x="6907370" y="3840769"/>
                </a:lnTo>
                <a:lnTo>
                  <a:pt x="6910407" y="3843298"/>
                </a:lnTo>
                <a:lnTo>
                  <a:pt x="6913361" y="3845839"/>
                </a:lnTo>
                <a:lnTo>
                  <a:pt x="6919418" y="3850921"/>
                </a:lnTo>
                <a:lnTo>
                  <a:pt x="6922389" y="3853450"/>
                </a:lnTo>
                <a:lnTo>
                  <a:pt x="6931464" y="3860933"/>
                </a:lnTo>
                <a:lnTo>
                  <a:pt x="6934437" y="3863382"/>
                </a:lnTo>
                <a:lnTo>
                  <a:pt x="6940492" y="3868279"/>
                </a:lnTo>
                <a:lnTo>
                  <a:pt x="6943465" y="3870726"/>
                </a:lnTo>
                <a:lnTo>
                  <a:pt x="6946483" y="3873127"/>
                </a:lnTo>
                <a:lnTo>
                  <a:pt x="6949520" y="3875576"/>
                </a:lnTo>
                <a:lnTo>
                  <a:pt x="6952476" y="3877978"/>
                </a:lnTo>
                <a:lnTo>
                  <a:pt x="6955511" y="3880379"/>
                </a:lnTo>
                <a:lnTo>
                  <a:pt x="6958531" y="3882735"/>
                </a:lnTo>
                <a:lnTo>
                  <a:pt x="6961568" y="3885136"/>
                </a:lnTo>
                <a:lnTo>
                  <a:pt x="6964522" y="3887491"/>
                </a:lnTo>
                <a:lnTo>
                  <a:pt x="6967559" y="3889847"/>
                </a:lnTo>
                <a:lnTo>
                  <a:pt x="6970579" y="3892156"/>
                </a:lnTo>
                <a:lnTo>
                  <a:pt x="6973550" y="3894464"/>
                </a:lnTo>
                <a:lnTo>
                  <a:pt x="6976570" y="3896831"/>
                </a:lnTo>
                <a:lnTo>
                  <a:pt x="6979607" y="3899141"/>
                </a:lnTo>
                <a:lnTo>
                  <a:pt x="6982627" y="3901403"/>
                </a:lnTo>
                <a:lnTo>
                  <a:pt x="6985598" y="3903712"/>
                </a:lnTo>
                <a:lnTo>
                  <a:pt x="6991653" y="3908248"/>
                </a:lnTo>
                <a:lnTo>
                  <a:pt x="6994625" y="3910511"/>
                </a:lnTo>
                <a:lnTo>
                  <a:pt x="7000681" y="3914955"/>
                </a:lnTo>
                <a:lnTo>
                  <a:pt x="7003701" y="3917217"/>
                </a:lnTo>
                <a:lnTo>
                  <a:pt x="7006671" y="3919398"/>
                </a:lnTo>
                <a:lnTo>
                  <a:pt x="7009692" y="3921614"/>
                </a:lnTo>
                <a:lnTo>
                  <a:pt x="7012729" y="3923795"/>
                </a:lnTo>
                <a:lnTo>
                  <a:pt x="7015683" y="3925964"/>
                </a:lnTo>
                <a:lnTo>
                  <a:pt x="7021740" y="3930316"/>
                </a:lnTo>
                <a:lnTo>
                  <a:pt x="7024775" y="3932450"/>
                </a:lnTo>
                <a:lnTo>
                  <a:pt x="7027731" y="3934620"/>
                </a:lnTo>
                <a:lnTo>
                  <a:pt x="7030768" y="3936754"/>
                </a:lnTo>
                <a:lnTo>
                  <a:pt x="7033788" y="3938843"/>
                </a:lnTo>
                <a:lnTo>
                  <a:pt x="7036759" y="3940967"/>
                </a:lnTo>
                <a:lnTo>
                  <a:pt x="7039779" y="3943101"/>
                </a:lnTo>
                <a:lnTo>
                  <a:pt x="7042814" y="3945189"/>
                </a:lnTo>
                <a:lnTo>
                  <a:pt x="7045834" y="3947219"/>
                </a:lnTo>
                <a:lnTo>
                  <a:pt x="7048807" y="3949308"/>
                </a:lnTo>
                <a:lnTo>
                  <a:pt x="7051841" y="3951397"/>
                </a:lnTo>
                <a:lnTo>
                  <a:pt x="7054862" y="3953428"/>
                </a:lnTo>
                <a:lnTo>
                  <a:pt x="7057832" y="3955470"/>
                </a:lnTo>
                <a:lnTo>
                  <a:pt x="7060853" y="3957511"/>
                </a:lnTo>
                <a:lnTo>
                  <a:pt x="7063889" y="3959507"/>
                </a:lnTo>
                <a:lnTo>
                  <a:pt x="7066910" y="3961549"/>
                </a:lnTo>
                <a:lnTo>
                  <a:pt x="7069880" y="3963544"/>
                </a:lnTo>
                <a:lnTo>
                  <a:pt x="7075937" y="3967525"/>
                </a:lnTo>
                <a:lnTo>
                  <a:pt x="7078892" y="3969473"/>
                </a:lnTo>
                <a:lnTo>
                  <a:pt x="7081929" y="3971422"/>
                </a:lnTo>
                <a:lnTo>
                  <a:pt x="7084949" y="3973418"/>
                </a:lnTo>
                <a:lnTo>
                  <a:pt x="7087919" y="3975321"/>
                </a:lnTo>
                <a:lnTo>
                  <a:pt x="7093975" y="3979219"/>
                </a:lnTo>
                <a:lnTo>
                  <a:pt x="7096995" y="3981121"/>
                </a:lnTo>
                <a:lnTo>
                  <a:pt x="7099967" y="3983026"/>
                </a:lnTo>
                <a:lnTo>
                  <a:pt x="7103002" y="3984928"/>
                </a:lnTo>
                <a:lnTo>
                  <a:pt x="7106023" y="3986783"/>
                </a:lnTo>
                <a:lnTo>
                  <a:pt x="7108993" y="3988698"/>
                </a:lnTo>
                <a:lnTo>
                  <a:pt x="7118071" y="3994267"/>
                </a:lnTo>
                <a:lnTo>
                  <a:pt x="7121041" y="3996123"/>
                </a:lnTo>
                <a:lnTo>
                  <a:pt x="7127098" y="3999755"/>
                </a:lnTo>
                <a:lnTo>
                  <a:pt x="7130053" y="4001564"/>
                </a:lnTo>
                <a:lnTo>
                  <a:pt x="7136110" y="4005186"/>
                </a:lnTo>
                <a:lnTo>
                  <a:pt x="7139144" y="4006960"/>
                </a:lnTo>
                <a:lnTo>
                  <a:pt x="7142101" y="4008724"/>
                </a:lnTo>
                <a:lnTo>
                  <a:pt x="7148156" y="4012263"/>
                </a:lnTo>
                <a:lnTo>
                  <a:pt x="7151128" y="4014026"/>
                </a:lnTo>
                <a:lnTo>
                  <a:pt x="7160204" y="4019189"/>
                </a:lnTo>
                <a:lnTo>
                  <a:pt x="7163174" y="4020918"/>
                </a:lnTo>
                <a:lnTo>
                  <a:pt x="7166211" y="4022636"/>
                </a:lnTo>
                <a:lnTo>
                  <a:pt x="7169231" y="4024317"/>
                </a:lnTo>
                <a:lnTo>
                  <a:pt x="7172202" y="4025988"/>
                </a:lnTo>
                <a:lnTo>
                  <a:pt x="7175222" y="4027717"/>
                </a:lnTo>
                <a:lnTo>
                  <a:pt x="7178259" y="4029341"/>
                </a:lnTo>
                <a:lnTo>
                  <a:pt x="7181279" y="4031023"/>
                </a:lnTo>
                <a:lnTo>
                  <a:pt x="7184250" y="4032694"/>
                </a:lnTo>
                <a:lnTo>
                  <a:pt x="7190305" y="4035966"/>
                </a:lnTo>
                <a:lnTo>
                  <a:pt x="7193261" y="4037590"/>
                </a:lnTo>
                <a:lnTo>
                  <a:pt x="7196298" y="4039226"/>
                </a:lnTo>
                <a:lnTo>
                  <a:pt x="7199319" y="4040815"/>
                </a:lnTo>
                <a:lnTo>
                  <a:pt x="7202353" y="4042441"/>
                </a:lnTo>
                <a:lnTo>
                  <a:pt x="7205309" y="4044030"/>
                </a:lnTo>
                <a:lnTo>
                  <a:pt x="7211365" y="4047197"/>
                </a:lnTo>
                <a:lnTo>
                  <a:pt x="7214337" y="4048739"/>
                </a:lnTo>
                <a:lnTo>
                  <a:pt x="7217372" y="4050329"/>
                </a:lnTo>
                <a:lnTo>
                  <a:pt x="7220392" y="4051873"/>
                </a:lnTo>
                <a:lnTo>
                  <a:pt x="7223363" y="4053416"/>
                </a:lnTo>
                <a:lnTo>
                  <a:pt x="7229420" y="4056490"/>
                </a:lnTo>
                <a:lnTo>
                  <a:pt x="7232438" y="4057987"/>
                </a:lnTo>
                <a:lnTo>
                  <a:pt x="7235411" y="4059529"/>
                </a:lnTo>
                <a:lnTo>
                  <a:pt x="7241468" y="4062523"/>
                </a:lnTo>
                <a:lnTo>
                  <a:pt x="7244422" y="4064021"/>
                </a:lnTo>
                <a:lnTo>
                  <a:pt x="7247459" y="4065471"/>
                </a:lnTo>
                <a:lnTo>
                  <a:pt x="7250477" y="4066967"/>
                </a:lnTo>
                <a:lnTo>
                  <a:pt x="7253514" y="4068417"/>
                </a:lnTo>
                <a:lnTo>
                  <a:pt x="7256470" y="4069868"/>
                </a:lnTo>
                <a:lnTo>
                  <a:pt x="7262525" y="4072768"/>
                </a:lnTo>
                <a:lnTo>
                  <a:pt x="7265496" y="4074218"/>
                </a:lnTo>
                <a:lnTo>
                  <a:pt x="7271553" y="4077027"/>
                </a:lnTo>
                <a:lnTo>
                  <a:pt x="7274590" y="4078477"/>
                </a:lnTo>
                <a:lnTo>
                  <a:pt x="7277544" y="4079835"/>
                </a:lnTo>
                <a:lnTo>
                  <a:pt x="7283601" y="4082643"/>
                </a:lnTo>
                <a:lnTo>
                  <a:pt x="7286572" y="4083999"/>
                </a:lnTo>
                <a:lnTo>
                  <a:pt x="7289592" y="4085403"/>
                </a:lnTo>
                <a:lnTo>
                  <a:pt x="7295647" y="4088130"/>
                </a:lnTo>
                <a:lnTo>
                  <a:pt x="7298620" y="4089440"/>
                </a:lnTo>
                <a:lnTo>
                  <a:pt x="7304675" y="4092167"/>
                </a:lnTo>
                <a:lnTo>
                  <a:pt x="7307631" y="4093479"/>
                </a:lnTo>
                <a:lnTo>
                  <a:pt x="7316723" y="4097424"/>
                </a:lnTo>
                <a:lnTo>
                  <a:pt x="7319694" y="4098734"/>
                </a:lnTo>
                <a:lnTo>
                  <a:pt x="7325734" y="4101275"/>
                </a:lnTo>
                <a:lnTo>
                  <a:pt x="7328705" y="4102586"/>
                </a:lnTo>
                <a:lnTo>
                  <a:pt x="7331742" y="4103804"/>
                </a:lnTo>
                <a:lnTo>
                  <a:pt x="7334762" y="4105081"/>
                </a:lnTo>
                <a:lnTo>
                  <a:pt x="7337733" y="4106345"/>
                </a:lnTo>
                <a:lnTo>
                  <a:pt x="7340753" y="4107622"/>
                </a:lnTo>
                <a:lnTo>
                  <a:pt x="7346810" y="4110059"/>
                </a:lnTo>
                <a:lnTo>
                  <a:pt x="7349781" y="4111288"/>
                </a:lnTo>
                <a:lnTo>
                  <a:pt x="7355838" y="4113736"/>
                </a:lnTo>
                <a:lnTo>
                  <a:pt x="7358792" y="4114955"/>
                </a:lnTo>
                <a:lnTo>
                  <a:pt x="7361829" y="4116138"/>
                </a:lnTo>
                <a:lnTo>
                  <a:pt x="7364849" y="4117356"/>
                </a:lnTo>
                <a:lnTo>
                  <a:pt x="7367884" y="4118539"/>
                </a:lnTo>
                <a:lnTo>
                  <a:pt x="7370838" y="4119712"/>
                </a:lnTo>
                <a:lnTo>
                  <a:pt x="7373877" y="4120895"/>
                </a:lnTo>
                <a:lnTo>
                  <a:pt x="7376895" y="4122032"/>
                </a:lnTo>
                <a:lnTo>
                  <a:pt x="7379868" y="4123204"/>
                </a:lnTo>
                <a:lnTo>
                  <a:pt x="7382903" y="4124387"/>
                </a:lnTo>
                <a:lnTo>
                  <a:pt x="7388960" y="4126649"/>
                </a:lnTo>
                <a:lnTo>
                  <a:pt x="7391914" y="4127786"/>
                </a:lnTo>
                <a:lnTo>
                  <a:pt x="7397969" y="4130049"/>
                </a:lnTo>
                <a:lnTo>
                  <a:pt x="7400942" y="4131140"/>
                </a:lnTo>
                <a:lnTo>
                  <a:pt x="7403962" y="4132277"/>
                </a:lnTo>
                <a:lnTo>
                  <a:pt x="7410017" y="4134447"/>
                </a:lnTo>
                <a:lnTo>
                  <a:pt x="7412990" y="4135536"/>
                </a:lnTo>
                <a:lnTo>
                  <a:pt x="7419045" y="4137706"/>
                </a:lnTo>
                <a:lnTo>
                  <a:pt x="7422001" y="4138751"/>
                </a:lnTo>
                <a:lnTo>
                  <a:pt x="7425036" y="4139842"/>
                </a:lnTo>
                <a:lnTo>
                  <a:pt x="7431093" y="4141930"/>
                </a:lnTo>
                <a:lnTo>
                  <a:pt x="7434063" y="4142962"/>
                </a:lnTo>
                <a:lnTo>
                  <a:pt x="7440121" y="4145051"/>
                </a:lnTo>
                <a:lnTo>
                  <a:pt x="7443075" y="4146095"/>
                </a:lnTo>
                <a:lnTo>
                  <a:pt x="7446111" y="4147092"/>
                </a:lnTo>
                <a:lnTo>
                  <a:pt x="7449132" y="4148137"/>
                </a:lnTo>
                <a:lnTo>
                  <a:pt x="7452167" y="4149134"/>
                </a:lnTo>
                <a:lnTo>
                  <a:pt x="7455123" y="4150132"/>
                </a:lnTo>
                <a:lnTo>
                  <a:pt x="7461178" y="4152116"/>
                </a:lnTo>
                <a:lnTo>
                  <a:pt x="7464151" y="4153115"/>
                </a:lnTo>
                <a:lnTo>
                  <a:pt x="7467171" y="4154066"/>
                </a:lnTo>
                <a:lnTo>
                  <a:pt x="7470206" y="4155064"/>
                </a:lnTo>
                <a:lnTo>
                  <a:pt x="7473162" y="4156015"/>
                </a:lnTo>
                <a:lnTo>
                  <a:pt x="7482254" y="4158881"/>
                </a:lnTo>
                <a:lnTo>
                  <a:pt x="7485224" y="4159832"/>
                </a:lnTo>
                <a:lnTo>
                  <a:pt x="7491265" y="4161735"/>
                </a:lnTo>
                <a:lnTo>
                  <a:pt x="7494236" y="4162639"/>
                </a:lnTo>
                <a:lnTo>
                  <a:pt x="7497272" y="4163544"/>
                </a:lnTo>
                <a:lnTo>
                  <a:pt x="7500293" y="4164496"/>
                </a:lnTo>
                <a:lnTo>
                  <a:pt x="7503329" y="4165401"/>
                </a:lnTo>
                <a:lnTo>
                  <a:pt x="7506284" y="4166306"/>
                </a:lnTo>
                <a:lnTo>
                  <a:pt x="7509321" y="4167212"/>
                </a:lnTo>
                <a:lnTo>
                  <a:pt x="7512341" y="4168070"/>
                </a:lnTo>
                <a:lnTo>
                  <a:pt x="7515311" y="4168985"/>
                </a:lnTo>
                <a:lnTo>
                  <a:pt x="7518332" y="4169891"/>
                </a:lnTo>
                <a:lnTo>
                  <a:pt x="7524387" y="4171608"/>
                </a:lnTo>
                <a:lnTo>
                  <a:pt x="7527359" y="4172467"/>
                </a:lnTo>
                <a:lnTo>
                  <a:pt x="7533415" y="4174195"/>
                </a:lnTo>
                <a:lnTo>
                  <a:pt x="7536369" y="4175054"/>
                </a:lnTo>
                <a:lnTo>
                  <a:pt x="7539405" y="4175912"/>
                </a:lnTo>
                <a:lnTo>
                  <a:pt x="7542426" y="4176736"/>
                </a:lnTo>
                <a:lnTo>
                  <a:pt x="7545463" y="4177595"/>
                </a:lnTo>
                <a:lnTo>
                  <a:pt x="7548433" y="4178407"/>
                </a:lnTo>
                <a:lnTo>
                  <a:pt x="7554488" y="4180042"/>
                </a:lnTo>
                <a:lnTo>
                  <a:pt x="7557445" y="4180856"/>
                </a:lnTo>
                <a:lnTo>
                  <a:pt x="7566536" y="4183303"/>
                </a:lnTo>
                <a:lnTo>
                  <a:pt x="7569493" y="4184069"/>
                </a:lnTo>
                <a:lnTo>
                  <a:pt x="7572527" y="4184893"/>
                </a:lnTo>
                <a:lnTo>
                  <a:pt x="7575548" y="4185659"/>
                </a:lnTo>
                <a:lnTo>
                  <a:pt x="7578520" y="4186425"/>
                </a:lnTo>
                <a:lnTo>
                  <a:pt x="7584575" y="4187968"/>
                </a:lnTo>
                <a:lnTo>
                  <a:pt x="7587532" y="4188744"/>
                </a:lnTo>
                <a:lnTo>
                  <a:pt x="7593587" y="4190288"/>
                </a:lnTo>
                <a:lnTo>
                  <a:pt x="7596623" y="4191008"/>
                </a:lnTo>
                <a:lnTo>
                  <a:pt x="7599594" y="4191774"/>
                </a:lnTo>
                <a:lnTo>
                  <a:pt x="7602614" y="4192504"/>
                </a:lnTo>
                <a:lnTo>
                  <a:pt x="7605651" y="4193270"/>
                </a:lnTo>
                <a:lnTo>
                  <a:pt x="7608605" y="4194001"/>
                </a:lnTo>
                <a:lnTo>
                  <a:pt x="7617697" y="4196170"/>
                </a:lnTo>
                <a:lnTo>
                  <a:pt x="7620653" y="4196855"/>
                </a:lnTo>
                <a:lnTo>
                  <a:pt x="7626708" y="4198305"/>
                </a:lnTo>
                <a:lnTo>
                  <a:pt x="7629681" y="4198990"/>
                </a:lnTo>
                <a:lnTo>
                  <a:pt x="7632701" y="4199709"/>
                </a:lnTo>
                <a:lnTo>
                  <a:pt x="7638757" y="4201066"/>
                </a:lnTo>
                <a:lnTo>
                  <a:pt x="7641729" y="4201750"/>
                </a:lnTo>
                <a:lnTo>
                  <a:pt x="7647784" y="4203108"/>
                </a:lnTo>
                <a:lnTo>
                  <a:pt x="7650755" y="4203792"/>
                </a:lnTo>
                <a:lnTo>
                  <a:pt x="7653775" y="4204466"/>
                </a:lnTo>
                <a:lnTo>
                  <a:pt x="7656795" y="4205104"/>
                </a:lnTo>
                <a:lnTo>
                  <a:pt x="7659832" y="4205777"/>
                </a:lnTo>
                <a:lnTo>
                  <a:pt x="7662803" y="4206415"/>
                </a:lnTo>
                <a:lnTo>
                  <a:pt x="7665823" y="4207053"/>
                </a:lnTo>
                <a:lnTo>
                  <a:pt x="7668860" y="4207726"/>
                </a:lnTo>
                <a:lnTo>
                  <a:pt x="7671814" y="4208364"/>
                </a:lnTo>
                <a:lnTo>
                  <a:pt x="7680906" y="4210266"/>
                </a:lnTo>
                <a:lnTo>
                  <a:pt x="7683860" y="4210859"/>
                </a:lnTo>
                <a:lnTo>
                  <a:pt x="7689917" y="4212123"/>
                </a:lnTo>
                <a:lnTo>
                  <a:pt x="7692888" y="4212715"/>
                </a:lnTo>
                <a:lnTo>
                  <a:pt x="7695908" y="4213354"/>
                </a:lnTo>
                <a:lnTo>
                  <a:pt x="7701965" y="4214525"/>
                </a:lnTo>
                <a:lnTo>
                  <a:pt x="7704936" y="4215117"/>
                </a:lnTo>
                <a:lnTo>
                  <a:pt x="7710993" y="4216300"/>
                </a:lnTo>
                <a:lnTo>
                  <a:pt x="7713964" y="4216892"/>
                </a:lnTo>
                <a:lnTo>
                  <a:pt x="7720019" y="4218064"/>
                </a:lnTo>
                <a:lnTo>
                  <a:pt x="7722975" y="4218609"/>
                </a:lnTo>
                <a:lnTo>
                  <a:pt x="7726012" y="4219201"/>
                </a:lnTo>
                <a:lnTo>
                  <a:pt x="7729030" y="4219746"/>
                </a:lnTo>
                <a:lnTo>
                  <a:pt x="7732067" y="4220326"/>
                </a:lnTo>
                <a:lnTo>
                  <a:pt x="7735023" y="4220871"/>
                </a:lnTo>
                <a:lnTo>
                  <a:pt x="7741078" y="4221962"/>
                </a:lnTo>
                <a:lnTo>
                  <a:pt x="7744051" y="4222554"/>
                </a:lnTo>
                <a:lnTo>
                  <a:pt x="7747069" y="4223099"/>
                </a:lnTo>
                <a:lnTo>
                  <a:pt x="7750106" y="4223597"/>
                </a:lnTo>
                <a:lnTo>
                  <a:pt x="7753126" y="4224132"/>
                </a:lnTo>
                <a:lnTo>
                  <a:pt x="7756097" y="4224676"/>
                </a:lnTo>
                <a:lnTo>
                  <a:pt x="7759117" y="4225223"/>
                </a:lnTo>
                <a:lnTo>
                  <a:pt x="7762154" y="4225721"/>
                </a:lnTo>
                <a:lnTo>
                  <a:pt x="7765125" y="4226266"/>
                </a:lnTo>
                <a:lnTo>
                  <a:pt x="7768145" y="4226766"/>
                </a:lnTo>
                <a:lnTo>
                  <a:pt x="7771182" y="4227311"/>
                </a:lnTo>
                <a:lnTo>
                  <a:pt x="7774200" y="4227810"/>
                </a:lnTo>
                <a:lnTo>
                  <a:pt x="7777173" y="4228308"/>
                </a:lnTo>
                <a:lnTo>
                  <a:pt x="7783228" y="4229306"/>
                </a:lnTo>
                <a:lnTo>
                  <a:pt x="7786184" y="4229806"/>
                </a:lnTo>
                <a:lnTo>
                  <a:pt x="7795276" y="4231302"/>
                </a:lnTo>
                <a:lnTo>
                  <a:pt x="7798232" y="4231755"/>
                </a:lnTo>
                <a:lnTo>
                  <a:pt x="7801267" y="4232253"/>
                </a:lnTo>
                <a:lnTo>
                  <a:pt x="7804287" y="4232706"/>
                </a:lnTo>
                <a:lnTo>
                  <a:pt x="7807260" y="4233205"/>
                </a:lnTo>
                <a:lnTo>
                  <a:pt x="7810278" y="4233657"/>
                </a:lnTo>
                <a:lnTo>
                  <a:pt x="7813315" y="4234156"/>
                </a:lnTo>
                <a:lnTo>
                  <a:pt x="7816335" y="4234609"/>
                </a:lnTo>
                <a:lnTo>
                  <a:pt x="7819306" y="4235061"/>
                </a:lnTo>
                <a:lnTo>
                  <a:pt x="7825363" y="4235967"/>
                </a:lnTo>
                <a:lnTo>
                  <a:pt x="7828333" y="4236418"/>
                </a:lnTo>
                <a:lnTo>
                  <a:pt x="7837409" y="4237776"/>
                </a:lnTo>
                <a:lnTo>
                  <a:pt x="7840382" y="4238183"/>
                </a:lnTo>
                <a:lnTo>
                  <a:pt x="7846437" y="4239098"/>
                </a:lnTo>
                <a:lnTo>
                  <a:pt x="7849391" y="4239505"/>
                </a:lnTo>
                <a:lnTo>
                  <a:pt x="7852428" y="4239958"/>
                </a:lnTo>
                <a:lnTo>
                  <a:pt x="7855448" y="4240363"/>
                </a:lnTo>
                <a:lnTo>
                  <a:pt x="7858419" y="4240770"/>
                </a:lnTo>
                <a:lnTo>
                  <a:pt x="7861439" y="4241176"/>
                </a:lnTo>
                <a:lnTo>
                  <a:pt x="7864476" y="4241627"/>
                </a:lnTo>
                <a:lnTo>
                  <a:pt x="7867496" y="4242034"/>
                </a:lnTo>
                <a:lnTo>
                  <a:pt x="7870467" y="4242451"/>
                </a:lnTo>
                <a:lnTo>
                  <a:pt x="7876524" y="4243264"/>
                </a:lnTo>
                <a:lnTo>
                  <a:pt x="7879495" y="4243624"/>
                </a:lnTo>
                <a:lnTo>
                  <a:pt x="7888570" y="4244854"/>
                </a:lnTo>
                <a:lnTo>
                  <a:pt x="7891543" y="4245213"/>
                </a:lnTo>
                <a:lnTo>
                  <a:pt x="7894561" y="4245620"/>
                </a:lnTo>
                <a:lnTo>
                  <a:pt x="7897597" y="4245979"/>
                </a:lnTo>
                <a:lnTo>
                  <a:pt x="7900554" y="4246386"/>
                </a:lnTo>
                <a:lnTo>
                  <a:pt x="7906609" y="4247116"/>
                </a:lnTo>
                <a:lnTo>
                  <a:pt x="7909645" y="4247523"/>
                </a:lnTo>
                <a:lnTo>
                  <a:pt x="7912600" y="4247882"/>
                </a:lnTo>
                <a:lnTo>
                  <a:pt x="7918657" y="4248612"/>
                </a:lnTo>
                <a:lnTo>
                  <a:pt x="7921627" y="4248973"/>
                </a:lnTo>
                <a:lnTo>
                  <a:pt x="7930705" y="4250063"/>
                </a:lnTo>
                <a:lnTo>
                  <a:pt x="7933675" y="4250377"/>
                </a:lnTo>
                <a:lnTo>
                  <a:pt x="7939731" y="4251107"/>
                </a:lnTo>
                <a:lnTo>
                  <a:pt x="7942703" y="4251420"/>
                </a:lnTo>
                <a:lnTo>
                  <a:pt x="7945724" y="4251781"/>
                </a:lnTo>
                <a:lnTo>
                  <a:pt x="7948759" y="4252104"/>
                </a:lnTo>
                <a:lnTo>
                  <a:pt x="7951779" y="4252465"/>
                </a:lnTo>
                <a:lnTo>
                  <a:pt x="7954751" y="4252778"/>
                </a:lnTo>
                <a:lnTo>
                  <a:pt x="7957770" y="4253137"/>
                </a:lnTo>
                <a:lnTo>
                  <a:pt x="7960807" y="4253462"/>
                </a:lnTo>
                <a:lnTo>
                  <a:pt x="7963763" y="4253775"/>
                </a:lnTo>
                <a:lnTo>
                  <a:pt x="7966797" y="4254100"/>
                </a:lnTo>
                <a:lnTo>
                  <a:pt x="7969818" y="4254460"/>
                </a:lnTo>
                <a:lnTo>
                  <a:pt x="7972791" y="4254773"/>
                </a:lnTo>
                <a:lnTo>
                  <a:pt x="7981864" y="4255724"/>
                </a:lnTo>
                <a:lnTo>
                  <a:pt x="7984837" y="4256003"/>
                </a:lnTo>
                <a:lnTo>
                  <a:pt x="7990891" y="4256630"/>
                </a:lnTo>
                <a:lnTo>
                  <a:pt x="7993864" y="4256955"/>
                </a:lnTo>
                <a:lnTo>
                  <a:pt x="7996883" y="4257222"/>
                </a:lnTo>
                <a:lnTo>
                  <a:pt x="8002939" y="4257860"/>
                </a:lnTo>
                <a:lnTo>
                  <a:pt x="8005910" y="4258127"/>
                </a:lnTo>
                <a:lnTo>
                  <a:pt x="8008931" y="4258451"/>
                </a:lnTo>
                <a:lnTo>
                  <a:pt x="8011967" y="4258718"/>
                </a:lnTo>
                <a:lnTo>
                  <a:pt x="8014921" y="4259031"/>
                </a:lnTo>
                <a:lnTo>
                  <a:pt x="8024015" y="4259855"/>
                </a:lnTo>
                <a:lnTo>
                  <a:pt x="8026969" y="4260168"/>
                </a:lnTo>
                <a:lnTo>
                  <a:pt x="8033027" y="4260714"/>
                </a:lnTo>
                <a:lnTo>
                  <a:pt x="8035997" y="4260981"/>
                </a:lnTo>
                <a:lnTo>
                  <a:pt x="8045073" y="4261805"/>
                </a:lnTo>
                <a:lnTo>
                  <a:pt x="8048045" y="4262071"/>
                </a:lnTo>
                <a:lnTo>
                  <a:pt x="8051080" y="4262338"/>
                </a:lnTo>
                <a:lnTo>
                  <a:pt x="8054101" y="4262571"/>
                </a:lnTo>
                <a:lnTo>
                  <a:pt x="8057073" y="4262836"/>
                </a:lnTo>
                <a:lnTo>
                  <a:pt x="8060091" y="4263115"/>
                </a:lnTo>
                <a:lnTo>
                  <a:pt x="8063128" y="4263337"/>
                </a:lnTo>
                <a:lnTo>
                  <a:pt x="8066149" y="4263614"/>
                </a:lnTo>
                <a:lnTo>
                  <a:pt x="8069119" y="4263881"/>
                </a:lnTo>
                <a:lnTo>
                  <a:pt x="8072139" y="4264113"/>
                </a:lnTo>
                <a:lnTo>
                  <a:pt x="8075176" y="4264380"/>
                </a:lnTo>
                <a:lnTo>
                  <a:pt x="8078131" y="4264612"/>
                </a:lnTo>
                <a:lnTo>
                  <a:pt x="8081167" y="4264879"/>
                </a:lnTo>
                <a:lnTo>
                  <a:pt x="8087224" y="4265331"/>
                </a:lnTo>
                <a:lnTo>
                  <a:pt x="8090179" y="4265610"/>
                </a:lnTo>
                <a:lnTo>
                  <a:pt x="8096235" y="4266063"/>
                </a:lnTo>
                <a:lnTo>
                  <a:pt x="8099206" y="4266283"/>
                </a:lnTo>
                <a:lnTo>
                  <a:pt x="8102243" y="4266514"/>
                </a:lnTo>
                <a:lnTo>
                  <a:pt x="8105261" y="4266781"/>
                </a:lnTo>
                <a:lnTo>
                  <a:pt x="8108234" y="4267014"/>
                </a:lnTo>
                <a:lnTo>
                  <a:pt x="8114289" y="4267466"/>
                </a:lnTo>
                <a:lnTo>
                  <a:pt x="8117309" y="4267641"/>
                </a:lnTo>
                <a:lnTo>
                  <a:pt x="8120282" y="4267872"/>
                </a:lnTo>
                <a:lnTo>
                  <a:pt x="8126337" y="4268325"/>
                </a:lnTo>
                <a:lnTo>
                  <a:pt x="8129291" y="4268556"/>
                </a:lnTo>
                <a:lnTo>
                  <a:pt x="8132328" y="4268778"/>
                </a:lnTo>
                <a:lnTo>
                  <a:pt x="8135348" y="4268963"/>
                </a:lnTo>
                <a:lnTo>
                  <a:pt x="8138385" y="4269183"/>
                </a:lnTo>
                <a:lnTo>
                  <a:pt x="8141339" y="4269416"/>
                </a:lnTo>
                <a:lnTo>
                  <a:pt x="8144376" y="4269589"/>
                </a:lnTo>
                <a:lnTo>
                  <a:pt x="8147394" y="4269821"/>
                </a:lnTo>
                <a:lnTo>
                  <a:pt x="8150367" y="4270007"/>
                </a:lnTo>
                <a:lnTo>
                  <a:pt x="8153387" y="4270228"/>
                </a:lnTo>
                <a:lnTo>
                  <a:pt x="8156422" y="4270413"/>
                </a:lnTo>
                <a:lnTo>
                  <a:pt x="8159459" y="4270634"/>
                </a:lnTo>
                <a:lnTo>
                  <a:pt x="8162413" y="4270820"/>
                </a:lnTo>
                <a:lnTo>
                  <a:pt x="8165450" y="4271040"/>
                </a:lnTo>
                <a:lnTo>
                  <a:pt x="8168470" y="4271225"/>
                </a:lnTo>
                <a:lnTo>
                  <a:pt x="8171441" y="4271411"/>
                </a:lnTo>
                <a:lnTo>
                  <a:pt x="8174461" y="4271586"/>
                </a:lnTo>
                <a:lnTo>
                  <a:pt x="8177498" y="4271817"/>
                </a:lnTo>
                <a:lnTo>
                  <a:pt x="8180518" y="4272003"/>
                </a:lnTo>
                <a:lnTo>
                  <a:pt x="8183489" y="4272176"/>
                </a:lnTo>
                <a:lnTo>
                  <a:pt x="8189546" y="4272537"/>
                </a:lnTo>
                <a:lnTo>
                  <a:pt x="8192500" y="4272723"/>
                </a:lnTo>
                <a:lnTo>
                  <a:pt x="8201592" y="4273267"/>
                </a:lnTo>
                <a:lnTo>
                  <a:pt x="8204548" y="4273441"/>
                </a:lnTo>
                <a:lnTo>
                  <a:pt x="8210603" y="4273812"/>
                </a:lnTo>
                <a:lnTo>
                  <a:pt x="8213576" y="4273987"/>
                </a:lnTo>
                <a:lnTo>
                  <a:pt x="8219631" y="4274358"/>
                </a:lnTo>
                <a:lnTo>
                  <a:pt x="8222668" y="4274486"/>
                </a:lnTo>
                <a:lnTo>
                  <a:pt x="8225622" y="4274671"/>
                </a:lnTo>
                <a:lnTo>
                  <a:pt x="8228659" y="4274857"/>
                </a:lnTo>
                <a:lnTo>
                  <a:pt x="8231679" y="4274984"/>
                </a:lnTo>
                <a:lnTo>
                  <a:pt x="8234650" y="4275170"/>
                </a:lnTo>
                <a:lnTo>
                  <a:pt x="8237670" y="4275356"/>
                </a:lnTo>
                <a:lnTo>
                  <a:pt x="8240707" y="4275483"/>
                </a:lnTo>
                <a:lnTo>
                  <a:pt x="8243661" y="4275669"/>
                </a:lnTo>
                <a:lnTo>
                  <a:pt x="8246698" y="4275808"/>
                </a:lnTo>
                <a:lnTo>
                  <a:pt x="8249718" y="4275982"/>
                </a:lnTo>
                <a:lnTo>
                  <a:pt x="8252755" y="4276121"/>
                </a:lnTo>
                <a:lnTo>
                  <a:pt x="8255709" y="4276307"/>
                </a:lnTo>
                <a:lnTo>
                  <a:pt x="8258746" y="4276435"/>
                </a:lnTo>
                <a:lnTo>
                  <a:pt x="8261766" y="4276620"/>
                </a:lnTo>
                <a:lnTo>
                  <a:pt x="8264737" y="4276760"/>
                </a:lnTo>
                <a:lnTo>
                  <a:pt x="8267774" y="4276887"/>
                </a:lnTo>
                <a:lnTo>
                  <a:pt x="8270792" y="4277073"/>
                </a:lnTo>
                <a:lnTo>
                  <a:pt x="8273829" y="4277212"/>
                </a:lnTo>
                <a:lnTo>
                  <a:pt x="8276785" y="4277340"/>
                </a:lnTo>
                <a:lnTo>
                  <a:pt x="8282840" y="4277619"/>
                </a:lnTo>
                <a:lnTo>
                  <a:pt x="8285813" y="4277804"/>
                </a:lnTo>
                <a:lnTo>
                  <a:pt x="8294886" y="4278210"/>
                </a:lnTo>
                <a:lnTo>
                  <a:pt x="8297859" y="4278337"/>
                </a:lnTo>
                <a:lnTo>
                  <a:pt x="8303914" y="4278616"/>
                </a:lnTo>
                <a:lnTo>
                  <a:pt x="8306870" y="4278756"/>
                </a:lnTo>
                <a:lnTo>
                  <a:pt x="8315962" y="4279161"/>
                </a:lnTo>
                <a:lnTo>
                  <a:pt x="8318918" y="4279289"/>
                </a:lnTo>
                <a:lnTo>
                  <a:pt x="8324989" y="4279568"/>
                </a:lnTo>
                <a:lnTo>
                  <a:pt x="8327944" y="4279660"/>
                </a:lnTo>
                <a:lnTo>
                  <a:pt x="8337037" y="4280066"/>
                </a:lnTo>
                <a:lnTo>
                  <a:pt x="8339992" y="4280206"/>
                </a:lnTo>
                <a:lnTo>
                  <a:pt x="8343029" y="4280287"/>
                </a:lnTo>
                <a:lnTo>
                  <a:pt x="8346049" y="4280426"/>
                </a:lnTo>
                <a:lnTo>
                  <a:pt x="8349019" y="4280565"/>
                </a:lnTo>
                <a:lnTo>
                  <a:pt x="8352040" y="4280659"/>
                </a:lnTo>
                <a:lnTo>
                  <a:pt x="8355077" y="4280786"/>
                </a:lnTo>
                <a:lnTo>
                  <a:pt x="8358031" y="4280924"/>
                </a:lnTo>
                <a:lnTo>
                  <a:pt x="8361067" y="4281018"/>
                </a:lnTo>
                <a:lnTo>
                  <a:pt x="8364088" y="4281157"/>
                </a:lnTo>
                <a:lnTo>
                  <a:pt x="8367123" y="4281239"/>
                </a:lnTo>
                <a:lnTo>
                  <a:pt x="8370079" y="4281377"/>
                </a:lnTo>
                <a:lnTo>
                  <a:pt x="8373116" y="4281470"/>
                </a:lnTo>
                <a:lnTo>
                  <a:pt x="8376134" y="4281610"/>
                </a:lnTo>
                <a:lnTo>
                  <a:pt x="8379107" y="4281692"/>
                </a:lnTo>
                <a:lnTo>
                  <a:pt x="8382141" y="4281830"/>
                </a:lnTo>
                <a:lnTo>
                  <a:pt x="8388199" y="4282015"/>
                </a:lnTo>
                <a:lnTo>
                  <a:pt x="8391153" y="4282143"/>
                </a:lnTo>
                <a:lnTo>
                  <a:pt x="8394189" y="4282236"/>
                </a:lnTo>
                <a:lnTo>
                  <a:pt x="8397210" y="4282376"/>
                </a:lnTo>
                <a:lnTo>
                  <a:pt x="8400181" y="4282468"/>
                </a:lnTo>
                <a:lnTo>
                  <a:pt x="8406237" y="4282643"/>
                </a:lnTo>
                <a:lnTo>
                  <a:pt x="8409258" y="4282781"/>
                </a:lnTo>
                <a:lnTo>
                  <a:pt x="8412229" y="4282874"/>
                </a:lnTo>
                <a:lnTo>
                  <a:pt x="8418285" y="4283060"/>
                </a:lnTo>
                <a:lnTo>
                  <a:pt x="8421240" y="4283188"/>
                </a:lnTo>
                <a:lnTo>
                  <a:pt x="8430331" y="4283465"/>
                </a:lnTo>
                <a:lnTo>
                  <a:pt x="8433304" y="4283559"/>
                </a:lnTo>
                <a:lnTo>
                  <a:pt x="8439359" y="4283732"/>
                </a:lnTo>
                <a:lnTo>
                  <a:pt x="8442313" y="4283826"/>
                </a:lnTo>
                <a:lnTo>
                  <a:pt x="8451405" y="4284093"/>
                </a:lnTo>
                <a:lnTo>
                  <a:pt x="8454361" y="4284185"/>
                </a:lnTo>
                <a:lnTo>
                  <a:pt x="8460417" y="4284370"/>
                </a:lnTo>
                <a:lnTo>
                  <a:pt x="8463389" y="4284464"/>
                </a:lnTo>
                <a:lnTo>
                  <a:pt x="8472465" y="4284731"/>
                </a:lnTo>
                <a:lnTo>
                  <a:pt x="8475437" y="4284823"/>
                </a:lnTo>
                <a:lnTo>
                  <a:pt x="8481492" y="4285009"/>
                </a:lnTo>
                <a:lnTo>
                  <a:pt x="8484449" y="4285044"/>
                </a:lnTo>
                <a:lnTo>
                  <a:pt x="8490520" y="4285230"/>
                </a:lnTo>
                <a:lnTo>
                  <a:pt x="8493474" y="4285322"/>
                </a:lnTo>
                <a:lnTo>
                  <a:pt x="8496511" y="4285415"/>
                </a:lnTo>
                <a:lnTo>
                  <a:pt x="8499531" y="4285461"/>
                </a:lnTo>
                <a:lnTo>
                  <a:pt x="8502568" y="4285543"/>
                </a:lnTo>
                <a:lnTo>
                  <a:pt x="8505522" y="4285635"/>
                </a:lnTo>
                <a:lnTo>
                  <a:pt x="8508559" y="4285683"/>
                </a:lnTo>
                <a:lnTo>
                  <a:pt x="8511579" y="4285775"/>
                </a:lnTo>
                <a:lnTo>
                  <a:pt x="8514550" y="4285868"/>
                </a:lnTo>
                <a:lnTo>
                  <a:pt x="8517571" y="4285914"/>
                </a:lnTo>
                <a:lnTo>
                  <a:pt x="8523625" y="4286088"/>
                </a:lnTo>
                <a:lnTo>
                  <a:pt x="8526598" y="4286134"/>
                </a:lnTo>
                <a:lnTo>
                  <a:pt x="8532653" y="4286319"/>
                </a:lnTo>
                <a:lnTo>
                  <a:pt x="8535609" y="4286367"/>
                </a:lnTo>
                <a:lnTo>
                  <a:pt x="8538646" y="4286459"/>
                </a:lnTo>
                <a:lnTo>
                  <a:pt x="8541665" y="4286505"/>
                </a:lnTo>
                <a:lnTo>
                  <a:pt x="8544701" y="4286586"/>
                </a:lnTo>
                <a:lnTo>
                  <a:pt x="8547672" y="4286634"/>
                </a:lnTo>
                <a:lnTo>
                  <a:pt x="8550692" y="4286726"/>
                </a:lnTo>
                <a:lnTo>
                  <a:pt x="8553729" y="4286772"/>
                </a:lnTo>
                <a:lnTo>
                  <a:pt x="8556683" y="4286865"/>
                </a:lnTo>
                <a:lnTo>
                  <a:pt x="8559720" y="4286911"/>
                </a:lnTo>
                <a:lnTo>
                  <a:pt x="8562740" y="4286993"/>
                </a:lnTo>
                <a:lnTo>
                  <a:pt x="8565777" y="4287039"/>
                </a:lnTo>
                <a:lnTo>
                  <a:pt x="8568731" y="4287133"/>
                </a:lnTo>
                <a:lnTo>
                  <a:pt x="8574786" y="4287225"/>
                </a:lnTo>
                <a:lnTo>
                  <a:pt x="8577759" y="4287318"/>
                </a:lnTo>
                <a:lnTo>
                  <a:pt x="8580777" y="4287364"/>
                </a:lnTo>
                <a:lnTo>
                  <a:pt x="8583814" y="4287458"/>
                </a:lnTo>
                <a:lnTo>
                  <a:pt x="8586834" y="4287492"/>
                </a:lnTo>
                <a:lnTo>
                  <a:pt x="8589805" y="4287538"/>
                </a:lnTo>
                <a:lnTo>
                  <a:pt x="8592825" y="4287631"/>
                </a:lnTo>
                <a:lnTo>
                  <a:pt x="8595862" y="4287677"/>
                </a:lnTo>
                <a:lnTo>
                  <a:pt x="8598833" y="4287723"/>
                </a:lnTo>
                <a:lnTo>
                  <a:pt x="8601853" y="4287771"/>
                </a:lnTo>
                <a:lnTo>
                  <a:pt x="8604890" y="4287863"/>
                </a:lnTo>
                <a:lnTo>
                  <a:pt x="8607908" y="4287909"/>
                </a:lnTo>
                <a:lnTo>
                  <a:pt x="8610881" y="4287944"/>
                </a:lnTo>
                <a:lnTo>
                  <a:pt x="8613901" y="4288038"/>
                </a:lnTo>
                <a:lnTo>
                  <a:pt x="8616936" y="4288084"/>
                </a:lnTo>
                <a:lnTo>
                  <a:pt x="8619892" y="4288130"/>
                </a:lnTo>
                <a:lnTo>
                  <a:pt x="8625947" y="4288223"/>
                </a:lnTo>
                <a:lnTo>
                  <a:pt x="8628920" y="4288315"/>
                </a:lnTo>
                <a:lnTo>
                  <a:pt x="8637995" y="4288443"/>
                </a:lnTo>
                <a:lnTo>
                  <a:pt x="8640968" y="4288489"/>
                </a:lnTo>
                <a:lnTo>
                  <a:pt x="8643986" y="4288537"/>
                </a:lnTo>
                <a:lnTo>
                  <a:pt x="8647023" y="4288629"/>
                </a:lnTo>
                <a:lnTo>
                  <a:pt x="8649979" y="4288675"/>
                </a:lnTo>
                <a:lnTo>
                  <a:pt x="8659071" y="4288814"/>
                </a:lnTo>
                <a:lnTo>
                  <a:pt x="8662042" y="4288860"/>
                </a:lnTo>
                <a:lnTo>
                  <a:pt x="8668099" y="4288942"/>
                </a:lnTo>
                <a:lnTo>
                  <a:pt x="8671053" y="4288989"/>
                </a:lnTo>
                <a:lnTo>
                  <a:pt x="8680145" y="4289127"/>
                </a:lnTo>
                <a:lnTo>
                  <a:pt x="8683101" y="4289175"/>
                </a:lnTo>
                <a:lnTo>
                  <a:pt x="8689156" y="4289267"/>
                </a:lnTo>
                <a:lnTo>
                  <a:pt x="8692129" y="4289313"/>
                </a:lnTo>
                <a:lnTo>
                  <a:pt x="8701204" y="4289440"/>
                </a:lnTo>
                <a:lnTo>
                  <a:pt x="8704177" y="4289488"/>
                </a:lnTo>
                <a:lnTo>
                  <a:pt x="8710232" y="4289580"/>
                </a:lnTo>
                <a:lnTo>
                  <a:pt x="8713203" y="4289626"/>
                </a:lnTo>
                <a:lnTo>
                  <a:pt x="8722280" y="4289766"/>
                </a:lnTo>
                <a:lnTo>
                  <a:pt x="8725251" y="4289812"/>
                </a:lnTo>
                <a:lnTo>
                  <a:pt x="8728269" y="4289859"/>
                </a:lnTo>
                <a:lnTo>
                  <a:pt x="8731308" y="4289859"/>
                </a:lnTo>
                <a:lnTo>
                  <a:pt x="8734262" y="4289893"/>
                </a:lnTo>
                <a:lnTo>
                  <a:pt x="8740317" y="4289987"/>
                </a:lnTo>
                <a:lnTo>
                  <a:pt x="8743290" y="4290033"/>
                </a:lnTo>
                <a:lnTo>
                  <a:pt x="8749345" y="4290126"/>
                </a:lnTo>
                <a:lnTo>
                  <a:pt x="8752365" y="4290126"/>
                </a:lnTo>
                <a:lnTo>
                  <a:pt x="8755336" y="4290172"/>
                </a:lnTo>
                <a:lnTo>
                  <a:pt x="8761393" y="4290264"/>
                </a:lnTo>
                <a:lnTo>
                  <a:pt x="8764363" y="4290312"/>
                </a:lnTo>
                <a:lnTo>
                  <a:pt x="8767384" y="4290312"/>
                </a:lnTo>
                <a:lnTo>
                  <a:pt x="8773439" y="4290392"/>
                </a:lnTo>
                <a:lnTo>
                  <a:pt x="8776411" y="4290439"/>
                </a:lnTo>
                <a:lnTo>
                  <a:pt x="8779432" y="4290439"/>
                </a:lnTo>
                <a:lnTo>
                  <a:pt x="8782467" y="4290485"/>
                </a:lnTo>
                <a:lnTo>
                  <a:pt x="8785423" y="4290531"/>
                </a:lnTo>
                <a:lnTo>
                  <a:pt x="8788459" y="4290577"/>
                </a:lnTo>
                <a:lnTo>
                  <a:pt x="8791478" y="4290577"/>
                </a:lnTo>
                <a:lnTo>
                  <a:pt x="8794515" y="4290625"/>
                </a:lnTo>
                <a:lnTo>
                  <a:pt x="8797471" y="4290671"/>
                </a:lnTo>
                <a:lnTo>
                  <a:pt x="8800505" y="4290717"/>
                </a:lnTo>
                <a:lnTo>
                  <a:pt x="8803526" y="4290717"/>
                </a:lnTo>
                <a:lnTo>
                  <a:pt x="8806499" y="4290763"/>
                </a:lnTo>
                <a:lnTo>
                  <a:pt x="8809517" y="4290810"/>
                </a:lnTo>
                <a:lnTo>
                  <a:pt x="8812553" y="4290810"/>
                </a:lnTo>
                <a:lnTo>
                  <a:pt x="8815574" y="4290845"/>
                </a:lnTo>
                <a:lnTo>
                  <a:pt x="8818545" y="4290892"/>
                </a:lnTo>
                <a:lnTo>
                  <a:pt x="8821581" y="4290892"/>
                </a:lnTo>
                <a:lnTo>
                  <a:pt x="8824602" y="4290938"/>
                </a:lnTo>
                <a:lnTo>
                  <a:pt x="8827572" y="4290984"/>
                </a:lnTo>
                <a:lnTo>
                  <a:pt x="8830593" y="4290984"/>
                </a:lnTo>
                <a:lnTo>
                  <a:pt x="8836648" y="4291078"/>
                </a:lnTo>
                <a:lnTo>
                  <a:pt x="8839621" y="4291078"/>
                </a:lnTo>
                <a:lnTo>
                  <a:pt x="8842641" y="4291124"/>
                </a:lnTo>
                <a:lnTo>
                  <a:pt x="8845675" y="4291124"/>
                </a:lnTo>
                <a:lnTo>
                  <a:pt x="8848632" y="4291170"/>
                </a:lnTo>
                <a:lnTo>
                  <a:pt x="8851669" y="4291216"/>
                </a:lnTo>
                <a:lnTo>
                  <a:pt x="8854687" y="4291216"/>
                </a:lnTo>
                <a:lnTo>
                  <a:pt x="8857723" y="4291263"/>
                </a:lnTo>
                <a:lnTo>
                  <a:pt x="8860680" y="4291263"/>
                </a:lnTo>
                <a:lnTo>
                  <a:pt x="8866735" y="4291343"/>
                </a:lnTo>
                <a:lnTo>
                  <a:pt x="8869707" y="4291343"/>
                </a:lnTo>
                <a:lnTo>
                  <a:pt x="8872726" y="4291391"/>
                </a:lnTo>
                <a:lnTo>
                  <a:pt x="8875763" y="4291391"/>
                </a:lnTo>
                <a:lnTo>
                  <a:pt x="8878733" y="4291437"/>
                </a:lnTo>
                <a:lnTo>
                  <a:pt x="8881753" y="4291437"/>
                </a:lnTo>
                <a:lnTo>
                  <a:pt x="8884790" y="4291483"/>
                </a:lnTo>
                <a:lnTo>
                  <a:pt x="8887809" y="4291483"/>
                </a:lnTo>
                <a:lnTo>
                  <a:pt x="8890781" y="4291529"/>
                </a:lnTo>
                <a:lnTo>
                  <a:pt x="8893799" y="4291529"/>
                </a:lnTo>
                <a:lnTo>
                  <a:pt x="8896836" y="4291576"/>
                </a:lnTo>
                <a:lnTo>
                  <a:pt x="8899793" y="4291576"/>
                </a:lnTo>
                <a:lnTo>
                  <a:pt x="8902827" y="4291622"/>
                </a:lnTo>
                <a:lnTo>
                  <a:pt x="8905847" y="4291622"/>
                </a:lnTo>
                <a:lnTo>
                  <a:pt x="8908884" y="4291668"/>
                </a:lnTo>
                <a:lnTo>
                  <a:pt x="8911839" y="4291668"/>
                </a:lnTo>
                <a:lnTo>
                  <a:pt x="8914875" y="4291714"/>
                </a:lnTo>
                <a:lnTo>
                  <a:pt x="8917895" y="4291714"/>
                </a:lnTo>
                <a:lnTo>
                  <a:pt x="8920866" y="4291762"/>
                </a:lnTo>
                <a:lnTo>
                  <a:pt x="8923887" y="4291762"/>
                </a:lnTo>
                <a:lnTo>
                  <a:pt x="8926923" y="4291808"/>
                </a:lnTo>
                <a:lnTo>
                  <a:pt x="8929944" y="4291808"/>
                </a:lnTo>
                <a:lnTo>
                  <a:pt x="8932914" y="4291843"/>
                </a:lnTo>
                <a:lnTo>
                  <a:pt x="8935951" y="4291843"/>
                </a:lnTo>
                <a:lnTo>
                  <a:pt x="8938969" y="4291889"/>
                </a:lnTo>
                <a:lnTo>
                  <a:pt x="8941942" y="4291889"/>
                </a:lnTo>
                <a:lnTo>
                  <a:pt x="8944963" y="4291935"/>
                </a:lnTo>
                <a:lnTo>
                  <a:pt x="8947997" y="4291935"/>
                </a:lnTo>
                <a:lnTo>
                  <a:pt x="8951017" y="4291981"/>
                </a:lnTo>
                <a:lnTo>
                  <a:pt x="8957009" y="4291981"/>
                </a:lnTo>
                <a:lnTo>
                  <a:pt x="8960045" y="4292029"/>
                </a:lnTo>
                <a:lnTo>
                  <a:pt x="8963001" y="4292029"/>
                </a:lnTo>
                <a:lnTo>
                  <a:pt x="8966036" y="4292075"/>
                </a:lnTo>
                <a:lnTo>
                  <a:pt x="8972093" y="4292075"/>
                </a:lnTo>
                <a:lnTo>
                  <a:pt x="8975047" y="4292121"/>
                </a:lnTo>
                <a:lnTo>
                  <a:pt x="8978084" y="4292121"/>
                </a:lnTo>
                <a:lnTo>
                  <a:pt x="8981105" y="4292167"/>
                </a:lnTo>
                <a:lnTo>
                  <a:pt x="8987112" y="4292167"/>
                </a:lnTo>
                <a:lnTo>
                  <a:pt x="8990132" y="4292214"/>
                </a:lnTo>
                <a:lnTo>
                  <a:pt x="8993103" y="4292214"/>
                </a:lnTo>
                <a:lnTo>
                  <a:pt x="8996123" y="4292260"/>
                </a:lnTo>
                <a:lnTo>
                  <a:pt x="9002178" y="4292260"/>
                </a:lnTo>
                <a:lnTo>
                  <a:pt x="9005151" y="4292306"/>
                </a:lnTo>
                <a:lnTo>
                  <a:pt x="9011206" y="4292306"/>
                </a:lnTo>
                <a:lnTo>
                  <a:pt x="9014162" y="4292342"/>
                </a:lnTo>
                <a:lnTo>
                  <a:pt x="9020217" y="4292342"/>
                </a:lnTo>
                <a:lnTo>
                  <a:pt x="9023254" y="4292388"/>
                </a:lnTo>
                <a:lnTo>
                  <a:pt x="9026208" y="4292388"/>
                </a:lnTo>
                <a:lnTo>
                  <a:pt x="9029245" y="4293838"/>
                </a:lnTo>
                <a:lnTo>
                  <a:pt x="5646270" y="4293838"/>
                </a:lnTo>
                <a:lnTo>
                  <a:pt x="5646274" y="4290847"/>
                </a:lnTo>
                <a:lnTo>
                  <a:pt x="5643247" y="4290847"/>
                </a:lnTo>
                <a:lnTo>
                  <a:pt x="5643250" y="4293838"/>
                </a:lnTo>
                <a:lnTo>
                  <a:pt x="3388966" y="4293838"/>
                </a:lnTo>
                <a:lnTo>
                  <a:pt x="3388969" y="4291392"/>
                </a:lnTo>
                <a:lnTo>
                  <a:pt x="3382970" y="4291392"/>
                </a:lnTo>
                <a:lnTo>
                  <a:pt x="3382973" y="4294383"/>
                </a:lnTo>
                <a:lnTo>
                  <a:pt x="0" y="4294383"/>
                </a:lnTo>
                <a:lnTo>
                  <a:pt x="3029" y="4292933"/>
                </a:lnTo>
                <a:lnTo>
                  <a:pt x="5993" y="4292933"/>
                </a:lnTo>
                <a:lnTo>
                  <a:pt x="9022" y="4292887"/>
                </a:lnTo>
                <a:lnTo>
                  <a:pt x="15077" y="4292887"/>
                </a:lnTo>
                <a:lnTo>
                  <a:pt x="18041" y="4292851"/>
                </a:lnTo>
                <a:lnTo>
                  <a:pt x="24098" y="4292851"/>
                </a:lnTo>
                <a:lnTo>
                  <a:pt x="27063" y="4292805"/>
                </a:lnTo>
                <a:lnTo>
                  <a:pt x="33120" y="4292805"/>
                </a:lnTo>
                <a:lnTo>
                  <a:pt x="36147" y="4292759"/>
                </a:lnTo>
                <a:lnTo>
                  <a:pt x="39113" y="4292759"/>
                </a:lnTo>
                <a:lnTo>
                  <a:pt x="42139" y="4292712"/>
                </a:lnTo>
                <a:lnTo>
                  <a:pt x="48133" y="4292712"/>
                </a:lnTo>
                <a:lnTo>
                  <a:pt x="51161" y="4292666"/>
                </a:lnTo>
                <a:lnTo>
                  <a:pt x="54190" y="4292666"/>
                </a:lnTo>
                <a:lnTo>
                  <a:pt x="57154" y="4292620"/>
                </a:lnTo>
                <a:lnTo>
                  <a:pt x="63211" y="4292620"/>
                </a:lnTo>
                <a:lnTo>
                  <a:pt x="66238" y="4292574"/>
                </a:lnTo>
                <a:lnTo>
                  <a:pt x="69202" y="4292574"/>
                </a:lnTo>
                <a:lnTo>
                  <a:pt x="72231" y="4292526"/>
                </a:lnTo>
                <a:lnTo>
                  <a:pt x="78222" y="4292526"/>
                </a:lnTo>
                <a:lnTo>
                  <a:pt x="81250" y="4292480"/>
                </a:lnTo>
                <a:lnTo>
                  <a:pt x="84279" y="4292480"/>
                </a:lnTo>
                <a:lnTo>
                  <a:pt x="87307" y="4292434"/>
                </a:lnTo>
                <a:lnTo>
                  <a:pt x="90272" y="4292434"/>
                </a:lnTo>
                <a:lnTo>
                  <a:pt x="93300" y="4292388"/>
                </a:lnTo>
                <a:lnTo>
                  <a:pt x="96327" y="4292388"/>
                </a:lnTo>
                <a:lnTo>
                  <a:pt x="99293" y="4292353"/>
                </a:lnTo>
                <a:lnTo>
                  <a:pt x="102320" y="4292353"/>
                </a:lnTo>
                <a:lnTo>
                  <a:pt x="105348" y="4292307"/>
                </a:lnTo>
                <a:lnTo>
                  <a:pt x="108377" y="4292307"/>
                </a:lnTo>
                <a:lnTo>
                  <a:pt x="111341" y="4292259"/>
                </a:lnTo>
                <a:lnTo>
                  <a:pt x="114370" y="4292259"/>
                </a:lnTo>
                <a:lnTo>
                  <a:pt x="117399" y="4292213"/>
                </a:lnTo>
                <a:lnTo>
                  <a:pt x="120363" y="4292213"/>
                </a:lnTo>
                <a:lnTo>
                  <a:pt x="123392" y="4292167"/>
                </a:lnTo>
                <a:lnTo>
                  <a:pt x="126418" y="4292167"/>
                </a:lnTo>
                <a:lnTo>
                  <a:pt x="129447" y="4292121"/>
                </a:lnTo>
                <a:lnTo>
                  <a:pt x="132411" y="4292121"/>
                </a:lnTo>
                <a:lnTo>
                  <a:pt x="135440" y="4292074"/>
                </a:lnTo>
                <a:lnTo>
                  <a:pt x="138468" y="4292074"/>
                </a:lnTo>
                <a:lnTo>
                  <a:pt x="141433" y="4292028"/>
                </a:lnTo>
                <a:lnTo>
                  <a:pt x="144461" y="4292028"/>
                </a:lnTo>
                <a:lnTo>
                  <a:pt x="147488" y="4291982"/>
                </a:lnTo>
                <a:lnTo>
                  <a:pt x="150516" y="4291982"/>
                </a:lnTo>
                <a:lnTo>
                  <a:pt x="153481" y="4291936"/>
                </a:lnTo>
                <a:lnTo>
                  <a:pt x="156509" y="4291936"/>
                </a:lnTo>
                <a:lnTo>
                  <a:pt x="159538" y="4291888"/>
                </a:lnTo>
                <a:lnTo>
                  <a:pt x="162502" y="4291888"/>
                </a:lnTo>
                <a:lnTo>
                  <a:pt x="168559" y="4291808"/>
                </a:lnTo>
                <a:lnTo>
                  <a:pt x="171586" y="4291808"/>
                </a:lnTo>
                <a:lnTo>
                  <a:pt x="174552" y="4291761"/>
                </a:lnTo>
                <a:lnTo>
                  <a:pt x="177579" y="4291761"/>
                </a:lnTo>
                <a:lnTo>
                  <a:pt x="180607" y="4291715"/>
                </a:lnTo>
                <a:lnTo>
                  <a:pt x="183572" y="4291669"/>
                </a:lnTo>
                <a:lnTo>
                  <a:pt x="186600" y="4291669"/>
                </a:lnTo>
                <a:lnTo>
                  <a:pt x="189629" y="4291623"/>
                </a:lnTo>
                <a:lnTo>
                  <a:pt x="192594" y="4291623"/>
                </a:lnTo>
                <a:lnTo>
                  <a:pt x="198651" y="4291529"/>
                </a:lnTo>
                <a:lnTo>
                  <a:pt x="201677" y="4291529"/>
                </a:lnTo>
                <a:lnTo>
                  <a:pt x="204644" y="4291483"/>
                </a:lnTo>
                <a:lnTo>
                  <a:pt x="207670" y="4291437"/>
                </a:lnTo>
                <a:lnTo>
                  <a:pt x="210699" y="4291437"/>
                </a:lnTo>
                <a:lnTo>
                  <a:pt x="213663" y="4291390"/>
                </a:lnTo>
                <a:lnTo>
                  <a:pt x="216692" y="4291355"/>
                </a:lnTo>
                <a:lnTo>
                  <a:pt x="219720" y="4291355"/>
                </a:lnTo>
                <a:lnTo>
                  <a:pt x="222749" y="4291308"/>
                </a:lnTo>
                <a:lnTo>
                  <a:pt x="225713" y="4291262"/>
                </a:lnTo>
                <a:lnTo>
                  <a:pt x="228742" y="4291262"/>
                </a:lnTo>
                <a:lnTo>
                  <a:pt x="231768" y="4291216"/>
                </a:lnTo>
                <a:lnTo>
                  <a:pt x="234733" y="4291170"/>
                </a:lnTo>
                <a:lnTo>
                  <a:pt x="237761" y="4291122"/>
                </a:lnTo>
                <a:lnTo>
                  <a:pt x="240788" y="4291122"/>
                </a:lnTo>
                <a:lnTo>
                  <a:pt x="243818" y="4291076"/>
                </a:lnTo>
                <a:lnTo>
                  <a:pt x="246781" y="4291030"/>
                </a:lnTo>
                <a:lnTo>
                  <a:pt x="249809" y="4290984"/>
                </a:lnTo>
                <a:lnTo>
                  <a:pt x="252838" y="4290984"/>
                </a:lnTo>
                <a:lnTo>
                  <a:pt x="255802" y="4290937"/>
                </a:lnTo>
                <a:lnTo>
                  <a:pt x="261858" y="4290857"/>
                </a:lnTo>
                <a:lnTo>
                  <a:pt x="264886" y="4290857"/>
                </a:lnTo>
                <a:lnTo>
                  <a:pt x="267850" y="4290809"/>
                </a:lnTo>
                <a:lnTo>
                  <a:pt x="273908" y="4290717"/>
                </a:lnTo>
                <a:lnTo>
                  <a:pt x="276872" y="4290671"/>
                </a:lnTo>
                <a:lnTo>
                  <a:pt x="279901" y="4290671"/>
                </a:lnTo>
                <a:lnTo>
                  <a:pt x="285956" y="4290578"/>
                </a:lnTo>
                <a:lnTo>
                  <a:pt x="288922" y="4290532"/>
                </a:lnTo>
                <a:lnTo>
                  <a:pt x="294977" y="4290438"/>
                </a:lnTo>
                <a:lnTo>
                  <a:pt x="297942" y="4290404"/>
                </a:lnTo>
                <a:lnTo>
                  <a:pt x="300970" y="4290404"/>
                </a:lnTo>
                <a:lnTo>
                  <a:pt x="303999" y="4290357"/>
                </a:lnTo>
                <a:lnTo>
                  <a:pt x="306963" y="4290311"/>
                </a:lnTo>
                <a:lnTo>
                  <a:pt x="316047" y="4290171"/>
                </a:lnTo>
                <a:lnTo>
                  <a:pt x="319011" y="4290125"/>
                </a:lnTo>
                <a:lnTo>
                  <a:pt x="325068" y="4290033"/>
                </a:lnTo>
                <a:lnTo>
                  <a:pt x="328033" y="4289985"/>
                </a:lnTo>
                <a:lnTo>
                  <a:pt x="337117" y="4289858"/>
                </a:lnTo>
                <a:lnTo>
                  <a:pt x="340083" y="4289812"/>
                </a:lnTo>
                <a:lnTo>
                  <a:pt x="346138" y="4289720"/>
                </a:lnTo>
                <a:lnTo>
                  <a:pt x="349103" y="4289672"/>
                </a:lnTo>
                <a:lnTo>
                  <a:pt x="358188" y="4289534"/>
                </a:lnTo>
                <a:lnTo>
                  <a:pt x="361153" y="4289487"/>
                </a:lnTo>
                <a:lnTo>
                  <a:pt x="367208" y="4289405"/>
                </a:lnTo>
                <a:lnTo>
                  <a:pt x="370174" y="4289359"/>
                </a:lnTo>
                <a:lnTo>
                  <a:pt x="379258" y="4289220"/>
                </a:lnTo>
                <a:lnTo>
                  <a:pt x="382222" y="4289174"/>
                </a:lnTo>
                <a:lnTo>
                  <a:pt x="385251" y="4289082"/>
                </a:lnTo>
                <a:lnTo>
                  <a:pt x="388277" y="4289034"/>
                </a:lnTo>
                <a:lnTo>
                  <a:pt x="391244" y="4288988"/>
                </a:lnTo>
                <a:lnTo>
                  <a:pt x="400328" y="4288860"/>
                </a:lnTo>
                <a:lnTo>
                  <a:pt x="403292" y="4288768"/>
                </a:lnTo>
                <a:lnTo>
                  <a:pt x="409349" y="4288675"/>
                </a:lnTo>
                <a:lnTo>
                  <a:pt x="412312" y="4288629"/>
                </a:lnTo>
                <a:lnTo>
                  <a:pt x="415340" y="4288583"/>
                </a:lnTo>
                <a:lnTo>
                  <a:pt x="418369" y="4288489"/>
                </a:lnTo>
                <a:lnTo>
                  <a:pt x="421395" y="4288454"/>
                </a:lnTo>
                <a:lnTo>
                  <a:pt x="424362" y="4288408"/>
                </a:lnTo>
                <a:lnTo>
                  <a:pt x="427388" y="4288316"/>
                </a:lnTo>
                <a:lnTo>
                  <a:pt x="430417" y="4288268"/>
                </a:lnTo>
                <a:lnTo>
                  <a:pt x="433381" y="4288222"/>
                </a:lnTo>
                <a:lnTo>
                  <a:pt x="436410" y="4288176"/>
                </a:lnTo>
                <a:lnTo>
                  <a:pt x="439438" y="4288083"/>
                </a:lnTo>
                <a:lnTo>
                  <a:pt x="442403" y="4288037"/>
                </a:lnTo>
                <a:lnTo>
                  <a:pt x="445431" y="4288003"/>
                </a:lnTo>
                <a:lnTo>
                  <a:pt x="448458" y="4287909"/>
                </a:lnTo>
                <a:lnTo>
                  <a:pt x="451486" y="4287863"/>
                </a:lnTo>
                <a:lnTo>
                  <a:pt x="454451" y="4287770"/>
                </a:lnTo>
                <a:lnTo>
                  <a:pt x="460508" y="4287678"/>
                </a:lnTo>
                <a:lnTo>
                  <a:pt x="463472" y="4287584"/>
                </a:lnTo>
                <a:lnTo>
                  <a:pt x="466501" y="4287538"/>
                </a:lnTo>
                <a:lnTo>
                  <a:pt x="469530" y="4287456"/>
                </a:lnTo>
                <a:lnTo>
                  <a:pt x="472556" y="4287410"/>
                </a:lnTo>
                <a:lnTo>
                  <a:pt x="475522" y="4287317"/>
                </a:lnTo>
                <a:lnTo>
                  <a:pt x="478549" y="4287271"/>
                </a:lnTo>
                <a:lnTo>
                  <a:pt x="481577" y="4287179"/>
                </a:lnTo>
                <a:lnTo>
                  <a:pt x="484542" y="4287131"/>
                </a:lnTo>
                <a:lnTo>
                  <a:pt x="487570" y="4287050"/>
                </a:lnTo>
                <a:lnTo>
                  <a:pt x="490599" y="4287004"/>
                </a:lnTo>
                <a:lnTo>
                  <a:pt x="493628" y="4286912"/>
                </a:lnTo>
                <a:lnTo>
                  <a:pt x="496592" y="4286864"/>
                </a:lnTo>
                <a:lnTo>
                  <a:pt x="502647" y="4286679"/>
                </a:lnTo>
                <a:lnTo>
                  <a:pt x="505614" y="4286633"/>
                </a:lnTo>
                <a:lnTo>
                  <a:pt x="511669" y="4286459"/>
                </a:lnTo>
                <a:lnTo>
                  <a:pt x="514697" y="4286413"/>
                </a:lnTo>
                <a:lnTo>
                  <a:pt x="517662" y="4286320"/>
                </a:lnTo>
                <a:lnTo>
                  <a:pt x="520690" y="4286228"/>
                </a:lnTo>
                <a:lnTo>
                  <a:pt x="523717" y="4286180"/>
                </a:lnTo>
                <a:lnTo>
                  <a:pt x="526683" y="4286088"/>
                </a:lnTo>
                <a:lnTo>
                  <a:pt x="529710" y="4286006"/>
                </a:lnTo>
                <a:lnTo>
                  <a:pt x="532738" y="4285960"/>
                </a:lnTo>
                <a:lnTo>
                  <a:pt x="535767" y="4285867"/>
                </a:lnTo>
                <a:lnTo>
                  <a:pt x="538731" y="4285775"/>
                </a:lnTo>
                <a:lnTo>
                  <a:pt x="544789" y="4285589"/>
                </a:lnTo>
                <a:lnTo>
                  <a:pt x="547753" y="4285554"/>
                </a:lnTo>
                <a:lnTo>
                  <a:pt x="553808" y="4285368"/>
                </a:lnTo>
                <a:lnTo>
                  <a:pt x="556775" y="4285276"/>
                </a:lnTo>
                <a:lnTo>
                  <a:pt x="565858" y="4285009"/>
                </a:lnTo>
                <a:lnTo>
                  <a:pt x="568823" y="4284915"/>
                </a:lnTo>
                <a:lnTo>
                  <a:pt x="574880" y="4284730"/>
                </a:lnTo>
                <a:lnTo>
                  <a:pt x="577838" y="4284638"/>
                </a:lnTo>
                <a:lnTo>
                  <a:pt x="586930" y="4284371"/>
                </a:lnTo>
                <a:lnTo>
                  <a:pt x="589884" y="4284277"/>
                </a:lnTo>
                <a:lnTo>
                  <a:pt x="595941" y="4284104"/>
                </a:lnTo>
                <a:lnTo>
                  <a:pt x="598912" y="4284010"/>
                </a:lnTo>
                <a:lnTo>
                  <a:pt x="608003" y="4283733"/>
                </a:lnTo>
                <a:lnTo>
                  <a:pt x="610960" y="4283605"/>
                </a:lnTo>
                <a:lnTo>
                  <a:pt x="617015" y="4283419"/>
                </a:lnTo>
                <a:lnTo>
                  <a:pt x="619987" y="4283326"/>
                </a:lnTo>
                <a:lnTo>
                  <a:pt x="623008" y="4283188"/>
                </a:lnTo>
                <a:lnTo>
                  <a:pt x="629063" y="4283013"/>
                </a:lnTo>
                <a:lnTo>
                  <a:pt x="632034" y="4282921"/>
                </a:lnTo>
                <a:lnTo>
                  <a:pt x="635054" y="4282781"/>
                </a:lnTo>
                <a:lnTo>
                  <a:pt x="638091" y="4282688"/>
                </a:lnTo>
                <a:lnTo>
                  <a:pt x="641045" y="4282560"/>
                </a:lnTo>
                <a:lnTo>
                  <a:pt x="647102" y="4282375"/>
                </a:lnTo>
                <a:lnTo>
                  <a:pt x="650139" y="4282237"/>
                </a:lnTo>
                <a:lnTo>
                  <a:pt x="653093" y="4282155"/>
                </a:lnTo>
                <a:lnTo>
                  <a:pt x="656130" y="4282015"/>
                </a:lnTo>
                <a:lnTo>
                  <a:pt x="659165" y="4281922"/>
                </a:lnTo>
                <a:lnTo>
                  <a:pt x="662121" y="4281784"/>
                </a:lnTo>
                <a:lnTo>
                  <a:pt x="665157" y="4281702"/>
                </a:lnTo>
                <a:lnTo>
                  <a:pt x="668176" y="4281563"/>
                </a:lnTo>
                <a:lnTo>
                  <a:pt x="671212" y="4281469"/>
                </a:lnTo>
                <a:lnTo>
                  <a:pt x="674169" y="4281331"/>
                </a:lnTo>
                <a:lnTo>
                  <a:pt x="677204" y="4281204"/>
                </a:lnTo>
                <a:lnTo>
                  <a:pt x="680224" y="4281110"/>
                </a:lnTo>
                <a:lnTo>
                  <a:pt x="683196" y="4280971"/>
                </a:lnTo>
                <a:lnTo>
                  <a:pt x="686215" y="4280832"/>
                </a:lnTo>
                <a:lnTo>
                  <a:pt x="689251" y="4280751"/>
                </a:lnTo>
                <a:lnTo>
                  <a:pt x="692208" y="4280611"/>
                </a:lnTo>
                <a:lnTo>
                  <a:pt x="701300" y="4280205"/>
                </a:lnTo>
                <a:lnTo>
                  <a:pt x="704254" y="4280113"/>
                </a:lnTo>
                <a:lnTo>
                  <a:pt x="710311" y="4279834"/>
                </a:lnTo>
                <a:lnTo>
                  <a:pt x="713282" y="4279706"/>
                </a:lnTo>
                <a:lnTo>
                  <a:pt x="722373" y="4279301"/>
                </a:lnTo>
                <a:lnTo>
                  <a:pt x="725330" y="4279161"/>
                </a:lnTo>
                <a:lnTo>
                  <a:pt x="731385" y="4278882"/>
                </a:lnTo>
                <a:lnTo>
                  <a:pt x="734357" y="4278755"/>
                </a:lnTo>
                <a:lnTo>
                  <a:pt x="743433" y="4278349"/>
                </a:lnTo>
                <a:lnTo>
                  <a:pt x="746403" y="4278164"/>
                </a:lnTo>
                <a:lnTo>
                  <a:pt x="752460" y="4277885"/>
                </a:lnTo>
                <a:lnTo>
                  <a:pt x="755414" y="4277757"/>
                </a:lnTo>
                <a:lnTo>
                  <a:pt x="758451" y="4277618"/>
                </a:lnTo>
                <a:lnTo>
                  <a:pt x="761472" y="4277432"/>
                </a:lnTo>
                <a:lnTo>
                  <a:pt x="764506" y="4277305"/>
                </a:lnTo>
                <a:lnTo>
                  <a:pt x="767479" y="4277165"/>
                </a:lnTo>
                <a:lnTo>
                  <a:pt x="770500" y="4276980"/>
                </a:lnTo>
                <a:lnTo>
                  <a:pt x="773534" y="4276852"/>
                </a:lnTo>
                <a:lnTo>
                  <a:pt x="776490" y="4276666"/>
                </a:lnTo>
                <a:lnTo>
                  <a:pt x="779525" y="4276527"/>
                </a:lnTo>
                <a:lnTo>
                  <a:pt x="782546" y="4276353"/>
                </a:lnTo>
                <a:lnTo>
                  <a:pt x="785582" y="4276214"/>
                </a:lnTo>
                <a:lnTo>
                  <a:pt x="788539" y="4276028"/>
                </a:lnTo>
                <a:lnTo>
                  <a:pt x="791573" y="4275901"/>
                </a:lnTo>
                <a:lnTo>
                  <a:pt x="794594" y="4275715"/>
                </a:lnTo>
                <a:lnTo>
                  <a:pt x="797564" y="4275529"/>
                </a:lnTo>
                <a:lnTo>
                  <a:pt x="800584" y="4275402"/>
                </a:lnTo>
                <a:lnTo>
                  <a:pt x="806641" y="4275031"/>
                </a:lnTo>
                <a:lnTo>
                  <a:pt x="809612" y="4274903"/>
                </a:lnTo>
                <a:lnTo>
                  <a:pt x="815669" y="4274532"/>
                </a:lnTo>
                <a:lnTo>
                  <a:pt x="818623" y="4274357"/>
                </a:lnTo>
                <a:lnTo>
                  <a:pt x="824695" y="4273986"/>
                </a:lnTo>
                <a:lnTo>
                  <a:pt x="827651" y="4273812"/>
                </a:lnTo>
                <a:lnTo>
                  <a:pt x="836743" y="4273268"/>
                </a:lnTo>
                <a:lnTo>
                  <a:pt x="839699" y="4273082"/>
                </a:lnTo>
                <a:lnTo>
                  <a:pt x="845754" y="4272721"/>
                </a:lnTo>
                <a:lnTo>
                  <a:pt x="848725" y="4272548"/>
                </a:lnTo>
                <a:lnTo>
                  <a:pt x="851745" y="4272362"/>
                </a:lnTo>
                <a:lnTo>
                  <a:pt x="854782" y="4272131"/>
                </a:lnTo>
                <a:lnTo>
                  <a:pt x="857802" y="4271956"/>
                </a:lnTo>
                <a:lnTo>
                  <a:pt x="860773" y="4271770"/>
                </a:lnTo>
                <a:lnTo>
                  <a:pt x="863793" y="4271585"/>
                </a:lnTo>
                <a:lnTo>
                  <a:pt x="866830" y="4271365"/>
                </a:lnTo>
                <a:lnTo>
                  <a:pt x="869784" y="4271179"/>
                </a:lnTo>
                <a:lnTo>
                  <a:pt x="872821" y="4270958"/>
                </a:lnTo>
                <a:lnTo>
                  <a:pt x="875842" y="4270773"/>
                </a:lnTo>
                <a:lnTo>
                  <a:pt x="878876" y="4270552"/>
                </a:lnTo>
                <a:lnTo>
                  <a:pt x="881849" y="4270366"/>
                </a:lnTo>
                <a:lnTo>
                  <a:pt x="884869" y="4270134"/>
                </a:lnTo>
                <a:lnTo>
                  <a:pt x="887904" y="4269961"/>
                </a:lnTo>
                <a:lnTo>
                  <a:pt x="890860" y="4269728"/>
                </a:lnTo>
                <a:lnTo>
                  <a:pt x="893895" y="4269508"/>
                </a:lnTo>
                <a:lnTo>
                  <a:pt x="896915" y="4269323"/>
                </a:lnTo>
                <a:lnTo>
                  <a:pt x="899952" y="4269101"/>
                </a:lnTo>
                <a:lnTo>
                  <a:pt x="902906" y="4268870"/>
                </a:lnTo>
                <a:lnTo>
                  <a:pt x="908963" y="4268417"/>
                </a:lnTo>
                <a:lnTo>
                  <a:pt x="911934" y="4268186"/>
                </a:lnTo>
                <a:lnTo>
                  <a:pt x="914954" y="4268011"/>
                </a:lnTo>
                <a:lnTo>
                  <a:pt x="921011" y="4267559"/>
                </a:lnTo>
                <a:lnTo>
                  <a:pt x="923982" y="4267326"/>
                </a:lnTo>
                <a:lnTo>
                  <a:pt x="927002" y="4267059"/>
                </a:lnTo>
                <a:lnTo>
                  <a:pt x="930037" y="4266828"/>
                </a:lnTo>
                <a:lnTo>
                  <a:pt x="933010" y="4266608"/>
                </a:lnTo>
                <a:lnTo>
                  <a:pt x="939065" y="4266155"/>
                </a:lnTo>
                <a:lnTo>
                  <a:pt x="942021" y="4265876"/>
                </a:lnTo>
                <a:lnTo>
                  <a:pt x="948076" y="4265424"/>
                </a:lnTo>
                <a:lnTo>
                  <a:pt x="951113" y="4265157"/>
                </a:lnTo>
                <a:lnTo>
                  <a:pt x="954067" y="4264925"/>
                </a:lnTo>
                <a:lnTo>
                  <a:pt x="957104" y="4264658"/>
                </a:lnTo>
                <a:lnTo>
                  <a:pt x="960124" y="4264426"/>
                </a:lnTo>
                <a:lnTo>
                  <a:pt x="963095" y="4264159"/>
                </a:lnTo>
                <a:lnTo>
                  <a:pt x="966115" y="4263882"/>
                </a:lnTo>
                <a:lnTo>
                  <a:pt x="969152" y="4263660"/>
                </a:lnTo>
                <a:lnTo>
                  <a:pt x="972172" y="4263381"/>
                </a:lnTo>
                <a:lnTo>
                  <a:pt x="975143" y="4263116"/>
                </a:lnTo>
                <a:lnTo>
                  <a:pt x="978163" y="4262883"/>
                </a:lnTo>
                <a:lnTo>
                  <a:pt x="981198" y="4262616"/>
                </a:lnTo>
                <a:lnTo>
                  <a:pt x="984154" y="4262350"/>
                </a:lnTo>
                <a:lnTo>
                  <a:pt x="993246" y="4261526"/>
                </a:lnTo>
                <a:lnTo>
                  <a:pt x="996219" y="4261259"/>
                </a:lnTo>
                <a:lnTo>
                  <a:pt x="1002274" y="4260713"/>
                </a:lnTo>
                <a:lnTo>
                  <a:pt x="1005230" y="4260400"/>
                </a:lnTo>
                <a:lnTo>
                  <a:pt x="1014322" y="4259576"/>
                </a:lnTo>
                <a:lnTo>
                  <a:pt x="1017276" y="4259263"/>
                </a:lnTo>
                <a:lnTo>
                  <a:pt x="1020313" y="4258996"/>
                </a:lnTo>
                <a:lnTo>
                  <a:pt x="1023333" y="4258672"/>
                </a:lnTo>
                <a:lnTo>
                  <a:pt x="1026304" y="4258405"/>
                </a:lnTo>
                <a:lnTo>
                  <a:pt x="1032361" y="4257767"/>
                </a:lnTo>
                <a:lnTo>
                  <a:pt x="1035379" y="4257500"/>
                </a:lnTo>
                <a:lnTo>
                  <a:pt x="1038352" y="4257175"/>
                </a:lnTo>
                <a:lnTo>
                  <a:pt x="1044407" y="4256548"/>
                </a:lnTo>
                <a:lnTo>
                  <a:pt x="1047380" y="4256269"/>
                </a:lnTo>
                <a:lnTo>
                  <a:pt x="1056455" y="4255318"/>
                </a:lnTo>
                <a:lnTo>
                  <a:pt x="1059426" y="4255005"/>
                </a:lnTo>
                <a:lnTo>
                  <a:pt x="1062446" y="4254645"/>
                </a:lnTo>
                <a:lnTo>
                  <a:pt x="1065483" y="4254320"/>
                </a:lnTo>
                <a:lnTo>
                  <a:pt x="1068437" y="4254007"/>
                </a:lnTo>
                <a:lnTo>
                  <a:pt x="1071474" y="4253682"/>
                </a:lnTo>
                <a:lnTo>
                  <a:pt x="1074494" y="4253323"/>
                </a:lnTo>
                <a:lnTo>
                  <a:pt x="1077465" y="4253010"/>
                </a:lnTo>
                <a:lnTo>
                  <a:pt x="1080485" y="4252649"/>
                </a:lnTo>
                <a:lnTo>
                  <a:pt x="1083522" y="4252326"/>
                </a:lnTo>
                <a:lnTo>
                  <a:pt x="1086540" y="4251965"/>
                </a:lnTo>
                <a:lnTo>
                  <a:pt x="1089513" y="4251652"/>
                </a:lnTo>
                <a:lnTo>
                  <a:pt x="1095568" y="4250922"/>
                </a:lnTo>
                <a:lnTo>
                  <a:pt x="1098540" y="4250608"/>
                </a:lnTo>
                <a:lnTo>
                  <a:pt x="1107616" y="4249518"/>
                </a:lnTo>
                <a:lnTo>
                  <a:pt x="1110586" y="4249157"/>
                </a:lnTo>
                <a:lnTo>
                  <a:pt x="1116644" y="4248427"/>
                </a:lnTo>
                <a:lnTo>
                  <a:pt x="1119598" y="4248068"/>
                </a:lnTo>
                <a:lnTo>
                  <a:pt x="1122634" y="4247661"/>
                </a:lnTo>
                <a:lnTo>
                  <a:pt x="1128691" y="4246931"/>
                </a:lnTo>
                <a:lnTo>
                  <a:pt x="1131646" y="4246524"/>
                </a:lnTo>
                <a:lnTo>
                  <a:pt x="1134683" y="4246165"/>
                </a:lnTo>
                <a:lnTo>
                  <a:pt x="1137703" y="4245758"/>
                </a:lnTo>
                <a:lnTo>
                  <a:pt x="1140673" y="4245399"/>
                </a:lnTo>
                <a:lnTo>
                  <a:pt x="1149749" y="4244169"/>
                </a:lnTo>
                <a:lnTo>
                  <a:pt x="1152722" y="4243809"/>
                </a:lnTo>
                <a:lnTo>
                  <a:pt x="1158777" y="4242996"/>
                </a:lnTo>
                <a:lnTo>
                  <a:pt x="1161749" y="4242579"/>
                </a:lnTo>
                <a:lnTo>
                  <a:pt x="1164767" y="4242172"/>
                </a:lnTo>
                <a:lnTo>
                  <a:pt x="1167804" y="4241721"/>
                </a:lnTo>
                <a:lnTo>
                  <a:pt x="1170825" y="4241315"/>
                </a:lnTo>
                <a:lnTo>
                  <a:pt x="1173795" y="4240908"/>
                </a:lnTo>
                <a:lnTo>
                  <a:pt x="1176816" y="4240503"/>
                </a:lnTo>
                <a:lnTo>
                  <a:pt x="1179852" y="4240050"/>
                </a:lnTo>
                <a:lnTo>
                  <a:pt x="1182806" y="4239643"/>
                </a:lnTo>
                <a:lnTo>
                  <a:pt x="1188864" y="4238728"/>
                </a:lnTo>
                <a:lnTo>
                  <a:pt x="1191898" y="4238321"/>
                </a:lnTo>
                <a:lnTo>
                  <a:pt x="1194855" y="4237868"/>
                </a:lnTo>
                <a:lnTo>
                  <a:pt x="1200910" y="4236963"/>
                </a:lnTo>
                <a:lnTo>
                  <a:pt x="1203882" y="4236512"/>
                </a:lnTo>
                <a:lnTo>
                  <a:pt x="1209937" y="4235606"/>
                </a:lnTo>
                <a:lnTo>
                  <a:pt x="1212910" y="4235154"/>
                </a:lnTo>
                <a:lnTo>
                  <a:pt x="1215928" y="4234701"/>
                </a:lnTo>
                <a:lnTo>
                  <a:pt x="1218965" y="4234202"/>
                </a:lnTo>
                <a:lnTo>
                  <a:pt x="1221986" y="4233750"/>
                </a:lnTo>
                <a:lnTo>
                  <a:pt x="1224956" y="4233251"/>
                </a:lnTo>
                <a:lnTo>
                  <a:pt x="1227976" y="4232798"/>
                </a:lnTo>
                <a:lnTo>
                  <a:pt x="1231013" y="4232300"/>
                </a:lnTo>
                <a:lnTo>
                  <a:pt x="1233967" y="4231847"/>
                </a:lnTo>
                <a:lnTo>
                  <a:pt x="1243059" y="4230351"/>
                </a:lnTo>
                <a:lnTo>
                  <a:pt x="1246016" y="4229851"/>
                </a:lnTo>
                <a:lnTo>
                  <a:pt x="1252070" y="4228853"/>
                </a:lnTo>
                <a:lnTo>
                  <a:pt x="1255043" y="4228355"/>
                </a:lnTo>
                <a:lnTo>
                  <a:pt x="1258063" y="4227856"/>
                </a:lnTo>
                <a:lnTo>
                  <a:pt x="1261098" y="4227311"/>
                </a:lnTo>
                <a:lnTo>
                  <a:pt x="1264119" y="4226811"/>
                </a:lnTo>
                <a:lnTo>
                  <a:pt x="1267091" y="4226266"/>
                </a:lnTo>
                <a:lnTo>
                  <a:pt x="1270126" y="4225768"/>
                </a:lnTo>
                <a:lnTo>
                  <a:pt x="1273146" y="4225221"/>
                </a:lnTo>
                <a:lnTo>
                  <a:pt x="1276117" y="4224677"/>
                </a:lnTo>
                <a:lnTo>
                  <a:pt x="1279137" y="4224142"/>
                </a:lnTo>
                <a:lnTo>
                  <a:pt x="1282174" y="4223644"/>
                </a:lnTo>
                <a:lnTo>
                  <a:pt x="1285194" y="4223099"/>
                </a:lnTo>
                <a:lnTo>
                  <a:pt x="1288165" y="4222507"/>
                </a:lnTo>
                <a:lnTo>
                  <a:pt x="1294220" y="4221416"/>
                </a:lnTo>
                <a:lnTo>
                  <a:pt x="1297176" y="4220871"/>
                </a:lnTo>
                <a:lnTo>
                  <a:pt x="1300213" y="4220291"/>
                </a:lnTo>
                <a:lnTo>
                  <a:pt x="1303233" y="4219746"/>
                </a:lnTo>
                <a:lnTo>
                  <a:pt x="1306268" y="4219154"/>
                </a:lnTo>
                <a:lnTo>
                  <a:pt x="1309224" y="4218609"/>
                </a:lnTo>
                <a:lnTo>
                  <a:pt x="1315279" y="4217437"/>
                </a:lnTo>
                <a:lnTo>
                  <a:pt x="1318252" y="4216845"/>
                </a:lnTo>
                <a:lnTo>
                  <a:pt x="1324307" y="4215662"/>
                </a:lnTo>
                <a:lnTo>
                  <a:pt x="1327278" y="4215070"/>
                </a:lnTo>
                <a:lnTo>
                  <a:pt x="1333335" y="4213899"/>
                </a:lnTo>
                <a:lnTo>
                  <a:pt x="1336355" y="4213260"/>
                </a:lnTo>
                <a:lnTo>
                  <a:pt x="1339326" y="4212668"/>
                </a:lnTo>
                <a:lnTo>
                  <a:pt x="1345383" y="4211404"/>
                </a:lnTo>
                <a:lnTo>
                  <a:pt x="1348337" y="4210811"/>
                </a:lnTo>
                <a:lnTo>
                  <a:pt x="1357429" y="4208909"/>
                </a:lnTo>
                <a:lnTo>
                  <a:pt x="1360385" y="4208271"/>
                </a:lnTo>
                <a:lnTo>
                  <a:pt x="1363420" y="4207598"/>
                </a:lnTo>
                <a:lnTo>
                  <a:pt x="1366440" y="4206960"/>
                </a:lnTo>
                <a:lnTo>
                  <a:pt x="1369413" y="4206322"/>
                </a:lnTo>
                <a:lnTo>
                  <a:pt x="1372431" y="4205649"/>
                </a:lnTo>
                <a:lnTo>
                  <a:pt x="1375468" y="4205011"/>
                </a:lnTo>
                <a:lnTo>
                  <a:pt x="1378488" y="4204337"/>
                </a:lnTo>
                <a:lnTo>
                  <a:pt x="1381459" y="4203653"/>
                </a:lnTo>
                <a:lnTo>
                  <a:pt x="1387516" y="4202295"/>
                </a:lnTo>
                <a:lnTo>
                  <a:pt x="1390487" y="4201611"/>
                </a:lnTo>
                <a:lnTo>
                  <a:pt x="1396544" y="4200254"/>
                </a:lnTo>
                <a:lnTo>
                  <a:pt x="1399564" y="4199535"/>
                </a:lnTo>
                <a:lnTo>
                  <a:pt x="1402535" y="4198850"/>
                </a:lnTo>
                <a:lnTo>
                  <a:pt x="1408590" y="4197400"/>
                </a:lnTo>
                <a:lnTo>
                  <a:pt x="1411546" y="4196715"/>
                </a:lnTo>
                <a:lnTo>
                  <a:pt x="1420638" y="4194546"/>
                </a:lnTo>
                <a:lnTo>
                  <a:pt x="1423594" y="4193815"/>
                </a:lnTo>
                <a:lnTo>
                  <a:pt x="1426629" y="4193049"/>
                </a:lnTo>
                <a:lnTo>
                  <a:pt x="1429649" y="4192319"/>
                </a:lnTo>
                <a:lnTo>
                  <a:pt x="1432620" y="4191553"/>
                </a:lnTo>
                <a:lnTo>
                  <a:pt x="1435657" y="4190833"/>
                </a:lnTo>
                <a:lnTo>
                  <a:pt x="1441714" y="4189289"/>
                </a:lnTo>
                <a:lnTo>
                  <a:pt x="1444668" y="4188513"/>
                </a:lnTo>
                <a:lnTo>
                  <a:pt x="1450725" y="4186970"/>
                </a:lnTo>
                <a:lnTo>
                  <a:pt x="1453696" y="4186204"/>
                </a:lnTo>
                <a:lnTo>
                  <a:pt x="1456716" y="4185438"/>
                </a:lnTo>
                <a:lnTo>
                  <a:pt x="1459751" y="4184614"/>
                </a:lnTo>
                <a:lnTo>
                  <a:pt x="1462707" y="4183848"/>
                </a:lnTo>
                <a:lnTo>
                  <a:pt x="1471799" y="4181401"/>
                </a:lnTo>
                <a:lnTo>
                  <a:pt x="1474755" y="4180587"/>
                </a:lnTo>
                <a:lnTo>
                  <a:pt x="1480810" y="4178952"/>
                </a:lnTo>
                <a:lnTo>
                  <a:pt x="1483783" y="4178140"/>
                </a:lnTo>
                <a:lnTo>
                  <a:pt x="1486817" y="4177281"/>
                </a:lnTo>
                <a:lnTo>
                  <a:pt x="1489838" y="4176457"/>
                </a:lnTo>
                <a:lnTo>
                  <a:pt x="1492858" y="4175599"/>
                </a:lnTo>
                <a:lnTo>
                  <a:pt x="1495829" y="4174740"/>
                </a:lnTo>
                <a:lnTo>
                  <a:pt x="1501886" y="4173012"/>
                </a:lnTo>
                <a:lnTo>
                  <a:pt x="1504856" y="4172153"/>
                </a:lnTo>
                <a:lnTo>
                  <a:pt x="1510911" y="4170436"/>
                </a:lnTo>
                <a:lnTo>
                  <a:pt x="1513932" y="4169530"/>
                </a:lnTo>
                <a:lnTo>
                  <a:pt x="1516905" y="4168615"/>
                </a:lnTo>
                <a:lnTo>
                  <a:pt x="1519925" y="4167757"/>
                </a:lnTo>
                <a:lnTo>
                  <a:pt x="1522960" y="4166851"/>
                </a:lnTo>
                <a:lnTo>
                  <a:pt x="1525916" y="4165946"/>
                </a:lnTo>
                <a:lnTo>
                  <a:pt x="1528951" y="4165041"/>
                </a:lnTo>
                <a:lnTo>
                  <a:pt x="1531971" y="4164089"/>
                </a:lnTo>
                <a:lnTo>
                  <a:pt x="1535008" y="4163184"/>
                </a:lnTo>
                <a:lnTo>
                  <a:pt x="1537962" y="4162280"/>
                </a:lnTo>
                <a:lnTo>
                  <a:pt x="1544019" y="4160377"/>
                </a:lnTo>
                <a:lnTo>
                  <a:pt x="1546990" y="4159426"/>
                </a:lnTo>
                <a:lnTo>
                  <a:pt x="1556081" y="4156560"/>
                </a:lnTo>
                <a:lnTo>
                  <a:pt x="1559038" y="4155609"/>
                </a:lnTo>
                <a:lnTo>
                  <a:pt x="1562075" y="4154611"/>
                </a:lnTo>
                <a:lnTo>
                  <a:pt x="1565093" y="4153660"/>
                </a:lnTo>
                <a:lnTo>
                  <a:pt x="1568066" y="4152661"/>
                </a:lnTo>
                <a:lnTo>
                  <a:pt x="1577141" y="4149679"/>
                </a:lnTo>
                <a:lnTo>
                  <a:pt x="1580112" y="4148682"/>
                </a:lnTo>
                <a:lnTo>
                  <a:pt x="1583132" y="4147637"/>
                </a:lnTo>
                <a:lnTo>
                  <a:pt x="1586169" y="4146640"/>
                </a:lnTo>
                <a:lnTo>
                  <a:pt x="1589125" y="4145596"/>
                </a:lnTo>
                <a:lnTo>
                  <a:pt x="1595180" y="4143507"/>
                </a:lnTo>
                <a:lnTo>
                  <a:pt x="1598150" y="4142475"/>
                </a:lnTo>
                <a:lnTo>
                  <a:pt x="1604207" y="4140387"/>
                </a:lnTo>
                <a:lnTo>
                  <a:pt x="1607244" y="4139296"/>
                </a:lnTo>
                <a:lnTo>
                  <a:pt x="1610199" y="4138251"/>
                </a:lnTo>
                <a:lnTo>
                  <a:pt x="1616256" y="4136081"/>
                </a:lnTo>
                <a:lnTo>
                  <a:pt x="1619226" y="4134992"/>
                </a:lnTo>
                <a:lnTo>
                  <a:pt x="1625281" y="4132822"/>
                </a:lnTo>
                <a:lnTo>
                  <a:pt x="1628302" y="4131685"/>
                </a:lnTo>
                <a:lnTo>
                  <a:pt x="1631274" y="4130594"/>
                </a:lnTo>
                <a:lnTo>
                  <a:pt x="1637329" y="4128331"/>
                </a:lnTo>
                <a:lnTo>
                  <a:pt x="1640286" y="4127194"/>
                </a:lnTo>
                <a:lnTo>
                  <a:pt x="1646341" y="4124932"/>
                </a:lnTo>
                <a:lnTo>
                  <a:pt x="1649377" y="4123749"/>
                </a:lnTo>
                <a:lnTo>
                  <a:pt x="1652348" y="4122577"/>
                </a:lnTo>
                <a:lnTo>
                  <a:pt x="1655368" y="4121440"/>
                </a:lnTo>
                <a:lnTo>
                  <a:pt x="1658389" y="4120257"/>
                </a:lnTo>
                <a:lnTo>
                  <a:pt x="1661359" y="4119084"/>
                </a:lnTo>
                <a:lnTo>
                  <a:pt x="1664396" y="4117901"/>
                </a:lnTo>
                <a:lnTo>
                  <a:pt x="1667416" y="4116683"/>
                </a:lnTo>
                <a:lnTo>
                  <a:pt x="1670451" y="4115500"/>
                </a:lnTo>
                <a:lnTo>
                  <a:pt x="1673407" y="4114281"/>
                </a:lnTo>
                <a:lnTo>
                  <a:pt x="1679463" y="4111833"/>
                </a:lnTo>
                <a:lnTo>
                  <a:pt x="1682435" y="4110604"/>
                </a:lnTo>
                <a:lnTo>
                  <a:pt x="1688490" y="4108167"/>
                </a:lnTo>
                <a:lnTo>
                  <a:pt x="1691510" y="4106890"/>
                </a:lnTo>
                <a:lnTo>
                  <a:pt x="1694481" y="4105626"/>
                </a:lnTo>
                <a:lnTo>
                  <a:pt x="1697502" y="4104349"/>
                </a:lnTo>
                <a:lnTo>
                  <a:pt x="1700538" y="4103131"/>
                </a:lnTo>
                <a:lnTo>
                  <a:pt x="1703492" y="4101820"/>
                </a:lnTo>
                <a:lnTo>
                  <a:pt x="1709549" y="4099279"/>
                </a:lnTo>
                <a:lnTo>
                  <a:pt x="1712520" y="4097969"/>
                </a:lnTo>
                <a:lnTo>
                  <a:pt x="1721612" y="4094024"/>
                </a:lnTo>
                <a:lnTo>
                  <a:pt x="1724568" y="4092712"/>
                </a:lnTo>
                <a:lnTo>
                  <a:pt x="1730623" y="4089985"/>
                </a:lnTo>
                <a:lnTo>
                  <a:pt x="1733596" y="4088675"/>
                </a:lnTo>
                <a:lnTo>
                  <a:pt x="1739651" y="4085948"/>
                </a:lnTo>
                <a:lnTo>
                  <a:pt x="1742671" y="4084544"/>
                </a:lnTo>
                <a:lnTo>
                  <a:pt x="1745642" y="4083188"/>
                </a:lnTo>
                <a:lnTo>
                  <a:pt x="1751699" y="4080380"/>
                </a:lnTo>
                <a:lnTo>
                  <a:pt x="1754653" y="4079022"/>
                </a:lnTo>
                <a:lnTo>
                  <a:pt x="1757690" y="4077572"/>
                </a:lnTo>
                <a:lnTo>
                  <a:pt x="1763747" y="4074763"/>
                </a:lnTo>
                <a:lnTo>
                  <a:pt x="1766718" y="4073313"/>
                </a:lnTo>
                <a:lnTo>
                  <a:pt x="1772773" y="4070413"/>
                </a:lnTo>
                <a:lnTo>
                  <a:pt x="1775729" y="4068962"/>
                </a:lnTo>
                <a:lnTo>
                  <a:pt x="1778766" y="4067512"/>
                </a:lnTo>
                <a:lnTo>
                  <a:pt x="1781786" y="4066016"/>
                </a:lnTo>
                <a:lnTo>
                  <a:pt x="1784821" y="4064566"/>
                </a:lnTo>
                <a:lnTo>
                  <a:pt x="1787777" y="4063068"/>
                </a:lnTo>
                <a:lnTo>
                  <a:pt x="1793832" y="4060074"/>
                </a:lnTo>
                <a:lnTo>
                  <a:pt x="1796805" y="4058532"/>
                </a:lnTo>
                <a:lnTo>
                  <a:pt x="1799823" y="4057035"/>
                </a:lnTo>
                <a:lnTo>
                  <a:pt x="1805880" y="4053961"/>
                </a:lnTo>
                <a:lnTo>
                  <a:pt x="1808851" y="4052418"/>
                </a:lnTo>
                <a:lnTo>
                  <a:pt x="1811871" y="4050874"/>
                </a:lnTo>
                <a:lnTo>
                  <a:pt x="1814908" y="4049284"/>
                </a:lnTo>
                <a:lnTo>
                  <a:pt x="1817879" y="4047742"/>
                </a:lnTo>
                <a:lnTo>
                  <a:pt x="1826954" y="4042986"/>
                </a:lnTo>
                <a:lnTo>
                  <a:pt x="1829927" y="4041360"/>
                </a:lnTo>
                <a:lnTo>
                  <a:pt x="1832947" y="4039771"/>
                </a:lnTo>
                <a:lnTo>
                  <a:pt x="1835982" y="4038135"/>
                </a:lnTo>
                <a:lnTo>
                  <a:pt x="1838938" y="4036511"/>
                </a:lnTo>
                <a:lnTo>
                  <a:pt x="1844993" y="4033239"/>
                </a:lnTo>
                <a:lnTo>
                  <a:pt x="1847966" y="4031568"/>
                </a:lnTo>
                <a:lnTo>
                  <a:pt x="1850986" y="4029886"/>
                </a:lnTo>
                <a:lnTo>
                  <a:pt x="1854021" y="4028262"/>
                </a:lnTo>
                <a:lnTo>
                  <a:pt x="1857041" y="4026533"/>
                </a:lnTo>
                <a:lnTo>
                  <a:pt x="1860012" y="4024862"/>
                </a:lnTo>
                <a:lnTo>
                  <a:pt x="1863032" y="4023181"/>
                </a:lnTo>
                <a:lnTo>
                  <a:pt x="1866069" y="4021463"/>
                </a:lnTo>
                <a:lnTo>
                  <a:pt x="1869023" y="4019734"/>
                </a:lnTo>
                <a:lnTo>
                  <a:pt x="1878115" y="4014571"/>
                </a:lnTo>
                <a:lnTo>
                  <a:pt x="1881088" y="4012808"/>
                </a:lnTo>
                <a:lnTo>
                  <a:pt x="1887143" y="4009269"/>
                </a:lnTo>
                <a:lnTo>
                  <a:pt x="1890099" y="4007505"/>
                </a:lnTo>
                <a:lnTo>
                  <a:pt x="1893136" y="4005731"/>
                </a:lnTo>
                <a:lnTo>
                  <a:pt x="1899191" y="4002109"/>
                </a:lnTo>
                <a:lnTo>
                  <a:pt x="1902147" y="4000300"/>
                </a:lnTo>
                <a:lnTo>
                  <a:pt x="1908202" y="3996668"/>
                </a:lnTo>
                <a:lnTo>
                  <a:pt x="1911173" y="3994812"/>
                </a:lnTo>
                <a:lnTo>
                  <a:pt x="1920250" y="3989243"/>
                </a:lnTo>
                <a:lnTo>
                  <a:pt x="1923221" y="3987328"/>
                </a:lnTo>
                <a:lnTo>
                  <a:pt x="1926241" y="3985473"/>
                </a:lnTo>
                <a:lnTo>
                  <a:pt x="1929278" y="3983571"/>
                </a:lnTo>
                <a:lnTo>
                  <a:pt x="1932249" y="3981666"/>
                </a:lnTo>
                <a:lnTo>
                  <a:pt x="1935269" y="3979764"/>
                </a:lnTo>
                <a:lnTo>
                  <a:pt x="1941324" y="3975866"/>
                </a:lnTo>
                <a:lnTo>
                  <a:pt x="1944297" y="3973963"/>
                </a:lnTo>
                <a:lnTo>
                  <a:pt x="1947315" y="3971967"/>
                </a:lnTo>
                <a:lnTo>
                  <a:pt x="1950352" y="3970018"/>
                </a:lnTo>
                <a:lnTo>
                  <a:pt x="1953308" y="3968070"/>
                </a:lnTo>
                <a:lnTo>
                  <a:pt x="1959363" y="3964089"/>
                </a:lnTo>
                <a:lnTo>
                  <a:pt x="1962333" y="3962094"/>
                </a:lnTo>
                <a:lnTo>
                  <a:pt x="1965354" y="3960052"/>
                </a:lnTo>
                <a:lnTo>
                  <a:pt x="1968391" y="3958056"/>
                </a:lnTo>
                <a:lnTo>
                  <a:pt x="1971411" y="3956015"/>
                </a:lnTo>
                <a:lnTo>
                  <a:pt x="1974382" y="3953973"/>
                </a:lnTo>
                <a:lnTo>
                  <a:pt x="1977402" y="3951942"/>
                </a:lnTo>
                <a:lnTo>
                  <a:pt x="1980439" y="3949853"/>
                </a:lnTo>
                <a:lnTo>
                  <a:pt x="1983409" y="3947764"/>
                </a:lnTo>
                <a:lnTo>
                  <a:pt x="1986430" y="3945734"/>
                </a:lnTo>
                <a:lnTo>
                  <a:pt x="1989450" y="3943646"/>
                </a:lnTo>
                <a:lnTo>
                  <a:pt x="1992485" y="3941512"/>
                </a:lnTo>
                <a:lnTo>
                  <a:pt x="1995457" y="3939388"/>
                </a:lnTo>
                <a:lnTo>
                  <a:pt x="1998478" y="3937299"/>
                </a:lnTo>
                <a:lnTo>
                  <a:pt x="2001512" y="3935165"/>
                </a:lnTo>
                <a:lnTo>
                  <a:pt x="2004469" y="3932995"/>
                </a:lnTo>
                <a:lnTo>
                  <a:pt x="2007503" y="3930861"/>
                </a:lnTo>
                <a:lnTo>
                  <a:pt x="2013560" y="3926509"/>
                </a:lnTo>
                <a:lnTo>
                  <a:pt x="2016515" y="3924340"/>
                </a:lnTo>
                <a:lnTo>
                  <a:pt x="2019552" y="3922159"/>
                </a:lnTo>
                <a:lnTo>
                  <a:pt x="2022572" y="3919943"/>
                </a:lnTo>
                <a:lnTo>
                  <a:pt x="2025542" y="3917762"/>
                </a:lnTo>
                <a:lnTo>
                  <a:pt x="2028563" y="3915500"/>
                </a:lnTo>
                <a:lnTo>
                  <a:pt x="2034620" y="3911056"/>
                </a:lnTo>
                <a:lnTo>
                  <a:pt x="2037591" y="3908793"/>
                </a:lnTo>
                <a:lnTo>
                  <a:pt x="2043646" y="3904257"/>
                </a:lnTo>
                <a:lnTo>
                  <a:pt x="2046618" y="3901948"/>
                </a:lnTo>
                <a:lnTo>
                  <a:pt x="2049638" y="3899686"/>
                </a:lnTo>
                <a:lnTo>
                  <a:pt x="2052673" y="3897376"/>
                </a:lnTo>
                <a:lnTo>
                  <a:pt x="2055694" y="3895009"/>
                </a:lnTo>
                <a:lnTo>
                  <a:pt x="2058666" y="3892701"/>
                </a:lnTo>
                <a:lnTo>
                  <a:pt x="2061685" y="3890392"/>
                </a:lnTo>
                <a:lnTo>
                  <a:pt x="2064721" y="3888036"/>
                </a:lnTo>
                <a:lnTo>
                  <a:pt x="2067678" y="3885681"/>
                </a:lnTo>
                <a:lnTo>
                  <a:pt x="2070712" y="3883280"/>
                </a:lnTo>
                <a:lnTo>
                  <a:pt x="2073733" y="3880924"/>
                </a:lnTo>
                <a:lnTo>
                  <a:pt x="2076769" y="3878523"/>
                </a:lnTo>
                <a:lnTo>
                  <a:pt x="2079724" y="3876121"/>
                </a:lnTo>
                <a:lnTo>
                  <a:pt x="2082760" y="3873672"/>
                </a:lnTo>
                <a:lnTo>
                  <a:pt x="2085781" y="3871271"/>
                </a:lnTo>
                <a:lnTo>
                  <a:pt x="2088751" y="3868824"/>
                </a:lnTo>
                <a:lnTo>
                  <a:pt x="2094806" y="3863927"/>
                </a:lnTo>
                <a:lnTo>
                  <a:pt x="2097779" y="3861478"/>
                </a:lnTo>
                <a:lnTo>
                  <a:pt x="2106855" y="3853995"/>
                </a:lnTo>
                <a:lnTo>
                  <a:pt x="2109827" y="3851466"/>
                </a:lnTo>
                <a:lnTo>
                  <a:pt x="2115882" y="3846384"/>
                </a:lnTo>
                <a:lnTo>
                  <a:pt x="2118838" y="3843843"/>
                </a:lnTo>
                <a:lnTo>
                  <a:pt x="2121873" y="3841314"/>
                </a:lnTo>
                <a:lnTo>
                  <a:pt x="2127930" y="3836140"/>
                </a:lnTo>
                <a:lnTo>
                  <a:pt x="2130885" y="3833564"/>
                </a:lnTo>
                <a:lnTo>
                  <a:pt x="2136942" y="3828296"/>
                </a:lnTo>
                <a:lnTo>
                  <a:pt x="2139912" y="3825674"/>
                </a:lnTo>
                <a:lnTo>
                  <a:pt x="2142932" y="3823087"/>
                </a:lnTo>
                <a:lnTo>
                  <a:pt x="2148988" y="3817738"/>
                </a:lnTo>
                <a:lnTo>
                  <a:pt x="2151960" y="3815069"/>
                </a:lnTo>
                <a:lnTo>
                  <a:pt x="2154981" y="3812390"/>
                </a:lnTo>
                <a:lnTo>
                  <a:pt x="2158015" y="3809674"/>
                </a:lnTo>
                <a:lnTo>
                  <a:pt x="2160988" y="3806995"/>
                </a:lnTo>
                <a:lnTo>
                  <a:pt x="2164006" y="3804279"/>
                </a:lnTo>
                <a:lnTo>
                  <a:pt x="2167043" y="3801519"/>
                </a:lnTo>
                <a:lnTo>
                  <a:pt x="2170063" y="3798792"/>
                </a:lnTo>
                <a:lnTo>
                  <a:pt x="2173034" y="3796030"/>
                </a:lnTo>
                <a:lnTo>
                  <a:pt x="2179091" y="3790507"/>
                </a:lnTo>
                <a:lnTo>
                  <a:pt x="2182045" y="3787689"/>
                </a:lnTo>
                <a:lnTo>
                  <a:pt x="2191137" y="3779265"/>
                </a:lnTo>
                <a:lnTo>
                  <a:pt x="2194093" y="3776411"/>
                </a:lnTo>
                <a:lnTo>
                  <a:pt x="2197130" y="3773603"/>
                </a:lnTo>
                <a:lnTo>
                  <a:pt x="2200148" y="3770702"/>
                </a:lnTo>
                <a:lnTo>
                  <a:pt x="2203121" y="3767848"/>
                </a:lnTo>
                <a:lnTo>
                  <a:pt x="2212196" y="3759147"/>
                </a:lnTo>
                <a:lnTo>
                  <a:pt x="2215169" y="3756246"/>
                </a:lnTo>
                <a:lnTo>
                  <a:pt x="2221224" y="3750353"/>
                </a:lnTo>
                <a:lnTo>
                  <a:pt x="2224195" y="3747405"/>
                </a:lnTo>
                <a:lnTo>
                  <a:pt x="2230252" y="3741418"/>
                </a:lnTo>
                <a:lnTo>
                  <a:pt x="2233208" y="3738426"/>
                </a:lnTo>
                <a:lnTo>
                  <a:pt x="2236243" y="3735443"/>
                </a:lnTo>
                <a:lnTo>
                  <a:pt x="2242300" y="3729363"/>
                </a:lnTo>
                <a:lnTo>
                  <a:pt x="2245254" y="3726324"/>
                </a:lnTo>
                <a:lnTo>
                  <a:pt x="2248291" y="3723296"/>
                </a:lnTo>
                <a:lnTo>
                  <a:pt x="2251311" y="3720209"/>
                </a:lnTo>
                <a:lnTo>
                  <a:pt x="2254282" y="3717123"/>
                </a:lnTo>
                <a:lnTo>
                  <a:pt x="2257302" y="3714048"/>
                </a:lnTo>
                <a:lnTo>
                  <a:pt x="2263357" y="3707795"/>
                </a:lnTo>
                <a:lnTo>
                  <a:pt x="2266330" y="3704662"/>
                </a:lnTo>
                <a:lnTo>
                  <a:pt x="2269365" y="3701541"/>
                </a:lnTo>
                <a:lnTo>
                  <a:pt x="2272385" y="3698363"/>
                </a:lnTo>
                <a:lnTo>
                  <a:pt x="2275358" y="3695194"/>
                </a:lnTo>
                <a:lnTo>
                  <a:pt x="2278376" y="3692063"/>
                </a:lnTo>
                <a:lnTo>
                  <a:pt x="2284433" y="3685635"/>
                </a:lnTo>
                <a:lnTo>
                  <a:pt x="2287404" y="3682410"/>
                </a:lnTo>
                <a:lnTo>
                  <a:pt x="2290424" y="3679195"/>
                </a:lnTo>
                <a:lnTo>
                  <a:pt x="2293461" y="3675936"/>
                </a:lnTo>
                <a:lnTo>
                  <a:pt x="2296415" y="3672710"/>
                </a:lnTo>
                <a:lnTo>
                  <a:pt x="2299452" y="3669404"/>
                </a:lnTo>
                <a:lnTo>
                  <a:pt x="2302472" y="3666143"/>
                </a:lnTo>
                <a:lnTo>
                  <a:pt x="2305507" y="3662836"/>
                </a:lnTo>
                <a:lnTo>
                  <a:pt x="2308463" y="3659529"/>
                </a:lnTo>
                <a:lnTo>
                  <a:pt x="2314518" y="3652905"/>
                </a:lnTo>
                <a:lnTo>
                  <a:pt x="2317491" y="3649551"/>
                </a:lnTo>
                <a:lnTo>
                  <a:pt x="2320511" y="3646152"/>
                </a:lnTo>
                <a:lnTo>
                  <a:pt x="2323546" y="3642800"/>
                </a:lnTo>
                <a:lnTo>
                  <a:pt x="2326583" y="3639399"/>
                </a:lnTo>
                <a:lnTo>
                  <a:pt x="2329537" y="3636001"/>
                </a:lnTo>
                <a:lnTo>
                  <a:pt x="2332574" y="3632648"/>
                </a:lnTo>
                <a:lnTo>
                  <a:pt x="2335594" y="3629202"/>
                </a:lnTo>
                <a:lnTo>
                  <a:pt x="2338565" y="3625755"/>
                </a:lnTo>
                <a:lnTo>
                  <a:pt x="2341585" y="3622321"/>
                </a:lnTo>
                <a:lnTo>
                  <a:pt x="2344622" y="3618829"/>
                </a:lnTo>
                <a:lnTo>
                  <a:pt x="2347576" y="3615382"/>
                </a:lnTo>
                <a:lnTo>
                  <a:pt x="2353633" y="3608399"/>
                </a:lnTo>
                <a:lnTo>
                  <a:pt x="2356668" y="3604871"/>
                </a:lnTo>
                <a:lnTo>
                  <a:pt x="2359624" y="3601379"/>
                </a:lnTo>
                <a:lnTo>
                  <a:pt x="2362661" y="3597795"/>
                </a:lnTo>
                <a:lnTo>
                  <a:pt x="2365679" y="3594267"/>
                </a:lnTo>
                <a:lnTo>
                  <a:pt x="2368652" y="3590681"/>
                </a:lnTo>
                <a:lnTo>
                  <a:pt x="2377727" y="3579938"/>
                </a:lnTo>
                <a:lnTo>
                  <a:pt x="2380700" y="3576271"/>
                </a:lnTo>
                <a:lnTo>
                  <a:pt x="2386755" y="3569021"/>
                </a:lnTo>
                <a:lnTo>
                  <a:pt x="2389725" y="3565343"/>
                </a:lnTo>
                <a:lnTo>
                  <a:pt x="2395782" y="3558009"/>
                </a:lnTo>
                <a:lnTo>
                  <a:pt x="2398803" y="3554286"/>
                </a:lnTo>
                <a:lnTo>
                  <a:pt x="2401774" y="3550572"/>
                </a:lnTo>
                <a:lnTo>
                  <a:pt x="2404794" y="3546906"/>
                </a:lnTo>
                <a:lnTo>
                  <a:pt x="2407829" y="3543135"/>
                </a:lnTo>
                <a:lnTo>
                  <a:pt x="2410785" y="3539377"/>
                </a:lnTo>
                <a:lnTo>
                  <a:pt x="2416842" y="3531858"/>
                </a:lnTo>
                <a:lnTo>
                  <a:pt x="2419877" y="3528053"/>
                </a:lnTo>
                <a:lnTo>
                  <a:pt x="2422833" y="3524235"/>
                </a:lnTo>
                <a:lnTo>
                  <a:pt x="2425868" y="3520430"/>
                </a:lnTo>
                <a:lnTo>
                  <a:pt x="2428888" y="3516578"/>
                </a:lnTo>
                <a:lnTo>
                  <a:pt x="2431861" y="3512773"/>
                </a:lnTo>
                <a:lnTo>
                  <a:pt x="2434895" y="3508874"/>
                </a:lnTo>
                <a:lnTo>
                  <a:pt x="2437916" y="3505023"/>
                </a:lnTo>
                <a:lnTo>
                  <a:pt x="2440952" y="3501124"/>
                </a:lnTo>
                <a:lnTo>
                  <a:pt x="2443907" y="3497226"/>
                </a:lnTo>
                <a:lnTo>
                  <a:pt x="2449964" y="3489428"/>
                </a:lnTo>
                <a:lnTo>
                  <a:pt x="2452935" y="3485449"/>
                </a:lnTo>
                <a:lnTo>
                  <a:pt x="2458992" y="3477559"/>
                </a:lnTo>
                <a:lnTo>
                  <a:pt x="2462010" y="3473568"/>
                </a:lnTo>
                <a:lnTo>
                  <a:pt x="2464982" y="3469577"/>
                </a:lnTo>
                <a:lnTo>
                  <a:pt x="2468003" y="3465598"/>
                </a:lnTo>
                <a:lnTo>
                  <a:pt x="2471038" y="3461560"/>
                </a:lnTo>
                <a:lnTo>
                  <a:pt x="2473994" y="3457523"/>
                </a:lnTo>
                <a:lnTo>
                  <a:pt x="2477029" y="3453496"/>
                </a:lnTo>
                <a:lnTo>
                  <a:pt x="2480049" y="3449413"/>
                </a:lnTo>
                <a:lnTo>
                  <a:pt x="2483021" y="3445340"/>
                </a:lnTo>
                <a:lnTo>
                  <a:pt x="2486042" y="3441256"/>
                </a:lnTo>
                <a:lnTo>
                  <a:pt x="2492113" y="3433007"/>
                </a:lnTo>
                <a:lnTo>
                  <a:pt x="2495068" y="3428934"/>
                </a:lnTo>
                <a:lnTo>
                  <a:pt x="2501125" y="3420592"/>
                </a:lnTo>
                <a:lnTo>
                  <a:pt x="2504095" y="3416463"/>
                </a:lnTo>
                <a:lnTo>
                  <a:pt x="2510152" y="3408038"/>
                </a:lnTo>
                <a:lnTo>
                  <a:pt x="2513172" y="3403862"/>
                </a:lnTo>
                <a:lnTo>
                  <a:pt x="2516143" y="3399604"/>
                </a:lnTo>
                <a:lnTo>
                  <a:pt x="2519164" y="3395392"/>
                </a:lnTo>
                <a:lnTo>
                  <a:pt x="2522198" y="3391133"/>
                </a:lnTo>
                <a:lnTo>
                  <a:pt x="2525154" y="3386875"/>
                </a:lnTo>
                <a:lnTo>
                  <a:pt x="2528191" y="3382607"/>
                </a:lnTo>
                <a:lnTo>
                  <a:pt x="2534246" y="3373997"/>
                </a:lnTo>
                <a:lnTo>
                  <a:pt x="2537203" y="3369693"/>
                </a:lnTo>
                <a:lnTo>
                  <a:pt x="2543258" y="3360991"/>
                </a:lnTo>
                <a:lnTo>
                  <a:pt x="2546228" y="3356641"/>
                </a:lnTo>
                <a:lnTo>
                  <a:pt x="2549265" y="3352289"/>
                </a:lnTo>
                <a:lnTo>
                  <a:pt x="2555322" y="3343495"/>
                </a:lnTo>
                <a:lnTo>
                  <a:pt x="2558277" y="3339052"/>
                </a:lnTo>
                <a:lnTo>
                  <a:pt x="2564334" y="3330175"/>
                </a:lnTo>
                <a:lnTo>
                  <a:pt x="2567304" y="3325733"/>
                </a:lnTo>
                <a:lnTo>
                  <a:pt x="2570324" y="3321289"/>
                </a:lnTo>
                <a:lnTo>
                  <a:pt x="2576379" y="3312320"/>
                </a:lnTo>
                <a:lnTo>
                  <a:pt x="2579352" y="3307783"/>
                </a:lnTo>
                <a:lnTo>
                  <a:pt x="2585407" y="3298722"/>
                </a:lnTo>
                <a:lnTo>
                  <a:pt x="2588363" y="3294185"/>
                </a:lnTo>
                <a:lnTo>
                  <a:pt x="2597455" y="3280459"/>
                </a:lnTo>
                <a:lnTo>
                  <a:pt x="2600426" y="3275830"/>
                </a:lnTo>
                <a:lnTo>
                  <a:pt x="2606483" y="3266583"/>
                </a:lnTo>
                <a:lnTo>
                  <a:pt x="2609437" y="3261920"/>
                </a:lnTo>
                <a:lnTo>
                  <a:pt x="2612474" y="3257301"/>
                </a:lnTo>
                <a:lnTo>
                  <a:pt x="2615494" y="3252580"/>
                </a:lnTo>
                <a:lnTo>
                  <a:pt x="2618465" y="3247915"/>
                </a:lnTo>
                <a:lnTo>
                  <a:pt x="2621485" y="3243250"/>
                </a:lnTo>
                <a:lnTo>
                  <a:pt x="2624522" y="3238483"/>
                </a:lnTo>
                <a:lnTo>
                  <a:pt x="2627540" y="3233772"/>
                </a:lnTo>
                <a:lnTo>
                  <a:pt x="2630513" y="3229062"/>
                </a:lnTo>
                <a:lnTo>
                  <a:pt x="2633533" y="3224259"/>
                </a:lnTo>
                <a:lnTo>
                  <a:pt x="2636568" y="3219502"/>
                </a:lnTo>
                <a:lnTo>
                  <a:pt x="2639524" y="3214744"/>
                </a:lnTo>
                <a:lnTo>
                  <a:pt x="2648616" y="3200323"/>
                </a:lnTo>
                <a:lnTo>
                  <a:pt x="2651570" y="3195473"/>
                </a:lnTo>
                <a:lnTo>
                  <a:pt x="2657644" y="3185786"/>
                </a:lnTo>
                <a:lnTo>
                  <a:pt x="2660598" y="3180889"/>
                </a:lnTo>
                <a:lnTo>
                  <a:pt x="2666655" y="3171097"/>
                </a:lnTo>
                <a:lnTo>
                  <a:pt x="2669690" y="3166154"/>
                </a:lnTo>
                <a:lnTo>
                  <a:pt x="2672646" y="3161212"/>
                </a:lnTo>
                <a:lnTo>
                  <a:pt x="2675683" y="3156316"/>
                </a:lnTo>
                <a:lnTo>
                  <a:pt x="2678703" y="3151338"/>
                </a:lnTo>
                <a:lnTo>
                  <a:pt x="2681674" y="3146349"/>
                </a:lnTo>
                <a:lnTo>
                  <a:pt x="2684694" y="3141407"/>
                </a:lnTo>
                <a:lnTo>
                  <a:pt x="2690749" y="3131347"/>
                </a:lnTo>
                <a:lnTo>
                  <a:pt x="2693722" y="3126359"/>
                </a:lnTo>
                <a:lnTo>
                  <a:pt x="2696740" y="3121287"/>
                </a:lnTo>
                <a:lnTo>
                  <a:pt x="2699777" y="3116253"/>
                </a:lnTo>
                <a:lnTo>
                  <a:pt x="2702733" y="3111183"/>
                </a:lnTo>
                <a:lnTo>
                  <a:pt x="2711825" y="3095949"/>
                </a:lnTo>
                <a:lnTo>
                  <a:pt x="2714796" y="3090786"/>
                </a:lnTo>
                <a:lnTo>
                  <a:pt x="2720853" y="3080540"/>
                </a:lnTo>
                <a:lnTo>
                  <a:pt x="2723807" y="3075378"/>
                </a:lnTo>
                <a:lnTo>
                  <a:pt x="2729864" y="3065040"/>
                </a:lnTo>
                <a:lnTo>
                  <a:pt x="2732835" y="3059830"/>
                </a:lnTo>
                <a:lnTo>
                  <a:pt x="2738890" y="3049411"/>
                </a:lnTo>
                <a:lnTo>
                  <a:pt x="2741910" y="3044145"/>
                </a:lnTo>
                <a:lnTo>
                  <a:pt x="2744883" y="3038888"/>
                </a:lnTo>
                <a:lnTo>
                  <a:pt x="2750938" y="3028377"/>
                </a:lnTo>
                <a:lnTo>
                  <a:pt x="2753894" y="3023074"/>
                </a:lnTo>
                <a:lnTo>
                  <a:pt x="2759949" y="3012470"/>
                </a:lnTo>
                <a:lnTo>
                  <a:pt x="2762986" y="3007122"/>
                </a:lnTo>
                <a:lnTo>
                  <a:pt x="2765956" y="3001819"/>
                </a:lnTo>
                <a:lnTo>
                  <a:pt x="2768977" y="2996424"/>
                </a:lnTo>
                <a:lnTo>
                  <a:pt x="2772014" y="2991075"/>
                </a:lnTo>
                <a:lnTo>
                  <a:pt x="2774968" y="2985680"/>
                </a:lnTo>
                <a:lnTo>
                  <a:pt x="2784060" y="2969507"/>
                </a:lnTo>
                <a:lnTo>
                  <a:pt x="2787016" y="2964066"/>
                </a:lnTo>
                <a:lnTo>
                  <a:pt x="2790051" y="2958625"/>
                </a:lnTo>
                <a:lnTo>
                  <a:pt x="2793071" y="2953148"/>
                </a:lnTo>
                <a:lnTo>
                  <a:pt x="2796044" y="2947706"/>
                </a:lnTo>
                <a:lnTo>
                  <a:pt x="2802099" y="2936742"/>
                </a:lnTo>
                <a:lnTo>
                  <a:pt x="2805119" y="2931207"/>
                </a:lnTo>
                <a:lnTo>
                  <a:pt x="2808090" y="2925685"/>
                </a:lnTo>
                <a:lnTo>
                  <a:pt x="2814147" y="2914617"/>
                </a:lnTo>
                <a:lnTo>
                  <a:pt x="2817101" y="2909047"/>
                </a:lnTo>
                <a:lnTo>
                  <a:pt x="2820138" y="2903514"/>
                </a:lnTo>
                <a:lnTo>
                  <a:pt x="2823174" y="2897898"/>
                </a:lnTo>
                <a:lnTo>
                  <a:pt x="2826195" y="2892329"/>
                </a:lnTo>
                <a:lnTo>
                  <a:pt x="2829165" y="2886701"/>
                </a:lnTo>
                <a:lnTo>
                  <a:pt x="2835220" y="2875458"/>
                </a:lnTo>
                <a:lnTo>
                  <a:pt x="2838177" y="2869844"/>
                </a:lnTo>
                <a:lnTo>
                  <a:pt x="2847268" y="2852847"/>
                </a:lnTo>
                <a:lnTo>
                  <a:pt x="2850225" y="2847137"/>
                </a:lnTo>
                <a:lnTo>
                  <a:pt x="2856280" y="2835721"/>
                </a:lnTo>
                <a:lnTo>
                  <a:pt x="2859250" y="2829967"/>
                </a:lnTo>
                <a:lnTo>
                  <a:pt x="2862271" y="2824246"/>
                </a:lnTo>
                <a:lnTo>
                  <a:pt x="2865308" y="2818492"/>
                </a:lnTo>
                <a:lnTo>
                  <a:pt x="2868262" y="2812737"/>
                </a:lnTo>
                <a:lnTo>
                  <a:pt x="2871298" y="2806936"/>
                </a:lnTo>
                <a:lnTo>
                  <a:pt x="2874319" y="2801181"/>
                </a:lnTo>
                <a:lnTo>
                  <a:pt x="2877356" y="2795381"/>
                </a:lnTo>
                <a:lnTo>
                  <a:pt x="2880326" y="2789533"/>
                </a:lnTo>
                <a:lnTo>
                  <a:pt x="2883347" y="2783731"/>
                </a:lnTo>
                <a:lnTo>
                  <a:pt x="2886383" y="2777883"/>
                </a:lnTo>
                <a:lnTo>
                  <a:pt x="2889338" y="2772036"/>
                </a:lnTo>
                <a:lnTo>
                  <a:pt x="2892374" y="2766188"/>
                </a:lnTo>
                <a:lnTo>
                  <a:pt x="2895395" y="2760306"/>
                </a:lnTo>
                <a:lnTo>
                  <a:pt x="2898429" y="2754458"/>
                </a:lnTo>
                <a:lnTo>
                  <a:pt x="2901386" y="2748565"/>
                </a:lnTo>
                <a:lnTo>
                  <a:pt x="2904420" y="2742625"/>
                </a:lnTo>
                <a:lnTo>
                  <a:pt x="2907441" y="2736730"/>
                </a:lnTo>
                <a:lnTo>
                  <a:pt x="2910413" y="2730802"/>
                </a:lnTo>
                <a:lnTo>
                  <a:pt x="2919489" y="2712992"/>
                </a:lnTo>
                <a:lnTo>
                  <a:pt x="2922459" y="2707005"/>
                </a:lnTo>
                <a:lnTo>
                  <a:pt x="2925480" y="2700973"/>
                </a:lnTo>
                <a:lnTo>
                  <a:pt x="2928516" y="2694998"/>
                </a:lnTo>
                <a:lnTo>
                  <a:pt x="2931487" y="2689010"/>
                </a:lnTo>
                <a:lnTo>
                  <a:pt x="2940562" y="2670934"/>
                </a:lnTo>
                <a:lnTo>
                  <a:pt x="2943535" y="2664854"/>
                </a:lnTo>
                <a:lnTo>
                  <a:pt x="2946555" y="2658832"/>
                </a:lnTo>
                <a:lnTo>
                  <a:pt x="2949590" y="2652753"/>
                </a:lnTo>
                <a:lnTo>
                  <a:pt x="2952546" y="2646638"/>
                </a:lnTo>
                <a:lnTo>
                  <a:pt x="2955581" y="2640559"/>
                </a:lnTo>
                <a:lnTo>
                  <a:pt x="2961638" y="2628331"/>
                </a:lnTo>
                <a:lnTo>
                  <a:pt x="2964594" y="2622204"/>
                </a:lnTo>
                <a:lnTo>
                  <a:pt x="2967629" y="2616089"/>
                </a:lnTo>
                <a:lnTo>
                  <a:pt x="2970649" y="2609928"/>
                </a:lnTo>
                <a:lnTo>
                  <a:pt x="2973620" y="2603803"/>
                </a:lnTo>
                <a:lnTo>
                  <a:pt x="2976640" y="2597596"/>
                </a:lnTo>
                <a:lnTo>
                  <a:pt x="2982698" y="2585274"/>
                </a:lnTo>
                <a:lnTo>
                  <a:pt x="2985668" y="2579068"/>
                </a:lnTo>
                <a:lnTo>
                  <a:pt x="2991723" y="2566640"/>
                </a:lnTo>
                <a:lnTo>
                  <a:pt x="2994696" y="2560388"/>
                </a:lnTo>
                <a:lnTo>
                  <a:pt x="2997716" y="2554181"/>
                </a:lnTo>
                <a:lnTo>
                  <a:pt x="3000751" y="2547926"/>
                </a:lnTo>
                <a:lnTo>
                  <a:pt x="3003707" y="2541672"/>
                </a:lnTo>
                <a:lnTo>
                  <a:pt x="3006742" y="2535373"/>
                </a:lnTo>
                <a:lnTo>
                  <a:pt x="3009762" y="2529119"/>
                </a:lnTo>
                <a:lnTo>
                  <a:pt x="3012799" y="2522818"/>
                </a:lnTo>
                <a:lnTo>
                  <a:pt x="3015755" y="2516519"/>
                </a:lnTo>
                <a:lnTo>
                  <a:pt x="3021810" y="2503919"/>
                </a:lnTo>
                <a:lnTo>
                  <a:pt x="3024781" y="2497572"/>
                </a:lnTo>
                <a:lnTo>
                  <a:pt x="3033858" y="2478533"/>
                </a:lnTo>
                <a:lnTo>
                  <a:pt x="3036829" y="2472199"/>
                </a:lnTo>
                <a:lnTo>
                  <a:pt x="3042886" y="2459412"/>
                </a:lnTo>
                <a:lnTo>
                  <a:pt x="3045857" y="2453020"/>
                </a:lnTo>
                <a:lnTo>
                  <a:pt x="3048877" y="2446626"/>
                </a:lnTo>
                <a:lnTo>
                  <a:pt x="3051912" y="2440200"/>
                </a:lnTo>
                <a:lnTo>
                  <a:pt x="3054932" y="2433806"/>
                </a:lnTo>
                <a:lnTo>
                  <a:pt x="3057905" y="2427367"/>
                </a:lnTo>
                <a:lnTo>
                  <a:pt x="3063960" y="2414499"/>
                </a:lnTo>
                <a:lnTo>
                  <a:pt x="3066916" y="2408015"/>
                </a:lnTo>
                <a:lnTo>
                  <a:pt x="3069951" y="2401587"/>
                </a:lnTo>
                <a:lnTo>
                  <a:pt x="3076008" y="2388615"/>
                </a:lnTo>
                <a:lnTo>
                  <a:pt x="3078962" y="2382141"/>
                </a:lnTo>
                <a:lnTo>
                  <a:pt x="3081999" y="2375655"/>
                </a:lnTo>
                <a:lnTo>
                  <a:pt x="3085019" y="2369135"/>
                </a:lnTo>
                <a:lnTo>
                  <a:pt x="3087990" y="2362603"/>
                </a:lnTo>
                <a:lnTo>
                  <a:pt x="3091010" y="2356129"/>
                </a:lnTo>
                <a:lnTo>
                  <a:pt x="3094047" y="2349551"/>
                </a:lnTo>
                <a:lnTo>
                  <a:pt x="3097067" y="2343030"/>
                </a:lnTo>
                <a:lnTo>
                  <a:pt x="3100038" y="2336498"/>
                </a:lnTo>
                <a:lnTo>
                  <a:pt x="3106093" y="2323364"/>
                </a:lnTo>
                <a:lnTo>
                  <a:pt x="3109066" y="2316786"/>
                </a:lnTo>
                <a:lnTo>
                  <a:pt x="3115121" y="2303641"/>
                </a:lnTo>
                <a:lnTo>
                  <a:pt x="3118077" y="2297073"/>
                </a:lnTo>
                <a:lnTo>
                  <a:pt x="3127169" y="2277222"/>
                </a:lnTo>
                <a:lnTo>
                  <a:pt x="3130123" y="2270609"/>
                </a:lnTo>
                <a:lnTo>
                  <a:pt x="3133160" y="2263983"/>
                </a:lnTo>
                <a:lnTo>
                  <a:pt x="3136180" y="2257324"/>
                </a:lnTo>
                <a:lnTo>
                  <a:pt x="3139151" y="2250710"/>
                </a:lnTo>
                <a:lnTo>
                  <a:pt x="3148228" y="2230720"/>
                </a:lnTo>
                <a:lnTo>
                  <a:pt x="3151199" y="2224060"/>
                </a:lnTo>
                <a:lnTo>
                  <a:pt x="3154236" y="2217355"/>
                </a:lnTo>
                <a:lnTo>
                  <a:pt x="3157254" y="2210694"/>
                </a:lnTo>
                <a:lnTo>
                  <a:pt x="3160227" y="2203976"/>
                </a:lnTo>
                <a:lnTo>
                  <a:pt x="3169302" y="2183858"/>
                </a:lnTo>
                <a:lnTo>
                  <a:pt x="3172273" y="2177153"/>
                </a:lnTo>
                <a:lnTo>
                  <a:pt x="3175293" y="2170446"/>
                </a:lnTo>
                <a:lnTo>
                  <a:pt x="3178330" y="2163694"/>
                </a:lnTo>
                <a:lnTo>
                  <a:pt x="3181286" y="2156987"/>
                </a:lnTo>
                <a:lnTo>
                  <a:pt x="3190378" y="2136729"/>
                </a:lnTo>
                <a:lnTo>
                  <a:pt x="3193332" y="2129978"/>
                </a:lnTo>
                <a:lnTo>
                  <a:pt x="3196369" y="2123179"/>
                </a:lnTo>
                <a:lnTo>
                  <a:pt x="3199389" y="2116426"/>
                </a:lnTo>
                <a:lnTo>
                  <a:pt x="3202360" y="2109674"/>
                </a:lnTo>
                <a:lnTo>
                  <a:pt x="3211435" y="2089277"/>
                </a:lnTo>
                <a:lnTo>
                  <a:pt x="3214408" y="2082478"/>
                </a:lnTo>
                <a:lnTo>
                  <a:pt x="3220463" y="2068880"/>
                </a:lnTo>
                <a:lnTo>
                  <a:pt x="3223436" y="2062081"/>
                </a:lnTo>
                <a:lnTo>
                  <a:pt x="3226454" y="2055235"/>
                </a:lnTo>
                <a:lnTo>
                  <a:pt x="3229491" y="2048436"/>
                </a:lnTo>
                <a:lnTo>
                  <a:pt x="3232511" y="2041591"/>
                </a:lnTo>
                <a:lnTo>
                  <a:pt x="3235482" y="2034746"/>
                </a:lnTo>
                <a:lnTo>
                  <a:pt x="3241539" y="2021066"/>
                </a:lnTo>
                <a:lnTo>
                  <a:pt x="3244493" y="2014221"/>
                </a:lnTo>
                <a:lnTo>
                  <a:pt x="3250550" y="2000531"/>
                </a:lnTo>
                <a:lnTo>
                  <a:pt x="3253521" y="1993685"/>
                </a:lnTo>
                <a:lnTo>
                  <a:pt x="3256541" y="1986805"/>
                </a:lnTo>
                <a:lnTo>
                  <a:pt x="3259578" y="1979960"/>
                </a:lnTo>
                <a:lnTo>
                  <a:pt x="3262598" y="1973068"/>
                </a:lnTo>
                <a:lnTo>
                  <a:pt x="3265569" y="1966177"/>
                </a:lnTo>
                <a:lnTo>
                  <a:pt x="3268603" y="1959330"/>
                </a:lnTo>
                <a:lnTo>
                  <a:pt x="3271624" y="1952451"/>
                </a:lnTo>
                <a:lnTo>
                  <a:pt x="3274596" y="1945558"/>
                </a:lnTo>
                <a:lnTo>
                  <a:pt x="3283672" y="1924896"/>
                </a:lnTo>
                <a:lnTo>
                  <a:pt x="3286642" y="1918003"/>
                </a:lnTo>
                <a:lnTo>
                  <a:pt x="3289663" y="1911066"/>
                </a:lnTo>
                <a:lnTo>
                  <a:pt x="3292699" y="1904185"/>
                </a:lnTo>
                <a:lnTo>
                  <a:pt x="3295654" y="1897247"/>
                </a:lnTo>
                <a:lnTo>
                  <a:pt x="3298690" y="1890356"/>
                </a:lnTo>
                <a:lnTo>
                  <a:pt x="3301711" y="1883429"/>
                </a:lnTo>
                <a:lnTo>
                  <a:pt x="3304745" y="1876536"/>
                </a:lnTo>
                <a:lnTo>
                  <a:pt x="3307702" y="1869599"/>
                </a:lnTo>
                <a:lnTo>
                  <a:pt x="3310739" y="1862707"/>
                </a:lnTo>
                <a:lnTo>
                  <a:pt x="3313759" y="1855780"/>
                </a:lnTo>
                <a:lnTo>
                  <a:pt x="3316729" y="1848843"/>
                </a:lnTo>
                <a:lnTo>
                  <a:pt x="3325805" y="1828039"/>
                </a:lnTo>
                <a:lnTo>
                  <a:pt x="3328778" y="1821102"/>
                </a:lnTo>
                <a:lnTo>
                  <a:pt x="3334833" y="1807237"/>
                </a:lnTo>
                <a:lnTo>
                  <a:pt x="3337803" y="1800298"/>
                </a:lnTo>
                <a:lnTo>
                  <a:pt x="3346881" y="1779496"/>
                </a:lnTo>
                <a:lnTo>
                  <a:pt x="3349851" y="1772523"/>
                </a:lnTo>
                <a:lnTo>
                  <a:pt x="3355908" y="1758658"/>
                </a:lnTo>
                <a:lnTo>
                  <a:pt x="3358863" y="1751719"/>
                </a:lnTo>
                <a:lnTo>
                  <a:pt x="3361899" y="1744735"/>
                </a:lnTo>
                <a:lnTo>
                  <a:pt x="3364920" y="1737808"/>
                </a:lnTo>
                <a:lnTo>
                  <a:pt x="3367890" y="1730871"/>
                </a:lnTo>
                <a:lnTo>
                  <a:pt x="3370911" y="1723898"/>
                </a:lnTo>
                <a:lnTo>
                  <a:pt x="3373945" y="1716959"/>
                </a:lnTo>
                <a:lnTo>
                  <a:pt x="3376966" y="1709975"/>
                </a:lnTo>
                <a:lnTo>
                  <a:pt x="3379938" y="1703048"/>
                </a:lnTo>
                <a:lnTo>
                  <a:pt x="3382563" y="3944282"/>
                </a:lnTo>
                <a:lnTo>
                  <a:pt x="3382563" y="1688133"/>
                </a:lnTo>
                <a:lnTo>
                  <a:pt x="3391929" y="1688133"/>
                </a:lnTo>
                <a:lnTo>
                  <a:pt x="3391936" y="1681655"/>
                </a:lnTo>
                <a:lnTo>
                  <a:pt x="3394957" y="1674716"/>
                </a:lnTo>
                <a:lnTo>
                  <a:pt x="3397994" y="1667743"/>
                </a:lnTo>
                <a:lnTo>
                  <a:pt x="3401014" y="1660804"/>
                </a:lnTo>
                <a:lnTo>
                  <a:pt x="3403985" y="1653820"/>
                </a:lnTo>
                <a:lnTo>
                  <a:pt x="3410040" y="1639954"/>
                </a:lnTo>
                <a:lnTo>
                  <a:pt x="3412996" y="1632970"/>
                </a:lnTo>
                <a:lnTo>
                  <a:pt x="3422088" y="1612179"/>
                </a:lnTo>
                <a:lnTo>
                  <a:pt x="3425044" y="1605195"/>
                </a:lnTo>
                <a:lnTo>
                  <a:pt x="3431099" y="1591329"/>
                </a:lnTo>
                <a:lnTo>
                  <a:pt x="3434072" y="1584391"/>
                </a:lnTo>
                <a:lnTo>
                  <a:pt x="3440127" y="1570527"/>
                </a:lnTo>
                <a:lnTo>
                  <a:pt x="3443163" y="1563543"/>
                </a:lnTo>
                <a:lnTo>
                  <a:pt x="3446118" y="1556604"/>
                </a:lnTo>
                <a:lnTo>
                  <a:pt x="3449154" y="1549723"/>
                </a:lnTo>
                <a:lnTo>
                  <a:pt x="3452175" y="1542786"/>
                </a:lnTo>
                <a:lnTo>
                  <a:pt x="3455145" y="1535848"/>
                </a:lnTo>
                <a:lnTo>
                  <a:pt x="3464221" y="1515045"/>
                </a:lnTo>
                <a:lnTo>
                  <a:pt x="3467193" y="1508165"/>
                </a:lnTo>
                <a:lnTo>
                  <a:pt x="3470214" y="1501226"/>
                </a:lnTo>
                <a:lnTo>
                  <a:pt x="3473248" y="1494335"/>
                </a:lnTo>
                <a:lnTo>
                  <a:pt x="3476205" y="1487408"/>
                </a:lnTo>
                <a:lnTo>
                  <a:pt x="3479239" y="1480516"/>
                </a:lnTo>
                <a:lnTo>
                  <a:pt x="3482260" y="1473578"/>
                </a:lnTo>
                <a:lnTo>
                  <a:pt x="3485296" y="1466686"/>
                </a:lnTo>
                <a:lnTo>
                  <a:pt x="3488267" y="1459807"/>
                </a:lnTo>
                <a:lnTo>
                  <a:pt x="3494308" y="1446023"/>
                </a:lnTo>
                <a:lnTo>
                  <a:pt x="3497278" y="1439130"/>
                </a:lnTo>
                <a:lnTo>
                  <a:pt x="3503336" y="1425359"/>
                </a:lnTo>
                <a:lnTo>
                  <a:pt x="3506306" y="1418468"/>
                </a:lnTo>
                <a:lnTo>
                  <a:pt x="3509327" y="1411623"/>
                </a:lnTo>
                <a:lnTo>
                  <a:pt x="3512363" y="1404742"/>
                </a:lnTo>
                <a:lnTo>
                  <a:pt x="3515384" y="1397897"/>
                </a:lnTo>
                <a:lnTo>
                  <a:pt x="3518354" y="1391004"/>
                </a:lnTo>
                <a:lnTo>
                  <a:pt x="3524409" y="1377314"/>
                </a:lnTo>
                <a:lnTo>
                  <a:pt x="3527366" y="1370469"/>
                </a:lnTo>
                <a:lnTo>
                  <a:pt x="3533421" y="1356789"/>
                </a:lnTo>
                <a:lnTo>
                  <a:pt x="3536457" y="1349990"/>
                </a:lnTo>
                <a:lnTo>
                  <a:pt x="3539414" y="1343145"/>
                </a:lnTo>
                <a:lnTo>
                  <a:pt x="3542448" y="1336346"/>
                </a:lnTo>
                <a:lnTo>
                  <a:pt x="3545469" y="1329501"/>
                </a:lnTo>
                <a:lnTo>
                  <a:pt x="3548439" y="1322702"/>
                </a:lnTo>
                <a:lnTo>
                  <a:pt x="3557533" y="1302305"/>
                </a:lnTo>
                <a:lnTo>
                  <a:pt x="3560487" y="1295518"/>
                </a:lnTo>
                <a:lnTo>
                  <a:pt x="3563524" y="1288754"/>
                </a:lnTo>
                <a:lnTo>
                  <a:pt x="3566544" y="1281967"/>
                </a:lnTo>
                <a:lnTo>
                  <a:pt x="3569515" y="1275214"/>
                </a:lnTo>
                <a:lnTo>
                  <a:pt x="3578590" y="1254944"/>
                </a:lnTo>
                <a:lnTo>
                  <a:pt x="3581563" y="1248193"/>
                </a:lnTo>
                <a:lnTo>
                  <a:pt x="3584583" y="1241486"/>
                </a:lnTo>
                <a:lnTo>
                  <a:pt x="3587618" y="1234734"/>
                </a:lnTo>
                <a:lnTo>
                  <a:pt x="3590574" y="1228027"/>
                </a:lnTo>
                <a:lnTo>
                  <a:pt x="3599666" y="1207909"/>
                </a:lnTo>
                <a:lnTo>
                  <a:pt x="3602637" y="1201203"/>
                </a:lnTo>
                <a:lnTo>
                  <a:pt x="3605657" y="1194532"/>
                </a:lnTo>
                <a:lnTo>
                  <a:pt x="3608694" y="1187825"/>
                </a:lnTo>
                <a:lnTo>
                  <a:pt x="3611648" y="1181165"/>
                </a:lnTo>
                <a:lnTo>
                  <a:pt x="3617705" y="1167846"/>
                </a:lnTo>
                <a:lnTo>
                  <a:pt x="3620740" y="1161221"/>
                </a:lnTo>
                <a:lnTo>
                  <a:pt x="3623696" y="1154561"/>
                </a:lnTo>
                <a:lnTo>
                  <a:pt x="3629751" y="1141324"/>
                </a:lnTo>
                <a:lnTo>
                  <a:pt x="3632724" y="1134710"/>
                </a:lnTo>
                <a:lnTo>
                  <a:pt x="3635744" y="1128097"/>
                </a:lnTo>
                <a:lnTo>
                  <a:pt x="3638779" y="1121519"/>
                </a:lnTo>
                <a:lnTo>
                  <a:pt x="3641735" y="1114951"/>
                </a:lnTo>
                <a:lnTo>
                  <a:pt x="3650827" y="1095240"/>
                </a:lnTo>
                <a:lnTo>
                  <a:pt x="3653798" y="1088708"/>
                </a:lnTo>
                <a:lnTo>
                  <a:pt x="3656818" y="1082140"/>
                </a:lnTo>
                <a:lnTo>
                  <a:pt x="3659838" y="1075608"/>
                </a:lnTo>
                <a:lnTo>
                  <a:pt x="3662809" y="1069088"/>
                </a:lnTo>
                <a:lnTo>
                  <a:pt x="3668866" y="1056128"/>
                </a:lnTo>
                <a:lnTo>
                  <a:pt x="3671901" y="1049597"/>
                </a:lnTo>
                <a:lnTo>
                  <a:pt x="3674857" y="1043123"/>
                </a:lnTo>
                <a:lnTo>
                  <a:pt x="3677894" y="1036683"/>
                </a:lnTo>
                <a:lnTo>
                  <a:pt x="3680914" y="1030197"/>
                </a:lnTo>
                <a:lnTo>
                  <a:pt x="3683885" y="1023769"/>
                </a:lnTo>
                <a:lnTo>
                  <a:pt x="3689940" y="1010890"/>
                </a:lnTo>
                <a:lnTo>
                  <a:pt x="3692960" y="1004498"/>
                </a:lnTo>
                <a:lnTo>
                  <a:pt x="3695933" y="998070"/>
                </a:lnTo>
                <a:lnTo>
                  <a:pt x="3701988" y="985284"/>
                </a:lnTo>
                <a:lnTo>
                  <a:pt x="3704944" y="978937"/>
                </a:lnTo>
                <a:lnTo>
                  <a:pt x="3707979" y="972557"/>
                </a:lnTo>
                <a:lnTo>
                  <a:pt x="3710999" y="966210"/>
                </a:lnTo>
                <a:lnTo>
                  <a:pt x="3714036" y="959910"/>
                </a:lnTo>
                <a:lnTo>
                  <a:pt x="3717007" y="953564"/>
                </a:lnTo>
                <a:lnTo>
                  <a:pt x="3723062" y="940964"/>
                </a:lnTo>
                <a:lnTo>
                  <a:pt x="3726018" y="934664"/>
                </a:lnTo>
                <a:lnTo>
                  <a:pt x="3729055" y="928364"/>
                </a:lnTo>
                <a:lnTo>
                  <a:pt x="3735110" y="915856"/>
                </a:lnTo>
                <a:lnTo>
                  <a:pt x="3738066" y="909650"/>
                </a:lnTo>
                <a:lnTo>
                  <a:pt x="3741101" y="903395"/>
                </a:lnTo>
                <a:lnTo>
                  <a:pt x="3744121" y="897176"/>
                </a:lnTo>
                <a:lnTo>
                  <a:pt x="3747094" y="890970"/>
                </a:lnTo>
                <a:lnTo>
                  <a:pt x="3750114" y="884809"/>
                </a:lnTo>
                <a:lnTo>
                  <a:pt x="3753149" y="878600"/>
                </a:lnTo>
                <a:lnTo>
                  <a:pt x="3756105" y="872437"/>
                </a:lnTo>
                <a:lnTo>
                  <a:pt x="3759140" y="866319"/>
                </a:lnTo>
                <a:lnTo>
                  <a:pt x="3762160" y="860155"/>
                </a:lnTo>
                <a:lnTo>
                  <a:pt x="3765197" y="854037"/>
                </a:lnTo>
                <a:lnTo>
                  <a:pt x="3768168" y="847964"/>
                </a:lnTo>
                <a:lnTo>
                  <a:pt x="3771188" y="841846"/>
                </a:lnTo>
                <a:lnTo>
                  <a:pt x="3774225" y="835771"/>
                </a:lnTo>
                <a:lnTo>
                  <a:pt x="3777179" y="829699"/>
                </a:lnTo>
                <a:lnTo>
                  <a:pt x="3780216" y="823626"/>
                </a:lnTo>
                <a:lnTo>
                  <a:pt x="3786271" y="811570"/>
                </a:lnTo>
                <a:lnTo>
                  <a:pt x="3789227" y="805543"/>
                </a:lnTo>
                <a:lnTo>
                  <a:pt x="3792262" y="799560"/>
                </a:lnTo>
                <a:lnTo>
                  <a:pt x="3795282" y="793623"/>
                </a:lnTo>
                <a:lnTo>
                  <a:pt x="3798255" y="787640"/>
                </a:lnTo>
                <a:lnTo>
                  <a:pt x="3807330" y="769829"/>
                </a:lnTo>
                <a:lnTo>
                  <a:pt x="3810301" y="763938"/>
                </a:lnTo>
                <a:lnTo>
                  <a:pt x="3816358" y="752153"/>
                </a:lnTo>
                <a:lnTo>
                  <a:pt x="3819328" y="746307"/>
                </a:lnTo>
                <a:lnTo>
                  <a:pt x="3825369" y="734615"/>
                </a:lnTo>
                <a:lnTo>
                  <a:pt x="3828406" y="728813"/>
                </a:lnTo>
                <a:lnTo>
                  <a:pt x="3831377" y="723013"/>
                </a:lnTo>
                <a:lnTo>
                  <a:pt x="3834397" y="717211"/>
                </a:lnTo>
                <a:lnTo>
                  <a:pt x="3837432" y="711456"/>
                </a:lnTo>
                <a:lnTo>
                  <a:pt x="3840388" y="705744"/>
                </a:lnTo>
                <a:lnTo>
                  <a:pt x="3843425" y="699989"/>
                </a:lnTo>
                <a:lnTo>
                  <a:pt x="3849480" y="688568"/>
                </a:lnTo>
                <a:lnTo>
                  <a:pt x="3852436" y="682903"/>
                </a:lnTo>
                <a:lnTo>
                  <a:pt x="3858491" y="671572"/>
                </a:lnTo>
                <a:lnTo>
                  <a:pt x="3861462" y="665952"/>
                </a:lnTo>
                <a:lnTo>
                  <a:pt x="3864482" y="660333"/>
                </a:lnTo>
                <a:lnTo>
                  <a:pt x="3867519" y="654758"/>
                </a:lnTo>
                <a:lnTo>
                  <a:pt x="3870539" y="649139"/>
                </a:lnTo>
                <a:lnTo>
                  <a:pt x="3873510" y="643609"/>
                </a:lnTo>
                <a:lnTo>
                  <a:pt x="3876530" y="638080"/>
                </a:lnTo>
                <a:lnTo>
                  <a:pt x="3879567" y="632506"/>
                </a:lnTo>
                <a:lnTo>
                  <a:pt x="3882537" y="627022"/>
                </a:lnTo>
                <a:lnTo>
                  <a:pt x="3888592" y="616053"/>
                </a:lnTo>
                <a:lnTo>
                  <a:pt x="3891549" y="610615"/>
                </a:lnTo>
                <a:lnTo>
                  <a:pt x="3897606" y="599738"/>
                </a:lnTo>
                <a:lnTo>
                  <a:pt x="3900640" y="594344"/>
                </a:lnTo>
                <a:lnTo>
                  <a:pt x="3903597" y="588952"/>
                </a:lnTo>
                <a:lnTo>
                  <a:pt x="3909652" y="578256"/>
                </a:lnTo>
                <a:lnTo>
                  <a:pt x="3912624" y="572953"/>
                </a:lnTo>
                <a:lnTo>
                  <a:pt x="3915643" y="567605"/>
                </a:lnTo>
                <a:lnTo>
                  <a:pt x="3921700" y="557091"/>
                </a:lnTo>
                <a:lnTo>
                  <a:pt x="3924671" y="551788"/>
                </a:lnTo>
                <a:lnTo>
                  <a:pt x="3927691" y="546622"/>
                </a:lnTo>
                <a:lnTo>
                  <a:pt x="3930728" y="541409"/>
                </a:lnTo>
                <a:lnTo>
                  <a:pt x="3933698" y="536197"/>
                </a:lnTo>
                <a:lnTo>
                  <a:pt x="3939753" y="525864"/>
                </a:lnTo>
                <a:lnTo>
                  <a:pt x="3942774" y="520743"/>
                </a:lnTo>
                <a:lnTo>
                  <a:pt x="3945746" y="515622"/>
                </a:lnTo>
                <a:lnTo>
                  <a:pt x="3951801" y="505470"/>
                </a:lnTo>
                <a:lnTo>
                  <a:pt x="3954758" y="500438"/>
                </a:lnTo>
                <a:lnTo>
                  <a:pt x="3960813" y="490377"/>
                </a:lnTo>
                <a:lnTo>
                  <a:pt x="3963849" y="485392"/>
                </a:lnTo>
                <a:lnTo>
                  <a:pt x="3966806" y="480406"/>
                </a:lnTo>
                <a:lnTo>
                  <a:pt x="3972861" y="470528"/>
                </a:lnTo>
                <a:lnTo>
                  <a:pt x="3975831" y="465633"/>
                </a:lnTo>
                <a:lnTo>
                  <a:pt x="3978852" y="460738"/>
                </a:lnTo>
                <a:lnTo>
                  <a:pt x="3984909" y="451039"/>
                </a:lnTo>
                <a:lnTo>
                  <a:pt x="3987879" y="446188"/>
                </a:lnTo>
                <a:lnTo>
                  <a:pt x="3990900" y="441430"/>
                </a:lnTo>
                <a:lnTo>
                  <a:pt x="3993934" y="436626"/>
                </a:lnTo>
                <a:lnTo>
                  <a:pt x="3996907" y="431867"/>
                </a:lnTo>
                <a:lnTo>
                  <a:pt x="4005982" y="417728"/>
                </a:lnTo>
                <a:lnTo>
                  <a:pt x="4008953" y="413058"/>
                </a:lnTo>
                <a:lnTo>
                  <a:pt x="4011973" y="408437"/>
                </a:lnTo>
                <a:lnTo>
                  <a:pt x="4015010" y="403769"/>
                </a:lnTo>
                <a:lnTo>
                  <a:pt x="4017967" y="399190"/>
                </a:lnTo>
                <a:lnTo>
                  <a:pt x="4024022" y="390036"/>
                </a:lnTo>
                <a:lnTo>
                  <a:pt x="4026992" y="385503"/>
                </a:lnTo>
                <a:lnTo>
                  <a:pt x="4030012" y="381016"/>
                </a:lnTo>
                <a:lnTo>
                  <a:pt x="4033049" y="376485"/>
                </a:lnTo>
                <a:lnTo>
                  <a:pt x="4036070" y="372043"/>
                </a:lnTo>
                <a:lnTo>
                  <a:pt x="4039040" y="367602"/>
                </a:lnTo>
                <a:lnTo>
                  <a:pt x="4042061" y="363162"/>
                </a:lnTo>
                <a:lnTo>
                  <a:pt x="4045097" y="358764"/>
                </a:lnTo>
                <a:lnTo>
                  <a:pt x="4048068" y="354412"/>
                </a:lnTo>
                <a:lnTo>
                  <a:pt x="4051088" y="350016"/>
                </a:lnTo>
                <a:lnTo>
                  <a:pt x="4057143" y="341406"/>
                </a:lnTo>
                <a:lnTo>
                  <a:pt x="4060116" y="337100"/>
                </a:lnTo>
                <a:lnTo>
                  <a:pt x="4063134" y="332886"/>
                </a:lnTo>
                <a:lnTo>
                  <a:pt x="4066171" y="328626"/>
                </a:lnTo>
                <a:lnTo>
                  <a:pt x="4069127" y="324411"/>
                </a:lnTo>
                <a:lnTo>
                  <a:pt x="4078219" y="311902"/>
                </a:lnTo>
                <a:lnTo>
                  <a:pt x="4081173" y="307822"/>
                </a:lnTo>
                <a:lnTo>
                  <a:pt x="4084210" y="303699"/>
                </a:lnTo>
                <a:lnTo>
                  <a:pt x="4087230" y="299620"/>
                </a:lnTo>
                <a:lnTo>
                  <a:pt x="4090201" y="295585"/>
                </a:lnTo>
                <a:lnTo>
                  <a:pt x="4093221" y="291598"/>
                </a:lnTo>
                <a:lnTo>
                  <a:pt x="4096258" y="287564"/>
                </a:lnTo>
                <a:lnTo>
                  <a:pt x="4099278" y="283621"/>
                </a:lnTo>
                <a:lnTo>
                  <a:pt x="4102249" y="279677"/>
                </a:lnTo>
                <a:lnTo>
                  <a:pt x="4105284" y="275735"/>
                </a:lnTo>
                <a:lnTo>
                  <a:pt x="4108304" y="271884"/>
                </a:lnTo>
                <a:lnTo>
                  <a:pt x="4111277" y="267985"/>
                </a:lnTo>
                <a:lnTo>
                  <a:pt x="4114297" y="264133"/>
                </a:lnTo>
                <a:lnTo>
                  <a:pt x="4120352" y="256520"/>
                </a:lnTo>
                <a:lnTo>
                  <a:pt x="4123323" y="252757"/>
                </a:lnTo>
                <a:lnTo>
                  <a:pt x="4126343" y="248996"/>
                </a:lnTo>
                <a:lnTo>
                  <a:pt x="4129380" y="245280"/>
                </a:lnTo>
                <a:lnTo>
                  <a:pt x="4132334" y="241563"/>
                </a:lnTo>
                <a:lnTo>
                  <a:pt x="4138391" y="234312"/>
                </a:lnTo>
                <a:lnTo>
                  <a:pt x="4141362" y="230641"/>
                </a:lnTo>
                <a:lnTo>
                  <a:pt x="4144382" y="227060"/>
                </a:lnTo>
                <a:lnTo>
                  <a:pt x="4147419" y="223525"/>
                </a:lnTo>
                <a:lnTo>
                  <a:pt x="4150439" y="219945"/>
                </a:lnTo>
                <a:lnTo>
                  <a:pt x="4153410" y="216454"/>
                </a:lnTo>
                <a:lnTo>
                  <a:pt x="4159465" y="209475"/>
                </a:lnTo>
                <a:lnTo>
                  <a:pt x="4162438" y="206076"/>
                </a:lnTo>
                <a:lnTo>
                  <a:pt x="4168493" y="199279"/>
                </a:lnTo>
                <a:lnTo>
                  <a:pt x="4171513" y="195925"/>
                </a:lnTo>
                <a:lnTo>
                  <a:pt x="4174484" y="192615"/>
                </a:lnTo>
                <a:lnTo>
                  <a:pt x="4177504" y="189262"/>
                </a:lnTo>
                <a:lnTo>
                  <a:pt x="4180541" y="185998"/>
                </a:lnTo>
                <a:lnTo>
                  <a:pt x="4183497" y="182781"/>
                </a:lnTo>
                <a:lnTo>
                  <a:pt x="4186532" y="179517"/>
                </a:lnTo>
                <a:lnTo>
                  <a:pt x="4192589" y="173173"/>
                </a:lnTo>
                <a:lnTo>
                  <a:pt x="4195543" y="170000"/>
                </a:lnTo>
                <a:lnTo>
                  <a:pt x="4201600" y="163836"/>
                </a:lnTo>
                <a:lnTo>
                  <a:pt x="4204571" y="160754"/>
                </a:lnTo>
                <a:lnTo>
                  <a:pt x="4207591" y="157719"/>
                </a:lnTo>
                <a:lnTo>
                  <a:pt x="4213646" y="151736"/>
                </a:lnTo>
                <a:lnTo>
                  <a:pt x="4216619" y="148790"/>
                </a:lnTo>
                <a:lnTo>
                  <a:pt x="4219654" y="145890"/>
                </a:lnTo>
                <a:lnTo>
                  <a:pt x="4222674" y="142944"/>
                </a:lnTo>
                <a:lnTo>
                  <a:pt x="4225647" y="140088"/>
                </a:lnTo>
                <a:lnTo>
                  <a:pt x="4228665" y="137279"/>
                </a:lnTo>
                <a:lnTo>
                  <a:pt x="4231702" y="134423"/>
                </a:lnTo>
                <a:lnTo>
                  <a:pt x="4234722" y="131658"/>
                </a:lnTo>
                <a:lnTo>
                  <a:pt x="4237693" y="128894"/>
                </a:lnTo>
                <a:lnTo>
                  <a:pt x="4240713" y="126129"/>
                </a:lnTo>
                <a:lnTo>
                  <a:pt x="4243750" y="123455"/>
                </a:lnTo>
                <a:lnTo>
                  <a:pt x="4246704" y="120780"/>
                </a:lnTo>
                <a:lnTo>
                  <a:pt x="4249741" y="118107"/>
                </a:lnTo>
                <a:lnTo>
                  <a:pt x="4255796" y="112941"/>
                </a:lnTo>
                <a:lnTo>
                  <a:pt x="4258752" y="110357"/>
                </a:lnTo>
                <a:lnTo>
                  <a:pt x="4261789" y="107819"/>
                </a:lnTo>
                <a:lnTo>
                  <a:pt x="4264809" y="105327"/>
                </a:lnTo>
                <a:lnTo>
                  <a:pt x="4267780" y="102835"/>
                </a:lnTo>
                <a:lnTo>
                  <a:pt x="4270815" y="100386"/>
                </a:lnTo>
                <a:lnTo>
                  <a:pt x="4273835" y="97985"/>
                </a:lnTo>
                <a:lnTo>
                  <a:pt x="4276808" y="95583"/>
                </a:lnTo>
                <a:lnTo>
                  <a:pt x="4279828" y="93225"/>
                </a:lnTo>
                <a:lnTo>
                  <a:pt x="4282863" y="90914"/>
                </a:lnTo>
                <a:lnTo>
                  <a:pt x="4285883" y="88558"/>
                </a:lnTo>
                <a:lnTo>
                  <a:pt x="4288854" y="86292"/>
                </a:lnTo>
                <a:lnTo>
                  <a:pt x="4291874" y="84072"/>
                </a:lnTo>
                <a:lnTo>
                  <a:pt x="4294911" y="81806"/>
                </a:lnTo>
                <a:lnTo>
                  <a:pt x="4297865" y="79630"/>
                </a:lnTo>
                <a:lnTo>
                  <a:pt x="4300902" y="77500"/>
                </a:lnTo>
                <a:lnTo>
                  <a:pt x="4303922" y="75324"/>
                </a:lnTo>
                <a:lnTo>
                  <a:pt x="4306957" y="73239"/>
                </a:lnTo>
                <a:lnTo>
                  <a:pt x="4309913" y="71155"/>
                </a:lnTo>
                <a:lnTo>
                  <a:pt x="4312950" y="69114"/>
                </a:lnTo>
                <a:lnTo>
                  <a:pt x="4315970" y="67121"/>
                </a:lnTo>
                <a:lnTo>
                  <a:pt x="4318941" y="65128"/>
                </a:lnTo>
                <a:lnTo>
                  <a:pt x="4321961" y="63133"/>
                </a:lnTo>
                <a:lnTo>
                  <a:pt x="4328033" y="59326"/>
                </a:lnTo>
                <a:lnTo>
                  <a:pt x="4330989" y="57422"/>
                </a:lnTo>
                <a:lnTo>
                  <a:pt x="4337044" y="53796"/>
                </a:lnTo>
                <a:lnTo>
                  <a:pt x="4340014" y="51982"/>
                </a:lnTo>
                <a:lnTo>
                  <a:pt x="4349092" y="46816"/>
                </a:lnTo>
                <a:lnTo>
                  <a:pt x="4352063" y="45185"/>
                </a:lnTo>
                <a:lnTo>
                  <a:pt x="4358120" y="41922"/>
                </a:lnTo>
                <a:lnTo>
                  <a:pt x="4361074" y="40380"/>
                </a:lnTo>
                <a:lnTo>
                  <a:pt x="4367131" y="37299"/>
                </a:lnTo>
                <a:lnTo>
                  <a:pt x="4370166" y="35803"/>
                </a:lnTo>
                <a:lnTo>
                  <a:pt x="4373122" y="34353"/>
                </a:lnTo>
                <a:lnTo>
                  <a:pt x="4376157" y="32903"/>
                </a:lnTo>
                <a:lnTo>
                  <a:pt x="4379177" y="31544"/>
                </a:lnTo>
                <a:lnTo>
                  <a:pt x="4382150" y="30184"/>
                </a:lnTo>
                <a:lnTo>
                  <a:pt x="4385184" y="28824"/>
                </a:lnTo>
                <a:lnTo>
                  <a:pt x="4388205" y="27511"/>
                </a:lnTo>
                <a:lnTo>
                  <a:pt x="4391241" y="26241"/>
                </a:lnTo>
                <a:lnTo>
                  <a:pt x="4394196" y="24971"/>
                </a:lnTo>
                <a:lnTo>
                  <a:pt x="4400253" y="22615"/>
                </a:lnTo>
                <a:lnTo>
                  <a:pt x="4403223" y="21436"/>
                </a:lnTo>
                <a:lnTo>
                  <a:pt x="4406244" y="20304"/>
                </a:lnTo>
                <a:lnTo>
                  <a:pt x="4409280" y="19216"/>
                </a:lnTo>
                <a:lnTo>
                  <a:pt x="4412235" y="18128"/>
                </a:lnTo>
                <a:lnTo>
                  <a:pt x="4418292" y="16135"/>
                </a:lnTo>
                <a:lnTo>
                  <a:pt x="4421326" y="15093"/>
                </a:lnTo>
                <a:lnTo>
                  <a:pt x="4424283" y="14184"/>
                </a:lnTo>
                <a:lnTo>
                  <a:pt x="4430338" y="12372"/>
                </a:lnTo>
                <a:lnTo>
                  <a:pt x="4433310" y="11557"/>
                </a:lnTo>
                <a:lnTo>
                  <a:pt x="4436345" y="10695"/>
                </a:lnTo>
                <a:lnTo>
                  <a:pt x="4439366" y="9879"/>
                </a:lnTo>
                <a:lnTo>
                  <a:pt x="4442402" y="9155"/>
                </a:lnTo>
                <a:lnTo>
                  <a:pt x="4445356" y="8429"/>
                </a:lnTo>
                <a:lnTo>
                  <a:pt x="4448393" y="7704"/>
                </a:lnTo>
                <a:lnTo>
                  <a:pt x="4451414" y="7071"/>
                </a:lnTo>
                <a:lnTo>
                  <a:pt x="4454384" y="6435"/>
                </a:lnTo>
                <a:lnTo>
                  <a:pt x="4457405" y="5756"/>
                </a:lnTo>
                <a:lnTo>
                  <a:pt x="4463462" y="4668"/>
                </a:lnTo>
                <a:lnTo>
                  <a:pt x="4466432" y="4123"/>
                </a:lnTo>
                <a:lnTo>
                  <a:pt x="4472487" y="3218"/>
                </a:lnTo>
                <a:lnTo>
                  <a:pt x="4475444" y="2765"/>
                </a:lnTo>
                <a:lnTo>
                  <a:pt x="4478480" y="2357"/>
                </a:lnTo>
                <a:lnTo>
                  <a:pt x="4484535" y="1631"/>
                </a:lnTo>
                <a:lnTo>
                  <a:pt x="4487492" y="1360"/>
                </a:lnTo>
                <a:lnTo>
                  <a:pt x="4493563" y="816"/>
                </a:lnTo>
                <a:lnTo>
                  <a:pt x="4496519" y="635"/>
                </a:lnTo>
                <a:lnTo>
                  <a:pt x="4502574" y="272"/>
                </a:lnTo>
                <a:lnTo>
                  <a:pt x="4505611" y="181"/>
                </a:lnTo>
                <a:lnTo>
                  <a:pt x="4508565" y="90"/>
                </a:lnTo>
                <a:close/>
              </a:path>
            </a:pathLst>
          </a:custGeom>
          <a:pattFill prst="pct40">
            <a:fgClr>
              <a:schemeClr val="bg1"/>
            </a:fgClr>
            <a:bgClr>
              <a:srgbClr val="D1D1D1"/>
            </a:bgClr>
          </a:pattFill>
          <a:ln w="7808" cap="flat">
            <a:noFill/>
            <a:prstDash val="solid"/>
            <a:miter/>
          </a:ln>
        </p:spPr>
        <p:txBody>
          <a:bodyPr wrap="square" rtlCol="0" anchor="ctr">
            <a:noAutofit/>
          </a:bodyPr>
          <a:lstStyle/>
          <a:p>
            <a:endParaRPr lang="en-GB" noProof="0"/>
          </a:p>
        </p:txBody>
      </p:sp>
      <p:sp>
        <p:nvSpPr>
          <p:cNvPr id="73" name="Freeform: Shape 72">
            <a:extLst>
              <a:ext uri="{FF2B5EF4-FFF2-40B4-BE49-F238E27FC236}">
                <a16:creationId xmlns:a16="http://schemas.microsoft.com/office/drawing/2014/main" id="{4F65CE69-5018-4A82-A217-322FC2A75DF0}"/>
              </a:ext>
            </a:extLst>
          </p:cNvPr>
          <p:cNvSpPr/>
          <p:nvPr/>
        </p:nvSpPr>
        <p:spPr>
          <a:xfrm>
            <a:off x="4981559" y="1560971"/>
            <a:ext cx="5640279" cy="4293838"/>
          </a:xfrm>
          <a:custGeom>
            <a:avLst/>
            <a:gdLst>
              <a:gd name="connsiteX0" fmla="*/ 1122636 w 5640279"/>
              <a:gd name="connsiteY0" fmla="*/ 0 h 4293838"/>
              <a:gd name="connsiteX1" fmla="*/ 1131647 w 5640279"/>
              <a:gd name="connsiteY1" fmla="*/ 0 h 4293838"/>
              <a:gd name="connsiteX2" fmla="*/ 1134684 w 5640279"/>
              <a:gd name="connsiteY2" fmla="*/ 90 h 4293838"/>
              <a:gd name="connsiteX3" fmla="*/ 1137638 w 5640279"/>
              <a:gd name="connsiteY3" fmla="*/ 181 h 4293838"/>
              <a:gd name="connsiteX4" fmla="*/ 1140675 w 5640279"/>
              <a:gd name="connsiteY4" fmla="*/ 272 h 4293838"/>
              <a:gd name="connsiteX5" fmla="*/ 1146730 w 5640279"/>
              <a:gd name="connsiteY5" fmla="*/ 635 h 4293838"/>
              <a:gd name="connsiteX6" fmla="*/ 1149687 w 5640279"/>
              <a:gd name="connsiteY6" fmla="*/ 816 h 4293838"/>
              <a:gd name="connsiteX7" fmla="*/ 1155742 w 5640279"/>
              <a:gd name="connsiteY7" fmla="*/ 1360 h 4293838"/>
              <a:gd name="connsiteX8" fmla="*/ 1158714 w 5640279"/>
              <a:gd name="connsiteY8" fmla="*/ 1631 h 4293838"/>
              <a:gd name="connsiteX9" fmla="*/ 1164769 w 5640279"/>
              <a:gd name="connsiteY9" fmla="*/ 2357 h 4293838"/>
              <a:gd name="connsiteX10" fmla="*/ 1167806 w 5640279"/>
              <a:gd name="connsiteY10" fmla="*/ 2765 h 4293838"/>
              <a:gd name="connsiteX11" fmla="*/ 1170760 w 5640279"/>
              <a:gd name="connsiteY11" fmla="*/ 3218 h 4293838"/>
              <a:gd name="connsiteX12" fmla="*/ 1176817 w 5640279"/>
              <a:gd name="connsiteY12" fmla="*/ 4123 h 4293838"/>
              <a:gd name="connsiteX13" fmla="*/ 1179788 w 5640279"/>
              <a:gd name="connsiteY13" fmla="*/ 4668 h 4293838"/>
              <a:gd name="connsiteX14" fmla="*/ 1185845 w 5640279"/>
              <a:gd name="connsiteY14" fmla="*/ 5756 h 4293838"/>
              <a:gd name="connsiteX15" fmla="*/ 1188865 w 5640279"/>
              <a:gd name="connsiteY15" fmla="*/ 6435 h 4293838"/>
              <a:gd name="connsiteX16" fmla="*/ 1191836 w 5640279"/>
              <a:gd name="connsiteY16" fmla="*/ 7071 h 4293838"/>
              <a:gd name="connsiteX17" fmla="*/ 1194856 w 5640279"/>
              <a:gd name="connsiteY17" fmla="*/ 7704 h 4293838"/>
              <a:gd name="connsiteX18" fmla="*/ 1197891 w 5640279"/>
              <a:gd name="connsiteY18" fmla="*/ 8429 h 4293838"/>
              <a:gd name="connsiteX19" fmla="*/ 1200847 w 5640279"/>
              <a:gd name="connsiteY19" fmla="*/ 9155 h 4293838"/>
              <a:gd name="connsiteX20" fmla="*/ 1203884 w 5640279"/>
              <a:gd name="connsiteY20" fmla="*/ 9879 h 4293838"/>
              <a:gd name="connsiteX21" fmla="*/ 1206902 w 5640279"/>
              <a:gd name="connsiteY21" fmla="*/ 10695 h 4293838"/>
              <a:gd name="connsiteX22" fmla="*/ 1209939 w 5640279"/>
              <a:gd name="connsiteY22" fmla="*/ 11557 h 4293838"/>
              <a:gd name="connsiteX23" fmla="*/ 1212910 w 5640279"/>
              <a:gd name="connsiteY23" fmla="*/ 12372 h 4293838"/>
              <a:gd name="connsiteX24" fmla="*/ 1218967 w 5640279"/>
              <a:gd name="connsiteY24" fmla="*/ 14184 h 4293838"/>
              <a:gd name="connsiteX25" fmla="*/ 1221921 w 5640279"/>
              <a:gd name="connsiteY25" fmla="*/ 15093 h 4293838"/>
              <a:gd name="connsiteX26" fmla="*/ 1224958 w 5640279"/>
              <a:gd name="connsiteY26" fmla="*/ 16135 h 4293838"/>
              <a:gd name="connsiteX27" fmla="*/ 1231013 w 5640279"/>
              <a:gd name="connsiteY27" fmla="*/ 18128 h 4293838"/>
              <a:gd name="connsiteX28" fmla="*/ 1233969 w 5640279"/>
              <a:gd name="connsiteY28" fmla="*/ 19216 h 4293838"/>
              <a:gd name="connsiteX29" fmla="*/ 1237006 w 5640279"/>
              <a:gd name="connsiteY29" fmla="*/ 20304 h 4293838"/>
              <a:gd name="connsiteX30" fmla="*/ 1240026 w 5640279"/>
              <a:gd name="connsiteY30" fmla="*/ 21436 h 4293838"/>
              <a:gd name="connsiteX31" fmla="*/ 1242997 w 5640279"/>
              <a:gd name="connsiteY31" fmla="*/ 22615 h 4293838"/>
              <a:gd name="connsiteX32" fmla="*/ 1249052 w 5640279"/>
              <a:gd name="connsiteY32" fmla="*/ 24971 h 4293838"/>
              <a:gd name="connsiteX33" fmla="*/ 1252072 w 5640279"/>
              <a:gd name="connsiteY33" fmla="*/ 26241 h 4293838"/>
              <a:gd name="connsiteX34" fmla="*/ 1255045 w 5640279"/>
              <a:gd name="connsiteY34" fmla="*/ 27511 h 4293838"/>
              <a:gd name="connsiteX35" fmla="*/ 1258065 w 5640279"/>
              <a:gd name="connsiteY35" fmla="*/ 28824 h 4293838"/>
              <a:gd name="connsiteX36" fmla="*/ 1261100 w 5640279"/>
              <a:gd name="connsiteY36" fmla="*/ 30184 h 4293838"/>
              <a:gd name="connsiteX37" fmla="*/ 1264056 w 5640279"/>
              <a:gd name="connsiteY37" fmla="*/ 31544 h 4293838"/>
              <a:gd name="connsiteX38" fmla="*/ 1267091 w 5640279"/>
              <a:gd name="connsiteY38" fmla="*/ 32903 h 4293838"/>
              <a:gd name="connsiteX39" fmla="*/ 1270128 w 5640279"/>
              <a:gd name="connsiteY39" fmla="*/ 34353 h 4293838"/>
              <a:gd name="connsiteX40" fmla="*/ 1273084 w 5640279"/>
              <a:gd name="connsiteY40" fmla="*/ 35803 h 4293838"/>
              <a:gd name="connsiteX41" fmla="*/ 1276119 w 5640279"/>
              <a:gd name="connsiteY41" fmla="*/ 37299 h 4293838"/>
              <a:gd name="connsiteX42" fmla="*/ 1282176 w 5640279"/>
              <a:gd name="connsiteY42" fmla="*/ 40380 h 4293838"/>
              <a:gd name="connsiteX43" fmla="*/ 1285130 w 5640279"/>
              <a:gd name="connsiteY43" fmla="*/ 41922 h 4293838"/>
              <a:gd name="connsiteX44" fmla="*/ 1291187 w 5640279"/>
              <a:gd name="connsiteY44" fmla="*/ 45185 h 4293838"/>
              <a:gd name="connsiteX45" fmla="*/ 1294158 w 5640279"/>
              <a:gd name="connsiteY45" fmla="*/ 46816 h 4293838"/>
              <a:gd name="connsiteX46" fmla="*/ 1303233 w 5640279"/>
              <a:gd name="connsiteY46" fmla="*/ 51982 h 4293838"/>
              <a:gd name="connsiteX47" fmla="*/ 1306206 w 5640279"/>
              <a:gd name="connsiteY47" fmla="*/ 53796 h 4293838"/>
              <a:gd name="connsiteX48" fmla="*/ 1312261 w 5640279"/>
              <a:gd name="connsiteY48" fmla="*/ 57422 h 4293838"/>
              <a:gd name="connsiteX49" fmla="*/ 1315217 w 5640279"/>
              <a:gd name="connsiteY49" fmla="*/ 59326 h 4293838"/>
              <a:gd name="connsiteX50" fmla="*/ 1321272 w 5640279"/>
              <a:gd name="connsiteY50" fmla="*/ 63133 h 4293838"/>
              <a:gd name="connsiteX51" fmla="*/ 1324309 w 5640279"/>
              <a:gd name="connsiteY51" fmla="*/ 65128 h 4293838"/>
              <a:gd name="connsiteX52" fmla="*/ 1327280 w 5640279"/>
              <a:gd name="connsiteY52" fmla="*/ 67121 h 4293838"/>
              <a:gd name="connsiteX53" fmla="*/ 1330300 w 5640279"/>
              <a:gd name="connsiteY53" fmla="*/ 69114 h 4293838"/>
              <a:gd name="connsiteX54" fmla="*/ 1333337 w 5640279"/>
              <a:gd name="connsiteY54" fmla="*/ 71155 h 4293838"/>
              <a:gd name="connsiteX55" fmla="*/ 1336291 w 5640279"/>
              <a:gd name="connsiteY55" fmla="*/ 73239 h 4293838"/>
              <a:gd name="connsiteX56" fmla="*/ 1339328 w 5640279"/>
              <a:gd name="connsiteY56" fmla="*/ 75324 h 4293838"/>
              <a:gd name="connsiteX57" fmla="*/ 1342348 w 5640279"/>
              <a:gd name="connsiteY57" fmla="*/ 77500 h 4293838"/>
              <a:gd name="connsiteX58" fmla="*/ 1345383 w 5640279"/>
              <a:gd name="connsiteY58" fmla="*/ 79630 h 4293838"/>
              <a:gd name="connsiteX59" fmla="*/ 1348339 w 5640279"/>
              <a:gd name="connsiteY59" fmla="*/ 81806 h 4293838"/>
              <a:gd name="connsiteX60" fmla="*/ 1351376 w 5640279"/>
              <a:gd name="connsiteY60" fmla="*/ 84072 h 4293838"/>
              <a:gd name="connsiteX61" fmla="*/ 1354394 w 5640279"/>
              <a:gd name="connsiteY61" fmla="*/ 86292 h 4293838"/>
              <a:gd name="connsiteX62" fmla="*/ 1357367 w 5640279"/>
              <a:gd name="connsiteY62" fmla="*/ 88558 h 4293838"/>
              <a:gd name="connsiteX63" fmla="*/ 1360387 w 5640279"/>
              <a:gd name="connsiteY63" fmla="*/ 90914 h 4293838"/>
              <a:gd name="connsiteX64" fmla="*/ 1363422 w 5640279"/>
              <a:gd name="connsiteY64" fmla="*/ 93225 h 4293838"/>
              <a:gd name="connsiteX65" fmla="*/ 1366442 w 5640279"/>
              <a:gd name="connsiteY65" fmla="*/ 95583 h 4293838"/>
              <a:gd name="connsiteX66" fmla="*/ 1369413 w 5640279"/>
              <a:gd name="connsiteY66" fmla="*/ 97985 h 4293838"/>
              <a:gd name="connsiteX67" fmla="*/ 1372433 w 5640279"/>
              <a:gd name="connsiteY67" fmla="*/ 100386 h 4293838"/>
              <a:gd name="connsiteX68" fmla="*/ 1375470 w 5640279"/>
              <a:gd name="connsiteY68" fmla="*/ 102835 h 4293838"/>
              <a:gd name="connsiteX69" fmla="*/ 1378441 w 5640279"/>
              <a:gd name="connsiteY69" fmla="*/ 105327 h 4293838"/>
              <a:gd name="connsiteX70" fmla="*/ 1381461 w 5640279"/>
              <a:gd name="connsiteY70" fmla="*/ 107819 h 4293838"/>
              <a:gd name="connsiteX71" fmla="*/ 1384498 w 5640279"/>
              <a:gd name="connsiteY71" fmla="*/ 110357 h 4293838"/>
              <a:gd name="connsiteX72" fmla="*/ 1387452 w 5640279"/>
              <a:gd name="connsiteY72" fmla="*/ 112941 h 4293838"/>
              <a:gd name="connsiteX73" fmla="*/ 1393509 w 5640279"/>
              <a:gd name="connsiteY73" fmla="*/ 118107 h 4293838"/>
              <a:gd name="connsiteX74" fmla="*/ 1396544 w 5640279"/>
              <a:gd name="connsiteY74" fmla="*/ 120780 h 4293838"/>
              <a:gd name="connsiteX75" fmla="*/ 1399500 w 5640279"/>
              <a:gd name="connsiteY75" fmla="*/ 123455 h 4293838"/>
              <a:gd name="connsiteX76" fmla="*/ 1402537 w 5640279"/>
              <a:gd name="connsiteY76" fmla="*/ 126129 h 4293838"/>
              <a:gd name="connsiteX77" fmla="*/ 1405557 w 5640279"/>
              <a:gd name="connsiteY77" fmla="*/ 128894 h 4293838"/>
              <a:gd name="connsiteX78" fmla="*/ 1408528 w 5640279"/>
              <a:gd name="connsiteY78" fmla="*/ 131658 h 4293838"/>
              <a:gd name="connsiteX79" fmla="*/ 1411548 w 5640279"/>
              <a:gd name="connsiteY79" fmla="*/ 134423 h 4293838"/>
              <a:gd name="connsiteX80" fmla="*/ 1414583 w 5640279"/>
              <a:gd name="connsiteY80" fmla="*/ 137279 h 4293838"/>
              <a:gd name="connsiteX81" fmla="*/ 1417603 w 5640279"/>
              <a:gd name="connsiteY81" fmla="*/ 140088 h 4293838"/>
              <a:gd name="connsiteX82" fmla="*/ 1420576 w 5640279"/>
              <a:gd name="connsiteY82" fmla="*/ 142944 h 4293838"/>
              <a:gd name="connsiteX83" fmla="*/ 1423594 w 5640279"/>
              <a:gd name="connsiteY83" fmla="*/ 145890 h 4293838"/>
              <a:gd name="connsiteX84" fmla="*/ 1426631 w 5640279"/>
              <a:gd name="connsiteY84" fmla="*/ 148790 h 4293838"/>
              <a:gd name="connsiteX85" fmla="*/ 1429587 w 5640279"/>
              <a:gd name="connsiteY85" fmla="*/ 151736 h 4293838"/>
              <a:gd name="connsiteX86" fmla="*/ 1435658 w 5640279"/>
              <a:gd name="connsiteY86" fmla="*/ 157719 h 4293838"/>
              <a:gd name="connsiteX87" fmla="*/ 1438679 w 5640279"/>
              <a:gd name="connsiteY87" fmla="*/ 160754 h 4293838"/>
              <a:gd name="connsiteX88" fmla="*/ 1441649 w 5640279"/>
              <a:gd name="connsiteY88" fmla="*/ 163836 h 4293838"/>
              <a:gd name="connsiteX89" fmla="*/ 1447704 w 5640279"/>
              <a:gd name="connsiteY89" fmla="*/ 170000 h 4293838"/>
              <a:gd name="connsiteX90" fmla="*/ 1450661 w 5640279"/>
              <a:gd name="connsiteY90" fmla="*/ 173173 h 4293838"/>
              <a:gd name="connsiteX91" fmla="*/ 1456718 w 5640279"/>
              <a:gd name="connsiteY91" fmla="*/ 179517 h 4293838"/>
              <a:gd name="connsiteX92" fmla="*/ 1459753 w 5640279"/>
              <a:gd name="connsiteY92" fmla="*/ 182781 h 4293838"/>
              <a:gd name="connsiteX93" fmla="*/ 1462709 w 5640279"/>
              <a:gd name="connsiteY93" fmla="*/ 185998 h 4293838"/>
              <a:gd name="connsiteX94" fmla="*/ 1465743 w 5640279"/>
              <a:gd name="connsiteY94" fmla="*/ 189262 h 4293838"/>
              <a:gd name="connsiteX95" fmla="*/ 1468764 w 5640279"/>
              <a:gd name="connsiteY95" fmla="*/ 192615 h 4293838"/>
              <a:gd name="connsiteX96" fmla="*/ 1471737 w 5640279"/>
              <a:gd name="connsiteY96" fmla="*/ 195925 h 4293838"/>
              <a:gd name="connsiteX97" fmla="*/ 1474757 w 5640279"/>
              <a:gd name="connsiteY97" fmla="*/ 199279 h 4293838"/>
              <a:gd name="connsiteX98" fmla="*/ 1480812 w 5640279"/>
              <a:gd name="connsiteY98" fmla="*/ 206076 h 4293838"/>
              <a:gd name="connsiteX99" fmla="*/ 1483783 w 5640279"/>
              <a:gd name="connsiteY99" fmla="*/ 209475 h 4293838"/>
              <a:gd name="connsiteX100" fmla="*/ 1489840 w 5640279"/>
              <a:gd name="connsiteY100" fmla="*/ 216454 h 4293838"/>
              <a:gd name="connsiteX101" fmla="*/ 1492810 w 5640279"/>
              <a:gd name="connsiteY101" fmla="*/ 219945 h 4293838"/>
              <a:gd name="connsiteX102" fmla="*/ 1495831 w 5640279"/>
              <a:gd name="connsiteY102" fmla="*/ 223525 h 4293838"/>
              <a:gd name="connsiteX103" fmla="*/ 1498867 w 5640279"/>
              <a:gd name="connsiteY103" fmla="*/ 227060 h 4293838"/>
              <a:gd name="connsiteX104" fmla="*/ 1501886 w 5640279"/>
              <a:gd name="connsiteY104" fmla="*/ 230641 h 4293838"/>
              <a:gd name="connsiteX105" fmla="*/ 1504858 w 5640279"/>
              <a:gd name="connsiteY105" fmla="*/ 234312 h 4293838"/>
              <a:gd name="connsiteX106" fmla="*/ 1510913 w 5640279"/>
              <a:gd name="connsiteY106" fmla="*/ 241563 h 4293838"/>
              <a:gd name="connsiteX107" fmla="*/ 1513870 w 5640279"/>
              <a:gd name="connsiteY107" fmla="*/ 245280 h 4293838"/>
              <a:gd name="connsiteX108" fmla="*/ 1516904 w 5640279"/>
              <a:gd name="connsiteY108" fmla="*/ 248996 h 4293838"/>
              <a:gd name="connsiteX109" fmla="*/ 1519925 w 5640279"/>
              <a:gd name="connsiteY109" fmla="*/ 252757 h 4293838"/>
              <a:gd name="connsiteX110" fmla="*/ 1522897 w 5640279"/>
              <a:gd name="connsiteY110" fmla="*/ 256520 h 4293838"/>
              <a:gd name="connsiteX111" fmla="*/ 1528952 w 5640279"/>
              <a:gd name="connsiteY111" fmla="*/ 264133 h 4293838"/>
              <a:gd name="connsiteX112" fmla="*/ 1531973 w 5640279"/>
              <a:gd name="connsiteY112" fmla="*/ 267985 h 4293838"/>
              <a:gd name="connsiteX113" fmla="*/ 1534943 w 5640279"/>
              <a:gd name="connsiteY113" fmla="*/ 271884 h 4293838"/>
              <a:gd name="connsiteX114" fmla="*/ 1537964 w 5640279"/>
              <a:gd name="connsiteY114" fmla="*/ 275735 h 4293838"/>
              <a:gd name="connsiteX115" fmla="*/ 1541000 w 5640279"/>
              <a:gd name="connsiteY115" fmla="*/ 279677 h 4293838"/>
              <a:gd name="connsiteX116" fmla="*/ 1543971 w 5640279"/>
              <a:gd name="connsiteY116" fmla="*/ 283621 h 4293838"/>
              <a:gd name="connsiteX117" fmla="*/ 1546991 w 5640279"/>
              <a:gd name="connsiteY117" fmla="*/ 287564 h 4293838"/>
              <a:gd name="connsiteX118" fmla="*/ 1550028 w 5640279"/>
              <a:gd name="connsiteY118" fmla="*/ 291598 h 4293838"/>
              <a:gd name="connsiteX119" fmla="*/ 1553049 w 5640279"/>
              <a:gd name="connsiteY119" fmla="*/ 295585 h 4293838"/>
              <a:gd name="connsiteX120" fmla="*/ 1556019 w 5640279"/>
              <a:gd name="connsiteY120" fmla="*/ 299620 h 4293838"/>
              <a:gd name="connsiteX121" fmla="*/ 1559039 w 5640279"/>
              <a:gd name="connsiteY121" fmla="*/ 303699 h 4293838"/>
              <a:gd name="connsiteX122" fmla="*/ 1562074 w 5640279"/>
              <a:gd name="connsiteY122" fmla="*/ 307822 h 4293838"/>
              <a:gd name="connsiteX123" fmla="*/ 1565030 w 5640279"/>
              <a:gd name="connsiteY123" fmla="*/ 311902 h 4293838"/>
              <a:gd name="connsiteX124" fmla="*/ 1574122 w 5640279"/>
              <a:gd name="connsiteY124" fmla="*/ 324411 h 4293838"/>
              <a:gd name="connsiteX125" fmla="*/ 1577079 w 5640279"/>
              <a:gd name="connsiteY125" fmla="*/ 328626 h 4293838"/>
              <a:gd name="connsiteX126" fmla="*/ 1580113 w 5640279"/>
              <a:gd name="connsiteY126" fmla="*/ 332886 h 4293838"/>
              <a:gd name="connsiteX127" fmla="*/ 1583134 w 5640279"/>
              <a:gd name="connsiteY127" fmla="*/ 337100 h 4293838"/>
              <a:gd name="connsiteX128" fmla="*/ 1586104 w 5640279"/>
              <a:gd name="connsiteY128" fmla="*/ 341406 h 4293838"/>
              <a:gd name="connsiteX129" fmla="*/ 1592161 w 5640279"/>
              <a:gd name="connsiteY129" fmla="*/ 350016 h 4293838"/>
              <a:gd name="connsiteX130" fmla="*/ 1595182 w 5640279"/>
              <a:gd name="connsiteY130" fmla="*/ 354412 h 4293838"/>
              <a:gd name="connsiteX131" fmla="*/ 1598152 w 5640279"/>
              <a:gd name="connsiteY131" fmla="*/ 358764 h 4293838"/>
              <a:gd name="connsiteX132" fmla="*/ 1601189 w 5640279"/>
              <a:gd name="connsiteY132" fmla="*/ 363162 h 4293838"/>
              <a:gd name="connsiteX133" fmla="*/ 1604209 w 5640279"/>
              <a:gd name="connsiteY133" fmla="*/ 367602 h 4293838"/>
              <a:gd name="connsiteX134" fmla="*/ 1607180 w 5640279"/>
              <a:gd name="connsiteY134" fmla="*/ 372043 h 4293838"/>
              <a:gd name="connsiteX135" fmla="*/ 1610200 w 5640279"/>
              <a:gd name="connsiteY135" fmla="*/ 376485 h 4293838"/>
              <a:gd name="connsiteX136" fmla="*/ 1613235 w 5640279"/>
              <a:gd name="connsiteY136" fmla="*/ 381016 h 4293838"/>
              <a:gd name="connsiteX137" fmla="*/ 1616255 w 5640279"/>
              <a:gd name="connsiteY137" fmla="*/ 385503 h 4293838"/>
              <a:gd name="connsiteX138" fmla="*/ 1619228 w 5640279"/>
              <a:gd name="connsiteY138" fmla="*/ 390036 h 4293838"/>
              <a:gd name="connsiteX139" fmla="*/ 1625283 w 5640279"/>
              <a:gd name="connsiteY139" fmla="*/ 399190 h 4293838"/>
              <a:gd name="connsiteX140" fmla="*/ 1628239 w 5640279"/>
              <a:gd name="connsiteY140" fmla="*/ 403769 h 4293838"/>
              <a:gd name="connsiteX141" fmla="*/ 1631274 w 5640279"/>
              <a:gd name="connsiteY141" fmla="*/ 408437 h 4293838"/>
              <a:gd name="connsiteX142" fmla="*/ 1634294 w 5640279"/>
              <a:gd name="connsiteY142" fmla="*/ 413058 h 4293838"/>
              <a:gd name="connsiteX143" fmla="*/ 1637331 w 5640279"/>
              <a:gd name="connsiteY143" fmla="*/ 417728 h 4293838"/>
              <a:gd name="connsiteX144" fmla="*/ 1640285 w 5640279"/>
              <a:gd name="connsiteY144" fmla="*/ 422440 h 4293838"/>
              <a:gd name="connsiteX145" fmla="*/ 1646342 w 5640279"/>
              <a:gd name="connsiteY145" fmla="*/ 431867 h 4293838"/>
              <a:gd name="connsiteX146" fmla="*/ 1649313 w 5640279"/>
              <a:gd name="connsiteY146" fmla="*/ 436626 h 4293838"/>
              <a:gd name="connsiteX147" fmla="*/ 1652333 w 5640279"/>
              <a:gd name="connsiteY147" fmla="*/ 441430 h 4293838"/>
              <a:gd name="connsiteX148" fmla="*/ 1655370 w 5640279"/>
              <a:gd name="connsiteY148" fmla="*/ 446188 h 4293838"/>
              <a:gd name="connsiteX149" fmla="*/ 1658341 w 5640279"/>
              <a:gd name="connsiteY149" fmla="*/ 451039 h 4293838"/>
              <a:gd name="connsiteX150" fmla="*/ 1664398 w 5640279"/>
              <a:gd name="connsiteY150" fmla="*/ 460738 h 4293838"/>
              <a:gd name="connsiteX151" fmla="*/ 1667416 w 5640279"/>
              <a:gd name="connsiteY151" fmla="*/ 465633 h 4293838"/>
              <a:gd name="connsiteX152" fmla="*/ 1670389 w 5640279"/>
              <a:gd name="connsiteY152" fmla="*/ 470528 h 4293838"/>
              <a:gd name="connsiteX153" fmla="*/ 1676444 w 5640279"/>
              <a:gd name="connsiteY153" fmla="*/ 480406 h 4293838"/>
              <a:gd name="connsiteX154" fmla="*/ 1679400 w 5640279"/>
              <a:gd name="connsiteY154" fmla="*/ 485392 h 4293838"/>
              <a:gd name="connsiteX155" fmla="*/ 1682435 w 5640279"/>
              <a:gd name="connsiteY155" fmla="*/ 490377 h 4293838"/>
              <a:gd name="connsiteX156" fmla="*/ 1688492 w 5640279"/>
              <a:gd name="connsiteY156" fmla="*/ 500438 h 4293838"/>
              <a:gd name="connsiteX157" fmla="*/ 1691448 w 5640279"/>
              <a:gd name="connsiteY157" fmla="*/ 505470 h 4293838"/>
              <a:gd name="connsiteX158" fmla="*/ 1697503 w 5640279"/>
              <a:gd name="connsiteY158" fmla="*/ 515622 h 4293838"/>
              <a:gd name="connsiteX159" fmla="*/ 1700474 w 5640279"/>
              <a:gd name="connsiteY159" fmla="*/ 520743 h 4293838"/>
              <a:gd name="connsiteX160" fmla="*/ 1703494 w 5640279"/>
              <a:gd name="connsiteY160" fmla="*/ 525864 h 4293838"/>
              <a:gd name="connsiteX161" fmla="*/ 1709551 w 5640279"/>
              <a:gd name="connsiteY161" fmla="*/ 536197 h 4293838"/>
              <a:gd name="connsiteX162" fmla="*/ 1712522 w 5640279"/>
              <a:gd name="connsiteY162" fmla="*/ 541409 h 4293838"/>
              <a:gd name="connsiteX163" fmla="*/ 1715559 w 5640279"/>
              <a:gd name="connsiteY163" fmla="*/ 546622 h 4293838"/>
              <a:gd name="connsiteX164" fmla="*/ 1718579 w 5640279"/>
              <a:gd name="connsiteY164" fmla="*/ 551788 h 4293838"/>
              <a:gd name="connsiteX165" fmla="*/ 1721550 w 5640279"/>
              <a:gd name="connsiteY165" fmla="*/ 557091 h 4293838"/>
              <a:gd name="connsiteX166" fmla="*/ 1727605 w 5640279"/>
              <a:gd name="connsiteY166" fmla="*/ 567605 h 4293838"/>
              <a:gd name="connsiteX167" fmla="*/ 1730625 w 5640279"/>
              <a:gd name="connsiteY167" fmla="*/ 572953 h 4293838"/>
              <a:gd name="connsiteX168" fmla="*/ 1733598 w 5640279"/>
              <a:gd name="connsiteY168" fmla="*/ 578256 h 4293838"/>
              <a:gd name="connsiteX169" fmla="*/ 1739653 w 5640279"/>
              <a:gd name="connsiteY169" fmla="*/ 588952 h 4293838"/>
              <a:gd name="connsiteX170" fmla="*/ 1742609 w 5640279"/>
              <a:gd name="connsiteY170" fmla="*/ 594344 h 4293838"/>
              <a:gd name="connsiteX171" fmla="*/ 1745644 w 5640279"/>
              <a:gd name="connsiteY171" fmla="*/ 599738 h 4293838"/>
              <a:gd name="connsiteX172" fmla="*/ 1751701 w 5640279"/>
              <a:gd name="connsiteY172" fmla="*/ 610615 h 4293838"/>
              <a:gd name="connsiteX173" fmla="*/ 1754655 w 5640279"/>
              <a:gd name="connsiteY173" fmla="*/ 616053 h 4293838"/>
              <a:gd name="connsiteX174" fmla="*/ 1760712 w 5640279"/>
              <a:gd name="connsiteY174" fmla="*/ 627022 h 4293838"/>
              <a:gd name="connsiteX175" fmla="*/ 1763683 w 5640279"/>
              <a:gd name="connsiteY175" fmla="*/ 632506 h 4293838"/>
              <a:gd name="connsiteX176" fmla="*/ 1766720 w 5640279"/>
              <a:gd name="connsiteY176" fmla="*/ 638080 h 4293838"/>
              <a:gd name="connsiteX177" fmla="*/ 1769740 w 5640279"/>
              <a:gd name="connsiteY177" fmla="*/ 643609 h 4293838"/>
              <a:gd name="connsiteX178" fmla="*/ 1772711 w 5640279"/>
              <a:gd name="connsiteY178" fmla="*/ 649139 h 4293838"/>
              <a:gd name="connsiteX179" fmla="*/ 1775731 w 5640279"/>
              <a:gd name="connsiteY179" fmla="*/ 654758 h 4293838"/>
              <a:gd name="connsiteX180" fmla="*/ 1778766 w 5640279"/>
              <a:gd name="connsiteY180" fmla="*/ 660333 h 4293838"/>
              <a:gd name="connsiteX181" fmla="*/ 1781786 w 5640279"/>
              <a:gd name="connsiteY181" fmla="*/ 665952 h 4293838"/>
              <a:gd name="connsiteX182" fmla="*/ 1784759 w 5640279"/>
              <a:gd name="connsiteY182" fmla="*/ 671572 h 4293838"/>
              <a:gd name="connsiteX183" fmla="*/ 1790814 w 5640279"/>
              <a:gd name="connsiteY183" fmla="*/ 682903 h 4293838"/>
              <a:gd name="connsiteX184" fmla="*/ 1793770 w 5640279"/>
              <a:gd name="connsiteY184" fmla="*/ 688568 h 4293838"/>
              <a:gd name="connsiteX185" fmla="*/ 1799825 w 5640279"/>
              <a:gd name="connsiteY185" fmla="*/ 699989 h 4293838"/>
              <a:gd name="connsiteX186" fmla="*/ 1802862 w 5640279"/>
              <a:gd name="connsiteY186" fmla="*/ 705744 h 4293838"/>
              <a:gd name="connsiteX187" fmla="*/ 1805816 w 5640279"/>
              <a:gd name="connsiteY187" fmla="*/ 711456 h 4293838"/>
              <a:gd name="connsiteX188" fmla="*/ 1808853 w 5640279"/>
              <a:gd name="connsiteY188" fmla="*/ 717211 h 4293838"/>
              <a:gd name="connsiteX189" fmla="*/ 1811873 w 5640279"/>
              <a:gd name="connsiteY189" fmla="*/ 723013 h 4293838"/>
              <a:gd name="connsiteX190" fmla="*/ 1814844 w 5640279"/>
              <a:gd name="connsiteY190" fmla="*/ 728813 h 4293838"/>
              <a:gd name="connsiteX191" fmla="*/ 1817864 w 5640279"/>
              <a:gd name="connsiteY191" fmla="*/ 734615 h 4293838"/>
              <a:gd name="connsiteX192" fmla="*/ 1823921 w 5640279"/>
              <a:gd name="connsiteY192" fmla="*/ 746307 h 4293838"/>
              <a:gd name="connsiteX193" fmla="*/ 1826892 w 5640279"/>
              <a:gd name="connsiteY193" fmla="*/ 752153 h 4293838"/>
              <a:gd name="connsiteX194" fmla="*/ 1832947 w 5640279"/>
              <a:gd name="connsiteY194" fmla="*/ 763938 h 4293838"/>
              <a:gd name="connsiteX195" fmla="*/ 1835920 w 5640279"/>
              <a:gd name="connsiteY195" fmla="*/ 769829 h 4293838"/>
              <a:gd name="connsiteX196" fmla="*/ 1844995 w 5640279"/>
              <a:gd name="connsiteY196" fmla="*/ 787640 h 4293838"/>
              <a:gd name="connsiteX197" fmla="*/ 1847966 w 5640279"/>
              <a:gd name="connsiteY197" fmla="*/ 793623 h 4293838"/>
              <a:gd name="connsiteX198" fmla="*/ 1850986 w 5640279"/>
              <a:gd name="connsiteY198" fmla="*/ 799560 h 4293838"/>
              <a:gd name="connsiteX199" fmla="*/ 1854023 w 5640279"/>
              <a:gd name="connsiteY199" fmla="*/ 805543 h 4293838"/>
              <a:gd name="connsiteX200" fmla="*/ 1856979 w 5640279"/>
              <a:gd name="connsiteY200" fmla="*/ 811570 h 4293838"/>
              <a:gd name="connsiteX201" fmla="*/ 1863034 w 5640279"/>
              <a:gd name="connsiteY201" fmla="*/ 823626 h 4293838"/>
              <a:gd name="connsiteX202" fmla="*/ 1866071 w 5640279"/>
              <a:gd name="connsiteY202" fmla="*/ 829699 h 4293838"/>
              <a:gd name="connsiteX203" fmla="*/ 1869025 w 5640279"/>
              <a:gd name="connsiteY203" fmla="*/ 835771 h 4293838"/>
              <a:gd name="connsiteX204" fmla="*/ 1872062 w 5640279"/>
              <a:gd name="connsiteY204" fmla="*/ 841846 h 4293838"/>
              <a:gd name="connsiteX205" fmla="*/ 1875082 w 5640279"/>
              <a:gd name="connsiteY205" fmla="*/ 847964 h 4293838"/>
              <a:gd name="connsiteX206" fmla="*/ 1878053 w 5640279"/>
              <a:gd name="connsiteY206" fmla="*/ 854037 h 4293838"/>
              <a:gd name="connsiteX207" fmla="*/ 1881090 w 5640279"/>
              <a:gd name="connsiteY207" fmla="*/ 860155 h 4293838"/>
              <a:gd name="connsiteX208" fmla="*/ 1884108 w 5640279"/>
              <a:gd name="connsiteY208" fmla="*/ 866319 h 4293838"/>
              <a:gd name="connsiteX209" fmla="*/ 1887145 w 5640279"/>
              <a:gd name="connsiteY209" fmla="*/ 872437 h 4293838"/>
              <a:gd name="connsiteX210" fmla="*/ 1890101 w 5640279"/>
              <a:gd name="connsiteY210" fmla="*/ 878600 h 4293838"/>
              <a:gd name="connsiteX211" fmla="*/ 1893136 w 5640279"/>
              <a:gd name="connsiteY211" fmla="*/ 884809 h 4293838"/>
              <a:gd name="connsiteX212" fmla="*/ 1896156 w 5640279"/>
              <a:gd name="connsiteY212" fmla="*/ 890970 h 4293838"/>
              <a:gd name="connsiteX213" fmla="*/ 1899126 w 5640279"/>
              <a:gd name="connsiteY213" fmla="*/ 897176 h 4293838"/>
              <a:gd name="connsiteX214" fmla="*/ 1902147 w 5640279"/>
              <a:gd name="connsiteY214" fmla="*/ 903395 h 4293838"/>
              <a:gd name="connsiteX215" fmla="*/ 1905184 w 5640279"/>
              <a:gd name="connsiteY215" fmla="*/ 909650 h 4293838"/>
              <a:gd name="connsiteX216" fmla="*/ 1908140 w 5640279"/>
              <a:gd name="connsiteY216" fmla="*/ 915856 h 4293838"/>
              <a:gd name="connsiteX217" fmla="*/ 1914195 w 5640279"/>
              <a:gd name="connsiteY217" fmla="*/ 928364 h 4293838"/>
              <a:gd name="connsiteX218" fmla="*/ 1917232 w 5640279"/>
              <a:gd name="connsiteY218" fmla="*/ 934664 h 4293838"/>
              <a:gd name="connsiteX219" fmla="*/ 1920186 w 5640279"/>
              <a:gd name="connsiteY219" fmla="*/ 940964 h 4293838"/>
              <a:gd name="connsiteX220" fmla="*/ 1926243 w 5640279"/>
              <a:gd name="connsiteY220" fmla="*/ 953564 h 4293838"/>
              <a:gd name="connsiteX221" fmla="*/ 1929214 w 5640279"/>
              <a:gd name="connsiteY221" fmla="*/ 959910 h 4293838"/>
              <a:gd name="connsiteX222" fmla="*/ 1932250 w 5640279"/>
              <a:gd name="connsiteY222" fmla="*/ 966210 h 4293838"/>
              <a:gd name="connsiteX223" fmla="*/ 1935271 w 5640279"/>
              <a:gd name="connsiteY223" fmla="*/ 972557 h 4293838"/>
              <a:gd name="connsiteX224" fmla="*/ 1938289 w 5640279"/>
              <a:gd name="connsiteY224" fmla="*/ 978937 h 4293838"/>
              <a:gd name="connsiteX225" fmla="*/ 1941262 w 5640279"/>
              <a:gd name="connsiteY225" fmla="*/ 985284 h 4293838"/>
              <a:gd name="connsiteX226" fmla="*/ 1947317 w 5640279"/>
              <a:gd name="connsiteY226" fmla="*/ 998070 h 4293838"/>
              <a:gd name="connsiteX227" fmla="*/ 1950289 w 5640279"/>
              <a:gd name="connsiteY227" fmla="*/ 1004498 h 4293838"/>
              <a:gd name="connsiteX228" fmla="*/ 1953308 w 5640279"/>
              <a:gd name="connsiteY228" fmla="*/ 1010890 h 4293838"/>
              <a:gd name="connsiteX229" fmla="*/ 1959365 w 5640279"/>
              <a:gd name="connsiteY229" fmla="*/ 1023769 h 4293838"/>
              <a:gd name="connsiteX230" fmla="*/ 1962335 w 5640279"/>
              <a:gd name="connsiteY230" fmla="*/ 1030197 h 4293838"/>
              <a:gd name="connsiteX231" fmla="*/ 1965356 w 5640279"/>
              <a:gd name="connsiteY231" fmla="*/ 1036683 h 4293838"/>
              <a:gd name="connsiteX232" fmla="*/ 1968392 w 5640279"/>
              <a:gd name="connsiteY232" fmla="*/ 1043123 h 4293838"/>
              <a:gd name="connsiteX233" fmla="*/ 1971347 w 5640279"/>
              <a:gd name="connsiteY233" fmla="*/ 1049597 h 4293838"/>
              <a:gd name="connsiteX234" fmla="*/ 1974383 w 5640279"/>
              <a:gd name="connsiteY234" fmla="*/ 1056128 h 4293838"/>
              <a:gd name="connsiteX235" fmla="*/ 1980438 w 5640279"/>
              <a:gd name="connsiteY235" fmla="*/ 1069088 h 4293838"/>
              <a:gd name="connsiteX236" fmla="*/ 1983395 w 5640279"/>
              <a:gd name="connsiteY236" fmla="*/ 1075608 h 4293838"/>
              <a:gd name="connsiteX237" fmla="*/ 1986432 w 5640279"/>
              <a:gd name="connsiteY237" fmla="*/ 1082140 h 4293838"/>
              <a:gd name="connsiteX238" fmla="*/ 1989452 w 5640279"/>
              <a:gd name="connsiteY238" fmla="*/ 1088708 h 4293838"/>
              <a:gd name="connsiteX239" fmla="*/ 1992422 w 5640279"/>
              <a:gd name="connsiteY239" fmla="*/ 1095240 h 4293838"/>
              <a:gd name="connsiteX240" fmla="*/ 2001514 w 5640279"/>
              <a:gd name="connsiteY240" fmla="*/ 1114951 h 4293838"/>
              <a:gd name="connsiteX241" fmla="*/ 2004471 w 5640279"/>
              <a:gd name="connsiteY241" fmla="*/ 1121519 h 4293838"/>
              <a:gd name="connsiteX242" fmla="*/ 2007505 w 5640279"/>
              <a:gd name="connsiteY242" fmla="*/ 1128097 h 4293838"/>
              <a:gd name="connsiteX243" fmla="*/ 2010526 w 5640279"/>
              <a:gd name="connsiteY243" fmla="*/ 1134710 h 4293838"/>
              <a:gd name="connsiteX244" fmla="*/ 2013496 w 5640279"/>
              <a:gd name="connsiteY244" fmla="*/ 1141324 h 4293838"/>
              <a:gd name="connsiteX245" fmla="*/ 2019553 w 5640279"/>
              <a:gd name="connsiteY245" fmla="*/ 1154561 h 4293838"/>
              <a:gd name="connsiteX246" fmla="*/ 2022574 w 5640279"/>
              <a:gd name="connsiteY246" fmla="*/ 1161221 h 4293838"/>
              <a:gd name="connsiteX247" fmla="*/ 2025544 w 5640279"/>
              <a:gd name="connsiteY247" fmla="*/ 1167846 h 4293838"/>
              <a:gd name="connsiteX248" fmla="*/ 2031599 w 5640279"/>
              <a:gd name="connsiteY248" fmla="*/ 1181165 h 4293838"/>
              <a:gd name="connsiteX249" fmla="*/ 2034556 w 5640279"/>
              <a:gd name="connsiteY249" fmla="*/ 1187825 h 4293838"/>
              <a:gd name="connsiteX250" fmla="*/ 2037592 w 5640279"/>
              <a:gd name="connsiteY250" fmla="*/ 1194532 h 4293838"/>
              <a:gd name="connsiteX251" fmla="*/ 2040613 w 5640279"/>
              <a:gd name="connsiteY251" fmla="*/ 1201203 h 4293838"/>
              <a:gd name="connsiteX252" fmla="*/ 2043583 w 5640279"/>
              <a:gd name="connsiteY252" fmla="*/ 1207909 h 4293838"/>
              <a:gd name="connsiteX253" fmla="*/ 2052675 w 5640279"/>
              <a:gd name="connsiteY253" fmla="*/ 1228027 h 4293838"/>
              <a:gd name="connsiteX254" fmla="*/ 2055631 w 5640279"/>
              <a:gd name="connsiteY254" fmla="*/ 1234734 h 4293838"/>
              <a:gd name="connsiteX255" fmla="*/ 2058666 w 5640279"/>
              <a:gd name="connsiteY255" fmla="*/ 1241486 h 4293838"/>
              <a:gd name="connsiteX256" fmla="*/ 2061686 w 5640279"/>
              <a:gd name="connsiteY256" fmla="*/ 1248193 h 4293838"/>
              <a:gd name="connsiteX257" fmla="*/ 2064657 w 5640279"/>
              <a:gd name="connsiteY257" fmla="*/ 1254944 h 4293838"/>
              <a:gd name="connsiteX258" fmla="*/ 2073734 w 5640279"/>
              <a:gd name="connsiteY258" fmla="*/ 1275214 h 4293838"/>
              <a:gd name="connsiteX259" fmla="*/ 2076705 w 5640279"/>
              <a:gd name="connsiteY259" fmla="*/ 1281967 h 4293838"/>
              <a:gd name="connsiteX260" fmla="*/ 2079725 w 5640279"/>
              <a:gd name="connsiteY260" fmla="*/ 1288754 h 4293838"/>
              <a:gd name="connsiteX261" fmla="*/ 2082762 w 5640279"/>
              <a:gd name="connsiteY261" fmla="*/ 1295518 h 4293838"/>
              <a:gd name="connsiteX262" fmla="*/ 2085716 w 5640279"/>
              <a:gd name="connsiteY262" fmla="*/ 1302305 h 4293838"/>
              <a:gd name="connsiteX263" fmla="*/ 2094808 w 5640279"/>
              <a:gd name="connsiteY263" fmla="*/ 1322702 h 4293838"/>
              <a:gd name="connsiteX264" fmla="*/ 2097781 w 5640279"/>
              <a:gd name="connsiteY264" fmla="*/ 1329501 h 4293838"/>
              <a:gd name="connsiteX265" fmla="*/ 2100799 w 5640279"/>
              <a:gd name="connsiteY265" fmla="*/ 1336346 h 4293838"/>
              <a:gd name="connsiteX266" fmla="*/ 2103820 w 5640279"/>
              <a:gd name="connsiteY266" fmla="*/ 1343145 h 4293838"/>
              <a:gd name="connsiteX267" fmla="*/ 2106792 w 5640279"/>
              <a:gd name="connsiteY267" fmla="*/ 1349990 h 4293838"/>
              <a:gd name="connsiteX268" fmla="*/ 2109827 w 5640279"/>
              <a:gd name="connsiteY268" fmla="*/ 1356789 h 4293838"/>
              <a:gd name="connsiteX269" fmla="*/ 2115884 w 5640279"/>
              <a:gd name="connsiteY269" fmla="*/ 1370469 h 4293838"/>
              <a:gd name="connsiteX270" fmla="*/ 2118838 w 5640279"/>
              <a:gd name="connsiteY270" fmla="*/ 1377314 h 4293838"/>
              <a:gd name="connsiteX271" fmla="*/ 2124895 w 5640279"/>
              <a:gd name="connsiteY271" fmla="*/ 1391004 h 4293838"/>
              <a:gd name="connsiteX272" fmla="*/ 2127866 w 5640279"/>
              <a:gd name="connsiteY272" fmla="*/ 1397897 h 4293838"/>
              <a:gd name="connsiteX273" fmla="*/ 2130886 w 5640279"/>
              <a:gd name="connsiteY273" fmla="*/ 1404742 h 4293838"/>
              <a:gd name="connsiteX274" fmla="*/ 2133923 w 5640279"/>
              <a:gd name="connsiteY274" fmla="*/ 1411623 h 4293838"/>
              <a:gd name="connsiteX275" fmla="*/ 2136943 w 5640279"/>
              <a:gd name="connsiteY275" fmla="*/ 1418468 h 4293838"/>
              <a:gd name="connsiteX276" fmla="*/ 2139914 w 5640279"/>
              <a:gd name="connsiteY276" fmla="*/ 1425359 h 4293838"/>
              <a:gd name="connsiteX277" fmla="*/ 2145969 w 5640279"/>
              <a:gd name="connsiteY277" fmla="*/ 1439130 h 4293838"/>
              <a:gd name="connsiteX278" fmla="*/ 2148925 w 5640279"/>
              <a:gd name="connsiteY278" fmla="*/ 1446023 h 4293838"/>
              <a:gd name="connsiteX279" fmla="*/ 2154980 w 5640279"/>
              <a:gd name="connsiteY279" fmla="*/ 1459807 h 4293838"/>
              <a:gd name="connsiteX280" fmla="*/ 2157953 w 5640279"/>
              <a:gd name="connsiteY280" fmla="*/ 1466686 h 4293838"/>
              <a:gd name="connsiteX281" fmla="*/ 2160988 w 5640279"/>
              <a:gd name="connsiteY281" fmla="*/ 1473578 h 4293838"/>
              <a:gd name="connsiteX282" fmla="*/ 2164008 w 5640279"/>
              <a:gd name="connsiteY282" fmla="*/ 1480516 h 4293838"/>
              <a:gd name="connsiteX283" fmla="*/ 2167045 w 5640279"/>
              <a:gd name="connsiteY283" fmla="*/ 1487408 h 4293838"/>
              <a:gd name="connsiteX284" fmla="*/ 2170001 w 5640279"/>
              <a:gd name="connsiteY284" fmla="*/ 1494335 h 4293838"/>
              <a:gd name="connsiteX285" fmla="*/ 2173036 w 5640279"/>
              <a:gd name="connsiteY285" fmla="*/ 1501226 h 4293838"/>
              <a:gd name="connsiteX286" fmla="*/ 2176056 w 5640279"/>
              <a:gd name="connsiteY286" fmla="*/ 1508165 h 4293838"/>
              <a:gd name="connsiteX287" fmla="*/ 2179027 w 5640279"/>
              <a:gd name="connsiteY287" fmla="*/ 1515045 h 4293838"/>
              <a:gd name="connsiteX288" fmla="*/ 2188105 w 5640279"/>
              <a:gd name="connsiteY288" fmla="*/ 1535848 h 4293838"/>
              <a:gd name="connsiteX289" fmla="*/ 2191075 w 5640279"/>
              <a:gd name="connsiteY289" fmla="*/ 1542786 h 4293838"/>
              <a:gd name="connsiteX290" fmla="*/ 2194096 w 5640279"/>
              <a:gd name="connsiteY290" fmla="*/ 1549723 h 4293838"/>
              <a:gd name="connsiteX291" fmla="*/ 2197130 w 5640279"/>
              <a:gd name="connsiteY291" fmla="*/ 1556604 h 4293838"/>
              <a:gd name="connsiteX292" fmla="*/ 2200087 w 5640279"/>
              <a:gd name="connsiteY292" fmla="*/ 1563543 h 4293838"/>
              <a:gd name="connsiteX293" fmla="*/ 2203123 w 5640279"/>
              <a:gd name="connsiteY293" fmla="*/ 1570527 h 4293838"/>
              <a:gd name="connsiteX294" fmla="*/ 2209178 w 5640279"/>
              <a:gd name="connsiteY294" fmla="*/ 1584391 h 4293838"/>
              <a:gd name="connsiteX295" fmla="*/ 2212149 w 5640279"/>
              <a:gd name="connsiteY295" fmla="*/ 1591329 h 4293838"/>
              <a:gd name="connsiteX296" fmla="*/ 2218206 w 5640279"/>
              <a:gd name="connsiteY296" fmla="*/ 1605195 h 4293838"/>
              <a:gd name="connsiteX297" fmla="*/ 2221162 w 5640279"/>
              <a:gd name="connsiteY297" fmla="*/ 1612179 h 4293838"/>
              <a:gd name="connsiteX298" fmla="*/ 2230254 w 5640279"/>
              <a:gd name="connsiteY298" fmla="*/ 1632970 h 4293838"/>
              <a:gd name="connsiteX299" fmla="*/ 2233208 w 5640279"/>
              <a:gd name="connsiteY299" fmla="*/ 1639954 h 4293838"/>
              <a:gd name="connsiteX300" fmla="*/ 2239265 w 5640279"/>
              <a:gd name="connsiteY300" fmla="*/ 1653820 h 4293838"/>
              <a:gd name="connsiteX301" fmla="*/ 2242236 w 5640279"/>
              <a:gd name="connsiteY301" fmla="*/ 1660804 h 4293838"/>
              <a:gd name="connsiteX302" fmla="*/ 2245256 w 5640279"/>
              <a:gd name="connsiteY302" fmla="*/ 1667743 h 4293838"/>
              <a:gd name="connsiteX303" fmla="*/ 2248293 w 5640279"/>
              <a:gd name="connsiteY303" fmla="*/ 1674716 h 4293838"/>
              <a:gd name="connsiteX304" fmla="*/ 2251311 w 5640279"/>
              <a:gd name="connsiteY304" fmla="*/ 1681653 h 4293838"/>
              <a:gd name="connsiteX305" fmla="*/ 2260339 w 5640279"/>
              <a:gd name="connsiteY305" fmla="*/ 1681653 h 4293838"/>
              <a:gd name="connsiteX306" fmla="*/ 2260339 w 5640279"/>
              <a:gd name="connsiteY306" fmla="*/ 1704216 h 4293838"/>
              <a:gd name="connsiteX307" fmla="*/ 2260341 w 5640279"/>
              <a:gd name="connsiteY307" fmla="*/ 1702503 h 4293838"/>
              <a:gd name="connsiteX308" fmla="*/ 2263312 w 5640279"/>
              <a:gd name="connsiteY308" fmla="*/ 1709430 h 4293838"/>
              <a:gd name="connsiteX309" fmla="*/ 2266332 w 5640279"/>
              <a:gd name="connsiteY309" fmla="*/ 1716414 h 4293838"/>
              <a:gd name="connsiteX310" fmla="*/ 2269352 w 5640279"/>
              <a:gd name="connsiteY310" fmla="*/ 1723353 h 4293838"/>
              <a:gd name="connsiteX311" fmla="*/ 2272387 w 5640279"/>
              <a:gd name="connsiteY311" fmla="*/ 1730326 h 4293838"/>
              <a:gd name="connsiteX312" fmla="*/ 2275360 w 5640279"/>
              <a:gd name="connsiteY312" fmla="*/ 1737263 h 4293838"/>
              <a:gd name="connsiteX313" fmla="*/ 2278378 w 5640279"/>
              <a:gd name="connsiteY313" fmla="*/ 1744190 h 4293838"/>
              <a:gd name="connsiteX314" fmla="*/ 2281415 w 5640279"/>
              <a:gd name="connsiteY314" fmla="*/ 1751174 h 4293838"/>
              <a:gd name="connsiteX315" fmla="*/ 2284371 w 5640279"/>
              <a:gd name="connsiteY315" fmla="*/ 1758113 h 4293838"/>
              <a:gd name="connsiteX316" fmla="*/ 2290426 w 5640279"/>
              <a:gd name="connsiteY316" fmla="*/ 1771978 h 4293838"/>
              <a:gd name="connsiteX317" fmla="*/ 2293397 w 5640279"/>
              <a:gd name="connsiteY317" fmla="*/ 1778951 h 4293838"/>
              <a:gd name="connsiteX318" fmla="*/ 2302474 w 5640279"/>
              <a:gd name="connsiteY318" fmla="*/ 1799753 h 4293838"/>
              <a:gd name="connsiteX319" fmla="*/ 2305445 w 5640279"/>
              <a:gd name="connsiteY319" fmla="*/ 1806692 h 4293838"/>
              <a:gd name="connsiteX320" fmla="*/ 2311502 w 5640279"/>
              <a:gd name="connsiteY320" fmla="*/ 1820557 h 4293838"/>
              <a:gd name="connsiteX321" fmla="*/ 2314456 w 5640279"/>
              <a:gd name="connsiteY321" fmla="*/ 1827494 h 4293838"/>
              <a:gd name="connsiteX322" fmla="*/ 2323548 w 5640279"/>
              <a:gd name="connsiteY322" fmla="*/ 1848298 h 4293838"/>
              <a:gd name="connsiteX323" fmla="*/ 2326521 w 5640279"/>
              <a:gd name="connsiteY323" fmla="*/ 1855235 h 4293838"/>
              <a:gd name="connsiteX324" fmla="*/ 2329541 w 5640279"/>
              <a:gd name="connsiteY324" fmla="*/ 1862162 h 4293838"/>
              <a:gd name="connsiteX325" fmla="*/ 2332576 w 5640279"/>
              <a:gd name="connsiteY325" fmla="*/ 1869054 h 4293838"/>
              <a:gd name="connsiteX326" fmla="*/ 2335532 w 5640279"/>
              <a:gd name="connsiteY326" fmla="*/ 1875991 h 4293838"/>
              <a:gd name="connsiteX327" fmla="*/ 2338567 w 5640279"/>
              <a:gd name="connsiteY327" fmla="*/ 1882884 h 4293838"/>
              <a:gd name="connsiteX328" fmla="*/ 2341587 w 5640279"/>
              <a:gd name="connsiteY328" fmla="*/ 1889811 h 4293838"/>
              <a:gd name="connsiteX329" fmla="*/ 2344624 w 5640279"/>
              <a:gd name="connsiteY329" fmla="*/ 1896702 h 4293838"/>
              <a:gd name="connsiteX330" fmla="*/ 2347578 w 5640279"/>
              <a:gd name="connsiteY330" fmla="*/ 1903640 h 4293838"/>
              <a:gd name="connsiteX331" fmla="*/ 2350615 w 5640279"/>
              <a:gd name="connsiteY331" fmla="*/ 1910521 h 4293838"/>
              <a:gd name="connsiteX332" fmla="*/ 2353635 w 5640279"/>
              <a:gd name="connsiteY332" fmla="*/ 1917458 h 4293838"/>
              <a:gd name="connsiteX333" fmla="*/ 2356606 w 5640279"/>
              <a:gd name="connsiteY333" fmla="*/ 1924351 h 4293838"/>
              <a:gd name="connsiteX334" fmla="*/ 2365683 w 5640279"/>
              <a:gd name="connsiteY334" fmla="*/ 1945013 h 4293838"/>
              <a:gd name="connsiteX335" fmla="*/ 2368654 w 5640279"/>
              <a:gd name="connsiteY335" fmla="*/ 1951906 h 4293838"/>
              <a:gd name="connsiteX336" fmla="*/ 2371674 w 5640279"/>
              <a:gd name="connsiteY336" fmla="*/ 1958785 h 4293838"/>
              <a:gd name="connsiteX337" fmla="*/ 2374709 w 5640279"/>
              <a:gd name="connsiteY337" fmla="*/ 1965632 h 4293838"/>
              <a:gd name="connsiteX338" fmla="*/ 2377682 w 5640279"/>
              <a:gd name="connsiteY338" fmla="*/ 1972523 h 4293838"/>
              <a:gd name="connsiteX339" fmla="*/ 2380702 w 5640279"/>
              <a:gd name="connsiteY339" fmla="*/ 1979415 h 4293838"/>
              <a:gd name="connsiteX340" fmla="*/ 2383737 w 5640279"/>
              <a:gd name="connsiteY340" fmla="*/ 1986260 h 4293838"/>
              <a:gd name="connsiteX341" fmla="*/ 2386757 w 5640279"/>
              <a:gd name="connsiteY341" fmla="*/ 1993140 h 4293838"/>
              <a:gd name="connsiteX342" fmla="*/ 2389727 w 5640279"/>
              <a:gd name="connsiteY342" fmla="*/ 1999986 h 4293838"/>
              <a:gd name="connsiteX343" fmla="*/ 2395785 w 5640279"/>
              <a:gd name="connsiteY343" fmla="*/ 2013676 h 4293838"/>
              <a:gd name="connsiteX344" fmla="*/ 2398741 w 5640279"/>
              <a:gd name="connsiteY344" fmla="*/ 2020521 h 4293838"/>
              <a:gd name="connsiteX345" fmla="*/ 2407833 w 5640279"/>
              <a:gd name="connsiteY345" fmla="*/ 2041046 h 4293838"/>
              <a:gd name="connsiteX346" fmla="*/ 2410787 w 5640279"/>
              <a:gd name="connsiteY346" fmla="*/ 2047891 h 4293838"/>
              <a:gd name="connsiteX347" fmla="*/ 2413824 w 5640279"/>
              <a:gd name="connsiteY347" fmla="*/ 2054690 h 4293838"/>
              <a:gd name="connsiteX348" fmla="*/ 2416844 w 5640279"/>
              <a:gd name="connsiteY348" fmla="*/ 2061536 h 4293838"/>
              <a:gd name="connsiteX349" fmla="*/ 2419815 w 5640279"/>
              <a:gd name="connsiteY349" fmla="*/ 2068335 h 4293838"/>
              <a:gd name="connsiteX350" fmla="*/ 2425872 w 5640279"/>
              <a:gd name="connsiteY350" fmla="*/ 2081933 h 4293838"/>
              <a:gd name="connsiteX351" fmla="*/ 2428842 w 5640279"/>
              <a:gd name="connsiteY351" fmla="*/ 2088732 h 4293838"/>
              <a:gd name="connsiteX352" fmla="*/ 2437918 w 5640279"/>
              <a:gd name="connsiteY352" fmla="*/ 2109129 h 4293838"/>
              <a:gd name="connsiteX353" fmla="*/ 2440888 w 5640279"/>
              <a:gd name="connsiteY353" fmla="*/ 2115881 h 4293838"/>
              <a:gd name="connsiteX354" fmla="*/ 2443909 w 5640279"/>
              <a:gd name="connsiteY354" fmla="*/ 2122634 h 4293838"/>
              <a:gd name="connsiteX355" fmla="*/ 2446945 w 5640279"/>
              <a:gd name="connsiteY355" fmla="*/ 2129433 h 4293838"/>
              <a:gd name="connsiteX356" fmla="*/ 2449902 w 5640279"/>
              <a:gd name="connsiteY356" fmla="*/ 2136184 h 4293838"/>
              <a:gd name="connsiteX357" fmla="*/ 2458993 w 5640279"/>
              <a:gd name="connsiteY357" fmla="*/ 2156442 h 4293838"/>
              <a:gd name="connsiteX358" fmla="*/ 2461948 w 5640279"/>
              <a:gd name="connsiteY358" fmla="*/ 2163149 h 4293838"/>
              <a:gd name="connsiteX359" fmla="*/ 2464984 w 5640279"/>
              <a:gd name="connsiteY359" fmla="*/ 2169901 h 4293838"/>
              <a:gd name="connsiteX360" fmla="*/ 2468005 w 5640279"/>
              <a:gd name="connsiteY360" fmla="*/ 2176608 h 4293838"/>
              <a:gd name="connsiteX361" fmla="*/ 2470975 w 5640279"/>
              <a:gd name="connsiteY361" fmla="*/ 2183313 h 4293838"/>
              <a:gd name="connsiteX362" fmla="*/ 2480053 w 5640279"/>
              <a:gd name="connsiteY362" fmla="*/ 2203431 h 4293838"/>
              <a:gd name="connsiteX363" fmla="*/ 2483023 w 5640279"/>
              <a:gd name="connsiteY363" fmla="*/ 2210149 h 4293838"/>
              <a:gd name="connsiteX364" fmla="*/ 2486044 w 5640279"/>
              <a:gd name="connsiteY364" fmla="*/ 2216810 h 4293838"/>
              <a:gd name="connsiteX365" fmla="*/ 2489079 w 5640279"/>
              <a:gd name="connsiteY365" fmla="*/ 2223515 h 4293838"/>
              <a:gd name="connsiteX366" fmla="*/ 2492051 w 5640279"/>
              <a:gd name="connsiteY366" fmla="*/ 2230175 h 4293838"/>
              <a:gd name="connsiteX367" fmla="*/ 2501127 w 5640279"/>
              <a:gd name="connsiteY367" fmla="*/ 2250165 h 4293838"/>
              <a:gd name="connsiteX368" fmla="*/ 2504097 w 5640279"/>
              <a:gd name="connsiteY368" fmla="*/ 2256779 h 4293838"/>
              <a:gd name="connsiteX369" fmla="*/ 2507118 w 5640279"/>
              <a:gd name="connsiteY369" fmla="*/ 2263438 h 4293838"/>
              <a:gd name="connsiteX370" fmla="*/ 2510154 w 5640279"/>
              <a:gd name="connsiteY370" fmla="*/ 2270064 h 4293838"/>
              <a:gd name="connsiteX371" fmla="*/ 2513109 w 5640279"/>
              <a:gd name="connsiteY371" fmla="*/ 2276677 h 4293838"/>
              <a:gd name="connsiteX372" fmla="*/ 2522200 w 5640279"/>
              <a:gd name="connsiteY372" fmla="*/ 2296528 h 4293838"/>
              <a:gd name="connsiteX373" fmla="*/ 2525157 w 5640279"/>
              <a:gd name="connsiteY373" fmla="*/ 2303096 h 4293838"/>
              <a:gd name="connsiteX374" fmla="*/ 2531214 w 5640279"/>
              <a:gd name="connsiteY374" fmla="*/ 2316241 h 4293838"/>
              <a:gd name="connsiteX375" fmla="*/ 2534184 w 5640279"/>
              <a:gd name="connsiteY375" fmla="*/ 2322819 h 4293838"/>
              <a:gd name="connsiteX376" fmla="*/ 2540239 w 5640279"/>
              <a:gd name="connsiteY376" fmla="*/ 2335953 h 4293838"/>
              <a:gd name="connsiteX377" fmla="*/ 2543212 w 5640279"/>
              <a:gd name="connsiteY377" fmla="*/ 2342485 h 4293838"/>
              <a:gd name="connsiteX378" fmla="*/ 2546232 w 5640279"/>
              <a:gd name="connsiteY378" fmla="*/ 2349006 h 4293838"/>
              <a:gd name="connsiteX379" fmla="*/ 2549267 w 5640279"/>
              <a:gd name="connsiteY379" fmla="*/ 2355584 h 4293838"/>
              <a:gd name="connsiteX380" fmla="*/ 2552287 w 5640279"/>
              <a:gd name="connsiteY380" fmla="*/ 2362058 h 4293838"/>
              <a:gd name="connsiteX381" fmla="*/ 2555258 w 5640279"/>
              <a:gd name="connsiteY381" fmla="*/ 2368590 h 4293838"/>
              <a:gd name="connsiteX382" fmla="*/ 2558278 w 5640279"/>
              <a:gd name="connsiteY382" fmla="*/ 2375110 h 4293838"/>
              <a:gd name="connsiteX383" fmla="*/ 2561315 w 5640279"/>
              <a:gd name="connsiteY383" fmla="*/ 2381596 h 4293838"/>
              <a:gd name="connsiteX384" fmla="*/ 2564271 w 5640279"/>
              <a:gd name="connsiteY384" fmla="*/ 2388070 h 4293838"/>
              <a:gd name="connsiteX385" fmla="*/ 2570326 w 5640279"/>
              <a:gd name="connsiteY385" fmla="*/ 2401042 h 4293838"/>
              <a:gd name="connsiteX386" fmla="*/ 2573363 w 5640279"/>
              <a:gd name="connsiteY386" fmla="*/ 2407470 h 4293838"/>
              <a:gd name="connsiteX387" fmla="*/ 2576317 w 5640279"/>
              <a:gd name="connsiteY387" fmla="*/ 2413954 h 4293838"/>
              <a:gd name="connsiteX388" fmla="*/ 2582374 w 5640279"/>
              <a:gd name="connsiteY388" fmla="*/ 2426822 h 4293838"/>
              <a:gd name="connsiteX389" fmla="*/ 2585345 w 5640279"/>
              <a:gd name="connsiteY389" fmla="*/ 2433261 h 4293838"/>
              <a:gd name="connsiteX390" fmla="*/ 2588365 w 5640279"/>
              <a:gd name="connsiteY390" fmla="*/ 2439655 h 4293838"/>
              <a:gd name="connsiteX391" fmla="*/ 2591400 w 5640279"/>
              <a:gd name="connsiteY391" fmla="*/ 2446081 h 4293838"/>
              <a:gd name="connsiteX392" fmla="*/ 2594420 w 5640279"/>
              <a:gd name="connsiteY392" fmla="*/ 2452475 h 4293838"/>
              <a:gd name="connsiteX393" fmla="*/ 2597393 w 5640279"/>
              <a:gd name="connsiteY393" fmla="*/ 2458867 h 4293838"/>
              <a:gd name="connsiteX394" fmla="*/ 2603448 w 5640279"/>
              <a:gd name="connsiteY394" fmla="*/ 2471654 h 4293838"/>
              <a:gd name="connsiteX395" fmla="*/ 2606419 w 5640279"/>
              <a:gd name="connsiteY395" fmla="*/ 2477988 h 4293838"/>
              <a:gd name="connsiteX396" fmla="*/ 2615496 w 5640279"/>
              <a:gd name="connsiteY396" fmla="*/ 2497027 h 4293838"/>
              <a:gd name="connsiteX397" fmla="*/ 2618467 w 5640279"/>
              <a:gd name="connsiteY397" fmla="*/ 2503374 h 4293838"/>
              <a:gd name="connsiteX398" fmla="*/ 2624524 w 5640279"/>
              <a:gd name="connsiteY398" fmla="*/ 2515974 h 4293838"/>
              <a:gd name="connsiteX399" fmla="*/ 2627478 w 5640279"/>
              <a:gd name="connsiteY399" fmla="*/ 2522273 h 4293838"/>
              <a:gd name="connsiteX400" fmla="*/ 2630515 w 5640279"/>
              <a:gd name="connsiteY400" fmla="*/ 2528574 h 4293838"/>
              <a:gd name="connsiteX401" fmla="*/ 2633535 w 5640279"/>
              <a:gd name="connsiteY401" fmla="*/ 2534828 h 4293838"/>
              <a:gd name="connsiteX402" fmla="*/ 2636570 w 5640279"/>
              <a:gd name="connsiteY402" fmla="*/ 2541127 h 4293838"/>
              <a:gd name="connsiteX403" fmla="*/ 2639526 w 5640279"/>
              <a:gd name="connsiteY403" fmla="*/ 2547381 h 4293838"/>
              <a:gd name="connsiteX404" fmla="*/ 2642563 w 5640279"/>
              <a:gd name="connsiteY404" fmla="*/ 2553636 h 4293838"/>
              <a:gd name="connsiteX405" fmla="*/ 2645581 w 5640279"/>
              <a:gd name="connsiteY405" fmla="*/ 2559843 h 4293838"/>
              <a:gd name="connsiteX406" fmla="*/ 2648554 w 5640279"/>
              <a:gd name="connsiteY406" fmla="*/ 2566095 h 4293838"/>
              <a:gd name="connsiteX407" fmla="*/ 2657629 w 5640279"/>
              <a:gd name="connsiteY407" fmla="*/ 2584729 h 4293838"/>
              <a:gd name="connsiteX408" fmla="*/ 2660600 w 5640279"/>
              <a:gd name="connsiteY408" fmla="*/ 2590890 h 4293838"/>
              <a:gd name="connsiteX409" fmla="*/ 2663637 w 5640279"/>
              <a:gd name="connsiteY409" fmla="*/ 2597051 h 4293838"/>
              <a:gd name="connsiteX410" fmla="*/ 2666657 w 5640279"/>
              <a:gd name="connsiteY410" fmla="*/ 2603258 h 4293838"/>
              <a:gd name="connsiteX411" fmla="*/ 2669628 w 5640279"/>
              <a:gd name="connsiteY411" fmla="*/ 2609383 h 4293838"/>
              <a:gd name="connsiteX412" fmla="*/ 2672648 w 5640279"/>
              <a:gd name="connsiteY412" fmla="*/ 2615544 h 4293838"/>
              <a:gd name="connsiteX413" fmla="*/ 2675685 w 5640279"/>
              <a:gd name="connsiteY413" fmla="*/ 2621659 h 4293838"/>
              <a:gd name="connsiteX414" fmla="*/ 2678639 w 5640279"/>
              <a:gd name="connsiteY414" fmla="*/ 2627786 h 4293838"/>
              <a:gd name="connsiteX415" fmla="*/ 2684696 w 5640279"/>
              <a:gd name="connsiteY415" fmla="*/ 2640014 h 4293838"/>
              <a:gd name="connsiteX416" fmla="*/ 2687731 w 5640279"/>
              <a:gd name="connsiteY416" fmla="*/ 2646093 h 4293838"/>
              <a:gd name="connsiteX417" fmla="*/ 2690687 w 5640279"/>
              <a:gd name="connsiteY417" fmla="*/ 2652208 h 4293838"/>
              <a:gd name="connsiteX418" fmla="*/ 2693724 w 5640279"/>
              <a:gd name="connsiteY418" fmla="*/ 2658287 h 4293838"/>
              <a:gd name="connsiteX419" fmla="*/ 2696744 w 5640279"/>
              <a:gd name="connsiteY419" fmla="*/ 2664309 h 4293838"/>
              <a:gd name="connsiteX420" fmla="*/ 2699715 w 5640279"/>
              <a:gd name="connsiteY420" fmla="*/ 2670389 h 4293838"/>
              <a:gd name="connsiteX421" fmla="*/ 2708790 w 5640279"/>
              <a:gd name="connsiteY421" fmla="*/ 2688465 h 4293838"/>
              <a:gd name="connsiteX422" fmla="*/ 2711763 w 5640279"/>
              <a:gd name="connsiteY422" fmla="*/ 2694453 h 4293838"/>
              <a:gd name="connsiteX423" fmla="*/ 2714798 w 5640279"/>
              <a:gd name="connsiteY423" fmla="*/ 2700428 h 4293838"/>
              <a:gd name="connsiteX424" fmla="*/ 2717818 w 5640279"/>
              <a:gd name="connsiteY424" fmla="*/ 2706460 h 4293838"/>
              <a:gd name="connsiteX425" fmla="*/ 2720789 w 5640279"/>
              <a:gd name="connsiteY425" fmla="*/ 2712447 h 4293838"/>
              <a:gd name="connsiteX426" fmla="*/ 2729866 w 5640279"/>
              <a:gd name="connsiteY426" fmla="*/ 2730257 h 4293838"/>
              <a:gd name="connsiteX427" fmla="*/ 2732837 w 5640279"/>
              <a:gd name="connsiteY427" fmla="*/ 2736185 h 4293838"/>
              <a:gd name="connsiteX428" fmla="*/ 2735857 w 5640279"/>
              <a:gd name="connsiteY428" fmla="*/ 2742080 h 4293838"/>
              <a:gd name="connsiteX429" fmla="*/ 2738892 w 5640279"/>
              <a:gd name="connsiteY429" fmla="*/ 2748020 h 4293838"/>
              <a:gd name="connsiteX430" fmla="*/ 2741848 w 5640279"/>
              <a:gd name="connsiteY430" fmla="*/ 2753913 h 4293838"/>
              <a:gd name="connsiteX431" fmla="*/ 2744885 w 5640279"/>
              <a:gd name="connsiteY431" fmla="*/ 2759761 h 4293838"/>
              <a:gd name="connsiteX432" fmla="*/ 2747905 w 5640279"/>
              <a:gd name="connsiteY432" fmla="*/ 2765643 h 4293838"/>
              <a:gd name="connsiteX433" fmla="*/ 2750940 w 5640279"/>
              <a:gd name="connsiteY433" fmla="*/ 2771491 h 4293838"/>
              <a:gd name="connsiteX434" fmla="*/ 2753896 w 5640279"/>
              <a:gd name="connsiteY434" fmla="*/ 2777338 h 4293838"/>
              <a:gd name="connsiteX435" fmla="*/ 2756931 w 5640279"/>
              <a:gd name="connsiteY435" fmla="*/ 2783186 h 4293838"/>
              <a:gd name="connsiteX436" fmla="*/ 2759951 w 5640279"/>
              <a:gd name="connsiteY436" fmla="*/ 2788988 h 4293838"/>
              <a:gd name="connsiteX437" fmla="*/ 2762924 w 5640279"/>
              <a:gd name="connsiteY437" fmla="*/ 2794836 h 4293838"/>
              <a:gd name="connsiteX438" fmla="*/ 2765944 w 5640279"/>
              <a:gd name="connsiteY438" fmla="*/ 2800636 h 4293838"/>
              <a:gd name="connsiteX439" fmla="*/ 2768979 w 5640279"/>
              <a:gd name="connsiteY439" fmla="*/ 2806391 h 4293838"/>
              <a:gd name="connsiteX440" fmla="*/ 2772016 w 5640279"/>
              <a:gd name="connsiteY440" fmla="*/ 2812192 h 4293838"/>
              <a:gd name="connsiteX441" fmla="*/ 2774970 w 5640279"/>
              <a:gd name="connsiteY441" fmla="*/ 2817947 h 4293838"/>
              <a:gd name="connsiteX442" fmla="*/ 2778007 w 5640279"/>
              <a:gd name="connsiteY442" fmla="*/ 2823701 h 4293838"/>
              <a:gd name="connsiteX443" fmla="*/ 2781027 w 5640279"/>
              <a:gd name="connsiteY443" fmla="*/ 2829422 h 4293838"/>
              <a:gd name="connsiteX444" fmla="*/ 2783998 w 5640279"/>
              <a:gd name="connsiteY444" fmla="*/ 2835176 h 4293838"/>
              <a:gd name="connsiteX445" fmla="*/ 2790055 w 5640279"/>
              <a:gd name="connsiteY445" fmla="*/ 2846592 h 4293838"/>
              <a:gd name="connsiteX446" fmla="*/ 2793009 w 5640279"/>
              <a:gd name="connsiteY446" fmla="*/ 2852302 h 4293838"/>
              <a:gd name="connsiteX447" fmla="*/ 2802101 w 5640279"/>
              <a:gd name="connsiteY447" fmla="*/ 2869299 h 4293838"/>
              <a:gd name="connsiteX448" fmla="*/ 2805057 w 5640279"/>
              <a:gd name="connsiteY448" fmla="*/ 2874913 h 4293838"/>
              <a:gd name="connsiteX449" fmla="*/ 2811112 w 5640279"/>
              <a:gd name="connsiteY449" fmla="*/ 2886156 h 4293838"/>
              <a:gd name="connsiteX450" fmla="*/ 2814085 w 5640279"/>
              <a:gd name="connsiteY450" fmla="*/ 2891784 h 4293838"/>
              <a:gd name="connsiteX451" fmla="*/ 2817105 w 5640279"/>
              <a:gd name="connsiteY451" fmla="*/ 2897353 h 4293838"/>
              <a:gd name="connsiteX452" fmla="*/ 2820140 w 5640279"/>
              <a:gd name="connsiteY452" fmla="*/ 2902969 h 4293838"/>
              <a:gd name="connsiteX453" fmla="*/ 2823160 w 5640279"/>
              <a:gd name="connsiteY453" fmla="*/ 2908502 h 4293838"/>
              <a:gd name="connsiteX454" fmla="*/ 2826131 w 5640279"/>
              <a:gd name="connsiteY454" fmla="*/ 2914072 h 4293838"/>
              <a:gd name="connsiteX455" fmla="*/ 2832188 w 5640279"/>
              <a:gd name="connsiteY455" fmla="*/ 2925140 h 4293838"/>
              <a:gd name="connsiteX456" fmla="*/ 2835158 w 5640279"/>
              <a:gd name="connsiteY456" fmla="*/ 2930662 h 4293838"/>
              <a:gd name="connsiteX457" fmla="*/ 2838179 w 5640279"/>
              <a:gd name="connsiteY457" fmla="*/ 2936197 h 4293838"/>
              <a:gd name="connsiteX458" fmla="*/ 2844236 w 5640279"/>
              <a:gd name="connsiteY458" fmla="*/ 2947161 h 4293838"/>
              <a:gd name="connsiteX459" fmla="*/ 2847207 w 5640279"/>
              <a:gd name="connsiteY459" fmla="*/ 2952603 h 4293838"/>
              <a:gd name="connsiteX460" fmla="*/ 2850227 w 5640279"/>
              <a:gd name="connsiteY460" fmla="*/ 2958080 h 4293838"/>
              <a:gd name="connsiteX461" fmla="*/ 2853262 w 5640279"/>
              <a:gd name="connsiteY461" fmla="*/ 2963521 h 4293838"/>
              <a:gd name="connsiteX462" fmla="*/ 2856218 w 5640279"/>
              <a:gd name="connsiteY462" fmla="*/ 2968962 h 4293838"/>
              <a:gd name="connsiteX463" fmla="*/ 2865310 w 5640279"/>
              <a:gd name="connsiteY463" fmla="*/ 2985135 h 4293838"/>
              <a:gd name="connsiteX464" fmla="*/ 2868266 w 5640279"/>
              <a:gd name="connsiteY464" fmla="*/ 2990530 h 4293838"/>
              <a:gd name="connsiteX465" fmla="*/ 2871301 w 5640279"/>
              <a:gd name="connsiteY465" fmla="*/ 2995879 h 4293838"/>
              <a:gd name="connsiteX466" fmla="*/ 2874321 w 5640279"/>
              <a:gd name="connsiteY466" fmla="*/ 3001274 h 4293838"/>
              <a:gd name="connsiteX467" fmla="*/ 2877292 w 5640279"/>
              <a:gd name="connsiteY467" fmla="*/ 3006577 h 4293838"/>
              <a:gd name="connsiteX468" fmla="*/ 2880328 w 5640279"/>
              <a:gd name="connsiteY468" fmla="*/ 3011925 h 4293838"/>
              <a:gd name="connsiteX469" fmla="*/ 2886385 w 5640279"/>
              <a:gd name="connsiteY469" fmla="*/ 3022529 h 4293838"/>
              <a:gd name="connsiteX470" fmla="*/ 2889340 w 5640279"/>
              <a:gd name="connsiteY470" fmla="*/ 3027832 h 4293838"/>
              <a:gd name="connsiteX471" fmla="*/ 2895397 w 5640279"/>
              <a:gd name="connsiteY471" fmla="*/ 3038343 h 4293838"/>
              <a:gd name="connsiteX472" fmla="*/ 2898367 w 5640279"/>
              <a:gd name="connsiteY472" fmla="*/ 3043600 h 4293838"/>
              <a:gd name="connsiteX473" fmla="*/ 2901388 w 5640279"/>
              <a:gd name="connsiteY473" fmla="*/ 3048866 h 4293838"/>
              <a:gd name="connsiteX474" fmla="*/ 2907443 w 5640279"/>
              <a:gd name="connsiteY474" fmla="*/ 3059285 h 4293838"/>
              <a:gd name="connsiteX475" fmla="*/ 2910415 w 5640279"/>
              <a:gd name="connsiteY475" fmla="*/ 3064495 h 4293838"/>
              <a:gd name="connsiteX476" fmla="*/ 2916470 w 5640279"/>
              <a:gd name="connsiteY476" fmla="*/ 3074833 h 4293838"/>
              <a:gd name="connsiteX477" fmla="*/ 2919427 w 5640279"/>
              <a:gd name="connsiteY477" fmla="*/ 3079995 h 4293838"/>
              <a:gd name="connsiteX478" fmla="*/ 2925482 w 5640279"/>
              <a:gd name="connsiteY478" fmla="*/ 3090241 h 4293838"/>
              <a:gd name="connsiteX479" fmla="*/ 2928454 w 5640279"/>
              <a:gd name="connsiteY479" fmla="*/ 3095404 h 4293838"/>
              <a:gd name="connsiteX480" fmla="*/ 2937546 w 5640279"/>
              <a:gd name="connsiteY480" fmla="*/ 3110638 h 4293838"/>
              <a:gd name="connsiteX481" fmla="*/ 2940500 w 5640279"/>
              <a:gd name="connsiteY481" fmla="*/ 3115708 h 4293838"/>
              <a:gd name="connsiteX482" fmla="*/ 2943537 w 5640279"/>
              <a:gd name="connsiteY482" fmla="*/ 3120742 h 4293838"/>
              <a:gd name="connsiteX483" fmla="*/ 2946558 w 5640279"/>
              <a:gd name="connsiteY483" fmla="*/ 3125814 h 4293838"/>
              <a:gd name="connsiteX484" fmla="*/ 2949528 w 5640279"/>
              <a:gd name="connsiteY484" fmla="*/ 3130802 h 4293838"/>
              <a:gd name="connsiteX485" fmla="*/ 2955585 w 5640279"/>
              <a:gd name="connsiteY485" fmla="*/ 3140862 h 4293838"/>
              <a:gd name="connsiteX486" fmla="*/ 2958604 w 5640279"/>
              <a:gd name="connsiteY486" fmla="*/ 3145804 h 4293838"/>
              <a:gd name="connsiteX487" fmla="*/ 2961576 w 5640279"/>
              <a:gd name="connsiteY487" fmla="*/ 3150793 h 4293838"/>
              <a:gd name="connsiteX488" fmla="*/ 2964597 w 5640279"/>
              <a:gd name="connsiteY488" fmla="*/ 3155771 h 4293838"/>
              <a:gd name="connsiteX489" fmla="*/ 2967631 w 5640279"/>
              <a:gd name="connsiteY489" fmla="*/ 3160667 h 4293838"/>
              <a:gd name="connsiteX490" fmla="*/ 2970588 w 5640279"/>
              <a:gd name="connsiteY490" fmla="*/ 3165609 h 4293838"/>
              <a:gd name="connsiteX491" fmla="*/ 2973622 w 5640279"/>
              <a:gd name="connsiteY491" fmla="*/ 3170552 h 4293838"/>
              <a:gd name="connsiteX492" fmla="*/ 2979679 w 5640279"/>
              <a:gd name="connsiteY492" fmla="*/ 3180344 h 4293838"/>
              <a:gd name="connsiteX493" fmla="*/ 2982636 w 5640279"/>
              <a:gd name="connsiteY493" fmla="*/ 3185241 h 4293838"/>
              <a:gd name="connsiteX494" fmla="*/ 2988691 w 5640279"/>
              <a:gd name="connsiteY494" fmla="*/ 3194928 h 4293838"/>
              <a:gd name="connsiteX495" fmla="*/ 2991661 w 5640279"/>
              <a:gd name="connsiteY495" fmla="*/ 3199778 h 4293838"/>
              <a:gd name="connsiteX496" fmla="*/ 3000753 w 5640279"/>
              <a:gd name="connsiteY496" fmla="*/ 3214199 h 4293838"/>
              <a:gd name="connsiteX497" fmla="*/ 3003709 w 5640279"/>
              <a:gd name="connsiteY497" fmla="*/ 3218957 h 4293838"/>
              <a:gd name="connsiteX498" fmla="*/ 3006746 w 5640279"/>
              <a:gd name="connsiteY498" fmla="*/ 3223714 h 4293838"/>
              <a:gd name="connsiteX499" fmla="*/ 3009766 w 5640279"/>
              <a:gd name="connsiteY499" fmla="*/ 3228517 h 4293838"/>
              <a:gd name="connsiteX500" fmla="*/ 3012737 w 5640279"/>
              <a:gd name="connsiteY500" fmla="*/ 3233227 h 4293838"/>
              <a:gd name="connsiteX501" fmla="*/ 3015757 w 5640279"/>
              <a:gd name="connsiteY501" fmla="*/ 3237938 h 4293838"/>
              <a:gd name="connsiteX502" fmla="*/ 3018792 w 5640279"/>
              <a:gd name="connsiteY502" fmla="*/ 3242705 h 4293838"/>
              <a:gd name="connsiteX503" fmla="*/ 3021812 w 5640279"/>
              <a:gd name="connsiteY503" fmla="*/ 3247370 h 4293838"/>
              <a:gd name="connsiteX504" fmla="*/ 3024785 w 5640279"/>
              <a:gd name="connsiteY504" fmla="*/ 3252035 h 4293838"/>
              <a:gd name="connsiteX505" fmla="*/ 3027803 w 5640279"/>
              <a:gd name="connsiteY505" fmla="*/ 3256756 h 4293838"/>
              <a:gd name="connsiteX506" fmla="*/ 3030840 w 5640279"/>
              <a:gd name="connsiteY506" fmla="*/ 3261375 h 4293838"/>
              <a:gd name="connsiteX507" fmla="*/ 3033796 w 5640279"/>
              <a:gd name="connsiteY507" fmla="*/ 3266038 h 4293838"/>
              <a:gd name="connsiteX508" fmla="*/ 3042888 w 5640279"/>
              <a:gd name="connsiteY508" fmla="*/ 3279914 h 4293838"/>
              <a:gd name="connsiteX509" fmla="*/ 3045859 w 5640279"/>
              <a:gd name="connsiteY509" fmla="*/ 3284487 h 4293838"/>
              <a:gd name="connsiteX510" fmla="*/ 3051914 w 5640279"/>
              <a:gd name="connsiteY510" fmla="*/ 3293640 h 4293838"/>
              <a:gd name="connsiteX511" fmla="*/ 3054870 w 5640279"/>
              <a:gd name="connsiteY511" fmla="*/ 3298177 h 4293838"/>
              <a:gd name="connsiteX512" fmla="*/ 3060927 w 5640279"/>
              <a:gd name="connsiteY512" fmla="*/ 3307238 h 4293838"/>
              <a:gd name="connsiteX513" fmla="*/ 3063898 w 5640279"/>
              <a:gd name="connsiteY513" fmla="*/ 3311775 h 4293838"/>
              <a:gd name="connsiteX514" fmla="*/ 3069953 w 5640279"/>
              <a:gd name="connsiteY514" fmla="*/ 3320744 h 4293838"/>
              <a:gd name="connsiteX515" fmla="*/ 3072973 w 5640279"/>
              <a:gd name="connsiteY515" fmla="*/ 3325188 h 4293838"/>
              <a:gd name="connsiteX516" fmla="*/ 3075946 w 5640279"/>
              <a:gd name="connsiteY516" fmla="*/ 3329630 h 4293838"/>
              <a:gd name="connsiteX517" fmla="*/ 3082001 w 5640279"/>
              <a:gd name="connsiteY517" fmla="*/ 3338507 h 4293838"/>
              <a:gd name="connsiteX518" fmla="*/ 3084957 w 5640279"/>
              <a:gd name="connsiteY518" fmla="*/ 3342950 h 4293838"/>
              <a:gd name="connsiteX519" fmla="*/ 3091012 w 5640279"/>
              <a:gd name="connsiteY519" fmla="*/ 3351744 h 4293838"/>
              <a:gd name="connsiteX520" fmla="*/ 3094049 w 5640279"/>
              <a:gd name="connsiteY520" fmla="*/ 3356096 h 4293838"/>
              <a:gd name="connsiteX521" fmla="*/ 3097003 w 5640279"/>
              <a:gd name="connsiteY521" fmla="*/ 3360446 h 4293838"/>
              <a:gd name="connsiteX522" fmla="*/ 3103077 w 5640279"/>
              <a:gd name="connsiteY522" fmla="*/ 3369148 h 4293838"/>
              <a:gd name="connsiteX523" fmla="*/ 3106031 w 5640279"/>
              <a:gd name="connsiteY523" fmla="*/ 3373452 h 4293838"/>
              <a:gd name="connsiteX524" fmla="*/ 3112088 w 5640279"/>
              <a:gd name="connsiteY524" fmla="*/ 3382062 h 4293838"/>
              <a:gd name="connsiteX525" fmla="*/ 3115123 w 5640279"/>
              <a:gd name="connsiteY525" fmla="*/ 3386330 h 4293838"/>
              <a:gd name="connsiteX526" fmla="*/ 3118079 w 5640279"/>
              <a:gd name="connsiteY526" fmla="*/ 3390588 h 4293838"/>
              <a:gd name="connsiteX527" fmla="*/ 3121114 w 5640279"/>
              <a:gd name="connsiteY527" fmla="*/ 3394847 h 4293838"/>
              <a:gd name="connsiteX528" fmla="*/ 3124134 w 5640279"/>
              <a:gd name="connsiteY528" fmla="*/ 3399059 h 4293838"/>
              <a:gd name="connsiteX529" fmla="*/ 3127107 w 5640279"/>
              <a:gd name="connsiteY529" fmla="*/ 3403317 h 4293838"/>
              <a:gd name="connsiteX530" fmla="*/ 3130127 w 5640279"/>
              <a:gd name="connsiteY530" fmla="*/ 3407493 h 4293838"/>
              <a:gd name="connsiteX531" fmla="*/ 3136182 w 5640279"/>
              <a:gd name="connsiteY531" fmla="*/ 3415918 h 4293838"/>
              <a:gd name="connsiteX532" fmla="*/ 3139153 w 5640279"/>
              <a:gd name="connsiteY532" fmla="*/ 3420047 h 4293838"/>
              <a:gd name="connsiteX533" fmla="*/ 3145210 w 5640279"/>
              <a:gd name="connsiteY533" fmla="*/ 3428389 h 4293838"/>
              <a:gd name="connsiteX534" fmla="*/ 3148166 w 5640279"/>
              <a:gd name="connsiteY534" fmla="*/ 3432462 h 4293838"/>
              <a:gd name="connsiteX535" fmla="*/ 3154221 w 5640279"/>
              <a:gd name="connsiteY535" fmla="*/ 3440711 h 4293838"/>
              <a:gd name="connsiteX536" fmla="*/ 3157258 w 5640279"/>
              <a:gd name="connsiteY536" fmla="*/ 3444795 h 4293838"/>
              <a:gd name="connsiteX537" fmla="*/ 3160229 w 5640279"/>
              <a:gd name="connsiteY537" fmla="*/ 3448868 h 4293838"/>
              <a:gd name="connsiteX538" fmla="*/ 3163249 w 5640279"/>
              <a:gd name="connsiteY538" fmla="*/ 3452951 h 4293838"/>
              <a:gd name="connsiteX539" fmla="*/ 3166284 w 5640279"/>
              <a:gd name="connsiteY539" fmla="*/ 3456978 h 4293838"/>
              <a:gd name="connsiteX540" fmla="*/ 3169240 w 5640279"/>
              <a:gd name="connsiteY540" fmla="*/ 3461015 h 4293838"/>
              <a:gd name="connsiteX541" fmla="*/ 3172277 w 5640279"/>
              <a:gd name="connsiteY541" fmla="*/ 3465053 h 4293838"/>
              <a:gd name="connsiteX542" fmla="*/ 3175295 w 5640279"/>
              <a:gd name="connsiteY542" fmla="*/ 3469032 h 4293838"/>
              <a:gd name="connsiteX543" fmla="*/ 3178268 w 5640279"/>
              <a:gd name="connsiteY543" fmla="*/ 3473023 h 4293838"/>
              <a:gd name="connsiteX544" fmla="*/ 3181288 w 5640279"/>
              <a:gd name="connsiteY544" fmla="*/ 3477014 h 4293838"/>
              <a:gd name="connsiteX545" fmla="*/ 3187343 w 5640279"/>
              <a:gd name="connsiteY545" fmla="*/ 3484904 h 4293838"/>
              <a:gd name="connsiteX546" fmla="*/ 3190314 w 5640279"/>
              <a:gd name="connsiteY546" fmla="*/ 3488883 h 4293838"/>
              <a:gd name="connsiteX547" fmla="*/ 3196371 w 5640279"/>
              <a:gd name="connsiteY547" fmla="*/ 3496681 h 4293838"/>
              <a:gd name="connsiteX548" fmla="*/ 3199327 w 5640279"/>
              <a:gd name="connsiteY548" fmla="*/ 3500579 h 4293838"/>
              <a:gd name="connsiteX549" fmla="*/ 3202362 w 5640279"/>
              <a:gd name="connsiteY549" fmla="*/ 3504478 h 4293838"/>
              <a:gd name="connsiteX550" fmla="*/ 3205382 w 5640279"/>
              <a:gd name="connsiteY550" fmla="*/ 3508329 h 4293838"/>
              <a:gd name="connsiteX551" fmla="*/ 3208419 w 5640279"/>
              <a:gd name="connsiteY551" fmla="*/ 3512228 h 4293838"/>
              <a:gd name="connsiteX552" fmla="*/ 3211390 w 5640279"/>
              <a:gd name="connsiteY552" fmla="*/ 3516033 h 4293838"/>
              <a:gd name="connsiteX553" fmla="*/ 3214410 w 5640279"/>
              <a:gd name="connsiteY553" fmla="*/ 3519885 h 4293838"/>
              <a:gd name="connsiteX554" fmla="*/ 3217445 w 5640279"/>
              <a:gd name="connsiteY554" fmla="*/ 3523690 h 4293838"/>
              <a:gd name="connsiteX555" fmla="*/ 3220401 w 5640279"/>
              <a:gd name="connsiteY555" fmla="*/ 3527508 h 4293838"/>
              <a:gd name="connsiteX556" fmla="*/ 3223438 w 5640279"/>
              <a:gd name="connsiteY556" fmla="*/ 3531313 h 4293838"/>
              <a:gd name="connsiteX557" fmla="*/ 3229493 w 5640279"/>
              <a:gd name="connsiteY557" fmla="*/ 3538832 h 4293838"/>
              <a:gd name="connsiteX558" fmla="*/ 3232449 w 5640279"/>
              <a:gd name="connsiteY558" fmla="*/ 3542590 h 4293838"/>
              <a:gd name="connsiteX559" fmla="*/ 3235484 w 5640279"/>
              <a:gd name="connsiteY559" fmla="*/ 3546361 h 4293838"/>
              <a:gd name="connsiteX560" fmla="*/ 3238504 w 5640279"/>
              <a:gd name="connsiteY560" fmla="*/ 3550027 h 4293838"/>
              <a:gd name="connsiteX561" fmla="*/ 3241477 w 5640279"/>
              <a:gd name="connsiteY561" fmla="*/ 3553741 h 4293838"/>
              <a:gd name="connsiteX562" fmla="*/ 3244495 w 5640279"/>
              <a:gd name="connsiteY562" fmla="*/ 3557464 h 4293838"/>
              <a:gd name="connsiteX563" fmla="*/ 3250552 w 5640279"/>
              <a:gd name="connsiteY563" fmla="*/ 3564798 h 4293838"/>
              <a:gd name="connsiteX564" fmla="*/ 3253523 w 5640279"/>
              <a:gd name="connsiteY564" fmla="*/ 3568476 h 4293838"/>
              <a:gd name="connsiteX565" fmla="*/ 3259580 w 5640279"/>
              <a:gd name="connsiteY565" fmla="*/ 3575726 h 4293838"/>
              <a:gd name="connsiteX566" fmla="*/ 3262534 w 5640279"/>
              <a:gd name="connsiteY566" fmla="*/ 3579393 h 4293838"/>
              <a:gd name="connsiteX567" fmla="*/ 3271626 w 5640279"/>
              <a:gd name="connsiteY567" fmla="*/ 3590136 h 4293838"/>
              <a:gd name="connsiteX568" fmla="*/ 3274598 w 5640279"/>
              <a:gd name="connsiteY568" fmla="*/ 3593722 h 4293838"/>
              <a:gd name="connsiteX569" fmla="*/ 3277619 w 5640279"/>
              <a:gd name="connsiteY569" fmla="*/ 3597250 h 4293838"/>
              <a:gd name="connsiteX570" fmla="*/ 3280654 w 5640279"/>
              <a:gd name="connsiteY570" fmla="*/ 3600834 h 4293838"/>
              <a:gd name="connsiteX571" fmla="*/ 3283610 w 5640279"/>
              <a:gd name="connsiteY571" fmla="*/ 3604326 h 4293838"/>
              <a:gd name="connsiteX572" fmla="*/ 3286644 w 5640279"/>
              <a:gd name="connsiteY572" fmla="*/ 3607854 h 4293838"/>
              <a:gd name="connsiteX573" fmla="*/ 3292702 w 5640279"/>
              <a:gd name="connsiteY573" fmla="*/ 3614837 h 4293838"/>
              <a:gd name="connsiteX574" fmla="*/ 3295658 w 5640279"/>
              <a:gd name="connsiteY574" fmla="*/ 3618284 h 4293838"/>
              <a:gd name="connsiteX575" fmla="*/ 3298693 w 5640279"/>
              <a:gd name="connsiteY575" fmla="*/ 3621776 h 4293838"/>
              <a:gd name="connsiteX576" fmla="*/ 3301713 w 5640279"/>
              <a:gd name="connsiteY576" fmla="*/ 3625210 h 4293838"/>
              <a:gd name="connsiteX577" fmla="*/ 3304684 w 5640279"/>
              <a:gd name="connsiteY577" fmla="*/ 3628657 h 4293838"/>
              <a:gd name="connsiteX578" fmla="*/ 3307704 w 5640279"/>
              <a:gd name="connsiteY578" fmla="*/ 3632103 h 4293838"/>
              <a:gd name="connsiteX579" fmla="*/ 3310741 w 5640279"/>
              <a:gd name="connsiteY579" fmla="*/ 3635456 h 4293838"/>
              <a:gd name="connsiteX580" fmla="*/ 3313695 w 5640279"/>
              <a:gd name="connsiteY580" fmla="*/ 3638854 h 4293838"/>
              <a:gd name="connsiteX581" fmla="*/ 3316732 w 5640279"/>
              <a:gd name="connsiteY581" fmla="*/ 3642255 h 4293838"/>
              <a:gd name="connsiteX582" fmla="*/ 3319752 w 5640279"/>
              <a:gd name="connsiteY582" fmla="*/ 3645607 h 4293838"/>
              <a:gd name="connsiteX583" fmla="*/ 3322787 w 5640279"/>
              <a:gd name="connsiteY583" fmla="*/ 3649006 h 4293838"/>
              <a:gd name="connsiteX584" fmla="*/ 3325759 w 5640279"/>
              <a:gd name="connsiteY584" fmla="*/ 3652360 h 4293838"/>
              <a:gd name="connsiteX585" fmla="*/ 3331814 w 5640279"/>
              <a:gd name="connsiteY585" fmla="*/ 3658984 h 4293838"/>
              <a:gd name="connsiteX586" fmla="*/ 3334771 w 5640279"/>
              <a:gd name="connsiteY586" fmla="*/ 3662291 h 4293838"/>
              <a:gd name="connsiteX587" fmla="*/ 3337805 w 5640279"/>
              <a:gd name="connsiteY587" fmla="*/ 3665598 h 4293838"/>
              <a:gd name="connsiteX588" fmla="*/ 3340826 w 5640279"/>
              <a:gd name="connsiteY588" fmla="*/ 3668859 h 4293838"/>
              <a:gd name="connsiteX589" fmla="*/ 3343862 w 5640279"/>
              <a:gd name="connsiteY589" fmla="*/ 3672165 h 4293838"/>
              <a:gd name="connsiteX590" fmla="*/ 3346819 w 5640279"/>
              <a:gd name="connsiteY590" fmla="*/ 3675391 h 4293838"/>
              <a:gd name="connsiteX591" fmla="*/ 3349853 w 5640279"/>
              <a:gd name="connsiteY591" fmla="*/ 3678650 h 4293838"/>
              <a:gd name="connsiteX592" fmla="*/ 3352874 w 5640279"/>
              <a:gd name="connsiteY592" fmla="*/ 3681865 h 4293838"/>
              <a:gd name="connsiteX593" fmla="*/ 3355844 w 5640279"/>
              <a:gd name="connsiteY593" fmla="*/ 3685090 h 4293838"/>
              <a:gd name="connsiteX594" fmla="*/ 3361901 w 5640279"/>
              <a:gd name="connsiteY594" fmla="*/ 3691518 h 4293838"/>
              <a:gd name="connsiteX595" fmla="*/ 3364922 w 5640279"/>
              <a:gd name="connsiteY595" fmla="*/ 3694649 h 4293838"/>
              <a:gd name="connsiteX596" fmla="*/ 3367892 w 5640279"/>
              <a:gd name="connsiteY596" fmla="*/ 3697818 h 4293838"/>
              <a:gd name="connsiteX597" fmla="*/ 3370913 w 5640279"/>
              <a:gd name="connsiteY597" fmla="*/ 3700996 h 4293838"/>
              <a:gd name="connsiteX598" fmla="*/ 3373949 w 5640279"/>
              <a:gd name="connsiteY598" fmla="*/ 3704117 h 4293838"/>
              <a:gd name="connsiteX599" fmla="*/ 3376920 w 5640279"/>
              <a:gd name="connsiteY599" fmla="*/ 3707250 h 4293838"/>
              <a:gd name="connsiteX600" fmla="*/ 3382975 w 5640279"/>
              <a:gd name="connsiteY600" fmla="*/ 3713503 h 4293838"/>
              <a:gd name="connsiteX601" fmla="*/ 3385995 w 5640279"/>
              <a:gd name="connsiteY601" fmla="*/ 3716578 h 4293838"/>
              <a:gd name="connsiteX602" fmla="*/ 3388968 w 5640279"/>
              <a:gd name="connsiteY602" fmla="*/ 3719664 h 4293838"/>
              <a:gd name="connsiteX603" fmla="*/ 3391989 w 5640279"/>
              <a:gd name="connsiteY603" fmla="*/ 3722751 h 4293838"/>
              <a:gd name="connsiteX604" fmla="*/ 3395023 w 5640279"/>
              <a:gd name="connsiteY604" fmla="*/ 3725779 h 4293838"/>
              <a:gd name="connsiteX605" fmla="*/ 3397979 w 5640279"/>
              <a:gd name="connsiteY605" fmla="*/ 3728818 h 4293838"/>
              <a:gd name="connsiteX606" fmla="*/ 3404034 w 5640279"/>
              <a:gd name="connsiteY606" fmla="*/ 3734898 h 4293838"/>
              <a:gd name="connsiteX607" fmla="*/ 3407071 w 5640279"/>
              <a:gd name="connsiteY607" fmla="*/ 3737881 h 4293838"/>
              <a:gd name="connsiteX608" fmla="*/ 3410025 w 5640279"/>
              <a:gd name="connsiteY608" fmla="*/ 3740873 h 4293838"/>
              <a:gd name="connsiteX609" fmla="*/ 3416083 w 5640279"/>
              <a:gd name="connsiteY609" fmla="*/ 3746860 h 4293838"/>
              <a:gd name="connsiteX610" fmla="*/ 3419053 w 5640279"/>
              <a:gd name="connsiteY610" fmla="*/ 3749808 h 4293838"/>
              <a:gd name="connsiteX611" fmla="*/ 3425110 w 5640279"/>
              <a:gd name="connsiteY611" fmla="*/ 3755701 h 4293838"/>
              <a:gd name="connsiteX612" fmla="*/ 3428130 w 5640279"/>
              <a:gd name="connsiteY612" fmla="*/ 3758602 h 4293838"/>
              <a:gd name="connsiteX613" fmla="*/ 3431101 w 5640279"/>
              <a:gd name="connsiteY613" fmla="*/ 3761502 h 4293838"/>
              <a:gd name="connsiteX614" fmla="*/ 3437156 w 5640279"/>
              <a:gd name="connsiteY614" fmla="*/ 3767303 h 4293838"/>
              <a:gd name="connsiteX615" fmla="*/ 3440129 w 5640279"/>
              <a:gd name="connsiteY615" fmla="*/ 3770157 h 4293838"/>
              <a:gd name="connsiteX616" fmla="*/ 3443149 w 5640279"/>
              <a:gd name="connsiteY616" fmla="*/ 3773058 h 4293838"/>
              <a:gd name="connsiteX617" fmla="*/ 3446184 w 5640279"/>
              <a:gd name="connsiteY617" fmla="*/ 3775866 h 4293838"/>
              <a:gd name="connsiteX618" fmla="*/ 3449140 w 5640279"/>
              <a:gd name="connsiteY618" fmla="*/ 3778720 h 4293838"/>
              <a:gd name="connsiteX619" fmla="*/ 3458232 w 5640279"/>
              <a:gd name="connsiteY619" fmla="*/ 3787144 h 4293838"/>
              <a:gd name="connsiteX620" fmla="*/ 3461188 w 5640279"/>
              <a:gd name="connsiteY620" fmla="*/ 3789962 h 4293838"/>
              <a:gd name="connsiteX621" fmla="*/ 3467243 w 5640279"/>
              <a:gd name="connsiteY621" fmla="*/ 3795485 h 4293838"/>
              <a:gd name="connsiteX622" fmla="*/ 3470214 w 5640279"/>
              <a:gd name="connsiteY622" fmla="*/ 3798247 h 4293838"/>
              <a:gd name="connsiteX623" fmla="*/ 3473234 w 5640279"/>
              <a:gd name="connsiteY623" fmla="*/ 3800974 h 4293838"/>
              <a:gd name="connsiteX624" fmla="*/ 3476271 w 5640279"/>
              <a:gd name="connsiteY624" fmla="*/ 3803734 h 4293838"/>
              <a:gd name="connsiteX625" fmla="*/ 3479291 w 5640279"/>
              <a:gd name="connsiteY625" fmla="*/ 3806450 h 4293838"/>
              <a:gd name="connsiteX626" fmla="*/ 3482262 w 5640279"/>
              <a:gd name="connsiteY626" fmla="*/ 3809129 h 4293838"/>
              <a:gd name="connsiteX627" fmla="*/ 3485282 w 5640279"/>
              <a:gd name="connsiteY627" fmla="*/ 3811845 h 4293838"/>
              <a:gd name="connsiteX628" fmla="*/ 3488317 w 5640279"/>
              <a:gd name="connsiteY628" fmla="*/ 3814524 h 4293838"/>
              <a:gd name="connsiteX629" fmla="*/ 3491290 w 5640279"/>
              <a:gd name="connsiteY629" fmla="*/ 3817193 h 4293838"/>
              <a:gd name="connsiteX630" fmla="*/ 3497345 w 5640279"/>
              <a:gd name="connsiteY630" fmla="*/ 3822542 h 4293838"/>
              <a:gd name="connsiteX631" fmla="*/ 3500365 w 5640279"/>
              <a:gd name="connsiteY631" fmla="*/ 3825129 h 4293838"/>
              <a:gd name="connsiteX632" fmla="*/ 3503336 w 5640279"/>
              <a:gd name="connsiteY632" fmla="*/ 3827751 h 4293838"/>
              <a:gd name="connsiteX633" fmla="*/ 3509393 w 5640279"/>
              <a:gd name="connsiteY633" fmla="*/ 3833019 h 4293838"/>
              <a:gd name="connsiteX634" fmla="*/ 3512349 w 5640279"/>
              <a:gd name="connsiteY634" fmla="*/ 3835595 h 4293838"/>
              <a:gd name="connsiteX635" fmla="*/ 3518404 w 5640279"/>
              <a:gd name="connsiteY635" fmla="*/ 3840769 h 4293838"/>
              <a:gd name="connsiteX636" fmla="*/ 3521441 w 5640279"/>
              <a:gd name="connsiteY636" fmla="*/ 3843298 h 4293838"/>
              <a:gd name="connsiteX637" fmla="*/ 3524395 w 5640279"/>
              <a:gd name="connsiteY637" fmla="*/ 3845839 h 4293838"/>
              <a:gd name="connsiteX638" fmla="*/ 3530452 w 5640279"/>
              <a:gd name="connsiteY638" fmla="*/ 3850921 h 4293838"/>
              <a:gd name="connsiteX639" fmla="*/ 3533423 w 5640279"/>
              <a:gd name="connsiteY639" fmla="*/ 3853450 h 4293838"/>
              <a:gd name="connsiteX640" fmla="*/ 3542498 w 5640279"/>
              <a:gd name="connsiteY640" fmla="*/ 3860933 h 4293838"/>
              <a:gd name="connsiteX641" fmla="*/ 3545471 w 5640279"/>
              <a:gd name="connsiteY641" fmla="*/ 3863382 h 4293838"/>
              <a:gd name="connsiteX642" fmla="*/ 3551526 w 5640279"/>
              <a:gd name="connsiteY642" fmla="*/ 3868279 h 4293838"/>
              <a:gd name="connsiteX643" fmla="*/ 3554499 w 5640279"/>
              <a:gd name="connsiteY643" fmla="*/ 3870726 h 4293838"/>
              <a:gd name="connsiteX644" fmla="*/ 3557517 w 5640279"/>
              <a:gd name="connsiteY644" fmla="*/ 3873127 h 4293838"/>
              <a:gd name="connsiteX645" fmla="*/ 3560554 w 5640279"/>
              <a:gd name="connsiteY645" fmla="*/ 3875576 h 4293838"/>
              <a:gd name="connsiteX646" fmla="*/ 3563510 w 5640279"/>
              <a:gd name="connsiteY646" fmla="*/ 3877978 h 4293838"/>
              <a:gd name="connsiteX647" fmla="*/ 3566545 w 5640279"/>
              <a:gd name="connsiteY647" fmla="*/ 3880379 h 4293838"/>
              <a:gd name="connsiteX648" fmla="*/ 3569565 w 5640279"/>
              <a:gd name="connsiteY648" fmla="*/ 3882735 h 4293838"/>
              <a:gd name="connsiteX649" fmla="*/ 3572602 w 5640279"/>
              <a:gd name="connsiteY649" fmla="*/ 3885136 h 4293838"/>
              <a:gd name="connsiteX650" fmla="*/ 3575556 w 5640279"/>
              <a:gd name="connsiteY650" fmla="*/ 3887491 h 4293838"/>
              <a:gd name="connsiteX651" fmla="*/ 3578593 w 5640279"/>
              <a:gd name="connsiteY651" fmla="*/ 3889847 h 4293838"/>
              <a:gd name="connsiteX652" fmla="*/ 3581613 w 5640279"/>
              <a:gd name="connsiteY652" fmla="*/ 3892156 h 4293838"/>
              <a:gd name="connsiteX653" fmla="*/ 3584584 w 5640279"/>
              <a:gd name="connsiteY653" fmla="*/ 3894464 h 4293838"/>
              <a:gd name="connsiteX654" fmla="*/ 3587604 w 5640279"/>
              <a:gd name="connsiteY654" fmla="*/ 3896831 h 4293838"/>
              <a:gd name="connsiteX655" fmla="*/ 3590641 w 5640279"/>
              <a:gd name="connsiteY655" fmla="*/ 3899141 h 4293838"/>
              <a:gd name="connsiteX656" fmla="*/ 3593661 w 5640279"/>
              <a:gd name="connsiteY656" fmla="*/ 3901403 h 4293838"/>
              <a:gd name="connsiteX657" fmla="*/ 3596632 w 5640279"/>
              <a:gd name="connsiteY657" fmla="*/ 3903712 h 4293838"/>
              <a:gd name="connsiteX658" fmla="*/ 3602687 w 5640279"/>
              <a:gd name="connsiteY658" fmla="*/ 3908248 h 4293838"/>
              <a:gd name="connsiteX659" fmla="*/ 3605659 w 5640279"/>
              <a:gd name="connsiteY659" fmla="*/ 3910511 h 4293838"/>
              <a:gd name="connsiteX660" fmla="*/ 3611715 w 5640279"/>
              <a:gd name="connsiteY660" fmla="*/ 3914955 h 4293838"/>
              <a:gd name="connsiteX661" fmla="*/ 3614735 w 5640279"/>
              <a:gd name="connsiteY661" fmla="*/ 3917217 h 4293838"/>
              <a:gd name="connsiteX662" fmla="*/ 3617705 w 5640279"/>
              <a:gd name="connsiteY662" fmla="*/ 3919398 h 4293838"/>
              <a:gd name="connsiteX663" fmla="*/ 3620726 w 5640279"/>
              <a:gd name="connsiteY663" fmla="*/ 3921614 h 4293838"/>
              <a:gd name="connsiteX664" fmla="*/ 3623763 w 5640279"/>
              <a:gd name="connsiteY664" fmla="*/ 3923795 h 4293838"/>
              <a:gd name="connsiteX665" fmla="*/ 3626717 w 5640279"/>
              <a:gd name="connsiteY665" fmla="*/ 3925964 h 4293838"/>
              <a:gd name="connsiteX666" fmla="*/ 3632774 w 5640279"/>
              <a:gd name="connsiteY666" fmla="*/ 3930316 h 4293838"/>
              <a:gd name="connsiteX667" fmla="*/ 3635809 w 5640279"/>
              <a:gd name="connsiteY667" fmla="*/ 3932450 h 4293838"/>
              <a:gd name="connsiteX668" fmla="*/ 3638765 w 5640279"/>
              <a:gd name="connsiteY668" fmla="*/ 3934620 h 4293838"/>
              <a:gd name="connsiteX669" fmla="*/ 3641802 w 5640279"/>
              <a:gd name="connsiteY669" fmla="*/ 3936754 h 4293838"/>
              <a:gd name="connsiteX670" fmla="*/ 3644822 w 5640279"/>
              <a:gd name="connsiteY670" fmla="*/ 3938843 h 4293838"/>
              <a:gd name="connsiteX671" fmla="*/ 3647793 w 5640279"/>
              <a:gd name="connsiteY671" fmla="*/ 3940967 h 4293838"/>
              <a:gd name="connsiteX672" fmla="*/ 3650813 w 5640279"/>
              <a:gd name="connsiteY672" fmla="*/ 3943101 h 4293838"/>
              <a:gd name="connsiteX673" fmla="*/ 3653848 w 5640279"/>
              <a:gd name="connsiteY673" fmla="*/ 3945189 h 4293838"/>
              <a:gd name="connsiteX674" fmla="*/ 3656868 w 5640279"/>
              <a:gd name="connsiteY674" fmla="*/ 3947219 h 4293838"/>
              <a:gd name="connsiteX675" fmla="*/ 3659841 w 5640279"/>
              <a:gd name="connsiteY675" fmla="*/ 3949308 h 4293838"/>
              <a:gd name="connsiteX676" fmla="*/ 3662875 w 5640279"/>
              <a:gd name="connsiteY676" fmla="*/ 3951397 h 4293838"/>
              <a:gd name="connsiteX677" fmla="*/ 3665896 w 5640279"/>
              <a:gd name="connsiteY677" fmla="*/ 3953428 h 4293838"/>
              <a:gd name="connsiteX678" fmla="*/ 3668866 w 5640279"/>
              <a:gd name="connsiteY678" fmla="*/ 3955470 h 4293838"/>
              <a:gd name="connsiteX679" fmla="*/ 3671887 w 5640279"/>
              <a:gd name="connsiteY679" fmla="*/ 3957511 h 4293838"/>
              <a:gd name="connsiteX680" fmla="*/ 3674923 w 5640279"/>
              <a:gd name="connsiteY680" fmla="*/ 3959507 h 4293838"/>
              <a:gd name="connsiteX681" fmla="*/ 3677944 w 5640279"/>
              <a:gd name="connsiteY681" fmla="*/ 3961549 h 4293838"/>
              <a:gd name="connsiteX682" fmla="*/ 3680914 w 5640279"/>
              <a:gd name="connsiteY682" fmla="*/ 3963544 h 4293838"/>
              <a:gd name="connsiteX683" fmla="*/ 3686971 w 5640279"/>
              <a:gd name="connsiteY683" fmla="*/ 3967525 h 4293838"/>
              <a:gd name="connsiteX684" fmla="*/ 3689926 w 5640279"/>
              <a:gd name="connsiteY684" fmla="*/ 3969473 h 4293838"/>
              <a:gd name="connsiteX685" fmla="*/ 3692963 w 5640279"/>
              <a:gd name="connsiteY685" fmla="*/ 3971422 h 4293838"/>
              <a:gd name="connsiteX686" fmla="*/ 3695983 w 5640279"/>
              <a:gd name="connsiteY686" fmla="*/ 3973418 h 4293838"/>
              <a:gd name="connsiteX687" fmla="*/ 3698953 w 5640279"/>
              <a:gd name="connsiteY687" fmla="*/ 3975321 h 4293838"/>
              <a:gd name="connsiteX688" fmla="*/ 3705009 w 5640279"/>
              <a:gd name="connsiteY688" fmla="*/ 3979219 h 4293838"/>
              <a:gd name="connsiteX689" fmla="*/ 3708029 w 5640279"/>
              <a:gd name="connsiteY689" fmla="*/ 3981121 h 4293838"/>
              <a:gd name="connsiteX690" fmla="*/ 3711001 w 5640279"/>
              <a:gd name="connsiteY690" fmla="*/ 3983026 h 4293838"/>
              <a:gd name="connsiteX691" fmla="*/ 3714036 w 5640279"/>
              <a:gd name="connsiteY691" fmla="*/ 3984928 h 4293838"/>
              <a:gd name="connsiteX692" fmla="*/ 3717057 w 5640279"/>
              <a:gd name="connsiteY692" fmla="*/ 3986783 h 4293838"/>
              <a:gd name="connsiteX693" fmla="*/ 3720027 w 5640279"/>
              <a:gd name="connsiteY693" fmla="*/ 3988698 h 4293838"/>
              <a:gd name="connsiteX694" fmla="*/ 3729105 w 5640279"/>
              <a:gd name="connsiteY694" fmla="*/ 3994267 h 4293838"/>
              <a:gd name="connsiteX695" fmla="*/ 3732075 w 5640279"/>
              <a:gd name="connsiteY695" fmla="*/ 3996123 h 4293838"/>
              <a:gd name="connsiteX696" fmla="*/ 3738132 w 5640279"/>
              <a:gd name="connsiteY696" fmla="*/ 3999755 h 4293838"/>
              <a:gd name="connsiteX697" fmla="*/ 3741087 w 5640279"/>
              <a:gd name="connsiteY697" fmla="*/ 4001564 h 4293838"/>
              <a:gd name="connsiteX698" fmla="*/ 3747144 w 5640279"/>
              <a:gd name="connsiteY698" fmla="*/ 4005186 h 4293838"/>
              <a:gd name="connsiteX699" fmla="*/ 3750178 w 5640279"/>
              <a:gd name="connsiteY699" fmla="*/ 4006960 h 4293838"/>
              <a:gd name="connsiteX700" fmla="*/ 3753135 w 5640279"/>
              <a:gd name="connsiteY700" fmla="*/ 4008724 h 4293838"/>
              <a:gd name="connsiteX701" fmla="*/ 3759190 w 5640279"/>
              <a:gd name="connsiteY701" fmla="*/ 4012263 h 4293838"/>
              <a:gd name="connsiteX702" fmla="*/ 3762162 w 5640279"/>
              <a:gd name="connsiteY702" fmla="*/ 4014026 h 4293838"/>
              <a:gd name="connsiteX703" fmla="*/ 3771238 w 5640279"/>
              <a:gd name="connsiteY703" fmla="*/ 4019189 h 4293838"/>
              <a:gd name="connsiteX704" fmla="*/ 3774208 w 5640279"/>
              <a:gd name="connsiteY704" fmla="*/ 4020918 h 4293838"/>
              <a:gd name="connsiteX705" fmla="*/ 3777245 w 5640279"/>
              <a:gd name="connsiteY705" fmla="*/ 4022636 h 4293838"/>
              <a:gd name="connsiteX706" fmla="*/ 3780265 w 5640279"/>
              <a:gd name="connsiteY706" fmla="*/ 4024317 h 4293838"/>
              <a:gd name="connsiteX707" fmla="*/ 3783236 w 5640279"/>
              <a:gd name="connsiteY707" fmla="*/ 4025988 h 4293838"/>
              <a:gd name="connsiteX708" fmla="*/ 3786256 w 5640279"/>
              <a:gd name="connsiteY708" fmla="*/ 4027717 h 4293838"/>
              <a:gd name="connsiteX709" fmla="*/ 3789293 w 5640279"/>
              <a:gd name="connsiteY709" fmla="*/ 4029341 h 4293838"/>
              <a:gd name="connsiteX710" fmla="*/ 3792313 w 5640279"/>
              <a:gd name="connsiteY710" fmla="*/ 4031023 h 4293838"/>
              <a:gd name="connsiteX711" fmla="*/ 3795284 w 5640279"/>
              <a:gd name="connsiteY711" fmla="*/ 4032694 h 4293838"/>
              <a:gd name="connsiteX712" fmla="*/ 3801339 w 5640279"/>
              <a:gd name="connsiteY712" fmla="*/ 4035966 h 4293838"/>
              <a:gd name="connsiteX713" fmla="*/ 3804295 w 5640279"/>
              <a:gd name="connsiteY713" fmla="*/ 4037590 h 4293838"/>
              <a:gd name="connsiteX714" fmla="*/ 3807332 w 5640279"/>
              <a:gd name="connsiteY714" fmla="*/ 4039226 h 4293838"/>
              <a:gd name="connsiteX715" fmla="*/ 3810353 w 5640279"/>
              <a:gd name="connsiteY715" fmla="*/ 4040815 h 4293838"/>
              <a:gd name="connsiteX716" fmla="*/ 3813387 w 5640279"/>
              <a:gd name="connsiteY716" fmla="*/ 4042441 h 4293838"/>
              <a:gd name="connsiteX717" fmla="*/ 3816343 w 5640279"/>
              <a:gd name="connsiteY717" fmla="*/ 4044030 h 4293838"/>
              <a:gd name="connsiteX718" fmla="*/ 3822399 w 5640279"/>
              <a:gd name="connsiteY718" fmla="*/ 4047197 h 4293838"/>
              <a:gd name="connsiteX719" fmla="*/ 3825371 w 5640279"/>
              <a:gd name="connsiteY719" fmla="*/ 4048739 h 4293838"/>
              <a:gd name="connsiteX720" fmla="*/ 3828406 w 5640279"/>
              <a:gd name="connsiteY720" fmla="*/ 4050329 h 4293838"/>
              <a:gd name="connsiteX721" fmla="*/ 3831426 w 5640279"/>
              <a:gd name="connsiteY721" fmla="*/ 4051873 h 4293838"/>
              <a:gd name="connsiteX722" fmla="*/ 3834397 w 5640279"/>
              <a:gd name="connsiteY722" fmla="*/ 4053416 h 4293838"/>
              <a:gd name="connsiteX723" fmla="*/ 3840454 w 5640279"/>
              <a:gd name="connsiteY723" fmla="*/ 4056490 h 4293838"/>
              <a:gd name="connsiteX724" fmla="*/ 3843472 w 5640279"/>
              <a:gd name="connsiteY724" fmla="*/ 4057987 h 4293838"/>
              <a:gd name="connsiteX725" fmla="*/ 3846445 w 5640279"/>
              <a:gd name="connsiteY725" fmla="*/ 4059529 h 4293838"/>
              <a:gd name="connsiteX726" fmla="*/ 3852502 w 5640279"/>
              <a:gd name="connsiteY726" fmla="*/ 4062523 h 4293838"/>
              <a:gd name="connsiteX727" fmla="*/ 3855456 w 5640279"/>
              <a:gd name="connsiteY727" fmla="*/ 4064021 h 4293838"/>
              <a:gd name="connsiteX728" fmla="*/ 3858493 w 5640279"/>
              <a:gd name="connsiteY728" fmla="*/ 4065471 h 4293838"/>
              <a:gd name="connsiteX729" fmla="*/ 3861511 w 5640279"/>
              <a:gd name="connsiteY729" fmla="*/ 4066967 h 4293838"/>
              <a:gd name="connsiteX730" fmla="*/ 3864548 w 5640279"/>
              <a:gd name="connsiteY730" fmla="*/ 4068417 h 4293838"/>
              <a:gd name="connsiteX731" fmla="*/ 3867504 w 5640279"/>
              <a:gd name="connsiteY731" fmla="*/ 4069868 h 4293838"/>
              <a:gd name="connsiteX732" fmla="*/ 3873559 w 5640279"/>
              <a:gd name="connsiteY732" fmla="*/ 4072768 h 4293838"/>
              <a:gd name="connsiteX733" fmla="*/ 3876530 w 5640279"/>
              <a:gd name="connsiteY733" fmla="*/ 4074218 h 4293838"/>
              <a:gd name="connsiteX734" fmla="*/ 3882587 w 5640279"/>
              <a:gd name="connsiteY734" fmla="*/ 4077027 h 4293838"/>
              <a:gd name="connsiteX735" fmla="*/ 3885624 w 5640279"/>
              <a:gd name="connsiteY735" fmla="*/ 4078477 h 4293838"/>
              <a:gd name="connsiteX736" fmla="*/ 3888578 w 5640279"/>
              <a:gd name="connsiteY736" fmla="*/ 4079835 h 4293838"/>
              <a:gd name="connsiteX737" fmla="*/ 3894635 w 5640279"/>
              <a:gd name="connsiteY737" fmla="*/ 4082643 h 4293838"/>
              <a:gd name="connsiteX738" fmla="*/ 3897606 w 5640279"/>
              <a:gd name="connsiteY738" fmla="*/ 4083999 h 4293838"/>
              <a:gd name="connsiteX739" fmla="*/ 3900626 w 5640279"/>
              <a:gd name="connsiteY739" fmla="*/ 4085403 h 4293838"/>
              <a:gd name="connsiteX740" fmla="*/ 3906681 w 5640279"/>
              <a:gd name="connsiteY740" fmla="*/ 4088130 h 4293838"/>
              <a:gd name="connsiteX741" fmla="*/ 3909654 w 5640279"/>
              <a:gd name="connsiteY741" fmla="*/ 4089440 h 4293838"/>
              <a:gd name="connsiteX742" fmla="*/ 3915709 w 5640279"/>
              <a:gd name="connsiteY742" fmla="*/ 4092167 h 4293838"/>
              <a:gd name="connsiteX743" fmla="*/ 3918665 w 5640279"/>
              <a:gd name="connsiteY743" fmla="*/ 4093479 h 4293838"/>
              <a:gd name="connsiteX744" fmla="*/ 3927757 w 5640279"/>
              <a:gd name="connsiteY744" fmla="*/ 4097424 h 4293838"/>
              <a:gd name="connsiteX745" fmla="*/ 3930728 w 5640279"/>
              <a:gd name="connsiteY745" fmla="*/ 4098734 h 4293838"/>
              <a:gd name="connsiteX746" fmla="*/ 3936768 w 5640279"/>
              <a:gd name="connsiteY746" fmla="*/ 4101275 h 4293838"/>
              <a:gd name="connsiteX747" fmla="*/ 3939739 w 5640279"/>
              <a:gd name="connsiteY747" fmla="*/ 4102586 h 4293838"/>
              <a:gd name="connsiteX748" fmla="*/ 3942776 w 5640279"/>
              <a:gd name="connsiteY748" fmla="*/ 4103804 h 4293838"/>
              <a:gd name="connsiteX749" fmla="*/ 3945796 w 5640279"/>
              <a:gd name="connsiteY749" fmla="*/ 4105081 h 4293838"/>
              <a:gd name="connsiteX750" fmla="*/ 3948767 w 5640279"/>
              <a:gd name="connsiteY750" fmla="*/ 4106345 h 4293838"/>
              <a:gd name="connsiteX751" fmla="*/ 3951787 w 5640279"/>
              <a:gd name="connsiteY751" fmla="*/ 4107622 h 4293838"/>
              <a:gd name="connsiteX752" fmla="*/ 3957844 w 5640279"/>
              <a:gd name="connsiteY752" fmla="*/ 4110059 h 4293838"/>
              <a:gd name="connsiteX753" fmla="*/ 3960815 w 5640279"/>
              <a:gd name="connsiteY753" fmla="*/ 4111288 h 4293838"/>
              <a:gd name="connsiteX754" fmla="*/ 3966872 w 5640279"/>
              <a:gd name="connsiteY754" fmla="*/ 4113736 h 4293838"/>
              <a:gd name="connsiteX755" fmla="*/ 3969826 w 5640279"/>
              <a:gd name="connsiteY755" fmla="*/ 4114955 h 4293838"/>
              <a:gd name="connsiteX756" fmla="*/ 3972863 w 5640279"/>
              <a:gd name="connsiteY756" fmla="*/ 4116138 h 4293838"/>
              <a:gd name="connsiteX757" fmla="*/ 3975883 w 5640279"/>
              <a:gd name="connsiteY757" fmla="*/ 4117356 h 4293838"/>
              <a:gd name="connsiteX758" fmla="*/ 3978918 w 5640279"/>
              <a:gd name="connsiteY758" fmla="*/ 4118539 h 4293838"/>
              <a:gd name="connsiteX759" fmla="*/ 3981872 w 5640279"/>
              <a:gd name="connsiteY759" fmla="*/ 4119712 h 4293838"/>
              <a:gd name="connsiteX760" fmla="*/ 3984911 w 5640279"/>
              <a:gd name="connsiteY760" fmla="*/ 4120895 h 4293838"/>
              <a:gd name="connsiteX761" fmla="*/ 3987929 w 5640279"/>
              <a:gd name="connsiteY761" fmla="*/ 4122032 h 4293838"/>
              <a:gd name="connsiteX762" fmla="*/ 3990902 w 5640279"/>
              <a:gd name="connsiteY762" fmla="*/ 4123204 h 4293838"/>
              <a:gd name="connsiteX763" fmla="*/ 3993937 w 5640279"/>
              <a:gd name="connsiteY763" fmla="*/ 4124387 h 4293838"/>
              <a:gd name="connsiteX764" fmla="*/ 3999994 w 5640279"/>
              <a:gd name="connsiteY764" fmla="*/ 4126649 h 4293838"/>
              <a:gd name="connsiteX765" fmla="*/ 4002948 w 5640279"/>
              <a:gd name="connsiteY765" fmla="*/ 4127786 h 4293838"/>
              <a:gd name="connsiteX766" fmla="*/ 4009003 w 5640279"/>
              <a:gd name="connsiteY766" fmla="*/ 4130049 h 4293838"/>
              <a:gd name="connsiteX767" fmla="*/ 4011976 w 5640279"/>
              <a:gd name="connsiteY767" fmla="*/ 4131140 h 4293838"/>
              <a:gd name="connsiteX768" fmla="*/ 4014996 w 5640279"/>
              <a:gd name="connsiteY768" fmla="*/ 4132277 h 4293838"/>
              <a:gd name="connsiteX769" fmla="*/ 4021051 w 5640279"/>
              <a:gd name="connsiteY769" fmla="*/ 4134447 h 4293838"/>
              <a:gd name="connsiteX770" fmla="*/ 4024024 w 5640279"/>
              <a:gd name="connsiteY770" fmla="*/ 4135536 h 4293838"/>
              <a:gd name="connsiteX771" fmla="*/ 4030079 w 5640279"/>
              <a:gd name="connsiteY771" fmla="*/ 4137706 h 4293838"/>
              <a:gd name="connsiteX772" fmla="*/ 4033035 w 5640279"/>
              <a:gd name="connsiteY772" fmla="*/ 4138751 h 4293838"/>
              <a:gd name="connsiteX773" fmla="*/ 4036070 w 5640279"/>
              <a:gd name="connsiteY773" fmla="*/ 4139842 h 4293838"/>
              <a:gd name="connsiteX774" fmla="*/ 4042127 w 5640279"/>
              <a:gd name="connsiteY774" fmla="*/ 4141930 h 4293838"/>
              <a:gd name="connsiteX775" fmla="*/ 4045097 w 5640279"/>
              <a:gd name="connsiteY775" fmla="*/ 4142962 h 4293838"/>
              <a:gd name="connsiteX776" fmla="*/ 4051155 w 5640279"/>
              <a:gd name="connsiteY776" fmla="*/ 4145051 h 4293838"/>
              <a:gd name="connsiteX777" fmla="*/ 4054109 w 5640279"/>
              <a:gd name="connsiteY777" fmla="*/ 4146095 h 4293838"/>
              <a:gd name="connsiteX778" fmla="*/ 4057145 w 5640279"/>
              <a:gd name="connsiteY778" fmla="*/ 4147092 h 4293838"/>
              <a:gd name="connsiteX779" fmla="*/ 4060166 w 5640279"/>
              <a:gd name="connsiteY779" fmla="*/ 4148137 h 4293838"/>
              <a:gd name="connsiteX780" fmla="*/ 4063201 w 5640279"/>
              <a:gd name="connsiteY780" fmla="*/ 4149134 h 4293838"/>
              <a:gd name="connsiteX781" fmla="*/ 4066157 w 5640279"/>
              <a:gd name="connsiteY781" fmla="*/ 4150132 h 4293838"/>
              <a:gd name="connsiteX782" fmla="*/ 4072212 w 5640279"/>
              <a:gd name="connsiteY782" fmla="*/ 4152116 h 4293838"/>
              <a:gd name="connsiteX783" fmla="*/ 4075185 w 5640279"/>
              <a:gd name="connsiteY783" fmla="*/ 4153115 h 4293838"/>
              <a:gd name="connsiteX784" fmla="*/ 4078205 w 5640279"/>
              <a:gd name="connsiteY784" fmla="*/ 4154066 h 4293838"/>
              <a:gd name="connsiteX785" fmla="*/ 4081240 w 5640279"/>
              <a:gd name="connsiteY785" fmla="*/ 4155064 h 4293838"/>
              <a:gd name="connsiteX786" fmla="*/ 4084196 w 5640279"/>
              <a:gd name="connsiteY786" fmla="*/ 4156015 h 4293838"/>
              <a:gd name="connsiteX787" fmla="*/ 4093288 w 5640279"/>
              <a:gd name="connsiteY787" fmla="*/ 4158881 h 4293838"/>
              <a:gd name="connsiteX788" fmla="*/ 4096258 w 5640279"/>
              <a:gd name="connsiteY788" fmla="*/ 4159832 h 4293838"/>
              <a:gd name="connsiteX789" fmla="*/ 4102299 w 5640279"/>
              <a:gd name="connsiteY789" fmla="*/ 4161735 h 4293838"/>
              <a:gd name="connsiteX790" fmla="*/ 4105270 w 5640279"/>
              <a:gd name="connsiteY790" fmla="*/ 4162639 h 4293838"/>
              <a:gd name="connsiteX791" fmla="*/ 4108306 w 5640279"/>
              <a:gd name="connsiteY791" fmla="*/ 4163544 h 4293838"/>
              <a:gd name="connsiteX792" fmla="*/ 4111327 w 5640279"/>
              <a:gd name="connsiteY792" fmla="*/ 4164496 h 4293838"/>
              <a:gd name="connsiteX793" fmla="*/ 4114363 w 5640279"/>
              <a:gd name="connsiteY793" fmla="*/ 4165401 h 4293838"/>
              <a:gd name="connsiteX794" fmla="*/ 4117318 w 5640279"/>
              <a:gd name="connsiteY794" fmla="*/ 4166306 h 4293838"/>
              <a:gd name="connsiteX795" fmla="*/ 4120355 w 5640279"/>
              <a:gd name="connsiteY795" fmla="*/ 4167212 h 4293838"/>
              <a:gd name="connsiteX796" fmla="*/ 4123375 w 5640279"/>
              <a:gd name="connsiteY796" fmla="*/ 4168070 h 4293838"/>
              <a:gd name="connsiteX797" fmla="*/ 4126345 w 5640279"/>
              <a:gd name="connsiteY797" fmla="*/ 4168985 h 4293838"/>
              <a:gd name="connsiteX798" fmla="*/ 4129366 w 5640279"/>
              <a:gd name="connsiteY798" fmla="*/ 4169891 h 4293838"/>
              <a:gd name="connsiteX799" fmla="*/ 4135421 w 5640279"/>
              <a:gd name="connsiteY799" fmla="*/ 4171608 h 4293838"/>
              <a:gd name="connsiteX800" fmla="*/ 4138393 w 5640279"/>
              <a:gd name="connsiteY800" fmla="*/ 4172467 h 4293838"/>
              <a:gd name="connsiteX801" fmla="*/ 4144449 w 5640279"/>
              <a:gd name="connsiteY801" fmla="*/ 4174195 h 4293838"/>
              <a:gd name="connsiteX802" fmla="*/ 4147403 w 5640279"/>
              <a:gd name="connsiteY802" fmla="*/ 4175054 h 4293838"/>
              <a:gd name="connsiteX803" fmla="*/ 4150439 w 5640279"/>
              <a:gd name="connsiteY803" fmla="*/ 4175912 h 4293838"/>
              <a:gd name="connsiteX804" fmla="*/ 4153460 w 5640279"/>
              <a:gd name="connsiteY804" fmla="*/ 4176736 h 4293838"/>
              <a:gd name="connsiteX805" fmla="*/ 4156497 w 5640279"/>
              <a:gd name="connsiteY805" fmla="*/ 4177595 h 4293838"/>
              <a:gd name="connsiteX806" fmla="*/ 4159467 w 5640279"/>
              <a:gd name="connsiteY806" fmla="*/ 4178407 h 4293838"/>
              <a:gd name="connsiteX807" fmla="*/ 4165522 w 5640279"/>
              <a:gd name="connsiteY807" fmla="*/ 4180042 h 4293838"/>
              <a:gd name="connsiteX808" fmla="*/ 4168479 w 5640279"/>
              <a:gd name="connsiteY808" fmla="*/ 4180856 h 4293838"/>
              <a:gd name="connsiteX809" fmla="*/ 4177570 w 5640279"/>
              <a:gd name="connsiteY809" fmla="*/ 4183303 h 4293838"/>
              <a:gd name="connsiteX810" fmla="*/ 4180527 w 5640279"/>
              <a:gd name="connsiteY810" fmla="*/ 4184069 h 4293838"/>
              <a:gd name="connsiteX811" fmla="*/ 4183561 w 5640279"/>
              <a:gd name="connsiteY811" fmla="*/ 4184893 h 4293838"/>
              <a:gd name="connsiteX812" fmla="*/ 4186582 w 5640279"/>
              <a:gd name="connsiteY812" fmla="*/ 4185659 h 4293838"/>
              <a:gd name="connsiteX813" fmla="*/ 4189554 w 5640279"/>
              <a:gd name="connsiteY813" fmla="*/ 4186425 h 4293838"/>
              <a:gd name="connsiteX814" fmla="*/ 4195609 w 5640279"/>
              <a:gd name="connsiteY814" fmla="*/ 4187968 h 4293838"/>
              <a:gd name="connsiteX815" fmla="*/ 4198566 w 5640279"/>
              <a:gd name="connsiteY815" fmla="*/ 4188744 h 4293838"/>
              <a:gd name="connsiteX816" fmla="*/ 4204621 w 5640279"/>
              <a:gd name="connsiteY816" fmla="*/ 4190288 h 4293838"/>
              <a:gd name="connsiteX817" fmla="*/ 4207657 w 5640279"/>
              <a:gd name="connsiteY817" fmla="*/ 4191008 h 4293838"/>
              <a:gd name="connsiteX818" fmla="*/ 4210628 w 5640279"/>
              <a:gd name="connsiteY818" fmla="*/ 4191774 h 4293838"/>
              <a:gd name="connsiteX819" fmla="*/ 4213648 w 5640279"/>
              <a:gd name="connsiteY819" fmla="*/ 4192504 h 4293838"/>
              <a:gd name="connsiteX820" fmla="*/ 4216685 w 5640279"/>
              <a:gd name="connsiteY820" fmla="*/ 4193270 h 4293838"/>
              <a:gd name="connsiteX821" fmla="*/ 4219639 w 5640279"/>
              <a:gd name="connsiteY821" fmla="*/ 4194001 h 4293838"/>
              <a:gd name="connsiteX822" fmla="*/ 4228731 w 5640279"/>
              <a:gd name="connsiteY822" fmla="*/ 4196170 h 4293838"/>
              <a:gd name="connsiteX823" fmla="*/ 4231687 w 5640279"/>
              <a:gd name="connsiteY823" fmla="*/ 4196855 h 4293838"/>
              <a:gd name="connsiteX824" fmla="*/ 4237742 w 5640279"/>
              <a:gd name="connsiteY824" fmla="*/ 4198305 h 4293838"/>
              <a:gd name="connsiteX825" fmla="*/ 4240715 w 5640279"/>
              <a:gd name="connsiteY825" fmla="*/ 4198990 h 4293838"/>
              <a:gd name="connsiteX826" fmla="*/ 4243735 w 5640279"/>
              <a:gd name="connsiteY826" fmla="*/ 4199709 h 4293838"/>
              <a:gd name="connsiteX827" fmla="*/ 4249791 w 5640279"/>
              <a:gd name="connsiteY827" fmla="*/ 4201066 h 4293838"/>
              <a:gd name="connsiteX828" fmla="*/ 4252763 w 5640279"/>
              <a:gd name="connsiteY828" fmla="*/ 4201750 h 4293838"/>
              <a:gd name="connsiteX829" fmla="*/ 4258818 w 5640279"/>
              <a:gd name="connsiteY829" fmla="*/ 4203108 h 4293838"/>
              <a:gd name="connsiteX830" fmla="*/ 4261789 w 5640279"/>
              <a:gd name="connsiteY830" fmla="*/ 4203792 h 4293838"/>
              <a:gd name="connsiteX831" fmla="*/ 4264809 w 5640279"/>
              <a:gd name="connsiteY831" fmla="*/ 4204466 h 4293838"/>
              <a:gd name="connsiteX832" fmla="*/ 4267829 w 5640279"/>
              <a:gd name="connsiteY832" fmla="*/ 4205104 h 4293838"/>
              <a:gd name="connsiteX833" fmla="*/ 4270866 w 5640279"/>
              <a:gd name="connsiteY833" fmla="*/ 4205777 h 4293838"/>
              <a:gd name="connsiteX834" fmla="*/ 4273837 w 5640279"/>
              <a:gd name="connsiteY834" fmla="*/ 4206415 h 4293838"/>
              <a:gd name="connsiteX835" fmla="*/ 4276857 w 5640279"/>
              <a:gd name="connsiteY835" fmla="*/ 4207053 h 4293838"/>
              <a:gd name="connsiteX836" fmla="*/ 4279894 w 5640279"/>
              <a:gd name="connsiteY836" fmla="*/ 4207726 h 4293838"/>
              <a:gd name="connsiteX837" fmla="*/ 4282848 w 5640279"/>
              <a:gd name="connsiteY837" fmla="*/ 4208364 h 4293838"/>
              <a:gd name="connsiteX838" fmla="*/ 4291940 w 5640279"/>
              <a:gd name="connsiteY838" fmla="*/ 4210266 h 4293838"/>
              <a:gd name="connsiteX839" fmla="*/ 4294894 w 5640279"/>
              <a:gd name="connsiteY839" fmla="*/ 4210859 h 4293838"/>
              <a:gd name="connsiteX840" fmla="*/ 4300951 w 5640279"/>
              <a:gd name="connsiteY840" fmla="*/ 4212123 h 4293838"/>
              <a:gd name="connsiteX841" fmla="*/ 4303922 w 5640279"/>
              <a:gd name="connsiteY841" fmla="*/ 4212715 h 4293838"/>
              <a:gd name="connsiteX842" fmla="*/ 4306942 w 5640279"/>
              <a:gd name="connsiteY842" fmla="*/ 4213354 h 4293838"/>
              <a:gd name="connsiteX843" fmla="*/ 4312999 w 5640279"/>
              <a:gd name="connsiteY843" fmla="*/ 4214525 h 4293838"/>
              <a:gd name="connsiteX844" fmla="*/ 4315970 w 5640279"/>
              <a:gd name="connsiteY844" fmla="*/ 4215117 h 4293838"/>
              <a:gd name="connsiteX845" fmla="*/ 4322027 w 5640279"/>
              <a:gd name="connsiteY845" fmla="*/ 4216300 h 4293838"/>
              <a:gd name="connsiteX846" fmla="*/ 4324998 w 5640279"/>
              <a:gd name="connsiteY846" fmla="*/ 4216892 h 4293838"/>
              <a:gd name="connsiteX847" fmla="*/ 4331053 w 5640279"/>
              <a:gd name="connsiteY847" fmla="*/ 4218064 h 4293838"/>
              <a:gd name="connsiteX848" fmla="*/ 4334009 w 5640279"/>
              <a:gd name="connsiteY848" fmla="*/ 4218609 h 4293838"/>
              <a:gd name="connsiteX849" fmla="*/ 4337046 w 5640279"/>
              <a:gd name="connsiteY849" fmla="*/ 4219201 h 4293838"/>
              <a:gd name="connsiteX850" fmla="*/ 4340064 w 5640279"/>
              <a:gd name="connsiteY850" fmla="*/ 4219746 h 4293838"/>
              <a:gd name="connsiteX851" fmla="*/ 4343101 w 5640279"/>
              <a:gd name="connsiteY851" fmla="*/ 4220326 h 4293838"/>
              <a:gd name="connsiteX852" fmla="*/ 4346057 w 5640279"/>
              <a:gd name="connsiteY852" fmla="*/ 4220871 h 4293838"/>
              <a:gd name="connsiteX853" fmla="*/ 4352112 w 5640279"/>
              <a:gd name="connsiteY853" fmla="*/ 4221962 h 4293838"/>
              <a:gd name="connsiteX854" fmla="*/ 4355085 w 5640279"/>
              <a:gd name="connsiteY854" fmla="*/ 4222554 h 4293838"/>
              <a:gd name="connsiteX855" fmla="*/ 4358103 w 5640279"/>
              <a:gd name="connsiteY855" fmla="*/ 4223099 h 4293838"/>
              <a:gd name="connsiteX856" fmla="*/ 4361140 w 5640279"/>
              <a:gd name="connsiteY856" fmla="*/ 4223597 h 4293838"/>
              <a:gd name="connsiteX857" fmla="*/ 4364160 w 5640279"/>
              <a:gd name="connsiteY857" fmla="*/ 4224132 h 4293838"/>
              <a:gd name="connsiteX858" fmla="*/ 4367131 w 5640279"/>
              <a:gd name="connsiteY858" fmla="*/ 4224676 h 4293838"/>
              <a:gd name="connsiteX859" fmla="*/ 4370151 w 5640279"/>
              <a:gd name="connsiteY859" fmla="*/ 4225223 h 4293838"/>
              <a:gd name="connsiteX860" fmla="*/ 4373188 w 5640279"/>
              <a:gd name="connsiteY860" fmla="*/ 4225721 h 4293838"/>
              <a:gd name="connsiteX861" fmla="*/ 4376159 w 5640279"/>
              <a:gd name="connsiteY861" fmla="*/ 4226266 h 4293838"/>
              <a:gd name="connsiteX862" fmla="*/ 4379179 w 5640279"/>
              <a:gd name="connsiteY862" fmla="*/ 4226766 h 4293838"/>
              <a:gd name="connsiteX863" fmla="*/ 4382216 w 5640279"/>
              <a:gd name="connsiteY863" fmla="*/ 4227311 h 4293838"/>
              <a:gd name="connsiteX864" fmla="*/ 4385234 w 5640279"/>
              <a:gd name="connsiteY864" fmla="*/ 4227810 h 4293838"/>
              <a:gd name="connsiteX865" fmla="*/ 4388207 w 5640279"/>
              <a:gd name="connsiteY865" fmla="*/ 4228308 h 4293838"/>
              <a:gd name="connsiteX866" fmla="*/ 4394262 w 5640279"/>
              <a:gd name="connsiteY866" fmla="*/ 4229306 h 4293838"/>
              <a:gd name="connsiteX867" fmla="*/ 4397218 w 5640279"/>
              <a:gd name="connsiteY867" fmla="*/ 4229806 h 4293838"/>
              <a:gd name="connsiteX868" fmla="*/ 4406310 w 5640279"/>
              <a:gd name="connsiteY868" fmla="*/ 4231302 h 4293838"/>
              <a:gd name="connsiteX869" fmla="*/ 4409266 w 5640279"/>
              <a:gd name="connsiteY869" fmla="*/ 4231755 h 4293838"/>
              <a:gd name="connsiteX870" fmla="*/ 4412301 w 5640279"/>
              <a:gd name="connsiteY870" fmla="*/ 4232253 h 4293838"/>
              <a:gd name="connsiteX871" fmla="*/ 4415321 w 5640279"/>
              <a:gd name="connsiteY871" fmla="*/ 4232706 h 4293838"/>
              <a:gd name="connsiteX872" fmla="*/ 4418294 w 5640279"/>
              <a:gd name="connsiteY872" fmla="*/ 4233205 h 4293838"/>
              <a:gd name="connsiteX873" fmla="*/ 4421312 w 5640279"/>
              <a:gd name="connsiteY873" fmla="*/ 4233657 h 4293838"/>
              <a:gd name="connsiteX874" fmla="*/ 4424349 w 5640279"/>
              <a:gd name="connsiteY874" fmla="*/ 4234156 h 4293838"/>
              <a:gd name="connsiteX875" fmla="*/ 4427369 w 5640279"/>
              <a:gd name="connsiteY875" fmla="*/ 4234609 h 4293838"/>
              <a:gd name="connsiteX876" fmla="*/ 4430340 w 5640279"/>
              <a:gd name="connsiteY876" fmla="*/ 4235061 h 4293838"/>
              <a:gd name="connsiteX877" fmla="*/ 4436397 w 5640279"/>
              <a:gd name="connsiteY877" fmla="*/ 4235967 h 4293838"/>
              <a:gd name="connsiteX878" fmla="*/ 4439367 w 5640279"/>
              <a:gd name="connsiteY878" fmla="*/ 4236418 h 4293838"/>
              <a:gd name="connsiteX879" fmla="*/ 4448443 w 5640279"/>
              <a:gd name="connsiteY879" fmla="*/ 4237776 h 4293838"/>
              <a:gd name="connsiteX880" fmla="*/ 4451416 w 5640279"/>
              <a:gd name="connsiteY880" fmla="*/ 4238183 h 4293838"/>
              <a:gd name="connsiteX881" fmla="*/ 4457471 w 5640279"/>
              <a:gd name="connsiteY881" fmla="*/ 4239098 h 4293838"/>
              <a:gd name="connsiteX882" fmla="*/ 4460425 w 5640279"/>
              <a:gd name="connsiteY882" fmla="*/ 4239505 h 4293838"/>
              <a:gd name="connsiteX883" fmla="*/ 4463462 w 5640279"/>
              <a:gd name="connsiteY883" fmla="*/ 4239958 h 4293838"/>
              <a:gd name="connsiteX884" fmla="*/ 4466482 w 5640279"/>
              <a:gd name="connsiteY884" fmla="*/ 4240363 h 4293838"/>
              <a:gd name="connsiteX885" fmla="*/ 4469453 w 5640279"/>
              <a:gd name="connsiteY885" fmla="*/ 4240770 h 4293838"/>
              <a:gd name="connsiteX886" fmla="*/ 4472473 w 5640279"/>
              <a:gd name="connsiteY886" fmla="*/ 4241176 h 4293838"/>
              <a:gd name="connsiteX887" fmla="*/ 4475510 w 5640279"/>
              <a:gd name="connsiteY887" fmla="*/ 4241627 h 4293838"/>
              <a:gd name="connsiteX888" fmla="*/ 4478530 w 5640279"/>
              <a:gd name="connsiteY888" fmla="*/ 4242034 h 4293838"/>
              <a:gd name="connsiteX889" fmla="*/ 4481501 w 5640279"/>
              <a:gd name="connsiteY889" fmla="*/ 4242451 h 4293838"/>
              <a:gd name="connsiteX890" fmla="*/ 4487558 w 5640279"/>
              <a:gd name="connsiteY890" fmla="*/ 4243264 h 4293838"/>
              <a:gd name="connsiteX891" fmla="*/ 4490529 w 5640279"/>
              <a:gd name="connsiteY891" fmla="*/ 4243624 h 4293838"/>
              <a:gd name="connsiteX892" fmla="*/ 4499604 w 5640279"/>
              <a:gd name="connsiteY892" fmla="*/ 4244854 h 4293838"/>
              <a:gd name="connsiteX893" fmla="*/ 4502577 w 5640279"/>
              <a:gd name="connsiteY893" fmla="*/ 4245213 h 4293838"/>
              <a:gd name="connsiteX894" fmla="*/ 4505595 w 5640279"/>
              <a:gd name="connsiteY894" fmla="*/ 4245620 h 4293838"/>
              <a:gd name="connsiteX895" fmla="*/ 4508631 w 5640279"/>
              <a:gd name="connsiteY895" fmla="*/ 4245979 h 4293838"/>
              <a:gd name="connsiteX896" fmla="*/ 4511588 w 5640279"/>
              <a:gd name="connsiteY896" fmla="*/ 4246386 h 4293838"/>
              <a:gd name="connsiteX897" fmla="*/ 4517643 w 5640279"/>
              <a:gd name="connsiteY897" fmla="*/ 4247116 h 4293838"/>
              <a:gd name="connsiteX898" fmla="*/ 4520679 w 5640279"/>
              <a:gd name="connsiteY898" fmla="*/ 4247523 h 4293838"/>
              <a:gd name="connsiteX899" fmla="*/ 4523634 w 5640279"/>
              <a:gd name="connsiteY899" fmla="*/ 4247882 h 4293838"/>
              <a:gd name="connsiteX900" fmla="*/ 4529691 w 5640279"/>
              <a:gd name="connsiteY900" fmla="*/ 4248612 h 4293838"/>
              <a:gd name="connsiteX901" fmla="*/ 4532661 w 5640279"/>
              <a:gd name="connsiteY901" fmla="*/ 4248973 h 4293838"/>
              <a:gd name="connsiteX902" fmla="*/ 4541739 w 5640279"/>
              <a:gd name="connsiteY902" fmla="*/ 4250063 h 4293838"/>
              <a:gd name="connsiteX903" fmla="*/ 4544709 w 5640279"/>
              <a:gd name="connsiteY903" fmla="*/ 4250377 h 4293838"/>
              <a:gd name="connsiteX904" fmla="*/ 4550765 w 5640279"/>
              <a:gd name="connsiteY904" fmla="*/ 4251107 h 4293838"/>
              <a:gd name="connsiteX905" fmla="*/ 4553737 w 5640279"/>
              <a:gd name="connsiteY905" fmla="*/ 4251420 h 4293838"/>
              <a:gd name="connsiteX906" fmla="*/ 4556758 w 5640279"/>
              <a:gd name="connsiteY906" fmla="*/ 4251781 h 4293838"/>
              <a:gd name="connsiteX907" fmla="*/ 4559793 w 5640279"/>
              <a:gd name="connsiteY907" fmla="*/ 4252104 h 4293838"/>
              <a:gd name="connsiteX908" fmla="*/ 4562813 w 5640279"/>
              <a:gd name="connsiteY908" fmla="*/ 4252465 h 4293838"/>
              <a:gd name="connsiteX909" fmla="*/ 4565785 w 5640279"/>
              <a:gd name="connsiteY909" fmla="*/ 4252778 h 4293838"/>
              <a:gd name="connsiteX910" fmla="*/ 4568804 w 5640279"/>
              <a:gd name="connsiteY910" fmla="*/ 4253137 h 4293838"/>
              <a:gd name="connsiteX911" fmla="*/ 4571841 w 5640279"/>
              <a:gd name="connsiteY911" fmla="*/ 4253462 h 4293838"/>
              <a:gd name="connsiteX912" fmla="*/ 4574797 w 5640279"/>
              <a:gd name="connsiteY912" fmla="*/ 4253775 h 4293838"/>
              <a:gd name="connsiteX913" fmla="*/ 4577831 w 5640279"/>
              <a:gd name="connsiteY913" fmla="*/ 4254100 h 4293838"/>
              <a:gd name="connsiteX914" fmla="*/ 4580852 w 5640279"/>
              <a:gd name="connsiteY914" fmla="*/ 4254460 h 4293838"/>
              <a:gd name="connsiteX915" fmla="*/ 4583825 w 5640279"/>
              <a:gd name="connsiteY915" fmla="*/ 4254773 h 4293838"/>
              <a:gd name="connsiteX916" fmla="*/ 4592898 w 5640279"/>
              <a:gd name="connsiteY916" fmla="*/ 4255724 h 4293838"/>
              <a:gd name="connsiteX917" fmla="*/ 4595871 w 5640279"/>
              <a:gd name="connsiteY917" fmla="*/ 4256003 h 4293838"/>
              <a:gd name="connsiteX918" fmla="*/ 4601925 w 5640279"/>
              <a:gd name="connsiteY918" fmla="*/ 4256630 h 4293838"/>
              <a:gd name="connsiteX919" fmla="*/ 4604898 w 5640279"/>
              <a:gd name="connsiteY919" fmla="*/ 4256955 h 4293838"/>
              <a:gd name="connsiteX920" fmla="*/ 4607917 w 5640279"/>
              <a:gd name="connsiteY920" fmla="*/ 4257222 h 4293838"/>
              <a:gd name="connsiteX921" fmla="*/ 4613973 w 5640279"/>
              <a:gd name="connsiteY921" fmla="*/ 4257860 h 4293838"/>
              <a:gd name="connsiteX922" fmla="*/ 4616944 w 5640279"/>
              <a:gd name="connsiteY922" fmla="*/ 4258127 h 4293838"/>
              <a:gd name="connsiteX923" fmla="*/ 4619965 w 5640279"/>
              <a:gd name="connsiteY923" fmla="*/ 4258451 h 4293838"/>
              <a:gd name="connsiteX924" fmla="*/ 4623001 w 5640279"/>
              <a:gd name="connsiteY924" fmla="*/ 4258718 h 4293838"/>
              <a:gd name="connsiteX925" fmla="*/ 4625955 w 5640279"/>
              <a:gd name="connsiteY925" fmla="*/ 4259031 h 4293838"/>
              <a:gd name="connsiteX926" fmla="*/ 4635049 w 5640279"/>
              <a:gd name="connsiteY926" fmla="*/ 4259855 h 4293838"/>
              <a:gd name="connsiteX927" fmla="*/ 4638003 w 5640279"/>
              <a:gd name="connsiteY927" fmla="*/ 4260168 h 4293838"/>
              <a:gd name="connsiteX928" fmla="*/ 4644061 w 5640279"/>
              <a:gd name="connsiteY928" fmla="*/ 4260714 h 4293838"/>
              <a:gd name="connsiteX929" fmla="*/ 4647031 w 5640279"/>
              <a:gd name="connsiteY929" fmla="*/ 4260981 h 4293838"/>
              <a:gd name="connsiteX930" fmla="*/ 4656107 w 5640279"/>
              <a:gd name="connsiteY930" fmla="*/ 4261805 h 4293838"/>
              <a:gd name="connsiteX931" fmla="*/ 4659079 w 5640279"/>
              <a:gd name="connsiteY931" fmla="*/ 4262071 h 4293838"/>
              <a:gd name="connsiteX932" fmla="*/ 4662114 w 5640279"/>
              <a:gd name="connsiteY932" fmla="*/ 4262338 h 4293838"/>
              <a:gd name="connsiteX933" fmla="*/ 4665135 w 5640279"/>
              <a:gd name="connsiteY933" fmla="*/ 4262571 h 4293838"/>
              <a:gd name="connsiteX934" fmla="*/ 4668107 w 5640279"/>
              <a:gd name="connsiteY934" fmla="*/ 4262836 h 4293838"/>
              <a:gd name="connsiteX935" fmla="*/ 4671125 w 5640279"/>
              <a:gd name="connsiteY935" fmla="*/ 4263115 h 4293838"/>
              <a:gd name="connsiteX936" fmla="*/ 4674162 w 5640279"/>
              <a:gd name="connsiteY936" fmla="*/ 4263337 h 4293838"/>
              <a:gd name="connsiteX937" fmla="*/ 4677183 w 5640279"/>
              <a:gd name="connsiteY937" fmla="*/ 4263614 h 4293838"/>
              <a:gd name="connsiteX938" fmla="*/ 4680153 w 5640279"/>
              <a:gd name="connsiteY938" fmla="*/ 4263881 h 4293838"/>
              <a:gd name="connsiteX939" fmla="*/ 4683173 w 5640279"/>
              <a:gd name="connsiteY939" fmla="*/ 4264113 h 4293838"/>
              <a:gd name="connsiteX940" fmla="*/ 4686210 w 5640279"/>
              <a:gd name="connsiteY940" fmla="*/ 4264380 h 4293838"/>
              <a:gd name="connsiteX941" fmla="*/ 4689165 w 5640279"/>
              <a:gd name="connsiteY941" fmla="*/ 4264612 h 4293838"/>
              <a:gd name="connsiteX942" fmla="*/ 4692201 w 5640279"/>
              <a:gd name="connsiteY942" fmla="*/ 4264879 h 4293838"/>
              <a:gd name="connsiteX943" fmla="*/ 4698258 w 5640279"/>
              <a:gd name="connsiteY943" fmla="*/ 4265331 h 4293838"/>
              <a:gd name="connsiteX944" fmla="*/ 4701213 w 5640279"/>
              <a:gd name="connsiteY944" fmla="*/ 4265610 h 4293838"/>
              <a:gd name="connsiteX945" fmla="*/ 4707269 w 5640279"/>
              <a:gd name="connsiteY945" fmla="*/ 4266063 h 4293838"/>
              <a:gd name="connsiteX946" fmla="*/ 4710240 w 5640279"/>
              <a:gd name="connsiteY946" fmla="*/ 4266283 h 4293838"/>
              <a:gd name="connsiteX947" fmla="*/ 4713277 w 5640279"/>
              <a:gd name="connsiteY947" fmla="*/ 4266514 h 4293838"/>
              <a:gd name="connsiteX948" fmla="*/ 4716295 w 5640279"/>
              <a:gd name="connsiteY948" fmla="*/ 4266781 h 4293838"/>
              <a:gd name="connsiteX949" fmla="*/ 4719268 w 5640279"/>
              <a:gd name="connsiteY949" fmla="*/ 4267014 h 4293838"/>
              <a:gd name="connsiteX950" fmla="*/ 4725323 w 5640279"/>
              <a:gd name="connsiteY950" fmla="*/ 4267466 h 4293838"/>
              <a:gd name="connsiteX951" fmla="*/ 4728343 w 5640279"/>
              <a:gd name="connsiteY951" fmla="*/ 4267641 h 4293838"/>
              <a:gd name="connsiteX952" fmla="*/ 4731316 w 5640279"/>
              <a:gd name="connsiteY952" fmla="*/ 4267872 h 4293838"/>
              <a:gd name="connsiteX953" fmla="*/ 4737371 w 5640279"/>
              <a:gd name="connsiteY953" fmla="*/ 4268325 h 4293838"/>
              <a:gd name="connsiteX954" fmla="*/ 4740325 w 5640279"/>
              <a:gd name="connsiteY954" fmla="*/ 4268556 h 4293838"/>
              <a:gd name="connsiteX955" fmla="*/ 4743362 w 5640279"/>
              <a:gd name="connsiteY955" fmla="*/ 4268778 h 4293838"/>
              <a:gd name="connsiteX956" fmla="*/ 4746382 w 5640279"/>
              <a:gd name="connsiteY956" fmla="*/ 4268963 h 4293838"/>
              <a:gd name="connsiteX957" fmla="*/ 4749419 w 5640279"/>
              <a:gd name="connsiteY957" fmla="*/ 4269183 h 4293838"/>
              <a:gd name="connsiteX958" fmla="*/ 4752373 w 5640279"/>
              <a:gd name="connsiteY958" fmla="*/ 4269416 h 4293838"/>
              <a:gd name="connsiteX959" fmla="*/ 4755410 w 5640279"/>
              <a:gd name="connsiteY959" fmla="*/ 4269589 h 4293838"/>
              <a:gd name="connsiteX960" fmla="*/ 4758428 w 5640279"/>
              <a:gd name="connsiteY960" fmla="*/ 4269821 h 4293838"/>
              <a:gd name="connsiteX961" fmla="*/ 4761401 w 5640279"/>
              <a:gd name="connsiteY961" fmla="*/ 4270007 h 4293838"/>
              <a:gd name="connsiteX962" fmla="*/ 4764421 w 5640279"/>
              <a:gd name="connsiteY962" fmla="*/ 4270228 h 4293838"/>
              <a:gd name="connsiteX963" fmla="*/ 4767456 w 5640279"/>
              <a:gd name="connsiteY963" fmla="*/ 4270413 h 4293838"/>
              <a:gd name="connsiteX964" fmla="*/ 4770493 w 5640279"/>
              <a:gd name="connsiteY964" fmla="*/ 4270634 h 4293838"/>
              <a:gd name="connsiteX965" fmla="*/ 4773447 w 5640279"/>
              <a:gd name="connsiteY965" fmla="*/ 4270820 h 4293838"/>
              <a:gd name="connsiteX966" fmla="*/ 4776484 w 5640279"/>
              <a:gd name="connsiteY966" fmla="*/ 4271040 h 4293838"/>
              <a:gd name="connsiteX967" fmla="*/ 4779504 w 5640279"/>
              <a:gd name="connsiteY967" fmla="*/ 4271225 h 4293838"/>
              <a:gd name="connsiteX968" fmla="*/ 4782475 w 5640279"/>
              <a:gd name="connsiteY968" fmla="*/ 4271411 h 4293838"/>
              <a:gd name="connsiteX969" fmla="*/ 4785495 w 5640279"/>
              <a:gd name="connsiteY969" fmla="*/ 4271586 h 4293838"/>
              <a:gd name="connsiteX970" fmla="*/ 4788532 w 5640279"/>
              <a:gd name="connsiteY970" fmla="*/ 4271817 h 4293838"/>
              <a:gd name="connsiteX971" fmla="*/ 4791552 w 5640279"/>
              <a:gd name="connsiteY971" fmla="*/ 4272003 h 4293838"/>
              <a:gd name="connsiteX972" fmla="*/ 4794523 w 5640279"/>
              <a:gd name="connsiteY972" fmla="*/ 4272176 h 4293838"/>
              <a:gd name="connsiteX973" fmla="*/ 4800580 w 5640279"/>
              <a:gd name="connsiteY973" fmla="*/ 4272537 h 4293838"/>
              <a:gd name="connsiteX974" fmla="*/ 4803534 w 5640279"/>
              <a:gd name="connsiteY974" fmla="*/ 4272723 h 4293838"/>
              <a:gd name="connsiteX975" fmla="*/ 4812626 w 5640279"/>
              <a:gd name="connsiteY975" fmla="*/ 4273267 h 4293838"/>
              <a:gd name="connsiteX976" fmla="*/ 4815582 w 5640279"/>
              <a:gd name="connsiteY976" fmla="*/ 4273441 h 4293838"/>
              <a:gd name="connsiteX977" fmla="*/ 4821637 w 5640279"/>
              <a:gd name="connsiteY977" fmla="*/ 4273812 h 4293838"/>
              <a:gd name="connsiteX978" fmla="*/ 4824610 w 5640279"/>
              <a:gd name="connsiteY978" fmla="*/ 4273987 h 4293838"/>
              <a:gd name="connsiteX979" fmla="*/ 4830665 w 5640279"/>
              <a:gd name="connsiteY979" fmla="*/ 4274358 h 4293838"/>
              <a:gd name="connsiteX980" fmla="*/ 4833702 w 5640279"/>
              <a:gd name="connsiteY980" fmla="*/ 4274486 h 4293838"/>
              <a:gd name="connsiteX981" fmla="*/ 4836656 w 5640279"/>
              <a:gd name="connsiteY981" fmla="*/ 4274671 h 4293838"/>
              <a:gd name="connsiteX982" fmla="*/ 4839693 w 5640279"/>
              <a:gd name="connsiteY982" fmla="*/ 4274857 h 4293838"/>
              <a:gd name="connsiteX983" fmla="*/ 4842713 w 5640279"/>
              <a:gd name="connsiteY983" fmla="*/ 4274984 h 4293838"/>
              <a:gd name="connsiteX984" fmla="*/ 4845684 w 5640279"/>
              <a:gd name="connsiteY984" fmla="*/ 4275170 h 4293838"/>
              <a:gd name="connsiteX985" fmla="*/ 4848704 w 5640279"/>
              <a:gd name="connsiteY985" fmla="*/ 4275356 h 4293838"/>
              <a:gd name="connsiteX986" fmla="*/ 4851741 w 5640279"/>
              <a:gd name="connsiteY986" fmla="*/ 4275483 h 4293838"/>
              <a:gd name="connsiteX987" fmla="*/ 4854695 w 5640279"/>
              <a:gd name="connsiteY987" fmla="*/ 4275669 h 4293838"/>
              <a:gd name="connsiteX988" fmla="*/ 4857732 w 5640279"/>
              <a:gd name="connsiteY988" fmla="*/ 4275808 h 4293838"/>
              <a:gd name="connsiteX989" fmla="*/ 4860752 w 5640279"/>
              <a:gd name="connsiteY989" fmla="*/ 4275982 h 4293838"/>
              <a:gd name="connsiteX990" fmla="*/ 4863789 w 5640279"/>
              <a:gd name="connsiteY990" fmla="*/ 4276121 h 4293838"/>
              <a:gd name="connsiteX991" fmla="*/ 4866743 w 5640279"/>
              <a:gd name="connsiteY991" fmla="*/ 4276307 h 4293838"/>
              <a:gd name="connsiteX992" fmla="*/ 4869780 w 5640279"/>
              <a:gd name="connsiteY992" fmla="*/ 4276435 h 4293838"/>
              <a:gd name="connsiteX993" fmla="*/ 4872800 w 5640279"/>
              <a:gd name="connsiteY993" fmla="*/ 4276620 h 4293838"/>
              <a:gd name="connsiteX994" fmla="*/ 4875771 w 5640279"/>
              <a:gd name="connsiteY994" fmla="*/ 4276760 h 4293838"/>
              <a:gd name="connsiteX995" fmla="*/ 4878808 w 5640279"/>
              <a:gd name="connsiteY995" fmla="*/ 4276887 h 4293838"/>
              <a:gd name="connsiteX996" fmla="*/ 4881826 w 5640279"/>
              <a:gd name="connsiteY996" fmla="*/ 4277073 h 4293838"/>
              <a:gd name="connsiteX997" fmla="*/ 4884863 w 5640279"/>
              <a:gd name="connsiteY997" fmla="*/ 4277212 h 4293838"/>
              <a:gd name="connsiteX998" fmla="*/ 4887819 w 5640279"/>
              <a:gd name="connsiteY998" fmla="*/ 4277340 h 4293838"/>
              <a:gd name="connsiteX999" fmla="*/ 4893874 w 5640279"/>
              <a:gd name="connsiteY999" fmla="*/ 4277619 h 4293838"/>
              <a:gd name="connsiteX1000" fmla="*/ 4896847 w 5640279"/>
              <a:gd name="connsiteY1000" fmla="*/ 4277804 h 4293838"/>
              <a:gd name="connsiteX1001" fmla="*/ 4905920 w 5640279"/>
              <a:gd name="connsiteY1001" fmla="*/ 4278210 h 4293838"/>
              <a:gd name="connsiteX1002" fmla="*/ 4908893 w 5640279"/>
              <a:gd name="connsiteY1002" fmla="*/ 4278337 h 4293838"/>
              <a:gd name="connsiteX1003" fmla="*/ 4914948 w 5640279"/>
              <a:gd name="connsiteY1003" fmla="*/ 4278616 h 4293838"/>
              <a:gd name="connsiteX1004" fmla="*/ 4917904 w 5640279"/>
              <a:gd name="connsiteY1004" fmla="*/ 4278756 h 4293838"/>
              <a:gd name="connsiteX1005" fmla="*/ 4926996 w 5640279"/>
              <a:gd name="connsiteY1005" fmla="*/ 4279161 h 4293838"/>
              <a:gd name="connsiteX1006" fmla="*/ 4929952 w 5640279"/>
              <a:gd name="connsiteY1006" fmla="*/ 4279289 h 4293838"/>
              <a:gd name="connsiteX1007" fmla="*/ 4936023 w 5640279"/>
              <a:gd name="connsiteY1007" fmla="*/ 4279568 h 4293838"/>
              <a:gd name="connsiteX1008" fmla="*/ 4938978 w 5640279"/>
              <a:gd name="connsiteY1008" fmla="*/ 4279660 h 4293838"/>
              <a:gd name="connsiteX1009" fmla="*/ 4948071 w 5640279"/>
              <a:gd name="connsiteY1009" fmla="*/ 4280066 h 4293838"/>
              <a:gd name="connsiteX1010" fmla="*/ 4951026 w 5640279"/>
              <a:gd name="connsiteY1010" fmla="*/ 4280206 h 4293838"/>
              <a:gd name="connsiteX1011" fmla="*/ 4954063 w 5640279"/>
              <a:gd name="connsiteY1011" fmla="*/ 4280287 h 4293838"/>
              <a:gd name="connsiteX1012" fmla="*/ 4957083 w 5640279"/>
              <a:gd name="connsiteY1012" fmla="*/ 4280426 h 4293838"/>
              <a:gd name="connsiteX1013" fmla="*/ 4960053 w 5640279"/>
              <a:gd name="connsiteY1013" fmla="*/ 4280565 h 4293838"/>
              <a:gd name="connsiteX1014" fmla="*/ 4963074 w 5640279"/>
              <a:gd name="connsiteY1014" fmla="*/ 4280659 h 4293838"/>
              <a:gd name="connsiteX1015" fmla="*/ 4966111 w 5640279"/>
              <a:gd name="connsiteY1015" fmla="*/ 4280786 h 4293838"/>
              <a:gd name="connsiteX1016" fmla="*/ 4969065 w 5640279"/>
              <a:gd name="connsiteY1016" fmla="*/ 4280924 h 4293838"/>
              <a:gd name="connsiteX1017" fmla="*/ 4972101 w 5640279"/>
              <a:gd name="connsiteY1017" fmla="*/ 4281018 h 4293838"/>
              <a:gd name="connsiteX1018" fmla="*/ 4975122 w 5640279"/>
              <a:gd name="connsiteY1018" fmla="*/ 4281157 h 4293838"/>
              <a:gd name="connsiteX1019" fmla="*/ 4978157 w 5640279"/>
              <a:gd name="connsiteY1019" fmla="*/ 4281239 h 4293838"/>
              <a:gd name="connsiteX1020" fmla="*/ 4981113 w 5640279"/>
              <a:gd name="connsiteY1020" fmla="*/ 4281377 h 4293838"/>
              <a:gd name="connsiteX1021" fmla="*/ 4984150 w 5640279"/>
              <a:gd name="connsiteY1021" fmla="*/ 4281470 h 4293838"/>
              <a:gd name="connsiteX1022" fmla="*/ 4987168 w 5640279"/>
              <a:gd name="connsiteY1022" fmla="*/ 4281610 h 4293838"/>
              <a:gd name="connsiteX1023" fmla="*/ 4990141 w 5640279"/>
              <a:gd name="connsiteY1023" fmla="*/ 4281692 h 4293838"/>
              <a:gd name="connsiteX1024" fmla="*/ 4993175 w 5640279"/>
              <a:gd name="connsiteY1024" fmla="*/ 4281830 h 4293838"/>
              <a:gd name="connsiteX1025" fmla="*/ 4999233 w 5640279"/>
              <a:gd name="connsiteY1025" fmla="*/ 4282015 h 4293838"/>
              <a:gd name="connsiteX1026" fmla="*/ 5002187 w 5640279"/>
              <a:gd name="connsiteY1026" fmla="*/ 4282143 h 4293838"/>
              <a:gd name="connsiteX1027" fmla="*/ 5005223 w 5640279"/>
              <a:gd name="connsiteY1027" fmla="*/ 4282236 h 4293838"/>
              <a:gd name="connsiteX1028" fmla="*/ 5008244 w 5640279"/>
              <a:gd name="connsiteY1028" fmla="*/ 4282376 h 4293838"/>
              <a:gd name="connsiteX1029" fmla="*/ 5011215 w 5640279"/>
              <a:gd name="connsiteY1029" fmla="*/ 4282468 h 4293838"/>
              <a:gd name="connsiteX1030" fmla="*/ 5017271 w 5640279"/>
              <a:gd name="connsiteY1030" fmla="*/ 4282643 h 4293838"/>
              <a:gd name="connsiteX1031" fmla="*/ 5020292 w 5640279"/>
              <a:gd name="connsiteY1031" fmla="*/ 4282781 h 4293838"/>
              <a:gd name="connsiteX1032" fmla="*/ 5023263 w 5640279"/>
              <a:gd name="connsiteY1032" fmla="*/ 4282874 h 4293838"/>
              <a:gd name="connsiteX1033" fmla="*/ 5029319 w 5640279"/>
              <a:gd name="connsiteY1033" fmla="*/ 4283060 h 4293838"/>
              <a:gd name="connsiteX1034" fmla="*/ 5032274 w 5640279"/>
              <a:gd name="connsiteY1034" fmla="*/ 4283188 h 4293838"/>
              <a:gd name="connsiteX1035" fmla="*/ 5041365 w 5640279"/>
              <a:gd name="connsiteY1035" fmla="*/ 4283465 h 4293838"/>
              <a:gd name="connsiteX1036" fmla="*/ 5044338 w 5640279"/>
              <a:gd name="connsiteY1036" fmla="*/ 4283559 h 4293838"/>
              <a:gd name="connsiteX1037" fmla="*/ 5050393 w 5640279"/>
              <a:gd name="connsiteY1037" fmla="*/ 4283732 h 4293838"/>
              <a:gd name="connsiteX1038" fmla="*/ 5053347 w 5640279"/>
              <a:gd name="connsiteY1038" fmla="*/ 4283826 h 4293838"/>
              <a:gd name="connsiteX1039" fmla="*/ 5062439 w 5640279"/>
              <a:gd name="connsiteY1039" fmla="*/ 4284093 h 4293838"/>
              <a:gd name="connsiteX1040" fmla="*/ 5065395 w 5640279"/>
              <a:gd name="connsiteY1040" fmla="*/ 4284185 h 4293838"/>
              <a:gd name="connsiteX1041" fmla="*/ 5071451 w 5640279"/>
              <a:gd name="connsiteY1041" fmla="*/ 4284370 h 4293838"/>
              <a:gd name="connsiteX1042" fmla="*/ 5074423 w 5640279"/>
              <a:gd name="connsiteY1042" fmla="*/ 4284464 h 4293838"/>
              <a:gd name="connsiteX1043" fmla="*/ 5083499 w 5640279"/>
              <a:gd name="connsiteY1043" fmla="*/ 4284731 h 4293838"/>
              <a:gd name="connsiteX1044" fmla="*/ 5086471 w 5640279"/>
              <a:gd name="connsiteY1044" fmla="*/ 4284823 h 4293838"/>
              <a:gd name="connsiteX1045" fmla="*/ 5092526 w 5640279"/>
              <a:gd name="connsiteY1045" fmla="*/ 4285009 h 4293838"/>
              <a:gd name="connsiteX1046" fmla="*/ 5095483 w 5640279"/>
              <a:gd name="connsiteY1046" fmla="*/ 4285044 h 4293838"/>
              <a:gd name="connsiteX1047" fmla="*/ 5101554 w 5640279"/>
              <a:gd name="connsiteY1047" fmla="*/ 4285230 h 4293838"/>
              <a:gd name="connsiteX1048" fmla="*/ 5104508 w 5640279"/>
              <a:gd name="connsiteY1048" fmla="*/ 4285322 h 4293838"/>
              <a:gd name="connsiteX1049" fmla="*/ 5107545 w 5640279"/>
              <a:gd name="connsiteY1049" fmla="*/ 4285415 h 4293838"/>
              <a:gd name="connsiteX1050" fmla="*/ 5110565 w 5640279"/>
              <a:gd name="connsiteY1050" fmla="*/ 4285461 h 4293838"/>
              <a:gd name="connsiteX1051" fmla="*/ 5113602 w 5640279"/>
              <a:gd name="connsiteY1051" fmla="*/ 4285543 h 4293838"/>
              <a:gd name="connsiteX1052" fmla="*/ 5116556 w 5640279"/>
              <a:gd name="connsiteY1052" fmla="*/ 4285635 h 4293838"/>
              <a:gd name="connsiteX1053" fmla="*/ 5119593 w 5640279"/>
              <a:gd name="connsiteY1053" fmla="*/ 4285683 h 4293838"/>
              <a:gd name="connsiteX1054" fmla="*/ 5122613 w 5640279"/>
              <a:gd name="connsiteY1054" fmla="*/ 4285775 h 4293838"/>
              <a:gd name="connsiteX1055" fmla="*/ 5125584 w 5640279"/>
              <a:gd name="connsiteY1055" fmla="*/ 4285868 h 4293838"/>
              <a:gd name="connsiteX1056" fmla="*/ 5128605 w 5640279"/>
              <a:gd name="connsiteY1056" fmla="*/ 4285914 h 4293838"/>
              <a:gd name="connsiteX1057" fmla="*/ 5134659 w 5640279"/>
              <a:gd name="connsiteY1057" fmla="*/ 4286088 h 4293838"/>
              <a:gd name="connsiteX1058" fmla="*/ 5137632 w 5640279"/>
              <a:gd name="connsiteY1058" fmla="*/ 4286134 h 4293838"/>
              <a:gd name="connsiteX1059" fmla="*/ 5143687 w 5640279"/>
              <a:gd name="connsiteY1059" fmla="*/ 4286319 h 4293838"/>
              <a:gd name="connsiteX1060" fmla="*/ 5146643 w 5640279"/>
              <a:gd name="connsiteY1060" fmla="*/ 4286367 h 4293838"/>
              <a:gd name="connsiteX1061" fmla="*/ 5149680 w 5640279"/>
              <a:gd name="connsiteY1061" fmla="*/ 4286459 h 4293838"/>
              <a:gd name="connsiteX1062" fmla="*/ 5152699 w 5640279"/>
              <a:gd name="connsiteY1062" fmla="*/ 4286505 h 4293838"/>
              <a:gd name="connsiteX1063" fmla="*/ 5155735 w 5640279"/>
              <a:gd name="connsiteY1063" fmla="*/ 4286586 h 4293838"/>
              <a:gd name="connsiteX1064" fmla="*/ 5158706 w 5640279"/>
              <a:gd name="connsiteY1064" fmla="*/ 4286634 h 4293838"/>
              <a:gd name="connsiteX1065" fmla="*/ 5161726 w 5640279"/>
              <a:gd name="connsiteY1065" fmla="*/ 4286726 h 4293838"/>
              <a:gd name="connsiteX1066" fmla="*/ 5164763 w 5640279"/>
              <a:gd name="connsiteY1066" fmla="*/ 4286772 h 4293838"/>
              <a:gd name="connsiteX1067" fmla="*/ 5167717 w 5640279"/>
              <a:gd name="connsiteY1067" fmla="*/ 4286865 h 4293838"/>
              <a:gd name="connsiteX1068" fmla="*/ 5170754 w 5640279"/>
              <a:gd name="connsiteY1068" fmla="*/ 4286911 h 4293838"/>
              <a:gd name="connsiteX1069" fmla="*/ 5173774 w 5640279"/>
              <a:gd name="connsiteY1069" fmla="*/ 4286993 h 4293838"/>
              <a:gd name="connsiteX1070" fmla="*/ 5176811 w 5640279"/>
              <a:gd name="connsiteY1070" fmla="*/ 4287039 h 4293838"/>
              <a:gd name="connsiteX1071" fmla="*/ 5179765 w 5640279"/>
              <a:gd name="connsiteY1071" fmla="*/ 4287133 h 4293838"/>
              <a:gd name="connsiteX1072" fmla="*/ 5185820 w 5640279"/>
              <a:gd name="connsiteY1072" fmla="*/ 4287225 h 4293838"/>
              <a:gd name="connsiteX1073" fmla="*/ 5188793 w 5640279"/>
              <a:gd name="connsiteY1073" fmla="*/ 4287318 h 4293838"/>
              <a:gd name="connsiteX1074" fmla="*/ 5191811 w 5640279"/>
              <a:gd name="connsiteY1074" fmla="*/ 4287364 h 4293838"/>
              <a:gd name="connsiteX1075" fmla="*/ 5194848 w 5640279"/>
              <a:gd name="connsiteY1075" fmla="*/ 4287458 h 4293838"/>
              <a:gd name="connsiteX1076" fmla="*/ 5197868 w 5640279"/>
              <a:gd name="connsiteY1076" fmla="*/ 4287492 h 4293838"/>
              <a:gd name="connsiteX1077" fmla="*/ 5200839 w 5640279"/>
              <a:gd name="connsiteY1077" fmla="*/ 4287538 h 4293838"/>
              <a:gd name="connsiteX1078" fmla="*/ 5203859 w 5640279"/>
              <a:gd name="connsiteY1078" fmla="*/ 4287631 h 4293838"/>
              <a:gd name="connsiteX1079" fmla="*/ 5206896 w 5640279"/>
              <a:gd name="connsiteY1079" fmla="*/ 4287677 h 4293838"/>
              <a:gd name="connsiteX1080" fmla="*/ 5209867 w 5640279"/>
              <a:gd name="connsiteY1080" fmla="*/ 4287723 h 4293838"/>
              <a:gd name="connsiteX1081" fmla="*/ 5212887 w 5640279"/>
              <a:gd name="connsiteY1081" fmla="*/ 4287771 h 4293838"/>
              <a:gd name="connsiteX1082" fmla="*/ 5215924 w 5640279"/>
              <a:gd name="connsiteY1082" fmla="*/ 4287863 h 4293838"/>
              <a:gd name="connsiteX1083" fmla="*/ 5218942 w 5640279"/>
              <a:gd name="connsiteY1083" fmla="*/ 4287909 h 4293838"/>
              <a:gd name="connsiteX1084" fmla="*/ 5221915 w 5640279"/>
              <a:gd name="connsiteY1084" fmla="*/ 4287944 h 4293838"/>
              <a:gd name="connsiteX1085" fmla="*/ 5224935 w 5640279"/>
              <a:gd name="connsiteY1085" fmla="*/ 4288038 h 4293838"/>
              <a:gd name="connsiteX1086" fmla="*/ 5227970 w 5640279"/>
              <a:gd name="connsiteY1086" fmla="*/ 4288084 h 4293838"/>
              <a:gd name="connsiteX1087" fmla="*/ 5230926 w 5640279"/>
              <a:gd name="connsiteY1087" fmla="*/ 4288130 h 4293838"/>
              <a:gd name="connsiteX1088" fmla="*/ 5236981 w 5640279"/>
              <a:gd name="connsiteY1088" fmla="*/ 4288223 h 4293838"/>
              <a:gd name="connsiteX1089" fmla="*/ 5239954 w 5640279"/>
              <a:gd name="connsiteY1089" fmla="*/ 4288315 h 4293838"/>
              <a:gd name="connsiteX1090" fmla="*/ 5249029 w 5640279"/>
              <a:gd name="connsiteY1090" fmla="*/ 4288443 h 4293838"/>
              <a:gd name="connsiteX1091" fmla="*/ 5252002 w 5640279"/>
              <a:gd name="connsiteY1091" fmla="*/ 4288489 h 4293838"/>
              <a:gd name="connsiteX1092" fmla="*/ 5255020 w 5640279"/>
              <a:gd name="connsiteY1092" fmla="*/ 4288537 h 4293838"/>
              <a:gd name="connsiteX1093" fmla="*/ 5258057 w 5640279"/>
              <a:gd name="connsiteY1093" fmla="*/ 4288629 h 4293838"/>
              <a:gd name="connsiteX1094" fmla="*/ 5261013 w 5640279"/>
              <a:gd name="connsiteY1094" fmla="*/ 4288675 h 4293838"/>
              <a:gd name="connsiteX1095" fmla="*/ 5270105 w 5640279"/>
              <a:gd name="connsiteY1095" fmla="*/ 4288814 h 4293838"/>
              <a:gd name="connsiteX1096" fmla="*/ 5273076 w 5640279"/>
              <a:gd name="connsiteY1096" fmla="*/ 4288860 h 4293838"/>
              <a:gd name="connsiteX1097" fmla="*/ 5279133 w 5640279"/>
              <a:gd name="connsiteY1097" fmla="*/ 4288942 h 4293838"/>
              <a:gd name="connsiteX1098" fmla="*/ 5282087 w 5640279"/>
              <a:gd name="connsiteY1098" fmla="*/ 4288989 h 4293838"/>
              <a:gd name="connsiteX1099" fmla="*/ 5291179 w 5640279"/>
              <a:gd name="connsiteY1099" fmla="*/ 4289127 h 4293838"/>
              <a:gd name="connsiteX1100" fmla="*/ 5294135 w 5640279"/>
              <a:gd name="connsiteY1100" fmla="*/ 4289175 h 4293838"/>
              <a:gd name="connsiteX1101" fmla="*/ 5300190 w 5640279"/>
              <a:gd name="connsiteY1101" fmla="*/ 4289267 h 4293838"/>
              <a:gd name="connsiteX1102" fmla="*/ 5303163 w 5640279"/>
              <a:gd name="connsiteY1102" fmla="*/ 4289313 h 4293838"/>
              <a:gd name="connsiteX1103" fmla="*/ 5312238 w 5640279"/>
              <a:gd name="connsiteY1103" fmla="*/ 4289440 h 4293838"/>
              <a:gd name="connsiteX1104" fmla="*/ 5315211 w 5640279"/>
              <a:gd name="connsiteY1104" fmla="*/ 4289488 h 4293838"/>
              <a:gd name="connsiteX1105" fmla="*/ 5321266 w 5640279"/>
              <a:gd name="connsiteY1105" fmla="*/ 4289580 h 4293838"/>
              <a:gd name="connsiteX1106" fmla="*/ 5324237 w 5640279"/>
              <a:gd name="connsiteY1106" fmla="*/ 4289626 h 4293838"/>
              <a:gd name="connsiteX1107" fmla="*/ 5333314 w 5640279"/>
              <a:gd name="connsiteY1107" fmla="*/ 4289766 h 4293838"/>
              <a:gd name="connsiteX1108" fmla="*/ 5336285 w 5640279"/>
              <a:gd name="connsiteY1108" fmla="*/ 4289812 h 4293838"/>
              <a:gd name="connsiteX1109" fmla="*/ 5339303 w 5640279"/>
              <a:gd name="connsiteY1109" fmla="*/ 4289859 h 4293838"/>
              <a:gd name="connsiteX1110" fmla="*/ 5342342 w 5640279"/>
              <a:gd name="connsiteY1110" fmla="*/ 4289859 h 4293838"/>
              <a:gd name="connsiteX1111" fmla="*/ 5345296 w 5640279"/>
              <a:gd name="connsiteY1111" fmla="*/ 4289893 h 4293838"/>
              <a:gd name="connsiteX1112" fmla="*/ 5351351 w 5640279"/>
              <a:gd name="connsiteY1112" fmla="*/ 4289987 h 4293838"/>
              <a:gd name="connsiteX1113" fmla="*/ 5354324 w 5640279"/>
              <a:gd name="connsiteY1113" fmla="*/ 4290033 h 4293838"/>
              <a:gd name="connsiteX1114" fmla="*/ 5360379 w 5640279"/>
              <a:gd name="connsiteY1114" fmla="*/ 4290126 h 4293838"/>
              <a:gd name="connsiteX1115" fmla="*/ 5363399 w 5640279"/>
              <a:gd name="connsiteY1115" fmla="*/ 4290126 h 4293838"/>
              <a:gd name="connsiteX1116" fmla="*/ 5366370 w 5640279"/>
              <a:gd name="connsiteY1116" fmla="*/ 4290172 h 4293838"/>
              <a:gd name="connsiteX1117" fmla="*/ 5372427 w 5640279"/>
              <a:gd name="connsiteY1117" fmla="*/ 4290264 h 4293838"/>
              <a:gd name="connsiteX1118" fmla="*/ 5375397 w 5640279"/>
              <a:gd name="connsiteY1118" fmla="*/ 4290312 h 4293838"/>
              <a:gd name="connsiteX1119" fmla="*/ 5378418 w 5640279"/>
              <a:gd name="connsiteY1119" fmla="*/ 4290312 h 4293838"/>
              <a:gd name="connsiteX1120" fmla="*/ 5384473 w 5640279"/>
              <a:gd name="connsiteY1120" fmla="*/ 4290392 h 4293838"/>
              <a:gd name="connsiteX1121" fmla="*/ 5387445 w 5640279"/>
              <a:gd name="connsiteY1121" fmla="*/ 4290439 h 4293838"/>
              <a:gd name="connsiteX1122" fmla="*/ 5390466 w 5640279"/>
              <a:gd name="connsiteY1122" fmla="*/ 4290439 h 4293838"/>
              <a:gd name="connsiteX1123" fmla="*/ 5393501 w 5640279"/>
              <a:gd name="connsiteY1123" fmla="*/ 4290485 h 4293838"/>
              <a:gd name="connsiteX1124" fmla="*/ 5396457 w 5640279"/>
              <a:gd name="connsiteY1124" fmla="*/ 4290531 h 4293838"/>
              <a:gd name="connsiteX1125" fmla="*/ 5399493 w 5640279"/>
              <a:gd name="connsiteY1125" fmla="*/ 4290577 h 4293838"/>
              <a:gd name="connsiteX1126" fmla="*/ 5402512 w 5640279"/>
              <a:gd name="connsiteY1126" fmla="*/ 4290577 h 4293838"/>
              <a:gd name="connsiteX1127" fmla="*/ 5405549 w 5640279"/>
              <a:gd name="connsiteY1127" fmla="*/ 4290625 h 4293838"/>
              <a:gd name="connsiteX1128" fmla="*/ 5408505 w 5640279"/>
              <a:gd name="connsiteY1128" fmla="*/ 4290671 h 4293838"/>
              <a:gd name="connsiteX1129" fmla="*/ 5411539 w 5640279"/>
              <a:gd name="connsiteY1129" fmla="*/ 4290717 h 4293838"/>
              <a:gd name="connsiteX1130" fmla="*/ 5414560 w 5640279"/>
              <a:gd name="connsiteY1130" fmla="*/ 4290717 h 4293838"/>
              <a:gd name="connsiteX1131" fmla="*/ 5417533 w 5640279"/>
              <a:gd name="connsiteY1131" fmla="*/ 4290763 h 4293838"/>
              <a:gd name="connsiteX1132" fmla="*/ 5420551 w 5640279"/>
              <a:gd name="connsiteY1132" fmla="*/ 4290810 h 4293838"/>
              <a:gd name="connsiteX1133" fmla="*/ 5423587 w 5640279"/>
              <a:gd name="connsiteY1133" fmla="*/ 4290810 h 4293838"/>
              <a:gd name="connsiteX1134" fmla="*/ 5426608 w 5640279"/>
              <a:gd name="connsiteY1134" fmla="*/ 4290845 h 4293838"/>
              <a:gd name="connsiteX1135" fmla="*/ 5429579 w 5640279"/>
              <a:gd name="connsiteY1135" fmla="*/ 4290892 h 4293838"/>
              <a:gd name="connsiteX1136" fmla="*/ 5432615 w 5640279"/>
              <a:gd name="connsiteY1136" fmla="*/ 4290892 h 4293838"/>
              <a:gd name="connsiteX1137" fmla="*/ 5435636 w 5640279"/>
              <a:gd name="connsiteY1137" fmla="*/ 4290938 h 4293838"/>
              <a:gd name="connsiteX1138" fmla="*/ 5438606 w 5640279"/>
              <a:gd name="connsiteY1138" fmla="*/ 4290984 h 4293838"/>
              <a:gd name="connsiteX1139" fmla="*/ 5441627 w 5640279"/>
              <a:gd name="connsiteY1139" fmla="*/ 4290984 h 4293838"/>
              <a:gd name="connsiteX1140" fmla="*/ 5447682 w 5640279"/>
              <a:gd name="connsiteY1140" fmla="*/ 4291078 h 4293838"/>
              <a:gd name="connsiteX1141" fmla="*/ 5450655 w 5640279"/>
              <a:gd name="connsiteY1141" fmla="*/ 4291078 h 4293838"/>
              <a:gd name="connsiteX1142" fmla="*/ 5453675 w 5640279"/>
              <a:gd name="connsiteY1142" fmla="*/ 4291124 h 4293838"/>
              <a:gd name="connsiteX1143" fmla="*/ 5456709 w 5640279"/>
              <a:gd name="connsiteY1143" fmla="*/ 4291124 h 4293838"/>
              <a:gd name="connsiteX1144" fmla="*/ 5459666 w 5640279"/>
              <a:gd name="connsiteY1144" fmla="*/ 4291170 h 4293838"/>
              <a:gd name="connsiteX1145" fmla="*/ 5462703 w 5640279"/>
              <a:gd name="connsiteY1145" fmla="*/ 4291216 h 4293838"/>
              <a:gd name="connsiteX1146" fmla="*/ 5465721 w 5640279"/>
              <a:gd name="connsiteY1146" fmla="*/ 4291216 h 4293838"/>
              <a:gd name="connsiteX1147" fmla="*/ 5468757 w 5640279"/>
              <a:gd name="connsiteY1147" fmla="*/ 4291263 h 4293838"/>
              <a:gd name="connsiteX1148" fmla="*/ 5471714 w 5640279"/>
              <a:gd name="connsiteY1148" fmla="*/ 4291263 h 4293838"/>
              <a:gd name="connsiteX1149" fmla="*/ 5477769 w 5640279"/>
              <a:gd name="connsiteY1149" fmla="*/ 4291343 h 4293838"/>
              <a:gd name="connsiteX1150" fmla="*/ 5480741 w 5640279"/>
              <a:gd name="connsiteY1150" fmla="*/ 4291343 h 4293838"/>
              <a:gd name="connsiteX1151" fmla="*/ 5483760 w 5640279"/>
              <a:gd name="connsiteY1151" fmla="*/ 4291391 h 4293838"/>
              <a:gd name="connsiteX1152" fmla="*/ 5486797 w 5640279"/>
              <a:gd name="connsiteY1152" fmla="*/ 4291391 h 4293838"/>
              <a:gd name="connsiteX1153" fmla="*/ 5489767 w 5640279"/>
              <a:gd name="connsiteY1153" fmla="*/ 4291437 h 4293838"/>
              <a:gd name="connsiteX1154" fmla="*/ 5492787 w 5640279"/>
              <a:gd name="connsiteY1154" fmla="*/ 4291437 h 4293838"/>
              <a:gd name="connsiteX1155" fmla="*/ 5495824 w 5640279"/>
              <a:gd name="connsiteY1155" fmla="*/ 4291483 h 4293838"/>
              <a:gd name="connsiteX1156" fmla="*/ 5498843 w 5640279"/>
              <a:gd name="connsiteY1156" fmla="*/ 4291483 h 4293838"/>
              <a:gd name="connsiteX1157" fmla="*/ 5501815 w 5640279"/>
              <a:gd name="connsiteY1157" fmla="*/ 4291529 h 4293838"/>
              <a:gd name="connsiteX1158" fmla="*/ 5504833 w 5640279"/>
              <a:gd name="connsiteY1158" fmla="*/ 4291529 h 4293838"/>
              <a:gd name="connsiteX1159" fmla="*/ 5507870 w 5640279"/>
              <a:gd name="connsiteY1159" fmla="*/ 4291576 h 4293838"/>
              <a:gd name="connsiteX1160" fmla="*/ 5510827 w 5640279"/>
              <a:gd name="connsiteY1160" fmla="*/ 4291576 h 4293838"/>
              <a:gd name="connsiteX1161" fmla="*/ 5513861 w 5640279"/>
              <a:gd name="connsiteY1161" fmla="*/ 4291622 h 4293838"/>
              <a:gd name="connsiteX1162" fmla="*/ 5516881 w 5640279"/>
              <a:gd name="connsiteY1162" fmla="*/ 4291622 h 4293838"/>
              <a:gd name="connsiteX1163" fmla="*/ 5519918 w 5640279"/>
              <a:gd name="connsiteY1163" fmla="*/ 4291668 h 4293838"/>
              <a:gd name="connsiteX1164" fmla="*/ 5522873 w 5640279"/>
              <a:gd name="connsiteY1164" fmla="*/ 4291668 h 4293838"/>
              <a:gd name="connsiteX1165" fmla="*/ 5525909 w 5640279"/>
              <a:gd name="connsiteY1165" fmla="*/ 4291714 h 4293838"/>
              <a:gd name="connsiteX1166" fmla="*/ 5528929 w 5640279"/>
              <a:gd name="connsiteY1166" fmla="*/ 4291714 h 4293838"/>
              <a:gd name="connsiteX1167" fmla="*/ 5531900 w 5640279"/>
              <a:gd name="connsiteY1167" fmla="*/ 4291762 h 4293838"/>
              <a:gd name="connsiteX1168" fmla="*/ 5534921 w 5640279"/>
              <a:gd name="connsiteY1168" fmla="*/ 4291762 h 4293838"/>
              <a:gd name="connsiteX1169" fmla="*/ 5537957 w 5640279"/>
              <a:gd name="connsiteY1169" fmla="*/ 4291808 h 4293838"/>
              <a:gd name="connsiteX1170" fmla="*/ 5540978 w 5640279"/>
              <a:gd name="connsiteY1170" fmla="*/ 4291808 h 4293838"/>
              <a:gd name="connsiteX1171" fmla="*/ 5543948 w 5640279"/>
              <a:gd name="connsiteY1171" fmla="*/ 4291843 h 4293838"/>
              <a:gd name="connsiteX1172" fmla="*/ 5546985 w 5640279"/>
              <a:gd name="connsiteY1172" fmla="*/ 4291843 h 4293838"/>
              <a:gd name="connsiteX1173" fmla="*/ 5550003 w 5640279"/>
              <a:gd name="connsiteY1173" fmla="*/ 4291889 h 4293838"/>
              <a:gd name="connsiteX1174" fmla="*/ 5552976 w 5640279"/>
              <a:gd name="connsiteY1174" fmla="*/ 4291889 h 4293838"/>
              <a:gd name="connsiteX1175" fmla="*/ 5555997 w 5640279"/>
              <a:gd name="connsiteY1175" fmla="*/ 4291935 h 4293838"/>
              <a:gd name="connsiteX1176" fmla="*/ 5559031 w 5640279"/>
              <a:gd name="connsiteY1176" fmla="*/ 4291935 h 4293838"/>
              <a:gd name="connsiteX1177" fmla="*/ 5562051 w 5640279"/>
              <a:gd name="connsiteY1177" fmla="*/ 4291981 h 4293838"/>
              <a:gd name="connsiteX1178" fmla="*/ 5568043 w 5640279"/>
              <a:gd name="connsiteY1178" fmla="*/ 4291981 h 4293838"/>
              <a:gd name="connsiteX1179" fmla="*/ 5571079 w 5640279"/>
              <a:gd name="connsiteY1179" fmla="*/ 4292029 h 4293838"/>
              <a:gd name="connsiteX1180" fmla="*/ 5574035 w 5640279"/>
              <a:gd name="connsiteY1180" fmla="*/ 4292029 h 4293838"/>
              <a:gd name="connsiteX1181" fmla="*/ 5577070 w 5640279"/>
              <a:gd name="connsiteY1181" fmla="*/ 4292075 h 4293838"/>
              <a:gd name="connsiteX1182" fmla="*/ 5583127 w 5640279"/>
              <a:gd name="connsiteY1182" fmla="*/ 4292075 h 4293838"/>
              <a:gd name="connsiteX1183" fmla="*/ 5586081 w 5640279"/>
              <a:gd name="connsiteY1183" fmla="*/ 4292121 h 4293838"/>
              <a:gd name="connsiteX1184" fmla="*/ 5589118 w 5640279"/>
              <a:gd name="connsiteY1184" fmla="*/ 4292121 h 4293838"/>
              <a:gd name="connsiteX1185" fmla="*/ 5592139 w 5640279"/>
              <a:gd name="connsiteY1185" fmla="*/ 4292167 h 4293838"/>
              <a:gd name="connsiteX1186" fmla="*/ 5598146 w 5640279"/>
              <a:gd name="connsiteY1186" fmla="*/ 4292167 h 4293838"/>
              <a:gd name="connsiteX1187" fmla="*/ 5601166 w 5640279"/>
              <a:gd name="connsiteY1187" fmla="*/ 4292214 h 4293838"/>
              <a:gd name="connsiteX1188" fmla="*/ 5604137 w 5640279"/>
              <a:gd name="connsiteY1188" fmla="*/ 4292214 h 4293838"/>
              <a:gd name="connsiteX1189" fmla="*/ 5607157 w 5640279"/>
              <a:gd name="connsiteY1189" fmla="*/ 4292260 h 4293838"/>
              <a:gd name="connsiteX1190" fmla="*/ 5613212 w 5640279"/>
              <a:gd name="connsiteY1190" fmla="*/ 4292260 h 4293838"/>
              <a:gd name="connsiteX1191" fmla="*/ 5616185 w 5640279"/>
              <a:gd name="connsiteY1191" fmla="*/ 4292306 h 4293838"/>
              <a:gd name="connsiteX1192" fmla="*/ 5622240 w 5640279"/>
              <a:gd name="connsiteY1192" fmla="*/ 4292306 h 4293838"/>
              <a:gd name="connsiteX1193" fmla="*/ 5625196 w 5640279"/>
              <a:gd name="connsiteY1193" fmla="*/ 4292342 h 4293838"/>
              <a:gd name="connsiteX1194" fmla="*/ 5631251 w 5640279"/>
              <a:gd name="connsiteY1194" fmla="*/ 4292342 h 4293838"/>
              <a:gd name="connsiteX1195" fmla="*/ 5634288 w 5640279"/>
              <a:gd name="connsiteY1195" fmla="*/ 4292388 h 4293838"/>
              <a:gd name="connsiteX1196" fmla="*/ 5637242 w 5640279"/>
              <a:gd name="connsiteY1196" fmla="*/ 4292388 h 4293838"/>
              <a:gd name="connsiteX1197" fmla="*/ 5640279 w 5640279"/>
              <a:gd name="connsiteY1197" fmla="*/ 4293838 h 4293838"/>
              <a:gd name="connsiteX1198" fmla="*/ 2257304 w 5640279"/>
              <a:gd name="connsiteY1198" fmla="*/ 4293838 h 4293838"/>
              <a:gd name="connsiteX1199" fmla="*/ 2257308 w 5640279"/>
              <a:gd name="connsiteY1199" fmla="*/ 4290847 h 4293838"/>
              <a:gd name="connsiteX1200" fmla="*/ 2254281 w 5640279"/>
              <a:gd name="connsiteY1200" fmla="*/ 4290847 h 4293838"/>
              <a:gd name="connsiteX1201" fmla="*/ 2254284 w 5640279"/>
              <a:gd name="connsiteY1201" fmla="*/ 4293838 h 4293838"/>
              <a:gd name="connsiteX1202" fmla="*/ 0 w 5640279"/>
              <a:gd name="connsiteY1202" fmla="*/ 4293838 h 4293838"/>
              <a:gd name="connsiteX1203" fmla="*/ 2970 w 5640279"/>
              <a:gd name="connsiteY1203" fmla="*/ 1681655 h 4293838"/>
              <a:gd name="connsiteX1204" fmla="*/ 5991 w 5640279"/>
              <a:gd name="connsiteY1204" fmla="*/ 1674716 h 4293838"/>
              <a:gd name="connsiteX1205" fmla="*/ 9028 w 5640279"/>
              <a:gd name="connsiteY1205" fmla="*/ 1667743 h 4293838"/>
              <a:gd name="connsiteX1206" fmla="*/ 12048 w 5640279"/>
              <a:gd name="connsiteY1206" fmla="*/ 1660804 h 4293838"/>
              <a:gd name="connsiteX1207" fmla="*/ 15019 w 5640279"/>
              <a:gd name="connsiteY1207" fmla="*/ 1653820 h 4293838"/>
              <a:gd name="connsiteX1208" fmla="*/ 21074 w 5640279"/>
              <a:gd name="connsiteY1208" fmla="*/ 1639954 h 4293838"/>
              <a:gd name="connsiteX1209" fmla="*/ 24030 w 5640279"/>
              <a:gd name="connsiteY1209" fmla="*/ 1632970 h 4293838"/>
              <a:gd name="connsiteX1210" fmla="*/ 33122 w 5640279"/>
              <a:gd name="connsiteY1210" fmla="*/ 1612179 h 4293838"/>
              <a:gd name="connsiteX1211" fmla="*/ 36078 w 5640279"/>
              <a:gd name="connsiteY1211" fmla="*/ 1605195 h 4293838"/>
              <a:gd name="connsiteX1212" fmla="*/ 42133 w 5640279"/>
              <a:gd name="connsiteY1212" fmla="*/ 1591329 h 4293838"/>
              <a:gd name="connsiteX1213" fmla="*/ 45106 w 5640279"/>
              <a:gd name="connsiteY1213" fmla="*/ 1584391 h 4293838"/>
              <a:gd name="connsiteX1214" fmla="*/ 51161 w 5640279"/>
              <a:gd name="connsiteY1214" fmla="*/ 1570527 h 4293838"/>
              <a:gd name="connsiteX1215" fmla="*/ 54197 w 5640279"/>
              <a:gd name="connsiteY1215" fmla="*/ 1563543 h 4293838"/>
              <a:gd name="connsiteX1216" fmla="*/ 57152 w 5640279"/>
              <a:gd name="connsiteY1216" fmla="*/ 1556604 h 4293838"/>
              <a:gd name="connsiteX1217" fmla="*/ 60188 w 5640279"/>
              <a:gd name="connsiteY1217" fmla="*/ 1549723 h 4293838"/>
              <a:gd name="connsiteX1218" fmla="*/ 63209 w 5640279"/>
              <a:gd name="connsiteY1218" fmla="*/ 1542786 h 4293838"/>
              <a:gd name="connsiteX1219" fmla="*/ 66179 w 5640279"/>
              <a:gd name="connsiteY1219" fmla="*/ 1535848 h 4293838"/>
              <a:gd name="connsiteX1220" fmla="*/ 75255 w 5640279"/>
              <a:gd name="connsiteY1220" fmla="*/ 1515045 h 4293838"/>
              <a:gd name="connsiteX1221" fmla="*/ 78227 w 5640279"/>
              <a:gd name="connsiteY1221" fmla="*/ 1508165 h 4293838"/>
              <a:gd name="connsiteX1222" fmla="*/ 81248 w 5640279"/>
              <a:gd name="connsiteY1222" fmla="*/ 1501226 h 4293838"/>
              <a:gd name="connsiteX1223" fmla="*/ 84282 w 5640279"/>
              <a:gd name="connsiteY1223" fmla="*/ 1494335 h 4293838"/>
              <a:gd name="connsiteX1224" fmla="*/ 87239 w 5640279"/>
              <a:gd name="connsiteY1224" fmla="*/ 1487408 h 4293838"/>
              <a:gd name="connsiteX1225" fmla="*/ 90273 w 5640279"/>
              <a:gd name="connsiteY1225" fmla="*/ 1480516 h 4293838"/>
              <a:gd name="connsiteX1226" fmla="*/ 93294 w 5640279"/>
              <a:gd name="connsiteY1226" fmla="*/ 1473578 h 4293838"/>
              <a:gd name="connsiteX1227" fmla="*/ 96330 w 5640279"/>
              <a:gd name="connsiteY1227" fmla="*/ 1466686 h 4293838"/>
              <a:gd name="connsiteX1228" fmla="*/ 99301 w 5640279"/>
              <a:gd name="connsiteY1228" fmla="*/ 1459807 h 4293838"/>
              <a:gd name="connsiteX1229" fmla="*/ 105342 w 5640279"/>
              <a:gd name="connsiteY1229" fmla="*/ 1446023 h 4293838"/>
              <a:gd name="connsiteX1230" fmla="*/ 108312 w 5640279"/>
              <a:gd name="connsiteY1230" fmla="*/ 1439130 h 4293838"/>
              <a:gd name="connsiteX1231" fmla="*/ 114370 w 5640279"/>
              <a:gd name="connsiteY1231" fmla="*/ 1425359 h 4293838"/>
              <a:gd name="connsiteX1232" fmla="*/ 117340 w 5640279"/>
              <a:gd name="connsiteY1232" fmla="*/ 1418468 h 4293838"/>
              <a:gd name="connsiteX1233" fmla="*/ 120361 w 5640279"/>
              <a:gd name="connsiteY1233" fmla="*/ 1411623 h 4293838"/>
              <a:gd name="connsiteX1234" fmla="*/ 123397 w 5640279"/>
              <a:gd name="connsiteY1234" fmla="*/ 1404742 h 4293838"/>
              <a:gd name="connsiteX1235" fmla="*/ 126418 w 5640279"/>
              <a:gd name="connsiteY1235" fmla="*/ 1397897 h 4293838"/>
              <a:gd name="connsiteX1236" fmla="*/ 129388 w 5640279"/>
              <a:gd name="connsiteY1236" fmla="*/ 1391004 h 4293838"/>
              <a:gd name="connsiteX1237" fmla="*/ 135443 w 5640279"/>
              <a:gd name="connsiteY1237" fmla="*/ 1377314 h 4293838"/>
              <a:gd name="connsiteX1238" fmla="*/ 138400 w 5640279"/>
              <a:gd name="connsiteY1238" fmla="*/ 1370469 h 4293838"/>
              <a:gd name="connsiteX1239" fmla="*/ 144455 w 5640279"/>
              <a:gd name="connsiteY1239" fmla="*/ 1356789 h 4293838"/>
              <a:gd name="connsiteX1240" fmla="*/ 147491 w 5640279"/>
              <a:gd name="connsiteY1240" fmla="*/ 1349990 h 4293838"/>
              <a:gd name="connsiteX1241" fmla="*/ 150448 w 5640279"/>
              <a:gd name="connsiteY1241" fmla="*/ 1343145 h 4293838"/>
              <a:gd name="connsiteX1242" fmla="*/ 153482 w 5640279"/>
              <a:gd name="connsiteY1242" fmla="*/ 1336346 h 4293838"/>
              <a:gd name="connsiteX1243" fmla="*/ 156503 w 5640279"/>
              <a:gd name="connsiteY1243" fmla="*/ 1329501 h 4293838"/>
              <a:gd name="connsiteX1244" fmla="*/ 159473 w 5640279"/>
              <a:gd name="connsiteY1244" fmla="*/ 1322702 h 4293838"/>
              <a:gd name="connsiteX1245" fmla="*/ 168567 w 5640279"/>
              <a:gd name="connsiteY1245" fmla="*/ 1302305 h 4293838"/>
              <a:gd name="connsiteX1246" fmla="*/ 171521 w 5640279"/>
              <a:gd name="connsiteY1246" fmla="*/ 1295518 h 4293838"/>
              <a:gd name="connsiteX1247" fmla="*/ 174558 w 5640279"/>
              <a:gd name="connsiteY1247" fmla="*/ 1288754 h 4293838"/>
              <a:gd name="connsiteX1248" fmla="*/ 177578 w 5640279"/>
              <a:gd name="connsiteY1248" fmla="*/ 1281967 h 4293838"/>
              <a:gd name="connsiteX1249" fmla="*/ 180549 w 5640279"/>
              <a:gd name="connsiteY1249" fmla="*/ 1275214 h 4293838"/>
              <a:gd name="connsiteX1250" fmla="*/ 189624 w 5640279"/>
              <a:gd name="connsiteY1250" fmla="*/ 1254944 h 4293838"/>
              <a:gd name="connsiteX1251" fmla="*/ 192597 w 5640279"/>
              <a:gd name="connsiteY1251" fmla="*/ 1248193 h 4293838"/>
              <a:gd name="connsiteX1252" fmla="*/ 195617 w 5640279"/>
              <a:gd name="connsiteY1252" fmla="*/ 1241486 h 4293838"/>
              <a:gd name="connsiteX1253" fmla="*/ 198652 w 5640279"/>
              <a:gd name="connsiteY1253" fmla="*/ 1234734 h 4293838"/>
              <a:gd name="connsiteX1254" fmla="*/ 201608 w 5640279"/>
              <a:gd name="connsiteY1254" fmla="*/ 1228027 h 4293838"/>
              <a:gd name="connsiteX1255" fmla="*/ 210700 w 5640279"/>
              <a:gd name="connsiteY1255" fmla="*/ 1207909 h 4293838"/>
              <a:gd name="connsiteX1256" fmla="*/ 213671 w 5640279"/>
              <a:gd name="connsiteY1256" fmla="*/ 1201203 h 4293838"/>
              <a:gd name="connsiteX1257" fmla="*/ 216691 w 5640279"/>
              <a:gd name="connsiteY1257" fmla="*/ 1194532 h 4293838"/>
              <a:gd name="connsiteX1258" fmla="*/ 219728 w 5640279"/>
              <a:gd name="connsiteY1258" fmla="*/ 1187825 h 4293838"/>
              <a:gd name="connsiteX1259" fmla="*/ 222682 w 5640279"/>
              <a:gd name="connsiteY1259" fmla="*/ 1181165 h 4293838"/>
              <a:gd name="connsiteX1260" fmla="*/ 228739 w 5640279"/>
              <a:gd name="connsiteY1260" fmla="*/ 1167846 h 4293838"/>
              <a:gd name="connsiteX1261" fmla="*/ 231774 w 5640279"/>
              <a:gd name="connsiteY1261" fmla="*/ 1161221 h 4293838"/>
              <a:gd name="connsiteX1262" fmla="*/ 234730 w 5640279"/>
              <a:gd name="connsiteY1262" fmla="*/ 1154561 h 4293838"/>
              <a:gd name="connsiteX1263" fmla="*/ 240785 w 5640279"/>
              <a:gd name="connsiteY1263" fmla="*/ 1141324 h 4293838"/>
              <a:gd name="connsiteX1264" fmla="*/ 243758 w 5640279"/>
              <a:gd name="connsiteY1264" fmla="*/ 1134710 h 4293838"/>
              <a:gd name="connsiteX1265" fmla="*/ 246778 w 5640279"/>
              <a:gd name="connsiteY1265" fmla="*/ 1128097 h 4293838"/>
              <a:gd name="connsiteX1266" fmla="*/ 249813 w 5640279"/>
              <a:gd name="connsiteY1266" fmla="*/ 1121519 h 4293838"/>
              <a:gd name="connsiteX1267" fmla="*/ 252769 w 5640279"/>
              <a:gd name="connsiteY1267" fmla="*/ 1114951 h 4293838"/>
              <a:gd name="connsiteX1268" fmla="*/ 261861 w 5640279"/>
              <a:gd name="connsiteY1268" fmla="*/ 1095240 h 4293838"/>
              <a:gd name="connsiteX1269" fmla="*/ 264832 w 5640279"/>
              <a:gd name="connsiteY1269" fmla="*/ 1088708 h 4293838"/>
              <a:gd name="connsiteX1270" fmla="*/ 267852 w 5640279"/>
              <a:gd name="connsiteY1270" fmla="*/ 1082140 h 4293838"/>
              <a:gd name="connsiteX1271" fmla="*/ 270872 w 5640279"/>
              <a:gd name="connsiteY1271" fmla="*/ 1075608 h 4293838"/>
              <a:gd name="connsiteX1272" fmla="*/ 273843 w 5640279"/>
              <a:gd name="connsiteY1272" fmla="*/ 1069088 h 4293838"/>
              <a:gd name="connsiteX1273" fmla="*/ 279900 w 5640279"/>
              <a:gd name="connsiteY1273" fmla="*/ 1056128 h 4293838"/>
              <a:gd name="connsiteX1274" fmla="*/ 282935 w 5640279"/>
              <a:gd name="connsiteY1274" fmla="*/ 1049597 h 4293838"/>
              <a:gd name="connsiteX1275" fmla="*/ 285891 w 5640279"/>
              <a:gd name="connsiteY1275" fmla="*/ 1043123 h 4293838"/>
              <a:gd name="connsiteX1276" fmla="*/ 288928 w 5640279"/>
              <a:gd name="connsiteY1276" fmla="*/ 1036683 h 4293838"/>
              <a:gd name="connsiteX1277" fmla="*/ 291948 w 5640279"/>
              <a:gd name="connsiteY1277" fmla="*/ 1030197 h 4293838"/>
              <a:gd name="connsiteX1278" fmla="*/ 294919 w 5640279"/>
              <a:gd name="connsiteY1278" fmla="*/ 1023769 h 4293838"/>
              <a:gd name="connsiteX1279" fmla="*/ 300974 w 5640279"/>
              <a:gd name="connsiteY1279" fmla="*/ 1010890 h 4293838"/>
              <a:gd name="connsiteX1280" fmla="*/ 303994 w 5640279"/>
              <a:gd name="connsiteY1280" fmla="*/ 1004498 h 4293838"/>
              <a:gd name="connsiteX1281" fmla="*/ 306967 w 5640279"/>
              <a:gd name="connsiteY1281" fmla="*/ 998070 h 4293838"/>
              <a:gd name="connsiteX1282" fmla="*/ 313022 w 5640279"/>
              <a:gd name="connsiteY1282" fmla="*/ 985284 h 4293838"/>
              <a:gd name="connsiteX1283" fmla="*/ 315978 w 5640279"/>
              <a:gd name="connsiteY1283" fmla="*/ 978937 h 4293838"/>
              <a:gd name="connsiteX1284" fmla="*/ 319013 w 5640279"/>
              <a:gd name="connsiteY1284" fmla="*/ 972557 h 4293838"/>
              <a:gd name="connsiteX1285" fmla="*/ 322033 w 5640279"/>
              <a:gd name="connsiteY1285" fmla="*/ 966210 h 4293838"/>
              <a:gd name="connsiteX1286" fmla="*/ 325070 w 5640279"/>
              <a:gd name="connsiteY1286" fmla="*/ 959910 h 4293838"/>
              <a:gd name="connsiteX1287" fmla="*/ 328041 w 5640279"/>
              <a:gd name="connsiteY1287" fmla="*/ 953564 h 4293838"/>
              <a:gd name="connsiteX1288" fmla="*/ 334096 w 5640279"/>
              <a:gd name="connsiteY1288" fmla="*/ 940964 h 4293838"/>
              <a:gd name="connsiteX1289" fmla="*/ 337052 w 5640279"/>
              <a:gd name="connsiteY1289" fmla="*/ 934664 h 4293838"/>
              <a:gd name="connsiteX1290" fmla="*/ 340089 w 5640279"/>
              <a:gd name="connsiteY1290" fmla="*/ 928364 h 4293838"/>
              <a:gd name="connsiteX1291" fmla="*/ 346144 w 5640279"/>
              <a:gd name="connsiteY1291" fmla="*/ 915856 h 4293838"/>
              <a:gd name="connsiteX1292" fmla="*/ 349100 w 5640279"/>
              <a:gd name="connsiteY1292" fmla="*/ 909650 h 4293838"/>
              <a:gd name="connsiteX1293" fmla="*/ 352135 w 5640279"/>
              <a:gd name="connsiteY1293" fmla="*/ 903395 h 4293838"/>
              <a:gd name="connsiteX1294" fmla="*/ 355155 w 5640279"/>
              <a:gd name="connsiteY1294" fmla="*/ 897176 h 4293838"/>
              <a:gd name="connsiteX1295" fmla="*/ 358128 w 5640279"/>
              <a:gd name="connsiteY1295" fmla="*/ 890970 h 4293838"/>
              <a:gd name="connsiteX1296" fmla="*/ 361148 w 5640279"/>
              <a:gd name="connsiteY1296" fmla="*/ 884809 h 4293838"/>
              <a:gd name="connsiteX1297" fmla="*/ 364183 w 5640279"/>
              <a:gd name="connsiteY1297" fmla="*/ 878600 h 4293838"/>
              <a:gd name="connsiteX1298" fmla="*/ 367139 w 5640279"/>
              <a:gd name="connsiteY1298" fmla="*/ 872437 h 4293838"/>
              <a:gd name="connsiteX1299" fmla="*/ 370174 w 5640279"/>
              <a:gd name="connsiteY1299" fmla="*/ 866319 h 4293838"/>
              <a:gd name="connsiteX1300" fmla="*/ 373194 w 5640279"/>
              <a:gd name="connsiteY1300" fmla="*/ 860155 h 4293838"/>
              <a:gd name="connsiteX1301" fmla="*/ 376231 w 5640279"/>
              <a:gd name="connsiteY1301" fmla="*/ 854037 h 4293838"/>
              <a:gd name="connsiteX1302" fmla="*/ 379202 w 5640279"/>
              <a:gd name="connsiteY1302" fmla="*/ 847964 h 4293838"/>
              <a:gd name="connsiteX1303" fmla="*/ 382222 w 5640279"/>
              <a:gd name="connsiteY1303" fmla="*/ 841846 h 4293838"/>
              <a:gd name="connsiteX1304" fmla="*/ 385259 w 5640279"/>
              <a:gd name="connsiteY1304" fmla="*/ 835771 h 4293838"/>
              <a:gd name="connsiteX1305" fmla="*/ 388213 w 5640279"/>
              <a:gd name="connsiteY1305" fmla="*/ 829699 h 4293838"/>
              <a:gd name="connsiteX1306" fmla="*/ 391250 w 5640279"/>
              <a:gd name="connsiteY1306" fmla="*/ 823626 h 4293838"/>
              <a:gd name="connsiteX1307" fmla="*/ 397305 w 5640279"/>
              <a:gd name="connsiteY1307" fmla="*/ 811570 h 4293838"/>
              <a:gd name="connsiteX1308" fmla="*/ 400261 w 5640279"/>
              <a:gd name="connsiteY1308" fmla="*/ 805543 h 4293838"/>
              <a:gd name="connsiteX1309" fmla="*/ 403296 w 5640279"/>
              <a:gd name="connsiteY1309" fmla="*/ 799560 h 4293838"/>
              <a:gd name="connsiteX1310" fmla="*/ 406316 w 5640279"/>
              <a:gd name="connsiteY1310" fmla="*/ 793623 h 4293838"/>
              <a:gd name="connsiteX1311" fmla="*/ 409289 w 5640279"/>
              <a:gd name="connsiteY1311" fmla="*/ 787640 h 4293838"/>
              <a:gd name="connsiteX1312" fmla="*/ 418364 w 5640279"/>
              <a:gd name="connsiteY1312" fmla="*/ 769829 h 4293838"/>
              <a:gd name="connsiteX1313" fmla="*/ 421335 w 5640279"/>
              <a:gd name="connsiteY1313" fmla="*/ 763938 h 4293838"/>
              <a:gd name="connsiteX1314" fmla="*/ 427392 w 5640279"/>
              <a:gd name="connsiteY1314" fmla="*/ 752153 h 4293838"/>
              <a:gd name="connsiteX1315" fmla="*/ 430362 w 5640279"/>
              <a:gd name="connsiteY1315" fmla="*/ 746307 h 4293838"/>
              <a:gd name="connsiteX1316" fmla="*/ 436403 w 5640279"/>
              <a:gd name="connsiteY1316" fmla="*/ 734615 h 4293838"/>
              <a:gd name="connsiteX1317" fmla="*/ 439440 w 5640279"/>
              <a:gd name="connsiteY1317" fmla="*/ 728813 h 4293838"/>
              <a:gd name="connsiteX1318" fmla="*/ 442411 w 5640279"/>
              <a:gd name="connsiteY1318" fmla="*/ 723013 h 4293838"/>
              <a:gd name="connsiteX1319" fmla="*/ 445431 w 5640279"/>
              <a:gd name="connsiteY1319" fmla="*/ 717211 h 4293838"/>
              <a:gd name="connsiteX1320" fmla="*/ 448466 w 5640279"/>
              <a:gd name="connsiteY1320" fmla="*/ 711456 h 4293838"/>
              <a:gd name="connsiteX1321" fmla="*/ 451422 w 5640279"/>
              <a:gd name="connsiteY1321" fmla="*/ 705744 h 4293838"/>
              <a:gd name="connsiteX1322" fmla="*/ 454459 w 5640279"/>
              <a:gd name="connsiteY1322" fmla="*/ 699989 h 4293838"/>
              <a:gd name="connsiteX1323" fmla="*/ 460514 w 5640279"/>
              <a:gd name="connsiteY1323" fmla="*/ 688568 h 4293838"/>
              <a:gd name="connsiteX1324" fmla="*/ 463470 w 5640279"/>
              <a:gd name="connsiteY1324" fmla="*/ 682903 h 4293838"/>
              <a:gd name="connsiteX1325" fmla="*/ 469525 w 5640279"/>
              <a:gd name="connsiteY1325" fmla="*/ 671572 h 4293838"/>
              <a:gd name="connsiteX1326" fmla="*/ 472496 w 5640279"/>
              <a:gd name="connsiteY1326" fmla="*/ 665952 h 4293838"/>
              <a:gd name="connsiteX1327" fmla="*/ 475516 w 5640279"/>
              <a:gd name="connsiteY1327" fmla="*/ 660333 h 4293838"/>
              <a:gd name="connsiteX1328" fmla="*/ 478553 w 5640279"/>
              <a:gd name="connsiteY1328" fmla="*/ 654758 h 4293838"/>
              <a:gd name="connsiteX1329" fmla="*/ 481573 w 5640279"/>
              <a:gd name="connsiteY1329" fmla="*/ 649139 h 4293838"/>
              <a:gd name="connsiteX1330" fmla="*/ 484544 w 5640279"/>
              <a:gd name="connsiteY1330" fmla="*/ 643609 h 4293838"/>
              <a:gd name="connsiteX1331" fmla="*/ 487564 w 5640279"/>
              <a:gd name="connsiteY1331" fmla="*/ 638080 h 4293838"/>
              <a:gd name="connsiteX1332" fmla="*/ 490601 w 5640279"/>
              <a:gd name="connsiteY1332" fmla="*/ 632506 h 4293838"/>
              <a:gd name="connsiteX1333" fmla="*/ 493571 w 5640279"/>
              <a:gd name="connsiteY1333" fmla="*/ 627022 h 4293838"/>
              <a:gd name="connsiteX1334" fmla="*/ 499626 w 5640279"/>
              <a:gd name="connsiteY1334" fmla="*/ 616053 h 4293838"/>
              <a:gd name="connsiteX1335" fmla="*/ 502583 w 5640279"/>
              <a:gd name="connsiteY1335" fmla="*/ 610615 h 4293838"/>
              <a:gd name="connsiteX1336" fmla="*/ 508640 w 5640279"/>
              <a:gd name="connsiteY1336" fmla="*/ 599738 h 4293838"/>
              <a:gd name="connsiteX1337" fmla="*/ 511674 w 5640279"/>
              <a:gd name="connsiteY1337" fmla="*/ 594344 h 4293838"/>
              <a:gd name="connsiteX1338" fmla="*/ 514631 w 5640279"/>
              <a:gd name="connsiteY1338" fmla="*/ 588952 h 4293838"/>
              <a:gd name="connsiteX1339" fmla="*/ 520686 w 5640279"/>
              <a:gd name="connsiteY1339" fmla="*/ 578256 h 4293838"/>
              <a:gd name="connsiteX1340" fmla="*/ 523658 w 5640279"/>
              <a:gd name="connsiteY1340" fmla="*/ 572953 h 4293838"/>
              <a:gd name="connsiteX1341" fmla="*/ 526677 w 5640279"/>
              <a:gd name="connsiteY1341" fmla="*/ 567605 h 4293838"/>
              <a:gd name="connsiteX1342" fmla="*/ 532734 w 5640279"/>
              <a:gd name="connsiteY1342" fmla="*/ 557091 h 4293838"/>
              <a:gd name="connsiteX1343" fmla="*/ 535705 w 5640279"/>
              <a:gd name="connsiteY1343" fmla="*/ 551788 h 4293838"/>
              <a:gd name="connsiteX1344" fmla="*/ 538725 w 5640279"/>
              <a:gd name="connsiteY1344" fmla="*/ 546622 h 4293838"/>
              <a:gd name="connsiteX1345" fmla="*/ 541762 w 5640279"/>
              <a:gd name="connsiteY1345" fmla="*/ 541409 h 4293838"/>
              <a:gd name="connsiteX1346" fmla="*/ 544732 w 5640279"/>
              <a:gd name="connsiteY1346" fmla="*/ 536197 h 4293838"/>
              <a:gd name="connsiteX1347" fmla="*/ 550787 w 5640279"/>
              <a:gd name="connsiteY1347" fmla="*/ 525864 h 4293838"/>
              <a:gd name="connsiteX1348" fmla="*/ 553808 w 5640279"/>
              <a:gd name="connsiteY1348" fmla="*/ 520743 h 4293838"/>
              <a:gd name="connsiteX1349" fmla="*/ 556780 w 5640279"/>
              <a:gd name="connsiteY1349" fmla="*/ 515622 h 4293838"/>
              <a:gd name="connsiteX1350" fmla="*/ 562835 w 5640279"/>
              <a:gd name="connsiteY1350" fmla="*/ 505470 h 4293838"/>
              <a:gd name="connsiteX1351" fmla="*/ 565792 w 5640279"/>
              <a:gd name="connsiteY1351" fmla="*/ 500438 h 4293838"/>
              <a:gd name="connsiteX1352" fmla="*/ 571847 w 5640279"/>
              <a:gd name="connsiteY1352" fmla="*/ 490377 h 4293838"/>
              <a:gd name="connsiteX1353" fmla="*/ 574883 w 5640279"/>
              <a:gd name="connsiteY1353" fmla="*/ 485392 h 4293838"/>
              <a:gd name="connsiteX1354" fmla="*/ 577840 w 5640279"/>
              <a:gd name="connsiteY1354" fmla="*/ 480406 h 4293838"/>
              <a:gd name="connsiteX1355" fmla="*/ 583895 w 5640279"/>
              <a:gd name="connsiteY1355" fmla="*/ 470528 h 4293838"/>
              <a:gd name="connsiteX1356" fmla="*/ 586865 w 5640279"/>
              <a:gd name="connsiteY1356" fmla="*/ 465633 h 4293838"/>
              <a:gd name="connsiteX1357" fmla="*/ 589886 w 5640279"/>
              <a:gd name="connsiteY1357" fmla="*/ 460738 h 4293838"/>
              <a:gd name="connsiteX1358" fmla="*/ 595943 w 5640279"/>
              <a:gd name="connsiteY1358" fmla="*/ 451039 h 4293838"/>
              <a:gd name="connsiteX1359" fmla="*/ 598913 w 5640279"/>
              <a:gd name="connsiteY1359" fmla="*/ 446188 h 4293838"/>
              <a:gd name="connsiteX1360" fmla="*/ 601934 w 5640279"/>
              <a:gd name="connsiteY1360" fmla="*/ 441430 h 4293838"/>
              <a:gd name="connsiteX1361" fmla="*/ 604968 w 5640279"/>
              <a:gd name="connsiteY1361" fmla="*/ 436626 h 4293838"/>
              <a:gd name="connsiteX1362" fmla="*/ 607941 w 5640279"/>
              <a:gd name="connsiteY1362" fmla="*/ 431867 h 4293838"/>
              <a:gd name="connsiteX1363" fmla="*/ 617016 w 5640279"/>
              <a:gd name="connsiteY1363" fmla="*/ 417728 h 4293838"/>
              <a:gd name="connsiteX1364" fmla="*/ 619987 w 5640279"/>
              <a:gd name="connsiteY1364" fmla="*/ 413058 h 4293838"/>
              <a:gd name="connsiteX1365" fmla="*/ 623007 w 5640279"/>
              <a:gd name="connsiteY1365" fmla="*/ 408437 h 4293838"/>
              <a:gd name="connsiteX1366" fmla="*/ 626044 w 5640279"/>
              <a:gd name="connsiteY1366" fmla="*/ 403769 h 4293838"/>
              <a:gd name="connsiteX1367" fmla="*/ 629001 w 5640279"/>
              <a:gd name="connsiteY1367" fmla="*/ 399190 h 4293838"/>
              <a:gd name="connsiteX1368" fmla="*/ 635056 w 5640279"/>
              <a:gd name="connsiteY1368" fmla="*/ 390036 h 4293838"/>
              <a:gd name="connsiteX1369" fmla="*/ 638026 w 5640279"/>
              <a:gd name="connsiteY1369" fmla="*/ 385503 h 4293838"/>
              <a:gd name="connsiteX1370" fmla="*/ 641046 w 5640279"/>
              <a:gd name="connsiteY1370" fmla="*/ 381016 h 4293838"/>
              <a:gd name="connsiteX1371" fmla="*/ 644083 w 5640279"/>
              <a:gd name="connsiteY1371" fmla="*/ 376485 h 4293838"/>
              <a:gd name="connsiteX1372" fmla="*/ 647104 w 5640279"/>
              <a:gd name="connsiteY1372" fmla="*/ 372043 h 4293838"/>
              <a:gd name="connsiteX1373" fmla="*/ 650074 w 5640279"/>
              <a:gd name="connsiteY1373" fmla="*/ 367602 h 4293838"/>
              <a:gd name="connsiteX1374" fmla="*/ 653095 w 5640279"/>
              <a:gd name="connsiteY1374" fmla="*/ 363162 h 4293838"/>
              <a:gd name="connsiteX1375" fmla="*/ 656131 w 5640279"/>
              <a:gd name="connsiteY1375" fmla="*/ 358764 h 4293838"/>
              <a:gd name="connsiteX1376" fmla="*/ 659102 w 5640279"/>
              <a:gd name="connsiteY1376" fmla="*/ 354412 h 4293838"/>
              <a:gd name="connsiteX1377" fmla="*/ 662122 w 5640279"/>
              <a:gd name="connsiteY1377" fmla="*/ 350016 h 4293838"/>
              <a:gd name="connsiteX1378" fmla="*/ 668177 w 5640279"/>
              <a:gd name="connsiteY1378" fmla="*/ 341406 h 4293838"/>
              <a:gd name="connsiteX1379" fmla="*/ 671150 w 5640279"/>
              <a:gd name="connsiteY1379" fmla="*/ 337100 h 4293838"/>
              <a:gd name="connsiteX1380" fmla="*/ 674168 w 5640279"/>
              <a:gd name="connsiteY1380" fmla="*/ 332886 h 4293838"/>
              <a:gd name="connsiteX1381" fmla="*/ 677205 w 5640279"/>
              <a:gd name="connsiteY1381" fmla="*/ 328626 h 4293838"/>
              <a:gd name="connsiteX1382" fmla="*/ 680161 w 5640279"/>
              <a:gd name="connsiteY1382" fmla="*/ 324411 h 4293838"/>
              <a:gd name="connsiteX1383" fmla="*/ 689253 w 5640279"/>
              <a:gd name="connsiteY1383" fmla="*/ 311902 h 4293838"/>
              <a:gd name="connsiteX1384" fmla="*/ 692207 w 5640279"/>
              <a:gd name="connsiteY1384" fmla="*/ 307822 h 4293838"/>
              <a:gd name="connsiteX1385" fmla="*/ 695244 w 5640279"/>
              <a:gd name="connsiteY1385" fmla="*/ 303699 h 4293838"/>
              <a:gd name="connsiteX1386" fmla="*/ 698264 w 5640279"/>
              <a:gd name="connsiteY1386" fmla="*/ 299620 h 4293838"/>
              <a:gd name="connsiteX1387" fmla="*/ 701235 w 5640279"/>
              <a:gd name="connsiteY1387" fmla="*/ 295585 h 4293838"/>
              <a:gd name="connsiteX1388" fmla="*/ 704255 w 5640279"/>
              <a:gd name="connsiteY1388" fmla="*/ 291598 h 4293838"/>
              <a:gd name="connsiteX1389" fmla="*/ 707292 w 5640279"/>
              <a:gd name="connsiteY1389" fmla="*/ 287564 h 4293838"/>
              <a:gd name="connsiteX1390" fmla="*/ 710312 w 5640279"/>
              <a:gd name="connsiteY1390" fmla="*/ 283621 h 4293838"/>
              <a:gd name="connsiteX1391" fmla="*/ 713283 w 5640279"/>
              <a:gd name="connsiteY1391" fmla="*/ 279677 h 4293838"/>
              <a:gd name="connsiteX1392" fmla="*/ 716318 w 5640279"/>
              <a:gd name="connsiteY1392" fmla="*/ 275735 h 4293838"/>
              <a:gd name="connsiteX1393" fmla="*/ 719338 w 5640279"/>
              <a:gd name="connsiteY1393" fmla="*/ 271884 h 4293838"/>
              <a:gd name="connsiteX1394" fmla="*/ 722311 w 5640279"/>
              <a:gd name="connsiteY1394" fmla="*/ 267985 h 4293838"/>
              <a:gd name="connsiteX1395" fmla="*/ 725331 w 5640279"/>
              <a:gd name="connsiteY1395" fmla="*/ 264133 h 4293838"/>
              <a:gd name="connsiteX1396" fmla="*/ 731386 w 5640279"/>
              <a:gd name="connsiteY1396" fmla="*/ 256520 h 4293838"/>
              <a:gd name="connsiteX1397" fmla="*/ 734357 w 5640279"/>
              <a:gd name="connsiteY1397" fmla="*/ 252757 h 4293838"/>
              <a:gd name="connsiteX1398" fmla="*/ 737377 w 5640279"/>
              <a:gd name="connsiteY1398" fmla="*/ 248996 h 4293838"/>
              <a:gd name="connsiteX1399" fmla="*/ 740414 w 5640279"/>
              <a:gd name="connsiteY1399" fmla="*/ 245280 h 4293838"/>
              <a:gd name="connsiteX1400" fmla="*/ 743368 w 5640279"/>
              <a:gd name="connsiteY1400" fmla="*/ 241563 h 4293838"/>
              <a:gd name="connsiteX1401" fmla="*/ 749425 w 5640279"/>
              <a:gd name="connsiteY1401" fmla="*/ 234312 h 4293838"/>
              <a:gd name="connsiteX1402" fmla="*/ 752396 w 5640279"/>
              <a:gd name="connsiteY1402" fmla="*/ 230641 h 4293838"/>
              <a:gd name="connsiteX1403" fmla="*/ 755416 w 5640279"/>
              <a:gd name="connsiteY1403" fmla="*/ 227060 h 4293838"/>
              <a:gd name="connsiteX1404" fmla="*/ 758453 w 5640279"/>
              <a:gd name="connsiteY1404" fmla="*/ 223525 h 4293838"/>
              <a:gd name="connsiteX1405" fmla="*/ 761473 w 5640279"/>
              <a:gd name="connsiteY1405" fmla="*/ 219945 h 4293838"/>
              <a:gd name="connsiteX1406" fmla="*/ 764444 w 5640279"/>
              <a:gd name="connsiteY1406" fmla="*/ 216454 h 4293838"/>
              <a:gd name="connsiteX1407" fmla="*/ 770499 w 5640279"/>
              <a:gd name="connsiteY1407" fmla="*/ 209475 h 4293838"/>
              <a:gd name="connsiteX1408" fmla="*/ 773472 w 5640279"/>
              <a:gd name="connsiteY1408" fmla="*/ 206076 h 4293838"/>
              <a:gd name="connsiteX1409" fmla="*/ 779527 w 5640279"/>
              <a:gd name="connsiteY1409" fmla="*/ 199279 h 4293838"/>
              <a:gd name="connsiteX1410" fmla="*/ 782547 w 5640279"/>
              <a:gd name="connsiteY1410" fmla="*/ 195925 h 4293838"/>
              <a:gd name="connsiteX1411" fmla="*/ 785518 w 5640279"/>
              <a:gd name="connsiteY1411" fmla="*/ 192615 h 4293838"/>
              <a:gd name="connsiteX1412" fmla="*/ 788538 w 5640279"/>
              <a:gd name="connsiteY1412" fmla="*/ 189262 h 4293838"/>
              <a:gd name="connsiteX1413" fmla="*/ 791575 w 5640279"/>
              <a:gd name="connsiteY1413" fmla="*/ 185998 h 4293838"/>
              <a:gd name="connsiteX1414" fmla="*/ 794531 w 5640279"/>
              <a:gd name="connsiteY1414" fmla="*/ 182781 h 4293838"/>
              <a:gd name="connsiteX1415" fmla="*/ 797566 w 5640279"/>
              <a:gd name="connsiteY1415" fmla="*/ 179517 h 4293838"/>
              <a:gd name="connsiteX1416" fmla="*/ 803623 w 5640279"/>
              <a:gd name="connsiteY1416" fmla="*/ 173173 h 4293838"/>
              <a:gd name="connsiteX1417" fmla="*/ 806577 w 5640279"/>
              <a:gd name="connsiteY1417" fmla="*/ 170000 h 4293838"/>
              <a:gd name="connsiteX1418" fmla="*/ 812634 w 5640279"/>
              <a:gd name="connsiteY1418" fmla="*/ 163836 h 4293838"/>
              <a:gd name="connsiteX1419" fmla="*/ 815605 w 5640279"/>
              <a:gd name="connsiteY1419" fmla="*/ 160754 h 4293838"/>
              <a:gd name="connsiteX1420" fmla="*/ 818625 w 5640279"/>
              <a:gd name="connsiteY1420" fmla="*/ 157719 h 4293838"/>
              <a:gd name="connsiteX1421" fmla="*/ 824680 w 5640279"/>
              <a:gd name="connsiteY1421" fmla="*/ 151736 h 4293838"/>
              <a:gd name="connsiteX1422" fmla="*/ 827653 w 5640279"/>
              <a:gd name="connsiteY1422" fmla="*/ 148790 h 4293838"/>
              <a:gd name="connsiteX1423" fmla="*/ 830688 w 5640279"/>
              <a:gd name="connsiteY1423" fmla="*/ 145890 h 4293838"/>
              <a:gd name="connsiteX1424" fmla="*/ 833708 w 5640279"/>
              <a:gd name="connsiteY1424" fmla="*/ 142944 h 4293838"/>
              <a:gd name="connsiteX1425" fmla="*/ 836681 w 5640279"/>
              <a:gd name="connsiteY1425" fmla="*/ 140088 h 4293838"/>
              <a:gd name="connsiteX1426" fmla="*/ 839699 w 5640279"/>
              <a:gd name="connsiteY1426" fmla="*/ 137279 h 4293838"/>
              <a:gd name="connsiteX1427" fmla="*/ 842736 w 5640279"/>
              <a:gd name="connsiteY1427" fmla="*/ 134423 h 4293838"/>
              <a:gd name="connsiteX1428" fmla="*/ 845756 w 5640279"/>
              <a:gd name="connsiteY1428" fmla="*/ 131658 h 4293838"/>
              <a:gd name="connsiteX1429" fmla="*/ 848727 w 5640279"/>
              <a:gd name="connsiteY1429" fmla="*/ 128894 h 4293838"/>
              <a:gd name="connsiteX1430" fmla="*/ 851747 w 5640279"/>
              <a:gd name="connsiteY1430" fmla="*/ 126129 h 4293838"/>
              <a:gd name="connsiteX1431" fmla="*/ 854784 w 5640279"/>
              <a:gd name="connsiteY1431" fmla="*/ 123455 h 4293838"/>
              <a:gd name="connsiteX1432" fmla="*/ 857738 w 5640279"/>
              <a:gd name="connsiteY1432" fmla="*/ 120780 h 4293838"/>
              <a:gd name="connsiteX1433" fmla="*/ 860775 w 5640279"/>
              <a:gd name="connsiteY1433" fmla="*/ 118107 h 4293838"/>
              <a:gd name="connsiteX1434" fmla="*/ 866830 w 5640279"/>
              <a:gd name="connsiteY1434" fmla="*/ 112941 h 4293838"/>
              <a:gd name="connsiteX1435" fmla="*/ 869786 w 5640279"/>
              <a:gd name="connsiteY1435" fmla="*/ 110357 h 4293838"/>
              <a:gd name="connsiteX1436" fmla="*/ 872823 w 5640279"/>
              <a:gd name="connsiteY1436" fmla="*/ 107819 h 4293838"/>
              <a:gd name="connsiteX1437" fmla="*/ 875843 w 5640279"/>
              <a:gd name="connsiteY1437" fmla="*/ 105327 h 4293838"/>
              <a:gd name="connsiteX1438" fmla="*/ 878814 w 5640279"/>
              <a:gd name="connsiteY1438" fmla="*/ 102835 h 4293838"/>
              <a:gd name="connsiteX1439" fmla="*/ 881849 w 5640279"/>
              <a:gd name="connsiteY1439" fmla="*/ 100386 h 4293838"/>
              <a:gd name="connsiteX1440" fmla="*/ 884869 w 5640279"/>
              <a:gd name="connsiteY1440" fmla="*/ 97985 h 4293838"/>
              <a:gd name="connsiteX1441" fmla="*/ 887842 w 5640279"/>
              <a:gd name="connsiteY1441" fmla="*/ 95583 h 4293838"/>
              <a:gd name="connsiteX1442" fmla="*/ 890862 w 5640279"/>
              <a:gd name="connsiteY1442" fmla="*/ 93225 h 4293838"/>
              <a:gd name="connsiteX1443" fmla="*/ 893897 w 5640279"/>
              <a:gd name="connsiteY1443" fmla="*/ 90914 h 4293838"/>
              <a:gd name="connsiteX1444" fmla="*/ 896917 w 5640279"/>
              <a:gd name="connsiteY1444" fmla="*/ 88558 h 4293838"/>
              <a:gd name="connsiteX1445" fmla="*/ 899888 w 5640279"/>
              <a:gd name="connsiteY1445" fmla="*/ 86292 h 4293838"/>
              <a:gd name="connsiteX1446" fmla="*/ 902908 w 5640279"/>
              <a:gd name="connsiteY1446" fmla="*/ 84072 h 4293838"/>
              <a:gd name="connsiteX1447" fmla="*/ 905945 w 5640279"/>
              <a:gd name="connsiteY1447" fmla="*/ 81806 h 4293838"/>
              <a:gd name="connsiteX1448" fmla="*/ 908899 w 5640279"/>
              <a:gd name="connsiteY1448" fmla="*/ 79630 h 4293838"/>
              <a:gd name="connsiteX1449" fmla="*/ 911936 w 5640279"/>
              <a:gd name="connsiteY1449" fmla="*/ 77500 h 4293838"/>
              <a:gd name="connsiteX1450" fmla="*/ 914956 w 5640279"/>
              <a:gd name="connsiteY1450" fmla="*/ 75324 h 4293838"/>
              <a:gd name="connsiteX1451" fmla="*/ 917991 w 5640279"/>
              <a:gd name="connsiteY1451" fmla="*/ 73239 h 4293838"/>
              <a:gd name="connsiteX1452" fmla="*/ 920947 w 5640279"/>
              <a:gd name="connsiteY1452" fmla="*/ 71155 h 4293838"/>
              <a:gd name="connsiteX1453" fmla="*/ 923984 w 5640279"/>
              <a:gd name="connsiteY1453" fmla="*/ 69114 h 4293838"/>
              <a:gd name="connsiteX1454" fmla="*/ 927004 w 5640279"/>
              <a:gd name="connsiteY1454" fmla="*/ 67121 h 4293838"/>
              <a:gd name="connsiteX1455" fmla="*/ 929975 w 5640279"/>
              <a:gd name="connsiteY1455" fmla="*/ 65128 h 4293838"/>
              <a:gd name="connsiteX1456" fmla="*/ 932995 w 5640279"/>
              <a:gd name="connsiteY1456" fmla="*/ 63133 h 4293838"/>
              <a:gd name="connsiteX1457" fmla="*/ 939067 w 5640279"/>
              <a:gd name="connsiteY1457" fmla="*/ 59326 h 4293838"/>
              <a:gd name="connsiteX1458" fmla="*/ 942023 w 5640279"/>
              <a:gd name="connsiteY1458" fmla="*/ 57422 h 4293838"/>
              <a:gd name="connsiteX1459" fmla="*/ 948078 w 5640279"/>
              <a:gd name="connsiteY1459" fmla="*/ 53796 h 4293838"/>
              <a:gd name="connsiteX1460" fmla="*/ 951048 w 5640279"/>
              <a:gd name="connsiteY1460" fmla="*/ 51982 h 4293838"/>
              <a:gd name="connsiteX1461" fmla="*/ 960126 w 5640279"/>
              <a:gd name="connsiteY1461" fmla="*/ 46816 h 4293838"/>
              <a:gd name="connsiteX1462" fmla="*/ 963097 w 5640279"/>
              <a:gd name="connsiteY1462" fmla="*/ 45185 h 4293838"/>
              <a:gd name="connsiteX1463" fmla="*/ 969154 w 5640279"/>
              <a:gd name="connsiteY1463" fmla="*/ 41922 h 4293838"/>
              <a:gd name="connsiteX1464" fmla="*/ 972108 w 5640279"/>
              <a:gd name="connsiteY1464" fmla="*/ 40380 h 4293838"/>
              <a:gd name="connsiteX1465" fmla="*/ 978165 w 5640279"/>
              <a:gd name="connsiteY1465" fmla="*/ 37299 h 4293838"/>
              <a:gd name="connsiteX1466" fmla="*/ 981200 w 5640279"/>
              <a:gd name="connsiteY1466" fmla="*/ 35803 h 4293838"/>
              <a:gd name="connsiteX1467" fmla="*/ 984156 w 5640279"/>
              <a:gd name="connsiteY1467" fmla="*/ 34353 h 4293838"/>
              <a:gd name="connsiteX1468" fmla="*/ 987191 w 5640279"/>
              <a:gd name="connsiteY1468" fmla="*/ 32903 h 4293838"/>
              <a:gd name="connsiteX1469" fmla="*/ 990211 w 5640279"/>
              <a:gd name="connsiteY1469" fmla="*/ 31544 h 4293838"/>
              <a:gd name="connsiteX1470" fmla="*/ 993184 w 5640279"/>
              <a:gd name="connsiteY1470" fmla="*/ 30184 h 4293838"/>
              <a:gd name="connsiteX1471" fmla="*/ 996218 w 5640279"/>
              <a:gd name="connsiteY1471" fmla="*/ 28824 h 4293838"/>
              <a:gd name="connsiteX1472" fmla="*/ 999239 w 5640279"/>
              <a:gd name="connsiteY1472" fmla="*/ 27511 h 4293838"/>
              <a:gd name="connsiteX1473" fmla="*/ 1002275 w 5640279"/>
              <a:gd name="connsiteY1473" fmla="*/ 26241 h 4293838"/>
              <a:gd name="connsiteX1474" fmla="*/ 1005230 w 5640279"/>
              <a:gd name="connsiteY1474" fmla="*/ 24971 h 4293838"/>
              <a:gd name="connsiteX1475" fmla="*/ 1011287 w 5640279"/>
              <a:gd name="connsiteY1475" fmla="*/ 22615 h 4293838"/>
              <a:gd name="connsiteX1476" fmla="*/ 1014257 w 5640279"/>
              <a:gd name="connsiteY1476" fmla="*/ 21436 h 4293838"/>
              <a:gd name="connsiteX1477" fmla="*/ 1017278 w 5640279"/>
              <a:gd name="connsiteY1477" fmla="*/ 20304 h 4293838"/>
              <a:gd name="connsiteX1478" fmla="*/ 1020314 w 5640279"/>
              <a:gd name="connsiteY1478" fmla="*/ 19216 h 4293838"/>
              <a:gd name="connsiteX1479" fmla="*/ 1023269 w 5640279"/>
              <a:gd name="connsiteY1479" fmla="*/ 18128 h 4293838"/>
              <a:gd name="connsiteX1480" fmla="*/ 1029326 w 5640279"/>
              <a:gd name="connsiteY1480" fmla="*/ 16135 h 4293838"/>
              <a:gd name="connsiteX1481" fmla="*/ 1032360 w 5640279"/>
              <a:gd name="connsiteY1481" fmla="*/ 15093 h 4293838"/>
              <a:gd name="connsiteX1482" fmla="*/ 1035317 w 5640279"/>
              <a:gd name="connsiteY1482" fmla="*/ 14184 h 4293838"/>
              <a:gd name="connsiteX1483" fmla="*/ 1041372 w 5640279"/>
              <a:gd name="connsiteY1483" fmla="*/ 12372 h 4293838"/>
              <a:gd name="connsiteX1484" fmla="*/ 1044344 w 5640279"/>
              <a:gd name="connsiteY1484" fmla="*/ 11557 h 4293838"/>
              <a:gd name="connsiteX1485" fmla="*/ 1047379 w 5640279"/>
              <a:gd name="connsiteY1485" fmla="*/ 10695 h 4293838"/>
              <a:gd name="connsiteX1486" fmla="*/ 1050400 w 5640279"/>
              <a:gd name="connsiteY1486" fmla="*/ 9879 h 4293838"/>
              <a:gd name="connsiteX1487" fmla="*/ 1053436 w 5640279"/>
              <a:gd name="connsiteY1487" fmla="*/ 9155 h 4293838"/>
              <a:gd name="connsiteX1488" fmla="*/ 1056390 w 5640279"/>
              <a:gd name="connsiteY1488" fmla="*/ 8429 h 4293838"/>
              <a:gd name="connsiteX1489" fmla="*/ 1059427 w 5640279"/>
              <a:gd name="connsiteY1489" fmla="*/ 7704 h 4293838"/>
              <a:gd name="connsiteX1490" fmla="*/ 1062448 w 5640279"/>
              <a:gd name="connsiteY1490" fmla="*/ 7071 h 4293838"/>
              <a:gd name="connsiteX1491" fmla="*/ 1065418 w 5640279"/>
              <a:gd name="connsiteY1491" fmla="*/ 6435 h 4293838"/>
              <a:gd name="connsiteX1492" fmla="*/ 1068439 w 5640279"/>
              <a:gd name="connsiteY1492" fmla="*/ 5756 h 4293838"/>
              <a:gd name="connsiteX1493" fmla="*/ 1074496 w 5640279"/>
              <a:gd name="connsiteY1493" fmla="*/ 4668 h 4293838"/>
              <a:gd name="connsiteX1494" fmla="*/ 1077466 w 5640279"/>
              <a:gd name="connsiteY1494" fmla="*/ 4123 h 4293838"/>
              <a:gd name="connsiteX1495" fmla="*/ 1083521 w 5640279"/>
              <a:gd name="connsiteY1495" fmla="*/ 3218 h 4293838"/>
              <a:gd name="connsiteX1496" fmla="*/ 1086478 w 5640279"/>
              <a:gd name="connsiteY1496" fmla="*/ 2765 h 4293838"/>
              <a:gd name="connsiteX1497" fmla="*/ 1089514 w 5640279"/>
              <a:gd name="connsiteY1497" fmla="*/ 2357 h 4293838"/>
              <a:gd name="connsiteX1498" fmla="*/ 1095569 w 5640279"/>
              <a:gd name="connsiteY1498" fmla="*/ 1631 h 4293838"/>
              <a:gd name="connsiteX1499" fmla="*/ 1098526 w 5640279"/>
              <a:gd name="connsiteY1499" fmla="*/ 1360 h 4293838"/>
              <a:gd name="connsiteX1500" fmla="*/ 1104597 w 5640279"/>
              <a:gd name="connsiteY1500" fmla="*/ 816 h 4293838"/>
              <a:gd name="connsiteX1501" fmla="*/ 1107553 w 5640279"/>
              <a:gd name="connsiteY1501" fmla="*/ 635 h 4293838"/>
              <a:gd name="connsiteX1502" fmla="*/ 1113608 w 5640279"/>
              <a:gd name="connsiteY1502" fmla="*/ 272 h 4293838"/>
              <a:gd name="connsiteX1503" fmla="*/ 1116645 w 5640279"/>
              <a:gd name="connsiteY1503" fmla="*/ 181 h 4293838"/>
              <a:gd name="connsiteX1504" fmla="*/ 1119599 w 5640279"/>
              <a:gd name="connsiteY1504" fmla="*/ 90 h 4293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Lst>
            <a:rect l="l" t="t" r="r" b="b"/>
            <a:pathLst>
              <a:path w="5640279" h="4293838">
                <a:moveTo>
                  <a:pt x="1122636" y="0"/>
                </a:moveTo>
                <a:lnTo>
                  <a:pt x="1131647" y="0"/>
                </a:lnTo>
                <a:lnTo>
                  <a:pt x="1134684" y="90"/>
                </a:lnTo>
                <a:lnTo>
                  <a:pt x="1137638" y="181"/>
                </a:lnTo>
                <a:lnTo>
                  <a:pt x="1140675" y="272"/>
                </a:lnTo>
                <a:lnTo>
                  <a:pt x="1146730" y="635"/>
                </a:lnTo>
                <a:lnTo>
                  <a:pt x="1149687" y="816"/>
                </a:lnTo>
                <a:lnTo>
                  <a:pt x="1155742" y="1360"/>
                </a:lnTo>
                <a:lnTo>
                  <a:pt x="1158714" y="1631"/>
                </a:lnTo>
                <a:lnTo>
                  <a:pt x="1164769" y="2357"/>
                </a:lnTo>
                <a:lnTo>
                  <a:pt x="1167806" y="2765"/>
                </a:lnTo>
                <a:lnTo>
                  <a:pt x="1170760" y="3218"/>
                </a:lnTo>
                <a:lnTo>
                  <a:pt x="1176817" y="4123"/>
                </a:lnTo>
                <a:lnTo>
                  <a:pt x="1179788" y="4668"/>
                </a:lnTo>
                <a:lnTo>
                  <a:pt x="1185845" y="5756"/>
                </a:lnTo>
                <a:lnTo>
                  <a:pt x="1188865" y="6435"/>
                </a:lnTo>
                <a:lnTo>
                  <a:pt x="1191836" y="7071"/>
                </a:lnTo>
                <a:lnTo>
                  <a:pt x="1194856" y="7704"/>
                </a:lnTo>
                <a:lnTo>
                  <a:pt x="1197891" y="8429"/>
                </a:lnTo>
                <a:lnTo>
                  <a:pt x="1200847" y="9155"/>
                </a:lnTo>
                <a:lnTo>
                  <a:pt x="1203884" y="9879"/>
                </a:lnTo>
                <a:lnTo>
                  <a:pt x="1206902" y="10695"/>
                </a:lnTo>
                <a:lnTo>
                  <a:pt x="1209939" y="11557"/>
                </a:lnTo>
                <a:lnTo>
                  <a:pt x="1212910" y="12372"/>
                </a:lnTo>
                <a:lnTo>
                  <a:pt x="1218967" y="14184"/>
                </a:lnTo>
                <a:lnTo>
                  <a:pt x="1221921" y="15093"/>
                </a:lnTo>
                <a:lnTo>
                  <a:pt x="1224958" y="16135"/>
                </a:lnTo>
                <a:lnTo>
                  <a:pt x="1231013" y="18128"/>
                </a:lnTo>
                <a:lnTo>
                  <a:pt x="1233969" y="19216"/>
                </a:lnTo>
                <a:lnTo>
                  <a:pt x="1237006" y="20304"/>
                </a:lnTo>
                <a:lnTo>
                  <a:pt x="1240026" y="21436"/>
                </a:lnTo>
                <a:lnTo>
                  <a:pt x="1242997" y="22615"/>
                </a:lnTo>
                <a:lnTo>
                  <a:pt x="1249052" y="24971"/>
                </a:lnTo>
                <a:lnTo>
                  <a:pt x="1252072" y="26241"/>
                </a:lnTo>
                <a:lnTo>
                  <a:pt x="1255045" y="27511"/>
                </a:lnTo>
                <a:lnTo>
                  <a:pt x="1258065" y="28824"/>
                </a:lnTo>
                <a:lnTo>
                  <a:pt x="1261100" y="30184"/>
                </a:lnTo>
                <a:lnTo>
                  <a:pt x="1264056" y="31544"/>
                </a:lnTo>
                <a:lnTo>
                  <a:pt x="1267091" y="32903"/>
                </a:lnTo>
                <a:lnTo>
                  <a:pt x="1270128" y="34353"/>
                </a:lnTo>
                <a:lnTo>
                  <a:pt x="1273084" y="35803"/>
                </a:lnTo>
                <a:lnTo>
                  <a:pt x="1276119" y="37299"/>
                </a:lnTo>
                <a:lnTo>
                  <a:pt x="1282176" y="40380"/>
                </a:lnTo>
                <a:lnTo>
                  <a:pt x="1285130" y="41922"/>
                </a:lnTo>
                <a:lnTo>
                  <a:pt x="1291187" y="45185"/>
                </a:lnTo>
                <a:lnTo>
                  <a:pt x="1294158" y="46816"/>
                </a:lnTo>
                <a:lnTo>
                  <a:pt x="1303233" y="51982"/>
                </a:lnTo>
                <a:lnTo>
                  <a:pt x="1306206" y="53796"/>
                </a:lnTo>
                <a:lnTo>
                  <a:pt x="1312261" y="57422"/>
                </a:lnTo>
                <a:lnTo>
                  <a:pt x="1315217" y="59326"/>
                </a:lnTo>
                <a:lnTo>
                  <a:pt x="1321272" y="63133"/>
                </a:lnTo>
                <a:lnTo>
                  <a:pt x="1324309" y="65128"/>
                </a:lnTo>
                <a:lnTo>
                  <a:pt x="1327280" y="67121"/>
                </a:lnTo>
                <a:lnTo>
                  <a:pt x="1330300" y="69114"/>
                </a:lnTo>
                <a:lnTo>
                  <a:pt x="1333337" y="71155"/>
                </a:lnTo>
                <a:lnTo>
                  <a:pt x="1336291" y="73239"/>
                </a:lnTo>
                <a:lnTo>
                  <a:pt x="1339328" y="75324"/>
                </a:lnTo>
                <a:lnTo>
                  <a:pt x="1342348" y="77500"/>
                </a:lnTo>
                <a:lnTo>
                  <a:pt x="1345383" y="79630"/>
                </a:lnTo>
                <a:lnTo>
                  <a:pt x="1348339" y="81806"/>
                </a:lnTo>
                <a:lnTo>
                  <a:pt x="1351376" y="84072"/>
                </a:lnTo>
                <a:lnTo>
                  <a:pt x="1354394" y="86292"/>
                </a:lnTo>
                <a:lnTo>
                  <a:pt x="1357367" y="88558"/>
                </a:lnTo>
                <a:lnTo>
                  <a:pt x="1360387" y="90914"/>
                </a:lnTo>
                <a:lnTo>
                  <a:pt x="1363422" y="93225"/>
                </a:lnTo>
                <a:lnTo>
                  <a:pt x="1366442" y="95583"/>
                </a:lnTo>
                <a:lnTo>
                  <a:pt x="1369413" y="97985"/>
                </a:lnTo>
                <a:lnTo>
                  <a:pt x="1372433" y="100386"/>
                </a:lnTo>
                <a:lnTo>
                  <a:pt x="1375470" y="102835"/>
                </a:lnTo>
                <a:lnTo>
                  <a:pt x="1378441" y="105327"/>
                </a:lnTo>
                <a:lnTo>
                  <a:pt x="1381461" y="107819"/>
                </a:lnTo>
                <a:lnTo>
                  <a:pt x="1384498" y="110357"/>
                </a:lnTo>
                <a:lnTo>
                  <a:pt x="1387452" y="112941"/>
                </a:lnTo>
                <a:lnTo>
                  <a:pt x="1393509" y="118107"/>
                </a:lnTo>
                <a:lnTo>
                  <a:pt x="1396544" y="120780"/>
                </a:lnTo>
                <a:lnTo>
                  <a:pt x="1399500" y="123455"/>
                </a:lnTo>
                <a:lnTo>
                  <a:pt x="1402537" y="126129"/>
                </a:lnTo>
                <a:lnTo>
                  <a:pt x="1405557" y="128894"/>
                </a:lnTo>
                <a:lnTo>
                  <a:pt x="1408528" y="131658"/>
                </a:lnTo>
                <a:lnTo>
                  <a:pt x="1411548" y="134423"/>
                </a:lnTo>
                <a:lnTo>
                  <a:pt x="1414583" y="137279"/>
                </a:lnTo>
                <a:lnTo>
                  <a:pt x="1417603" y="140088"/>
                </a:lnTo>
                <a:lnTo>
                  <a:pt x="1420576" y="142944"/>
                </a:lnTo>
                <a:lnTo>
                  <a:pt x="1423594" y="145890"/>
                </a:lnTo>
                <a:lnTo>
                  <a:pt x="1426631" y="148790"/>
                </a:lnTo>
                <a:lnTo>
                  <a:pt x="1429587" y="151736"/>
                </a:lnTo>
                <a:lnTo>
                  <a:pt x="1435658" y="157719"/>
                </a:lnTo>
                <a:lnTo>
                  <a:pt x="1438679" y="160754"/>
                </a:lnTo>
                <a:lnTo>
                  <a:pt x="1441649" y="163836"/>
                </a:lnTo>
                <a:lnTo>
                  <a:pt x="1447704" y="170000"/>
                </a:lnTo>
                <a:lnTo>
                  <a:pt x="1450661" y="173173"/>
                </a:lnTo>
                <a:lnTo>
                  <a:pt x="1456718" y="179517"/>
                </a:lnTo>
                <a:lnTo>
                  <a:pt x="1459753" y="182781"/>
                </a:lnTo>
                <a:lnTo>
                  <a:pt x="1462709" y="185998"/>
                </a:lnTo>
                <a:lnTo>
                  <a:pt x="1465743" y="189262"/>
                </a:lnTo>
                <a:lnTo>
                  <a:pt x="1468764" y="192615"/>
                </a:lnTo>
                <a:lnTo>
                  <a:pt x="1471737" y="195925"/>
                </a:lnTo>
                <a:lnTo>
                  <a:pt x="1474757" y="199279"/>
                </a:lnTo>
                <a:lnTo>
                  <a:pt x="1480812" y="206076"/>
                </a:lnTo>
                <a:lnTo>
                  <a:pt x="1483783" y="209475"/>
                </a:lnTo>
                <a:lnTo>
                  <a:pt x="1489840" y="216454"/>
                </a:lnTo>
                <a:lnTo>
                  <a:pt x="1492810" y="219945"/>
                </a:lnTo>
                <a:lnTo>
                  <a:pt x="1495831" y="223525"/>
                </a:lnTo>
                <a:lnTo>
                  <a:pt x="1498867" y="227060"/>
                </a:lnTo>
                <a:lnTo>
                  <a:pt x="1501886" y="230641"/>
                </a:lnTo>
                <a:lnTo>
                  <a:pt x="1504858" y="234312"/>
                </a:lnTo>
                <a:lnTo>
                  <a:pt x="1510913" y="241563"/>
                </a:lnTo>
                <a:lnTo>
                  <a:pt x="1513870" y="245280"/>
                </a:lnTo>
                <a:lnTo>
                  <a:pt x="1516904" y="248996"/>
                </a:lnTo>
                <a:lnTo>
                  <a:pt x="1519925" y="252757"/>
                </a:lnTo>
                <a:lnTo>
                  <a:pt x="1522897" y="256520"/>
                </a:lnTo>
                <a:lnTo>
                  <a:pt x="1528952" y="264133"/>
                </a:lnTo>
                <a:lnTo>
                  <a:pt x="1531973" y="267985"/>
                </a:lnTo>
                <a:lnTo>
                  <a:pt x="1534943" y="271884"/>
                </a:lnTo>
                <a:lnTo>
                  <a:pt x="1537964" y="275735"/>
                </a:lnTo>
                <a:lnTo>
                  <a:pt x="1541000" y="279677"/>
                </a:lnTo>
                <a:lnTo>
                  <a:pt x="1543971" y="283621"/>
                </a:lnTo>
                <a:lnTo>
                  <a:pt x="1546991" y="287564"/>
                </a:lnTo>
                <a:lnTo>
                  <a:pt x="1550028" y="291598"/>
                </a:lnTo>
                <a:lnTo>
                  <a:pt x="1553049" y="295585"/>
                </a:lnTo>
                <a:lnTo>
                  <a:pt x="1556019" y="299620"/>
                </a:lnTo>
                <a:lnTo>
                  <a:pt x="1559039" y="303699"/>
                </a:lnTo>
                <a:lnTo>
                  <a:pt x="1562074" y="307822"/>
                </a:lnTo>
                <a:lnTo>
                  <a:pt x="1565030" y="311902"/>
                </a:lnTo>
                <a:lnTo>
                  <a:pt x="1574122" y="324411"/>
                </a:lnTo>
                <a:lnTo>
                  <a:pt x="1577079" y="328626"/>
                </a:lnTo>
                <a:lnTo>
                  <a:pt x="1580113" y="332886"/>
                </a:lnTo>
                <a:lnTo>
                  <a:pt x="1583134" y="337100"/>
                </a:lnTo>
                <a:lnTo>
                  <a:pt x="1586104" y="341406"/>
                </a:lnTo>
                <a:lnTo>
                  <a:pt x="1592161" y="350016"/>
                </a:lnTo>
                <a:lnTo>
                  <a:pt x="1595182" y="354412"/>
                </a:lnTo>
                <a:lnTo>
                  <a:pt x="1598152" y="358764"/>
                </a:lnTo>
                <a:lnTo>
                  <a:pt x="1601189" y="363162"/>
                </a:lnTo>
                <a:lnTo>
                  <a:pt x="1604209" y="367602"/>
                </a:lnTo>
                <a:lnTo>
                  <a:pt x="1607180" y="372043"/>
                </a:lnTo>
                <a:lnTo>
                  <a:pt x="1610200" y="376485"/>
                </a:lnTo>
                <a:lnTo>
                  <a:pt x="1613235" y="381016"/>
                </a:lnTo>
                <a:lnTo>
                  <a:pt x="1616255" y="385503"/>
                </a:lnTo>
                <a:lnTo>
                  <a:pt x="1619228" y="390036"/>
                </a:lnTo>
                <a:lnTo>
                  <a:pt x="1625283" y="399190"/>
                </a:lnTo>
                <a:lnTo>
                  <a:pt x="1628239" y="403769"/>
                </a:lnTo>
                <a:lnTo>
                  <a:pt x="1631274" y="408437"/>
                </a:lnTo>
                <a:lnTo>
                  <a:pt x="1634294" y="413058"/>
                </a:lnTo>
                <a:lnTo>
                  <a:pt x="1637331" y="417728"/>
                </a:lnTo>
                <a:lnTo>
                  <a:pt x="1640285" y="422440"/>
                </a:lnTo>
                <a:lnTo>
                  <a:pt x="1646342" y="431867"/>
                </a:lnTo>
                <a:lnTo>
                  <a:pt x="1649313" y="436626"/>
                </a:lnTo>
                <a:lnTo>
                  <a:pt x="1652333" y="441430"/>
                </a:lnTo>
                <a:lnTo>
                  <a:pt x="1655370" y="446188"/>
                </a:lnTo>
                <a:lnTo>
                  <a:pt x="1658341" y="451039"/>
                </a:lnTo>
                <a:lnTo>
                  <a:pt x="1664398" y="460738"/>
                </a:lnTo>
                <a:lnTo>
                  <a:pt x="1667416" y="465633"/>
                </a:lnTo>
                <a:lnTo>
                  <a:pt x="1670389" y="470528"/>
                </a:lnTo>
                <a:lnTo>
                  <a:pt x="1676444" y="480406"/>
                </a:lnTo>
                <a:lnTo>
                  <a:pt x="1679400" y="485392"/>
                </a:lnTo>
                <a:lnTo>
                  <a:pt x="1682435" y="490377"/>
                </a:lnTo>
                <a:lnTo>
                  <a:pt x="1688492" y="500438"/>
                </a:lnTo>
                <a:lnTo>
                  <a:pt x="1691448" y="505470"/>
                </a:lnTo>
                <a:lnTo>
                  <a:pt x="1697503" y="515622"/>
                </a:lnTo>
                <a:lnTo>
                  <a:pt x="1700474" y="520743"/>
                </a:lnTo>
                <a:lnTo>
                  <a:pt x="1703494" y="525864"/>
                </a:lnTo>
                <a:lnTo>
                  <a:pt x="1709551" y="536197"/>
                </a:lnTo>
                <a:lnTo>
                  <a:pt x="1712522" y="541409"/>
                </a:lnTo>
                <a:lnTo>
                  <a:pt x="1715559" y="546622"/>
                </a:lnTo>
                <a:lnTo>
                  <a:pt x="1718579" y="551788"/>
                </a:lnTo>
                <a:lnTo>
                  <a:pt x="1721550" y="557091"/>
                </a:lnTo>
                <a:lnTo>
                  <a:pt x="1727605" y="567605"/>
                </a:lnTo>
                <a:lnTo>
                  <a:pt x="1730625" y="572953"/>
                </a:lnTo>
                <a:lnTo>
                  <a:pt x="1733598" y="578256"/>
                </a:lnTo>
                <a:lnTo>
                  <a:pt x="1739653" y="588952"/>
                </a:lnTo>
                <a:lnTo>
                  <a:pt x="1742609" y="594344"/>
                </a:lnTo>
                <a:lnTo>
                  <a:pt x="1745644" y="599738"/>
                </a:lnTo>
                <a:lnTo>
                  <a:pt x="1751701" y="610615"/>
                </a:lnTo>
                <a:lnTo>
                  <a:pt x="1754655" y="616053"/>
                </a:lnTo>
                <a:lnTo>
                  <a:pt x="1760712" y="627022"/>
                </a:lnTo>
                <a:lnTo>
                  <a:pt x="1763683" y="632506"/>
                </a:lnTo>
                <a:lnTo>
                  <a:pt x="1766720" y="638080"/>
                </a:lnTo>
                <a:lnTo>
                  <a:pt x="1769740" y="643609"/>
                </a:lnTo>
                <a:lnTo>
                  <a:pt x="1772711" y="649139"/>
                </a:lnTo>
                <a:lnTo>
                  <a:pt x="1775731" y="654758"/>
                </a:lnTo>
                <a:lnTo>
                  <a:pt x="1778766" y="660333"/>
                </a:lnTo>
                <a:lnTo>
                  <a:pt x="1781786" y="665952"/>
                </a:lnTo>
                <a:lnTo>
                  <a:pt x="1784759" y="671572"/>
                </a:lnTo>
                <a:lnTo>
                  <a:pt x="1790814" y="682903"/>
                </a:lnTo>
                <a:lnTo>
                  <a:pt x="1793770" y="688568"/>
                </a:lnTo>
                <a:lnTo>
                  <a:pt x="1799825" y="699989"/>
                </a:lnTo>
                <a:lnTo>
                  <a:pt x="1802862" y="705744"/>
                </a:lnTo>
                <a:lnTo>
                  <a:pt x="1805816" y="711456"/>
                </a:lnTo>
                <a:lnTo>
                  <a:pt x="1808853" y="717211"/>
                </a:lnTo>
                <a:lnTo>
                  <a:pt x="1811873" y="723013"/>
                </a:lnTo>
                <a:lnTo>
                  <a:pt x="1814844" y="728813"/>
                </a:lnTo>
                <a:lnTo>
                  <a:pt x="1817864" y="734615"/>
                </a:lnTo>
                <a:lnTo>
                  <a:pt x="1823921" y="746307"/>
                </a:lnTo>
                <a:lnTo>
                  <a:pt x="1826892" y="752153"/>
                </a:lnTo>
                <a:lnTo>
                  <a:pt x="1832947" y="763938"/>
                </a:lnTo>
                <a:lnTo>
                  <a:pt x="1835920" y="769829"/>
                </a:lnTo>
                <a:lnTo>
                  <a:pt x="1844995" y="787640"/>
                </a:lnTo>
                <a:lnTo>
                  <a:pt x="1847966" y="793623"/>
                </a:lnTo>
                <a:lnTo>
                  <a:pt x="1850986" y="799560"/>
                </a:lnTo>
                <a:lnTo>
                  <a:pt x="1854023" y="805543"/>
                </a:lnTo>
                <a:lnTo>
                  <a:pt x="1856979" y="811570"/>
                </a:lnTo>
                <a:lnTo>
                  <a:pt x="1863034" y="823626"/>
                </a:lnTo>
                <a:lnTo>
                  <a:pt x="1866071" y="829699"/>
                </a:lnTo>
                <a:lnTo>
                  <a:pt x="1869025" y="835771"/>
                </a:lnTo>
                <a:lnTo>
                  <a:pt x="1872062" y="841846"/>
                </a:lnTo>
                <a:lnTo>
                  <a:pt x="1875082" y="847964"/>
                </a:lnTo>
                <a:lnTo>
                  <a:pt x="1878053" y="854037"/>
                </a:lnTo>
                <a:lnTo>
                  <a:pt x="1881090" y="860155"/>
                </a:lnTo>
                <a:lnTo>
                  <a:pt x="1884108" y="866319"/>
                </a:lnTo>
                <a:lnTo>
                  <a:pt x="1887145" y="872437"/>
                </a:lnTo>
                <a:lnTo>
                  <a:pt x="1890101" y="878600"/>
                </a:lnTo>
                <a:lnTo>
                  <a:pt x="1893136" y="884809"/>
                </a:lnTo>
                <a:lnTo>
                  <a:pt x="1896156" y="890970"/>
                </a:lnTo>
                <a:lnTo>
                  <a:pt x="1899126" y="897176"/>
                </a:lnTo>
                <a:lnTo>
                  <a:pt x="1902147" y="903395"/>
                </a:lnTo>
                <a:lnTo>
                  <a:pt x="1905184" y="909650"/>
                </a:lnTo>
                <a:lnTo>
                  <a:pt x="1908140" y="915856"/>
                </a:lnTo>
                <a:lnTo>
                  <a:pt x="1914195" y="928364"/>
                </a:lnTo>
                <a:lnTo>
                  <a:pt x="1917232" y="934664"/>
                </a:lnTo>
                <a:lnTo>
                  <a:pt x="1920186" y="940964"/>
                </a:lnTo>
                <a:lnTo>
                  <a:pt x="1926243" y="953564"/>
                </a:lnTo>
                <a:lnTo>
                  <a:pt x="1929214" y="959910"/>
                </a:lnTo>
                <a:lnTo>
                  <a:pt x="1932250" y="966210"/>
                </a:lnTo>
                <a:lnTo>
                  <a:pt x="1935271" y="972557"/>
                </a:lnTo>
                <a:lnTo>
                  <a:pt x="1938289" y="978937"/>
                </a:lnTo>
                <a:lnTo>
                  <a:pt x="1941262" y="985284"/>
                </a:lnTo>
                <a:lnTo>
                  <a:pt x="1947317" y="998070"/>
                </a:lnTo>
                <a:lnTo>
                  <a:pt x="1950289" y="1004498"/>
                </a:lnTo>
                <a:lnTo>
                  <a:pt x="1953308" y="1010890"/>
                </a:lnTo>
                <a:lnTo>
                  <a:pt x="1959365" y="1023769"/>
                </a:lnTo>
                <a:lnTo>
                  <a:pt x="1962335" y="1030197"/>
                </a:lnTo>
                <a:lnTo>
                  <a:pt x="1965356" y="1036683"/>
                </a:lnTo>
                <a:lnTo>
                  <a:pt x="1968392" y="1043123"/>
                </a:lnTo>
                <a:lnTo>
                  <a:pt x="1971347" y="1049597"/>
                </a:lnTo>
                <a:lnTo>
                  <a:pt x="1974383" y="1056128"/>
                </a:lnTo>
                <a:lnTo>
                  <a:pt x="1980438" y="1069088"/>
                </a:lnTo>
                <a:lnTo>
                  <a:pt x="1983395" y="1075608"/>
                </a:lnTo>
                <a:lnTo>
                  <a:pt x="1986432" y="1082140"/>
                </a:lnTo>
                <a:lnTo>
                  <a:pt x="1989452" y="1088708"/>
                </a:lnTo>
                <a:lnTo>
                  <a:pt x="1992422" y="1095240"/>
                </a:lnTo>
                <a:lnTo>
                  <a:pt x="2001514" y="1114951"/>
                </a:lnTo>
                <a:lnTo>
                  <a:pt x="2004471" y="1121519"/>
                </a:lnTo>
                <a:lnTo>
                  <a:pt x="2007505" y="1128097"/>
                </a:lnTo>
                <a:lnTo>
                  <a:pt x="2010526" y="1134710"/>
                </a:lnTo>
                <a:lnTo>
                  <a:pt x="2013496" y="1141324"/>
                </a:lnTo>
                <a:lnTo>
                  <a:pt x="2019553" y="1154561"/>
                </a:lnTo>
                <a:lnTo>
                  <a:pt x="2022574" y="1161221"/>
                </a:lnTo>
                <a:lnTo>
                  <a:pt x="2025544" y="1167846"/>
                </a:lnTo>
                <a:lnTo>
                  <a:pt x="2031599" y="1181165"/>
                </a:lnTo>
                <a:lnTo>
                  <a:pt x="2034556" y="1187825"/>
                </a:lnTo>
                <a:lnTo>
                  <a:pt x="2037592" y="1194532"/>
                </a:lnTo>
                <a:lnTo>
                  <a:pt x="2040613" y="1201203"/>
                </a:lnTo>
                <a:lnTo>
                  <a:pt x="2043583" y="1207909"/>
                </a:lnTo>
                <a:lnTo>
                  <a:pt x="2052675" y="1228027"/>
                </a:lnTo>
                <a:lnTo>
                  <a:pt x="2055631" y="1234734"/>
                </a:lnTo>
                <a:lnTo>
                  <a:pt x="2058666" y="1241486"/>
                </a:lnTo>
                <a:lnTo>
                  <a:pt x="2061686" y="1248193"/>
                </a:lnTo>
                <a:lnTo>
                  <a:pt x="2064657" y="1254944"/>
                </a:lnTo>
                <a:lnTo>
                  <a:pt x="2073734" y="1275214"/>
                </a:lnTo>
                <a:lnTo>
                  <a:pt x="2076705" y="1281967"/>
                </a:lnTo>
                <a:lnTo>
                  <a:pt x="2079725" y="1288754"/>
                </a:lnTo>
                <a:lnTo>
                  <a:pt x="2082762" y="1295518"/>
                </a:lnTo>
                <a:lnTo>
                  <a:pt x="2085716" y="1302305"/>
                </a:lnTo>
                <a:lnTo>
                  <a:pt x="2094808" y="1322702"/>
                </a:lnTo>
                <a:lnTo>
                  <a:pt x="2097781" y="1329501"/>
                </a:lnTo>
                <a:lnTo>
                  <a:pt x="2100799" y="1336346"/>
                </a:lnTo>
                <a:lnTo>
                  <a:pt x="2103820" y="1343145"/>
                </a:lnTo>
                <a:lnTo>
                  <a:pt x="2106792" y="1349990"/>
                </a:lnTo>
                <a:lnTo>
                  <a:pt x="2109827" y="1356789"/>
                </a:lnTo>
                <a:lnTo>
                  <a:pt x="2115884" y="1370469"/>
                </a:lnTo>
                <a:lnTo>
                  <a:pt x="2118838" y="1377314"/>
                </a:lnTo>
                <a:lnTo>
                  <a:pt x="2124895" y="1391004"/>
                </a:lnTo>
                <a:lnTo>
                  <a:pt x="2127866" y="1397897"/>
                </a:lnTo>
                <a:lnTo>
                  <a:pt x="2130886" y="1404742"/>
                </a:lnTo>
                <a:lnTo>
                  <a:pt x="2133923" y="1411623"/>
                </a:lnTo>
                <a:lnTo>
                  <a:pt x="2136943" y="1418468"/>
                </a:lnTo>
                <a:lnTo>
                  <a:pt x="2139914" y="1425359"/>
                </a:lnTo>
                <a:lnTo>
                  <a:pt x="2145969" y="1439130"/>
                </a:lnTo>
                <a:lnTo>
                  <a:pt x="2148925" y="1446023"/>
                </a:lnTo>
                <a:lnTo>
                  <a:pt x="2154980" y="1459807"/>
                </a:lnTo>
                <a:lnTo>
                  <a:pt x="2157953" y="1466686"/>
                </a:lnTo>
                <a:lnTo>
                  <a:pt x="2160988" y="1473578"/>
                </a:lnTo>
                <a:lnTo>
                  <a:pt x="2164008" y="1480516"/>
                </a:lnTo>
                <a:lnTo>
                  <a:pt x="2167045" y="1487408"/>
                </a:lnTo>
                <a:lnTo>
                  <a:pt x="2170001" y="1494335"/>
                </a:lnTo>
                <a:lnTo>
                  <a:pt x="2173036" y="1501226"/>
                </a:lnTo>
                <a:lnTo>
                  <a:pt x="2176056" y="1508165"/>
                </a:lnTo>
                <a:lnTo>
                  <a:pt x="2179027" y="1515045"/>
                </a:lnTo>
                <a:lnTo>
                  <a:pt x="2188105" y="1535848"/>
                </a:lnTo>
                <a:lnTo>
                  <a:pt x="2191075" y="1542786"/>
                </a:lnTo>
                <a:lnTo>
                  <a:pt x="2194096" y="1549723"/>
                </a:lnTo>
                <a:lnTo>
                  <a:pt x="2197130" y="1556604"/>
                </a:lnTo>
                <a:lnTo>
                  <a:pt x="2200087" y="1563543"/>
                </a:lnTo>
                <a:lnTo>
                  <a:pt x="2203123" y="1570527"/>
                </a:lnTo>
                <a:lnTo>
                  <a:pt x="2209178" y="1584391"/>
                </a:lnTo>
                <a:lnTo>
                  <a:pt x="2212149" y="1591329"/>
                </a:lnTo>
                <a:lnTo>
                  <a:pt x="2218206" y="1605195"/>
                </a:lnTo>
                <a:lnTo>
                  <a:pt x="2221162" y="1612179"/>
                </a:lnTo>
                <a:lnTo>
                  <a:pt x="2230254" y="1632970"/>
                </a:lnTo>
                <a:lnTo>
                  <a:pt x="2233208" y="1639954"/>
                </a:lnTo>
                <a:lnTo>
                  <a:pt x="2239265" y="1653820"/>
                </a:lnTo>
                <a:lnTo>
                  <a:pt x="2242236" y="1660804"/>
                </a:lnTo>
                <a:lnTo>
                  <a:pt x="2245256" y="1667743"/>
                </a:lnTo>
                <a:lnTo>
                  <a:pt x="2248293" y="1674716"/>
                </a:lnTo>
                <a:lnTo>
                  <a:pt x="2251311" y="1681653"/>
                </a:lnTo>
                <a:lnTo>
                  <a:pt x="2260339" y="1681653"/>
                </a:lnTo>
                <a:lnTo>
                  <a:pt x="2260339" y="1704216"/>
                </a:lnTo>
                <a:lnTo>
                  <a:pt x="2260341" y="1702503"/>
                </a:lnTo>
                <a:lnTo>
                  <a:pt x="2263312" y="1709430"/>
                </a:lnTo>
                <a:lnTo>
                  <a:pt x="2266332" y="1716414"/>
                </a:lnTo>
                <a:lnTo>
                  <a:pt x="2269352" y="1723353"/>
                </a:lnTo>
                <a:lnTo>
                  <a:pt x="2272387" y="1730326"/>
                </a:lnTo>
                <a:lnTo>
                  <a:pt x="2275360" y="1737263"/>
                </a:lnTo>
                <a:lnTo>
                  <a:pt x="2278378" y="1744190"/>
                </a:lnTo>
                <a:lnTo>
                  <a:pt x="2281415" y="1751174"/>
                </a:lnTo>
                <a:lnTo>
                  <a:pt x="2284371" y="1758113"/>
                </a:lnTo>
                <a:lnTo>
                  <a:pt x="2290426" y="1771978"/>
                </a:lnTo>
                <a:lnTo>
                  <a:pt x="2293397" y="1778951"/>
                </a:lnTo>
                <a:lnTo>
                  <a:pt x="2302474" y="1799753"/>
                </a:lnTo>
                <a:lnTo>
                  <a:pt x="2305445" y="1806692"/>
                </a:lnTo>
                <a:lnTo>
                  <a:pt x="2311502" y="1820557"/>
                </a:lnTo>
                <a:lnTo>
                  <a:pt x="2314456" y="1827494"/>
                </a:lnTo>
                <a:lnTo>
                  <a:pt x="2323548" y="1848298"/>
                </a:lnTo>
                <a:lnTo>
                  <a:pt x="2326521" y="1855235"/>
                </a:lnTo>
                <a:lnTo>
                  <a:pt x="2329541" y="1862162"/>
                </a:lnTo>
                <a:lnTo>
                  <a:pt x="2332576" y="1869054"/>
                </a:lnTo>
                <a:lnTo>
                  <a:pt x="2335532" y="1875991"/>
                </a:lnTo>
                <a:lnTo>
                  <a:pt x="2338567" y="1882884"/>
                </a:lnTo>
                <a:lnTo>
                  <a:pt x="2341587" y="1889811"/>
                </a:lnTo>
                <a:lnTo>
                  <a:pt x="2344624" y="1896702"/>
                </a:lnTo>
                <a:lnTo>
                  <a:pt x="2347578" y="1903640"/>
                </a:lnTo>
                <a:lnTo>
                  <a:pt x="2350615" y="1910521"/>
                </a:lnTo>
                <a:lnTo>
                  <a:pt x="2353635" y="1917458"/>
                </a:lnTo>
                <a:lnTo>
                  <a:pt x="2356606" y="1924351"/>
                </a:lnTo>
                <a:lnTo>
                  <a:pt x="2365683" y="1945013"/>
                </a:lnTo>
                <a:lnTo>
                  <a:pt x="2368654" y="1951906"/>
                </a:lnTo>
                <a:lnTo>
                  <a:pt x="2371674" y="1958785"/>
                </a:lnTo>
                <a:lnTo>
                  <a:pt x="2374709" y="1965632"/>
                </a:lnTo>
                <a:lnTo>
                  <a:pt x="2377682" y="1972523"/>
                </a:lnTo>
                <a:lnTo>
                  <a:pt x="2380702" y="1979415"/>
                </a:lnTo>
                <a:lnTo>
                  <a:pt x="2383737" y="1986260"/>
                </a:lnTo>
                <a:lnTo>
                  <a:pt x="2386757" y="1993140"/>
                </a:lnTo>
                <a:lnTo>
                  <a:pt x="2389727" y="1999986"/>
                </a:lnTo>
                <a:lnTo>
                  <a:pt x="2395785" y="2013676"/>
                </a:lnTo>
                <a:lnTo>
                  <a:pt x="2398741" y="2020521"/>
                </a:lnTo>
                <a:lnTo>
                  <a:pt x="2407833" y="2041046"/>
                </a:lnTo>
                <a:lnTo>
                  <a:pt x="2410787" y="2047891"/>
                </a:lnTo>
                <a:lnTo>
                  <a:pt x="2413824" y="2054690"/>
                </a:lnTo>
                <a:lnTo>
                  <a:pt x="2416844" y="2061536"/>
                </a:lnTo>
                <a:lnTo>
                  <a:pt x="2419815" y="2068335"/>
                </a:lnTo>
                <a:lnTo>
                  <a:pt x="2425872" y="2081933"/>
                </a:lnTo>
                <a:lnTo>
                  <a:pt x="2428842" y="2088732"/>
                </a:lnTo>
                <a:lnTo>
                  <a:pt x="2437918" y="2109129"/>
                </a:lnTo>
                <a:lnTo>
                  <a:pt x="2440888" y="2115881"/>
                </a:lnTo>
                <a:lnTo>
                  <a:pt x="2443909" y="2122634"/>
                </a:lnTo>
                <a:lnTo>
                  <a:pt x="2446945" y="2129433"/>
                </a:lnTo>
                <a:lnTo>
                  <a:pt x="2449902" y="2136184"/>
                </a:lnTo>
                <a:lnTo>
                  <a:pt x="2458993" y="2156442"/>
                </a:lnTo>
                <a:lnTo>
                  <a:pt x="2461948" y="2163149"/>
                </a:lnTo>
                <a:lnTo>
                  <a:pt x="2464984" y="2169901"/>
                </a:lnTo>
                <a:lnTo>
                  <a:pt x="2468005" y="2176608"/>
                </a:lnTo>
                <a:lnTo>
                  <a:pt x="2470975" y="2183313"/>
                </a:lnTo>
                <a:lnTo>
                  <a:pt x="2480053" y="2203431"/>
                </a:lnTo>
                <a:lnTo>
                  <a:pt x="2483023" y="2210149"/>
                </a:lnTo>
                <a:lnTo>
                  <a:pt x="2486044" y="2216810"/>
                </a:lnTo>
                <a:lnTo>
                  <a:pt x="2489079" y="2223515"/>
                </a:lnTo>
                <a:lnTo>
                  <a:pt x="2492051" y="2230175"/>
                </a:lnTo>
                <a:lnTo>
                  <a:pt x="2501127" y="2250165"/>
                </a:lnTo>
                <a:lnTo>
                  <a:pt x="2504097" y="2256779"/>
                </a:lnTo>
                <a:lnTo>
                  <a:pt x="2507118" y="2263438"/>
                </a:lnTo>
                <a:lnTo>
                  <a:pt x="2510154" y="2270064"/>
                </a:lnTo>
                <a:lnTo>
                  <a:pt x="2513109" y="2276677"/>
                </a:lnTo>
                <a:lnTo>
                  <a:pt x="2522200" y="2296528"/>
                </a:lnTo>
                <a:lnTo>
                  <a:pt x="2525157" y="2303096"/>
                </a:lnTo>
                <a:lnTo>
                  <a:pt x="2531214" y="2316241"/>
                </a:lnTo>
                <a:lnTo>
                  <a:pt x="2534184" y="2322819"/>
                </a:lnTo>
                <a:lnTo>
                  <a:pt x="2540239" y="2335953"/>
                </a:lnTo>
                <a:lnTo>
                  <a:pt x="2543212" y="2342485"/>
                </a:lnTo>
                <a:lnTo>
                  <a:pt x="2546232" y="2349006"/>
                </a:lnTo>
                <a:lnTo>
                  <a:pt x="2549267" y="2355584"/>
                </a:lnTo>
                <a:lnTo>
                  <a:pt x="2552287" y="2362058"/>
                </a:lnTo>
                <a:lnTo>
                  <a:pt x="2555258" y="2368590"/>
                </a:lnTo>
                <a:lnTo>
                  <a:pt x="2558278" y="2375110"/>
                </a:lnTo>
                <a:lnTo>
                  <a:pt x="2561315" y="2381596"/>
                </a:lnTo>
                <a:lnTo>
                  <a:pt x="2564271" y="2388070"/>
                </a:lnTo>
                <a:lnTo>
                  <a:pt x="2570326" y="2401042"/>
                </a:lnTo>
                <a:lnTo>
                  <a:pt x="2573363" y="2407470"/>
                </a:lnTo>
                <a:lnTo>
                  <a:pt x="2576317" y="2413954"/>
                </a:lnTo>
                <a:lnTo>
                  <a:pt x="2582374" y="2426822"/>
                </a:lnTo>
                <a:lnTo>
                  <a:pt x="2585345" y="2433261"/>
                </a:lnTo>
                <a:lnTo>
                  <a:pt x="2588365" y="2439655"/>
                </a:lnTo>
                <a:lnTo>
                  <a:pt x="2591400" y="2446081"/>
                </a:lnTo>
                <a:lnTo>
                  <a:pt x="2594420" y="2452475"/>
                </a:lnTo>
                <a:lnTo>
                  <a:pt x="2597393" y="2458867"/>
                </a:lnTo>
                <a:lnTo>
                  <a:pt x="2603448" y="2471654"/>
                </a:lnTo>
                <a:lnTo>
                  <a:pt x="2606419" y="2477988"/>
                </a:lnTo>
                <a:lnTo>
                  <a:pt x="2615496" y="2497027"/>
                </a:lnTo>
                <a:lnTo>
                  <a:pt x="2618467" y="2503374"/>
                </a:lnTo>
                <a:lnTo>
                  <a:pt x="2624524" y="2515974"/>
                </a:lnTo>
                <a:lnTo>
                  <a:pt x="2627478" y="2522273"/>
                </a:lnTo>
                <a:lnTo>
                  <a:pt x="2630515" y="2528574"/>
                </a:lnTo>
                <a:lnTo>
                  <a:pt x="2633535" y="2534828"/>
                </a:lnTo>
                <a:lnTo>
                  <a:pt x="2636570" y="2541127"/>
                </a:lnTo>
                <a:lnTo>
                  <a:pt x="2639526" y="2547381"/>
                </a:lnTo>
                <a:lnTo>
                  <a:pt x="2642563" y="2553636"/>
                </a:lnTo>
                <a:lnTo>
                  <a:pt x="2645581" y="2559843"/>
                </a:lnTo>
                <a:lnTo>
                  <a:pt x="2648554" y="2566095"/>
                </a:lnTo>
                <a:lnTo>
                  <a:pt x="2657629" y="2584729"/>
                </a:lnTo>
                <a:lnTo>
                  <a:pt x="2660600" y="2590890"/>
                </a:lnTo>
                <a:lnTo>
                  <a:pt x="2663637" y="2597051"/>
                </a:lnTo>
                <a:lnTo>
                  <a:pt x="2666657" y="2603258"/>
                </a:lnTo>
                <a:lnTo>
                  <a:pt x="2669628" y="2609383"/>
                </a:lnTo>
                <a:lnTo>
                  <a:pt x="2672648" y="2615544"/>
                </a:lnTo>
                <a:lnTo>
                  <a:pt x="2675685" y="2621659"/>
                </a:lnTo>
                <a:lnTo>
                  <a:pt x="2678639" y="2627786"/>
                </a:lnTo>
                <a:lnTo>
                  <a:pt x="2684696" y="2640014"/>
                </a:lnTo>
                <a:lnTo>
                  <a:pt x="2687731" y="2646093"/>
                </a:lnTo>
                <a:lnTo>
                  <a:pt x="2690687" y="2652208"/>
                </a:lnTo>
                <a:lnTo>
                  <a:pt x="2693724" y="2658287"/>
                </a:lnTo>
                <a:lnTo>
                  <a:pt x="2696744" y="2664309"/>
                </a:lnTo>
                <a:lnTo>
                  <a:pt x="2699715" y="2670389"/>
                </a:lnTo>
                <a:lnTo>
                  <a:pt x="2708790" y="2688465"/>
                </a:lnTo>
                <a:lnTo>
                  <a:pt x="2711763" y="2694453"/>
                </a:lnTo>
                <a:lnTo>
                  <a:pt x="2714798" y="2700428"/>
                </a:lnTo>
                <a:lnTo>
                  <a:pt x="2717818" y="2706460"/>
                </a:lnTo>
                <a:lnTo>
                  <a:pt x="2720789" y="2712447"/>
                </a:lnTo>
                <a:lnTo>
                  <a:pt x="2729866" y="2730257"/>
                </a:lnTo>
                <a:lnTo>
                  <a:pt x="2732837" y="2736185"/>
                </a:lnTo>
                <a:lnTo>
                  <a:pt x="2735857" y="2742080"/>
                </a:lnTo>
                <a:lnTo>
                  <a:pt x="2738892" y="2748020"/>
                </a:lnTo>
                <a:lnTo>
                  <a:pt x="2741848" y="2753913"/>
                </a:lnTo>
                <a:lnTo>
                  <a:pt x="2744885" y="2759761"/>
                </a:lnTo>
                <a:lnTo>
                  <a:pt x="2747905" y="2765643"/>
                </a:lnTo>
                <a:lnTo>
                  <a:pt x="2750940" y="2771491"/>
                </a:lnTo>
                <a:lnTo>
                  <a:pt x="2753896" y="2777338"/>
                </a:lnTo>
                <a:lnTo>
                  <a:pt x="2756931" y="2783186"/>
                </a:lnTo>
                <a:lnTo>
                  <a:pt x="2759951" y="2788988"/>
                </a:lnTo>
                <a:lnTo>
                  <a:pt x="2762924" y="2794836"/>
                </a:lnTo>
                <a:lnTo>
                  <a:pt x="2765944" y="2800636"/>
                </a:lnTo>
                <a:lnTo>
                  <a:pt x="2768979" y="2806391"/>
                </a:lnTo>
                <a:lnTo>
                  <a:pt x="2772016" y="2812192"/>
                </a:lnTo>
                <a:lnTo>
                  <a:pt x="2774970" y="2817947"/>
                </a:lnTo>
                <a:lnTo>
                  <a:pt x="2778007" y="2823701"/>
                </a:lnTo>
                <a:lnTo>
                  <a:pt x="2781027" y="2829422"/>
                </a:lnTo>
                <a:lnTo>
                  <a:pt x="2783998" y="2835176"/>
                </a:lnTo>
                <a:lnTo>
                  <a:pt x="2790055" y="2846592"/>
                </a:lnTo>
                <a:lnTo>
                  <a:pt x="2793009" y="2852302"/>
                </a:lnTo>
                <a:lnTo>
                  <a:pt x="2802101" y="2869299"/>
                </a:lnTo>
                <a:lnTo>
                  <a:pt x="2805057" y="2874913"/>
                </a:lnTo>
                <a:lnTo>
                  <a:pt x="2811112" y="2886156"/>
                </a:lnTo>
                <a:lnTo>
                  <a:pt x="2814085" y="2891784"/>
                </a:lnTo>
                <a:lnTo>
                  <a:pt x="2817105" y="2897353"/>
                </a:lnTo>
                <a:lnTo>
                  <a:pt x="2820140" y="2902969"/>
                </a:lnTo>
                <a:lnTo>
                  <a:pt x="2823160" y="2908502"/>
                </a:lnTo>
                <a:lnTo>
                  <a:pt x="2826131" y="2914072"/>
                </a:lnTo>
                <a:lnTo>
                  <a:pt x="2832188" y="2925140"/>
                </a:lnTo>
                <a:lnTo>
                  <a:pt x="2835158" y="2930662"/>
                </a:lnTo>
                <a:lnTo>
                  <a:pt x="2838179" y="2936197"/>
                </a:lnTo>
                <a:lnTo>
                  <a:pt x="2844236" y="2947161"/>
                </a:lnTo>
                <a:lnTo>
                  <a:pt x="2847207" y="2952603"/>
                </a:lnTo>
                <a:lnTo>
                  <a:pt x="2850227" y="2958080"/>
                </a:lnTo>
                <a:lnTo>
                  <a:pt x="2853262" y="2963521"/>
                </a:lnTo>
                <a:lnTo>
                  <a:pt x="2856218" y="2968962"/>
                </a:lnTo>
                <a:lnTo>
                  <a:pt x="2865310" y="2985135"/>
                </a:lnTo>
                <a:lnTo>
                  <a:pt x="2868266" y="2990530"/>
                </a:lnTo>
                <a:lnTo>
                  <a:pt x="2871301" y="2995879"/>
                </a:lnTo>
                <a:lnTo>
                  <a:pt x="2874321" y="3001274"/>
                </a:lnTo>
                <a:lnTo>
                  <a:pt x="2877292" y="3006577"/>
                </a:lnTo>
                <a:lnTo>
                  <a:pt x="2880328" y="3011925"/>
                </a:lnTo>
                <a:lnTo>
                  <a:pt x="2886385" y="3022529"/>
                </a:lnTo>
                <a:lnTo>
                  <a:pt x="2889340" y="3027832"/>
                </a:lnTo>
                <a:lnTo>
                  <a:pt x="2895397" y="3038343"/>
                </a:lnTo>
                <a:lnTo>
                  <a:pt x="2898367" y="3043600"/>
                </a:lnTo>
                <a:lnTo>
                  <a:pt x="2901388" y="3048866"/>
                </a:lnTo>
                <a:lnTo>
                  <a:pt x="2907443" y="3059285"/>
                </a:lnTo>
                <a:lnTo>
                  <a:pt x="2910415" y="3064495"/>
                </a:lnTo>
                <a:lnTo>
                  <a:pt x="2916470" y="3074833"/>
                </a:lnTo>
                <a:lnTo>
                  <a:pt x="2919427" y="3079995"/>
                </a:lnTo>
                <a:lnTo>
                  <a:pt x="2925482" y="3090241"/>
                </a:lnTo>
                <a:lnTo>
                  <a:pt x="2928454" y="3095404"/>
                </a:lnTo>
                <a:lnTo>
                  <a:pt x="2937546" y="3110638"/>
                </a:lnTo>
                <a:lnTo>
                  <a:pt x="2940500" y="3115708"/>
                </a:lnTo>
                <a:lnTo>
                  <a:pt x="2943537" y="3120742"/>
                </a:lnTo>
                <a:lnTo>
                  <a:pt x="2946558" y="3125814"/>
                </a:lnTo>
                <a:lnTo>
                  <a:pt x="2949528" y="3130802"/>
                </a:lnTo>
                <a:lnTo>
                  <a:pt x="2955585" y="3140862"/>
                </a:lnTo>
                <a:lnTo>
                  <a:pt x="2958604" y="3145804"/>
                </a:lnTo>
                <a:lnTo>
                  <a:pt x="2961576" y="3150793"/>
                </a:lnTo>
                <a:lnTo>
                  <a:pt x="2964597" y="3155771"/>
                </a:lnTo>
                <a:lnTo>
                  <a:pt x="2967631" y="3160667"/>
                </a:lnTo>
                <a:lnTo>
                  <a:pt x="2970588" y="3165609"/>
                </a:lnTo>
                <a:lnTo>
                  <a:pt x="2973622" y="3170552"/>
                </a:lnTo>
                <a:lnTo>
                  <a:pt x="2979679" y="3180344"/>
                </a:lnTo>
                <a:lnTo>
                  <a:pt x="2982636" y="3185241"/>
                </a:lnTo>
                <a:lnTo>
                  <a:pt x="2988691" y="3194928"/>
                </a:lnTo>
                <a:lnTo>
                  <a:pt x="2991661" y="3199778"/>
                </a:lnTo>
                <a:lnTo>
                  <a:pt x="3000753" y="3214199"/>
                </a:lnTo>
                <a:lnTo>
                  <a:pt x="3003709" y="3218957"/>
                </a:lnTo>
                <a:lnTo>
                  <a:pt x="3006746" y="3223714"/>
                </a:lnTo>
                <a:lnTo>
                  <a:pt x="3009766" y="3228517"/>
                </a:lnTo>
                <a:lnTo>
                  <a:pt x="3012737" y="3233227"/>
                </a:lnTo>
                <a:lnTo>
                  <a:pt x="3015757" y="3237938"/>
                </a:lnTo>
                <a:lnTo>
                  <a:pt x="3018792" y="3242705"/>
                </a:lnTo>
                <a:lnTo>
                  <a:pt x="3021812" y="3247370"/>
                </a:lnTo>
                <a:lnTo>
                  <a:pt x="3024785" y="3252035"/>
                </a:lnTo>
                <a:lnTo>
                  <a:pt x="3027803" y="3256756"/>
                </a:lnTo>
                <a:lnTo>
                  <a:pt x="3030840" y="3261375"/>
                </a:lnTo>
                <a:lnTo>
                  <a:pt x="3033796" y="3266038"/>
                </a:lnTo>
                <a:lnTo>
                  <a:pt x="3042888" y="3279914"/>
                </a:lnTo>
                <a:lnTo>
                  <a:pt x="3045859" y="3284487"/>
                </a:lnTo>
                <a:lnTo>
                  <a:pt x="3051914" y="3293640"/>
                </a:lnTo>
                <a:lnTo>
                  <a:pt x="3054870" y="3298177"/>
                </a:lnTo>
                <a:lnTo>
                  <a:pt x="3060927" y="3307238"/>
                </a:lnTo>
                <a:lnTo>
                  <a:pt x="3063898" y="3311775"/>
                </a:lnTo>
                <a:lnTo>
                  <a:pt x="3069953" y="3320744"/>
                </a:lnTo>
                <a:lnTo>
                  <a:pt x="3072973" y="3325188"/>
                </a:lnTo>
                <a:lnTo>
                  <a:pt x="3075946" y="3329630"/>
                </a:lnTo>
                <a:lnTo>
                  <a:pt x="3082001" y="3338507"/>
                </a:lnTo>
                <a:lnTo>
                  <a:pt x="3084957" y="3342950"/>
                </a:lnTo>
                <a:lnTo>
                  <a:pt x="3091012" y="3351744"/>
                </a:lnTo>
                <a:lnTo>
                  <a:pt x="3094049" y="3356096"/>
                </a:lnTo>
                <a:lnTo>
                  <a:pt x="3097003" y="3360446"/>
                </a:lnTo>
                <a:lnTo>
                  <a:pt x="3103077" y="3369148"/>
                </a:lnTo>
                <a:lnTo>
                  <a:pt x="3106031" y="3373452"/>
                </a:lnTo>
                <a:lnTo>
                  <a:pt x="3112088" y="3382062"/>
                </a:lnTo>
                <a:lnTo>
                  <a:pt x="3115123" y="3386330"/>
                </a:lnTo>
                <a:lnTo>
                  <a:pt x="3118079" y="3390588"/>
                </a:lnTo>
                <a:lnTo>
                  <a:pt x="3121114" y="3394847"/>
                </a:lnTo>
                <a:lnTo>
                  <a:pt x="3124134" y="3399059"/>
                </a:lnTo>
                <a:lnTo>
                  <a:pt x="3127107" y="3403317"/>
                </a:lnTo>
                <a:lnTo>
                  <a:pt x="3130127" y="3407493"/>
                </a:lnTo>
                <a:lnTo>
                  <a:pt x="3136182" y="3415918"/>
                </a:lnTo>
                <a:lnTo>
                  <a:pt x="3139153" y="3420047"/>
                </a:lnTo>
                <a:lnTo>
                  <a:pt x="3145210" y="3428389"/>
                </a:lnTo>
                <a:lnTo>
                  <a:pt x="3148166" y="3432462"/>
                </a:lnTo>
                <a:lnTo>
                  <a:pt x="3154221" y="3440711"/>
                </a:lnTo>
                <a:lnTo>
                  <a:pt x="3157258" y="3444795"/>
                </a:lnTo>
                <a:lnTo>
                  <a:pt x="3160229" y="3448868"/>
                </a:lnTo>
                <a:lnTo>
                  <a:pt x="3163249" y="3452951"/>
                </a:lnTo>
                <a:lnTo>
                  <a:pt x="3166284" y="3456978"/>
                </a:lnTo>
                <a:lnTo>
                  <a:pt x="3169240" y="3461015"/>
                </a:lnTo>
                <a:lnTo>
                  <a:pt x="3172277" y="3465053"/>
                </a:lnTo>
                <a:lnTo>
                  <a:pt x="3175295" y="3469032"/>
                </a:lnTo>
                <a:lnTo>
                  <a:pt x="3178268" y="3473023"/>
                </a:lnTo>
                <a:lnTo>
                  <a:pt x="3181288" y="3477014"/>
                </a:lnTo>
                <a:lnTo>
                  <a:pt x="3187343" y="3484904"/>
                </a:lnTo>
                <a:lnTo>
                  <a:pt x="3190314" y="3488883"/>
                </a:lnTo>
                <a:lnTo>
                  <a:pt x="3196371" y="3496681"/>
                </a:lnTo>
                <a:lnTo>
                  <a:pt x="3199327" y="3500579"/>
                </a:lnTo>
                <a:lnTo>
                  <a:pt x="3202362" y="3504478"/>
                </a:lnTo>
                <a:lnTo>
                  <a:pt x="3205382" y="3508329"/>
                </a:lnTo>
                <a:lnTo>
                  <a:pt x="3208419" y="3512228"/>
                </a:lnTo>
                <a:lnTo>
                  <a:pt x="3211390" y="3516033"/>
                </a:lnTo>
                <a:lnTo>
                  <a:pt x="3214410" y="3519885"/>
                </a:lnTo>
                <a:lnTo>
                  <a:pt x="3217445" y="3523690"/>
                </a:lnTo>
                <a:lnTo>
                  <a:pt x="3220401" y="3527508"/>
                </a:lnTo>
                <a:lnTo>
                  <a:pt x="3223438" y="3531313"/>
                </a:lnTo>
                <a:lnTo>
                  <a:pt x="3229493" y="3538832"/>
                </a:lnTo>
                <a:lnTo>
                  <a:pt x="3232449" y="3542590"/>
                </a:lnTo>
                <a:lnTo>
                  <a:pt x="3235484" y="3546361"/>
                </a:lnTo>
                <a:lnTo>
                  <a:pt x="3238504" y="3550027"/>
                </a:lnTo>
                <a:lnTo>
                  <a:pt x="3241477" y="3553741"/>
                </a:lnTo>
                <a:lnTo>
                  <a:pt x="3244495" y="3557464"/>
                </a:lnTo>
                <a:lnTo>
                  <a:pt x="3250552" y="3564798"/>
                </a:lnTo>
                <a:lnTo>
                  <a:pt x="3253523" y="3568476"/>
                </a:lnTo>
                <a:lnTo>
                  <a:pt x="3259580" y="3575726"/>
                </a:lnTo>
                <a:lnTo>
                  <a:pt x="3262534" y="3579393"/>
                </a:lnTo>
                <a:lnTo>
                  <a:pt x="3271626" y="3590136"/>
                </a:lnTo>
                <a:lnTo>
                  <a:pt x="3274598" y="3593722"/>
                </a:lnTo>
                <a:lnTo>
                  <a:pt x="3277619" y="3597250"/>
                </a:lnTo>
                <a:lnTo>
                  <a:pt x="3280654" y="3600834"/>
                </a:lnTo>
                <a:lnTo>
                  <a:pt x="3283610" y="3604326"/>
                </a:lnTo>
                <a:lnTo>
                  <a:pt x="3286644" y="3607854"/>
                </a:lnTo>
                <a:lnTo>
                  <a:pt x="3292702" y="3614837"/>
                </a:lnTo>
                <a:lnTo>
                  <a:pt x="3295658" y="3618284"/>
                </a:lnTo>
                <a:lnTo>
                  <a:pt x="3298693" y="3621776"/>
                </a:lnTo>
                <a:lnTo>
                  <a:pt x="3301713" y="3625210"/>
                </a:lnTo>
                <a:lnTo>
                  <a:pt x="3304684" y="3628657"/>
                </a:lnTo>
                <a:lnTo>
                  <a:pt x="3307704" y="3632103"/>
                </a:lnTo>
                <a:lnTo>
                  <a:pt x="3310741" y="3635456"/>
                </a:lnTo>
                <a:lnTo>
                  <a:pt x="3313695" y="3638854"/>
                </a:lnTo>
                <a:lnTo>
                  <a:pt x="3316732" y="3642255"/>
                </a:lnTo>
                <a:lnTo>
                  <a:pt x="3319752" y="3645607"/>
                </a:lnTo>
                <a:lnTo>
                  <a:pt x="3322787" y="3649006"/>
                </a:lnTo>
                <a:lnTo>
                  <a:pt x="3325759" y="3652360"/>
                </a:lnTo>
                <a:lnTo>
                  <a:pt x="3331814" y="3658984"/>
                </a:lnTo>
                <a:lnTo>
                  <a:pt x="3334771" y="3662291"/>
                </a:lnTo>
                <a:lnTo>
                  <a:pt x="3337805" y="3665598"/>
                </a:lnTo>
                <a:lnTo>
                  <a:pt x="3340826" y="3668859"/>
                </a:lnTo>
                <a:lnTo>
                  <a:pt x="3343862" y="3672165"/>
                </a:lnTo>
                <a:lnTo>
                  <a:pt x="3346819" y="3675391"/>
                </a:lnTo>
                <a:lnTo>
                  <a:pt x="3349853" y="3678650"/>
                </a:lnTo>
                <a:lnTo>
                  <a:pt x="3352874" y="3681865"/>
                </a:lnTo>
                <a:lnTo>
                  <a:pt x="3355844" y="3685090"/>
                </a:lnTo>
                <a:lnTo>
                  <a:pt x="3361901" y="3691518"/>
                </a:lnTo>
                <a:lnTo>
                  <a:pt x="3364922" y="3694649"/>
                </a:lnTo>
                <a:lnTo>
                  <a:pt x="3367892" y="3697818"/>
                </a:lnTo>
                <a:lnTo>
                  <a:pt x="3370913" y="3700996"/>
                </a:lnTo>
                <a:lnTo>
                  <a:pt x="3373949" y="3704117"/>
                </a:lnTo>
                <a:lnTo>
                  <a:pt x="3376920" y="3707250"/>
                </a:lnTo>
                <a:lnTo>
                  <a:pt x="3382975" y="3713503"/>
                </a:lnTo>
                <a:lnTo>
                  <a:pt x="3385995" y="3716578"/>
                </a:lnTo>
                <a:lnTo>
                  <a:pt x="3388968" y="3719664"/>
                </a:lnTo>
                <a:lnTo>
                  <a:pt x="3391989" y="3722751"/>
                </a:lnTo>
                <a:lnTo>
                  <a:pt x="3395023" y="3725779"/>
                </a:lnTo>
                <a:lnTo>
                  <a:pt x="3397979" y="3728818"/>
                </a:lnTo>
                <a:lnTo>
                  <a:pt x="3404034" y="3734898"/>
                </a:lnTo>
                <a:lnTo>
                  <a:pt x="3407071" y="3737881"/>
                </a:lnTo>
                <a:lnTo>
                  <a:pt x="3410025" y="3740873"/>
                </a:lnTo>
                <a:lnTo>
                  <a:pt x="3416083" y="3746860"/>
                </a:lnTo>
                <a:lnTo>
                  <a:pt x="3419053" y="3749808"/>
                </a:lnTo>
                <a:lnTo>
                  <a:pt x="3425110" y="3755701"/>
                </a:lnTo>
                <a:lnTo>
                  <a:pt x="3428130" y="3758602"/>
                </a:lnTo>
                <a:lnTo>
                  <a:pt x="3431101" y="3761502"/>
                </a:lnTo>
                <a:lnTo>
                  <a:pt x="3437156" y="3767303"/>
                </a:lnTo>
                <a:lnTo>
                  <a:pt x="3440129" y="3770157"/>
                </a:lnTo>
                <a:lnTo>
                  <a:pt x="3443149" y="3773058"/>
                </a:lnTo>
                <a:lnTo>
                  <a:pt x="3446184" y="3775866"/>
                </a:lnTo>
                <a:lnTo>
                  <a:pt x="3449140" y="3778720"/>
                </a:lnTo>
                <a:lnTo>
                  <a:pt x="3458232" y="3787144"/>
                </a:lnTo>
                <a:lnTo>
                  <a:pt x="3461188" y="3789962"/>
                </a:lnTo>
                <a:lnTo>
                  <a:pt x="3467243" y="3795485"/>
                </a:lnTo>
                <a:lnTo>
                  <a:pt x="3470214" y="3798247"/>
                </a:lnTo>
                <a:lnTo>
                  <a:pt x="3473234" y="3800974"/>
                </a:lnTo>
                <a:lnTo>
                  <a:pt x="3476271" y="3803734"/>
                </a:lnTo>
                <a:lnTo>
                  <a:pt x="3479291" y="3806450"/>
                </a:lnTo>
                <a:lnTo>
                  <a:pt x="3482262" y="3809129"/>
                </a:lnTo>
                <a:lnTo>
                  <a:pt x="3485282" y="3811845"/>
                </a:lnTo>
                <a:lnTo>
                  <a:pt x="3488317" y="3814524"/>
                </a:lnTo>
                <a:lnTo>
                  <a:pt x="3491290" y="3817193"/>
                </a:lnTo>
                <a:lnTo>
                  <a:pt x="3497345" y="3822542"/>
                </a:lnTo>
                <a:lnTo>
                  <a:pt x="3500365" y="3825129"/>
                </a:lnTo>
                <a:lnTo>
                  <a:pt x="3503336" y="3827751"/>
                </a:lnTo>
                <a:lnTo>
                  <a:pt x="3509393" y="3833019"/>
                </a:lnTo>
                <a:lnTo>
                  <a:pt x="3512349" y="3835595"/>
                </a:lnTo>
                <a:lnTo>
                  <a:pt x="3518404" y="3840769"/>
                </a:lnTo>
                <a:lnTo>
                  <a:pt x="3521441" y="3843298"/>
                </a:lnTo>
                <a:lnTo>
                  <a:pt x="3524395" y="3845839"/>
                </a:lnTo>
                <a:lnTo>
                  <a:pt x="3530452" y="3850921"/>
                </a:lnTo>
                <a:lnTo>
                  <a:pt x="3533423" y="3853450"/>
                </a:lnTo>
                <a:lnTo>
                  <a:pt x="3542498" y="3860933"/>
                </a:lnTo>
                <a:lnTo>
                  <a:pt x="3545471" y="3863382"/>
                </a:lnTo>
                <a:lnTo>
                  <a:pt x="3551526" y="3868279"/>
                </a:lnTo>
                <a:lnTo>
                  <a:pt x="3554499" y="3870726"/>
                </a:lnTo>
                <a:lnTo>
                  <a:pt x="3557517" y="3873127"/>
                </a:lnTo>
                <a:lnTo>
                  <a:pt x="3560554" y="3875576"/>
                </a:lnTo>
                <a:lnTo>
                  <a:pt x="3563510" y="3877978"/>
                </a:lnTo>
                <a:lnTo>
                  <a:pt x="3566545" y="3880379"/>
                </a:lnTo>
                <a:lnTo>
                  <a:pt x="3569565" y="3882735"/>
                </a:lnTo>
                <a:lnTo>
                  <a:pt x="3572602" y="3885136"/>
                </a:lnTo>
                <a:lnTo>
                  <a:pt x="3575556" y="3887491"/>
                </a:lnTo>
                <a:lnTo>
                  <a:pt x="3578593" y="3889847"/>
                </a:lnTo>
                <a:lnTo>
                  <a:pt x="3581613" y="3892156"/>
                </a:lnTo>
                <a:lnTo>
                  <a:pt x="3584584" y="3894464"/>
                </a:lnTo>
                <a:lnTo>
                  <a:pt x="3587604" y="3896831"/>
                </a:lnTo>
                <a:lnTo>
                  <a:pt x="3590641" y="3899141"/>
                </a:lnTo>
                <a:lnTo>
                  <a:pt x="3593661" y="3901403"/>
                </a:lnTo>
                <a:lnTo>
                  <a:pt x="3596632" y="3903712"/>
                </a:lnTo>
                <a:lnTo>
                  <a:pt x="3602687" y="3908248"/>
                </a:lnTo>
                <a:lnTo>
                  <a:pt x="3605659" y="3910511"/>
                </a:lnTo>
                <a:lnTo>
                  <a:pt x="3611715" y="3914955"/>
                </a:lnTo>
                <a:lnTo>
                  <a:pt x="3614735" y="3917217"/>
                </a:lnTo>
                <a:lnTo>
                  <a:pt x="3617705" y="3919398"/>
                </a:lnTo>
                <a:lnTo>
                  <a:pt x="3620726" y="3921614"/>
                </a:lnTo>
                <a:lnTo>
                  <a:pt x="3623763" y="3923795"/>
                </a:lnTo>
                <a:lnTo>
                  <a:pt x="3626717" y="3925964"/>
                </a:lnTo>
                <a:lnTo>
                  <a:pt x="3632774" y="3930316"/>
                </a:lnTo>
                <a:lnTo>
                  <a:pt x="3635809" y="3932450"/>
                </a:lnTo>
                <a:lnTo>
                  <a:pt x="3638765" y="3934620"/>
                </a:lnTo>
                <a:lnTo>
                  <a:pt x="3641802" y="3936754"/>
                </a:lnTo>
                <a:lnTo>
                  <a:pt x="3644822" y="3938843"/>
                </a:lnTo>
                <a:lnTo>
                  <a:pt x="3647793" y="3940967"/>
                </a:lnTo>
                <a:lnTo>
                  <a:pt x="3650813" y="3943101"/>
                </a:lnTo>
                <a:lnTo>
                  <a:pt x="3653848" y="3945189"/>
                </a:lnTo>
                <a:lnTo>
                  <a:pt x="3656868" y="3947219"/>
                </a:lnTo>
                <a:lnTo>
                  <a:pt x="3659841" y="3949308"/>
                </a:lnTo>
                <a:lnTo>
                  <a:pt x="3662875" y="3951397"/>
                </a:lnTo>
                <a:lnTo>
                  <a:pt x="3665896" y="3953428"/>
                </a:lnTo>
                <a:lnTo>
                  <a:pt x="3668866" y="3955470"/>
                </a:lnTo>
                <a:lnTo>
                  <a:pt x="3671887" y="3957511"/>
                </a:lnTo>
                <a:lnTo>
                  <a:pt x="3674923" y="3959507"/>
                </a:lnTo>
                <a:lnTo>
                  <a:pt x="3677944" y="3961549"/>
                </a:lnTo>
                <a:lnTo>
                  <a:pt x="3680914" y="3963544"/>
                </a:lnTo>
                <a:lnTo>
                  <a:pt x="3686971" y="3967525"/>
                </a:lnTo>
                <a:lnTo>
                  <a:pt x="3689926" y="3969473"/>
                </a:lnTo>
                <a:lnTo>
                  <a:pt x="3692963" y="3971422"/>
                </a:lnTo>
                <a:lnTo>
                  <a:pt x="3695983" y="3973418"/>
                </a:lnTo>
                <a:lnTo>
                  <a:pt x="3698953" y="3975321"/>
                </a:lnTo>
                <a:lnTo>
                  <a:pt x="3705009" y="3979219"/>
                </a:lnTo>
                <a:lnTo>
                  <a:pt x="3708029" y="3981121"/>
                </a:lnTo>
                <a:lnTo>
                  <a:pt x="3711001" y="3983026"/>
                </a:lnTo>
                <a:lnTo>
                  <a:pt x="3714036" y="3984928"/>
                </a:lnTo>
                <a:lnTo>
                  <a:pt x="3717057" y="3986783"/>
                </a:lnTo>
                <a:lnTo>
                  <a:pt x="3720027" y="3988698"/>
                </a:lnTo>
                <a:lnTo>
                  <a:pt x="3729105" y="3994267"/>
                </a:lnTo>
                <a:lnTo>
                  <a:pt x="3732075" y="3996123"/>
                </a:lnTo>
                <a:lnTo>
                  <a:pt x="3738132" y="3999755"/>
                </a:lnTo>
                <a:lnTo>
                  <a:pt x="3741087" y="4001564"/>
                </a:lnTo>
                <a:lnTo>
                  <a:pt x="3747144" y="4005186"/>
                </a:lnTo>
                <a:lnTo>
                  <a:pt x="3750178" y="4006960"/>
                </a:lnTo>
                <a:lnTo>
                  <a:pt x="3753135" y="4008724"/>
                </a:lnTo>
                <a:lnTo>
                  <a:pt x="3759190" y="4012263"/>
                </a:lnTo>
                <a:lnTo>
                  <a:pt x="3762162" y="4014026"/>
                </a:lnTo>
                <a:lnTo>
                  <a:pt x="3771238" y="4019189"/>
                </a:lnTo>
                <a:lnTo>
                  <a:pt x="3774208" y="4020918"/>
                </a:lnTo>
                <a:lnTo>
                  <a:pt x="3777245" y="4022636"/>
                </a:lnTo>
                <a:lnTo>
                  <a:pt x="3780265" y="4024317"/>
                </a:lnTo>
                <a:lnTo>
                  <a:pt x="3783236" y="4025988"/>
                </a:lnTo>
                <a:lnTo>
                  <a:pt x="3786256" y="4027717"/>
                </a:lnTo>
                <a:lnTo>
                  <a:pt x="3789293" y="4029341"/>
                </a:lnTo>
                <a:lnTo>
                  <a:pt x="3792313" y="4031023"/>
                </a:lnTo>
                <a:lnTo>
                  <a:pt x="3795284" y="4032694"/>
                </a:lnTo>
                <a:lnTo>
                  <a:pt x="3801339" y="4035966"/>
                </a:lnTo>
                <a:lnTo>
                  <a:pt x="3804295" y="4037590"/>
                </a:lnTo>
                <a:lnTo>
                  <a:pt x="3807332" y="4039226"/>
                </a:lnTo>
                <a:lnTo>
                  <a:pt x="3810353" y="4040815"/>
                </a:lnTo>
                <a:lnTo>
                  <a:pt x="3813387" y="4042441"/>
                </a:lnTo>
                <a:lnTo>
                  <a:pt x="3816343" y="4044030"/>
                </a:lnTo>
                <a:lnTo>
                  <a:pt x="3822399" y="4047197"/>
                </a:lnTo>
                <a:lnTo>
                  <a:pt x="3825371" y="4048739"/>
                </a:lnTo>
                <a:lnTo>
                  <a:pt x="3828406" y="4050329"/>
                </a:lnTo>
                <a:lnTo>
                  <a:pt x="3831426" y="4051873"/>
                </a:lnTo>
                <a:lnTo>
                  <a:pt x="3834397" y="4053416"/>
                </a:lnTo>
                <a:lnTo>
                  <a:pt x="3840454" y="4056490"/>
                </a:lnTo>
                <a:lnTo>
                  <a:pt x="3843472" y="4057987"/>
                </a:lnTo>
                <a:lnTo>
                  <a:pt x="3846445" y="4059529"/>
                </a:lnTo>
                <a:lnTo>
                  <a:pt x="3852502" y="4062523"/>
                </a:lnTo>
                <a:lnTo>
                  <a:pt x="3855456" y="4064021"/>
                </a:lnTo>
                <a:lnTo>
                  <a:pt x="3858493" y="4065471"/>
                </a:lnTo>
                <a:lnTo>
                  <a:pt x="3861511" y="4066967"/>
                </a:lnTo>
                <a:lnTo>
                  <a:pt x="3864548" y="4068417"/>
                </a:lnTo>
                <a:lnTo>
                  <a:pt x="3867504" y="4069868"/>
                </a:lnTo>
                <a:lnTo>
                  <a:pt x="3873559" y="4072768"/>
                </a:lnTo>
                <a:lnTo>
                  <a:pt x="3876530" y="4074218"/>
                </a:lnTo>
                <a:lnTo>
                  <a:pt x="3882587" y="4077027"/>
                </a:lnTo>
                <a:lnTo>
                  <a:pt x="3885624" y="4078477"/>
                </a:lnTo>
                <a:lnTo>
                  <a:pt x="3888578" y="4079835"/>
                </a:lnTo>
                <a:lnTo>
                  <a:pt x="3894635" y="4082643"/>
                </a:lnTo>
                <a:lnTo>
                  <a:pt x="3897606" y="4083999"/>
                </a:lnTo>
                <a:lnTo>
                  <a:pt x="3900626" y="4085403"/>
                </a:lnTo>
                <a:lnTo>
                  <a:pt x="3906681" y="4088130"/>
                </a:lnTo>
                <a:lnTo>
                  <a:pt x="3909654" y="4089440"/>
                </a:lnTo>
                <a:lnTo>
                  <a:pt x="3915709" y="4092167"/>
                </a:lnTo>
                <a:lnTo>
                  <a:pt x="3918665" y="4093479"/>
                </a:lnTo>
                <a:lnTo>
                  <a:pt x="3927757" y="4097424"/>
                </a:lnTo>
                <a:lnTo>
                  <a:pt x="3930728" y="4098734"/>
                </a:lnTo>
                <a:lnTo>
                  <a:pt x="3936768" y="4101275"/>
                </a:lnTo>
                <a:lnTo>
                  <a:pt x="3939739" y="4102586"/>
                </a:lnTo>
                <a:lnTo>
                  <a:pt x="3942776" y="4103804"/>
                </a:lnTo>
                <a:lnTo>
                  <a:pt x="3945796" y="4105081"/>
                </a:lnTo>
                <a:lnTo>
                  <a:pt x="3948767" y="4106345"/>
                </a:lnTo>
                <a:lnTo>
                  <a:pt x="3951787" y="4107622"/>
                </a:lnTo>
                <a:lnTo>
                  <a:pt x="3957844" y="4110059"/>
                </a:lnTo>
                <a:lnTo>
                  <a:pt x="3960815" y="4111288"/>
                </a:lnTo>
                <a:lnTo>
                  <a:pt x="3966872" y="4113736"/>
                </a:lnTo>
                <a:lnTo>
                  <a:pt x="3969826" y="4114955"/>
                </a:lnTo>
                <a:lnTo>
                  <a:pt x="3972863" y="4116138"/>
                </a:lnTo>
                <a:lnTo>
                  <a:pt x="3975883" y="4117356"/>
                </a:lnTo>
                <a:lnTo>
                  <a:pt x="3978918" y="4118539"/>
                </a:lnTo>
                <a:lnTo>
                  <a:pt x="3981872" y="4119712"/>
                </a:lnTo>
                <a:lnTo>
                  <a:pt x="3984911" y="4120895"/>
                </a:lnTo>
                <a:lnTo>
                  <a:pt x="3987929" y="4122032"/>
                </a:lnTo>
                <a:lnTo>
                  <a:pt x="3990902" y="4123204"/>
                </a:lnTo>
                <a:lnTo>
                  <a:pt x="3993937" y="4124387"/>
                </a:lnTo>
                <a:lnTo>
                  <a:pt x="3999994" y="4126649"/>
                </a:lnTo>
                <a:lnTo>
                  <a:pt x="4002948" y="4127786"/>
                </a:lnTo>
                <a:lnTo>
                  <a:pt x="4009003" y="4130049"/>
                </a:lnTo>
                <a:lnTo>
                  <a:pt x="4011976" y="4131140"/>
                </a:lnTo>
                <a:lnTo>
                  <a:pt x="4014996" y="4132277"/>
                </a:lnTo>
                <a:lnTo>
                  <a:pt x="4021051" y="4134447"/>
                </a:lnTo>
                <a:lnTo>
                  <a:pt x="4024024" y="4135536"/>
                </a:lnTo>
                <a:lnTo>
                  <a:pt x="4030079" y="4137706"/>
                </a:lnTo>
                <a:lnTo>
                  <a:pt x="4033035" y="4138751"/>
                </a:lnTo>
                <a:lnTo>
                  <a:pt x="4036070" y="4139842"/>
                </a:lnTo>
                <a:lnTo>
                  <a:pt x="4042127" y="4141930"/>
                </a:lnTo>
                <a:lnTo>
                  <a:pt x="4045097" y="4142962"/>
                </a:lnTo>
                <a:lnTo>
                  <a:pt x="4051155" y="4145051"/>
                </a:lnTo>
                <a:lnTo>
                  <a:pt x="4054109" y="4146095"/>
                </a:lnTo>
                <a:lnTo>
                  <a:pt x="4057145" y="4147092"/>
                </a:lnTo>
                <a:lnTo>
                  <a:pt x="4060166" y="4148137"/>
                </a:lnTo>
                <a:lnTo>
                  <a:pt x="4063201" y="4149134"/>
                </a:lnTo>
                <a:lnTo>
                  <a:pt x="4066157" y="4150132"/>
                </a:lnTo>
                <a:lnTo>
                  <a:pt x="4072212" y="4152116"/>
                </a:lnTo>
                <a:lnTo>
                  <a:pt x="4075185" y="4153115"/>
                </a:lnTo>
                <a:lnTo>
                  <a:pt x="4078205" y="4154066"/>
                </a:lnTo>
                <a:lnTo>
                  <a:pt x="4081240" y="4155064"/>
                </a:lnTo>
                <a:lnTo>
                  <a:pt x="4084196" y="4156015"/>
                </a:lnTo>
                <a:lnTo>
                  <a:pt x="4093288" y="4158881"/>
                </a:lnTo>
                <a:lnTo>
                  <a:pt x="4096258" y="4159832"/>
                </a:lnTo>
                <a:lnTo>
                  <a:pt x="4102299" y="4161735"/>
                </a:lnTo>
                <a:lnTo>
                  <a:pt x="4105270" y="4162639"/>
                </a:lnTo>
                <a:lnTo>
                  <a:pt x="4108306" y="4163544"/>
                </a:lnTo>
                <a:lnTo>
                  <a:pt x="4111327" y="4164496"/>
                </a:lnTo>
                <a:lnTo>
                  <a:pt x="4114363" y="4165401"/>
                </a:lnTo>
                <a:lnTo>
                  <a:pt x="4117318" y="4166306"/>
                </a:lnTo>
                <a:lnTo>
                  <a:pt x="4120355" y="4167212"/>
                </a:lnTo>
                <a:lnTo>
                  <a:pt x="4123375" y="4168070"/>
                </a:lnTo>
                <a:lnTo>
                  <a:pt x="4126345" y="4168985"/>
                </a:lnTo>
                <a:lnTo>
                  <a:pt x="4129366" y="4169891"/>
                </a:lnTo>
                <a:lnTo>
                  <a:pt x="4135421" y="4171608"/>
                </a:lnTo>
                <a:lnTo>
                  <a:pt x="4138393" y="4172467"/>
                </a:lnTo>
                <a:lnTo>
                  <a:pt x="4144449" y="4174195"/>
                </a:lnTo>
                <a:lnTo>
                  <a:pt x="4147403" y="4175054"/>
                </a:lnTo>
                <a:lnTo>
                  <a:pt x="4150439" y="4175912"/>
                </a:lnTo>
                <a:lnTo>
                  <a:pt x="4153460" y="4176736"/>
                </a:lnTo>
                <a:lnTo>
                  <a:pt x="4156497" y="4177595"/>
                </a:lnTo>
                <a:lnTo>
                  <a:pt x="4159467" y="4178407"/>
                </a:lnTo>
                <a:lnTo>
                  <a:pt x="4165522" y="4180042"/>
                </a:lnTo>
                <a:lnTo>
                  <a:pt x="4168479" y="4180856"/>
                </a:lnTo>
                <a:lnTo>
                  <a:pt x="4177570" y="4183303"/>
                </a:lnTo>
                <a:lnTo>
                  <a:pt x="4180527" y="4184069"/>
                </a:lnTo>
                <a:lnTo>
                  <a:pt x="4183561" y="4184893"/>
                </a:lnTo>
                <a:lnTo>
                  <a:pt x="4186582" y="4185659"/>
                </a:lnTo>
                <a:lnTo>
                  <a:pt x="4189554" y="4186425"/>
                </a:lnTo>
                <a:lnTo>
                  <a:pt x="4195609" y="4187968"/>
                </a:lnTo>
                <a:lnTo>
                  <a:pt x="4198566" y="4188744"/>
                </a:lnTo>
                <a:lnTo>
                  <a:pt x="4204621" y="4190288"/>
                </a:lnTo>
                <a:lnTo>
                  <a:pt x="4207657" y="4191008"/>
                </a:lnTo>
                <a:lnTo>
                  <a:pt x="4210628" y="4191774"/>
                </a:lnTo>
                <a:lnTo>
                  <a:pt x="4213648" y="4192504"/>
                </a:lnTo>
                <a:lnTo>
                  <a:pt x="4216685" y="4193270"/>
                </a:lnTo>
                <a:lnTo>
                  <a:pt x="4219639" y="4194001"/>
                </a:lnTo>
                <a:lnTo>
                  <a:pt x="4228731" y="4196170"/>
                </a:lnTo>
                <a:lnTo>
                  <a:pt x="4231687" y="4196855"/>
                </a:lnTo>
                <a:lnTo>
                  <a:pt x="4237742" y="4198305"/>
                </a:lnTo>
                <a:lnTo>
                  <a:pt x="4240715" y="4198990"/>
                </a:lnTo>
                <a:lnTo>
                  <a:pt x="4243735" y="4199709"/>
                </a:lnTo>
                <a:lnTo>
                  <a:pt x="4249791" y="4201066"/>
                </a:lnTo>
                <a:lnTo>
                  <a:pt x="4252763" y="4201750"/>
                </a:lnTo>
                <a:lnTo>
                  <a:pt x="4258818" y="4203108"/>
                </a:lnTo>
                <a:lnTo>
                  <a:pt x="4261789" y="4203792"/>
                </a:lnTo>
                <a:lnTo>
                  <a:pt x="4264809" y="4204466"/>
                </a:lnTo>
                <a:lnTo>
                  <a:pt x="4267829" y="4205104"/>
                </a:lnTo>
                <a:lnTo>
                  <a:pt x="4270866" y="4205777"/>
                </a:lnTo>
                <a:lnTo>
                  <a:pt x="4273837" y="4206415"/>
                </a:lnTo>
                <a:lnTo>
                  <a:pt x="4276857" y="4207053"/>
                </a:lnTo>
                <a:lnTo>
                  <a:pt x="4279894" y="4207726"/>
                </a:lnTo>
                <a:lnTo>
                  <a:pt x="4282848" y="4208364"/>
                </a:lnTo>
                <a:lnTo>
                  <a:pt x="4291940" y="4210266"/>
                </a:lnTo>
                <a:lnTo>
                  <a:pt x="4294894" y="4210859"/>
                </a:lnTo>
                <a:lnTo>
                  <a:pt x="4300951" y="4212123"/>
                </a:lnTo>
                <a:lnTo>
                  <a:pt x="4303922" y="4212715"/>
                </a:lnTo>
                <a:lnTo>
                  <a:pt x="4306942" y="4213354"/>
                </a:lnTo>
                <a:lnTo>
                  <a:pt x="4312999" y="4214525"/>
                </a:lnTo>
                <a:lnTo>
                  <a:pt x="4315970" y="4215117"/>
                </a:lnTo>
                <a:lnTo>
                  <a:pt x="4322027" y="4216300"/>
                </a:lnTo>
                <a:lnTo>
                  <a:pt x="4324998" y="4216892"/>
                </a:lnTo>
                <a:lnTo>
                  <a:pt x="4331053" y="4218064"/>
                </a:lnTo>
                <a:lnTo>
                  <a:pt x="4334009" y="4218609"/>
                </a:lnTo>
                <a:lnTo>
                  <a:pt x="4337046" y="4219201"/>
                </a:lnTo>
                <a:lnTo>
                  <a:pt x="4340064" y="4219746"/>
                </a:lnTo>
                <a:lnTo>
                  <a:pt x="4343101" y="4220326"/>
                </a:lnTo>
                <a:lnTo>
                  <a:pt x="4346057" y="4220871"/>
                </a:lnTo>
                <a:lnTo>
                  <a:pt x="4352112" y="4221962"/>
                </a:lnTo>
                <a:lnTo>
                  <a:pt x="4355085" y="4222554"/>
                </a:lnTo>
                <a:lnTo>
                  <a:pt x="4358103" y="4223099"/>
                </a:lnTo>
                <a:lnTo>
                  <a:pt x="4361140" y="4223597"/>
                </a:lnTo>
                <a:lnTo>
                  <a:pt x="4364160" y="4224132"/>
                </a:lnTo>
                <a:lnTo>
                  <a:pt x="4367131" y="4224676"/>
                </a:lnTo>
                <a:lnTo>
                  <a:pt x="4370151" y="4225223"/>
                </a:lnTo>
                <a:lnTo>
                  <a:pt x="4373188" y="4225721"/>
                </a:lnTo>
                <a:lnTo>
                  <a:pt x="4376159" y="4226266"/>
                </a:lnTo>
                <a:lnTo>
                  <a:pt x="4379179" y="4226766"/>
                </a:lnTo>
                <a:lnTo>
                  <a:pt x="4382216" y="4227311"/>
                </a:lnTo>
                <a:lnTo>
                  <a:pt x="4385234" y="4227810"/>
                </a:lnTo>
                <a:lnTo>
                  <a:pt x="4388207" y="4228308"/>
                </a:lnTo>
                <a:lnTo>
                  <a:pt x="4394262" y="4229306"/>
                </a:lnTo>
                <a:lnTo>
                  <a:pt x="4397218" y="4229806"/>
                </a:lnTo>
                <a:lnTo>
                  <a:pt x="4406310" y="4231302"/>
                </a:lnTo>
                <a:lnTo>
                  <a:pt x="4409266" y="4231755"/>
                </a:lnTo>
                <a:lnTo>
                  <a:pt x="4412301" y="4232253"/>
                </a:lnTo>
                <a:lnTo>
                  <a:pt x="4415321" y="4232706"/>
                </a:lnTo>
                <a:lnTo>
                  <a:pt x="4418294" y="4233205"/>
                </a:lnTo>
                <a:lnTo>
                  <a:pt x="4421312" y="4233657"/>
                </a:lnTo>
                <a:lnTo>
                  <a:pt x="4424349" y="4234156"/>
                </a:lnTo>
                <a:lnTo>
                  <a:pt x="4427369" y="4234609"/>
                </a:lnTo>
                <a:lnTo>
                  <a:pt x="4430340" y="4235061"/>
                </a:lnTo>
                <a:lnTo>
                  <a:pt x="4436397" y="4235967"/>
                </a:lnTo>
                <a:lnTo>
                  <a:pt x="4439367" y="4236418"/>
                </a:lnTo>
                <a:lnTo>
                  <a:pt x="4448443" y="4237776"/>
                </a:lnTo>
                <a:lnTo>
                  <a:pt x="4451416" y="4238183"/>
                </a:lnTo>
                <a:lnTo>
                  <a:pt x="4457471" y="4239098"/>
                </a:lnTo>
                <a:lnTo>
                  <a:pt x="4460425" y="4239505"/>
                </a:lnTo>
                <a:lnTo>
                  <a:pt x="4463462" y="4239958"/>
                </a:lnTo>
                <a:lnTo>
                  <a:pt x="4466482" y="4240363"/>
                </a:lnTo>
                <a:lnTo>
                  <a:pt x="4469453" y="4240770"/>
                </a:lnTo>
                <a:lnTo>
                  <a:pt x="4472473" y="4241176"/>
                </a:lnTo>
                <a:lnTo>
                  <a:pt x="4475510" y="4241627"/>
                </a:lnTo>
                <a:lnTo>
                  <a:pt x="4478530" y="4242034"/>
                </a:lnTo>
                <a:lnTo>
                  <a:pt x="4481501" y="4242451"/>
                </a:lnTo>
                <a:lnTo>
                  <a:pt x="4487558" y="4243264"/>
                </a:lnTo>
                <a:lnTo>
                  <a:pt x="4490529" y="4243624"/>
                </a:lnTo>
                <a:lnTo>
                  <a:pt x="4499604" y="4244854"/>
                </a:lnTo>
                <a:lnTo>
                  <a:pt x="4502577" y="4245213"/>
                </a:lnTo>
                <a:lnTo>
                  <a:pt x="4505595" y="4245620"/>
                </a:lnTo>
                <a:lnTo>
                  <a:pt x="4508631" y="4245979"/>
                </a:lnTo>
                <a:lnTo>
                  <a:pt x="4511588" y="4246386"/>
                </a:lnTo>
                <a:lnTo>
                  <a:pt x="4517643" y="4247116"/>
                </a:lnTo>
                <a:lnTo>
                  <a:pt x="4520679" y="4247523"/>
                </a:lnTo>
                <a:lnTo>
                  <a:pt x="4523634" y="4247882"/>
                </a:lnTo>
                <a:lnTo>
                  <a:pt x="4529691" y="4248612"/>
                </a:lnTo>
                <a:lnTo>
                  <a:pt x="4532661" y="4248973"/>
                </a:lnTo>
                <a:lnTo>
                  <a:pt x="4541739" y="4250063"/>
                </a:lnTo>
                <a:lnTo>
                  <a:pt x="4544709" y="4250377"/>
                </a:lnTo>
                <a:lnTo>
                  <a:pt x="4550765" y="4251107"/>
                </a:lnTo>
                <a:lnTo>
                  <a:pt x="4553737" y="4251420"/>
                </a:lnTo>
                <a:lnTo>
                  <a:pt x="4556758" y="4251781"/>
                </a:lnTo>
                <a:lnTo>
                  <a:pt x="4559793" y="4252104"/>
                </a:lnTo>
                <a:lnTo>
                  <a:pt x="4562813" y="4252465"/>
                </a:lnTo>
                <a:lnTo>
                  <a:pt x="4565785" y="4252778"/>
                </a:lnTo>
                <a:lnTo>
                  <a:pt x="4568804" y="4253137"/>
                </a:lnTo>
                <a:lnTo>
                  <a:pt x="4571841" y="4253462"/>
                </a:lnTo>
                <a:lnTo>
                  <a:pt x="4574797" y="4253775"/>
                </a:lnTo>
                <a:lnTo>
                  <a:pt x="4577831" y="4254100"/>
                </a:lnTo>
                <a:lnTo>
                  <a:pt x="4580852" y="4254460"/>
                </a:lnTo>
                <a:lnTo>
                  <a:pt x="4583825" y="4254773"/>
                </a:lnTo>
                <a:lnTo>
                  <a:pt x="4592898" y="4255724"/>
                </a:lnTo>
                <a:lnTo>
                  <a:pt x="4595871" y="4256003"/>
                </a:lnTo>
                <a:lnTo>
                  <a:pt x="4601925" y="4256630"/>
                </a:lnTo>
                <a:lnTo>
                  <a:pt x="4604898" y="4256955"/>
                </a:lnTo>
                <a:lnTo>
                  <a:pt x="4607917" y="4257222"/>
                </a:lnTo>
                <a:lnTo>
                  <a:pt x="4613973" y="4257860"/>
                </a:lnTo>
                <a:lnTo>
                  <a:pt x="4616944" y="4258127"/>
                </a:lnTo>
                <a:lnTo>
                  <a:pt x="4619965" y="4258451"/>
                </a:lnTo>
                <a:lnTo>
                  <a:pt x="4623001" y="4258718"/>
                </a:lnTo>
                <a:lnTo>
                  <a:pt x="4625955" y="4259031"/>
                </a:lnTo>
                <a:lnTo>
                  <a:pt x="4635049" y="4259855"/>
                </a:lnTo>
                <a:lnTo>
                  <a:pt x="4638003" y="4260168"/>
                </a:lnTo>
                <a:lnTo>
                  <a:pt x="4644061" y="4260714"/>
                </a:lnTo>
                <a:lnTo>
                  <a:pt x="4647031" y="4260981"/>
                </a:lnTo>
                <a:lnTo>
                  <a:pt x="4656107" y="4261805"/>
                </a:lnTo>
                <a:lnTo>
                  <a:pt x="4659079" y="4262071"/>
                </a:lnTo>
                <a:lnTo>
                  <a:pt x="4662114" y="4262338"/>
                </a:lnTo>
                <a:lnTo>
                  <a:pt x="4665135" y="4262571"/>
                </a:lnTo>
                <a:lnTo>
                  <a:pt x="4668107" y="4262836"/>
                </a:lnTo>
                <a:lnTo>
                  <a:pt x="4671125" y="4263115"/>
                </a:lnTo>
                <a:lnTo>
                  <a:pt x="4674162" y="4263337"/>
                </a:lnTo>
                <a:lnTo>
                  <a:pt x="4677183" y="4263614"/>
                </a:lnTo>
                <a:lnTo>
                  <a:pt x="4680153" y="4263881"/>
                </a:lnTo>
                <a:lnTo>
                  <a:pt x="4683173" y="4264113"/>
                </a:lnTo>
                <a:lnTo>
                  <a:pt x="4686210" y="4264380"/>
                </a:lnTo>
                <a:lnTo>
                  <a:pt x="4689165" y="4264612"/>
                </a:lnTo>
                <a:lnTo>
                  <a:pt x="4692201" y="4264879"/>
                </a:lnTo>
                <a:lnTo>
                  <a:pt x="4698258" y="4265331"/>
                </a:lnTo>
                <a:lnTo>
                  <a:pt x="4701213" y="4265610"/>
                </a:lnTo>
                <a:lnTo>
                  <a:pt x="4707269" y="4266063"/>
                </a:lnTo>
                <a:lnTo>
                  <a:pt x="4710240" y="4266283"/>
                </a:lnTo>
                <a:lnTo>
                  <a:pt x="4713277" y="4266514"/>
                </a:lnTo>
                <a:lnTo>
                  <a:pt x="4716295" y="4266781"/>
                </a:lnTo>
                <a:lnTo>
                  <a:pt x="4719268" y="4267014"/>
                </a:lnTo>
                <a:lnTo>
                  <a:pt x="4725323" y="4267466"/>
                </a:lnTo>
                <a:lnTo>
                  <a:pt x="4728343" y="4267641"/>
                </a:lnTo>
                <a:lnTo>
                  <a:pt x="4731316" y="4267872"/>
                </a:lnTo>
                <a:lnTo>
                  <a:pt x="4737371" y="4268325"/>
                </a:lnTo>
                <a:lnTo>
                  <a:pt x="4740325" y="4268556"/>
                </a:lnTo>
                <a:lnTo>
                  <a:pt x="4743362" y="4268778"/>
                </a:lnTo>
                <a:lnTo>
                  <a:pt x="4746382" y="4268963"/>
                </a:lnTo>
                <a:lnTo>
                  <a:pt x="4749419" y="4269183"/>
                </a:lnTo>
                <a:lnTo>
                  <a:pt x="4752373" y="4269416"/>
                </a:lnTo>
                <a:lnTo>
                  <a:pt x="4755410" y="4269589"/>
                </a:lnTo>
                <a:lnTo>
                  <a:pt x="4758428" y="4269821"/>
                </a:lnTo>
                <a:lnTo>
                  <a:pt x="4761401" y="4270007"/>
                </a:lnTo>
                <a:lnTo>
                  <a:pt x="4764421" y="4270228"/>
                </a:lnTo>
                <a:lnTo>
                  <a:pt x="4767456" y="4270413"/>
                </a:lnTo>
                <a:lnTo>
                  <a:pt x="4770493" y="4270634"/>
                </a:lnTo>
                <a:lnTo>
                  <a:pt x="4773447" y="4270820"/>
                </a:lnTo>
                <a:lnTo>
                  <a:pt x="4776484" y="4271040"/>
                </a:lnTo>
                <a:lnTo>
                  <a:pt x="4779504" y="4271225"/>
                </a:lnTo>
                <a:lnTo>
                  <a:pt x="4782475" y="4271411"/>
                </a:lnTo>
                <a:lnTo>
                  <a:pt x="4785495" y="4271586"/>
                </a:lnTo>
                <a:lnTo>
                  <a:pt x="4788532" y="4271817"/>
                </a:lnTo>
                <a:lnTo>
                  <a:pt x="4791552" y="4272003"/>
                </a:lnTo>
                <a:lnTo>
                  <a:pt x="4794523" y="4272176"/>
                </a:lnTo>
                <a:lnTo>
                  <a:pt x="4800580" y="4272537"/>
                </a:lnTo>
                <a:lnTo>
                  <a:pt x="4803534" y="4272723"/>
                </a:lnTo>
                <a:lnTo>
                  <a:pt x="4812626" y="4273267"/>
                </a:lnTo>
                <a:lnTo>
                  <a:pt x="4815582" y="4273441"/>
                </a:lnTo>
                <a:lnTo>
                  <a:pt x="4821637" y="4273812"/>
                </a:lnTo>
                <a:lnTo>
                  <a:pt x="4824610" y="4273987"/>
                </a:lnTo>
                <a:lnTo>
                  <a:pt x="4830665" y="4274358"/>
                </a:lnTo>
                <a:lnTo>
                  <a:pt x="4833702" y="4274486"/>
                </a:lnTo>
                <a:lnTo>
                  <a:pt x="4836656" y="4274671"/>
                </a:lnTo>
                <a:lnTo>
                  <a:pt x="4839693" y="4274857"/>
                </a:lnTo>
                <a:lnTo>
                  <a:pt x="4842713" y="4274984"/>
                </a:lnTo>
                <a:lnTo>
                  <a:pt x="4845684" y="4275170"/>
                </a:lnTo>
                <a:lnTo>
                  <a:pt x="4848704" y="4275356"/>
                </a:lnTo>
                <a:lnTo>
                  <a:pt x="4851741" y="4275483"/>
                </a:lnTo>
                <a:lnTo>
                  <a:pt x="4854695" y="4275669"/>
                </a:lnTo>
                <a:lnTo>
                  <a:pt x="4857732" y="4275808"/>
                </a:lnTo>
                <a:lnTo>
                  <a:pt x="4860752" y="4275982"/>
                </a:lnTo>
                <a:lnTo>
                  <a:pt x="4863789" y="4276121"/>
                </a:lnTo>
                <a:lnTo>
                  <a:pt x="4866743" y="4276307"/>
                </a:lnTo>
                <a:lnTo>
                  <a:pt x="4869780" y="4276435"/>
                </a:lnTo>
                <a:lnTo>
                  <a:pt x="4872800" y="4276620"/>
                </a:lnTo>
                <a:lnTo>
                  <a:pt x="4875771" y="4276760"/>
                </a:lnTo>
                <a:lnTo>
                  <a:pt x="4878808" y="4276887"/>
                </a:lnTo>
                <a:lnTo>
                  <a:pt x="4881826" y="4277073"/>
                </a:lnTo>
                <a:lnTo>
                  <a:pt x="4884863" y="4277212"/>
                </a:lnTo>
                <a:lnTo>
                  <a:pt x="4887819" y="4277340"/>
                </a:lnTo>
                <a:lnTo>
                  <a:pt x="4893874" y="4277619"/>
                </a:lnTo>
                <a:lnTo>
                  <a:pt x="4896847" y="4277804"/>
                </a:lnTo>
                <a:lnTo>
                  <a:pt x="4905920" y="4278210"/>
                </a:lnTo>
                <a:lnTo>
                  <a:pt x="4908893" y="4278337"/>
                </a:lnTo>
                <a:lnTo>
                  <a:pt x="4914948" y="4278616"/>
                </a:lnTo>
                <a:lnTo>
                  <a:pt x="4917904" y="4278756"/>
                </a:lnTo>
                <a:lnTo>
                  <a:pt x="4926996" y="4279161"/>
                </a:lnTo>
                <a:lnTo>
                  <a:pt x="4929952" y="4279289"/>
                </a:lnTo>
                <a:lnTo>
                  <a:pt x="4936023" y="4279568"/>
                </a:lnTo>
                <a:lnTo>
                  <a:pt x="4938978" y="4279660"/>
                </a:lnTo>
                <a:lnTo>
                  <a:pt x="4948071" y="4280066"/>
                </a:lnTo>
                <a:lnTo>
                  <a:pt x="4951026" y="4280206"/>
                </a:lnTo>
                <a:lnTo>
                  <a:pt x="4954063" y="4280287"/>
                </a:lnTo>
                <a:lnTo>
                  <a:pt x="4957083" y="4280426"/>
                </a:lnTo>
                <a:lnTo>
                  <a:pt x="4960053" y="4280565"/>
                </a:lnTo>
                <a:lnTo>
                  <a:pt x="4963074" y="4280659"/>
                </a:lnTo>
                <a:lnTo>
                  <a:pt x="4966111" y="4280786"/>
                </a:lnTo>
                <a:lnTo>
                  <a:pt x="4969065" y="4280924"/>
                </a:lnTo>
                <a:lnTo>
                  <a:pt x="4972101" y="4281018"/>
                </a:lnTo>
                <a:lnTo>
                  <a:pt x="4975122" y="4281157"/>
                </a:lnTo>
                <a:lnTo>
                  <a:pt x="4978157" y="4281239"/>
                </a:lnTo>
                <a:lnTo>
                  <a:pt x="4981113" y="4281377"/>
                </a:lnTo>
                <a:lnTo>
                  <a:pt x="4984150" y="4281470"/>
                </a:lnTo>
                <a:lnTo>
                  <a:pt x="4987168" y="4281610"/>
                </a:lnTo>
                <a:lnTo>
                  <a:pt x="4990141" y="4281692"/>
                </a:lnTo>
                <a:lnTo>
                  <a:pt x="4993175" y="4281830"/>
                </a:lnTo>
                <a:lnTo>
                  <a:pt x="4999233" y="4282015"/>
                </a:lnTo>
                <a:lnTo>
                  <a:pt x="5002187" y="4282143"/>
                </a:lnTo>
                <a:lnTo>
                  <a:pt x="5005223" y="4282236"/>
                </a:lnTo>
                <a:lnTo>
                  <a:pt x="5008244" y="4282376"/>
                </a:lnTo>
                <a:lnTo>
                  <a:pt x="5011215" y="4282468"/>
                </a:lnTo>
                <a:lnTo>
                  <a:pt x="5017271" y="4282643"/>
                </a:lnTo>
                <a:lnTo>
                  <a:pt x="5020292" y="4282781"/>
                </a:lnTo>
                <a:lnTo>
                  <a:pt x="5023263" y="4282874"/>
                </a:lnTo>
                <a:lnTo>
                  <a:pt x="5029319" y="4283060"/>
                </a:lnTo>
                <a:lnTo>
                  <a:pt x="5032274" y="4283188"/>
                </a:lnTo>
                <a:lnTo>
                  <a:pt x="5041365" y="4283465"/>
                </a:lnTo>
                <a:lnTo>
                  <a:pt x="5044338" y="4283559"/>
                </a:lnTo>
                <a:lnTo>
                  <a:pt x="5050393" y="4283732"/>
                </a:lnTo>
                <a:lnTo>
                  <a:pt x="5053347" y="4283826"/>
                </a:lnTo>
                <a:lnTo>
                  <a:pt x="5062439" y="4284093"/>
                </a:lnTo>
                <a:lnTo>
                  <a:pt x="5065395" y="4284185"/>
                </a:lnTo>
                <a:lnTo>
                  <a:pt x="5071451" y="4284370"/>
                </a:lnTo>
                <a:lnTo>
                  <a:pt x="5074423" y="4284464"/>
                </a:lnTo>
                <a:lnTo>
                  <a:pt x="5083499" y="4284731"/>
                </a:lnTo>
                <a:lnTo>
                  <a:pt x="5086471" y="4284823"/>
                </a:lnTo>
                <a:lnTo>
                  <a:pt x="5092526" y="4285009"/>
                </a:lnTo>
                <a:lnTo>
                  <a:pt x="5095483" y="4285044"/>
                </a:lnTo>
                <a:lnTo>
                  <a:pt x="5101554" y="4285230"/>
                </a:lnTo>
                <a:lnTo>
                  <a:pt x="5104508" y="4285322"/>
                </a:lnTo>
                <a:lnTo>
                  <a:pt x="5107545" y="4285415"/>
                </a:lnTo>
                <a:lnTo>
                  <a:pt x="5110565" y="4285461"/>
                </a:lnTo>
                <a:lnTo>
                  <a:pt x="5113602" y="4285543"/>
                </a:lnTo>
                <a:lnTo>
                  <a:pt x="5116556" y="4285635"/>
                </a:lnTo>
                <a:lnTo>
                  <a:pt x="5119593" y="4285683"/>
                </a:lnTo>
                <a:lnTo>
                  <a:pt x="5122613" y="4285775"/>
                </a:lnTo>
                <a:lnTo>
                  <a:pt x="5125584" y="4285868"/>
                </a:lnTo>
                <a:lnTo>
                  <a:pt x="5128605" y="4285914"/>
                </a:lnTo>
                <a:lnTo>
                  <a:pt x="5134659" y="4286088"/>
                </a:lnTo>
                <a:lnTo>
                  <a:pt x="5137632" y="4286134"/>
                </a:lnTo>
                <a:lnTo>
                  <a:pt x="5143687" y="4286319"/>
                </a:lnTo>
                <a:lnTo>
                  <a:pt x="5146643" y="4286367"/>
                </a:lnTo>
                <a:lnTo>
                  <a:pt x="5149680" y="4286459"/>
                </a:lnTo>
                <a:lnTo>
                  <a:pt x="5152699" y="4286505"/>
                </a:lnTo>
                <a:lnTo>
                  <a:pt x="5155735" y="4286586"/>
                </a:lnTo>
                <a:lnTo>
                  <a:pt x="5158706" y="4286634"/>
                </a:lnTo>
                <a:lnTo>
                  <a:pt x="5161726" y="4286726"/>
                </a:lnTo>
                <a:lnTo>
                  <a:pt x="5164763" y="4286772"/>
                </a:lnTo>
                <a:lnTo>
                  <a:pt x="5167717" y="4286865"/>
                </a:lnTo>
                <a:lnTo>
                  <a:pt x="5170754" y="4286911"/>
                </a:lnTo>
                <a:lnTo>
                  <a:pt x="5173774" y="4286993"/>
                </a:lnTo>
                <a:lnTo>
                  <a:pt x="5176811" y="4287039"/>
                </a:lnTo>
                <a:lnTo>
                  <a:pt x="5179765" y="4287133"/>
                </a:lnTo>
                <a:lnTo>
                  <a:pt x="5185820" y="4287225"/>
                </a:lnTo>
                <a:lnTo>
                  <a:pt x="5188793" y="4287318"/>
                </a:lnTo>
                <a:lnTo>
                  <a:pt x="5191811" y="4287364"/>
                </a:lnTo>
                <a:lnTo>
                  <a:pt x="5194848" y="4287458"/>
                </a:lnTo>
                <a:lnTo>
                  <a:pt x="5197868" y="4287492"/>
                </a:lnTo>
                <a:lnTo>
                  <a:pt x="5200839" y="4287538"/>
                </a:lnTo>
                <a:lnTo>
                  <a:pt x="5203859" y="4287631"/>
                </a:lnTo>
                <a:lnTo>
                  <a:pt x="5206896" y="4287677"/>
                </a:lnTo>
                <a:lnTo>
                  <a:pt x="5209867" y="4287723"/>
                </a:lnTo>
                <a:lnTo>
                  <a:pt x="5212887" y="4287771"/>
                </a:lnTo>
                <a:lnTo>
                  <a:pt x="5215924" y="4287863"/>
                </a:lnTo>
                <a:lnTo>
                  <a:pt x="5218942" y="4287909"/>
                </a:lnTo>
                <a:lnTo>
                  <a:pt x="5221915" y="4287944"/>
                </a:lnTo>
                <a:lnTo>
                  <a:pt x="5224935" y="4288038"/>
                </a:lnTo>
                <a:lnTo>
                  <a:pt x="5227970" y="4288084"/>
                </a:lnTo>
                <a:lnTo>
                  <a:pt x="5230926" y="4288130"/>
                </a:lnTo>
                <a:lnTo>
                  <a:pt x="5236981" y="4288223"/>
                </a:lnTo>
                <a:lnTo>
                  <a:pt x="5239954" y="4288315"/>
                </a:lnTo>
                <a:lnTo>
                  <a:pt x="5249029" y="4288443"/>
                </a:lnTo>
                <a:lnTo>
                  <a:pt x="5252002" y="4288489"/>
                </a:lnTo>
                <a:lnTo>
                  <a:pt x="5255020" y="4288537"/>
                </a:lnTo>
                <a:lnTo>
                  <a:pt x="5258057" y="4288629"/>
                </a:lnTo>
                <a:lnTo>
                  <a:pt x="5261013" y="4288675"/>
                </a:lnTo>
                <a:lnTo>
                  <a:pt x="5270105" y="4288814"/>
                </a:lnTo>
                <a:lnTo>
                  <a:pt x="5273076" y="4288860"/>
                </a:lnTo>
                <a:lnTo>
                  <a:pt x="5279133" y="4288942"/>
                </a:lnTo>
                <a:lnTo>
                  <a:pt x="5282087" y="4288989"/>
                </a:lnTo>
                <a:lnTo>
                  <a:pt x="5291179" y="4289127"/>
                </a:lnTo>
                <a:lnTo>
                  <a:pt x="5294135" y="4289175"/>
                </a:lnTo>
                <a:lnTo>
                  <a:pt x="5300190" y="4289267"/>
                </a:lnTo>
                <a:lnTo>
                  <a:pt x="5303163" y="4289313"/>
                </a:lnTo>
                <a:lnTo>
                  <a:pt x="5312238" y="4289440"/>
                </a:lnTo>
                <a:lnTo>
                  <a:pt x="5315211" y="4289488"/>
                </a:lnTo>
                <a:lnTo>
                  <a:pt x="5321266" y="4289580"/>
                </a:lnTo>
                <a:lnTo>
                  <a:pt x="5324237" y="4289626"/>
                </a:lnTo>
                <a:lnTo>
                  <a:pt x="5333314" y="4289766"/>
                </a:lnTo>
                <a:lnTo>
                  <a:pt x="5336285" y="4289812"/>
                </a:lnTo>
                <a:lnTo>
                  <a:pt x="5339303" y="4289859"/>
                </a:lnTo>
                <a:lnTo>
                  <a:pt x="5342342" y="4289859"/>
                </a:lnTo>
                <a:lnTo>
                  <a:pt x="5345296" y="4289893"/>
                </a:lnTo>
                <a:lnTo>
                  <a:pt x="5351351" y="4289987"/>
                </a:lnTo>
                <a:lnTo>
                  <a:pt x="5354324" y="4290033"/>
                </a:lnTo>
                <a:lnTo>
                  <a:pt x="5360379" y="4290126"/>
                </a:lnTo>
                <a:lnTo>
                  <a:pt x="5363399" y="4290126"/>
                </a:lnTo>
                <a:lnTo>
                  <a:pt x="5366370" y="4290172"/>
                </a:lnTo>
                <a:lnTo>
                  <a:pt x="5372427" y="4290264"/>
                </a:lnTo>
                <a:lnTo>
                  <a:pt x="5375397" y="4290312"/>
                </a:lnTo>
                <a:lnTo>
                  <a:pt x="5378418" y="4290312"/>
                </a:lnTo>
                <a:lnTo>
                  <a:pt x="5384473" y="4290392"/>
                </a:lnTo>
                <a:lnTo>
                  <a:pt x="5387445" y="4290439"/>
                </a:lnTo>
                <a:lnTo>
                  <a:pt x="5390466" y="4290439"/>
                </a:lnTo>
                <a:lnTo>
                  <a:pt x="5393501" y="4290485"/>
                </a:lnTo>
                <a:lnTo>
                  <a:pt x="5396457" y="4290531"/>
                </a:lnTo>
                <a:lnTo>
                  <a:pt x="5399493" y="4290577"/>
                </a:lnTo>
                <a:lnTo>
                  <a:pt x="5402512" y="4290577"/>
                </a:lnTo>
                <a:lnTo>
                  <a:pt x="5405549" y="4290625"/>
                </a:lnTo>
                <a:lnTo>
                  <a:pt x="5408505" y="4290671"/>
                </a:lnTo>
                <a:lnTo>
                  <a:pt x="5411539" y="4290717"/>
                </a:lnTo>
                <a:lnTo>
                  <a:pt x="5414560" y="4290717"/>
                </a:lnTo>
                <a:lnTo>
                  <a:pt x="5417533" y="4290763"/>
                </a:lnTo>
                <a:lnTo>
                  <a:pt x="5420551" y="4290810"/>
                </a:lnTo>
                <a:lnTo>
                  <a:pt x="5423587" y="4290810"/>
                </a:lnTo>
                <a:lnTo>
                  <a:pt x="5426608" y="4290845"/>
                </a:lnTo>
                <a:lnTo>
                  <a:pt x="5429579" y="4290892"/>
                </a:lnTo>
                <a:lnTo>
                  <a:pt x="5432615" y="4290892"/>
                </a:lnTo>
                <a:lnTo>
                  <a:pt x="5435636" y="4290938"/>
                </a:lnTo>
                <a:lnTo>
                  <a:pt x="5438606" y="4290984"/>
                </a:lnTo>
                <a:lnTo>
                  <a:pt x="5441627" y="4290984"/>
                </a:lnTo>
                <a:lnTo>
                  <a:pt x="5447682" y="4291078"/>
                </a:lnTo>
                <a:lnTo>
                  <a:pt x="5450655" y="4291078"/>
                </a:lnTo>
                <a:lnTo>
                  <a:pt x="5453675" y="4291124"/>
                </a:lnTo>
                <a:lnTo>
                  <a:pt x="5456709" y="4291124"/>
                </a:lnTo>
                <a:lnTo>
                  <a:pt x="5459666" y="4291170"/>
                </a:lnTo>
                <a:lnTo>
                  <a:pt x="5462703" y="4291216"/>
                </a:lnTo>
                <a:lnTo>
                  <a:pt x="5465721" y="4291216"/>
                </a:lnTo>
                <a:lnTo>
                  <a:pt x="5468757" y="4291263"/>
                </a:lnTo>
                <a:lnTo>
                  <a:pt x="5471714" y="4291263"/>
                </a:lnTo>
                <a:lnTo>
                  <a:pt x="5477769" y="4291343"/>
                </a:lnTo>
                <a:lnTo>
                  <a:pt x="5480741" y="4291343"/>
                </a:lnTo>
                <a:lnTo>
                  <a:pt x="5483760" y="4291391"/>
                </a:lnTo>
                <a:lnTo>
                  <a:pt x="5486797" y="4291391"/>
                </a:lnTo>
                <a:lnTo>
                  <a:pt x="5489767" y="4291437"/>
                </a:lnTo>
                <a:lnTo>
                  <a:pt x="5492787" y="4291437"/>
                </a:lnTo>
                <a:lnTo>
                  <a:pt x="5495824" y="4291483"/>
                </a:lnTo>
                <a:lnTo>
                  <a:pt x="5498843" y="4291483"/>
                </a:lnTo>
                <a:lnTo>
                  <a:pt x="5501815" y="4291529"/>
                </a:lnTo>
                <a:lnTo>
                  <a:pt x="5504833" y="4291529"/>
                </a:lnTo>
                <a:lnTo>
                  <a:pt x="5507870" y="4291576"/>
                </a:lnTo>
                <a:lnTo>
                  <a:pt x="5510827" y="4291576"/>
                </a:lnTo>
                <a:lnTo>
                  <a:pt x="5513861" y="4291622"/>
                </a:lnTo>
                <a:lnTo>
                  <a:pt x="5516881" y="4291622"/>
                </a:lnTo>
                <a:lnTo>
                  <a:pt x="5519918" y="4291668"/>
                </a:lnTo>
                <a:lnTo>
                  <a:pt x="5522873" y="4291668"/>
                </a:lnTo>
                <a:lnTo>
                  <a:pt x="5525909" y="4291714"/>
                </a:lnTo>
                <a:lnTo>
                  <a:pt x="5528929" y="4291714"/>
                </a:lnTo>
                <a:lnTo>
                  <a:pt x="5531900" y="4291762"/>
                </a:lnTo>
                <a:lnTo>
                  <a:pt x="5534921" y="4291762"/>
                </a:lnTo>
                <a:lnTo>
                  <a:pt x="5537957" y="4291808"/>
                </a:lnTo>
                <a:lnTo>
                  <a:pt x="5540978" y="4291808"/>
                </a:lnTo>
                <a:lnTo>
                  <a:pt x="5543948" y="4291843"/>
                </a:lnTo>
                <a:lnTo>
                  <a:pt x="5546985" y="4291843"/>
                </a:lnTo>
                <a:lnTo>
                  <a:pt x="5550003" y="4291889"/>
                </a:lnTo>
                <a:lnTo>
                  <a:pt x="5552976" y="4291889"/>
                </a:lnTo>
                <a:lnTo>
                  <a:pt x="5555997" y="4291935"/>
                </a:lnTo>
                <a:lnTo>
                  <a:pt x="5559031" y="4291935"/>
                </a:lnTo>
                <a:lnTo>
                  <a:pt x="5562051" y="4291981"/>
                </a:lnTo>
                <a:lnTo>
                  <a:pt x="5568043" y="4291981"/>
                </a:lnTo>
                <a:lnTo>
                  <a:pt x="5571079" y="4292029"/>
                </a:lnTo>
                <a:lnTo>
                  <a:pt x="5574035" y="4292029"/>
                </a:lnTo>
                <a:lnTo>
                  <a:pt x="5577070" y="4292075"/>
                </a:lnTo>
                <a:lnTo>
                  <a:pt x="5583127" y="4292075"/>
                </a:lnTo>
                <a:lnTo>
                  <a:pt x="5586081" y="4292121"/>
                </a:lnTo>
                <a:lnTo>
                  <a:pt x="5589118" y="4292121"/>
                </a:lnTo>
                <a:lnTo>
                  <a:pt x="5592139" y="4292167"/>
                </a:lnTo>
                <a:lnTo>
                  <a:pt x="5598146" y="4292167"/>
                </a:lnTo>
                <a:lnTo>
                  <a:pt x="5601166" y="4292214"/>
                </a:lnTo>
                <a:lnTo>
                  <a:pt x="5604137" y="4292214"/>
                </a:lnTo>
                <a:lnTo>
                  <a:pt x="5607157" y="4292260"/>
                </a:lnTo>
                <a:lnTo>
                  <a:pt x="5613212" y="4292260"/>
                </a:lnTo>
                <a:lnTo>
                  <a:pt x="5616185" y="4292306"/>
                </a:lnTo>
                <a:lnTo>
                  <a:pt x="5622240" y="4292306"/>
                </a:lnTo>
                <a:lnTo>
                  <a:pt x="5625196" y="4292342"/>
                </a:lnTo>
                <a:lnTo>
                  <a:pt x="5631251" y="4292342"/>
                </a:lnTo>
                <a:lnTo>
                  <a:pt x="5634288" y="4292388"/>
                </a:lnTo>
                <a:lnTo>
                  <a:pt x="5637242" y="4292388"/>
                </a:lnTo>
                <a:lnTo>
                  <a:pt x="5640279" y="4293838"/>
                </a:lnTo>
                <a:lnTo>
                  <a:pt x="2257304" y="4293838"/>
                </a:lnTo>
                <a:lnTo>
                  <a:pt x="2257308" y="4290847"/>
                </a:lnTo>
                <a:lnTo>
                  <a:pt x="2254281" y="4290847"/>
                </a:lnTo>
                <a:lnTo>
                  <a:pt x="2254284" y="4293838"/>
                </a:lnTo>
                <a:lnTo>
                  <a:pt x="0" y="4293838"/>
                </a:lnTo>
                <a:lnTo>
                  <a:pt x="2970" y="1681655"/>
                </a:lnTo>
                <a:lnTo>
                  <a:pt x="5991" y="1674716"/>
                </a:lnTo>
                <a:lnTo>
                  <a:pt x="9028" y="1667743"/>
                </a:lnTo>
                <a:lnTo>
                  <a:pt x="12048" y="1660804"/>
                </a:lnTo>
                <a:lnTo>
                  <a:pt x="15019" y="1653820"/>
                </a:lnTo>
                <a:lnTo>
                  <a:pt x="21074" y="1639954"/>
                </a:lnTo>
                <a:lnTo>
                  <a:pt x="24030" y="1632970"/>
                </a:lnTo>
                <a:lnTo>
                  <a:pt x="33122" y="1612179"/>
                </a:lnTo>
                <a:lnTo>
                  <a:pt x="36078" y="1605195"/>
                </a:lnTo>
                <a:lnTo>
                  <a:pt x="42133" y="1591329"/>
                </a:lnTo>
                <a:lnTo>
                  <a:pt x="45106" y="1584391"/>
                </a:lnTo>
                <a:lnTo>
                  <a:pt x="51161" y="1570527"/>
                </a:lnTo>
                <a:lnTo>
                  <a:pt x="54197" y="1563543"/>
                </a:lnTo>
                <a:lnTo>
                  <a:pt x="57152" y="1556604"/>
                </a:lnTo>
                <a:lnTo>
                  <a:pt x="60188" y="1549723"/>
                </a:lnTo>
                <a:lnTo>
                  <a:pt x="63209" y="1542786"/>
                </a:lnTo>
                <a:lnTo>
                  <a:pt x="66179" y="1535848"/>
                </a:lnTo>
                <a:lnTo>
                  <a:pt x="75255" y="1515045"/>
                </a:lnTo>
                <a:lnTo>
                  <a:pt x="78227" y="1508165"/>
                </a:lnTo>
                <a:lnTo>
                  <a:pt x="81248" y="1501226"/>
                </a:lnTo>
                <a:lnTo>
                  <a:pt x="84282" y="1494335"/>
                </a:lnTo>
                <a:lnTo>
                  <a:pt x="87239" y="1487408"/>
                </a:lnTo>
                <a:lnTo>
                  <a:pt x="90273" y="1480516"/>
                </a:lnTo>
                <a:lnTo>
                  <a:pt x="93294" y="1473578"/>
                </a:lnTo>
                <a:lnTo>
                  <a:pt x="96330" y="1466686"/>
                </a:lnTo>
                <a:lnTo>
                  <a:pt x="99301" y="1459807"/>
                </a:lnTo>
                <a:lnTo>
                  <a:pt x="105342" y="1446023"/>
                </a:lnTo>
                <a:lnTo>
                  <a:pt x="108312" y="1439130"/>
                </a:lnTo>
                <a:lnTo>
                  <a:pt x="114370" y="1425359"/>
                </a:lnTo>
                <a:lnTo>
                  <a:pt x="117340" y="1418468"/>
                </a:lnTo>
                <a:lnTo>
                  <a:pt x="120361" y="1411623"/>
                </a:lnTo>
                <a:lnTo>
                  <a:pt x="123397" y="1404742"/>
                </a:lnTo>
                <a:lnTo>
                  <a:pt x="126418" y="1397897"/>
                </a:lnTo>
                <a:lnTo>
                  <a:pt x="129388" y="1391004"/>
                </a:lnTo>
                <a:lnTo>
                  <a:pt x="135443" y="1377314"/>
                </a:lnTo>
                <a:lnTo>
                  <a:pt x="138400" y="1370469"/>
                </a:lnTo>
                <a:lnTo>
                  <a:pt x="144455" y="1356789"/>
                </a:lnTo>
                <a:lnTo>
                  <a:pt x="147491" y="1349990"/>
                </a:lnTo>
                <a:lnTo>
                  <a:pt x="150448" y="1343145"/>
                </a:lnTo>
                <a:lnTo>
                  <a:pt x="153482" y="1336346"/>
                </a:lnTo>
                <a:lnTo>
                  <a:pt x="156503" y="1329501"/>
                </a:lnTo>
                <a:lnTo>
                  <a:pt x="159473" y="1322702"/>
                </a:lnTo>
                <a:lnTo>
                  <a:pt x="168567" y="1302305"/>
                </a:lnTo>
                <a:lnTo>
                  <a:pt x="171521" y="1295518"/>
                </a:lnTo>
                <a:lnTo>
                  <a:pt x="174558" y="1288754"/>
                </a:lnTo>
                <a:lnTo>
                  <a:pt x="177578" y="1281967"/>
                </a:lnTo>
                <a:lnTo>
                  <a:pt x="180549" y="1275214"/>
                </a:lnTo>
                <a:lnTo>
                  <a:pt x="189624" y="1254944"/>
                </a:lnTo>
                <a:lnTo>
                  <a:pt x="192597" y="1248193"/>
                </a:lnTo>
                <a:lnTo>
                  <a:pt x="195617" y="1241486"/>
                </a:lnTo>
                <a:lnTo>
                  <a:pt x="198652" y="1234734"/>
                </a:lnTo>
                <a:lnTo>
                  <a:pt x="201608" y="1228027"/>
                </a:lnTo>
                <a:lnTo>
                  <a:pt x="210700" y="1207909"/>
                </a:lnTo>
                <a:lnTo>
                  <a:pt x="213671" y="1201203"/>
                </a:lnTo>
                <a:lnTo>
                  <a:pt x="216691" y="1194532"/>
                </a:lnTo>
                <a:lnTo>
                  <a:pt x="219728" y="1187825"/>
                </a:lnTo>
                <a:lnTo>
                  <a:pt x="222682" y="1181165"/>
                </a:lnTo>
                <a:lnTo>
                  <a:pt x="228739" y="1167846"/>
                </a:lnTo>
                <a:lnTo>
                  <a:pt x="231774" y="1161221"/>
                </a:lnTo>
                <a:lnTo>
                  <a:pt x="234730" y="1154561"/>
                </a:lnTo>
                <a:lnTo>
                  <a:pt x="240785" y="1141324"/>
                </a:lnTo>
                <a:lnTo>
                  <a:pt x="243758" y="1134710"/>
                </a:lnTo>
                <a:lnTo>
                  <a:pt x="246778" y="1128097"/>
                </a:lnTo>
                <a:lnTo>
                  <a:pt x="249813" y="1121519"/>
                </a:lnTo>
                <a:lnTo>
                  <a:pt x="252769" y="1114951"/>
                </a:lnTo>
                <a:lnTo>
                  <a:pt x="261861" y="1095240"/>
                </a:lnTo>
                <a:lnTo>
                  <a:pt x="264832" y="1088708"/>
                </a:lnTo>
                <a:lnTo>
                  <a:pt x="267852" y="1082140"/>
                </a:lnTo>
                <a:lnTo>
                  <a:pt x="270872" y="1075608"/>
                </a:lnTo>
                <a:lnTo>
                  <a:pt x="273843" y="1069088"/>
                </a:lnTo>
                <a:lnTo>
                  <a:pt x="279900" y="1056128"/>
                </a:lnTo>
                <a:lnTo>
                  <a:pt x="282935" y="1049597"/>
                </a:lnTo>
                <a:lnTo>
                  <a:pt x="285891" y="1043123"/>
                </a:lnTo>
                <a:lnTo>
                  <a:pt x="288928" y="1036683"/>
                </a:lnTo>
                <a:lnTo>
                  <a:pt x="291948" y="1030197"/>
                </a:lnTo>
                <a:lnTo>
                  <a:pt x="294919" y="1023769"/>
                </a:lnTo>
                <a:lnTo>
                  <a:pt x="300974" y="1010890"/>
                </a:lnTo>
                <a:lnTo>
                  <a:pt x="303994" y="1004498"/>
                </a:lnTo>
                <a:lnTo>
                  <a:pt x="306967" y="998070"/>
                </a:lnTo>
                <a:lnTo>
                  <a:pt x="313022" y="985284"/>
                </a:lnTo>
                <a:lnTo>
                  <a:pt x="315978" y="978937"/>
                </a:lnTo>
                <a:lnTo>
                  <a:pt x="319013" y="972557"/>
                </a:lnTo>
                <a:lnTo>
                  <a:pt x="322033" y="966210"/>
                </a:lnTo>
                <a:lnTo>
                  <a:pt x="325070" y="959910"/>
                </a:lnTo>
                <a:lnTo>
                  <a:pt x="328041" y="953564"/>
                </a:lnTo>
                <a:lnTo>
                  <a:pt x="334096" y="940964"/>
                </a:lnTo>
                <a:lnTo>
                  <a:pt x="337052" y="934664"/>
                </a:lnTo>
                <a:lnTo>
                  <a:pt x="340089" y="928364"/>
                </a:lnTo>
                <a:lnTo>
                  <a:pt x="346144" y="915856"/>
                </a:lnTo>
                <a:lnTo>
                  <a:pt x="349100" y="909650"/>
                </a:lnTo>
                <a:lnTo>
                  <a:pt x="352135" y="903395"/>
                </a:lnTo>
                <a:lnTo>
                  <a:pt x="355155" y="897176"/>
                </a:lnTo>
                <a:lnTo>
                  <a:pt x="358128" y="890970"/>
                </a:lnTo>
                <a:lnTo>
                  <a:pt x="361148" y="884809"/>
                </a:lnTo>
                <a:lnTo>
                  <a:pt x="364183" y="878600"/>
                </a:lnTo>
                <a:lnTo>
                  <a:pt x="367139" y="872437"/>
                </a:lnTo>
                <a:lnTo>
                  <a:pt x="370174" y="866319"/>
                </a:lnTo>
                <a:lnTo>
                  <a:pt x="373194" y="860155"/>
                </a:lnTo>
                <a:lnTo>
                  <a:pt x="376231" y="854037"/>
                </a:lnTo>
                <a:lnTo>
                  <a:pt x="379202" y="847964"/>
                </a:lnTo>
                <a:lnTo>
                  <a:pt x="382222" y="841846"/>
                </a:lnTo>
                <a:lnTo>
                  <a:pt x="385259" y="835771"/>
                </a:lnTo>
                <a:lnTo>
                  <a:pt x="388213" y="829699"/>
                </a:lnTo>
                <a:lnTo>
                  <a:pt x="391250" y="823626"/>
                </a:lnTo>
                <a:lnTo>
                  <a:pt x="397305" y="811570"/>
                </a:lnTo>
                <a:lnTo>
                  <a:pt x="400261" y="805543"/>
                </a:lnTo>
                <a:lnTo>
                  <a:pt x="403296" y="799560"/>
                </a:lnTo>
                <a:lnTo>
                  <a:pt x="406316" y="793623"/>
                </a:lnTo>
                <a:lnTo>
                  <a:pt x="409289" y="787640"/>
                </a:lnTo>
                <a:lnTo>
                  <a:pt x="418364" y="769829"/>
                </a:lnTo>
                <a:lnTo>
                  <a:pt x="421335" y="763938"/>
                </a:lnTo>
                <a:lnTo>
                  <a:pt x="427392" y="752153"/>
                </a:lnTo>
                <a:lnTo>
                  <a:pt x="430362" y="746307"/>
                </a:lnTo>
                <a:lnTo>
                  <a:pt x="436403" y="734615"/>
                </a:lnTo>
                <a:lnTo>
                  <a:pt x="439440" y="728813"/>
                </a:lnTo>
                <a:lnTo>
                  <a:pt x="442411" y="723013"/>
                </a:lnTo>
                <a:lnTo>
                  <a:pt x="445431" y="717211"/>
                </a:lnTo>
                <a:lnTo>
                  <a:pt x="448466" y="711456"/>
                </a:lnTo>
                <a:lnTo>
                  <a:pt x="451422" y="705744"/>
                </a:lnTo>
                <a:lnTo>
                  <a:pt x="454459" y="699989"/>
                </a:lnTo>
                <a:lnTo>
                  <a:pt x="460514" y="688568"/>
                </a:lnTo>
                <a:lnTo>
                  <a:pt x="463470" y="682903"/>
                </a:lnTo>
                <a:lnTo>
                  <a:pt x="469525" y="671572"/>
                </a:lnTo>
                <a:lnTo>
                  <a:pt x="472496" y="665952"/>
                </a:lnTo>
                <a:lnTo>
                  <a:pt x="475516" y="660333"/>
                </a:lnTo>
                <a:lnTo>
                  <a:pt x="478553" y="654758"/>
                </a:lnTo>
                <a:lnTo>
                  <a:pt x="481573" y="649139"/>
                </a:lnTo>
                <a:lnTo>
                  <a:pt x="484544" y="643609"/>
                </a:lnTo>
                <a:lnTo>
                  <a:pt x="487564" y="638080"/>
                </a:lnTo>
                <a:lnTo>
                  <a:pt x="490601" y="632506"/>
                </a:lnTo>
                <a:lnTo>
                  <a:pt x="493571" y="627022"/>
                </a:lnTo>
                <a:lnTo>
                  <a:pt x="499626" y="616053"/>
                </a:lnTo>
                <a:lnTo>
                  <a:pt x="502583" y="610615"/>
                </a:lnTo>
                <a:lnTo>
                  <a:pt x="508640" y="599738"/>
                </a:lnTo>
                <a:lnTo>
                  <a:pt x="511674" y="594344"/>
                </a:lnTo>
                <a:lnTo>
                  <a:pt x="514631" y="588952"/>
                </a:lnTo>
                <a:lnTo>
                  <a:pt x="520686" y="578256"/>
                </a:lnTo>
                <a:lnTo>
                  <a:pt x="523658" y="572953"/>
                </a:lnTo>
                <a:lnTo>
                  <a:pt x="526677" y="567605"/>
                </a:lnTo>
                <a:lnTo>
                  <a:pt x="532734" y="557091"/>
                </a:lnTo>
                <a:lnTo>
                  <a:pt x="535705" y="551788"/>
                </a:lnTo>
                <a:lnTo>
                  <a:pt x="538725" y="546622"/>
                </a:lnTo>
                <a:lnTo>
                  <a:pt x="541762" y="541409"/>
                </a:lnTo>
                <a:lnTo>
                  <a:pt x="544732" y="536197"/>
                </a:lnTo>
                <a:lnTo>
                  <a:pt x="550787" y="525864"/>
                </a:lnTo>
                <a:lnTo>
                  <a:pt x="553808" y="520743"/>
                </a:lnTo>
                <a:lnTo>
                  <a:pt x="556780" y="515622"/>
                </a:lnTo>
                <a:lnTo>
                  <a:pt x="562835" y="505470"/>
                </a:lnTo>
                <a:lnTo>
                  <a:pt x="565792" y="500438"/>
                </a:lnTo>
                <a:lnTo>
                  <a:pt x="571847" y="490377"/>
                </a:lnTo>
                <a:lnTo>
                  <a:pt x="574883" y="485392"/>
                </a:lnTo>
                <a:lnTo>
                  <a:pt x="577840" y="480406"/>
                </a:lnTo>
                <a:lnTo>
                  <a:pt x="583895" y="470528"/>
                </a:lnTo>
                <a:lnTo>
                  <a:pt x="586865" y="465633"/>
                </a:lnTo>
                <a:lnTo>
                  <a:pt x="589886" y="460738"/>
                </a:lnTo>
                <a:lnTo>
                  <a:pt x="595943" y="451039"/>
                </a:lnTo>
                <a:lnTo>
                  <a:pt x="598913" y="446188"/>
                </a:lnTo>
                <a:lnTo>
                  <a:pt x="601934" y="441430"/>
                </a:lnTo>
                <a:lnTo>
                  <a:pt x="604968" y="436626"/>
                </a:lnTo>
                <a:lnTo>
                  <a:pt x="607941" y="431867"/>
                </a:lnTo>
                <a:lnTo>
                  <a:pt x="617016" y="417728"/>
                </a:lnTo>
                <a:lnTo>
                  <a:pt x="619987" y="413058"/>
                </a:lnTo>
                <a:lnTo>
                  <a:pt x="623007" y="408437"/>
                </a:lnTo>
                <a:lnTo>
                  <a:pt x="626044" y="403769"/>
                </a:lnTo>
                <a:lnTo>
                  <a:pt x="629001" y="399190"/>
                </a:lnTo>
                <a:lnTo>
                  <a:pt x="635056" y="390036"/>
                </a:lnTo>
                <a:lnTo>
                  <a:pt x="638026" y="385503"/>
                </a:lnTo>
                <a:lnTo>
                  <a:pt x="641046" y="381016"/>
                </a:lnTo>
                <a:lnTo>
                  <a:pt x="644083" y="376485"/>
                </a:lnTo>
                <a:lnTo>
                  <a:pt x="647104" y="372043"/>
                </a:lnTo>
                <a:lnTo>
                  <a:pt x="650074" y="367602"/>
                </a:lnTo>
                <a:lnTo>
                  <a:pt x="653095" y="363162"/>
                </a:lnTo>
                <a:lnTo>
                  <a:pt x="656131" y="358764"/>
                </a:lnTo>
                <a:lnTo>
                  <a:pt x="659102" y="354412"/>
                </a:lnTo>
                <a:lnTo>
                  <a:pt x="662122" y="350016"/>
                </a:lnTo>
                <a:lnTo>
                  <a:pt x="668177" y="341406"/>
                </a:lnTo>
                <a:lnTo>
                  <a:pt x="671150" y="337100"/>
                </a:lnTo>
                <a:lnTo>
                  <a:pt x="674168" y="332886"/>
                </a:lnTo>
                <a:lnTo>
                  <a:pt x="677205" y="328626"/>
                </a:lnTo>
                <a:lnTo>
                  <a:pt x="680161" y="324411"/>
                </a:lnTo>
                <a:lnTo>
                  <a:pt x="689253" y="311902"/>
                </a:lnTo>
                <a:lnTo>
                  <a:pt x="692207" y="307822"/>
                </a:lnTo>
                <a:lnTo>
                  <a:pt x="695244" y="303699"/>
                </a:lnTo>
                <a:lnTo>
                  <a:pt x="698264" y="299620"/>
                </a:lnTo>
                <a:lnTo>
                  <a:pt x="701235" y="295585"/>
                </a:lnTo>
                <a:lnTo>
                  <a:pt x="704255" y="291598"/>
                </a:lnTo>
                <a:lnTo>
                  <a:pt x="707292" y="287564"/>
                </a:lnTo>
                <a:lnTo>
                  <a:pt x="710312" y="283621"/>
                </a:lnTo>
                <a:lnTo>
                  <a:pt x="713283" y="279677"/>
                </a:lnTo>
                <a:lnTo>
                  <a:pt x="716318" y="275735"/>
                </a:lnTo>
                <a:lnTo>
                  <a:pt x="719338" y="271884"/>
                </a:lnTo>
                <a:lnTo>
                  <a:pt x="722311" y="267985"/>
                </a:lnTo>
                <a:lnTo>
                  <a:pt x="725331" y="264133"/>
                </a:lnTo>
                <a:lnTo>
                  <a:pt x="731386" y="256520"/>
                </a:lnTo>
                <a:lnTo>
                  <a:pt x="734357" y="252757"/>
                </a:lnTo>
                <a:lnTo>
                  <a:pt x="737377" y="248996"/>
                </a:lnTo>
                <a:lnTo>
                  <a:pt x="740414" y="245280"/>
                </a:lnTo>
                <a:lnTo>
                  <a:pt x="743368" y="241563"/>
                </a:lnTo>
                <a:lnTo>
                  <a:pt x="749425" y="234312"/>
                </a:lnTo>
                <a:lnTo>
                  <a:pt x="752396" y="230641"/>
                </a:lnTo>
                <a:lnTo>
                  <a:pt x="755416" y="227060"/>
                </a:lnTo>
                <a:lnTo>
                  <a:pt x="758453" y="223525"/>
                </a:lnTo>
                <a:lnTo>
                  <a:pt x="761473" y="219945"/>
                </a:lnTo>
                <a:lnTo>
                  <a:pt x="764444" y="216454"/>
                </a:lnTo>
                <a:lnTo>
                  <a:pt x="770499" y="209475"/>
                </a:lnTo>
                <a:lnTo>
                  <a:pt x="773472" y="206076"/>
                </a:lnTo>
                <a:lnTo>
                  <a:pt x="779527" y="199279"/>
                </a:lnTo>
                <a:lnTo>
                  <a:pt x="782547" y="195925"/>
                </a:lnTo>
                <a:lnTo>
                  <a:pt x="785518" y="192615"/>
                </a:lnTo>
                <a:lnTo>
                  <a:pt x="788538" y="189262"/>
                </a:lnTo>
                <a:lnTo>
                  <a:pt x="791575" y="185998"/>
                </a:lnTo>
                <a:lnTo>
                  <a:pt x="794531" y="182781"/>
                </a:lnTo>
                <a:lnTo>
                  <a:pt x="797566" y="179517"/>
                </a:lnTo>
                <a:lnTo>
                  <a:pt x="803623" y="173173"/>
                </a:lnTo>
                <a:lnTo>
                  <a:pt x="806577" y="170000"/>
                </a:lnTo>
                <a:lnTo>
                  <a:pt x="812634" y="163836"/>
                </a:lnTo>
                <a:lnTo>
                  <a:pt x="815605" y="160754"/>
                </a:lnTo>
                <a:lnTo>
                  <a:pt x="818625" y="157719"/>
                </a:lnTo>
                <a:lnTo>
                  <a:pt x="824680" y="151736"/>
                </a:lnTo>
                <a:lnTo>
                  <a:pt x="827653" y="148790"/>
                </a:lnTo>
                <a:lnTo>
                  <a:pt x="830688" y="145890"/>
                </a:lnTo>
                <a:lnTo>
                  <a:pt x="833708" y="142944"/>
                </a:lnTo>
                <a:lnTo>
                  <a:pt x="836681" y="140088"/>
                </a:lnTo>
                <a:lnTo>
                  <a:pt x="839699" y="137279"/>
                </a:lnTo>
                <a:lnTo>
                  <a:pt x="842736" y="134423"/>
                </a:lnTo>
                <a:lnTo>
                  <a:pt x="845756" y="131658"/>
                </a:lnTo>
                <a:lnTo>
                  <a:pt x="848727" y="128894"/>
                </a:lnTo>
                <a:lnTo>
                  <a:pt x="851747" y="126129"/>
                </a:lnTo>
                <a:lnTo>
                  <a:pt x="854784" y="123455"/>
                </a:lnTo>
                <a:lnTo>
                  <a:pt x="857738" y="120780"/>
                </a:lnTo>
                <a:lnTo>
                  <a:pt x="860775" y="118107"/>
                </a:lnTo>
                <a:lnTo>
                  <a:pt x="866830" y="112941"/>
                </a:lnTo>
                <a:lnTo>
                  <a:pt x="869786" y="110357"/>
                </a:lnTo>
                <a:lnTo>
                  <a:pt x="872823" y="107819"/>
                </a:lnTo>
                <a:lnTo>
                  <a:pt x="875843" y="105327"/>
                </a:lnTo>
                <a:lnTo>
                  <a:pt x="878814" y="102835"/>
                </a:lnTo>
                <a:lnTo>
                  <a:pt x="881849" y="100386"/>
                </a:lnTo>
                <a:lnTo>
                  <a:pt x="884869" y="97985"/>
                </a:lnTo>
                <a:lnTo>
                  <a:pt x="887842" y="95583"/>
                </a:lnTo>
                <a:lnTo>
                  <a:pt x="890862" y="93225"/>
                </a:lnTo>
                <a:lnTo>
                  <a:pt x="893897" y="90914"/>
                </a:lnTo>
                <a:lnTo>
                  <a:pt x="896917" y="88558"/>
                </a:lnTo>
                <a:lnTo>
                  <a:pt x="899888" y="86292"/>
                </a:lnTo>
                <a:lnTo>
                  <a:pt x="902908" y="84072"/>
                </a:lnTo>
                <a:lnTo>
                  <a:pt x="905945" y="81806"/>
                </a:lnTo>
                <a:lnTo>
                  <a:pt x="908899" y="79630"/>
                </a:lnTo>
                <a:lnTo>
                  <a:pt x="911936" y="77500"/>
                </a:lnTo>
                <a:lnTo>
                  <a:pt x="914956" y="75324"/>
                </a:lnTo>
                <a:lnTo>
                  <a:pt x="917991" y="73239"/>
                </a:lnTo>
                <a:lnTo>
                  <a:pt x="920947" y="71155"/>
                </a:lnTo>
                <a:lnTo>
                  <a:pt x="923984" y="69114"/>
                </a:lnTo>
                <a:lnTo>
                  <a:pt x="927004" y="67121"/>
                </a:lnTo>
                <a:lnTo>
                  <a:pt x="929975" y="65128"/>
                </a:lnTo>
                <a:lnTo>
                  <a:pt x="932995" y="63133"/>
                </a:lnTo>
                <a:lnTo>
                  <a:pt x="939067" y="59326"/>
                </a:lnTo>
                <a:lnTo>
                  <a:pt x="942023" y="57422"/>
                </a:lnTo>
                <a:lnTo>
                  <a:pt x="948078" y="53796"/>
                </a:lnTo>
                <a:lnTo>
                  <a:pt x="951048" y="51982"/>
                </a:lnTo>
                <a:lnTo>
                  <a:pt x="960126" y="46816"/>
                </a:lnTo>
                <a:lnTo>
                  <a:pt x="963097" y="45185"/>
                </a:lnTo>
                <a:lnTo>
                  <a:pt x="969154" y="41922"/>
                </a:lnTo>
                <a:lnTo>
                  <a:pt x="972108" y="40380"/>
                </a:lnTo>
                <a:lnTo>
                  <a:pt x="978165" y="37299"/>
                </a:lnTo>
                <a:lnTo>
                  <a:pt x="981200" y="35803"/>
                </a:lnTo>
                <a:lnTo>
                  <a:pt x="984156" y="34353"/>
                </a:lnTo>
                <a:lnTo>
                  <a:pt x="987191" y="32903"/>
                </a:lnTo>
                <a:lnTo>
                  <a:pt x="990211" y="31544"/>
                </a:lnTo>
                <a:lnTo>
                  <a:pt x="993184" y="30184"/>
                </a:lnTo>
                <a:lnTo>
                  <a:pt x="996218" y="28824"/>
                </a:lnTo>
                <a:lnTo>
                  <a:pt x="999239" y="27511"/>
                </a:lnTo>
                <a:lnTo>
                  <a:pt x="1002275" y="26241"/>
                </a:lnTo>
                <a:lnTo>
                  <a:pt x="1005230" y="24971"/>
                </a:lnTo>
                <a:lnTo>
                  <a:pt x="1011287" y="22615"/>
                </a:lnTo>
                <a:lnTo>
                  <a:pt x="1014257" y="21436"/>
                </a:lnTo>
                <a:lnTo>
                  <a:pt x="1017278" y="20304"/>
                </a:lnTo>
                <a:lnTo>
                  <a:pt x="1020314" y="19216"/>
                </a:lnTo>
                <a:lnTo>
                  <a:pt x="1023269" y="18128"/>
                </a:lnTo>
                <a:lnTo>
                  <a:pt x="1029326" y="16135"/>
                </a:lnTo>
                <a:lnTo>
                  <a:pt x="1032360" y="15093"/>
                </a:lnTo>
                <a:lnTo>
                  <a:pt x="1035317" y="14184"/>
                </a:lnTo>
                <a:lnTo>
                  <a:pt x="1041372" y="12372"/>
                </a:lnTo>
                <a:lnTo>
                  <a:pt x="1044344" y="11557"/>
                </a:lnTo>
                <a:lnTo>
                  <a:pt x="1047379" y="10695"/>
                </a:lnTo>
                <a:lnTo>
                  <a:pt x="1050400" y="9879"/>
                </a:lnTo>
                <a:lnTo>
                  <a:pt x="1053436" y="9155"/>
                </a:lnTo>
                <a:lnTo>
                  <a:pt x="1056390" y="8429"/>
                </a:lnTo>
                <a:lnTo>
                  <a:pt x="1059427" y="7704"/>
                </a:lnTo>
                <a:lnTo>
                  <a:pt x="1062448" y="7071"/>
                </a:lnTo>
                <a:lnTo>
                  <a:pt x="1065418" y="6435"/>
                </a:lnTo>
                <a:lnTo>
                  <a:pt x="1068439" y="5756"/>
                </a:lnTo>
                <a:lnTo>
                  <a:pt x="1074496" y="4668"/>
                </a:lnTo>
                <a:lnTo>
                  <a:pt x="1077466" y="4123"/>
                </a:lnTo>
                <a:lnTo>
                  <a:pt x="1083521" y="3218"/>
                </a:lnTo>
                <a:lnTo>
                  <a:pt x="1086478" y="2765"/>
                </a:lnTo>
                <a:lnTo>
                  <a:pt x="1089514" y="2357"/>
                </a:lnTo>
                <a:lnTo>
                  <a:pt x="1095569" y="1631"/>
                </a:lnTo>
                <a:lnTo>
                  <a:pt x="1098526" y="1360"/>
                </a:lnTo>
                <a:lnTo>
                  <a:pt x="1104597" y="816"/>
                </a:lnTo>
                <a:lnTo>
                  <a:pt x="1107553" y="635"/>
                </a:lnTo>
                <a:lnTo>
                  <a:pt x="1113608" y="272"/>
                </a:lnTo>
                <a:lnTo>
                  <a:pt x="1116645" y="181"/>
                </a:lnTo>
                <a:lnTo>
                  <a:pt x="1119599" y="90"/>
                </a:lnTo>
                <a:close/>
              </a:path>
            </a:pathLst>
          </a:custGeom>
          <a:solidFill>
            <a:schemeClr val="bg2">
              <a:lumMod val="90000"/>
            </a:schemeClr>
          </a:solidFill>
          <a:ln w="7808" cap="flat">
            <a:noFill/>
            <a:prstDash val="solid"/>
            <a:miter/>
          </a:ln>
        </p:spPr>
        <p:txBody>
          <a:bodyPr rtlCol="0" anchor="ctr"/>
          <a:lstStyle/>
          <a:p>
            <a:endParaRPr lang="en-GB" noProof="0"/>
          </a:p>
        </p:txBody>
      </p:sp>
      <p:sp>
        <p:nvSpPr>
          <p:cNvPr id="5" name="Slide Number Placeholder 2">
            <a:extLst>
              <a:ext uri="{FF2B5EF4-FFF2-40B4-BE49-F238E27FC236}">
                <a16:creationId xmlns:a16="http://schemas.microsoft.com/office/drawing/2014/main" id="{08349394-388D-734D-1000-AE559F384A22}"/>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0E8C59DE-7586-C40F-29DE-F0B3E5C0F3C4}"/>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1F4D17E5-5CAD-9DEE-160E-4D6B86E2273C}"/>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9567EDF1-7A7F-F2A9-F64E-1522A3CFC36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91" name="Freeform: Shape 190">
            <a:extLst>
              <a:ext uri="{FF2B5EF4-FFF2-40B4-BE49-F238E27FC236}">
                <a16:creationId xmlns:a16="http://schemas.microsoft.com/office/drawing/2014/main" id="{AF402C9D-0B16-8337-54FE-35DBBD12CC55}"/>
              </a:ext>
            </a:extLst>
          </p:cNvPr>
          <p:cNvSpPr/>
          <p:nvPr/>
        </p:nvSpPr>
        <p:spPr>
          <a:xfrm>
            <a:off x="4971832" y="1548271"/>
            <a:ext cx="2248340" cy="1681653"/>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192" name="Freeform: Shape 191">
            <a:extLst>
              <a:ext uri="{FF2B5EF4-FFF2-40B4-BE49-F238E27FC236}">
                <a16:creationId xmlns:a16="http://schemas.microsoft.com/office/drawing/2014/main" id="{7BEA99A9-4284-1AF8-7B25-1BBF1F87F72E}"/>
              </a:ext>
            </a:extLst>
          </p:cNvPr>
          <p:cNvSpPr/>
          <p:nvPr/>
        </p:nvSpPr>
        <p:spPr>
          <a:xfrm>
            <a:off x="7229200" y="3250774"/>
            <a:ext cx="3376901" cy="258988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195" name="TextBox 194">
                <a:extLst>
                  <a:ext uri="{FF2B5EF4-FFF2-40B4-BE49-F238E27FC236}">
                    <a16:creationId xmlns:a16="http://schemas.microsoft.com/office/drawing/2014/main" id="{B9FDD406-D5B7-98E6-5B79-2EF8D4459C53}"/>
                  </a:ext>
                </a:extLst>
              </p:cNvPr>
              <p:cNvSpPr txBox="1"/>
              <p:nvPr/>
            </p:nvSpPr>
            <p:spPr>
              <a:xfrm>
                <a:off x="10771530" y="5686724"/>
                <a:ext cx="281857" cy="307777"/>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195" name="TextBox 194">
                <a:extLst>
                  <a:ext uri="{FF2B5EF4-FFF2-40B4-BE49-F238E27FC236}">
                    <a16:creationId xmlns:a16="http://schemas.microsoft.com/office/drawing/2014/main" id="{B9FDD406-D5B7-98E6-5B79-2EF8D4459C53}"/>
                  </a:ext>
                </a:extLst>
              </p:cNvPr>
              <p:cNvSpPr txBox="1">
                <a:spLocks noRot="1" noChangeAspect="1" noMove="1" noResize="1" noEditPoints="1" noAdjustHandles="1" noChangeArrowheads="1" noChangeShapeType="1" noTextEdit="1"/>
              </p:cNvSpPr>
              <p:nvPr/>
            </p:nvSpPr>
            <p:spPr>
              <a:xfrm>
                <a:off x="10771530" y="5686724"/>
                <a:ext cx="281857" cy="307777"/>
              </a:xfrm>
              <a:prstGeom prst="rect">
                <a:avLst/>
              </a:prstGeom>
              <a:blipFill>
                <a:blip r:embed="rId13"/>
                <a:stretch>
                  <a:fillRect/>
                </a:stretch>
              </a:blipFill>
            </p:spPr>
            <p:txBody>
              <a:bodyPr/>
              <a:lstStyle/>
              <a:p>
                <a:r>
                  <a:rPr lang="en-US">
                    <a:noFill/>
                  </a:rPr>
                  <a:t> </a:t>
                </a:r>
              </a:p>
            </p:txBody>
          </p:sp>
        </mc:Fallback>
      </mc:AlternateContent>
      <p:cxnSp>
        <p:nvCxnSpPr>
          <p:cNvPr id="196" name="Straight Connector 195">
            <a:extLst>
              <a:ext uri="{FF2B5EF4-FFF2-40B4-BE49-F238E27FC236}">
                <a16:creationId xmlns:a16="http://schemas.microsoft.com/office/drawing/2014/main" id="{68CC13C5-E824-F1B9-E6F8-85D77C3B8D9C}"/>
              </a:ext>
            </a:extLst>
          </p:cNvPr>
          <p:cNvCxnSpPr>
            <a:cxnSpLocks/>
          </p:cNvCxnSpPr>
          <p:nvPr/>
        </p:nvCxnSpPr>
        <p:spPr>
          <a:xfrm>
            <a:off x="1597943" y="5840613"/>
            <a:ext cx="9146257"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pic>
        <p:nvPicPr>
          <p:cNvPr id="239" name="Picture 238" descr="\documentclass{article}&#10;\usepackage{amsmath}&#10;\pagestyle{empty}&#10;\begin{document}&#10;&#10;\[&#10;P(Y_n = 1) = 1 - P(Y_n &gt; 1)&#10;\]&#10;&#10;\end{document}" title="IguanaTex Picture Display">
            <a:extLst>
              <a:ext uri="{FF2B5EF4-FFF2-40B4-BE49-F238E27FC236}">
                <a16:creationId xmlns:a16="http://schemas.microsoft.com/office/drawing/2014/main" id="{A9DC68D9-D52F-60C7-E5F9-590751FF3F39}"/>
              </a:ext>
            </a:extLst>
          </p:cNvPr>
          <p:cNvPicPr>
            <a:picLocks noChangeAspect="1"/>
          </p:cNvPicPr>
          <p:nvPr>
            <p:custDataLst>
              <p:tags r:id="rId1"/>
            </p:custDataLst>
          </p:nvPr>
        </p:nvPicPr>
        <p:blipFill>
          <a:blip r:embed="rId14" cstate="print">
            <a:extLst>
              <a:ext uri="{28A0092B-C50C-407E-A947-70E740481C1C}">
                <a14:useLocalDpi xmlns:a14="http://schemas.microsoft.com/office/drawing/2010/main" val="0"/>
              </a:ext>
            </a:extLst>
          </a:blip>
          <a:stretch>
            <a:fillRect/>
          </a:stretch>
        </p:blipFill>
        <p:spPr>
          <a:xfrm>
            <a:off x="1134276" y="1700170"/>
            <a:ext cx="2328855" cy="195930"/>
          </a:xfrm>
          <a:prstGeom prst="rect">
            <a:avLst/>
          </a:prstGeom>
        </p:spPr>
      </p:pic>
      <p:sp>
        <p:nvSpPr>
          <p:cNvPr id="190" name="Freeform: Shape 189">
            <a:extLst>
              <a:ext uri="{FF2B5EF4-FFF2-40B4-BE49-F238E27FC236}">
                <a16:creationId xmlns:a16="http://schemas.microsoft.com/office/drawing/2014/main" id="{B4F38471-A831-875A-CE19-2DD901EFA7F1}"/>
              </a:ext>
            </a:extLst>
          </p:cNvPr>
          <p:cNvSpPr/>
          <p:nvPr/>
        </p:nvSpPr>
        <p:spPr>
          <a:xfrm>
            <a:off x="1585894" y="3250774"/>
            <a:ext cx="3376908" cy="258988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288" name="TextBox 287">
                <a:extLst>
                  <a:ext uri="{FF2B5EF4-FFF2-40B4-BE49-F238E27FC236}">
                    <a16:creationId xmlns:a16="http://schemas.microsoft.com/office/drawing/2014/main" id="{3264B755-367E-753E-EEEC-15E9F7934DD2}"/>
                  </a:ext>
                </a:extLst>
              </p:cNvPr>
              <p:cNvSpPr txBox="1"/>
              <p:nvPr/>
            </p:nvSpPr>
            <p:spPr>
              <a:xfrm>
                <a:off x="4572583" y="5828579"/>
                <a:ext cx="817952" cy="27699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GB" sz="1200" b="0" i="1" noProof="0" smtClean="0">
                          <a:solidFill>
                            <a:prstClr val="black"/>
                          </a:solidFill>
                          <a:latin typeface="Cambria Math" panose="02040503050406030204" pitchFamily="18" charset="0"/>
                        </a:rPr>
                        <m:t>𝑗</m:t>
                      </m:r>
                      <m:r>
                        <a:rPr lang="en-GB" sz="1200" b="0" i="1" noProof="0" smtClean="0">
                          <a:solidFill>
                            <a:prstClr val="black"/>
                          </a:solidFill>
                          <a:latin typeface="Cambria Math" panose="02040503050406030204" pitchFamily="18" charset="0"/>
                        </a:rPr>
                        <m:t>=1</m:t>
                      </m:r>
                    </m:oMath>
                  </m:oMathPara>
                </a14:m>
                <a:endParaRPr lang="en-GB" sz="1200" noProof="0"/>
              </a:p>
            </p:txBody>
          </p:sp>
        </mc:Choice>
        <mc:Fallback xmlns="">
          <p:sp>
            <p:nvSpPr>
              <p:cNvPr id="288" name="TextBox 287">
                <a:extLst>
                  <a:ext uri="{FF2B5EF4-FFF2-40B4-BE49-F238E27FC236}">
                    <a16:creationId xmlns:a16="http://schemas.microsoft.com/office/drawing/2014/main" id="{3264B755-367E-753E-EEEC-15E9F7934DD2}"/>
                  </a:ext>
                </a:extLst>
              </p:cNvPr>
              <p:cNvSpPr txBox="1">
                <a:spLocks noRot="1" noChangeAspect="1" noMove="1" noResize="1" noEditPoints="1" noAdjustHandles="1" noChangeArrowheads="1" noChangeShapeType="1" noTextEdit="1"/>
              </p:cNvSpPr>
              <p:nvPr/>
            </p:nvSpPr>
            <p:spPr>
              <a:xfrm>
                <a:off x="4572583" y="5828579"/>
                <a:ext cx="817952" cy="276999"/>
              </a:xfrm>
              <a:prstGeom prst="rect">
                <a:avLst/>
              </a:prstGeom>
              <a:blipFill>
                <a:blip r:embed="rId15"/>
                <a:stretch>
                  <a:fillRect b="-2174"/>
                </a:stretch>
              </a:blipFill>
            </p:spPr>
            <p:txBody>
              <a:bodyPr/>
              <a:lstStyle/>
              <a:p>
                <a:r>
                  <a:rPr lang="en-US">
                    <a:noFill/>
                  </a:rPr>
                  <a:t> </a:t>
                </a:r>
              </a:p>
            </p:txBody>
          </p:sp>
        </mc:Fallback>
      </mc:AlternateContent>
      <p:grpSp>
        <p:nvGrpSpPr>
          <p:cNvPr id="74" name="Group 73" descr="\documentclass{article}&#10;\usepackage{amsmath}&#10;\pagestyle{empty}&#10;\begin{document}&#10;&#10;$P(Y_n = 1)$&#10;&#10;&#10;\end{document}" title="IguanaTex Shape Display">
            <a:extLst>
              <a:ext uri="{FF2B5EF4-FFF2-40B4-BE49-F238E27FC236}">
                <a16:creationId xmlns:a16="http://schemas.microsoft.com/office/drawing/2014/main" id="{8171D634-B599-4ED8-9559-D9E18BFE3E2D}"/>
              </a:ext>
            </a:extLst>
          </p:cNvPr>
          <p:cNvGrpSpPr>
            <a:grpSpLocks noChangeAspect="1"/>
          </p:cNvGrpSpPr>
          <p:nvPr>
            <p:custDataLst>
              <p:tags r:id="rId2"/>
            </p:custDataLst>
          </p:nvPr>
        </p:nvGrpSpPr>
        <p:grpSpPr>
          <a:xfrm>
            <a:off x="4241077" y="5001683"/>
            <a:ext cx="621703" cy="138487"/>
            <a:chOff x="5382977" y="5688452"/>
            <a:chExt cx="621703" cy="138487"/>
          </a:xfrm>
        </p:grpSpPr>
        <p:sp>
          <p:nvSpPr>
            <p:cNvPr id="75" name="Freeform: Shape 74">
              <a:extLst>
                <a:ext uri="{FF2B5EF4-FFF2-40B4-BE49-F238E27FC236}">
                  <a16:creationId xmlns:a16="http://schemas.microsoft.com/office/drawing/2014/main" id="{31BDAD1B-EFE5-4177-ACFF-63A62FF37999}"/>
                </a:ext>
              </a:extLst>
            </p:cNvPr>
            <p:cNvSpPr/>
            <p:nvPr>
              <p:custDataLst>
                <p:tags r:id="rId4"/>
              </p:custDataLst>
            </p:nvPr>
          </p:nvSpPr>
          <p:spPr>
            <a:xfrm>
              <a:off x="5382977" y="5697731"/>
              <a:ext cx="101415" cy="94587"/>
            </a:xfrm>
            <a:custGeom>
              <a:avLst/>
              <a:gdLst>
                <a:gd name="connsiteX0" fmla="*/ 37433 w 101415"/>
                <a:gd name="connsiteY0" fmla="*/ 50888 h 94587"/>
                <a:gd name="connsiteX1" fmla="*/ 61579 w 101415"/>
                <a:gd name="connsiteY1" fmla="*/ 50888 h 94587"/>
                <a:gd name="connsiteX2" fmla="*/ 101492 w 101415"/>
                <a:gd name="connsiteY2" fmla="*/ 20974 h 94587"/>
                <a:gd name="connsiteX3" fmla="*/ 73511 w 101415"/>
                <a:gd name="connsiteY3" fmla="*/ 63 h 94587"/>
                <a:gd name="connsiteX4" fmla="*/ 27490 w 101415"/>
                <a:gd name="connsiteY4" fmla="*/ 63 h 94587"/>
                <a:gd name="connsiteX5" fmla="*/ 23229 w 101415"/>
                <a:gd name="connsiteY5" fmla="*/ 2694 h 94587"/>
                <a:gd name="connsiteX6" fmla="*/ 27348 w 101415"/>
                <a:gd name="connsiteY6" fmla="*/ 4356 h 94587"/>
                <a:gd name="connsiteX7" fmla="*/ 33456 w 101415"/>
                <a:gd name="connsiteY7" fmla="*/ 4633 h 94587"/>
                <a:gd name="connsiteX8" fmla="*/ 36581 w 101415"/>
                <a:gd name="connsiteY8" fmla="*/ 6849 h 94587"/>
                <a:gd name="connsiteX9" fmla="*/ 36013 w 101415"/>
                <a:gd name="connsiteY9" fmla="*/ 9480 h 94587"/>
                <a:gd name="connsiteX10" fmla="*/ 16979 w 101415"/>
                <a:gd name="connsiteY10" fmla="*/ 83848 h 94587"/>
                <a:gd name="connsiteX11" fmla="*/ 4054 w 101415"/>
                <a:gd name="connsiteY11" fmla="*/ 90357 h 94587"/>
                <a:gd name="connsiteX12" fmla="*/ 77 w 101415"/>
                <a:gd name="connsiteY12" fmla="*/ 92988 h 94587"/>
                <a:gd name="connsiteX13" fmla="*/ 2207 w 101415"/>
                <a:gd name="connsiteY13" fmla="*/ 94650 h 94587"/>
                <a:gd name="connsiteX14" fmla="*/ 20246 w 101415"/>
                <a:gd name="connsiteY14" fmla="*/ 94234 h 94587"/>
                <a:gd name="connsiteX15" fmla="*/ 29337 w 101415"/>
                <a:gd name="connsiteY15" fmla="*/ 94373 h 94587"/>
                <a:gd name="connsiteX16" fmla="*/ 38569 w 101415"/>
                <a:gd name="connsiteY16" fmla="*/ 94650 h 94587"/>
                <a:gd name="connsiteX17" fmla="*/ 41410 w 101415"/>
                <a:gd name="connsiteY17" fmla="*/ 91880 h 94587"/>
                <a:gd name="connsiteX18" fmla="*/ 37433 w 101415"/>
                <a:gd name="connsiteY18" fmla="*/ 90357 h 94587"/>
                <a:gd name="connsiteX19" fmla="*/ 28200 w 101415"/>
                <a:gd name="connsiteY19" fmla="*/ 87864 h 94587"/>
                <a:gd name="connsiteX20" fmla="*/ 28626 w 101415"/>
                <a:gd name="connsiteY20" fmla="*/ 85510 h 94587"/>
                <a:gd name="connsiteX21" fmla="*/ 37433 w 101415"/>
                <a:gd name="connsiteY21" fmla="*/ 50888 h 94587"/>
                <a:gd name="connsiteX22" fmla="*/ 47660 w 101415"/>
                <a:gd name="connsiteY22" fmla="*/ 9618 h 94587"/>
                <a:gd name="connsiteX23" fmla="*/ 55330 w 101415"/>
                <a:gd name="connsiteY23" fmla="*/ 4356 h 94587"/>
                <a:gd name="connsiteX24" fmla="*/ 68965 w 101415"/>
                <a:gd name="connsiteY24" fmla="*/ 4356 h 94587"/>
                <a:gd name="connsiteX25" fmla="*/ 88283 w 101415"/>
                <a:gd name="connsiteY25" fmla="*/ 17651 h 94587"/>
                <a:gd name="connsiteX26" fmla="*/ 79902 w 101415"/>
                <a:gd name="connsiteY26" fmla="*/ 39947 h 94587"/>
                <a:gd name="connsiteX27" fmla="*/ 58028 w 101415"/>
                <a:gd name="connsiteY27" fmla="*/ 47287 h 94587"/>
                <a:gd name="connsiteX28" fmla="*/ 38001 w 101415"/>
                <a:gd name="connsiteY28" fmla="*/ 47287 h 94587"/>
                <a:gd name="connsiteX29" fmla="*/ 47660 w 101415"/>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1415" h="94587">
                  <a:moveTo>
                    <a:pt x="37433" y="50888"/>
                  </a:moveTo>
                  <a:lnTo>
                    <a:pt x="61579" y="50888"/>
                  </a:lnTo>
                  <a:cubicBezTo>
                    <a:pt x="81749" y="50888"/>
                    <a:pt x="101492" y="36485"/>
                    <a:pt x="101492" y="20974"/>
                  </a:cubicBezTo>
                  <a:cubicBezTo>
                    <a:pt x="101492" y="10311"/>
                    <a:pt x="92118" y="63"/>
                    <a:pt x="73511" y="63"/>
                  </a:cubicBezTo>
                  <a:lnTo>
                    <a:pt x="27490" y="63"/>
                  </a:lnTo>
                  <a:cubicBezTo>
                    <a:pt x="24791" y="63"/>
                    <a:pt x="23229" y="63"/>
                    <a:pt x="23229" y="2694"/>
                  </a:cubicBezTo>
                  <a:cubicBezTo>
                    <a:pt x="23229" y="4356"/>
                    <a:pt x="24507" y="4356"/>
                    <a:pt x="27348" y="4356"/>
                  </a:cubicBezTo>
                  <a:cubicBezTo>
                    <a:pt x="29195" y="4356"/>
                    <a:pt x="31751" y="4494"/>
                    <a:pt x="33456" y="4633"/>
                  </a:cubicBezTo>
                  <a:cubicBezTo>
                    <a:pt x="35728" y="4910"/>
                    <a:pt x="36581" y="5325"/>
                    <a:pt x="36581" y="6849"/>
                  </a:cubicBezTo>
                  <a:cubicBezTo>
                    <a:pt x="36581" y="7403"/>
                    <a:pt x="36439" y="7818"/>
                    <a:pt x="36013" y="9480"/>
                  </a:cubicBezTo>
                  <a:lnTo>
                    <a:pt x="16979" y="83848"/>
                  </a:lnTo>
                  <a:cubicBezTo>
                    <a:pt x="15559" y="89249"/>
                    <a:pt x="15275" y="90357"/>
                    <a:pt x="4054" y="90357"/>
                  </a:cubicBezTo>
                  <a:cubicBezTo>
                    <a:pt x="1639" y="90357"/>
                    <a:pt x="77" y="90357"/>
                    <a:pt x="77" y="92988"/>
                  </a:cubicBezTo>
                  <a:cubicBezTo>
                    <a:pt x="77" y="94650"/>
                    <a:pt x="1781" y="94650"/>
                    <a:pt x="2207" y="94650"/>
                  </a:cubicBezTo>
                  <a:cubicBezTo>
                    <a:pt x="6184" y="94650"/>
                    <a:pt x="16269" y="94234"/>
                    <a:pt x="20246" y="94234"/>
                  </a:cubicBezTo>
                  <a:cubicBezTo>
                    <a:pt x="23229" y="94234"/>
                    <a:pt x="26354" y="94373"/>
                    <a:pt x="29337" y="94373"/>
                  </a:cubicBezTo>
                  <a:cubicBezTo>
                    <a:pt x="32462" y="94373"/>
                    <a:pt x="35586" y="94650"/>
                    <a:pt x="38569" y="94650"/>
                  </a:cubicBezTo>
                  <a:cubicBezTo>
                    <a:pt x="39563" y="94650"/>
                    <a:pt x="41410" y="94650"/>
                    <a:pt x="41410" y="91880"/>
                  </a:cubicBezTo>
                  <a:cubicBezTo>
                    <a:pt x="41410" y="90357"/>
                    <a:pt x="40132" y="90357"/>
                    <a:pt x="37433" y="90357"/>
                  </a:cubicBezTo>
                  <a:cubicBezTo>
                    <a:pt x="32177" y="90357"/>
                    <a:pt x="28200" y="90357"/>
                    <a:pt x="28200" y="87864"/>
                  </a:cubicBezTo>
                  <a:cubicBezTo>
                    <a:pt x="28200" y="87033"/>
                    <a:pt x="28484" y="86341"/>
                    <a:pt x="28626" y="85510"/>
                  </a:cubicBezTo>
                  <a:lnTo>
                    <a:pt x="37433" y="50888"/>
                  </a:lnTo>
                  <a:close/>
                  <a:moveTo>
                    <a:pt x="47660" y="9618"/>
                  </a:moveTo>
                  <a:cubicBezTo>
                    <a:pt x="48938" y="4771"/>
                    <a:pt x="49222" y="4356"/>
                    <a:pt x="55330" y="4356"/>
                  </a:cubicBezTo>
                  <a:lnTo>
                    <a:pt x="68965" y="4356"/>
                  </a:lnTo>
                  <a:cubicBezTo>
                    <a:pt x="80755" y="4356"/>
                    <a:pt x="88283" y="8095"/>
                    <a:pt x="88283" y="17651"/>
                  </a:cubicBezTo>
                  <a:cubicBezTo>
                    <a:pt x="88283" y="23052"/>
                    <a:pt x="85442" y="34962"/>
                    <a:pt x="79902" y="39947"/>
                  </a:cubicBezTo>
                  <a:cubicBezTo>
                    <a:pt x="72801" y="46179"/>
                    <a:pt x="64278" y="47287"/>
                    <a:pt x="58028" y="47287"/>
                  </a:cubicBezTo>
                  <a:lnTo>
                    <a:pt x="38001" y="47287"/>
                  </a:lnTo>
                  <a:lnTo>
                    <a:pt x="47660" y="9618"/>
                  </a:lnTo>
                  <a:close/>
                </a:path>
              </a:pathLst>
            </a:custGeom>
            <a:solidFill>
              <a:schemeClr val="tx1"/>
            </a:solidFill>
            <a:ln w="14165" cap="flat">
              <a:noFill/>
              <a:prstDash val="solid"/>
              <a:miter/>
            </a:ln>
          </p:spPr>
          <p:txBody>
            <a:bodyPr rtlCol="0" anchor="ctr"/>
            <a:lstStyle/>
            <a:p>
              <a:endParaRPr lang="en-GB" noProof="0"/>
            </a:p>
          </p:txBody>
        </p:sp>
        <p:sp>
          <p:nvSpPr>
            <p:cNvPr id="76" name="Freeform: Shape 75">
              <a:extLst>
                <a:ext uri="{FF2B5EF4-FFF2-40B4-BE49-F238E27FC236}">
                  <a16:creationId xmlns:a16="http://schemas.microsoft.com/office/drawing/2014/main" id="{CEFDE5D4-51FC-42F6-ADC3-E796A5B82A6C}"/>
                </a:ext>
              </a:extLst>
            </p:cNvPr>
            <p:cNvSpPr/>
            <p:nvPr>
              <p:custDataLst>
                <p:tags r:id="rId5"/>
              </p:custDataLst>
            </p:nvPr>
          </p:nvSpPr>
          <p:spPr>
            <a:xfrm>
              <a:off x="5502276" y="5688452"/>
              <a:ext cx="32952" cy="138487"/>
            </a:xfrm>
            <a:custGeom>
              <a:avLst/>
              <a:gdLst>
                <a:gd name="connsiteX0" fmla="*/ 33037 w 32952"/>
                <a:gd name="connsiteY0" fmla="*/ 137166 h 138487"/>
                <a:gd name="connsiteX1" fmla="*/ 30623 w 32952"/>
                <a:gd name="connsiteY1" fmla="*/ 134119 h 138487"/>
                <a:gd name="connsiteX2" fmla="*/ 8323 w 32952"/>
                <a:gd name="connsiteY2" fmla="*/ 69307 h 138487"/>
                <a:gd name="connsiteX3" fmla="*/ 31191 w 32952"/>
                <a:gd name="connsiteY3" fmla="*/ 3802 h 138487"/>
                <a:gd name="connsiteX4" fmla="*/ 33037 w 32952"/>
                <a:gd name="connsiteY4" fmla="*/ 1448 h 138487"/>
                <a:gd name="connsiteX5" fmla="*/ 31617 w 32952"/>
                <a:gd name="connsiteY5" fmla="*/ 63 h 138487"/>
                <a:gd name="connsiteX6" fmla="*/ 9033 w 32952"/>
                <a:gd name="connsiteY6" fmla="*/ 27068 h 138487"/>
                <a:gd name="connsiteX7" fmla="*/ 84 w 32952"/>
                <a:gd name="connsiteY7" fmla="*/ 69307 h 138487"/>
                <a:gd name="connsiteX8" fmla="*/ 9459 w 32952"/>
                <a:gd name="connsiteY8" fmla="*/ 112515 h 138487"/>
                <a:gd name="connsiteX9" fmla="*/ 31617 w 32952"/>
                <a:gd name="connsiteY9" fmla="*/ 138550 h 138487"/>
                <a:gd name="connsiteX10" fmla="*/ 33037 w 32952"/>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2" h="138487">
                  <a:moveTo>
                    <a:pt x="33037" y="137166"/>
                  </a:moveTo>
                  <a:cubicBezTo>
                    <a:pt x="33037" y="136750"/>
                    <a:pt x="33037" y="136473"/>
                    <a:pt x="30623" y="134119"/>
                  </a:cubicBezTo>
                  <a:cubicBezTo>
                    <a:pt x="12868" y="116669"/>
                    <a:pt x="8323" y="90495"/>
                    <a:pt x="8323" y="69307"/>
                  </a:cubicBezTo>
                  <a:cubicBezTo>
                    <a:pt x="8323" y="45210"/>
                    <a:pt x="13720" y="21113"/>
                    <a:pt x="31191" y="3802"/>
                  </a:cubicBezTo>
                  <a:cubicBezTo>
                    <a:pt x="33037" y="2140"/>
                    <a:pt x="33037" y="1863"/>
                    <a:pt x="33037" y="1448"/>
                  </a:cubicBezTo>
                  <a:cubicBezTo>
                    <a:pt x="33037" y="478"/>
                    <a:pt x="32469" y="63"/>
                    <a:pt x="31617" y="63"/>
                  </a:cubicBezTo>
                  <a:cubicBezTo>
                    <a:pt x="30197" y="63"/>
                    <a:pt x="17413" y="9480"/>
                    <a:pt x="9033" y="27068"/>
                  </a:cubicBezTo>
                  <a:cubicBezTo>
                    <a:pt x="1789" y="42302"/>
                    <a:pt x="84" y="57674"/>
                    <a:pt x="84" y="69307"/>
                  </a:cubicBezTo>
                  <a:cubicBezTo>
                    <a:pt x="84" y="80109"/>
                    <a:pt x="1647" y="96866"/>
                    <a:pt x="9459" y="112515"/>
                  </a:cubicBezTo>
                  <a:cubicBezTo>
                    <a:pt x="17981" y="129549"/>
                    <a:pt x="30197" y="138550"/>
                    <a:pt x="31617" y="138550"/>
                  </a:cubicBezTo>
                  <a:cubicBezTo>
                    <a:pt x="32469" y="138550"/>
                    <a:pt x="33037" y="138135"/>
                    <a:pt x="33037" y="137166"/>
                  </a:cubicBezTo>
                  <a:close/>
                </a:path>
              </a:pathLst>
            </a:custGeom>
            <a:solidFill>
              <a:schemeClr val="tx1"/>
            </a:solidFill>
            <a:ln w="14165" cap="flat">
              <a:noFill/>
              <a:prstDash val="solid"/>
              <a:miter/>
            </a:ln>
          </p:spPr>
          <p:txBody>
            <a:bodyPr rtlCol="0" anchor="ctr"/>
            <a:lstStyle/>
            <a:p>
              <a:endParaRPr lang="en-GB" noProof="0"/>
            </a:p>
          </p:txBody>
        </p:sp>
        <p:sp>
          <p:nvSpPr>
            <p:cNvPr id="77" name="Freeform: Shape 76">
              <a:extLst>
                <a:ext uri="{FF2B5EF4-FFF2-40B4-BE49-F238E27FC236}">
                  <a16:creationId xmlns:a16="http://schemas.microsoft.com/office/drawing/2014/main" id="{71D5BB5B-ED25-4890-A08E-E24BCA33D667}"/>
                </a:ext>
              </a:extLst>
            </p:cNvPr>
            <p:cNvSpPr/>
            <p:nvPr>
              <p:custDataLst>
                <p:tags r:id="rId6"/>
              </p:custDataLst>
            </p:nvPr>
          </p:nvSpPr>
          <p:spPr>
            <a:xfrm>
              <a:off x="5548423" y="5697731"/>
              <a:ext cx="103262" cy="94587"/>
            </a:xfrm>
            <a:custGeom>
              <a:avLst/>
              <a:gdLst>
                <a:gd name="connsiteX0" fmla="*/ 79914 w 103262"/>
                <a:gd name="connsiteY0" fmla="*/ 15850 h 94587"/>
                <a:gd name="connsiteX1" fmla="*/ 81903 w 103262"/>
                <a:gd name="connsiteY1" fmla="*/ 13912 h 94587"/>
                <a:gd name="connsiteX2" fmla="*/ 100510 w 103262"/>
                <a:gd name="connsiteY2" fmla="*/ 4356 h 94587"/>
                <a:gd name="connsiteX3" fmla="*/ 103351 w 103262"/>
                <a:gd name="connsiteY3" fmla="*/ 1725 h 94587"/>
                <a:gd name="connsiteX4" fmla="*/ 101504 w 103262"/>
                <a:gd name="connsiteY4" fmla="*/ 63 h 94587"/>
                <a:gd name="connsiteX5" fmla="*/ 89857 w 103262"/>
                <a:gd name="connsiteY5" fmla="*/ 478 h 94587"/>
                <a:gd name="connsiteX6" fmla="*/ 75653 w 103262"/>
                <a:gd name="connsiteY6" fmla="*/ 63 h 94587"/>
                <a:gd name="connsiteX7" fmla="*/ 72954 w 103262"/>
                <a:gd name="connsiteY7" fmla="*/ 2694 h 94587"/>
                <a:gd name="connsiteX8" fmla="*/ 75085 w 103262"/>
                <a:gd name="connsiteY8" fmla="*/ 4356 h 94587"/>
                <a:gd name="connsiteX9" fmla="*/ 80198 w 103262"/>
                <a:gd name="connsiteY9" fmla="*/ 7541 h 94587"/>
                <a:gd name="connsiteX10" fmla="*/ 76363 w 103262"/>
                <a:gd name="connsiteY10" fmla="*/ 14189 h 94587"/>
                <a:gd name="connsiteX11" fmla="*/ 43410 w 103262"/>
                <a:gd name="connsiteY11" fmla="*/ 51165 h 94587"/>
                <a:gd name="connsiteX12" fmla="*/ 27786 w 103262"/>
                <a:gd name="connsiteY12" fmla="*/ 10034 h 94587"/>
                <a:gd name="connsiteX13" fmla="*/ 26934 w 103262"/>
                <a:gd name="connsiteY13" fmla="*/ 7680 h 94587"/>
                <a:gd name="connsiteX14" fmla="*/ 35314 w 103262"/>
                <a:gd name="connsiteY14" fmla="*/ 4356 h 94587"/>
                <a:gd name="connsiteX15" fmla="*/ 38723 w 103262"/>
                <a:gd name="connsiteY15" fmla="*/ 1586 h 94587"/>
                <a:gd name="connsiteX16" fmla="*/ 36592 w 103262"/>
                <a:gd name="connsiteY16" fmla="*/ 63 h 94587"/>
                <a:gd name="connsiteX17" fmla="*/ 18695 w 103262"/>
                <a:gd name="connsiteY17" fmla="*/ 478 h 94587"/>
                <a:gd name="connsiteX18" fmla="*/ 2787 w 103262"/>
                <a:gd name="connsiteY18" fmla="*/ 63 h 94587"/>
                <a:gd name="connsiteX19" fmla="*/ 88 w 103262"/>
                <a:gd name="connsiteY19" fmla="*/ 2833 h 94587"/>
                <a:gd name="connsiteX20" fmla="*/ 3355 w 103262"/>
                <a:gd name="connsiteY20" fmla="*/ 4356 h 94587"/>
                <a:gd name="connsiteX21" fmla="*/ 13724 w 103262"/>
                <a:gd name="connsiteY21" fmla="*/ 9064 h 94587"/>
                <a:gd name="connsiteX22" fmla="*/ 31195 w 103262"/>
                <a:gd name="connsiteY22" fmla="*/ 54627 h 94587"/>
                <a:gd name="connsiteX23" fmla="*/ 31763 w 103262"/>
                <a:gd name="connsiteY23" fmla="*/ 56981 h 94587"/>
                <a:gd name="connsiteX24" fmla="*/ 25371 w 103262"/>
                <a:gd name="connsiteY24" fmla="*/ 82186 h 94587"/>
                <a:gd name="connsiteX25" fmla="*/ 12020 w 103262"/>
                <a:gd name="connsiteY25" fmla="*/ 90357 h 94587"/>
                <a:gd name="connsiteX26" fmla="*/ 8185 w 103262"/>
                <a:gd name="connsiteY26" fmla="*/ 93126 h 94587"/>
                <a:gd name="connsiteX27" fmla="*/ 10173 w 103262"/>
                <a:gd name="connsiteY27" fmla="*/ 94650 h 94587"/>
                <a:gd name="connsiteX28" fmla="*/ 28070 w 103262"/>
                <a:gd name="connsiteY28" fmla="*/ 94234 h 94587"/>
                <a:gd name="connsiteX29" fmla="*/ 46251 w 103262"/>
                <a:gd name="connsiteY29" fmla="*/ 94650 h 94587"/>
                <a:gd name="connsiteX30" fmla="*/ 48950 w 103262"/>
                <a:gd name="connsiteY30" fmla="*/ 91880 h 94587"/>
                <a:gd name="connsiteX31" fmla="*/ 44973 w 103262"/>
                <a:gd name="connsiteY31" fmla="*/ 90357 h 94587"/>
                <a:gd name="connsiteX32" fmla="*/ 39575 w 103262"/>
                <a:gd name="connsiteY32" fmla="*/ 90080 h 94587"/>
                <a:gd name="connsiteX33" fmla="*/ 35740 w 103262"/>
                <a:gd name="connsiteY33" fmla="*/ 87864 h 94587"/>
                <a:gd name="connsiteX34" fmla="*/ 37729 w 103262"/>
                <a:gd name="connsiteY34" fmla="*/ 79139 h 94587"/>
                <a:gd name="connsiteX35" fmla="*/ 42700 w 103262"/>
                <a:gd name="connsiteY35" fmla="*/ 59612 h 94587"/>
                <a:gd name="connsiteX36" fmla="*/ 44689 w 103262"/>
                <a:gd name="connsiteY36" fmla="*/ 55319 h 94587"/>
                <a:gd name="connsiteX37" fmla="*/ 79914 w 103262"/>
                <a:gd name="connsiteY37" fmla="*/ 15850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3262" h="94587">
                  <a:moveTo>
                    <a:pt x="79914" y="15850"/>
                  </a:moveTo>
                  <a:lnTo>
                    <a:pt x="81903" y="13912"/>
                  </a:lnTo>
                  <a:cubicBezTo>
                    <a:pt x="86164" y="9757"/>
                    <a:pt x="90851" y="5048"/>
                    <a:pt x="100510" y="4356"/>
                  </a:cubicBezTo>
                  <a:cubicBezTo>
                    <a:pt x="102072" y="4217"/>
                    <a:pt x="103351" y="4217"/>
                    <a:pt x="103351" y="1725"/>
                  </a:cubicBezTo>
                  <a:cubicBezTo>
                    <a:pt x="103351" y="617"/>
                    <a:pt x="102640" y="63"/>
                    <a:pt x="101504" y="63"/>
                  </a:cubicBezTo>
                  <a:cubicBezTo>
                    <a:pt x="97811" y="63"/>
                    <a:pt x="93692" y="478"/>
                    <a:pt x="89857" y="478"/>
                  </a:cubicBezTo>
                  <a:cubicBezTo>
                    <a:pt x="85170" y="478"/>
                    <a:pt x="80198" y="63"/>
                    <a:pt x="75653" y="63"/>
                  </a:cubicBezTo>
                  <a:cubicBezTo>
                    <a:pt x="74801" y="63"/>
                    <a:pt x="72954" y="63"/>
                    <a:pt x="72954" y="2694"/>
                  </a:cubicBezTo>
                  <a:cubicBezTo>
                    <a:pt x="72954" y="4217"/>
                    <a:pt x="74375" y="4356"/>
                    <a:pt x="75085" y="4356"/>
                  </a:cubicBezTo>
                  <a:cubicBezTo>
                    <a:pt x="76079" y="4356"/>
                    <a:pt x="80198" y="4633"/>
                    <a:pt x="80198" y="7541"/>
                  </a:cubicBezTo>
                  <a:cubicBezTo>
                    <a:pt x="80198" y="9895"/>
                    <a:pt x="76931" y="13496"/>
                    <a:pt x="76363" y="14189"/>
                  </a:cubicBezTo>
                  <a:lnTo>
                    <a:pt x="43410" y="51165"/>
                  </a:lnTo>
                  <a:lnTo>
                    <a:pt x="27786" y="10034"/>
                  </a:lnTo>
                  <a:cubicBezTo>
                    <a:pt x="26934" y="8095"/>
                    <a:pt x="26934" y="7818"/>
                    <a:pt x="26934" y="7680"/>
                  </a:cubicBezTo>
                  <a:cubicBezTo>
                    <a:pt x="26934" y="4356"/>
                    <a:pt x="33894" y="4356"/>
                    <a:pt x="35314" y="4356"/>
                  </a:cubicBezTo>
                  <a:cubicBezTo>
                    <a:pt x="37303" y="4356"/>
                    <a:pt x="38723" y="4356"/>
                    <a:pt x="38723" y="1586"/>
                  </a:cubicBezTo>
                  <a:cubicBezTo>
                    <a:pt x="38723" y="63"/>
                    <a:pt x="37018" y="63"/>
                    <a:pt x="36592" y="63"/>
                  </a:cubicBezTo>
                  <a:cubicBezTo>
                    <a:pt x="32615" y="63"/>
                    <a:pt x="22673" y="478"/>
                    <a:pt x="18695" y="478"/>
                  </a:cubicBezTo>
                  <a:cubicBezTo>
                    <a:pt x="15144" y="478"/>
                    <a:pt x="6338" y="63"/>
                    <a:pt x="2787" y="63"/>
                  </a:cubicBezTo>
                  <a:cubicBezTo>
                    <a:pt x="1935" y="63"/>
                    <a:pt x="88" y="63"/>
                    <a:pt x="88" y="2833"/>
                  </a:cubicBezTo>
                  <a:cubicBezTo>
                    <a:pt x="88" y="4356"/>
                    <a:pt x="1509" y="4356"/>
                    <a:pt x="3355" y="4356"/>
                  </a:cubicBezTo>
                  <a:cubicBezTo>
                    <a:pt x="11878" y="4356"/>
                    <a:pt x="12446" y="5602"/>
                    <a:pt x="13724" y="9064"/>
                  </a:cubicBezTo>
                  <a:lnTo>
                    <a:pt x="31195" y="54627"/>
                  </a:lnTo>
                  <a:cubicBezTo>
                    <a:pt x="31337" y="55042"/>
                    <a:pt x="31763" y="56566"/>
                    <a:pt x="31763" y="56981"/>
                  </a:cubicBezTo>
                  <a:cubicBezTo>
                    <a:pt x="31763" y="57397"/>
                    <a:pt x="26081" y="79693"/>
                    <a:pt x="25371" y="82186"/>
                  </a:cubicBezTo>
                  <a:cubicBezTo>
                    <a:pt x="23525" y="89803"/>
                    <a:pt x="23383" y="90218"/>
                    <a:pt x="12020" y="90357"/>
                  </a:cubicBezTo>
                  <a:cubicBezTo>
                    <a:pt x="9321" y="90357"/>
                    <a:pt x="8185" y="90357"/>
                    <a:pt x="8185" y="93126"/>
                  </a:cubicBezTo>
                  <a:cubicBezTo>
                    <a:pt x="8185" y="94650"/>
                    <a:pt x="9889" y="94650"/>
                    <a:pt x="10173" y="94650"/>
                  </a:cubicBezTo>
                  <a:cubicBezTo>
                    <a:pt x="14150" y="94650"/>
                    <a:pt x="24093" y="94234"/>
                    <a:pt x="28070" y="94234"/>
                  </a:cubicBezTo>
                  <a:cubicBezTo>
                    <a:pt x="32047" y="94234"/>
                    <a:pt x="42274" y="94650"/>
                    <a:pt x="46251" y="94650"/>
                  </a:cubicBezTo>
                  <a:cubicBezTo>
                    <a:pt x="47245" y="94650"/>
                    <a:pt x="48950" y="94650"/>
                    <a:pt x="48950" y="91880"/>
                  </a:cubicBezTo>
                  <a:cubicBezTo>
                    <a:pt x="48950" y="90357"/>
                    <a:pt x="47671" y="90357"/>
                    <a:pt x="44973" y="90357"/>
                  </a:cubicBezTo>
                  <a:cubicBezTo>
                    <a:pt x="44689" y="90357"/>
                    <a:pt x="41990" y="90357"/>
                    <a:pt x="39575" y="90080"/>
                  </a:cubicBezTo>
                  <a:cubicBezTo>
                    <a:pt x="36592" y="89803"/>
                    <a:pt x="35740" y="89526"/>
                    <a:pt x="35740" y="87864"/>
                  </a:cubicBezTo>
                  <a:cubicBezTo>
                    <a:pt x="35740" y="86895"/>
                    <a:pt x="37018" y="82047"/>
                    <a:pt x="37729" y="79139"/>
                  </a:cubicBezTo>
                  <a:lnTo>
                    <a:pt x="42700" y="59612"/>
                  </a:lnTo>
                  <a:cubicBezTo>
                    <a:pt x="43410" y="56981"/>
                    <a:pt x="43552" y="56566"/>
                    <a:pt x="44689" y="55319"/>
                  </a:cubicBezTo>
                  <a:lnTo>
                    <a:pt x="79914" y="15850"/>
                  </a:lnTo>
                  <a:close/>
                </a:path>
              </a:pathLst>
            </a:custGeom>
            <a:solidFill>
              <a:schemeClr val="tx1"/>
            </a:solidFill>
            <a:ln w="14165" cap="flat">
              <a:noFill/>
              <a:prstDash val="solid"/>
              <a:miter/>
            </a:ln>
          </p:spPr>
          <p:txBody>
            <a:bodyPr rtlCol="0" anchor="ctr"/>
            <a:lstStyle/>
            <a:p>
              <a:endParaRPr lang="en-GB" noProof="0"/>
            </a:p>
          </p:txBody>
        </p:sp>
        <p:sp>
          <p:nvSpPr>
            <p:cNvPr id="78" name="Freeform: Shape 77">
              <a:extLst>
                <a:ext uri="{FF2B5EF4-FFF2-40B4-BE49-F238E27FC236}">
                  <a16:creationId xmlns:a16="http://schemas.microsoft.com/office/drawing/2014/main" id="{286AAC79-75D8-4D56-8D27-B56ECDC5F2F2}"/>
                </a:ext>
              </a:extLst>
            </p:cNvPr>
            <p:cNvSpPr/>
            <p:nvPr>
              <p:custDataLst>
                <p:tags r:id="rId7"/>
              </p:custDataLst>
            </p:nvPr>
          </p:nvSpPr>
          <p:spPr>
            <a:xfrm>
              <a:off x="5630586" y="5770340"/>
              <a:ext cx="60749" cy="43720"/>
            </a:xfrm>
            <a:custGeom>
              <a:avLst/>
              <a:gdLst>
                <a:gd name="connsiteX0" fmla="*/ 7551 w 60749"/>
                <a:gd name="connsiteY0" fmla="*/ 36708 h 43720"/>
                <a:gd name="connsiteX1" fmla="*/ 6557 w 60749"/>
                <a:gd name="connsiteY1" fmla="*/ 40683 h 43720"/>
                <a:gd name="connsiteX2" fmla="*/ 9937 w 60749"/>
                <a:gd name="connsiteY2" fmla="*/ 43785 h 43720"/>
                <a:gd name="connsiteX3" fmla="*/ 13815 w 60749"/>
                <a:gd name="connsiteY3" fmla="*/ 41652 h 43720"/>
                <a:gd name="connsiteX4" fmla="*/ 15605 w 60749"/>
                <a:gd name="connsiteY4" fmla="*/ 35642 h 43720"/>
                <a:gd name="connsiteX5" fmla="*/ 17792 w 60749"/>
                <a:gd name="connsiteY5" fmla="*/ 26917 h 43720"/>
                <a:gd name="connsiteX6" fmla="*/ 19482 w 60749"/>
                <a:gd name="connsiteY6" fmla="*/ 20422 h 43720"/>
                <a:gd name="connsiteX7" fmla="*/ 23658 w 60749"/>
                <a:gd name="connsiteY7" fmla="*/ 11697 h 43720"/>
                <a:gd name="connsiteX8" fmla="*/ 38572 w 60749"/>
                <a:gd name="connsiteY8" fmla="*/ 2779 h 43720"/>
                <a:gd name="connsiteX9" fmla="*/ 44439 w 60749"/>
                <a:gd name="connsiteY9" fmla="*/ 9565 h 43720"/>
                <a:gd name="connsiteX10" fmla="*/ 38572 w 60749"/>
                <a:gd name="connsiteY10" fmla="*/ 30213 h 43720"/>
                <a:gd name="connsiteX11" fmla="*/ 37081 w 60749"/>
                <a:gd name="connsiteY11" fmla="*/ 35448 h 43720"/>
                <a:gd name="connsiteX12" fmla="*/ 46527 w 60749"/>
                <a:gd name="connsiteY12" fmla="*/ 43785 h 43720"/>
                <a:gd name="connsiteX13" fmla="*/ 60844 w 60749"/>
                <a:gd name="connsiteY13" fmla="*/ 28953 h 43720"/>
                <a:gd name="connsiteX14" fmla="*/ 59253 w 60749"/>
                <a:gd name="connsiteY14" fmla="*/ 27693 h 43720"/>
                <a:gd name="connsiteX15" fmla="*/ 57364 w 60749"/>
                <a:gd name="connsiteY15" fmla="*/ 29341 h 43720"/>
                <a:gd name="connsiteX16" fmla="*/ 46825 w 60749"/>
                <a:gd name="connsiteY16" fmla="*/ 41070 h 43720"/>
                <a:gd name="connsiteX17" fmla="*/ 44339 w 60749"/>
                <a:gd name="connsiteY17" fmla="*/ 37678 h 43720"/>
                <a:gd name="connsiteX18" fmla="*/ 46626 w 60749"/>
                <a:gd name="connsiteY18" fmla="*/ 29825 h 43720"/>
                <a:gd name="connsiteX19" fmla="*/ 51896 w 60749"/>
                <a:gd name="connsiteY19" fmla="*/ 11116 h 43720"/>
                <a:gd name="connsiteX20" fmla="*/ 38970 w 60749"/>
                <a:gd name="connsiteY20" fmla="*/ 64 h 43720"/>
                <a:gd name="connsiteX21" fmla="*/ 22167 w 60749"/>
                <a:gd name="connsiteY21" fmla="*/ 8886 h 43720"/>
                <a:gd name="connsiteX22" fmla="*/ 11528 w 60749"/>
                <a:gd name="connsiteY22" fmla="*/ 64 h 43720"/>
                <a:gd name="connsiteX23" fmla="*/ 3674 w 60749"/>
                <a:gd name="connsiteY23" fmla="*/ 5299 h 43720"/>
                <a:gd name="connsiteX24" fmla="*/ 94 w 60749"/>
                <a:gd name="connsiteY24" fmla="*/ 14896 h 43720"/>
                <a:gd name="connsiteX25" fmla="*/ 1784 w 60749"/>
                <a:gd name="connsiteY25" fmla="*/ 16157 h 43720"/>
                <a:gd name="connsiteX26" fmla="*/ 3972 w 60749"/>
                <a:gd name="connsiteY26" fmla="*/ 13248 h 43720"/>
                <a:gd name="connsiteX27" fmla="*/ 11230 w 60749"/>
                <a:gd name="connsiteY27" fmla="*/ 2779 h 43720"/>
                <a:gd name="connsiteX28" fmla="*/ 14511 w 60749"/>
                <a:gd name="connsiteY28" fmla="*/ 7529 h 43720"/>
                <a:gd name="connsiteX29" fmla="*/ 12920 w 60749"/>
                <a:gd name="connsiteY29" fmla="*/ 15575 h 43720"/>
                <a:gd name="connsiteX30" fmla="*/ 10733 w 60749"/>
                <a:gd name="connsiteY30" fmla="*/ 24300 h 43720"/>
                <a:gd name="connsiteX31" fmla="*/ 7551 w 60749"/>
                <a:gd name="connsiteY31" fmla="*/ 36708 h 4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749" h="43720">
                  <a:moveTo>
                    <a:pt x="7551" y="36708"/>
                  </a:moveTo>
                  <a:cubicBezTo>
                    <a:pt x="7153" y="37968"/>
                    <a:pt x="6557" y="40392"/>
                    <a:pt x="6557" y="40683"/>
                  </a:cubicBezTo>
                  <a:cubicBezTo>
                    <a:pt x="6557" y="42815"/>
                    <a:pt x="8347" y="43785"/>
                    <a:pt x="9937" y="43785"/>
                  </a:cubicBezTo>
                  <a:cubicBezTo>
                    <a:pt x="11727" y="43785"/>
                    <a:pt x="13318" y="42525"/>
                    <a:pt x="13815" y="41652"/>
                  </a:cubicBezTo>
                  <a:cubicBezTo>
                    <a:pt x="14312" y="40780"/>
                    <a:pt x="15108" y="37678"/>
                    <a:pt x="15605" y="35642"/>
                  </a:cubicBezTo>
                  <a:cubicBezTo>
                    <a:pt x="16102" y="33800"/>
                    <a:pt x="17196" y="29341"/>
                    <a:pt x="17792" y="26917"/>
                  </a:cubicBezTo>
                  <a:cubicBezTo>
                    <a:pt x="18389" y="24784"/>
                    <a:pt x="18985" y="22652"/>
                    <a:pt x="19482" y="20422"/>
                  </a:cubicBezTo>
                  <a:cubicBezTo>
                    <a:pt x="20576" y="16447"/>
                    <a:pt x="20775" y="15672"/>
                    <a:pt x="23658" y="11697"/>
                  </a:cubicBezTo>
                  <a:cubicBezTo>
                    <a:pt x="26442" y="7820"/>
                    <a:pt x="31115" y="2779"/>
                    <a:pt x="38572" y="2779"/>
                  </a:cubicBezTo>
                  <a:cubicBezTo>
                    <a:pt x="44339" y="2779"/>
                    <a:pt x="44439" y="7723"/>
                    <a:pt x="44439" y="9565"/>
                  </a:cubicBezTo>
                  <a:cubicBezTo>
                    <a:pt x="44439" y="15381"/>
                    <a:pt x="40163" y="26141"/>
                    <a:pt x="38572" y="30213"/>
                  </a:cubicBezTo>
                  <a:cubicBezTo>
                    <a:pt x="37479" y="32927"/>
                    <a:pt x="37081" y="33800"/>
                    <a:pt x="37081" y="35448"/>
                  </a:cubicBezTo>
                  <a:cubicBezTo>
                    <a:pt x="37081" y="40586"/>
                    <a:pt x="41456" y="43785"/>
                    <a:pt x="46527" y="43785"/>
                  </a:cubicBezTo>
                  <a:cubicBezTo>
                    <a:pt x="56469" y="43785"/>
                    <a:pt x="60844" y="30407"/>
                    <a:pt x="60844" y="28953"/>
                  </a:cubicBezTo>
                  <a:cubicBezTo>
                    <a:pt x="60844" y="27693"/>
                    <a:pt x="59552" y="27693"/>
                    <a:pt x="59253" y="27693"/>
                  </a:cubicBezTo>
                  <a:cubicBezTo>
                    <a:pt x="57861" y="27693"/>
                    <a:pt x="57762" y="28274"/>
                    <a:pt x="57364" y="29341"/>
                  </a:cubicBezTo>
                  <a:cubicBezTo>
                    <a:pt x="55077" y="37096"/>
                    <a:pt x="50802" y="41070"/>
                    <a:pt x="46825" y="41070"/>
                  </a:cubicBezTo>
                  <a:cubicBezTo>
                    <a:pt x="44737" y="41070"/>
                    <a:pt x="44339" y="39713"/>
                    <a:pt x="44339" y="37678"/>
                  </a:cubicBezTo>
                  <a:cubicBezTo>
                    <a:pt x="44339" y="35448"/>
                    <a:pt x="44836" y="34188"/>
                    <a:pt x="46626" y="29825"/>
                  </a:cubicBezTo>
                  <a:cubicBezTo>
                    <a:pt x="47819" y="26820"/>
                    <a:pt x="51896" y="16544"/>
                    <a:pt x="51896" y="11116"/>
                  </a:cubicBezTo>
                  <a:cubicBezTo>
                    <a:pt x="51896" y="1712"/>
                    <a:pt x="44240" y="64"/>
                    <a:pt x="38970" y="64"/>
                  </a:cubicBezTo>
                  <a:cubicBezTo>
                    <a:pt x="30718" y="64"/>
                    <a:pt x="25150" y="5008"/>
                    <a:pt x="22167" y="8886"/>
                  </a:cubicBezTo>
                  <a:cubicBezTo>
                    <a:pt x="21471" y="2197"/>
                    <a:pt x="15605" y="64"/>
                    <a:pt x="11528" y="64"/>
                  </a:cubicBezTo>
                  <a:cubicBezTo>
                    <a:pt x="7253" y="64"/>
                    <a:pt x="4966" y="3069"/>
                    <a:pt x="3674" y="5299"/>
                  </a:cubicBezTo>
                  <a:cubicBezTo>
                    <a:pt x="1486" y="8886"/>
                    <a:pt x="94" y="14412"/>
                    <a:pt x="94" y="14896"/>
                  </a:cubicBezTo>
                  <a:cubicBezTo>
                    <a:pt x="94" y="16157"/>
                    <a:pt x="1486" y="16157"/>
                    <a:pt x="1784" y="16157"/>
                  </a:cubicBezTo>
                  <a:cubicBezTo>
                    <a:pt x="3176" y="16157"/>
                    <a:pt x="3276" y="15866"/>
                    <a:pt x="3972" y="13248"/>
                  </a:cubicBezTo>
                  <a:cubicBezTo>
                    <a:pt x="5463" y="7529"/>
                    <a:pt x="7352" y="2779"/>
                    <a:pt x="11230" y="2779"/>
                  </a:cubicBezTo>
                  <a:cubicBezTo>
                    <a:pt x="13815" y="2779"/>
                    <a:pt x="14511" y="4911"/>
                    <a:pt x="14511" y="7529"/>
                  </a:cubicBezTo>
                  <a:cubicBezTo>
                    <a:pt x="14511" y="9371"/>
                    <a:pt x="13616" y="12957"/>
                    <a:pt x="12920" y="15575"/>
                  </a:cubicBezTo>
                  <a:cubicBezTo>
                    <a:pt x="12224" y="18192"/>
                    <a:pt x="11230" y="22167"/>
                    <a:pt x="10733" y="24300"/>
                  </a:cubicBezTo>
                  <a:lnTo>
                    <a:pt x="7551" y="36708"/>
                  </a:lnTo>
                  <a:close/>
                </a:path>
              </a:pathLst>
            </a:custGeom>
            <a:solidFill>
              <a:schemeClr val="tx1"/>
            </a:solidFill>
            <a:ln w="14165" cap="flat">
              <a:noFill/>
              <a:prstDash val="solid"/>
              <a:miter/>
            </a:ln>
          </p:spPr>
          <p:txBody>
            <a:bodyPr rtlCol="0" anchor="ctr"/>
            <a:lstStyle/>
            <a:p>
              <a:endParaRPr lang="en-GB" noProof="0"/>
            </a:p>
          </p:txBody>
        </p:sp>
        <p:sp>
          <p:nvSpPr>
            <p:cNvPr id="79" name="Freeform: Shape 78">
              <a:extLst>
                <a:ext uri="{FF2B5EF4-FFF2-40B4-BE49-F238E27FC236}">
                  <a16:creationId xmlns:a16="http://schemas.microsoft.com/office/drawing/2014/main" id="{0302D2A7-5D80-4552-9D64-8ACD06B33F2F}"/>
                </a:ext>
              </a:extLst>
            </p:cNvPr>
            <p:cNvSpPr/>
            <p:nvPr>
              <p:custDataLst>
                <p:tags r:id="rId8"/>
              </p:custDataLst>
            </p:nvPr>
          </p:nvSpPr>
          <p:spPr>
            <a:xfrm>
              <a:off x="5750638" y="5741493"/>
              <a:ext cx="94455" cy="32406"/>
            </a:xfrm>
            <a:custGeom>
              <a:avLst/>
              <a:gdLst>
                <a:gd name="connsiteX0" fmla="*/ 89729 w 94455"/>
                <a:gd name="connsiteY0" fmla="*/ 5602 h 32406"/>
                <a:gd name="connsiteX1" fmla="*/ 94558 w 94455"/>
                <a:gd name="connsiteY1" fmla="*/ 2833 h 32406"/>
                <a:gd name="connsiteX2" fmla="*/ 89871 w 94455"/>
                <a:gd name="connsiteY2" fmla="*/ 63 h 32406"/>
                <a:gd name="connsiteX3" fmla="*/ 4790 w 94455"/>
                <a:gd name="connsiteY3" fmla="*/ 63 h 32406"/>
                <a:gd name="connsiteX4" fmla="*/ 102 w 94455"/>
                <a:gd name="connsiteY4" fmla="*/ 2833 h 32406"/>
                <a:gd name="connsiteX5" fmla="*/ 4932 w 94455"/>
                <a:gd name="connsiteY5" fmla="*/ 5602 h 32406"/>
                <a:gd name="connsiteX6" fmla="*/ 89729 w 94455"/>
                <a:gd name="connsiteY6" fmla="*/ 5602 h 32406"/>
                <a:gd name="connsiteX7" fmla="*/ 89871 w 94455"/>
                <a:gd name="connsiteY7" fmla="*/ 32469 h 32406"/>
                <a:gd name="connsiteX8" fmla="*/ 94558 w 94455"/>
                <a:gd name="connsiteY8" fmla="*/ 29699 h 32406"/>
                <a:gd name="connsiteX9" fmla="*/ 89729 w 94455"/>
                <a:gd name="connsiteY9" fmla="*/ 26929 h 32406"/>
                <a:gd name="connsiteX10" fmla="*/ 4932 w 94455"/>
                <a:gd name="connsiteY10" fmla="*/ 26929 h 32406"/>
                <a:gd name="connsiteX11" fmla="*/ 102 w 94455"/>
                <a:gd name="connsiteY11" fmla="*/ 29699 h 32406"/>
                <a:gd name="connsiteX12" fmla="*/ 4790 w 94455"/>
                <a:gd name="connsiteY12" fmla="*/ 32469 h 32406"/>
                <a:gd name="connsiteX13" fmla="*/ 89871 w 94455"/>
                <a:gd name="connsiteY13" fmla="*/ 32469 h 3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455" h="32406">
                  <a:moveTo>
                    <a:pt x="89729" y="5602"/>
                  </a:moveTo>
                  <a:cubicBezTo>
                    <a:pt x="91859" y="5602"/>
                    <a:pt x="94558" y="5602"/>
                    <a:pt x="94558" y="2833"/>
                  </a:cubicBezTo>
                  <a:cubicBezTo>
                    <a:pt x="94558" y="63"/>
                    <a:pt x="91859" y="63"/>
                    <a:pt x="89871" y="63"/>
                  </a:cubicBezTo>
                  <a:lnTo>
                    <a:pt x="4790" y="63"/>
                  </a:lnTo>
                  <a:cubicBezTo>
                    <a:pt x="2801" y="63"/>
                    <a:pt x="102" y="63"/>
                    <a:pt x="102" y="2833"/>
                  </a:cubicBezTo>
                  <a:cubicBezTo>
                    <a:pt x="102" y="5602"/>
                    <a:pt x="2801" y="5602"/>
                    <a:pt x="4932" y="5602"/>
                  </a:cubicBezTo>
                  <a:lnTo>
                    <a:pt x="89729" y="5602"/>
                  </a:lnTo>
                  <a:close/>
                  <a:moveTo>
                    <a:pt x="89871" y="32469"/>
                  </a:moveTo>
                  <a:cubicBezTo>
                    <a:pt x="91859" y="32469"/>
                    <a:pt x="94558" y="32469"/>
                    <a:pt x="94558" y="29699"/>
                  </a:cubicBezTo>
                  <a:cubicBezTo>
                    <a:pt x="94558" y="26929"/>
                    <a:pt x="91859" y="26929"/>
                    <a:pt x="89729" y="26929"/>
                  </a:cubicBezTo>
                  <a:lnTo>
                    <a:pt x="4932" y="26929"/>
                  </a:lnTo>
                  <a:cubicBezTo>
                    <a:pt x="2801" y="26929"/>
                    <a:pt x="102" y="26929"/>
                    <a:pt x="102" y="29699"/>
                  </a:cubicBezTo>
                  <a:cubicBezTo>
                    <a:pt x="102" y="32469"/>
                    <a:pt x="2801" y="32469"/>
                    <a:pt x="4790" y="32469"/>
                  </a:cubicBezTo>
                  <a:lnTo>
                    <a:pt x="89871" y="32469"/>
                  </a:lnTo>
                  <a:close/>
                </a:path>
              </a:pathLst>
            </a:custGeom>
            <a:solidFill>
              <a:schemeClr val="tx1"/>
            </a:solidFill>
            <a:ln w="14165" cap="flat">
              <a:noFill/>
              <a:prstDash val="solid"/>
              <a:miter/>
            </a:ln>
          </p:spPr>
          <p:txBody>
            <a:bodyPr rtlCol="0" anchor="ctr"/>
            <a:lstStyle/>
            <a:p>
              <a:endParaRPr lang="en-GB" noProof="0"/>
            </a:p>
          </p:txBody>
        </p:sp>
        <p:sp>
          <p:nvSpPr>
            <p:cNvPr id="80" name="Freeform: Shape 79">
              <a:extLst>
                <a:ext uri="{FF2B5EF4-FFF2-40B4-BE49-F238E27FC236}">
                  <a16:creationId xmlns:a16="http://schemas.microsoft.com/office/drawing/2014/main" id="{3D6F9A84-56F8-434F-9E30-20D9EE7B4BB0}"/>
                </a:ext>
              </a:extLst>
            </p:cNvPr>
            <p:cNvSpPr/>
            <p:nvPr>
              <p:custDataLst>
                <p:tags r:id="rId9"/>
              </p:custDataLst>
            </p:nvPr>
          </p:nvSpPr>
          <p:spPr>
            <a:xfrm>
              <a:off x="5905254" y="5700085"/>
              <a:ext cx="46872" cy="92232"/>
            </a:xfrm>
            <a:custGeom>
              <a:avLst/>
              <a:gdLst>
                <a:gd name="connsiteX0" fmla="*/ 29231 w 46872"/>
                <a:gd name="connsiteY0" fmla="*/ 3663 h 92232"/>
                <a:gd name="connsiteX1" fmla="*/ 25964 w 46872"/>
                <a:gd name="connsiteY1" fmla="*/ 63 h 92232"/>
                <a:gd name="connsiteX2" fmla="*/ 113 w 46872"/>
                <a:gd name="connsiteY2" fmla="*/ 8926 h 92232"/>
                <a:gd name="connsiteX3" fmla="*/ 113 w 46872"/>
                <a:gd name="connsiteY3" fmla="*/ 13219 h 92232"/>
                <a:gd name="connsiteX4" fmla="*/ 18720 w 46872"/>
                <a:gd name="connsiteY4" fmla="*/ 9618 h 92232"/>
                <a:gd name="connsiteX5" fmla="*/ 18720 w 46872"/>
                <a:gd name="connsiteY5" fmla="*/ 81355 h 92232"/>
                <a:gd name="connsiteX6" fmla="*/ 5510 w 46872"/>
                <a:gd name="connsiteY6" fmla="*/ 88002 h 92232"/>
                <a:gd name="connsiteX7" fmla="*/ 965 w 46872"/>
                <a:gd name="connsiteY7" fmla="*/ 88002 h 92232"/>
                <a:gd name="connsiteX8" fmla="*/ 965 w 46872"/>
                <a:gd name="connsiteY8" fmla="*/ 92296 h 92232"/>
                <a:gd name="connsiteX9" fmla="*/ 23975 w 46872"/>
                <a:gd name="connsiteY9" fmla="*/ 91880 h 92232"/>
                <a:gd name="connsiteX10" fmla="*/ 46986 w 46872"/>
                <a:gd name="connsiteY10" fmla="*/ 92296 h 92232"/>
                <a:gd name="connsiteX11" fmla="*/ 46986 w 46872"/>
                <a:gd name="connsiteY11" fmla="*/ 88002 h 92232"/>
                <a:gd name="connsiteX12" fmla="*/ 42440 w 46872"/>
                <a:gd name="connsiteY12" fmla="*/ 88002 h 92232"/>
                <a:gd name="connsiteX13" fmla="*/ 29231 w 46872"/>
                <a:gd name="connsiteY13" fmla="*/ 81355 h 92232"/>
                <a:gd name="connsiteX14" fmla="*/ 29231 w 46872"/>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872" h="92232">
                  <a:moveTo>
                    <a:pt x="29231" y="3663"/>
                  </a:moveTo>
                  <a:cubicBezTo>
                    <a:pt x="29231" y="340"/>
                    <a:pt x="29231" y="63"/>
                    <a:pt x="25964" y="63"/>
                  </a:cubicBezTo>
                  <a:cubicBezTo>
                    <a:pt x="17158" y="8926"/>
                    <a:pt x="4658" y="8926"/>
                    <a:pt x="113" y="8926"/>
                  </a:cubicBezTo>
                  <a:lnTo>
                    <a:pt x="113" y="13219"/>
                  </a:lnTo>
                  <a:cubicBezTo>
                    <a:pt x="2954" y="13219"/>
                    <a:pt x="11334" y="13219"/>
                    <a:pt x="18720" y="9618"/>
                  </a:cubicBezTo>
                  <a:lnTo>
                    <a:pt x="18720" y="81355"/>
                  </a:lnTo>
                  <a:cubicBezTo>
                    <a:pt x="18720" y="86341"/>
                    <a:pt x="18294" y="88002"/>
                    <a:pt x="5510" y="88002"/>
                  </a:cubicBezTo>
                  <a:lnTo>
                    <a:pt x="965" y="88002"/>
                  </a:lnTo>
                  <a:lnTo>
                    <a:pt x="965" y="92296"/>
                  </a:lnTo>
                  <a:cubicBezTo>
                    <a:pt x="5936" y="91880"/>
                    <a:pt x="18294" y="91880"/>
                    <a:pt x="23975" y="91880"/>
                  </a:cubicBezTo>
                  <a:cubicBezTo>
                    <a:pt x="29657" y="91880"/>
                    <a:pt x="42014" y="91880"/>
                    <a:pt x="46986" y="92296"/>
                  </a:cubicBezTo>
                  <a:lnTo>
                    <a:pt x="46986" y="88002"/>
                  </a:lnTo>
                  <a:lnTo>
                    <a:pt x="42440" y="88002"/>
                  </a:lnTo>
                  <a:cubicBezTo>
                    <a:pt x="29657" y="88002"/>
                    <a:pt x="29231" y="86479"/>
                    <a:pt x="29231" y="81355"/>
                  </a:cubicBezTo>
                  <a:lnTo>
                    <a:pt x="29231" y="3663"/>
                  </a:lnTo>
                  <a:close/>
                </a:path>
              </a:pathLst>
            </a:custGeom>
            <a:solidFill>
              <a:schemeClr val="tx1"/>
            </a:solidFill>
            <a:ln w="14165" cap="flat">
              <a:noFill/>
              <a:prstDash val="solid"/>
              <a:miter/>
            </a:ln>
          </p:spPr>
          <p:txBody>
            <a:bodyPr rtlCol="0" anchor="ctr"/>
            <a:lstStyle/>
            <a:p>
              <a:endParaRPr lang="en-GB" noProof="0"/>
            </a:p>
          </p:txBody>
        </p:sp>
        <p:sp>
          <p:nvSpPr>
            <p:cNvPr id="81" name="Freeform: Shape 80">
              <a:extLst>
                <a:ext uri="{FF2B5EF4-FFF2-40B4-BE49-F238E27FC236}">
                  <a16:creationId xmlns:a16="http://schemas.microsoft.com/office/drawing/2014/main" id="{C6BBE5DB-C6B9-433B-8644-780877EAC66D}"/>
                </a:ext>
              </a:extLst>
            </p:cNvPr>
            <p:cNvSpPr/>
            <p:nvPr>
              <p:custDataLst>
                <p:tags r:id="rId10"/>
              </p:custDataLst>
            </p:nvPr>
          </p:nvSpPr>
          <p:spPr>
            <a:xfrm>
              <a:off x="5971728" y="5688452"/>
              <a:ext cx="32952" cy="138487"/>
            </a:xfrm>
            <a:custGeom>
              <a:avLst/>
              <a:gdLst>
                <a:gd name="connsiteX0" fmla="*/ 33071 w 32952"/>
                <a:gd name="connsiteY0" fmla="*/ 69307 h 138487"/>
                <a:gd name="connsiteX1" fmla="*/ 23696 w 32952"/>
                <a:gd name="connsiteY1" fmla="*/ 26098 h 138487"/>
                <a:gd name="connsiteX2" fmla="*/ 1538 w 32952"/>
                <a:gd name="connsiteY2" fmla="*/ 63 h 138487"/>
                <a:gd name="connsiteX3" fmla="*/ 118 w 32952"/>
                <a:gd name="connsiteY3" fmla="*/ 1448 h 138487"/>
                <a:gd name="connsiteX4" fmla="*/ 2817 w 32952"/>
                <a:gd name="connsiteY4" fmla="*/ 4633 h 138487"/>
                <a:gd name="connsiteX5" fmla="*/ 24833 w 32952"/>
                <a:gd name="connsiteY5" fmla="*/ 69307 h 138487"/>
                <a:gd name="connsiteX6" fmla="*/ 1964 w 32952"/>
                <a:gd name="connsiteY6" fmla="*/ 134811 h 138487"/>
                <a:gd name="connsiteX7" fmla="*/ 118 w 32952"/>
                <a:gd name="connsiteY7" fmla="*/ 137166 h 138487"/>
                <a:gd name="connsiteX8" fmla="*/ 1538 w 32952"/>
                <a:gd name="connsiteY8" fmla="*/ 138550 h 138487"/>
                <a:gd name="connsiteX9" fmla="*/ 24122 w 32952"/>
                <a:gd name="connsiteY9" fmla="*/ 111545 h 138487"/>
                <a:gd name="connsiteX10" fmla="*/ 33071 w 32952"/>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2" h="138487">
                  <a:moveTo>
                    <a:pt x="33071" y="69307"/>
                  </a:moveTo>
                  <a:cubicBezTo>
                    <a:pt x="33071" y="58505"/>
                    <a:pt x="31508" y="41748"/>
                    <a:pt x="23696" y="26098"/>
                  </a:cubicBezTo>
                  <a:cubicBezTo>
                    <a:pt x="15174" y="9064"/>
                    <a:pt x="2959" y="63"/>
                    <a:pt x="1538" y="63"/>
                  </a:cubicBezTo>
                  <a:cubicBezTo>
                    <a:pt x="686" y="63"/>
                    <a:pt x="118" y="617"/>
                    <a:pt x="118" y="1448"/>
                  </a:cubicBezTo>
                  <a:cubicBezTo>
                    <a:pt x="118" y="1863"/>
                    <a:pt x="118" y="2140"/>
                    <a:pt x="2817" y="4633"/>
                  </a:cubicBezTo>
                  <a:cubicBezTo>
                    <a:pt x="16736" y="18343"/>
                    <a:pt x="24833" y="40363"/>
                    <a:pt x="24833" y="69307"/>
                  </a:cubicBezTo>
                  <a:cubicBezTo>
                    <a:pt x="24833" y="92988"/>
                    <a:pt x="19577" y="117362"/>
                    <a:pt x="1964" y="134811"/>
                  </a:cubicBezTo>
                  <a:cubicBezTo>
                    <a:pt x="118" y="136473"/>
                    <a:pt x="118" y="136750"/>
                    <a:pt x="118" y="137166"/>
                  </a:cubicBezTo>
                  <a:cubicBezTo>
                    <a:pt x="118" y="137996"/>
                    <a:pt x="686" y="138550"/>
                    <a:pt x="1538" y="138550"/>
                  </a:cubicBezTo>
                  <a:cubicBezTo>
                    <a:pt x="2959" y="138550"/>
                    <a:pt x="15742" y="129133"/>
                    <a:pt x="24122" y="111545"/>
                  </a:cubicBezTo>
                  <a:cubicBezTo>
                    <a:pt x="31366" y="96312"/>
                    <a:pt x="33071" y="80940"/>
                    <a:pt x="33071" y="69307"/>
                  </a:cubicBezTo>
                  <a:close/>
                </a:path>
              </a:pathLst>
            </a:custGeom>
            <a:solidFill>
              <a:schemeClr val="tx1"/>
            </a:solidFill>
            <a:ln w="14165" cap="flat">
              <a:noFill/>
              <a:prstDash val="solid"/>
              <a:miter/>
            </a:ln>
          </p:spPr>
          <p:txBody>
            <a:bodyPr rtlCol="0" anchor="ctr"/>
            <a:lstStyle/>
            <a:p>
              <a:endParaRPr lang="en-GB" noProof="0"/>
            </a:p>
          </p:txBody>
        </p:sp>
      </p:grpSp>
      <p:pic>
        <p:nvPicPr>
          <p:cNvPr id="82" name="Picture 81" descr="\documentclass{article}&#10;\usepackage{amsmath}&#10;\pagestyle{empty}&#10;\begin{document}&#10;&#10;\[&#10;P(Y_n &gt; 1)&#10;\]&#10;&#10;\end{document}" title="IguanaTex Picture Display">
            <a:extLst>
              <a:ext uri="{FF2B5EF4-FFF2-40B4-BE49-F238E27FC236}">
                <a16:creationId xmlns:a16="http://schemas.microsoft.com/office/drawing/2014/main" id="{C8725867-3BDD-49E4-A188-4E4B6F830E43}"/>
              </a:ext>
            </a:extLst>
          </p:cNvPr>
          <p:cNvPicPr>
            <a:picLocks noChangeAspect="1"/>
          </p:cNvPicPr>
          <p:nvPr>
            <p:custDataLst>
              <p:tags r:id="rId3"/>
            </p:custDataLst>
          </p:nvPr>
        </p:nvPicPr>
        <p:blipFill>
          <a:blip r:embed="rId16" cstate="print">
            <a:extLst>
              <a:ext uri="{28A0092B-C50C-407E-A947-70E740481C1C}">
                <a14:useLocalDpi xmlns:a14="http://schemas.microsoft.com/office/drawing/2010/main" val="0"/>
              </a:ext>
            </a:extLst>
          </a:blip>
          <a:stretch>
            <a:fillRect/>
          </a:stretch>
        </p:blipFill>
        <p:spPr>
          <a:xfrm>
            <a:off x="5902959" y="5007194"/>
            <a:ext cx="609778" cy="140074"/>
          </a:xfrm>
          <a:prstGeom prst="rect">
            <a:avLst/>
          </a:prstGeom>
        </p:spPr>
      </p:pic>
      <p:sp>
        <p:nvSpPr>
          <p:cNvPr id="2" name="TextBox 1">
            <a:extLst>
              <a:ext uri="{FF2B5EF4-FFF2-40B4-BE49-F238E27FC236}">
                <a16:creationId xmlns:a16="http://schemas.microsoft.com/office/drawing/2014/main" id="{874C5250-1840-8E72-DD24-84137D1FC4AF}"/>
              </a:ext>
            </a:extLst>
          </p:cNvPr>
          <p:cNvSpPr txBox="1"/>
          <p:nvPr/>
        </p:nvSpPr>
        <p:spPr>
          <a:xfrm>
            <a:off x="1091818" y="1049614"/>
            <a:ext cx="3611375" cy="523220"/>
          </a:xfrm>
          <a:prstGeom prst="rect">
            <a:avLst/>
          </a:prstGeom>
          <a:noFill/>
        </p:spPr>
        <p:txBody>
          <a:bodyPr wrap="square">
            <a:spAutoFit/>
          </a:bodyPr>
          <a:lstStyle/>
          <a:p>
            <a:r>
              <a:rPr lang="en-US" sz="1400">
                <a:solidFill>
                  <a:prstClr val="black"/>
                </a:solidFill>
              </a:rPr>
              <a:t>Probability that observation </a:t>
            </a:r>
            <a:r>
              <a:rPr lang="en-US" sz="1400" i="1" err="1">
                <a:solidFill>
                  <a:prstClr val="black"/>
                </a:solidFill>
              </a:rPr>
              <a:t>i</a:t>
            </a:r>
            <a:r>
              <a:rPr lang="en-US" sz="1400">
                <a:solidFill>
                  <a:prstClr val="black"/>
                </a:solidFill>
              </a:rPr>
              <a:t> falls into category </a:t>
            </a:r>
            <a:r>
              <a:rPr lang="en-GB" sz="1400" b="1" i="1" noProof="0">
                <a:solidFill>
                  <a:prstClr val="black"/>
                </a:solidFill>
                <a:highlight>
                  <a:srgbClr val="FFC000"/>
                </a:highlight>
                <a:latin typeface="Aptos" panose="020B0004020202020204"/>
              </a:rPr>
              <a:t>j = 1</a:t>
            </a:r>
            <a:r>
              <a:rPr lang="en-GB" sz="1400" b="1" noProof="0">
                <a:solidFill>
                  <a:prstClr val="black"/>
                </a:solidFill>
                <a:highlight>
                  <a:srgbClr val="FFC000"/>
                </a:highlight>
                <a:latin typeface="Aptos" panose="020B0004020202020204"/>
              </a:rPr>
              <a:t>.</a:t>
            </a:r>
          </a:p>
        </p:txBody>
      </p:sp>
    </p:spTree>
    <p:extLst>
      <p:ext uri="{BB962C8B-B14F-4D97-AF65-F5344CB8AC3E}">
        <p14:creationId xmlns:p14="http://schemas.microsoft.com/office/powerpoint/2010/main" val="319947423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1"/>
                                        </p:tgtEl>
                                        <p:attrNameLst>
                                          <p:attrName>style.visibility</p:attrName>
                                        </p:attrNameLst>
                                      </p:cBhvr>
                                      <p:to>
                                        <p:strVal val="visible"/>
                                      </p:to>
                                    </p:set>
                                    <p:animEffect transition="in" filter="fade">
                                      <p:cBhvr>
                                        <p:cTn id="7" dur="500"/>
                                        <p:tgtEl>
                                          <p:spTgt spid="19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92"/>
                                        </p:tgtEl>
                                        <p:attrNameLst>
                                          <p:attrName>style.visibility</p:attrName>
                                        </p:attrNameLst>
                                      </p:cBhvr>
                                      <p:to>
                                        <p:strVal val="visible"/>
                                      </p:to>
                                    </p:set>
                                    <p:animEffect transition="in" filter="fade">
                                      <p:cBhvr>
                                        <p:cTn id="10" dur="500"/>
                                        <p:tgtEl>
                                          <p:spTgt spid="19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95"/>
                                        </p:tgtEl>
                                        <p:attrNameLst>
                                          <p:attrName>style.visibility</p:attrName>
                                        </p:attrNameLst>
                                      </p:cBhvr>
                                      <p:to>
                                        <p:strVal val="visible"/>
                                      </p:to>
                                    </p:set>
                                    <p:animEffect transition="in" filter="fade">
                                      <p:cBhvr>
                                        <p:cTn id="13" dur="500"/>
                                        <p:tgtEl>
                                          <p:spTgt spid="195"/>
                                        </p:tgtEl>
                                      </p:cBhvr>
                                    </p:animEffect>
                                  </p:childTnLst>
                                </p:cTn>
                              </p:par>
                              <p:par>
                                <p:cTn id="14" presetID="10" presetClass="entr" presetSubtype="0" fill="hold" nodeType="withEffect">
                                  <p:stCondLst>
                                    <p:cond delay="0"/>
                                  </p:stCondLst>
                                  <p:childTnLst>
                                    <p:set>
                                      <p:cBhvr>
                                        <p:cTn id="15" dur="1" fill="hold">
                                          <p:stCondLst>
                                            <p:cond delay="0"/>
                                          </p:stCondLst>
                                        </p:cTn>
                                        <p:tgtEl>
                                          <p:spTgt spid="196"/>
                                        </p:tgtEl>
                                        <p:attrNameLst>
                                          <p:attrName>style.visibility</p:attrName>
                                        </p:attrNameLst>
                                      </p:cBhvr>
                                      <p:to>
                                        <p:strVal val="visible"/>
                                      </p:to>
                                    </p:set>
                                    <p:animEffect transition="in" filter="fade">
                                      <p:cBhvr>
                                        <p:cTn id="16" dur="500"/>
                                        <p:tgtEl>
                                          <p:spTgt spid="196"/>
                                        </p:tgtEl>
                                      </p:cBhvr>
                                    </p:animEffect>
                                  </p:childTnLst>
                                </p:cTn>
                              </p:par>
                              <p:par>
                                <p:cTn id="17" presetID="10" presetClass="entr" presetSubtype="0" fill="hold" nodeType="withEffect">
                                  <p:stCondLst>
                                    <p:cond delay="0"/>
                                  </p:stCondLst>
                                  <p:childTnLst>
                                    <p:set>
                                      <p:cBhvr>
                                        <p:cTn id="18" dur="1" fill="hold">
                                          <p:stCondLst>
                                            <p:cond delay="0"/>
                                          </p:stCondLst>
                                        </p:cTn>
                                        <p:tgtEl>
                                          <p:spTgt spid="239"/>
                                        </p:tgtEl>
                                        <p:attrNameLst>
                                          <p:attrName>style.visibility</p:attrName>
                                        </p:attrNameLst>
                                      </p:cBhvr>
                                      <p:to>
                                        <p:strVal val="visible"/>
                                      </p:to>
                                    </p:set>
                                    <p:animEffect transition="in" filter="fade">
                                      <p:cBhvr>
                                        <p:cTn id="19" dur="500"/>
                                        <p:tgtEl>
                                          <p:spTgt spid="23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90"/>
                                        </p:tgtEl>
                                        <p:attrNameLst>
                                          <p:attrName>style.visibility</p:attrName>
                                        </p:attrNameLst>
                                      </p:cBhvr>
                                      <p:to>
                                        <p:strVal val="visible"/>
                                      </p:to>
                                    </p:set>
                                    <p:animEffect transition="in" filter="fade">
                                      <p:cBhvr>
                                        <p:cTn id="22" dur="500"/>
                                        <p:tgtEl>
                                          <p:spTgt spid="19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88"/>
                                        </p:tgtEl>
                                        <p:attrNameLst>
                                          <p:attrName>style.visibility</p:attrName>
                                        </p:attrNameLst>
                                      </p:cBhvr>
                                      <p:to>
                                        <p:strVal val="visible"/>
                                      </p:to>
                                    </p:set>
                                    <p:animEffect transition="in" filter="fade">
                                      <p:cBhvr>
                                        <p:cTn id="25" dur="500"/>
                                        <p:tgtEl>
                                          <p:spTgt spid="28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62"/>
                                        </p:tgtEl>
                                        <p:attrNameLst>
                                          <p:attrName>style.visibility</p:attrName>
                                        </p:attrNameLst>
                                      </p:cBhvr>
                                      <p:to>
                                        <p:strVal val="visible"/>
                                      </p:to>
                                    </p:set>
                                    <p:animEffect transition="in" filter="fade">
                                      <p:cBhvr>
                                        <p:cTn id="30" dur="500"/>
                                        <p:tgtEl>
                                          <p:spTgt spid="62"/>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73"/>
                                        </p:tgtEl>
                                        <p:attrNameLst>
                                          <p:attrName>style.visibility</p:attrName>
                                        </p:attrNameLst>
                                      </p:cBhvr>
                                      <p:to>
                                        <p:strVal val="visible"/>
                                      </p:to>
                                    </p:set>
                                    <p:animEffect transition="in" filter="fade">
                                      <p:cBhvr>
                                        <p:cTn id="35" dur="500"/>
                                        <p:tgtEl>
                                          <p:spTgt spid="73"/>
                                        </p:tgtEl>
                                      </p:cBhvr>
                                    </p:animEffect>
                                  </p:childTnLst>
                                </p:cTn>
                              </p:par>
                              <p:par>
                                <p:cTn id="36" presetID="10" presetClass="entr" presetSubtype="0" fill="hold" nodeType="withEffect">
                                  <p:stCondLst>
                                    <p:cond delay="0"/>
                                  </p:stCondLst>
                                  <p:childTnLst>
                                    <p:set>
                                      <p:cBhvr>
                                        <p:cTn id="37" dur="1" fill="hold">
                                          <p:stCondLst>
                                            <p:cond delay="0"/>
                                          </p:stCondLst>
                                        </p:cTn>
                                        <p:tgtEl>
                                          <p:spTgt spid="82"/>
                                        </p:tgtEl>
                                        <p:attrNameLst>
                                          <p:attrName>style.visibility</p:attrName>
                                        </p:attrNameLst>
                                      </p:cBhvr>
                                      <p:to>
                                        <p:strVal val="visible"/>
                                      </p:to>
                                    </p:set>
                                    <p:animEffect transition="in" filter="fade">
                                      <p:cBhvr>
                                        <p:cTn id="38" dur="500"/>
                                        <p:tgtEl>
                                          <p:spTgt spid="82"/>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74"/>
                                        </p:tgtEl>
                                        <p:attrNameLst>
                                          <p:attrName>style.visibility</p:attrName>
                                        </p:attrNameLst>
                                      </p:cBhvr>
                                      <p:to>
                                        <p:strVal val="visible"/>
                                      </p:to>
                                    </p:set>
                                    <p:animEffect transition="in" filter="fade">
                                      <p:cBhvr>
                                        <p:cTn id="43" dur="500"/>
                                        <p:tgtEl>
                                          <p:spTgt spid="74"/>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
                                        </p:tgtEl>
                                        <p:attrNameLst>
                                          <p:attrName>style.visibility</p:attrName>
                                        </p:attrNameLst>
                                      </p:cBhvr>
                                      <p:to>
                                        <p:strVal val="visible"/>
                                      </p:to>
                                    </p:set>
                                    <p:animEffect transition="in" filter="fade">
                                      <p:cBhvr>
                                        <p:cTn id="4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73" grpId="0" animBg="1"/>
      <p:bldP spid="191" grpId="0" animBg="1"/>
      <p:bldP spid="192" grpId="0" animBg="1"/>
      <p:bldP spid="195" grpId="0"/>
      <p:bldP spid="190" grpId="0" animBg="1"/>
      <p:bldP spid="288" grpId="0"/>
      <p:bldP spid="2"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03791B5-EBBA-7117-410B-8D2968B184CF}"/>
            </a:ext>
          </a:extLst>
        </p:cNvPr>
        <p:cNvGrpSpPr/>
        <p:nvPr/>
      </p:nvGrpSpPr>
      <p:grpSpPr>
        <a:xfrm>
          <a:off x="0" y="0"/>
          <a:ext cx="0" cy="0"/>
          <a:chOff x="0" y="0"/>
          <a:chExt cx="0" cy="0"/>
        </a:xfrm>
      </p:grpSpPr>
      <p:sp>
        <p:nvSpPr>
          <p:cNvPr id="29" name="Freeform: Shape 28">
            <a:extLst>
              <a:ext uri="{FF2B5EF4-FFF2-40B4-BE49-F238E27FC236}">
                <a16:creationId xmlns:a16="http://schemas.microsoft.com/office/drawing/2014/main" id="{F10C3B8E-E966-4210-BB05-491FD8787C25}"/>
              </a:ext>
            </a:extLst>
          </p:cNvPr>
          <p:cNvSpPr/>
          <p:nvPr/>
        </p:nvSpPr>
        <p:spPr>
          <a:xfrm>
            <a:off x="4981559" y="1560971"/>
            <a:ext cx="5640279" cy="4293838"/>
          </a:xfrm>
          <a:custGeom>
            <a:avLst/>
            <a:gdLst>
              <a:gd name="connsiteX0" fmla="*/ 1122636 w 5640279"/>
              <a:gd name="connsiteY0" fmla="*/ 0 h 4293838"/>
              <a:gd name="connsiteX1" fmla="*/ 1131647 w 5640279"/>
              <a:gd name="connsiteY1" fmla="*/ 0 h 4293838"/>
              <a:gd name="connsiteX2" fmla="*/ 1134684 w 5640279"/>
              <a:gd name="connsiteY2" fmla="*/ 90 h 4293838"/>
              <a:gd name="connsiteX3" fmla="*/ 1137638 w 5640279"/>
              <a:gd name="connsiteY3" fmla="*/ 181 h 4293838"/>
              <a:gd name="connsiteX4" fmla="*/ 1140675 w 5640279"/>
              <a:gd name="connsiteY4" fmla="*/ 272 h 4293838"/>
              <a:gd name="connsiteX5" fmla="*/ 1146730 w 5640279"/>
              <a:gd name="connsiteY5" fmla="*/ 635 h 4293838"/>
              <a:gd name="connsiteX6" fmla="*/ 1149687 w 5640279"/>
              <a:gd name="connsiteY6" fmla="*/ 816 h 4293838"/>
              <a:gd name="connsiteX7" fmla="*/ 1155742 w 5640279"/>
              <a:gd name="connsiteY7" fmla="*/ 1360 h 4293838"/>
              <a:gd name="connsiteX8" fmla="*/ 1158714 w 5640279"/>
              <a:gd name="connsiteY8" fmla="*/ 1631 h 4293838"/>
              <a:gd name="connsiteX9" fmla="*/ 1164769 w 5640279"/>
              <a:gd name="connsiteY9" fmla="*/ 2357 h 4293838"/>
              <a:gd name="connsiteX10" fmla="*/ 1167806 w 5640279"/>
              <a:gd name="connsiteY10" fmla="*/ 2765 h 4293838"/>
              <a:gd name="connsiteX11" fmla="*/ 1170760 w 5640279"/>
              <a:gd name="connsiteY11" fmla="*/ 3218 h 4293838"/>
              <a:gd name="connsiteX12" fmla="*/ 1176817 w 5640279"/>
              <a:gd name="connsiteY12" fmla="*/ 4123 h 4293838"/>
              <a:gd name="connsiteX13" fmla="*/ 1179788 w 5640279"/>
              <a:gd name="connsiteY13" fmla="*/ 4668 h 4293838"/>
              <a:gd name="connsiteX14" fmla="*/ 1185845 w 5640279"/>
              <a:gd name="connsiteY14" fmla="*/ 5756 h 4293838"/>
              <a:gd name="connsiteX15" fmla="*/ 1188865 w 5640279"/>
              <a:gd name="connsiteY15" fmla="*/ 6435 h 4293838"/>
              <a:gd name="connsiteX16" fmla="*/ 1191836 w 5640279"/>
              <a:gd name="connsiteY16" fmla="*/ 7071 h 4293838"/>
              <a:gd name="connsiteX17" fmla="*/ 1194856 w 5640279"/>
              <a:gd name="connsiteY17" fmla="*/ 7704 h 4293838"/>
              <a:gd name="connsiteX18" fmla="*/ 1197891 w 5640279"/>
              <a:gd name="connsiteY18" fmla="*/ 8429 h 4293838"/>
              <a:gd name="connsiteX19" fmla="*/ 1200847 w 5640279"/>
              <a:gd name="connsiteY19" fmla="*/ 9155 h 4293838"/>
              <a:gd name="connsiteX20" fmla="*/ 1203884 w 5640279"/>
              <a:gd name="connsiteY20" fmla="*/ 9879 h 4293838"/>
              <a:gd name="connsiteX21" fmla="*/ 1206902 w 5640279"/>
              <a:gd name="connsiteY21" fmla="*/ 10695 h 4293838"/>
              <a:gd name="connsiteX22" fmla="*/ 1209939 w 5640279"/>
              <a:gd name="connsiteY22" fmla="*/ 11557 h 4293838"/>
              <a:gd name="connsiteX23" fmla="*/ 1212910 w 5640279"/>
              <a:gd name="connsiteY23" fmla="*/ 12372 h 4293838"/>
              <a:gd name="connsiteX24" fmla="*/ 1218967 w 5640279"/>
              <a:gd name="connsiteY24" fmla="*/ 14184 h 4293838"/>
              <a:gd name="connsiteX25" fmla="*/ 1221921 w 5640279"/>
              <a:gd name="connsiteY25" fmla="*/ 15093 h 4293838"/>
              <a:gd name="connsiteX26" fmla="*/ 1224958 w 5640279"/>
              <a:gd name="connsiteY26" fmla="*/ 16135 h 4293838"/>
              <a:gd name="connsiteX27" fmla="*/ 1231013 w 5640279"/>
              <a:gd name="connsiteY27" fmla="*/ 18128 h 4293838"/>
              <a:gd name="connsiteX28" fmla="*/ 1233969 w 5640279"/>
              <a:gd name="connsiteY28" fmla="*/ 19216 h 4293838"/>
              <a:gd name="connsiteX29" fmla="*/ 1237006 w 5640279"/>
              <a:gd name="connsiteY29" fmla="*/ 20304 h 4293838"/>
              <a:gd name="connsiteX30" fmla="*/ 1240026 w 5640279"/>
              <a:gd name="connsiteY30" fmla="*/ 21436 h 4293838"/>
              <a:gd name="connsiteX31" fmla="*/ 1242997 w 5640279"/>
              <a:gd name="connsiteY31" fmla="*/ 22615 h 4293838"/>
              <a:gd name="connsiteX32" fmla="*/ 1249052 w 5640279"/>
              <a:gd name="connsiteY32" fmla="*/ 24971 h 4293838"/>
              <a:gd name="connsiteX33" fmla="*/ 1252072 w 5640279"/>
              <a:gd name="connsiteY33" fmla="*/ 26241 h 4293838"/>
              <a:gd name="connsiteX34" fmla="*/ 1255045 w 5640279"/>
              <a:gd name="connsiteY34" fmla="*/ 27511 h 4293838"/>
              <a:gd name="connsiteX35" fmla="*/ 1258065 w 5640279"/>
              <a:gd name="connsiteY35" fmla="*/ 28824 h 4293838"/>
              <a:gd name="connsiteX36" fmla="*/ 1261100 w 5640279"/>
              <a:gd name="connsiteY36" fmla="*/ 30184 h 4293838"/>
              <a:gd name="connsiteX37" fmla="*/ 1264056 w 5640279"/>
              <a:gd name="connsiteY37" fmla="*/ 31544 h 4293838"/>
              <a:gd name="connsiteX38" fmla="*/ 1267091 w 5640279"/>
              <a:gd name="connsiteY38" fmla="*/ 32903 h 4293838"/>
              <a:gd name="connsiteX39" fmla="*/ 1270128 w 5640279"/>
              <a:gd name="connsiteY39" fmla="*/ 34353 h 4293838"/>
              <a:gd name="connsiteX40" fmla="*/ 1273084 w 5640279"/>
              <a:gd name="connsiteY40" fmla="*/ 35803 h 4293838"/>
              <a:gd name="connsiteX41" fmla="*/ 1276119 w 5640279"/>
              <a:gd name="connsiteY41" fmla="*/ 37299 h 4293838"/>
              <a:gd name="connsiteX42" fmla="*/ 1282176 w 5640279"/>
              <a:gd name="connsiteY42" fmla="*/ 40380 h 4293838"/>
              <a:gd name="connsiteX43" fmla="*/ 1285130 w 5640279"/>
              <a:gd name="connsiteY43" fmla="*/ 41922 h 4293838"/>
              <a:gd name="connsiteX44" fmla="*/ 1291187 w 5640279"/>
              <a:gd name="connsiteY44" fmla="*/ 45185 h 4293838"/>
              <a:gd name="connsiteX45" fmla="*/ 1294158 w 5640279"/>
              <a:gd name="connsiteY45" fmla="*/ 46816 h 4293838"/>
              <a:gd name="connsiteX46" fmla="*/ 1303233 w 5640279"/>
              <a:gd name="connsiteY46" fmla="*/ 51982 h 4293838"/>
              <a:gd name="connsiteX47" fmla="*/ 1306206 w 5640279"/>
              <a:gd name="connsiteY47" fmla="*/ 53796 h 4293838"/>
              <a:gd name="connsiteX48" fmla="*/ 1312261 w 5640279"/>
              <a:gd name="connsiteY48" fmla="*/ 57422 h 4293838"/>
              <a:gd name="connsiteX49" fmla="*/ 1315217 w 5640279"/>
              <a:gd name="connsiteY49" fmla="*/ 59326 h 4293838"/>
              <a:gd name="connsiteX50" fmla="*/ 1321272 w 5640279"/>
              <a:gd name="connsiteY50" fmla="*/ 63133 h 4293838"/>
              <a:gd name="connsiteX51" fmla="*/ 1324309 w 5640279"/>
              <a:gd name="connsiteY51" fmla="*/ 65128 h 4293838"/>
              <a:gd name="connsiteX52" fmla="*/ 1327280 w 5640279"/>
              <a:gd name="connsiteY52" fmla="*/ 67121 h 4293838"/>
              <a:gd name="connsiteX53" fmla="*/ 1330300 w 5640279"/>
              <a:gd name="connsiteY53" fmla="*/ 69114 h 4293838"/>
              <a:gd name="connsiteX54" fmla="*/ 1333337 w 5640279"/>
              <a:gd name="connsiteY54" fmla="*/ 71155 h 4293838"/>
              <a:gd name="connsiteX55" fmla="*/ 1336291 w 5640279"/>
              <a:gd name="connsiteY55" fmla="*/ 73239 h 4293838"/>
              <a:gd name="connsiteX56" fmla="*/ 1339328 w 5640279"/>
              <a:gd name="connsiteY56" fmla="*/ 75324 h 4293838"/>
              <a:gd name="connsiteX57" fmla="*/ 1342348 w 5640279"/>
              <a:gd name="connsiteY57" fmla="*/ 77500 h 4293838"/>
              <a:gd name="connsiteX58" fmla="*/ 1345383 w 5640279"/>
              <a:gd name="connsiteY58" fmla="*/ 79630 h 4293838"/>
              <a:gd name="connsiteX59" fmla="*/ 1348339 w 5640279"/>
              <a:gd name="connsiteY59" fmla="*/ 81806 h 4293838"/>
              <a:gd name="connsiteX60" fmla="*/ 1351376 w 5640279"/>
              <a:gd name="connsiteY60" fmla="*/ 84072 h 4293838"/>
              <a:gd name="connsiteX61" fmla="*/ 1354394 w 5640279"/>
              <a:gd name="connsiteY61" fmla="*/ 86292 h 4293838"/>
              <a:gd name="connsiteX62" fmla="*/ 1357367 w 5640279"/>
              <a:gd name="connsiteY62" fmla="*/ 88558 h 4293838"/>
              <a:gd name="connsiteX63" fmla="*/ 1360387 w 5640279"/>
              <a:gd name="connsiteY63" fmla="*/ 90914 h 4293838"/>
              <a:gd name="connsiteX64" fmla="*/ 1363422 w 5640279"/>
              <a:gd name="connsiteY64" fmla="*/ 93225 h 4293838"/>
              <a:gd name="connsiteX65" fmla="*/ 1366442 w 5640279"/>
              <a:gd name="connsiteY65" fmla="*/ 95583 h 4293838"/>
              <a:gd name="connsiteX66" fmla="*/ 1369413 w 5640279"/>
              <a:gd name="connsiteY66" fmla="*/ 97985 h 4293838"/>
              <a:gd name="connsiteX67" fmla="*/ 1372433 w 5640279"/>
              <a:gd name="connsiteY67" fmla="*/ 100386 h 4293838"/>
              <a:gd name="connsiteX68" fmla="*/ 1375470 w 5640279"/>
              <a:gd name="connsiteY68" fmla="*/ 102835 h 4293838"/>
              <a:gd name="connsiteX69" fmla="*/ 1378441 w 5640279"/>
              <a:gd name="connsiteY69" fmla="*/ 105327 h 4293838"/>
              <a:gd name="connsiteX70" fmla="*/ 1381461 w 5640279"/>
              <a:gd name="connsiteY70" fmla="*/ 107819 h 4293838"/>
              <a:gd name="connsiteX71" fmla="*/ 1384498 w 5640279"/>
              <a:gd name="connsiteY71" fmla="*/ 110357 h 4293838"/>
              <a:gd name="connsiteX72" fmla="*/ 1387452 w 5640279"/>
              <a:gd name="connsiteY72" fmla="*/ 112941 h 4293838"/>
              <a:gd name="connsiteX73" fmla="*/ 1393509 w 5640279"/>
              <a:gd name="connsiteY73" fmla="*/ 118107 h 4293838"/>
              <a:gd name="connsiteX74" fmla="*/ 1396544 w 5640279"/>
              <a:gd name="connsiteY74" fmla="*/ 120780 h 4293838"/>
              <a:gd name="connsiteX75" fmla="*/ 1399500 w 5640279"/>
              <a:gd name="connsiteY75" fmla="*/ 123455 h 4293838"/>
              <a:gd name="connsiteX76" fmla="*/ 1402537 w 5640279"/>
              <a:gd name="connsiteY76" fmla="*/ 126129 h 4293838"/>
              <a:gd name="connsiteX77" fmla="*/ 1405557 w 5640279"/>
              <a:gd name="connsiteY77" fmla="*/ 128894 h 4293838"/>
              <a:gd name="connsiteX78" fmla="*/ 1408528 w 5640279"/>
              <a:gd name="connsiteY78" fmla="*/ 131658 h 4293838"/>
              <a:gd name="connsiteX79" fmla="*/ 1411548 w 5640279"/>
              <a:gd name="connsiteY79" fmla="*/ 134423 h 4293838"/>
              <a:gd name="connsiteX80" fmla="*/ 1414583 w 5640279"/>
              <a:gd name="connsiteY80" fmla="*/ 137279 h 4293838"/>
              <a:gd name="connsiteX81" fmla="*/ 1417603 w 5640279"/>
              <a:gd name="connsiteY81" fmla="*/ 140088 h 4293838"/>
              <a:gd name="connsiteX82" fmla="*/ 1420576 w 5640279"/>
              <a:gd name="connsiteY82" fmla="*/ 142944 h 4293838"/>
              <a:gd name="connsiteX83" fmla="*/ 1423594 w 5640279"/>
              <a:gd name="connsiteY83" fmla="*/ 145890 h 4293838"/>
              <a:gd name="connsiteX84" fmla="*/ 1426631 w 5640279"/>
              <a:gd name="connsiteY84" fmla="*/ 148790 h 4293838"/>
              <a:gd name="connsiteX85" fmla="*/ 1429587 w 5640279"/>
              <a:gd name="connsiteY85" fmla="*/ 151736 h 4293838"/>
              <a:gd name="connsiteX86" fmla="*/ 1435658 w 5640279"/>
              <a:gd name="connsiteY86" fmla="*/ 157719 h 4293838"/>
              <a:gd name="connsiteX87" fmla="*/ 1438679 w 5640279"/>
              <a:gd name="connsiteY87" fmla="*/ 160754 h 4293838"/>
              <a:gd name="connsiteX88" fmla="*/ 1441649 w 5640279"/>
              <a:gd name="connsiteY88" fmla="*/ 163836 h 4293838"/>
              <a:gd name="connsiteX89" fmla="*/ 1447704 w 5640279"/>
              <a:gd name="connsiteY89" fmla="*/ 170000 h 4293838"/>
              <a:gd name="connsiteX90" fmla="*/ 1450661 w 5640279"/>
              <a:gd name="connsiteY90" fmla="*/ 173173 h 4293838"/>
              <a:gd name="connsiteX91" fmla="*/ 1456718 w 5640279"/>
              <a:gd name="connsiteY91" fmla="*/ 179517 h 4293838"/>
              <a:gd name="connsiteX92" fmla="*/ 1459753 w 5640279"/>
              <a:gd name="connsiteY92" fmla="*/ 182781 h 4293838"/>
              <a:gd name="connsiteX93" fmla="*/ 1462709 w 5640279"/>
              <a:gd name="connsiteY93" fmla="*/ 185998 h 4293838"/>
              <a:gd name="connsiteX94" fmla="*/ 1465743 w 5640279"/>
              <a:gd name="connsiteY94" fmla="*/ 189262 h 4293838"/>
              <a:gd name="connsiteX95" fmla="*/ 1468764 w 5640279"/>
              <a:gd name="connsiteY95" fmla="*/ 192615 h 4293838"/>
              <a:gd name="connsiteX96" fmla="*/ 1471737 w 5640279"/>
              <a:gd name="connsiteY96" fmla="*/ 195925 h 4293838"/>
              <a:gd name="connsiteX97" fmla="*/ 1474757 w 5640279"/>
              <a:gd name="connsiteY97" fmla="*/ 199279 h 4293838"/>
              <a:gd name="connsiteX98" fmla="*/ 1480812 w 5640279"/>
              <a:gd name="connsiteY98" fmla="*/ 206076 h 4293838"/>
              <a:gd name="connsiteX99" fmla="*/ 1483783 w 5640279"/>
              <a:gd name="connsiteY99" fmla="*/ 209475 h 4293838"/>
              <a:gd name="connsiteX100" fmla="*/ 1489840 w 5640279"/>
              <a:gd name="connsiteY100" fmla="*/ 216454 h 4293838"/>
              <a:gd name="connsiteX101" fmla="*/ 1492810 w 5640279"/>
              <a:gd name="connsiteY101" fmla="*/ 219945 h 4293838"/>
              <a:gd name="connsiteX102" fmla="*/ 1495831 w 5640279"/>
              <a:gd name="connsiteY102" fmla="*/ 223525 h 4293838"/>
              <a:gd name="connsiteX103" fmla="*/ 1498867 w 5640279"/>
              <a:gd name="connsiteY103" fmla="*/ 227060 h 4293838"/>
              <a:gd name="connsiteX104" fmla="*/ 1501886 w 5640279"/>
              <a:gd name="connsiteY104" fmla="*/ 230641 h 4293838"/>
              <a:gd name="connsiteX105" fmla="*/ 1504858 w 5640279"/>
              <a:gd name="connsiteY105" fmla="*/ 234312 h 4293838"/>
              <a:gd name="connsiteX106" fmla="*/ 1510913 w 5640279"/>
              <a:gd name="connsiteY106" fmla="*/ 241563 h 4293838"/>
              <a:gd name="connsiteX107" fmla="*/ 1513870 w 5640279"/>
              <a:gd name="connsiteY107" fmla="*/ 245280 h 4293838"/>
              <a:gd name="connsiteX108" fmla="*/ 1516904 w 5640279"/>
              <a:gd name="connsiteY108" fmla="*/ 248996 h 4293838"/>
              <a:gd name="connsiteX109" fmla="*/ 1519925 w 5640279"/>
              <a:gd name="connsiteY109" fmla="*/ 252757 h 4293838"/>
              <a:gd name="connsiteX110" fmla="*/ 1522897 w 5640279"/>
              <a:gd name="connsiteY110" fmla="*/ 256520 h 4293838"/>
              <a:gd name="connsiteX111" fmla="*/ 1528952 w 5640279"/>
              <a:gd name="connsiteY111" fmla="*/ 264133 h 4293838"/>
              <a:gd name="connsiteX112" fmla="*/ 1531973 w 5640279"/>
              <a:gd name="connsiteY112" fmla="*/ 267985 h 4293838"/>
              <a:gd name="connsiteX113" fmla="*/ 1534943 w 5640279"/>
              <a:gd name="connsiteY113" fmla="*/ 271884 h 4293838"/>
              <a:gd name="connsiteX114" fmla="*/ 1537964 w 5640279"/>
              <a:gd name="connsiteY114" fmla="*/ 275735 h 4293838"/>
              <a:gd name="connsiteX115" fmla="*/ 1541000 w 5640279"/>
              <a:gd name="connsiteY115" fmla="*/ 279677 h 4293838"/>
              <a:gd name="connsiteX116" fmla="*/ 1543971 w 5640279"/>
              <a:gd name="connsiteY116" fmla="*/ 283621 h 4293838"/>
              <a:gd name="connsiteX117" fmla="*/ 1546991 w 5640279"/>
              <a:gd name="connsiteY117" fmla="*/ 287564 h 4293838"/>
              <a:gd name="connsiteX118" fmla="*/ 1550028 w 5640279"/>
              <a:gd name="connsiteY118" fmla="*/ 291598 h 4293838"/>
              <a:gd name="connsiteX119" fmla="*/ 1553049 w 5640279"/>
              <a:gd name="connsiteY119" fmla="*/ 295585 h 4293838"/>
              <a:gd name="connsiteX120" fmla="*/ 1556019 w 5640279"/>
              <a:gd name="connsiteY120" fmla="*/ 299620 h 4293838"/>
              <a:gd name="connsiteX121" fmla="*/ 1559039 w 5640279"/>
              <a:gd name="connsiteY121" fmla="*/ 303699 h 4293838"/>
              <a:gd name="connsiteX122" fmla="*/ 1562074 w 5640279"/>
              <a:gd name="connsiteY122" fmla="*/ 307822 h 4293838"/>
              <a:gd name="connsiteX123" fmla="*/ 1565030 w 5640279"/>
              <a:gd name="connsiteY123" fmla="*/ 311902 h 4293838"/>
              <a:gd name="connsiteX124" fmla="*/ 1574122 w 5640279"/>
              <a:gd name="connsiteY124" fmla="*/ 324411 h 4293838"/>
              <a:gd name="connsiteX125" fmla="*/ 1577079 w 5640279"/>
              <a:gd name="connsiteY125" fmla="*/ 328626 h 4293838"/>
              <a:gd name="connsiteX126" fmla="*/ 1580113 w 5640279"/>
              <a:gd name="connsiteY126" fmla="*/ 332886 h 4293838"/>
              <a:gd name="connsiteX127" fmla="*/ 1583134 w 5640279"/>
              <a:gd name="connsiteY127" fmla="*/ 337100 h 4293838"/>
              <a:gd name="connsiteX128" fmla="*/ 1586104 w 5640279"/>
              <a:gd name="connsiteY128" fmla="*/ 341406 h 4293838"/>
              <a:gd name="connsiteX129" fmla="*/ 1592161 w 5640279"/>
              <a:gd name="connsiteY129" fmla="*/ 350016 h 4293838"/>
              <a:gd name="connsiteX130" fmla="*/ 1595182 w 5640279"/>
              <a:gd name="connsiteY130" fmla="*/ 354412 h 4293838"/>
              <a:gd name="connsiteX131" fmla="*/ 1598152 w 5640279"/>
              <a:gd name="connsiteY131" fmla="*/ 358764 h 4293838"/>
              <a:gd name="connsiteX132" fmla="*/ 1601189 w 5640279"/>
              <a:gd name="connsiteY132" fmla="*/ 363162 h 4293838"/>
              <a:gd name="connsiteX133" fmla="*/ 1604209 w 5640279"/>
              <a:gd name="connsiteY133" fmla="*/ 367602 h 4293838"/>
              <a:gd name="connsiteX134" fmla="*/ 1607180 w 5640279"/>
              <a:gd name="connsiteY134" fmla="*/ 372043 h 4293838"/>
              <a:gd name="connsiteX135" fmla="*/ 1610200 w 5640279"/>
              <a:gd name="connsiteY135" fmla="*/ 376485 h 4293838"/>
              <a:gd name="connsiteX136" fmla="*/ 1613235 w 5640279"/>
              <a:gd name="connsiteY136" fmla="*/ 381016 h 4293838"/>
              <a:gd name="connsiteX137" fmla="*/ 1616255 w 5640279"/>
              <a:gd name="connsiteY137" fmla="*/ 385503 h 4293838"/>
              <a:gd name="connsiteX138" fmla="*/ 1619228 w 5640279"/>
              <a:gd name="connsiteY138" fmla="*/ 390036 h 4293838"/>
              <a:gd name="connsiteX139" fmla="*/ 1625283 w 5640279"/>
              <a:gd name="connsiteY139" fmla="*/ 399190 h 4293838"/>
              <a:gd name="connsiteX140" fmla="*/ 1628239 w 5640279"/>
              <a:gd name="connsiteY140" fmla="*/ 403769 h 4293838"/>
              <a:gd name="connsiteX141" fmla="*/ 1631274 w 5640279"/>
              <a:gd name="connsiteY141" fmla="*/ 408437 h 4293838"/>
              <a:gd name="connsiteX142" fmla="*/ 1634294 w 5640279"/>
              <a:gd name="connsiteY142" fmla="*/ 413058 h 4293838"/>
              <a:gd name="connsiteX143" fmla="*/ 1637331 w 5640279"/>
              <a:gd name="connsiteY143" fmla="*/ 417728 h 4293838"/>
              <a:gd name="connsiteX144" fmla="*/ 1640285 w 5640279"/>
              <a:gd name="connsiteY144" fmla="*/ 422440 h 4293838"/>
              <a:gd name="connsiteX145" fmla="*/ 1646342 w 5640279"/>
              <a:gd name="connsiteY145" fmla="*/ 431867 h 4293838"/>
              <a:gd name="connsiteX146" fmla="*/ 1649313 w 5640279"/>
              <a:gd name="connsiteY146" fmla="*/ 436626 h 4293838"/>
              <a:gd name="connsiteX147" fmla="*/ 1652333 w 5640279"/>
              <a:gd name="connsiteY147" fmla="*/ 441430 h 4293838"/>
              <a:gd name="connsiteX148" fmla="*/ 1655370 w 5640279"/>
              <a:gd name="connsiteY148" fmla="*/ 446188 h 4293838"/>
              <a:gd name="connsiteX149" fmla="*/ 1658341 w 5640279"/>
              <a:gd name="connsiteY149" fmla="*/ 451039 h 4293838"/>
              <a:gd name="connsiteX150" fmla="*/ 1664398 w 5640279"/>
              <a:gd name="connsiteY150" fmla="*/ 460738 h 4293838"/>
              <a:gd name="connsiteX151" fmla="*/ 1667416 w 5640279"/>
              <a:gd name="connsiteY151" fmla="*/ 465633 h 4293838"/>
              <a:gd name="connsiteX152" fmla="*/ 1670389 w 5640279"/>
              <a:gd name="connsiteY152" fmla="*/ 470528 h 4293838"/>
              <a:gd name="connsiteX153" fmla="*/ 1676444 w 5640279"/>
              <a:gd name="connsiteY153" fmla="*/ 480406 h 4293838"/>
              <a:gd name="connsiteX154" fmla="*/ 1679400 w 5640279"/>
              <a:gd name="connsiteY154" fmla="*/ 485392 h 4293838"/>
              <a:gd name="connsiteX155" fmla="*/ 1682435 w 5640279"/>
              <a:gd name="connsiteY155" fmla="*/ 490377 h 4293838"/>
              <a:gd name="connsiteX156" fmla="*/ 1688492 w 5640279"/>
              <a:gd name="connsiteY156" fmla="*/ 500438 h 4293838"/>
              <a:gd name="connsiteX157" fmla="*/ 1691448 w 5640279"/>
              <a:gd name="connsiteY157" fmla="*/ 505470 h 4293838"/>
              <a:gd name="connsiteX158" fmla="*/ 1697503 w 5640279"/>
              <a:gd name="connsiteY158" fmla="*/ 515622 h 4293838"/>
              <a:gd name="connsiteX159" fmla="*/ 1700474 w 5640279"/>
              <a:gd name="connsiteY159" fmla="*/ 520743 h 4293838"/>
              <a:gd name="connsiteX160" fmla="*/ 1703494 w 5640279"/>
              <a:gd name="connsiteY160" fmla="*/ 525864 h 4293838"/>
              <a:gd name="connsiteX161" fmla="*/ 1709551 w 5640279"/>
              <a:gd name="connsiteY161" fmla="*/ 536197 h 4293838"/>
              <a:gd name="connsiteX162" fmla="*/ 1712522 w 5640279"/>
              <a:gd name="connsiteY162" fmla="*/ 541409 h 4293838"/>
              <a:gd name="connsiteX163" fmla="*/ 1715559 w 5640279"/>
              <a:gd name="connsiteY163" fmla="*/ 546622 h 4293838"/>
              <a:gd name="connsiteX164" fmla="*/ 1718579 w 5640279"/>
              <a:gd name="connsiteY164" fmla="*/ 551788 h 4293838"/>
              <a:gd name="connsiteX165" fmla="*/ 1721550 w 5640279"/>
              <a:gd name="connsiteY165" fmla="*/ 557091 h 4293838"/>
              <a:gd name="connsiteX166" fmla="*/ 1727605 w 5640279"/>
              <a:gd name="connsiteY166" fmla="*/ 567605 h 4293838"/>
              <a:gd name="connsiteX167" fmla="*/ 1730625 w 5640279"/>
              <a:gd name="connsiteY167" fmla="*/ 572953 h 4293838"/>
              <a:gd name="connsiteX168" fmla="*/ 1733598 w 5640279"/>
              <a:gd name="connsiteY168" fmla="*/ 578256 h 4293838"/>
              <a:gd name="connsiteX169" fmla="*/ 1739653 w 5640279"/>
              <a:gd name="connsiteY169" fmla="*/ 588952 h 4293838"/>
              <a:gd name="connsiteX170" fmla="*/ 1742609 w 5640279"/>
              <a:gd name="connsiteY170" fmla="*/ 594344 h 4293838"/>
              <a:gd name="connsiteX171" fmla="*/ 1745644 w 5640279"/>
              <a:gd name="connsiteY171" fmla="*/ 599738 h 4293838"/>
              <a:gd name="connsiteX172" fmla="*/ 1751701 w 5640279"/>
              <a:gd name="connsiteY172" fmla="*/ 610615 h 4293838"/>
              <a:gd name="connsiteX173" fmla="*/ 1754655 w 5640279"/>
              <a:gd name="connsiteY173" fmla="*/ 616053 h 4293838"/>
              <a:gd name="connsiteX174" fmla="*/ 1760712 w 5640279"/>
              <a:gd name="connsiteY174" fmla="*/ 627022 h 4293838"/>
              <a:gd name="connsiteX175" fmla="*/ 1763683 w 5640279"/>
              <a:gd name="connsiteY175" fmla="*/ 632506 h 4293838"/>
              <a:gd name="connsiteX176" fmla="*/ 1766720 w 5640279"/>
              <a:gd name="connsiteY176" fmla="*/ 638080 h 4293838"/>
              <a:gd name="connsiteX177" fmla="*/ 1769740 w 5640279"/>
              <a:gd name="connsiteY177" fmla="*/ 643609 h 4293838"/>
              <a:gd name="connsiteX178" fmla="*/ 1772711 w 5640279"/>
              <a:gd name="connsiteY178" fmla="*/ 649139 h 4293838"/>
              <a:gd name="connsiteX179" fmla="*/ 1775731 w 5640279"/>
              <a:gd name="connsiteY179" fmla="*/ 654758 h 4293838"/>
              <a:gd name="connsiteX180" fmla="*/ 1778766 w 5640279"/>
              <a:gd name="connsiteY180" fmla="*/ 660333 h 4293838"/>
              <a:gd name="connsiteX181" fmla="*/ 1781786 w 5640279"/>
              <a:gd name="connsiteY181" fmla="*/ 665952 h 4293838"/>
              <a:gd name="connsiteX182" fmla="*/ 1784759 w 5640279"/>
              <a:gd name="connsiteY182" fmla="*/ 671572 h 4293838"/>
              <a:gd name="connsiteX183" fmla="*/ 1790814 w 5640279"/>
              <a:gd name="connsiteY183" fmla="*/ 682903 h 4293838"/>
              <a:gd name="connsiteX184" fmla="*/ 1793770 w 5640279"/>
              <a:gd name="connsiteY184" fmla="*/ 688568 h 4293838"/>
              <a:gd name="connsiteX185" fmla="*/ 1799825 w 5640279"/>
              <a:gd name="connsiteY185" fmla="*/ 699989 h 4293838"/>
              <a:gd name="connsiteX186" fmla="*/ 1802862 w 5640279"/>
              <a:gd name="connsiteY186" fmla="*/ 705744 h 4293838"/>
              <a:gd name="connsiteX187" fmla="*/ 1805816 w 5640279"/>
              <a:gd name="connsiteY187" fmla="*/ 711456 h 4293838"/>
              <a:gd name="connsiteX188" fmla="*/ 1808853 w 5640279"/>
              <a:gd name="connsiteY188" fmla="*/ 717211 h 4293838"/>
              <a:gd name="connsiteX189" fmla="*/ 1811873 w 5640279"/>
              <a:gd name="connsiteY189" fmla="*/ 723013 h 4293838"/>
              <a:gd name="connsiteX190" fmla="*/ 1814844 w 5640279"/>
              <a:gd name="connsiteY190" fmla="*/ 728813 h 4293838"/>
              <a:gd name="connsiteX191" fmla="*/ 1817864 w 5640279"/>
              <a:gd name="connsiteY191" fmla="*/ 734615 h 4293838"/>
              <a:gd name="connsiteX192" fmla="*/ 1823921 w 5640279"/>
              <a:gd name="connsiteY192" fmla="*/ 746307 h 4293838"/>
              <a:gd name="connsiteX193" fmla="*/ 1826892 w 5640279"/>
              <a:gd name="connsiteY193" fmla="*/ 752153 h 4293838"/>
              <a:gd name="connsiteX194" fmla="*/ 1832947 w 5640279"/>
              <a:gd name="connsiteY194" fmla="*/ 763938 h 4293838"/>
              <a:gd name="connsiteX195" fmla="*/ 1835920 w 5640279"/>
              <a:gd name="connsiteY195" fmla="*/ 769829 h 4293838"/>
              <a:gd name="connsiteX196" fmla="*/ 1844995 w 5640279"/>
              <a:gd name="connsiteY196" fmla="*/ 787640 h 4293838"/>
              <a:gd name="connsiteX197" fmla="*/ 1847966 w 5640279"/>
              <a:gd name="connsiteY197" fmla="*/ 793623 h 4293838"/>
              <a:gd name="connsiteX198" fmla="*/ 1850986 w 5640279"/>
              <a:gd name="connsiteY198" fmla="*/ 799560 h 4293838"/>
              <a:gd name="connsiteX199" fmla="*/ 1854023 w 5640279"/>
              <a:gd name="connsiteY199" fmla="*/ 805543 h 4293838"/>
              <a:gd name="connsiteX200" fmla="*/ 1856979 w 5640279"/>
              <a:gd name="connsiteY200" fmla="*/ 811570 h 4293838"/>
              <a:gd name="connsiteX201" fmla="*/ 1863034 w 5640279"/>
              <a:gd name="connsiteY201" fmla="*/ 823626 h 4293838"/>
              <a:gd name="connsiteX202" fmla="*/ 1866071 w 5640279"/>
              <a:gd name="connsiteY202" fmla="*/ 829699 h 4293838"/>
              <a:gd name="connsiteX203" fmla="*/ 1869025 w 5640279"/>
              <a:gd name="connsiteY203" fmla="*/ 835771 h 4293838"/>
              <a:gd name="connsiteX204" fmla="*/ 1872062 w 5640279"/>
              <a:gd name="connsiteY204" fmla="*/ 841846 h 4293838"/>
              <a:gd name="connsiteX205" fmla="*/ 1875082 w 5640279"/>
              <a:gd name="connsiteY205" fmla="*/ 847964 h 4293838"/>
              <a:gd name="connsiteX206" fmla="*/ 1878053 w 5640279"/>
              <a:gd name="connsiteY206" fmla="*/ 854037 h 4293838"/>
              <a:gd name="connsiteX207" fmla="*/ 1881090 w 5640279"/>
              <a:gd name="connsiteY207" fmla="*/ 860155 h 4293838"/>
              <a:gd name="connsiteX208" fmla="*/ 1884108 w 5640279"/>
              <a:gd name="connsiteY208" fmla="*/ 866319 h 4293838"/>
              <a:gd name="connsiteX209" fmla="*/ 1887145 w 5640279"/>
              <a:gd name="connsiteY209" fmla="*/ 872437 h 4293838"/>
              <a:gd name="connsiteX210" fmla="*/ 1890101 w 5640279"/>
              <a:gd name="connsiteY210" fmla="*/ 878600 h 4293838"/>
              <a:gd name="connsiteX211" fmla="*/ 1893136 w 5640279"/>
              <a:gd name="connsiteY211" fmla="*/ 884809 h 4293838"/>
              <a:gd name="connsiteX212" fmla="*/ 1896156 w 5640279"/>
              <a:gd name="connsiteY212" fmla="*/ 890970 h 4293838"/>
              <a:gd name="connsiteX213" fmla="*/ 1899126 w 5640279"/>
              <a:gd name="connsiteY213" fmla="*/ 897176 h 4293838"/>
              <a:gd name="connsiteX214" fmla="*/ 1902147 w 5640279"/>
              <a:gd name="connsiteY214" fmla="*/ 903395 h 4293838"/>
              <a:gd name="connsiteX215" fmla="*/ 1905184 w 5640279"/>
              <a:gd name="connsiteY215" fmla="*/ 909650 h 4293838"/>
              <a:gd name="connsiteX216" fmla="*/ 1908140 w 5640279"/>
              <a:gd name="connsiteY216" fmla="*/ 915856 h 4293838"/>
              <a:gd name="connsiteX217" fmla="*/ 1914195 w 5640279"/>
              <a:gd name="connsiteY217" fmla="*/ 928364 h 4293838"/>
              <a:gd name="connsiteX218" fmla="*/ 1917232 w 5640279"/>
              <a:gd name="connsiteY218" fmla="*/ 934664 h 4293838"/>
              <a:gd name="connsiteX219" fmla="*/ 1920186 w 5640279"/>
              <a:gd name="connsiteY219" fmla="*/ 940964 h 4293838"/>
              <a:gd name="connsiteX220" fmla="*/ 1926243 w 5640279"/>
              <a:gd name="connsiteY220" fmla="*/ 953564 h 4293838"/>
              <a:gd name="connsiteX221" fmla="*/ 1929214 w 5640279"/>
              <a:gd name="connsiteY221" fmla="*/ 959910 h 4293838"/>
              <a:gd name="connsiteX222" fmla="*/ 1932250 w 5640279"/>
              <a:gd name="connsiteY222" fmla="*/ 966210 h 4293838"/>
              <a:gd name="connsiteX223" fmla="*/ 1935271 w 5640279"/>
              <a:gd name="connsiteY223" fmla="*/ 972557 h 4293838"/>
              <a:gd name="connsiteX224" fmla="*/ 1938289 w 5640279"/>
              <a:gd name="connsiteY224" fmla="*/ 978937 h 4293838"/>
              <a:gd name="connsiteX225" fmla="*/ 1941262 w 5640279"/>
              <a:gd name="connsiteY225" fmla="*/ 985284 h 4293838"/>
              <a:gd name="connsiteX226" fmla="*/ 1947317 w 5640279"/>
              <a:gd name="connsiteY226" fmla="*/ 998070 h 4293838"/>
              <a:gd name="connsiteX227" fmla="*/ 1950289 w 5640279"/>
              <a:gd name="connsiteY227" fmla="*/ 1004498 h 4293838"/>
              <a:gd name="connsiteX228" fmla="*/ 1953308 w 5640279"/>
              <a:gd name="connsiteY228" fmla="*/ 1010890 h 4293838"/>
              <a:gd name="connsiteX229" fmla="*/ 1959365 w 5640279"/>
              <a:gd name="connsiteY229" fmla="*/ 1023769 h 4293838"/>
              <a:gd name="connsiteX230" fmla="*/ 1962335 w 5640279"/>
              <a:gd name="connsiteY230" fmla="*/ 1030197 h 4293838"/>
              <a:gd name="connsiteX231" fmla="*/ 1965356 w 5640279"/>
              <a:gd name="connsiteY231" fmla="*/ 1036683 h 4293838"/>
              <a:gd name="connsiteX232" fmla="*/ 1968392 w 5640279"/>
              <a:gd name="connsiteY232" fmla="*/ 1043123 h 4293838"/>
              <a:gd name="connsiteX233" fmla="*/ 1971347 w 5640279"/>
              <a:gd name="connsiteY233" fmla="*/ 1049597 h 4293838"/>
              <a:gd name="connsiteX234" fmla="*/ 1974383 w 5640279"/>
              <a:gd name="connsiteY234" fmla="*/ 1056128 h 4293838"/>
              <a:gd name="connsiteX235" fmla="*/ 1980438 w 5640279"/>
              <a:gd name="connsiteY235" fmla="*/ 1069088 h 4293838"/>
              <a:gd name="connsiteX236" fmla="*/ 1983395 w 5640279"/>
              <a:gd name="connsiteY236" fmla="*/ 1075608 h 4293838"/>
              <a:gd name="connsiteX237" fmla="*/ 1986432 w 5640279"/>
              <a:gd name="connsiteY237" fmla="*/ 1082140 h 4293838"/>
              <a:gd name="connsiteX238" fmla="*/ 1989452 w 5640279"/>
              <a:gd name="connsiteY238" fmla="*/ 1088708 h 4293838"/>
              <a:gd name="connsiteX239" fmla="*/ 1992422 w 5640279"/>
              <a:gd name="connsiteY239" fmla="*/ 1095240 h 4293838"/>
              <a:gd name="connsiteX240" fmla="*/ 2001514 w 5640279"/>
              <a:gd name="connsiteY240" fmla="*/ 1114951 h 4293838"/>
              <a:gd name="connsiteX241" fmla="*/ 2004471 w 5640279"/>
              <a:gd name="connsiteY241" fmla="*/ 1121519 h 4293838"/>
              <a:gd name="connsiteX242" fmla="*/ 2007505 w 5640279"/>
              <a:gd name="connsiteY242" fmla="*/ 1128097 h 4293838"/>
              <a:gd name="connsiteX243" fmla="*/ 2010526 w 5640279"/>
              <a:gd name="connsiteY243" fmla="*/ 1134710 h 4293838"/>
              <a:gd name="connsiteX244" fmla="*/ 2013496 w 5640279"/>
              <a:gd name="connsiteY244" fmla="*/ 1141324 h 4293838"/>
              <a:gd name="connsiteX245" fmla="*/ 2019553 w 5640279"/>
              <a:gd name="connsiteY245" fmla="*/ 1154561 h 4293838"/>
              <a:gd name="connsiteX246" fmla="*/ 2022574 w 5640279"/>
              <a:gd name="connsiteY246" fmla="*/ 1161221 h 4293838"/>
              <a:gd name="connsiteX247" fmla="*/ 2025544 w 5640279"/>
              <a:gd name="connsiteY247" fmla="*/ 1167846 h 4293838"/>
              <a:gd name="connsiteX248" fmla="*/ 2031599 w 5640279"/>
              <a:gd name="connsiteY248" fmla="*/ 1181165 h 4293838"/>
              <a:gd name="connsiteX249" fmla="*/ 2034556 w 5640279"/>
              <a:gd name="connsiteY249" fmla="*/ 1187825 h 4293838"/>
              <a:gd name="connsiteX250" fmla="*/ 2037592 w 5640279"/>
              <a:gd name="connsiteY250" fmla="*/ 1194532 h 4293838"/>
              <a:gd name="connsiteX251" fmla="*/ 2040613 w 5640279"/>
              <a:gd name="connsiteY251" fmla="*/ 1201203 h 4293838"/>
              <a:gd name="connsiteX252" fmla="*/ 2043583 w 5640279"/>
              <a:gd name="connsiteY252" fmla="*/ 1207909 h 4293838"/>
              <a:gd name="connsiteX253" fmla="*/ 2052675 w 5640279"/>
              <a:gd name="connsiteY253" fmla="*/ 1228027 h 4293838"/>
              <a:gd name="connsiteX254" fmla="*/ 2055631 w 5640279"/>
              <a:gd name="connsiteY254" fmla="*/ 1234734 h 4293838"/>
              <a:gd name="connsiteX255" fmla="*/ 2058666 w 5640279"/>
              <a:gd name="connsiteY255" fmla="*/ 1241486 h 4293838"/>
              <a:gd name="connsiteX256" fmla="*/ 2061686 w 5640279"/>
              <a:gd name="connsiteY256" fmla="*/ 1248193 h 4293838"/>
              <a:gd name="connsiteX257" fmla="*/ 2064657 w 5640279"/>
              <a:gd name="connsiteY257" fmla="*/ 1254944 h 4293838"/>
              <a:gd name="connsiteX258" fmla="*/ 2073734 w 5640279"/>
              <a:gd name="connsiteY258" fmla="*/ 1275214 h 4293838"/>
              <a:gd name="connsiteX259" fmla="*/ 2076705 w 5640279"/>
              <a:gd name="connsiteY259" fmla="*/ 1281967 h 4293838"/>
              <a:gd name="connsiteX260" fmla="*/ 2079725 w 5640279"/>
              <a:gd name="connsiteY260" fmla="*/ 1288754 h 4293838"/>
              <a:gd name="connsiteX261" fmla="*/ 2082762 w 5640279"/>
              <a:gd name="connsiteY261" fmla="*/ 1295518 h 4293838"/>
              <a:gd name="connsiteX262" fmla="*/ 2085716 w 5640279"/>
              <a:gd name="connsiteY262" fmla="*/ 1302305 h 4293838"/>
              <a:gd name="connsiteX263" fmla="*/ 2094808 w 5640279"/>
              <a:gd name="connsiteY263" fmla="*/ 1322702 h 4293838"/>
              <a:gd name="connsiteX264" fmla="*/ 2097781 w 5640279"/>
              <a:gd name="connsiteY264" fmla="*/ 1329501 h 4293838"/>
              <a:gd name="connsiteX265" fmla="*/ 2100799 w 5640279"/>
              <a:gd name="connsiteY265" fmla="*/ 1336346 h 4293838"/>
              <a:gd name="connsiteX266" fmla="*/ 2103820 w 5640279"/>
              <a:gd name="connsiteY266" fmla="*/ 1343145 h 4293838"/>
              <a:gd name="connsiteX267" fmla="*/ 2106792 w 5640279"/>
              <a:gd name="connsiteY267" fmla="*/ 1349990 h 4293838"/>
              <a:gd name="connsiteX268" fmla="*/ 2109827 w 5640279"/>
              <a:gd name="connsiteY268" fmla="*/ 1356789 h 4293838"/>
              <a:gd name="connsiteX269" fmla="*/ 2115884 w 5640279"/>
              <a:gd name="connsiteY269" fmla="*/ 1370469 h 4293838"/>
              <a:gd name="connsiteX270" fmla="*/ 2118838 w 5640279"/>
              <a:gd name="connsiteY270" fmla="*/ 1377314 h 4293838"/>
              <a:gd name="connsiteX271" fmla="*/ 2124895 w 5640279"/>
              <a:gd name="connsiteY271" fmla="*/ 1391004 h 4293838"/>
              <a:gd name="connsiteX272" fmla="*/ 2127866 w 5640279"/>
              <a:gd name="connsiteY272" fmla="*/ 1397897 h 4293838"/>
              <a:gd name="connsiteX273" fmla="*/ 2130886 w 5640279"/>
              <a:gd name="connsiteY273" fmla="*/ 1404742 h 4293838"/>
              <a:gd name="connsiteX274" fmla="*/ 2133923 w 5640279"/>
              <a:gd name="connsiteY274" fmla="*/ 1411623 h 4293838"/>
              <a:gd name="connsiteX275" fmla="*/ 2136943 w 5640279"/>
              <a:gd name="connsiteY275" fmla="*/ 1418468 h 4293838"/>
              <a:gd name="connsiteX276" fmla="*/ 2139914 w 5640279"/>
              <a:gd name="connsiteY276" fmla="*/ 1425359 h 4293838"/>
              <a:gd name="connsiteX277" fmla="*/ 2145969 w 5640279"/>
              <a:gd name="connsiteY277" fmla="*/ 1439130 h 4293838"/>
              <a:gd name="connsiteX278" fmla="*/ 2148925 w 5640279"/>
              <a:gd name="connsiteY278" fmla="*/ 1446023 h 4293838"/>
              <a:gd name="connsiteX279" fmla="*/ 2154980 w 5640279"/>
              <a:gd name="connsiteY279" fmla="*/ 1459807 h 4293838"/>
              <a:gd name="connsiteX280" fmla="*/ 2157953 w 5640279"/>
              <a:gd name="connsiteY280" fmla="*/ 1466686 h 4293838"/>
              <a:gd name="connsiteX281" fmla="*/ 2160988 w 5640279"/>
              <a:gd name="connsiteY281" fmla="*/ 1473578 h 4293838"/>
              <a:gd name="connsiteX282" fmla="*/ 2164008 w 5640279"/>
              <a:gd name="connsiteY282" fmla="*/ 1480516 h 4293838"/>
              <a:gd name="connsiteX283" fmla="*/ 2167045 w 5640279"/>
              <a:gd name="connsiteY283" fmla="*/ 1487408 h 4293838"/>
              <a:gd name="connsiteX284" fmla="*/ 2170001 w 5640279"/>
              <a:gd name="connsiteY284" fmla="*/ 1494335 h 4293838"/>
              <a:gd name="connsiteX285" fmla="*/ 2173036 w 5640279"/>
              <a:gd name="connsiteY285" fmla="*/ 1501226 h 4293838"/>
              <a:gd name="connsiteX286" fmla="*/ 2176056 w 5640279"/>
              <a:gd name="connsiteY286" fmla="*/ 1508165 h 4293838"/>
              <a:gd name="connsiteX287" fmla="*/ 2179027 w 5640279"/>
              <a:gd name="connsiteY287" fmla="*/ 1515045 h 4293838"/>
              <a:gd name="connsiteX288" fmla="*/ 2188105 w 5640279"/>
              <a:gd name="connsiteY288" fmla="*/ 1535848 h 4293838"/>
              <a:gd name="connsiteX289" fmla="*/ 2191075 w 5640279"/>
              <a:gd name="connsiteY289" fmla="*/ 1542786 h 4293838"/>
              <a:gd name="connsiteX290" fmla="*/ 2194096 w 5640279"/>
              <a:gd name="connsiteY290" fmla="*/ 1549723 h 4293838"/>
              <a:gd name="connsiteX291" fmla="*/ 2197130 w 5640279"/>
              <a:gd name="connsiteY291" fmla="*/ 1556604 h 4293838"/>
              <a:gd name="connsiteX292" fmla="*/ 2200087 w 5640279"/>
              <a:gd name="connsiteY292" fmla="*/ 1563543 h 4293838"/>
              <a:gd name="connsiteX293" fmla="*/ 2203123 w 5640279"/>
              <a:gd name="connsiteY293" fmla="*/ 1570527 h 4293838"/>
              <a:gd name="connsiteX294" fmla="*/ 2209178 w 5640279"/>
              <a:gd name="connsiteY294" fmla="*/ 1584391 h 4293838"/>
              <a:gd name="connsiteX295" fmla="*/ 2212149 w 5640279"/>
              <a:gd name="connsiteY295" fmla="*/ 1591329 h 4293838"/>
              <a:gd name="connsiteX296" fmla="*/ 2218206 w 5640279"/>
              <a:gd name="connsiteY296" fmla="*/ 1605195 h 4293838"/>
              <a:gd name="connsiteX297" fmla="*/ 2221162 w 5640279"/>
              <a:gd name="connsiteY297" fmla="*/ 1612179 h 4293838"/>
              <a:gd name="connsiteX298" fmla="*/ 2230254 w 5640279"/>
              <a:gd name="connsiteY298" fmla="*/ 1632970 h 4293838"/>
              <a:gd name="connsiteX299" fmla="*/ 2233208 w 5640279"/>
              <a:gd name="connsiteY299" fmla="*/ 1639954 h 4293838"/>
              <a:gd name="connsiteX300" fmla="*/ 2239265 w 5640279"/>
              <a:gd name="connsiteY300" fmla="*/ 1653820 h 4293838"/>
              <a:gd name="connsiteX301" fmla="*/ 2242236 w 5640279"/>
              <a:gd name="connsiteY301" fmla="*/ 1660804 h 4293838"/>
              <a:gd name="connsiteX302" fmla="*/ 2245256 w 5640279"/>
              <a:gd name="connsiteY302" fmla="*/ 1667743 h 4293838"/>
              <a:gd name="connsiteX303" fmla="*/ 2248293 w 5640279"/>
              <a:gd name="connsiteY303" fmla="*/ 1674716 h 4293838"/>
              <a:gd name="connsiteX304" fmla="*/ 2251311 w 5640279"/>
              <a:gd name="connsiteY304" fmla="*/ 1681653 h 4293838"/>
              <a:gd name="connsiteX305" fmla="*/ 2260339 w 5640279"/>
              <a:gd name="connsiteY305" fmla="*/ 1681653 h 4293838"/>
              <a:gd name="connsiteX306" fmla="*/ 2260339 w 5640279"/>
              <a:gd name="connsiteY306" fmla="*/ 1704216 h 4293838"/>
              <a:gd name="connsiteX307" fmla="*/ 2260341 w 5640279"/>
              <a:gd name="connsiteY307" fmla="*/ 1702503 h 4293838"/>
              <a:gd name="connsiteX308" fmla="*/ 2263312 w 5640279"/>
              <a:gd name="connsiteY308" fmla="*/ 1709430 h 4293838"/>
              <a:gd name="connsiteX309" fmla="*/ 2266332 w 5640279"/>
              <a:gd name="connsiteY309" fmla="*/ 1716414 h 4293838"/>
              <a:gd name="connsiteX310" fmla="*/ 2269352 w 5640279"/>
              <a:gd name="connsiteY310" fmla="*/ 1723353 h 4293838"/>
              <a:gd name="connsiteX311" fmla="*/ 2272387 w 5640279"/>
              <a:gd name="connsiteY311" fmla="*/ 1730326 h 4293838"/>
              <a:gd name="connsiteX312" fmla="*/ 2275360 w 5640279"/>
              <a:gd name="connsiteY312" fmla="*/ 1737263 h 4293838"/>
              <a:gd name="connsiteX313" fmla="*/ 2278378 w 5640279"/>
              <a:gd name="connsiteY313" fmla="*/ 1744190 h 4293838"/>
              <a:gd name="connsiteX314" fmla="*/ 2281415 w 5640279"/>
              <a:gd name="connsiteY314" fmla="*/ 1751174 h 4293838"/>
              <a:gd name="connsiteX315" fmla="*/ 2284371 w 5640279"/>
              <a:gd name="connsiteY315" fmla="*/ 1758113 h 4293838"/>
              <a:gd name="connsiteX316" fmla="*/ 2290426 w 5640279"/>
              <a:gd name="connsiteY316" fmla="*/ 1771978 h 4293838"/>
              <a:gd name="connsiteX317" fmla="*/ 2293397 w 5640279"/>
              <a:gd name="connsiteY317" fmla="*/ 1778951 h 4293838"/>
              <a:gd name="connsiteX318" fmla="*/ 2302474 w 5640279"/>
              <a:gd name="connsiteY318" fmla="*/ 1799753 h 4293838"/>
              <a:gd name="connsiteX319" fmla="*/ 2305445 w 5640279"/>
              <a:gd name="connsiteY319" fmla="*/ 1806692 h 4293838"/>
              <a:gd name="connsiteX320" fmla="*/ 2311502 w 5640279"/>
              <a:gd name="connsiteY320" fmla="*/ 1820557 h 4293838"/>
              <a:gd name="connsiteX321" fmla="*/ 2314456 w 5640279"/>
              <a:gd name="connsiteY321" fmla="*/ 1827494 h 4293838"/>
              <a:gd name="connsiteX322" fmla="*/ 2323548 w 5640279"/>
              <a:gd name="connsiteY322" fmla="*/ 1848298 h 4293838"/>
              <a:gd name="connsiteX323" fmla="*/ 2326521 w 5640279"/>
              <a:gd name="connsiteY323" fmla="*/ 1855235 h 4293838"/>
              <a:gd name="connsiteX324" fmla="*/ 2329541 w 5640279"/>
              <a:gd name="connsiteY324" fmla="*/ 1862162 h 4293838"/>
              <a:gd name="connsiteX325" fmla="*/ 2332576 w 5640279"/>
              <a:gd name="connsiteY325" fmla="*/ 1869054 h 4293838"/>
              <a:gd name="connsiteX326" fmla="*/ 2335532 w 5640279"/>
              <a:gd name="connsiteY326" fmla="*/ 1875991 h 4293838"/>
              <a:gd name="connsiteX327" fmla="*/ 2338567 w 5640279"/>
              <a:gd name="connsiteY327" fmla="*/ 1882884 h 4293838"/>
              <a:gd name="connsiteX328" fmla="*/ 2341587 w 5640279"/>
              <a:gd name="connsiteY328" fmla="*/ 1889811 h 4293838"/>
              <a:gd name="connsiteX329" fmla="*/ 2344624 w 5640279"/>
              <a:gd name="connsiteY329" fmla="*/ 1896702 h 4293838"/>
              <a:gd name="connsiteX330" fmla="*/ 2347578 w 5640279"/>
              <a:gd name="connsiteY330" fmla="*/ 1903640 h 4293838"/>
              <a:gd name="connsiteX331" fmla="*/ 2350615 w 5640279"/>
              <a:gd name="connsiteY331" fmla="*/ 1910521 h 4293838"/>
              <a:gd name="connsiteX332" fmla="*/ 2353635 w 5640279"/>
              <a:gd name="connsiteY332" fmla="*/ 1917458 h 4293838"/>
              <a:gd name="connsiteX333" fmla="*/ 2356606 w 5640279"/>
              <a:gd name="connsiteY333" fmla="*/ 1924351 h 4293838"/>
              <a:gd name="connsiteX334" fmla="*/ 2365683 w 5640279"/>
              <a:gd name="connsiteY334" fmla="*/ 1945013 h 4293838"/>
              <a:gd name="connsiteX335" fmla="*/ 2368654 w 5640279"/>
              <a:gd name="connsiteY335" fmla="*/ 1951906 h 4293838"/>
              <a:gd name="connsiteX336" fmla="*/ 2371674 w 5640279"/>
              <a:gd name="connsiteY336" fmla="*/ 1958785 h 4293838"/>
              <a:gd name="connsiteX337" fmla="*/ 2374709 w 5640279"/>
              <a:gd name="connsiteY337" fmla="*/ 1965632 h 4293838"/>
              <a:gd name="connsiteX338" fmla="*/ 2377682 w 5640279"/>
              <a:gd name="connsiteY338" fmla="*/ 1972523 h 4293838"/>
              <a:gd name="connsiteX339" fmla="*/ 2380702 w 5640279"/>
              <a:gd name="connsiteY339" fmla="*/ 1979415 h 4293838"/>
              <a:gd name="connsiteX340" fmla="*/ 2383737 w 5640279"/>
              <a:gd name="connsiteY340" fmla="*/ 1986260 h 4293838"/>
              <a:gd name="connsiteX341" fmla="*/ 2386757 w 5640279"/>
              <a:gd name="connsiteY341" fmla="*/ 1993140 h 4293838"/>
              <a:gd name="connsiteX342" fmla="*/ 2389727 w 5640279"/>
              <a:gd name="connsiteY342" fmla="*/ 1999986 h 4293838"/>
              <a:gd name="connsiteX343" fmla="*/ 2395785 w 5640279"/>
              <a:gd name="connsiteY343" fmla="*/ 2013676 h 4293838"/>
              <a:gd name="connsiteX344" fmla="*/ 2398741 w 5640279"/>
              <a:gd name="connsiteY344" fmla="*/ 2020521 h 4293838"/>
              <a:gd name="connsiteX345" fmla="*/ 2407833 w 5640279"/>
              <a:gd name="connsiteY345" fmla="*/ 2041046 h 4293838"/>
              <a:gd name="connsiteX346" fmla="*/ 2410787 w 5640279"/>
              <a:gd name="connsiteY346" fmla="*/ 2047891 h 4293838"/>
              <a:gd name="connsiteX347" fmla="*/ 2413824 w 5640279"/>
              <a:gd name="connsiteY347" fmla="*/ 2054690 h 4293838"/>
              <a:gd name="connsiteX348" fmla="*/ 2416844 w 5640279"/>
              <a:gd name="connsiteY348" fmla="*/ 2061536 h 4293838"/>
              <a:gd name="connsiteX349" fmla="*/ 2419815 w 5640279"/>
              <a:gd name="connsiteY349" fmla="*/ 2068335 h 4293838"/>
              <a:gd name="connsiteX350" fmla="*/ 2425872 w 5640279"/>
              <a:gd name="connsiteY350" fmla="*/ 2081933 h 4293838"/>
              <a:gd name="connsiteX351" fmla="*/ 2428842 w 5640279"/>
              <a:gd name="connsiteY351" fmla="*/ 2088732 h 4293838"/>
              <a:gd name="connsiteX352" fmla="*/ 2437918 w 5640279"/>
              <a:gd name="connsiteY352" fmla="*/ 2109129 h 4293838"/>
              <a:gd name="connsiteX353" fmla="*/ 2440888 w 5640279"/>
              <a:gd name="connsiteY353" fmla="*/ 2115881 h 4293838"/>
              <a:gd name="connsiteX354" fmla="*/ 2443909 w 5640279"/>
              <a:gd name="connsiteY354" fmla="*/ 2122634 h 4293838"/>
              <a:gd name="connsiteX355" fmla="*/ 2446945 w 5640279"/>
              <a:gd name="connsiteY355" fmla="*/ 2129433 h 4293838"/>
              <a:gd name="connsiteX356" fmla="*/ 2449902 w 5640279"/>
              <a:gd name="connsiteY356" fmla="*/ 2136184 h 4293838"/>
              <a:gd name="connsiteX357" fmla="*/ 2458993 w 5640279"/>
              <a:gd name="connsiteY357" fmla="*/ 2156442 h 4293838"/>
              <a:gd name="connsiteX358" fmla="*/ 2461948 w 5640279"/>
              <a:gd name="connsiteY358" fmla="*/ 2163149 h 4293838"/>
              <a:gd name="connsiteX359" fmla="*/ 2464984 w 5640279"/>
              <a:gd name="connsiteY359" fmla="*/ 2169901 h 4293838"/>
              <a:gd name="connsiteX360" fmla="*/ 2468005 w 5640279"/>
              <a:gd name="connsiteY360" fmla="*/ 2176608 h 4293838"/>
              <a:gd name="connsiteX361" fmla="*/ 2470975 w 5640279"/>
              <a:gd name="connsiteY361" fmla="*/ 2183313 h 4293838"/>
              <a:gd name="connsiteX362" fmla="*/ 2480053 w 5640279"/>
              <a:gd name="connsiteY362" fmla="*/ 2203431 h 4293838"/>
              <a:gd name="connsiteX363" fmla="*/ 2483023 w 5640279"/>
              <a:gd name="connsiteY363" fmla="*/ 2210149 h 4293838"/>
              <a:gd name="connsiteX364" fmla="*/ 2486044 w 5640279"/>
              <a:gd name="connsiteY364" fmla="*/ 2216810 h 4293838"/>
              <a:gd name="connsiteX365" fmla="*/ 2489079 w 5640279"/>
              <a:gd name="connsiteY365" fmla="*/ 2223515 h 4293838"/>
              <a:gd name="connsiteX366" fmla="*/ 2492051 w 5640279"/>
              <a:gd name="connsiteY366" fmla="*/ 2230175 h 4293838"/>
              <a:gd name="connsiteX367" fmla="*/ 2501127 w 5640279"/>
              <a:gd name="connsiteY367" fmla="*/ 2250165 h 4293838"/>
              <a:gd name="connsiteX368" fmla="*/ 2504097 w 5640279"/>
              <a:gd name="connsiteY368" fmla="*/ 2256779 h 4293838"/>
              <a:gd name="connsiteX369" fmla="*/ 2507118 w 5640279"/>
              <a:gd name="connsiteY369" fmla="*/ 2263438 h 4293838"/>
              <a:gd name="connsiteX370" fmla="*/ 2510154 w 5640279"/>
              <a:gd name="connsiteY370" fmla="*/ 2270064 h 4293838"/>
              <a:gd name="connsiteX371" fmla="*/ 2513109 w 5640279"/>
              <a:gd name="connsiteY371" fmla="*/ 2276677 h 4293838"/>
              <a:gd name="connsiteX372" fmla="*/ 2522200 w 5640279"/>
              <a:gd name="connsiteY372" fmla="*/ 2296528 h 4293838"/>
              <a:gd name="connsiteX373" fmla="*/ 2525157 w 5640279"/>
              <a:gd name="connsiteY373" fmla="*/ 2303096 h 4293838"/>
              <a:gd name="connsiteX374" fmla="*/ 2531214 w 5640279"/>
              <a:gd name="connsiteY374" fmla="*/ 2316241 h 4293838"/>
              <a:gd name="connsiteX375" fmla="*/ 2534184 w 5640279"/>
              <a:gd name="connsiteY375" fmla="*/ 2322819 h 4293838"/>
              <a:gd name="connsiteX376" fmla="*/ 2540239 w 5640279"/>
              <a:gd name="connsiteY376" fmla="*/ 2335953 h 4293838"/>
              <a:gd name="connsiteX377" fmla="*/ 2543212 w 5640279"/>
              <a:gd name="connsiteY377" fmla="*/ 2342485 h 4293838"/>
              <a:gd name="connsiteX378" fmla="*/ 2546232 w 5640279"/>
              <a:gd name="connsiteY378" fmla="*/ 2349006 h 4293838"/>
              <a:gd name="connsiteX379" fmla="*/ 2549267 w 5640279"/>
              <a:gd name="connsiteY379" fmla="*/ 2355584 h 4293838"/>
              <a:gd name="connsiteX380" fmla="*/ 2552287 w 5640279"/>
              <a:gd name="connsiteY380" fmla="*/ 2362058 h 4293838"/>
              <a:gd name="connsiteX381" fmla="*/ 2555258 w 5640279"/>
              <a:gd name="connsiteY381" fmla="*/ 2368590 h 4293838"/>
              <a:gd name="connsiteX382" fmla="*/ 2558278 w 5640279"/>
              <a:gd name="connsiteY382" fmla="*/ 2375110 h 4293838"/>
              <a:gd name="connsiteX383" fmla="*/ 2561315 w 5640279"/>
              <a:gd name="connsiteY383" fmla="*/ 2381596 h 4293838"/>
              <a:gd name="connsiteX384" fmla="*/ 2564271 w 5640279"/>
              <a:gd name="connsiteY384" fmla="*/ 2388070 h 4293838"/>
              <a:gd name="connsiteX385" fmla="*/ 2570326 w 5640279"/>
              <a:gd name="connsiteY385" fmla="*/ 2401042 h 4293838"/>
              <a:gd name="connsiteX386" fmla="*/ 2573363 w 5640279"/>
              <a:gd name="connsiteY386" fmla="*/ 2407470 h 4293838"/>
              <a:gd name="connsiteX387" fmla="*/ 2576317 w 5640279"/>
              <a:gd name="connsiteY387" fmla="*/ 2413954 h 4293838"/>
              <a:gd name="connsiteX388" fmla="*/ 2582374 w 5640279"/>
              <a:gd name="connsiteY388" fmla="*/ 2426822 h 4293838"/>
              <a:gd name="connsiteX389" fmla="*/ 2585345 w 5640279"/>
              <a:gd name="connsiteY389" fmla="*/ 2433261 h 4293838"/>
              <a:gd name="connsiteX390" fmla="*/ 2588365 w 5640279"/>
              <a:gd name="connsiteY390" fmla="*/ 2439655 h 4293838"/>
              <a:gd name="connsiteX391" fmla="*/ 2591400 w 5640279"/>
              <a:gd name="connsiteY391" fmla="*/ 2446081 h 4293838"/>
              <a:gd name="connsiteX392" fmla="*/ 2594420 w 5640279"/>
              <a:gd name="connsiteY392" fmla="*/ 2452475 h 4293838"/>
              <a:gd name="connsiteX393" fmla="*/ 2597393 w 5640279"/>
              <a:gd name="connsiteY393" fmla="*/ 2458867 h 4293838"/>
              <a:gd name="connsiteX394" fmla="*/ 2603448 w 5640279"/>
              <a:gd name="connsiteY394" fmla="*/ 2471654 h 4293838"/>
              <a:gd name="connsiteX395" fmla="*/ 2606419 w 5640279"/>
              <a:gd name="connsiteY395" fmla="*/ 2477988 h 4293838"/>
              <a:gd name="connsiteX396" fmla="*/ 2615496 w 5640279"/>
              <a:gd name="connsiteY396" fmla="*/ 2497027 h 4293838"/>
              <a:gd name="connsiteX397" fmla="*/ 2618467 w 5640279"/>
              <a:gd name="connsiteY397" fmla="*/ 2503374 h 4293838"/>
              <a:gd name="connsiteX398" fmla="*/ 2624524 w 5640279"/>
              <a:gd name="connsiteY398" fmla="*/ 2515974 h 4293838"/>
              <a:gd name="connsiteX399" fmla="*/ 2627478 w 5640279"/>
              <a:gd name="connsiteY399" fmla="*/ 2522273 h 4293838"/>
              <a:gd name="connsiteX400" fmla="*/ 2630515 w 5640279"/>
              <a:gd name="connsiteY400" fmla="*/ 2528574 h 4293838"/>
              <a:gd name="connsiteX401" fmla="*/ 2633535 w 5640279"/>
              <a:gd name="connsiteY401" fmla="*/ 2534828 h 4293838"/>
              <a:gd name="connsiteX402" fmla="*/ 2636570 w 5640279"/>
              <a:gd name="connsiteY402" fmla="*/ 2541127 h 4293838"/>
              <a:gd name="connsiteX403" fmla="*/ 2639526 w 5640279"/>
              <a:gd name="connsiteY403" fmla="*/ 2547381 h 4293838"/>
              <a:gd name="connsiteX404" fmla="*/ 2642563 w 5640279"/>
              <a:gd name="connsiteY404" fmla="*/ 2553636 h 4293838"/>
              <a:gd name="connsiteX405" fmla="*/ 2645581 w 5640279"/>
              <a:gd name="connsiteY405" fmla="*/ 2559843 h 4293838"/>
              <a:gd name="connsiteX406" fmla="*/ 2648554 w 5640279"/>
              <a:gd name="connsiteY406" fmla="*/ 2566095 h 4293838"/>
              <a:gd name="connsiteX407" fmla="*/ 2657629 w 5640279"/>
              <a:gd name="connsiteY407" fmla="*/ 2584729 h 4293838"/>
              <a:gd name="connsiteX408" fmla="*/ 2660600 w 5640279"/>
              <a:gd name="connsiteY408" fmla="*/ 2590890 h 4293838"/>
              <a:gd name="connsiteX409" fmla="*/ 2663637 w 5640279"/>
              <a:gd name="connsiteY409" fmla="*/ 2597051 h 4293838"/>
              <a:gd name="connsiteX410" fmla="*/ 2666657 w 5640279"/>
              <a:gd name="connsiteY410" fmla="*/ 2603258 h 4293838"/>
              <a:gd name="connsiteX411" fmla="*/ 2669628 w 5640279"/>
              <a:gd name="connsiteY411" fmla="*/ 2609383 h 4293838"/>
              <a:gd name="connsiteX412" fmla="*/ 2672648 w 5640279"/>
              <a:gd name="connsiteY412" fmla="*/ 2615544 h 4293838"/>
              <a:gd name="connsiteX413" fmla="*/ 2675685 w 5640279"/>
              <a:gd name="connsiteY413" fmla="*/ 2621659 h 4293838"/>
              <a:gd name="connsiteX414" fmla="*/ 2678639 w 5640279"/>
              <a:gd name="connsiteY414" fmla="*/ 2627786 h 4293838"/>
              <a:gd name="connsiteX415" fmla="*/ 2684696 w 5640279"/>
              <a:gd name="connsiteY415" fmla="*/ 2640014 h 4293838"/>
              <a:gd name="connsiteX416" fmla="*/ 2687731 w 5640279"/>
              <a:gd name="connsiteY416" fmla="*/ 2646093 h 4293838"/>
              <a:gd name="connsiteX417" fmla="*/ 2690687 w 5640279"/>
              <a:gd name="connsiteY417" fmla="*/ 2652208 h 4293838"/>
              <a:gd name="connsiteX418" fmla="*/ 2693724 w 5640279"/>
              <a:gd name="connsiteY418" fmla="*/ 2658287 h 4293838"/>
              <a:gd name="connsiteX419" fmla="*/ 2696744 w 5640279"/>
              <a:gd name="connsiteY419" fmla="*/ 2664309 h 4293838"/>
              <a:gd name="connsiteX420" fmla="*/ 2699715 w 5640279"/>
              <a:gd name="connsiteY420" fmla="*/ 2670389 h 4293838"/>
              <a:gd name="connsiteX421" fmla="*/ 2708790 w 5640279"/>
              <a:gd name="connsiteY421" fmla="*/ 2688465 h 4293838"/>
              <a:gd name="connsiteX422" fmla="*/ 2711763 w 5640279"/>
              <a:gd name="connsiteY422" fmla="*/ 2694453 h 4293838"/>
              <a:gd name="connsiteX423" fmla="*/ 2714798 w 5640279"/>
              <a:gd name="connsiteY423" fmla="*/ 2700428 h 4293838"/>
              <a:gd name="connsiteX424" fmla="*/ 2717818 w 5640279"/>
              <a:gd name="connsiteY424" fmla="*/ 2706460 h 4293838"/>
              <a:gd name="connsiteX425" fmla="*/ 2720789 w 5640279"/>
              <a:gd name="connsiteY425" fmla="*/ 2712447 h 4293838"/>
              <a:gd name="connsiteX426" fmla="*/ 2729866 w 5640279"/>
              <a:gd name="connsiteY426" fmla="*/ 2730257 h 4293838"/>
              <a:gd name="connsiteX427" fmla="*/ 2732837 w 5640279"/>
              <a:gd name="connsiteY427" fmla="*/ 2736185 h 4293838"/>
              <a:gd name="connsiteX428" fmla="*/ 2735857 w 5640279"/>
              <a:gd name="connsiteY428" fmla="*/ 2742080 h 4293838"/>
              <a:gd name="connsiteX429" fmla="*/ 2738892 w 5640279"/>
              <a:gd name="connsiteY429" fmla="*/ 2748020 h 4293838"/>
              <a:gd name="connsiteX430" fmla="*/ 2741848 w 5640279"/>
              <a:gd name="connsiteY430" fmla="*/ 2753913 h 4293838"/>
              <a:gd name="connsiteX431" fmla="*/ 2744885 w 5640279"/>
              <a:gd name="connsiteY431" fmla="*/ 2759761 h 4293838"/>
              <a:gd name="connsiteX432" fmla="*/ 2747905 w 5640279"/>
              <a:gd name="connsiteY432" fmla="*/ 2765643 h 4293838"/>
              <a:gd name="connsiteX433" fmla="*/ 2750940 w 5640279"/>
              <a:gd name="connsiteY433" fmla="*/ 2771491 h 4293838"/>
              <a:gd name="connsiteX434" fmla="*/ 2753896 w 5640279"/>
              <a:gd name="connsiteY434" fmla="*/ 2777338 h 4293838"/>
              <a:gd name="connsiteX435" fmla="*/ 2756931 w 5640279"/>
              <a:gd name="connsiteY435" fmla="*/ 2783186 h 4293838"/>
              <a:gd name="connsiteX436" fmla="*/ 2759951 w 5640279"/>
              <a:gd name="connsiteY436" fmla="*/ 2788988 h 4293838"/>
              <a:gd name="connsiteX437" fmla="*/ 2762924 w 5640279"/>
              <a:gd name="connsiteY437" fmla="*/ 2794836 h 4293838"/>
              <a:gd name="connsiteX438" fmla="*/ 2765944 w 5640279"/>
              <a:gd name="connsiteY438" fmla="*/ 2800636 h 4293838"/>
              <a:gd name="connsiteX439" fmla="*/ 2768979 w 5640279"/>
              <a:gd name="connsiteY439" fmla="*/ 2806391 h 4293838"/>
              <a:gd name="connsiteX440" fmla="*/ 2772016 w 5640279"/>
              <a:gd name="connsiteY440" fmla="*/ 2812192 h 4293838"/>
              <a:gd name="connsiteX441" fmla="*/ 2774970 w 5640279"/>
              <a:gd name="connsiteY441" fmla="*/ 2817947 h 4293838"/>
              <a:gd name="connsiteX442" fmla="*/ 2778007 w 5640279"/>
              <a:gd name="connsiteY442" fmla="*/ 2823701 h 4293838"/>
              <a:gd name="connsiteX443" fmla="*/ 2781027 w 5640279"/>
              <a:gd name="connsiteY443" fmla="*/ 2829422 h 4293838"/>
              <a:gd name="connsiteX444" fmla="*/ 2783998 w 5640279"/>
              <a:gd name="connsiteY444" fmla="*/ 2835176 h 4293838"/>
              <a:gd name="connsiteX445" fmla="*/ 2790055 w 5640279"/>
              <a:gd name="connsiteY445" fmla="*/ 2846592 h 4293838"/>
              <a:gd name="connsiteX446" fmla="*/ 2793009 w 5640279"/>
              <a:gd name="connsiteY446" fmla="*/ 2852302 h 4293838"/>
              <a:gd name="connsiteX447" fmla="*/ 2802101 w 5640279"/>
              <a:gd name="connsiteY447" fmla="*/ 2869299 h 4293838"/>
              <a:gd name="connsiteX448" fmla="*/ 2805057 w 5640279"/>
              <a:gd name="connsiteY448" fmla="*/ 2874913 h 4293838"/>
              <a:gd name="connsiteX449" fmla="*/ 2811112 w 5640279"/>
              <a:gd name="connsiteY449" fmla="*/ 2886156 h 4293838"/>
              <a:gd name="connsiteX450" fmla="*/ 2814085 w 5640279"/>
              <a:gd name="connsiteY450" fmla="*/ 2891784 h 4293838"/>
              <a:gd name="connsiteX451" fmla="*/ 2817105 w 5640279"/>
              <a:gd name="connsiteY451" fmla="*/ 2897353 h 4293838"/>
              <a:gd name="connsiteX452" fmla="*/ 2820140 w 5640279"/>
              <a:gd name="connsiteY452" fmla="*/ 2902969 h 4293838"/>
              <a:gd name="connsiteX453" fmla="*/ 2823160 w 5640279"/>
              <a:gd name="connsiteY453" fmla="*/ 2908502 h 4293838"/>
              <a:gd name="connsiteX454" fmla="*/ 2826131 w 5640279"/>
              <a:gd name="connsiteY454" fmla="*/ 2914072 h 4293838"/>
              <a:gd name="connsiteX455" fmla="*/ 2832188 w 5640279"/>
              <a:gd name="connsiteY455" fmla="*/ 2925140 h 4293838"/>
              <a:gd name="connsiteX456" fmla="*/ 2835158 w 5640279"/>
              <a:gd name="connsiteY456" fmla="*/ 2930662 h 4293838"/>
              <a:gd name="connsiteX457" fmla="*/ 2838179 w 5640279"/>
              <a:gd name="connsiteY457" fmla="*/ 2936197 h 4293838"/>
              <a:gd name="connsiteX458" fmla="*/ 2844236 w 5640279"/>
              <a:gd name="connsiteY458" fmla="*/ 2947161 h 4293838"/>
              <a:gd name="connsiteX459" fmla="*/ 2847207 w 5640279"/>
              <a:gd name="connsiteY459" fmla="*/ 2952603 h 4293838"/>
              <a:gd name="connsiteX460" fmla="*/ 2850227 w 5640279"/>
              <a:gd name="connsiteY460" fmla="*/ 2958080 h 4293838"/>
              <a:gd name="connsiteX461" fmla="*/ 2853262 w 5640279"/>
              <a:gd name="connsiteY461" fmla="*/ 2963521 h 4293838"/>
              <a:gd name="connsiteX462" fmla="*/ 2856218 w 5640279"/>
              <a:gd name="connsiteY462" fmla="*/ 2968962 h 4293838"/>
              <a:gd name="connsiteX463" fmla="*/ 2865310 w 5640279"/>
              <a:gd name="connsiteY463" fmla="*/ 2985135 h 4293838"/>
              <a:gd name="connsiteX464" fmla="*/ 2868266 w 5640279"/>
              <a:gd name="connsiteY464" fmla="*/ 2990530 h 4293838"/>
              <a:gd name="connsiteX465" fmla="*/ 2871301 w 5640279"/>
              <a:gd name="connsiteY465" fmla="*/ 2995879 h 4293838"/>
              <a:gd name="connsiteX466" fmla="*/ 2874321 w 5640279"/>
              <a:gd name="connsiteY466" fmla="*/ 3001274 h 4293838"/>
              <a:gd name="connsiteX467" fmla="*/ 2877292 w 5640279"/>
              <a:gd name="connsiteY467" fmla="*/ 3006577 h 4293838"/>
              <a:gd name="connsiteX468" fmla="*/ 2880328 w 5640279"/>
              <a:gd name="connsiteY468" fmla="*/ 3011925 h 4293838"/>
              <a:gd name="connsiteX469" fmla="*/ 2886385 w 5640279"/>
              <a:gd name="connsiteY469" fmla="*/ 3022529 h 4293838"/>
              <a:gd name="connsiteX470" fmla="*/ 2889340 w 5640279"/>
              <a:gd name="connsiteY470" fmla="*/ 3027832 h 4293838"/>
              <a:gd name="connsiteX471" fmla="*/ 2895397 w 5640279"/>
              <a:gd name="connsiteY471" fmla="*/ 3038343 h 4293838"/>
              <a:gd name="connsiteX472" fmla="*/ 2898367 w 5640279"/>
              <a:gd name="connsiteY472" fmla="*/ 3043600 h 4293838"/>
              <a:gd name="connsiteX473" fmla="*/ 2901388 w 5640279"/>
              <a:gd name="connsiteY473" fmla="*/ 3048866 h 4293838"/>
              <a:gd name="connsiteX474" fmla="*/ 2907443 w 5640279"/>
              <a:gd name="connsiteY474" fmla="*/ 3059285 h 4293838"/>
              <a:gd name="connsiteX475" fmla="*/ 2910415 w 5640279"/>
              <a:gd name="connsiteY475" fmla="*/ 3064495 h 4293838"/>
              <a:gd name="connsiteX476" fmla="*/ 2916470 w 5640279"/>
              <a:gd name="connsiteY476" fmla="*/ 3074833 h 4293838"/>
              <a:gd name="connsiteX477" fmla="*/ 2919427 w 5640279"/>
              <a:gd name="connsiteY477" fmla="*/ 3079995 h 4293838"/>
              <a:gd name="connsiteX478" fmla="*/ 2925482 w 5640279"/>
              <a:gd name="connsiteY478" fmla="*/ 3090241 h 4293838"/>
              <a:gd name="connsiteX479" fmla="*/ 2928454 w 5640279"/>
              <a:gd name="connsiteY479" fmla="*/ 3095404 h 4293838"/>
              <a:gd name="connsiteX480" fmla="*/ 2937546 w 5640279"/>
              <a:gd name="connsiteY480" fmla="*/ 3110638 h 4293838"/>
              <a:gd name="connsiteX481" fmla="*/ 2940500 w 5640279"/>
              <a:gd name="connsiteY481" fmla="*/ 3115708 h 4293838"/>
              <a:gd name="connsiteX482" fmla="*/ 2943537 w 5640279"/>
              <a:gd name="connsiteY482" fmla="*/ 3120742 h 4293838"/>
              <a:gd name="connsiteX483" fmla="*/ 2946558 w 5640279"/>
              <a:gd name="connsiteY483" fmla="*/ 3125814 h 4293838"/>
              <a:gd name="connsiteX484" fmla="*/ 2949528 w 5640279"/>
              <a:gd name="connsiteY484" fmla="*/ 3130802 h 4293838"/>
              <a:gd name="connsiteX485" fmla="*/ 2955585 w 5640279"/>
              <a:gd name="connsiteY485" fmla="*/ 3140862 h 4293838"/>
              <a:gd name="connsiteX486" fmla="*/ 2958604 w 5640279"/>
              <a:gd name="connsiteY486" fmla="*/ 3145804 h 4293838"/>
              <a:gd name="connsiteX487" fmla="*/ 2961576 w 5640279"/>
              <a:gd name="connsiteY487" fmla="*/ 3150793 h 4293838"/>
              <a:gd name="connsiteX488" fmla="*/ 2964597 w 5640279"/>
              <a:gd name="connsiteY488" fmla="*/ 3155771 h 4293838"/>
              <a:gd name="connsiteX489" fmla="*/ 2967631 w 5640279"/>
              <a:gd name="connsiteY489" fmla="*/ 3160667 h 4293838"/>
              <a:gd name="connsiteX490" fmla="*/ 2970588 w 5640279"/>
              <a:gd name="connsiteY490" fmla="*/ 3165609 h 4293838"/>
              <a:gd name="connsiteX491" fmla="*/ 2973622 w 5640279"/>
              <a:gd name="connsiteY491" fmla="*/ 3170552 h 4293838"/>
              <a:gd name="connsiteX492" fmla="*/ 2979679 w 5640279"/>
              <a:gd name="connsiteY492" fmla="*/ 3180344 h 4293838"/>
              <a:gd name="connsiteX493" fmla="*/ 2982636 w 5640279"/>
              <a:gd name="connsiteY493" fmla="*/ 3185241 h 4293838"/>
              <a:gd name="connsiteX494" fmla="*/ 2988691 w 5640279"/>
              <a:gd name="connsiteY494" fmla="*/ 3194928 h 4293838"/>
              <a:gd name="connsiteX495" fmla="*/ 2991661 w 5640279"/>
              <a:gd name="connsiteY495" fmla="*/ 3199778 h 4293838"/>
              <a:gd name="connsiteX496" fmla="*/ 3000753 w 5640279"/>
              <a:gd name="connsiteY496" fmla="*/ 3214199 h 4293838"/>
              <a:gd name="connsiteX497" fmla="*/ 3003709 w 5640279"/>
              <a:gd name="connsiteY497" fmla="*/ 3218957 h 4293838"/>
              <a:gd name="connsiteX498" fmla="*/ 3006746 w 5640279"/>
              <a:gd name="connsiteY498" fmla="*/ 3223714 h 4293838"/>
              <a:gd name="connsiteX499" fmla="*/ 3009766 w 5640279"/>
              <a:gd name="connsiteY499" fmla="*/ 3228517 h 4293838"/>
              <a:gd name="connsiteX500" fmla="*/ 3012737 w 5640279"/>
              <a:gd name="connsiteY500" fmla="*/ 3233227 h 4293838"/>
              <a:gd name="connsiteX501" fmla="*/ 3015757 w 5640279"/>
              <a:gd name="connsiteY501" fmla="*/ 3237938 h 4293838"/>
              <a:gd name="connsiteX502" fmla="*/ 3018792 w 5640279"/>
              <a:gd name="connsiteY502" fmla="*/ 3242705 h 4293838"/>
              <a:gd name="connsiteX503" fmla="*/ 3021812 w 5640279"/>
              <a:gd name="connsiteY503" fmla="*/ 3247370 h 4293838"/>
              <a:gd name="connsiteX504" fmla="*/ 3024785 w 5640279"/>
              <a:gd name="connsiteY504" fmla="*/ 3252035 h 4293838"/>
              <a:gd name="connsiteX505" fmla="*/ 3027803 w 5640279"/>
              <a:gd name="connsiteY505" fmla="*/ 3256756 h 4293838"/>
              <a:gd name="connsiteX506" fmla="*/ 3030840 w 5640279"/>
              <a:gd name="connsiteY506" fmla="*/ 3261375 h 4293838"/>
              <a:gd name="connsiteX507" fmla="*/ 3033796 w 5640279"/>
              <a:gd name="connsiteY507" fmla="*/ 3266038 h 4293838"/>
              <a:gd name="connsiteX508" fmla="*/ 3042888 w 5640279"/>
              <a:gd name="connsiteY508" fmla="*/ 3279914 h 4293838"/>
              <a:gd name="connsiteX509" fmla="*/ 3045859 w 5640279"/>
              <a:gd name="connsiteY509" fmla="*/ 3284487 h 4293838"/>
              <a:gd name="connsiteX510" fmla="*/ 3051914 w 5640279"/>
              <a:gd name="connsiteY510" fmla="*/ 3293640 h 4293838"/>
              <a:gd name="connsiteX511" fmla="*/ 3054870 w 5640279"/>
              <a:gd name="connsiteY511" fmla="*/ 3298177 h 4293838"/>
              <a:gd name="connsiteX512" fmla="*/ 3060927 w 5640279"/>
              <a:gd name="connsiteY512" fmla="*/ 3307238 h 4293838"/>
              <a:gd name="connsiteX513" fmla="*/ 3063898 w 5640279"/>
              <a:gd name="connsiteY513" fmla="*/ 3311775 h 4293838"/>
              <a:gd name="connsiteX514" fmla="*/ 3069953 w 5640279"/>
              <a:gd name="connsiteY514" fmla="*/ 3320744 h 4293838"/>
              <a:gd name="connsiteX515" fmla="*/ 3072973 w 5640279"/>
              <a:gd name="connsiteY515" fmla="*/ 3325188 h 4293838"/>
              <a:gd name="connsiteX516" fmla="*/ 3075946 w 5640279"/>
              <a:gd name="connsiteY516" fmla="*/ 3329630 h 4293838"/>
              <a:gd name="connsiteX517" fmla="*/ 3082001 w 5640279"/>
              <a:gd name="connsiteY517" fmla="*/ 3338507 h 4293838"/>
              <a:gd name="connsiteX518" fmla="*/ 3084957 w 5640279"/>
              <a:gd name="connsiteY518" fmla="*/ 3342950 h 4293838"/>
              <a:gd name="connsiteX519" fmla="*/ 3091012 w 5640279"/>
              <a:gd name="connsiteY519" fmla="*/ 3351744 h 4293838"/>
              <a:gd name="connsiteX520" fmla="*/ 3094049 w 5640279"/>
              <a:gd name="connsiteY520" fmla="*/ 3356096 h 4293838"/>
              <a:gd name="connsiteX521" fmla="*/ 3097003 w 5640279"/>
              <a:gd name="connsiteY521" fmla="*/ 3360446 h 4293838"/>
              <a:gd name="connsiteX522" fmla="*/ 3103077 w 5640279"/>
              <a:gd name="connsiteY522" fmla="*/ 3369148 h 4293838"/>
              <a:gd name="connsiteX523" fmla="*/ 3106031 w 5640279"/>
              <a:gd name="connsiteY523" fmla="*/ 3373452 h 4293838"/>
              <a:gd name="connsiteX524" fmla="*/ 3112088 w 5640279"/>
              <a:gd name="connsiteY524" fmla="*/ 3382062 h 4293838"/>
              <a:gd name="connsiteX525" fmla="*/ 3115123 w 5640279"/>
              <a:gd name="connsiteY525" fmla="*/ 3386330 h 4293838"/>
              <a:gd name="connsiteX526" fmla="*/ 3118079 w 5640279"/>
              <a:gd name="connsiteY526" fmla="*/ 3390588 h 4293838"/>
              <a:gd name="connsiteX527" fmla="*/ 3121114 w 5640279"/>
              <a:gd name="connsiteY527" fmla="*/ 3394847 h 4293838"/>
              <a:gd name="connsiteX528" fmla="*/ 3124134 w 5640279"/>
              <a:gd name="connsiteY528" fmla="*/ 3399059 h 4293838"/>
              <a:gd name="connsiteX529" fmla="*/ 3127107 w 5640279"/>
              <a:gd name="connsiteY529" fmla="*/ 3403317 h 4293838"/>
              <a:gd name="connsiteX530" fmla="*/ 3130127 w 5640279"/>
              <a:gd name="connsiteY530" fmla="*/ 3407493 h 4293838"/>
              <a:gd name="connsiteX531" fmla="*/ 3136182 w 5640279"/>
              <a:gd name="connsiteY531" fmla="*/ 3415918 h 4293838"/>
              <a:gd name="connsiteX532" fmla="*/ 3139153 w 5640279"/>
              <a:gd name="connsiteY532" fmla="*/ 3420047 h 4293838"/>
              <a:gd name="connsiteX533" fmla="*/ 3145210 w 5640279"/>
              <a:gd name="connsiteY533" fmla="*/ 3428389 h 4293838"/>
              <a:gd name="connsiteX534" fmla="*/ 3148166 w 5640279"/>
              <a:gd name="connsiteY534" fmla="*/ 3432462 h 4293838"/>
              <a:gd name="connsiteX535" fmla="*/ 3154221 w 5640279"/>
              <a:gd name="connsiteY535" fmla="*/ 3440711 h 4293838"/>
              <a:gd name="connsiteX536" fmla="*/ 3157258 w 5640279"/>
              <a:gd name="connsiteY536" fmla="*/ 3444795 h 4293838"/>
              <a:gd name="connsiteX537" fmla="*/ 3160229 w 5640279"/>
              <a:gd name="connsiteY537" fmla="*/ 3448868 h 4293838"/>
              <a:gd name="connsiteX538" fmla="*/ 3163249 w 5640279"/>
              <a:gd name="connsiteY538" fmla="*/ 3452951 h 4293838"/>
              <a:gd name="connsiteX539" fmla="*/ 3166284 w 5640279"/>
              <a:gd name="connsiteY539" fmla="*/ 3456978 h 4293838"/>
              <a:gd name="connsiteX540" fmla="*/ 3169240 w 5640279"/>
              <a:gd name="connsiteY540" fmla="*/ 3461015 h 4293838"/>
              <a:gd name="connsiteX541" fmla="*/ 3172277 w 5640279"/>
              <a:gd name="connsiteY541" fmla="*/ 3465053 h 4293838"/>
              <a:gd name="connsiteX542" fmla="*/ 3175295 w 5640279"/>
              <a:gd name="connsiteY542" fmla="*/ 3469032 h 4293838"/>
              <a:gd name="connsiteX543" fmla="*/ 3178268 w 5640279"/>
              <a:gd name="connsiteY543" fmla="*/ 3473023 h 4293838"/>
              <a:gd name="connsiteX544" fmla="*/ 3181288 w 5640279"/>
              <a:gd name="connsiteY544" fmla="*/ 3477014 h 4293838"/>
              <a:gd name="connsiteX545" fmla="*/ 3187343 w 5640279"/>
              <a:gd name="connsiteY545" fmla="*/ 3484904 h 4293838"/>
              <a:gd name="connsiteX546" fmla="*/ 3190314 w 5640279"/>
              <a:gd name="connsiteY546" fmla="*/ 3488883 h 4293838"/>
              <a:gd name="connsiteX547" fmla="*/ 3196371 w 5640279"/>
              <a:gd name="connsiteY547" fmla="*/ 3496681 h 4293838"/>
              <a:gd name="connsiteX548" fmla="*/ 3199327 w 5640279"/>
              <a:gd name="connsiteY548" fmla="*/ 3500579 h 4293838"/>
              <a:gd name="connsiteX549" fmla="*/ 3202362 w 5640279"/>
              <a:gd name="connsiteY549" fmla="*/ 3504478 h 4293838"/>
              <a:gd name="connsiteX550" fmla="*/ 3205382 w 5640279"/>
              <a:gd name="connsiteY550" fmla="*/ 3508329 h 4293838"/>
              <a:gd name="connsiteX551" fmla="*/ 3208419 w 5640279"/>
              <a:gd name="connsiteY551" fmla="*/ 3512228 h 4293838"/>
              <a:gd name="connsiteX552" fmla="*/ 3211390 w 5640279"/>
              <a:gd name="connsiteY552" fmla="*/ 3516033 h 4293838"/>
              <a:gd name="connsiteX553" fmla="*/ 3214410 w 5640279"/>
              <a:gd name="connsiteY553" fmla="*/ 3519885 h 4293838"/>
              <a:gd name="connsiteX554" fmla="*/ 3217445 w 5640279"/>
              <a:gd name="connsiteY554" fmla="*/ 3523690 h 4293838"/>
              <a:gd name="connsiteX555" fmla="*/ 3220401 w 5640279"/>
              <a:gd name="connsiteY555" fmla="*/ 3527508 h 4293838"/>
              <a:gd name="connsiteX556" fmla="*/ 3223438 w 5640279"/>
              <a:gd name="connsiteY556" fmla="*/ 3531313 h 4293838"/>
              <a:gd name="connsiteX557" fmla="*/ 3229493 w 5640279"/>
              <a:gd name="connsiteY557" fmla="*/ 3538832 h 4293838"/>
              <a:gd name="connsiteX558" fmla="*/ 3232449 w 5640279"/>
              <a:gd name="connsiteY558" fmla="*/ 3542590 h 4293838"/>
              <a:gd name="connsiteX559" fmla="*/ 3235484 w 5640279"/>
              <a:gd name="connsiteY559" fmla="*/ 3546361 h 4293838"/>
              <a:gd name="connsiteX560" fmla="*/ 3238504 w 5640279"/>
              <a:gd name="connsiteY560" fmla="*/ 3550027 h 4293838"/>
              <a:gd name="connsiteX561" fmla="*/ 3241477 w 5640279"/>
              <a:gd name="connsiteY561" fmla="*/ 3553741 h 4293838"/>
              <a:gd name="connsiteX562" fmla="*/ 3244495 w 5640279"/>
              <a:gd name="connsiteY562" fmla="*/ 3557464 h 4293838"/>
              <a:gd name="connsiteX563" fmla="*/ 3250552 w 5640279"/>
              <a:gd name="connsiteY563" fmla="*/ 3564798 h 4293838"/>
              <a:gd name="connsiteX564" fmla="*/ 3253523 w 5640279"/>
              <a:gd name="connsiteY564" fmla="*/ 3568476 h 4293838"/>
              <a:gd name="connsiteX565" fmla="*/ 3259580 w 5640279"/>
              <a:gd name="connsiteY565" fmla="*/ 3575726 h 4293838"/>
              <a:gd name="connsiteX566" fmla="*/ 3262534 w 5640279"/>
              <a:gd name="connsiteY566" fmla="*/ 3579393 h 4293838"/>
              <a:gd name="connsiteX567" fmla="*/ 3271626 w 5640279"/>
              <a:gd name="connsiteY567" fmla="*/ 3590136 h 4293838"/>
              <a:gd name="connsiteX568" fmla="*/ 3274598 w 5640279"/>
              <a:gd name="connsiteY568" fmla="*/ 3593722 h 4293838"/>
              <a:gd name="connsiteX569" fmla="*/ 3277619 w 5640279"/>
              <a:gd name="connsiteY569" fmla="*/ 3597250 h 4293838"/>
              <a:gd name="connsiteX570" fmla="*/ 3280654 w 5640279"/>
              <a:gd name="connsiteY570" fmla="*/ 3600834 h 4293838"/>
              <a:gd name="connsiteX571" fmla="*/ 3283610 w 5640279"/>
              <a:gd name="connsiteY571" fmla="*/ 3604326 h 4293838"/>
              <a:gd name="connsiteX572" fmla="*/ 3286644 w 5640279"/>
              <a:gd name="connsiteY572" fmla="*/ 3607854 h 4293838"/>
              <a:gd name="connsiteX573" fmla="*/ 3292702 w 5640279"/>
              <a:gd name="connsiteY573" fmla="*/ 3614837 h 4293838"/>
              <a:gd name="connsiteX574" fmla="*/ 3295658 w 5640279"/>
              <a:gd name="connsiteY574" fmla="*/ 3618284 h 4293838"/>
              <a:gd name="connsiteX575" fmla="*/ 3298693 w 5640279"/>
              <a:gd name="connsiteY575" fmla="*/ 3621776 h 4293838"/>
              <a:gd name="connsiteX576" fmla="*/ 3301713 w 5640279"/>
              <a:gd name="connsiteY576" fmla="*/ 3625210 h 4293838"/>
              <a:gd name="connsiteX577" fmla="*/ 3304684 w 5640279"/>
              <a:gd name="connsiteY577" fmla="*/ 3628657 h 4293838"/>
              <a:gd name="connsiteX578" fmla="*/ 3307704 w 5640279"/>
              <a:gd name="connsiteY578" fmla="*/ 3632103 h 4293838"/>
              <a:gd name="connsiteX579" fmla="*/ 3310741 w 5640279"/>
              <a:gd name="connsiteY579" fmla="*/ 3635456 h 4293838"/>
              <a:gd name="connsiteX580" fmla="*/ 3313695 w 5640279"/>
              <a:gd name="connsiteY580" fmla="*/ 3638854 h 4293838"/>
              <a:gd name="connsiteX581" fmla="*/ 3316732 w 5640279"/>
              <a:gd name="connsiteY581" fmla="*/ 3642255 h 4293838"/>
              <a:gd name="connsiteX582" fmla="*/ 3319752 w 5640279"/>
              <a:gd name="connsiteY582" fmla="*/ 3645607 h 4293838"/>
              <a:gd name="connsiteX583" fmla="*/ 3322787 w 5640279"/>
              <a:gd name="connsiteY583" fmla="*/ 3649006 h 4293838"/>
              <a:gd name="connsiteX584" fmla="*/ 3325759 w 5640279"/>
              <a:gd name="connsiteY584" fmla="*/ 3652360 h 4293838"/>
              <a:gd name="connsiteX585" fmla="*/ 3331814 w 5640279"/>
              <a:gd name="connsiteY585" fmla="*/ 3658984 h 4293838"/>
              <a:gd name="connsiteX586" fmla="*/ 3334771 w 5640279"/>
              <a:gd name="connsiteY586" fmla="*/ 3662291 h 4293838"/>
              <a:gd name="connsiteX587" fmla="*/ 3337805 w 5640279"/>
              <a:gd name="connsiteY587" fmla="*/ 3665598 h 4293838"/>
              <a:gd name="connsiteX588" fmla="*/ 3340826 w 5640279"/>
              <a:gd name="connsiteY588" fmla="*/ 3668859 h 4293838"/>
              <a:gd name="connsiteX589" fmla="*/ 3343862 w 5640279"/>
              <a:gd name="connsiteY589" fmla="*/ 3672165 h 4293838"/>
              <a:gd name="connsiteX590" fmla="*/ 3346819 w 5640279"/>
              <a:gd name="connsiteY590" fmla="*/ 3675391 h 4293838"/>
              <a:gd name="connsiteX591" fmla="*/ 3349853 w 5640279"/>
              <a:gd name="connsiteY591" fmla="*/ 3678650 h 4293838"/>
              <a:gd name="connsiteX592" fmla="*/ 3352874 w 5640279"/>
              <a:gd name="connsiteY592" fmla="*/ 3681865 h 4293838"/>
              <a:gd name="connsiteX593" fmla="*/ 3355844 w 5640279"/>
              <a:gd name="connsiteY593" fmla="*/ 3685090 h 4293838"/>
              <a:gd name="connsiteX594" fmla="*/ 3361901 w 5640279"/>
              <a:gd name="connsiteY594" fmla="*/ 3691518 h 4293838"/>
              <a:gd name="connsiteX595" fmla="*/ 3364922 w 5640279"/>
              <a:gd name="connsiteY595" fmla="*/ 3694649 h 4293838"/>
              <a:gd name="connsiteX596" fmla="*/ 3367892 w 5640279"/>
              <a:gd name="connsiteY596" fmla="*/ 3697818 h 4293838"/>
              <a:gd name="connsiteX597" fmla="*/ 3370913 w 5640279"/>
              <a:gd name="connsiteY597" fmla="*/ 3700996 h 4293838"/>
              <a:gd name="connsiteX598" fmla="*/ 3373949 w 5640279"/>
              <a:gd name="connsiteY598" fmla="*/ 3704117 h 4293838"/>
              <a:gd name="connsiteX599" fmla="*/ 3376920 w 5640279"/>
              <a:gd name="connsiteY599" fmla="*/ 3707250 h 4293838"/>
              <a:gd name="connsiteX600" fmla="*/ 3382975 w 5640279"/>
              <a:gd name="connsiteY600" fmla="*/ 3713503 h 4293838"/>
              <a:gd name="connsiteX601" fmla="*/ 3385995 w 5640279"/>
              <a:gd name="connsiteY601" fmla="*/ 3716578 h 4293838"/>
              <a:gd name="connsiteX602" fmla="*/ 3388968 w 5640279"/>
              <a:gd name="connsiteY602" fmla="*/ 3719664 h 4293838"/>
              <a:gd name="connsiteX603" fmla="*/ 3391989 w 5640279"/>
              <a:gd name="connsiteY603" fmla="*/ 3722751 h 4293838"/>
              <a:gd name="connsiteX604" fmla="*/ 3395023 w 5640279"/>
              <a:gd name="connsiteY604" fmla="*/ 3725779 h 4293838"/>
              <a:gd name="connsiteX605" fmla="*/ 3397979 w 5640279"/>
              <a:gd name="connsiteY605" fmla="*/ 3728818 h 4293838"/>
              <a:gd name="connsiteX606" fmla="*/ 3404034 w 5640279"/>
              <a:gd name="connsiteY606" fmla="*/ 3734898 h 4293838"/>
              <a:gd name="connsiteX607" fmla="*/ 3407071 w 5640279"/>
              <a:gd name="connsiteY607" fmla="*/ 3737881 h 4293838"/>
              <a:gd name="connsiteX608" fmla="*/ 3410025 w 5640279"/>
              <a:gd name="connsiteY608" fmla="*/ 3740873 h 4293838"/>
              <a:gd name="connsiteX609" fmla="*/ 3416083 w 5640279"/>
              <a:gd name="connsiteY609" fmla="*/ 3746860 h 4293838"/>
              <a:gd name="connsiteX610" fmla="*/ 3419053 w 5640279"/>
              <a:gd name="connsiteY610" fmla="*/ 3749808 h 4293838"/>
              <a:gd name="connsiteX611" fmla="*/ 3425110 w 5640279"/>
              <a:gd name="connsiteY611" fmla="*/ 3755701 h 4293838"/>
              <a:gd name="connsiteX612" fmla="*/ 3428130 w 5640279"/>
              <a:gd name="connsiteY612" fmla="*/ 3758602 h 4293838"/>
              <a:gd name="connsiteX613" fmla="*/ 3431101 w 5640279"/>
              <a:gd name="connsiteY613" fmla="*/ 3761502 h 4293838"/>
              <a:gd name="connsiteX614" fmla="*/ 3437156 w 5640279"/>
              <a:gd name="connsiteY614" fmla="*/ 3767303 h 4293838"/>
              <a:gd name="connsiteX615" fmla="*/ 3440129 w 5640279"/>
              <a:gd name="connsiteY615" fmla="*/ 3770157 h 4293838"/>
              <a:gd name="connsiteX616" fmla="*/ 3443149 w 5640279"/>
              <a:gd name="connsiteY616" fmla="*/ 3773058 h 4293838"/>
              <a:gd name="connsiteX617" fmla="*/ 3446184 w 5640279"/>
              <a:gd name="connsiteY617" fmla="*/ 3775866 h 4293838"/>
              <a:gd name="connsiteX618" fmla="*/ 3449140 w 5640279"/>
              <a:gd name="connsiteY618" fmla="*/ 3778720 h 4293838"/>
              <a:gd name="connsiteX619" fmla="*/ 3458232 w 5640279"/>
              <a:gd name="connsiteY619" fmla="*/ 3787144 h 4293838"/>
              <a:gd name="connsiteX620" fmla="*/ 3461188 w 5640279"/>
              <a:gd name="connsiteY620" fmla="*/ 3789962 h 4293838"/>
              <a:gd name="connsiteX621" fmla="*/ 3467243 w 5640279"/>
              <a:gd name="connsiteY621" fmla="*/ 3795485 h 4293838"/>
              <a:gd name="connsiteX622" fmla="*/ 3470214 w 5640279"/>
              <a:gd name="connsiteY622" fmla="*/ 3798247 h 4293838"/>
              <a:gd name="connsiteX623" fmla="*/ 3473234 w 5640279"/>
              <a:gd name="connsiteY623" fmla="*/ 3800974 h 4293838"/>
              <a:gd name="connsiteX624" fmla="*/ 3476271 w 5640279"/>
              <a:gd name="connsiteY624" fmla="*/ 3803734 h 4293838"/>
              <a:gd name="connsiteX625" fmla="*/ 3479291 w 5640279"/>
              <a:gd name="connsiteY625" fmla="*/ 3806450 h 4293838"/>
              <a:gd name="connsiteX626" fmla="*/ 3482262 w 5640279"/>
              <a:gd name="connsiteY626" fmla="*/ 3809129 h 4293838"/>
              <a:gd name="connsiteX627" fmla="*/ 3485282 w 5640279"/>
              <a:gd name="connsiteY627" fmla="*/ 3811845 h 4293838"/>
              <a:gd name="connsiteX628" fmla="*/ 3488317 w 5640279"/>
              <a:gd name="connsiteY628" fmla="*/ 3814524 h 4293838"/>
              <a:gd name="connsiteX629" fmla="*/ 3491290 w 5640279"/>
              <a:gd name="connsiteY629" fmla="*/ 3817193 h 4293838"/>
              <a:gd name="connsiteX630" fmla="*/ 3497345 w 5640279"/>
              <a:gd name="connsiteY630" fmla="*/ 3822542 h 4293838"/>
              <a:gd name="connsiteX631" fmla="*/ 3500365 w 5640279"/>
              <a:gd name="connsiteY631" fmla="*/ 3825129 h 4293838"/>
              <a:gd name="connsiteX632" fmla="*/ 3503336 w 5640279"/>
              <a:gd name="connsiteY632" fmla="*/ 3827751 h 4293838"/>
              <a:gd name="connsiteX633" fmla="*/ 3509393 w 5640279"/>
              <a:gd name="connsiteY633" fmla="*/ 3833019 h 4293838"/>
              <a:gd name="connsiteX634" fmla="*/ 3512349 w 5640279"/>
              <a:gd name="connsiteY634" fmla="*/ 3835595 h 4293838"/>
              <a:gd name="connsiteX635" fmla="*/ 3518404 w 5640279"/>
              <a:gd name="connsiteY635" fmla="*/ 3840769 h 4293838"/>
              <a:gd name="connsiteX636" fmla="*/ 3521441 w 5640279"/>
              <a:gd name="connsiteY636" fmla="*/ 3843298 h 4293838"/>
              <a:gd name="connsiteX637" fmla="*/ 3524395 w 5640279"/>
              <a:gd name="connsiteY637" fmla="*/ 3845839 h 4293838"/>
              <a:gd name="connsiteX638" fmla="*/ 3530452 w 5640279"/>
              <a:gd name="connsiteY638" fmla="*/ 3850921 h 4293838"/>
              <a:gd name="connsiteX639" fmla="*/ 3533423 w 5640279"/>
              <a:gd name="connsiteY639" fmla="*/ 3853450 h 4293838"/>
              <a:gd name="connsiteX640" fmla="*/ 3542498 w 5640279"/>
              <a:gd name="connsiteY640" fmla="*/ 3860933 h 4293838"/>
              <a:gd name="connsiteX641" fmla="*/ 3545471 w 5640279"/>
              <a:gd name="connsiteY641" fmla="*/ 3863382 h 4293838"/>
              <a:gd name="connsiteX642" fmla="*/ 3551526 w 5640279"/>
              <a:gd name="connsiteY642" fmla="*/ 3868279 h 4293838"/>
              <a:gd name="connsiteX643" fmla="*/ 3554499 w 5640279"/>
              <a:gd name="connsiteY643" fmla="*/ 3870726 h 4293838"/>
              <a:gd name="connsiteX644" fmla="*/ 3557517 w 5640279"/>
              <a:gd name="connsiteY644" fmla="*/ 3873127 h 4293838"/>
              <a:gd name="connsiteX645" fmla="*/ 3560554 w 5640279"/>
              <a:gd name="connsiteY645" fmla="*/ 3875576 h 4293838"/>
              <a:gd name="connsiteX646" fmla="*/ 3563510 w 5640279"/>
              <a:gd name="connsiteY646" fmla="*/ 3877978 h 4293838"/>
              <a:gd name="connsiteX647" fmla="*/ 3566545 w 5640279"/>
              <a:gd name="connsiteY647" fmla="*/ 3880379 h 4293838"/>
              <a:gd name="connsiteX648" fmla="*/ 3569565 w 5640279"/>
              <a:gd name="connsiteY648" fmla="*/ 3882735 h 4293838"/>
              <a:gd name="connsiteX649" fmla="*/ 3572602 w 5640279"/>
              <a:gd name="connsiteY649" fmla="*/ 3885136 h 4293838"/>
              <a:gd name="connsiteX650" fmla="*/ 3575556 w 5640279"/>
              <a:gd name="connsiteY650" fmla="*/ 3887491 h 4293838"/>
              <a:gd name="connsiteX651" fmla="*/ 3578593 w 5640279"/>
              <a:gd name="connsiteY651" fmla="*/ 3889847 h 4293838"/>
              <a:gd name="connsiteX652" fmla="*/ 3581613 w 5640279"/>
              <a:gd name="connsiteY652" fmla="*/ 3892156 h 4293838"/>
              <a:gd name="connsiteX653" fmla="*/ 3584584 w 5640279"/>
              <a:gd name="connsiteY653" fmla="*/ 3894464 h 4293838"/>
              <a:gd name="connsiteX654" fmla="*/ 3587604 w 5640279"/>
              <a:gd name="connsiteY654" fmla="*/ 3896831 h 4293838"/>
              <a:gd name="connsiteX655" fmla="*/ 3590641 w 5640279"/>
              <a:gd name="connsiteY655" fmla="*/ 3899141 h 4293838"/>
              <a:gd name="connsiteX656" fmla="*/ 3593661 w 5640279"/>
              <a:gd name="connsiteY656" fmla="*/ 3901403 h 4293838"/>
              <a:gd name="connsiteX657" fmla="*/ 3596632 w 5640279"/>
              <a:gd name="connsiteY657" fmla="*/ 3903712 h 4293838"/>
              <a:gd name="connsiteX658" fmla="*/ 3602687 w 5640279"/>
              <a:gd name="connsiteY658" fmla="*/ 3908248 h 4293838"/>
              <a:gd name="connsiteX659" fmla="*/ 3605659 w 5640279"/>
              <a:gd name="connsiteY659" fmla="*/ 3910511 h 4293838"/>
              <a:gd name="connsiteX660" fmla="*/ 3611715 w 5640279"/>
              <a:gd name="connsiteY660" fmla="*/ 3914955 h 4293838"/>
              <a:gd name="connsiteX661" fmla="*/ 3614735 w 5640279"/>
              <a:gd name="connsiteY661" fmla="*/ 3917217 h 4293838"/>
              <a:gd name="connsiteX662" fmla="*/ 3617705 w 5640279"/>
              <a:gd name="connsiteY662" fmla="*/ 3919398 h 4293838"/>
              <a:gd name="connsiteX663" fmla="*/ 3620726 w 5640279"/>
              <a:gd name="connsiteY663" fmla="*/ 3921614 h 4293838"/>
              <a:gd name="connsiteX664" fmla="*/ 3623763 w 5640279"/>
              <a:gd name="connsiteY664" fmla="*/ 3923795 h 4293838"/>
              <a:gd name="connsiteX665" fmla="*/ 3626717 w 5640279"/>
              <a:gd name="connsiteY665" fmla="*/ 3925964 h 4293838"/>
              <a:gd name="connsiteX666" fmla="*/ 3632774 w 5640279"/>
              <a:gd name="connsiteY666" fmla="*/ 3930316 h 4293838"/>
              <a:gd name="connsiteX667" fmla="*/ 3635809 w 5640279"/>
              <a:gd name="connsiteY667" fmla="*/ 3932450 h 4293838"/>
              <a:gd name="connsiteX668" fmla="*/ 3638765 w 5640279"/>
              <a:gd name="connsiteY668" fmla="*/ 3934620 h 4293838"/>
              <a:gd name="connsiteX669" fmla="*/ 3641802 w 5640279"/>
              <a:gd name="connsiteY669" fmla="*/ 3936754 h 4293838"/>
              <a:gd name="connsiteX670" fmla="*/ 3644822 w 5640279"/>
              <a:gd name="connsiteY670" fmla="*/ 3938843 h 4293838"/>
              <a:gd name="connsiteX671" fmla="*/ 3647793 w 5640279"/>
              <a:gd name="connsiteY671" fmla="*/ 3940967 h 4293838"/>
              <a:gd name="connsiteX672" fmla="*/ 3650813 w 5640279"/>
              <a:gd name="connsiteY672" fmla="*/ 3943101 h 4293838"/>
              <a:gd name="connsiteX673" fmla="*/ 3653848 w 5640279"/>
              <a:gd name="connsiteY673" fmla="*/ 3945189 h 4293838"/>
              <a:gd name="connsiteX674" fmla="*/ 3656868 w 5640279"/>
              <a:gd name="connsiteY674" fmla="*/ 3947219 h 4293838"/>
              <a:gd name="connsiteX675" fmla="*/ 3659841 w 5640279"/>
              <a:gd name="connsiteY675" fmla="*/ 3949308 h 4293838"/>
              <a:gd name="connsiteX676" fmla="*/ 3662875 w 5640279"/>
              <a:gd name="connsiteY676" fmla="*/ 3951397 h 4293838"/>
              <a:gd name="connsiteX677" fmla="*/ 3665896 w 5640279"/>
              <a:gd name="connsiteY677" fmla="*/ 3953428 h 4293838"/>
              <a:gd name="connsiteX678" fmla="*/ 3668866 w 5640279"/>
              <a:gd name="connsiteY678" fmla="*/ 3955470 h 4293838"/>
              <a:gd name="connsiteX679" fmla="*/ 3671887 w 5640279"/>
              <a:gd name="connsiteY679" fmla="*/ 3957511 h 4293838"/>
              <a:gd name="connsiteX680" fmla="*/ 3674923 w 5640279"/>
              <a:gd name="connsiteY680" fmla="*/ 3959507 h 4293838"/>
              <a:gd name="connsiteX681" fmla="*/ 3677944 w 5640279"/>
              <a:gd name="connsiteY681" fmla="*/ 3961549 h 4293838"/>
              <a:gd name="connsiteX682" fmla="*/ 3680914 w 5640279"/>
              <a:gd name="connsiteY682" fmla="*/ 3963544 h 4293838"/>
              <a:gd name="connsiteX683" fmla="*/ 3686971 w 5640279"/>
              <a:gd name="connsiteY683" fmla="*/ 3967525 h 4293838"/>
              <a:gd name="connsiteX684" fmla="*/ 3689926 w 5640279"/>
              <a:gd name="connsiteY684" fmla="*/ 3969473 h 4293838"/>
              <a:gd name="connsiteX685" fmla="*/ 3692963 w 5640279"/>
              <a:gd name="connsiteY685" fmla="*/ 3971422 h 4293838"/>
              <a:gd name="connsiteX686" fmla="*/ 3695983 w 5640279"/>
              <a:gd name="connsiteY686" fmla="*/ 3973418 h 4293838"/>
              <a:gd name="connsiteX687" fmla="*/ 3698953 w 5640279"/>
              <a:gd name="connsiteY687" fmla="*/ 3975321 h 4293838"/>
              <a:gd name="connsiteX688" fmla="*/ 3705009 w 5640279"/>
              <a:gd name="connsiteY688" fmla="*/ 3979219 h 4293838"/>
              <a:gd name="connsiteX689" fmla="*/ 3708029 w 5640279"/>
              <a:gd name="connsiteY689" fmla="*/ 3981121 h 4293838"/>
              <a:gd name="connsiteX690" fmla="*/ 3711001 w 5640279"/>
              <a:gd name="connsiteY690" fmla="*/ 3983026 h 4293838"/>
              <a:gd name="connsiteX691" fmla="*/ 3714036 w 5640279"/>
              <a:gd name="connsiteY691" fmla="*/ 3984928 h 4293838"/>
              <a:gd name="connsiteX692" fmla="*/ 3717057 w 5640279"/>
              <a:gd name="connsiteY692" fmla="*/ 3986783 h 4293838"/>
              <a:gd name="connsiteX693" fmla="*/ 3720027 w 5640279"/>
              <a:gd name="connsiteY693" fmla="*/ 3988698 h 4293838"/>
              <a:gd name="connsiteX694" fmla="*/ 3729105 w 5640279"/>
              <a:gd name="connsiteY694" fmla="*/ 3994267 h 4293838"/>
              <a:gd name="connsiteX695" fmla="*/ 3732075 w 5640279"/>
              <a:gd name="connsiteY695" fmla="*/ 3996123 h 4293838"/>
              <a:gd name="connsiteX696" fmla="*/ 3738132 w 5640279"/>
              <a:gd name="connsiteY696" fmla="*/ 3999755 h 4293838"/>
              <a:gd name="connsiteX697" fmla="*/ 3741087 w 5640279"/>
              <a:gd name="connsiteY697" fmla="*/ 4001564 h 4293838"/>
              <a:gd name="connsiteX698" fmla="*/ 3747144 w 5640279"/>
              <a:gd name="connsiteY698" fmla="*/ 4005186 h 4293838"/>
              <a:gd name="connsiteX699" fmla="*/ 3750178 w 5640279"/>
              <a:gd name="connsiteY699" fmla="*/ 4006960 h 4293838"/>
              <a:gd name="connsiteX700" fmla="*/ 3753135 w 5640279"/>
              <a:gd name="connsiteY700" fmla="*/ 4008724 h 4293838"/>
              <a:gd name="connsiteX701" fmla="*/ 3759190 w 5640279"/>
              <a:gd name="connsiteY701" fmla="*/ 4012263 h 4293838"/>
              <a:gd name="connsiteX702" fmla="*/ 3762162 w 5640279"/>
              <a:gd name="connsiteY702" fmla="*/ 4014026 h 4293838"/>
              <a:gd name="connsiteX703" fmla="*/ 3771238 w 5640279"/>
              <a:gd name="connsiteY703" fmla="*/ 4019189 h 4293838"/>
              <a:gd name="connsiteX704" fmla="*/ 3774208 w 5640279"/>
              <a:gd name="connsiteY704" fmla="*/ 4020918 h 4293838"/>
              <a:gd name="connsiteX705" fmla="*/ 3777245 w 5640279"/>
              <a:gd name="connsiteY705" fmla="*/ 4022636 h 4293838"/>
              <a:gd name="connsiteX706" fmla="*/ 3780265 w 5640279"/>
              <a:gd name="connsiteY706" fmla="*/ 4024317 h 4293838"/>
              <a:gd name="connsiteX707" fmla="*/ 3783236 w 5640279"/>
              <a:gd name="connsiteY707" fmla="*/ 4025988 h 4293838"/>
              <a:gd name="connsiteX708" fmla="*/ 3786256 w 5640279"/>
              <a:gd name="connsiteY708" fmla="*/ 4027717 h 4293838"/>
              <a:gd name="connsiteX709" fmla="*/ 3789293 w 5640279"/>
              <a:gd name="connsiteY709" fmla="*/ 4029341 h 4293838"/>
              <a:gd name="connsiteX710" fmla="*/ 3792313 w 5640279"/>
              <a:gd name="connsiteY710" fmla="*/ 4031023 h 4293838"/>
              <a:gd name="connsiteX711" fmla="*/ 3795284 w 5640279"/>
              <a:gd name="connsiteY711" fmla="*/ 4032694 h 4293838"/>
              <a:gd name="connsiteX712" fmla="*/ 3801339 w 5640279"/>
              <a:gd name="connsiteY712" fmla="*/ 4035966 h 4293838"/>
              <a:gd name="connsiteX713" fmla="*/ 3804295 w 5640279"/>
              <a:gd name="connsiteY713" fmla="*/ 4037590 h 4293838"/>
              <a:gd name="connsiteX714" fmla="*/ 3807332 w 5640279"/>
              <a:gd name="connsiteY714" fmla="*/ 4039226 h 4293838"/>
              <a:gd name="connsiteX715" fmla="*/ 3810353 w 5640279"/>
              <a:gd name="connsiteY715" fmla="*/ 4040815 h 4293838"/>
              <a:gd name="connsiteX716" fmla="*/ 3813387 w 5640279"/>
              <a:gd name="connsiteY716" fmla="*/ 4042441 h 4293838"/>
              <a:gd name="connsiteX717" fmla="*/ 3816343 w 5640279"/>
              <a:gd name="connsiteY717" fmla="*/ 4044030 h 4293838"/>
              <a:gd name="connsiteX718" fmla="*/ 3822399 w 5640279"/>
              <a:gd name="connsiteY718" fmla="*/ 4047197 h 4293838"/>
              <a:gd name="connsiteX719" fmla="*/ 3825371 w 5640279"/>
              <a:gd name="connsiteY719" fmla="*/ 4048739 h 4293838"/>
              <a:gd name="connsiteX720" fmla="*/ 3828406 w 5640279"/>
              <a:gd name="connsiteY720" fmla="*/ 4050329 h 4293838"/>
              <a:gd name="connsiteX721" fmla="*/ 3831426 w 5640279"/>
              <a:gd name="connsiteY721" fmla="*/ 4051873 h 4293838"/>
              <a:gd name="connsiteX722" fmla="*/ 3834397 w 5640279"/>
              <a:gd name="connsiteY722" fmla="*/ 4053416 h 4293838"/>
              <a:gd name="connsiteX723" fmla="*/ 3840454 w 5640279"/>
              <a:gd name="connsiteY723" fmla="*/ 4056490 h 4293838"/>
              <a:gd name="connsiteX724" fmla="*/ 3843472 w 5640279"/>
              <a:gd name="connsiteY724" fmla="*/ 4057987 h 4293838"/>
              <a:gd name="connsiteX725" fmla="*/ 3846445 w 5640279"/>
              <a:gd name="connsiteY725" fmla="*/ 4059529 h 4293838"/>
              <a:gd name="connsiteX726" fmla="*/ 3852502 w 5640279"/>
              <a:gd name="connsiteY726" fmla="*/ 4062523 h 4293838"/>
              <a:gd name="connsiteX727" fmla="*/ 3855456 w 5640279"/>
              <a:gd name="connsiteY727" fmla="*/ 4064021 h 4293838"/>
              <a:gd name="connsiteX728" fmla="*/ 3858493 w 5640279"/>
              <a:gd name="connsiteY728" fmla="*/ 4065471 h 4293838"/>
              <a:gd name="connsiteX729" fmla="*/ 3861511 w 5640279"/>
              <a:gd name="connsiteY729" fmla="*/ 4066967 h 4293838"/>
              <a:gd name="connsiteX730" fmla="*/ 3864548 w 5640279"/>
              <a:gd name="connsiteY730" fmla="*/ 4068417 h 4293838"/>
              <a:gd name="connsiteX731" fmla="*/ 3867504 w 5640279"/>
              <a:gd name="connsiteY731" fmla="*/ 4069868 h 4293838"/>
              <a:gd name="connsiteX732" fmla="*/ 3873559 w 5640279"/>
              <a:gd name="connsiteY732" fmla="*/ 4072768 h 4293838"/>
              <a:gd name="connsiteX733" fmla="*/ 3876530 w 5640279"/>
              <a:gd name="connsiteY733" fmla="*/ 4074218 h 4293838"/>
              <a:gd name="connsiteX734" fmla="*/ 3882587 w 5640279"/>
              <a:gd name="connsiteY734" fmla="*/ 4077027 h 4293838"/>
              <a:gd name="connsiteX735" fmla="*/ 3885624 w 5640279"/>
              <a:gd name="connsiteY735" fmla="*/ 4078477 h 4293838"/>
              <a:gd name="connsiteX736" fmla="*/ 3888578 w 5640279"/>
              <a:gd name="connsiteY736" fmla="*/ 4079835 h 4293838"/>
              <a:gd name="connsiteX737" fmla="*/ 3894635 w 5640279"/>
              <a:gd name="connsiteY737" fmla="*/ 4082643 h 4293838"/>
              <a:gd name="connsiteX738" fmla="*/ 3897606 w 5640279"/>
              <a:gd name="connsiteY738" fmla="*/ 4083999 h 4293838"/>
              <a:gd name="connsiteX739" fmla="*/ 3900626 w 5640279"/>
              <a:gd name="connsiteY739" fmla="*/ 4085403 h 4293838"/>
              <a:gd name="connsiteX740" fmla="*/ 3906681 w 5640279"/>
              <a:gd name="connsiteY740" fmla="*/ 4088130 h 4293838"/>
              <a:gd name="connsiteX741" fmla="*/ 3909654 w 5640279"/>
              <a:gd name="connsiteY741" fmla="*/ 4089440 h 4293838"/>
              <a:gd name="connsiteX742" fmla="*/ 3915709 w 5640279"/>
              <a:gd name="connsiteY742" fmla="*/ 4092167 h 4293838"/>
              <a:gd name="connsiteX743" fmla="*/ 3918665 w 5640279"/>
              <a:gd name="connsiteY743" fmla="*/ 4093479 h 4293838"/>
              <a:gd name="connsiteX744" fmla="*/ 3927757 w 5640279"/>
              <a:gd name="connsiteY744" fmla="*/ 4097424 h 4293838"/>
              <a:gd name="connsiteX745" fmla="*/ 3930728 w 5640279"/>
              <a:gd name="connsiteY745" fmla="*/ 4098734 h 4293838"/>
              <a:gd name="connsiteX746" fmla="*/ 3936768 w 5640279"/>
              <a:gd name="connsiteY746" fmla="*/ 4101275 h 4293838"/>
              <a:gd name="connsiteX747" fmla="*/ 3939739 w 5640279"/>
              <a:gd name="connsiteY747" fmla="*/ 4102586 h 4293838"/>
              <a:gd name="connsiteX748" fmla="*/ 3942776 w 5640279"/>
              <a:gd name="connsiteY748" fmla="*/ 4103804 h 4293838"/>
              <a:gd name="connsiteX749" fmla="*/ 3945796 w 5640279"/>
              <a:gd name="connsiteY749" fmla="*/ 4105081 h 4293838"/>
              <a:gd name="connsiteX750" fmla="*/ 3948767 w 5640279"/>
              <a:gd name="connsiteY750" fmla="*/ 4106345 h 4293838"/>
              <a:gd name="connsiteX751" fmla="*/ 3951787 w 5640279"/>
              <a:gd name="connsiteY751" fmla="*/ 4107622 h 4293838"/>
              <a:gd name="connsiteX752" fmla="*/ 3957844 w 5640279"/>
              <a:gd name="connsiteY752" fmla="*/ 4110059 h 4293838"/>
              <a:gd name="connsiteX753" fmla="*/ 3960815 w 5640279"/>
              <a:gd name="connsiteY753" fmla="*/ 4111288 h 4293838"/>
              <a:gd name="connsiteX754" fmla="*/ 3966872 w 5640279"/>
              <a:gd name="connsiteY754" fmla="*/ 4113736 h 4293838"/>
              <a:gd name="connsiteX755" fmla="*/ 3969826 w 5640279"/>
              <a:gd name="connsiteY755" fmla="*/ 4114955 h 4293838"/>
              <a:gd name="connsiteX756" fmla="*/ 3972863 w 5640279"/>
              <a:gd name="connsiteY756" fmla="*/ 4116138 h 4293838"/>
              <a:gd name="connsiteX757" fmla="*/ 3975883 w 5640279"/>
              <a:gd name="connsiteY757" fmla="*/ 4117356 h 4293838"/>
              <a:gd name="connsiteX758" fmla="*/ 3978918 w 5640279"/>
              <a:gd name="connsiteY758" fmla="*/ 4118539 h 4293838"/>
              <a:gd name="connsiteX759" fmla="*/ 3981872 w 5640279"/>
              <a:gd name="connsiteY759" fmla="*/ 4119712 h 4293838"/>
              <a:gd name="connsiteX760" fmla="*/ 3984911 w 5640279"/>
              <a:gd name="connsiteY760" fmla="*/ 4120895 h 4293838"/>
              <a:gd name="connsiteX761" fmla="*/ 3987929 w 5640279"/>
              <a:gd name="connsiteY761" fmla="*/ 4122032 h 4293838"/>
              <a:gd name="connsiteX762" fmla="*/ 3990902 w 5640279"/>
              <a:gd name="connsiteY762" fmla="*/ 4123204 h 4293838"/>
              <a:gd name="connsiteX763" fmla="*/ 3993937 w 5640279"/>
              <a:gd name="connsiteY763" fmla="*/ 4124387 h 4293838"/>
              <a:gd name="connsiteX764" fmla="*/ 3999994 w 5640279"/>
              <a:gd name="connsiteY764" fmla="*/ 4126649 h 4293838"/>
              <a:gd name="connsiteX765" fmla="*/ 4002948 w 5640279"/>
              <a:gd name="connsiteY765" fmla="*/ 4127786 h 4293838"/>
              <a:gd name="connsiteX766" fmla="*/ 4009003 w 5640279"/>
              <a:gd name="connsiteY766" fmla="*/ 4130049 h 4293838"/>
              <a:gd name="connsiteX767" fmla="*/ 4011976 w 5640279"/>
              <a:gd name="connsiteY767" fmla="*/ 4131140 h 4293838"/>
              <a:gd name="connsiteX768" fmla="*/ 4014996 w 5640279"/>
              <a:gd name="connsiteY768" fmla="*/ 4132277 h 4293838"/>
              <a:gd name="connsiteX769" fmla="*/ 4021051 w 5640279"/>
              <a:gd name="connsiteY769" fmla="*/ 4134447 h 4293838"/>
              <a:gd name="connsiteX770" fmla="*/ 4024024 w 5640279"/>
              <a:gd name="connsiteY770" fmla="*/ 4135536 h 4293838"/>
              <a:gd name="connsiteX771" fmla="*/ 4030079 w 5640279"/>
              <a:gd name="connsiteY771" fmla="*/ 4137706 h 4293838"/>
              <a:gd name="connsiteX772" fmla="*/ 4033035 w 5640279"/>
              <a:gd name="connsiteY772" fmla="*/ 4138751 h 4293838"/>
              <a:gd name="connsiteX773" fmla="*/ 4036070 w 5640279"/>
              <a:gd name="connsiteY773" fmla="*/ 4139842 h 4293838"/>
              <a:gd name="connsiteX774" fmla="*/ 4042127 w 5640279"/>
              <a:gd name="connsiteY774" fmla="*/ 4141930 h 4293838"/>
              <a:gd name="connsiteX775" fmla="*/ 4045097 w 5640279"/>
              <a:gd name="connsiteY775" fmla="*/ 4142962 h 4293838"/>
              <a:gd name="connsiteX776" fmla="*/ 4051155 w 5640279"/>
              <a:gd name="connsiteY776" fmla="*/ 4145051 h 4293838"/>
              <a:gd name="connsiteX777" fmla="*/ 4054109 w 5640279"/>
              <a:gd name="connsiteY777" fmla="*/ 4146095 h 4293838"/>
              <a:gd name="connsiteX778" fmla="*/ 4057145 w 5640279"/>
              <a:gd name="connsiteY778" fmla="*/ 4147092 h 4293838"/>
              <a:gd name="connsiteX779" fmla="*/ 4060166 w 5640279"/>
              <a:gd name="connsiteY779" fmla="*/ 4148137 h 4293838"/>
              <a:gd name="connsiteX780" fmla="*/ 4063201 w 5640279"/>
              <a:gd name="connsiteY780" fmla="*/ 4149134 h 4293838"/>
              <a:gd name="connsiteX781" fmla="*/ 4066157 w 5640279"/>
              <a:gd name="connsiteY781" fmla="*/ 4150132 h 4293838"/>
              <a:gd name="connsiteX782" fmla="*/ 4072212 w 5640279"/>
              <a:gd name="connsiteY782" fmla="*/ 4152116 h 4293838"/>
              <a:gd name="connsiteX783" fmla="*/ 4075185 w 5640279"/>
              <a:gd name="connsiteY783" fmla="*/ 4153115 h 4293838"/>
              <a:gd name="connsiteX784" fmla="*/ 4078205 w 5640279"/>
              <a:gd name="connsiteY784" fmla="*/ 4154066 h 4293838"/>
              <a:gd name="connsiteX785" fmla="*/ 4081240 w 5640279"/>
              <a:gd name="connsiteY785" fmla="*/ 4155064 h 4293838"/>
              <a:gd name="connsiteX786" fmla="*/ 4084196 w 5640279"/>
              <a:gd name="connsiteY786" fmla="*/ 4156015 h 4293838"/>
              <a:gd name="connsiteX787" fmla="*/ 4093288 w 5640279"/>
              <a:gd name="connsiteY787" fmla="*/ 4158881 h 4293838"/>
              <a:gd name="connsiteX788" fmla="*/ 4096258 w 5640279"/>
              <a:gd name="connsiteY788" fmla="*/ 4159832 h 4293838"/>
              <a:gd name="connsiteX789" fmla="*/ 4102299 w 5640279"/>
              <a:gd name="connsiteY789" fmla="*/ 4161735 h 4293838"/>
              <a:gd name="connsiteX790" fmla="*/ 4105270 w 5640279"/>
              <a:gd name="connsiteY790" fmla="*/ 4162639 h 4293838"/>
              <a:gd name="connsiteX791" fmla="*/ 4108306 w 5640279"/>
              <a:gd name="connsiteY791" fmla="*/ 4163544 h 4293838"/>
              <a:gd name="connsiteX792" fmla="*/ 4111327 w 5640279"/>
              <a:gd name="connsiteY792" fmla="*/ 4164496 h 4293838"/>
              <a:gd name="connsiteX793" fmla="*/ 4114363 w 5640279"/>
              <a:gd name="connsiteY793" fmla="*/ 4165401 h 4293838"/>
              <a:gd name="connsiteX794" fmla="*/ 4117318 w 5640279"/>
              <a:gd name="connsiteY794" fmla="*/ 4166306 h 4293838"/>
              <a:gd name="connsiteX795" fmla="*/ 4120355 w 5640279"/>
              <a:gd name="connsiteY795" fmla="*/ 4167212 h 4293838"/>
              <a:gd name="connsiteX796" fmla="*/ 4123375 w 5640279"/>
              <a:gd name="connsiteY796" fmla="*/ 4168070 h 4293838"/>
              <a:gd name="connsiteX797" fmla="*/ 4126345 w 5640279"/>
              <a:gd name="connsiteY797" fmla="*/ 4168985 h 4293838"/>
              <a:gd name="connsiteX798" fmla="*/ 4129366 w 5640279"/>
              <a:gd name="connsiteY798" fmla="*/ 4169891 h 4293838"/>
              <a:gd name="connsiteX799" fmla="*/ 4135421 w 5640279"/>
              <a:gd name="connsiteY799" fmla="*/ 4171608 h 4293838"/>
              <a:gd name="connsiteX800" fmla="*/ 4138393 w 5640279"/>
              <a:gd name="connsiteY800" fmla="*/ 4172467 h 4293838"/>
              <a:gd name="connsiteX801" fmla="*/ 4144449 w 5640279"/>
              <a:gd name="connsiteY801" fmla="*/ 4174195 h 4293838"/>
              <a:gd name="connsiteX802" fmla="*/ 4147403 w 5640279"/>
              <a:gd name="connsiteY802" fmla="*/ 4175054 h 4293838"/>
              <a:gd name="connsiteX803" fmla="*/ 4150439 w 5640279"/>
              <a:gd name="connsiteY803" fmla="*/ 4175912 h 4293838"/>
              <a:gd name="connsiteX804" fmla="*/ 4153460 w 5640279"/>
              <a:gd name="connsiteY804" fmla="*/ 4176736 h 4293838"/>
              <a:gd name="connsiteX805" fmla="*/ 4156497 w 5640279"/>
              <a:gd name="connsiteY805" fmla="*/ 4177595 h 4293838"/>
              <a:gd name="connsiteX806" fmla="*/ 4159467 w 5640279"/>
              <a:gd name="connsiteY806" fmla="*/ 4178407 h 4293838"/>
              <a:gd name="connsiteX807" fmla="*/ 4165522 w 5640279"/>
              <a:gd name="connsiteY807" fmla="*/ 4180042 h 4293838"/>
              <a:gd name="connsiteX808" fmla="*/ 4168479 w 5640279"/>
              <a:gd name="connsiteY808" fmla="*/ 4180856 h 4293838"/>
              <a:gd name="connsiteX809" fmla="*/ 4177570 w 5640279"/>
              <a:gd name="connsiteY809" fmla="*/ 4183303 h 4293838"/>
              <a:gd name="connsiteX810" fmla="*/ 4180527 w 5640279"/>
              <a:gd name="connsiteY810" fmla="*/ 4184069 h 4293838"/>
              <a:gd name="connsiteX811" fmla="*/ 4183561 w 5640279"/>
              <a:gd name="connsiteY811" fmla="*/ 4184893 h 4293838"/>
              <a:gd name="connsiteX812" fmla="*/ 4186582 w 5640279"/>
              <a:gd name="connsiteY812" fmla="*/ 4185659 h 4293838"/>
              <a:gd name="connsiteX813" fmla="*/ 4189554 w 5640279"/>
              <a:gd name="connsiteY813" fmla="*/ 4186425 h 4293838"/>
              <a:gd name="connsiteX814" fmla="*/ 4195609 w 5640279"/>
              <a:gd name="connsiteY814" fmla="*/ 4187968 h 4293838"/>
              <a:gd name="connsiteX815" fmla="*/ 4198566 w 5640279"/>
              <a:gd name="connsiteY815" fmla="*/ 4188744 h 4293838"/>
              <a:gd name="connsiteX816" fmla="*/ 4204621 w 5640279"/>
              <a:gd name="connsiteY816" fmla="*/ 4190288 h 4293838"/>
              <a:gd name="connsiteX817" fmla="*/ 4207657 w 5640279"/>
              <a:gd name="connsiteY817" fmla="*/ 4191008 h 4293838"/>
              <a:gd name="connsiteX818" fmla="*/ 4210628 w 5640279"/>
              <a:gd name="connsiteY818" fmla="*/ 4191774 h 4293838"/>
              <a:gd name="connsiteX819" fmla="*/ 4213648 w 5640279"/>
              <a:gd name="connsiteY819" fmla="*/ 4192504 h 4293838"/>
              <a:gd name="connsiteX820" fmla="*/ 4216685 w 5640279"/>
              <a:gd name="connsiteY820" fmla="*/ 4193270 h 4293838"/>
              <a:gd name="connsiteX821" fmla="*/ 4219639 w 5640279"/>
              <a:gd name="connsiteY821" fmla="*/ 4194001 h 4293838"/>
              <a:gd name="connsiteX822" fmla="*/ 4228731 w 5640279"/>
              <a:gd name="connsiteY822" fmla="*/ 4196170 h 4293838"/>
              <a:gd name="connsiteX823" fmla="*/ 4231687 w 5640279"/>
              <a:gd name="connsiteY823" fmla="*/ 4196855 h 4293838"/>
              <a:gd name="connsiteX824" fmla="*/ 4237742 w 5640279"/>
              <a:gd name="connsiteY824" fmla="*/ 4198305 h 4293838"/>
              <a:gd name="connsiteX825" fmla="*/ 4240715 w 5640279"/>
              <a:gd name="connsiteY825" fmla="*/ 4198990 h 4293838"/>
              <a:gd name="connsiteX826" fmla="*/ 4243735 w 5640279"/>
              <a:gd name="connsiteY826" fmla="*/ 4199709 h 4293838"/>
              <a:gd name="connsiteX827" fmla="*/ 4249791 w 5640279"/>
              <a:gd name="connsiteY827" fmla="*/ 4201066 h 4293838"/>
              <a:gd name="connsiteX828" fmla="*/ 4252763 w 5640279"/>
              <a:gd name="connsiteY828" fmla="*/ 4201750 h 4293838"/>
              <a:gd name="connsiteX829" fmla="*/ 4258818 w 5640279"/>
              <a:gd name="connsiteY829" fmla="*/ 4203108 h 4293838"/>
              <a:gd name="connsiteX830" fmla="*/ 4261789 w 5640279"/>
              <a:gd name="connsiteY830" fmla="*/ 4203792 h 4293838"/>
              <a:gd name="connsiteX831" fmla="*/ 4264809 w 5640279"/>
              <a:gd name="connsiteY831" fmla="*/ 4204466 h 4293838"/>
              <a:gd name="connsiteX832" fmla="*/ 4267829 w 5640279"/>
              <a:gd name="connsiteY832" fmla="*/ 4205104 h 4293838"/>
              <a:gd name="connsiteX833" fmla="*/ 4270866 w 5640279"/>
              <a:gd name="connsiteY833" fmla="*/ 4205777 h 4293838"/>
              <a:gd name="connsiteX834" fmla="*/ 4273837 w 5640279"/>
              <a:gd name="connsiteY834" fmla="*/ 4206415 h 4293838"/>
              <a:gd name="connsiteX835" fmla="*/ 4276857 w 5640279"/>
              <a:gd name="connsiteY835" fmla="*/ 4207053 h 4293838"/>
              <a:gd name="connsiteX836" fmla="*/ 4279894 w 5640279"/>
              <a:gd name="connsiteY836" fmla="*/ 4207726 h 4293838"/>
              <a:gd name="connsiteX837" fmla="*/ 4282848 w 5640279"/>
              <a:gd name="connsiteY837" fmla="*/ 4208364 h 4293838"/>
              <a:gd name="connsiteX838" fmla="*/ 4291940 w 5640279"/>
              <a:gd name="connsiteY838" fmla="*/ 4210266 h 4293838"/>
              <a:gd name="connsiteX839" fmla="*/ 4294894 w 5640279"/>
              <a:gd name="connsiteY839" fmla="*/ 4210859 h 4293838"/>
              <a:gd name="connsiteX840" fmla="*/ 4300951 w 5640279"/>
              <a:gd name="connsiteY840" fmla="*/ 4212123 h 4293838"/>
              <a:gd name="connsiteX841" fmla="*/ 4303922 w 5640279"/>
              <a:gd name="connsiteY841" fmla="*/ 4212715 h 4293838"/>
              <a:gd name="connsiteX842" fmla="*/ 4306942 w 5640279"/>
              <a:gd name="connsiteY842" fmla="*/ 4213354 h 4293838"/>
              <a:gd name="connsiteX843" fmla="*/ 4312999 w 5640279"/>
              <a:gd name="connsiteY843" fmla="*/ 4214525 h 4293838"/>
              <a:gd name="connsiteX844" fmla="*/ 4315970 w 5640279"/>
              <a:gd name="connsiteY844" fmla="*/ 4215117 h 4293838"/>
              <a:gd name="connsiteX845" fmla="*/ 4322027 w 5640279"/>
              <a:gd name="connsiteY845" fmla="*/ 4216300 h 4293838"/>
              <a:gd name="connsiteX846" fmla="*/ 4324998 w 5640279"/>
              <a:gd name="connsiteY846" fmla="*/ 4216892 h 4293838"/>
              <a:gd name="connsiteX847" fmla="*/ 4331053 w 5640279"/>
              <a:gd name="connsiteY847" fmla="*/ 4218064 h 4293838"/>
              <a:gd name="connsiteX848" fmla="*/ 4334009 w 5640279"/>
              <a:gd name="connsiteY848" fmla="*/ 4218609 h 4293838"/>
              <a:gd name="connsiteX849" fmla="*/ 4337046 w 5640279"/>
              <a:gd name="connsiteY849" fmla="*/ 4219201 h 4293838"/>
              <a:gd name="connsiteX850" fmla="*/ 4340064 w 5640279"/>
              <a:gd name="connsiteY850" fmla="*/ 4219746 h 4293838"/>
              <a:gd name="connsiteX851" fmla="*/ 4343101 w 5640279"/>
              <a:gd name="connsiteY851" fmla="*/ 4220326 h 4293838"/>
              <a:gd name="connsiteX852" fmla="*/ 4346057 w 5640279"/>
              <a:gd name="connsiteY852" fmla="*/ 4220871 h 4293838"/>
              <a:gd name="connsiteX853" fmla="*/ 4352112 w 5640279"/>
              <a:gd name="connsiteY853" fmla="*/ 4221962 h 4293838"/>
              <a:gd name="connsiteX854" fmla="*/ 4355085 w 5640279"/>
              <a:gd name="connsiteY854" fmla="*/ 4222554 h 4293838"/>
              <a:gd name="connsiteX855" fmla="*/ 4358103 w 5640279"/>
              <a:gd name="connsiteY855" fmla="*/ 4223099 h 4293838"/>
              <a:gd name="connsiteX856" fmla="*/ 4361140 w 5640279"/>
              <a:gd name="connsiteY856" fmla="*/ 4223597 h 4293838"/>
              <a:gd name="connsiteX857" fmla="*/ 4364160 w 5640279"/>
              <a:gd name="connsiteY857" fmla="*/ 4224132 h 4293838"/>
              <a:gd name="connsiteX858" fmla="*/ 4367131 w 5640279"/>
              <a:gd name="connsiteY858" fmla="*/ 4224676 h 4293838"/>
              <a:gd name="connsiteX859" fmla="*/ 4370151 w 5640279"/>
              <a:gd name="connsiteY859" fmla="*/ 4225223 h 4293838"/>
              <a:gd name="connsiteX860" fmla="*/ 4373188 w 5640279"/>
              <a:gd name="connsiteY860" fmla="*/ 4225721 h 4293838"/>
              <a:gd name="connsiteX861" fmla="*/ 4376159 w 5640279"/>
              <a:gd name="connsiteY861" fmla="*/ 4226266 h 4293838"/>
              <a:gd name="connsiteX862" fmla="*/ 4379179 w 5640279"/>
              <a:gd name="connsiteY862" fmla="*/ 4226766 h 4293838"/>
              <a:gd name="connsiteX863" fmla="*/ 4382216 w 5640279"/>
              <a:gd name="connsiteY863" fmla="*/ 4227311 h 4293838"/>
              <a:gd name="connsiteX864" fmla="*/ 4385234 w 5640279"/>
              <a:gd name="connsiteY864" fmla="*/ 4227810 h 4293838"/>
              <a:gd name="connsiteX865" fmla="*/ 4388207 w 5640279"/>
              <a:gd name="connsiteY865" fmla="*/ 4228308 h 4293838"/>
              <a:gd name="connsiteX866" fmla="*/ 4394262 w 5640279"/>
              <a:gd name="connsiteY866" fmla="*/ 4229306 h 4293838"/>
              <a:gd name="connsiteX867" fmla="*/ 4397218 w 5640279"/>
              <a:gd name="connsiteY867" fmla="*/ 4229806 h 4293838"/>
              <a:gd name="connsiteX868" fmla="*/ 4406310 w 5640279"/>
              <a:gd name="connsiteY868" fmla="*/ 4231302 h 4293838"/>
              <a:gd name="connsiteX869" fmla="*/ 4409266 w 5640279"/>
              <a:gd name="connsiteY869" fmla="*/ 4231755 h 4293838"/>
              <a:gd name="connsiteX870" fmla="*/ 4412301 w 5640279"/>
              <a:gd name="connsiteY870" fmla="*/ 4232253 h 4293838"/>
              <a:gd name="connsiteX871" fmla="*/ 4415321 w 5640279"/>
              <a:gd name="connsiteY871" fmla="*/ 4232706 h 4293838"/>
              <a:gd name="connsiteX872" fmla="*/ 4418294 w 5640279"/>
              <a:gd name="connsiteY872" fmla="*/ 4233205 h 4293838"/>
              <a:gd name="connsiteX873" fmla="*/ 4421312 w 5640279"/>
              <a:gd name="connsiteY873" fmla="*/ 4233657 h 4293838"/>
              <a:gd name="connsiteX874" fmla="*/ 4424349 w 5640279"/>
              <a:gd name="connsiteY874" fmla="*/ 4234156 h 4293838"/>
              <a:gd name="connsiteX875" fmla="*/ 4427369 w 5640279"/>
              <a:gd name="connsiteY875" fmla="*/ 4234609 h 4293838"/>
              <a:gd name="connsiteX876" fmla="*/ 4430340 w 5640279"/>
              <a:gd name="connsiteY876" fmla="*/ 4235061 h 4293838"/>
              <a:gd name="connsiteX877" fmla="*/ 4436397 w 5640279"/>
              <a:gd name="connsiteY877" fmla="*/ 4235967 h 4293838"/>
              <a:gd name="connsiteX878" fmla="*/ 4439367 w 5640279"/>
              <a:gd name="connsiteY878" fmla="*/ 4236418 h 4293838"/>
              <a:gd name="connsiteX879" fmla="*/ 4448443 w 5640279"/>
              <a:gd name="connsiteY879" fmla="*/ 4237776 h 4293838"/>
              <a:gd name="connsiteX880" fmla="*/ 4451416 w 5640279"/>
              <a:gd name="connsiteY880" fmla="*/ 4238183 h 4293838"/>
              <a:gd name="connsiteX881" fmla="*/ 4457471 w 5640279"/>
              <a:gd name="connsiteY881" fmla="*/ 4239098 h 4293838"/>
              <a:gd name="connsiteX882" fmla="*/ 4460425 w 5640279"/>
              <a:gd name="connsiteY882" fmla="*/ 4239505 h 4293838"/>
              <a:gd name="connsiteX883" fmla="*/ 4463462 w 5640279"/>
              <a:gd name="connsiteY883" fmla="*/ 4239958 h 4293838"/>
              <a:gd name="connsiteX884" fmla="*/ 4466482 w 5640279"/>
              <a:gd name="connsiteY884" fmla="*/ 4240363 h 4293838"/>
              <a:gd name="connsiteX885" fmla="*/ 4469453 w 5640279"/>
              <a:gd name="connsiteY885" fmla="*/ 4240770 h 4293838"/>
              <a:gd name="connsiteX886" fmla="*/ 4472473 w 5640279"/>
              <a:gd name="connsiteY886" fmla="*/ 4241176 h 4293838"/>
              <a:gd name="connsiteX887" fmla="*/ 4475510 w 5640279"/>
              <a:gd name="connsiteY887" fmla="*/ 4241627 h 4293838"/>
              <a:gd name="connsiteX888" fmla="*/ 4478530 w 5640279"/>
              <a:gd name="connsiteY888" fmla="*/ 4242034 h 4293838"/>
              <a:gd name="connsiteX889" fmla="*/ 4481501 w 5640279"/>
              <a:gd name="connsiteY889" fmla="*/ 4242451 h 4293838"/>
              <a:gd name="connsiteX890" fmla="*/ 4487558 w 5640279"/>
              <a:gd name="connsiteY890" fmla="*/ 4243264 h 4293838"/>
              <a:gd name="connsiteX891" fmla="*/ 4490529 w 5640279"/>
              <a:gd name="connsiteY891" fmla="*/ 4243624 h 4293838"/>
              <a:gd name="connsiteX892" fmla="*/ 4499604 w 5640279"/>
              <a:gd name="connsiteY892" fmla="*/ 4244854 h 4293838"/>
              <a:gd name="connsiteX893" fmla="*/ 4502577 w 5640279"/>
              <a:gd name="connsiteY893" fmla="*/ 4245213 h 4293838"/>
              <a:gd name="connsiteX894" fmla="*/ 4505595 w 5640279"/>
              <a:gd name="connsiteY894" fmla="*/ 4245620 h 4293838"/>
              <a:gd name="connsiteX895" fmla="*/ 4508631 w 5640279"/>
              <a:gd name="connsiteY895" fmla="*/ 4245979 h 4293838"/>
              <a:gd name="connsiteX896" fmla="*/ 4511588 w 5640279"/>
              <a:gd name="connsiteY896" fmla="*/ 4246386 h 4293838"/>
              <a:gd name="connsiteX897" fmla="*/ 4517643 w 5640279"/>
              <a:gd name="connsiteY897" fmla="*/ 4247116 h 4293838"/>
              <a:gd name="connsiteX898" fmla="*/ 4520679 w 5640279"/>
              <a:gd name="connsiteY898" fmla="*/ 4247523 h 4293838"/>
              <a:gd name="connsiteX899" fmla="*/ 4523634 w 5640279"/>
              <a:gd name="connsiteY899" fmla="*/ 4247882 h 4293838"/>
              <a:gd name="connsiteX900" fmla="*/ 4529691 w 5640279"/>
              <a:gd name="connsiteY900" fmla="*/ 4248612 h 4293838"/>
              <a:gd name="connsiteX901" fmla="*/ 4532661 w 5640279"/>
              <a:gd name="connsiteY901" fmla="*/ 4248973 h 4293838"/>
              <a:gd name="connsiteX902" fmla="*/ 4541739 w 5640279"/>
              <a:gd name="connsiteY902" fmla="*/ 4250063 h 4293838"/>
              <a:gd name="connsiteX903" fmla="*/ 4544709 w 5640279"/>
              <a:gd name="connsiteY903" fmla="*/ 4250377 h 4293838"/>
              <a:gd name="connsiteX904" fmla="*/ 4550765 w 5640279"/>
              <a:gd name="connsiteY904" fmla="*/ 4251107 h 4293838"/>
              <a:gd name="connsiteX905" fmla="*/ 4553737 w 5640279"/>
              <a:gd name="connsiteY905" fmla="*/ 4251420 h 4293838"/>
              <a:gd name="connsiteX906" fmla="*/ 4556758 w 5640279"/>
              <a:gd name="connsiteY906" fmla="*/ 4251781 h 4293838"/>
              <a:gd name="connsiteX907" fmla="*/ 4559793 w 5640279"/>
              <a:gd name="connsiteY907" fmla="*/ 4252104 h 4293838"/>
              <a:gd name="connsiteX908" fmla="*/ 4562813 w 5640279"/>
              <a:gd name="connsiteY908" fmla="*/ 4252465 h 4293838"/>
              <a:gd name="connsiteX909" fmla="*/ 4565785 w 5640279"/>
              <a:gd name="connsiteY909" fmla="*/ 4252778 h 4293838"/>
              <a:gd name="connsiteX910" fmla="*/ 4568804 w 5640279"/>
              <a:gd name="connsiteY910" fmla="*/ 4253137 h 4293838"/>
              <a:gd name="connsiteX911" fmla="*/ 4571841 w 5640279"/>
              <a:gd name="connsiteY911" fmla="*/ 4253462 h 4293838"/>
              <a:gd name="connsiteX912" fmla="*/ 4574797 w 5640279"/>
              <a:gd name="connsiteY912" fmla="*/ 4253775 h 4293838"/>
              <a:gd name="connsiteX913" fmla="*/ 4577831 w 5640279"/>
              <a:gd name="connsiteY913" fmla="*/ 4254100 h 4293838"/>
              <a:gd name="connsiteX914" fmla="*/ 4580852 w 5640279"/>
              <a:gd name="connsiteY914" fmla="*/ 4254460 h 4293838"/>
              <a:gd name="connsiteX915" fmla="*/ 4583825 w 5640279"/>
              <a:gd name="connsiteY915" fmla="*/ 4254773 h 4293838"/>
              <a:gd name="connsiteX916" fmla="*/ 4592898 w 5640279"/>
              <a:gd name="connsiteY916" fmla="*/ 4255724 h 4293838"/>
              <a:gd name="connsiteX917" fmla="*/ 4595871 w 5640279"/>
              <a:gd name="connsiteY917" fmla="*/ 4256003 h 4293838"/>
              <a:gd name="connsiteX918" fmla="*/ 4601925 w 5640279"/>
              <a:gd name="connsiteY918" fmla="*/ 4256630 h 4293838"/>
              <a:gd name="connsiteX919" fmla="*/ 4604898 w 5640279"/>
              <a:gd name="connsiteY919" fmla="*/ 4256955 h 4293838"/>
              <a:gd name="connsiteX920" fmla="*/ 4607917 w 5640279"/>
              <a:gd name="connsiteY920" fmla="*/ 4257222 h 4293838"/>
              <a:gd name="connsiteX921" fmla="*/ 4613973 w 5640279"/>
              <a:gd name="connsiteY921" fmla="*/ 4257860 h 4293838"/>
              <a:gd name="connsiteX922" fmla="*/ 4616944 w 5640279"/>
              <a:gd name="connsiteY922" fmla="*/ 4258127 h 4293838"/>
              <a:gd name="connsiteX923" fmla="*/ 4619965 w 5640279"/>
              <a:gd name="connsiteY923" fmla="*/ 4258451 h 4293838"/>
              <a:gd name="connsiteX924" fmla="*/ 4623001 w 5640279"/>
              <a:gd name="connsiteY924" fmla="*/ 4258718 h 4293838"/>
              <a:gd name="connsiteX925" fmla="*/ 4625955 w 5640279"/>
              <a:gd name="connsiteY925" fmla="*/ 4259031 h 4293838"/>
              <a:gd name="connsiteX926" fmla="*/ 4635049 w 5640279"/>
              <a:gd name="connsiteY926" fmla="*/ 4259855 h 4293838"/>
              <a:gd name="connsiteX927" fmla="*/ 4638003 w 5640279"/>
              <a:gd name="connsiteY927" fmla="*/ 4260168 h 4293838"/>
              <a:gd name="connsiteX928" fmla="*/ 4644061 w 5640279"/>
              <a:gd name="connsiteY928" fmla="*/ 4260714 h 4293838"/>
              <a:gd name="connsiteX929" fmla="*/ 4647031 w 5640279"/>
              <a:gd name="connsiteY929" fmla="*/ 4260981 h 4293838"/>
              <a:gd name="connsiteX930" fmla="*/ 4656107 w 5640279"/>
              <a:gd name="connsiteY930" fmla="*/ 4261805 h 4293838"/>
              <a:gd name="connsiteX931" fmla="*/ 4659079 w 5640279"/>
              <a:gd name="connsiteY931" fmla="*/ 4262071 h 4293838"/>
              <a:gd name="connsiteX932" fmla="*/ 4662114 w 5640279"/>
              <a:gd name="connsiteY932" fmla="*/ 4262338 h 4293838"/>
              <a:gd name="connsiteX933" fmla="*/ 4665135 w 5640279"/>
              <a:gd name="connsiteY933" fmla="*/ 4262571 h 4293838"/>
              <a:gd name="connsiteX934" fmla="*/ 4668107 w 5640279"/>
              <a:gd name="connsiteY934" fmla="*/ 4262836 h 4293838"/>
              <a:gd name="connsiteX935" fmla="*/ 4671125 w 5640279"/>
              <a:gd name="connsiteY935" fmla="*/ 4263115 h 4293838"/>
              <a:gd name="connsiteX936" fmla="*/ 4674162 w 5640279"/>
              <a:gd name="connsiteY936" fmla="*/ 4263337 h 4293838"/>
              <a:gd name="connsiteX937" fmla="*/ 4677183 w 5640279"/>
              <a:gd name="connsiteY937" fmla="*/ 4263614 h 4293838"/>
              <a:gd name="connsiteX938" fmla="*/ 4680153 w 5640279"/>
              <a:gd name="connsiteY938" fmla="*/ 4263881 h 4293838"/>
              <a:gd name="connsiteX939" fmla="*/ 4683173 w 5640279"/>
              <a:gd name="connsiteY939" fmla="*/ 4264113 h 4293838"/>
              <a:gd name="connsiteX940" fmla="*/ 4686210 w 5640279"/>
              <a:gd name="connsiteY940" fmla="*/ 4264380 h 4293838"/>
              <a:gd name="connsiteX941" fmla="*/ 4689165 w 5640279"/>
              <a:gd name="connsiteY941" fmla="*/ 4264612 h 4293838"/>
              <a:gd name="connsiteX942" fmla="*/ 4692201 w 5640279"/>
              <a:gd name="connsiteY942" fmla="*/ 4264879 h 4293838"/>
              <a:gd name="connsiteX943" fmla="*/ 4698258 w 5640279"/>
              <a:gd name="connsiteY943" fmla="*/ 4265331 h 4293838"/>
              <a:gd name="connsiteX944" fmla="*/ 4701213 w 5640279"/>
              <a:gd name="connsiteY944" fmla="*/ 4265610 h 4293838"/>
              <a:gd name="connsiteX945" fmla="*/ 4707269 w 5640279"/>
              <a:gd name="connsiteY945" fmla="*/ 4266063 h 4293838"/>
              <a:gd name="connsiteX946" fmla="*/ 4710240 w 5640279"/>
              <a:gd name="connsiteY946" fmla="*/ 4266283 h 4293838"/>
              <a:gd name="connsiteX947" fmla="*/ 4713277 w 5640279"/>
              <a:gd name="connsiteY947" fmla="*/ 4266514 h 4293838"/>
              <a:gd name="connsiteX948" fmla="*/ 4716295 w 5640279"/>
              <a:gd name="connsiteY948" fmla="*/ 4266781 h 4293838"/>
              <a:gd name="connsiteX949" fmla="*/ 4719268 w 5640279"/>
              <a:gd name="connsiteY949" fmla="*/ 4267014 h 4293838"/>
              <a:gd name="connsiteX950" fmla="*/ 4725323 w 5640279"/>
              <a:gd name="connsiteY950" fmla="*/ 4267466 h 4293838"/>
              <a:gd name="connsiteX951" fmla="*/ 4728343 w 5640279"/>
              <a:gd name="connsiteY951" fmla="*/ 4267641 h 4293838"/>
              <a:gd name="connsiteX952" fmla="*/ 4731316 w 5640279"/>
              <a:gd name="connsiteY952" fmla="*/ 4267872 h 4293838"/>
              <a:gd name="connsiteX953" fmla="*/ 4737371 w 5640279"/>
              <a:gd name="connsiteY953" fmla="*/ 4268325 h 4293838"/>
              <a:gd name="connsiteX954" fmla="*/ 4740325 w 5640279"/>
              <a:gd name="connsiteY954" fmla="*/ 4268556 h 4293838"/>
              <a:gd name="connsiteX955" fmla="*/ 4743362 w 5640279"/>
              <a:gd name="connsiteY955" fmla="*/ 4268778 h 4293838"/>
              <a:gd name="connsiteX956" fmla="*/ 4746382 w 5640279"/>
              <a:gd name="connsiteY956" fmla="*/ 4268963 h 4293838"/>
              <a:gd name="connsiteX957" fmla="*/ 4749419 w 5640279"/>
              <a:gd name="connsiteY957" fmla="*/ 4269183 h 4293838"/>
              <a:gd name="connsiteX958" fmla="*/ 4752373 w 5640279"/>
              <a:gd name="connsiteY958" fmla="*/ 4269416 h 4293838"/>
              <a:gd name="connsiteX959" fmla="*/ 4755410 w 5640279"/>
              <a:gd name="connsiteY959" fmla="*/ 4269589 h 4293838"/>
              <a:gd name="connsiteX960" fmla="*/ 4758428 w 5640279"/>
              <a:gd name="connsiteY960" fmla="*/ 4269821 h 4293838"/>
              <a:gd name="connsiteX961" fmla="*/ 4761401 w 5640279"/>
              <a:gd name="connsiteY961" fmla="*/ 4270007 h 4293838"/>
              <a:gd name="connsiteX962" fmla="*/ 4764421 w 5640279"/>
              <a:gd name="connsiteY962" fmla="*/ 4270228 h 4293838"/>
              <a:gd name="connsiteX963" fmla="*/ 4767456 w 5640279"/>
              <a:gd name="connsiteY963" fmla="*/ 4270413 h 4293838"/>
              <a:gd name="connsiteX964" fmla="*/ 4770493 w 5640279"/>
              <a:gd name="connsiteY964" fmla="*/ 4270634 h 4293838"/>
              <a:gd name="connsiteX965" fmla="*/ 4773447 w 5640279"/>
              <a:gd name="connsiteY965" fmla="*/ 4270820 h 4293838"/>
              <a:gd name="connsiteX966" fmla="*/ 4776484 w 5640279"/>
              <a:gd name="connsiteY966" fmla="*/ 4271040 h 4293838"/>
              <a:gd name="connsiteX967" fmla="*/ 4779504 w 5640279"/>
              <a:gd name="connsiteY967" fmla="*/ 4271225 h 4293838"/>
              <a:gd name="connsiteX968" fmla="*/ 4782475 w 5640279"/>
              <a:gd name="connsiteY968" fmla="*/ 4271411 h 4293838"/>
              <a:gd name="connsiteX969" fmla="*/ 4785495 w 5640279"/>
              <a:gd name="connsiteY969" fmla="*/ 4271586 h 4293838"/>
              <a:gd name="connsiteX970" fmla="*/ 4788532 w 5640279"/>
              <a:gd name="connsiteY970" fmla="*/ 4271817 h 4293838"/>
              <a:gd name="connsiteX971" fmla="*/ 4791552 w 5640279"/>
              <a:gd name="connsiteY971" fmla="*/ 4272003 h 4293838"/>
              <a:gd name="connsiteX972" fmla="*/ 4794523 w 5640279"/>
              <a:gd name="connsiteY972" fmla="*/ 4272176 h 4293838"/>
              <a:gd name="connsiteX973" fmla="*/ 4800580 w 5640279"/>
              <a:gd name="connsiteY973" fmla="*/ 4272537 h 4293838"/>
              <a:gd name="connsiteX974" fmla="*/ 4803534 w 5640279"/>
              <a:gd name="connsiteY974" fmla="*/ 4272723 h 4293838"/>
              <a:gd name="connsiteX975" fmla="*/ 4812626 w 5640279"/>
              <a:gd name="connsiteY975" fmla="*/ 4273267 h 4293838"/>
              <a:gd name="connsiteX976" fmla="*/ 4815582 w 5640279"/>
              <a:gd name="connsiteY976" fmla="*/ 4273441 h 4293838"/>
              <a:gd name="connsiteX977" fmla="*/ 4821637 w 5640279"/>
              <a:gd name="connsiteY977" fmla="*/ 4273812 h 4293838"/>
              <a:gd name="connsiteX978" fmla="*/ 4824610 w 5640279"/>
              <a:gd name="connsiteY978" fmla="*/ 4273987 h 4293838"/>
              <a:gd name="connsiteX979" fmla="*/ 4830665 w 5640279"/>
              <a:gd name="connsiteY979" fmla="*/ 4274358 h 4293838"/>
              <a:gd name="connsiteX980" fmla="*/ 4833702 w 5640279"/>
              <a:gd name="connsiteY980" fmla="*/ 4274486 h 4293838"/>
              <a:gd name="connsiteX981" fmla="*/ 4836656 w 5640279"/>
              <a:gd name="connsiteY981" fmla="*/ 4274671 h 4293838"/>
              <a:gd name="connsiteX982" fmla="*/ 4839693 w 5640279"/>
              <a:gd name="connsiteY982" fmla="*/ 4274857 h 4293838"/>
              <a:gd name="connsiteX983" fmla="*/ 4842713 w 5640279"/>
              <a:gd name="connsiteY983" fmla="*/ 4274984 h 4293838"/>
              <a:gd name="connsiteX984" fmla="*/ 4845684 w 5640279"/>
              <a:gd name="connsiteY984" fmla="*/ 4275170 h 4293838"/>
              <a:gd name="connsiteX985" fmla="*/ 4848704 w 5640279"/>
              <a:gd name="connsiteY985" fmla="*/ 4275356 h 4293838"/>
              <a:gd name="connsiteX986" fmla="*/ 4851741 w 5640279"/>
              <a:gd name="connsiteY986" fmla="*/ 4275483 h 4293838"/>
              <a:gd name="connsiteX987" fmla="*/ 4854695 w 5640279"/>
              <a:gd name="connsiteY987" fmla="*/ 4275669 h 4293838"/>
              <a:gd name="connsiteX988" fmla="*/ 4857732 w 5640279"/>
              <a:gd name="connsiteY988" fmla="*/ 4275808 h 4293838"/>
              <a:gd name="connsiteX989" fmla="*/ 4860752 w 5640279"/>
              <a:gd name="connsiteY989" fmla="*/ 4275982 h 4293838"/>
              <a:gd name="connsiteX990" fmla="*/ 4863789 w 5640279"/>
              <a:gd name="connsiteY990" fmla="*/ 4276121 h 4293838"/>
              <a:gd name="connsiteX991" fmla="*/ 4866743 w 5640279"/>
              <a:gd name="connsiteY991" fmla="*/ 4276307 h 4293838"/>
              <a:gd name="connsiteX992" fmla="*/ 4869780 w 5640279"/>
              <a:gd name="connsiteY992" fmla="*/ 4276435 h 4293838"/>
              <a:gd name="connsiteX993" fmla="*/ 4872800 w 5640279"/>
              <a:gd name="connsiteY993" fmla="*/ 4276620 h 4293838"/>
              <a:gd name="connsiteX994" fmla="*/ 4875771 w 5640279"/>
              <a:gd name="connsiteY994" fmla="*/ 4276760 h 4293838"/>
              <a:gd name="connsiteX995" fmla="*/ 4878808 w 5640279"/>
              <a:gd name="connsiteY995" fmla="*/ 4276887 h 4293838"/>
              <a:gd name="connsiteX996" fmla="*/ 4881826 w 5640279"/>
              <a:gd name="connsiteY996" fmla="*/ 4277073 h 4293838"/>
              <a:gd name="connsiteX997" fmla="*/ 4884863 w 5640279"/>
              <a:gd name="connsiteY997" fmla="*/ 4277212 h 4293838"/>
              <a:gd name="connsiteX998" fmla="*/ 4887819 w 5640279"/>
              <a:gd name="connsiteY998" fmla="*/ 4277340 h 4293838"/>
              <a:gd name="connsiteX999" fmla="*/ 4893874 w 5640279"/>
              <a:gd name="connsiteY999" fmla="*/ 4277619 h 4293838"/>
              <a:gd name="connsiteX1000" fmla="*/ 4896847 w 5640279"/>
              <a:gd name="connsiteY1000" fmla="*/ 4277804 h 4293838"/>
              <a:gd name="connsiteX1001" fmla="*/ 4905920 w 5640279"/>
              <a:gd name="connsiteY1001" fmla="*/ 4278210 h 4293838"/>
              <a:gd name="connsiteX1002" fmla="*/ 4908893 w 5640279"/>
              <a:gd name="connsiteY1002" fmla="*/ 4278337 h 4293838"/>
              <a:gd name="connsiteX1003" fmla="*/ 4914948 w 5640279"/>
              <a:gd name="connsiteY1003" fmla="*/ 4278616 h 4293838"/>
              <a:gd name="connsiteX1004" fmla="*/ 4917904 w 5640279"/>
              <a:gd name="connsiteY1004" fmla="*/ 4278756 h 4293838"/>
              <a:gd name="connsiteX1005" fmla="*/ 4926996 w 5640279"/>
              <a:gd name="connsiteY1005" fmla="*/ 4279161 h 4293838"/>
              <a:gd name="connsiteX1006" fmla="*/ 4929952 w 5640279"/>
              <a:gd name="connsiteY1006" fmla="*/ 4279289 h 4293838"/>
              <a:gd name="connsiteX1007" fmla="*/ 4936023 w 5640279"/>
              <a:gd name="connsiteY1007" fmla="*/ 4279568 h 4293838"/>
              <a:gd name="connsiteX1008" fmla="*/ 4938978 w 5640279"/>
              <a:gd name="connsiteY1008" fmla="*/ 4279660 h 4293838"/>
              <a:gd name="connsiteX1009" fmla="*/ 4948071 w 5640279"/>
              <a:gd name="connsiteY1009" fmla="*/ 4280066 h 4293838"/>
              <a:gd name="connsiteX1010" fmla="*/ 4951026 w 5640279"/>
              <a:gd name="connsiteY1010" fmla="*/ 4280206 h 4293838"/>
              <a:gd name="connsiteX1011" fmla="*/ 4954063 w 5640279"/>
              <a:gd name="connsiteY1011" fmla="*/ 4280287 h 4293838"/>
              <a:gd name="connsiteX1012" fmla="*/ 4957083 w 5640279"/>
              <a:gd name="connsiteY1012" fmla="*/ 4280426 h 4293838"/>
              <a:gd name="connsiteX1013" fmla="*/ 4960053 w 5640279"/>
              <a:gd name="connsiteY1013" fmla="*/ 4280565 h 4293838"/>
              <a:gd name="connsiteX1014" fmla="*/ 4963074 w 5640279"/>
              <a:gd name="connsiteY1014" fmla="*/ 4280659 h 4293838"/>
              <a:gd name="connsiteX1015" fmla="*/ 4966111 w 5640279"/>
              <a:gd name="connsiteY1015" fmla="*/ 4280786 h 4293838"/>
              <a:gd name="connsiteX1016" fmla="*/ 4969065 w 5640279"/>
              <a:gd name="connsiteY1016" fmla="*/ 4280924 h 4293838"/>
              <a:gd name="connsiteX1017" fmla="*/ 4972101 w 5640279"/>
              <a:gd name="connsiteY1017" fmla="*/ 4281018 h 4293838"/>
              <a:gd name="connsiteX1018" fmla="*/ 4975122 w 5640279"/>
              <a:gd name="connsiteY1018" fmla="*/ 4281157 h 4293838"/>
              <a:gd name="connsiteX1019" fmla="*/ 4978157 w 5640279"/>
              <a:gd name="connsiteY1019" fmla="*/ 4281239 h 4293838"/>
              <a:gd name="connsiteX1020" fmla="*/ 4981113 w 5640279"/>
              <a:gd name="connsiteY1020" fmla="*/ 4281377 h 4293838"/>
              <a:gd name="connsiteX1021" fmla="*/ 4984150 w 5640279"/>
              <a:gd name="connsiteY1021" fmla="*/ 4281470 h 4293838"/>
              <a:gd name="connsiteX1022" fmla="*/ 4987168 w 5640279"/>
              <a:gd name="connsiteY1022" fmla="*/ 4281610 h 4293838"/>
              <a:gd name="connsiteX1023" fmla="*/ 4990141 w 5640279"/>
              <a:gd name="connsiteY1023" fmla="*/ 4281692 h 4293838"/>
              <a:gd name="connsiteX1024" fmla="*/ 4993175 w 5640279"/>
              <a:gd name="connsiteY1024" fmla="*/ 4281830 h 4293838"/>
              <a:gd name="connsiteX1025" fmla="*/ 4999233 w 5640279"/>
              <a:gd name="connsiteY1025" fmla="*/ 4282015 h 4293838"/>
              <a:gd name="connsiteX1026" fmla="*/ 5002187 w 5640279"/>
              <a:gd name="connsiteY1026" fmla="*/ 4282143 h 4293838"/>
              <a:gd name="connsiteX1027" fmla="*/ 5005223 w 5640279"/>
              <a:gd name="connsiteY1027" fmla="*/ 4282236 h 4293838"/>
              <a:gd name="connsiteX1028" fmla="*/ 5008244 w 5640279"/>
              <a:gd name="connsiteY1028" fmla="*/ 4282376 h 4293838"/>
              <a:gd name="connsiteX1029" fmla="*/ 5011215 w 5640279"/>
              <a:gd name="connsiteY1029" fmla="*/ 4282468 h 4293838"/>
              <a:gd name="connsiteX1030" fmla="*/ 5017271 w 5640279"/>
              <a:gd name="connsiteY1030" fmla="*/ 4282643 h 4293838"/>
              <a:gd name="connsiteX1031" fmla="*/ 5020292 w 5640279"/>
              <a:gd name="connsiteY1031" fmla="*/ 4282781 h 4293838"/>
              <a:gd name="connsiteX1032" fmla="*/ 5023263 w 5640279"/>
              <a:gd name="connsiteY1032" fmla="*/ 4282874 h 4293838"/>
              <a:gd name="connsiteX1033" fmla="*/ 5029319 w 5640279"/>
              <a:gd name="connsiteY1033" fmla="*/ 4283060 h 4293838"/>
              <a:gd name="connsiteX1034" fmla="*/ 5032274 w 5640279"/>
              <a:gd name="connsiteY1034" fmla="*/ 4283188 h 4293838"/>
              <a:gd name="connsiteX1035" fmla="*/ 5041365 w 5640279"/>
              <a:gd name="connsiteY1035" fmla="*/ 4283465 h 4293838"/>
              <a:gd name="connsiteX1036" fmla="*/ 5044338 w 5640279"/>
              <a:gd name="connsiteY1036" fmla="*/ 4283559 h 4293838"/>
              <a:gd name="connsiteX1037" fmla="*/ 5050393 w 5640279"/>
              <a:gd name="connsiteY1037" fmla="*/ 4283732 h 4293838"/>
              <a:gd name="connsiteX1038" fmla="*/ 5053347 w 5640279"/>
              <a:gd name="connsiteY1038" fmla="*/ 4283826 h 4293838"/>
              <a:gd name="connsiteX1039" fmla="*/ 5062439 w 5640279"/>
              <a:gd name="connsiteY1039" fmla="*/ 4284093 h 4293838"/>
              <a:gd name="connsiteX1040" fmla="*/ 5065395 w 5640279"/>
              <a:gd name="connsiteY1040" fmla="*/ 4284185 h 4293838"/>
              <a:gd name="connsiteX1041" fmla="*/ 5071451 w 5640279"/>
              <a:gd name="connsiteY1041" fmla="*/ 4284370 h 4293838"/>
              <a:gd name="connsiteX1042" fmla="*/ 5074423 w 5640279"/>
              <a:gd name="connsiteY1042" fmla="*/ 4284464 h 4293838"/>
              <a:gd name="connsiteX1043" fmla="*/ 5083499 w 5640279"/>
              <a:gd name="connsiteY1043" fmla="*/ 4284731 h 4293838"/>
              <a:gd name="connsiteX1044" fmla="*/ 5086471 w 5640279"/>
              <a:gd name="connsiteY1044" fmla="*/ 4284823 h 4293838"/>
              <a:gd name="connsiteX1045" fmla="*/ 5092526 w 5640279"/>
              <a:gd name="connsiteY1045" fmla="*/ 4285009 h 4293838"/>
              <a:gd name="connsiteX1046" fmla="*/ 5095483 w 5640279"/>
              <a:gd name="connsiteY1046" fmla="*/ 4285044 h 4293838"/>
              <a:gd name="connsiteX1047" fmla="*/ 5101554 w 5640279"/>
              <a:gd name="connsiteY1047" fmla="*/ 4285230 h 4293838"/>
              <a:gd name="connsiteX1048" fmla="*/ 5104508 w 5640279"/>
              <a:gd name="connsiteY1048" fmla="*/ 4285322 h 4293838"/>
              <a:gd name="connsiteX1049" fmla="*/ 5107545 w 5640279"/>
              <a:gd name="connsiteY1049" fmla="*/ 4285415 h 4293838"/>
              <a:gd name="connsiteX1050" fmla="*/ 5110565 w 5640279"/>
              <a:gd name="connsiteY1050" fmla="*/ 4285461 h 4293838"/>
              <a:gd name="connsiteX1051" fmla="*/ 5113602 w 5640279"/>
              <a:gd name="connsiteY1051" fmla="*/ 4285543 h 4293838"/>
              <a:gd name="connsiteX1052" fmla="*/ 5116556 w 5640279"/>
              <a:gd name="connsiteY1052" fmla="*/ 4285635 h 4293838"/>
              <a:gd name="connsiteX1053" fmla="*/ 5119593 w 5640279"/>
              <a:gd name="connsiteY1053" fmla="*/ 4285683 h 4293838"/>
              <a:gd name="connsiteX1054" fmla="*/ 5122613 w 5640279"/>
              <a:gd name="connsiteY1054" fmla="*/ 4285775 h 4293838"/>
              <a:gd name="connsiteX1055" fmla="*/ 5125584 w 5640279"/>
              <a:gd name="connsiteY1055" fmla="*/ 4285868 h 4293838"/>
              <a:gd name="connsiteX1056" fmla="*/ 5128605 w 5640279"/>
              <a:gd name="connsiteY1056" fmla="*/ 4285914 h 4293838"/>
              <a:gd name="connsiteX1057" fmla="*/ 5134659 w 5640279"/>
              <a:gd name="connsiteY1057" fmla="*/ 4286088 h 4293838"/>
              <a:gd name="connsiteX1058" fmla="*/ 5137632 w 5640279"/>
              <a:gd name="connsiteY1058" fmla="*/ 4286134 h 4293838"/>
              <a:gd name="connsiteX1059" fmla="*/ 5143687 w 5640279"/>
              <a:gd name="connsiteY1059" fmla="*/ 4286319 h 4293838"/>
              <a:gd name="connsiteX1060" fmla="*/ 5146643 w 5640279"/>
              <a:gd name="connsiteY1060" fmla="*/ 4286367 h 4293838"/>
              <a:gd name="connsiteX1061" fmla="*/ 5149680 w 5640279"/>
              <a:gd name="connsiteY1061" fmla="*/ 4286459 h 4293838"/>
              <a:gd name="connsiteX1062" fmla="*/ 5152699 w 5640279"/>
              <a:gd name="connsiteY1062" fmla="*/ 4286505 h 4293838"/>
              <a:gd name="connsiteX1063" fmla="*/ 5155735 w 5640279"/>
              <a:gd name="connsiteY1063" fmla="*/ 4286586 h 4293838"/>
              <a:gd name="connsiteX1064" fmla="*/ 5158706 w 5640279"/>
              <a:gd name="connsiteY1064" fmla="*/ 4286634 h 4293838"/>
              <a:gd name="connsiteX1065" fmla="*/ 5161726 w 5640279"/>
              <a:gd name="connsiteY1065" fmla="*/ 4286726 h 4293838"/>
              <a:gd name="connsiteX1066" fmla="*/ 5164763 w 5640279"/>
              <a:gd name="connsiteY1066" fmla="*/ 4286772 h 4293838"/>
              <a:gd name="connsiteX1067" fmla="*/ 5167717 w 5640279"/>
              <a:gd name="connsiteY1067" fmla="*/ 4286865 h 4293838"/>
              <a:gd name="connsiteX1068" fmla="*/ 5170754 w 5640279"/>
              <a:gd name="connsiteY1068" fmla="*/ 4286911 h 4293838"/>
              <a:gd name="connsiteX1069" fmla="*/ 5173774 w 5640279"/>
              <a:gd name="connsiteY1069" fmla="*/ 4286993 h 4293838"/>
              <a:gd name="connsiteX1070" fmla="*/ 5176811 w 5640279"/>
              <a:gd name="connsiteY1070" fmla="*/ 4287039 h 4293838"/>
              <a:gd name="connsiteX1071" fmla="*/ 5179765 w 5640279"/>
              <a:gd name="connsiteY1071" fmla="*/ 4287133 h 4293838"/>
              <a:gd name="connsiteX1072" fmla="*/ 5185820 w 5640279"/>
              <a:gd name="connsiteY1072" fmla="*/ 4287225 h 4293838"/>
              <a:gd name="connsiteX1073" fmla="*/ 5188793 w 5640279"/>
              <a:gd name="connsiteY1073" fmla="*/ 4287318 h 4293838"/>
              <a:gd name="connsiteX1074" fmla="*/ 5191811 w 5640279"/>
              <a:gd name="connsiteY1074" fmla="*/ 4287364 h 4293838"/>
              <a:gd name="connsiteX1075" fmla="*/ 5194848 w 5640279"/>
              <a:gd name="connsiteY1075" fmla="*/ 4287458 h 4293838"/>
              <a:gd name="connsiteX1076" fmla="*/ 5197868 w 5640279"/>
              <a:gd name="connsiteY1076" fmla="*/ 4287492 h 4293838"/>
              <a:gd name="connsiteX1077" fmla="*/ 5200839 w 5640279"/>
              <a:gd name="connsiteY1077" fmla="*/ 4287538 h 4293838"/>
              <a:gd name="connsiteX1078" fmla="*/ 5203859 w 5640279"/>
              <a:gd name="connsiteY1078" fmla="*/ 4287631 h 4293838"/>
              <a:gd name="connsiteX1079" fmla="*/ 5206896 w 5640279"/>
              <a:gd name="connsiteY1079" fmla="*/ 4287677 h 4293838"/>
              <a:gd name="connsiteX1080" fmla="*/ 5209867 w 5640279"/>
              <a:gd name="connsiteY1080" fmla="*/ 4287723 h 4293838"/>
              <a:gd name="connsiteX1081" fmla="*/ 5212887 w 5640279"/>
              <a:gd name="connsiteY1081" fmla="*/ 4287771 h 4293838"/>
              <a:gd name="connsiteX1082" fmla="*/ 5215924 w 5640279"/>
              <a:gd name="connsiteY1082" fmla="*/ 4287863 h 4293838"/>
              <a:gd name="connsiteX1083" fmla="*/ 5218942 w 5640279"/>
              <a:gd name="connsiteY1083" fmla="*/ 4287909 h 4293838"/>
              <a:gd name="connsiteX1084" fmla="*/ 5221915 w 5640279"/>
              <a:gd name="connsiteY1084" fmla="*/ 4287944 h 4293838"/>
              <a:gd name="connsiteX1085" fmla="*/ 5224935 w 5640279"/>
              <a:gd name="connsiteY1085" fmla="*/ 4288038 h 4293838"/>
              <a:gd name="connsiteX1086" fmla="*/ 5227970 w 5640279"/>
              <a:gd name="connsiteY1086" fmla="*/ 4288084 h 4293838"/>
              <a:gd name="connsiteX1087" fmla="*/ 5230926 w 5640279"/>
              <a:gd name="connsiteY1087" fmla="*/ 4288130 h 4293838"/>
              <a:gd name="connsiteX1088" fmla="*/ 5236981 w 5640279"/>
              <a:gd name="connsiteY1088" fmla="*/ 4288223 h 4293838"/>
              <a:gd name="connsiteX1089" fmla="*/ 5239954 w 5640279"/>
              <a:gd name="connsiteY1089" fmla="*/ 4288315 h 4293838"/>
              <a:gd name="connsiteX1090" fmla="*/ 5249029 w 5640279"/>
              <a:gd name="connsiteY1090" fmla="*/ 4288443 h 4293838"/>
              <a:gd name="connsiteX1091" fmla="*/ 5252002 w 5640279"/>
              <a:gd name="connsiteY1091" fmla="*/ 4288489 h 4293838"/>
              <a:gd name="connsiteX1092" fmla="*/ 5255020 w 5640279"/>
              <a:gd name="connsiteY1092" fmla="*/ 4288537 h 4293838"/>
              <a:gd name="connsiteX1093" fmla="*/ 5258057 w 5640279"/>
              <a:gd name="connsiteY1093" fmla="*/ 4288629 h 4293838"/>
              <a:gd name="connsiteX1094" fmla="*/ 5261013 w 5640279"/>
              <a:gd name="connsiteY1094" fmla="*/ 4288675 h 4293838"/>
              <a:gd name="connsiteX1095" fmla="*/ 5270105 w 5640279"/>
              <a:gd name="connsiteY1095" fmla="*/ 4288814 h 4293838"/>
              <a:gd name="connsiteX1096" fmla="*/ 5273076 w 5640279"/>
              <a:gd name="connsiteY1096" fmla="*/ 4288860 h 4293838"/>
              <a:gd name="connsiteX1097" fmla="*/ 5279133 w 5640279"/>
              <a:gd name="connsiteY1097" fmla="*/ 4288942 h 4293838"/>
              <a:gd name="connsiteX1098" fmla="*/ 5282087 w 5640279"/>
              <a:gd name="connsiteY1098" fmla="*/ 4288989 h 4293838"/>
              <a:gd name="connsiteX1099" fmla="*/ 5291179 w 5640279"/>
              <a:gd name="connsiteY1099" fmla="*/ 4289127 h 4293838"/>
              <a:gd name="connsiteX1100" fmla="*/ 5294135 w 5640279"/>
              <a:gd name="connsiteY1100" fmla="*/ 4289175 h 4293838"/>
              <a:gd name="connsiteX1101" fmla="*/ 5300190 w 5640279"/>
              <a:gd name="connsiteY1101" fmla="*/ 4289267 h 4293838"/>
              <a:gd name="connsiteX1102" fmla="*/ 5303163 w 5640279"/>
              <a:gd name="connsiteY1102" fmla="*/ 4289313 h 4293838"/>
              <a:gd name="connsiteX1103" fmla="*/ 5312238 w 5640279"/>
              <a:gd name="connsiteY1103" fmla="*/ 4289440 h 4293838"/>
              <a:gd name="connsiteX1104" fmla="*/ 5315211 w 5640279"/>
              <a:gd name="connsiteY1104" fmla="*/ 4289488 h 4293838"/>
              <a:gd name="connsiteX1105" fmla="*/ 5321266 w 5640279"/>
              <a:gd name="connsiteY1105" fmla="*/ 4289580 h 4293838"/>
              <a:gd name="connsiteX1106" fmla="*/ 5324237 w 5640279"/>
              <a:gd name="connsiteY1106" fmla="*/ 4289626 h 4293838"/>
              <a:gd name="connsiteX1107" fmla="*/ 5333314 w 5640279"/>
              <a:gd name="connsiteY1107" fmla="*/ 4289766 h 4293838"/>
              <a:gd name="connsiteX1108" fmla="*/ 5336285 w 5640279"/>
              <a:gd name="connsiteY1108" fmla="*/ 4289812 h 4293838"/>
              <a:gd name="connsiteX1109" fmla="*/ 5339303 w 5640279"/>
              <a:gd name="connsiteY1109" fmla="*/ 4289859 h 4293838"/>
              <a:gd name="connsiteX1110" fmla="*/ 5342342 w 5640279"/>
              <a:gd name="connsiteY1110" fmla="*/ 4289859 h 4293838"/>
              <a:gd name="connsiteX1111" fmla="*/ 5345296 w 5640279"/>
              <a:gd name="connsiteY1111" fmla="*/ 4289893 h 4293838"/>
              <a:gd name="connsiteX1112" fmla="*/ 5351351 w 5640279"/>
              <a:gd name="connsiteY1112" fmla="*/ 4289987 h 4293838"/>
              <a:gd name="connsiteX1113" fmla="*/ 5354324 w 5640279"/>
              <a:gd name="connsiteY1113" fmla="*/ 4290033 h 4293838"/>
              <a:gd name="connsiteX1114" fmla="*/ 5360379 w 5640279"/>
              <a:gd name="connsiteY1114" fmla="*/ 4290126 h 4293838"/>
              <a:gd name="connsiteX1115" fmla="*/ 5363399 w 5640279"/>
              <a:gd name="connsiteY1115" fmla="*/ 4290126 h 4293838"/>
              <a:gd name="connsiteX1116" fmla="*/ 5366370 w 5640279"/>
              <a:gd name="connsiteY1116" fmla="*/ 4290172 h 4293838"/>
              <a:gd name="connsiteX1117" fmla="*/ 5372427 w 5640279"/>
              <a:gd name="connsiteY1117" fmla="*/ 4290264 h 4293838"/>
              <a:gd name="connsiteX1118" fmla="*/ 5375397 w 5640279"/>
              <a:gd name="connsiteY1118" fmla="*/ 4290312 h 4293838"/>
              <a:gd name="connsiteX1119" fmla="*/ 5378418 w 5640279"/>
              <a:gd name="connsiteY1119" fmla="*/ 4290312 h 4293838"/>
              <a:gd name="connsiteX1120" fmla="*/ 5384473 w 5640279"/>
              <a:gd name="connsiteY1120" fmla="*/ 4290392 h 4293838"/>
              <a:gd name="connsiteX1121" fmla="*/ 5387445 w 5640279"/>
              <a:gd name="connsiteY1121" fmla="*/ 4290439 h 4293838"/>
              <a:gd name="connsiteX1122" fmla="*/ 5390466 w 5640279"/>
              <a:gd name="connsiteY1122" fmla="*/ 4290439 h 4293838"/>
              <a:gd name="connsiteX1123" fmla="*/ 5393501 w 5640279"/>
              <a:gd name="connsiteY1123" fmla="*/ 4290485 h 4293838"/>
              <a:gd name="connsiteX1124" fmla="*/ 5396457 w 5640279"/>
              <a:gd name="connsiteY1124" fmla="*/ 4290531 h 4293838"/>
              <a:gd name="connsiteX1125" fmla="*/ 5399493 w 5640279"/>
              <a:gd name="connsiteY1125" fmla="*/ 4290577 h 4293838"/>
              <a:gd name="connsiteX1126" fmla="*/ 5402512 w 5640279"/>
              <a:gd name="connsiteY1126" fmla="*/ 4290577 h 4293838"/>
              <a:gd name="connsiteX1127" fmla="*/ 5405549 w 5640279"/>
              <a:gd name="connsiteY1127" fmla="*/ 4290625 h 4293838"/>
              <a:gd name="connsiteX1128" fmla="*/ 5408505 w 5640279"/>
              <a:gd name="connsiteY1128" fmla="*/ 4290671 h 4293838"/>
              <a:gd name="connsiteX1129" fmla="*/ 5411539 w 5640279"/>
              <a:gd name="connsiteY1129" fmla="*/ 4290717 h 4293838"/>
              <a:gd name="connsiteX1130" fmla="*/ 5414560 w 5640279"/>
              <a:gd name="connsiteY1130" fmla="*/ 4290717 h 4293838"/>
              <a:gd name="connsiteX1131" fmla="*/ 5417533 w 5640279"/>
              <a:gd name="connsiteY1131" fmla="*/ 4290763 h 4293838"/>
              <a:gd name="connsiteX1132" fmla="*/ 5420551 w 5640279"/>
              <a:gd name="connsiteY1132" fmla="*/ 4290810 h 4293838"/>
              <a:gd name="connsiteX1133" fmla="*/ 5423587 w 5640279"/>
              <a:gd name="connsiteY1133" fmla="*/ 4290810 h 4293838"/>
              <a:gd name="connsiteX1134" fmla="*/ 5426608 w 5640279"/>
              <a:gd name="connsiteY1134" fmla="*/ 4290845 h 4293838"/>
              <a:gd name="connsiteX1135" fmla="*/ 5429579 w 5640279"/>
              <a:gd name="connsiteY1135" fmla="*/ 4290892 h 4293838"/>
              <a:gd name="connsiteX1136" fmla="*/ 5432615 w 5640279"/>
              <a:gd name="connsiteY1136" fmla="*/ 4290892 h 4293838"/>
              <a:gd name="connsiteX1137" fmla="*/ 5435636 w 5640279"/>
              <a:gd name="connsiteY1137" fmla="*/ 4290938 h 4293838"/>
              <a:gd name="connsiteX1138" fmla="*/ 5438606 w 5640279"/>
              <a:gd name="connsiteY1138" fmla="*/ 4290984 h 4293838"/>
              <a:gd name="connsiteX1139" fmla="*/ 5441627 w 5640279"/>
              <a:gd name="connsiteY1139" fmla="*/ 4290984 h 4293838"/>
              <a:gd name="connsiteX1140" fmla="*/ 5447682 w 5640279"/>
              <a:gd name="connsiteY1140" fmla="*/ 4291078 h 4293838"/>
              <a:gd name="connsiteX1141" fmla="*/ 5450655 w 5640279"/>
              <a:gd name="connsiteY1141" fmla="*/ 4291078 h 4293838"/>
              <a:gd name="connsiteX1142" fmla="*/ 5453675 w 5640279"/>
              <a:gd name="connsiteY1142" fmla="*/ 4291124 h 4293838"/>
              <a:gd name="connsiteX1143" fmla="*/ 5456709 w 5640279"/>
              <a:gd name="connsiteY1143" fmla="*/ 4291124 h 4293838"/>
              <a:gd name="connsiteX1144" fmla="*/ 5459666 w 5640279"/>
              <a:gd name="connsiteY1144" fmla="*/ 4291170 h 4293838"/>
              <a:gd name="connsiteX1145" fmla="*/ 5462703 w 5640279"/>
              <a:gd name="connsiteY1145" fmla="*/ 4291216 h 4293838"/>
              <a:gd name="connsiteX1146" fmla="*/ 5465721 w 5640279"/>
              <a:gd name="connsiteY1146" fmla="*/ 4291216 h 4293838"/>
              <a:gd name="connsiteX1147" fmla="*/ 5468757 w 5640279"/>
              <a:gd name="connsiteY1147" fmla="*/ 4291263 h 4293838"/>
              <a:gd name="connsiteX1148" fmla="*/ 5471714 w 5640279"/>
              <a:gd name="connsiteY1148" fmla="*/ 4291263 h 4293838"/>
              <a:gd name="connsiteX1149" fmla="*/ 5477769 w 5640279"/>
              <a:gd name="connsiteY1149" fmla="*/ 4291343 h 4293838"/>
              <a:gd name="connsiteX1150" fmla="*/ 5480741 w 5640279"/>
              <a:gd name="connsiteY1150" fmla="*/ 4291343 h 4293838"/>
              <a:gd name="connsiteX1151" fmla="*/ 5483760 w 5640279"/>
              <a:gd name="connsiteY1151" fmla="*/ 4291391 h 4293838"/>
              <a:gd name="connsiteX1152" fmla="*/ 5486797 w 5640279"/>
              <a:gd name="connsiteY1152" fmla="*/ 4291391 h 4293838"/>
              <a:gd name="connsiteX1153" fmla="*/ 5489767 w 5640279"/>
              <a:gd name="connsiteY1153" fmla="*/ 4291437 h 4293838"/>
              <a:gd name="connsiteX1154" fmla="*/ 5492787 w 5640279"/>
              <a:gd name="connsiteY1154" fmla="*/ 4291437 h 4293838"/>
              <a:gd name="connsiteX1155" fmla="*/ 5495824 w 5640279"/>
              <a:gd name="connsiteY1155" fmla="*/ 4291483 h 4293838"/>
              <a:gd name="connsiteX1156" fmla="*/ 5498843 w 5640279"/>
              <a:gd name="connsiteY1156" fmla="*/ 4291483 h 4293838"/>
              <a:gd name="connsiteX1157" fmla="*/ 5501815 w 5640279"/>
              <a:gd name="connsiteY1157" fmla="*/ 4291529 h 4293838"/>
              <a:gd name="connsiteX1158" fmla="*/ 5504833 w 5640279"/>
              <a:gd name="connsiteY1158" fmla="*/ 4291529 h 4293838"/>
              <a:gd name="connsiteX1159" fmla="*/ 5507870 w 5640279"/>
              <a:gd name="connsiteY1159" fmla="*/ 4291576 h 4293838"/>
              <a:gd name="connsiteX1160" fmla="*/ 5510827 w 5640279"/>
              <a:gd name="connsiteY1160" fmla="*/ 4291576 h 4293838"/>
              <a:gd name="connsiteX1161" fmla="*/ 5513861 w 5640279"/>
              <a:gd name="connsiteY1161" fmla="*/ 4291622 h 4293838"/>
              <a:gd name="connsiteX1162" fmla="*/ 5516881 w 5640279"/>
              <a:gd name="connsiteY1162" fmla="*/ 4291622 h 4293838"/>
              <a:gd name="connsiteX1163" fmla="*/ 5519918 w 5640279"/>
              <a:gd name="connsiteY1163" fmla="*/ 4291668 h 4293838"/>
              <a:gd name="connsiteX1164" fmla="*/ 5522873 w 5640279"/>
              <a:gd name="connsiteY1164" fmla="*/ 4291668 h 4293838"/>
              <a:gd name="connsiteX1165" fmla="*/ 5525909 w 5640279"/>
              <a:gd name="connsiteY1165" fmla="*/ 4291714 h 4293838"/>
              <a:gd name="connsiteX1166" fmla="*/ 5528929 w 5640279"/>
              <a:gd name="connsiteY1166" fmla="*/ 4291714 h 4293838"/>
              <a:gd name="connsiteX1167" fmla="*/ 5531900 w 5640279"/>
              <a:gd name="connsiteY1167" fmla="*/ 4291762 h 4293838"/>
              <a:gd name="connsiteX1168" fmla="*/ 5534921 w 5640279"/>
              <a:gd name="connsiteY1168" fmla="*/ 4291762 h 4293838"/>
              <a:gd name="connsiteX1169" fmla="*/ 5537957 w 5640279"/>
              <a:gd name="connsiteY1169" fmla="*/ 4291808 h 4293838"/>
              <a:gd name="connsiteX1170" fmla="*/ 5540978 w 5640279"/>
              <a:gd name="connsiteY1170" fmla="*/ 4291808 h 4293838"/>
              <a:gd name="connsiteX1171" fmla="*/ 5543948 w 5640279"/>
              <a:gd name="connsiteY1171" fmla="*/ 4291843 h 4293838"/>
              <a:gd name="connsiteX1172" fmla="*/ 5546985 w 5640279"/>
              <a:gd name="connsiteY1172" fmla="*/ 4291843 h 4293838"/>
              <a:gd name="connsiteX1173" fmla="*/ 5550003 w 5640279"/>
              <a:gd name="connsiteY1173" fmla="*/ 4291889 h 4293838"/>
              <a:gd name="connsiteX1174" fmla="*/ 5552976 w 5640279"/>
              <a:gd name="connsiteY1174" fmla="*/ 4291889 h 4293838"/>
              <a:gd name="connsiteX1175" fmla="*/ 5555997 w 5640279"/>
              <a:gd name="connsiteY1175" fmla="*/ 4291935 h 4293838"/>
              <a:gd name="connsiteX1176" fmla="*/ 5559031 w 5640279"/>
              <a:gd name="connsiteY1176" fmla="*/ 4291935 h 4293838"/>
              <a:gd name="connsiteX1177" fmla="*/ 5562051 w 5640279"/>
              <a:gd name="connsiteY1177" fmla="*/ 4291981 h 4293838"/>
              <a:gd name="connsiteX1178" fmla="*/ 5568043 w 5640279"/>
              <a:gd name="connsiteY1178" fmla="*/ 4291981 h 4293838"/>
              <a:gd name="connsiteX1179" fmla="*/ 5571079 w 5640279"/>
              <a:gd name="connsiteY1179" fmla="*/ 4292029 h 4293838"/>
              <a:gd name="connsiteX1180" fmla="*/ 5574035 w 5640279"/>
              <a:gd name="connsiteY1180" fmla="*/ 4292029 h 4293838"/>
              <a:gd name="connsiteX1181" fmla="*/ 5577070 w 5640279"/>
              <a:gd name="connsiteY1181" fmla="*/ 4292075 h 4293838"/>
              <a:gd name="connsiteX1182" fmla="*/ 5583127 w 5640279"/>
              <a:gd name="connsiteY1182" fmla="*/ 4292075 h 4293838"/>
              <a:gd name="connsiteX1183" fmla="*/ 5586081 w 5640279"/>
              <a:gd name="connsiteY1183" fmla="*/ 4292121 h 4293838"/>
              <a:gd name="connsiteX1184" fmla="*/ 5589118 w 5640279"/>
              <a:gd name="connsiteY1184" fmla="*/ 4292121 h 4293838"/>
              <a:gd name="connsiteX1185" fmla="*/ 5592139 w 5640279"/>
              <a:gd name="connsiteY1185" fmla="*/ 4292167 h 4293838"/>
              <a:gd name="connsiteX1186" fmla="*/ 5598146 w 5640279"/>
              <a:gd name="connsiteY1186" fmla="*/ 4292167 h 4293838"/>
              <a:gd name="connsiteX1187" fmla="*/ 5601166 w 5640279"/>
              <a:gd name="connsiteY1187" fmla="*/ 4292214 h 4293838"/>
              <a:gd name="connsiteX1188" fmla="*/ 5604137 w 5640279"/>
              <a:gd name="connsiteY1188" fmla="*/ 4292214 h 4293838"/>
              <a:gd name="connsiteX1189" fmla="*/ 5607157 w 5640279"/>
              <a:gd name="connsiteY1189" fmla="*/ 4292260 h 4293838"/>
              <a:gd name="connsiteX1190" fmla="*/ 5613212 w 5640279"/>
              <a:gd name="connsiteY1190" fmla="*/ 4292260 h 4293838"/>
              <a:gd name="connsiteX1191" fmla="*/ 5616185 w 5640279"/>
              <a:gd name="connsiteY1191" fmla="*/ 4292306 h 4293838"/>
              <a:gd name="connsiteX1192" fmla="*/ 5622240 w 5640279"/>
              <a:gd name="connsiteY1192" fmla="*/ 4292306 h 4293838"/>
              <a:gd name="connsiteX1193" fmla="*/ 5625196 w 5640279"/>
              <a:gd name="connsiteY1193" fmla="*/ 4292342 h 4293838"/>
              <a:gd name="connsiteX1194" fmla="*/ 5631251 w 5640279"/>
              <a:gd name="connsiteY1194" fmla="*/ 4292342 h 4293838"/>
              <a:gd name="connsiteX1195" fmla="*/ 5634288 w 5640279"/>
              <a:gd name="connsiteY1195" fmla="*/ 4292388 h 4293838"/>
              <a:gd name="connsiteX1196" fmla="*/ 5637242 w 5640279"/>
              <a:gd name="connsiteY1196" fmla="*/ 4292388 h 4293838"/>
              <a:gd name="connsiteX1197" fmla="*/ 5640279 w 5640279"/>
              <a:gd name="connsiteY1197" fmla="*/ 4293838 h 4293838"/>
              <a:gd name="connsiteX1198" fmla="*/ 2257304 w 5640279"/>
              <a:gd name="connsiteY1198" fmla="*/ 4293838 h 4293838"/>
              <a:gd name="connsiteX1199" fmla="*/ 2257308 w 5640279"/>
              <a:gd name="connsiteY1199" fmla="*/ 4290847 h 4293838"/>
              <a:gd name="connsiteX1200" fmla="*/ 2254281 w 5640279"/>
              <a:gd name="connsiteY1200" fmla="*/ 4290847 h 4293838"/>
              <a:gd name="connsiteX1201" fmla="*/ 2254284 w 5640279"/>
              <a:gd name="connsiteY1201" fmla="*/ 4293838 h 4293838"/>
              <a:gd name="connsiteX1202" fmla="*/ 0 w 5640279"/>
              <a:gd name="connsiteY1202" fmla="*/ 4293838 h 4293838"/>
              <a:gd name="connsiteX1203" fmla="*/ 2970 w 5640279"/>
              <a:gd name="connsiteY1203" fmla="*/ 1681655 h 4293838"/>
              <a:gd name="connsiteX1204" fmla="*/ 5991 w 5640279"/>
              <a:gd name="connsiteY1204" fmla="*/ 1674716 h 4293838"/>
              <a:gd name="connsiteX1205" fmla="*/ 9028 w 5640279"/>
              <a:gd name="connsiteY1205" fmla="*/ 1667743 h 4293838"/>
              <a:gd name="connsiteX1206" fmla="*/ 12048 w 5640279"/>
              <a:gd name="connsiteY1206" fmla="*/ 1660804 h 4293838"/>
              <a:gd name="connsiteX1207" fmla="*/ 15019 w 5640279"/>
              <a:gd name="connsiteY1207" fmla="*/ 1653820 h 4293838"/>
              <a:gd name="connsiteX1208" fmla="*/ 21074 w 5640279"/>
              <a:gd name="connsiteY1208" fmla="*/ 1639954 h 4293838"/>
              <a:gd name="connsiteX1209" fmla="*/ 24030 w 5640279"/>
              <a:gd name="connsiteY1209" fmla="*/ 1632970 h 4293838"/>
              <a:gd name="connsiteX1210" fmla="*/ 33122 w 5640279"/>
              <a:gd name="connsiteY1210" fmla="*/ 1612179 h 4293838"/>
              <a:gd name="connsiteX1211" fmla="*/ 36078 w 5640279"/>
              <a:gd name="connsiteY1211" fmla="*/ 1605195 h 4293838"/>
              <a:gd name="connsiteX1212" fmla="*/ 42133 w 5640279"/>
              <a:gd name="connsiteY1212" fmla="*/ 1591329 h 4293838"/>
              <a:gd name="connsiteX1213" fmla="*/ 45106 w 5640279"/>
              <a:gd name="connsiteY1213" fmla="*/ 1584391 h 4293838"/>
              <a:gd name="connsiteX1214" fmla="*/ 51161 w 5640279"/>
              <a:gd name="connsiteY1214" fmla="*/ 1570527 h 4293838"/>
              <a:gd name="connsiteX1215" fmla="*/ 54197 w 5640279"/>
              <a:gd name="connsiteY1215" fmla="*/ 1563543 h 4293838"/>
              <a:gd name="connsiteX1216" fmla="*/ 57152 w 5640279"/>
              <a:gd name="connsiteY1216" fmla="*/ 1556604 h 4293838"/>
              <a:gd name="connsiteX1217" fmla="*/ 60188 w 5640279"/>
              <a:gd name="connsiteY1217" fmla="*/ 1549723 h 4293838"/>
              <a:gd name="connsiteX1218" fmla="*/ 63209 w 5640279"/>
              <a:gd name="connsiteY1218" fmla="*/ 1542786 h 4293838"/>
              <a:gd name="connsiteX1219" fmla="*/ 66179 w 5640279"/>
              <a:gd name="connsiteY1219" fmla="*/ 1535848 h 4293838"/>
              <a:gd name="connsiteX1220" fmla="*/ 75255 w 5640279"/>
              <a:gd name="connsiteY1220" fmla="*/ 1515045 h 4293838"/>
              <a:gd name="connsiteX1221" fmla="*/ 78227 w 5640279"/>
              <a:gd name="connsiteY1221" fmla="*/ 1508165 h 4293838"/>
              <a:gd name="connsiteX1222" fmla="*/ 81248 w 5640279"/>
              <a:gd name="connsiteY1222" fmla="*/ 1501226 h 4293838"/>
              <a:gd name="connsiteX1223" fmla="*/ 84282 w 5640279"/>
              <a:gd name="connsiteY1223" fmla="*/ 1494335 h 4293838"/>
              <a:gd name="connsiteX1224" fmla="*/ 87239 w 5640279"/>
              <a:gd name="connsiteY1224" fmla="*/ 1487408 h 4293838"/>
              <a:gd name="connsiteX1225" fmla="*/ 90273 w 5640279"/>
              <a:gd name="connsiteY1225" fmla="*/ 1480516 h 4293838"/>
              <a:gd name="connsiteX1226" fmla="*/ 93294 w 5640279"/>
              <a:gd name="connsiteY1226" fmla="*/ 1473578 h 4293838"/>
              <a:gd name="connsiteX1227" fmla="*/ 96330 w 5640279"/>
              <a:gd name="connsiteY1227" fmla="*/ 1466686 h 4293838"/>
              <a:gd name="connsiteX1228" fmla="*/ 99301 w 5640279"/>
              <a:gd name="connsiteY1228" fmla="*/ 1459807 h 4293838"/>
              <a:gd name="connsiteX1229" fmla="*/ 105342 w 5640279"/>
              <a:gd name="connsiteY1229" fmla="*/ 1446023 h 4293838"/>
              <a:gd name="connsiteX1230" fmla="*/ 108312 w 5640279"/>
              <a:gd name="connsiteY1230" fmla="*/ 1439130 h 4293838"/>
              <a:gd name="connsiteX1231" fmla="*/ 114370 w 5640279"/>
              <a:gd name="connsiteY1231" fmla="*/ 1425359 h 4293838"/>
              <a:gd name="connsiteX1232" fmla="*/ 117340 w 5640279"/>
              <a:gd name="connsiteY1232" fmla="*/ 1418468 h 4293838"/>
              <a:gd name="connsiteX1233" fmla="*/ 120361 w 5640279"/>
              <a:gd name="connsiteY1233" fmla="*/ 1411623 h 4293838"/>
              <a:gd name="connsiteX1234" fmla="*/ 123397 w 5640279"/>
              <a:gd name="connsiteY1234" fmla="*/ 1404742 h 4293838"/>
              <a:gd name="connsiteX1235" fmla="*/ 126418 w 5640279"/>
              <a:gd name="connsiteY1235" fmla="*/ 1397897 h 4293838"/>
              <a:gd name="connsiteX1236" fmla="*/ 129388 w 5640279"/>
              <a:gd name="connsiteY1236" fmla="*/ 1391004 h 4293838"/>
              <a:gd name="connsiteX1237" fmla="*/ 135443 w 5640279"/>
              <a:gd name="connsiteY1237" fmla="*/ 1377314 h 4293838"/>
              <a:gd name="connsiteX1238" fmla="*/ 138400 w 5640279"/>
              <a:gd name="connsiteY1238" fmla="*/ 1370469 h 4293838"/>
              <a:gd name="connsiteX1239" fmla="*/ 144455 w 5640279"/>
              <a:gd name="connsiteY1239" fmla="*/ 1356789 h 4293838"/>
              <a:gd name="connsiteX1240" fmla="*/ 147491 w 5640279"/>
              <a:gd name="connsiteY1240" fmla="*/ 1349990 h 4293838"/>
              <a:gd name="connsiteX1241" fmla="*/ 150448 w 5640279"/>
              <a:gd name="connsiteY1241" fmla="*/ 1343145 h 4293838"/>
              <a:gd name="connsiteX1242" fmla="*/ 153482 w 5640279"/>
              <a:gd name="connsiteY1242" fmla="*/ 1336346 h 4293838"/>
              <a:gd name="connsiteX1243" fmla="*/ 156503 w 5640279"/>
              <a:gd name="connsiteY1243" fmla="*/ 1329501 h 4293838"/>
              <a:gd name="connsiteX1244" fmla="*/ 159473 w 5640279"/>
              <a:gd name="connsiteY1244" fmla="*/ 1322702 h 4293838"/>
              <a:gd name="connsiteX1245" fmla="*/ 168567 w 5640279"/>
              <a:gd name="connsiteY1245" fmla="*/ 1302305 h 4293838"/>
              <a:gd name="connsiteX1246" fmla="*/ 171521 w 5640279"/>
              <a:gd name="connsiteY1246" fmla="*/ 1295518 h 4293838"/>
              <a:gd name="connsiteX1247" fmla="*/ 174558 w 5640279"/>
              <a:gd name="connsiteY1247" fmla="*/ 1288754 h 4293838"/>
              <a:gd name="connsiteX1248" fmla="*/ 177578 w 5640279"/>
              <a:gd name="connsiteY1248" fmla="*/ 1281967 h 4293838"/>
              <a:gd name="connsiteX1249" fmla="*/ 180549 w 5640279"/>
              <a:gd name="connsiteY1249" fmla="*/ 1275214 h 4293838"/>
              <a:gd name="connsiteX1250" fmla="*/ 189624 w 5640279"/>
              <a:gd name="connsiteY1250" fmla="*/ 1254944 h 4293838"/>
              <a:gd name="connsiteX1251" fmla="*/ 192597 w 5640279"/>
              <a:gd name="connsiteY1251" fmla="*/ 1248193 h 4293838"/>
              <a:gd name="connsiteX1252" fmla="*/ 195617 w 5640279"/>
              <a:gd name="connsiteY1252" fmla="*/ 1241486 h 4293838"/>
              <a:gd name="connsiteX1253" fmla="*/ 198652 w 5640279"/>
              <a:gd name="connsiteY1253" fmla="*/ 1234734 h 4293838"/>
              <a:gd name="connsiteX1254" fmla="*/ 201608 w 5640279"/>
              <a:gd name="connsiteY1254" fmla="*/ 1228027 h 4293838"/>
              <a:gd name="connsiteX1255" fmla="*/ 210700 w 5640279"/>
              <a:gd name="connsiteY1255" fmla="*/ 1207909 h 4293838"/>
              <a:gd name="connsiteX1256" fmla="*/ 213671 w 5640279"/>
              <a:gd name="connsiteY1256" fmla="*/ 1201203 h 4293838"/>
              <a:gd name="connsiteX1257" fmla="*/ 216691 w 5640279"/>
              <a:gd name="connsiteY1257" fmla="*/ 1194532 h 4293838"/>
              <a:gd name="connsiteX1258" fmla="*/ 219728 w 5640279"/>
              <a:gd name="connsiteY1258" fmla="*/ 1187825 h 4293838"/>
              <a:gd name="connsiteX1259" fmla="*/ 222682 w 5640279"/>
              <a:gd name="connsiteY1259" fmla="*/ 1181165 h 4293838"/>
              <a:gd name="connsiteX1260" fmla="*/ 228739 w 5640279"/>
              <a:gd name="connsiteY1260" fmla="*/ 1167846 h 4293838"/>
              <a:gd name="connsiteX1261" fmla="*/ 231774 w 5640279"/>
              <a:gd name="connsiteY1261" fmla="*/ 1161221 h 4293838"/>
              <a:gd name="connsiteX1262" fmla="*/ 234730 w 5640279"/>
              <a:gd name="connsiteY1262" fmla="*/ 1154561 h 4293838"/>
              <a:gd name="connsiteX1263" fmla="*/ 240785 w 5640279"/>
              <a:gd name="connsiteY1263" fmla="*/ 1141324 h 4293838"/>
              <a:gd name="connsiteX1264" fmla="*/ 243758 w 5640279"/>
              <a:gd name="connsiteY1264" fmla="*/ 1134710 h 4293838"/>
              <a:gd name="connsiteX1265" fmla="*/ 246778 w 5640279"/>
              <a:gd name="connsiteY1265" fmla="*/ 1128097 h 4293838"/>
              <a:gd name="connsiteX1266" fmla="*/ 249813 w 5640279"/>
              <a:gd name="connsiteY1266" fmla="*/ 1121519 h 4293838"/>
              <a:gd name="connsiteX1267" fmla="*/ 252769 w 5640279"/>
              <a:gd name="connsiteY1267" fmla="*/ 1114951 h 4293838"/>
              <a:gd name="connsiteX1268" fmla="*/ 261861 w 5640279"/>
              <a:gd name="connsiteY1268" fmla="*/ 1095240 h 4293838"/>
              <a:gd name="connsiteX1269" fmla="*/ 264832 w 5640279"/>
              <a:gd name="connsiteY1269" fmla="*/ 1088708 h 4293838"/>
              <a:gd name="connsiteX1270" fmla="*/ 267852 w 5640279"/>
              <a:gd name="connsiteY1270" fmla="*/ 1082140 h 4293838"/>
              <a:gd name="connsiteX1271" fmla="*/ 270872 w 5640279"/>
              <a:gd name="connsiteY1271" fmla="*/ 1075608 h 4293838"/>
              <a:gd name="connsiteX1272" fmla="*/ 273843 w 5640279"/>
              <a:gd name="connsiteY1272" fmla="*/ 1069088 h 4293838"/>
              <a:gd name="connsiteX1273" fmla="*/ 279900 w 5640279"/>
              <a:gd name="connsiteY1273" fmla="*/ 1056128 h 4293838"/>
              <a:gd name="connsiteX1274" fmla="*/ 282935 w 5640279"/>
              <a:gd name="connsiteY1274" fmla="*/ 1049597 h 4293838"/>
              <a:gd name="connsiteX1275" fmla="*/ 285891 w 5640279"/>
              <a:gd name="connsiteY1275" fmla="*/ 1043123 h 4293838"/>
              <a:gd name="connsiteX1276" fmla="*/ 288928 w 5640279"/>
              <a:gd name="connsiteY1276" fmla="*/ 1036683 h 4293838"/>
              <a:gd name="connsiteX1277" fmla="*/ 291948 w 5640279"/>
              <a:gd name="connsiteY1277" fmla="*/ 1030197 h 4293838"/>
              <a:gd name="connsiteX1278" fmla="*/ 294919 w 5640279"/>
              <a:gd name="connsiteY1278" fmla="*/ 1023769 h 4293838"/>
              <a:gd name="connsiteX1279" fmla="*/ 300974 w 5640279"/>
              <a:gd name="connsiteY1279" fmla="*/ 1010890 h 4293838"/>
              <a:gd name="connsiteX1280" fmla="*/ 303994 w 5640279"/>
              <a:gd name="connsiteY1280" fmla="*/ 1004498 h 4293838"/>
              <a:gd name="connsiteX1281" fmla="*/ 306967 w 5640279"/>
              <a:gd name="connsiteY1281" fmla="*/ 998070 h 4293838"/>
              <a:gd name="connsiteX1282" fmla="*/ 313022 w 5640279"/>
              <a:gd name="connsiteY1282" fmla="*/ 985284 h 4293838"/>
              <a:gd name="connsiteX1283" fmla="*/ 315978 w 5640279"/>
              <a:gd name="connsiteY1283" fmla="*/ 978937 h 4293838"/>
              <a:gd name="connsiteX1284" fmla="*/ 319013 w 5640279"/>
              <a:gd name="connsiteY1284" fmla="*/ 972557 h 4293838"/>
              <a:gd name="connsiteX1285" fmla="*/ 322033 w 5640279"/>
              <a:gd name="connsiteY1285" fmla="*/ 966210 h 4293838"/>
              <a:gd name="connsiteX1286" fmla="*/ 325070 w 5640279"/>
              <a:gd name="connsiteY1286" fmla="*/ 959910 h 4293838"/>
              <a:gd name="connsiteX1287" fmla="*/ 328041 w 5640279"/>
              <a:gd name="connsiteY1287" fmla="*/ 953564 h 4293838"/>
              <a:gd name="connsiteX1288" fmla="*/ 334096 w 5640279"/>
              <a:gd name="connsiteY1288" fmla="*/ 940964 h 4293838"/>
              <a:gd name="connsiteX1289" fmla="*/ 337052 w 5640279"/>
              <a:gd name="connsiteY1289" fmla="*/ 934664 h 4293838"/>
              <a:gd name="connsiteX1290" fmla="*/ 340089 w 5640279"/>
              <a:gd name="connsiteY1290" fmla="*/ 928364 h 4293838"/>
              <a:gd name="connsiteX1291" fmla="*/ 346144 w 5640279"/>
              <a:gd name="connsiteY1291" fmla="*/ 915856 h 4293838"/>
              <a:gd name="connsiteX1292" fmla="*/ 349100 w 5640279"/>
              <a:gd name="connsiteY1292" fmla="*/ 909650 h 4293838"/>
              <a:gd name="connsiteX1293" fmla="*/ 352135 w 5640279"/>
              <a:gd name="connsiteY1293" fmla="*/ 903395 h 4293838"/>
              <a:gd name="connsiteX1294" fmla="*/ 355155 w 5640279"/>
              <a:gd name="connsiteY1294" fmla="*/ 897176 h 4293838"/>
              <a:gd name="connsiteX1295" fmla="*/ 358128 w 5640279"/>
              <a:gd name="connsiteY1295" fmla="*/ 890970 h 4293838"/>
              <a:gd name="connsiteX1296" fmla="*/ 361148 w 5640279"/>
              <a:gd name="connsiteY1296" fmla="*/ 884809 h 4293838"/>
              <a:gd name="connsiteX1297" fmla="*/ 364183 w 5640279"/>
              <a:gd name="connsiteY1297" fmla="*/ 878600 h 4293838"/>
              <a:gd name="connsiteX1298" fmla="*/ 367139 w 5640279"/>
              <a:gd name="connsiteY1298" fmla="*/ 872437 h 4293838"/>
              <a:gd name="connsiteX1299" fmla="*/ 370174 w 5640279"/>
              <a:gd name="connsiteY1299" fmla="*/ 866319 h 4293838"/>
              <a:gd name="connsiteX1300" fmla="*/ 373194 w 5640279"/>
              <a:gd name="connsiteY1300" fmla="*/ 860155 h 4293838"/>
              <a:gd name="connsiteX1301" fmla="*/ 376231 w 5640279"/>
              <a:gd name="connsiteY1301" fmla="*/ 854037 h 4293838"/>
              <a:gd name="connsiteX1302" fmla="*/ 379202 w 5640279"/>
              <a:gd name="connsiteY1302" fmla="*/ 847964 h 4293838"/>
              <a:gd name="connsiteX1303" fmla="*/ 382222 w 5640279"/>
              <a:gd name="connsiteY1303" fmla="*/ 841846 h 4293838"/>
              <a:gd name="connsiteX1304" fmla="*/ 385259 w 5640279"/>
              <a:gd name="connsiteY1304" fmla="*/ 835771 h 4293838"/>
              <a:gd name="connsiteX1305" fmla="*/ 388213 w 5640279"/>
              <a:gd name="connsiteY1305" fmla="*/ 829699 h 4293838"/>
              <a:gd name="connsiteX1306" fmla="*/ 391250 w 5640279"/>
              <a:gd name="connsiteY1306" fmla="*/ 823626 h 4293838"/>
              <a:gd name="connsiteX1307" fmla="*/ 397305 w 5640279"/>
              <a:gd name="connsiteY1307" fmla="*/ 811570 h 4293838"/>
              <a:gd name="connsiteX1308" fmla="*/ 400261 w 5640279"/>
              <a:gd name="connsiteY1308" fmla="*/ 805543 h 4293838"/>
              <a:gd name="connsiteX1309" fmla="*/ 403296 w 5640279"/>
              <a:gd name="connsiteY1309" fmla="*/ 799560 h 4293838"/>
              <a:gd name="connsiteX1310" fmla="*/ 406316 w 5640279"/>
              <a:gd name="connsiteY1310" fmla="*/ 793623 h 4293838"/>
              <a:gd name="connsiteX1311" fmla="*/ 409289 w 5640279"/>
              <a:gd name="connsiteY1311" fmla="*/ 787640 h 4293838"/>
              <a:gd name="connsiteX1312" fmla="*/ 418364 w 5640279"/>
              <a:gd name="connsiteY1312" fmla="*/ 769829 h 4293838"/>
              <a:gd name="connsiteX1313" fmla="*/ 421335 w 5640279"/>
              <a:gd name="connsiteY1313" fmla="*/ 763938 h 4293838"/>
              <a:gd name="connsiteX1314" fmla="*/ 427392 w 5640279"/>
              <a:gd name="connsiteY1314" fmla="*/ 752153 h 4293838"/>
              <a:gd name="connsiteX1315" fmla="*/ 430362 w 5640279"/>
              <a:gd name="connsiteY1315" fmla="*/ 746307 h 4293838"/>
              <a:gd name="connsiteX1316" fmla="*/ 436403 w 5640279"/>
              <a:gd name="connsiteY1316" fmla="*/ 734615 h 4293838"/>
              <a:gd name="connsiteX1317" fmla="*/ 439440 w 5640279"/>
              <a:gd name="connsiteY1317" fmla="*/ 728813 h 4293838"/>
              <a:gd name="connsiteX1318" fmla="*/ 442411 w 5640279"/>
              <a:gd name="connsiteY1318" fmla="*/ 723013 h 4293838"/>
              <a:gd name="connsiteX1319" fmla="*/ 445431 w 5640279"/>
              <a:gd name="connsiteY1319" fmla="*/ 717211 h 4293838"/>
              <a:gd name="connsiteX1320" fmla="*/ 448466 w 5640279"/>
              <a:gd name="connsiteY1320" fmla="*/ 711456 h 4293838"/>
              <a:gd name="connsiteX1321" fmla="*/ 451422 w 5640279"/>
              <a:gd name="connsiteY1321" fmla="*/ 705744 h 4293838"/>
              <a:gd name="connsiteX1322" fmla="*/ 454459 w 5640279"/>
              <a:gd name="connsiteY1322" fmla="*/ 699989 h 4293838"/>
              <a:gd name="connsiteX1323" fmla="*/ 460514 w 5640279"/>
              <a:gd name="connsiteY1323" fmla="*/ 688568 h 4293838"/>
              <a:gd name="connsiteX1324" fmla="*/ 463470 w 5640279"/>
              <a:gd name="connsiteY1324" fmla="*/ 682903 h 4293838"/>
              <a:gd name="connsiteX1325" fmla="*/ 469525 w 5640279"/>
              <a:gd name="connsiteY1325" fmla="*/ 671572 h 4293838"/>
              <a:gd name="connsiteX1326" fmla="*/ 472496 w 5640279"/>
              <a:gd name="connsiteY1326" fmla="*/ 665952 h 4293838"/>
              <a:gd name="connsiteX1327" fmla="*/ 475516 w 5640279"/>
              <a:gd name="connsiteY1327" fmla="*/ 660333 h 4293838"/>
              <a:gd name="connsiteX1328" fmla="*/ 478553 w 5640279"/>
              <a:gd name="connsiteY1328" fmla="*/ 654758 h 4293838"/>
              <a:gd name="connsiteX1329" fmla="*/ 481573 w 5640279"/>
              <a:gd name="connsiteY1329" fmla="*/ 649139 h 4293838"/>
              <a:gd name="connsiteX1330" fmla="*/ 484544 w 5640279"/>
              <a:gd name="connsiteY1330" fmla="*/ 643609 h 4293838"/>
              <a:gd name="connsiteX1331" fmla="*/ 487564 w 5640279"/>
              <a:gd name="connsiteY1331" fmla="*/ 638080 h 4293838"/>
              <a:gd name="connsiteX1332" fmla="*/ 490601 w 5640279"/>
              <a:gd name="connsiteY1332" fmla="*/ 632506 h 4293838"/>
              <a:gd name="connsiteX1333" fmla="*/ 493571 w 5640279"/>
              <a:gd name="connsiteY1333" fmla="*/ 627022 h 4293838"/>
              <a:gd name="connsiteX1334" fmla="*/ 499626 w 5640279"/>
              <a:gd name="connsiteY1334" fmla="*/ 616053 h 4293838"/>
              <a:gd name="connsiteX1335" fmla="*/ 502583 w 5640279"/>
              <a:gd name="connsiteY1335" fmla="*/ 610615 h 4293838"/>
              <a:gd name="connsiteX1336" fmla="*/ 508640 w 5640279"/>
              <a:gd name="connsiteY1336" fmla="*/ 599738 h 4293838"/>
              <a:gd name="connsiteX1337" fmla="*/ 511674 w 5640279"/>
              <a:gd name="connsiteY1337" fmla="*/ 594344 h 4293838"/>
              <a:gd name="connsiteX1338" fmla="*/ 514631 w 5640279"/>
              <a:gd name="connsiteY1338" fmla="*/ 588952 h 4293838"/>
              <a:gd name="connsiteX1339" fmla="*/ 520686 w 5640279"/>
              <a:gd name="connsiteY1339" fmla="*/ 578256 h 4293838"/>
              <a:gd name="connsiteX1340" fmla="*/ 523658 w 5640279"/>
              <a:gd name="connsiteY1340" fmla="*/ 572953 h 4293838"/>
              <a:gd name="connsiteX1341" fmla="*/ 526677 w 5640279"/>
              <a:gd name="connsiteY1341" fmla="*/ 567605 h 4293838"/>
              <a:gd name="connsiteX1342" fmla="*/ 532734 w 5640279"/>
              <a:gd name="connsiteY1342" fmla="*/ 557091 h 4293838"/>
              <a:gd name="connsiteX1343" fmla="*/ 535705 w 5640279"/>
              <a:gd name="connsiteY1343" fmla="*/ 551788 h 4293838"/>
              <a:gd name="connsiteX1344" fmla="*/ 538725 w 5640279"/>
              <a:gd name="connsiteY1344" fmla="*/ 546622 h 4293838"/>
              <a:gd name="connsiteX1345" fmla="*/ 541762 w 5640279"/>
              <a:gd name="connsiteY1345" fmla="*/ 541409 h 4293838"/>
              <a:gd name="connsiteX1346" fmla="*/ 544732 w 5640279"/>
              <a:gd name="connsiteY1346" fmla="*/ 536197 h 4293838"/>
              <a:gd name="connsiteX1347" fmla="*/ 550787 w 5640279"/>
              <a:gd name="connsiteY1347" fmla="*/ 525864 h 4293838"/>
              <a:gd name="connsiteX1348" fmla="*/ 553808 w 5640279"/>
              <a:gd name="connsiteY1348" fmla="*/ 520743 h 4293838"/>
              <a:gd name="connsiteX1349" fmla="*/ 556780 w 5640279"/>
              <a:gd name="connsiteY1349" fmla="*/ 515622 h 4293838"/>
              <a:gd name="connsiteX1350" fmla="*/ 562835 w 5640279"/>
              <a:gd name="connsiteY1350" fmla="*/ 505470 h 4293838"/>
              <a:gd name="connsiteX1351" fmla="*/ 565792 w 5640279"/>
              <a:gd name="connsiteY1351" fmla="*/ 500438 h 4293838"/>
              <a:gd name="connsiteX1352" fmla="*/ 571847 w 5640279"/>
              <a:gd name="connsiteY1352" fmla="*/ 490377 h 4293838"/>
              <a:gd name="connsiteX1353" fmla="*/ 574883 w 5640279"/>
              <a:gd name="connsiteY1353" fmla="*/ 485392 h 4293838"/>
              <a:gd name="connsiteX1354" fmla="*/ 577840 w 5640279"/>
              <a:gd name="connsiteY1354" fmla="*/ 480406 h 4293838"/>
              <a:gd name="connsiteX1355" fmla="*/ 583895 w 5640279"/>
              <a:gd name="connsiteY1355" fmla="*/ 470528 h 4293838"/>
              <a:gd name="connsiteX1356" fmla="*/ 586865 w 5640279"/>
              <a:gd name="connsiteY1356" fmla="*/ 465633 h 4293838"/>
              <a:gd name="connsiteX1357" fmla="*/ 589886 w 5640279"/>
              <a:gd name="connsiteY1357" fmla="*/ 460738 h 4293838"/>
              <a:gd name="connsiteX1358" fmla="*/ 595943 w 5640279"/>
              <a:gd name="connsiteY1358" fmla="*/ 451039 h 4293838"/>
              <a:gd name="connsiteX1359" fmla="*/ 598913 w 5640279"/>
              <a:gd name="connsiteY1359" fmla="*/ 446188 h 4293838"/>
              <a:gd name="connsiteX1360" fmla="*/ 601934 w 5640279"/>
              <a:gd name="connsiteY1360" fmla="*/ 441430 h 4293838"/>
              <a:gd name="connsiteX1361" fmla="*/ 604968 w 5640279"/>
              <a:gd name="connsiteY1361" fmla="*/ 436626 h 4293838"/>
              <a:gd name="connsiteX1362" fmla="*/ 607941 w 5640279"/>
              <a:gd name="connsiteY1362" fmla="*/ 431867 h 4293838"/>
              <a:gd name="connsiteX1363" fmla="*/ 617016 w 5640279"/>
              <a:gd name="connsiteY1363" fmla="*/ 417728 h 4293838"/>
              <a:gd name="connsiteX1364" fmla="*/ 619987 w 5640279"/>
              <a:gd name="connsiteY1364" fmla="*/ 413058 h 4293838"/>
              <a:gd name="connsiteX1365" fmla="*/ 623007 w 5640279"/>
              <a:gd name="connsiteY1365" fmla="*/ 408437 h 4293838"/>
              <a:gd name="connsiteX1366" fmla="*/ 626044 w 5640279"/>
              <a:gd name="connsiteY1366" fmla="*/ 403769 h 4293838"/>
              <a:gd name="connsiteX1367" fmla="*/ 629001 w 5640279"/>
              <a:gd name="connsiteY1367" fmla="*/ 399190 h 4293838"/>
              <a:gd name="connsiteX1368" fmla="*/ 635056 w 5640279"/>
              <a:gd name="connsiteY1368" fmla="*/ 390036 h 4293838"/>
              <a:gd name="connsiteX1369" fmla="*/ 638026 w 5640279"/>
              <a:gd name="connsiteY1369" fmla="*/ 385503 h 4293838"/>
              <a:gd name="connsiteX1370" fmla="*/ 641046 w 5640279"/>
              <a:gd name="connsiteY1370" fmla="*/ 381016 h 4293838"/>
              <a:gd name="connsiteX1371" fmla="*/ 644083 w 5640279"/>
              <a:gd name="connsiteY1371" fmla="*/ 376485 h 4293838"/>
              <a:gd name="connsiteX1372" fmla="*/ 647104 w 5640279"/>
              <a:gd name="connsiteY1372" fmla="*/ 372043 h 4293838"/>
              <a:gd name="connsiteX1373" fmla="*/ 650074 w 5640279"/>
              <a:gd name="connsiteY1373" fmla="*/ 367602 h 4293838"/>
              <a:gd name="connsiteX1374" fmla="*/ 653095 w 5640279"/>
              <a:gd name="connsiteY1374" fmla="*/ 363162 h 4293838"/>
              <a:gd name="connsiteX1375" fmla="*/ 656131 w 5640279"/>
              <a:gd name="connsiteY1375" fmla="*/ 358764 h 4293838"/>
              <a:gd name="connsiteX1376" fmla="*/ 659102 w 5640279"/>
              <a:gd name="connsiteY1376" fmla="*/ 354412 h 4293838"/>
              <a:gd name="connsiteX1377" fmla="*/ 662122 w 5640279"/>
              <a:gd name="connsiteY1377" fmla="*/ 350016 h 4293838"/>
              <a:gd name="connsiteX1378" fmla="*/ 668177 w 5640279"/>
              <a:gd name="connsiteY1378" fmla="*/ 341406 h 4293838"/>
              <a:gd name="connsiteX1379" fmla="*/ 671150 w 5640279"/>
              <a:gd name="connsiteY1379" fmla="*/ 337100 h 4293838"/>
              <a:gd name="connsiteX1380" fmla="*/ 674168 w 5640279"/>
              <a:gd name="connsiteY1380" fmla="*/ 332886 h 4293838"/>
              <a:gd name="connsiteX1381" fmla="*/ 677205 w 5640279"/>
              <a:gd name="connsiteY1381" fmla="*/ 328626 h 4293838"/>
              <a:gd name="connsiteX1382" fmla="*/ 680161 w 5640279"/>
              <a:gd name="connsiteY1382" fmla="*/ 324411 h 4293838"/>
              <a:gd name="connsiteX1383" fmla="*/ 689253 w 5640279"/>
              <a:gd name="connsiteY1383" fmla="*/ 311902 h 4293838"/>
              <a:gd name="connsiteX1384" fmla="*/ 692207 w 5640279"/>
              <a:gd name="connsiteY1384" fmla="*/ 307822 h 4293838"/>
              <a:gd name="connsiteX1385" fmla="*/ 695244 w 5640279"/>
              <a:gd name="connsiteY1385" fmla="*/ 303699 h 4293838"/>
              <a:gd name="connsiteX1386" fmla="*/ 698264 w 5640279"/>
              <a:gd name="connsiteY1386" fmla="*/ 299620 h 4293838"/>
              <a:gd name="connsiteX1387" fmla="*/ 701235 w 5640279"/>
              <a:gd name="connsiteY1387" fmla="*/ 295585 h 4293838"/>
              <a:gd name="connsiteX1388" fmla="*/ 704255 w 5640279"/>
              <a:gd name="connsiteY1388" fmla="*/ 291598 h 4293838"/>
              <a:gd name="connsiteX1389" fmla="*/ 707292 w 5640279"/>
              <a:gd name="connsiteY1389" fmla="*/ 287564 h 4293838"/>
              <a:gd name="connsiteX1390" fmla="*/ 710312 w 5640279"/>
              <a:gd name="connsiteY1390" fmla="*/ 283621 h 4293838"/>
              <a:gd name="connsiteX1391" fmla="*/ 713283 w 5640279"/>
              <a:gd name="connsiteY1391" fmla="*/ 279677 h 4293838"/>
              <a:gd name="connsiteX1392" fmla="*/ 716318 w 5640279"/>
              <a:gd name="connsiteY1392" fmla="*/ 275735 h 4293838"/>
              <a:gd name="connsiteX1393" fmla="*/ 719338 w 5640279"/>
              <a:gd name="connsiteY1393" fmla="*/ 271884 h 4293838"/>
              <a:gd name="connsiteX1394" fmla="*/ 722311 w 5640279"/>
              <a:gd name="connsiteY1394" fmla="*/ 267985 h 4293838"/>
              <a:gd name="connsiteX1395" fmla="*/ 725331 w 5640279"/>
              <a:gd name="connsiteY1395" fmla="*/ 264133 h 4293838"/>
              <a:gd name="connsiteX1396" fmla="*/ 731386 w 5640279"/>
              <a:gd name="connsiteY1396" fmla="*/ 256520 h 4293838"/>
              <a:gd name="connsiteX1397" fmla="*/ 734357 w 5640279"/>
              <a:gd name="connsiteY1397" fmla="*/ 252757 h 4293838"/>
              <a:gd name="connsiteX1398" fmla="*/ 737377 w 5640279"/>
              <a:gd name="connsiteY1398" fmla="*/ 248996 h 4293838"/>
              <a:gd name="connsiteX1399" fmla="*/ 740414 w 5640279"/>
              <a:gd name="connsiteY1399" fmla="*/ 245280 h 4293838"/>
              <a:gd name="connsiteX1400" fmla="*/ 743368 w 5640279"/>
              <a:gd name="connsiteY1400" fmla="*/ 241563 h 4293838"/>
              <a:gd name="connsiteX1401" fmla="*/ 749425 w 5640279"/>
              <a:gd name="connsiteY1401" fmla="*/ 234312 h 4293838"/>
              <a:gd name="connsiteX1402" fmla="*/ 752396 w 5640279"/>
              <a:gd name="connsiteY1402" fmla="*/ 230641 h 4293838"/>
              <a:gd name="connsiteX1403" fmla="*/ 755416 w 5640279"/>
              <a:gd name="connsiteY1403" fmla="*/ 227060 h 4293838"/>
              <a:gd name="connsiteX1404" fmla="*/ 758453 w 5640279"/>
              <a:gd name="connsiteY1404" fmla="*/ 223525 h 4293838"/>
              <a:gd name="connsiteX1405" fmla="*/ 761473 w 5640279"/>
              <a:gd name="connsiteY1405" fmla="*/ 219945 h 4293838"/>
              <a:gd name="connsiteX1406" fmla="*/ 764444 w 5640279"/>
              <a:gd name="connsiteY1406" fmla="*/ 216454 h 4293838"/>
              <a:gd name="connsiteX1407" fmla="*/ 770499 w 5640279"/>
              <a:gd name="connsiteY1407" fmla="*/ 209475 h 4293838"/>
              <a:gd name="connsiteX1408" fmla="*/ 773472 w 5640279"/>
              <a:gd name="connsiteY1408" fmla="*/ 206076 h 4293838"/>
              <a:gd name="connsiteX1409" fmla="*/ 779527 w 5640279"/>
              <a:gd name="connsiteY1409" fmla="*/ 199279 h 4293838"/>
              <a:gd name="connsiteX1410" fmla="*/ 782547 w 5640279"/>
              <a:gd name="connsiteY1410" fmla="*/ 195925 h 4293838"/>
              <a:gd name="connsiteX1411" fmla="*/ 785518 w 5640279"/>
              <a:gd name="connsiteY1411" fmla="*/ 192615 h 4293838"/>
              <a:gd name="connsiteX1412" fmla="*/ 788538 w 5640279"/>
              <a:gd name="connsiteY1412" fmla="*/ 189262 h 4293838"/>
              <a:gd name="connsiteX1413" fmla="*/ 791575 w 5640279"/>
              <a:gd name="connsiteY1413" fmla="*/ 185998 h 4293838"/>
              <a:gd name="connsiteX1414" fmla="*/ 794531 w 5640279"/>
              <a:gd name="connsiteY1414" fmla="*/ 182781 h 4293838"/>
              <a:gd name="connsiteX1415" fmla="*/ 797566 w 5640279"/>
              <a:gd name="connsiteY1415" fmla="*/ 179517 h 4293838"/>
              <a:gd name="connsiteX1416" fmla="*/ 803623 w 5640279"/>
              <a:gd name="connsiteY1416" fmla="*/ 173173 h 4293838"/>
              <a:gd name="connsiteX1417" fmla="*/ 806577 w 5640279"/>
              <a:gd name="connsiteY1417" fmla="*/ 170000 h 4293838"/>
              <a:gd name="connsiteX1418" fmla="*/ 812634 w 5640279"/>
              <a:gd name="connsiteY1418" fmla="*/ 163836 h 4293838"/>
              <a:gd name="connsiteX1419" fmla="*/ 815605 w 5640279"/>
              <a:gd name="connsiteY1419" fmla="*/ 160754 h 4293838"/>
              <a:gd name="connsiteX1420" fmla="*/ 818625 w 5640279"/>
              <a:gd name="connsiteY1420" fmla="*/ 157719 h 4293838"/>
              <a:gd name="connsiteX1421" fmla="*/ 824680 w 5640279"/>
              <a:gd name="connsiteY1421" fmla="*/ 151736 h 4293838"/>
              <a:gd name="connsiteX1422" fmla="*/ 827653 w 5640279"/>
              <a:gd name="connsiteY1422" fmla="*/ 148790 h 4293838"/>
              <a:gd name="connsiteX1423" fmla="*/ 830688 w 5640279"/>
              <a:gd name="connsiteY1423" fmla="*/ 145890 h 4293838"/>
              <a:gd name="connsiteX1424" fmla="*/ 833708 w 5640279"/>
              <a:gd name="connsiteY1424" fmla="*/ 142944 h 4293838"/>
              <a:gd name="connsiteX1425" fmla="*/ 836681 w 5640279"/>
              <a:gd name="connsiteY1425" fmla="*/ 140088 h 4293838"/>
              <a:gd name="connsiteX1426" fmla="*/ 839699 w 5640279"/>
              <a:gd name="connsiteY1426" fmla="*/ 137279 h 4293838"/>
              <a:gd name="connsiteX1427" fmla="*/ 842736 w 5640279"/>
              <a:gd name="connsiteY1427" fmla="*/ 134423 h 4293838"/>
              <a:gd name="connsiteX1428" fmla="*/ 845756 w 5640279"/>
              <a:gd name="connsiteY1428" fmla="*/ 131658 h 4293838"/>
              <a:gd name="connsiteX1429" fmla="*/ 848727 w 5640279"/>
              <a:gd name="connsiteY1429" fmla="*/ 128894 h 4293838"/>
              <a:gd name="connsiteX1430" fmla="*/ 851747 w 5640279"/>
              <a:gd name="connsiteY1430" fmla="*/ 126129 h 4293838"/>
              <a:gd name="connsiteX1431" fmla="*/ 854784 w 5640279"/>
              <a:gd name="connsiteY1431" fmla="*/ 123455 h 4293838"/>
              <a:gd name="connsiteX1432" fmla="*/ 857738 w 5640279"/>
              <a:gd name="connsiteY1432" fmla="*/ 120780 h 4293838"/>
              <a:gd name="connsiteX1433" fmla="*/ 860775 w 5640279"/>
              <a:gd name="connsiteY1433" fmla="*/ 118107 h 4293838"/>
              <a:gd name="connsiteX1434" fmla="*/ 866830 w 5640279"/>
              <a:gd name="connsiteY1434" fmla="*/ 112941 h 4293838"/>
              <a:gd name="connsiteX1435" fmla="*/ 869786 w 5640279"/>
              <a:gd name="connsiteY1435" fmla="*/ 110357 h 4293838"/>
              <a:gd name="connsiteX1436" fmla="*/ 872823 w 5640279"/>
              <a:gd name="connsiteY1436" fmla="*/ 107819 h 4293838"/>
              <a:gd name="connsiteX1437" fmla="*/ 875843 w 5640279"/>
              <a:gd name="connsiteY1437" fmla="*/ 105327 h 4293838"/>
              <a:gd name="connsiteX1438" fmla="*/ 878814 w 5640279"/>
              <a:gd name="connsiteY1438" fmla="*/ 102835 h 4293838"/>
              <a:gd name="connsiteX1439" fmla="*/ 881849 w 5640279"/>
              <a:gd name="connsiteY1439" fmla="*/ 100386 h 4293838"/>
              <a:gd name="connsiteX1440" fmla="*/ 884869 w 5640279"/>
              <a:gd name="connsiteY1440" fmla="*/ 97985 h 4293838"/>
              <a:gd name="connsiteX1441" fmla="*/ 887842 w 5640279"/>
              <a:gd name="connsiteY1441" fmla="*/ 95583 h 4293838"/>
              <a:gd name="connsiteX1442" fmla="*/ 890862 w 5640279"/>
              <a:gd name="connsiteY1442" fmla="*/ 93225 h 4293838"/>
              <a:gd name="connsiteX1443" fmla="*/ 893897 w 5640279"/>
              <a:gd name="connsiteY1443" fmla="*/ 90914 h 4293838"/>
              <a:gd name="connsiteX1444" fmla="*/ 896917 w 5640279"/>
              <a:gd name="connsiteY1444" fmla="*/ 88558 h 4293838"/>
              <a:gd name="connsiteX1445" fmla="*/ 899888 w 5640279"/>
              <a:gd name="connsiteY1445" fmla="*/ 86292 h 4293838"/>
              <a:gd name="connsiteX1446" fmla="*/ 902908 w 5640279"/>
              <a:gd name="connsiteY1446" fmla="*/ 84072 h 4293838"/>
              <a:gd name="connsiteX1447" fmla="*/ 905945 w 5640279"/>
              <a:gd name="connsiteY1447" fmla="*/ 81806 h 4293838"/>
              <a:gd name="connsiteX1448" fmla="*/ 908899 w 5640279"/>
              <a:gd name="connsiteY1448" fmla="*/ 79630 h 4293838"/>
              <a:gd name="connsiteX1449" fmla="*/ 911936 w 5640279"/>
              <a:gd name="connsiteY1449" fmla="*/ 77500 h 4293838"/>
              <a:gd name="connsiteX1450" fmla="*/ 914956 w 5640279"/>
              <a:gd name="connsiteY1450" fmla="*/ 75324 h 4293838"/>
              <a:gd name="connsiteX1451" fmla="*/ 917991 w 5640279"/>
              <a:gd name="connsiteY1451" fmla="*/ 73239 h 4293838"/>
              <a:gd name="connsiteX1452" fmla="*/ 920947 w 5640279"/>
              <a:gd name="connsiteY1452" fmla="*/ 71155 h 4293838"/>
              <a:gd name="connsiteX1453" fmla="*/ 923984 w 5640279"/>
              <a:gd name="connsiteY1453" fmla="*/ 69114 h 4293838"/>
              <a:gd name="connsiteX1454" fmla="*/ 927004 w 5640279"/>
              <a:gd name="connsiteY1454" fmla="*/ 67121 h 4293838"/>
              <a:gd name="connsiteX1455" fmla="*/ 929975 w 5640279"/>
              <a:gd name="connsiteY1455" fmla="*/ 65128 h 4293838"/>
              <a:gd name="connsiteX1456" fmla="*/ 932995 w 5640279"/>
              <a:gd name="connsiteY1456" fmla="*/ 63133 h 4293838"/>
              <a:gd name="connsiteX1457" fmla="*/ 939067 w 5640279"/>
              <a:gd name="connsiteY1457" fmla="*/ 59326 h 4293838"/>
              <a:gd name="connsiteX1458" fmla="*/ 942023 w 5640279"/>
              <a:gd name="connsiteY1458" fmla="*/ 57422 h 4293838"/>
              <a:gd name="connsiteX1459" fmla="*/ 948078 w 5640279"/>
              <a:gd name="connsiteY1459" fmla="*/ 53796 h 4293838"/>
              <a:gd name="connsiteX1460" fmla="*/ 951048 w 5640279"/>
              <a:gd name="connsiteY1460" fmla="*/ 51982 h 4293838"/>
              <a:gd name="connsiteX1461" fmla="*/ 960126 w 5640279"/>
              <a:gd name="connsiteY1461" fmla="*/ 46816 h 4293838"/>
              <a:gd name="connsiteX1462" fmla="*/ 963097 w 5640279"/>
              <a:gd name="connsiteY1462" fmla="*/ 45185 h 4293838"/>
              <a:gd name="connsiteX1463" fmla="*/ 969154 w 5640279"/>
              <a:gd name="connsiteY1463" fmla="*/ 41922 h 4293838"/>
              <a:gd name="connsiteX1464" fmla="*/ 972108 w 5640279"/>
              <a:gd name="connsiteY1464" fmla="*/ 40380 h 4293838"/>
              <a:gd name="connsiteX1465" fmla="*/ 978165 w 5640279"/>
              <a:gd name="connsiteY1465" fmla="*/ 37299 h 4293838"/>
              <a:gd name="connsiteX1466" fmla="*/ 981200 w 5640279"/>
              <a:gd name="connsiteY1466" fmla="*/ 35803 h 4293838"/>
              <a:gd name="connsiteX1467" fmla="*/ 984156 w 5640279"/>
              <a:gd name="connsiteY1467" fmla="*/ 34353 h 4293838"/>
              <a:gd name="connsiteX1468" fmla="*/ 987191 w 5640279"/>
              <a:gd name="connsiteY1468" fmla="*/ 32903 h 4293838"/>
              <a:gd name="connsiteX1469" fmla="*/ 990211 w 5640279"/>
              <a:gd name="connsiteY1469" fmla="*/ 31544 h 4293838"/>
              <a:gd name="connsiteX1470" fmla="*/ 993184 w 5640279"/>
              <a:gd name="connsiteY1470" fmla="*/ 30184 h 4293838"/>
              <a:gd name="connsiteX1471" fmla="*/ 996218 w 5640279"/>
              <a:gd name="connsiteY1471" fmla="*/ 28824 h 4293838"/>
              <a:gd name="connsiteX1472" fmla="*/ 999239 w 5640279"/>
              <a:gd name="connsiteY1472" fmla="*/ 27511 h 4293838"/>
              <a:gd name="connsiteX1473" fmla="*/ 1002275 w 5640279"/>
              <a:gd name="connsiteY1473" fmla="*/ 26241 h 4293838"/>
              <a:gd name="connsiteX1474" fmla="*/ 1005230 w 5640279"/>
              <a:gd name="connsiteY1474" fmla="*/ 24971 h 4293838"/>
              <a:gd name="connsiteX1475" fmla="*/ 1011287 w 5640279"/>
              <a:gd name="connsiteY1475" fmla="*/ 22615 h 4293838"/>
              <a:gd name="connsiteX1476" fmla="*/ 1014257 w 5640279"/>
              <a:gd name="connsiteY1476" fmla="*/ 21436 h 4293838"/>
              <a:gd name="connsiteX1477" fmla="*/ 1017278 w 5640279"/>
              <a:gd name="connsiteY1477" fmla="*/ 20304 h 4293838"/>
              <a:gd name="connsiteX1478" fmla="*/ 1020314 w 5640279"/>
              <a:gd name="connsiteY1478" fmla="*/ 19216 h 4293838"/>
              <a:gd name="connsiteX1479" fmla="*/ 1023269 w 5640279"/>
              <a:gd name="connsiteY1479" fmla="*/ 18128 h 4293838"/>
              <a:gd name="connsiteX1480" fmla="*/ 1029326 w 5640279"/>
              <a:gd name="connsiteY1480" fmla="*/ 16135 h 4293838"/>
              <a:gd name="connsiteX1481" fmla="*/ 1032360 w 5640279"/>
              <a:gd name="connsiteY1481" fmla="*/ 15093 h 4293838"/>
              <a:gd name="connsiteX1482" fmla="*/ 1035317 w 5640279"/>
              <a:gd name="connsiteY1482" fmla="*/ 14184 h 4293838"/>
              <a:gd name="connsiteX1483" fmla="*/ 1041372 w 5640279"/>
              <a:gd name="connsiteY1483" fmla="*/ 12372 h 4293838"/>
              <a:gd name="connsiteX1484" fmla="*/ 1044344 w 5640279"/>
              <a:gd name="connsiteY1484" fmla="*/ 11557 h 4293838"/>
              <a:gd name="connsiteX1485" fmla="*/ 1047379 w 5640279"/>
              <a:gd name="connsiteY1485" fmla="*/ 10695 h 4293838"/>
              <a:gd name="connsiteX1486" fmla="*/ 1050400 w 5640279"/>
              <a:gd name="connsiteY1486" fmla="*/ 9879 h 4293838"/>
              <a:gd name="connsiteX1487" fmla="*/ 1053436 w 5640279"/>
              <a:gd name="connsiteY1487" fmla="*/ 9155 h 4293838"/>
              <a:gd name="connsiteX1488" fmla="*/ 1056390 w 5640279"/>
              <a:gd name="connsiteY1488" fmla="*/ 8429 h 4293838"/>
              <a:gd name="connsiteX1489" fmla="*/ 1059427 w 5640279"/>
              <a:gd name="connsiteY1489" fmla="*/ 7704 h 4293838"/>
              <a:gd name="connsiteX1490" fmla="*/ 1062448 w 5640279"/>
              <a:gd name="connsiteY1490" fmla="*/ 7071 h 4293838"/>
              <a:gd name="connsiteX1491" fmla="*/ 1065418 w 5640279"/>
              <a:gd name="connsiteY1491" fmla="*/ 6435 h 4293838"/>
              <a:gd name="connsiteX1492" fmla="*/ 1068439 w 5640279"/>
              <a:gd name="connsiteY1492" fmla="*/ 5756 h 4293838"/>
              <a:gd name="connsiteX1493" fmla="*/ 1074496 w 5640279"/>
              <a:gd name="connsiteY1493" fmla="*/ 4668 h 4293838"/>
              <a:gd name="connsiteX1494" fmla="*/ 1077466 w 5640279"/>
              <a:gd name="connsiteY1494" fmla="*/ 4123 h 4293838"/>
              <a:gd name="connsiteX1495" fmla="*/ 1083521 w 5640279"/>
              <a:gd name="connsiteY1495" fmla="*/ 3218 h 4293838"/>
              <a:gd name="connsiteX1496" fmla="*/ 1086478 w 5640279"/>
              <a:gd name="connsiteY1496" fmla="*/ 2765 h 4293838"/>
              <a:gd name="connsiteX1497" fmla="*/ 1089514 w 5640279"/>
              <a:gd name="connsiteY1497" fmla="*/ 2357 h 4293838"/>
              <a:gd name="connsiteX1498" fmla="*/ 1095569 w 5640279"/>
              <a:gd name="connsiteY1498" fmla="*/ 1631 h 4293838"/>
              <a:gd name="connsiteX1499" fmla="*/ 1098526 w 5640279"/>
              <a:gd name="connsiteY1499" fmla="*/ 1360 h 4293838"/>
              <a:gd name="connsiteX1500" fmla="*/ 1104597 w 5640279"/>
              <a:gd name="connsiteY1500" fmla="*/ 816 h 4293838"/>
              <a:gd name="connsiteX1501" fmla="*/ 1107553 w 5640279"/>
              <a:gd name="connsiteY1501" fmla="*/ 635 h 4293838"/>
              <a:gd name="connsiteX1502" fmla="*/ 1113608 w 5640279"/>
              <a:gd name="connsiteY1502" fmla="*/ 272 h 4293838"/>
              <a:gd name="connsiteX1503" fmla="*/ 1116645 w 5640279"/>
              <a:gd name="connsiteY1503" fmla="*/ 181 h 4293838"/>
              <a:gd name="connsiteX1504" fmla="*/ 1119599 w 5640279"/>
              <a:gd name="connsiteY1504" fmla="*/ 90 h 4293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Lst>
            <a:rect l="l" t="t" r="r" b="b"/>
            <a:pathLst>
              <a:path w="5640279" h="4293838">
                <a:moveTo>
                  <a:pt x="1122636" y="0"/>
                </a:moveTo>
                <a:lnTo>
                  <a:pt x="1131647" y="0"/>
                </a:lnTo>
                <a:lnTo>
                  <a:pt x="1134684" y="90"/>
                </a:lnTo>
                <a:lnTo>
                  <a:pt x="1137638" y="181"/>
                </a:lnTo>
                <a:lnTo>
                  <a:pt x="1140675" y="272"/>
                </a:lnTo>
                <a:lnTo>
                  <a:pt x="1146730" y="635"/>
                </a:lnTo>
                <a:lnTo>
                  <a:pt x="1149687" y="816"/>
                </a:lnTo>
                <a:lnTo>
                  <a:pt x="1155742" y="1360"/>
                </a:lnTo>
                <a:lnTo>
                  <a:pt x="1158714" y="1631"/>
                </a:lnTo>
                <a:lnTo>
                  <a:pt x="1164769" y="2357"/>
                </a:lnTo>
                <a:lnTo>
                  <a:pt x="1167806" y="2765"/>
                </a:lnTo>
                <a:lnTo>
                  <a:pt x="1170760" y="3218"/>
                </a:lnTo>
                <a:lnTo>
                  <a:pt x="1176817" y="4123"/>
                </a:lnTo>
                <a:lnTo>
                  <a:pt x="1179788" y="4668"/>
                </a:lnTo>
                <a:lnTo>
                  <a:pt x="1185845" y="5756"/>
                </a:lnTo>
                <a:lnTo>
                  <a:pt x="1188865" y="6435"/>
                </a:lnTo>
                <a:lnTo>
                  <a:pt x="1191836" y="7071"/>
                </a:lnTo>
                <a:lnTo>
                  <a:pt x="1194856" y="7704"/>
                </a:lnTo>
                <a:lnTo>
                  <a:pt x="1197891" y="8429"/>
                </a:lnTo>
                <a:lnTo>
                  <a:pt x="1200847" y="9155"/>
                </a:lnTo>
                <a:lnTo>
                  <a:pt x="1203884" y="9879"/>
                </a:lnTo>
                <a:lnTo>
                  <a:pt x="1206902" y="10695"/>
                </a:lnTo>
                <a:lnTo>
                  <a:pt x="1209939" y="11557"/>
                </a:lnTo>
                <a:lnTo>
                  <a:pt x="1212910" y="12372"/>
                </a:lnTo>
                <a:lnTo>
                  <a:pt x="1218967" y="14184"/>
                </a:lnTo>
                <a:lnTo>
                  <a:pt x="1221921" y="15093"/>
                </a:lnTo>
                <a:lnTo>
                  <a:pt x="1224958" y="16135"/>
                </a:lnTo>
                <a:lnTo>
                  <a:pt x="1231013" y="18128"/>
                </a:lnTo>
                <a:lnTo>
                  <a:pt x="1233969" y="19216"/>
                </a:lnTo>
                <a:lnTo>
                  <a:pt x="1237006" y="20304"/>
                </a:lnTo>
                <a:lnTo>
                  <a:pt x="1240026" y="21436"/>
                </a:lnTo>
                <a:lnTo>
                  <a:pt x="1242997" y="22615"/>
                </a:lnTo>
                <a:lnTo>
                  <a:pt x="1249052" y="24971"/>
                </a:lnTo>
                <a:lnTo>
                  <a:pt x="1252072" y="26241"/>
                </a:lnTo>
                <a:lnTo>
                  <a:pt x="1255045" y="27511"/>
                </a:lnTo>
                <a:lnTo>
                  <a:pt x="1258065" y="28824"/>
                </a:lnTo>
                <a:lnTo>
                  <a:pt x="1261100" y="30184"/>
                </a:lnTo>
                <a:lnTo>
                  <a:pt x="1264056" y="31544"/>
                </a:lnTo>
                <a:lnTo>
                  <a:pt x="1267091" y="32903"/>
                </a:lnTo>
                <a:lnTo>
                  <a:pt x="1270128" y="34353"/>
                </a:lnTo>
                <a:lnTo>
                  <a:pt x="1273084" y="35803"/>
                </a:lnTo>
                <a:lnTo>
                  <a:pt x="1276119" y="37299"/>
                </a:lnTo>
                <a:lnTo>
                  <a:pt x="1282176" y="40380"/>
                </a:lnTo>
                <a:lnTo>
                  <a:pt x="1285130" y="41922"/>
                </a:lnTo>
                <a:lnTo>
                  <a:pt x="1291187" y="45185"/>
                </a:lnTo>
                <a:lnTo>
                  <a:pt x="1294158" y="46816"/>
                </a:lnTo>
                <a:lnTo>
                  <a:pt x="1303233" y="51982"/>
                </a:lnTo>
                <a:lnTo>
                  <a:pt x="1306206" y="53796"/>
                </a:lnTo>
                <a:lnTo>
                  <a:pt x="1312261" y="57422"/>
                </a:lnTo>
                <a:lnTo>
                  <a:pt x="1315217" y="59326"/>
                </a:lnTo>
                <a:lnTo>
                  <a:pt x="1321272" y="63133"/>
                </a:lnTo>
                <a:lnTo>
                  <a:pt x="1324309" y="65128"/>
                </a:lnTo>
                <a:lnTo>
                  <a:pt x="1327280" y="67121"/>
                </a:lnTo>
                <a:lnTo>
                  <a:pt x="1330300" y="69114"/>
                </a:lnTo>
                <a:lnTo>
                  <a:pt x="1333337" y="71155"/>
                </a:lnTo>
                <a:lnTo>
                  <a:pt x="1336291" y="73239"/>
                </a:lnTo>
                <a:lnTo>
                  <a:pt x="1339328" y="75324"/>
                </a:lnTo>
                <a:lnTo>
                  <a:pt x="1342348" y="77500"/>
                </a:lnTo>
                <a:lnTo>
                  <a:pt x="1345383" y="79630"/>
                </a:lnTo>
                <a:lnTo>
                  <a:pt x="1348339" y="81806"/>
                </a:lnTo>
                <a:lnTo>
                  <a:pt x="1351376" y="84072"/>
                </a:lnTo>
                <a:lnTo>
                  <a:pt x="1354394" y="86292"/>
                </a:lnTo>
                <a:lnTo>
                  <a:pt x="1357367" y="88558"/>
                </a:lnTo>
                <a:lnTo>
                  <a:pt x="1360387" y="90914"/>
                </a:lnTo>
                <a:lnTo>
                  <a:pt x="1363422" y="93225"/>
                </a:lnTo>
                <a:lnTo>
                  <a:pt x="1366442" y="95583"/>
                </a:lnTo>
                <a:lnTo>
                  <a:pt x="1369413" y="97985"/>
                </a:lnTo>
                <a:lnTo>
                  <a:pt x="1372433" y="100386"/>
                </a:lnTo>
                <a:lnTo>
                  <a:pt x="1375470" y="102835"/>
                </a:lnTo>
                <a:lnTo>
                  <a:pt x="1378441" y="105327"/>
                </a:lnTo>
                <a:lnTo>
                  <a:pt x="1381461" y="107819"/>
                </a:lnTo>
                <a:lnTo>
                  <a:pt x="1384498" y="110357"/>
                </a:lnTo>
                <a:lnTo>
                  <a:pt x="1387452" y="112941"/>
                </a:lnTo>
                <a:lnTo>
                  <a:pt x="1393509" y="118107"/>
                </a:lnTo>
                <a:lnTo>
                  <a:pt x="1396544" y="120780"/>
                </a:lnTo>
                <a:lnTo>
                  <a:pt x="1399500" y="123455"/>
                </a:lnTo>
                <a:lnTo>
                  <a:pt x="1402537" y="126129"/>
                </a:lnTo>
                <a:lnTo>
                  <a:pt x="1405557" y="128894"/>
                </a:lnTo>
                <a:lnTo>
                  <a:pt x="1408528" y="131658"/>
                </a:lnTo>
                <a:lnTo>
                  <a:pt x="1411548" y="134423"/>
                </a:lnTo>
                <a:lnTo>
                  <a:pt x="1414583" y="137279"/>
                </a:lnTo>
                <a:lnTo>
                  <a:pt x="1417603" y="140088"/>
                </a:lnTo>
                <a:lnTo>
                  <a:pt x="1420576" y="142944"/>
                </a:lnTo>
                <a:lnTo>
                  <a:pt x="1423594" y="145890"/>
                </a:lnTo>
                <a:lnTo>
                  <a:pt x="1426631" y="148790"/>
                </a:lnTo>
                <a:lnTo>
                  <a:pt x="1429587" y="151736"/>
                </a:lnTo>
                <a:lnTo>
                  <a:pt x="1435658" y="157719"/>
                </a:lnTo>
                <a:lnTo>
                  <a:pt x="1438679" y="160754"/>
                </a:lnTo>
                <a:lnTo>
                  <a:pt x="1441649" y="163836"/>
                </a:lnTo>
                <a:lnTo>
                  <a:pt x="1447704" y="170000"/>
                </a:lnTo>
                <a:lnTo>
                  <a:pt x="1450661" y="173173"/>
                </a:lnTo>
                <a:lnTo>
                  <a:pt x="1456718" y="179517"/>
                </a:lnTo>
                <a:lnTo>
                  <a:pt x="1459753" y="182781"/>
                </a:lnTo>
                <a:lnTo>
                  <a:pt x="1462709" y="185998"/>
                </a:lnTo>
                <a:lnTo>
                  <a:pt x="1465743" y="189262"/>
                </a:lnTo>
                <a:lnTo>
                  <a:pt x="1468764" y="192615"/>
                </a:lnTo>
                <a:lnTo>
                  <a:pt x="1471737" y="195925"/>
                </a:lnTo>
                <a:lnTo>
                  <a:pt x="1474757" y="199279"/>
                </a:lnTo>
                <a:lnTo>
                  <a:pt x="1480812" y="206076"/>
                </a:lnTo>
                <a:lnTo>
                  <a:pt x="1483783" y="209475"/>
                </a:lnTo>
                <a:lnTo>
                  <a:pt x="1489840" y="216454"/>
                </a:lnTo>
                <a:lnTo>
                  <a:pt x="1492810" y="219945"/>
                </a:lnTo>
                <a:lnTo>
                  <a:pt x="1495831" y="223525"/>
                </a:lnTo>
                <a:lnTo>
                  <a:pt x="1498867" y="227060"/>
                </a:lnTo>
                <a:lnTo>
                  <a:pt x="1501886" y="230641"/>
                </a:lnTo>
                <a:lnTo>
                  <a:pt x="1504858" y="234312"/>
                </a:lnTo>
                <a:lnTo>
                  <a:pt x="1510913" y="241563"/>
                </a:lnTo>
                <a:lnTo>
                  <a:pt x="1513870" y="245280"/>
                </a:lnTo>
                <a:lnTo>
                  <a:pt x="1516904" y="248996"/>
                </a:lnTo>
                <a:lnTo>
                  <a:pt x="1519925" y="252757"/>
                </a:lnTo>
                <a:lnTo>
                  <a:pt x="1522897" y="256520"/>
                </a:lnTo>
                <a:lnTo>
                  <a:pt x="1528952" y="264133"/>
                </a:lnTo>
                <a:lnTo>
                  <a:pt x="1531973" y="267985"/>
                </a:lnTo>
                <a:lnTo>
                  <a:pt x="1534943" y="271884"/>
                </a:lnTo>
                <a:lnTo>
                  <a:pt x="1537964" y="275735"/>
                </a:lnTo>
                <a:lnTo>
                  <a:pt x="1541000" y="279677"/>
                </a:lnTo>
                <a:lnTo>
                  <a:pt x="1543971" y="283621"/>
                </a:lnTo>
                <a:lnTo>
                  <a:pt x="1546991" y="287564"/>
                </a:lnTo>
                <a:lnTo>
                  <a:pt x="1550028" y="291598"/>
                </a:lnTo>
                <a:lnTo>
                  <a:pt x="1553049" y="295585"/>
                </a:lnTo>
                <a:lnTo>
                  <a:pt x="1556019" y="299620"/>
                </a:lnTo>
                <a:lnTo>
                  <a:pt x="1559039" y="303699"/>
                </a:lnTo>
                <a:lnTo>
                  <a:pt x="1562074" y="307822"/>
                </a:lnTo>
                <a:lnTo>
                  <a:pt x="1565030" y="311902"/>
                </a:lnTo>
                <a:lnTo>
                  <a:pt x="1574122" y="324411"/>
                </a:lnTo>
                <a:lnTo>
                  <a:pt x="1577079" y="328626"/>
                </a:lnTo>
                <a:lnTo>
                  <a:pt x="1580113" y="332886"/>
                </a:lnTo>
                <a:lnTo>
                  <a:pt x="1583134" y="337100"/>
                </a:lnTo>
                <a:lnTo>
                  <a:pt x="1586104" y="341406"/>
                </a:lnTo>
                <a:lnTo>
                  <a:pt x="1592161" y="350016"/>
                </a:lnTo>
                <a:lnTo>
                  <a:pt x="1595182" y="354412"/>
                </a:lnTo>
                <a:lnTo>
                  <a:pt x="1598152" y="358764"/>
                </a:lnTo>
                <a:lnTo>
                  <a:pt x="1601189" y="363162"/>
                </a:lnTo>
                <a:lnTo>
                  <a:pt x="1604209" y="367602"/>
                </a:lnTo>
                <a:lnTo>
                  <a:pt x="1607180" y="372043"/>
                </a:lnTo>
                <a:lnTo>
                  <a:pt x="1610200" y="376485"/>
                </a:lnTo>
                <a:lnTo>
                  <a:pt x="1613235" y="381016"/>
                </a:lnTo>
                <a:lnTo>
                  <a:pt x="1616255" y="385503"/>
                </a:lnTo>
                <a:lnTo>
                  <a:pt x="1619228" y="390036"/>
                </a:lnTo>
                <a:lnTo>
                  <a:pt x="1625283" y="399190"/>
                </a:lnTo>
                <a:lnTo>
                  <a:pt x="1628239" y="403769"/>
                </a:lnTo>
                <a:lnTo>
                  <a:pt x="1631274" y="408437"/>
                </a:lnTo>
                <a:lnTo>
                  <a:pt x="1634294" y="413058"/>
                </a:lnTo>
                <a:lnTo>
                  <a:pt x="1637331" y="417728"/>
                </a:lnTo>
                <a:lnTo>
                  <a:pt x="1640285" y="422440"/>
                </a:lnTo>
                <a:lnTo>
                  <a:pt x="1646342" y="431867"/>
                </a:lnTo>
                <a:lnTo>
                  <a:pt x="1649313" y="436626"/>
                </a:lnTo>
                <a:lnTo>
                  <a:pt x="1652333" y="441430"/>
                </a:lnTo>
                <a:lnTo>
                  <a:pt x="1655370" y="446188"/>
                </a:lnTo>
                <a:lnTo>
                  <a:pt x="1658341" y="451039"/>
                </a:lnTo>
                <a:lnTo>
                  <a:pt x="1664398" y="460738"/>
                </a:lnTo>
                <a:lnTo>
                  <a:pt x="1667416" y="465633"/>
                </a:lnTo>
                <a:lnTo>
                  <a:pt x="1670389" y="470528"/>
                </a:lnTo>
                <a:lnTo>
                  <a:pt x="1676444" y="480406"/>
                </a:lnTo>
                <a:lnTo>
                  <a:pt x="1679400" y="485392"/>
                </a:lnTo>
                <a:lnTo>
                  <a:pt x="1682435" y="490377"/>
                </a:lnTo>
                <a:lnTo>
                  <a:pt x="1688492" y="500438"/>
                </a:lnTo>
                <a:lnTo>
                  <a:pt x="1691448" y="505470"/>
                </a:lnTo>
                <a:lnTo>
                  <a:pt x="1697503" y="515622"/>
                </a:lnTo>
                <a:lnTo>
                  <a:pt x="1700474" y="520743"/>
                </a:lnTo>
                <a:lnTo>
                  <a:pt x="1703494" y="525864"/>
                </a:lnTo>
                <a:lnTo>
                  <a:pt x="1709551" y="536197"/>
                </a:lnTo>
                <a:lnTo>
                  <a:pt x="1712522" y="541409"/>
                </a:lnTo>
                <a:lnTo>
                  <a:pt x="1715559" y="546622"/>
                </a:lnTo>
                <a:lnTo>
                  <a:pt x="1718579" y="551788"/>
                </a:lnTo>
                <a:lnTo>
                  <a:pt x="1721550" y="557091"/>
                </a:lnTo>
                <a:lnTo>
                  <a:pt x="1727605" y="567605"/>
                </a:lnTo>
                <a:lnTo>
                  <a:pt x="1730625" y="572953"/>
                </a:lnTo>
                <a:lnTo>
                  <a:pt x="1733598" y="578256"/>
                </a:lnTo>
                <a:lnTo>
                  <a:pt x="1739653" y="588952"/>
                </a:lnTo>
                <a:lnTo>
                  <a:pt x="1742609" y="594344"/>
                </a:lnTo>
                <a:lnTo>
                  <a:pt x="1745644" y="599738"/>
                </a:lnTo>
                <a:lnTo>
                  <a:pt x="1751701" y="610615"/>
                </a:lnTo>
                <a:lnTo>
                  <a:pt x="1754655" y="616053"/>
                </a:lnTo>
                <a:lnTo>
                  <a:pt x="1760712" y="627022"/>
                </a:lnTo>
                <a:lnTo>
                  <a:pt x="1763683" y="632506"/>
                </a:lnTo>
                <a:lnTo>
                  <a:pt x="1766720" y="638080"/>
                </a:lnTo>
                <a:lnTo>
                  <a:pt x="1769740" y="643609"/>
                </a:lnTo>
                <a:lnTo>
                  <a:pt x="1772711" y="649139"/>
                </a:lnTo>
                <a:lnTo>
                  <a:pt x="1775731" y="654758"/>
                </a:lnTo>
                <a:lnTo>
                  <a:pt x="1778766" y="660333"/>
                </a:lnTo>
                <a:lnTo>
                  <a:pt x="1781786" y="665952"/>
                </a:lnTo>
                <a:lnTo>
                  <a:pt x="1784759" y="671572"/>
                </a:lnTo>
                <a:lnTo>
                  <a:pt x="1790814" y="682903"/>
                </a:lnTo>
                <a:lnTo>
                  <a:pt x="1793770" y="688568"/>
                </a:lnTo>
                <a:lnTo>
                  <a:pt x="1799825" y="699989"/>
                </a:lnTo>
                <a:lnTo>
                  <a:pt x="1802862" y="705744"/>
                </a:lnTo>
                <a:lnTo>
                  <a:pt x="1805816" y="711456"/>
                </a:lnTo>
                <a:lnTo>
                  <a:pt x="1808853" y="717211"/>
                </a:lnTo>
                <a:lnTo>
                  <a:pt x="1811873" y="723013"/>
                </a:lnTo>
                <a:lnTo>
                  <a:pt x="1814844" y="728813"/>
                </a:lnTo>
                <a:lnTo>
                  <a:pt x="1817864" y="734615"/>
                </a:lnTo>
                <a:lnTo>
                  <a:pt x="1823921" y="746307"/>
                </a:lnTo>
                <a:lnTo>
                  <a:pt x="1826892" y="752153"/>
                </a:lnTo>
                <a:lnTo>
                  <a:pt x="1832947" y="763938"/>
                </a:lnTo>
                <a:lnTo>
                  <a:pt x="1835920" y="769829"/>
                </a:lnTo>
                <a:lnTo>
                  <a:pt x="1844995" y="787640"/>
                </a:lnTo>
                <a:lnTo>
                  <a:pt x="1847966" y="793623"/>
                </a:lnTo>
                <a:lnTo>
                  <a:pt x="1850986" y="799560"/>
                </a:lnTo>
                <a:lnTo>
                  <a:pt x="1854023" y="805543"/>
                </a:lnTo>
                <a:lnTo>
                  <a:pt x="1856979" y="811570"/>
                </a:lnTo>
                <a:lnTo>
                  <a:pt x="1863034" y="823626"/>
                </a:lnTo>
                <a:lnTo>
                  <a:pt x="1866071" y="829699"/>
                </a:lnTo>
                <a:lnTo>
                  <a:pt x="1869025" y="835771"/>
                </a:lnTo>
                <a:lnTo>
                  <a:pt x="1872062" y="841846"/>
                </a:lnTo>
                <a:lnTo>
                  <a:pt x="1875082" y="847964"/>
                </a:lnTo>
                <a:lnTo>
                  <a:pt x="1878053" y="854037"/>
                </a:lnTo>
                <a:lnTo>
                  <a:pt x="1881090" y="860155"/>
                </a:lnTo>
                <a:lnTo>
                  <a:pt x="1884108" y="866319"/>
                </a:lnTo>
                <a:lnTo>
                  <a:pt x="1887145" y="872437"/>
                </a:lnTo>
                <a:lnTo>
                  <a:pt x="1890101" y="878600"/>
                </a:lnTo>
                <a:lnTo>
                  <a:pt x="1893136" y="884809"/>
                </a:lnTo>
                <a:lnTo>
                  <a:pt x="1896156" y="890970"/>
                </a:lnTo>
                <a:lnTo>
                  <a:pt x="1899126" y="897176"/>
                </a:lnTo>
                <a:lnTo>
                  <a:pt x="1902147" y="903395"/>
                </a:lnTo>
                <a:lnTo>
                  <a:pt x="1905184" y="909650"/>
                </a:lnTo>
                <a:lnTo>
                  <a:pt x="1908140" y="915856"/>
                </a:lnTo>
                <a:lnTo>
                  <a:pt x="1914195" y="928364"/>
                </a:lnTo>
                <a:lnTo>
                  <a:pt x="1917232" y="934664"/>
                </a:lnTo>
                <a:lnTo>
                  <a:pt x="1920186" y="940964"/>
                </a:lnTo>
                <a:lnTo>
                  <a:pt x="1926243" y="953564"/>
                </a:lnTo>
                <a:lnTo>
                  <a:pt x="1929214" y="959910"/>
                </a:lnTo>
                <a:lnTo>
                  <a:pt x="1932250" y="966210"/>
                </a:lnTo>
                <a:lnTo>
                  <a:pt x="1935271" y="972557"/>
                </a:lnTo>
                <a:lnTo>
                  <a:pt x="1938289" y="978937"/>
                </a:lnTo>
                <a:lnTo>
                  <a:pt x="1941262" y="985284"/>
                </a:lnTo>
                <a:lnTo>
                  <a:pt x="1947317" y="998070"/>
                </a:lnTo>
                <a:lnTo>
                  <a:pt x="1950289" y="1004498"/>
                </a:lnTo>
                <a:lnTo>
                  <a:pt x="1953308" y="1010890"/>
                </a:lnTo>
                <a:lnTo>
                  <a:pt x="1959365" y="1023769"/>
                </a:lnTo>
                <a:lnTo>
                  <a:pt x="1962335" y="1030197"/>
                </a:lnTo>
                <a:lnTo>
                  <a:pt x="1965356" y="1036683"/>
                </a:lnTo>
                <a:lnTo>
                  <a:pt x="1968392" y="1043123"/>
                </a:lnTo>
                <a:lnTo>
                  <a:pt x="1971347" y="1049597"/>
                </a:lnTo>
                <a:lnTo>
                  <a:pt x="1974383" y="1056128"/>
                </a:lnTo>
                <a:lnTo>
                  <a:pt x="1980438" y="1069088"/>
                </a:lnTo>
                <a:lnTo>
                  <a:pt x="1983395" y="1075608"/>
                </a:lnTo>
                <a:lnTo>
                  <a:pt x="1986432" y="1082140"/>
                </a:lnTo>
                <a:lnTo>
                  <a:pt x="1989452" y="1088708"/>
                </a:lnTo>
                <a:lnTo>
                  <a:pt x="1992422" y="1095240"/>
                </a:lnTo>
                <a:lnTo>
                  <a:pt x="2001514" y="1114951"/>
                </a:lnTo>
                <a:lnTo>
                  <a:pt x="2004471" y="1121519"/>
                </a:lnTo>
                <a:lnTo>
                  <a:pt x="2007505" y="1128097"/>
                </a:lnTo>
                <a:lnTo>
                  <a:pt x="2010526" y="1134710"/>
                </a:lnTo>
                <a:lnTo>
                  <a:pt x="2013496" y="1141324"/>
                </a:lnTo>
                <a:lnTo>
                  <a:pt x="2019553" y="1154561"/>
                </a:lnTo>
                <a:lnTo>
                  <a:pt x="2022574" y="1161221"/>
                </a:lnTo>
                <a:lnTo>
                  <a:pt x="2025544" y="1167846"/>
                </a:lnTo>
                <a:lnTo>
                  <a:pt x="2031599" y="1181165"/>
                </a:lnTo>
                <a:lnTo>
                  <a:pt x="2034556" y="1187825"/>
                </a:lnTo>
                <a:lnTo>
                  <a:pt x="2037592" y="1194532"/>
                </a:lnTo>
                <a:lnTo>
                  <a:pt x="2040613" y="1201203"/>
                </a:lnTo>
                <a:lnTo>
                  <a:pt x="2043583" y="1207909"/>
                </a:lnTo>
                <a:lnTo>
                  <a:pt x="2052675" y="1228027"/>
                </a:lnTo>
                <a:lnTo>
                  <a:pt x="2055631" y="1234734"/>
                </a:lnTo>
                <a:lnTo>
                  <a:pt x="2058666" y="1241486"/>
                </a:lnTo>
                <a:lnTo>
                  <a:pt x="2061686" y="1248193"/>
                </a:lnTo>
                <a:lnTo>
                  <a:pt x="2064657" y="1254944"/>
                </a:lnTo>
                <a:lnTo>
                  <a:pt x="2073734" y="1275214"/>
                </a:lnTo>
                <a:lnTo>
                  <a:pt x="2076705" y="1281967"/>
                </a:lnTo>
                <a:lnTo>
                  <a:pt x="2079725" y="1288754"/>
                </a:lnTo>
                <a:lnTo>
                  <a:pt x="2082762" y="1295518"/>
                </a:lnTo>
                <a:lnTo>
                  <a:pt x="2085716" y="1302305"/>
                </a:lnTo>
                <a:lnTo>
                  <a:pt x="2094808" y="1322702"/>
                </a:lnTo>
                <a:lnTo>
                  <a:pt x="2097781" y="1329501"/>
                </a:lnTo>
                <a:lnTo>
                  <a:pt x="2100799" y="1336346"/>
                </a:lnTo>
                <a:lnTo>
                  <a:pt x="2103820" y="1343145"/>
                </a:lnTo>
                <a:lnTo>
                  <a:pt x="2106792" y="1349990"/>
                </a:lnTo>
                <a:lnTo>
                  <a:pt x="2109827" y="1356789"/>
                </a:lnTo>
                <a:lnTo>
                  <a:pt x="2115884" y="1370469"/>
                </a:lnTo>
                <a:lnTo>
                  <a:pt x="2118838" y="1377314"/>
                </a:lnTo>
                <a:lnTo>
                  <a:pt x="2124895" y="1391004"/>
                </a:lnTo>
                <a:lnTo>
                  <a:pt x="2127866" y="1397897"/>
                </a:lnTo>
                <a:lnTo>
                  <a:pt x="2130886" y="1404742"/>
                </a:lnTo>
                <a:lnTo>
                  <a:pt x="2133923" y="1411623"/>
                </a:lnTo>
                <a:lnTo>
                  <a:pt x="2136943" y="1418468"/>
                </a:lnTo>
                <a:lnTo>
                  <a:pt x="2139914" y="1425359"/>
                </a:lnTo>
                <a:lnTo>
                  <a:pt x="2145969" y="1439130"/>
                </a:lnTo>
                <a:lnTo>
                  <a:pt x="2148925" y="1446023"/>
                </a:lnTo>
                <a:lnTo>
                  <a:pt x="2154980" y="1459807"/>
                </a:lnTo>
                <a:lnTo>
                  <a:pt x="2157953" y="1466686"/>
                </a:lnTo>
                <a:lnTo>
                  <a:pt x="2160988" y="1473578"/>
                </a:lnTo>
                <a:lnTo>
                  <a:pt x="2164008" y="1480516"/>
                </a:lnTo>
                <a:lnTo>
                  <a:pt x="2167045" y="1487408"/>
                </a:lnTo>
                <a:lnTo>
                  <a:pt x="2170001" y="1494335"/>
                </a:lnTo>
                <a:lnTo>
                  <a:pt x="2173036" y="1501226"/>
                </a:lnTo>
                <a:lnTo>
                  <a:pt x="2176056" y="1508165"/>
                </a:lnTo>
                <a:lnTo>
                  <a:pt x="2179027" y="1515045"/>
                </a:lnTo>
                <a:lnTo>
                  <a:pt x="2188105" y="1535848"/>
                </a:lnTo>
                <a:lnTo>
                  <a:pt x="2191075" y="1542786"/>
                </a:lnTo>
                <a:lnTo>
                  <a:pt x="2194096" y="1549723"/>
                </a:lnTo>
                <a:lnTo>
                  <a:pt x="2197130" y="1556604"/>
                </a:lnTo>
                <a:lnTo>
                  <a:pt x="2200087" y="1563543"/>
                </a:lnTo>
                <a:lnTo>
                  <a:pt x="2203123" y="1570527"/>
                </a:lnTo>
                <a:lnTo>
                  <a:pt x="2209178" y="1584391"/>
                </a:lnTo>
                <a:lnTo>
                  <a:pt x="2212149" y="1591329"/>
                </a:lnTo>
                <a:lnTo>
                  <a:pt x="2218206" y="1605195"/>
                </a:lnTo>
                <a:lnTo>
                  <a:pt x="2221162" y="1612179"/>
                </a:lnTo>
                <a:lnTo>
                  <a:pt x="2230254" y="1632970"/>
                </a:lnTo>
                <a:lnTo>
                  <a:pt x="2233208" y="1639954"/>
                </a:lnTo>
                <a:lnTo>
                  <a:pt x="2239265" y="1653820"/>
                </a:lnTo>
                <a:lnTo>
                  <a:pt x="2242236" y="1660804"/>
                </a:lnTo>
                <a:lnTo>
                  <a:pt x="2245256" y="1667743"/>
                </a:lnTo>
                <a:lnTo>
                  <a:pt x="2248293" y="1674716"/>
                </a:lnTo>
                <a:lnTo>
                  <a:pt x="2251311" y="1681653"/>
                </a:lnTo>
                <a:lnTo>
                  <a:pt x="2260339" y="1681653"/>
                </a:lnTo>
                <a:lnTo>
                  <a:pt x="2260339" y="1704216"/>
                </a:lnTo>
                <a:lnTo>
                  <a:pt x="2260341" y="1702503"/>
                </a:lnTo>
                <a:lnTo>
                  <a:pt x="2263312" y="1709430"/>
                </a:lnTo>
                <a:lnTo>
                  <a:pt x="2266332" y="1716414"/>
                </a:lnTo>
                <a:lnTo>
                  <a:pt x="2269352" y="1723353"/>
                </a:lnTo>
                <a:lnTo>
                  <a:pt x="2272387" y="1730326"/>
                </a:lnTo>
                <a:lnTo>
                  <a:pt x="2275360" y="1737263"/>
                </a:lnTo>
                <a:lnTo>
                  <a:pt x="2278378" y="1744190"/>
                </a:lnTo>
                <a:lnTo>
                  <a:pt x="2281415" y="1751174"/>
                </a:lnTo>
                <a:lnTo>
                  <a:pt x="2284371" y="1758113"/>
                </a:lnTo>
                <a:lnTo>
                  <a:pt x="2290426" y="1771978"/>
                </a:lnTo>
                <a:lnTo>
                  <a:pt x="2293397" y="1778951"/>
                </a:lnTo>
                <a:lnTo>
                  <a:pt x="2302474" y="1799753"/>
                </a:lnTo>
                <a:lnTo>
                  <a:pt x="2305445" y="1806692"/>
                </a:lnTo>
                <a:lnTo>
                  <a:pt x="2311502" y="1820557"/>
                </a:lnTo>
                <a:lnTo>
                  <a:pt x="2314456" y="1827494"/>
                </a:lnTo>
                <a:lnTo>
                  <a:pt x="2323548" y="1848298"/>
                </a:lnTo>
                <a:lnTo>
                  <a:pt x="2326521" y="1855235"/>
                </a:lnTo>
                <a:lnTo>
                  <a:pt x="2329541" y="1862162"/>
                </a:lnTo>
                <a:lnTo>
                  <a:pt x="2332576" y="1869054"/>
                </a:lnTo>
                <a:lnTo>
                  <a:pt x="2335532" y="1875991"/>
                </a:lnTo>
                <a:lnTo>
                  <a:pt x="2338567" y="1882884"/>
                </a:lnTo>
                <a:lnTo>
                  <a:pt x="2341587" y="1889811"/>
                </a:lnTo>
                <a:lnTo>
                  <a:pt x="2344624" y="1896702"/>
                </a:lnTo>
                <a:lnTo>
                  <a:pt x="2347578" y="1903640"/>
                </a:lnTo>
                <a:lnTo>
                  <a:pt x="2350615" y="1910521"/>
                </a:lnTo>
                <a:lnTo>
                  <a:pt x="2353635" y="1917458"/>
                </a:lnTo>
                <a:lnTo>
                  <a:pt x="2356606" y="1924351"/>
                </a:lnTo>
                <a:lnTo>
                  <a:pt x="2365683" y="1945013"/>
                </a:lnTo>
                <a:lnTo>
                  <a:pt x="2368654" y="1951906"/>
                </a:lnTo>
                <a:lnTo>
                  <a:pt x="2371674" y="1958785"/>
                </a:lnTo>
                <a:lnTo>
                  <a:pt x="2374709" y="1965632"/>
                </a:lnTo>
                <a:lnTo>
                  <a:pt x="2377682" y="1972523"/>
                </a:lnTo>
                <a:lnTo>
                  <a:pt x="2380702" y="1979415"/>
                </a:lnTo>
                <a:lnTo>
                  <a:pt x="2383737" y="1986260"/>
                </a:lnTo>
                <a:lnTo>
                  <a:pt x="2386757" y="1993140"/>
                </a:lnTo>
                <a:lnTo>
                  <a:pt x="2389727" y="1999986"/>
                </a:lnTo>
                <a:lnTo>
                  <a:pt x="2395785" y="2013676"/>
                </a:lnTo>
                <a:lnTo>
                  <a:pt x="2398741" y="2020521"/>
                </a:lnTo>
                <a:lnTo>
                  <a:pt x="2407833" y="2041046"/>
                </a:lnTo>
                <a:lnTo>
                  <a:pt x="2410787" y="2047891"/>
                </a:lnTo>
                <a:lnTo>
                  <a:pt x="2413824" y="2054690"/>
                </a:lnTo>
                <a:lnTo>
                  <a:pt x="2416844" y="2061536"/>
                </a:lnTo>
                <a:lnTo>
                  <a:pt x="2419815" y="2068335"/>
                </a:lnTo>
                <a:lnTo>
                  <a:pt x="2425872" y="2081933"/>
                </a:lnTo>
                <a:lnTo>
                  <a:pt x="2428842" y="2088732"/>
                </a:lnTo>
                <a:lnTo>
                  <a:pt x="2437918" y="2109129"/>
                </a:lnTo>
                <a:lnTo>
                  <a:pt x="2440888" y="2115881"/>
                </a:lnTo>
                <a:lnTo>
                  <a:pt x="2443909" y="2122634"/>
                </a:lnTo>
                <a:lnTo>
                  <a:pt x="2446945" y="2129433"/>
                </a:lnTo>
                <a:lnTo>
                  <a:pt x="2449902" y="2136184"/>
                </a:lnTo>
                <a:lnTo>
                  <a:pt x="2458993" y="2156442"/>
                </a:lnTo>
                <a:lnTo>
                  <a:pt x="2461948" y="2163149"/>
                </a:lnTo>
                <a:lnTo>
                  <a:pt x="2464984" y="2169901"/>
                </a:lnTo>
                <a:lnTo>
                  <a:pt x="2468005" y="2176608"/>
                </a:lnTo>
                <a:lnTo>
                  <a:pt x="2470975" y="2183313"/>
                </a:lnTo>
                <a:lnTo>
                  <a:pt x="2480053" y="2203431"/>
                </a:lnTo>
                <a:lnTo>
                  <a:pt x="2483023" y="2210149"/>
                </a:lnTo>
                <a:lnTo>
                  <a:pt x="2486044" y="2216810"/>
                </a:lnTo>
                <a:lnTo>
                  <a:pt x="2489079" y="2223515"/>
                </a:lnTo>
                <a:lnTo>
                  <a:pt x="2492051" y="2230175"/>
                </a:lnTo>
                <a:lnTo>
                  <a:pt x="2501127" y="2250165"/>
                </a:lnTo>
                <a:lnTo>
                  <a:pt x="2504097" y="2256779"/>
                </a:lnTo>
                <a:lnTo>
                  <a:pt x="2507118" y="2263438"/>
                </a:lnTo>
                <a:lnTo>
                  <a:pt x="2510154" y="2270064"/>
                </a:lnTo>
                <a:lnTo>
                  <a:pt x="2513109" y="2276677"/>
                </a:lnTo>
                <a:lnTo>
                  <a:pt x="2522200" y="2296528"/>
                </a:lnTo>
                <a:lnTo>
                  <a:pt x="2525157" y="2303096"/>
                </a:lnTo>
                <a:lnTo>
                  <a:pt x="2531214" y="2316241"/>
                </a:lnTo>
                <a:lnTo>
                  <a:pt x="2534184" y="2322819"/>
                </a:lnTo>
                <a:lnTo>
                  <a:pt x="2540239" y="2335953"/>
                </a:lnTo>
                <a:lnTo>
                  <a:pt x="2543212" y="2342485"/>
                </a:lnTo>
                <a:lnTo>
                  <a:pt x="2546232" y="2349006"/>
                </a:lnTo>
                <a:lnTo>
                  <a:pt x="2549267" y="2355584"/>
                </a:lnTo>
                <a:lnTo>
                  <a:pt x="2552287" y="2362058"/>
                </a:lnTo>
                <a:lnTo>
                  <a:pt x="2555258" y="2368590"/>
                </a:lnTo>
                <a:lnTo>
                  <a:pt x="2558278" y="2375110"/>
                </a:lnTo>
                <a:lnTo>
                  <a:pt x="2561315" y="2381596"/>
                </a:lnTo>
                <a:lnTo>
                  <a:pt x="2564271" y="2388070"/>
                </a:lnTo>
                <a:lnTo>
                  <a:pt x="2570326" y="2401042"/>
                </a:lnTo>
                <a:lnTo>
                  <a:pt x="2573363" y="2407470"/>
                </a:lnTo>
                <a:lnTo>
                  <a:pt x="2576317" y="2413954"/>
                </a:lnTo>
                <a:lnTo>
                  <a:pt x="2582374" y="2426822"/>
                </a:lnTo>
                <a:lnTo>
                  <a:pt x="2585345" y="2433261"/>
                </a:lnTo>
                <a:lnTo>
                  <a:pt x="2588365" y="2439655"/>
                </a:lnTo>
                <a:lnTo>
                  <a:pt x="2591400" y="2446081"/>
                </a:lnTo>
                <a:lnTo>
                  <a:pt x="2594420" y="2452475"/>
                </a:lnTo>
                <a:lnTo>
                  <a:pt x="2597393" y="2458867"/>
                </a:lnTo>
                <a:lnTo>
                  <a:pt x="2603448" y="2471654"/>
                </a:lnTo>
                <a:lnTo>
                  <a:pt x="2606419" y="2477988"/>
                </a:lnTo>
                <a:lnTo>
                  <a:pt x="2615496" y="2497027"/>
                </a:lnTo>
                <a:lnTo>
                  <a:pt x="2618467" y="2503374"/>
                </a:lnTo>
                <a:lnTo>
                  <a:pt x="2624524" y="2515974"/>
                </a:lnTo>
                <a:lnTo>
                  <a:pt x="2627478" y="2522273"/>
                </a:lnTo>
                <a:lnTo>
                  <a:pt x="2630515" y="2528574"/>
                </a:lnTo>
                <a:lnTo>
                  <a:pt x="2633535" y="2534828"/>
                </a:lnTo>
                <a:lnTo>
                  <a:pt x="2636570" y="2541127"/>
                </a:lnTo>
                <a:lnTo>
                  <a:pt x="2639526" y="2547381"/>
                </a:lnTo>
                <a:lnTo>
                  <a:pt x="2642563" y="2553636"/>
                </a:lnTo>
                <a:lnTo>
                  <a:pt x="2645581" y="2559843"/>
                </a:lnTo>
                <a:lnTo>
                  <a:pt x="2648554" y="2566095"/>
                </a:lnTo>
                <a:lnTo>
                  <a:pt x="2657629" y="2584729"/>
                </a:lnTo>
                <a:lnTo>
                  <a:pt x="2660600" y="2590890"/>
                </a:lnTo>
                <a:lnTo>
                  <a:pt x="2663637" y="2597051"/>
                </a:lnTo>
                <a:lnTo>
                  <a:pt x="2666657" y="2603258"/>
                </a:lnTo>
                <a:lnTo>
                  <a:pt x="2669628" y="2609383"/>
                </a:lnTo>
                <a:lnTo>
                  <a:pt x="2672648" y="2615544"/>
                </a:lnTo>
                <a:lnTo>
                  <a:pt x="2675685" y="2621659"/>
                </a:lnTo>
                <a:lnTo>
                  <a:pt x="2678639" y="2627786"/>
                </a:lnTo>
                <a:lnTo>
                  <a:pt x="2684696" y="2640014"/>
                </a:lnTo>
                <a:lnTo>
                  <a:pt x="2687731" y="2646093"/>
                </a:lnTo>
                <a:lnTo>
                  <a:pt x="2690687" y="2652208"/>
                </a:lnTo>
                <a:lnTo>
                  <a:pt x="2693724" y="2658287"/>
                </a:lnTo>
                <a:lnTo>
                  <a:pt x="2696744" y="2664309"/>
                </a:lnTo>
                <a:lnTo>
                  <a:pt x="2699715" y="2670389"/>
                </a:lnTo>
                <a:lnTo>
                  <a:pt x="2708790" y="2688465"/>
                </a:lnTo>
                <a:lnTo>
                  <a:pt x="2711763" y="2694453"/>
                </a:lnTo>
                <a:lnTo>
                  <a:pt x="2714798" y="2700428"/>
                </a:lnTo>
                <a:lnTo>
                  <a:pt x="2717818" y="2706460"/>
                </a:lnTo>
                <a:lnTo>
                  <a:pt x="2720789" y="2712447"/>
                </a:lnTo>
                <a:lnTo>
                  <a:pt x="2729866" y="2730257"/>
                </a:lnTo>
                <a:lnTo>
                  <a:pt x="2732837" y="2736185"/>
                </a:lnTo>
                <a:lnTo>
                  <a:pt x="2735857" y="2742080"/>
                </a:lnTo>
                <a:lnTo>
                  <a:pt x="2738892" y="2748020"/>
                </a:lnTo>
                <a:lnTo>
                  <a:pt x="2741848" y="2753913"/>
                </a:lnTo>
                <a:lnTo>
                  <a:pt x="2744885" y="2759761"/>
                </a:lnTo>
                <a:lnTo>
                  <a:pt x="2747905" y="2765643"/>
                </a:lnTo>
                <a:lnTo>
                  <a:pt x="2750940" y="2771491"/>
                </a:lnTo>
                <a:lnTo>
                  <a:pt x="2753896" y="2777338"/>
                </a:lnTo>
                <a:lnTo>
                  <a:pt x="2756931" y="2783186"/>
                </a:lnTo>
                <a:lnTo>
                  <a:pt x="2759951" y="2788988"/>
                </a:lnTo>
                <a:lnTo>
                  <a:pt x="2762924" y="2794836"/>
                </a:lnTo>
                <a:lnTo>
                  <a:pt x="2765944" y="2800636"/>
                </a:lnTo>
                <a:lnTo>
                  <a:pt x="2768979" y="2806391"/>
                </a:lnTo>
                <a:lnTo>
                  <a:pt x="2772016" y="2812192"/>
                </a:lnTo>
                <a:lnTo>
                  <a:pt x="2774970" y="2817947"/>
                </a:lnTo>
                <a:lnTo>
                  <a:pt x="2778007" y="2823701"/>
                </a:lnTo>
                <a:lnTo>
                  <a:pt x="2781027" y="2829422"/>
                </a:lnTo>
                <a:lnTo>
                  <a:pt x="2783998" y="2835176"/>
                </a:lnTo>
                <a:lnTo>
                  <a:pt x="2790055" y="2846592"/>
                </a:lnTo>
                <a:lnTo>
                  <a:pt x="2793009" y="2852302"/>
                </a:lnTo>
                <a:lnTo>
                  <a:pt x="2802101" y="2869299"/>
                </a:lnTo>
                <a:lnTo>
                  <a:pt x="2805057" y="2874913"/>
                </a:lnTo>
                <a:lnTo>
                  <a:pt x="2811112" y="2886156"/>
                </a:lnTo>
                <a:lnTo>
                  <a:pt x="2814085" y="2891784"/>
                </a:lnTo>
                <a:lnTo>
                  <a:pt x="2817105" y="2897353"/>
                </a:lnTo>
                <a:lnTo>
                  <a:pt x="2820140" y="2902969"/>
                </a:lnTo>
                <a:lnTo>
                  <a:pt x="2823160" y="2908502"/>
                </a:lnTo>
                <a:lnTo>
                  <a:pt x="2826131" y="2914072"/>
                </a:lnTo>
                <a:lnTo>
                  <a:pt x="2832188" y="2925140"/>
                </a:lnTo>
                <a:lnTo>
                  <a:pt x="2835158" y="2930662"/>
                </a:lnTo>
                <a:lnTo>
                  <a:pt x="2838179" y="2936197"/>
                </a:lnTo>
                <a:lnTo>
                  <a:pt x="2844236" y="2947161"/>
                </a:lnTo>
                <a:lnTo>
                  <a:pt x="2847207" y="2952603"/>
                </a:lnTo>
                <a:lnTo>
                  <a:pt x="2850227" y="2958080"/>
                </a:lnTo>
                <a:lnTo>
                  <a:pt x="2853262" y="2963521"/>
                </a:lnTo>
                <a:lnTo>
                  <a:pt x="2856218" y="2968962"/>
                </a:lnTo>
                <a:lnTo>
                  <a:pt x="2865310" y="2985135"/>
                </a:lnTo>
                <a:lnTo>
                  <a:pt x="2868266" y="2990530"/>
                </a:lnTo>
                <a:lnTo>
                  <a:pt x="2871301" y="2995879"/>
                </a:lnTo>
                <a:lnTo>
                  <a:pt x="2874321" y="3001274"/>
                </a:lnTo>
                <a:lnTo>
                  <a:pt x="2877292" y="3006577"/>
                </a:lnTo>
                <a:lnTo>
                  <a:pt x="2880328" y="3011925"/>
                </a:lnTo>
                <a:lnTo>
                  <a:pt x="2886385" y="3022529"/>
                </a:lnTo>
                <a:lnTo>
                  <a:pt x="2889340" y="3027832"/>
                </a:lnTo>
                <a:lnTo>
                  <a:pt x="2895397" y="3038343"/>
                </a:lnTo>
                <a:lnTo>
                  <a:pt x="2898367" y="3043600"/>
                </a:lnTo>
                <a:lnTo>
                  <a:pt x="2901388" y="3048866"/>
                </a:lnTo>
                <a:lnTo>
                  <a:pt x="2907443" y="3059285"/>
                </a:lnTo>
                <a:lnTo>
                  <a:pt x="2910415" y="3064495"/>
                </a:lnTo>
                <a:lnTo>
                  <a:pt x="2916470" y="3074833"/>
                </a:lnTo>
                <a:lnTo>
                  <a:pt x="2919427" y="3079995"/>
                </a:lnTo>
                <a:lnTo>
                  <a:pt x="2925482" y="3090241"/>
                </a:lnTo>
                <a:lnTo>
                  <a:pt x="2928454" y="3095404"/>
                </a:lnTo>
                <a:lnTo>
                  <a:pt x="2937546" y="3110638"/>
                </a:lnTo>
                <a:lnTo>
                  <a:pt x="2940500" y="3115708"/>
                </a:lnTo>
                <a:lnTo>
                  <a:pt x="2943537" y="3120742"/>
                </a:lnTo>
                <a:lnTo>
                  <a:pt x="2946558" y="3125814"/>
                </a:lnTo>
                <a:lnTo>
                  <a:pt x="2949528" y="3130802"/>
                </a:lnTo>
                <a:lnTo>
                  <a:pt x="2955585" y="3140862"/>
                </a:lnTo>
                <a:lnTo>
                  <a:pt x="2958604" y="3145804"/>
                </a:lnTo>
                <a:lnTo>
                  <a:pt x="2961576" y="3150793"/>
                </a:lnTo>
                <a:lnTo>
                  <a:pt x="2964597" y="3155771"/>
                </a:lnTo>
                <a:lnTo>
                  <a:pt x="2967631" y="3160667"/>
                </a:lnTo>
                <a:lnTo>
                  <a:pt x="2970588" y="3165609"/>
                </a:lnTo>
                <a:lnTo>
                  <a:pt x="2973622" y="3170552"/>
                </a:lnTo>
                <a:lnTo>
                  <a:pt x="2979679" y="3180344"/>
                </a:lnTo>
                <a:lnTo>
                  <a:pt x="2982636" y="3185241"/>
                </a:lnTo>
                <a:lnTo>
                  <a:pt x="2988691" y="3194928"/>
                </a:lnTo>
                <a:lnTo>
                  <a:pt x="2991661" y="3199778"/>
                </a:lnTo>
                <a:lnTo>
                  <a:pt x="3000753" y="3214199"/>
                </a:lnTo>
                <a:lnTo>
                  <a:pt x="3003709" y="3218957"/>
                </a:lnTo>
                <a:lnTo>
                  <a:pt x="3006746" y="3223714"/>
                </a:lnTo>
                <a:lnTo>
                  <a:pt x="3009766" y="3228517"/>
                </a:lnTo>
                <a:lnTo>
                  <a:pt x="3012737" y="3233227"/>
                </a:lnTo>
                <a:lnTo>
                  <a:pt x="3015757" y="3237938"/>
                </a:lnTo>
                <a:lnTo>
                  <a:pt x="3018792" y="3242705"/>
                </a:lnTo>
                <a:lnTo>
                  <a:pt x="3021812" y="3247370"/>
                </a:lnTo>
                <a:lnTo>
                  <a:pt x="3024785" y="3252035"/>
                </a:lnTo>
                <a:lnTo>
                  <a:pt x="3027803" y="3256756"/>
                </a:lnTo>
                <a:lnTo>
                  <a:pt x="3030840" y="3261375"/>
                </a:lnTo>
                <a:lnTo>
                  <a:pt x="3033796" y="3266038"/>
                </a:lnTo>
                <a:lnTo>
                  <a:pt x="3042888" y="3279914"/>
                </a:lnTo>
                <a:lnTo>
                  <a:pt x="3045859" y="3284487"/>
                </a:lnTo>
                <a:lnTo>
                  <a:pt x="3051914" y="3293640"/>
                </a:lnTo>
                <a:lnTo>
                  <a:pt x="3054870" y="3298177"/>
                </a:lnTo>
                <a:lnTo>
                  <a:pt x="3060927" y="3307238"/>
                </a:lnTo>
                <a:lnTo>
                  <a:pt x="3063898" y="3311775"/>
                </a:lnTo>
                <a:lnTo>
                  <a:pt x="3069953" y="3320744"/>
                </a:lnTo>
                <a:lnTo>
                  <a:pt x="3072973" y="3325188"/>
                </a:lnTo>
                <a:lnTo>
                  <a:pt x="3075946" y="3329630"/>
                </a:lnTo>
                <a:lnTo>
                  <a:pt x="3082001" y="3338507"/>
                </a:lnTo>
                <a:lnTo>
                  <a:pt x="3084957" y="3342950"/>
                </a:lnTo>
                <a:lnTo>
                  <a:pt x="3091012" y="3351744"/>
                </a:lnTo>
                <a:lnTo>
                  <a:pt x="3094049" y="3356096"/>
                </a:lnTo>
                <a:lnTo>
                  <a:pt x="3097003" y="3360446"/>
                </a:lnTo>
                <a:lnTo>
                  <a:pt x="3103077" y="3369148"/>
                </a:lnTo>
                <a:lnTo>
                  <a:pt x="3106031" y="3373452"/>
                </a:lnTo>
                <a:lnTo>
                  <a:pt x="3112088" y="3382062"/>
                </a:lnTo>
                <a:lnTo>
                  <a:pt x="3115123" y="3386330"/>
                </a:lnTo>
                <a:lnTo>
                  <a:pt x="3118079" y="3390588"/>
                </a:lnTo>
                <a:lnTo>
                  <a:pt x="3121114" y="3394847"/>
                </a:lnTo>
                <a:lnTo>
                  <a:pt x="3124134" y="3399059"/>
                </a:lnTo>
                <a:lnTo>
                  <a:pt x="3127107" y="3403317"/>
                </a:lnTo>
                <a:lnTo>
                  <a:pt x="3130127" y="3407493"/>
                </a:lnTo>
                <a:lnTo>
                  <a:pt x="3136182" y="3415918"/>
                </a:lnTo>
                <a:lnTo>
                  <a:pt x="3139153" y="3420047"/>
                </a:lnTo>
                <a:lnTo>
                  <a:pt x="3145210" y="3428389"/>
                </a:lnTo>
                <a:lnTo>
                  <a:pt x="3148166" y="3432462"/>
                </a:lnTo>
                <a:lnTo>
                  <a:pt x="3154221" y="3440711"/>
                </a:lnTo>
                <a:lnTo>
                  <a:pt x="3157258" y="3444795"/>
                </a:lnTo>
                <a:lnTo>
                  <a:pt x="3160229" y="3448868"/>
                </a:lnTo>
                <a:lnTo>
                  <a:pt x="3163249" y="3452951"/>
                </a:lnTo>
                <a:lnTo>
                  <a:pt x="3166284" y="3456978"/>
                </a:lnTo>
                <a:lnTo>
                  <a:pt x="3169240" y="3461015"/>
                </a:lnTo>
                <a:lnTo>
                  <a:pt x="3172277" y="3465053"/>
                </a:lnTo>
                <a:lnTo>
                  <a:pt x="3175295" y="3469032"/>
                </a:lnTo>
                <a:lnTo>
                  <a:pt x="3178268" y="3473023"/>
                </a:lnTo>
                <a:lnTo>
                  <a:pt x="3181288" y="3477014"/>
                </a:lnTo>
                <a:lnTo>
                  <a:pt x="3187343" y="3484904"/>
                </a:lnTo>
                <a:lnTo>
                  <a:pt x="3190314" y="3488883"/>
                </a:lnTo>
                <a:lnTo>
                  <a:pt x="3196371" y="3496681"/>
                </a:lnTo>
                <a:lnTo>
                  <a:pt x="3199327" y="3500579"/>
                </a:lnTo>
                <a:lnTo>
                  <a:pt x="3202362" y="3504478"/>
                </a:lnTo>
                <a:lnTo>
                  <a:pt x="3205382" y="3508329"/>
                </a:lnTo>
                <a:lnTo>
                  <a:pt x="3208419" y="3512228"/>
                </a:lnTo>
                <a:lnTo>
                  <a:pt x="3211390" y="3516033"/>
                </a:lnTo>
                <a:lnTo>
                  <a:pt x="3214410" y="3519885"/>
                </a:lnTo>
                <a:lnTo>
                  <a:pt x="3217445" y="3523690"/>
                </a:lnTo>
                <a:lnTo>
                  <a:pt x="3220401" y="3527508"/>
                </a:lnTo>
                <a:lnTo>
                  <a:pt x="3223438" y="3531313"/>
                </a:lnTo>
                <a:lnTo>
                  <a:pt x="3229493" y="3538832"/>
                </a:lnTo>
                <a:lnTo>
                  <a:pt x="3232449" y="3542590"/>
                </a:lnTo>
                <a:lnTo>
                  <a:pt x="3235484" y="3546361"/>
                </a:lnTo>
                <a:lnTo>
                  <a:pt x="3238504" y="3550027"/>
                </a:lnTo>
                <a:lnTo>
                  <a:pt x="3241477" y="3553741"/>
                </a:lnTo>
                <a:lnTo>
                  <a:pt x="3244495" y="3557464"/>
                </a:lnTo>
                <a:lnTo>
                  <a:pt x="3250552" y="3564798"/>
                </a:lnTo>
                <a:lnTo>
                  <a:pt x="3253523" y="3568476"/>
                </a:lnTo>
                <a:lnTo>
                  <a:pt x="3259580" y="3575726"/>
                </a:lnTo>
                <a:lnTo>
                  <a:pt x="3262534" y="3579393"/>
                </a:lnTo>
                <a:lnTo>
                  <a:pt x="3271626" y="3590136"/>
                </a:lnTo>
                <a:lnTo>
                  <a:pt x="3274598" y="3593722"/>
                </a:lnTo>
                <a:lnTo>
                  <a:pt x="3277619" y="3597250"/>
                </a:lnTo>
                <a:lnTo>
                  <a:pt x="3280654" y="3600834"/>
                </a:lnTo>
                <a:lnTo>
                  <a:pt x="3283610" y="3604326"/>
                </a:lnTo>
                <a:lnTo>
                  <a:pt x="3286644" y="3607854"/>
                </a:lnTo>
                <a:lnTo>
                  <a:pt x="3292702" y="3614837"/>
                </a:lnTo>
                <a:lnTo>
                  <a:pt x="3295658" y="3618284"/>
                </a:lnTo>
                <a:lnTo>
                  <a:pt x="3298693" y="3621776"/>
                </a:lnTo>
                <a:lnTo>
                  <a:pt x="3301713" y="3625210"/>
                </a:lnTo>
                <a:lnTo>
                  <a:pt x="3304684" y="3628657"/>
                </a:lnTo>
                <a:lnTo>
                  <a:pt x="3307704" y="3632103"/>
                </a:lnTo>
                <a:lnTo>
                  <a:pt x="3310741" y="3635456"/>
                </a:lnTo>
                <a:lnTo>
                  <a:pt x="3313695" y="3638854"/>
                </a:lnTo>
                <a:lnTo>
                  <a:pt x="3316732" y="3642255"/>
                </a:lnTo>
                <a:lnTo>
                  <a:pt x="3319752" y="3645607"/>
                </a:lnTo>
                <a:lnTo>
                  <a:pt x="3322787" y="3649006"/>
                </a:lnTo>
                <a:lnTo>
                  <a:pt x="3325759" y="3652360"/>
                </a:lnTo>
                <a:lnTo>
                  <a:pt x="3331814" y="3658984"/>
                </a:lnTo>
                <a:lnTo>
                  <a:pt x="3334771" y="3662291"/>
                </a:lnTo>
                <a:lnTo>
                  <a:pt x="3337805" y="3665598"/>
                </a:lnTo>
                <a:lnTo>
                  <a:pt x="3340826" y="3668859"/>
                </a:lnTo>
                <a:lnTo>
                  <a:pt x="3343862" y="3672165"/>
                </a:lnTo>
                <a:lnTo>
                  <a:pt x="3346819" y="3675391"/>
                </a:lnTo>
                <a:lnTo>
                  <a:pt x="3349853" y="3678650"/>
                </a:lnTo>
                <a:lnTo>
                  <a:pt x="3352874" y="3681865"/>
                </a:lnTo>
                <a:lnTo>
                  <a:pt x="3355844" y="3685090"/>
                </a:lnTo>
                <a:lnTo>
                  <a:pt x="3361901" y="3691518"/>
                </a:lnTo>
                <a:lnTo>
                  <a:pt x="3364922" y="3694649"/>
                </a:lnTo>
                <a:lnTo>
                  <a:pt x="3367892" y="3697818"/>
                </a:lnTo>
                <a:lnTo>
                  <a:pt x="3370913" y="3700996"/>
                </a:lnTo>
                <a:lnTo>
                  <a:pt x="3373949" y="3704117"/>
                </a:lnTo>
                <a:lnTo>
                  <a:pt x="3376920" y="3707250"/>
                </a:lnTo>
                <a:lnTo>
                  <a:pt x="3382975" y="3713503"/>
                </a:lnTo>
                <a:lnTo>
                  <a:pt x="3385995" y="3716578"/>
                </a:lnTo>
                <a:lnTo>
                  <a:pt x="3388968" y="3719664"/>
                </a:lnTo>
                <a:lnTo>
                  <a:pt x="3391989" y="3722751"/>
                </a:lnTo>
                <a:lnTo>
                  <a:pt x="3395023" y="3725779"/>
                </a:lnTo>
                <a:lnTo>
                  <a:pt x="3397979" y="3728818"/>
                </a:lnTo>
                <a:lnTo>
                  <a:pt x="3404034" y="3734898"/>
                </a:lnTo>
                <a:lnTo>
                  <a:pt x="3407071" y="3737881"/>
                </a:lnTo>
                <a:lnTo>
                  <a:pt x="3410025" y="3740873"/>
                </a:lnTo>
                <a:lnTo>
                  <a:pt x="3416083" y="3746860"/>
                </a:lnTo>
                <a:lnTo>
                  <a:pt x="3419053" y="3749808"/>
                </a:lnTo>
                <a:lnTo>
                  <a:pt x="3425110" y="3755701"/>
                </a:lnTo>
                <a:lnTo>
                  <a:pt x="3428130" y="3758602"/>
                </a:lnTo>
                <a:lnTo>
                  <a:pt x="3431101" y="3761502"/>
                </a:lnTo>
                <a:lnTo>
                  <a:pt x="3437156" y="3767303"/>
                </a:lnTo>
                <a:lnTo>
                  <a:pt x="3440129" y="3770157"/>
                </a:lnTo>
                <a:lnTo>
                  <a:pt x="3443149" y="3773058"/>
                </a:lnTo>
                <a:lnTo>
                  <a:pt x="3446184" y="3775866"/>
                </a:lnTo>
                <a:lnTo>
                  <a:pt x="3449140" y="3778720"/>
                </a:lnTo>
                <a:lnTo>
                  <a:pt x="3458232" y="3787144"/>
                </a:lnTo>
                <a:lnTo>
                  <a:pt x="3461188" y="3789962"/>
                </a:lnTo>
                <a:lnTo>
                  <a:pt x="3467243" y="3795485"/>
                </a:lnTo>
                <a:lnTo>
                  <a:pt x="3470214" y="3798247"/>
                </a:lnTo>
                <a:lnTo>
                  <a:pt x="3473234" y="3800974"/>
                </a:lnTo>
                <a:lnTo>
                  <a:pt x="3476271" y="3803734"/>
                </a:lnTo>
                <a:lnTo>
                  <a:pt x="3479291" y="3806450"/>
                </a:lnTo>
                <a:lnTo>
                  <a:pt x="3482262" y="3809129"/>
                </a:lnTo>
                <a:lnTo>
                  <a:pt x="3485282" y="3811845"/>
                </a:lnTo>
                <a:lnTo>
                  <a:pt x="3488317" y="3814524"/>
                </a:lnTo>
                <a:lnTo>
                  <a:pt x="3491290" y="3817193"/>
                </a:lnTo>
                <a:lnTo>
                  <a:pt x="3497345" y="3822542"/>
                </a:lnTo>
                <a:lnTo>
                  <a:pt x="3500365" y="3825129"/>
                </a:lnTo>
                <a:lnTo>
                  <a:pt x="3503336" y="3827751"/>
                </a:lnTo>
                <a:lnTo>
                  <a:pt x="3509393" y="3833019"/>
                </a:lnTo>
                <a:lnTo>
                  <a:pt x="3512349" y="3835595"/>
                </a:lnTo>
                <a:lnTo>
                  <a:pt x="3518404" y="3840769"/>
                </a:lnTo>
                <a:lnTo>
                  <a:pt x="3521441" y="3843298"/>
                </a:lnTo>
                <a:lnTo>
                  <a:pt x="3524395" y="3845839"/>
                </a:lnTo>
                <a:lnTo>
                  <a:pt x="3530452" y="3850921"/>
                </a:lnTo>
                <a:lnTo>
                  <a:pt x="3533423" y="3853450"/>
                </a:lnTo>
                <a:lnTo>
                  <a:pt x="3542498" y="3860933"/>
                </a:lnTo>
                <a:lnTo>
                  <a:pt x="3545471" y="3863382"/>
                </a:lnTo>
                <a:lnTo>
                  <a:pt x="3551526" y="3868279"/>
                </a:lnTo>
                <a:lnTo>
                  <a:pt x="3554499" y="3870726"/>
                </a:lnTo>
                <a:lnTo>
                  <a:pt x="3557517" y="3873127"/>
                </a:lnTo>
                <a:lnTo>
                  <a:pt x="3560554" y="3875576"/>
                </a:lnTo>
                <a:lnTo>
                  <a:pt x="3563510" y="3877978"/>
                </a:lnTo>
                <a:lnTo>
                  <a:pt x="3566545" y="3880379"/>
                </a:lnTo>
                <a:lnTo>
                  <a:pt x="3569565" y="3882735"/>
                </a:lnTo>
                <a:lnTo>
                  <a:pt x="3572602" y="3885136"/>
                </a:lnTo>
                <a:lnTo>
                  <a:pt x="3575556" y="3887491"/>
                </a:lnTo>
                <a:lnTo>
                  <a:pt x="3578593" y="3889847"/>
                </a:lnTo>
                <a:lnTo>
                  <a:pt x="3581613" y="3892156"/>
                </a:lnTo>
                <a:lnTo>
                  <a:pt x="3584584" y="3894464"/>
                </a:lnTo>
                <a:lnTo>
                  <a:pt x="3587604" y="3896831"/>
                </a:lnTo>
                <a:lnTo>
                  <a:pt x="3590641" y="3899141"/>
                </a:lnTo>
                <a:lnTo>
                  <a:pt x="3593661" y="3901403"/>
                </a:lnTo>
                <a:lnTo>
                  <a:pt x="3596632" y="3903712"/>
                </a:lnTo>
                <a:lnTo>
                  <a:pt x="3602687" y="3908248"/>
                </a:lnTo>
                <a:lnTo>
                  <a:pt x="3605659" y="3910511"/>
                </a:lnTo>
                <a:lnTo>
                  <a:pt x="3611715" y="3914955"/>
                </a:lnTo>
                <a:lnTo>
                  <a:pt x="3614735" y="3917217"/>
                </a:lnTo>
                <a:lnTo>
                  <a:pt x="3617705" y="3919398"/>
                </a:lnTo>
                <a:lnTo>
                  <a:pt x="3620726" y="3921614"/>
                </a:lnTo>
                <a:lnTo>
                  <a:pt x="3623763" y="3923795"/>
                </a:lnTo>
                <a:lnTo>
                  <a:pt x="3626717" y="3925964"/>
                </a:lnTo>
                <a:lnTo>
                  <a:pt x="3632774" y="3930316"/>
                </a:lnTo>
                <a:lnTo>
                  <a:pt x="3635809" y="3932450"/>
                </a:lnTo>
                <a:lnTo>
                  <a:pt x="3638765" y="3934620"/>
                </a:lnTo>
                <a:lnTo>
                  <a:pt x="3641802" y="3936754"/>
                </a:lnTo>
                <a:lnTo>
                  <a:pt x="3644822" y="3938843"/>
                </a:lnTo>
                <a:lnTo>
                  <a:pt x="3647793" y="3940967"/>
                </a:lnTo>
                <a:lnTo>
                  <a:pt x="3650813" y="3943101"/>
                </a:lnTo>
                <a:lnTo>
                  <a:pt x="3653848" y="3945189"/>
                </a:lnTo>
                <a:lnTo>
                  <a:pt x="3656868" y="3947219"/>
                </a:lnTo>
                <a:lnTo>
                  <a:pt x="3659841" y="3949308"/>
                </a:lnTo>
                <a:lnTo>
                  <a:pt x="3662875" y="3951397"/>
                </a:lnTo>
                <a:lnTo>
                  <a:pt x="3665896" y="3953428"/>
                </a:lnTo>
                <a:lnTo>
                  <a:pt x="3668866" y="3955470"/>
                </a:lnTo>
                <a:lnTo>
                  <a:pt x="3671887" y="3957511"/>
                </a:lnTo>
                <a:lnTo>
                  <a:pt x="3674923" y="3959507"/>
                </a:lnTo>
                <a:lnTo>
                  <a:pt x="3677944" y="3961549"/>
                </a:lnTo>
                <a:lnTo>
                  <a:pt x="3680914" y="3963544"/>
                </a:lnTo>
                <a:lnTo>
                  <a:pt x="3686971" y="3967525"/>
                </a:lnTo>
                <a:lnTo>
                  <a:pt x="3689926" y="3969473"/>
                </a:lnTo>
                <a:lnTo>
                  <a:pt x="3692963" y="3971422"/>
                </a:lnTo>
                <a:lnTo>
                  <a:pt x="3695983" y="3973418"/>
                </a:lnTo>
                <a:lnTo>
                  <a:pt x="3698953" y="3975321"/>
                </a:lnTo>
                <a:lnTo>
                  <a:pt x="3705009" y="3979219"/>
                </a:lnTo>
                <a:lnTo>
                  <a:pt x="3708029" y="3981121"/>
                </a:lnTo>
                <a:lnTo>
                  <a:pt x="3711001" y="3983026"/>
                </a:lnTo>
                <a:lnTo>
                  <a:pt x="3714036" y="3984928"/>
                </a:lnTo>
                <a:lnTo>
                  <a:pt x="3717057" y="3986783"/>
                </a:lnTo>
                <a:lnTo>
                  <a:pt x="3720027" y="3988698"/>
                </a:lnTo>
                <a:lnTo>
                  <a:pt x="3729105" y="3994267"/>
                </a:lnTo>
                <a:lnTo>
                  <a:pt x="3732075" y="3996123"/>
                </a:lnTo>
                <a:lnTo>
                  <a:pt x="3738132" y="3999755"/>
                </a:lnTo>
                <a:lnTo>
                  <a:pt x="3741087" y="4001564"/>
                </a:lnTo>
                <a:lnTo>
                  <a:pt x="3747144" y="4005186"/>
                </a:lnTo>
                <a:lnTo>
                  <a:pt x="3750178" y="4006960"/>
                </a:lnTo>
                <a:lnTo>
                  <a:pt x="3753135" y="4008724"/>
                </a:lnTo>
                <a:lnTo>
                  <a:pt x="3759190" y="4012263"/>
                </a:lnTo>
                <a:lnTo>
                  <a:pt x="3762162" y="4014026"/>
                </a:lnTo>
                <a:lnTo>
                  <a:pt x="3771238" y="4019189"/>
                </a:lnTo>
                <a:lnTo>
                  <a:pt x="3774208" y="4020918"/>
                </a:lnTo>
                <a:lnTo>
                  <a:pt x="3777245" y="4022636"/>
                </a:lnTo>
                <a:lnTo>
                  <a:pt x="3780265" y="4024317"/>
                </a:lnTo>
                <a:lnTo>
                  <a:pt x="3783236" y="4025988"/>
                </a:lnTo>
                <a:lnTo>
                  <a:pt x="3786256" y="4027717"/>
                </a:lnTo>
                <a:lnTo>
                  <a:pt x="3789293" y="4029341"/>
                </a:lnTo>
                <a:lnTo>
                  <a:pt x="3792313" y="4031023"/>
                </a:lnTo>
                <a:lnTo>
                  <a:pt x="3795284" y="4032694"/>
                </a:lnTo>
                <a:lnTo>
                  <a:pt x="3801339" y="4035966"/>
                </a:lnTo>
                <a:lnTo>
                  <a:pt x="3804295" y="4037590"/>
                </a:lnTo>
                <a:lnTo>
                  <a:pt x="3807332" y="4039226"/>
                </a:lnTo>
                <a:lnTo>
                  <a:pt x="3810353" y="4040815"/>
                </a:lnTo>
                <a:lnTo>
                  <a:pt x="3813387" y="4042441"/>
                </a:lnTo>
                <a:lnTo>
                  <a:pt x="3816343" y="4044030"/>
                </a:lnTo>
                <a:lnTo>
                  <a:pt x="3822399" y="4047197"/>
                </a:lnTo>
                <a:lnTo>
                  <a:pt x="3825371" y="4048739"/>
                </a:lnTo>
                <a:lnTo>
                  <a:pt x="3828406" y="4050329"/>
                </a:lnTo>
                <a:lnTo>
                  <a:pt x="3831426" y="4051873"/>
                </a:lnTo>
                <a:lnTo>
                  <a:pt x="3834397" y="4053416"/>
                </a:lnTo>
                <a:lnTo>
                  <a:pt x="3840454" y="4056490"/>
                </a:lnTo>
                <a:lnTo>
                  <a:pt x="3843472" y="4057987"/>
                </a:lnTo>
                <a:lnTo>
                  <a:pt x="3846445" y="4059529"/>
                </a:lnTo>
                <a:lnTo>
                  <a:pt x="3852502" y="4062523"/>
                </a:lnTo>
                <a:lnTo>
                  <a:pt x="3855456" y="4064021"/>
                </a:lnTo>
                <a:lnTo>
                  <a:pt x="3858493" y="4065471"/>
                </a:lnTo>
                <a:lnTo>
                  <a:pt x="3861511" y="4066967"/>
                </a:lnTo>
                <a:lnTo>
                  <a:pt x="3864548" y="4068417"/>
                </a:lnTo>
                <a:lnTo>
                  <a:pt x="3867504" y="4069868"/>
                </a:lnTo>
                <a:lnTo>
                  <a:pt x="3873559" y="4072768"/>
                </a:lnTo>
                <a:lnTo>
                  <a:pt x="3876530" y="4074218"/>
                </a:lnTo>
                <a:lnTo>
                  <a:pt x="3882587" y="4077027"/>
                </a:lnTo>
                <a:lnTo>
                  <a:pt x="3885624" y="4078477"/>
                </a:lnTo>
                <a:lnTo>
                  <a:pt x="3888578" y="4079835"/>
                </a:lnTo>
                <a:lnTo>
                  <a:pt x="3894635" y="4082643"/>
                </a:lnTo>
                <a:lnTo>
                  <a:pt x="3897606" y="4083999"/>
                </a:lnTo>
                <a:lnTo>
                  <a:pt x="3900626" y="4085403"/>
                </a:lnTo>
                <a:lnTo>
                  <a:pt x="3906681" y="4088130"/>
                </a:lnTo>
                <a:lnTo>
                  <a:pt x="3909654" y="4089440"/>
                </a:lnTo>
                <a:lnTo>
                  <a:pt x="3915709" y="4092167"/>
                </a:lnTo>
                <a:lnTo>
                  <a:pt x="3918665" y="4093479"/>
                </a:lnTo>
                <a:lnTo>
                  <a:pt x="3927757" y="4097424"/>
                </a:lnTo>
                <a:lnTo>
                  <a:pt x="3930728" y="4098734"/>
                </a:lnTo>
                <a:lnTo>
                  <a:pt x="3936768" y="4101275"/>
                </a:lnTo>
                <a:lnTo>
                  <a:pt x="3939739" y="4102586"/>
                </a:lnTo>
                <a:lnTo>
                  <a:pt x="3942776" y="4103804"/>
                </a:lnTo>
                <a:lnTo>
                  <a:pt x="3945796" y="4105081"/>
                </a:lnTo>
                <a:lnTo>
                  <a:pt x="3948767" y="4106345"/>
                </a:lnTo>
                <a:lnTo>
                  <a:pt x="3951787" y="4107622"/>
                </a:lnTo>
                <a:lnTo>
                  <a:pt x="3957844" y="4110059"/>
                </a:lnTo>
                <a:lnTo>
                  <a:pt x="3960815" y="4111288"/>
                </a:lnTo>
                <a:lnTo>
                  <a:pt x="3966872" y="4113736"/>
                </a:lnTo>
                <a:lnTo>
                  <a:pt x="3969826" y="4114955"/>
                </a:lnTo>
                <a:lnTo>
                  <a:pt x="3972863" y="4116138"/>
                </a:lnTo>
                <a:lnTo>
                  <a:pt x="3975883" y="4117356"/>
                </a:lnTo>
                <a:lnTo>
                  <a:pt x="3978918" y="4118539"/>
                </a:lnTo>
                <a:lnTo>
                  <a:pt x="3981872" y="4119712"/>
                </a:lnTo>
                <a:lnTo>
                  <a:pt x="3984911" y="4120895"/>
                </a:lnTo>
                <a:lnTo>
                  <a:pt x="3987929" y="4122032"/>
                </a:lnTo>
                <a:lnTo>
                  <a:pt x="3990902" y="4123204"/>
                </a:lnTo>
                <a:lnTo>
                  <a:pt x="3993937" y="4124387"/>
                </a:lnTo>
                <a:lnTo>
                  <a:pt x="3999994" y="4126649"/>
                </a:lnTo>
                <a:lnTo>
                  <a:pt x="4002948" y="4127786"/>
                </a:lnTo>
                <a:lnTo>
                  <a:pt x="4009003" y="4130049"/>
                </a:lnTo>
                <a:lnTo>
                  <a:pt x="4011976" y="4131140"/>
                </a:lnTo>
                <a:lnTo>
                  <a:pt x="4014996" y="4132277"/>
                </a:lnTo>
                <a:lnTo>
                  <a:pt x="4021051" y="4134447"/>
                </a:lnTo>
                <a:lnTo>
                  <a:pt x="4024024" y="4135536"/>
                </a:lnTo>
                <a:lnTo>
                  <a:pt x="4030079" y="4137706"/>
                </a:lnTo>
                <a:lnTo>
                  <a:pt x="4033035" y="4138751"/>
                </a:lnTo>
                <a:lnTo>
                  <a:pt x="4036070" y="4139842"/>
                </a:lnTo>
                <a:lnTo>
                  <a:pt x="4042127" y="4141930"/>
                </a:lnTo>
                <a:lnTo>
                  <a:pt x="4045097" y="4142962"/>
                </a:lnTo>
                <a:lnTo>
                  <a:pt x="4051155" y="4145051"/>
                </a:lnTo>
                <a:lnTo>
                  <a:pt x="4054109" y="4146095"/>
                </a:lnTo>
                <a:lnTo>
                  <a:pt x="4057145" y="4147092"/>
                </a:lnTo>
                <a:lnTo>
                  <a:pt x="4060166" y="4148137"/>
                </a:lnTo>
                <a:lnTo>
                  <a:pt x="4063201" y="4149134"/>
                </a:lnTo>
                <a:lnTo>
                  <a:pt x="4066157" y="4150132"/>
                </a:lnTo>
                <a:lnTo>
                  <a:pt x="4072212" y="4152116"/>
                </a:lnTo>
                <a:lnTo>
                  <a:pt x="4075185" y="4153115"/>
                </a:lnTo>
                <a:lnTo>
                  <a:pt x="4078205" y="4154066"/>
                </a:lnTo>
                <a:lnTo>
                  <a:pt x="4081240" y="4155064"/>
                </a:lnTo>
                <a:lnTo>
                  <a:pt x="4084196" y="4156015"/>
                </a:lnTo>
                <a:lnTo>
                  <a:pt x="4093288" y="4158881"/>
                </a:lnTo>
                <a:lnTo>
                  <a:pt x="4096258" y="4159832"/>
                </a:lnTo>
                <a:lnTo>
                  <a:pt x="4102299" y="4161735"/>
                </a:lnTo>
                <a:lnTo>
                  <a:pt x="4105270" y="4162639"/>
                </a:lnTo>
                <a:lnTo>
                  <a:pt x="4108306" y="4163544"/>
                </a:lnTo>
                <a:lnTo>
                  <a:pt x="4111327" y="4164496"/>
                </a:lnTo>
                <a:lnTo>
                  <a:pt x="4114363" y="4165401"/>
                </a:lnTo>
                <a:lnTo>
                  <a:pt x="4117318" y="4166306"/>
                </a:lnTo>
                <a:lnTo>
                  <a:pt x="4120355" y="4167212"/>
                </a:lnTo>
                <a:lnTo>
                  <a:pt x="4123375" y="4168070"/>
                </a:lnTo>
                <a:lnTo>
                  <a:pt x="4126345" y="4168985"/>
                </a:lnTo>
                <a:lnTo>
                  <a:pt x="4129366" y="4169891"/>
                </a:lnTo>
                <a:lnTo>
                  <a:pt x="4135421" y="4171608"/>
                </a:lnTo>
                <a:lnTo>
                  <a:pt x="4138393" y="4172467"/>
                </a:lnTo>
                <a:lnTo>
                  <a:pt x="4144449" y="4174195"/>
                </a:lnTo>
                <a:lnTo>
                  <a:pt x="4147403" y="4175054"/>
                </a:lnTo>
                <a:lnTo>
                  <a:pt x="4150439" y="4175912"/>
                </a:lnTo>
                <a:lnTo>
                  <a:pt x="4153460" y="4176736"/>
                </a:lnTo>
                <a:lnTo>
                  <a:pt x="4156497" y="4177595"/>
                </a:lnTo>
                <a:lnTo>
                  <a:pt x="4159467" y="4178407"/>
                </a:lnTo>
                <a:lnTo>
                  <a:pt x="4165522" y="4180042"/>
                </a:lnTo>
                <a:lnTo>
                  <a:pt x="4168479" y="4180856"/>
                </a:lnTo>
                <a:lnTo>
                  <a:pt x="4177570" y="4183303"/>
                </a:lnTo>
                <a:lnTo>
                  <a:pt x="4180527" y="4184069"/>
                </a:lnTo>
                <a:lnTo>
                  <a:pt x="4183561" y="4184893"/>
                </a:lnTo>
                <a:lnTo>
                  <a:pt x="4186582" y="4185659"/>
                </a:lnTo>
                <a:lnTo>
                  <a:pt x="4189554" y="4186425"/>
                </a:lnTo>
                <a:lnTo>
                  <a:pt x="4195609" y="4187968"/>
                </a:lnTo>
                <a:lnTo>
                  <a:pt x="4198566" y="4188744"/>
                </a:lnTo>
                <a:lnTo>
                  <a:pt x="4204621" y="4190288"/>
                </a:lnTo>
                <a:lnTo>
                  <a:pt x="4207657" y="4191008"/>
                </a:lnTo>
                <a:lnTo>
                  <a:pt x="4210628" y="4191774"/>
                </a:lnTo>
                <a:lnTo>
                  <a:pt x="4213648" y="4192504"/>
                </a:lnTo>
                <a:lnTo>
                  <a:pt x="4216685" y="4193270"/>
                </a:lnTo>
                <a:lnTo>
                  <a:pt x="4219639" y="4194001"/>
                </a:lnTo>
                <a:lnTo>
                  <a:pt x="4228731" y="4196170"/>
                </a:lnTo>
                <a:lnTo>
                  <a:pt x="4231687" y="4196855"/>
                </a:lnTo>
                <a:lnTo>
                  <a:pt x="4237742" y="4198305"/>
                </a:lnTo>
                <a:lnTo>
                  <a:pt x="4240715" y="4198990"/>
                </a:lnTo>
                <a:lnTo>
                  <a:pt x="4243735" y="4199709"/>
                </a:lnTo>
                <a:lnTo>
                  <a:pt x="4249791" y="4201066"/>
                </a:lnTo>
                <a:lnTo>
                  <a:pt x="4252763" y="4201750"/>
                </a:lnTo>
                <a:lnTo>
                  <a:pt x="4258818" y="4203108"/>
                </a:lnTo>
                <a:lnTo>
                  <a:pt x="4261789" y="4203792"/>
                </a:lnTo>
                <a:lnTo>
                  <a:pt x="4264809" y="4204466"/>
                </a:lnTo>
                <a:lnTo>
                  <a:pt x="4267829" y="4205104"/>
                </a:lnTo>
                <a:lnTo>
                  <a:pt x="4270866" y="4205777"/>
                </a:lnTo>
                <a:lnTo>
                  <a:pt x="4273837" y="4206415"/>
                </a:lnTo>
                <a:lnTo>
                  <a:pt x="4276857" y="4207053"/>
                </a:lnTo>
                <a:lnTo>
                  <a:pt x="4279894" y="4207726"/>
                </a:lnTo>
                <a:lnTo>
                  <a:pt x="4282848" y="4208364"/>
                </a:lnTo>
                <a:lnTo>
                  <a:pt x="4291940" y="4210266"/>
                </a:lnTo>
                <a:lnTo>
                  <a:pt x="4294894" y="4210859"/>
                </a:lnTo>
                <a:lnTo>
                  <a:pt x="4300951" y="4212123"/>
                </a:lnTo>
                <a:lnTo>
                  <a:pt x="4303922" y="4212715"/>
                </a:lnTo>
                <a:lnTo>
                  <a:pt x="4306942" y="4213354"/>
                </a:lnTo>
                <a:lnTo>
                  <a:pt x="4312999" y="4214525"/>
                </a:lnTo>
                <a:lnTo>
                  <a:pt x="4315970" y="4215117"/>
                </a:lnTo>
                <a:lnTo>
                  <a:pt x="4322027" y="4216300"/>
                </a:lnTo>
                <a:lnTo>
                  <a:pt x="4324998" y="4216892"/>
                </a:lnTo>
                <a:lnTo>
                  <a:pt x="4331053" y="4218064"/>
                </a:lnTo>
                <a:lnTo>
                  <a:pt x="4334009" y="4218609"/>
                </a:lnTo>
                <a:lnTo>
                  <a:pt x="4337046" y="4219201"/>
                </a:lnTo>
                <a:lnTo>
                  <a:pt x="4340064" y="4219746"/>
                </a:lnTo>
                <a:lnTo>
                  <a:pt x="4343101" y="4220326"/>
                </a:lnTo>
                <a:lnTo>
                  <a:pt x="4346057" y="4220871"/>
                </a:lnTo>
                <a:lnTo>
                  <a:pt x="4352112" y="4221962"/>
                </a:lnTo>
                <a:lnTo>
                  <a:pt x="4355085" y="4222554"/>
                </a:lnTo>
                <a:lnTo>
                  <a:pt x="4358103" y="4223099"/>
                </a:lnTo>
                <a:lnTo>
                  <a:pt x="4361140" y="4223597"/>
                </a:lnTo>
                <a:lnTo>
                  <a:pt x="4364160" y="4224132"/>
                </a:lnTo>
                <a:lnTo>
                  <a:pt x="4367131" y="4224676"/>
                </a:lnTo>
                <a:lnTo>
                  <a:pt x="4370151" y="4225223"/>
                </a:lnTo>
                <a:lnTo>
                  <a:pt x="4373188" y="4225721"/>
                </a:lnTo>
                <a:lnTo>
                  <a:pt x="4376159" y="4226266"/>
                </a:lnTo>
                <a:lnTo>
                  <a:pt x="4379179" y="4226766"/>
                </a:lnTo>
                <a:lnTo>
                  <a:pt x="4382216" y="4227311"/>
                </a:lnTo>
                <a:lnTo>
                  <a:pt x="4385234" y="4227810"/>
                </a:lnTo>
                <a:lnTo>
                  <a:pt x="4388207" y="4228308"/>
                </a:lnTo>
                <a:lnTo>
                  <a:pt x="4394262" y="4229306"/>
                </a:lnTo>
                <a:lnTo>
                  <a:pt x="4397218" y="4229806"/>
                </a:lnTo>
                <a:lnTo>
                  <a:pt x="4406310" y="4231302"/>
                </a:lnTo>
                <a:lnTo>
                  <a:pt x="4409266" y="4231755"/>
                </a:lnTo>
                <a:lnTo>
                  <a:pt x="4412301" y="4232253"/>
                </a:lnTo>
                <a:lnTo>
                  <a:pt x="4415321" y="4232706"/>
                </a:lnTo>
                <a:lnTo>
                  <a:pt x="4418294" y="4233205"/>
                </a:lnTo>
                <a:lnTo>
                  <a:pt x="4421312" y="4233657"/>
                </a:lnTo>
                <a:lnTo>
                  <a:pt x="4424349" y="4234156"/>
                </a:lnTo>
                <a:lnTo>
                  <a:pt x="4427369" y="4234609"/>
                </a:lnTo>
                <a:lnTo>
                  <a:pt x="4430340" y="4235061"/>
                </a:lnTo>
                <a:lnTo>
                  <a:pt x="4436397" y="4235967"/>
                </a:lnTo>
                <a:lnTo>
                  <a:pt x="4439367" y="4236418"/>
                </a:lnTo>
                <a:lnTo>
                  <a:pt x="4448443" y="4237776"/>
                </a:lnTo>
                <a:lnTo>
                  <a:pt x="4451416" y="4238183"/>
                </a:lnTo>
                <a:lnTo>
                  <a:pt x="4457471" y="4239098"/>
                </a:lnTo>
                <a:lnTo>
                  <a:pt x="4460425" y="4239505"/>
                </a:lnTo>
                <a:lnTo>
                  <a:pt x="4463462" y="4239958"/>
                </a:lnTo>
                <a:lnTo>
                  <a:pt x="4466482" y="4240363"/>
                </a:lnTo>
                <a:lnTo>
                  <a:pt x="4469453" y="4240770"/>
                </a:lnTo>
                <a:lnTo>
                  <a:pt x="4472473" y="4241176"/>
                </a:lnTo>
                <a:lnTo>
                  <a:pt x="4475510" y="4241627"/>
                </a:lnTo>
                <a:lnTo>
                  <a:pt x="4478530" y="4242034"/>
                </a:lnTo>
                <a:lnTo>
                  <a:pt x="4481501" y="4242451"/>
                </a:lnTo>
                <a:lnTo>
                  <a:pt x="4487558" y="4243264"/>
                </a:lnTo>
                <a:lnTo>
                  <a:pt x="4490529" y="4243624"/>
                </a:lnTo>
                <a:lnTo>
                  <a:pt x="4499604" y="4244854"/>
                </a:lnTo>
                <a:lnTo>
                  <a:pt x="4502577" y="4245213"/>
                </a:lnTo>
                <a:lnTo>
                  <a:pt x="4505595" y="4245620"/>
                </a:lnTo>
                <a:lnTo>
                  <a:pt x="4508631" y="4245979"/>
                </a:lnTo>
                <a:lnTo>
                  <a:pt x="4511588" y="4246386"/>
                </a:lnTo>
                <a:lnTo>
                  <a:pt x="4517643" y="4247116"/>
                </a:lnTo>
                <a:lnTo>
                  <a:pt x="4520679" y="4247523"/>
                </a:lnTo>
                <a:lnTo>
                  <a:pt x="4523634" y="4247882"/>
                </a:lnTo>
                <a:lnTo>
                  <a:pt x="4529691" y="4248612"/>
                </a:lnTo>
                <a:lnTo>
                  <a:pt x="4532661" y="4248973"/>
                </a:lnTo>
                <a:lnTo>
                  <a:pt x="4541739" y="4250063"/>
                </a:lnTo>
                <a:lnTo>
                  <a:pt x="4544709" y="4250377"/>
                </a:lnTo>
                <a:lnTo>
                  <a:pt x="4550765" y="4251107"/>
                </a:lnTo>
                <a:lnTo>
                  <a:pt x="4553737" y="4251420"/>
                </a:lnTo>
                <a:lnTo>
                  <a:pt x="4556758" y="4251781"/>
                </a:lnTo>
                <a:lnTo>
                  <a:pt x="4559793" y="4252104"/>
                </a:lnTo>
                <a:lnTo>
                  <a:pt x="4562813" y="4252465"/>
                </a:lnTo>
                <a:lnTo>
                  <a:pt x="4565785" y="4252778"/>
                </a:lnTo>
                <a:lnTo>
                  <a:pt x="4568804" y="4253137"/>
                </a:lnTo>
                <a:lnTo>
                  <a:pt x="4571841" y="4253462"/>
                </a:lnTo>
                <a:lnTo>
                  <a:pt x="4574797" y="4253775"/>
                </a:lnTo>
                <a:lnTo>
                  <a:pt x="4577831" y="4254100"/>
                </a:lnTo>
                <a:lnTo>
                  <a:pt x="4580852" y="4254460"/>
                </a:lnTo>
                <a:lnTo>
                  <a:pt x="4583825" y="4254773"/>
                </a:lnTo>
                <a:lnTo>
                  <a:pt x="4592898" y="4255724"/>
                </a:lnTo>
                <a:lnTo>
                  <a:pt x="4595871" y="4256003"/>
                </a:lnTo>
                <a:lnTo>
                  <a:pt x="4601925" y="4256630"/>
                </a:lnTo>
                <a:lnTo>
                  <a:pt x="4604898" y="4256955"/>
                </a:lnTo>
                <a:lnTo>
                  <a:pt x="4607917" y="4257222"/>
                </a:lnTo>
                <a:lnTo>
                  <a:pt x="4613973" y="4257860"/>
                </a:lnTo>
                <a:lnTo>
                  <a:pt x="4616944" y="4258127"/>
                </a:lnTo>
                <a:lnTo>
                  <a:pt x="4619965" y="4258451"/>
                </a:lnTo>
                <a:lnTo>
                  <a:pt x="4623001" y="4258718"/>
                </a:lnTo>
                <a:lnTo>
                  <a:pt x="4625955" y="4259031"/>
                </a:lnTo>
                <a:lnTo>
                  <a:pt x="4635049" y="4259855"/>
                </a:lnTo>
                <a:lnTo>
                  <a:pt x="4638003" y="4260168"/>
                </a:lnTo>
                <a:lnTo>
                  <a:pt x="4644061" y="4260714"/>
                </a:lnTo>
                <a:lnTo>
                  <a:pt x="4647031" y="4260981"/>
                </a:lnTo>
                <a:lnTo>
                  <a:pt x="4656107" y="4261805"/>
                </a:lnTo>
                <a:lnTo>
                  <a:pt x="4659079" y="4262071"/>
                </a:lnTo>
                <a:lnTo>
                  <a:pt x="4662114" y="4262338"/>
                </a:lnTo>
                <a:lnTo>
                  <a:pt x="4665135" y="4262571"/>
                </a:lnTo>
                <a:lnTo>
                  <a:pt x="4668107" y="4262836"/>
                </a:lnTo>
                <a:lnTo>
                  <a:pt x="4671125" y="4263115"/>
                </a:lnTo>
                <a:lnTo>
                  <a:pt x="4674162" y="4263337"/>
                </a:lnTo>
                <a:lnTo>
                  <a:pt x="4677183" y="4263614"/>
                </a:lnTo>
                <a:lnTo>
                  <a:pt x="4680153" y="4263881"/>
                </a:lnTo>
                <a:lnTo>
                  <a:pt x="4683173" y="4264113"/>
                </a:lnTo>
                <a:lnTo>
                  <a:pt x="4686210" y="4264380"/>
                </a:lnTo>
                <a:lnTo>
                  <a:pt x="4689165" y="4264612"/>
                </a:lnTo>
                <a:lnTo>
                  <a:pt x="4692201" y="4264879"/>
                </a:lnTo>
                <a:lnTo>
                  <a:pt x="4698258" y="4265331"/>
                </a:lnTo>
                <a:lnTo>
                  <a:pt x="4701213" y="4265610"/>
                </a:lnTo>
                <a:lnTo>
                  <a:pt x="4707269" y="4266063"/>
                </a:lnTo>
                <a:lnTo>
                  <a:pt x="4710240" y="4266283"/>
                </a:lnTo>
                <a:lnTo>
                  <a:pt x="4713277" y="4266514"/>
                </a:lnTo>
                <a:lnTo>
                  <a:pt x="4716295" y="4266781"/>
                </a:lnTo>
                <a:lnTo>
                  <a:pt x="4719268" y="4267014"/>
                </a:lnTo>
                <a:lnTo>
                  <a:pt x="4725323" y="4267466"/>
                </a:lnTo>
                <a:lnTo>
                  <a:pt x="4728343" y="4267641"/>
                </a:lnTo>
                <a:lnTo>
                  <a:pt x="4731316" y="4267872"/>
                </a:lnTo>
                <a:lnTo>
                  <a:pt x="4737371" y="4268325"/>
                </a:lnTo>
                <a:lnTo>
                  <a:pt x="4740325" y="4268556"/>
                </a:lnTo>
                <a:lnTo>
                  <a:pt x="4743362" y="4268778"/>
                </a:lnTo>
                <a:lnTo>
                  <a:pt x="4746382" y="4268963"/>
                </a:lnTo>
                <a:lnTo>
                  <a:pt x="4749419" y="4269183"/>
                </a:lnTo>
                <a:lnTo>
                  <a:pt x="4752373" y="4269416"/>
                </a:lnTo>
                <a:lnTo>
                  <a:pt x="4755410" y="4269589"/>
                </a:lnTo>
                <a:lnTo>
                  <a:pt x="4758428" y="4269821"/>
                </a:lnTo>
                <a:lnTo>
                  <a:pt x="4761401" y="4270007"/>
                </a:lnTo>
                <a:lnTo>
                  <a:pt x="4764421" y="4270228"/>
                </a:lnTo>
                <a:lnTo>
                  <a:pt x="4767456" y="4270413"/>
                </a:lnTo>
                <a:lnTo>
                  <a:pt x="4770493" y="4270634"/>
                </a:lnTo>
                <a:lnTo>
                  <a:pt x="4773447" y="4270820"/>
                </a:lnTo>
                <a:lnTo>
                  <a:pt x="4776484" y="4271040"/>
                </a:lnTo>
                <a:lnTo>
                  <a:pt x="4779504" y="4271225"/>
                </a:lnTo>
                <a:lnTo>
                  <a:pt x="4782475" y="4271411"/>
                </a:lnTo>
                <a:lnTo>
                  <a:pt x="4785495" y="4271586"/>
                </a:lnTo>
                <a:lnTo>
                  <a:pt x="4788532" y="4271817"/>
                </a:lnTo>
                <a:lnTo>
                  <a:pt x="4791552" y="4272003"/>
                </a:lnTo>
                <a:lnTo>
                  <a:pt x="4794523" y="4272176"/>
                </a:lnTo>
                <a:lnTo>
                  <a:pt x="4800580" y="4272537"/>
                </a:lnTo>
                <a:lnTo>
                  <a:pt x="4803534" y="4272723"/>
                </a:lnTo>
                <a:lnTo>
                  <a:pt x="4812626" y="4273267"/>
                </a:lnTo>
                <a:lnTo>
                  <a:pt x="4815582" y="4273441"/>
                </a:lnTo>
                <a:lnTo>
                  <a:pt x="4821637" y="4273812"/>
                </a:lnTo>
                <a:lnTo>
                  <a:pt x="4824610" y="4273987"/>
                </a:lnTo>
                <a:lnTo>
                  <a:pt x="4830665" y="4274358"/>
                </a:lnTo>
                <a:lnTo>
                  <a:pt x="4833702" y="4274486"/>
                </a:lnTo>
                <a:lnTo>
                  <a:pt x="4836656" y="4274671"/>
                </a:lnTo>
                <a:lnTo>
                  <a:pt x="4839693" y="4274857"/>
                </a:lnTo>
                <a:lnTo>
                  <a:pt x="4842713" y="4274984"/>
                </a:lnTo>
                <a:lnTo>
                  <a:pt x="4845684" y="4275170"/>
                </a:lnTo>
                <a:lnTo>
                  <a:pt x="4848704" y="4275356"/>
                </a:lnTo>
                <a:lnTo>
                  <a:pt x="4851741" y="4275483"/>
                </a:lnTo>
                <a:lnTo>
                  <a:pt x="4854695" y="4275669"/>
                </a:lnTo>
                <a:lnTo>
                  <a:pt x="4857732" y="4275808"/>
                </a:lnTo>
                <a:lnTo>
                  <a:pt x="4860752" y="4275982"/>
                </a:lnTo>
                <a:lnTo>
                  <a:pt x="4863789" y="4276121"/>
                </a:lnTo>
                <a:lnTo>
                  <a:pt x="4866743" y="4276307"/>
                </a:lnTo>
                <a:lnTo>
                  <a:pt x="4869780" y="4276435"/>
                </a:lnTo>
                <a:lnTo>
                  <a:pt x="4872800" y="4276620"/>
                </a:lnTo>
                <a:lnTo>
                  <a:pt x="4875771" y="4276760"/>
                </a:lnTo>
                <a:lnTo>
                  <a:pt x="4878808" y="4276887"/>
                </a:lnTo>
                <a:lnTo>
                  <a:pt x="4881826" y="4277073"/>
                </a:lnTo>
                <a:lnTo>
                  <a:pt x="4884863" y="4277212"/>
                </a:lnTo>
                <a:lnTo>
                  <a:pt x="4887819" y="4277340"/>
                </a:lnTo>
                <a:lnTo>
                  <a:pt x="4893874" y="4277619"/>
                </a:lnTo>
                <a:lnTo>
                  <a:pt x="4896847" y="4277804"/>
                </a:lnTo>
                <a:lnTo>
                  <a:pt x="4905920" y="4278210"/>
                </a:lnTo>
                <a:lnTo>
                  <a:pt x="4908893" y="4278337"/>
                </a:lnTo>
                <a:lnTo>
                  <a:pt x="4914948" y="4278616"/>
                </a:lnTo>
                <a:lnTo>
                  <a:pt x="4917904" y="4278756"/>
                </a:lnTo>
                <a:lnTo>
                  <a:pt x="4926996" y="4279161"/>
                </a:lnTo>
                <a:lnTo>
                  <a:pt x="4929952" y="4279289"/>
                </a:lnTo>
                <a:lnTo>
                  <a:pt x="4936023" y="4279568"/>
                </a:lnTo>
                <a:lnTo>
                  <a:pt x="4938978" y="4279660"/>
                </a:lnTo>
                <a:lnTo>
                  <a:pt x="4948071" y="4280066"/>
                </a:lnTo>
                <a:lnTo>
                  <a:pt x="4951026" y="4280206"/>
                </a:lnTo>
                <a:lnTo>
                  <a:pt x="4954063" y="4280287"/>
                </a:lnTo>
                <a:lnTo>
                  <a:pt x="4957083" y="4280426"/>
                </a:lnTo>
                <a:lnTo>
                  <a:pt x="4960053" y="4280565"/>
                </a:lnTo>
                <a:lnTo>
                  <a:pt x="4963074" y="4280659"/>
                </a:lnTo>
                <a:lnTo>
                  <a:pt x="4966111" y="4280786"/>
                </a:lnTo>
                <a:lnTo>
                  <a:pt x="4969065" y="4280924"/>
                </a:lnTo>
                <a:lnTo>
                  <a:pt x="4972101" y="4281018"/>
                </a:lnTo>
                <a:lnTo>
                  <a:pt x="4975122" y="4281157"/>
                </a:lnTo>
                <a:lnTo>
                  <a:pt x="4978157" y="4281239"/>
                </a:lnTo>
                <a:lnTo>
                  <a:pt x="4981113" y="4281377"/>
                </a:lnTo>
                <a:lnTo>
                  <a:pt x="4984150" y="4281470"/>
                </a:lnTo>
                <a:lnTo>
                  <a:pt x="4987168" y="4281610"/>
                </a:lnTo>
                <a:lnTo>
                  <a:pt x="4990141" y="4281692"/>
                </a:lnTo>
                <a:lnTo>
                  <a:pt x="4993175" y="4281830"/>
                </a:lnTo>
                <a:lnTo>
                  <a:pt x="4999233" y="4282015"/>
                </a:lnTo>
                <a:lnTo>
                  <a:pt x="5002187" y="4282143"/>
                </a:lnTo>
                <a:lnTo>
                  <a:pt x="5005223" y="4282236"/>
                </a:lnTo>
                <a:lnTo>
                  <a:pt x="5008244" y="4282376"/>
                </a:lnTo>
                <a:lnTo>
                  <a:pt x="5011215" y="4282468"/>
                </a:lnTo>
                <a:lnTo>
                  <a:pt x="5017271" y="4282643"/>
                </a:lnTo>
                <a:lnTo>
                  <a:pt x="5020292" y="4282781"/>
                </a:lnTo>
                <a:lnTo>
                  <a:pt x="5023263" y="4282874"/>
                </a:lnTo>
                <a:lnTo>
                  <a:pt x="5029319" y="4283060"/>
                </a:lnTo>
                <a:lnTo>
                  <a:pt x="5032274" y="4283188"/>
                </a:lnTo>
                <a:lnTo>
                  <a:pt x="5041365" y="4283465"/>
                </a:lnTo>
                <a:lnTo>
                  <a:pt x="5044338" y="4283559"/>
                </a:lnTo>
                <a:lnTo>
                  <a:pt x="5050393" y="4283732"/>
                </a:lnTo>
                <a:lnTo>
                  <a:pt x="5053347" y="4283826"/>
                </a:lnTo>
                <a:lnTo>
                  <a:pt x="5062439" y="4284093"/>
                </a:lnTo>
                <a:lnTo>
                  <a:pt x="5065395" y="4284185"/>
                </a:lnTo>
                <a:lnTo>
                  <a:pt x="5071451" y="4284370"/>
                </a:lnTo>
                <a:lnTo>
                  <a:pt x="5074423" y="4284464"/>
                </a:lnTo>
                <a:lnTo>
                  <a:pt x="5083499" y="4284731"/>
                </a:lnTo>
                <a:lnTo>
                  <a:pt x="5086471" y="4284823"/>
                </a:lnTo>
                <a:lnTo>
                  <a:pt x="5092526" y="4285009"/>
                </a:lnTo>
                <a:lnTo>
                  <a:pt x="5095483" y="4285044"/>
                </a:lnTo>
                <a:lnTo>
                  <a:pt x="5101554" y="4285230"/>
                </a:lnTo>
                <a:lnTo>
                  <a:pt x="5104508" y="4285322"/>
                </a:lnTo>
                <a:lnTo>
                  <a:pt x="5107545" y="4285415"/>
                </a:lnTo>
                <a:lnTo>
                  <a:pt x="5110565" y="4285461"/>
                </a:lnTo>
                <a:lnTo>
                  <a:pt x="5113602" y="4285543"/>
                </a:lnTo>
                <a:lnTo>
                  <a:pt x="5116556" y="4285635"/>
                </a:lnTo>
                <a:lnTo>
                  <a:pt x="5119593" y="4285683"/>
                </a:lnTo>
                <a:lnTo>
                  <a:pt x="5122613" y="4285775"/>
                </a:lnTo>
                <a:lnTo>
                  <a:pt x="5125584" y="4285868"/>
                </a:lnTo>
                <a:lnTo>
                  <a:pt x="5128605" y="4285914"/>
                </a:lnTo>
                <a:lnTo>
                  <a:pt x="5134659" y="4286088"/>
                </a:lnTo>
                <a:lnTo>
                  <a:pt x="5137632" y="4286134"/>
                </a:lnTo>
                <a:lnTo>
                  <a:pt x="5143687" y="4286319"/>
                </a:lnTo>
                <a:lnTo>
                  <a:pt x="5146643" y="4286367"/>
                </a:lnTo>
                <a:lnTo>
                  <a:pt x="5149680" y="4286459"/>
                </a:lnTo>
                <a:lnTo>
                  <a:pt x="5152699" y="4286505"/>
                </a:lnTo>
                <a:lnTo>
                  <a:pt x="5155735" y="4286586"/>
                </a:lnTo>
                <a:lnTo>
                  <a:pt x="5158706" y="4286634"/>
                </a:lnTo>
                <a:lnTo>
                  <a:pt x="5161726" y="4286726"/>
                </a:lnTo>
                <a:lnTo>
                  <a:pt x="5164763" y="4286772"/>
                </a:lnTo>
                <a:lnTo>
                  <a:pt x="5167717" y="4286865"/>
                </a:lnTo>
                <a:lnTo>
                  <a:pt x="5170754" y="4286911"/>
                </a:lnTo>
                <a:lnTo>
                  <a:pt x="5173774" y="4286993"/>
                </a:lnTo>
                <a:lnTo>
                  <a:pt x="5176811" y="4287039"/>
                </a:lnTo>
                <a:lnTo>
                  <a:pt x="5179765" y="4287133"/>
                </a:lnTo>
                <a:lnTo>
                  <a:pt x="5185820" y="4287225"/>
                </a:lnTo>
                <a:lnTo>
                  <a:pt x="5188793" y="4287318"/>
                </a:lnTo>
                <a:lnTo>
                  <a:pt x="5191811" y="4287364"/>
                </a:lnTo>
                <a:lnTo>
                  <a:pt x="5194848" y="4287458"/>
                </a:lnTo>
                <a:lnTo>
                  <a:pt x="5197868" y="4287492"/>
                </a:lnTo>
                <a:lnTo>
                  <a:pt x="5200839" y="4287538"/>
                </a:lnTo>
                <a:lnTo>
                  <a:pt x="5203859" y="4287631"/>
                </a:lnTo>
                <a:lnTo>
                  <a:pt x="5206896" y="4287677"/>
                </a:lnTo>
                <a:lnTo>
                  <a:pt x="5209867" y="4287723"/>
                </a:lnTo>
                <a:lnTo>
                  <a:pt x="5212887" y="4287771"/>
                </a:lnTo>
                <a:lnTo>
                  <a:pt x="5215924" y="4287863"/>
                </a:lnTo>
                <a:lnTo>
                  <a:pt x="5218942" y="4287909"/>
                </a:lnTo>
                <a:lnTo>
                  <a:pt x="5221915" y="4287944"/>
                </a:lnTo>
                <a:lnTo>
                  <a:pt x="5224935" y="4288038"/>
                </a:lnTo>
                <a:lnTo>
                  <a:pt x="5227970" y="4288084"/>
                </a:lnTo>
                <a:lnTo>
                  <a:pt x="5230926" y="4288130"/>
                </a:lnTo>
                <a:lnTo>
                  <a:pt x="5236981" y="4288223"/>
                </a:lnTo>
                <a:lnTo>
                  <a:pt x="5239954" y="4288315"/>
                </a:lnTo>
                <a:lnTo>
                  <a:pt x="5249029" y="4288443"/>
                </a:lnTo>
                <a:lnTo>
                  <a:pt x="5252002" y="4288489"/>
                </a:lnTo>
                <a:lnTo>
                  <a:pt x="5255020" y="4288537"/>
                </a:lnTo>
                <a:lnTo>
                  <a:pt x="5258057" y="4288629"/>
                </a:lnTo>
                <a:lnTo>
                  <a:pt x="5261013" y="4288675"/>
                </a:lnTo>
                <a:lnTo>
                  <a:pt x="5270105" y="4288814"/>
                </a:lnTo>
                <a:lnTo>
                  <a:pt x="5273076" y="4288860"/>
                </a:lnTo>
                <a:lnTo>
                  <a:pt x="5279133" y="4288942"/>
                </a:lnTo>
                <a:lnTo>
                  <a:pt x="5282087" y="4288989"/>
                </a:lnTo>
                <a:lnTo>
                  <a:pt x="5291179" y="4289127"/>
                </a:lnTo>
                <a:lnTo>
                  <a:pt x="5294135" y="4289175"/>
                </a:lnTo>
                <a:lnTo>
                  <a:pt x="5300190" y="4289267"/>
                </a:lnTo>
                <a:lnTo>
                  <a:pt x="5303163" y="4289313"/>
                </a:lnTo>
                <a:lnTo>
                  <a:pt x="5312238" y="4289440"/>
                </a:lnTo>
                <a:lnTo>
                  <a:pt x="5315211" y="4289488"/>
                </a:lnTo>
                <a:lnTo>
                  <a:pt x="5321266" y="4289580"/>
                </a:lnTo>
                <a:lnTo>
                  <a:pt x="5324237" y="4289626"/>
                </a:lnTo>
                <a:lnTo>
                  <a:pt x="5333314" y="4289766"/>
                </a:lnTo>
                <a:lnTo>
                  <a:pt x="5336285" y="4289812"/>
                </a:lnTo>
                <a:lnTo>
                  <a:pt x="5339303" y="4289859"/>
                </a:lnTo>
                <a:lnTo>
                  <a:pt x="5342342" y="4289859"/>
                </a:lnTo>
                <a:lnTo>
                  <a:pt x="5345296" y="4289893"/>
                </a:lnTo>
                <a:lnTo>
                  <a:pt x="5351351" y="4289987"/>
                </a:lnTo>
                <a:lnTo>
                  <a:pt x="5354324" y="4290033"/>
                </a:lnTo>
                <a:lnTo>
                  <a:pt x="5360379" y="4290126"/>
                </a:lnTo>
                <a:lnTo>
                  <a:pt x="5363399" y="4290126"/>
                </a:lnTo>
                <a:lnTo>
                  <a:pt x="5366370" y="4290172"/>
                </a:lnTo>
                <a:lnTo>
                  <a:pt x="5372427" y="4290264"/>
                </a:lnTo>
                <a:lnTo>
                  <a:pt x="5375397" y="4290312"/>
                </a:lnTo>
                <a:lnTo>
                  <a:pt x="5378418" y="4290312"/>
                </a:lnTo>
                <a:lnTo>
                  <a:pt x="5384473" y="4290392"/>
                </a:lnTo>
                <a:lnTo>
                  <a:pt x="5387445" y="4290439"/>
                </a:lnTo>
                <a:lnTo>
                  <a:pt x="5390466" y="4290439"/>
                </a:lnTo>
                <a:lnTo>
                  <a:pt x="5393501" y="4290485"/>
                </a:lnTo>
                <a:lnTo>
                  <a:pt x="5396457" y="4290531"/>
                </a:lnTo>
                <a:lnTo>
                  <a:pt x="5399493" y="4290577"/>
                </a:lnTo>
                <a:lnTo>
                  <a:pt x="5402512" y="4290577"/>
                </a:lnTo>
                <a:lnTo>
                  <a:pt x="5405549" y="4290625"/>
                </a:lnTo>
                <a:lnTo>
                  <a:pt x="5408505" y="4290671"/>
                </a:lnTo>
                <a:lnTo>
                  <a:pt x="5411539" y="4290717"/>
                </a:lnTo>
                <a:lnTo>
                  <a:pt x="5414560" y="4290717"/>
                </a:lnTo>
                <a:lnTo>
                  <a:pt x="5417533" y="4290763"/>
                </a:lnTo>
                <a:lnTo>
                  <a:pt x="5420551" y="4290810"/>
                </a:lnTo>
                <a:lnTo>
                  <a:pt x="5423587" y="4290810"/>
                </a:lnTo>
                <a:lnTo>
                  <a:pt x="5426608" y="4290845"/>
                </a:lnTo>
                <a:lnTo>
                  <a:pt x="5429579" y="4290892"/>
                </a:lnTo>
                <a:lnTo>
                  <a:pt x="5432615" y="4290892"/>
                </a:lnTo>
                <a:lnTo>
                  <a:pt x="5435636" y="4290938"/>
                </a:lnTo>
                <a:lnTo>
                  <a:pt x="5438606" y="4290984"/>
                </a:lnTo>
                <a:lnTo>
                  <a:pt x="5441627" y="4290984"/>
                </a:lnTo>
                <a:lnTo>
                  <a:pt x="5447682" y="4291078"/>
                </a:lnTo>
                <a:lnTo>
                  <a:pt x="5450655" y="4291078"/>
                </a:lnTo>
                <a:lnTo>
                  <a:pt x="5453675" y="4291124"/>
                </a:lnTo>
                <a:lnTo>
                  <a:pt x="5456709" y="4291124"/>
                </a:lnTo>
                <a:lnTo>
                  <a:pt x="5459666" y="4291170"/>
                </a:lnTo>
                <a:lnTo>
                  <a:pt x="5462703" y="4291216"/>
                </a:lnTo>
                <a:lnTo>
                  <a:pt x="5465721" y="4291216"/>
                </a:lnTo>
                <a:lnTo>
                  <a:pt x="5468757" y="4291263"/>
                </a:lnTo>
                <a:lnTo>
                  <a:pt x="5471714" y="4291263"/>
                </a:lnTo>
                <a:lnTo>
                  <a:pt x="5477769" y="4291343"/>
                </a:lnTo>
                <a:lnTo>
                  <a:pt x="5480741" y="4291343"/>
                </a:lnTo>
                <a:lnTo>
                  <a:pt x="5483760" y="4291391"/>
                </a:lnTo>
                <a:lnTo>
                  <a:pt x="5486797" y="4291391"/>
                </a:lnTo>
                <a:lnTo>
                  <a:pt x="5489767" y="4291437"/>
                </a:lnTo>
                <a:lnTo>
                  <a:pt x="5492787" y="4291437"/>
                </a:lnTo>
                <a:lnTo>
                  <a:pt x="5495824" y="4291483"/>
                </a:lnTo>
                <a:lnTo>
                  <a:pt x="5498843" y="4291483"/>
                </a:lnTo>
                <a:lnTo>
                  <a:pt x="5501815" y="4291529"/>
                </a:lnTo>
                <a:lnTo>
                  <a:pt x="5504833" y="4291529"/>
                </a:lnTo>
                <a:lnTo>
                  <a:pt x="5507870" y="4291576"/>
                </a:lnTo>
                <a:lnTo>
                  <a:pt x="5510827" y="4291576"/>
                </a:lnTo>
                <a:lnTo>
                  <a:pt x="5513861" y="4291622"/>
                </a:lnTo>
                <a:lnTo>
                  <a:pt x="5516881" y="4291622"/>
                </a:lnTo>
                <a:lnTo>
                  <a:pt x="5519918" y="4291668"/>
                </a:lnTo>
                <a:lnTo>
                  <a:pt x="5522873" y="4291668"/>
                </a:lnTo>
                <a:lnTo>
                  <a:pt x="5525909" y="4291714"/>
                </a:lnTo>
                <a:lnTo>
                  <a:pt x="5528929" y="4291714"/>
                </a:lnTo>
                <a:lnTo>
                  <a:pt x="5531900" y="4291762"/>
                </a:lnTo>
                <a:lnTo>
                  <a:pt x="5534921" y="4291762"/>
                </a:lnTo>
                <a:lnTo>
                  <a:pt x="5537957" y="4291808"/>
                </a:lnTo>
                <a:lnTo>
                  <a:pt x="5540978" y="4291808"/>
                </a:lnTo>
                <a:lnTo>
                  <a:pt x="5543948" y="4291843"/>
                </a:lnTo>
                <a:lnTo>
                  <a:pt x="5546985" y="4291843"/>
                </a:lnTo>
                <a:lnTo>
                  <a:pt x="5550003" y="4291889"/>
                </a:lnTo>
                <a:lnTo>
                  <a:pt x="5552976" y="4291889"/>
                </a:lnTo>
                <a:lnTo>
                  <a:pt x="5555997" y="4291935"/>
                </a:lnTo>
                <a:lnTo>
                  <a:pt x="5559031" y="4291935"/>
                </a:lnTo>
                <a:lnTo>
                  <a:pt x="5562051" y="4291981"/>
                </a:lnTo>
                <a:lnTo>
                  <a:pt x="5568043" y="4291981"/>
                </a:lnTo>
                <a:lnTo>
                  <a:pt x="5571079" y="4292029"/>
                </a:lnTo>
                <a:lnTo>
                  <a:pt x="5574035" y="4292029"/>
                </a:lnTo>
                <a:lnTo>
                  <a:pt x="5577070" y="4292075"/>
                </a:lnTo>
                <a:lnTo>
                  <a:pt x="5583127" y="4292075"/>
                </a:lnTo>
                <a:lnTo>
                  <a:pt x="5586081" y="4292121"/>
                </a:lnTo>
                <a:lnTo>
                  <a:pt x="5589118" y="4292121"/>
                </a:lnTo>
                <a:lnTo>
                  <a:pt x="5592139" y="4292167"/>
                </a:lnTo>
                <a:lnTo>
                  <a:pt x="5598146" y="4292167"/>
                </a:lnTo>
                <a:lnTo>
                  <a:pt x="5601166" y="4292214"/>
                </a:lnTo>
                <a:lnTo>
                  <a:pt x="5604137" y="4292214"/>
                </a:lnTo>
                <a:lnTo>
                  <a:pt x="5607157" y="4292260"/>
                </a:lnTo>
                <a:lnTo>
                  <a:pt x="5613212" y="4292260"/>
                </a:lnTo>
                <a:lnTo>
                  <a:pt x="5616185" y="4292306"/>
                </a:lnTo>
                <a:lnTo>
                  <a:pt x="5622240" y="4292306"/>
                </a:lnTo>
                <a:lnTo>
                  <a:pt x="5625196" y="4292342"/>
                </a:lnTo>
                <a:lnTo>
                  <a:pt x="5631251" y="4292342"/>
                </a:lnTo>
                <a:lnTo>
                  <a:pt x="5634288" y="4292388"/>
                </a:lnTo>
                <a:lnTo>
                  <a:pt x="5637242" y="4292388"/>
                </a:lnTo>
                <a:lnTo>
                  <a:pt x="5640279" y="4293838"/>
                </a:lnTo>
                <a:lnTo>
                  <a:pt x="2257304" y="4293838"/>
                </a:lnTo>
                <a:lnTo>
                  <a:pt x="2257308" y="4290847"/>
                </a:lnTo>
                <a:lnTo>
                  <a:pt x="2254281" y="4290847"/>
                </a:lnTo>
                <a:lnTo>
                  <a:pt x="2254284" y="4293838"/>
                </a:lnTo>
                <a:lnTo>
                  <a:pt x="0" y="4293838"/>
                </a:lnTo>
                <a:lnTo>
                  <a:pt x="2970" y="1681655"/>
                </a:lnTo>
                <a:lnTo>
                  <a:pt x="5991" y="1674716"/>
                </a:lnTo>
                <a:lnTo>
                  <a:pt x="9028" y="1667743"/>
                </a:lnTo>
                <a:lnTo>
                  <a:pt x="12048" y="1660804"/>
                </a:lnTo>
                <a:lnTo>
                  <a:pt x="15019" y="1653820"/>
                </a:lnTo>
                <a:lnTo>
                  <a:pt x="21074" y="1639954"/>
                </a:lnTo>
                <a:lnTo>
                  <a:pt x="24030" y="1632970"/>
                </a:lnTo>
                <a:lnTo>
                  <a:pt x="33122" y="1612179"/>
                </a:lnTo>
                <a:lnTo>
                  <a:pt x="36078" y="1605195"/>
                </a:lnTo>
                <a:lnTo>
                  <a:pt x="42133" y="1591329"/>
                </a:lnTo>
                <a:lnTo>
                  <a:pt x="45106" y="1584391"/>
                </a:lnTo>
                <a:lnTo>
                  <a:pt x="51161" y="1570527"/>
                </a:lnTo>
                <a:lnTo>
                  <a:pt x="54197" y="1563543"/>
                </a:lnTo>
                <a:lnTo>
                  <a:pt x="57152" y="1556604"/>
                </a:lnTo>
                <a:lnTo>
                  <a:pt x="60188" y="1549723"/>
                </a:lnTo>
                <a:lnTo>
                  <a:pt x="63209" y="1542786"/>
                </a:lnTo>
                <a:lnTo>
                  <a:pt x="66179" y="1535848"/>
                </a:lnTo>
                <a:lnTo>
                  <a:pt x="75255" y="1515045"/>
                </a:lnTo>
                <a:lnTo>
                  <a:pt x="78227" y="1508165"/>
                </a:lnTo>
                <a:lnTo>
                  <a:pt x="81248" y="1501226"/>
                </a:lnTo>
                <a:lnTo>
                  <a:pt x="84282" y="1494335"/>
                </a:lnTo>
                <a:lnTo>
                  <a:pt x="87239" y="1487408"/>
                </a:lnTo>
                <a:lnTo>
                  <a:pt x="90273" y="1480516"/>
                </a:lnTo>
                <a:lnTo>
                  <a:pt x="93294" y="1473578"/>
                </a:lnTo>
                <a:lnTo>
                  <a:pt x="96330" y="1466686"/>
                </a:lnTo>
                <a:lnTo>
                  <a:pt x="99301" y="1459807"/>
                </a:lnTo>
                <a:lnTo>
                  <a:pt x="105342" y="1446023"/>
                </a:lnTo>
                <a:lnTo>
                  <a:pt x="108312" y="1439130"/>
                </a:lnTo>
                <a:lnTo>
                  <a:pt x="114370" y="1425359"/>
                </a:lnTo>
                <a:lnTo>
                  <a:pt x="117340" y="1418468"/>
                </a:lnTo>
                <a:lnTo>
                  <a:pt x="120361" y="1411623"/>
                </a:lnTo>
                <a:lnTo>
                  <a:pt x="123397" y="1404742"/>
                </a:lnTo>
                <a:lnTo>
                  <a:pt x="126418" y="1397897"/>
                </a:lnTo>
                <a:lnTo>
                  <a:pt x="129388" y="1391004"/>
                </a:lnTo>
                <a:lnTo>
                  <a:pt x="135443" y="1377314"/>
                </a:lnTo>
                <a:lnTo>
                  <a:pt x="138400" y="1370469"/>
                </a:lnTo>
                <a:lnTo>
                  <a:pt x="144455" y="1356789"/>
                </a:lnTo>
                <a:lnTo>
                  <a:pt x="147491" y="1349990"/>
                </a:lnTo>
                <a:lnTo>
                  <a:pt x="150448" y="1343145"/>
                </a:lnTo>
                <a:lnTo>
                  <a:pt x="153482" y="1336346"/>
                </a:lnTo>
                <a:lnTo>
                  <a:pt x="156503" y="1329501"/>
                </a:lnTo>
                <a:lnTo>
                  <a:pt x="159473" y="1322702"/>
                </a:lnTo>
                <a:lnTo>
                  <a:pt x="168567" y="1302305"/>
                </a:lnTo>
                <a:lnTo>
                  <a:pt x="171521" y="1295518"/>
                </a:lnTo>
                <a:lnTo>
                  <a:pt x="174558" y="1288754"/>
                </a:lnTo>
                <a:lnTo>
                  <a:pt x="177578" y="1281967"/>
                </a:lnTo>
                <a:lnTo>
                  <a:pt x="180549" y="1275214"/>
                </a:lnTo>
                <a:lnTo>
                  <a:pt x="189624" y="1254944"/>
                </a:lnTo>
                <a:lnTo>
                  <a:pt x="192597" y="1248193"/>
                </a:lnTo>
                <a:lnTo>
                  <a:pt x="195617" y="1241486"/>
                </a:lnTo>
                <a:lnTo>
                  <a:pt x="198652" y="1234734"/>
                </a:lnTo>
                <a:lnTo>
                  <a:pt x="201608" y="1228027"/>
                </a:lnTo>
                <a:lnTo>
                  <a:pt x="210700" y="1207909"/>
                </a:lnTo>
                <a:lnTo>
                  <a:pt x="213671" y="1201203"/>
                </a:lnTo>
                <a:lnTo>
                  <a:pt x="216691" y="1194532"/>
                </a:lnTo>
                <a:lnTo>
                  <a:pt x="219728" y="1187825"/>
                </a:lnTo>
                <a:lnTo>
                  <a:pt x="222682" y="1181165"/>
                </a:lnTo>
                <a:lnTo>
                  <a:pt x="228739" y="1167846"/>
                </a:lnTo>
                <a:lnTo>
                  <a:pt x="231774" y="1161221"/>
                </a:lnTo>
                <a:lnTo>
                  <a:pt x="234730" y="1154561"/>
                </a:lnTo>
                <a:lnTo>
                  <a:pt x="240785" y="1141324"/>
                </a:lnTo>
                <a:lnTo>
                  <a:pt x="243758" y="1134710"/>
                </a:lnTo>
                <a:lnTo>
                  <a:pt x="246778" y="1128097"/>
                </a:lnTo>
                <a:lnTo>
                  <a:pt x="249813" y="1121519"/>
                </a:lnTo>
                <a:lnTo>
                  <a:pt x="252769" y="1114951"/>
                </a:lnTo>
                <a:lnTo>
                  <a:pt x="261861" y="1095240"/>
                </a:lnTo>
                <a:lnTo>
                  <a:pt x="264832" y="1088708"/>
                </a:lnTo>
                <a:lnTo>
                  <a:pt x="267852" y="1082140"/>
                </a:lnTo>
                <a:lnTo>
                  <a:pt x="270872" y="1075608"/>
                </a:lnTo>
                <a:lnTo>
                  <a:pt x="273843" y="1069088"/>
                </a:lnTo>
                <a:lnTo>
                  <a:pt x="279900" y="1056128"/>
                </a:lnTo>
                <a:lnTo>
                  <a:pt x="282935" y="1049597"/>
                </a:lnTo>
                <a:lnTo>
                  <a:pt x="285891" y="1043123"/>
                </a:lnTo>
                <a:lnTo>
                  <a:pt x="288928" y="1036683"/>
                </a:lnTo>
                <a:lnTo>
                  <a:pt x="291948" y="1030197"/>
                </a:lnTo>
                <a:lnTo>
                  <a:pt x="294919" y="1023769"/>
                </a:lnTo>
                <a:lnTo>
                  <a:pt x="300974" y="1010890"/>
                </a:lnTo>
                <a:lnTo>
                  <a:pt x="303994" y="1004498"/>
                </a:lnTo>
                <a:lnTo>
                  <a:pt x="306967" y="998070"/>
                </a:lnTo>
                <a:lnTo>
                  <a:pt x="313022" y="985284"/>
                </a:lnTo>
                <a:lnTo>
                  <a:pt x="315978" y="978937"/>
                </a:lnTo>
                <a:lnTo>
                  <a:pt x="319013" y="972557"/>
                </a:lnTo>
                <a:lnTo>
                  <a:pt x="322033" y="966210"/>
                </a:lnTo>
                <a:lnTo>
                  <a:pt x="325070" y="959910"/>
                </a:lnTo>
                <a:lnTo>
                  <a:pt x="328041" y="953564"/>
                </a:lnTo>
                <a:lnTo>
                  <a:pt x="334096" y="940964"/>
                </a:lnTo>
                <a:lnTo>
                  <a:pt x="337052" y="934664"/>
                </a:lnTo>
                <a:lnTo>
                  <a:pt x="340089" y="928364"/>
                </a:lnTo>
                <a:lnTo>
                  <a:pt x="346144" y="915856"/>
                </a:lnTo>
                <a:lnTo>
                  <a:pt x="349100" y="909650"/>
                </a:lnTo>
                <a:lnTo>
                  <a:pt x="352135" y="903395"/>
                </a:lnTo>
                <a:lnTo>
                  <a:pt x="355155" y="897176"/>
                </a:lnTo>
                <a:lnTo>
                  <a:pt x="358128" y="890970"/>
                </a:lnTo>
                <a:lnTo>
                  <a:pt x="361148" y="884809"/>
                </a:lnTo>
                <a:lnTo>
                  <a:pt x="364183" y="878600"/>
                </a:lnTo>
                <a:lnTo>
                  <a:pt x="367139" y="872437"/>
                </a:lnTo>
                <a:lnTo>
                  <a:pt x="370174" y="866319"/>
                </a:lnTo>
                <a:lnTo>
                  <a:pt x="373194" y="860155"/>
                </a:lnTo>
                <a:lnTo>
                  <a:pt x="376231" y="854037"/>
                </a:lnTo>
                <a:lnTo>
                  <a:pt x="379202" y="847964"/>
                </a:lnTo>
                <a:lnTo>
                  <a:pt x="382222" y="841846"/>
                </a:lnTo>
                <a:lnTo>
                  <a:pt x="385259" y="835771"/>
                </a:lnTo>
                <a:lnTo>
                  <a:pt x="388213" y="829699"/>
                </a:lnTo>
                <a:lnTo>
                  <a:pt x="391250" y="823626"/>
                </a:lnTo>
                <a:lnTo>
                  <a:pt x="397305" y="811570"/>
                </a:lnTo>
                <a:lnTo>
                  <a:pt x="400261" y="805543"/>
                </a:lnTo>
                <a:lnTo>
                  <a:pt x="403296" y="799560"/>
                </a:lnTo>
                <a:lnTo>
                  <a:pt x="406316" y="793623"/>
                </a:lnTo>
                <a:lnTo>
                  <a:pt x="409289" y="787640"/>
                </a:lnTo>
                <a:lnTo>
                  <a:pt x="418364" y="769829"/>
                </a:lnTo>
                <a:lnTo>
                  <a:pt x="421335" y="763938"/>
                </a:lnTo>
                <a:lnTo>
                  <a:pt x="427392" y="752153"/>
                </a:lnTo>
                <a:lnTo>
                  <a:pt x="430362" y="746307"/>
                </a:lnTo>
                <a:lnTo>
                  <a:pt x="436403" y="734615"/>
                </a:lnTo>
                <a:lnTo>
                  <a:pt x="439440" y="728813"/>
                </a:lnTo>
                <a:lnTo>
                  <a:pt x="442411" y="723013"/>
                </a:lnTo>
                <a:lnTo>
                  <a:pt x="445431" y="717211"/>
                </a:lnTo>
                <a:lnTo>
                  <a:pt x="448466" y="711456"/>
                </a:lnTo>
                <a:lnTo>
                  <a:pt x="451422" y="705744"/>
                </a:lnTo>
                <a:lnTo>
                  <a:pt x="454459" y="699989"/>
                </a:lnTo>
                <a:lnTo>
                  <a:pt x="460514" y="688568"/>
                </a:lnTo>
                <a:lnTo>
                  <a:pt x="463470" y="682903"/>
                </a:lnTo>
                <a:lnTo>
                  <a:pt x="469525" y="671572"/>
                </a:lnTo>
                <a:lnTo>
                  <a:pt x="472496" y="665952"/>
                </a:lnTo>
                <a:lnTo>
                  <a:pt x="475516" y="660333"/>
                </a:lnTo>
                <a:lnTo>
                  <a:pt x="478553" y="654758"/>
                </a:lnTo>
                <a:lnTo>
                  <a:pt x="481573" y="649139"/>
                </a:lnTo>
                <a:lnTo>
                  <a:pt x="484544" y="643609"/>
                </a:lnTo>
                <a:lnTo>
                  <a:pt x="487564" y="638080"/>
                </a:lnTo>
                <a:lnTo>
                  <a:pt x="490601" y="632506"/>
                </a:lnTo>
                <a:lnTo>
                  <a:pt x="493571" y="627022"/>
                </a:lnTo>
                <a:lnTo>
                  <a:pt x="499626" y="616053"/>
                </a:lnTo>
                <a:lnTo>
                  <a:pt x="502583" y="610615"/>
                </a:lnTo>
                <a:lnTo>
                  <a:pt x="508640" y="599738"/>
                </a:lnTo>
                <a:lnTo>
                  <a:pt x="511674" y="594344"/>
                </a:lnTo>
                <a:lnTo>
                  <a:pt x="514631" y="588952"/>
                </a:lnTo>
                <a:lnTo>
                  <a:pt x="520686" y="578256"/>
                </a:lnTo>
                <a:lnTo>
                  <a:pt x="523658" y="572953"/>
                </a:lnTo>
                <a:lnTo>
                  <a:pt x="526677" y="567605"/>
                </a:lnTo>
                <a:lnTo>
                  <a:pt x="532734" y="557091"/>
                </a:lnTo>
                <a:lnTo>
                  <a:pt x="535705" y="551788"/>
                </a:lnTo>
                <a:lnTo>
                  <a:pt x="538725" y="546622"/>
                </a:lnTo>
                <a:lnTo>
                  <a:pt x="541762" y="541409"/>
                </a:lnTo>
                <a:lnTo>
                  <a:pt x="544732" y="536197"/>
                </a:lnTo>
                <a:lnTo>
                  <a:pt x="550787" y="525864"/>
                </a:lnTo>
                <a:lnTo>
                  <a:pt x="553808" y="520743"/>
                </a:lnTo>
                <a:lnTo>
                  <a:pt x="556780" y="515622"/>
                </a:lnTo>
                <a:lnTo>
                  <a:pt x="562835" y="505470"/>
                </a:lnTo>
                <a:lnTo>
                  <a:pt x="565792" y="500438"/>
                </a:lnTo>
                <a:lnTo>
                  <a:pt x="571847" y="490377"/>
                </a:lnTo>
                <a:lnTo>
                  <a:pt x="574883" y="485392"/>
                </a:lnTo>
                <a:lnTo>
                  <a:pt x="577840" y="480406"/>
                </a:lnTo>
                <a:lnTo>
                  <a:pt x="583895" y="470528"/>
                </a:lnTo>
                <a:lnTo>
                  <a:pt x="586865" y="465633"/>
                </a:lnTo>
                <a:lnTo>
                  <a:pt x="589886" y="460738"/>
                </a:lnTo>
                <a:lnTo>
                  <a:pt x="595943" y="451039"/>
                </a:lnTo>
                <a:lnTo>
                  <a:pt x="598913" y="446188"/>
                </a:lnTo>
                <a:lnTo>
                  <a:pt x="601934" y="441430"/>
                </a:lnTo>
                <a:lnTo>
                  <a:pt x="604968" y="436626"/>
                </a:lnTo>
                <a:lnTo>
                  <a:pt x="607941" y="431867"/>
                </a:lnTo>
                <a:lnTo>
                  <a:pt x="617016" y="417728"/>
                </a:lnTo>
                <a:lnTo>
                  <a:pt x="619987" y="413058"/>
                </a:lnTo>
                <a:lnTo>
                  <a:pt x="623007" y="408437"/>
                </a:lnTo>
                <a:lnTo>
                  <a:pt x="626044" y="403769"/>
                </a:lnTo>
                <a:lnTo>
                  <a:pt x="629001" y="399190"/>
                </a:lnTo>
                <a:lnTo>
                  <a:pt x="635056" y="390036"/>
                </a:lnTo>
                <a:lnTo>
                  <a:pt x="638026" y="385503"/>
                </a:lnTo>
                <a:lnTo>
                  <a:pt x="641046" y="381016"/>
                </a:lnTo>
                <a:lnTo>
                  <a:pt x="644083" y="376485"/>
                </a:lnTo>
                <a:lnTo>
                  <a:pt x="647104" y="372043"/>
                </a:lnTo>
                <a:lnTo>
                  <a:pt x="650074" y="367602"/>
                </a:lnTo>
                <a:lnTo>
                  <a:pt x="653095" y="363162"/>
                </a:lnTo>
                <a:lnTo>
                  <a:pt x="656131" y="358764"/>
                </a:lnTo>
                <a:lnTo>
                  <a:pt x="659102" y="354412"/>
                </a:lnTo>
                <a:lnTo>
                  <a:pt x="662122" y="350016"/>
                </a:lnTo>
                <a:lnTo>
                  <a:pt x="668177" y="341406"/>
                </a:lnTo>
                <a:lnTo>
                  <a:pt x="671150" y="337100"/>
                </a:lnTo>
                <a:lnTo>
                  <a:pt x="674168" y="332886"/>
                </a:lnTo>
                <a:lnTo>
                  <a:pt x="677205" y="328626"/>
                </a:lnTo>
                <a:lnTo>
                  <a:pt x="680161" y="324411"/>
                </a:lnTo>
                <a:lnTo>
                  <a:pt x="689253" y="311902"/>
                </a:lnTo>
                <a:lnTo>
                  <a:pt x="692207" y="307822"/>
                </a:lnTo>
                <a:lnTo>
                  <a:pt x="695244" y="303699"/>
                </a:lnTo>
                <a:lnTo>
                  <a:pt x="698264" y="299620"/>
                </a:lnTo>
                <a:lnTo>
                  <a:pt x="701235" y="295585"/>
                </a:lnTo>
                <a:lnTo>
                  <a:pt x="704255" y="291598"/>
                </a:lnTo>
                <a:lnTo>
                  <a:pt x="707292" y="287564"/>
                </a:lnTo>
                <a:lnTo>
                  <a:pt x="710312" y="283621"/>
                </a:lnTo>
                <a:lnTo>
                  <a:pt x="713283" y="279677"/>
                </a:lnTo>
                <a:lnTo>
                  <a:pt x="716318" y="275735"/>
                </a:lnTo>
                <a:lnTo>
                  <a:pt x="719338" y="271884"/>
                </a:lnTo>
                <a:lnTo>
                  <a:pt x="722311" y="267985"/>
                </a:lnTo>
                <a:lnTo>
                  <a:pt x="725331" y="264133"/>
                </a:lnTo>
                <a:lnTo>
                  <a:pt x="731386" y="256520"/>
                </a:lnTo>
                <a:lnTo>
                  <a:pt x="734357" y="252757"/>
                </a:lnTo>
                <a:lnTo>
                  <a:pt x="737377" y="248996"/>
                </a:lnTo>
                <a:lnTo>
                  <a:pt x="740414" y="245280"/>
                </a:lnTo>
                <a:lnTo>
                  <a:pt x="743368" y="241563"/>
                </a:lnTo>
                <a:lnTo>
                  <a:pt x="749425" y="234312"/>
                </a:lnTo>
                <a:lnTo>
                  <a:pt x="752396" y="230641"/>
                </a:lnTo>
                <a:lnTo>
                  <a:pt x="755416" y="227060"/>
                </a:lnTo>
                <a:lnTo>
                  <a:pt x="758453" y="223525"/>
                </a:lnTo>
                <a:lnTo>
                  <a:pt x="761473" y="219945"/>
                </a:lnTo>
                <a:lnTo>
                  <a:pt x="764444" y="216454"/>
                </a:lnTo>
                <a:lnTo>
                  <a:pt x="770499" y="209475"/>
                </a:lnTo>
                <a:lnTo>
                  <a:pt x="773472" y="206076"/>
                </a:lnTo>
                <a:lnTo>
                  <a:pt x="779527" y="199279"/>
                </a:lnTo>
                <a:lnTo>
                  <a:pt x="782547" y="195925"/>
                </a:lnTo>
                <a:lnTo>
                  <a:pt x="785518" y="192615"/>
                </a:lnTo>
                <a:lnTo>
                  <a:pt x="788538" y="189262"/>
                </a:lnTo>
                <a:lnTo>
                  <a:pt x="791575" y="185998"/>
                </a:lnTo>
                <a:lnTo>
                  <a:pt x="794531" y="182781"/>
                </a:lnTo>
                <a:lnTo>
                  <a:pt x="797566" y="179517"/>
                </a:lnTo>
                <a:lnTo>
                  <a:pt x="803623" y="173173"/>
                </a:lnTo>
                <a:lnTo>
                  <a:pt x="806577" y="170000"/>
                </a:lnTo>
                <a:lnTo>
                  <a:pt x="812634" y="163836"/>
                </a:lnTo>
                <a:lnTo>
                  <a:pt x="815605" y="160754"/>
                </a:lnTo>
                <a:lnTo>
                  <a:pt x="818625" y="157719"/>
                </a:lnTo>
                <a:lnTo>
                  <a:pt x="824680" y="151736"/>
                </a:lnTo>
                <a:lnTo>
                  <a:pt x="827653" y="148790"/>
                </a:lnTo>
                <a:lnTo>
                  <a:pt x="830688" y="145890"/>
                </a:lnTo>
                <a:lnTo>
                  <a:pt x="833708" y="142944"/>
                </a:lnTo>
                <a:lnTo>
                  <a:pt x="836681" y="140088"/>
                </a:lnTo>
                <a:lnTo>
                  <a:pt x="839699" y="137279"/>
                </a:lnTo>
                <a:lnTo>
                  <a:pt x="842736" y="134423"/>
                </a:lnTo>
                <a:lnTo>
                  <a:pt x="845756" y="131658"/>
                </a:lnTo>
                <a:lnTo>
                  <a:pt x="848727" y="128894"/>
                </a:lnTo>
                <a:lnTo>
                  <a:pt x="851747" y="126129"/>
                </a:lnTo>
                <a:lnTo>
                  <a:pt x="854784" y="123455"/>
                </a:lnTo>
                <a:lnTo>
                  <a:pt x="857738" y="120780"/>
                </a:lnTo>
                <a:lnTo>
                  <a:pt x="860775" y="118107"/>
                </a:lnTo>
                <a:lnTo>
                  <a:pt x="866830" y="112941"/>
                </a:lnTo>
                <a:lnTo>
                  <a:pt x="869786" y="110357"/>
                </a:lnTo>
                <a:lnTo>
                  <a:pt x="872823" y="107819"/>
                </a:lnTo>
                <a:lnTo>
                  <a:pt x="875843" y="105327"/>
                </a:lnTo>
                <a:lnTo>
                  <a:pt x="878814" y="102835"/>
                </a:lnTo>
                <a:lnTo>
                  <a:pt x="881849" y="100386"/>
                </a:lnTo>
                <a:lnTo>
                  <a:pt x="884869" y="97985"/>
                </a:lnTo>
                <a:lnTo>
                  <a:pt x="887842" y="95583"/>
                </a:lnTo>
                <a:lnTo>
                  <a:pt x="890862" y="93225"/>
                </a:lnTo>
                <a:lnTo>
                  <a:pt x="893897" y="90914"/>
                </a:lnTo>
                <a:lnTo>
                  <a:pt x="896917" y="88558"/>
                </a:lnTo>
                <a:lnTo>
                  <a:pt x="899888" y="86292"/>
                </a:lnTo>
                <a:lnTo>
                  <a:pt x="902908" y="84072"/>
                </a:lnTo>
                <a:lnTo>
                  <a:pt x="905945" y="81806"/>
                </a:lnTo>
                <a:lnTo>
                  <a:pt x="908899" y="79630"/>
                </a:lnTo>
                <a:lnTo>
                  <a:pt x="911936" y="77500"/>
                </a:lnTo>
                <a:lnTo>
                  <a:pt x="914956" y="75324"/>
                </a:lnTo>
                <a:lnTo>
                  <a:pt x="917991" y="73239"/>
                </a:lnTo>
                <a:lnTo>
                  <a:pt x="920947" y="71155"/>
                </a:lnTo>
                <a:lnTo>
                  <a:pt x="923984" y="69114"/>
                </a:lnTo>
                <a:lnTo>
                  <a:pt x="927004" y="67121"/>
                </a:lnTo>
                <a:lnTo>
                  <a:pt x="929975" y="65128"/>
                </a:lnTo>
                <a:lnTo>
                  <a:pt x="932995" y="63133"/>
                </a:lnTo>
                <a:lnTo>
                  <a:pt x="939067" y="59326"/>
                </a:lnTo>
                <a:lnTo>
                  <a:pt x="942023" y="57422"/>
                </a:lnTo>
                <a:lnTo>
                  <a:pt x="948078" y="53796"/>
                </a:lnTo>
                <a:lnTo>
                  <a:pt x="951048" y="51982"/>
                </a:lnTo>
                <a:lnTo>
                  <a:pt x="960126" y="46816"/>
                </a:lnTo>
                <a:lnTo>
                  <a:pt x="963097" y="45185"/>
                </a:lnTo>
                <a:lnTo>
                  <a:pt x="969154" y="41922"/>
                </a:lnTo>
                <a:lnTo>
                  <a:pt x="972108" y="40380"/>
                </a:lnTo>
                <a:lnTo>
                  <a:pt x="978165" y="37299"/>
                </a:lnTo>
                <a:lnTo>
                  <a:pt x="981200" y="35803"/>
                </a:lnTo>
                <a:lnTo>
                  <a:pt x="984156" y="34353"/>
                </a:lnTo>
                <a:lnTo>
                  <a:pt x="987191" y="32903"/>
                </a:lnTo>
                <a:lnTo>
                  <a:pt x="990211" y="31544"/>
                </a:lnTo>
                <a:lnTo>
                  <a:pt x="993184" y="30184"/>
                </a:lnTo>
                <a:lnTo>
                  <a:pt x="996218" y="28824"/>
                </a:lnTo>
                <a:lnTo>
                  <a:pt x="999239" y="27511"/>
                </a:lnTo>
                <a:lnTo>
                  <a:pt x="1002275" y="26241"/>
                </a:lnTo>
                <a:lnTo>
                  <a:pt x="1005230" y="24971"/>
                </a:lnTo>
                <a:lnTo>
                  <a:pt x="1011287" y="22615"/>
                </a:lnTo>
                <a:lnTo>
                  <a:pt x="1014257" y="21436"/>
                </a:lnTo>
                <a:lnTo>
                  <a:pt x="1017278" y="20304"/>
                </a:lnTo>
                <a:lnTo>
                  <a:pt x="1020314" y="19216"/>
                </a:lnTo>
                <a:lnTo>
                  <a:pt x="1023269" y="18128"/>
                </a:lnTo>
                <a:lnTo>
                  <a:pt x="1029326" y="16135"/>
                </a:lnTo>
                <a:lnTo>
                  <a:pt x="1032360" y="15093"/>
                </a:lnTo>
                <a:lnTo>
                  <a:pt x="1035317" y="14184"/>
                </a:lnTo>
                <a:lnTo>
                  <a:pt x="1041372" y="12372"/>
                </a:lnTo>
                <a:lnTo>
                  <a:pt x="1044344" y="11557"/>
                </a:lnTo>
                <a:lnTo>
                  <a:pt x="1047379" y="10695"/>
                </a:lnTo>
                <a:lnTo>
                  <a:pt x="1050400" y="9879"/>
                </a:lnTo>
                <a:lnTo>
                  <a:pt x="1053436" y="9155"/>
                </a:lnTo>
                <a:lnTo>
                  <a:pt x="1056390" y="8429"/>
                </a:lnTo>
                <a:lnTo>
                  <a:pt x="1059427" y="7704"/>
                </a:lnTo>
                <a:lnTo>
                  <a:pt x="1062448" y="7071"/>
                </a:lnTo>
                <a:lnTo>
                  <a:pt x="1065418" y="6435"/>
                </a:lnTo>
                <a:lnTo>
                  <a:pt x="1068439" y="5756"/>
                </a:lnTo>
                <a:lnTo>
                  <a:pt x="1074496" y="4668"/>
                </a:lnTo>
                <a:lnTo>
                  <a:pt x="1077466" y="4123"/>
                </a:lnTo>
                <a:lnTo>
                  <a:pt x="1083521" y="3218"/>
                </a:lnTo>
                <a:lnTo>
                  <a:pt x="1086478" y="2765"/>
                </a:lnTo>
                <a:lnTo>
                  <a:pt x="1089514" y="2357"/>
                </a:lnTo>
                <a:lnTo>
                  <a:pt x="1095569" y="1631"/>
                </a:lnTo>
                <a:lnTo>
                  <a:pt x="1098526" y="1360"/>
                </a:lnTo>
                <a:lnTo>
                  <a:pt x="1104597" y="816"/>
                </a:lnTo>
                <a:lnTo>
                  <a:pt x="1107553" y="635"/>
                </a:lnTo>
                <a:lnTo>
                  <a:pt x="1113608" y="272"/>
                </a:lnTo>
                <a:lnTo>
                  <a:pt x="1116645" y="181"/>
                </a:lnTo>
                <a:lnTo>
                  <a:pt x="1119599" y="90"/>
                </a:lnTo>
                <a:close/>
              </a:path>
            </a:pathLst>
          </a:custGeom>
          <a:pattFill prst="pct40">
            <a:fgClr>
              <a:schemeClr val="bg1"/>
            </a:fgClr>
            <a:bgClr>
              <a:srgbClr val="D1D1D1"/>
            </a:bgClr>
          </a:pattFill>
          <a:ln w="7808" cap="flat">
            <a:noFill/>
            <a:prstDash val="solid"/>
            <a:miter/>
          </a:ln>
        </p:spPr>
        <p:txBody>
          <a:bodyPr wrap="square" rtlCol="0" anchor="ctr">
            <a:noAutofit/>
          </a:bodyPr>
          <a:lstStyle/>
          <a:p>
            <a:endParaRPr lang="en-GB" noProof="0"/>
          </a:p>
        </p:txBody>
      </p:sp>
      <p:sp>
        <p:nvSpPr>
          <p:cNvPr id="54" name="Freeform: Shape 53">
            <a:extLst>
              <a:ext uri="{FF2B5EF4-FFF2-40B4-BE49-F238E27FC236}">
                <a16:creationId xmlns:a16="http://schemas.microsoft.com/office/drawing/2014/main" id="{D3D2CB09-80C1-418D-8520-4DFB53FDC219}"/>
              </a:ext>
            </a:extLst>
          </p:cNvPr>
          <p:cNvSpPr/>
          <p:nvPr/>
        </p:nvSpPr>
        <p:spPr>
          <a:xfrm>
            <a:off x="7226163" y="3250774"/>
            <a:ext cx="3382973" cy="2591335"/>
          </a:xfrm>
          <a:custGeom>
            <a:avLst/>
            <a:gdLst>
              <a:gd name="connsiteX0" fmla="*/ 1470 w 1637567"/>
              <a:gd name="connsiteY0" fmla="*/ 0 h 1745962"/>
              <a:gd name="connsiteX1" fmla="*/ 2908 w 1637567"/>
              <a:gd name="connsiteY1" fmla="*/ 4667 h 1745962"/>
              <a:gd name="connsiteX2" fmla="*/ 4370 w 1637567"/>
              <a:gd name="connsiteY2" fmla="*/ 9373 h 1745962"/>
              <a:gd name="connsiteX3" fmla="*/ 5832 w 1637567"/>
              <a:gd name="connsiteY3" fmla="*/ 14048 h 1745962"/>
              <a:gd name="connsiteX4" fmla="*/ 7301 w 1637567"/>
              <a:gd name="connsiteY4" fmla="*/ 18746 h 1745962"/>
              <a:gd name="connsiteX5" fmla="*/ 8740 w 1637567"/>
              <a:gd name="connsiteY5" fmla="*/ 23420 h 1745962"/>
              <a:gd name="connsiteX6" fmla="*/ 10201 w 1637567"/>
              <a:gd name="connsiteY6" fmla="*/ 28087 h 1745962"/>
              <a:gd name="connsiteX7" fmla="*/ 11671 w 1637567"/>
              <a:gd name="connsiteY7" fmla="*/ 32793 h 1745962"/>
              <a:gd name="connsiteX8" fmla="*/ 13102 w 1637567"/>
              <a:gd name="connsiteY8" fmla="*/ 37468 h 1745962"/>
              <a:gd name="connsiteX9" fmla="*/ 16033 w 1637567"/>
              <a:gd name="connsiteY9" fmla="*/ 46810 h 1745962"/>
              <a:gd name="connsiteX10" fmla="*/ 17471 w 1637567"/>
              <a:gd name="connsiteY10" fmla="*/ 51508 h 1745962"/>
              <a:gd name="connsiteX11" fmla="*/ 21865 w 1637567"/>
              <a:gd name="connsiteY11" fmla="*/ 65524 h 1745962"/>
              <a:gd name="connsiteX12" fmla="*/ 23303 w 1637567"/>
              <a:gd name="connsiteY12" fmla="*/ 70199 h 1745962"/>
              <a:gd name="connsiteX13" fmla="*/ 26235 w 1637567"/>
              <a:gd name="connsiteY13" fmla="*/ 79541 h 1745962"/>
              <a:gd name="connsiteX14" fmla="*/ 27665 w 1637567"/>
              <a:gd name="connsiteY14" fmla="*/ 84215 h 1745962"/>
              <a:gd name="connsiteX15" fmla="*/ 32066 w 1637567"/>
              <a:gd name="connsiteY15" fmla="*/ 98232 h 1745962"/>
              <a:gd name="connsiteX16" fmla="*/ 33505 w 1637567"/>
              <a:gd name="connsiteY16" fmla="*/ 102906 h 1745962"/>
              <a:gd name="connsiteX17" fmla="*/ 34967 w 1637567"/>
              <a:gd name="connsiteY17" fmla="*/ 107573 h 1745962"/>
              <a:gd name="connsiteX18" fmla="*/ 36436 w 1637567"/>
              <a:gd name="connsiteY18" fmla="*/ 112217 h 1745962"/>
              <a:gd name="connsiteX19" fmla="*/ 37867 w 1637567"/>
              <a:gd name="connsiteY19" fmla="*/ 116891 h 1745962"/>
              <a:gd name="connsiteX20" fmla="*/ 39336 w 1637567"/>
              <a:gd name="connsiteY20" fmla="*/ 121535 h 1745962"/>
              <a:gd name="connsiteX21" fmla="*/ 40798 w 1637567"/>
              <a:gd name="connsiteY21" fmla="*/ 126202 h 1745962"/>
              <a:gd name="connsiteX22" fmla="*/ 42268 w 1637567"/>
              <a:gd name="connsiteY22" fmla="*/ 130845 h 1745962"/>
              <a:gd name="connsiteX23" fmla="*/ 43698 w 1637567"/>
              <a:gd name="connsiteY23" fmla="*/ 135520 h 1745962"/>
              <a:gd name="connsiteX24" fmla="*/ 45168 w 1637567"/>
              <a:gd name="connsiteY24" fmla="*/ 140156 h 1745962"/>
              <a:gd name="connsiteX25" fmla="*/ 46630 w 1637567"/>
              <a:gd name="connsiteY25" fmla="*/ 144830 h 1745962"/>
              <a:gd name="connsiteX26" fmla="*/ 48068 w 1637567"/>
              <a:gd name="connsiteY26" fmla="*/ 149474 h 1745962"/>
              <a:gd name="connsiteX27" fmla="*/ 52462 w 1637567"/>
              <a:gd name="connsiteY27" fmla="*/ 163396 h 1745962"/>
              <a:gd name="connsiteX28" fmla="*/ 53900 w 1637567"/>
              <a:gd name="connsiteY28" fmla="*/ 168040 h 1745962"/>
              <a:gd name="connsiteX29" fmla="*/ 55362 w 1637567"/>
              <a:gd name="connsiteY29" fmla="*/ 172675 h 1745962"/>
              <a:gd name="connsiteX30" fmla="*/ 56831 w 1637567"/>
              <a:gd name="connsiteY30" fmla="*/ 177288 h 1745962"/>
              <a:gd name="connsiteX31" fmla="*/ 58270 w 1637567"/>
              <a:gd name="connsiteY31" fmla="*/ 181931 h 1745962"/>
              <a:gd name="connsiteX32" fmla="*/ 59732 w 1637567"/>
              <a:gd name="connsiteY32" fmla="*/ 186575 h 1745962"/>
              <a:gd name="connsiteX33" fmla="*/ 61201 w 1637567"/>
              <a:gd name="connsiteY33" fmla="*/ 191187 h 1745962"/>
              <a:gd name="connsiteX34" fmla="*/ 62663 w 1637567"/>
              <a:gd name="connsiteY34" fmla="*/ 195822 h 1745962"/>
              <a:gd name="connsiteX35" fmla="*/ 64101 w 1637567"/>
              <a:gd name="connsiteY35" fmla="*/ 200435 h 1745962"/>
              <a:gd name="connsiteX36" fmla="*/ 67033 w 1637567"/>
              <a:gd name="connsiteY36" fmla="*/ 209659 h 1745962"/>
              <a:gd name="connsiteX37" fmla="*/ 68464 w 1637567"/>
              <a:gd name="connsiteY37" fmla="*/ 214271 h 1745962"/>
              <a:gd name="connsiteX38" fmla="*/ 72865 w 1637567"/>
              <a:gd name="connsiteY38" fmla="*/ 228100 h 1745962"/>
              <a:gd name="connsiteX39" fmla="*/ 74295 w 1637567"/>
              <a:gd name="connsiteY39" fmla="*/ 232712 h 1745962"/>
              <a:gd name="connsiteX40" fmla="*/ 75765 w 1637567"/>
              <a:gd name="connsiteY40" fmla="*/ 237293 h 1745962"/>
              <a:gd name="connsiteX41" fmla="*/ 77227 w 1637567"/>
              <a:gd name="connsiteY41" fmla="*/ 241905 h 1745962"/>
              <a:gd name="connsiteX42" fmla="*/ 78665 w 1637567"/>
              <a:gd name="connsiteY42" fmla="*/ 246486 h 1745962"/>
              <a:gd name="connsiteX43" fmla="*/ 81597 w 1637567"/>
              <a:gd name="connsiteY43" fmla="*/ 255648 h 1745962"/>
              <a:gd name="connsiteX44" fmla="*/ 83035 w 1637567"/>
              <a:gd name="connsiteY44" fmla="*/ 260229 h 1745962"/>
              <a:gd name="connsiteX45" fmla="*/ 87428 w 1637567"/>
              <a:gd name="connsiteY45" fmla="*/ 273972 h 1745962"/>
              <a:gd name="connsiteX46" fmla="*/ 88866 w 1637567"/>
              <a:gd name="connsiteY46" fmla="*/ 278521 h 1745962"/>
              <a:gd name="connsiteX47" fmla="*/ 90328 w 1637567"/>
              <a:gd name="connsiteY47" fmla="*/ 283071 h 1745962"/>
              <a:gd name="connsiteX48" fmla="*/ 91798 w 1637567"/>
              <a:gd name="connsiteY48" fmla="*/ 287652 h 1745962"/>
              <a:gd name="connsiteX49" fmla="*/ 93229 w 1637567"/>
              <a:gd name="connsiteY49" fmla="*/ 292201 h 1745962"/>
              <a:gd name="connsiteX50" fmla="*/ 97630 w 1637567"/>
              <a:gd name="connsiteY50" fmla="*/ 305850 h 1745962"/>
              <a:gd name="connsiteX51" fmla="*/ 99060 w 1637567"/>
              <a:gd name="connsiteY51" fmla="*/ 310369 h 1745962"/>
              <a:gd name="connsiteX52" fmla="*/ 100530 w 1637567"/>
              <a:gd name="connsiteY52" fmla="*/ 314918 h 1745962"/>
              <a:gd name="connsiteX53" fmla="*/ 101992 w 1637567"/>
              <a:gd name="connsiteY53" fmla="*/ 319437 h 1745962"/>
              <a:gd name="connsiteX54" fmla="*/ 103430 w 1637567"/>
              <a:gd name="connsiteY54" fmla="*/ 323955 h 1745962"/>
              <a:gd name="connsiteX55" fmla="*/ 107824 w 1637567"/>
              <a:gd name="connsiteY55" fmla="*/ 337510 h 1745962"/>
              <a:gd name="connsiteX56" fmla="*/ 109262 w 1637567"/>
              <a:gd name="connsiteY56" fmla="*/ 342036 h 1745962"/>
              <a:gd name="connsiteX57" fmla="*/ 110724 w 1637567"/>
              <a:gd name="connsiteY57" fmla="*/ 346524 h 1745962"/>
              <a:gd name="connsiteX58" fmla="*/ 112193 w 1637567"/>
              <a:gd name="connsiteY58" fmla="*/ 351042 h 1745962"/>
              <a:gd name="connsiteX59" fmla="*/ 113632 w 1637567"/>
              <a:gd name="connsiteY59" fmla="*/ 355529 h 1745962"/>
              <a:gd name="connsiteX60" fmla="*/ 118025 w 1637567"/>
              <a:gd name="connsiteY60" fmla="*/ 368998 h 1745962"/>
              <a:gd name="connsiteX61" fmla="*/ 119463 w 1637567"/>
              <a:gd name="connsiteY61" fmla="*/ 373454 h 1745962"/>
              <a:gd name="connsiteX62" fmla="*/ 120925 w 1637567"/>
              <a:gd name="connsiteY62" fmla="*/ 377941 h 1745962"/>
              <a:gd name="connsiteX63" fmla="*/ 122395 w 1637567"/>
              <a:gd name="connsiteY63" fmla="*/ 382405 h 1745962"/>
              <a:gd name="connsiteX64" fmla="*/ 123825 w 1637567"/>
              <a:gd name="connsiteY64" fmla="*/ 386861 h 1745962"/>
              <a:gd name="connsiteX65" fmla="*/ 128226 w 1637567"/>
              <a:gd name="connsiteY65" fmla="*/ 400236 h 1745962"/>
              <a:gd name="connsiteX66" fmla="*/ 129657 w 1637567"/>
              <a:gd name="connsiteY66" fmla="*/ 404661 h 1745962"/>
              <a:gd name="connsiteX67" fmla="*/ 132589 w 1637567"/>
              <a:gd name="connsiteY67" fmla="*/ 413518 h 1745962"/>
              <a:gd name="connsiteX68" fmla="*/ 134027 w 1637567"/>
              <a:gd name="connsiteY68" fmla="*/ 417950 h 1745962"/>
              <a:gd name="connsiteX69" fmla="*/ 136958 w 1637567"/>
              <a:gd name="connsiteY69" fmla="*/ 426799 h 1745962"/>
              <a:gd name="connsiteX70" fmla="*/ 138397 w 1637567"/>
              <a:gd name="connsiteY70" fmla="*/ 431200 h 1745962"/>
              <a:gd name="connsiteX71" fmla="*/ 139859 w 1637567"/>
              <a:gd name="connsiteY71" fmla="*/ 435594 h 1745962"/>
              <a:gd name="connsiteX72" fmla="*/ 141328 w 1637567"/>
              <a:gd name="connsiteY72" fmla="*/ 440026 h 1745962"/>
              <a:gd name="connsiteX73" fmla="*/ 142790 w 1637567"/>
              <a:gd name="connsiteY73" fmla="*/ 444388 h 1745962"/>
              <a:gd name="connsiteX74" fmla="*/ 144228 w 1637567"/>
              <a:gd name="connsiteY74" fmla="*/ 448789 h 1745962"/>
              <a:gd name="connsiteX75" fmla="*/ 145690 w 1637567"/>
              <a:gd name="connsiteY75" fmla="*/ 453182 h 1745962"/>
              <a:gd name="connsiteX76" fmla="*/ 147160 w 1637567"/>
              <a:gd name="connsiteY76" fmla="*/ 457552 h 1745962"/>
              <a:gd name="connsiteX77" fmla="*/ 148591 w 1637567"/>
              <a:gd name="connsiteY77" fmla="*/ 461914 h 1745962"/>
              <a:gd name="connsiteX78" fmla="*/ 151522 w 1637567"/>
              <a:gd name="connsiteY78" fmla="*/ 470654 h 1745962"/>
              <a:gd name="connsiteX79" fmla="*/ 152992 w 1637567"/>
              <a:gd name="connsiteY79" fmla="*/ 474985 h 1745962"/>
              <a:gd name="connsiteX80" fmla="*/ 154422 w 1637567"/>
              <a:gd name="connsiteY80" fmla="*/ 479354 h 1745962"/>
              <a:gd name="connsiteX81" fmla="*/ 157354 w 1637567"/>
              <a:gd name="connsiteY81" fmla="*/ 488024 h 1745962"/>
              <a:gd name="connsiteX82" fmla="*/ 158792 w 1637567"/>
              <a:gd name="connsiteY82" fmla="*/ 492362 h 1745962"/>
              <a:gd name="connsiteX83" fmla="*/ 160254 w 1637567"/>
              <a:gd name="connsiteY83" fmla="*/ 496670 h 1745962"/>
              <a:gd name="connsiteX84" fmla="*/ 161723 w 1637567"/>
              <a:gd name="connsiteY84" fmla="*/ 501000 h 1745962"/>
              <a:gd name="connsiteX85" fmla="*/ 163185 w 1637567"/>
              <a:gd name="connsiteY85" fmla="*/ 505308 h 1745962"/>
              <a:gd name="connsiteX86" fmla="*/ 164624 w 1637567"/>
              <a:gd name="connsiteY86" fmla="*/ 509615 h 1745962"/>
              <a:gd name="connsiteX87" fmla="*/ 167555 w 1637567"/>
              <a:gd name="connsiteY87" fmla="*/ 518230 h 1745962"/>
              <a:gd name="connsiteX88" fmla="*/ 168993 w 1637567"/>
              <a:gd name="connsiteY88" fmla="*/ 522498 h 1745962"/>
              <a:gd name="connsiteX89" fmla="*/ 173387 w 1637567"/>
              <a:gd name="connsiteY89" fmla="*/ 535326 h 1745962"/>
              <a:gd name="connsiteX90" fmla="*/ 174825 w 1637567"/>
              <a:gd name="connsiteY90" fmla="*/ 539602 h 1745962"/>
              <a:gd name="connsiteX91" fmla="*/ 177757 w 1637567"/>
              <a:gd name="connsiteY91" fmla="*/ 548092 h 1745962"/>
              <a:gd name="connsiteX92" fmla="*/ 179187 w 1637567"/>
              <a:gd name="connsiteY92" fmla="*/ 552336 h 1745962"/>
              <a:gd name="connsiteX93" fmla="*/ 180657 w 1637567"/>
              <a:gd name="connsiteY93" fmla="*/ 556581 h 1745962"/>
              <a:gd name="connsiteX94" fmla="*/ 182119 w 1637567"/>
              <a:gd name="connsiteY94" fmla="*/ 560795 h 1745962"/>
              <a:gd name="connsiteX95" fmla="*/ 183588 w 1637567"/>
              <a:gd name="connsiteY95" fmla="*/ 565039 h 1745962"/>
              <a:gd name="connsiteX96" fmla="*/ 185019 w 1637567"/>
              <a:gd name="connsiteY96" fmla="*/ 569253 h 1745962"/>
              <a:gd name="connsiteX97" fmla="*/ 186489 w 1637567"/>
              <a:gd name="connsiteY97" fmla="*/ 573467 h 1745962"/>
              <a:gd name="connsiteX98" fmla="*/ 187950 w 1637567"/>
              <a:gd name="connsiteY98" fmla="*/ 577649 h 1745962"/>
              <a:gd name="connsiteX99" fmla="*/ 189389 w 1637567"/>
              <a:gd name="connsiteY99" fmla="*/ 581862 h 1745962"/>
              <a:gd name="connsiteX100" fmla="*/ 193782 w 1637567"/>
              <a:gd name="connsiteY100" fmla="*/ 594417 h 1745962"/>
              <a:gd name="connsiteX101" fmla="*/ 195220 w 1637567"/>
              <a:gd name="connsiteY101" fmla="*/ 598568 h 1745962"/>
              <a:gd name="connsiteX102" fmla="*/ 196690 w 1637567"/>
              <a:gd name="connsiteY102" fmla="*/ 602719 h 1745962"/>
              <a:gd name="connsiteX103" fmla="*/ 198152 w 1637567"/>
              <a:gd name="connsiteY103" fmla="*/ 606901 h 1745962"/>
              <a:gd name="connsiteX104" fmla="*/ 199590 w 1637567"/>
              <a:gd name="connsiteY104" fmla="*/ 611028 h 1745962"/>
              <a:gd name="connsiteX105" fmla="*/ 201052 w 1637567"/>
              <a:gd name="connsiteY105" fmla="*/ 615179 h 1745962"/>
              <a:gd name="connsiteX106" fmla="*/ 202522 w 1637567"/>
              <a:gd name="connsiteY106" fmla="*/ 619299 h 1745962"/>
              <a:gd name="connsiteX107" fmla="*/ 203952 w 1637567"/>
              <a:gd name="connsiteY107" fmla="*/ 623427 h 1745962"/>
              <a:gd name="connsiteX108" fmla="*/ 206884 w 1637567"/>
              <a:gd name="connsiteY108" fmla="*/ 631666 h 1745962"/>
              <a:gd name="connsiteX109" fmla="*/ 208353 w 1637567"/>
              <a:gd name="connsiteY109" fmla="*/ 635762 h 1745962"/>
              <a:gd name="connsiteX110" fmla="*/ 209784 w 1637567"/>
              <a:gd name="connsiteY110" fmla="*/ 639882 h 1745962"/>
              <a:gd name="connsiteX111" fmla="*/ 211254 w 1637567"/>
              <a:gd name="connsiteY111" fmla="*/ 643978 h 1745962"/>
              <a:gd name="connsiteX112" fmla="*/ 212716 w 1637567"/>
              <a:gd name="connsiteY112" fmla="*/ 648035 h 1745962"/>
              <a:gd name="connsiteX113" fmla="*/ 214154 w 1637567"/>
              <a:gd name="connsiteY113" fmla="*/ 652132 h 1745962"/>
              <a:gd name="connsiteX114" fmla="*/ 218547 w 1637567"/>
              <a:gd name="connsiteY114" fmla="*/ 664311 h 1745962"/>
              <a:gd name="connsiteX115" fmla="*/ 219986 w 1637567"/>
              <a:gd name="connsiteY115" fmla="*/ 668345 h 1745962"/>
              <a:gd name="connsiteX116" fmla="*/ 221455 w 1637567"/>
              <a:gd name="connsiteY116" fmla="*/ 672371 h 1745962"/>
              <a:gd name="connsiteX117" fmla="*/ 222917 w 1637567"/>
              <a:gd name="connsiteY117" fmla="*/ 676435 h 1745962"/>
              <a:gd name="connsiteX118" fmla="*/ 224355 w 1637567"/>
              <a:gd name="connsiteY118" fmla="*/ 680469 h 1745962"/>
              <a:gd name="connsiteX119" fmla="*/ 228749 w 1637567"/>
              <a:gd name="connsiteY119" fmla="*/ 692469 h 1745962"/>
              <a:gd name="connsiteX120" fmla="*/ 230187 w 1637567"/>
              <a:gd name="connsiteY120" fmla="*/ 696463 h 1745962"/>
              <a:gd name="connsiteX121" fmla="*/ 231649 w 1637567"/>
              <a:gd name="connsiteY121" fmla="*/ 700435 h 1745962"/>
              <a:gd name="connsiteX122" fmla="*/ 233118 w 1637567"/>
              <a:gd name="connsiteY122" fmla="*/ 704437 h 1745962"/>
              <a:gd name="connsiteX123" fmla="*/ 234549 w 1637567"/>
              <a:gd name="connsiteY123" fmla="*/ 708408 h 1745962"/>
              <a:gd name="connsiteX124" fmla="*/ 236019 w 1637567"/>
              <a:gd name="connsiteY124" fmla="*/ 712348 h 1745962"/>
              <a:gd name="connsiteX125" fmla="*/ 237481 w 1637567"/>
              <a:gd name="connsiteY125" fmla="*/ 716311 h 1745962"/>
              <a:gd name="connsiteX126" fmla="*/ 238950 w 1637567"/>
              <a:gd name="connsiteY126" fmla="*/ 720251 h 1745962"/>
              <a:gd name="connsiteX127" fmla="*/ 240381 w 1637567"/>
              <a:gd name="connsiteY127" fmla="*/ 724191 h 1745962"/>
              <a:gd name="connsiteX128" fmla="*/ 241850 w 1637567"/>
              <a:gd name="connsiteY128" fmla="*/ 728131 h 1745962"/>
              <a:gd name="connsiteX129" fmla="*/ 243312 w 1637567"/>
              <a:gd name="connsiteY129" fmla="*/ 732040 h 1745962"/>
              <a:gd name="connsiteX130" fmla="*/ 244751 w 1637567"/>
              <a:gd name="connsiteY130" fmla="*/ 735980 h 1745962"/>
              <a:gd name="connsiteX131" fmla="*/ 246213 w 1637567"/>
              <a:gd name="connsiteY131" fmla="*/ 739888 h 1745962"/>
              <a:gd name="connsiteX132" fmla="*/ 247682 w 1637567"/>
              <a:gd name="connsiteY132" fmla="*/ 743766 h 1745962"/>
              <a:gd name="connsiteX133" fmla="*/ 249152 w 1637567"/>
              <a:gd name="connsiteY133" fmla="*/ 747674 h 1745962"/>
              <a:gd name="connsiteX134" fmla="*/ 250582 w 1637567"/>
              <a:gd name="connsiteY134" fmla="*/ 751552 h 1745962"/>
              <a:gd name="connsiteX135" fmla="*/ 252052 w 1637567"/>
              <a:gd name="connsiteY135" fmla="*/ 755429 h 1745962"/>
              <a:gd name="connsiteX136" fmla="*/ 253514 w 1637567"/>
              <a:gd name="connsiteY136" fmla="*/ 759283 h 1745962"/>
              <a:gd name="connsiteX137" fmla="*/ 254952 w 1637567"/>
              <a:gd name="connsiteY137" fmla="*/ 763160 h 1745962"/>
              <a:gd name="connsiteX138" fmla="*/ 257884 w 1637567"/>
              <a:gd name="connsiteY138" fmla="*/ 770852 h 1745962"/>
              <a:gd name="connsiteX139" fmla="*/ 259314 w 1637567"/>
              <a:gd name="connsiteY139" fmla="*/ 774699 h 1745962"/>
              <a:gd name="connsiteX140" fmla="*/ 263715 w 1637567"/>
              <a:gd name="connsiteY140" fmla="*/ 786151 h 1745962"/>
              <a:gd name="connsiteX141" fmla="*/ 265146 w 1637567"/>
              <a:gd name="connsiteY141" fmla="*/ 789934 h 1745962"/>
              <a:gd name="connsiteX142" fmla="*/ 268077 w 1637567"/>
              <a:gd name="connsiteY142" fmla="*/ 797509 h 1745962"/>
              <a:gd name="connsiteX143" fmla="*/ 269516 w 1637567"/>
              <a:gd name="connsiteY143" fmla="*/ 801301 h 1745962"/>
              <a:gd name="connsiteX144" fmla="*/ 270978 w 1637567"/>
              <a:gd name="connsiteY144" fmla="*/ 805053 h 1745962"/>
              <a:gd name="connsiteX145" fmla="*/ 272447 w 1637567"/>
              <a:gd name="connsiteY145" fmla="*/ 808837 h 1745962"/>
              <a:gd name="connsiteX146" fmla="*/ 273909 w 1637567"/>
              <a:gd name="connsiteY146" fmla="*/ 812565 h 1745962"/>
              <a:gd name="connsiteX147" fmla="*/ 275347 w 1637567"/>
              <a:gd name="connsiteY147" fmla="*/ 816318 h 1745962"/>
              <a:gd name="connsiteX148" fmla="*/ 278279 w 1637567"/>
              <a:gd name="connsiteY148" fmla="*/ 823775 h 1745962"/>
              <a:gd name="connsiteX149" fmla="*/ 279717 w 1637567"/>
              <a:gd name="connsiteY149" fmla="*/ 827496 h 1745962"/>
              <a:gd name="connsiteX150" fmla="*/ 281179 w 1637567"/>
              <a:gd name="connsiteY150" fmla="*/ 831225 h 1745962"/>
              <a:gd name="connsiteX151" fmla="*/ 284111 w 1637567"/>
              <a:gd name="connsiteY151" fmla="*/ 838612 h 1745962"/>
              <a:gd name="connsiteX152" fmla="*/ 285549 w 1637567"/>
              <a:gd name="connsiteY152" fmla="*/ 842279 h 1745962"/>
              <a:gd name="connsiteX153" fmla="*/ 287011 w 1637567"/>
              <a:gd name="connsiteY153" fmla="*/ 845969 h 1745962"/>
              <a:gd name="connsiteX154" fmla="*/ 288480 w 1637567"/>
              <a:gd name="connsiteY154" fmla="*/ 849635 h 1745962"/>
              <a:gd name="connsiteX155" fmla="*/ 289911 w 1637567"/>
              <a:gd name="connsiteY155" fmla="*/ 853301 h 1745962"/>
              <a:gd name="connsiteX156" fmla="*/ 294312 w 1637567"/>
              <a:gd name="connsiteY156" fmla="*/ 864198 h 1745962"/>
              <a:gd name="connsiteX157" fmla="*/ 295743 w 1637567"/>
              <a:gd name="connsiteY157" fmla="*/ 867833 h 1745962"/>
              <a:gd name="connsiteX158" fmla="*/ 297212 w 1637567"/>
              <a:gd name="connsiteY158" fmla="*/ 871437 h 1745962"/>
              <a:gd name="connsiteX159" fmla="*/ 298674 w 1637567"/>
              <a:gd name="connsiteY159" fmla="*/ 875072 h 1745962"/>
              <a:gd name="connsiteX160" fmla="*/ 300112 w 1637567"/>
              <a:gd name="connsiteY160" fmla="*/ 878645 h 1745962"/>
              <a:gd name="connsiteX161" fmla="*/ 301582 w 1637567"/>
              <a:gd name="connsiteY161" fmla="*/ 882248 h 1745962"/>
              <a:gd name="connsiteX162" fmla="*/ 304514 w 1637567"/>
              <a:gd name="connsiteY162" fmla="*/ 889393 h 1745962"/>
              <a:gd name="connsiteX163" fmla="*/ 305944 w 1637567"/>
              <a:gd name="connsiteY163" fmla="*/ 892966 h 1745962"/>
              <a:gd name="connsiteX164" fmla="*/ 308876 w 1637567"/>
              <a:gd name="connsiteY164" fmla="*/ 900048 h 1745962"/>
              <a:gd name="connsiteX165" fmla="*/ 310314 w 1637567"/>
              <a:gd name="connsiteY165" fmla="*/ 903590 h 1745962"/>
              <a:gd name="connsiteX166" fmla="*/ 311776 w 1637567"/>
              <a:gd name="connsiteY166" fmla="*/ 907138 h 1745962"/>
              <a:gd name="connsiteX167" fmla="*/ 314707 w 1637567"/>
              <a:gd name="connsiteY167" fmla="*/ 914158 h 1745962"/>
              <a:gd name="connsiteX168" fmla="*/ 316146 w 1637567"/>
              <a:gd name="connsiteY168" fmla="*/ 917668 h 1745962"/>
              <a:gd name="connsiteX169" fmla="*/ 319077 w 1637567"/>
              <a:gd name="connsiteY169" fmla="*/ 924634 h 1745962"/>
              <a:gd name="connsiteX170" fmla="*/ 320508 w 1637567"/>
              <a:gd name="connsiteY170" fmla="*/ 928112 h 1745962"/>
              <a:gd name="connsiteX171" fmla="*/ 323439 w 1637567"/>
              <a:gd name="connsiteY171" fmla="*/ 935015 h 1745962"/>
              <a:gd name="connsiteX172" fmla="*/ 324878 w 1637567"/>
              <a:gd name="connsiteY172" fmla="*/ 938494 h 1745962"/>
              <a:gd name="connsiteX173" fmla="*/ 329279 w 1637567"/>
              <a:gd name="connsiteY173" fmla="*/ 948758 h 1745962"/>
              <a:gd name="connsiteX174" fmla="*/ 330709 w 1637567"/>
              <a:gd name="connsiteY174" fmla="*/ 952174 h 1745962"/>
              <a:gd name="connsiteX175" fmla="*/ 332179 w 1637567"/>
              <a:gd name="connsiteY175" fmla="*/ 955566 h 1745962"/>
              <a:gd name="connsiteX176" fmla="*/ 333641 w 1637567"/>
              <a:gd name="connsiteY176" fmla="*/ 958983 h 1745962"/>
              <a:gd name="connsiteX177" fmla="*/ 335079 w 1637567"/>
              <a:gd name="connsiteY177" fmla="*/ 962344 h 1745962"/>
              <a:gd name="connsiteX178" fmla="*/ 338011 w 1637567"/>
              <a:gd name="connsiteY178" fmla="*/ 969122 h 1745962"/>
              <a:gd name="connsiteX179" fmla="*/ 339472 w 1637567"/>
              <a:gd name="connsiteY179" fmla="*/ 972452 h 1745962"/>
              <a:gd name="connsiteX180" fmla="*/ 340911 w 1637567"/>
              <a:gd name="connsiteY180" fmla="*/ 975813 h 1745962"/>
              <a:gd name="connsiteX181" fmla="*/ 342373 w 1637567"/>
              <a:gd name="connsiteY181" fmla="*/ 979167 h 1745962"/>
              <a:gd name="connsiteX182" fmla="*/ 343842 w 1637567"/>
              <a:gd name="connsiteY182" fmla="*/ 982466 h 1745962"/>
              <a:gd name="connsiteX183" fmla="*/ 345273 w 1637567"/>
              <a:gd name="connsiteY183" fmla="*/ 985796 h 1745962"/>
              <a:gd name="connsiteX184" fmla="*/ 346742 w 1637567"/>
              <a:gd name="connsiteY184" fmla="*/ 989126 h 1745962"/>
              <a:gd name="connsiteX185" fmla="*/ 349674 w 1637567"/>
              <a:gd name="connsiteY185" fmla="*/ 995724 h 1745962"/>
              <a:gd name="connsiteX186" fmla="*/ 351105 w 1637567"/>
              <a:gd name="connsiteY186" fmla="*/ 999023 h 1745962"/>
              <a:gd name="connsiteX187" fmla="*/ 354036 w 1637567"/>
              <a:gd name="connsiteY187" fmla="*/ 1005550 h 1745962"/>
              <a:gd name="connsiteX188" fmla="*/ 355474 w 1637567"/>
              <a:gd name="connsiteY188" fmla="*/ 1008818 h 1745962"/>
              <a:gd name="connsiteX189" fmla="*/ 359875 w 1637567"/>
              <a:gd name="connsiteY189" fmla="*/ 1018534 h 1745962"/>
              <a:gd name="connsiteX190" fmla="*/ 361306 w 1637567"/>
              <a:gd name="connsiteY190" fmla="*/ 1021740 h 1745962"/>
              <a:gd name="connsiteX191" fmla="*/ 362776 w 1637567"/>
              <a:gd name="connsiteY191" fmla="*/ 1024945 h 1745962"/>
              <a:gd name="connsiteX192" fmla="*/ 364238 w 1637567"/>
              <a:gd name="connsiteY192" fmla="*/ 1028181 h 1745962"/>
              <a:gd name="connsiteX193" fmla="*/ 365676 w 1637567"/>
              <a:gd name="connsiteY193" fmla="*/ 1031355 h 1745962"/>
              <a:gd name="connsiteX194" fmla="*/ 367138 w 1637567"/>
              <a:gd name="connsiteY194" fmla="*/ 1034529 h 1745962"/>
              <a:gd name="connsiteX195" fmla="*/ 368607 w 1637567"/>
              <a:gd name="connsiteY195" fmla="*/ 1037741 h 1745962"/>
              <a:gd name="connsiteX196" fmla="*/ 370069 w 1637567"/>
              <a:gd name="connsiteY196" fmla="*/ 1040884 h 1745962"/>
              <a:gd name="connsiteX197" fmla="*/ 371508 w 1637567"/>
              <a:gd name="connsiteY197" fmla="*/ 1044027 h 1745962"/>
              <a:gd name="connsiteX198" fmla="*/ 372969 w 1637567"/>
              <a:gd name="connsiteY198" fmla="*/ 1047208 h 1745962"/>
              <a:gd name="connsiteX199" fmla="*/ 374439 w 1637567"/>
              <a:gd name="connsiteY199" fmla="*/ 1050320 h 1745962"/>
              <a:gd name="connsiteX200" fmla="*/ 375870 w 1637567"/>
              <a:gd name="connsiteY200" fmla="*/ 1053462 h 1745962"/>
              <a:gd name="connsiteX201" fmla="*/ 380271 w 1637567"/>
              <a:gd name="connsiteY201" fmla="*/ 1062811 h 1745962"/>
              <a:gd name="connsiteX202" fmla="*/ 381709 w 1637567"/>
              <a:gd name="connsiteY202" fmla="*/ 1065892 h 1745962"/>
              <a:gd name="connsiteX203" fmla="*/ 384640 w 1637567"/>
              <a:gd name="connsiteY203" fmla="*/ 1072059 h 1745962"/>
              <a:gd name="connsiteX204" fmla="*/ 386071 w 1637567"/>
              <a:gd name="connsiteY204" fmla="*/ 1075116 h 1745962"/>
              <a:gd name="connsiteX205" fmla="*/ 389003 w 1637567"/>
              <a:gd name="connsiteY205" fmla="*/ 1081221 h 1745962"/>
              <a:gd name="connsiteX206" fmla="*/ 390441 w 1637567"/>
              <a:gd name="connsiteY206" fmla="*/ 1084278 h 1745962"/>
              <a:gd name="connsiteX207" fmla="*/ 393372 w 1637567"/>
              <a:gd name="connsiteY207" fmla="*/ 1090321 h 1745962"/>
              <a:gd name="connsiteX208" fmla="*/ 394834 w 1637567"/>
              <a:gd name="connsiteY208" fmla="*/ 1093315 h 1745962"/>
              <a:gd name="connsiteX209" fmla="*/ 396273 w 1637567"/>
              <a:gd name="connsiteY209" fmla="*/ 1096308 h 1745962"/>
              <a:gd name="connsiteX210" fmla="*/ 399204 w 1637567"/>
              <a:gd name="connsiteY210" fmla="*/ 1102289 h 1745962"/>
              <a:gd name="connsiteX211" fmla="*/ 400635 w 1637567"/>
              <a:gd name="connsiteY211" fmla="*/ 1105283 h 1745962"/>
              <a:gd name="connsiteX212" fmla="*/ 403566 w 1637567"/>
              <a:gd name="connsiteY212" fmla="*/ 1111208 h 1745962"/>
              <a:gd name="connsiteX213" fmla="*/ 405036 w 1637567"/>
              <a:gd name="connsiteY213" fmla="*/ 1114140 h 1745962"/>
              <a:gd name="connsiteX214" fmla="*/ 406466 w 1637567"/>
              <a:gd name="connsiteY214" fmla="*/ 1117071 h 1745962"/>
              <a:gd name="connsiteX215" fmla="*/ 409406 w 1637567"/>
              <a:gd name="connsiteY215" fmla="*/ 1122934 h 1745962"/>
              <a:gd name="connsiteX216" fmla="*/ 410836 w 1637567"/>
              <a:gd name="connsiteY216" fmla="*/ 1125834 h 1745962"/>
              <a:gd name="connsiteX217" fmla="*/ 413768 w 1637567"/>
              <a:gd name="connsiteY217" fmla="*/ 1131635 h 1745962"/>
              <a:gd name="connsiteX218" fmla="*/ 415237 w 1637567"/>
              <a:gd name="connsiteY218" fmla="*/ 1134511 h 1745962"/>
              <a:gd name="connsiteX219" fmla="*/ 416668 w 1637567"/>
              <a:gd name="connsiteY219" fmla="*/ 1137380 h 1745962"/>
              <a:gd name="connsiteX220" fmla="*/ 418137 w 1637567"/>
              <a:gd name="connsiteY220" fmla="*/ 1140249 h 1745962"/>
              <a:gd name="connsiteX221" fmla="*/ 419599 w 1637567"/>
              <a:gd name="connsiteY221" fmla="*/ 1143087 h 1745962"/>
              <a:gd name="connsiteX222" fmla="*/ 421038 w 1637567"/>
              <a:gd name="connsiteY222" fmla="*/ 1145956 h 1745962"/>
              <a:gd name="connsiteX223" fmla="*/ 422500 w 1637567"/>
              <a:gd name="connsiteY223" fmla="*/ 1148770 h 1745962"/>
              <a:gd name="connsiteX224" fmla="*/ 425431 w 1637567"/>
              <a:gd name="connsiteY224" fmla="*/ 1154446 h 1745962"/>
              <a:gd name="connsiteX225" fmla="*/ 426869 w 1637567"/>
              <a:gd name="connsiteY225" fmla="*/ 1157228 h 1745962"/>
              <a:gd name="connsiteX226" fmla="*/ 429801 w 1637567"/>
              <a:gd name="connsiteY226" fmla="*/ 1162849 h 1745962"/>
              <a:gd name="connsiteX227" fmla="*/ 431232 w 1637567"/>
              <a:gd name="connsiteY227" fmla="*/ 1165593 h 1745962"/>
              <a:gd name="connsiteX228" fmla="*/ 434163 w 1637567"/>
              <a:gd name="connsiteY228" fmla="*/ 1171151 h 1745962"/>
              <a:gd name="connsiteX229" fmla="*/ 435633 w 1637567"/>
              <a:gd name="connsiteY229" fmla="*/ 1173903 h 1745962"/>
              <a:gd name="connsiteX230" fmla="*/ 437071 w 1637567"/>
              <a:gd name="connsiteY230" fmla="*/ 1176647 h 1745962"/>
              <a:gd name="connsiteX231" fmla="*/ 438533 w 1637567"/>
              <a:gd name="connsiteY231" fmla="*/ 1179398 h 1745962"/>
              <a:gd name="connsiteX232" fmla="*/ 440002 w 1637567"/>
              <a:gd name="connsiteY232" fmla="*/ 1182111 h 1745962"/>
              <a:gd name="connsiteX233" fmla="*/ 441433 w 1637567"/>
              <a:gd name="connsiteY233" fmla="*/ 1184831 h 1745962"/>
              <a:gd name="connsiteX234" fmla="*/ 442903 w 1637567"/>
              <a:gd name="connsiteY234" fmla="*/ 1187552 h 1745962"/>
              <a:gd name="connsiteX235" fmla="*/ 444364 w 1637567"/>
              <a:gd name="connsiteY235" fmla="*/ 1190233 h 1745962"/>
              <a:gd name="connsiteX236" fmla="*/ 445803 w 1637567"/>
              <a:gd name="connsiteY236" fmla="*/ 1192922 h 1745962"/>
              <a:gd name="connsiteX237" fmla="*/ 447265 w 1637567"/>
              <a:gd name="connsiteY237" fmla="*/ 1195611 h 1745962"/>
              <a:gd name="connsiteX238" fmla="*/ 450196 w 1637567"/>
              <a:gd name="connsiteY238" fmla="*/ 1200927 h 1745962"/>
              <a:gd name="connsiteX239" fmla="*/ 451634 w 1637567"/>
              <a:gd name="connsiteY239" fmla="*/ 1203608 h 1745962"/>
              <a:gd name="connsiteX240" fmla="*/ 454566 w 1637567"/>
              <a:gd name="connsiteY240" fmla="*/ 1208862 h 1745962"/>
              <a:gd name="connsiteX241" fmla="*/ 455997 w 1637567"/>
              <a:gd name="connsiteY241" fmla="*/ 1211488 h 1745962"/>
              <a:gd name="connsiteX242" fmla="*/ 457466 w 1637567"/>
              <a:gd name="connsiteY242" fmla="*/ 1214115 h 1745962"/>
              <a:gd name="connsiteX243" fmla="*/ 458928 w 1637567"/>
              <a:gd name="connsiteY243" fmla="*/ 1216710 h 1745962"/>
              <a:gd name="connsiteX244" fmla="*/ 460398 w 1637567"/>
              <a:gd name="connsiteY244" fmla="*/ 1219337 h 1745962"/>
              <a:gd name="connsiteX245" fmla="*/ 461836 w 1637567"/>
              <a:gd name="connsiteY245" fmla="*/ 1221901 h 1745962"/>
              <a:gd name="connsiteX246" fmla="*/ 463298 w 1637567"/>
              <a:gd name="connsiteY246" fmla="*/ 1224496 h 1745962"/>
              <a:gd name="connsiteX247" fmla="*/ 464767 w 1637567"/>
              <a:gd name="connsiteY247" fmla="*/ 1227060 h 1745962"/>
              <a:gd name="connsiteX248" fmla="*/ 466198 w 1637567"/>
              <a:gd name="connsiteY248" fmla="*/ 1229632 h 1745962"/>
              <a:gd name="connsiteX249" fmla="*/ 467668 w 1637567"/>
              <a:gd name="connsiteY249" fmla="*/ 1232196 h 1745962"/>
              <a:gd name="connsiteX250" fmla="*/ 470599 w 1637567"/>
              <a:gd name="connsiteY250" fmla="*/ 1237262 h 1745962"/>
              <a:gd name="connsiteX251" fmla="*/ 472030 w 1637567"/>
              <a:gd name="connsiteY251" fmla="*/ 1239794 h 1745962"/>
              <a:gd name="connsiteX252" fmla="*/ 473499 w 1637567"/>
              <a:gd name="connsiteY252" fmla="*/ 1242335 h 1745962"/>
              <a:gd name="connsiteX253" fmla="*/ 474961 w 1637567"/>
              <a:gd name="connsiteY253" fmla="*/ 1244805 h 1745962"/>
              <a:gd name="connsiteX254" fmla="*/ 476400 w 1637567"/>
              <a:gd name="connsiteY254" fmla="*/ 1247307 h 1745962"/>
              <a:gd name="connsiteX255" fmla="*/ 477861 w 1637567"/>
              <a:gd name="connsiteY255" fmla="*/ 1249816 h 1745962"/>
              <a:gd name="connsiteX256" fmla="*/ 480793 w 1637567"/>
              <a:gd name="connsiteY256" fmla="*/ 1254757 h 1745962"/>
              <a:gd name="connsiteX257" fmla="*/ 482231 w 1637567"/>
              <a:gd name="connsiteY257" fmla="*/ 1257235 h 1745962"/>
              <a:gd name="connsiteX258" fmla="*/ 485163 w 1637567"/>
              <a:gd name="connsiteY258" fmla="*/ 1262120 h 1745962"/>
              <a:gd name="connsiteX259" fmla="*/ 486593 w 1637567"/>
              <a:gd name="connsiteY259" fmla="*/ 1264591 h 1745962"/>
              <a:gd name="connsiteX260" fmla="*/ 490994 w 1637567"/>
              <a:gd name="connsiteY260" fmla="*/ 1271829 h 1745962"/>
              <a:gd name="connsiteX261" fmla="*/ 492433 w 1637567"/>
              <a:gd name="connsiteY261" fmla="*/ 1274245 h 1745962"/>
              <a:gd name="connsiteX262" fmla="*/ 493895 w 1637567"/>
              <a:gd name="connsiteY262" fmla="*/ 1276622 h 1745962"/>
              <a:gd name="connsiteX263" fmla="*/ 495364 w 1637567"/>
              <a:gd name="connsiteY263" fmla="*/ 1279037 h 1745962"/>
              <a:gd name="connsiteX264" fmla="*/ 496795 w 1637567"/>
              <a:gd name="connsiteY264" fmla="*/ 1281390 h 1745962"/>
              <a:gd name="connsiteX265" fmla="*/ 498264 w 1637567"/>
              <a:gd name="connsiteY265" fmla="*/ 1283767 h 1745962"/>
              <a:gd name="connsiteX266" fmla="*/ 501196 w 1637567"/>
              <a:gd name="connsiteY266" fmla="*/ 1288472 h 1745962"/>
              <a:gd name="connsiteX267" fmla="*/ 502627 w 1637567"/>
              <a:gd name="connsiteY267" fmla="*/ 1290794 h 1745962"/>
              <a:gd name="connsiteX268" fmla="*/ 504096 w 1637567"/>
              <a:gd name="connsiteY268" fmla="*/ 1293147 h 1745962"/>
              <a:gd name="connsiteX269" fmla="*/ 505558 w 1637567"/>
              <a:gd name="connsiteY269" fmla="*/ 1295461 h 1745962"/>
              <a:gd name="connsiteX270" fmla="*/ 506996 w 1637567"/>
              <a:gd name="connsiteY270" fmla="*/ 1297783 h 1745962"/>
              <a:gd name="connsiteX271" fmla="*/ 508458 w 1637567"/>
              <a:gd name="connsiteY271" fmla="*/ 1300105 h 1745962"/>
              <a:gd name="connsiteX272" fmla="*/ 509928 w 1637567"/>
              <a:gd name="connsiteY272" fmla="*/ 1302364 h 1745962"/>
              <a:gd name="connsiteX273" fmla="*/ 511358 w 1637567"/>
              <a:gd name="connsiteY273" fmla="*/ 1304654 h 1745962"/>
              <a:gd name="connsiteX274" fmla="*/ 512828 w 1637567"/>
              <a:gd name="connsiteY274" fmla="*/ 1306945 h 1745962"/>
              <a:gd name="connsiteX275" fmla="*/ 514290 w 1637567"/>
              <a:gd name="connsiteY275" fmla="*/ 1309204 h 1745962"/>
              <a:gd name="connsiteX276" fmla="*/ 515759 w 1637567"/>
              <a:gd name="connsiteY276" fmla="*/ 1311494 h 1745962"/>
              <a:gd name="connsiteX277" fmla="*/ 517198 w 1637567"/>
              <a:gd name="connsiteY277" fmla="*/ 1313754 h 1745962"/>
              <a:gd name="connsiteX278" fmla="*/ 520129 w 1637567"/>
              <a:gd name="connsiteY278" fmla="*/ 1318217 h 1745962"/>
              <a:gd name="connsiteX279" fmla="*/ 521560 w 1637567"/>
              <a:gd name="connsiteY279" fmla="*/ 1320445 h 1745962"/>
              <a:gd name="connsiteX280" fmla="*/ 523029 w 1637567"/>
              <a:gd name="connsiteY280" fmla="*/ 1322673 h 1745962"/>
              <a:gd name="connsiteX281" fmla="*/ 524491 w 1637567"/>
              <a:gd name="connsiteY281" fmla="*/ 1324870 h 1745962"/>
              <a:gd name="connsiteX282" fmla="*/ 525961 w 1637567"/>
              <a:gd name="connsiteY282" fmla="*/ 1327098 h 1745962"/>
              <a:gd name="connsiteX283" fmla="*/ 527392 w 1637567"/>
              <a:gd name="connsiteY283" fmla="*/ 1329271 h 1745962"/>
              <a:gd name="connsiteX284" fmla="*/ 528861 w 1637567"/>
              <a:gd name="connsiteY284" fmla="*/ 1331467 h 1745962"/>
              <a:gd name="connsiteX285" fmla="*/ 530323 w 1637567"/>
              <a:gd name="connsiteY285" fmla="*/ 1333633 h 1745962"/>
              <a:gd name="connsiteX286" fmla="*/ 531761 w 1637567"/>
              <a:gd name="connsiteY286" fmla="*/ 1335806 h 1745962"/>
              <a:gd name="connsiteX287" fmla="*/ 534693 w 1637567"/>
              <a:gd name="connsiteY287" fmla="*/ 1340137 h 1745962"/>
              <a:gd name="connsiteX288" fmla="*/ 536155 w 1637567"/>
              <a:gd name="connsiteY288" fmla="*/ 1342247 h 1745962"/>
              <a:gd name="connsiteX289" fmla="*/ 537593 w 1637567"/>
              <a:gd name="connsiteY289" fmla="*/ 1344382 h 1745962"/>
              <a:gd name="connsiteX290" fmla="*/ 539055 w 1637567"/>
              <a:gd name="connsiteY290" fmla="*/ 1346523 h 1745962"/>
              <a:gd name="connsiteX291" fmla="*/ 540525 w 1637567"/>
              <a:gd name="connsiteY291" fmla="*/ 1348626 h 1745962"/>
              <a:gd name="connsiteX292" fmla="*/ 541963 w 1637567"/>
              <a:gd name="connsiteY292" fmla="*/ 1350737 h 1745962"/>
              <a:gd name="connsiteX293" fmla="*/ 544894 w 1637567"/>
              <a:gd name="connsiteY293" fmla="*/ 1354950 h 1745962"/>
              <a:gd name="connsiteX294" fmla="*/ 546356 w 1637567"/>
              <a:gd name="connsiteY294" fmla="*/ 1357022 h 1745962"/>
              <a:gd name="connsiteX295" fmla="*/ 547795 w 1637567"/>
              <a:gd name="connsiteY295" fmla="*/ 1359101 h 1745962"/>
              <a:gd name="connsiteX296" fmla="*/ 549257 w 1637567"/>
              <a:gd name="connsiteY296" fmla="*/ 1361181 h 1745962"/>
              <a:gd name="connsiteX297" fmla="*/ 550726 w 1637567"/>
              <a:gd name="connsiteY297" fmla="*/ 1363221 h 1745962"/>
              <a:gd name="connsiteX298" fmla="*/ 552157 w 1637567"/>
              <a:gd name="connsiteY298" fmla="*/ 1365269 h 1745962"/>
              <a:gd name="connsiteX299" fmla="*/ 555088 w 1637567"/>
              <a:gd name="connsiteY299" fmla="*/ 1369365 h 1745962"/>
              <a:gd name="connsiteX300" fmla="*/ 556558 w 1637567"/>
              <a:gd name="connsiteY300" fmla="*/ 1371375 h 1745962"/>
              <a:gd name="connsiteX301" fmla="*/ 557988 w 1637567"/>
              <a:gd name="connsiteY301" fmla="*/ 1373391 h 1745962"/>
              <a:gd name="connsiteX302" fmla="*/ 560920 w 1637567"/>
              <a:gd name="connsiteY302" fmla="*/ 1377425 h 1745962"/>
              <a:gd name="connsiteX303" fmla="*/ 562358 w 1637567"/>
              <a:gd name="connsiteY303" fmla="*/ 1379411 h 1745962"/>
              <a:gd name="connsiteX304" fmla="*/ 565290 w 1637567"/>
              <a:gd name="connsiteY304" fmla="*/ 1383382 h 1745962"/>
              <a:gd name="connsiteX305" fmla="*/ 566752 w 1637567"/>
              <a:gd name="connsiteY305" fmla="*/ 1385336 h 1745962"/>
              <a:gd name="connsiteX306" fmla="*/ 568190 w 1637567"/>
              <a:gd name="connsiteY306" fmla="*/ 1387290 h 1745962"/>
              <a:gd name="connsiteX307" fmla="*/ 571121 w 1637567"/>
              <a:gd name="connsiteY307" fmla="*/ 1391199 h 1745962"/>
              <a:gd name="connsiteX308" fmla="*/ 572560 w 1637567"/>
              <a:gd name="connsiteY308" fmla="*/ 1393122 h 1745962"/>
              <a:gd name="connsiteX309" fmla="*/ 574022 w 1637567"/>
              <a:gd name="connsiteY309" fmla="*/ 1395076 h 1745962"/>
              <a:gd name="connsiteX310" fmla="*/ 575491 w 1637567"/>
              <a:gd name="connsiteY310" fmla="*/ 1396968 h 1745962"/>
              <a:gd name="connsiteX311" fmla="*/ 576922 w 1637567"/>
              <a:gd name="connsiteY311" fmla="*/ 1398891 h 1745962"/>
              <a:gd name="connsiteX312" fmla="*/ 581323 w 1637567"/>
              <a:gd name="connsiteY312" fmla="*/ 1404567 h 1745962"/>
              <a:gd name="connsiteX313" fmla="*/ 582754 w 1637567"/>
              <a:gd name="connsiteY313" fmla="*/ 1406466 h 1745962"/>
              <a:gd name="connsiteX314" fmla="*/ 585685 w 1637567"/>
              <a:gd name="connsiteY314" fmla="*/ 1410187 h 1745962"/>
              <a:gd name="connsiteX315" fmla="*/ 587123 w 1637567"/>
              <a:gd name="connsiteY315" fmla="*/ 1412048 h 1745962"/>
              <a:gd name="connsiteX316" fmla="*/ 588585 w 1637567"/>
              <a:gd name="connsiteY316" fmla="*/ 1413885 h 1745962"/>
              <a:gd name="connsiteX317" fmla="*/ 590055 w 1637567"/>
              <a:gd name="connsiteY317" fmla="*/ 1415745 h 1745962"/>
              <a:gd name="connsiteX318" fmla="*/ 591517 w 1637567"/>
              <a:gd name="connsiteY318" fmla="*/ 1417575 h 1745962"/>
              <a:gd name="connsiteX319" fmla="*/ 592955 w 1637567"/>
              <a:gd name="connsiteY319" fmla="*/ 1419380 h 1745962"/>
              <a:gd name="connsiteX320" fmla="*/ 594417 w 1637567"/>
              <a:gd name="connsiteY320" fmla="*/ 1421210 h 1745962"/>
              <a:gd name="connsiteX321" fmla="*/ 595886 w 1637567"/>
              <a:gd name="connsiteY321" fmla="*/ 1423015 h 1745962"/>
              <a:gd name="connsiteX322" fmla="*/ 597325 w 1637567"/>
              <a:gd name="connsiteY322" fmla="*/ 1424813 h 1745962"/>
              <a:gd name="connsiteX323" fmla="*/ 600256 w 1637567"/>
              <a:gd name="connsiteY323" fmla="*/ 1428417 h 1745962"/>
              <a:gd name="connsiteX324" fmla="*/ 601718 w 1637567"/>
              <a:gd name="connsiteY324" fmla="*/ 1430160 h 1745962"/>
              <a:gd name="connsiteX325" fmla="*/ 603156 w 1637567"/>
              <a:gd name="connsiteY325" fmla="*/ 1431927 h 1745962"/>
              <a:gd name="connsiteX326" fmla="*/ 606088 w 1637567"/>
              <a:gd name="connsiteY326" fmla="*/ 1435476 h 1745962"/>
              <a:gd name="connsiteX327" fmla="*/ 607519 w 1637567"/>
              <a:gd name="connsiteY327" fmla="*/ 1437212 h 1745962"/>
              <a:gd name="connsiteX328" fmla="*/ 610450 w 1637567"/>
              <a:gd name="connsiteY328" fmla="*/ 1440698 h 1745962"/>
              <a:gd name="connsiteX329" fmla="*/ 611920 w 1637567"/>
              <a:gd name="connsiteY329" fmla="*/ 1442402 h 1745962"/>
              <a:gd name="connsiteX330" fmla="*/ 613350 w 1637567"/>
              <a:gd name="connsiteY330" fmla="*/ 1444114 h 1745962"/>
              <a:gd name="connsiteX331" fmla="*/ 616282 w 1637567"/>
              <a:gd name="connsiteY331" fmla="*/ 1447538 h 1745962"/>
              <a:gd name="connsiteX332" fmla="*/ 617720 w 1637567"/>
              <a:gd name="connsiteY332" fmla="*/ 1449242 h 1745962"/>
              <a:gd name="connsiteX333" fmla="*/ 622113 w 1637567"/>
              <a:gd name="connsiteY333" fmla="*/ 1454284 h 1745962"/>
              <a:gd name="connsiteX334" fmla="*/ 623552 w 1637567"/>
              <a:gd name="connsiteY334" fmla="*/ 1455934 h 1745962"/>
              <a:gd name="connsiteX335" fmla="*/ 626483 w 1637567"/>
              <a:gd name="connsiteY335" fmla="*/ 1459233 h 1745962"/>
              <a:gd name="connsiteX336" fmla="*/ 627922 w 1637567"/>
              <a:gd name="connsiteY336" fmla="*/ 1460882 h 1745962"/>
              <a:gd name="connsiteX337" fmla="*/ 629383 w 1637567"/>
              <a:gd name="connsiteY337" fmla="*/ 1462500 h 1745962"/>
              <a:gd name="connsiteX338" fmla="*/ 630853 w 1637567"/>
              <a:gd name="connsiteY338" fmla="*/ 1464150 h 1745962"/>
              <a:gd name="connsiteX339" fmla="*/ 632284 w 1637567"/>
              <a:gd name="connsiteY339" fmla="*/ 1465768 h 1745962"/>
              <a:gd name="connsiteX340" fmla="*/ 633753 w 1637567"/>
              <a:gd name="connsiteY340" fmla="*/ 1467386 h 1745962"/>
              <a:gd name="connsiteX341" fmla="*/ 635215 w 1637567"/>
              <a:gd name="connsiteY341" fmla="*/ 1468973 h 1745962"/>
              <a:gd name="connsiteX342" fmla="*/ 636685 w 1637567"/>
              <a:gd name="connsiteY342" fmla="*/ 1470591 h 1745962"/>
              <a:gd name="connsiteX343" fmla="*/ 638115 w 1637567"/>
              <a:gd name="connsiteY343" fmla="*/ 1472178 h 1745962"/>
              <a:gd name="connsiteX344" fmla="*/ 639585 w 1637567"/>
              <a:gd name="connsiteY344" fmla="*/ 1473765 h 1745962"/>
              <a:gd name="connsiteX345" fmla="*/ 641047 w 1637567"/>
              <a:gd name="connsiteY345" fmla="*/ 1475321 h 1745962"/>
              <a:gd name="connsiteX346" fmla="*/ 642485 w 1637567"/>
              <a:gd name="connsiteY346" fmla="*/ 1476876 h 1745962"/>
              <a:gd name="connsiteX347" fmla="*/ 643947 w 1637567"/>
              <a:gd name="connsiteY347" fmla="*/ 1478471 h 1745962"/>
              <a:gd name="connsiteX348" fmla="*/ 645417 w 1637567"/>
              <a:gd name="connsiteY348" fmla="*/ 1480027 h 1745962"/>
              <a:gd name="connsiteX349" fmla="*/ 646879 w 1637567"/>
              <a:gd name="connsiteY349" fmla="*/ 1481551 h 1745962"/>
              <a:gd name="connsiteX350" fmla="*/ 648317 w 1637567"/>
              <a:gd name="connsiteY350" fmla="*/ 1483107 h 1745962"/>
              <a:gd name="connsiteX351" fmla="*/ 651248 w 1637567"/>
              <a:gd name="connsiteY351" fmla="*/ 1486163 h 1745962"/>
              <a:gd name="connsiteX352" fmla="*/ 652687 w 1637567"/>
              <a:gd name="connsiteY352" fmla="*/ 1487688 h 1745962"/>
              <a:gd name="connsiteX353" fmla="*/ 655618 w 1637567"/>
              <a:gd name="connsiteY353" fmla="*/ 1490682 h 1745962"/>
              <a:gd name="connsiteX354" fmla="*/ 657080 w 1637567"/>
              <a:gd name="connsiteY354" fmla="*/ 1492206 h 1745962"/>
              <a:gd name="connsiteX355" fmla="*/ 658518 w 1637567"/>
              <a:gd name="connsiteY355" fmla="*/ 1493676 h 1745962"/>
              <a:gd name="connsiteX356" fmla="*/ 659980 w 1637567"/>
              <a:gd name="connsiteY356" fmla="*/ 1495169 h 1745962"/>
              <a:gd name="connsiteX357" fmla="*/ 661450 w 1637567"/>
              <a:gd name="connsiteY357" fmla="*/ 1496638 h 1745962"/>
              <a:gd name="connsiteX358" fmla="*/ 662880 w 1637567"/>
              <a:gd name="connsiteY358" fmla="*/ 1498100 h 1745962"/>
              <a:gd name="connsiteX359" fmla="*/ 665812 w 1637567"/>
              <a:gd name="connsiteY359" fmla="*/ 1501032 h 1745962"/>
              <a:gd name="connsiteX360" fmla="*/ 667281 w 1637567"/>
              <a:gd name="connsiteY360" fmla="*/ 1502470 h 1745962"/>
              <a:gd name="connsiteX361" fmla="*/ 668712 w 1637567"/>
              <a:gd name="connsiteY361" fmla="*/ 1503932 h 1745962"/>
              <a:gd name="connsiteX362" fmla="*/ 670182 w 1637567"/>
              <a:gd name="connsiteY362" fmla="*/ 1505370 h 1745962"/>
              <a:gd name="connsiteX363" fmla="*/ 671644 w 1637567"/>
              <a:gd name="connsiteY363" fmla="*/ 1506777 h 1745962"/>
              <a:gd name="connsiteX364" fmla="*/ 673082 w 1637567"/>
              <a:gd name="connsiteY364" fmla="*/ 1508208 h 1745962"/>
              <a:gd name="connsiteX365" fmla="*/ 674544 w 1637567"/>
              <a:gd name="connsiteY365" fmla="*/ 1509646 h 1745962"/>
              <a:gd name="connsiteX366" fmla="*/ 676013 w 1637567"/>
              <a:gd name="connsiteY366" fmla="*/ 1511053 h 1745962"/>
              <a:gd name="connsiteX367" fmla="*/ 677475 w 1637567"/>
              <a:gd name="connsiteY367" fmla="*/ 1512421 h 1745962"/>
              <a:gd name="connsiteX368" fmla="*/ 678914 w 1637567"/>
              <a:gd name="connsiteY368" fmla="*/ 1513828 h 1745962"/>
              <a:gd name="connsiteX369" fmla="*/ 680383 w 1637567"/>
              <a:gd name="connsiteY369" fmla="*/ 1515236 h 1745962"/>
              <a:gd name="connsiteX370" fmla="*/ 681845 w 1637567"/>
              <a:gd name="connsiteY370" fmla="*/ 1516604 h 1745962"/>
              <a:gd name="connsiteX371" fmla="*/ 683283 w 1637567"/>
              <a:gd name="connsiteY371" fmla="*/ 1517980 h 1745962"/>
              <a:gd name="connsiteX372" fmla="*/ 684745 w 1637567"/>
              <a:gd name="connsiteY372" fmla="*/ 1519355 h 1745962"/>
              <a:gd name="connsiteX373" fmla="*/ 686215 w 1637567"/>
              <a:gd name="connsiteY373" fmla="*/ 1520700 h 1745962"/>
              <a:gd name="connsiteX374" fmla="*/ 687677 w 1637567"/>
              <a:gd name="connsiteY374" fmla="*/ 1522076 h 1745962"/>
              <a:gd name="connsiteX375" fmla="*/ 689115 w 1637567"/>
              <a:gd name="connsiteY375" fmla="*/ 1523420 h 1745962"/>
              <a:gd name="connsiteX376" fmla="*/ 692047 w 1637567"/>
              <a:gd name="connsiteY376" fmla="*/ 1526102 h 1745962"/>
              <a:gd name="connsiteX377" fmla="*/ 693477 w 1637567"/>
              <a:gd name="connsiteY377" fmla="*/ 1527415 h 1745962"/>
              <a:gd name="connsiteX378" fmla="*/ 694947 w 1637567"/>
              <a:gd name="connsiteY378" fmla="*/ 1528728 h 1745962"/>
              <a:gd name="connsiteX379" fmla="*/ 696409 w 1637567"/>
              <a:gd name="connsiteY379" fmla="*/ 1530073 h 1745962"/>
              <a:gd name="connsiteX380" fmla="*/ 697847 w 1637567"/>
              <a:gd name="connsiteY380" fmla="*/ 1531355 h 1745962"/>
              <a:gd name="connsiteX381" fmla="*/ 700778 w 1637567"/>
              <a:gd name="connsiteY381" fmla="*/ 1533981 h 1745962"/>
              <a:gd name="connsiteX382" fmla="*/ 702240 w 1637567"/>
              <a:gd name="connsiteY382" fmla="*/ 1535263 h 1745962"/>
              <a:gd name="connsiteX383" fmla="*/ 703679 w 1637567"/>
              <a:gd name="connsiteY383" fmla="*/ 1536546 h 1745962"/>
              <a:gd name="connsiteX384" fmla="*/ 705148 w 1637567"/>
              <a:gd name="connsiteY384" fmla="*/ 1537828 h 1745962"/>
              <a:gd name="connsiteX385" fmla="*/ 706610 w 1637567"/>
              <a:gd name="connsiteY385" fmla="*/ 1539078 h 1745962"/>
              <a:gd name="connsiteX386" fmla="*/ 708048 w 1637567"/>
              <a:gd name="connsiteY386" fmla="*/ 1540368 h 1745962"/>
              <a:gd name="connsiteX387" fmla="*/ 712442 w 1637567"/>
              <a:gd name="connsiteY387" fmla="*/ 1544120 h 1745962"/>
              <a:gd name="connsiteX388" fmla="*/ 713880 w 1637567"/>
              <a:gd name="connsiteY388" fmla="*/ 1545371 h 1745962"/>
              <a:gd name="connsiteX389" fmla="*/ 716812 w 1637567"/>
              <a:gd name="connsiteY389" fmla="*/ 1547818 h 1745962"/>
              <a:gd name="connsiteX390" fmla="*/ 718242 w 1637567"/>
              <a:gd name="connsiteY390" fmla="*/ 1549037 h 1745962"/>
              <a:gd name="connsiteX391" fmla="*/ 721174 w 1637567"/>
              <a:gd name="connsiteY391" fmla="*/ 1551477 h 1745962"/>
              <a:gd name="connsiteX392" fmla="*/ 722643 w 1637567"/>
              <a:gd name="connsiteY392" fmla="*/ 1552672 h 1745962"/>
              <a:gd name="connsiteX393" fmla="*/ 724074 w 1637567"/>
              <a:gd name="connsiteY393" fmla="*/ 1553861 h 1745962"/>
              <a:gd name="connsiteX394" fmla="*/ 727005 w 1637567"/>
              <a:gd name="connsiteY394" fmla="*/ 1556245 h 1745962"/>
              <a:gd name="connsiteX395" fmla="*/ 728444 w 1637567"/>
              <a:gd name="connsiteY395" fmla="*/ 1557433 h 1745962"/>
              <a:gd name="connsiteX396" fmla="*/ 732837 w 1637567"/>
              <a:gd name="connsiteY396" fmla="*/ 1560912 h 1745962"/>
              <a:gd name="connsiteX397" fmla="*/ 734275 w 1637567"/>
              <a:gd name="connsiteY397" fmla="*/ 1562077 h 1745962"/>
              <a:gd name="connsiteX398" fmla="*/ 735745 w 1637567"/>
              <a:gd name="connsiteY398" fmla="*/ 1563234 h 1745962"/>
              <a:gd name="connsiteX399" fmla="*/ 737207 w 1637567"/>
              <a:gd name="connsiteY399" fmla="*/ 1564367 h 1745962"/>
              <a:gd name="connsiteX400" fmla="*/ 738645 w 1637567"/>
              <a:gd name="connsiteY400" fmla="*/ 1565493 h 1745962"/>
              <a:gd name="connsiteX401" fmla="*/ 740107 w 1637567"/>
              <a:gd name="connsiteY401" fmla="*/ 1566658 h 1745962"/>
              <a:gd name="connsiteX402" fmla="*/ 741577 w 1637567"/>
              <a:gd name="connsiteY402" fmla="*/ 1567752 h 1745962"/>
              <a:gd name="connsiteX403" fmla="*/ 743039 w 1637567"/>
              <a:gd name="connsiteY403" fmla="*/ 1568885 h 1745962"/>
              <a:gd name="connsiteX404" fmla="*/ 744477 w 1637567"/>
              <a:gd name="connsiteY404" fmla="*/ 1570011 h 1745962"/>
              <a:gd name="connsiteX405" fmla="*/ 747408 w 1637567"/>
              <a:gd name="connsiteY405" fmla="*/ 1572216 h 1745962"/>
              <a:gd name="connsiteX406" fmla="*/ 748839 w 1637567"/>
              <a:gd name="connsiteY406" fmla="*/ 1573310 h 1745962"/>
              <a:gd name="connsiteX407" fmla="*/ 750309 w 1637567"/>
              <a:gd name="connsiteY407" fmla="*/ 1574412 h 1745962"/>
              <a:gd name="connsiteX408" fmla="*/ 751771 w 1637567"/>
              <a:gd name="connsiteY408" fmla="*/ 1575483 h 1745962"/>
              <a:gd name="connsiteX409" fmla="*/ 753240 w 1637567"/>
              <a:gd name="connsiteY409" fmla="*/ 1576578 h 1745962"/>
              <a:gd name="connsiteX410" fmla="*/ 754671 w 1637567"/>
              <a:gd name="connsiteY410" fmla="*/ 1577649 h 1745962"/>
              <a:gd name="connsiteX411" fmla="*/ 757602 w 1637567"/>
              <a:gd name="connsiteY411" fmla="*/ 1579783 h 1745962"/>
              <a:gd name="connsiteX412" fmla="*/ 759041 w 1637567"/>
              <a:gd name="connsiteY412" fmla="*/ 1580822 h 1745962"/>
              <a:gd name="connsiteX413" fmla="*/ 760510 w 1637567"/>
              <a:gd name="connsiteY413" fmla="*/ 1581893 h 1745962"/>
              <a:gd name="connsiteX414" fmla="*/ 761972 w 1637567"/>
              <a:gd name="connsiteY414" fmla="*/ 1582933 h 1745962"/>
              <a:gd name="connsiteX415" fmla="*/ 763410 w 1637567"/>
              <a:gd name="connsiteY415" fmla="*/ 1583973 h 1745962"/>
              <a:gd name="connsiteX416" fmla="*/ 766342 w 1637567"/>
              <a:gd name="connsiteY416" fmla="*/ 1586044 h 1745962"/>
              <a:gd name="connsiteX417" fmla="*/ 767803 w 1637567"/>
              <a:gd name="connsiteY417" fmla="*/ 1587053 h 1745962"/>
              <a:gd name="connsiteX418" fmla="*/ 769242 w 1637567"/>
              <a:gd name="connsiteY418" fmla="*/ 1588092 h 1745962"/>
              <a:gd name="connsiteX419" fmla="*/ 772174 w 1637567"/>
              <a:gd name="connsiteY419" fmla="*/ 1590109 h 1745962"/>
              <a:gd name="connsiteX420" fmla="*/ 773604 w 1637567"/>
              <a:gd name="connsiteY420" fmla="*/ 1591118 h 1745962"/>
              <a:gd name="connsiteX421" fmla="*/ 775074 w 1637567"/>
              <a:gd name="connsiteY421" fmla="*/ 1592095 h 1745962"/>
              <a:gd name="connsiteX422" fmla="*/ 776535 w 1637567"/>
              <a:gd name="connsiteY422" fmla="*/ 1593103 h 1745962"/>
              <a:gd name="connsiteX423" fmla="*/ 778005 w 1637567"/>
              <a:gd name="connsiteY423" fmla="*/ 1594080 h 1745962"/>
              <a:gd name="connsiteX424" fmla="*/ 779436 w 1637567"/>
              <a:gd name="connsiteY424" fmla="*/ 1595058 h 1745962"/>
              <a:gd name="connsiteX425" fmla="*/ 782367 w 1637567"/>
              <a:gd name="connsiteY425" fmla="*/ 1597012 h 1745962"/>
              <a:gd name="connsiteX426" fmla="*/ 783805 w 1637567"/>
              <a:gd name="connsiteY426" fmla="*/ 1597989 h 1745962"/>
              <a:gd name="connsiteX427" fmla="*/ 786737 w 1637567"/>
              <a:gd name="connsiteY427" fmla="*/ 1599881 h 1745962"/>
              <a:gd name="connsiteX428" fmla="*/ 788207 w 1637567"/>
              <a:gd name="connsiteY428" fmla="*/ 1600858 h 1745962"/>
              <a:gd name="connsiteX429" fmla="*/ 789637 w 1637567"/>
              <a:gd name="connsiteY429" fmla="*/ 1601773 h 1745962"/>
              <a:gd name="connsiteX430" fmla="*/ 792569 w 1637567"/>
              <a:gd name="connsiteY430" fmla="*/ 1603665 h 1745962"/>
              <a:gd name="connsiteX431" fmla="*/ 794007 w 1637567"/>
              <a:gd name="connsiteY431" fmla="*/ 1604579 h 1745962"/>
              <a:gd name="connsiteX432" fmla="*/ 795469 w 1637567"/>
              <a:gd name="connsiteY432" fmla="*/ 1605525 h 1745962"/>
              <a:gd name="connsiteX433" fmla="*/ 798400 w 1637567"/>
              <a:gd name="connsiteY433" fmla="*/ 1607362 h 1745962"/>
              <a:gd name="connsiteX434" fmla="*/ 799839 w 1637567"/>
              <a:gd name="connsiteY434" fmla="*/ 1608245 h 1745962"/>
              <a:gd name="connsiteX435" fmla="*/ 802770 w 1637567"/>
              <a:gd name="connsiteY435" fmla="*/ 1610082 h 1745962"/>
              <a:gd name="connsiteX436" fmla="*/ 804201 w 1637567"/>
              <a:gd name="connsiteY436" fmla="*/ 1610966 h 1745962"/>
              <a:gd name="connsiteX437" fmla="*/ 808602 w 1637567"/>
              <a:gd name="connsiteY437" fmla="*/ 1613624 h 1745962"/>
              <a:gd name="connsiteX438" fmla="*/ 810040 w 1637567"/>
              <a:gd name="connsiteY438" fmla="*/ 1614507 h 1745962"/>
              <a:gd name="connsiteX439" fmla="*/ 812964 w 1637567"/>
              <a:gd name="connsiteY439" fmla="*/ 1616219 h 1745962"/>
              <a:gd name="connsiteX440" fmla="*/ 814402 w 1637567"/>
              <a:gd name="connsiteY440" fmla="*/ 1617102 h 1745962"/>
              <a:gd name="connsiteX441" fmla="*/ 815872 w 1637567"/>
              <a:gd name="connsiteY441" fmla="*/ 1617923 h 1745962"/>
              <a:gd name="connsiteX442" fmla="*/ 817334 w 1637567"/>
              <a:gd name="connsiteY442" fmla="*/ 1618783 h 1745962"/>
              <a:gd name="connsiteX443" fmla="*/ 818772 w 1637567"/>
              <a:gd name="connsiteY443" fmla="*/ 1619635 h 1745962"/>
              <a:gd name="connsiteX444" fmla="*/ 820234 w 1637567"/>
              <a:gd name="connsiteY444" fmla="*/ 1620495 h 1745962"/>
              <a:gd name="connsiteX445" fmla="*/ 823166 w 1637567"/>
              <a:gd name="connsiteY445" fmla="*/ 1622137 h 1745962"/>
              <a:gd name="connsiteX446" fmla="*/ 824604 w 1637567"/>
              <a:gd name="connsiteY446" fmla="*/ 1622965 h 1745962"/>
              <a:gd name="connsiteX447" fmla="*/ 827536 w 1637567"/>
              <a:gd name="connsiteY447" fmla="*/ 1624615 h 1745962"/>
              <a:gd name="connsiteX448" fmla="*/ 828966 w 1637567"/>
              <a:gd name="connsiteY448" fmla="*/ 1625436 h 1745962"/>
              <a:gd name="connsiteX449" fmla="*/ 830436 w 1637567"/>
              <a:gd name="connsiteY449" fmla="*/ 1626233 h 1745962"/>
              <a:gd name="connsiteX450" fmla="*/ 831898 w 1637567"/>
              <a:gd name="connsiteY450" fmla="*/ 1627054 h 1745962"/>
              <a:gd name="connsiteX451" fmla="*/ 833367 w 1637567"/>
              <a:gd name="connsiteY451" fmla="*/ 1627851 h 1745962"/>
              <a:gd name="connsiteX452" fmla="*/ 834797 w 1637567"/>
              <a:gd name="connsiteY452" fmla="*/ 1628641 h 1745962"/>
              <a:gd name="connsiteX453" fmla="*/ 836268 w 1637567"/>
              <a:gd name="connsiteY453" fmla="*/ 1629438 h 1745962"/>
              <a:gd name="connsiteX454" fmla="*/ 837729 w 1637567"/>
              <a:gd name="connsiteY454" fmla="*/ 1630204 h 1745962"/>
              <a:gd name="connsiteX455" fmla="*/ 839168 w 1637567"/>
              <a:gd name="connsiteY455" fmla="*/ 1630994 h 1745962"/>
              <a:gd name="connsiteX456" fmla="*/ 840637 w 1637567"/>
              <a:gd name="connsiteY456" fmla="*/ 1631791 h 1745962"/>
              <a:gd name="connsiteX457" fmla="*/ 843569 w 1637567"/>
              <a:gd name="connsiteY457" fmla="*/ 1633315 h 1745962"/>
              <a:gd name="connsiteX458" fmla="*/ 844999 w 1637567"/>
              <a:gd name="connsiteY458" fmla="*/ 1634081 h 1745962"/>
              <a:gd name="connsiteX459" fmla="*/ 847930 w 1637567"/>
              <a:gd name="connsiteY459" fmla="*/ 1635606 h 1745962"/>
              <a:gd name="connsiteX460" fmla="*/ 849369 w 1637567"/>
              <a:gd name="connsiteY460" fmla="*/ 1636341 h 1745962"/>
              <a:gd name="connsiteX461" fmla="*/ 850831 w 1637567"/>
              <a:gd name="connsiteY461" fmla="*/ 1637107 h 1745962"/>
              <a:gd name="connsiteX462" fmla="*/ 853762 w 1637567"/>
              <a:gd name="connsiteY462" fmla="*/ 1638569 h 1745962"/>
              <a:gd name="connsiteX463" fmla="*/ 855201 w 1637567"/>
              <a:gd name="connsiteY463" fmla="*/ 1639303 h 1745962"/>
              <a:gd name="connsiteX464" fmla="*/ 858132 w 1637567"/>
              <a:gd name="connsiteY464" fmla="*/ 1640765 h 1745962"/>
              <a:gd name="connsiteX465" fmla="*/ 859563 w 1637567"/>
              <a:gd name="connsiteY465" fmla="*/ 1641469 h 1745962"/>
              <a:gd name="connsiteX466" fmla="*/ 861032 w 1637567"/>
              <a:gd name="connsiteY466" fmla="*/ 1642204 h 1745962"/>
              <a:gd name="connsiteX467" fmla="*/ 863964 w 1637567"/>
              <a:gd name="connsiteY467" fmla="*/ 1643611 h 1745962"/>
              <a:gd name="connsiteX468" fmla="*/ 865402 w 1637567"/>
              <a:gd name="connsiteY468" fmla="*/ 1644306 h 1745962"/>
              <a:gd name="connsiteX469" fmla="*/ 868334 w 1637567"/>
              <a:gd name="connsiteY469" fmla="*/ 1645714 h 1745962"/>
              <a:gd name="connsiteX470" fmla="*/ 869764 w 1637567"/>
              <a:gd name="connsiteY470" fmla="*/ 1646417 h 1745962"/>
              <a:gd name="connsiteX471" fmla="*/ 871234 w 1637567"/>
              <a:gd name="connsiteY471" fmla="*/ 1647089 h 1745962"/>
              <a:gd name="connsiteX472" fmla="*/ 872696 w 1637567"/>
              <a:gd name="connsiteY472" fmla="*/ 1647793 h 1745962"/>
              <a:gd name="connsiteX473" fmla="*/ 874165 w 1637567"/>
              <a:gd name="connsiteY473" fmla="*/ 1648465 h 1745962"/>
              <a:gd name="connsiteX474" fmla="*/ 875596 w 1637567"/>
              <a:gd name="connsiteY474" fmla="*/ 1649137 h 1745962"/>
              <a:gd name="connsiteX475" fmla="*/ 878527 w 1637567"/>
              <a:gd name="connsiteY475" fmla="*/ 1650474 h 1745962"/>
              <a:gd name="connsiteX476" fmla="*/ 879966 w 1637567"/>
              <a:gd name="connsiteY476" fmla="*/ 1651147 h 1745962"/>
              <a:gd name="connsiteX477" fmla="*/ 881428 w 1637567"/>
              <a:gd name="connsiteY477" fmla="*/ 1651788 h 1745962"/>
              <a:gd name="connsiteX478" fmla="*/ 882897 w 1637567"/>
              <a:gd name="connsiteY478" fmla="*/ 1652460 h 1745962"/>
              <a:gd name="connsiteX479" fmla="*/ 884328 w 1637567"/>
              <a:gd name="connsiteY479" fmla="*/ 1653101 h 1745962"/>
              <a:gd name="connsiteX480" fmla="*/ 888729 w 1637567"/>
              <a:gd name="connsiteY480" fmla="*/ 1655032 h 1745962"/>
              <a:gd name="connsiteX481" fmla="*/ 890167 w 1637567"/>
              <a:gd name="connsiteY481" fmla="*/ 1655673 h 1745962"/>
              <a:gd name="connsiteX482" fmla="*/ 893091 w 1637567"/>
              <a:gd name="connsiteY482" fmla="*/ 1656955 h 1745962"/>
              <a:gd name="connsiteX483" fmla="*/ 894529 w 1637567"/>
              <a:gd name="connsiteY483" fmla="*/ 1657564 h 1745962"/>
              <a:gd name="connsiteX484" fmla="*/ 895999 w 1637567"/>
              <a:gd name="connsiteY484" fmla="*/ 1658174 h 1745962"/>
              <a:gd name="connsiteX485" fmla="*/ 897461 w 1637567"/>
              <a:gd name="connsiteY485" fmla="*/ 1658815 h 1745962"/>
              <a:gd name="connsiteX486" fmla="*/ 898931 w 1637567"/>
              <a:gd name="connsiteY486" fmla="*/ 1659425 h 1745962"/>
              <a:gd name="connsiteX487" fmla="*/ 900361 w 1637567"/>
              <a:gd name="connsiteY487" fmla="*/ 1660035 h 1745962"/>
              <a:gd name="connsiteX488" fmla="*/ 901831 w 1637567"/>
              <a:gd name="connsiteY488" fmla="*/ 1660645 h 1745962"/>
              <a:gd name="connsiteX489" fmla="*/ 903293 w 1637567"/>
              <a:gd name="connsiteY489" fmla="*/ 1661223 h 1745962"/>
              <a:gd name="connsiteX490" fmla="*/ 904731 w 1637567"/>
              <a:gd name="connsiteY490" fmla="*/ 1661840 h 1745962"/>
              <a:gd name="connsiteX491" fmla="*/ 906193 w 1637567"/>
              <a:gd name="connsiteY491" fmla="*/ 1662450 h 1745962"/>
              <a:gd name="connsiteX492" fmla="*/ 909124 w 1637567"/>
              <a:gd name="connsiteY492" fmla="*/ 1663607 h 1745962"/>
              <a:gd name="connsiteX493" fmla="*/ 910563 w 1637567"/>
              <a:gd name="connsiteY493" fmla="*/ 1664186 h 1745962"/>
              <a:gd name="connsiteX494" fmla="*/ 913494 w 1637567"/>
              <a:gd name="connsiteY494" fmla="*/ 1665350 h 1745962"/>
              <a:gd name="connsiteX495" fmla="*/ 914924 w 1637567"/>
              <a:gd name="connsiteY495" fmla="*/ 1665929 h 1745962"/>
              <a:gd name="connsiteX496" fmla="*/ 916394 w 1637567"/>
              <a:gd name="connsiteY496" fmla="*/ 1666507 h 1745962"/>
              <a:gd name="connsiteX497" fmla="*/ 917856 w 1637567"/>
              <a:gd name="connsiteY497" fmla="*/ 1667062 h 1745962"/>
              <a:gd name="connsiteX498" fmla="*/ 919326 w 1637567"/>
              <a:gd name="connsiteY498" fmla="*/ 1667641 h 1745962"/>
              <a:gd name="connsiteX499" fmla="*/ 920764 w 1637567"/>
              <a:gd name="connsiteY499" fmla="*/ 1668188 h 1745962"/>
              <a:gd name="connsiteX500" fmla="*/ 923695 w 1637567"/>
              <a:gd name="connsiteY500" fmla="*/ 1669290 h 1745962"/>
              <a:gd name="connsiteX501" fmla="*/ 925126 w 1637567"/>
              <a:gd name="connsiteY501" fmla="*/ 1669838 h 1745962"/>
              <a:gd name="connsiteX502" fmla="*/ 929527 w 1637567"/>
              <a:gd name="connsiteY502" fmla="*/ 1671487 h 1745962"/>
              <a:gd name="connsiteX503" fmla="*/ 930958 w 1637567"/>
              <a:gd name="connsiteY503" fmla="*/ 1672003 h 1745962"/>
              <a:gd name="connsiteX504" fmla="*/ 932427 w 1637567"/>
              <a:gd name="connsiteY504" fmla="*/ 1672558 h 1745962"/>
              <a:gd name="connsiteX505" fmla="*/ 933889 w 1637567"/>
              <a:gd name="connsiteY505" fmla="*/ 1673074 h 1745962"/>
              <a:gd name="connsiteX506" fmla="*/ 935328 w 1637567"/>
              <a:gd name="connsiteY506" fmla="*/ 1673590 h 1745962"/>
              <a:gd name="connsiteX507" fmla="*/ 938259 w 1637567"/>
              <a:gd name="connsiteY507" fmla="*/ 1674630 h 1745962"/>
              <a:gd name="connsiteX508" fmla="*/ 939690 w 1637567"/>
              <a:gd name="connsiteY508" fmla="*/ 1675153 h 1745962"/>
              <a:gd name="connsiteX509" fmla="*/ 942621 w 1637567"/>
              <a:gd name="connsiteY509" fmla="*/ 1676193 h 1745962"/>
              <a:gd name="connsiteX510" fmla="*/ 944091 w 1637567"/>
              <a:gd name="connsiteY510" fmla="*/ 1676678 h 1745962"/>
              <a:gd name="connsiteX511" fmla="*/ 945529 w 1637567"/>
              <a:gd name="connsiteY511" fmla="*/ 1677194 h 1745962"/>
              <a:gd name="connsiteX512" fmla="*/ 946991 w 1637567"/>
              <a:gd name="connsiteY512" fmla="*/ 1677686 h 1745962"/>
              <a:gd name="connsiteX513" fmla="*/ 948461 w 1637567"/>
              <a:gd name="connsiteY513" fmla="*/ 1678202 h 1745962"/>
              <a:gd name="connsiteX514" fmla="*/ 949891 w 1637567"/>
              <a:gd name="connsiteY514" fmla="*/ 1678695 h 1745962"/>
              <a:gd name="connsiteX515" fmla="*/ 954292 w 1637567"/>
              <a:gd name="connsiteY515" fmla="*/ 1680156 h 1745962"/>
              <a:gd name="connsiteX516" fmla="*/ 955723 w 1637567"/>
              <a:gd name="connsiteY516" fmla="*/ 1680618 h 1745962"/>
              <a:gd name="connsiteX517" fmla="*/ 958654 w 1637567"/>
              <a:gd name="connsiteY517" fmla="*/ 1681595 h 1745962"/>
              <a:gd name="connsiteX518" fmla="*/ 960093 w 1637567"/>
              <a:gd name="connsiteY518" fmla="*/ 1682056 h 1745962"/>
              <a:gd name="connsiteX519" fmla="*/ 961555 w 1637567"/>
              <a:gd name="connsiteY519" fmla="*/ 1682541 h 1745962"/>
              <a:gd name="connsiteX520" fmla="*/ 964486 w 1637567"/>
              <a:gd name="connsiteY520" fmla="*/ 1683455 h 1745962"/>
              <a:gd name="connsiteX521" fmla="*/ 965925 w 1637567"/>
              <a:gd name="connsiteY521" fmla="*/ 1683916 h 1745962"/>
              <a:gd name="connsiteX522" fmla="*/ 968856 w 1637567"/>
              <a:gd name="connsiteY522" fmla="*/ 1684831 h 1745962"/>
              <a:gd name="connsiteX523" fmla="*/ 970294 w 1637567"/>
              <a:gd name="connsiteY523" fmla="*/ 1685292 h 1745962"/>
              <a:gd name="connsiteX524" fmla="*/ 971756 w 1637567"/>
              <a:gd name="connsiteY524" fmla="*/ 1685746 h 1745962"/>
              <a:gd name="connsiteX525" fmla="*/ 973218 w 1637567"/>
              <a:gd name="connsiteY525" fmla="*/ 1686176 h 1745962"/>
              <a:gd name="connsiteX526" fmla="*/ 974688 w 1637567"/>
              <a:gd name="connsiteY526" fmla="*/ 1686629 h 1745962"/>
              <a:gd name="connsiteX527" fmla="*/ 976126 w 1637567"/>
              <a:gd name="connsiteY527" fmla="*/ 1687059 h 1745962"/>
              <a:gd name="connsiteX528" fmla="*/ 977588 w 1637567"/>
              <a:gd name="connsiteY528" fmla="*/ 1687489 h 1745962"/>
              <a:gd name="connsiteX529" fmla="*/ 979058 w 1637567"/>
              <a:gd name="connsiteY529" fmla="*/ 1687942 h 1745962"/>
              <a:gd name="connsiteX530" fmla="*/ 980488 w 1637567"/>
              <a:gd name="connsiteY530" fmla="*/ 1688372 h 1745962"/>
              <a:gd name="connsiteX531" fmla="*/ 984889 w 1637567"/>
              <a:gd name="connsiteY531" fmla="*/ 1689654 h 1745962"/>
              <a:gd name="connsiteX532" fmla="*/ 986319 w 1637567"/>
              <a:gd name="connsiteY532" fmla="*/ 1690053 h 1745962"/>
              <a:gd name="connsiteX533" fmla="*/ 989251 w 1637567"/>
              <a:gd name="connsiteY533" fmla="*/ 1690905 h 1745962"/>
              <a:gd name="connsiteX534" fmla="*/ 990689 w 1637567"/>
              <a:gd name="connsiteY534" fmla="*/ 1691304 h 1745962"/>
              <a:gd name="connsiteX535" fmla="*/ 992151 w 1637567"/>
              <a:gd name="connsiteY535" fmla="*/ 1691734 h 1745962"/>
              <a:gd name="connsiteX536" fmla="*/ 995083 w 1637567"/>
              <a:gd name="connsiteY536" fmla="*/ 1692523 h 1745962"/>
              <a:gd name="connsiteX537" fmla="*/ 996521 w 1637567"/>
              <a:gd name="connsiteY537" fmla="*/ 1692922 h 1745962"/>
              <a:gd name="connsiteX538" fmla="*/ 999453 w 1637567"/>
              <a:gd name="connsiteY538" fmla="*/ 1693719 h 1745962"/>
              <a:gd name="connsiteX539" fmla="*/ 1000891 w 1637567"/>
              <a:gd name="connsiteY539" fmla="*/ 1694118 h 1745962"/>
              <a:gd name="connsiteX540" fmla="*/ 1003822 w 1637567"/>
              <a:gd name="connsiteY540" fmla="*/ 1694908 h 1745962"/>
              <a:gd name="connsiteX541" fmla="*/ 1005253 w 1637567"/>
              <a:gd name="connsiteY541" fmla="*/ 1695275 h 1745962"/>
              <a:gd name="connsiteX542" fmla="*/ 1006723 w 1637567"/>
              <a:gd name="connsiteY542" fmla="*/ 1695674 h 1745962"/>
              <a:gd name="connsiteX543" fmla="*/ 1008184 w 1637567"/>
              <a:gd name="connsiteY543" fmla="*/ 1696041 h 1745962"/>
              <a:gd name="connsiteX544" fmla="*/ 1009654 w 1637567"/>
              <a:gd name="connsiteY544" fmla="*/ 1696432 h 1745962"/>
              <a:gd name="connsiteX545" fmla="*/ 1011085 w 1637567"/>
              <a:gd name="connsiteY545" fmla="*/ 1696799 h 1745962"/>
              <a:gd name="connsiteX546" fmla="*/ 1014016 w 1637567"/>
              <a:gd name="connsiteY546" fmla="*/ 1697534 h 1745962"/>
              <a:gd name="connsiteX547" fmla="*/ 1015455 w 1637567"/>
              <a:gd name="connsiteY547" fmla="*/ 1697933 h 1745962"/>
              <a:gd name="connsiteX548" fmla="*/ 1016916 w 1637567"/>
              <a:gd name="connsiteY548" fmla="*/ 1698300 h 1745962"/>
              <a:gd name="connsiteX549" fmla="*/ 1018386 w 1637567"/>
              <a:gd name="connsiteY549" fmla="*/ 1698636 h 1745962"/>
              <a:gd name="connsiteX550" fmla="*/ 1019848 w 1637567"/>
              <a:gd name="connsiteY550" fmla="*/ 1698996 h 1745962"/>
              <a:gd name="connsiteX551" fmla="*/ 1021286 w 1637567"/>
              <a:gd name="connsiteY551" fmla="*/ 1699363 h 1745962"/>
              <a:gd name="connsiteX552" fmla="*/ 1022748 w 1637567"/>
              <a:gd name="connsiteY552" fmla="*/ 1699731 h 1745962"/>
              <a:gd name="connsiteX553" fmla="*/ 1024218 w 1637567"/>
              <a:gd name="connsiteY553" fmla="*/ 1700067 h 1745962"/>
              <a:gd name="connsiteX554" fmla="*/ 1025656 w 1637567"/>
              <a:gd name="connsiteY554" fmla="*/ 1700434 h 1745962"/>
              <a:gd name="connsiteX555" fmla="*/ 1027118 w 1637567"/>
              <a:gd name="connsiteY555" fmla="*/ 1700771 h 1745962"/>
              <a:gd name="connsiteX556" fmla="*/ 1028588 w 1637567"/>
              <a:gd name="connsiteY556" fmla="*/ 1701138 h 1745962"/>
              <a:gd name="connsiteX557" fmla="*/ 1030049 w 1637567"/>
              <a:gd name="connsiteY557" fmla="*/ 1701474 h 1745962"/>
              <a:gd name="connsiteX558" fmla="*/ 1031488 w 1637567"/>
              <a:gd name="connsiteY558" fmla="*/ 1701810 h 1745962"/>
              <a:gd name="connsiteX559" fmla="*/ 1034419 w 1637567"/>
              <a:gd name="connsiteY559" fmla="*/ 1702482 h 1745962"/>
              <a:gd name="connsiteX560" fmla="*/ 1035850 w 1637567"/>
              <a:gd name="connsiteY560" fmla="*/ 1702819 h 1745962"/>
              <a:gd name="connsiteX561" fmla="*/ 1040251 w 1637567"/>
              <a:gd name="connsiteY561" fmla="*/ 1703827 h 1745962"/>
              <a:gd name="connsiteX562" fmla="*/ 1041682 w 1637567"/>
              <a:gd name="connsiteY562" fmla="*/ 1704132 h 1745962"/>
              <a:gd name="connsiteX563" fmla="*/ 1043151 w 1637567"/>
              <a:gd name="connsiteY563" fmla="*/ 1704468 h 1745962"/>
              <a:gd name="connsiteX564" fmla="*/ 1044613 w 1637567"/>
              <a:gd name="connsiteY564" fmla="*/ 1704773 h 1745962"/>
              <a:gd name="connsiteX565" fmla="*/ 1046052 w 1637567"/>
              <a:gd name="connsiteY565" fmla="*/ 1705109 h 1745962"/>
              <a:gd name="connsiteX566" fmla="*/ 1047513 w 1637567"/>
              <a:gd name="connsiteY566" fmla="*/ 1705414 h 1745962"/>
              <a:gd name="connsiteX567" fmla="*/ 1048983 w 1637567"/>
              <a:gd name="connsiteY567" fmla="*/ 1705750 h 1745962"/>
              <a:gd name="connsiteX568" fmla="*/ 1050445 w 1637567"/>
              <a:gd name="connsiteY568" fmla="*/ 1706055 h 1745962"/>
              <a:gd name="connsiteX569" fmla="*/ 1051883 w 1637567"/>
              <a:gd name="connsiteY569" fmla="*/ 1706360 h 1745962"/>
              <a:gd name="connsiteX570" fmla="*/ 1054815 w 1637567"/>
              <a:gd name="connsiteY570" fmla="*/ 1706970 h 1745962"/>
              <a:gd name="connsiteX571" fmla="*/ 1056253 w 1637567"/>
              <a:gd name="connsiteY571" fmla="*/ 1707274 h 1745962"/>
              <a:gd name="connsiteX572" fmla="*/ 1060646 w 1637567"/>
              <a:gd name="connsiteY572" fmla="*/ 1708189 h 1745962"/>
              <a:gd name="connsiteX573" fmla="*/ 1062085 w 1637567"/>
              <a:gd name="connsiteY573" fmla="*/ 1708463 h 1745962"/>
              <a:gd name="connsiteX574" fmla="*/ 1065016 w 1637567"/>
              <a:gd name="connsiteY574" fmla="*/ 1709080 h 1745962"/>
              <a:gd name="connsiteX575" fmla="*/ 1066446 w 1637567"/>
              <a:gd name="connsiteY575" fmla="*/ 1709354 h 1745962"/>
              <a:gd name="connsiteX576" fmla="*/ 1067916 w 1637567"/>
              <a:gd name="connsiteY576" fmla="*/ 1709659 h 1745962"/>
              <a:gd name="connsiteX577" fmla="*/ 1069378 w 1637567"/>
              <a:gd name="connsiteY577" fmla="*/ 1709932 h 1745962"/>
              <a:gd name="connsiteX578" fmla="*/ 1070816 w 1637567"/>
              <a:gd name="connsiteY578" fmla="*/ 1710206 h 1745962"/>
              <a:gd name="connsiteX579" fmla="*/ 1072278 w 1637567"/>
              <a:gd name="connsiteY579" fmla="*/ 1710480 h 1745962"/>
              <a:gd name="connsiteX580" fmla="*/ 1073748 w 1637567"/>
              <a:gd name="connsiteY580" fmla="*/ 1710784 h 1745962"/>
              <a:gd name="connsiteX581" fmla="*/ 1075210 w 1637567"/>
              <a:gd name="connsiteY581" fmla="*/ 1711058 h 1745962"/>
              <a:gd name="connsiteX582" fmla="*/ 1076648 w 1637567"/>
              <a:gd name="connsiteY582" fmla="*/ 1711339 h 1745962"/>
              <a:gd name="connsiteX583" fmla="*/ 1079580 w 1637567"/>
              <a:gd name="connsiteY583" fmla="*/ 1711887 h 1745962"/>
              <a:gd name="connsiteX584" fmla="*/ 1081018 w 1637567"/>
              <a:gd name="connsiteY584" fmla="*/ 1712129 h 1745962"/>
              <a:gd name="connsiteX585" fmla="*/ 1085411 w 1637567"/>
              <a:gd name="connsiteY585" fmla="*/ 1712958 h 1745962"/>
              <a:gd name="connsiteX586" fmla="*/ 1086850 w 1637567"/>
              <a:gd name="connsiteY586" fmla="*/ 1713200 h 1745962"/>
              <a:gd name="connsiteX587" fmla="*/ 1088311 w 1637567"/>
              <a:gd name="connsiteY587" fmla="*/ 1713474 h 1745962"/>
              <a:gd name="connsiteX588" fmla="*/ 1089781 w 1637567"/>
              <a:gd name="connsiteY588" fmla="*/ 1713716 h 1745962"/>
              <a:gd name="connsiteX589" fmla="*/ 1091212 w 1637567"/>
              <a:gd name="connsiteY589" fmla="*/ 1713990 h 1745962"/>
              <a:gd name="connsiteX590" fmla="*/ 1094143 w 1637567"/>
              <a:gd name="connsiteY590" fmla="*/ 1714482 h 1745962"/>
              <a:gd name="connsiteX591" fmla="*/ 1095613 w 1637567"/>
              <a:gd name="connsiteY591" fmla="*/ 1714756 h 1745962"/>
              <a:gd name="connsiteX592" fmla="*/ 1097043 w 1637567"/>
              <a:gd name="connsiteY592" fmla="*/ 1714998 h 1745962"/>
              <a:gd name="connsiteX593" fmla="*/ 1099975 w 1637567"/>
              <a:gd name="connsiteY593" fmla="*/ 1715490 h 1745962"/>
              <a:gd name="connsiteX594" fmla="*/ 1101413 w 1637567"/>
              <a:gd name="connsiteY594" fmla="*/ 1715733 h 1745962"/>
              <a:gd name="connsiteX595" fmla="*/ 1105807 w 1637567"/>
              <a:gd name="connsiteY595" fmla="*/ 1716468 h 1745962"/>
              <a:gd name="connsiteX596" fmla="*/ 1107245 w 1637567"/>
              <a:gd name="connsiteY596" fmla="*/ 1716679 h 1745962"/>
              <a:gd name="connsiteX597" fmla="*/ 1110176 w 1637567"/>
              <a:gd name="connsiteY597" fmla="*/ 1717171 h 1745962"/>
              <a:gd name="connsiteX598" fmla="*/ 1111615 w 1637567"/>
              <a:gd name="connsiteY598" fmla="*/ 1717382 h 1745962"/>
              <a:gd name="connsiteX599" fmla="*/ 1113077 w 1637567"/>
              <a:gd name="connsiteY599" fmla="*/ 1717625 h 1745962"/>
              <a:gd name="connsiteX600" fmla="*/ 1114546 w 1637567"/>
              <a:gd name="connsiteY600" fmla="*/ 1717843 h 1745962"/>
              <a:gd name="connsiteX601" fmla="*/ 1116008 w 1637567"/>
              <a:gd name="connsiteY601" fmla="*/ 1718086 h 1745962"/>
              <a:gd name="connsiteX602" fmla="*/ 1117447 w 1637567"/>
              <a:gd name="connsiteY602" fmla="*/ 1718297 h 1745962"/>
              <a:gd name="connsiteX603" fmla="*/ 1118908 w 1637567"/>
              <a:gd name="connsiteY603" fmla="*/ 1718539 h 1745962"/>
              <a:gd name="connsiteX604" fmla="*/ 1120378 w 1637567"/>
              <a:gd name="connsiteY604" fmla="*/ 1718758 h 1745962"/>
              <a:gd name="connsiteX605" fmla="*/ 1121809 w 1637567"/>
              <a:gd name="connsiteY605" fmla="*/ 1718969 h 1745962"/>
              <a:gd name="connsiteX606" fmla="*/ 1123278 w 1637567"/>
              <a:gd name="connsiteY606" fmla="*/ 1719188 h 1745962"/>
              <a:gd name="connsiteX607" fmla="*/ 1124740 w 1637567"/>
              <a:gd name="connsiteY607" fmla="*/ 1719430 h 1745962"/>
              <a:gd name="connsiteX608" fmla="*/ 1126179 w 1637567"/>
              <a:gd name="connsiteY608" fmla="*/ 1719641 h 1745962"/>
              <a:gd name="connsiteX609" fmla="*/ 1130571 w 1637567"/>
              <a:gd name="connsiteY609" fmla="*/ 1720282 h 1745962"/>
              <a:gd name="connsiteX610" fmla="*/ 1132010 w 1637567"/>
              <a:gd name="connsiteY610" fmla="*/ 1720470 h 1745962"/>
              <a:gd name="connsiteX611" fmla="*/ 1134941 w 1637567"/>
              <a:gd name="connsiteY611" fmla="*/ 1720892 h 1745962"/>
              <a:gd name="connsiteX612" fmla="*/ 1136380 w 1637567"/>
              <a:gd name="connsiteY612" fmla="*/ 1721111 h 1745962"/>
              <a:gd name="connsiteX613" fmla="*/ 1137841 w 1637567"/>
              <a:gd name="connsiteY613" fmla="*/ 1721291 h 1745962"/>
              <a:gd name="connsiteX614" fmla="*/ 1140773 w 1637567"/>
              <a:gd name="connsiteY614" fmla="*/ 1721721 h 1745962"/>
              <a:gd name="connsiteX615" fmla="*/ 1142211 w 1637567"/>
              <a:gd name="connsiteY615" fmla="*/ 1721901 h 1745962"/>
              <a:gd name="connsiteX616" fmla="*/ 1143673 w 1637567"/>
              <a:gd name="connsiteY616" fmla="*/ 1722119 h 1745962"/>
              <a:gd name="connsiteX617" fmla="*/ 1145143 w 1637567"/>
              <a:gd name="connsiteY617" fmla="*/ 1722299 h 1745962"/>
              <a:gd name="connsiteX618" fmla="*/ 1146573 w 1637567"/>
              <a:gd name="connsiteY618" fmla="*/ 1722510 h 1745962"/>
              <a:gd name="connsiteX619" fmla="*/ 1150975 w 1637567"/>
              <a:gd name="connsiteY619" fmla="*/ 1723065 h 1745962"/>
              <a:gd name="connsiteX620" fmla="*/ 1152405 w 1637567"/>
              <a:gd name="connsiteY620" fmla="*/ 1723276 h 1745962"/>
              <a:gd name="connsiteX621" fmla="*/ 1155337 w 1637567"/>
              <a:gd name="connsiteY621" fmla="*/ 1723644 h 1745962"/>
              <a:gd name="connsiteX622" fmla="*/ 1156775 w 1637567"/>
              <a:gd name="connsiteY622" fmla="*/ 1723824 h 1745962"/>
              <a:gd name="connsiteX623" fmla="*/ 1161168 w 1637567"/>
              <a:gd name="connsiteY623" fmla="*/ 1724379 h 1745962"/>
              <a:gd name="connsiteX624" fmla="*/ 1162607 w 1637567"/>
              <a:gd name="connsiteY624" fmla="*/ 1724558 h 1745962"/>
              <a:gd name="connsiteX625" fmla="*/ 1164076 w 1637567"/>
              <a:gd name="connsiteY625" fmla="*/ 1724738 h 1745962"/>
              <a:gd name="connsiteX626" fmla="*/ 1165538 w 1637567"/>
              <a:gd name="connsiteY626" fmla="*/ 1724895 h 1745962"/>
              <a:gd name="connsiteX627" fmla="*/ 1166977 w 1637567"/>
              <a:gd name="connsiteY627" fmla="*/ 1725074 h 1745962"/>
              <a:gd name="connsiteX628" fmla="*/ 1168438 w 1637567"/>
              <a:gd name="connsiteY628" fmla="*/ 1725262 h 1745962"/>
              <a:gd name="connsiteX629" fmla="*/ 1169908 w 1637567"/>
              <a:gd name="connsiteY629" fmla="*/ 1725411 h 1745962"/>
              <a:gd name="connsiteX630" fmla="*/ 1171370 w 1637567"/>
              <a:gd name="connsiteY630" fmla="*/ 1725598 h 1745962"/>
              <a:gd name="connsiteX631" fmla="*/ 1172808 w 1637567"/>
              <a:gd name="connsiteY631" fmla="*/ 1725778 h 1745962"/>
              <a:gd name="connsiteX632" fmla="*/ 1174270 w 1637567"/>
              <a:gd name="connsiteY632" fmla="*/ 1725934 h 1745962"/>
              <a:gd name="connsiteX633" fmla="*/ 1175740 w 1637567"/>
              <a:gd name="connsiteY633" fmla="*/ 1726114 h 1745962"/>
              <a:gd name="connsiteX634" fmla="*/ 1177170 w 1637567"/>
              <a:gd name="connsiteY634" fmla="*/ 1726270 h 1745962"/>
              <a:gd name="connsiteX635" fmla="*/ 1178640 w 1637567"/>
              <a:gd name="connsiteY635" fmla="*/ 1726450 h 1745962"/>
              <a:gd name="connsiteX636" fmla="*/ 1181572 w 1637567"/>
              <a:gd name="connsiteY636" fmla="*/ 1726755 h 1745962"/>
              <a:gd name="connsiteX637" fmla="*/ 1183002 w 1637567"/>
              <a:gd name="connsiteY637" fmla="*/ 1726943 h 1745962"/>
              <a:gd name="connsiteX638" fmla="*/ 1185934 w 1637567"/>
              <a:gd name="connsiteY638" fmla="*/ 1727248 h 1745962"/>
              <a:gd name="connsiteX639" fmla="*/ 1187372 w 1637567"/>
              <a:gd name="connsiteY639" fmla="*/ 1727396 h 1745962"/>
              <a:gd name="connsiteX640" fmla="*/ 1188842 w 1637567"/>
              <a:gd name="connsiteY640" fmla="*/ 1727552 h 1745962"/>
              <a:gd name="connsiteX641" fmla="*/ 1190303 w 1637567"/>
              <a:gd name="connsiteY641" fmla="*/ 1727732 h 1745962"/>
              <a:gd name="connsiteX642" fmla="*/ 1191742 w 1637567"/>
              <a:gd name="connsiteY642" fmla="*/ 1727889 h 1745962"/>
              <a:gd name="connsiteX643" fmla="*/ 1194673 w 1637567"/>
              <a:gd name="connsiteY643" fmla="*/ 1728193 h 1745962"/>
              <a:gd name="connsiteX644" fmla="*/ 1196135 w 1637567"/>
              <a:gd name="connsiteY644" fmla="*/ 1728311 h 1745962"/>
              <a:gd name="connsiteX645" fmla="*/ 1197574 w 1637567"/>
              <a:gd name="connsiteY645" fmla="*/ 1728467 h 1745962"/>
              <a:gd name="connsiteX646" fmla="*/ 1200505 w 1637567"/>
              <a:gd name="connsiteY646" fmla="*/ 1728772 h 1745962"/>
              <a:gd name="connsiteX647" fmla="*/ 1201935 w 1637567"/>
              <a:gd name="connsiteY647" fmla="*/ 1728928 h 1745962"/>
              <a:gd name="connsiteX648" fmla="*/ 1203405 w 1637567"/>
              <a:gd name="connsiteY648" fmla="*/ 1729077 h 1745962"/>
              <a:gd name="connsiteX649" fmla="*/ 1204867 w 1637567"/>
              <a:gd name="connsiteY649" fmla="*/ 1729202 h 1745962"/>
              <a:gd name="connsiteX650" fmla="*/ 1206337 w 1637567"/>
              <a:gd name="connsiteY650" fmla="*/ 1729350 h 1745962"/>
              <a:gd name="connsiteX651" fmla="*/ 1207767 w 1637567"/>
              <a:gd name="connsiteY651" fmla="*/ 1729507 h 1745962"/>
              <a:gd name="connsiteX652" fmla="*/ 1209237 w 1637567"/>
              <a:gd name="connsiteY652" fmla="*/ 1729624 h 1745962"/>
              <a:gd name="connsiteX653" fmla="*/ 1210698 w 1637567"/>
              <a:gd name="connsiteY653" fmla="*/ 1729780 h 1745962"/>
              <a:gd name="connsiteX654" fmla="*/ 1212137 w 1637567"/>
              <a:gd name="connsiteY654" fmla="*/ 1729905 h 1745962"/>
              <a:gd name="connsiteX655" fmla="*/ 1213599 w 1637567"/>
              <a:gd name="connsiteY655" fmla="*/ 1730054 h 1745962"/>
              <a:gd name="connsiteX656" fmla="*/ 1215068 w 1637567"/>
              <a:gd name="connsiteY656" fmla="*/ 1730179 h 1745962"/>
              <a:gd name="connsiteX657" fmla="*/ 1216538 w 1637567"/>
              <a:gd name="connsiteY657" fmla="*/ 1730328 h 1745962"/>
              <a:gd name="connsiteX658" fmla="*/ 1217968 w 1637567"/>
              <a:gd name="connsiteY658" fmla="*/ 1730453 h 1745962"/>
              <a:gd name="connsiteX659" fmla="*/ 1219438 w 1637567"/>
              <a:gd name="connsiteY659" fmla="*/ 1730601 h 1745962"/>
              <a:gd name="connsiteX660" fmla="*/ 1220900 w 1637567"/>
              <a:gd name="connsiteY660" fmla="*/ 1730726 h 1745962"/>
              <a:gd name="connsiteX661" fmla="*/ 1222338 w 1637567"/>
              <a:gd name="connsiteY661" fmla="*/ 1730851 h 1745962"/>
              <a:gd name="connsiteX662" fmla="*/ 1223800 w 1637567"/>
              <a:gd name="connsiteY662" fmla="*/ 1730969 h 1745962"/>
              <a:gd name="connsiteX663" fmla="*/ 1225270 w 1637567"/>
              <a:gd name="connsiteY663" fmla="*/ 1731125 h 1745962"/>
              <a:gd name="connsiteX664" fmla="*/ 1226732 w 1637567"/>
              <a:gd name="connsiteY664" fmla="*/ 1731250 h 1745962"/>
              <a:gd name="connsiteX665" fmla="*/ 1228170 w 1637567"/>
              <a:gd name="connsiteY665" fmla="*/ 1731367 h 1745962"/>
              <a:gd name="connsiteX666" fmla="*/ 1231102 w 1637567"/>
              <a:gd name="connsiteY666" fmla="*/ 1731610 h 1745962"/>
              <a:gd name="connsiteX667" fmla="*/ 1232532 w 1637567"/>
              <a:gd name="connsiteY667" fmla="*/ 1731735 h 1745962"/>
              <a:gd name="connsiteX668" fmla="*/ 1236933 w 1637567"/>
              <a:gd name="connsiteY668" fmla="*/ 1732102 h 1745962"/>
              <a:gd name="connsiteX669" fmla="*/ 1238364 w 1637567"/>
              <a:gd name="connsiteY669" fmla="*/ 1732219 h 1745962"/>
              <a:gd name="connsiteX670" fmla="*/ 1241295 w 1637567"/>
              <a:gd name="connsiteY670" fmla="*/ 1732469 h 1745962"/>
              <a:gd name="connsiteX671" fmla="*/ 1242734 w 1637567"/>
              <a:gd name="connsiteY671" fmla="*/ 1732587 h 1745962"/>
              <a:gd name="connsiteX672" fmla="*/ 1245665 w 1637567"/>
              <a:gd name="connsiteY672" fmla="*/ 1732837 h 1745962"/>
              <a:gd name="connsiteX673" fmla="*/ 1247135 w 1637567"/>
              <a:gd name="connsiteY673" fmla="*/ 1732923 h 1745962"/>
              <a:gd name="connsiteX674" fmla="*/ 1248565 w 1637567"/>
              <a:gd name="connsiteY674" fmla="*/ 1733048 h 1745962"/>
              <a:gd name="connsiteX675" fmla="*/ 1250035 w 1637567"/>
              <a:gd name="connsiteY675" fmla="*/ 1733173 h 1745962"/>
              <a:gd name="connsiteX676" fmla="*/ 1251497 w 1637567"/>
              <a:gd name="connsiteY676" fmla="*/ 1733259 h 1745962"/>
              <a:gd name="connsiteX677" fmla="*/ 1252935 w 1637567"/>
              <a:gd name="connsiteY677" fmla="*/ 1733384 h 1745962"/>
              <a:gd name="connsiteX678" fmla="*/ 1254397 w 1637567"/>
              <a:gd name="connsiteY678" fmla="*/ 1733509 h 1745962"/>
              <a:gd name="connsiteX679" fmla="*/ 1255867 w 1637567"/>
              <a:gd name="connsiteY679" fmla="*/ 1733595 h 1745962"/>
              <a:gd name="connsiteX680" fmla="*/ 1257297 w 1637567"/>
              <a:gd name="connsiteY680" fmla="*/ 1733720 h 1745962"/>
              <a:gd name="connsiteX681" fmla="*/ 1258767 w 1637567"/>
              <a:gd name="connsiteY681" fmla="*/ 1733814 h 1745962"/>
              <a:gd name="connsiteX682" fmla="*/ 1260229 w 1637567"/>
              <a:gd name="connsiteY682" fmla="*/ 1733931 h 1745962"/>
              <a:gd name="connsiteX683" fmla="*/ 1261699 w 1637567"/>
              <a:gd name="connsiteY683" fmla="*/ 1734025 h 1745962"/>
              <a:gd name="connsiteX684" fmla="*/ 1263129 w 1637567"/>
              <a:gd name="connsiteY684" fmla="*/ 1734150 h 1745962"/>
              <a:gd name="connsiteX685" fmla="*/ 1264599 w 1637567"/>
              <a:gd name="connsiteY685" fmla="*/ 1734236 h 1745962"/>
              <a:gd name="connsiteX686" fmla="*/ 1266061 w 1637567"/>
              <a:gd name="connsiteY686" fmla="*/ 1734361 h 1745962"/>
              <a:gd name="connsiteX687" fmla="*/ 1267499 w 1637567"/>
              <a:gd name="connsiteY687" fmla="*/ 1734455 h 1745962"/>
              <a:gd name="connsiteX688" fmla="*/ 1268969 w 1637567"/>
              <a:gd name="connsiteY688" fmla="*/ 1734541 h 1745962"/>
              <a:gd name="connsiteX689" fmla="*/ 1270430 w 1637567"/>
              <a:gd name="connsiteY689" fmla="*/ 1734666 h 1745962"/>
              <a:gd name="connsiteX690" fmla="*/ 1271900 w 1637567"/>
              <a:gd name="connsiteY690" fmla="*/ 1734760 h 1745962"/>
              <a:gd name="connsiteX691" fmla="*/ 1273331 w 1637567"/>
              <a:gd name="connsiteY691" fmla="*/ 1734846 h 1745962"/>
              <a:gd name="connsiteX692" fmla="*/ 1276262 w 1637567"/>
              <a:gd name="connsiteY692" fmla="*/ 1735034 h 1745962"/>
              <a:gd name="connsiteX693" fmla="*/ 1277701 w 1637567"/>
              <a:gd name="connsiteY693" fmla="*/ 1735159 h 1745962"/>
              <a:gd name="connsiteX694" fmla="*/ 1282093 w 1637567"/>
              <a:gd name="connsiteY694" fmla="*/ 1735432 h 1745962"/>
              <a:gd name="connsiteX695" fmla="*/ 1283532 w 1637567"/>
              <a:gd name="connsiteY695" fmla="*/ 1735518 h 1745962"/>
              <a:gd name="connsiteX696" fmla="*/ 1286463 w 1637567"/>
              <a:gd name="connsiteY696" fmla="*/ 1735706 h 1745962"/>
              <a:gd name="connsiteX697" fmla="*/ 1287894 w 1637567"/>
              <a:gd name="connsiteY697" fmla="*/ 1735800 h 1745962"/>
              <a:gd name="connsiteX698" fmla="*/ 1292295 w 1637567"/>
              <a:gd name="connsiteY698" fmla="*/ 1736073 h 1745962"/>
              <a:gd name="connsiteX699" fmla="*/ 1293726 w 1637567"/>
              <a:gd name="connsiteY699" fmla="*/ 1736159 h 1745962"/>
              <a:gd name="connsiteX700" fmla="*/ 1296665 w 1637567"/>
              <a:gd name="connsiteY700" fmla="*/ 1736347 h 1745962"/>
              <a:gd name="connsiteX701" fmla="*/ 1298095 w 1637567"/>
              <a:gd name="connsiteY701" fmla="*/ 1736409 h 1745962"/>
              <a:gd name="connsiteX702" fmla="*/ 1302497 w 1637567"/>
              <a:gd name="connsiteY702" fmla="*/ 1736683 h 1745962"/>
              <a:gd name="connsiteX703" fmla="*/ 1303927 w 1637567"/>
              <a:gd name="connsiteY703" fmla="*/ 1736777 h 1745962"/>
              <a:gd name="connsiteX704" fmla="*/ 1305397 w 1637567"/>
              <a:gd name="connsiteY704" fmla="*/ 1736832 h 1745962"/>
              <a:gd name="connsiteX705" fmla="*/ 1306859 w 1637567"/>
              <a:gd name="connsiteY705" fmla="*/ 1736925 h 1745962"/>
              <a:gd name="connsiteX706" fmla="*/ 1308297 w 1637567"/>
              <a:gd name="connsiteY706" fmla="*/ 1737019 h 1745962"/>
              <a:gd name="connsiteX707" fmla="*/ 1309759 w 1637567"/>
              <a:gd name="connsiteY707" fmla="*/ 1737082 h 1745962"/>
              <a:gd name="connsiteX708" fmla="*/ 1311229 w 1637567"/>
              <a:gd name="connsiteY708" fmla="*/ 1737168 h 1745962"/>
              <a:gd name="connsiteX709" fmla="*/ 1312659 w 1637567"/>
              <a:gd name="connsiteY709" fmla="*/ 1737261 h 1745962"/>
              <a:gd name="connsiteX710" fmla="*/ 1314129 w 1637567"/>
              <a:gd name="connsiteY710" fmla="*/ 1737324 h 1745962"/>
              <a:gd name="connsiteX711" fmla="*/ 1315591 w 1637567"/>
              <a:gd name="connsiteY711" fmla="*/ 1737418 h 1745962"/>
              <a:gd name="connsiteX712" fmla="*/ 1317060 w 1637567"/>
              <a:gd name="connsiteY712" fmla="*/ 1737473 h 1745962"/>
              <a:gd name="connsiteX713" fmla="*/ 1318491 w 1637567"/>
              <a:gd name="connsiteY713" fmla="*/ 1737566 h 1745962"/>
              <a:gd name="connsiteX714" fmla="*/ 1319961 w 1637567"/>
              <a:gd name="connsiteY714" fmla="*/ 1737629 h 1745962"/>
              <a:gd name="connsiteX715" fmla="*/ 1321422 w 1637567"/>
              <a:gd name="connsiteY715" fmla="*/ 1737723 h 1745962"/>
              <a:gd name="connsiteX716" fmla="*/ 1322861 w 1637567"/>
              <a:gd name="connsiteY716" fmla="*/ 1737778 h 1745962"/>
              <a:gd name="connsiteX717" fmla="*/ 1324330 w 1637567"/>
              <a:gd name="connsiteY717" fmla="*/ 1737871 h 1745962"/>
              <a:gd name="connsiteX718" fmla="*/ 1327262 w 1637567"/>
              <a:gd name="connsiteY718" fmla="*/ 1737996 h 1745962"/>
              <a:gd name="connsiteX719" fmla="*/ 1328692 w 1637567"/>
              <a:gd name="connsiteY719" fmla="*/ 1738082 h 1745962"/>
              <a:gd name="connsiteX720" fmla="*/ 1330162 w 1637567"/>
              <a:gd name="connsiteY720" fmla="*/ 1738145 h 1745962"/>
              <a:gd name="connsiteX721" fmla="*/ 1331624 w 1637567"/>
              <a:gd name="connsiteY721" fmla="*/ 1738239 h 1745962"/>
              <a:gd name="connsiteX722" fmla="*/ 1333062 w 1637567"/>
              <a:gd name="connsiteY722" fmla="*/ 1738301 h 1745962"/>
              <a:gd name="connsiteX723" fmla="*/ 1335994 w 1637567"/>
              <a:gd name="connsiteY723" fmla="*/ 1738419 h 1745962"/>
              <a:gd name="connsiteX724" fmla="*/ 1337456 w 1637567"/>
              <a:gd name="connsiteY724" fmla="*/ 1738512 h 1745962"/>
              <a:gd name="connsiteX725" fmla="*/ 1338894 w 1637567"/>
              <a:gd name="connsiteY725" fmla="*/ 1738575 h 1745962"/>
              <a:gd name="connsiteX726" fmla="*/ 1341826 w 1637567"/>
              <a:gd name="connsiteY726" fmla="*/ 1738700 h 1745962"/>
              <a:gd name="connsiteX727" fmla="*/ 1343256 w 1637567"/>
              <a:gd name="connsiteY727" fmla="*/ 1738786 h 1745962"/>
              <a:gd name="connsiteX728" fmla="*/ 1347657 w 1637567"/>
              <a:gd name="connsiteY728" fmla="*/ 1738973 h 1745962"/>
              <a:gd name="connsiteX729" fmla="*/ 1349096 w 1637567"/>
              <a:gd name="connsiteY729" fmla="*/ 1739036 h 1745962"/>
              <a:gd name="connsiteX730" fmla="*/ 1352027 w 1637567"/>
              <a:gd name="connsiteY730" fmla="*/ 1739153 h 1745962"/>
              <a:gd name="connsiteX731" fmla="*/ 1353457 w 1637567"/>
              <a:gd name="connsiteY731" fmla="*/ 1739216 h 1745962"/>
              <a:gd name="connsiteX732" fmla="*/ 1357858 w 1637567"/>
              <a:gd name="connsiteY732" fmla="*/ 1739396 h 1745962"/>
              <a:gd name="connsiteX733" fmla="*/ 1359289 w 1637567"/>
              <a:gd name="connsiteY733" fmla="*/ 1739458 h 1745962"/>
              <a:gd name="connsiteX734" fmla="*/ 1362220 w 1637567"/>
              <a:gd name="connsiteY734" fmla="*/ 1739583 h 1745962"/>
              <a:gd name="connsiteX735" fmla="*/ 1363659 w 1637567"/>
              <a:gd name="connsiteY735" fmla="*/ 1739646 h 1745962"/>
              <a:gd name="connsiteX736" fmla="*/ 1368052 w 1637567"/>
              <a:gd name="connsiteY736" fmla="*/ 1739826 h 1745962"/>
              <a:gd name="connsiteX737" fmla="*/ 1369491 w 1637567"/>
              <a:gd name="connsiteY737" fmla="*/ 1739888 h 1745962"/>
              <a:gd name="connsiteX738" fmla="*/ 1372422 w 1637567"/>
              <a:gd name="connsiteY738" fmla="*/ 1740013 h 1745962"/>
              <a:gd name="connsiteX739" fmla="*/ 1373853 w 1637567"/>
              <a:gd name="connsiteY739" fmla="*/ 1740037 h 1745962"/>
              <a:gd name="connsiteX740" fmla="*/ 1376792 w 1637567"/>
              <a:gd name="connsiteY740" fmla="*/ 1740162 h 1745962"/>
              <a:gd name="connsiteX741" fmla="*/ 1378222 w 1637567"/>
              <a:gd name="connsiteY741" fmla="*/ 1740224 h 1745962"/>
              <a:gd name="connsiteX742" fmla="*/ 1379692 w 1637567"/>
              <a:gd name="connsiteY742" fmla="*/ 1740287 h 1745962"/>
              <a:gd name="connsiteX743" fmla="*/ 1381154 w 1637567"/>
              <a:gd name="connsiteY743" fmla="*/ 1740318 h 1745962"/>
              <a:gd name="connsiteX744" fmla="*/ 1382624 w 1637567"/>
              <a:gd name="connsiteY744" fmla="*/ 1740373 h 1745962"/>
              <a:gd name="connsiteX745" fmla="*/ 1384054 w 1637567"/>
              <a:gd name="connsiteY745" fmla="*/ 1740435 h 1745962"/>
              <a:gd name="connsiteX746" fmla="*/ 1385524 w 1637567"/>
              <a:gd name="connsiteY746" fmla="*/ 1740467 h 1745962"/>
              <a:gd name="connsiteX747" fmla="*/ 1386986 w 1637567"/>
              <a:gd name="connsiteY747" fmla="*/ 1740529 h 1745962"/>
              <a:gd name="connsiteX748" fmla="*/ 1388424 w 1637567"/>
              <a:gd name="connsiteY748" fmla="*/ 1740592 h 1745962"/>
              <a:gd name="connsiteX749" fmla="*/ 1389886 w 1637567"/>
              <a:gd name="connsiteY749" fmla="*/ 1740623 h 1745962"/>
              <a:gd name="connsiteX750" fmla="*/ 1392817 w 1637567"/>
              <a:gd name="connsiteY750" fmla="*/ 1740740 h 1745962"/>
              <a:gd name="connsiteX751" fmla="*/ 1394256 w 1637567"/>
              <a:gd name="connsiteY751" fmla="*/ 1740771 h 1745962"/>
              <a:gd name="connsiteX752" fmla="*/ 1397187 w 1637567"/>
              <a:gd name="connsiteY752" fmla="*/ 1740896 h 1745962"/>
              <a:gd name="connsiteX753" fmla="*/ 1398618 w 1637567"/>
              <a:gd name="connsiteY753" fmla="*/ 1740928 h 1745962"/>
              <a:gd name="connsiteX754" fmla="*/ 1400088 w 1637567"/>
              <a:gd name="connsiteY754" fmla="*/ 1740990 h 1745962"/>
              <a:gd name="connsiteX755" fmla="*/ 1401549 w 1637567"/>
              <a:gd name="connsiteY755" fmla="*/ 1741021 h 1745962"/>
              <a:gd name="connsiteX756" fmla="*/ 1403019 w 1637567"/>
              <a:gd name="connsiteY756" fmla="*/ 1741076 h 1745962"/>
              <a:gd name="connsiteX757" fmla="*/ 1404457 w 1637567"/>
              <a:gd name="connsiteY757" fmla="*/ 1741108 h 1745962"/>
              <a:gd name="connsiteX758" fmla="*/ 1405919 w 1637567"/>
              <a:gd name="connsiteY758" fmla="*/ 1741170 h 1745962"/>
              <a:gd name="connsiteX759" fmla="*/ 1407389 w 1637567"/>
              <a:gd name="connsiteY759" fmla="*/ 1741201 h 1745962"/>
              <a:gd name="connsiteX760" fmla="*/ 1408819 w 1637567"/>
              <a:gd name="connsiteY760" fmla="*/ 1741264 h 1745962"/>
              <a:gd name="connsiteX761" fmla="*/ 1410289 w 1637567"/>
              <a:gd name="connsiteY761" fmla="*/ 1741295 h 1745962"/>
              <a:gd name="connsiteX762" fmla="*/ 1411751 w 1637567"/>
              <a:gd name="connsiteY762" fmla="*/ 1741350 h 1745962"/>
              <a:gd name="connsiteX763" fmla="*/ 1413221 w 1637567"/>
              <a:gd name="connsiteY763" fmla="*/ 1741381 h 1745962"/>
              <a:gd name="connsiteX764" fmla="*/ 1414651 w 1637567"/>
              <a:gd name="connsiteY764" fmla="*/ 1741444 h 1745962"/>
              <a:gd name="connsiteX765" fmla="*/ 1417582 w 1637567"/>
              <a:gd name="connsiteY765" fmla="*/ 1741506 h 1745962"/>
              <a:gd name="connsiteX766" fmla="*/ 1419021 w 1637567"/>
              <a:gd name="connsiteY766" fmla="*/ 1741569 h 1745962"/>
              <a:gd name="connsiteX767" fmla="*/ 1420482 w 1637567"/>
              <a:gd name="connsiteY767" fmla="*/ 1741600 h 1745962"/>
              <a:gd name="connsiteX768" fmla="*/ 1421952 w 1637567"/>
              <a:gd name="connsiteY768" fmla="*/ 1741663 h 1745962"/>
              <a:gd name="connsiteX769" fmla="*/ 1423414 w 1637567"/>
              <a:gd name="connsiteY769" fmla="*/ 1741686 h 1745962"/>
              <a:gd name="connsiteX770" fmla="*/ 1424852 w 1637567"/>
              <a:gd name="connsiteY770" fmla="*/ 1741717 h 1745962"/>
              <a:gd name="connsiteX771" fmla="*/ 1426314 w 1637567"/>
              <a:gd name="connsiteY771" fmla="*/ 1741780 h 1745962"/>
              <a:gd name="connsiteX772" fmla="*/ 1427784 w 1637567"/>
              <a:gd name="connsiteY772" fmla="*/ 1741811 h 1745962"/>
              <a:gd name="connsiteX773" fmla="*/ 1429222 w 1637567"/>
              <a:gd name="connsiteY773" fmla="*/ 1741842 h 1745962"/>
              <a:gd name="connsiteX774" fmla="*/ 1430684 w 1637567"/>
              <a:gd name="connsiteY774" fmla="*/ 1741874 h 1745962"/>
              <a:gd name="connsiteX775" fmla="*/ 1432154 w 1637567"/>
              <a:gd name="connsiteY775" fmla="*/ 1741936 h 1745962"/>
              <a:gd name="connsiteX776" fmla="*/ 1433615 w 1637567"/>
              <a:gd name="connsiteY776" fmla="*/ 1741967 h 1745962"/>
              <a:gd name="connsiteX777" fmla="*/ 1435054 w 1637567"/>
              <a:gd name="connsiteY777" fmla="*/ 1741991 h 1745962"/>
              <a:gd name="connsiteX778" fmla="*/ 1436516 w 1637567"/>
              <a:gd name="connsiteY778" fmla="*/ 1742054 h 1745962"/>
              <a:gd name="connsiteX779" fmla="*/ 1437985 w 1637567"/>
              <a:gd name="connsiteY779" fmla="*/ 1742085 h 1745962"/>
              <a:gd name="connsiteX780" fmla="*/ 1439416 w 1637567"/>
              <a:gd name="connsiteY780" fmla="*/ 1742116 h 1745962"/>
              <a:gd name="connsiteX781" fmla="*/ 1442347 w 1637567"/>
              <a:gd name="connsiteY781" fmla="*/ 1742179 h 1745962"/>
              <a:gd name="connsiteX782" fmla="*/ 1443786 w 1637567"/>
              <a:gd name="connsiteY782" fmla="*/ 1742241 h 1745962"/>
              <a:gd name="connsiteX783" fmla="*/ 1448179 w 1637567"/>
              <a:gd name="connsiteY783" fmla="*/ 1742327 h 1745962"/>
              <a:gd name="connsiteX784" fmla="*/ 1449618 w 1637567"/>
              <a:gd name="connsiteY784" fmla="*/ 1742358 h 1745962"/>
              <a:gd name="connsiteX785" fmla="*/ 1451079 w 1637567"/>
              <a:gd name="connsiteY785" fmla="*/ 1742390 h 1745962"/>
              <a:gd name="connsiteX786" fmla="*/ 1452549 w 1637567"/>
              <a:gd name="connsiteY786" fmla="*/ 1742452 h 1745962"/>
              <a:gd name="connsiteX787" fmla="*/ 1453980 w 1637567"/>
              <a:gd name="connsiteY787" fmla="*/ 1742483 h 1745962"/>
              <a:gd name="connsiteX788" fmla="*/ 1458381 w 1637567"/>
              <a:gd name="connsiteY788" fmla="*/ 1742577 h 1745962"/>
              <a:gd name="connsiteX789" fmla="*/ 1459819 w 1637567"/>
              <a:gd name="connsiteY789" fmla="*/ 1742608 h 1745962"/>
              <a:gd name="connsiteX790" fmla="*/ 1462751 w 1637567"/>
              <a:gd name="connsiteY790" fmla="*/ 1742663 h 1745962"/>
              <a:gd name="connsiteX791" fmla="*/ 1464181 w 1637567"/>
              <a:gd name="connsiteY791" fmla="*/ 1742695 h 1745962"/>
              <a:gd name="connsiteX792" fmla="*/ 1468582 w 1637567"/>
              <a:gd name="connsiteY792" fmla="*/ 1742788 h 1745962"/>
              <a:gd name="connsiteX793" fmla="*/ 1470013 w 1637567"/>
              <a:gd name="connsiteY793" fmla="*/ 1742820 h 1745962"/>
              <a:gd name="connsiteX794" fmla="*/ 1472944 w 1637567"/>
              <a:gd name="connsiteY794" fmla="*/ 1742882 h 1745962"/>
              <a:gd name="connsiteX795" fmla="*/ 1474383 w 1637567"/>
              <a:gd name="connsiteY795" fmla="*/ 1742913 h 1745962"/>
              <a:gd name="connsiteX796" fmla="*/ 1478776 w 1637567"/>
              <a:gd name="connsiteY796" fmla="*/ 1742999 h 1745962"/>
              <a:gd name="connsiteX797" fmla="*/ 1480215 w 1637567"/>
              <a:gd name="connsiteY797" fmla="*/ 1743031 h 1745962"/>
              <a:gd name="connsiteX798" fmla="*/ 1483146 w 1637567"/>
              <a:gd name="connsiteY798" fmla="*/ 1743093 h 1745962"/>
              <a:gd name="connsiteX799" fmla="*/ 1484584 w 1637567"/>
              <a:gd name="connsiteY799" fmla="*/ 1743124 h 1745962"/>
              <a:gd name="connsiteX800" fmla="*/ 1488978 w 1637567"/>
              <a:gd name="connsiteY800" fmla="*/ 1743218 h 1745962"/>
              <a:gd name="connsiteX801" fmla="*/ 1490416 w 1637567"/>
              <a:gd name="connsiteY801" fmla="*/ 1743249 h 1745962"/>
              <a:gd name="connsiteX802" fmla="*/ 1491877 w 1637567"/>
              <a:gd name="connsiteY802" fmla="*/ 1743281 h 1745962"/>
              <a:gd name="connsiteX803" fmla="*/ 1493348 w 1637567"/>
              <a:gd name="connsiteY803" fmla="*/ 1743281 h 1745962"/>
              <a:gd name="connsiteX804" fmla="*/ 1494778 w 1637567"/>
              <a:gd name="connsiteY804" fmla="*/ 1743304 h 1745962"/>
              <a:gd name="connsiteX805" fmla="*/ 1497709 w 1637567"/>
              <a:gd name="connsiteY805" fmla="*/ 1743367 h 1745962"/>
              <a:gd name="connsiteX806" fmla="*/ 1499148 w 1637567"/>
              <a:gd name="connsiteY806" fmla="*/ 1743398 h 1745962"/>
              <a:gd name="connsiteX807" fmla="*/ 1502079 w 1637567"/>
              <a:gd name="connsiteY807" fmla="*/ 1743461 h 1745962"/>
              <a:gd name="connsiteX808" fmla="*/ 1503541 w 1637567"/>
              <a:gd name="connsiteY808" fmla="*/ 1743461 h 1745962"/>
              <a:gd name="connsiteX809" fmla="*/ 1504979 w 1637567"/>
              <a:gd name="connsiteY809" fmla="*/ 1743492 h 1745962"/>
              <a:gd name="connsiteX810" fmla="*/ 1507911 w 1637567"/>
              <a:gd name="connsiteY810" fmla="*/ 1743554 h 1745962"/>
              <a:gd name="connsiteX811" fmla="*/ 1509349 w 1637567"/>
              <a:gd name="connsiteY811" fmla="*/ 1743586 h 1745962"/>
              <a:gd name="connsiteX812" fmla="*/ 1510811 w 1637567"/>
              <a:gd name="connsiteY812" fmla="*/ 1743586 h 1745962"/>
              <a:gd name="connsiteX813" fmla="*/ 1513742 w 1637567"/>
              <a:gd name="connsiteY813" fmla="*/ 1743640 h 1745962"/>
              <a:gd name="connsiteX814" fmla="*/ 1515181 w 1637567"/>
              <a:gd name="connsiteY814" fmla="*/ 1743672 h 1745962"/>
              <a:gd name="connsiteX815" fmla="*/ 1516643 w 1637567"/>
              <a:gd name="connsiteY815" fmla="*/ 1743672 h 1745962"/>
              <a:gd name="connsiteX816" fmla="*/ 1518112 w 1637567"/>
              <a:gd name="connsiteY816" fmla="*/ 1743703 h 1745962"/>
              <a:gd name="connsiteX817" fmla="*/ 1519543 w 1637567"/>
              <a:gd name="connsiteY817" fmla="*/ 1743734 h 1745962"/>
              <a:gd name="connsiteX818" fmla="*/ 1521013 w 1637567"/>
              <a:gd name="connsiteY818" fmla="*/ 1743765 h 1745962"/>
              <a:gd name="connsiteX819" fmla="*/ 1522474 w 1637567"/>
              <a:gd name="connsiteY819" fmla="*/ 1743765 h 1745962"/>
              <a:gd name="connsiteX820" fmla="*/ 1523944 w 1637567"/>
              <a:gd name="connsiteY820" fmla="*/ 1743797 h 1745962"/>
              <a:gd name="connsiteX821" fmla="*/ 1525375 w 1637567"/>
              <a:gd name="connsiteY821" fmla="*/ 1743828 h 1745962"/>
              <a:gd name="connsiteX822" fmla="*/ 1526844 w 1637567"/>
              <a:gd name="connsiteY822" fmla="*/ 1743859 h 1745962"/>
              <a:gd name="connsiteX823" fmla="*/ 1528306 w 1637567"/>
              <a:gd name="connsiteY823" fmla="*/ 1743859 h 1745962"/>
              <a:gd name="connsiteX824" fmla="*/ 1529745 w 1637567"/>
              <a:gd name="connsiteY824" fmla="*/ 1743890 h 1745962"/>
              <a:gd name="connsiteX825" fmla="*/ 1531206 w 1637567"/>
              <a:gd name="connsiteY825" fmla="*/ 1743922 h 1745962"/>
              <a:gd name="connsiteX826" fmla="*/ 1532676 w 1637567"/>
              <a:gd name="connsiteY826" fmla="*/ 1743922 h 1745962"/>
              <a:gd name="connsiteX827" fmla="*/ 1534138 w 1637567"/>
              <a:gd name="connsiteY827" fmla="*/ 1743945 h 1745962"/>
              <a:gd name="connsiteX828" fmla="*/ 1535576 w 1637567"/>
              <a:gd name="connsiteY828" fmla="*/ 1743977 h 1745962"/>
              <a:gd name="connsiteX829" fmla="*/ 1537046 w 1637567"/>
              <a:gd name="connsiteY829" fmla="*/ 1743977 h 1745962"/>
              <a:gd name="connsiteX830" fmla="*/ 1538508 w 1637567"/>
              <a:gd name="connsiteY830" fmla="*/ 1744008 h 1745962"/>
              <a:gd name="connsiteX831" fmla="*/ 1539946 w 1637567"/>
              <a:gd name="connsiteY831" fmla="*/ 1744039 h 1745962"/>
              <a:gd name="connsiteX832" fmla="*/ 1541408 w 1637567"/>
              <a:gd name="connsiteY832" fmla="*/ 1744039 h 1745962"/>
              <a:gd name="connsiteX833" fmla="*/ 1544339 w 1637567"/>
              <a:gd name="connsiteY833" fmla="*/ 1744102 h 1745962"/>
              <a:gd name="connsiteX834" fmla="*/ 1545778 w 1637567"/>
              <a:gd name="connsiteY834" fmla="*/ 1744102 h 1745962"/>
              <a:gd name="connsiteX835" fmla="*/ 1547240 w 1637567"/>
              <a:gd name="connsiteY835" fmla="*/ 1744133 h 1745962"/>
              <a:gd name="connsiteX836" fmla="*/ 1548709 w 1637567"/>
              <a:gd name="connsiteY836" fmla="*/ 1744133 h 1745962"/>
              <a:gd name="connsiteX837" fmla="*/ 1550140 w 1637567"/>
              <a:gd name="connsiteY837" fmla="*/ 1744164 h 1745962"/>
              <a:gd name="connsiteX838" fmla="*/ 1551610 w 1637567"/>
              <a:gd name="connsiteY838" fmla="*/ 1744195 h 1745962"/>
              <a:gd name="connsiteX839" fmla="*/ 1553071 w 1637567"/>
              <a:gd name="connsiteY839" fmla="*/ 1744195 h 1745962"/>
              <a:gd name="connsiteX840" fmla="*/ 1554541 w 1637567"/>
              <a:gd name="connsiteY840" fmla="*/ 1744227 h 1745962"/>
              <a:gd name="connsiteX841" fmla="*/ 1555972 w 1637567"/>
              <a:gd name="connsiteY841" fmla="*/ 1744227 h 1745962"/>
              <a:gd name="connsiteX842" fmla="*/ 1558903 w 1637567"/>
              <a:gd name="connsiteY842" fmla="*/ 1744281 h 1745962"/>
              <a:gd name="connsiteX843" fmla="*/ 1560342 w 1637567"/>
              <a:gd name="connsiteY843" fmla="*/ 1744281 h 1745962"/>
              <a:gd name="connsiteX844" fmla="*/ 1561803 w 1637567"/>
              <a:gd name="connsiteY844" fmla="*/ 1744313 h 1745962"/>
              <a:gd name="connsiteX845" fmla="*/ 1563273 w 1637567"/>
              <a:gd name="connsiteY845" fmla="*/ 1744313 h 1745962"/>
              <a:gd name="connsiteX846" fmla="*/ 1564711 w 1637567"/>
              <a:gd name="connsiteY846" fmla="*/ 1744344 h 1745962"/>
              <a:gd name="connsiteX847" fmla="*/ 1566173 w 1637567"/>
              <a:gd name="connsiteY847" fmla="*/ 1744344 h 1745962"/>
              <a:gd name="connsiteX848" fmla="*/ 1567643 w 1637567"/>
              <a:gd name="connsiteY848" fmla="*/ 1744375 h 1745962"/>
              <a:gd name="connsiteX849" fmla="*/ 1569104 w 1637567"/>
              <a:gd name="connsiteY849" fmla="*/ 1744375 h 1745962"/>
              <a:gd name="connsiteX850" fmla="*/ 1570543 w 1637567"/>
              <a:gd name="connsiteY850" fmla="*/ 1744406 h 1745962"/>
              <a:gd name="connsiteX851" fmla="*/ 1572004 w 1637567"/>
              <a:gd name="connsiteY851" fmla="*/ 1744406 h 1745962"/>
              <a:gd name="connsiteX852" fmla="*/ 1573474 w 1637567"/>
              <a:gd name="connsiteY852" fmla="*/ 1744438 h 1745962"/>
              <a:gd name="connsiteX853" fmla="*/ 1574905 w 1637567"/>
              <a:gd name="connsiteY853" fmla="*/ 1744438 h 1745962"/>
              <a:gd name="connsiteX854" fmla="*/ 1576374 w 1637567"/>
              <a:gd name="connsiteY854" fmla="*/ 1744469 h 1745962"/>
              <a:gd name="connsiteX855" fmla="*/ 1577836 w 1637567"/>
              <a:gd name="connsiteY855" fmla="*/ 1744469 h 1745962"/>
              <a:gd name="connsiteX856" fmla="*/ 1579306 w 1637567"/>
              <a:gd name="connsiteY856" fmla="*/ 1744500 h 1745962"/>
              <a:gd name="connsiteX857" fmla="*/ 1580736 w 1637567"/>
              <a:gd name="connsiteY857" fmla="*/ 1744500 h 1745962"/>
              <a:gd name="connsiteX858" fmla="*/ 1582206 w 1637567"/>
              <a:gd name="connsiteY858" fmla="*/ 1744531 h 1745962"/>
              <a:gd name="connsiteX859" fmla="*/ 1583668 w 1637567"/>
              <a:gd name="connsiteY859" fmla="*/ 1744531 h 1745962"/>
              <a:gd name="connsiteX860" fmla="*/ 1585106 w 1637567"/>
              <a:gd name="connsiteY860" fmla="*/ 1744563 h 1745962"/>
              <a:gd name="connsiteX861" fmla="*/ 1586568 w 1637567"/>
              <a:gd name="connsiteY861" fmla="*/ 1744563 h 1745962"/>
              <a:gd name="connsiteX862" fmla="*/ 1588038 w 1637567"/>
              <a:gd name="connsiteY862" fmla="*/ 1744594 h 1745962"/>
              <a:gd name="connsiteX863" fmla="*/ 1589500 w 1637567"/>
              <a:gd name="connsiteY863" fmla="*/ 1744594 h 1745962"/>
              <a:gd name="connsiteX864" fmla="*/ 1590938 w 1637567"/>
              <a:gd name="connsiteY864" fmla="*/ 1744618 h 1745962"/>
              <a:gd name="connsiteX865" fmla="*/ 1592408 w 1637567"/>
              <a:gd name="connsiteY865" fmla="*/ 1744618 h 1745962"/>
              <a:gd name="connsiteX866" fmla="*/ 1593869 w 1637567"/>
              <a:gd name="connsiteY866" fmla="*/ 1744649 h 1745962"/>
              <a:gd name="connsiteX867" fmla="*/ 1595308 w 1637567"/>
              <a:gd name="connsiteY867" fmla="*/ 1744649 h 1745962"/>
              <a:gd name="connsiteX868" fmla="*/ 1596770 w 1637567"/>
              <a:gd name="connsiteY868" fmla="*/ 1744680 h 1745962"/>
              <a:gd name="connsiteX869" fmla="*/ 1598239 w 1637567"/>
              <a:gd name="connsiteY869" fmla="*/ 1744680 h 1745962"/>
              <a:gd name="connsiteX870" fmla="*/ 1599701 w 1637567"/>
              <a:gd name="connsiteY870" fmla="*/ 1744711 h 1745962"/>
              <a:gd name="connsiteX871" fmla="*/ 1602601 w 1637567"/>
              <a:gd name="connsiteY871" fmla="*/ 1744711 h 1745962"/>
              <a:gd name="connsiteX872" fmla="*/ 1604071 w 1637567"/>
              <a:gd name="connsiteY872" fmla="*/ 1744743 h 1745962"/>
              <a:gd name="connsiteX873" fmla="*/ 1605502 w 1637567"/>
              <a:gd name="connsiteY873" fmla="*/ 1744743 h 1745962"/>
              <a:gd name="connsiteX874" fmla="*/ 1606971 w 1637567"/>
              <a:gd name="connsiteY874" fmla="*/ 1744774 h 1745962"/>
              <a:gd name="connsiteX875" fmla="*/ 1609903 w 1637567"/>
              <a:gd name="connsiteY875" fmla="*/ 1744774 h 1745962"/>
              <a:gd name="connsiteX876" fmla="*/ 1611333 w 1637567"/>
              <a:gd name="connsiteY876" fmla="*/ 1744805 h 1745962"/>
              <a:gd name="connsiteX877" fmla="*/ 1612803 w 1637567"/>
              <a:gd name="connsiteY877" fmla="*/ 1744805 h 1745962"/>
              <a:gd name="connsiteX878" fmla="*/ 1614265 w 1637567"/>
              <a:gd name="connsiteY878" fmla="*/ 1744836 h 1745962"/>
              <a:gd name="connsiteX879" fmla="*/ 1617173 w 1637567"/>
              <a:gd name="connsiteY879" fmla="*/ 1744836 h 1745962"/>
              <a:gd name="connsiteX880" fmla="*/ 1618635 w 1637567"/>
              <a:gd name="connsiteY880" fmla="*/ 1744868 h 1745962"/>
              <a:gd name="connsiteX881" fmla="*/ 1620073 w 1637567"/>
              <a:gd name="connsiteY881" fmla="*/ 1744868 h 1745962"/>
              <a:gd name="connsiteX882" fmla="*/ 1621535 w 1637567"/>
              <a:gd name="connsiteY882" fmla="*/ 1744899 h 1745962"/>
              <a:gd name="connsiteX883" fmla="*/ 1624466 w 1637567"/>
              <a:gd name="connsiteY883" fmla="*/ 1744899 h 1745962"/>
              <a:gd name="connsiteX884" fmla="*/ 1625905 w 1637567"/>
              <a:gd name="connsiteY884" fmla="*/ 1744930 h 1745962"/>
              <a:gd name="connsiteX885" fmla="*/ 1628836 w 1637567"/>
              <a:gd name="connsiteY885" fmla="*/ 1744930 h 1745962"/>
              <a:gd name="connsiteX886" fmla="*/ 1630267 w 1637567"/>
              <a:gd name="connsiteY886" fmla="*/ 1744954 h 1745962"/>
              <a:gd name="connsiteX887" fmla="*/ 1633198 w 1637567"/>
              <a:gd name="connsiteY887" fmla="*/ 1744954 h 1745962"/>
              <a:gd name="connsiteX888" fmla="*/ 1634668 w 1637567"/>
              <a:gd name="connsiteY888" fmla="*/ 1744985 h 1745962"/>
              <a:gd name="connsiteX889" fmla="*/ 1636098 w 1637567"/>
              <a:gd name="connsiteY889" fmla="*/ 1744985 h 1745962"/>
              <a:gd name="connsiteX890" fmla="*/ 1637568 w 1637567"/>
              <a:gd name="connsiteY890" fmla="*/ 1745962 h 1745962"/>
              <a:gd name="connsiteX891" fmla="*/ 0 w 1637567"/>
              <a:gd name="connsiteY891" fmla="*/ 1745962 h 17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Lst>
            <a:rect l="l" t="t" r="r" b="b"/>
            <a:pathLst>
              <a:path w="1637567" h="1745962">
                <a:moveTo>
                  <a:pt x="1470" y="0"/>
                </a:moveTo>
                <a:lnTo>
                  <a:pt x="2908" y="4667"/>
                </a:lnTo>
                <a:lnTo>
                  <a:pt x="4370" y="9373"/>
                </a:lnTo>
                <a:lnTo>
                  <a:pt x="5832" y="14048"/>
                </a:lnTo>
                <a:lnTo>
                  <a:pt x="7301" y="18746"/>
                </a:lnTo>
                <a:lnTo>
                  <a:pt x="8740" y="23420"/>
                </a:lnTo>
                <a:lnTo>
                  <a:pt x="10201" y="28087"/>
                </a:lnTo>
                <a:lnTo>
                  <a:pt x="11671" y="32793"/>
                </a:lnTo>
                <a:lnTo>
                  <a:pt x="13102" y="37468"/>
                </a:lnTo>
                <a:lnTo>
                  <a:pt x="16033" y="46810"/>
                </a:lnTo>
                <a:lnTo>
                  <a:pt x="17471" y="51508"/>
                </a:lnTo>
                <a:lnTo>
                  <a:pt x="21865" y="65524"/>
                </a:lnTo>
                <a:lnTo>
                  <a:pt x="23303" y="70199"/>
                </a:lnTo>
                <a:lnTo>
                  <a:pt x="26235" y="79541"/>
                </a:lnTo>
                <a:lnTo>
                  <a:pt x="27665" y="84215"/>
                </a:lnTo>
                <a:lnTo>
                  <a:pt x="32066" y="98232"/>
                </a:lnTo>
                <a:lnTo>
                  <a:pt x="33505" y="102906"/>
                </a:lnTo>
                <a:lnTo>
                  <a:pt x="34967" y="107573"/>
                </a:lnTo>
                <a:lnTo>
                  <a:pt x="36436" y="112217"/>
                </a:lnTo>
                <a:lnTo>
                  <a:pt x="37867" y="116891"/>
                </a:lnTo>
                <a:lnTo>
                  <a:pt x="39336" y="121535"/>
                </a:lnTo>
                <a:lnTo>
                  <a:pt x="40798" y="126202"/>
                </a:lnTo>
                <a:lnTo>
                  <a:pt x="42268" y="130845"/>
                </a:lnTo>
                <a:lnTo>
                  <a:pt x="43698" y="135520"/>
                </a:lnTo>
                <a:lnTo>
                  <a:pt x="45168" y="140156"/>
                </a:lnTo>
                <a:lnTo>
                  <a:pt x="46630" y="144830"/>
                </a:lnTo>
                <a:lnTo>
                  <a:pt x="48068" y="149474"/>
                </a:lnTo>
                <a:lnTo>
                  <a:pt x="52462" y="163396"/>
                </a:lnTo>
                <a:lnTo>
                  <a:pt x="53900" y="168040"/>
                </a:lnTo>
                <a:lnTo>
                  <a:pt x="55362" y="172675"/>
                </a:lnTo>
                <a:lnTo>
                  <a:pt x="56831" y="177288"/>
                </a:lnTo>
                <a:lnTo>
                  <a:pt x="58270" y="181931"/>
                </a:lnTo>
                <a:lnTo>
                  <a:pt x="59732" y="186575"/>
                </a:lnTo>
                <a:lnTo>
                  <a:pt x="61201" y="191187"/>
                </a:lnTo>
                <a:lnTo>
                  <a:pt x="62663" y="195822"/>
                </a:lnTo>
                <a:lnTo>
                  <a:pt x="64101" y="200435"/>
                </a:lnTo>
                <a:lnTo>
                  <a:pt x="67033" y="209659"/>
                </a:lnTo>
                <a:lnTo>
                  <a:pt x="68464" y="214271"/>
                </a:lnTo>
                <a:lnTo>
                  <a:pt x="72865" y="228100"/>
                </a:lnTo>
                <a:lnTo>
                  <a:pt x="74295" y="232712"/>
                </a:lnTo>
                <a:lnTo>
                  <a:pt x="75765" y="237293"/>
                </a:lnTo>
                <a:lnTo>
                  <a:pt x="77227" y="241905"/>
                </a:lnTo>
                <a:lnTo>
                  <a:pt x="78665" y="246486"/>
                </a:lnTo>
                <a:lnTo>
                  <a:pt x="81597" y="255648"/>
                </a:lnTo>
                <a:lnTo>
                  <a:pt x="83035" y="260229"/>
                </a:lnTo>
                <a:lnTo>
                  <a:pt x="87428" y="273972"/>
                </a:lnTo>
                <a:lnTo>
                  <a:pt x="88866" y="278521"/>
                </a:lnTo>
                <a:lnTo>
                  <a:pt x="90328" y="283071"/>
                </a:lnTo>
                <a:lnTo>
                  <a:pt x="91798" y="287652"/>
                </a:lnTo>
                <a:lnTo>
                  <a:pt x="93229" y="292201"/>
                </a:lnTo>
                <a:lnTo>
                  <a:pt x="97630" y="305850"/>
                </a:lnTo>
                <a:lnTo>
                  <a:pt x="99060" y="310369"/>
                </a:lnTo>
                <a:lnTo>
                  <a:pt x="100530" y="314918"/>
                </a:lnTo>
                <a:lnTo>
                  <a:pt x="101992" y="319437"/>
                </a:lnTo>
                <a:lnTo>
                  <a:pt x="103430" y="323955"/>
                </a:lnTo>
                <a:lnTo>
                  <a:pt x="107824" y="337510"/>
                </a:lnTo>
                <a:lnTo>
                  <a:pt x="109262" y="342036"/>
                </a:lnTo>
                <a:lnTo>
                  <a:pt x="110724" y="346524"/>
                </a:lnTo>
                <a:lnTo>
                  <a:pt x="112193" y="351042"/>
                </a:lnTo>
                <a:lnTo>
                  <a:pt x="113632" y="355529"/>
                </a:lnTo>
                <a:lnTo>
                  <a:pt x="118025" y="368998"/>
                </a:lnTo>
                <a:lnTo>
                  <a:pt x="119463" y="373454"/>
                </a:lnTo>
                <a:lnTo>
                  <a:pt x="120925" y="377941"/>
                </a:lnTo>
                <a:lnTo>
                  <a:pt x="122395" y="382405"/>
                </a:lnTo>
                <a:lnTo>
                  <a:pt x="123825" y="386861"/>
                </a:lnTo>
                <a:lnTo>
                  <a:pt x="128226" y="400236"/>
                </a:lnTo>
                <a:lnTo>
                  <a:pt x="129657" y="404661"/>
                </a:lnTo>
                <a:lnTo>
                  <a:pt x="132589" y="413518"/>
                </a:lnTo>
                <a:lnTo>
                  <a:pt x="134027" y="417950"/>
                </a:lnTo>
                <a:lnTo>
                  <a:pt x="136958" y="426799"/>
                </a:lnTo>
                <a:lnTo>
                  <a:pt x="138397" y="431200"/>
                </a:lnTo>
                <a:lnTo>
                  <a:pt x="139859" y="435594"/>
                </a:lnTo>
                <a:lnTo>
                  <a:pt x="141328" y="440026"/>
                </a:lnTo>
                <a:lnTo>
                  <a:pt x="142790" y="444388"/>
                </a:lnTo>
                <a:lnTo>
                  <a:pt x="144228" y="448789"/>
                </a:lnTo>
                <a:lnTo>
                  <a:pt x="145690" y="453182"/>
                </a:lnTo>
                <a:lnTo>
                  <a:pt x="147160" y="457552"/>
                </a:lnTo>
                <a:lnTo>
                  <a:pt x="148591" y="461914"/>
                </a:lnTo>
                <a:lnTo>
                  <a:pt x="151522" y="470654"/>
                </a:lnTo>
                <a:lnTo>
                  <a:pt x="152992" y="474985"/>
                </a:lnTo>
                <a:lnTo>
                  <a:pt x="154422" y="479354"/>
                </a:lnTo>
                <a:lnTo>
                  <a:pt x="157354" y="488024"/>
                </a:lnTo>
                <a:lnTo>
                  <a:pt x="158792" y="492362"/>
                </a:lnTo>
                <a:lnTo>
                  <a:pt x="160254" y="496670"/>
                </a:lnTo>
                <a:lnTo>
                  <a:pt x="161723" y="501000"/>
                </a:lnTo>
                <a:lnTo>
                  <a:pt x="163185" y="505308"/>
                </a:lnTo>
                <a:lnTo>
                  <a:pt x="164624" y="509615"/>
                </a:lnTo>
                <a:lnTo>
                  <a:pt x="167555" y="518230"/>
                </a:lnTo>
                <a:lnTo>
                  <a:pt x="168993" y="522498"/>
                </a:lnTo>
                <a:lnTo>
                  <a:pt x="173387" y="535326"/>
                </a:lnTo>
                <a:lnTo>
                  <a:pt x="174825" y="539602"/>
                </a:lnTo>
                <a:lnTo>
                  <a:pt x="177757" y="548092"/>
                </a:lnTo>
                <a:lnTo>
                  <a:pt x="179187" y="552336"/>
                </a:lnTo>
                <a:lnTo>
                  <a:pt x="180657" y="556581"/>
                </a:lnTo>
                <a:lnTo>
                  <a:pt x="182119" y="560795"/>
                </a:lnTo>
                <a:lnTo>
                  <a:pt x="183588" y="565039"/>
                </a:lnTo>
                <a:lnTo>
                  <a:pt x="185019" y="569253"/>
                </a:lnTo>
                <a:lnTo>
                  <a:pt x="186489" y="573467"/>
                </a:lnTo>
                <a:lnTo>
                  <a:pt x="187950" y="577649"/>
                </a:lnTo>
                <a:lnTo>
                  <a:pt x="189389" y="581862"/>
                </a:lnTo>
                <a:lnTo>
                  <a:pt x="193782" y="594417"/>
                </a:lnTo>
                <a:lnTo>
                  <a:pt x="195220" y="598568"/>
                </a:lnTo>
                <a:lnTo>
                  <a:pt x="196690" y="602719"/>
                </a:lnTo>
                <a:lnTo>
                  <a:pt x="198152" y="606901"/>
                </a:lnTo>
                <a:lnTo>
                  <a:pt x="199590" y="611028"/>
                </a:lnTo>
                <a:lnTo>
                  <a:pt x="201052" y="615179"/>
                </a:lnTo>
                <a:lnTo>
                  <a:pt x="202522" y="619299"/>
                </a:lnTo>
                <a:lnTo>
                  <a:pt x="203952" y="623427"/>
                </a:lnTo>
                <a:lnTo>
                  <a:pt x="206884" y="631666"/>
                </a:lnTo>
                <a:lnTo>
                  <a:pt x="208353" y="635762"/>
                </a:lnTo>
                <a:lnTo>
                  <a:pt x="209784" y="639882"/>
                </a:lnTo>
                <a:lnTo>
                  <a:pt x="211254" y="643978"/>
                </a:lnTo>
                <a:lnTo>
                  <a:pt x="212716" y="648035"/>
                </a:lnTo>
                <a:lnTo>
                  <a:pt x="214154" y="652132"/>
                </a:lnTo>
                <a:lnTo>
                  <a:pt x="218547" y="664311"/>
                </a:lnTo>
                <a:lnTo>
                  <a:pt x="219986" y="668345"/>
                </a:lnTo>
                <a:lnTo>
                  <a:pt x="221455" y="672371"/>
                </a:lnTo>
                <a:lnTo>
                  <a:pt x="222917" y="676435"/>
                </a:lnTo>
                <a:lnTo>
                  <a:pt x="224355" y="680469"/>
                </a:lnTo>
                <a:lnTo>
                  <a:pt x="228749" y="692469"/>
                </a:lnTo>
                <a:lnTo>
                  <a:pt x="230187" y="696463"/>
                </a:lnTo>
                <a:lnTo>
                  <a:pt x="231649" y="700435"/>
                </a:lnTo>
                <a:lnTo>
                  <a:pt x="233118" y="704437"/>
                </a:lnTo>
                <a:lnTo>
                  <a:pt x="234549" y="708408"/>
                </a:lnTo>
                <a:lnTo>
                  <a:pt x="236019" y="712348"/>
                </a:lnTo>
                <a:lnTo>
                  <a:pt x="237481" y="716311"/>
                </a:lnTo>
                <a:lnTo>
                  <a:pt x="238950" y="720251"/>
                </a:lnTo>
                <a:lnTo>
                  <a:pt x="240381" y="724191"/>
                </a:lnTo>
                <a:lnTo>
                  <a:pt x="241850" y="728131"/>
                </a:lnTo>
                <a:lnTo>
                  <a:pt x="243312" y="732040"/>
                </a:lnTo>
                <a:lnTo>
                  <a:pt x="244751" y="735980"/>
                </a:lnTo>
                <a:lnTo>
                  <a:pt x="246213" y="739888"/>
                </a:lnTo>
                <a:lnTo>
                  <a:pt x="247682" y="743766"/>
                </a:lnTo>
                <a:lnTo>
                  <a:pt x="249152" y="747674"/>
                </a:lnTo>
                <a:lnTo>
                  <a:pt x="250582" y="751552"/>
                </a:lnTo>
                <a:lnTo>
                  <a:pt x="252052" y="755429"/>
                </a:lnTo>
                <a:lnTo>
                  <a:pt x="253514" y="759283"/>
                </a:lnTo>
                <a:lnTo>
                  <a:pt x="254952" y="763160"/>
                </a:lnTo>
                <a:lnTo>
                  <a:pt x="257884" y="770852"/>
                </a:lnTo>
                <a:lnTo>
                  <a:pt x="259314" y="774699"/>
                </a:lnTo>
                <a:lnTo>
                  <a:pt x="263715" y="786151"/>
                </a:lnTo>
                <a:lnTo>
                  <a:pt x="265146" y="789934"/>
                </a:lnTo>
                <a:lnTo>
                  <a:pt x="268077" y="797509"/>
                </a:lnTo>
                <a:lnTo>
                  <a:pt x="269516" y="801301"/>
                </a:lnTo>
                <a:lnTo>
                  <a:pt x="270978" y="805053"/>
                </a:lnTo>
                <a:lnTo>
                  <a:pt x="272447" y="808837"/>
                </a:lnTo>
                <a:lnTo>
                  <a:pt x="273909" y="812565"/>
                </a:lnTo>
                <a:lnTo>
                  <a:pt x="275347" y="816318"/>
                </a:lnTo>
                <a:lnTo>
                  <a:pt x="278279" y="823775"/>
                </a:lnTo>
                <a:lnTo>
                  <a:pt x="279717" y="827496"/>
                </a:lnTo>
                <a:lnTo>
                  <a:pt x="281179" y="831225"/>
                </a:lnTo>
                <a:lnTo>
                  <a:pt x="284111" y="838612"/>
                </a:lnTo>
                <a:lnTo>
                  <a:pt x="285549" y="842279"/>
                </a:lnTo>
                <a:lnTo>
                  <a:pt x="287011" y="845969"/>
                </a:lnTo>
                <a:lnTo>
                  <a:pt x="288480" y="849635"/>
                </a:lnTo>
                <a:lnTo>
                  <a:pt x="289911" y="853301"/>
                </a:lnTo>
                <a:lnTo>
                  <a:pt x="294312" y="864198"/>
                </a:lnTo>
                <a:lnTo>
                  <a:pt x="295743" y="867833"/>
                </a:lnTo>
                <a:lnTo>
                  <a:pt x="297212" y="871437"/>
                </a:lnTo>
                <a:lnTo>
                  <a:pt x="298674" y="875072"/>
                </a:lnTo>
                <a:lnTo>
                  <a:pt x="300112" y="878645"/>
                </a:lnTo>
                <a:lnTo>
                  <a:pt x="301582" y="882248"/>
                </a:lnTo>
                <a:lnTo>
                  <a:pt x="304514" y="889393"/>
                </a:lnTo>
                <a:lnTo>
                  <a:pt x="305944" y="892966"/>
                </a:lnTo>
                <a:lnTo>
                  <a:pt x="308876" y="900048"/>
                </a:lnTo>
                <a:lnTo>
                  <a:pt x="310314" y="903590"/>
                </a:lnTo>
                <a:lnTo>
                  <a:pt x="311776" y="907138"/>
                </a:lnTo>
                <a:lnTo>
                  <a:pt x="314707" y="914158"/>
                </a:lnTo>
                <a:lnTo>
                  <a:pt x="316146" y="917668"/>
                </a:lnTo>
                <a:lnTo>
                  <a:pt x="319077" y="924634"/>
                </a:lnTo>
                <a:lnTo>
                  <a:pt x="320508" y="928112"/>
                </a:lnTo>
                <a:lnTo>
                  <a:pt x="323439" y="935015"/>
                </a:lnTo>
                <a:lnTo>
                  <a:pt x="324878" y="938494"/>
                </a:lnTo>
                <a:lnTo>
                  <a:pt x="329279" y="948758"/>
                </a:lnTo>
                <a:lnTo>
                  <a:pt x="330709" y="952174"/>
                </a:lnTo>
                <a:lnTo>
                  <a:pt x="332179" y="955566"/>
                </a:lnTo>
                <a:lnTo>
                  <a:pt x="333641" y="958983"/>
                </a:lnTo>
                <a:lnTo>
                  <a:pt x="335079" y="962344"/>
                </a:lnTo>
                <a:lnTo>
                  <a:pt x="338011" y="969122"/>
                </a:lnTo>
                <a:lnTo>
                  <a:pt x="339472" y="972452"/>
                </a:lnTo>
                <a:lnTo>
                  <a:pt x="340911" y="975813"/>
                </a:lnTo>
                <a:lnTo>
                  <a:pt x="342373" y="979167"/>
                </a:lnTo>
                <a:lnTo>
                  <a:pt x="343842" y="982466"/>
                </a:lnTo>
                <a:lnTo>
                  <a:pt x="345273" y="985796"/>
                </a:lnTo>
                <a:lnTo>
                  <a:pt x="346742" y="989126"/>
                </a:lnTo>
                <a:lnTo>
                  <a:pt x="349674" y="995724"/>
                </a:lnTo>
                <a:lnTo>
                  <a:pt x="351105" y="999023"/>
                </a:lnTo>
                <a:lnTo>
                  <a:pt x="354036" y="1005550"/>
                </a:lnTo>
                <a:lnTo>
                  <a:pt x="355474" y="1008818"/>
                </a:lnTo>
                <a:lnTo>
                  <a:pt x="359875" y="1018534"/>
                </a:lnTo>
                <a:lnTo>
                  <a:pt x="361306" y="1021740"/>
                </a:lnTo>
                <a:lnTo>
                  <a:pt x="362776" y="1024945"/>
                </a:lnTo>
                <a:lnTo>
                  <a:pt x="364238" y="1028181"/>
                </a:lnTo>
                <a:lnTo>
                  <a:pt x="365676" y="1031355"/>
                </a:lnTo>
                <a:lnTo>
                  <a:pt x="367138" y="1034529"/>
                </a:lnTo>
                <a:lnTo>
                  <a:pt x="368607" y="1037741"/>
                </a:lnTo>
                <a:lnTo>
                  <a:pt x="370069" y="1040884"/>
                </a:lnTo>
                <a:lnTo>
                  <a:pt x="371508" y="1044027"/>
                </a:lnTo>
                <a:lnTo>
                  <a:pt x="372969" y="1047208"/>
                </a:lnTo>
                <a:lnTo>
                  <a:pt x="374439" y="1050320"/>
                </a:lnTo>
                <a:lnTo>
                  <a:pt x="375870" y="1053462"/>
                </a:lnTo>
                <a:lnTo>
                  <a:pt x="380271" y="1062811"/>
                </a:lnTo>
                <a:lnTo>
                  <a:pt x="381709" y="1065892"/>
                </a:lnTo>
                <a:lnTo>
                  <a:pt x="384640" y="1072059"/>
                </a:lnTo>
                <a:lnTo>
                  <a:pt x="386071" y="1075116"/>
                </a:lnTo>
                <a:lnTo>
                  <a:pt x="389003" y="1081221"/>
                </a:lnTo>
                <a:lnTo>
                  <a:pt x="390441" y="1084278"/>
                </a:lnTo>
                <a:lnTo>
                  <a:pt x="393372" y="1090321"/>
                </a:lnTo>
                <a:lnTo>
                  <a:pt x="394834" y="1093315"/>
                </a:lnTo>
                <a:lnTo>
                  <a:pt x="396273" y="1096308"/>
                </a:lnTo>
                <a:lnTo>
                  <a:pt x="399204" y="1102289"/>
                </a:lnTo>
                <a:lnTo>
                  <a:pt x="400635" y="1105283"/>
                </a:lnTo>
                <a:lnTo>
                  <a:pt x="403566" y="1111208"/>
                </a:lnTo>
                <a:lnTo>
                  <a:pt x="405036" y="1114140"/>
                </a:lnTo>
                <a:lnTo>
                  <a:pt x="406466" y="1117071"/>
                </a:lnTo>
                <a:lnTo>
                  <a:pt x="409406" y="1122934"/>
                </a:lnTo>
                <a:lnTo>
                  <a:pt x="410836" y="1125834"/>
                </a:lnTo>
                <a:lnTo>
                  <a:pt x="413768" y="1131635"/>
                </a:lnTo>
                <a:lnTo>
                  <a:pt x="415237" y="1134511"/>
                </a:lnTo>
                <a:lnTo>
                  <a:pt x="416668" y="1137380"/>
                </a:lnTo>
                <a:lnTo>
                  <a:pt x="418137" y="1140249"/>
                </a:lnTo>
                <a:lnTo>
                  <a:pt x="419599" y="1143087"/>
                </a:lnTo>
                <a:lnTo>
                  <a:pt x="421038" y="1145956"/>
                </a:lnTo>
                <a:lnTo>
                  <a:pt x="422500" y="1148770"/>
                </a:lnTo>
                <a:lnTo>
                  <a:pt x="425431" y="1154446"/>
                </a:lnTo>
                <a:lnTo>
                  <a:pt x="426869" y="1157228"/>
                </a:lnTo>
                <a:lnTo>
                  <a:pt x="429801" y="1162849"/>
                </a:lnTo>
                <a:lnTo>
                  <a:pt x="431232" y="1165593"/>
                </a:lnTo>
                <a:lnTo>
                  <a:pt x="434163" y="1171151"/>
                </a:lnTo>
                <a:lnTo>
                  <a:pt x="435633" y="1173903"/>
                </a:lnTo>
                <a:lnTo>
                  <a:pt x="437071" y="1176647"/>
                </a:lnTo>
                <a:lnTo>
                  <a:pt x="438533" y="1179398"/>
                </a:lnTo>
                <a:lnTo>
                  <a:pt x="440002" y="1182111"/>
                </a:lnTo>
                <a:lnTo>
                  <a:pt x="441433" y="1184831"/>
                </a:lnTo>
                <a:lnTo>
                  <a:pt x="442903" y="1187552"/>
                </a:lnTo>
                <a:lnTo>
                  <a:pt x="444364" y="1190233"/>
                </a:lnTo>
                <a:lnTo>
                  <a:pt x="445803" y="1192922"/>
                </a:lnTo>
                <a:lnTo>
                  <a:pt x="447265" y="1195611"/>
                </a:lnTo>
                <a:lnTo>
                  <a:pt x="450196" y="1200927"/>
                </a:lnTo>
                <a:lnTo>
                  <a:pt x="451634" y="1203608"/>
                </a:lnTo>
                <a:lnTo>
                  <a:pt x="454566" y="1208862"/>
                </a:lnTo>
                <a:lnTo>
                  <a:pt x="455997" y="1211488"/>
                </a:lnTo>
                <a:lnTo>
                  <a:pt x="457466" y="1214115"/>
                </a:lnTo>
                <a:lnTo>
                  <a:pt x="458928" y="1216710"/>
                </a:lnTo>
                <a:lnTo>
                  <a:pt x="460398" y="1219337"/>
                </a:lnTo>
                <a:lnTo>
                  <a:pt x="461836" y="1221901"/>
                </a:lnTo>
                <a:lnTo>
                  <a:pt x="463298" y="1224496"/>
                </a:lnTo>
                <a:lnTo>
                  <a:pt x="464767" y="1227060"/>
                </a:lnTo>
                <a:lnTo>
                  <a:pt x="466198" y="1229632"/>
                </a:lnTo>
                <a:lnTo>
                  <a:pt x="467668" y="1232196"/>
                </a:lnTo>
                <a:lnTo>
                  <a:pt x="470599" y="1237262"/>
                </a:lnTo>
                <a:lnTo>
                  <a:pt x="472030" y="1239794"/>
                </a:lnTo>
                <a:lnTo>
                  <a:pt x="473499" y="1242335"/>
                </a:lnTo>
                <a:lnTo>
                  <a:pt x="474961" y="1244805"/>
                </a:lnTo>
                <a:lnTo>
                  <a:pt x="476400" y="1247307"/>
                </a:lnTo>
                <a:lnTo>
                  <a:pt x="477861" y="1249816"/>
                </a:lnTo>
                <a:lnTo>
                  <a:pt x="480793" y="1254757"/>
                </a:lnTo>
                <a:lnTo>
                  <a:pt x="482231" y="1257235"/>
                </a:lnTo>
                <a:lnTo>
                  <a:pt x="485163" y="1262120"/>
                </a:lnTo>
                <a:lnTo>
                  <a:pt x="486593" y="1264591"/>
                </a:lnTo>
                <a:lnTo>
                  <a:pt x="490994" y="1271829"/>
                </a:lnTo>
                <a:lnTo>
                  <a:pt x="492433" y="1274245"/>
                </a:lnTo>
                <a:lnTo>
                  <a:pt x="493895" y="1276622"/>
                </a:lnTo>
                <a:lnTo>
                  <a:pt x="495364" y="1279037"/>
                </a:lnTo>
                <a:lnTo>
                  <a:pt x="496795" y="1281390"/>
                </a:lnTo>
                <a:lnTo>
                  <a:pt x="498264" y="1283767"/>
                </a:lnTo>
                <a:lnTo>
                  <a:pt x="501196" y="1288472"/>
                </a:lnTo>
                <a:lnTo>
                  <a:pt x="502627" y="1290794"/>
                </a:lnTo>
                <a:lnTo>
                  <a:pt x="504096" y="1293147"/>
                </a:lnTo>
                <a:lnTo>
                  <a:pt x="505558" y="1295461"/>
                </a:lnTo>
                <a:lnTo>
                  <a:pt x="506996" y="1297783"/>
                </a:lnTo>
                <a:lnTo>
                  <a:pt x="508458" y="1300105"/>
                </a:lnTo>
                <a:lnTo>
                  <a:pt x="509928" y="1302364"/>
                </a:lnTo>
                <a:lnTo>
                  <a:pt x="511358" y="1304654"/>
                </a:lnTo>
                <a:lnTo>
                  <a:pt x="512828" y="1306945"/>
                </a:lnTo>
                <a:lnTo>
                  <a:pt x="514290" y="1309204"/>
                </a:lnTo>
                <a:lnTo>
                  <a:pt x="515759" y="1311494"/>
                </a:lnTo>
                <a:lnTo>
                  <a:pt x="517198" y="1313754"/>
                </a:lnTo>
                <a:lnTo>
                  <a:pt x="520129" y="1318217"/>
                </a:lnTo>
                <a:lnTo>
                  <a:pt x="521560" y="1320445"/>
                </a:lnTo>
                <a:lnTo>
                  <a:pt x="523029" y="1322673"/>
                </a:lnTo>
                <a:lnTo>
                  <a:pt x="524491" y="1324870"/>
                </a:lnTo>
                <a:lnTo>
                  <a:pt x="525961" y="1327098"/>
                </a:lnTo>
                <a:lnTo>
                  <a:pt x="527392" y="1329271"/>
                </a:lnTo>
                <a:lnTo>
                  <a:pt x="528861" y="1331467"/>
                </a:lnTo>
                <a:lnTo>
                  <a:pt x="530323" y="1333633"/>
                </a:lnTo>
                <a:lnTo>
                  <a:pt x="531761" y="1335806"/>
                </a:lnTo>
                <a:lnTo>
                  <a:pt x="534693" y="1340137"/>
                </a:lnTo>
                <a:lnTo>
                  <a:pt x="536155" y="1342247"/>
                </a:lnTo>
                <a:lnTo>
                  <a:pt x="537593" y="1344382"/>
                </a:lnTo>
                <a:lnTo>
                  <a:pt x="539055" y="1346523"/>
                </a:lnTo>
                <a:lnTo>
                  <a:pt x="540525" y="1348626"/>
                </a:lnTo>
                <a:lnTo>
                  <a:pt x="541963" y="1350737"/>
                </a:lnTo>
                <a:lnTo>
                  <a:pt x="544894" y="1354950"/>
                </a:lnTo>
                <a:lnTo>
                  <a:pt x="546356" y="1357022"/>
                </a:lnTo>
                <a:lnTo>
                  <a:pt x="547795" y="1359101"/>
                </a:lnTo>
                <a:lnTo>
                  <a:pt x="549257" y="1361181"/>
                </a:lnTo>
                <a:lnTo>
                  <a:pt x="550726" y="1363221"/>
                </a:lnTo>
                <a:lnTo>
                  <a:pt x="552157" y="1365269"/>
                </a:lnTo>
                <a:lnTo>
                  <a:pt x="555088" y="1369365"/>
                </a:lnTo>
                <a:lnTo>
                  <a:pt x="556558" y="1371375"/>
                </a:lnTo>
                <a:lnTo>
                  <a:pt x="557988" y="1373391"/>
                </a:lnTo>
                <a:lnTo>
                  <a:pt x="560920" y="1377425"/>
                </a:lnTo>
                <a:lnTo>
                  <a:pt x="562358" y="1379411"/>
                </a:lnTo>
                <a:lnTo>
                  <a:pt x="565290" y="1383382"/>
                </a:lnTo>
                <a:lnTo>
                  <a:pt x="566752" y="1385336"/>
                </a:lnTo>
                <a:lnTo>
                  <a:pt x="568190" y="1387290"/>
                </a:lnTo>
                <a:lnTo>
                  <a:pt x="571121" y="1391199"/>
                </a:lnTo>
                <a:lnTo>
                  <a:pt x="572560" y="1393122"/>
                </a:lnTo>
                <a:lnTo>
                  <a:pt x="574022" y="1395076"/>
                </a:lnTo>
                <a:lnTo>
                  <a:pt x="575491" y="1396968"/>
                </a:lnTo>
                <a:lnTo>
                  <a:pt x="576922" y="1398891"/>
                </a:lnTo>
                <a:lnTo>
                  <a:pt x="581323" y="1404567"/>
                </a:lnTo>
                <a:lnTo>
                  <a:pt x="582754" y="1406466"/>
                </a:lnTo>
                <a:lnTo>
                  <a:pt x="585685" y="1410187"/>
                </a:lnTo>
                <a:lnTo>
                  <a:pt x="587123" y="1412048"/>
                </a:lnTo>
                <a:lnTo>
                  <a:pt x="588585" y="1413885"/>
                </a:lnTo>
                <a:lnTo>
                  <a:pt x="590055" y="1415745"/>
                </a:lnTo>
                <a:lnTo>
                  <a:pt x="591517" y="1417575"/>
                </a:lnTo>
                <a:lnTo>
                  <a:pt x="592955" y="1419380"/>
                </a:lnTo>
                <a:lnTo>
                  <a:pt x="594417" y="1421210"/>
                </a:lnTo>
                <a:lnTo>
                  <a:pt x="595886" y="1423015"/>
                </a:lnTo>
                <a:lnTo>
                  <a:pt x="597325" y="1424813"/>
                </a:lnTo>
                <a:lnTo>
                  <a:pt x="600256" y="1428417"/>
                </a:lnTo>
                <a:lnTo>
                  <a:pt x="601718" y="1430160"/>
                </a:lnTo>
                <a:lnTo>
                  <a:pt x="603156" y="1431927"/>
                </a:lnTo>
                <a:lnTo>
                  <a:pt x="606088" y="1435476"/>
                </a:lnTo>
                <a:lnTo>
                  <a:pt x="607519" y="1437212"/>
                </a:lnTo>
                <a:lnTo>
                  <a:pt x="610450" y="1440698"/>
                </a:lnTo>
                <a:lnTo>
                  <a:pt x="611920" y="1442402"/>
                </a:lnTo>
                <a:lnTo>
                  <a:pt x="613350" y="1444114"/>
                </a:lnTo>
                <a:lnTo>
                  <a:pt x="616282" y="1447538"/>
                </a:lnTo>
                <a:lnTo>
                  <a:pt x="617720" y="1449242"/>
                </a:lnTo>
                <a:lnTo>
                  <a:pt x="622113" y="1454284"/>
                </a:lnTo>
                <a:lnTo>
                  <a:pt x="623552" y="1455934"/>
                </a:lnTo>
                <a:lnTo>
                  <a:pt x="626483" y="1459233"/>
                </a:lnTo>
                <a:lnTo>
                  <a:pt x="627922" y="1460882"/>
                </a:lnTo>
                <a:lnTo>
                  <a:pt x="629383" y="1462500"/>
                </a:lnTo>
                <a:lnTo>
                  <a:pt x="630853" y="1464150"/>
                </a:lnTo>
                <a:lnTo>
                  <a:pt x="632284" y="1465768"/>
                </a:lnTo>
                <a:lnTo>
                  <a:pt x="633753" y="1467386"/>
                </a:lnTo>
                <a:lnTo>
                  <a:pt x="635215" y="1468973"/>
                </a:lnTo>
                <a:lnTo>
                  <a:pt x="636685" y="1470591"/>
                </a:lnTo>
                <a:lnTo>
                  <a:pt x="638115" y="1472178"/>
                </a:lnTo>
                <a:lnTo>
                  <a:pt x="639585" y="1473765"/>
                </a:lnTo>
                <a:lnTo>
                  <a:pt x="641047" y="1475321"/>
                </a:lnTo>
                <a:lnTo>
                  <a:pt x="642485" y="1476876"/>
                </a:lnTo>
                <a:lnTo>
                  <a:pt x="643947" y="1478471"/>
                </a:lnTo>
                <a:lnTo>
                  <a:pt x="645417" y="1480027"/>
                </a:lnTo>
                <a:lnTo>
                  <a:pt x="646879" y="1481551"/>
                </a:lnTo>
                <a:lnTo>
                  <a:pt x="648317" y="1483107"/>
                </a:lnTo>
                <a:lnTo>
                  <a:pt x="651248" y="1486163"/>
                </a:lnTo>
                <a:lnTo>
                  <a:pt x="652687" y="1487688"/>
                </a:lnTo>
                <a:lnTo>
                  <a:pt x="655618" y="1490682"/>
                </a:lnTo>
                <a:lnTo>
                  <a:pt x="657080" y="1492206"/>
                </a:lnTo>
                <a:lnTo>
                  <a:pt x="658518" y="1493676"/>
                </a:lnTo>
                <a:lnTo>
                  <a:pt x="659980" y="1495169"/>
                </a:lnTo>
                <a:lnTo>
                  <a:pt x="661450" y="1496638"/>
                </a:lnTo>
                <a:lnTo>
                  <a:pt x="662880" y="1498100"/>
                </a:lnTo>
                <a:lnTo>
                  <a:pt x="665812" y="1501032"/>
                </a:lnTo>
                <a:lnTo>
                  <a:pt x="667281" y="1502470"/>
                </a:lnTo>
                <a:lnTo>
                  <a:pt x="668712" y="1503932"/>
                </a:lnTo>
                <a:lnTo>
                  <a:pt x="670182" y="1505370"/>
                </a:lnTo>
                <a:lnTo>
                  <a:pt x="671644" y="1506777"/>
                </a:lnTo>
                <a:lnTo>
                  <a:pt x="673082" y="1508208"/>
                </a:lnTo>
                <a:lnTo>
                  <a:pt x="674544" y="1509646"/>
                </a:lnTo>
                <a:lnTo>
                  <a:pt x="676013" y="1511053"/>
                </a:lnTo>
                <a:lnTo>
                  <a:pt x="677475" y="1512421"/>
                </a:lnTo>
                <a:lnTo>
                  <a:pt x="678914" y="1513828"/>
                </a:lnTo>
                <a:lnTo>
                  <a:pt x="680383" y="1515236"/>
                </a:lnTo>
                <a:lnTo>
                  <a:pt x="681845" y="1516604"/>
                </a:lnTo>
                <a:lnTo>
                  <a:pt x="683283" y="1517980"/>
                </a:lnTo>
                <a:lnTo>
                  <a:pt x="684745" y="1519355"/>
                </a:lnTo>
                <a:lnTo>
                  <a:pt x="686215" y="1520700"/>
                </a:lnTo>
                <a:lnTo>
                  <a:pt x="687677" y="1522076"/>
                </a:lnTo>
                <a:lnTo>
                  <a:pt x="689115" y="1523420"/>
                </a:lnTo>
                <a:lnTo>
                  <a:pt x="692047" y="1526102"/>
                </a:lnTo>
                <a:lnTo>
                  <a:pt x="693477" y="1527415"/>
                </a:lnTo>
                <a:lnTo>
                  <a:pt x="694947" y="1528728"/>
                </a:lnTo>
                <a:lnTo>
                  <a:pt x="696409" y="1530073"/>
                </a:lnTo>
                <a:lnTo>
                  <a:pt x="697847" y="1531355"/>
                </a:lnTo>
                <a:lnTo>
                  <a:pt x="700778" y="1533981"/>
                </a:lnTo>
                <a:lnTo>
                  <a:pt x="702240" y="1535263"/>
                </a:lnTo>
                <a:lnTo>
                  <a:pt x="703679" y="1536546"/>
                </a:lnTo>
                <a:lnTo>
                  <a:pt x="705148" y="1537828"/>
                </a:lnTo>
                <a:lnTo>
                  <a:pt x="706610" y="1539078"/>
                </a:lnTo>
                <a:lnTo>
                  <a:pt x="708048" y="1540368"/>
                </a:lnTo>
                <a:lnTo>
                  <a:pt x="712442" y="1544120"/>
                </a:lnTo>
                <a:lnTo>
                  <a:pt x="713880" y="1545371"/>
                </a:lnTo>
                <a:lnTo>
                  <a:pt x="716812" y="1547818"/>
                </a:lnTo>
                <a:lnTo>
                  <a:pt x="718242" y="1549037"/>
                </a:lnTo>
                <a:lnTo>
                  <a:pt x="721174" y="1551477"/>
                </a:lnTo>
                <a:lnTo>
                  <a:pt x="722643" y="1552672"/>
                </a:lnTo>
                <a:lnTo>
                  <a:pt x="724074" y="1553861"/>
                </a:lnTo>
                <a:lnTo>
                  <a:pt x="727005" y="1556245"/>
                </a:lnTo>
                <a:lnTo>
                  <a:pt x="728444" y="1557433"/>
                </a:lnTo>
                <a:lnTo>
                  <a:pt x="732837" y="1560912"/>
                </a:lnTo>
                <a:lnTo>
                  <a:pt x="734275" y="1562077"/>
                </a:lnTo>
                <a:lnTo>
                  <a:pt x="735745" y="1563234"/>
                </a:lnTo>
                <a:lnTo>
                  <a:pt x="737207" y="1564367"/>
                </a:lnTo>
                <a:lnTo>
                  <a:pt x="738645" y="1565493"/>
                </a:lnTo>
                <a:lnTo>
                  <a:pt x="740107" y="1566658"/>
                </a:lnTo>
                <a:lnTo>
                  <a:pt x="741577" y="1567752"/>
                </a:lnTo>
                <a:lnTo>
                  <a:pt x="743039" y="1568885"/>
                </a:lnTo>
                <a:lnTo>
                  <a:pt x="744477" y="1570011"/>
                </a:lnTo>
                <a:lnTo>
                  <a:pt x="747408" y="1572216"/>
                </a:lnTo>
                <a:lnTo>
                  <a:pt x="748839" y="1573310"/>
                </a:lnTo>
                <a:lnTo>
                  <a:pt x="750309" y="1574412"/>
                </a:lnTo>
                <a:lnTo>
                  <a:pt x="751771" y="1575483"/>
                </a:lnTo>
                <a:lnTo>
                  <a:pt x="753240" y="1576578"/>
                </a:lnTo>
                <a:lnTo>
                  <a:pt x="754671" y="1577649"/>
                </a:lnTo>
                <a:lnTo>
                  <a:pt x="757602" y="1579783"/>
                </a:lnTo>
                <a:lnTo>
                  <a:pt x="759041" y="1580822"/>
                </a:lnTo>
                <a:lnTo>
                  <a:pt x="760510" y="1581893"/>
                </a:lnTo>
                <a:lnTo>
                  <a:pt x="761972" y="1582933"/>
                </a:lnTo>
                <a:lnTo>
                  <a:pt x="763410" y="1583973"/>
                </a:lnTo>
                <a:lnTo>
                  <a:pt x="766342" y="1586044"/>
                </a:lnTo>
                <a:lnTo>
                  <a:pt x="767803" y="1587053"/>
                </a:lnTo>
                <a:lnTo>
                  <a:pt x="769242" y="1588092"/>
                </a:lnTo>
                <a:lnTo>
                  <a:pt x="772174" y="1590109"/>
                </a:lnTo>
                <a:lnTo>
                  <a:pt x="773604" y="1591118"/>
                </a:lnTo>
                <a:lnTo>
                  <a:pt x="775074" y="1592095"/>
                </a:lnTo>
                <a:lnTo>
                  <a:pt x="776535" y="1593103"/>
                </a:lnTo>
                <a:lnTo>
                  <a:pt x="778005" y="1594080"/>
                </a:lnTo>
                <a:lnTo>
                  <a:pt x="779436" y="1595058"/>
                </a:lnTo>
                <a:lnTo>
                  <a:pt x="782367" y="1597012"/>
                </a:lnTo>
                <a:lnTo>
                  <a:pt x="783805" y="1597989"/>
                </a:lnTo>
                <a:lnTo>
                  <a:pt x="786737" y="1599881"/>
                </a:lnTo>
                <a:lnTo>
                  <a:pt x="788207" y="1600858"/>
                </a:lnTo>
                <a:lnTo>
                  <a:pt x="789637" y="1601773"/>
                </a:lnTo>
                <a:lnTo>
                  <a:pt x="792569" y="1603665"/>
                </a:lnTo>
                <a:lnTo>
                  <a:pt x="794007" y="1604579"/>
                </a:lnTo>
                <a:lnTo>
                  <a:pt x="795469" y="1605525"/>
                </a:lnTo>
                <a:lnTo>
                  <a:pt x="798400" y="1607362"/>
                </a:lnTo>
                <a:lnTo>
                  <a:pt x="799839" y="1608245"/>
                </a:lnTo>
                <a:lnTo>
                  <a:pt x="802770" y="1610082"/>
                </a:lnTo>
                <a:lnTo>
                  <a:pt x="804201" y="1610966"/>
                </a:lnTo>
                <a:lnTo>
                  <a:pt x="808602" y="1613624"/>
                </a:lnTo>
                <a:lnTo>
                  <a:pt x="810040" y="1614507"/>
                </a:lnTo>
                <a:lnTo>
                  <a:pt x="812964" y="1616219"/>
                </a:lnTo>
                <a:lnTo>
                  <a:pt x="814402" y="1617102"/>
                </a:lnTo>
                <a:lnTo>
                  <a:pt x="815872" y="1617923"/>
                </a:lnTo>
                <a:lnTo>
                  <a:pt x="817334" y="1618783"/>
                </a:lnTo>
                <a:lnTo>
                  <a:pt x="818772" y="1619635"/>
                </a:lnTo>
                <a:lnTo>
                  <a:pt x="820234" y="1620495"/>
                </a:lnTo>
                <a:lnTo>
                  <a:pt x="823166" y="1622137"/>
                </a:lnTo>
                <a:lnTo>
                  <a:pt x="824604" y="1622965"/>
                </a:lnTo>
                <a:lnTo>
                  <a:pt x="827536" y="1624615"/>
                </a:lnTo>
                <a:lnTo>
                  <a:pt x="828966" y="1625436"/>
                </a:lnTo>
                <a:lnTo>
                  <a:pt x="830436" y="1626233"/>
                </a:lnTo>
                <a:lnTo>
                  <a:pt x="831898" y="1627054"/>
                </a:lnTo>
                <a:lnTo>
                  <a:pt x="833367" y="1627851"/>
                </a:lnTo>
                <a:lnTo>
                  <a:pt x="834797" y="1628641"/>
                </a:lnTo>
                <a:lnTo>
                  <a:pt x="836268" y="1629438"/>
                </a:lnTo>
                <a:lnTo>
                  <a:pt x="837729" y="1630204"/>
                </a:lnTo>
                <a:lnTo>
                  <a:pt x="839168" y="1630994"/>
                </a:lnTo>
                <a:lnTo>
                  <a:pt x="840637" y="1631791"/>
                </a:lnTo>
                <a:lnTo>
                  <a:pt x="843569" y="1633315"/>
                </a:lnTo>
                <a:lnTo>
                  <a:pt x="844999" y="1634081"/>
                </a:lnTo>
                <a:lnTo>
                  <a:pt x="847930" y="1635606"/>
                </a:lnTo>
                <a:lnTo>
                  <a:pt x="849369" y="1636341"/>
                </a:lnTo>
                <a:lnTo>
                  <a:pt x="850831" y="1637107"/>
                </a:lnTo>
                <a:lnTo>
                  <a:pt x="853762" y="1638569"/>
                </a:lnTo>
                <a:lnTo>
                  <a:pt x="855201" y="1639303"/>
                </a:lnTo>
                <a:lnTo>
                  <a:pt x="858132" y="1640765"/>
                </a:lnTo>
                <a:lnTo>
                  <a:pt x="859563" y="1641469"/>
                </a:lnTo>
                <a:lnTo>
                  <a:pt x="861032" y="1642204"/>
                </a:lnTo>
                <a:lnTo>
                  <a:pt x="863964" y="1643611"/>
                </a:lnTo>
                <a:lnTo>
                  <a:pt x="865402" y="1644306"/>
                </a:lnTo>
                <a:lnTo>
                  <a:pt x="868334" y="1645714"/>
                </a:lnTo>
                <a:lnTo>
                  <a:pt x="869764" y="1646417"/>
                </a:lnTo>
                <a:lnTo>
                  <a:pt x="871234" y="1647089"/>
                </a:lnTo>
                <a:lnTo>
                  <a:pt x="872696" y="1647793"/>
                </a:lnTo>
                <a:lnTo>
                  <a:pt x="874165" y="1648465"/>
                </a:lnTo>
                <a:lnTo>
                  <a:pt x="875596" y="1649137"/>
                </a:lnTo>
                <a:lnTo>
                  <a:pt x="878527" y="1650474"/>
                </a:lnTo>
                <a:lnTo>
                  <a:pt x="879966" y="1651147"/>
                </a:lnTo>
                <a:lnTo>
                  <a:pt x="881428" y="1651788"/>
                </a:lnTo>
                <a:lnTo>
                  <a:pt x="882897" y="1652460"/>
                </a:lnTo>
                <a:lnTo>
                  <a:pt x="884328" y="1653101"/>
                </a:lnTo>
                <a:lnTo>
                  <a:pt x="888729" y="1655032"/>
                </a:lnTo>
                <a:lnTo>
                  <a:pt x="890167" y="1655673"/>
                </a:lnTo>
                <a:lnTo>
                  <a:pt x="893091" y="1656955"/>
                </a:lnTo>
                <a:lnTo>
                  <a:pt x="894529" y="1657564"/>
                </a:lnTo>
                <a:lnTo>
                  <a:pt x="895999" y="1658174"/>
                </a:lnTo>
                <a:lnTo>
                  <a:pt x="897461" y="1658815"/>
                </a:lnTo>
                <a:lnTo>
                  <a:pt x="898931" y="1659425"/>
                </a:lnTo>
                <a:lnTo>
                  <a:pt x="900361" y="1660035"/>
                </a:lnTo>
                <a:lnTo>
                  <a:pt x="901831" y="1660645"/>
                </a:lnTo>
                <a:lnTo>
                  <a:pt x="903293" y="1661223"/>
                </a:lnTo>
                <a:lnTo>
                  <a:pt x="904731" y="1661840"/>
                </a:lnTo>
                <a:lnTo>
                  <a:pt x="906193" y="1662450"/>
                </a:lnTo>
                <a:lnTo>
                  <a:pt x="909124" y="1663607"/>
                </a:lnTo>
                <a:lnTo>
                  <a:pt x="910563" y="1664186"/>
                </a:lnTo>
                <a:lnTo>
                  <a:pt x="913494" y="1665350"/>
                </a:lnTo>
                <a:lnTo>
                  <a:pt x="914924" y="1665929"/>
                </a:lnTo>
                <a:lnTo>
                  <a:pt x="916394" y="1666507"/>
                </a:lnTo>
                <a:lnTo>
                  <a:pt x="917856" y="1667062"/>
                </a:lnTo>
                <a:lnTo>
                  <a:pt x="919326" y="1667641"/>
                </a:lnTo>
                <a:lnTo>
                  <a:pt x="920764" y="1668188"/>
                </a:lnTo>
                <a:lnTo>
                  <a:pt x="923695" y="1669290"/>
                </a:lnTo>
                <a:lnTo>
                  <a:pt x="925126" y="1669838"/>
                </a:lnTo>
                <a:lnTo>
                  <a:pt x="929527" y="1671487"/>
                </a:lnTo>
                <a:lnTo>
                  <a:pt x="930958" y="1672003"/>
                </a:lnTo>
                <a:lnTo>
                  <a:pt x="932427" y="1672558"/>
                </a:lnTo>
                <a:lnTo>
                  <a:pt x="933889" y="1673074"/>
                </a:lnTo>
                <a:lnTo>
                  <a:pt x="935328" y="1673590"/>
                </a:lnTo>
                <a:lnTo>
                  <a:pt x="938259" y="1674630"/>
                </a:lnTo>
                <a:lnTo>
                  <a:pt x="939690" y="1675153"/>
                </a:lnTo>
                <a:lnTo>
                  <a:pt x="942621" y="1676193"/>
                </a:lnTo>
                <a:lnTo>
                  <a:pt x="944091" y="1676678"/>
                </a:lnTo>
                <a:lnTo>
                  <a:pt x="945529" y="1677194"/>
                </a:lnTo>
                <a:lnTo>
                  <a:pt x="946991" y="1677686"/>
                </a:lnTo>
                <a:lnTo>
                  <a:pt x="948461" y="1678202"/>
                </a:lnTo>
                <a:lnTo>
                  <a:pt x="949891" y="1678695"/>
                </a:lnTo>
                <a:lnTo>
                  <a:pt x="954292" y="1680156"/>
                </a:lnTo>
                <a:lnTo>
                  <a:pt x="955723" y="1680618"/>
                </a:lnTo>
                <a:lnTo>
                  <a:pt x="958654" y="1681595"/>
                </a:lnTo>
                <a:lnTo>
                  <a:pt x="960093" y="1682056"/>
                </a:lnTo>
                <a:lnTo>
                  <a:pt x="961555" y="1682541"/>
                </a:lnTo>
                <a:lnTo>
                  <a:pt x="964486" y="1683455"/>
                </a:lnTo>
                <a:lnTo>
                  <a:pt x="965925" y="1683916"/>
                </a:lnTo>
                <a:lnTo>
                  <a:pt x="968856" y="1684831"/>
                </a:lnTo>
                <a:lnTo>
                  <a:pt x="970294" y="1685292"/>
                </a:lnTo>
                <a:lnTo>
                  <a:pt x="971756" y="1685746"/>
                </a:lnTo>
                <a:lnTo>
                  <a:pt x="973218" y="1686176"/>
                </a:lnTo>
                <a:lnTo>
                  <a:pt x="974688" y="1686629"/>
                </a:lnTo>
                <a:lnTo>
                  <a:pt x="976126" y="1687059"/>
                </a:lnTo>
                <a:lnTo>
                  <a:pt x="977588" y="1687489"/>
                </a:lnTo>
                <a:lnTo>
                  <a:pt x="979058" y="1687942"/>
                </a:lnTo>
                <a:lnTo>
                  <a:pt x="980488" y="1688372"/>
                </a:lnTo>
                <a:lnTo>
                  <a:pt x="984889" y="1689654"/>
                </a:lnTo>
                <a:lnTo>
                  <a:pt x="986319" y="1690053"/>
                </a:lnTo>
                <a:lnTo>
                  <a:pt x="989251" y="1690905"/>
                </a:lnTo>
                <a:lnTo>
                  <a:pt x="990689" y="1691304"/>
                </a:lnTo>
                <a:lnTo>
                  <a:pt x="992151" y="1691734"/>
                </a:lnTo>
                <a:lnTo>
                  <a:pt x="995083" y="1692523"/>
                </a:lnTo>
                <a:lnTo>
                  <a:pt x="996521" y="1692922"/>
                </a:lnTo>
                <a:lnTo>
                  <a:pt x="999453" y="1693719"/>
                </a:lnTo>
                <a:lnTo>
                  <a:pt x="1000891" y="1694118"/>
                </a:lnTo>
                <a:lnTo>
                  <a:pt x="1003822" y="1694908"/>
                </a:lnTo>
                <a:lnTo>
                  <a:pt x="1005253" y="1695275"/>
                </a:lnTo>
                <a:lnTo>
                  <a:pt x="1006723" y="1695674"/>
                </a:lnTo>
                <a:lnTo>
                  <a:pt x="1008184" y="1696041"/>
                </a:lnTo>
                <a:lnTo>
                  <a:pt x="1009654" y="1696432"/>
                </a:lnTo>
                <a:lnTo>
                  <a:pt x="1011085" y="1696799"/>
                </a:lnTo>
                <a:lnTo>
                  <a:pt x="1014016" y="1697534"/>
                </a:lnTo>
                <a:lnTo>
                  <a:pt x="1015455" y="1697933"/>
                </a:lnTo>
                <a:lnTo>
                  <a:pt x="1016916" y="1698300"/>
                </a:lnTo>
                <a:lnTo>
                  <a:pt x="1018386" y="1698636"/>
                </a:lnTo>
                <a:lnTo>
                  <a:pt x="1019848" y="1698996"/>
                </a:lnTo>
                <a:lnTo>
                  <a:pt x="1021286" y="1699363"/>
                </a:lnTo>
                <a:lnTo>
                  <a:pt x="1022748" y="1699731"/>
                </a:lnTo>
                <a:lnTo>
                  <a:pt x="1024218" y="1700067"/>
                </a:lnTo>
                <a:lnTo>
                  <a:pt x="1025656" y="1700434"/>
                </a:lnTo>
                <a:lnTo>
                  <a:pt x="1027118" y="1700771"/>
                </a:lnTo>
                <a:lnTo>
                  <a:pt x="1028588" y="1701138"/>
                </a:lnTo>
                <a:lnTo>
                  <a:pt x="1030049" y="1701474"/>
                </a:lnTo>
                <a:lnTo>
                  <a:pt x="1031488" y="1701810"/>
                </a:lnTo>
                <a:lnTo>
                  <a:pt x="1034419" y="1702482"/>
                </a:lnTo>
                <a:lnTo>
                  <a:pt x="1035850" y="1702819"/>
                </a:lnTo>
                <a:lnTo>
                  <a:pt x="1040251" y="1703827"/>
                </a:lnTo>
                <a:lnTo>
                  <a:pt x="1041682" y="1704132"/>
                </a:lnTo>
                <a:lnTo>
                  <a:pt x="1043151" y="1704468"/>
                </a:lnTo>
                <a:lnTo>
                  <a:pt x="1044613" y="1704773"/>
                </a:lnTo>
                <a:lnTo>
                  <a:pt x="1046052" y="1705109"/>
                </a:lnTo>
                <a:lnTo>
                  <a:pt x="1047513" y="1705414"/>
                </a:lnTo>
                <a:lnTo>
                  <a:pt x="1048983" y="1705750"/>
                </a:lnTo>
                <a:lnTo>
                  <a:pt x="1050445" y="1706055"/>
                </a:lnTo>
                <a:lnTo>
                  <a:pt x="1051883" y="1706360"/>
                </a:lnTo>
                <a:lnTo>
                  <a:pt x="1054815" y="1706970"/>
                </a:lnTo>
                <a:lnTo>
                  <a:pt x="1056253" y="1707274"/>
                </a:lnTo>
                <a:lnTo>
                  <a:pt x="1060646" y="1708189"/>
                </a:lnTo>
                <a:lnTo>
                  <a:pt x="1062085" y="1708463"/>
                </a:lnTo>
                <a:lnTo>
                  <a:pt x="1065016" y="1709080"/>
                </a:lnTo>
                <a:lnTo>
                  <a:pt x="1066446" y="1709354"/>
                </a:lnTo>
                <a:lnTo>
                  <a:pt x="1067916" y="1709659"/>
                </a:lnTo>
                <a:lnTo>
                  <a:pt x="1069378" y="1709932"/>
                </a:lnTo>
                <a:lnTo>
                  <a:pt x="1070816" y="1710206"/>
                </a:lnTo>
                <a:lnTo>
                  <a:pt x="1072278" y="1710480"/>
                </a:lnTo>
                <a:lnTo>
                  <a:pt x="1073748" y="1710784"/>
                </a:lnTo>
                <a:lnTo>
                  <a:pt x="1075210" y="1711058"/>
                </a:lnTo>
                <a:lnTo>
                  <a:pt x="1076648" y="1711339"/>
                </a:lnTo>
                <a:lnTo>
                  <a:pt x="1079580" y="1711887"/>
                </a:lnTo>
                <a:lnTo>
                  <a:pt x="1081018" y="1712129"/>
                </a:lnTo>
                <a:lnTo>
                  <a:pt x="1085411" y="1712958"/>
                </a:lnTo>
                <a:lnTo>
                  <a:pt x="1086850" y="1713200"/>
                </a:lnTo>
                <a:lnTo>
                  <a:pt x="1088311" y="1713474"/>
                </a:lnTo>
                <a:lnTo>
                  <a:pt x="1089781" y="1713716"/>
                </a:lnTo>
                <a:lnTo>
                  <a:pt x="1091212" y="1713990"/>
                </a:lnTo>
                <a:lnTo>
                  <a:pt x="1094143" y="1714482"/>
                </a:lnTo>
                <a:lnTo>
                  <a:pt x="1095613" y="1714756"/>
                </a:lnTo>
                <a:lnTo>
                  <a:pt x="1097043" y="1714998"/>
                </a:lnTo>
                <a:lnTo>
                  <a:pt x="1099975" y="1715490"/>
                </a:lnTo>
                <a:lnTo>
                  <a:pt x="1101413" y="1715733"/>
                </a:lnTo>
                <a:lnTo>
                  <a:pt x="1105807" y="1716468"/>
                </a:lnTo>
                <a:lnTo>
                  <a:pt x="1107245" y="1716679"/>
                </a:lnTo>
                <a:lnTo>
                  <a:pt x="1110176" y="1717171"/>
                </a:lnTo>
                <a:lnTo>
                  <a:pt x="1111615" y="1717382"/>
                </a:lnTo>
                <a:lnTo>
                  <a:pt x="1113077" y="1717625"/>
                </a:lnTo>
                <a:lnTo>
                  <a:pt x="1114546" y="1717843"/>
                </a:lnTo>
                <a:lnTo>
                  <a:pt x="1116008" y="1718086"/>
                </a:lnTo>
                <a:lnTo>
                  <a:pt x="1117447" y="1718297"/>
                </a:lnTo>
                <a:lnTo>
                  <a:pt x="1118908" y="1718539"/>
                </a:lnTo>
                <a:lnTo>
                  <a:pt x="1120378" y="1718758"/>
                </a:lnTo>
                <a:lnTo>
                  <a:pt x="1121809" y="1718969"/>
                </a:lnTo>
                <a:lnTo>
                  <a:pt x="1123278" y="1719188"/>
                </a:lnTo>
                <a:lnTo>
                  <a:pt x="1124740" y="1719430"/>
                </a:lnTo>
                <a:lnTo>
                  <a:pt x="1126179" y="1719641"/>
                </a:lnTo>
                <a:lnTo>
                  <a:pt x="1130571" y="1720282"/>
                </a:lnTo>
                <a:lnTo>
                  <a:pt x="1132010" y="1720470"/>
                </a:lnTo>
                <a:lnTo>
                  <a:pt x="1134941" y="1720892"/>
                </a:lnTo>
                <a:lnTo>
                  <a:pt x="1136380" y="1721111"/>
                </a:lnTo>
                <a:lnTo>
                  <a:pt x="1137841" y="1721291"/>
                </a:lnTo>
                <a:lnTo>
                  <a:pt x="1140773" y="1721721"/>
                </a:lnTo>
                <a:lnTo>
                  <a:pt x="1142211" y="1721901"/>
                </a:lnTo>
                <a:lnTo>
                  <a:pt x="1143673" y="1722119"/>
                </a:lnTo>
                <a:lnTo>
                  <a:pt x="1145143" y="1722299"/>
                </a:lnTo>
                <a:lnTo>
                  <a:pt x="1146573" y="1722510"/>
                </a:lnTo>
                <a:lnTo>
                  <a:pt x="1150975" y="1723065"/>
                </a:lnTo>
                <a:lnTo>
                  <a:pt x="1152405" y="1723276"/>
                </a:lnTo>
                <a:lnTo>
                  <a:pt x="1155337" y="1723644"/>
                </a:lnTo>
                <a:lnTo>
                  <a:pt x="1156775" y="1723824"/>
                </a:lnTo>
                <a:lnTo>
                  <a:pt x="1161168" y="1724379"/>
                </a:lnTo>
                <a:lnTo>
                  <a:pt x="1162607" y="1724558"/>
                </a:lnTo>
                <a:lnTo>
                  <a:pt x="1164076" y="1724738"/>
                </a:lnTo>
                <a:lnTo>
                  <a:pt x="1165538" y="1724895"/>
                </a:lnTo>
                <a:lnTo>
                  <a:pt x="1166977" y="1725074"/>
                </a:lnTo>
                <a:lnTo>
                  <a:pt x="1168438" y="1725262"/>
                </a:lnTo>
                <a:lnTo>
                  <a:pt x="1169908" y="1725411"/>
                </a:lnTo>
                <a:lnTo>
                  <a:pt x="1171370" y="1725598"/>
                </a:lnTo>
                <a:lnTo>
                  <a:pt x="1172808" y="1725778"/>
                </a:lnTo>
                <a:lnTo>
                  <a:pt x="1174270" y="1725934"/>
                </a:lnTo>
                <a:lnTo>
                  <a:pt x="1175740" y="1726114"/>
                </a:lnTo>
                <a:lnTo>
                  <a:pt x="1177170" y="1726270"/>
                </a:lnTo>
                <a:lnTo>
                  <a:pt x="1178640" y="1726450"/>
                </a:lnTo>
                <a:lnTo>
                  <a:pt x="1181572" y="1726755"/>
                </a:lnTo>
                <a:lnTo>
                  <a:pt x="1183002" y="1726943"/>
                </a:lnTo>
                <a:lnTo>
                  <a:pt x="1185934" y="1727248"/>
                </a:lnTo>
                <a:lnTo>
                  <a:pt x="1187372" y="1727396"/>
                </a:lnTo>
                <a:lnTo>
                  <a:pt x="1188842" y="1727552"/>
                </a:lnTo>
                <a:lnTo>
                  <a:pt x="1190303" y="1727732"/>
                </a:lnTo>
                <a:lnTo>
                  <a:pt x="1191742" y="1727889"/>
                </a:lnTo>
                <a:lnTo>
                  <a:pt x="1194673" y="1728193"/>
                </a:lnTo>
                <a:lnTo>
                  <a:pt x="1196135" y="1728311"/>
                </a:lnTo>
                <a:lnTo>
                  <a:pt x="1197574" y="1728467"/>
                </a:lnTo>
                <a:lnTo>
                  <a:pt x="1200505" y="1728772"/>
                </a:lnTo>
                <a:lnTo>
                  <a:pt x="1201935" y="1728928"/>
                </a:lnTo>
                <a:lnTo>
                  <a:pt x="1203405" y="1729077"/>
                </a:lnTo>
                <a:lnTo>
                  <a:pt x="1204867" y="1729202"/>
                </a:lnTo>
                <a:lnTo>
                  <a:pt x="1206337" y="1729350"/>
                </a:lnTo>
                <a:lnTo>
                  <a:pt x="1207767" y="1729507"/>
                </a:lnTo>
                <a:lnTo>
                  <a:pt x="1209237" y="1729624"/>
                </a:lnTo>
                <a:lnTo>
                  <a:pt x="1210698" y="1729780"/>
                </a:lnTo>
                <a:lnTo>
                  <a:pt x="1212137" y="1729905"/>
                </a:lnTo>
                <a:lnTo>
                  <a:pt x="1213599" y="1730054"/>
                </a:lnTo>
                <a:lnTo>
                  <a:pt x="1215068" y="1730179"/>
                </a:lnTo>
                <a:lnTo>
                  <a:pt x="1216538" y="1730328"/>
                </a:lnTo>
                <a:lnTo>
                  <a:pt x="1217968" y="1730453"/>
                </a:lnTo>
                <a:lnTo>
                  <a:pt x="1219438" y="1730601"/>
                </a:lnTo>
                <a:lnTo>
                  <a:pt x="1220900" y="1730726"/>
                </a:lnTo>
                <a:lnTo>
                  <a:pt x="1222338" y="1730851"/>
                </a:lnTo>
                <a:lnTo>
                  <a:pt x="1223800" y="1730969"/>
                </a:lnTo>
                <a:lnTo>
                  <a:pt x="1225270" y="1731125"/>
                </a:lnTo>
                <a:lnTo>
                  <a:pt x="1226732" y="1731250"/>
                </a:lnTo>
                <a:lnTo>
                  <a:pt x="1228170" y="1731367"/>
                </a:lnTo>
                <a:lnTo>
                  <a:pt x="1231102" y="1731610"/>
                </a:lnTo>
                <a:lnTo>
                  <a:pt x="1232532" y="1731735"/>
                </a:lnTo>
                <a:lnTo>
                  <a:pt x="1236933" y="1732102"/>
                </a:lnTo>
                <a:lnTo>
                  <a:pt x="1238364" y="1732219"/>
                </a:lnTo>
                <a:lnTo>
                  <a:pt x="1241295" y="1732469"/>
                </a:lnTo>
                <a:lnTo>
                  <a:pt x="1242734" y="1732587"/>
                </a:lnTo>
                <a:lnTo>
                  <a:pt x="1245665" y="1732837"/>
                </a:lnTo>
                <a:lnTo>
                  <a:pt x="1247135" y="1732923"/>
                </a:lnTo>
                <a:lnTo>
                  <a:pt x="1248565" y="1733048"/>
                </a:lnTo>
                <a:lnTo>
                  <a:pt x="1250035" y="1733173"/>
                </a:lnTo>
                <a:lnTo>
                  <a:pt x="1251497" y="1733259"/>
                </a:lnTo>
                <a:lnTo>
                  <a:pt x="1252935" y="1733384"/>
                </a:lnTo>
                <a:lnTo>
                  <a:pt x="1254397" y="1733509"/>
                </a:lnTo>
                <a:lnTo>
                  <a:pt x="1255867" y="1733595"/>
                </a:lnTo>
                <a:lnTo>
                  <a:pt x="1257297" y="1733720"/>
                </a:lnTo>
                <a:lnTo>
                  <a:pt x="1258767" y="1733814"/>
                </a:lnTo>
                <a:lnTo>
                  <a:pt x="1260229" y="1733931"/>
                </a:lnTo>
                <a:lnTo>
                  <a:pt x="1261699" y="1734025"/>
                </a:lnTo>
                <a:lnTo>
                  <a:pt x="1263129" y="1734150"/>
                </a:lnTo>
                <a:lnTo>
                  <a:pt x="1264599" y="1734236"/>
                </a:lnTo>
                <a:lnTo>
                  <a:pt x="1266061" y="1734361"/>
                </a:lnTo>
                <a:lnTo>
                  <a:pt x="1267499" y="1734455"/>
                </a:lnTo>
                <a:lnTo>
                  <a:pt x="1268969" y="1734541"/>
                </a:lnTo>
                <a:lnTo>
                  <a:pt x="1270430" y="1734666"/>
                </a:lnTo>
                <a:lnTo>
                  <a:pt x="1271900" y="1734760"/>
                </a:lnTo>
                <a:lnTo>
                  <a:pt x="1273331" y="1734846"/>
                </a:lnTo>
                <a:lnTo>
                  <a:pt x="1276262" y="1735034"/>
                </a:lnTo>
                <a:lnTo>
                  <a:pt x="1277701" y="1735159"/>
                </a:lnTo>
                <a:lnTo>
                  <a:pt x="1282093" y="1735432"/>
                </a:lnTo>
                <a:lnTo>
                  <a:pt x="1283532" y="1735518"/>
                </a:lnTo>
                <a:lnTo>
                  <a:pt x="1286463" y="1735706"/>
                </a:lnTo>
                <a:lnTo>
                  <a:pt x="1287894" y="1735800"/>
                </a:lnTo>
                <a:lnTo>
                  <a:pt x="1292295" y="1736073"/>
                </a:lnTo>
                <a:lnTo>
                  <a:pt x="1293726" y="1736159"/>
                </a:lnTo>
                <a:lnTo>
                  <a:pt x="1296665" y="1736347"/>
                </a:lnTo>
                <a:lnTo>
                  <a:pt x="1298095" y="1736409"/>
                </a:lnTo>
                <a:lnTo>
                  <a:pt x="1302497" y="1736683"/>
                </a:lnTo>
                <a:lnTo>
                  <a:pt x="1303927" y="1736777"/>
                </a:lnTo>
                <a:lnTo>
                  <a:pt x="1305397" y="1736832"/>
                </a:lnTo>
                <a:lnTo>
                  <a:pt x="1306859" y="1736925"/>
                </a:lnTo>
                <a:lnTo>
                  <a:pt x="1308297" y="1737019"/>
                </a:lnTo>
                <a:lnTo>
                  <a:pt x="1309759" y="1737082"/>
                </a:lnTo>
                <a:lnTo>
                  <a:pt x="1311229" y="1737168"/>
                </a:lnTo>
                <a:lnTo>
                  <a:pt x="1312659" y="1737261"/>
                </a:lnTo>
                <a:lnTo>
                  <a:pt x="1314129" y="1737324"/>
                </a:lnTo>
                <a:lnTo>
                  <a:pt x="1315591" y="1737418"/>
                </a:lnTo>
                <a:lnTo>
                  <a:pt x="1317060" y="1737473"/>
                </a:lnTo>
                <a:lnTo>
                  <a:pt x="1318491" y="1737566"/>
                </a:lnTo>
                <a:lnTo>
                  <a:pt x="1319961" y="1737629"/>
                </a:lnTo>
                <a:lnTo>
                  <a:pt x="1321422" y="1737723"/>
                </a:lnTo>
                <a:lnTo>
                  <a:pt x="1322861" y="1737778"/>
                </a:lnTo>
                <a:lnTo>
                  <a:pt x="1324330" y="1737871"/>
                </a:lnTo>
                <a:lnTo>
                  <a:pt x="1327262" y="1737996"/>
                </a:lnTo>
                <a:lnTo>
                  <a:pt x="1328692" y="1738082"/>
                </a:lnTo>
                <a:lnTo>
                  <a:pt x="1330162" y="1738145"/>
                </a:lnTo>
                <a:lnTo>
                  <a:pt x="1331624" y="1738239"/>
                </a:lnTo>
                <a:lnTo>
                  <a:pt x="1333062" y="1738301"/>
                </a:lnTo>
                <a:lnTo>
                  <a:pt x="1335994" y="1738419"/>
                </a:lnTo>
                <a:lnTo>
                  <a:pt x="1337456" y="1738512"/>
                </a:lnTo>
                <a:lnTo>
                  <a:pt x="1338894" y="1738575"/>
                </a:lnTo>
                <a:lnTo>
                  <a:pt x="1341826" y="1738700"/>
                </a:lnTo>
                <a:lnTo>
                  <a:pt x="1343256" y="1738786"/>
                </a:lnTo>
                <a:lnTo>
                  <a:pt x="1347657" y="1738973"/>
                </a:lnTo>
                <a:lnTo>
                  <a:pt x="1349096" y="1739036"/>
                </a:lnTo>
                <a:lnTo>
                  <a:pt x="1352027" y="1739153"/>
                </a:lnTo>
                <a:lnTo>
                  <a:pt x="1353457" y="1739216"/>
                </a:lnTo>
                <a:lnTo>
                  <a:pt x="1357858" y="1739396"/>
                </a:lnTo>
                <a:lnTo>
                  <a:pt x="1359289" y="1739458"/>
                </a:lnTo>
                <a:lnTo>
                  <a:pt x="1362220" y="1739583"/>
                </a:lnTo>
                <a:lnTo>
                  <a:pt x="1363659" y="1739646"/>
                </a:lnTo>
                <a:lnTo>
                  <a:pt x="1368052" y="1739826"/>
                </a:lnTo>
                <a:lnTo>
                  <a:pt x="1369491" y="1739888"/>
                </a:lnTo>
                <a:lnTo>
                  <a:pt x="1372422" y="1740013"/>
                </a:lnTo>
                <a:lnTo>
                  <a:pt x="1373853" y="1740037"/>
                </a:lnTo>
                <a:lnTo>
                  <a:pt x="1376792" y="1740162"/>
                </a:lnTo>
                <a:lnTo>
                  <a:pt x="1378222" y="1740224"/>
                </a:lnTo>
                <a:lnTo>
                  <a:pt x="1379692" y="1740287"/>
                </a:lnTo>
                <a:lnTo>
                  <a:pt x="1381154" y="1740318"/>
                </a:lnTo>
                <a:lnTo>
                  <a:pt x="1382624" y="1740373"/>
                </a:lnTo>
                <a:lnTo>
                  <a:pt x="1384054" y="1740435"/>
                </a:lnTo>
                <a:lnTo>
                  <a:pt x="1385524" y="1740467"/>
                </a:lnTo>
                <a:lnTo>
                  <a:pt x="1386986" y="1740529"/>
                </a:lnTo>
                <a:lnTo>
                  <a:pt x="1388424" y="1740592"/>
                </a:lnTo>
                <a:lnTo>
                  <a:pt x="1389886" y="1740623"/>
                </a:lnTo>
                <a:lnTo>
                  <a:pt x="1392817" y="1740740"/>
                </a:lnTo>
                <a:lnTo>
                  <a:pt x="1394256" y="1740771"/>
                </a:lnTo>
                <a:lnTo>
                  <a:pt x="1397187" y="1740896"/>
                </a:lnTo>
                <a:lnTo>
                  <a:pt x="1398618" y="1740928"/>
                </a:lnTo>
                <a:lnTo>
                  <a:pt x="1400088" y="1740990"/>
                </a:lnTo>
                <a:lnTo>
                  <a:pt x="1401549" y="1741021"/>
                </a:lnTo>
                <a:lnTo>
                  <a:pt x="1403019" y="1741076"/>
                </a:lnTo>
                <a:lnTo>
                  <a:pt x="1404457" y="1741108"/>
                </a:lnTo>
                <a:lnTo>
                  <a:pt x="1405919" y="1741170"/>
                </a:lnTo>
                <a:lnTo>
                  <a:pt x="1407389" y="1741201"/>
                </a:lnTo>
                <a:lnTo>
                  <a:pt x="1408819" y="1741264"/>
                </a:lnTo>
                <a:lnTo>
                  <a:pt x="1410289" y="1741295"/>
                </a:lnTo>
                <a:lnTo>
                  <a:pt x="1411751" y="1741350"/>
                </a:lnTo>
                <a:lnTo>
                  <a:pt x="1413221" y="1741381"/>
                </a:lnTo>
                <a:lnTo>
                  <a:pt x="1414651" y="1741444"/>
                </a:lnTo>
                <a:lnTo>
                  <a:pt x="1417582" y="1741506"/>
                </a:lnTo>
                <a:lnTo>
                  <a:pt x="1419021" y="1741569"/>
                </a:lnTo>
                <a:lnTo>
                  <a:pt x="1420482" y="1741600"/>
                </a:lnTo>
                <a:lnTo>
                  <a:pt x="1421952" y="1741663"/>
                </a:lnTo>
                <a:lnTo>
                  <a:pt x="1423414" y="1741686"/>
                </a:lnTo>
                <a:lnTo>
                  <a:pt x="1424852" y="1741717"/>
                </a:lnTo>
                <a:lnTo>
                  <a:pt x="1426314" y="1741780"/>
                </a:lnTo>
                <a:lnTo>
                  <a:pt x="1427784" y="1741811"/>
                </a:lnTo>
                <a:lnTo>
                  <a:pt x="1429222" y="1741842"/>
                </a:lnTo>
                <a:lnTo>
                  <a:pt x="1430684" y="1741874"/>
                </a:lnTo>
                <a:lnTo>
                  <a:pt x="1432154" y="1741936"/>
                </a:lnTo>
                <a:lnTo>
                  <a:pt x="1433615" y="1741967"/>
                </a:lnTo>
                <a:lnTo>
                  <a:pt x="1435054" y="1741991"/>
                </a:lnTo>
                <a:lnTo>
                  <a:pt x="1436516" y="1742054"/>
                </a:lnTo>
                <a:lnTo>
                  <a:pt x="1437985" y="1742085"/>
                </a:lnTo>
                <a:lnTo>
                  <a:pt x="1439416" y="1742116"/>
                </a:lnTo>
                <a:lnTo>
                  <a:pt x="1442347" y="1742179"/>
                </a:lnTo>
                <a:lnTo>
                  <a:pt x="1443786" y="1742241"/>
                </a:lnTo>
                <a:lnTo>
                  <a:pt x="1448179" y="1742327"/>
                </a:lnTo>
                <a:lnTo>
                  <a:pt x="1449618" y="1742358"/>
                </a:lnTo>
                <a:lnTo>
                  <a:pt x="1451079" y="1742390"/>
                </a:lnTo>
                <a:lnTo>
                  <a:pt x="1452549" y="1742452"/>
                </a:lnTo>
                <a:lnTo>
                  <a:pt x="1453980" y="1742483"/>
                </a:lnTo>
                <a:lnTo>
                  <a:pt x="1458381" y="1742577"/>
                </a:lnTo>
                <a:lnTo>
                  <a:pt x="1459819" y="1742608"/>
                </a:lnTo>
                <a:lnTo>
                  <a:pt x="1462751" y="1742663"/>
                </a:lnTo>
                <a:lnTo>
                  <a:pt x="1464181" y="1742695"/>
                </a:lnTo>
                <a:lnTo>
                  <a:pt x="1468582" y="1742788"/>
                </a:lnTo>
                <a:lnTo>
                  <a:pt x="1470013" y="1742820"/>
                </a:lnTo>
                <a:lnTo>
                  <a:pt x="1472944" y="1742882"/>
                </a:lnTo>
                <a:lnTo>
                  <a:pt x="1474383" y="1742913"/>
                </a:lnTo>
                <a:lnTo>
                  <a:pt x="1478776" y="1742999"/>
                </a:lnTo>
                <a:lnTo>
                  <a:pt x="1480215" y="1743031"/>
                </a:lnTo>
                <a:lnTo>
                  <a:pt x="1483146" y="1743093"/>
                </a:lnTo>
                <a:lnTo>
                  <a:pt x="1484584" y="1743124"/>
                </a:lnTo>
                <a:lnTo>
                  <a:pt x="1488978" y="1743218"/>
                </a:lnTo>
                <a:lnTo>
                  <a:pt x="1490416" y="1743249"/>
                </a:lnTo>
                <a:lnTo>
                  <a:pt x="1491877" y="1743281"/>
                </a:lnTo>
                <a:lnTo>
                  <a:pt x="1493348" y="1743281"/>
                </a:lnTo>
                <a:lnTo>
                  <a:pt x="1494778" y="1743304"/>
                </a:lnTo>
                <a:lnTo>
                  <a:pt x="1497709" y="1743367"/>
                </a:lnTo>
                <a:lnTo>
                  <a:pt x="1499148" y="1743398"/>
                </a:lnTo>
                <a:lnTo>
                  <a:pt x="1502079" y="1743461"/>
                </a:lnTo>
                <a:lnTo>
                  <a:pt x="1503541" y="1743461"/>
                </a:lnTo>
                <a:lnTo>
                  <a:pt x="1504979" y="1743492"/>
                </a:lnTo>
                <a:lnTo>
                  <a:pt x="1507911" y="1743554"/>
                </a:lnTo>
                <a:lnTo>
                  <a:pt x="1509349" y="1743586"/>
                </a:lnTo>
                <a:lnTo>
                  <a:pt x="1510811" y="1743586"/>
                </a:lnTo>
                <a:lnTo>
                  <a:pt x="1513742" y="1743640"/>
                </a:lnTo>
                <a:lnTo>
                  <a:pt x="1515181" y="1743672"/>
                </a:lnTo>
                <a:lnTo>
                  <a:pt x="1516643" y="1743672"/>
                </a:lnTo>
                <a:lnTo>
                  <a:pt x="1518112" y="1743703"/>
                </a:lnTo>
                <a:lnTo>
                  <a:pt x="1519543" y="1743734"/>
                </a:lnTo>
                <a:lnTo>
                  <a:pt x="1521013" y="1743765"/>
                </a:lnTo>
                <a:lnTo>
                  <a:pt x="1522474" y="1743765"/>
                </a:lnTo>
                <a:lnTo>
                  <a:pt x="1523944" y="1743797"/>
                </a:lnTo>
                <a:lnTo>
                  <a:pt x="1525375" y="1743828"/>
                </a:lnTo>
                <a:lnTo>
                  <a:pt x="1526844" y="1743859"/>
                </a:lnTo>
                <a:lnTo>
                  <a:pt x="1528306" y="1743859"/>
                </a:lnTo>
                <a:lnTo>
                  <a:pt x="1529745" y="1743890"/>
                </a:lnTo>
                <a:lnTo>
                  <a:pt x="1531206" y="1743922"/>
                </a:lnTo>
                <a:lnTo>
                  <a:pt x="1532676" y="1743922"/>
                </a:lnTo>
                <a:lnTo>
                  <a:pt x="1534138" y="1743945"/>
                </a:lnTo>
                <a:lnTo>
                  <a:pt x="1535576" y="1743977"/>
                </a:lnTo>
                <a:lnTo>
                  <a:pt x="1537046" y="1743977"/>
                </a:lnTo>
                <a:lnTo>
                  <a:pt x="1538508" y="1744008"/>
                </a:lnTo>
                <a:lnTo>
                  <a:pt x="1539946" y="1744039"/>
                </a:lnTo>
                <a:lnTo>
                  <a:pt x="1541408" y="1744039"/>
                </a:lnTo>
                <a:lnTo>
                  <a:pt x="1544339" y="1744102"/>
                </a:lnTo>
                <a:lnTo>
                  <a:pt x="1545778" y="1744102"/>
                </a:lnTo>
                <a:lnTo>
                  <a:pt x="1547240" y="1744133"/>
                </a:lnTo>
                <a:lnTo>
                  <a:pt x="1548709" y="1744133"/>
                </a:lnTo>
                <a:lnTo>
                  <a:pt x="1550140" y="1744164"/>
                </a:lnTo>
                <a:lnTo>
                  <a:pt x="1551610" y="1744195"/>
                </a:lnTo>
                <a:lnTo>
                  <a:pt x="1553071" y="1744195"/>
                </a:lnTo>
                <a:lnTo>
                  <a:pt x="1554541" y="1744227"/>
                </a:lnTo>
                <a:lnTo>
                  <a:pt x="1555972" y="1744227"/>
                </a:lnTo>
                <a:lnTo>
                  <a:pt x="1558903" y="1744281"/>
                </a:lnTo>
                <a:lnTo>
                  <a:pt x="1560342" y="1744281"/>
                </a:lnTo>
                <a:lnTo>
                  <a:pt x="1561803" y="1744313"/>
                </a:lnTo>
                <a:lnTo>
                  <a:pt x="1563273" y="1744313"/>
                </a:lnTo>
                <a:lnTo>
                  <a:pt x="1564711" y="1744344"/>
                </a:lnTo>
                <a:lnTo>
                  <a:pt x="1566173" y="1744344"/>
                </a:lnTo>
                <a:lnTo>
                  <a:pt x="1567643" y="1744375"/>
                </a:lnTo>
                <a:lnTo>
                  <a:pt x="1569104" y="1744375"/>
                </a:lnTo>
                <a:lnTo>
                  <a:pt x="1570543" y="1744406"/>
                </a:lnTo>
                <a:lnTo>
                  <a:pt x="1572004" y="1744406"/>
                </a:lnTo>
                <a:lnTo>
                  <a:pt x="1573474" y="1744438"/>
                </a:lnTo>
                <a:lnTo>
                  <a:pt x="1574905" y="1744438"/>
                </a:lnTo>
                <a:lnTo>
                  <a:pt x="1576374" y="1744469"/>
                </a:lnTo>
                <a:lnTo>
                  <a:pt x="1577836" y="1744469"/>
                </a:lnTo>
                <a:lnTo>
                  <a:pt x="1579306" y="1744500"/>
                </a:lnTo>
                <a:lnTo>
                  <a:pt x="1580736" y="1744500"/>
                </a:lnTo>
                <a:lnTo>
                  <a:pt x="1582206" y="1744531"/>
                </a:lnTo>
                <a:lnTo>
                  <a:pt x="1583668" y="1744531"/>
                </a:lnTo>
                <a:lnTo>
                  <a:pt x="1585106" y="1744563"/>
                </a:lnTo>
                <a:lnTo>
                  <a:pt x="1586568" y="1744563"/>
                </a:lnTo>
                <a:lnTo>
                  <a:pt x="1588038" y="1744594"/>
                </a:lnTo>
                <a:lnTo>
                  <a:pt x="1589500" y="1744594"/>
                </a:lnTo>
                <a:lnTo>
                  <a:pt x="1590938" y="1744618"/>
                </a:lnTo>
                <a:lnTo>
                  <a:pt x="1592408" y="1744618"/>
                </a:lnTo>
                <a:lnTo>
                  <a:pt x="1593869" y="1744649"/>
                </a:lnTo>
                <a:lnTo>
                  <a:pt x="1595308" y="1744649"/>
                </a:lnTo>
                <a:lnTo>
                  <a:pt x="1596770" y="1744680"/>
                </a:lnTo>
                <a:lnTo>
                  <a:pt x="1598239" y="1744680"/>
                </a:lnTo>
                <a:lnTo>
                  <a:pt x="1599701" y="1744711"/>
                </a:lnTo>
                <a:lnTo>
                  <a:pt x="1602601" y="1744711"/>
                </a:lnTo>
                <a:lnTo>
                  <a:pt x="1604071" y="1744743"/>
                </a:lnTo>
                <a:lnTo>
                  <a:pt x="1605502" y="1744743"/>
                </a:lnTo>
                <a:lnTo>
                  <a:pt x="1606971" y="1744774"/>
                </a:lnTo>
                <a:lnTo>
                  <a:pt x="1609903" y="1744774"/>
                </a:lnTo>
                <a:lnTo>
                  <a:pt x="1611333" y="1744805"/>
                </a:lnTo>
                <a:lnTo>
                  <a:pt x="1612803" y="1744805"/>
                </a:lnTo>
                <a:lnTo>
                  <a:pt x="1614265" y="1744836"/>
                </a:lnTo>
                <a:lnTo>
                  <a:pt x="1617173" y="1744836"/>
                </a:lnTo>
                <a:lnTo>
                  <a:pt x="1618635" y="1744868"/>
                </a:lnTo>
                <a:lnTo>
                  <a:pt x="1620073" y="1744868"/>
                </a:lnTo>
                <a:lnTo>
                  <a:pt x="1621535" y="1744899"/>
                </a:lnTo>
                <a:lnTo>
                  <a:pt x="1624466" y="1744899"/>
                </a:lnTo>
                <a:lnTo>
                  <a:pt x="1625905" y="1744930"/>
                </a:lnTo>
                <a:lnTo>
                  <a:pt x="1628836" y="1744930"/>
                </a:lnTo>
                <a:lnTo>
                  <a:pt x="1630267" y="1744954"/>
                </a:lnTo>
                <a:lnTo>
                  <a:pt x="1633198" y="1744954"/>
                </a:lnTo>
                <a:lnTo>
                  <a:pt x="1634668" y="1744985"/>
                </a:lnTo>
                <a:lnTo>
                  <a:pt x="1636098" y="1744985"/>
                </a:lnTo>
                <a:lnTo>
                  <a:pt x="1637568" y="1745962"/>
                </a:lnTo>
                <a:lnTo>
                  <a:pt x="0" y="1745962"/>
                </a:lnTo>
                <a:close/>
              </a:path>
            </a:pathLst>
          </a:custGeom>
          <a:solidFill>
            <a:srgbClr val="D1D1D1">
              <a:alpha val="46000"/>
            </a:srgbClr>
          </a:solidFill>
          <a:ln w="7808" cap="flat">
            <a:noFill/>
            <a:prstDash val="solid"/>
            <a:miter/>
          </a:ln>
        </p:spPr>
        <p:txBody>
          <a:bodyPr wrap="square" rtlCol="0" anchor="ctr">
            <a:noAutofit/>
          </a:bodyPr>
          <a:lstStyle/>
          <a:p>
            <a:endParaRPr lang="en-GB" noProof="0"/>
          </a:p>
        </p:txBody>
      </p:sp>
      <p:sp>
        <p:nvSpPr>
          <p:cNvPr id="5" name="Slide Number Placeholder 2">
            <a:extLst>
              <a:ext uri="{FF2B5EF4-FFF2-40B4-BE49-F238E27FC236}">
                <a16:creationId xmlns:a16="http://schemas.microsoft.com/office/drawing/2014/main" id="{F82369B5-DC1B-2792-4DE8-EB34B1EFDEB0}"/>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7FD438B7-86E4-77C0-147E-8F94652EAD5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1" name="Footer Placeholder 1">
            <a:extLst>
              <a:ext uri="{FF2B5EF4-FFF2-40B4-BE49-F238E27FC236}">
                <a16:creationId xmlns:a16="http://schemas.microsoft.com/office/drawing/2014/main" id="{BB71621B-91E0-C9CF-9CA5-1D715BFAD55E}"/>
              </a:ext>
            </a:extLst>
          </p:cNvPr>
          <p:cNvSpPr>
            <a:spLocks noGrp="1"/>
          </p:cNvSpPr>
          <p:nvPr>
            <p:ph type="ftr" sz="quarter" idx="4294967295"/>
          </p:nvPr>
        </p:nvSpPr>
        <p:spPr>
          <a:xfrm>
            <a:off x="0" y="6356350"/>
            <a:ext cx="2219325"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err="1">
                <a:ln>
                  <a:noFill/>
                </a:ln>
                <a:solidFill>
                  <a:prstClr val="black">
                    <a:tint val="82000"/>
                  </a:prstClr>
                </a:solidFill>
                <a:effectLst/>
                <a:uLnTx/>
                <a:uFillTx/>
                <a:latin typeface="Aptos" panose="020B0004020202020204"/>
                <a:ea typeface="+mn-ea"/>
                <a:cs typeface="+mn-cs"/>
              </a:rPr>
              <a:t>Análisis</a:t>
            </a:r>
            <a:r>
              <a:rPr kumimoji="0" lang="en-GB" sz="1200" b="0" i="0" u="none" strike="noStrike" kern="1200" cap="none" spc="0" normalizeH="0" baseline="0" noProof="0">
                <a:ln>
                  <a:noFill/>
                </a:ln>
                <a:solidFill>
                  <a:prstClr val="black">
                    <a:tint val="82000"/>
                  </a:prstClr>
                </a:solidFill>
                <a:effectLst/>
                <a:uLnTx/>
                <a:uFillTx/>
                <a:latin typeface="Aptos" panose="020B0004020202020204"/>
                <a:ea typeface="+mn-ea"/>
                <a:cs typeface="+mn-cs"/>
              </a:rPr>
              <a:t> de </a:t>
            </a:r>
            <a:r>
              <a:rPr kumimoji="0" lang="en-GB" sz="1200" b="0" i="0" u="none" strike="noStrike" kern="1200" cap="none" spc="0" normalizeH="0" baseline="0" noProof="0" err="1">
                <a:ln>
                  <a:noFill/>
                </a:ln>
                <a:solidFill>
                  <a:prstClr val="black">
                    <a:tint val="82000"/>
                  </a:prstClr>
                </a:solidFill>
                <a:effectLst/>
                <a:uLnTx/>
                <a:uFillTx/>
                <a:latin typeface="Aptos" panose="020B0004020202020204"/>
                <a:ea typeface="+mn-ea"/>
                <a:cs typeface="+mn-cs"/>
              </a:rPr>
              <a:t>datos</a:t>
            </a:r>
            <a:endParaRPr kumimoji="0" lang="en-GB" sz="1200" b="0" i="0" u="none" strike="noStrike" kern="1200" cap="none" spc="0" normalizeH="0" baseline="0" noProof="0">
              <a:ln>
                <a:noFill/>
              </a:ln>
              <a:solidFill>
                <a:prstClr val="black">
                  <a:tint val="82000"/>
                </a:prstClr>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3215E4DA-A705-32CF-2517-610E153F14A6}"/>
              </a:ext>
            </a:extLst>
          </p:cNvPr>
          <p:cNvSpPr txBox="1">
            <a:spLocks/>
          </p:cNvSpPr>
          <p:nvPr/>
        </p:nvSpPr>
        <p:spPr>
          <a:xfrm>
            <a:off x="891589" y="501651"/>
            <a:ext cx="6584249" cy="475354"/>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ACF9E942-EC2C-8AFA-AFE8-33A61DD8E6D2}"/>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91" name="Freeform: Shape 190">
            <a:extLst>
              <a:ext uri="{FF2B5EF4-FFF2-40B4-BE49-F238E27FC236}">
                <a16:creationId xmlns:a16="http://schemas.microsoft.com/office/drawing/2014/main" id="{0B9450EA-73A4-08CB-4344-51A17B2BE1AE}"/>
              </a:ext>
            </a:extLst>
          </p:cNvPr>
          <p:cNvSpPr/>
          <p:nvPr/>
        </p:nvSpPr>
        <p:spPr>
          <a:xfrm>
            <a:off x="4971832" y="1548271"/>
            <a:ext cx="2248340" cy="1681653"/>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192" name="Freeform: Shape 191">
            <a:extLst>
              <a:ext uri="{FF2B5EF4-FFF2-40B4-BE49-F238E27FC236}">
                <a16:creationId xmlns:a16="http://schemas.microsoft.com/office/drawing/2014/main" id="{B8CE7318-4226-7471-41FD-6743D51DB830}"/>
              </a:ext>
            </a:extLst>
          </p:cNvPr>
          <p:cNvSpPr/>
          <p:nvPr/>
        </p:nvSpPr>
        <p:spPr>
          <a:xfrm>
            <a:off x="7229200" y="3250774"/>
            <a:ext cx="3376901" cy="258988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mc:AlternateContent xmlns:mc="http://schemas.openxmlformats.org/markup-compatibility/2006" xmlns:a14="http://schemas.microsoft.com/office/drawing/2010/main">
        <mc:Choice Requires="a14">
          <p:sp>
            <p:nvSpPr>
              <p:cNvPr id="195" name="TextBox 194">
                <a:extLst>
                  <a:ext uri="{FF2B5EF4-FFF2-40B4-BE49-F238E27FC236}">
                    <a16:creationId xmlns:a16="http://schemas.microsoft.com/office/drawing/2014/main" id="{A981E2E4-1A66-D116-CDB1-64E47F40A819}"/>
                  </a:ext>
                </a:extLst>
              </p:cNvPr>
              <p:cNvSpPr txBox="1"/>
              <p:nvPr/>
            </p:nvSpPr>
            <p:spPr>
              <a:xfrm>
                <a:off x="10771530" y="5686724"/>
                <a:ext cx="281857" cy="307777"/>
              </a:xfrm>
              <a:prstGeom prst="rect">
                <a:avLst/>
              </a:prstGeom>
              <a:noFill/>
            </p:spPr>
            <p:txBody>
              <a:bodyPr wrap="square">
                <a:spAutoFit/>
              </a:bodyPr>
              <a:lstStyle>
                <a:defPPr>
                  <a:defRPr lang="en-US"/>
                </a:defPPr>
                <a:lvl1pPr lvl="0">
                  <a:defRPr kumimoji="0" sz="1400" b="0" i="0" u="none" strike="noStrike" cap="none" spc="0" normalizeH="0" baseline="0">
                    <a:ln>
                      <a:noFill/>
                    </a:ln>
                    <a:solidFill>
                      <a:prstClr val="black"/>
                    </a:solidFill>
                    <a:effectLst/>
                    <a:uLnTx/>
                    <a:uFillTx/>
                    <a:latin typeface="Aptos" panose="020B0004020202020204"/>
                  </a:defRPr>
                </a:lvl1pPr>
              </a:lstStyle>
              <a:p>
                <a:pPr/>
                <a14:m>
                  <m:oMathPara xmlns:m="http://schemas.openxmlformats.org/officeDocument/2006/math">
                    <m:oMathParaPr>
                      <m:jc m:val="centerGroup"/>
                    </m:oMathParaPr>
                    <m:oMath xmlns:m="http://schemas.openxmlformats.org/officeDocument/2006/math">
                      <m:r>
                        <a:rPr lang="en-GB" i="1" noProof="0" smtClean="0">
                          <a:latin typeface="Cambria Math" panose="02040503050406030204" pitchFamily="18" charset="0"/>
                        </a:rPr>
                        <m:t>𝜖</m:t>
                      </m:r>
                    </m:oMath>
                  </m:oMathPara>
                </a14:m>
                <a:endParaRPr lang="en-GB" noProof="0"/>
              </a:p>
            </p:txBody>
          </p:sp>
        </mc:Choice>
        <mc:Fallback xmlns="">
          <p:sp>
            <p:nvSpPr>
              <p:cNvPr id="195" name="TextBox 194">
                <a:extLst>
                  <a:ext uri="{FF2B5EF4-FFF2-40B4-BE49-F238E27FC236}">
                    <a16:creationId xmlns:a16="http://schemas.microsoft.com/office/drawing/2014/main" id="{A981E2E4-1A66-D116-CDB1-64E47F40A819}"/>
                  </a:ext>
                </a:extLst>
              </p:cNvPr>
              <p:cNvSpPr txBox="1">
                <a:spLocks noRot="1" noChangeAspect="1" noMove="1" noResize="1" noEditPoints="1" noAdjustHandles="1" noChangeArrowheads="1" noChangeShapeType="1" noTextEdit="1"/>
              </p:cNvSpPr>
              <p:nvPr/>
            </p:nvSpPr>
            <p:spPr>
              <a:xfrm>
                <a:off x="10771530" y="5686724"/>
                <a:ext cx="281857" cy="307777"/>
              </a:xfrm>
              <a:prstGeom prst="rect">
                <a:avLst/>
              </a:prstGeom>
              <a:blipFill>
                <a:blip r:embed="rId15"/>
                <a:stretch>
                  <a:fillRect/>
                </a:stretch>
              </a:blipFill>
            </p:spPr>
            <p:txBody>
              <a:bodyPr/>
              <a:lstStyle/>
              <a:p>
                <a:r>
                  <a:rPr lang="en-US">
                    <a:noFill/>
                  </a:rPr>
                  <a:t> </a:t>
                </a:r>
              </a:p>
            </p:txBody>
          </p:sp>
        </mc:Fallback>
      </mc:AlternateContent>
      <p:cxnSp>
        <p:nvCxnSpPr>
          <p:cNvPr id="196" name="Straight Connector 195">
            <a:extLst>
              <a:ext uri="{FF2B5EF4-FFF2-40B4-BE49-F238E27FC236}">
                <a16:creationId xmlns:a16="http://schemas.microsoft.com/office/drawing/2014/main" id="{387DAABD-65C0-4E5D-68CD-712727212F1F}"/>
              </a:ext>
            </a:extLst>
          </p:cNvPr>
          <p:cNvCxnSpPr>
            <a:cxnSpLocks/>
          </p:cNvCxnSpPr>
          <p:nvPr/>
        </p:nvCxnSpPr>
        <p:spPr>
          <a:xfrm>
            <a:off x="1597943" y="5840613"/>
            <a:ext cx="9146257" cy="0"/>
          </a:xfrm>
          <a:prstGeom prst="line">
            <a:avLst/>
          </a:prstGeom>
          <a:ln w="9525">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sp>
        <p:nvSpPr>
          <p:cNvPr id="190" name="Freeform: Shape 189">
            <a:extLst>
              <a:ext uri="{FF2B5EF4-FFF2-40B4-BE49-F238E27FC236}">
                <a16:creationId xmlns:a16="http://schemas.microsoft.com/office/drawing/2014/main" id="{4E89A692-CED8-7CB4-4C09-450713725DF3}"/>
              </a:ext>
            </a:extLst>
          </p:cNvPr>
          <p:cNvSpPr/>
          <p:nvPr/>
        </p:nvSpPr>
        <p:spPr>
          <a:xfrm>
            <a:off x="1585894" y="3250774"/>
            <a:ext cx="3376908" cy="258988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pic>
        <p:nvPicPr>
          <p:cNvPr id="7" name="Picture 6" descr="\documentclass{article}&#10;\usepackage{amsmath}&#10;\pagestyle{empty}&#10;\begin{document}&#10;&#10;\[&#10;P(Y_n = j) = P(Y_n &gt; j-1)- P(Y_n &gt; j)&#10;\]&#10;&#10;\end{document}" title="IguanaTex Picture Display">
            <a:extLst>
              <a:ext uri="{FF2B5EF4-FFF2-40B4-BE49-F238E27FC236}">
                <a16:creationId xmlns:a16="http://schemas.microsoft.com/office/drawing/2014/main" id="{E8E72168-F9E1-FE78-3527-8FCD61B8794A}"/>
              </a:ext>
            </a:extLst>
          </p:cNvPr>
          <p:cNvPicPr>
            <a:picLocks noChangeAspect="1"/>
          </p:cNvPicPr>
          <p:nvPr>
            <p:custDataLst>
              <p:tags r:id="rId1"/>
            </p:custDataLst>
          </p:nvPr>
        </p:nvPicPr>
        <p:blipFill>
          <a:blip r:embed="rId16" cstate="print">
            <a:extLst>
              <a:ext uri="{28A0092B-C50C-407E-A947-70E740481C1C}">
                <a14:useLocalDpi xmlns:a14="http://schemas.microsoft.com/office/drawing/2010/main" val="0"/>
              </a:ext>
            </a:extLst>
          </a:blip>
          <a:stretch>
            <a:fillRect/>
          </a:stretch>
        </p:blipFill>
        <p:spPr>
          <a:xfrm>
            <a:off x="1157706" y="1761927"/>
            <a:ext cx="3426994" cy="195930"/>
          </a:xfrm>
          <a:prstGeom prst="rect">
            <a:avLst/>
          </a:prstGeom>
        </p:spPr>
      </p:pic>
      <mc:AlternateContent xmlns:mc="http://schemas.openxmlformats.org/markup-compatibility/2006" xmlns:a14="http://schemas.microsoft.com/office/drawing/2010/main">
        <mc:Choice Requires="a14">
          <p:sp>
            <p:nvSpPr>
              <p:cNvPr id="55" name="TextBox 54">
                <a:extLst>
                  <a:ext uri="{FF2B5EF4-FFF2-40B4-BE49-F238E27FC236}">
                    <a16:creationId xmlns:a16="http://schemas.microsoft.com/office/drawing/2014/main" id="{D40776D6-502C-25D6-143B-A7635FF4D2FA}"/>
                  </a:ext>
                </a:extLst>
              </p:cNvPr>
              <p:cNvSpPr txBox="1"/>
              <p:nvPr/>
            </p:nvSpPr>
            <p:spPr>
              <a:xfrm>
                <a:off x="4572583" y="5828579"/>
                <a:ext cx="817952" cy="27699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GB" sz="1200" b="0" i="1" noProof="0" smtClean="0">
                          <a:solidFill>
                            <a:prstClr val="black"/>
                          </a:solidFill>
                          <a:latin typeface="Cambria Math" panose="02040503050406030204" pitchFamily="18" charset="0"/>
                        </a:rPr>
                        <m:t>𝑗</m:t>
                      </m:r>
                      <m:r>
                        <a:rPr lang="en-GB" sz="1200" b="0" i="1" noProof="0" smtClean="0">
                          <a:solidFill>
                            <a:prstClr val="black"/>
                          </a:solidFill>
                          <a:latin typeface="Cambria Math" panose="02040503050406030204" pitchFamily="18" charset="0"/>
                        </a:rPr>
                        <m:t>−1</m:t>
                      </m:r>
                    </m:oMath>
                  </m:oMathPara>
                </a14:m>
                <a:endParaRPr lang="en-GB" sz="1200" noProof="0"/>
              </a:p>
            </p:txBody>
          </p:sp>
        </mc:Choice>
        <mc:Fallback xmlns="">
          <p:sp>
            <p:nvSpPr>
              <p:cNvPr id="55" name="TextBox 54">
                <a:extLst>
                  <a:ext uri="{FF2B5EF4-FFF2-40B4-BE49-F238E27FC236}">
                    <a16:creationId xmlns:a16="http://schemas.microsoft.com/office/drawing/2014/main" id="{D40776D6-502C-25D6-143B-A7635FF4D2FA}"/>
                  </a:ext>
                </a:extLst>
              </p:cNvPr>
              <p:cNvSpPr txBox="1">
                <a:spLocks noRot="1" noChangeAspect="1" noMove="1" noResize="1" noEditPoints="1" noAdjustHandles="1" noChangeArrowheads="1" noChangeShapeType="1" noTextEdit="1"/>
              </p:cNvSpPr>
              <p:nvPr/>
            </p:nvSpPr>
            <p:spPr>
              <a:xfrm>
                <a:off x="4572583" y="5828579"/>
                <a:ext cx="817952" cy="276999"/>
              </a:xfrm>
              <a:prstGeom prst="rect">
                <a:avLst/>
              </a:prstGeom>
              <a:blipFill>
                <a:blip r:embed="rId17"/>
                <a:stretch>
                  <a:fillRect b="-2174"/>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D5A7137A-4816-BC23-7159-A01FCAC2BB9D}"/>
                  </a:ext>
                </a:extLst>
              </p:cNvPr>
              <p:cNvSpPr txBox="1"/>
              <p:nvPr/>
            </p:nvSpPr>
            <p:spPr>
              <a:xfrm>
                <a:off x="6820224" y="5848792"/>
                <a:ext cx="817952" cy="27699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GB" sz="1200" b="0" i="1" noProof="0" smtClean="0">
                          <a:latin typeface="Cambria Math" panose="02040503050406030204" pitchFamily="18" charset="0"/>
                        </a:rPr>
                        <m:t>𝑗</m:t>
                      </m:r>
                    </m:oMath>
                  </m:oMathPara>
                </a14:m>
                <a:endParaRPr lang="en-GB" sz="1200" noProof="0"/>
              </a:p>
            </p:txBody>
          </p:sp>
        </mc:Choice>
        <mc:Fallback xmlns="">
          <p:sp>
            <p:nvSpPr>
              <p:cNvPr id="56" name="TextBox 55">
                <a:extLst>
                  <a:ext uri="{FF2B5EF4-FFF2-40B4-BE49-F238E27FC236}">
                    <a16:creationId xmlns:a16="http://schemas.microsoft.com/office/drawing/2014/main" id="{D5A7137A-4816-BC23-7159-A01FCAC2BB9D}"/>
                  </a:ext>
                </a:extLst>
              </p:cNvPr>
              <p:cNvSpPr txBox="1">
                <a:spLocks noRot="1" noChangeAspect="1" noMove="1" noResize="1" noEditPoints="1" noAdjustHandles="1" noChangeArrowheads="1" noChangeShapeType="1" noTextEdit="1"/>
              </p:cNvSpPr>
              <p:nvPr/>
            </p:nvSpPr>
            <p:spPr>
              <a:xfrm>
                <a:off x="6820224" y="5848792"/>
                <a:ext cx="817952" cy="276999"/>
              </a:xfrm>
              <a:prstGeom prst="rect">
                <a:avLst/>
              </a:prstGeom>
              <a:blipFill>
                <a:blip r:embed="rId18"/>
                <a:stretch>
                  <a:fillRect b="-2174"/>
                </a:stretch>
              </a:blipFill>
            </p:spPr>
            <p:txBody>
              <a:bodyPr/>
              <a:lstStyle/>
              <a:p>
                <a:r>
                  <a:rPr lang="en-US">
                    <a:noFill/>
                  </a:rPr>
                  <a:t> </a:t>
                </a:r>
              </a:p>
            </p:txBody>
          </p:sp>
        </mc:Fallback>
      </mc:AlternateContent>
      <p:grpSp>
        <p:nvGrpSpPr>
          <p:cNvPr id="31" name="Group 30" descr="\documentclass{article}&#10;\usepackage{amsmath}&#10;\pagestyle{empty}&#10;\begin{document}&#10;&#10;$P(Y_n &gt; j-1)$&#10;&#10;&#10;\end{document}" title="IguanaTex Shape Display">
            <a:extLst>
              <a:ext uri="{FF2B5EF4-FFF2-40B4-BE49-F238E27FC236}">
                <a16:creationId xmlns:a16="http://schemas.microsoft.com/office/drawing/2014/main" id="{EB33B2E5-111A-4B0F-93BB-CF8EF6A18EC1}"/>
              </a:ext>
            </a:extLst>
          </p:cNvPr>
          <p:cNvGrpSpPr>
            <a:grpSpLocks noChangeAspect="1"/>
          </p:cNvGrpSpPr>
          <p:nvPr>
            <p:custDataLst>
              <p:tags r:id="rId2"/>
            </p:custDataLst>
          </p:nvPr>
        </p:nvGrpSpPr>
        <p:grpSpPr>
          <a:xfrm>
            <a:off x="5638800" y="5003800"/>
            <a:ext cx="854979" cy="138487"/>
            <a:chOff x="6733670" y="5777909"/>
            <a:chExt cx="854979" cy="138487"/>
          </a:xfrm>
        </p:grpSpPr>
        <p:sp>
          <p:nvSpPr>
            <p:cNvPr id="33" name="Freeform: Shape 32">
              <a:extLst>
                <a:ext uri="{FF2B5EF4-FFF2-40B4-BE49-F238E27FC236}">
                  <a16:creationId xmlns:a16="http://schemas.microsoft.com/office/drawing/2014/main" id="{800DE1CA-0695-4A54-8085-AB6A58148F22}"/>
                </a:ext>
              </a:extLst>
            </p:cNvPr>
            <p:cNvSpPr/>
            <p:nvPr>
              <p:custDataLst>
                <p:tags r:id="rId4"/>
              </p:custDataLst>
            </p:nvPr>
          </p:nvSpPr>
          <p:spPr>
            <a:xfrm>
              <a:off x="6733670" y="5787188"/>
              <a:ext cx="100597" cy="94587"/>
            </a:xfrm>
            <a:custGeom>
              <a:avLst/>
              <a:gdLst>
                <a:gd name="connsiteX0" fmla="*/ 37132 w 100597"/>
                <a:gd name="connsiteY0" fmla="*/ 50888 h 94587"/>
                <a:gd name="connsiteX1" fmla="*/ 61083 w 100597"/>
                <a:gd name="connsiteY1" fmla="*/ 50888 h 94587"/>
                <a:gd name="connsiteX2" fmla="*/ 100675 w 100597"/>
                <a:gd name="connsiteY2" fmla="*/ 20974 h 94587"/>
                <a:gd name="connsiteX3" fmla="*/ 72919 w 100597"/>
                <a:gd name="connsiteY3" fmla="*/ 63 h 94587"/>
                <a:gd name="connsiteX4" fmla="*/ 27269 w 100597"/>
                <a:gd name="connsiteY4" fmla="*/ 63 h 94587"/>
                <a:gd name="connsiteX5" fmla="*/ 23042 w 100597"/>
                <a:gd name="connsiteY5" fmla="*/ 2694 h 94587"/>
                <a:gd name="connsiteX6" fmla="*/ 27128 w 100597"/>
                <a:gd name="connsiteY6" fmla="*/ 4356 h 94587"/>
                <a:gd name="connsiteX7" fmla="*/ 33187 w 100597"/>
                <a:gd name="connsiteY7" fmla="*/ 4633 h 94587"/>
                <a:gd name="connsiteX8" fmla="*/ 36286 w 100597"/>
                <a:gd name="connsiteY8" fmla="*/ 6849 h 94587"/>
                <a:gd name="connsiteX9" fmla="*/ 35723 w 100597"/>
                <a:gd name="connsiteY9" fmla="*/ 9480 h 94587"/>
                <a:gd name="connsiteX10" fmla="*/ 16843 w 100597"/>
                <a:gd name="connsiteY10" fmla="*/ 83848 h 94587"/>
                <a:gd name="connsiteX11" fmla="*/ 4022 w 100597"/>
                <a:gd name="connsiteY11" fmla="*/ 90357 h 94587"/>
                <a:gd name="connsiteX12" fmla="*/ 77 w 100597"/>
                <a:gd name="connsiteY12" fmla="*/ 92988 h 94587"/>
                <a:gd name="connsiteX13" fmla="*/ 2190 w 100597"/>
                <a:gd name="connsiteY13" fmla="*/ 94650 h 94587"/>
                <a:gd name="connsiteX14" fmla="*/ 20084 w 100597"/>
                <a:gd name="connsiteY14" fmla="*/ 94234 h 94587"/>
                <a:gd name="connsiteX15" fmla="*/ 29101 w 100597"/>
                <a:gd name="connsiteY15" fmla="*/ 94373 h 94587"/>
                <a:gd name="connsiteX16" fmla="*/ 38259 w 100597"/>
                <a:gd name="connsiteY16" fmla="*/ 94650 h 94587"/>
                <a:gd name="connsiteX17" fmla="*/ 41077 w 100597"/>
                <a:gd name="connsiteY17" fmla="*/ 91880 h 94587"/>
                <a:gd name="connsiteX18" fmla="*/ 37132 w 100597"/>
                <a:gd name="connsiteY18" fmla="*/ 90357 h 94587"/>
                <a:gd name="connsiteX19" fmla="*/ 27974 w 100597"/>
                <a:gd name="connsiteY19" fmla="*/ 87864 h 94587"/>
                <a:gd name="connsiteX20" fmla="*/ 28396 w 100597"/>
                <a:gd name="connsiteY20" fmla="*/ 85510 h 94587"/>
                <a:gd name="connsiteX21" fmla="*/ 37132 w 100597"/>
                <a:gd name="connsiteY21" fmla="*/ 50888 h 94587"/>
                <a:gd name="connsiteX22" fmla="*/ 47276 w 100597"/>
                <a:gd name="connsiteY22" fmla="*/ 9618 h 94587"/>
                <a:gd name="connsiteX23" fmla="*/ 54884 w 100597"/>
                <a:gd name="connsiteY23" fmla="*/ 4356 h 94587"/>
                <a:gd name="connsiteX24" fmla="*/ 68410 w 100597"/>
                <a:gd name="connsiteY24" fmla="*/ 4356 h 94587"/>
                <a:gd name="connsiteX25" fmla="*/ 87571 w 100597"/>
                <a:gd name="connsiteY25" fmla="*/ 17651 h 94587"/>
                <a:gd name="connsiteX26" fmla="*/ 79259 w 100597"/>
                <a:gd name="connsiteY26" fmla="*/ 39947 h 94587"/>
                <a:gd name="connsiteX27" fmla="*/ 57561 w 100597"/>
                <a:gd name="connsiteY27" fmla="*/ 47287 h 94587"/>
                <a:gd name="connsiteX28" fmla="*/ 37695 w 100597"/>
                <a:gd name="connsiteY28" fmla="*/ 47287 h 94587"/>
                <a:gd name="connsiteX29" fmla="*/ 47276 w 100597"/>
                <a:gd name="connsiteY29" fmla="*/ 9618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597" h="94587">
                  <a:moveTo>
                    <a:pt x="37132" y="50888"/>
                  </a:moveTo>
                  <a:lnTo>
                    <a:pt x="61083" y="50888"/>
                  </a:lnTo>
                  <a:cubicBezTo>
                    <a:pt x="81090" y="50888"/>
                    <a:pt x="100675" y="36485"/>
                    <a:pt x="100675" y="20974"/>
                  </a:cubicBezTo>
                  <a:cubicBezTo>
                    <a:pt x="100675" y="10311"/>
                    <a:pt x="91376" y="63"/>
                    <a:pt x="72919" y="63"/>
                  </a:cubicBezTo>
                  <a:lnTo>
                    <a:pt x="27269" y="63"/>
                  </a:lnTo>
                  <a:cubicBezTo>
                    <a:pt x="24592" y="63"/>
                    <a:pt x="23042" y="63"/>
                    <a:pt x="23042" y="2694"/>
                  </a:cubicBezTo>
                  <a:cubicBezTo>
                    <a:pt x="23042" y="4356"/>
                    <a:pt x="24310" y="4356"/>
                    <a:pt x="27128" y="4356"/>
                  </a:cubicBezTo>
                  <a:cubicBezTo>
                    <a:pt x="28960" y="4356"/>
                    <a:pt x="31496" y="4494"/>
                    <a:pt x="33187" y="4633"/>
                  </a:cubicBezTo>
                  <a:cubicBezTo>
                    <a:pt x="35441" y="4910"/>
                    <a:pt x="36286" y="5325"/>
                    <a:pt x="36286" y="6849"/>
                  </a:cubicBezTo>
                  <a:cubicBezTo>
                    <a:pt x="36286" y="7403"/>
                    <a:pt x="36145" y="7818"/>
                    <a:pt x="35723" y="9480"/>
                  </a:cubicBezTo>
                  <a:lnTo>
                    <a:pt x="16843" y="83848"/>
                  </a:lnTo>
                  <a:cubicBezTo>
                    <a:pt x="15434" y="89249"/>
                    <a:pt x="15152" y="90357"/>
                    <a:pt x="4022" y="90357"/>
                  </a:cubicBezTo>
                  <a:cubicBezTo>
                    <a:pt x="1627" y="90357"/>
                    <a:pt x="77" y="90357"/>
                    <a:pt x="77" y="92988"/>
                  </a:cubicBezTo>
                  <a:cubicBezTo>
                    <a:pt x="77" y="94650"/>
                    <a:pt x="1767" y="94650"/>
                    <a:pt x="2190" y="94650"/>
                  </a:cubicBezTo>
                  <a:cubicBezTo>
                    <a:pt x="6135" y="94650"/>
                    <a:pt x="16139" y="94234"/>
                    <a:pt x="20084" y="94234"/>
                  </a:cubicBezTo>
                  <a:cubicBezTo>
                    <a:pt x="23042" y="94234"/>
                    <a:pt x="26142" y="94373"/>
                    <a:pt x="29101" y="94373"/>
                  </a:cubicBezTo>
                  <a:cubicBezTo>
                    <a:pt x="32200" y="94373"/>
                    <a:pt x="35300" y="94650"/>
                    <a:pt x="38259" y="94650"/>
                  </a:cubicBezTo>
                  <a:cubicBezTo>
                    <a:pt x="39245" y="94650"/>
                    <a:pt x="41077" y="94650"/>
                    <a:pt x="41077" y="91880"/>
                  </a:cubicBezTo>
                  <a:cubicBezTo>
                    <a:pt x="41077" y="90357"/>
                    <a:pt x="39809" y="90357"/>
                    <a:pt x="37132" y="90357"/>
                  </a:cubicBezTo>
                  <a:cubicBezTo>
                    <a:pt x="31919" y="90357"/>
                    <a:pt x="27974" y="90357"/>
                    <a:pt x="27974" y="87864"/>
                  </a:cubicBezTo>
                  <a:cubicBezTo>
                    <a:pt x="27974" y="87033"/>
                    <a:pt x="28255" y="86341"/>
                    <a:pt x="28396" y="85510"/>
                  </a:cubicBezTo>
                  <a:lnTo>
                    <a:pt x="37132" y="50888"/>
                  </a:lnTo>
                  <a:close/>
                  <a:moveTo>
                    <a:pt x="47276" y="9618"/>
                  </a:moveTo>
                  <a:cubicBezTo>
                    <a:pt x="48544" y="4771"/>
                    <a:pt x="48826" y="4356"/>
                    <a:pt x="54884" y="4356"/>
                  </a:cubicBezTo>
                  <a:lnTo>
                    <a:pt x="68410" y="4356"/>
                  </a:lnTo>
                  <a:cubicBezTo>
                    <a:pt x="80104" y="4356"/>
                    <a:pt x="87571" y="8095"/>
                    <a:pt x="87571" y="17651"/>
                  </a:cubicBezTo>
                  <a:cubicBezTo>
                    <a:pt x="87571" y="23052"/>
                    <a:pt x="84754" y="34962"/>
                    <a:pt x="79259" y="39947"/>
                  </a:cubicBezTo>
                  <a:cubicBezTo>
                    <a:pt x="72214" y="46179"/>
                    <a:pt x="63760" y="47287"/>
                    <a:pt x="57561" y="47287"/>
                  </a:cubicBezTo>
                  <a:lnTo>
                    <a:pt x="37695" y="47287"/>
                  </a:lnTo>
                  <a:lnTo>
                    <a:pt x="47276" y="961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4" name="Freeform: Shape 33">
              <a:extLst>
                <a:ext uri="{FF2B5EF4-FFF2-40B4-BE49-F238E27FC236}">
                  <a16:creationId xmlns:a16="http://schemas.microsoft.com/office/drawing/2014/main" id="{1A17D6A4-3B46-4F01-8880-6A2CD303F1C6}"/>
                </a:ext>
              </a:extLst>
            </p:cNvPr>
            <p:cNvSpPr/>
            <p:nvPr>
              <p:custDataLst>
                <p:tags r:id="rId5"/>
              </p:custDataLst>
            </p:nvPr>
          </p:nvSpPr>
          <p:spPr>
            <a:xfrm>
              <a:off x="6852007" y="5777909"/>
              <a:ext cx="32687" cy="138487"/>
            </a:xfrm>
            <a:custGeom>
              <a:avLst/>
              <a:gdLst>
                <a:gd name="connsiteX0" fmla="*/ 32772 w 32687"/>
                <a:gd name="connsiteY0" fmla="*/ 137166 h 138487"/>
                <a:gd name="connsiteX1" fmla="*/ 30377 w 32687"/>
                <a:gd name="connsiteY1" fmla="*/ 134119 h 138487"/>
                <a:gd name="connsiteX2" fmla="*/ 8256 w 32687"/>
                <a:gd name="connsiteY2" fmla="*/ 69307 h 138487"/>
                <a:gd name="connsiteX3" fmla="*/ 30940 w 32687"/>
                <a:gd name="connsiteY3" fmla="*/ 3802 h 138487"/>
                <a:gd name="connsiteX4" fmla="*/ 32772 w 32687"/>
                <a:gd name="connsiteY4" fmla="*/ 1448 h 138487"/>
                <a:gd name="connsiteX5" fmla="*/ 31363 w 32687"/>
                <a:gd name="connsiteY5" fmla="*/ 63 h 138487"/>
                <a:gd name="connsiteX6" fmla="*/ 8961 w 32687"/>
                <a:gd name="connsiteY6" fmla="*/ 27068 h 138487"/>
                <a:gd name="connsiteX7" fmla="*/ 84 w 32687"/>
                <a:gd name="connsiteY7" fmla="*/ 69307 h 138487"/>
                <a:gd name="connsiteX8" fmla="*/ 9383 w 32687"/>
                <a:gd name="connsiteY8" fmla="*/ 112515 h 138487"/>
                <a:gd name="connsiteX9" fmla="*/ 31363 w 32687"/>
                <a:gd name="connsiteY9" fmla="*/ 138550 h 138487"/>
                <a:gd name="connsiteX10" fmla="*/ 32772 w 32687"/>
                <a:gd name="connsiteY10" fmla="*/ 137166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87" h="138487">
                  <a:moveTo>
                    <a:pt x="32772" y="137166"/>
                  </a:moveTo>
                  <a:cubicBezTo>
                    <a:pt x="32772" y="136750"/>
                    <a:pt x="32772" y="136473"/>
                    <a:pt x="30377" y="134119"/>
                  </a:cubicBezTo>
                  <a:cubicBezTo>
                    <a:pt x="12765" y="116669"/>
                    <a:pt x="8256" y="90495"/>
                    <a:pt x="8256" y="69307"/>
                  </a:cubicBezTo>
                  <a:cubicBezTo>
                    <a:pt x="8256" y="45210"/>
                    <a:pt x="13610" y="21113"/>
                    <a:pt x="30940" y="3802"/>
                  </a:cubicBezTo>
                  <a:cubicBezTo>
                    <a:pt x="32772" y="2140"/>
                    <a:pt x="32772" y="1863"/>
                    <a:pt x="32772" y="1448"/>
                  </a:cubicBezTo>
                  <a:cubicBezTo>
                    <a:pt x="32772" y="478"/>
                    <a:pt x="32208" y="63"/>
                    <a:pt x="31363" y="63"/>
                  </a:cubicBezTo>
                  <a:cubicBezTo>
                    <a:pt x="29954" y="63"/>
                    <a:pt x="17273" y="9480"/>
                    <a:pt x="8961" y="27068"/>
                  </a:cubicBezTo>
                  <a:cubicBezTo>
                    <a:pt x="1775" y="42302"/>
                    <a:pt x="84" y="57674"/>
                    <a:pt x="84" y="69307"/>
                  </a:cubicBezTo>
                  <a:cubicBezTo>
                    <a:pt x="84" y="80109"/>
                    <a:pt x="1634" y="96866"/>
                    <a:pt x="9383" y="112515"/>
                  </a:cubicBezTo>
                  <a:cubicBezTo>
                    <a:pt x="17837" y="129549"/>
                    <a:pt x="29954" y="138550"/>
                    <a:pt x="31363" y="138550"/>
                  </a:cubicBezTo>
                  <a:cubicBezTo>
                    <a:pt x="32208" y="138550"/>
                    <a:pt x="32772" y="138135"/>
                    <a:pt x="32772" y="137166"/>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35" name="Freeform: Shape 34">
              <a:extLst>
                <a:ext uri="{FF2B5EF4-FFF2-40B4-BE49-F238E27FC236}">
                  <a16:creationId xmlns:a16="http://schemas.microsoft.com/office/drawing/2014/main" id="{48988B21-7025-4E10-9E41-F1DDBC4DDA31}"/>
                </a:ext>
              </a:extLst>
            </p:cNvPr>
            <p:cNvSpPr/>
            <p:nvPr>
              <p:custDataLst>
                <p:tags r:id="rId6"/>
              </p:custDataLst>
            </p:nvPr>
          </p:nvSpPr>
          <p:spPr>
            <a:xfrm>
              <a:off x="6897782" y="5787188"/>
              <a:ext cx="102429" cy="94587"/>
            </a:xfrm>
            <a:custGeom>
              <a:avLst/>
              <a:gdLst>
                <a:gd name="connsiteX0" fmla="*/ 79270 w 102429"/>
                <a:gd name="connsiteY0" fmla="*/ 15850 h 94587"/>
                <a:gd name="connsiteX1" fmla="*/ 81243 w 102429"/>
                <a:gd name="connsiteY1" fmla="*/ 13912 h 94587"/>
                <a:gd name="connsiteX2" fmla="*/ 99700 w 102429"/>
                <a:gd name="connsiteY2" fmla="*/ 4356 h 94587"/>
                <a:gd name="connsiteX3" fmla="*/ 102518 w 102429"/>
                <a:gd name="connsiteY3" fmla="*/ 1725 h 94587"/>
                <a:gd name="connsiteX4" fmla="*/ 100686 w 102429"/>
                <a:gd name="connsiteY4" fmla="*/ 63 h 94587"/>
                <a:gd name="connsiteX5" fmla="*/ 89133 w 102429"/>
                <a:gd name="connsiteY5" fmla="*/ 478 h 94587"/>
                <a:gd name="connsiteX6" fmla="*/ 75044 w 102429"/>
                <a:gd name="connsiteY6" fmla="*/ 63 h 94587"/>
                <a:gd name="connsiteX7" fmla="*/ 72367 w 102429"/>
                <a:gd name="connsiteY7" fmla="*/ 2694 h 94587"/>
                <a:gd name="connsiteX8" fmla="*/ 74480 w 102429"/>
                <a:gd name="connsiteY8" fmla="*/ 4356 h 94587"/>
                <a:gd name="connsiteX9" fmla="*/ 79552 w 102429"/>
                <a:gd name="connsiteY9" fmla="*/ 7541 h 94587"/>
                <a:gd name="connsiteX10" fmla="*/ 75748 w 102429"/>
                <a:gd name="connsiteY10" fmla="*/ 14189 h 94587"/>
                <a:gd name="connsiteX11" fmla="*/ 43061 w 102429"/>
                <a:gd name="connsiteY11" fmla="*/ 51165 h 94587"/>
                <a:gd name="connsiteX12" fmla="*/ 27563 w 102429"/>
                <a:gd name="connsiteY12" fmla="*/ 10034 h 94587"/>
                <a:gd name="connsiteX13" fmla="*/ 26717 w 102429"/>
                <a:gd name="connsiteY13" fmla="*/ 7680 h 94587"/>
                <a:gd name="connsiteX14" fmla="*/ 35030 w 102429"/>
                <a:gd name="connsiteY14" fmla="*/ 4356 h 94587"/>
                <a:gd name="connsiteX15" fmla="*/ 38411 w 102429"/>
                <a:gd name="connsiteY15" fmla="*/ 1586 h 94587"/>
                <a:gd name="connsiteX16" fmla="*/ 36298 w 102429"/>
                <a:gd name="connsiteY16" fmla="*/ 63 h 94587"/>
                <a:gd name="connsiteX17" fmla="*/ 18545 w 102429"/>
                <a:gd name="connsiteY17" fmla="*/ 478 h 94587"/>
                <a:gd name="connsiteX18" fmla="*/ 2765 w 102429"/>
                <a:gd name="connsiteY18" fmla="*/ 63 h 94587"/>
                <a:gd name="connsiteX19" fmla="*/ 88 w 102429"/>
                <a:gd name="connsiteY19" fmla="*/ 2833 h 94587"/>
                <a:gd name="connsiteX20" fmla="*/ 3329 w 102429"/>
                <a:gd name="connsiteY20" fmla="*/ 4356 h 94587"/>
                <a:gd name="connsiteX21" fmla="*/ 13614 w 102429"/>
                <a:gd name="connsiteY21" fmla="*/ 9064 h 94587"/>
                <a:gd name="connsiteX22" fmla="*/ 30944 w 102429"/>
                <a:gd name="connsiteY22" fmla="*/ 54627 h 94587"/>
                <a:gd name="connsiteX23" fmla="*/ 31508 w 102429"/>
                <a:gd name="connsiteY23" fmla="*/ 56981 h 94587"/>
                <a:gd name="connsiteX24" fmla="*/ 25167 w 102429"/>
                <a:gd name="connsiteY24" fmla="*/ 82186 h 94587"/>
                <a:gd name="connsiteX25" fmla="*/ 11923 w 102429"/>
                <a:gd name="connsiteY25" fmla="*/ 90357 h 94587"/>
                <a:gd name="connsiteX26" fmla="*/ 8119 w 102429"/>
                <a:gd name="connsiteY26" fmla="*/ 93126 h 94587"/>
                <a:gd name="connsiteX27" fmla="*/ 10092 w 102429"/>
                <a:gd name="connsiteY27" fmla="*/ 94650 h 94587"/>
                <a:gd name="connsiteX28" fmla="*/ 27844 w 102429"/>
                <a:gd name="connsiteY28" fmla="*/ 94234 h 94587"/>
                <a:gd name="connsiteX29" fmla="*/ 45879 w 102429"/>
                <a:gd name="connsiteY29" fmla="*/ 94650 h 94587"/>
                <a:gd name="connsiteX30" fmla="*/ 48556 w 102429"/>
                <a:gd name="connsiteY30" fmla="*/ 91880 h 94587"/>
                <a:gd name="connsiteX31" fmla="*/ 44611 w 102429"/>
                <a:gd name="connsiteY31" fmla="*/ 90357 h 94587"/>
                <a:gd name="connsiteX32" fmla="*/ 39257 w 102429"/>
                <a:gd name="connsiteY32" fmla="*/ 90080 h 94587"/>
                <a:gd name="connsiteX33" fmla="*/ 35453 w 102429"/>
                <a:gd name="connsiteY33" fmla="*/ 87864 h 94587"/>
                <a:gd name="connsiteX34" fmla="*/ 37425 w 102429"/>
                <a:gd name="connsiteY34" fmla="*/ 79139 h 94587"/>
                <a:gd name="connsiteX35" fmla="*/ 42356 w 102429"/>
                <a:gd name="connsiteY35" fmla="*/ 59612 h 94587"/>
                <a:gd name="connsiteX36" fmla="*/ 44329 w 102429"/>
                <a:gd name="connsiteY36" fmla="*/ 55319 h 94587"/>
                <a:gd name="connsiteX37" fmla="*/ 79270 w 102429"/>
                <a:gd name="connsiteY37" fmla="*/ 15850 h 9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2429" h="94587">
                  <a:moveTo>
                    <a:pt x="79270" y="15850"/>
                  </a:moveTo>
                  <a:lnTo>
                    <a:pt x="81243" y="13912"/>
                  </a:lnTo>
                  <a:cubicBezTo>
                    <a:pt x="85470" y="9757"/>
                    <a:pt x="90119" y="5048"/>
                    <a:pt x="99700" y="4356"/>
                  </a:cubicBezTo>
                  <a:cubicBezTo>
                    <a:pt x="101250" y="4217"/>
                    <a:pt x="102518" y="4217"/>
                    <a:pt x="102518" y="1725"/>
                  </a:cubicBezTo>
                  <a:cubicBezTo>
                    <a:pt x="102518" y="617"/>
                    <a:pt x="101813" y="63"/>
                    <a:pt x="100686" y="63"/>
                  </a:cubicBezTo>
                  <a:cubicBezTo>
                    <a:pt x="97023" y="63"/>
                    <a:pt x="92937" y="478"/>
                    <a:pt x="89133" y="478"/>
                  </a:cubicBezTo>
                  <a:cubicBezTo>
                    <a:pt x="84483" y="478"/>
                    <a:pt x="79552" y="63"/>
                    <a:pt x="75044" y="63"/>
                  </a:cubicBezTo>
                  <a:cubicBezTo>
                    <a:pt x="74198" y="63"/>
                    <a:pt x="72367" y="63"/>
                    <a:pt x="72367" y="2694"/>
                  </a:cubicBezTo>
                  <a:cubicBezTo>
                    <a:pt x="72367" y="4217"/>
                    <a:pt x="73776" y="4356"/>
                    <a:pt x="74480" y="4356"/>
                  </a:cubicBezTo>
                  <a:cubicBezTo>
                    <a:pt x="75466" y="4356"/>
                    <a:pt x="79552" y="4633"/>
                    <a:pt x="79552" y="7541"/>
                  </a:cubicBezTo>
                  <a:cubicBezTo>
                    <a:pt x="79552" y="9895"/>
                    <a:pt x="76312" y="13496"/>
                    <a:pt x="75748" y="14189"/>
                  </a:cubicBezTo>
                  <a:lnTo>
                    <a:pt x="43061" y="51165"/>
                  </a:lnTo>
                  <a:lnTo>
                    <a:pt x="27563" y="10034"/>
                  </a:lnTo>
                  <a:cubicBezTo>
                    <a:pt x="26717" y="8095"/>
                    <a:pt x="26717" y="7818"/>
                    <a:pt x="26717" y="7680"/>
                  </a:cubicBezTo>
                  <a:cubicBezTo>
                    <a:pt x="26717" y="4356"/>
                    <a:pt x="33621" y="4356"/>
                    <a:pt x="35030" y="4356"/>
                  </a:cubicBezTo>
                  <a:cubicBezTo>
                    <a:pt x="37002" y="4356"/>
                    <a:pt x="38411" y="4356"/>
                    <a:pt x="38411" y="1586"/>
                  </a:cubicBezTo>
                  <a:cubicBezTo>
                    <a:pt x="38411" y="63"/>
                    <a:pt x="36721" y="63"/>
                    <a:pt x="36298" y="63"/>
                  </a:cubicBezTo>
                  <a:cubicBezTo>
                    <a:pt x="32353" y="63"/>
                    <a:pt x="22490" y="478"/>
                    <a:pt x="18545" y="478"/>
                  </a:cubicBezTo>
                  <a:cubicBezTo>
                    <a:pt x="15023" y="478"/>
                    <a:pt x="6288" y="63"/>
                    <a:pt x="2765" y="63"/>
                  </a:cubicBezTo>
                  <a:cubicBezTo>
                    <a:pt x="1920" y="63"/>
                    <a:pt x="88" y="63"/>
                    <a:pt x="88" y="2833"/>
                  </a:cubicBezTo>
                  <a:cubicBezTo>
                    <a:pt x="88" y="4356"/>
                    <a:pt x="1497" y="4356"/>
                    <a:pt x="3329" y="4356"/>
                  </a:cubicBezTo>
                  <a:cubicBezTo>
                    <a:pt x="11783" y="4356"/>
                    <a:pt x="12346" y="5602"/>
                    <a:pt x="13614" y="9064"/>
                  </a:cubicBezTo>
                  <a:lnTo>
                    <a:pt x="30944" y="54627"/>
                  </a:lnTo>
                  <a:cubicBezTo>
                    <a:pt x="31085" y="55042"/>
                    <a:pt x="31508" y="56566"/>
                    <a:pt x="31508" y="56981"/>
                  </a:cubicBezTo>
                  <a:cubicBezTo>
                    <a:pt x="31508" y="57397"/>
                    <a:pt x="25872" y="79693"/>
                    <a:pt x="25167" y="82186"/>
                  </a:cubicBezTo>
                  <a:cubicBezTo>
                    <a:pt x="23336" y="89803"/>
                    <a:pt x="23195" y="90218"/>
                    <a:pt x="11923" y="90357"/>
                  </a:cubicBezTo>
                  <a:cubicBezTo>
                    <a:pt x="9246" y="90357"/>
                    <a:pt x="8119" y="90357"/>
                    <a:pt x="8119" y="93126"/>
                  </a:cubicBezTo>
                  <a:cubicBezTo>
                    <a:pt x="8119" y="94650"/>
                    <a:pt x="9810" y="94650"/>
                    <a:pt x="10092" y="94650"/>
                  </a:cubicBezTo>
                  <a:cubicBezTo>
                    <a:pt x="14037" y="94650"/>
                    <a:pt x="23899" y="94234"/>
                    <a:pt x="27844" y="94234"/>
                  </a:cubicBezTo>
                  <a:cubicBezTo>
                    <a:pt x="31789" y="94234"/>
                    <a:pt x="41934" y="94650"/>
                    <a:pt x="45879" y="94650"/>
                  </a:cubicBezTo>
                  <a:cubicBezTo>
                    <a:pt x="46865" y="94650"/>
                    <a:pt x="48556" y="94650"/>
                    <a:pt x="48556" y="91880"/>
                  </a:cubicBezTo>
                  <a:cubicBezTo>
                    <a:pt x="48556" y="90357"/>
                    <a:pt x="47288" y="90357"/>
                    <a:pt x="44611" y="90357"/>
                  </a:cubicBezTo>
                  <a:cubicBezTo>
                    <a:pt x="44329" y="90357"/>
                    <a:pt x="41652" y="90357"/>
                    <a:pt x="39257" y="90080"/>
                  </a:cubicBezTo>
                  <a:cubicBezTo>
                    <a:pt x="36298" y="89803"/>
                    <a:pt x="35453" y="89526"/>
                    <a:pt x="35453" y="87864"/>
                  </a:cubicBezTo>
                  <a:cubicBezTo>
                    <a:pt x="35453" y="86895"/>
                    <a:pt x="36721" y="82047"/>
                    <a:pt x="37425" y="79139"/>
                  </a:cubicBezTo>
                  <a:lnTo>
                    <a:pt x="42356" y="59612"/>
                  </a:lnTo>
                  <a:cubicBezTo>
                    <a:pt x="43061" y="56981"/>
                    <a:pt x="43202" y="56566"/>
                    <a:pt x="44329" y="55319"/>
                  </a:cubicBezTo>
                  <a:lnTo>
                    <a:pt x="79270" y="15850"/>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7" name="Freeform: Shape 46">
              <a:extLst>
                <a:ext uri="{FF2B5EF4-FFF2-40B4-BE49-F238E27FC236}">
                  <a16:creationId xmlns:a16="http://schemas.microsoft.com/office/drawing/2014/main" id="{2D451521-B149-476F-B3CE-4CE1768D2BF5}"/>
                </a:ext>
              </a:extLst>
            </p:cNvPr>
            <p:cNvSpPr/>
            <p:nvPr>
              <p:custDataLst>
                <p:tags r:id="rId7"/>
              </p:custDataLst>
            </p:nvPr>
          </p:nvSpPr>
          <p:spPr>
            <a:xfrm>
              <a:off x="6979283" y="5859797"/>
              <a:ext cx="60260" cy="43720"/>
            </a:xfrm>
            <a:custGeom>
              <a:avLst/>
              <a:gdLst>
                <a:gd name="connsiteX0" fmla="*/ 7491 w 60260"/>
                <a:gd name="connsiteY0" fmla="*/ 36708 h 43720"/>
                <a:gd name="connsiteX1" fmla="*/ 6505 w 60260"/>
                <a:gd name="connsiteY1" fmla="*/ 40683 h 43720"/>
                <a:gd name="connsiteX2" fmla="*/ 9858 w 60260"/>
                <a:gd name="connsiteY2" fmla="*/ 43785 h 43720"/>
                <a:gd name="connsiteX3" fmla="*/ 13704 w 60260"/>
                <a:gd name="connsiteY3" fmla="*/ 41652 h 43720"/>
                <a:gd name="connsiteX4" fmla="*/ 15480 w 60260"/>
                <a:gd name="connsiteY4" fmla="*/ 35642 h 43720"/>
                <a:gd name="connsiteX5" fmla="*/ 17649 w 60260"/>
                <a:gd name="connsiteY5" fmla="*/ 26917 h 43720"/>
                <a:gd name="connsiteX6" fmla="*/ 19326 w 60260"/>
                <a:gd name="connsiteY6" fmla="*/ 20422 h 43720"/>
                <a:gd name="connsiteX7" fmla="*/ 23468 w 60260"/>
                <a:gd name="connsiteY7" fmla="*/ 11697 h 43720"/>
                <a:gd name="connsiteX8" fmla="*/ 38262 w 60260"/>
                <a:gd name="connsiteY8" fmla="*/ 2779 h 43720"/>
                <a:gd name="connsiteX9" fmla="*/ 44081 w 60260"/>
                <a:gd name="connsiteY9" fmla="*/ 9565 h 43720"/>
                <a:gd name="connsiteX10" fmla="*/ 38262 w 60260"/>
                <a:gd name="connsiteY10" fmla="*/ 30213 h 43720"/>
                <a:gd name="connsiteX11" fmla="*/ 36783 w 60260"/>
                <a:gd name="connsiteY11" fmla="*/ 35448 h 43720"/>
                <a:gd name="connsiteX12" fmla="*/ 46152 w 60260"/>
                <a:gd name="connsiteY12" fmla="*/ 43785 h 43720"/>
                <a:gd name="connsiteX13" fmla="*/ 60354 w 60260"/>
                <a:gd name="connsiteY13" fmla="*/ 28953 h 43720"/>
                <a:gd name="connsiteX14" fmla="*/ 58776 w 60260"/>
                <a:gd name="connsiteY14" fmla="*/ 27693 h 43720"/>
                <a:gd name="connsiteX15" fmla="*/ 56902 w 60260"/>
                <a:gd name="connsiteY15" fmla="*/ 29341 h 43720"/>
                <a:gd name="connsiteX16" fmla="*/ 46448 w 60260"/>
                <a:gd name="connsiteY16" fmla="*/ 41070 h 43720"/>
                <a:gd name="connsiteX17" fmla="*/ 43982 w 60260"/>
                <a:gd name="connsiteY17" fmla="*/ 37678 h 43720"/>
                <a:gd name="connsiteX18" fmla="*/ 46251 w 60260"/>
                <a:gd name="connsiteY18" fmla="*/ 29825 h 43720"/>
                <a:gd name="connsiteX19" fmla="*/ 51478 w 60260"/>
                <a:gd name="connsiteY19" fmla="*/ 11116 h 43720"/>
                <a:gd name="connsiteX20" fmla="*/ 38657 w 60260"/>
                <a:gd name="connsiteY20" fmla="*/ 64 h 43720"/>
                <a:gd name="connsiteX21" fmla="*/ 21989 w 60260"/>
                <a:gd name="connsiteY21" fmla="*/ 8886 h 43720"/>
                <a:gd name="connsiteX22" fmla="*/ 11436 w 60260"/>
                <a:gd name="connsiteY22" fmla="*/ 64 h 43720"/>
                <a:gd name="connsiteX23" fmla="*/ 3645 w 60260"/>
                <a:gd name="connsiteY23" fmla="*/ 5299 h 43720"/>
                <a:gd name="connsiteX24" fmla="*/ 94 w 60260"/>
                <a:gd name="connsiteY24" fmla="*/ 14896 h 43720"/>
                <a:gd name="connsiteX25" fmla="*/ 1771 w 60260"/>
                <a:gd name="connsiteY25" fmla="*/ 16157 h 43720"/>
                <a:gd name="connsiteX26" fmla="*/ 3941 w 60260"/>
                <a:gd name="connsiteY26" fmla="*/ 13248 h 43720"/>
                <a:gd name="connsiteX27" fmla="*/ 11140 w 60260"/>
                <a:gd name="connsiteY27" fmla="*/ 2779 h 43720"/>
                <a:gd name="connsiteX28" fmla="*/ 14395 w 60260"/>
                <a:gd name="connsiteY28" fmla="*/ 7529 h 43720"/>
                <a:gd name="connsiteX29" fmla="*/ 12817 w 60260"/>
                <a:gd name="connsiteY29" fmla="*/ 15575 h 43720"/>
                <a:gd name="connsiteX30" fmla="*/ 10647 w 60260"/>
                <a:gd name="connsiteY30" fmla="*/ 24300 h 43720"/>
                <a:gd name="connsiteX31" fmla="*/ 7491 w 60260"/>
                <a:gd name="connsiteY31" fmla="*/ 36708 h 4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260" h="43720">
                  <a:moveTo>
                    <a:pt x="7491" y="36708"/>
                  </a:moveTo>
                  <a:cubicBezTo>
                    <a:pt x="7097" y="37968"/>
                    <a:pt x="6505" y="40392"/>
                    <a:pt x="6505" y="40683"/>
                  </a:cubicBezTo>
                  <a:cubicBezTo>
                    <a:pt x="6505" y="42815"/>
                    <a:pt x="8280" y="43785"/>
                    <a:pt x="9858" y="43785"/>
                  </a:cubicBezTo>
                  <a:cubicBezTo>
                    <a:pt x="11633" y="43785"/>
                    <a:pt x="13211" y="42525"/>
                    <a:pt x="13704" y="41652"/>
                  </a:cubicBezTo>
                  <a:cubicBezTo>
                    <a:pt x="14198" y="40780"/>
                    <a:pt x="14987" y="37678"/>
                    <a:pt x="15480" y="35642"/>
                  </a:cubicBezTo>
                  <a:cubicBezTo>
                    <a:pt x="15973" y="33800"/>
                    <a:pt x="17058" y="29341"/>
                    <a:pt x="17649" y="26917"/>
                  </a:cubicBezTo>
                  <a:cubicBezTo>
                    <a:pt x="18241" y="24784"/>
                    <a:pt x="18833" y="22652"/>
                    <a:pt x="19326" y="20422"/>
                  </a:cubicBezTo>
                  <a:cubicBezTo>
                    <a:pt x="20411" y="16447"/>
                    <a:pt x="20608" y="15672"/>
                    <a:pt x="23468" y="11697"/>
                  </a:cubicBezTo>
                  <a:cubicBezTo>
                    <a:pt x="26230" y="7820"/>
                    <a:pt x="30865" y="2779"/>
                    <a:pt x="38262" y="2779"/>
                  </a:cubicBezTo>
                  <a:cubicBezTo>
                    <a:pt x="43982" y="2779"/>
                    <a:pt x="44081" y="7723"/>
                    <a:pt x="44081" y="9565"/>
                  </a:cubicBezTo>
                  <a:cubicBezTo>
                    <a:pt x="44081" y="15381"/>
                    <a:pt x="39840" y="26141"/>
                    <a:pt x="38262" y="30213"/>
                  </a:cubicBezTo>
                  <a:cubicBezTo>
                    <a:pt x="37177" y="32927"/>
                    <a:pt x="36783" y="33800"/>
                    <a:pt x="36783" y="35448"/>
                  </a:cubicBezTo>
                  <a:cubicBezTo>
                    <a:pt x="36783" y="40586"/>
                    <a:pt x="41122" y="43785"/>
                    <a:pt x="46152" y="43785"/>
                  </a:cubicBezTo>
                  <a:cubicBezTo>
                    <a:pt x="56015" y="43785"/>
                    <a:pt x="60354" y="30407"/>
                    <a:pt x="60354" y="28953"/>
                  </a:cubicBezTo>
                  <a:cubicBezTo>
                    <a:pt x="60354" y="27693"/>
                    <a:pt x="59072" y="27693"/>
                    <a:pt x="58776" y="27693"/>
                  </a:cubicBezTo>
                  <a:cubicBezTo>
                    <a:pt x="57395" y="27693"/>
                    <a:pt x="57297" y="28274"/>
                    <a:pt x="56902" y="29341"/>
                  </a:cubicBezTo>
                  <a:cubicBezTo>
                    <a:pt x="54634" y="37096"/>
                    <a:pt x="50393" y="41070"/>
                    <a:pt x="46448" y="41070"/>
                  </a:cubicBezTo>
                  <a:cubicBezTo>
                    <a:pt x="44377" y="41070"/>
                    <a:pt x="43982" y="39713"/>
                    <a:pt x="43982" y="37678"/>
                  </a:cubicBezTo>
                  <a:cubicBezTo>
                    <a:pt x="43982" y="35448"/>
                    <a:pt x="44476" y="34188"/>
                    <a:pt x="46251" y="29825"/>
                  </a:cubicBezTo>
                  <a:cubicBezTo>
                    <a:pt x="47434" y="26820"/>
                    <a:pt x="51478" y="16544"/>
                    <a:pt x="51478" y="11116"/>
                  </a:cubicBezTo>
                  <a:cubicBezTo>
                    <a:pt x="51478" y="1712"/>
                    <a:pt x="43884" y="64"/>
                    <a:pt x="38657" y="64"/>
                  </a:cubicBezTo>
                  <a:cubicBezTo>
                    <a:pt x="30471" y="64"/>
                    <a:pt x="24948" y="5008"/>
                    <a:pt x="21989" y="8886"/>
                  </a:cubicBezTo>
                  <a:cubicBezTo>
                    <a:pt x="21299" y="2197"/>
                    <a:pt x="15480" y="64"/>
                    <a:pt x="11436" y="64"/>
                  </a:cubicBezTo>
                  <a:cubicBezTo>
                    <a:pt x="7195" y="64"/>
                    <a:pt x="4927" y="3069"/>
                    <a:pt x="3645" y="5299"/>
                  </a:cubicBezTo>
                  <a:cubicBezTo>
                    <a:pt x="1475" y="8886"/>
                    <a:pt x="94" y="14412"/>
                    <a:pt x="94" y="14896"/>
                  </a:cubicBezTo>
                  <a:cubicBezTo>
                    <a:pt x="94" y="16157"/>
                    <a:pt x="1475" y="16157"/>
                    <a:pt x="1771" y="16157"/>
                  </a:cubicBezTo>
                  <a:cubicBezTo>
                    <a:pt x="3152" y="16157"/>
                    <a:pt x="3250" y="15866"/>
                    <a:pt x="3941" y="13248"/>
                  </a:cubicBezTo>
                  <a:cubicBezTo>
                    <a:pt x="5420" y="7529"/>
                    <a:pt x="7294" y="2779"/>
                    <a:pt x="11140" y="2779"/>
                  </a:cubicBezTo>
                  <a:cubicBezTo>
                    <a:pt x="13704" y="2779"/>
                    <a:pt x="14395" y="4911"/>
                    <a:pt x="14395" y="7529"/>
                  </a:cubicBezTo>
                  <a:cubicBezTo>
                    <a:pt x="14395" y="9371"/>
                    <a:pt x="13507" y="12957"/>
                    <a:pt x="12817" y="15575"/>
                  </a:cubicBezTo>
                  <a:cubicBezTo>
                    <a:pt x="12126" y="18192"/>
                    <a:pt x="11140" y="22167"/>
                    <a:pt x="10647" y="24300"/>
                  </a:cubicBezTo>
                  <a:lnTo>
                    <a:pt x="7491" y="3670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8" name="Freeform: Shape 47">
              <a:extLst>
                <a:ext uri="{FF2B5EF4-FFF2-40B4-BE49-F238E27FC236}">
                  <a16:creationId xmlns:a16="http://schemas.microsoft.com/office/drawing/2014/main" id="{52F67EA6-23B2-45CE-8D26-83B6FD1A4B64}"/>
                </a:ext>
              </a:extLst>
            </p:cNvPr>
            <p:cNvSpPr/>
            <p:nvPr>
              <p:custDataLst>
                <p:tags r:id="rId8"/>
              </p:custDataLst>
            </p:nvPr>
          </p:nvSpPr>
          <p:spPr>
            <a:xfrm>
              <a:off x="7102170" y="5806991"/>
              <a:ext cx="86085" cy="80322"/>
            </a:xfrm>
            <a:custGeom>
              <a:avLst/>
              <a:gdLst>
                <a:gd name="connsiteX0" fmla="*/ 83511 w 86085"/>
                <a:gd name="connsiteY0" fmla="*/ 43271 h 80322"/>
                <a:gd name="connsiteX1" fmla="*/ 86188 w 86085"/>
                <a:gd name="connsiteY1" fmla="*/ 40224 h 80322"/>
                <a:gd name="connsiteX2" fmla="*/ 83511 w 86085"/>
                <a:gd name="connsiteY2" fmla="*/ 37177 h 80322"/>
                <a:gd name="connsiteX3" fmla="*/ 5456 w 86085"/>
                <a:gd name="connsiteY3" fmla="*/ 1032 h 80322"/>
                <a:gd name="connsiteX4" fmla="*/ 2920 w 86085"/>
                <a:gd name="connsiteY4" fmla="*/ 63 h 80322"/>
                <a:gd name="connsiteX5" fmla="*/ 102 w 86085"/>
                <a:gd name="connsiteY5" fmla="*/ 2833 h 80322"/>
                <a:gd name="connsiteX6" fmla="*/ 2779 w 86085"/>
                <a:gd name="connsiteY6" fmla="*/ 5879 h 80322"/>
                <a:gd name="connsiteX7" fmla="*/ 76748 w 86085"/>
                <a:gd name="connsiteY7" fmla="*/ 40224 h 80322"/>
                <a:gd name="connsiteX8" fmla="*/ 2779 w 86085"/>
                <a:gd name="connsiteY8" fmla="*/ 74569 h 80322"/>
                <a:gd name="connsiteX9" fmla="*/ 102 w 86085"/>
                <a:gd name="connsiteY9" fmla="*/ 77616 h 80322"/>
                <a:gd name="connsiteX10" fmla="*/ 2920 w 86085"/>
                <a:gd name="connsiteY10" fmla="*/ 80386 h 80322"/>
                <a:gd name="connsiteX11" fmla="*/ 5456 w 86085"/>
                <a:gd name="connsiteY11" fmla="*/ 79416 h 80322"/>
                <a:gd name="connsiteX12" fmla="*/ 83511 w 86085"/>
                <a:gd name="connsiteY12" fmla="*/ 43271 h 8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085" h="80322">
                  <a:moveTo>
                    <a:pt x="83511" y="43271"/>
                  </a:moveTo>
                  <a:cubicBezTo>
                    <a:pt x="85061" y="42578"/>
                    <a:pt x="86188" y="41886"/>
                    <a:pt x="86188" y="40224"/>
                  </a:cubicBezTo>
                  <a:cubicBezTo>
                    <a:pt x="86188" y="38562"/>
                    <a:pt x="85061" y="37870"/>
                    <a:pt x="83511" y="37177"/>
                  </a:cubicBezTo>
                  <a:lnTo>
                    <a:pt x="5456" y="1032"/>
                  </a:lnTo>
                  <a:cubicBezTo>
                    <a:pt x="3625" y="63"/>
                    <a:pt x="3343" y="63"/>
                    <a:pt x="2920" y="63"/>
                  </a:cubicBezTo>
                  <a:cubicBezTo>
                    <a:pt x="1370" y="63"/>
                    <a:pt x="102" y="1309"/>
                    <a:pt x="102" y="2833"/>
                  </a:cubicBezTo>
                  <a:cubicBezTo>
                    <a:pt x="102" y="4079"/>
                    <a:pt x="807" y="4910"/>
                    <a:pt x="2779" y="5879"/>
                  </a:cubicBezTo>
                  <a:lnTo>
                    <a:pt x="76748" y="40224"/>
                  </a:lnTo>
                  <a:lnTo>
                    <a:pt x="2779" y="74569"/>
                  </a:lnTo>
                  <a:cubicBezTo>
                    <a:pt x="807" y="75539"/>
                    <a:pt x="102" y="76369"/>
                    <a:pt x="102" y="77616"/>
                  </a:cubicBezTo>
                  <a:cubicBezTo>
                    <a:pt x="102" y="79139"/>
                    <a:pt x="1370" y="80386"/>
                    <a:pt x="2920" y="80386"/>
                  </a:cubicBezTo>
                  <a:cubicBezTo>
                    <a:pt x="3343" y="80386"/>
                    <a:pt x="3625" y="80386"/>
                    <a:pt x="5456" y="79416"/>
                  </a:cubicBezTo>
                  <a:lnTo>
                    <a:pt x="83511" y="43271"/>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9" name="Freeform: Shape 48">
              <a:extLst>
                <a:ext uri="{FF2B5EF4-FFF2-40B4-BE49-F238E27FC236}">
                  <a16:creationId xmlns:a16="http://schemas.microsoft.com/office/drawing/2014/main" id="{1A8AE4A5-F6D0-4C7D-A878-9CDCF6B0230F}"/>
                </a:ext>
              </a:extLst>
            </p:cNvPr>
            <p:cNvSpPr/>
            <p:nvPr>
              <p:custDataLst>
                <p:tags r:id="rId9"/>
              </p:custDataLst>
            </p:nvPr>
          </p:nvSpPr>
          <p:spPr>
            <a:xfrm>
              <a:off x="7237365" y="5790234"/>
              <a:ext cx="57766" cy="119930"/>
            </a:xfrm>
            <a:custGeom>
              <a:avLst/>
              <a:gdLst>
                <a:gd name="connsiteX0" fmla="*/ 57879 w 57766"/>
                <a:gd name="connsiteY0" fmla="*/ 5048 h 119930"/>
                <a:gd name="connsiteX1" fmla="*/ 52525 w 57766"/>
                <a:gd name="connsiteY1" fmla="*/ 63 h 119930"/>
                <a:gd name="connsiteX2" fmla="*/ 45058 w 57766"/>
                <a:gd name="connsiteY2" fmla="*/ 7403 h 119930"/>
                <a:gd name="connsiteX3" fmla="*/ 50271 w 57766"/>
                <a:gd name="connsiteY3" fmla="*/ 12388 h 119930"/>
                <a:gd name="connsiteX4" fmla="*/ 57879 w 57766"/>
                <a:gd name="connsiteY4" fmla="*/ 5048 h 119930"/>
                <a:gd name="connsiteX5" fmla="*/ 29560 w 57766"/>
                <a:gd name="connsiteY5" fmla="*/ 98528 h 119930"/>
                <a:gd name="connsiteX6" fmla="*/ 12230 w 57766"/>
                <a:gd name="connsiteY6" fmla="*/ 116946 h 119930"/>
                <a:gd name="connsiteX7" fmla="*/ 6735 w 57766"/>
                <a:gd name="connsiteY7" fmla="*/ 115700 h 119930"/>
                <a:gd name="connsiteX8" fmla="*/ 13075 w 57766"/>
                <a:gd name="connsiteY8" fmla="*/ 108360 h 119930"/>
                <a:gd name="connsiteX9" fmla="*/ 7721 w 57766"/>
                <a:gd name="connsiteY9" fmla="*/ 103513 h 119930"/>
                <a:gd name="connsiteX10" fmla="*/ 113 w 57766"/>
                <a:gd name="connsiteY10" fmla="*/ 111407 h 119930"/>
                <a:gd name="connsiteX11" fmla="*/ 12511 w 57766"/>
                <a:gd name="connsiteY11" fmla="*/ 119993 h 119930"/>
                <a:gd name="connsiteX12" fmla="*/ 38999 w 57766"/>
                <a:gd name="connsiteY12" fmla="*/ 98943 h 119930"/>
                <a:gd name="connsiteX13" fmla="*/ 51962 w 57766"/>
                <a:gd name="connsiteY13" fmla="*/ 48256 h 119930"/>
                <a:gd name="connsiteX14" fmla="*/ 52666 w 57766"/>
                <a:gd name="connsiteY14" fmla="*/ 43132 h 119930"/>
                <a:gd name="connsiteX15" fmla="*/ 39704 w 57766"/>
                <a:gd name="connsiteY15" fmla="*/ 30392 h 119930"/>
                <a:gd name="connsiteX16" fmla="*/ 17302 w 57766"/>
                <a:gd name="connsiteY16" fmla="*/ 51719 h 119930"/>
                <a:gd name="connsiteX17" fmla="*/ 18993 w 57766"/>
                <a:gd name="connsiteY17" fmla="*/ 53104 h 119930"/>
                <a:gd name="connsiteX18" fmla="*/ 21529 w 57766"/>
                <a:gd name="connsiteY18" fmla="*/ 50334 h 119930"/>
                <a:gd name="connsiteX19" fmla="*/ 39281 w 57766"/>
                <a:gd name="connsiteY19" fmla="*/ 33438 h 119930"/>
                <a:gd name="connsiteX20" fmla="*/ 43790 w 57766"/>
                <a:gd name="connsiteY20" fmla="*/ 39809 h 119930"/>
                <a:gd name="connsiteX21" fmla="*/ 42804 w 57766"/>
                <a:gd name="connsiteY21" fmla="*/ 46872 h 119930"/>
                <a:gd name="connsiteX22" fmla="*/ 29560 w 57766"/>
                <a:gd name="connsiteY22" fmla="*/ 98528 h 11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766" h="119930">
                  <a:moveTo>
                    <a:pt x="57879" y="5048"/>
                  </a:moveTo>
                  <a:cubicBezTo>
                    <a:pt x="57879" y="2417"/>
                    <a:pt x="55907" y="63"/>
                    <a:pt x="52525" y="63"/>
                  </a:cubicBezTo>
                  <a:cubicBezTo>
                    <a:pt x="49285" y="63"/>
                    <a:pt x="45058" y="3248"/>
                    <a:pt x="45058" y="7403"/>
                  </a:cubicBezTo>
                  <a:cubicBezTo>
                    <a:pt x="45058" y="10172"/>
                    <a:pt x="47030" y="12388"/>
                    <a:pt x="50271" y="12388"/>
                  </a:cubicBezTo>
                  <a:cubicBezTo>
                    <a:pt x="54075" y="12388"/>
                    <a:pt x="57879" y="8787"/>
                    <a:pt x="57879" y="5048"/>
                  </a:cubicBezTo>
                  <a:close/>
                  <a:moveTo>
                    <a:pt x="29560" y="98528"/>
                  </a:moveTo>
                  <a:cubicBezTo>
                    <a:pt x="26883" y="109053"/>
                    <a:pt x="20120" y="116946"/>
                    <a:pt x="12230" y="116946"/>
                  </a:cubicBezTo>
                  <a:cubicBezTo>
                    <a:pt x="11384" y="116946"/>
                    <a:pt x="9271" y="116946"/>
                    <a:pt x="6735" y="115700"/>
                  </a:cubicBezTo>
                  <a:cubicBezTo>
                    <a:pt x="10962" y="114731"/>
                    <a:pt x="13075" y="111130"/>
                    <a:pt x="13075" y="108360"/>
                  </a:cubicBezTo>
                  <a:cubicBezTo>
                    <a:pt x="13075" y="106144"/>
                    <a:pt x="11525" y="103513"/>
                    <a:pt x="7721" y="103513"/>
                  </a:cubicBezTo>
                  <a:cubicBezTo>
                    <a:pt x="4199" y="103513"/>
                    <a:pt x="113" y="106421"/>
                    <a:pt x="113" y="111407"/>
                  </a:cubicBezTo>
                  <a:cubicBezTo>
                    <a:pt x="113" y="116946"/>
                    <a:pt x="5749" y="119993"/>
                    <a:pt x="12511" y="119993"/>
                  </a:cubicBezTo>
                  <a:cubicBezTo>
                    <a:pt x="22374" y="119993"/>
                    <a:pt x="35477" y="112653"/>
                    <a:pt x="38999" y="98943"/>
                  </a:cubicBezTo>
                  <a:lnTo>
                    <a:pt x="51962" y="48256"/>
                  </a:lnTo>
                  <a:cubicBezTo>
                    <a:pt x="52666" y="45487"/>
                    <a:pt x="52666" y="43548"/>
                    <a:pt x="52666" y="43132"/>
                  </a:cubicBezTo>
                  <a:cubicBezTo>
                    <a:pt x="52666" y="35239"/>
                    <a:pt x="46749" y="30392"/>
                    <a:pt x="39704" y="30392"/>
                  </a:cubicBezTo>
                  <a:cubicBezTo>
                    <a:pt x="25333" y="30392"/>
                    <a:pt x="17302" y="50472"/>
                    <a:pt x="17302" y="51719"/>
                  </a:cubicBezTo>
                  <a:cubicBezTo>
                    <a:pt x="17302" y="53104"/>
                    <a:pt x="18711" y="53104"/>
                    <a:pt x="18993" y="53104"/>
                  </a:cubicBezTo>
                  <a:cubicBezTo>
                    <a:pt x="20261" y="53104"/>
                    <a:pt x="20401" y="52965"/>
                    <a:pt x="21529" y="50334"/>
                  </a:cubicBezTo>
                  <a:cubicBezTo>
                    <a:pt x="25051" y="41886"/>
                    <a:pt x="31532" y="33438"/>
                    <a:pt x="39281" y="33438"/>
                  </a:cubicBezTo>
                  <a:cubicBezTo>
                    <a:pt x="41254" y="33438"/>
                    <a:pt x="43790" y="33992"/>
                    <a:pt x="43790" y="39809"/>
                  </a:cubicBezTo>
                  <a:cubicBezTo>
                    <a:pt x="43790" y="42994"/>
                    <a:pt x="43367" y="44517"/>
                    <a:pt x="42804" y="46872"/>
                  </a:cubicBezTo>
                  <a:lnTo>
                    <a:pt x="29560" y="98528"/>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0" name="Freeform: Shape 49">
              <a:extLst>
                <a:ext uri="{FF2B5EF4-FFF2-40B4-BE49-F238E27FC236}">
                  <a16:creationId xmlns:a16="http://schemas.microsoft.com/office/drawing/2014/main" id="{F6776A84-BBD4-479D-8286-6B43C6B0340D}"/>
                </a:ext>
              </a:extLst>
            </p:cNvPr>
            <p:cNvSpPr/>
            <p:nvPr>
              <p:custDataLst>
                <p:tags r:id="rId10"/>
              </p:custDataLst>
            </p:nvPr>
          </p:nvSpPr>
          <p:spPr>
            <a:xfrm>
              <a:off x="7348285" y="5844383"/>
              <a:ext cx="86085" cy="5539"/>
            </a:xfrm>
            <a:custGeom>
              <a:avLst/>
              <a:gdLst>
                <a:gd name="connsiteX0" fmla="*/ 81274 w 86085"/>
                <a:gd name="connsiteY0" fmla="*/ 5602 h 5539"/>
                <a:gd name="connsiteX1" fmla="*/ 86206 w 86085"/>
                <a:gd name="connsiteY1" fmla="*/ 2833 h 5539"/>
                <a:gd name="connsiteX2" fmla="*/ 81274 w 86085"/>
                <a:gd name="connsiteY2" fmla="*/ 63 h 5539"/>
                <a:gd name="connsiteX3" fmla="*/ 5051 w 86085"/>
                <a:gd name="connsiteY3" fmla="*/ 63 h 5539"/>
                <a:gd name="connsiteX4" fmla="*/ 120 w 86085"/>
                <a:gd name="connsiteY4" fmla="*/ 2833 h 5539"/>
                <a:gd name="connsiteX5" fmla="*/ 5051 w 86085"/>
                <a:gd name="connsiteY5" fmla="*/ 5602 h 5539"/>
                <a:gd name="connsiteX6" fmla="*/ 81274 w 86085"/>
                <a:gd name="connsiteY6" fmla="*/ 5602 h 5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085" h="5539">
                  <a:moveTo>
                    <a:pt x="81274" y="5602"/>
                  </a:moveTo>
                  <a:cubicBezTo>
                    <a:pt x="83669" y="5602"/>
                    <a:pt x="86206" y="5602"/>
                    <a:pt x="86206" y="2833"/>
                  </a:cubicBezTo>
                  <a:cubicBezTo>
                    <a:pt x="86206" y="63"/>
                    <a:pt x="83669" y="63"/>
                    <a:pt x="81274" y="63"/>
                  </a:cubicBezTo>
                  <a:lnTo>
                    <a:pt x="5051" y="63"/>
                  </a:lnTo>
                  <a:cubicBezTo>
                    <a:pt x="2656" y="63"/>
                    <a:pt x="120" y="63"/>
                    <a:pt x="120" y="2833"/>
                  </a:cubicBezTo>
                  <a:cubicBezTo>
                    <a:pt x="120" y="5602"/>
                    <a:pt x="2656" y="5602"/>
                    <a:pt x="5051" y="5602"/>
                  </a:cubicBezTo>
                  <a:lnTo>
                    <a:pt x="81274" y="5602"/>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1" name="Freeform: Shape 50">
              <a:extLst>
                <a:ext uri="{FF2B5EF4-FFF2-40B4-BE49-F238E27FC236}">
                  <a16:creationId xmlns:a16="http://schemas.microsoft.com/office/drawing/2014/main" id="{69B3C441-7FCF-4709-8F30-45BD53C7AC63}"/>
                </a:ext>
              </a:extLst>
            </p:cNvPr>
            <p:cNvSpPr/>
            <p:nvPr>
              <p:custDataLst>
                <p:tags r:id="rId11"/>
              </p:custDataLst>
            </p:nvPr>
          </p:nvSpPr>
          <p:spPr>
            <a:xfrm>
              <a:off x="7490024" y="5789542"/>
              <a:ext cx="46494" cy="92232"/>
            </a:xfrm>
            <a:custGeom>
              <a:avLst/>
              <a:gdLst>
                <a:gd name="connsiteX0" fmla="*/ 29013 w 46494"/>
                <a:gd name="connsiteY0" fmla="*/ 3663 h 92232"/>
                <a:gd name="connsiteX1" fmla="*/ 25772 w 46494"/>
                <a:gd name="connsiteY1" fmla="*/ 63 h 92232"/>
                <a:gd name="connsiteX2" fmla="*/ 130 w 46494"/>
                <a:gd name="connsiteY2" fmla="*/ 8926 h 92232"/>
                <a:gd name="connsiteX3" fmla="*/ 130 w 46494"/>
                <a:gd name="connsiteY3" fmla="*/ 13219 h 92232"/>
                <a:gd name="connsiteX4" fmla="*/ 18587 w 46494"/>
                <a:gd name="connsiteY4" fmla="*/ 9618 h 92232"/>
                <a:gd name="connsiteX5" fmla="*/ 18587 w 46494"/>
                <a:gd name="connsiteY5" fmla="*/ 81355 h 92232"/>
                <a:gd name="connsiteX6" fmla="*/ 5484 w 46494"/>
                <a:gd name="connsiteY6" fmla="*/ 88002 h 92232"/>
                <a:gd name="connsiteX7" fmla="*/ 975 w 46494"/>
                <a:gd name="connsiteY7" fmla="*/ 88002 h 92232"/>
                <a:gd name="connsiteX8" fmla="*/ 975 w 46494"/>
                <a:gd name="connsiteY8" fmla="*/ 92296 h 92232"/>
                <a:gd name="connsiteX9" fmla="*/ 23800 w 46494"/>
                <a:gd name="connsiteY9" fmla="*/ 91880 h 92232"/>
                <a:gd name="connsiteX10" fmla="*/ 46624 w 46494"/>
                <a:gd name="connsiteY10" fmla="*/ 92296 h 92232"/>
                <a:gd name="connsiteX11" fmla="*/ 46624 w 46494"/>
                <a:gd name="connsiteY11" fmla="*/ 88002 h 92232"/>
                <a:gd name="connsiteX12" fmla="*/ 42116 w 46494"/>
                <a:gd name="connsiteY12" fmla="*/ 88002 h 92232"/>
                <a:gd name="connsiteX13" fmla="*/ 29013 w 46494"/>
                <a:gd name="connsiteY13" fmla="*/ 81355 h 92232"/>
                <a:gd name="connsiteX14" fmla="*/ 29013 w 46494"/>
                <a:gd name="connsiteY14" fmla="*/ 3663 h 9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494" h="92232">
                  <a:moveTo>
                    <a:pt x="29013" y="3663"/>
                  </a:moveTo>
                  <a:cubicBezTo>
                    <a:pt x="29013" y="340"/>
                    <a:pt x="29013" y="63"/>
                    <a:pt x="25772" y="63"/>
                  </a:cubicBezTo>
                  <a:cubicBezTo>
                    <a:pt x="17037" y="8926"/>
                    <a:pt x="4638" y="8926"/>
                    <a:pt x="130" y="8926"/>
                  </a:cubicBezTo>
                  <a:lnTo>
                    <a:pt x="130" y="13219"/>
                  </a:lnTo>
                  <a:cubicBezTo>
                    <a:pt x="2948" y="13219"/>
                    <a:pt x="11260" y="13219"/>
                    <a:pt x="18587" y="9618"/>
                  </a:cubicBezTo>
                  <a:lnTo>
                    <a:pt x="18587" y="81355"/>
                  </a:lnTo>
                  <a:cubicBezTo>
                    <a:pt x="18587" y="86341"/>
                    <a:pt x="18164" y="88002"/>
                    <a:pt x="5484" y="88002"/>
                  </a:cubicBezTo>
                  <a:lnTo>
                    <a:pt x="975" y="88002"/>
                  </a:lnTo>
                  <a:lnTo>
                    <a:pt x="975" y="92296"/>
                  </a:lnTo>
                  <a:cubicBezTo>
                    <a:pt x="5906" y="91880"/>
                    <a:pt x="18164" y="91880"/>
                    <a:pt x="23800" y="91880"/>
                  </a:cubicBezTo>
                  <a:cubicBezTo>
                    <a:pt x="29436" y="91880"/>
                    <a:pt x="41693" y="91880"/>
                    <a:pt x="46624" y="92296"/>
                  </a:cubicBezTo>
                  <a:lnTo>
                    <a:pt x="46624" y="88002"/>
                  </a:lnTo>
                  <a:lnTo>
                    <a:pt x="42116" y="88002"/>
                  </a:lnTo>
                  <a:cubicBezTo>
                    <a:pt x="29436" y="88002"/>
                    <a:pt x="29013" y="86479"/>
                    <a:pt x="29013" y="81355"/>
                  </a:cubicBezTo>
                  <a:lnTo>
                    <a:pt x="29013" y="3663"/>
                  </a:ln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52" name="Freeform: Shape 51">
              <a:extLst>
                <a:ext uri="{FF2B5EF4-FFF2-40B4-BE49-F238E27FC236}">
                  <a16:creationId xmlns:a16="http://schemas.microsoft.com/office/drawing/2014/main" id="{283A8E4A-E669-410B-94F1-55DEA4040606}"/>
                </a:ext>
              </a:extLst>
            </p:cNvPr>
            <p:cNvSpPr/>
            <p:nvPr>
              <p:custDataLst>
                <p:tags r:id="rId12"/>
              </p:custDataLst>
            </p:nvPr>
          </p:nvSpPr>
          <p:spPr>
            <a:xfrm>
              <a:off x="7555962" y="5777909"/>
              <a:ext cx="32687" cy="138487"/>
            </a:xfrm>
            <a:custGeom>
              <a:avLst/>
              <a:gdLst>
                <a:gd name="connsiteX0" fmla="*/ 32822 w 32687"/>
                <a:gd name="connsiteY0" fmla="*/ 69307 h 138487"/>
                <a:gd name="connsiteX1" fmla="*/ 23523 w 32687"/>
                <a:gd name="connsiteY1" fmla="*/ 26098 h 138487"/>
                <a:gd name="connsiteX2" fmla="*/ 1544 w 32687"/>
                <a:gd name="connsiteY2" fmla="*/ 63 h 138487"/>
                <a:gd name="connsiteX3" fmla="*/ 135 w 32687"/>
                <a:gd name="connsiteY3" fmla="*/ 1448 h 138487"/>
                <a:gd name="connsiteX4" fmla="*/ 2812 w 32687"/>
                <a:gd name="connsiteY4" fmla="*/ 4633 h 138487"/>
                <a:gd name="connsiteX5" fmla="*/ 24650 w 32687"/>
                <a:gd name="connsiteY5" fmla="*/ 69307 h 138487"/>
                <a:gd name="connsiteX6" fmla="*/ 1966 w 32687"/>
                <a:gd name="connsiteY6" fmla="*/ 134811 h 138487"/>
                <a:gd name="connsiteX7" fmla="*/ 135 w 32687"/>
                <a:gd name="connsiteY7" fmla="*/ 137166 h 138487"/>
                <a:gd name="connsiteX8" fmla="*/ 1544 w 32687"/>
                <a:gd name="connsiteY8" fmla="*/ 138550 h 138487"/>
                <a:gd name="connsiteX9" fmla="*/ 23946 w 32687"/>
                <a:gd name="connsiteY9" fmla="*/ 111545 h 138487"/>
                <a:gd name="connsiteX10" fmla="*/ 32822 w 32687"/>
                <a:gd name="connsiteY10" fmla="*/ 69307 h 13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87" h="138487">
                  <a:moveTo>
                    <a:pt x="32822" y="69307"/>
                  </a:moveTo>
                  <a:cubicBezTo>
                    <a:pt x="32822" y="58505"/>
                    <a:pt x="31272" y="41748"/>
                    <a:pt x="23523" y="26098"/>
                  </a:cubicBezTo>
                  <a:cubicBezTo>
                    <a:pt x="15069" y="9064"/>
                    <a:pt x="2953" y="63"/>
                    <a:pt x="1544" y="63"/>
                  </a:cubicBezTo>
                  <a:cubicBezTo>
                    <a:pt x="698" y="63"/>
                    <a:pt x="135" y="617"/>
                    <a:pt x="135" y="1448"/>
                  </a:cubicBezTo>
                  <a:cubicBezTo>
                    <a:pt x="135" y="1863"/>
                    <a:pt x="135" y="2140"/>
                    <a:pt x="2812" y="4633"/>
                  </a:cubicBezTo>
                  <a:cubicBezTo>
                    <a:pt x="16619" y="18343"/>
                    <a:pt x="24650" y="40363"/>
                    <a:pt x="24650" y="69307"/>
                  </a:cubicBezTo>
                  <a:cubicBezTo>
                    <a:pt x="24650" y="92988"/>
                    <a:pt x="19437" y="117362"/>
                    <a:pt x="1966" y="134811"/>
                  </a:cubicBezTo>
                  <a:cubicBezTo>
                    <a:pt x="135" y="136473"/>
                    <a:pt x="135" y="136750"/>
                    <a:pt x="135" y="137166"/>
                  </a:cubicBezTo>
                  <a:cubicBezTo>
                    <a:pt x="135" y="137996"/>
                    <a:pt x="698" y="138550"/>
                    <a:pt x="1544" y="138550"/>
                  </a:cubicBezTo>
                  <a:cubicBezTo>
                    <a:pt x="2953" y="138550"/>
                    <a:pt x="15633" y="129133"/>
                    <a:pt x="23946" y="111545"/>
                  </a:cubicBezTo>
                  <a:cubicBezTo>
                    <a:pt x="31131" y="96312"/>
                    <a:pt x="32822" y="80940"/>
                    <a:pt x="32822" y="69307"/>
                  </a:cubicBezTo>
                  <a:close/>
                </a:path>
              </a:pathLst>
            </a:custGeom>
            <a:solidFill>
              <a:schemeClr val="tx1"/>
            </a:solidFill>
            <a:ln w="1416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pic>
        <p:nvPicPr>
          <p:cNvPr id="57" name="Picture 56" descr="\documentclass{article}&#10;\usepackage{amsmath}&#10;\pagestyle{empty}&#10;\begin{document}&#10;&#10;\[&#10;P(Y_n &gt; j)&#10;\]&#10;&#10;\end{document}" title="IguanaTex Picture Display">
            <a:extLst>
              <a:ext uri="{FF2B5EF4-FFF2-40B4-BE49-F238E27FC236}">
                <a16:creationId xmlns:a16="http://schemas.microsoft.com/office/drawing/2014/main" id="{59CF09DD-A641-4EDE-817F-C2345DEFA9FF}"/>
              </a:ext>
            </a:extLst>
          </p:cNvPr>
          <p:cNvPicPr>
            <a:picLocks noChangeAspect="1"/>
          </p:cNvPicPr>
          <p:nvPr>
            <p:custDataLst>
              <p:tags r:id="rId3"/>
            </p:custDataLst>
          </p:nvPr>
        </p:nvPicPr>
        <p:blipFill>
          <a:blip r:embed="rId19" cstate="print">
            <a:extLst>
              <a:ext uri="{28A0092B-C50C-407E-A947-70E740481C1C}">
                <a14:useLocalDpi xmlns:a14="http://schemas.microsoft.com/office/drawing/2010/main" val="0"/>
              </a:ext>
            </a:extLst>
          </a:blip>
          <a:stretch>
            <a:fillRect/>
          </a:stretch>
        </p:blipFill>
        <p:spPr>
          <a:xfrm>
            <a:off x="7305039" y="5014814"/>
            <a:ext cx="605584" cy="140074"/>
          </a:xfrm>
          <a:prstGeom prst="rect">
            <a:avLst/>
          </a:prstGeom>
        </p:spPr>
      </p:pic>
      <p:sp>
        <p:nvSpPr>
          <p:cNvPr id="2" name="TextBox 1">
            <a:extLst>
              <a:ext uri="{FF2B5EF4-FFF2-40B4-BE49-F238E27FC236}">
                <a16:creationId xmlns:a16="http://schemas.microsoft.com/office/drawing/2014/main" id="{A2121BBD-DBCC-3D69-CBF9-7B79BFA7AEB2}"/>
              </a:ext>
            </a:extLst>
          </p:cNvPr>
          <p:cNvSpPr txBox="1"/>
          <p:nvPr/>
        </p:nvSpPr>
        <p:spPr>
          <a:xfrm>
            <a:off x="1109662" y="1107856"/>
            <a:ext cx="3611375" cy="523220"/>
          </a:xfrm>
          <a:prstGeom prst="rect">
            <a:avLst/>
          </a:prstGeom>
          <a:noFill/>
        </p:spPr>
        <p:txBody>
          <a:bodyPr wrap="square">
            <a:spAutoFit/>
          </a:bodyPr>
          <a:lstStyle/>
          <a:p>
            <a:r>
              <a:rPr lang="en-US" sz="1400">
                <a:solidFill>
                  <a:prstClr val="black"/>
                </a:solidFill>
              </a:rPr>
              <a:t>Probability that observation </a:t>
            </a:r>
            <a:r>
              <a:rPr lang="en-US" sz="1400" i="1" err="1">
                <a:solidFill>
                  <a:prstClr val="black"/>
                </a:solidFill>
              </a:rPr>
              <a:t>i</a:t>
            </a:r>
            <a:r>
              <a:rPr lang="en-US" sz="1400">
                <a:solidFill>
                  <a:prstClr val="black"/>
                </a:solidFill>
              </a:rPr>
              <a:t> falls into </a:t>
            </a:r>
            <a:r>
              <a:rPr lang="en-US" sz="1400" b="1">
                <a:solidFill>
                  <a:prstClr val="black"/>
                </a:solidFill>
                <a:highlight>
                  <a:srgbClr val="FFC000"/>
                </a:highlight>
              </a:rPr>
              <a:t>category </a:t>
            </a:r>
            <a:r>
              <a:rPr lang="en-US" sz="1400" b="1" i="1">
                <a:solidFill>
                  <a:prstClr val="black"/>
                </a:solidFill>
                <a:highlight>
                  <a:srgbClr val="FFC000"/>
                </a:highlight>
              </a:rPr>
              <a:t>j</a:t>
            </a:r>
            <a:r>
              <a:rPr lang="en-US" sz="1400" b="1">
                <a:solidFill>
                  <a:prstClr val="black"/>
                </a:solidFill>
                <a:highlight>
                  <a:srgbClr val="FFC000"/>
                </a:highlight>
              </a:rPr>
              <a:t> </a:t>
            </a:r>
            <a:r>
              <a:rPr lang="en-GB" sz="1400" b="1" noProof="0">
                <a:solidFill>
                  <a:prstClr val="black"/>
                </a:solidFill>
                <a:highlight>
                  <a:srgbClr val="FFC000"/>
                </a:highlight>
                <a:latin typeface="Aptos" panose="020B0004020202020204"/>
              </a:rPr>
              <a:t>.</a:t>
            </a:r>
          </a:p>
        </p:txBody>
      </p:sp>
    </p:spTree>
    <p:extLst>
      <p:ext uri="{BB962C8B-B14F-4D97-AF65-F5344CB8AC3E}">
        <p14:creationId xmlns:p14="http://schemas.microsoft.com/office/powerpoint/2010/main" val="243190210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5"/>
                                        </p:tgtEl>
                                        <p:attrNameLst>
                                          <p:attrName>style.visibility</p:attrName>
                                        </p:attrNameLst>
                                      </p:cBhvr>
                                      <p:to>
                                        <p:strVal val="visible"/>
                                      </p:to>
                                    </p:set>
                                    <p:animEffect transition="in" filter="fade">
                                      <p:cBhvr>
                                        <p:cTn id="7" dur="500"/>
                                        <p:tgtEl>
                                          <p:spTgt spid="19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91"/>
                                        </p:tgtEl>
                                        <p:attrNameLst>
                                          <p:attrName>style.visibility</p:attrName>
                                        </p:attrNameLst>
                                      </p:cBhvr>
                                      <p:to>
                                        <p:strVal val="visible"/>
                                      </p:to>
                                    </p:set>
                                    <p:animEffect transition="in" filter="fade">
                                      <p:cBhvr>
                                        <p:cTn id="10" dur="500"/>
                                        <p:tgtEl>
                                          <p:spTgt spid="19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92"/>
                                        </p:tgtEl>
                                        <p:attrNameLst>
                                          <p:attrName>style.visibility</p:attrName>
                                        </p:attrNameLst>
                                      </p:cBhvr>
                                      <p:to>
                                        <p:strVal val="visible"/>
                                      </p:to>
                                    </p:set>
                                    <p:animEffect transition="in" filter="fade">
                                      <p:cBhvr>
                                        <p:cTn id="13" dur="500"/>
                                        <p:tgtEl>
                                          <p:spTgt spid="192"/>
                                        </p:tgtEl>
                                      </p:cBhvr>
                                    </p:animEffect>
                                  </p:childTnLst>
                                </p:cTn>
                              </p:par>
                              <p:par>
                                <p:cTn id="14" presetID="10" presetClass="entr" presetSubtype="0" fill="hold" nodeType="withEffect">
                                  <p:stCondLst>
                                    <p:cond delay="0"/>
                                  </p:stCondLst>
                                  <p:childTnLst>
                                    <p:set>
                                      <p:cBhvr>
                                        <p:cTn id="15" dur="1" fill="hold">
                                          <p:stCondLst>
                                            <p:cond delay="0"/>
                                          </p:stCondLst>
                                        </p:cTn>
                                        <p:tgtEl>
                                          <p:spTgt spid="196"/>
                                        </p:tgtEl>
                                        <p:attrNameLst>
                                          <p:attrName>style.visibility</p:attrName>
                                        </p:attrNameLst>
                                      </p:cBhvr>
                                      <p:to>
                                        <p:strVal val="visible"/>
                                      </p:to>
                                    </p:set>
                                    <p:animEffect transition="in" filter="fade">
                                      <p:cBhvr>
                                        <p:cTn id="16" dur="500"/>
                                        <p:tgtEl>
                                          <p:spTgt spid="19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90"/>
                                        </p:tgtEl>
                                        <p:attrNameLst>
                                          <p:attrName>style.visibility</p:attrName>
                                        </p:attrNameLst>
                                      </p:cBhvr>
                                      <p:to>
                                        <p:strVal val="visible"/>
                                      </p:to>
                                    </p:set>
                                    <p:animEffect transition="in" filter="fade">
                                      <p:cBhvr>
                                        <p:cTn id="19" dur="500"/>
                                        <p:tgtEl>
                                          <p:spTgt spid="190"/>
                                        </p:tgtEl>
                                      </p:cBhvr>
                                    </p:animEffect>
                                  </p:childTnLst>
                                </p:cTn>
                              </p:par>
                              <p:par>
                                <p:cTn id="20" presetID="10"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5"/>
                                        </p:tgtEl>
                                        <p:attrNameLst>
                                          <p:attrName>style.visibility</p:attrName>
                                        </p:attrNameLst>
                                      </p:cBhvr>
                                      <p:to>
                                        <p:strVal val="visible"/>
                                      </p:to>
                                    </p:set>
                                    <p:animEffect transition="in" filter="fade">
                                      <p:cBhvr>
                                        <p:cTn id="25" dur="500"/>
                                        <p:tgtEl>
                                          <p:spTgt spid="5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56"/>
                                        </p:tgtEl>
                                        <p:attrNameLst>
                                          <p:attrName>style.visibility</p:attrName>
                                        </p:attrNameLst>
                                      </p:cBhvr>
                                      <p:to>
                                        <p:strVal val="visible"/>
                                      </p:to>
                                    </p:set>
                                    <p:animEffect transition="in" filter="fade">
                                      <p:cBhvr>
                                        <p:cTn id="28" dur="500"/>
                                        <p:tgtEl>
                                          <p:spTgt spid="5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500"/>
                                        <p:tgtEl>
                                          <p:spTgt spid="31"/>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29"/>
                                        </p:tgtEl>
                                        <p:attrNameLst>
                                          <p:attrName>style.visibility</p:attrName>
                                        </p:attrNameLst>
                                      </p:cBhvr>
                                      <p:to>
                                        <p:strVal val="visible"/>
                                      </p:to>
                                    </p:set>
                                    <p:animEffect transition="in" filter="fade">
                                      <p:cBhvr>
                                        <p:cTn id="36" dur="500"/>
                                        <p:tgtEl>
                                          <p:spTgt spid="29"/>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57"/>
                                        </p:tgtEl>
                                        <p:attrNameLst>
                                          <p:attrName>style.visibility</p:attrName>
                                        </p:attrNameLst>
                                      </p:cBhvr>
                                      <p:to>
                                        <p:strVal val="visible"/>
                                      </p:to>
                                    </p:set>
                                    <p:animEffect transition="in" filter="fade">
                                      <p:cBhvr>
                                        <p:cTn id="41" dur="500"/>
                                        <p:tgtEl>
                                          <p:spTgt spid="5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54"/>
                                        </p:tgtEl>
                                        <p:attrNameLst>
                                          <p:attrName>style.visibility</p:attrName>
                                        </p:attrNameLst>
                                      </p:cBhvr>
                                      <p:to>
                                        <p:strVal val="visible"/>
                                      </p:to>
                                    </p:set>
                                    <p:animEffect transition="in" filter="fade">
                                      <p:cBhvr>
                                        <p:cTn id="44" dur="500"/>
                                        <p:tgtEl>
                                          <p:spTgt spid="54"/>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fade">
                                      <p:cBhvr>
                                        <p:cTn id="4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54" grpId="0" animBg="1"/>
      <p:bldP spid="191" grpId="0" animBg="1"/>
      <p:bldP spid="192" grpId="0" animBg="1"/>
      <p:bldP spid="195" grpId="0"/>
      <p:bldP spid="190" grpId="0" animBg="1"/>
      <p:bldP spid="55" grpId="0"/>
      <p:bldP spid="56" grpId="0"/>
      <p:bldP spid="2"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3F8903-CC6D-1909-10F0-F3F199275497}"/>
            </a:ext>
          </a:extLst>
        </p:cNvPr>
        <p:cNvGrpSpPr/>
        <p:nvPr/>
      </p:nvGrpSpPr>
      <p:grpSpPr>
        <a:xfrm>
          <a:off x="0" y="0"/>
          <a:ext cx="0" cy="0"/>
          <a:chOff x="0" y="0"/>
          <a:chExt cx="0" cy="0"/>
        </a:xfrm>
      </p:grpSpPr>
      <p:sp>
        <p:nvSpPr>
          <p:cNvPr id="881" name="Rectangle 880">
            <a:extLst>
              <a:ext uri="{FF2B5EF4-FFF2-40B4-BE49-F238E27FC236}">
                <a16:creationId xmlns:a16="http://schemas.microsoft.com/office/drawing/2014/main" id="{0CF11668-B640-CA3D-FAE9-290DED85C155}"/>
              </a:ext>
            </a:extLst>
          </p:cNvPr>
          <p:cNvSpPr/>
          <p:nvPr/>
        </p:nvSpPr>
        <p:spPr>
          <a:xfrm>
            <a:off x="7132320" y="4767503"/>
            <a:ext cx="2689860" cy="704265"/>
          </a:xfrm>
          <a:prstGeom prst="rect">
            <a:avLst/>
          </a:prstGeom>
          <a:solidFill>
            <a:srgbClr val="FFC000">
              <a:alpha val="89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a:p>
        </p:txBody>
      </p:sp>
      <p:sp>
        <p:nvSpPr>
          <p:cNvPr id="5" name="Slide Number Placeholder 2">
            <a:extLst>
              <a:ext uri="{FF2B5EF4-FFF2-40B4-BE49-F238E27FC236}">
                <a16:creationId xmlns:a16="http://schemas.microsoft.com/office/drawing/2014/main" id="{BD654280-466E-EF5C-6298-85EE54A5194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A16D3BB-2317-91E9-0EBF-5AFC51AFF94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15F8CF70-CCA1-0741-CBE4-A2EE4E614CD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2" name="Título 1">
            <a:extLst>
              <a:ext uri="{FF2B5EF4-FFF2-40B4-BE49-F238E27FC236}">
                <a16:creationId xmlns:a16="http://schemas.microsoft.com/office/drawing/2014/main" id="{83A556C8-890D-6480-76FB-1E967B8AFA95}"/>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4" name="TextBox 13">
            <a:extLst>
              <a:ext uri="{FF2B5EF4-FFF2-40B4-BE49-F238E27FC236}">
                <a16:creationId xmlns:a16="http://schemas.microsoft.com/office/drawing/2014/main" id="{B5F32F8E-5F26-22CF-FD52-9CDBB7C471A4}"/>
              </a:ext>
            </a:extLst>
          </p:cNvPr>
          <p:cNvSpPr txBox="1"/>
          <p:nvPr/>
        </p:nvSpPr>
        <p:spPr>
          <a:xfrm>
            <a:off x="891589" y="1196080"/>
            <a:ext cx="3736339" cy="276999"/>
          </a:xfrm>
          <a:prstGeom prst="rect">
            <a:avLst/>
          </a:prstGeom>
          <a:noFill/>
        </p:spPr>
        <p:txBody>
          <a:bodyPr wrap="square">
            <a:spAutoFit/>
          </a:bodyPr>
          <a:lstStyle/>
          <a:p>
            <a:pPr lvl="0">
              <a:defRPr/>
            </a:pPr>
            <a:r>
              <a:rPr lang="en-US" sz="1200">
                <a:solidFill>
                  <a:prstClr val="black"/>
                </a:solidFill>
              </a:rPr>
              <a:t>The specification of the ordinal logistic model is</a:t>
            </a:r>
            <a:endParaRPr kumimoji="0" lang="en-GB" sz="12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128" name="Group 127" descr="\documentclass{article}&#10;\usepackage{amsmath}&#10;\pagestyle{empty}&#10;\begin{document}&#10;&#10;\[&#10;P(Y_n &gt; j) = \frac{e^{\beta^\top x_n - \mu_{j}}}{1 + e^{(\beta^\top x_n - \mu_{j})}}&#10;\]&#10;&#10;\end{document}" title="IguanaTex Shape Display">
            <a:extLst>
              <a:ext uri="{FF2B5EF4-FFF2-40B4-BE49-F238E27FC236}">
                <a16:creationId xmlns:a16="http://schemas.microsoft.com/office/drawing/2014/main" id="{2FED0951-3499-7CB0-FD7B-0D3D923D6002}"/>
              </a:ext>
            </a:extLst>
          </p:cNvPr>
          <p:cNvGrpSpPr>
            <a:grpSpLocks noChangeAspect="1"/>
          </p:cNvGrpSpPr>
          <p:nvPr>
            <p:custDataLst>
              <p:tags r:id="rId1"/>
            </p:custDataLst>
          </p:nvPr>
        </p:nvGrpSpPr>
        <p:grpSpPr>
          <a:xfrm>
            <a:off x="1309078" y="1692154"/>
            <a:ext cx="2219325" cy="449969"/>
            <a:chOff x="6174969" y="3513919"/>
            <a:chExt cx="3490304" cy="707661"/>
          </a:xfrm>
        </p:grpSpPr>
        <p:sp>
          <p:nvSpPr>
            <p:cNvPr id="20" name="Freeform: Shape 19">
              <a:extLst>
                <a:ext uri="{FF2B5EF4-FFF2-40B4-BE49-F238E27FC236}">
                  <a16:creationId xmlns:a16="http://schemas.microsoft.com/office/drawing/2014/main" id="{3EFBA109-C5B5-45A8-B2EA-40507FA0D44A}"/>
                </a:ext>
              </a:extLst>
            </p:cNvPr>
            <p:cNvSpPr/>
            <p:nvPr>
              <p:custDataLst>
                <p:tags r:id="rId200"/>
              </p:custDataLst>
            </p:nvPr>
          </p:nvSpPr>
          <p:spPr>
            <a:xfrm>
              <a:off x="6174969" y="3796950"/>
              <a:ext cx="203072" cy="192313"/>
            </a:xfrm>
            <a:custGeom>
              <a:avLst/>
              <a:gdLst>
                <a:gd name="connsiteX0" fmla="*/ 74973 w 203072"/>
                <a:gd name="connsiteY0" fmla="*/ 103418 h 192313"/>
                <a:gd name="connsiteX1" fmla="*/ 123323 w 203072"/>
                <a:gd name="connsiteY1" fmla="*/ 103418 h 192313"/>
                <a:gd name="connsiteX2" fmla="*/ 203244 w 203072"/>
                <a:gd name="connsiteY2" fmla="*/ 42598 h 192313"/>
                <a:gd name="connsiteX3" fmla="*/ 147214 w 203072"/>
                <a:gd name="connsiteY3" fmla="*/ 81 h 192313"/>
                <a:gd name="connsiteX4" fmla="*/ 55064 w 203072"/>
                <a:gd name="connsiteY4" fmla="*/ 81 h 192313"/>
                <a:gd name="connsiteX5" fmla="*/ 46531 w 203072"/>
                <a:gd name="connsiteY5" fmla="*/ 5430 h 192313"/>
                <a:gd name="connsiteX6" fmla="*/ 54779 w 203072"/>
                <a:gd name="connsiteY6" fmla="*/ 8809 h 192313"/>
                <a:gd name="connsiteX7" fmla="*/ 67009 w 203072"/>
                <a:gd name="connsiteY7" fmla="*/ 9372 h 192313"/>
                <a:gd name="connsiteX8" fmla="*/ 73266 w 203072"/>
                <a:gd name="connsiteY8" fmla="*/ 13878 h 192313"/>
                <a:gd name="connsiteX9" fmla="*/ 72129 w 203072"/>
                <a:gd name="connsiteY9" fmla="*/ 19227 h 192313"/>
                <a:gd name="connsiteX10" fmla="*/ 34017 w 203072"/>
                <a:gd name="connsiteY10" fmla="*/ 170432 h 192313"/>
                <a:gd name="connsiteX11" fmla="*/ 8135 w 203072"/>
                <a:gd name="connsiteY11" fmla="*/ 183666 h 192313"/>
                <a:gd name="connsiteX12" fmla="*/ 172 w 203072"/>
                <a:gd name="connsiteY12" fmla="*/ 189015 h 192313"/>
                <a:gd name="connsiteX13" fmla="*/ 4438 w 203072"/>
                <a:gd name="connsiteY13" fmla="*/ 192394 h 192313"/>
                <a:gd name="connsiteX14" fmla="*/ 40559 w 203072"/>
                <a:gd name="connsiteY14" fmla="*/ 191550 h 192313"/>
                <a:gd name="connsiteX15" fmla="*/ 58761 w 203072"/>
                <a:gd name="connsiteY15" fmla="*/ 191831 h 192313"/>
                <a:gd name="connsiteX16" fmla="*/ 77248 w 203072"/>
                <a:gd name="connsiteY16" fmla="*/ 192394 h 192313"/>
                <a:gd name="connsiteX17" fmla="*/ 82936 w 203072"/>
                <a:gd name="connsiteY17" fmla="*/ 186763 h 192313"/>
                <a:gd name="connsiteX18" fmla="*/ 74973 w 203072"/>
                <a:gd name="connsiteY18" fmla="*/ 183666 h 192313"/>
                <a:gd name="connsiteX19" fmla="*/ 56486 w 203072"/>
                <a:gd name="connsiteY19" fmla="*/ 178597 h 192313"/>
                <a:gd name="connsiteX20" fmla="*/ 57339 w 203072"/>
                <a:gd name="connsiteY20" fmla="*/ 173811 h 192313"/>
                <a:gd name="connsiteX21" fmla="*/ 74973 w 203072"/>
                <a:gd name="connsiteY21" fmla="*/ 103418 h 192313"/>
                <a:gd name="connsiteX22" fmla="*/ 95451 w 203072"/>
                <a:gd name="connsiteY22" fmla="*/ 19509 h 192313"/>
                <a:gd name="connsiteX23" fmla="*/ 110809 w 203072"/>
                <a:gd name="connsiteY23" fmla="*/ 8809 h 192313"/>
                <a:gd name="connsiteX24" fmla="*/ 138113 w 203072"/>
                <a:gd name="connsiteY24" fmla="*/ 8809 h 192313"/>
                <a:gd name="connsiteX25" fmla="*/ 176793 w 203072"/>
                <a:gd name="connsiteY25" fmla="*/ 35840 h 192313"/>
                <a:gd name="connsiteX26" fmla="*/ 160013 w 203072"/>
                <a:gd name="connsiteY26" fmla="*/ 81173 h 192313"/>
                <a:gd name="connsiteX27" fmla="*/ 116213 w 203072"/>
                <a:gd name="connsiteY27" fmla="*/ 96097 h 192313"/>
                <a:gd name="connsiteX28" fmla="*/ 76110 w 203072"/>
                <a:gd name="connsiteY28" fmla="*/ 96097 h 192313"/>
                <a:gd name="connsiteX29" fmla="*/ 95451 w 203072"/>
                <a:gd name="connsiteY29" fmla="*/ 19509 h 192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03072" h="192313">
                  <a:moveTo>
                    <a:pt x="74973" y="103418"/>
                  </a:moveTo>
                  <a:lnTo>
                    <a:pt x="123323" y="103418"/>
                  </a:lnTo>
                  <a:cubicBezTo>
                    <a:pt x="163710" y="103418"/>
                    <a:pt x="203244" y="74134"/>
                    <a:pt x="203244" y="42598"/>
                  </a:cubicBezTo>
                  <a:cubicBezTo>
                    <a:pt x="203244" y="20917"/>
                    <a:pt x="184472" y="81"/>
                    <a:pt x="147214" y="81"/>
                  </a:cubicBezTo>
                  <a:lnTo>
                    <a:pt x="55064" y="81"/>
                  </a:lnTo>
                  <a:cubicBezTo>
                    <a:pt x="49660" y="81"/>
                    <a:pt x="46531" y="81"/>
                    <a:pt x="46531" y="5430"/>
                  </a:cubicBezTo>
                  <a:cubicBezTo>
                    <a:pt x="46531" y="8809"/>
                    <a:pt x="49091" y="8809"/>
                    <a:pt x="54779" y="8809"/>
                  </a:cubicBezTo>
                  <a:cubicBezTo>
                    <a:pt x="58477" y="8809"/>
                    <a:pt x="63596" y="9091"/>
                    <a:pt x="67009" y="9372"/>
                  </a:cubicBezTo>
                  <a:cubicBezTo>
                    <a:pt x="71560" y="9936"/>
                    <a:pt x="73266" y="10780"/>
                    <a:pt x="73266" y="13878"/>
                  </a:cubicBezTo>
                  <a:cubicBezTo>
                    <a:pt x="73266" y="15004"/>
                    <a:pt x="72982" y="15849"/>
                    <a:pt x="72129" y="19227"/>
                  </a:cubicBezTo>
                  <a:lnTo>
                    <a:pt x="34017" y="170432"/>
                  </a:lnTo>
                  <a:cubicBezTo>
                    <a:pt x="31173" y="181413"/>
                    <a:pt x="30604" y="183666"/>
                    <a:pt x="8135" y="183666"/>
                  </a:cubicBezTo>
                  <a:cubicBezTo>
                    <a:pt x="3300" y="183666"/>
                    <a:pt x="172" y="183666"/>
                    <a:pt x="172" y="189015"/>
                  </a:cubicBezTo>
                  <a:cubicBezTo>
                    <a:pt x="172" y="192394"/>
                    <a:pt x="3585" y="192394"/>
                    <a:pt x="4438" y="192394"/>
                  </a:cubicBezTo>
                  <a:cubicBezTo>
                    <a:pt x="12402" y="192394"/>
                    <a:pt x="32595" y="191550"/>
                    <a:pt x="40559" y="191550"/>
                  </a:cubicBezTo>
                  <a:cubicBezTo>
                    <a:pt x="46531" y="191550"/>
                    <a:pt x="52788" y="191831"/>
                    <a:pt x="58761" y="191831"/>
                  </a:cubicBezTo>
                  <a:cubicBezTo>
                    <a:pt x="65018" y="191831"/>
                    <a:pt x="71275" y="192394"/>
                    <a:pt x="77248" y="192394"/>
                  </a:cubicBezTo>
                  <a:cubicBezTo>
                    <a:pt x="79239" y="192394"/>
                    <a:pt x="82936" y="192394"/>
                    <a:pt x="82936" y="186763"/>
                  </a:cubicBezTo>
                  <a:cubicBezTo>
                    <a:pt x="82936" y="183666"/>
                    <a:pt x="80377" y="183666"/>
                    <a:pt x="74973" y="183666"/>
                  </a:cubicBezTo>
                  <a:cubicBezTo>
                    <a:pt x="64449" y="183666"/>
                    <a:pt x="56486" y="183666"/>
                    <a:pt x="56486" y="178597"/>
                  </a:cubicBezTo>
                  <a:cubicBezTo>
                    <a:pt x="56486" y="176908"/>
                    <a:pt x="57055" y="175500"/>
                    <a:pt x="57339" y="173811"/>
                  </a:cubicBezTo>
                  <a:lnTo>
                    <a:pt x="74973" y="103418"/>
                  </a:lnTo>
                  <a:close/>
                  <a:moveTo>
                    <a:pt x="95451" y="19509"/>
                  </a:moveTo>
                  <a:cubicBezTo>
                    <a:pt x="98010" y="9654"/>
                    <a:pt x="98579" y="8809"/>
                    <a:pt x="110809" y="8809"/>
                  </a:cubicBezTo>
                  <a:lnTo>
                    <a:pt x="138113" y="8809"/>
                  </a:lnTo>
                  <a:cubicBezTo>
                    <a:pt x="161719" y="8809"/>
                    <a:pt x="176793" y="16412"/>
                    <a:pt x="176793" y="35840"/>
                  </a:cubicBezTo>
                  <a:cubicBezTo>
                    <a:pt x="176793" y="46822"/>
                    <a:pt x="171105" y="71037"/>
                    <a:pt x="160013" y="81173"/>
                  </a:cubicBezTo>
                  <a:cubicBezTo>
                    <a:pt x="145792" y="93844"/>
                    <a:pt x="128727" y="96097"/>
                    <a:pt x="116213" y="96097"/>
                  </a:cubicBezTo>
                  <a:lnTo>
                    <a:pt x="76110" y="96097"/>
                  </a:lnTo>
                  <a:lnTo>
                    <a:pt x="95451" y="19509"/>
                  </a:lnTo>
                  <a:close/>
                </a:path>
              </a:pathLst>
            </a:custGeom>
            <a:solidFill>
              <a:srgbClr val="000000"/>
            </a:solidFill>
            <a:ln w="28498" cap="flat">
              <a:noFill/>
              <a:prstDash val="solid"/>
              <a:miter/>
            </a:ln>
          </p:spPr>
          <p:txBody>
            <a:bodyPr rtlCol="0" anchor="ctr"/>
            <a:lstStyle/>
            <a:p>
              <a:endParaRPr lang="en-GB" noProof="0"/>
            </a:p>
          </p:txBody>
        </p:sp>
        <p:sp>
          <p:nvSpPr>
            <p:cNvPr id="21" name="Freeform: Shape 20">
              <a:extLst>
                <a:ext uri="{FF2B5EF4-FFF2-40B4-BE49-F238E27FC236}">
                  <a16:creationId xmlns:a16="http://schemas.microsoft.com/office/drawing/2014/main" id="{154190FD-5371-F8FF-7C5A-53B6E5FFFB1C}"/>
                </a:ext>
              </a:extLst>
            </p:cNvPr>
            <p:cNvSpPr/>
            <p:nvPr>
              <p:custDataLst>
                <p:tags r:id="rId201"/>
              </p:custDataLst>
            </p:nvPr>
          </p:nvSpPr>
          <p:spPr>
            <a:xfrm>
              <a:off x="6413850" y="3778084"/>
              <a:ext cx="65984" cy="281572"/>
            </a:xfrm>
            <a:custGeom>
              <a:avLst/>
              <a:gdLst>
                <a:gd name="connsiteX0" fmla="*/ 66164 w 65984"/>
                <a:gd name="connsiteY0" fmla="*/ 278837 h 281572"/>
                <a:gd name="connsiteX1" fmla="*/ 61329 w 65984"/>
                <a:gd name="connsiteY1" fmla="*/ 272642 h 281572"/>
                <a:gd name="connsiteX2" fmla="*/ 16676 w 65984"/>
                <a:gd name="connsiteY2" fmla="*/ 140867 h 281572"/>
                <a:gd name="connsiteX3" fmla="*/ 62466 w 65984"/>
                <a:gd name="connsiteY3" fmla="*/ 7683 h 281572"/>
                <a:gd name="connsiteX4" fmla="*/ 66164 w 65984"/>
                <a:gd name="connsiteY4" fmla="*/ 2896 h 281572"/>
                <a:gd name="connsiteX5" fmla="*/ 63320 w 65984"/>
                <a:gd name="connsiteY5" fmla="*/ 81 h 281572"/>
                <a:gd name="connsiteX6" fmla="*/ 18098 w 65984"/>
                <a:gd name="connsiteY6" fmla="*/ 54987 h 281572"/>
                <a:gd name="connsiteX7" fmla="*/ 179 w 65984"/>
                <a:gd name="connsiteY7" fmla="*/ 140867 h 281572"/>
                <a:gd name="connsiteX8" fmla="*/ 18951 w 65984"/>
                <a:gd name="connsiteY8" fmla="*/ 228717 h 281572"/>
                <a:gd name="connsiteX9" fmla="*/ 63320 w 65984"/>
                <a:gd name="connsiteY9" fmla="*/ 281653 h 281572"/>
                <a:gd name="connsiteX10" fmla="*/ 66164 w 65984"/>
                <a:gd name="connsiteY10" fmla="*/ 278837 h 28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984" h="281572">
                  <a:moveTo>
                    <a:pt x="66164" y="278837"/>
                  </a:moveTo>
                  <a:cubicBezTo>
                    <a:pt x="66164" y="277992"/>
                    <a:pt x="66164" y="277429"/>
                    <a:pt x="61329" y="272642"/>
                  </a:cubicBezTo>
                  <a:cubicBezTo>
                    <a:pt x="25777" y="237164"/>
                    <a:pt x="16676" y="183947"/>
                    <a:pt x="16676" y="140867"/>
                  </a:cubicBezTo>
                  <a:cubicBezTo>
                    <a:pt x="16676" y="91873"/>
                    <a:pt x="27483" y="42880"/>
                    <a:pt x="62466" y="7683"/>
                  </a:cubicBezTo>
                  <a:cubicBezTo>
                    <a:pt x="66164" y="4304"/>
                    <a:pt x="66164" y="3741"/>
                    <a:pt x="66164" y="2896"/>
                  </a:cubicBezTo>
                  <a:cubicBezTo>
                    <a:pt x="66164" y="925"/>
                    <a:pt x="65026" y="81"/>
                    <a:pt x="63320" y="81"/>
                  </a:cubicBezTo>
                  <a:cubicBezTo>
                    <a:pt x="60475" y="81"/>
                    <a:pt x="34878" y="19227"/>
                    <a:pt x="18098" y="54987"/>
                  </a:cubicBezTo>
                  <a:cubicBezTo>
                    <a:pt x="3592" y="85960"/>
                    <a:pt x="179" y="117215"/>
                    <a:pt x="179" y="140867"/>
                  </a:cubicBezTo>
                  <a:cubicBezTo>
                    <a:pt x="179" y="162829"/>
                    <a:pt x="3308" y="196899"/>
                    <a:pt x="18951" y="228717"/>
                  </a:cubicBezTo>
                  <a:cubicBezTo>
                    <a:pt x="36016" y="263351"/>
                    <a:pt x="60475" y="281653"/>
                    <a:pt x="63320" y="281653"/>
                  </a:cubicBezTo>
                  <a:cubicBezTo>
                    <a:pt x="65026" y="281653"/>
                    <a:pt x="66164" y="280808"/>
                    <a:pt x="66164" y="278837"/>
                  </a:cubicBezTo>
                  <a:close/>
                </a:path>
              </a:pathLst>
            </a:custGeom>
            <a:solidFill>
              <a:srgbClr val="000000"/>
            </a:solidFill>
            <a:ln w="28498" cap="flat">
              <a:noFill/>
              <a:prstDash val="solid"/>
              <a:miter/>
            </a:ln>
          </p:spPr>
          <p:txBody>
            <a:bodyPr rtlCol="0" anchor="ctr"/>
            <a:lstStyle/>
            <a:p>
              <a:endParaRPr lang="en-GB" noProof="0"/>
            </a:p>
          </p:txBody>
        </p:sp>
        <p:sp>
          <p:nvSpPr>
            <p:cNvPr id="22" name="Freeform: Shape 21">
              <a:extLst>
                <a:ext uri="{FF2B5EF4-FFF2-40B4-BE49-F238E27FC236}">
                  <a16:creationId xmlns:a16="http://schemas.microsoft.com/office/drawing/2014/main" id="{706AF4EF-EA13-63D5-AA34-8C2C0A55648A}"/>
                </a:ext>
              </a:extLst>
            </p:cNvPr>
            <p:cNvSpPr/>
            <p:nvPr>
              <p:custDataLst>
                <p:tags r:id="rId202"/>
              </p:custDataLst>
            </p:nvPr>
          </p:nvSpPr>
          <p:spPr>
            <a:xfrm>
              <a:off x="6506253" y="3796950"/>
              <a:ext cx="206769" cy="192313"/>
            </a:xfrm>
            <a:custGeom>
              <a:avLst/>
              <a:gdLst>
                <a:gd name="connsiteX0" fmla="*/ 160024 w 206769"/>
                <a:gd name="connsiteY0" fmla="*/ 32180 h 192313"/>
                <a:gd name="connsiteX1" fmla="*/ 164006 w 206769"/>
                <a:gd name="connsiteY1" fmla="*/ 28238 h 192313"/>
                <a:gd name="connsiteX2" fmla="*/ 201264 w 206769"/>
                <a:gd name="connsiteY2" fmla="*/ 8809 h 192313"/>
                <a:gd name="connsiteX3" fmla="*/ 206953 w 206769"/>
                <a:gd name="connsiteY3" fmla="*/ 3459 h 192313"/>
                <a:gd name="connsiteX4" fmla="*/ 203255 w 206769"/>
                <a:gd name="connsiteY4" fmla="*/ 81 h 192313"/>
                <a:gd name="connsiteX5" fmla="*/ 179933 w 206769"/>
                <a:gd name="connsiteY5" fmla="*/ 925 h 192313"/>
                <a:gd name="connsiteX6" fmla="*/ 151492 w 206769"/>
                <a:gd name="connsiteY6" fmla="*/ 81 h 192313"/>
                <a:gd name="connsiteX7" fmla="*/ 146088 w 206769"/>
                <a:gd name="connsiteY7" fmla="*/ 5430 h 192313"/>
                <a:gd name="connsiteX8" fmla="*/ 150354 w 206769"/>
                <a:gd name="connsiteY8" fmla="*/ 8809 h 192313"/>
                <a:gd name="connsiteX9" fmla="*/ 160593 w 206769"/>
                <a:gd name="connsiteY9" fmla="*/ 15285 h 192313"/>
                <a:gd name="connsiteX10" fmla="*/ 152914 w 206769"/>
                <a:gd name="connsiteY10" fmla="*/ 28801 h 192313"/>
                <a:gd name="connsiteX11" fmla="*/ 86930 w 206769"/>
                <a:gd name="connsiteY11" fmla="*/ 103981 h 192313"/>
                <a:gd name="connsiteX12" fmla="*/ 55644 w 206769"/>
                <a:gd name="connsiteY12" fmla="*/ 20354 h 192313"/>
                <a:gd name="connsiteX13" fmla="*/ 53938 w 206769"/>
                <a:gd name="connsiteY13" fmla="*/ 15567 h 192313"/>
                <a:gd name="connsiteX14" fmla="*/ 70718 w 206769"/>
                <a:gd name="connsiteY14" fmla="*/ 8809 h 192313"/>
                <a:gd name="connsiteX15" fmla="*/ 77544 w 206769"/>
                <a:gd name="connsiteY15" fmla="*/ 3178 h 192313"/>
                <a:gd name="connsiteX16" fmla="*/ 73278 w 206769"/>
                <a:gd name="connsiteY16" fmla="*/ 81 h 192313"/>
                <a:gd name="connsiteX17" fmla="*/ 37442 w 206769"/>
                <a:gd name="connsiteY17" fmla="*/ 925 h 192313"/>
                <a:gd name="connsiteX18" fmla="*/ 5587 w 206769"/>
                <a:gd name="connsiteY18" fmla="*/ 81 h 192313"/>
                <a:gd name="connsiteX19" fmla="*/ 183 w 206769"/>
                <a:gd name="connsiteY19" fmla="*/ 5712 h 192313"/>
                <a:gd name="connsiteX20" fmla="*/ 6725 w 206769"/>
                <a:gd name="connsiteY20" fmla="*/ 8809 h 192313"/>
                <a:gd name="connsiteX21" fmla="*/ 27487 w 206769"/>
                <a:gd name="connsiteY21" fmla="*/ 18383 h 192313"/>
                <a:gd name="connsiteX22" fmla="*/ 62470 w 206769"/>
                <a:gd name="connsiteY22" fmla="*/ 111020 h 192313"/>
                <a:gd name="connsiteX23" fmla="*/ 63608 w 206769"/>
                <a:gd name="connsiteY23" fmla="*/ 115807 h 192313"/>
                <a:gd name="connsiteX24" fmla="*/ 50809 w 206769"/>
                <a:gd name="connsiteY24" fmla="*/ 167053 h 192313"/>
                <a:gd name="connsiteX25" fmla="*/ 24074 w 206769"/>
                <a:gd name="connsiteY25" fmla="*/ 183666 h 192313"/>
                <a:gd name="connsiteX26" fmla="*/ 16395 w 206769"/>
                <a:gd name="connsiteY26" fmla="*/ 189297 h 192313"/>
                <a:gd name="connsiteX27" fmla="*/ 20377 w 206769"/>
                <a:gd name="connsiteY27" fmla="*/ 192394 h 192313"/>
                <a:gd name="connsiteX28" fmla="*/ 56213 w 206769"/>
                <a:gd name="connsiteY28" fmla="*/ 191550 h 192313"/>
                <a:gd name="connsiteX29" fmla="*/ 92618 w 206769"/>
                <a:gd name="connsiteY29" fmla="*/ 192394 h 192313"/>
                <a:gd name="connsiteX30" fmla="*/ 98022 w 206769"/>
                <a:gd name="connsiteY30" fmla="*/ 186763 h 192313"/>
                <a:gd name="connsiteX31" fmla="*/ 90058 w 206769"/>
                <a:gd name="connsiteY31" fmla="*/ 183666 h 192313"/>
                <a:gd name="connsiteX32" fmla="*/ 79251 w 206769"/>
                <a:gd name="connsiteY32" fmla="*/ 183102 h 192313"/>
                <a:gd name="connsiteX33" fmla="*/ 71571 w 206769"/>
                <a:gd name="connsiteY33" fmla="*/ 178597 h 192313"/>
                <a:gd name="connsiteX34" fmla="*/ 75553 w 206769"/>
                <a:gd name="connsiteY34" fmla="*/ 160858 h 192313"/>
                <a:gd name="connsiteX35" fmla="*/ 85508 w 206769"/>
                <a:gd name="connsiteY35" fmla="*/ 121157 h 192313"/>
                <a:gd name="connsiteX36" fmla="*/ 89490 w 206769"/>
                <a:gd name="connsiteY36" fmla="*/ 112428 h 192313"/>
                <a:gd name="connsiteX37" fmla="*/ 160024 w 206769"/>
                <a:gd name="connsiteY37" fmla="*/ 32180 h 192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06769" h="192313">
                  <a:moveTo>
                    <a:pt x="160024" y="32180"/>
                  </a:moveTo>
                  <a:lnTo>
                    <a:pt x="164006" y="28238"/>
                  </a:lnTo>
                  <a:cubicBezTo>
                    <a:pt x="172539" y="19791"/>
                    <a:pt x="181924" y="10217"/>
                    <a:pt x="201264" y="8809"/>
                  </a:cubicBezTo>
                  <a:cubicBezTo>
                    <a:pt x="204393" y="8528"/>
                    <a:pt x="206953" y="8528"/>
                    <a:pt x="206953" y="3459"/>
                  </a:cubicBezTo>
                  <a:cubicBezTo>
                    <a:pt x="206953" y="1207"/>
                    <a:pt x="205531" y="81"/>
                    <a:pt x="203255" y="81"/>
                  </a:cubicBezTo>
                  <a:cubicBezTo>
                    <a:pt x="195861" y="81"/>
                    <a:pt x="187613" y="925"/>
                    <a:pt x="179933" y="925"/>
                  </a:cubicBezTo>
                  <a:cubicBezTo>
                    <a:pt x="170548" y="925"/>
                    <a:pt x="160593" y="81"/>
                    <a:pt x="151492" y="81"/>
                  </a:cubicBezTo>
                  <a:cubicBezTo>
                    <a:pt x="149785" y="81"/>
                    <a:pt x="146088" y="81"/>
                    <a:pt x="146088" y="5430"/>
                  </a:cubicBezTo>
                  <a:cubicBezTo>
                    <a:pt x="146088" y="8528"/>
                    <a:pt x="148932" y="8809"/>
                    <a:pt x="150354" y="8809"/>
                  </a:cubicBezTo>
                  <a:cubicBezTo>
                    <a:pt x="152345" y="8809"/>
                    <a:pt x="160593" y="9372"/>
                    <a:pt x="160593" y="15285"/>
                  </a:cubicBezTo>
                  <a:cubicBezTo>
                    <a:pt x="160593" y="20072"/>
                    <a:pt x="154052" y="27393"/>
                    <a:pt x="152914" y="28801"/>
                  </a:cubicBezTo>
                  <a:lnTo>
                    <a:pt x="86930" y="103981"/>
                  </a:lnTo>
                  <a:lnTo>
                    <a:pt x="55644" y="20354"/>
                  </a:lnTo>
                  <a:cubicBezTo>
                    <a:pt x="53938" y="16412"/>
                    <a:pt x="53938" y="15849"/>
                    <a:pt x="53938" y="15567"/>
                  </a:cubicBezTo>
                  <a:cubicBezTo>
                    <a:pt x="53938" y="8809"/>
                    <a:pt x="67874" y="8809"/>
                    <a:pt x="70718" y="8809"/>
                  </a:cubicBezTo>
                  <a:cubicBezTo>
                    <a:pt x="74700" y="8809"/>
                    <a:pt x="77544" y="8809"/>
                    <a:pt x="77544" y="3178"/>
                  </a:cubicBezTo>
                  <a:cubicBezTo>
                    <a:pt x="77544" y="81"/>
                    <a:pt x="74131" y="81"/>
                    <a:pt x="73278" y="81"/>
                  </a:cubicBezTo>
                  <a:cubicBezTo>
                    <a:pt x="65314" y="81"/>
                    <a:pt x="45405" y="925"/>
                    <a:pt x="37442" y="925"/>
                  </a:cubicBezTo>
                  <a:cubicBezTo>
                    <a:pt x="30331" y="925"/>
                    <a:pt x="12698" y="81"/>
                    <a:pt x="5587" y="81"/>
                  </a:cubicBezTo>
                  <a:cubicBezTo>
                    <a:pt x="3881" y="81"/>
                    <a:pt x="183" y="81"/>
                    <a:pt x="183" y="5712"/>
                  </a:cubicBezTo>
                  <a:cubicBezTo>
                    <a:pt x="183" y="8809"/>
                    <a:pt x="3028" y="8809"/>
                    <a:pt x="6725" y="8809"/>
                  </a:cubicBezTo>
                  <a:cubicBezTo>
                    <a:pt x="23790" y="8809"/>
                    <a:pt x="24927" y="11343"/>
                    <a:pt x="27487" y="18383"/>
                  </a:cubicBezTo>
                  <a:lnTo>
                    <a:pt x="62470" y="111020"/>
                  </a:lnTo>
                  <a:cubicBezTo>
                    <a:pt x="62755" y="111865"/>
                    <a:pt x="63608" y="114962"/>
                    <a:pt x="63608" y="115807"/>
                  </a:cubicBezTo>
                  <a:cubicBezTo>
                    <a:pt x="63608" y="116651"/>
                    <a:pt x="52231" y="161985"/>
                    <a:pt x="50809" y="167053"/>
                  </a:cubicBezTo>
                  <a:cubicBezTo>
                    <a:pt x="47112" y="182539"/>
                    <a:pt x="46827" y="183384"/>
                    <a:pt x="24074" y="183666"/>
                  </a:cubicBezTo>
                  <a:cubicBezTo>
                    <a:pt x="18670" y="183666"/>
                    <a:pt x="16395" y="183666"/>
                    <a:pt x="16395" y="189297"/>
                  </a:cubicBezTo>
                  <a:cubicBezTo>
                    <a:pt x="16395" y="192394"/>
                    <a:pt x="19808" y="192394"/>
                    <a:pt x="20377" y="192394"/>
                  </a:cubicBezTo>
                  <a:cubicBezTo>
                    <a:pt x="28340" y="192394"/>
                    <a:pt x="48249" y="191550"/>
                    <a:pt x="56213" y="191550"/>
                  </a:cubicBezTo>
                  <a:cubicBezTo>
                    <a:pt x="64177" y="191550"/>
                    <a:pt x="84655" y="192394"/>
                    <a:pt x="92618" y="192394"/>
                  </a:cubicBezTo>
                  <a:cubicBezTo>
                    <a:pt x="94609" y="192394"/>
                    <a:pt x="98022" y="192394"/>
                    <a:pt x="98022" y="186763"/>
                  </a:cubicBezTo>
                  <a:cubicBezTo>
                    <a:pt x="98022" y="183666"/>
                    <a:pt x="95462" y="183666"/>
                    <a:pt x="90058" y="183666"/>
                  </a:cubicBezTo>
                  <a:cubicBezTo>
                    <a:pt x="89490" y="183666"/>
                    <a:pt x="84086" y="183666"/>
                    <a:pt x="79251" y="183102"/>
                  </a:cubicBezTo>
                  <a:cubicBezTo>
                    <a:pt x="73278" y="182539"/>
                    <a:pt x="71571" y="181976"/>
                    <a:pt x="71571" y="178597"/>
                  </a:cubicBezTo>
                  <a:cubicBezTo>
                    <a:pt x="71571" y="176626"/>
                    <a:pt x="74131" y="166771"/>
                    <a:pt x="75553" y="160858"/>
                  </a:cubicBezTo>
                  <a:lnTo>
                    <a:pt x="85508" y="121157"/>
                  </a:lnTo>
                  <a:cubicBezTo>
                    <a:pt x="86930" y="115807"/>
                    <a:pt x="87214" y="114962"/>
                    <a:pt x="89490" y="112428"/>
                  </a:cubicBezTo>
                  <a:lnTo>
                    <a:pt x="160024" y="32180"/>
                  </a:lnTo>
                  <a:close/>
                </a:path>
              </a:pathLst>
            </a:custGeom>
            <a:solidFill>
              <a:srgbClr val="000000"/>
            </a:solidFill>
            <a:ln w="28498" cap="flat">
              <a:noFill/>
              <a:prstDash val="solid"/>
              <a:miter/>
            </a:ln>
          </p:spPr>
          <p:txBody>
            <a:bodyPr rtlCol="0" anchor="ctr"/>
            <a:lstStyle/>
            <a:p>
              <a:endParaRPr lang="en-GB" noProof="0"/>
            </a:p>
          </p:txBody>
        </p:sp>
        <p:sp>
          <p:nvSpPr>
            <p:cNvPr id="23" name="Freeform: Shape 22">
              <a:extLst>
                <a:ext uri="{FF2B5EF4-FFF2-40B4-BE49-F238E27FC236}">
                  <a16:creationId xmlns:a16="http://schemas.microsoft.com/office/drawing/2014/main" id="{A5DCA6E9-C919-DF23-5C0F-B70ADBF3711A}"/>
                </a:ext>
              </a:extLst>
            </p:cNvPr>
            <p:cNvSpPr/>
            <p:nvPr>
              <p:custDataLst>
                <p:tags r:id="rId203"/>
              </p:custDataLst>
            </p:nvPr>
          </p:nvSpPr>
          <p:spPr>
            <a:xfrm>
              <a:off x="6670775" y="3944577"/>
              <a:ext cx="121644" cy="88892"/>
            </a:xfrm>
            <a:custGeom>
              <a:avLst/>
              <a:gdLst>
                <a:gd name="connsiteX0" fmla="*/ 15121 w 121644"/>
                <a:gd name="connsiteY0" fmla="*/ 74586 h 88892"/>
                <a:gd name="connsiteX1" fmla="*/ 13130 w 121644"/>
                <a:gd name="connsiteY1" fmla="*/ 82667 h 88892"/>
                <a:gd name="connsiteX2" fmla="*/ 19899 w 121644"/>
                <a:gd name="connsiteY2" fmla="*/ 88974 h 88892"/>
                <a:gd name="connsiteX3" fmla="*/ 27664 w 121644"/>
                <a:gd name="connsiteY3" fmla="*/ 84638 h 88892"/>
                <a:gd name="connsiteX4" fmla="*/ 31247 w 121644"/>
                <a:gd name="connsiteY4" fmla="*/ 72418 h 88892"/>
                <a:gd name="connsiteX5" fmla="*/ 35627 w 121644"/>
                <a:gd name="connsiteY5" fmla="*/ 54679 h 88892"/>
                <a:gd name="connsiteX6" fmla="*/ 39012 w 121644"/>
                <a:gd name="connsiteY6" fmla="*/ 41473 h 88892"/>
                <a:gd name="connsiteX7" fmla="*/ 47374 w 121644"/>
                <a:gd name="connsiteY7" fmla="*/ 23734 h 88892"/>
                <a:gd name="connsiteX8" fmla="*/ 77237 w 121644"/>
                <a:gd name="connsiteY8" fmla="*/ 5601 h 88892"/>
                <a:gd name="connsiteX9" fmla="*/ 88983 w 121644"/>
                <a:gd name="connsiteY9" fmla="*/ 19398 h 88892"/>
                <a:gd name="connsiteX10" fmla="*/ 77237 w 121644"/>
                <a:gd name="connsiteY10" fmla="*/ 61380 h 88892"/>
                <a:gd name="connsiteX11" fmla="*/ 74251 w 121644"/>
                <a:gd name="connsiteY11" fmla="*/ 72024 h 88892"/>
                <a:gd name="connsiteX12" fmla="*/ 93164 w 121644"/>
                <a:gd name="connsiteY12" fmla="*/ 88974 h 88892"/>
                <a:gd name="connsiteX13" fmla="*/ 121833 w 121644"/>
                <a:gd name="connsiteY13" fmla="*/ 58818 h 88892"/>
                <a:gd name="connsiteX14" fmla="*/ 118648 w 121644"/>
                <a:gd name="connsiteY14" fmla="*/ 56256 h 88892"/>
                <a:gd name="connsiteX15" fmla="*/ 114865 w 121644"/>
                <a:gd name="connsiteY15" fmla="*/ 59606 h 88892"/>
                <a:gd name="connsiteX16" fmla="*/ 93762 w 121644"/>
                <a:gd name="connsiteY16" fmla="*/ 83456 h 88892"/>
                <a:gd name="connsiteX17" fmla="*/ 88784 w 121644"/>
                <a:gd name="connsiteY17" fmla="*/ 76557 h 88892"/>
                <a:gd name="connsiteX18" fmla="*/ 93363 w 121644"/>
                <a:gd name="connsiteY18" fmla="*/ 60592 h 88892"/>
                <a:gd name="connsiteX19" fmla="*/ 103915 w 121644"/>
                <a:gd name="connsiteY19" fmla="*/ 22552 h 88892"/>
                <a:gd name="connsiteX20" fmla="*/ 78033 w 121644"/>
                <a:gd name="connsiteY20" fmla="*/ 82 h 88892"/>
                <a:gd name="connsiteX21" fmla="*/ 44387 w 121644"/>
                <a:gd name="connsiteY21" fmla="*/ 18018 h 88892"/>
                <a:gd name="connsiteX22" fmla="*/ 23084 w 121644"/>
                <a:gd name="connsiteY22" fmla="*/ 82 h 88892"/>
                <a:gd name="connsiteX23" fmla="*/ 7356 w 121644"/>
                <a:gd name="connsiteY23" fmla="*/ 10726 h 88892"/>
                <a:gd name="connsiteX24" fmla="*/ 189 w 121644"/>
                <a:gd name="connsiteY24" fmla="*/ 30238 h 88892"/>
                <a:gd name="connsiteX25" fmla="*/ 3574 w 121644"/>
                <a:gd name="connsiteY25" fmla="*/ 32801 h 88892"/>
                <a:gd name="connsiteX26" fmla="*/ 7954 w 121644"/>
                <a:gd name="connsiteY26" fmla="*/ 26888 h 88892"/>
                <a:gd name="connsiteX27" fmla="*/ 22487 w 121644"/>
                <a:gd name="connsiteY27" fmla="*/ 5601 h 88892"/>
                <a:gd name="connsiteX28" fmla="*/ 29057 w 121644"/>
                <a:gd name="connsiteY28" fmla="*/ 15259 h 88892"/>
                <a:gd name="connsiteX29" fmla="*/ 25872 w 121644"/>
                <a:gd name="connsiteY29" fmla="*/ 31618 h 88892"/>
                <a:gd name="connsiteX30" fmla="*/ 21492 w 121644"/>
                <a:gd name="connsiteY30" fmla="*/ 49357 h 88892"/>
                <a:gd name="connsiteX31" fmla="*/ 15121 w 121644"/>
                <a:gd name="connsiteY31" fmla="*/ 74586 h 8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1644" h="88892">
                  <a:moveTo>
                    <a:pt x="15121" y="74586"/>
                  </a:moveTo>
                  <a:cubicBezTo>
                    <a:pt x="14325" y="77148"/>
                    <a:pt x="13130" y="82076"/>
                    <a:pt x="13130" y="82667"/>
                  </a:cubicBezTo>
                  <a:cubicBezTo>
                    <a:pt x="13130" y="87003"/>
                    <a:pt x="16714" y="88974"/>
                    <a:pt x="19899" y="88974"/>
                  </a:cubicBezTo>
                  <a:cubicBezTo>
                    <a:pt x="23483" y="88974"/>
                    <a:pt x="26668" y="86412"/>
                    <a:pt x="27664" y="84638"/>
                  </a:cubicBezTo>
                  <a:cubicBezTo>
                    <a:pt x="28659" y="82864"/>
                    <a:pt x="30252" y="76557"/>
                    <a:pt x="31247" y="72418"/>
                  </a:cubicBezTo>
                  <a:cubicBezTo>
                    <a:pt x="32243" y="68673"/>
                    <a:pt x="34433" y="59606"/>
                    <a:pt x="35627" y="54679"/>
                  </a:cubicBezTo>
                  <a:cubicBezTo>
                    <a:pt x="36822" y="50343"/>
                    <a:pt x="38016" y="46007"/>
                    <a:pt x="39012" y="41473"/>
                  </a:cubicBezTo>
                  <a:cubicBezTo>
                    <a:pt x="41202" y="33392"/>
                    <a:pt x="41600" y="31815"/>
                    <a:pt x="47374" y="23734"/>
                  </a:cubicBezTo>
                  <a:cubicBezTo>
                    <a:pt x="52948" y="15850"/>
                    <a:pt x="62305" y="5601"/>
                    <a:pt x="77237" y="5601"/>
                  </a:cubicBezTo>
                  <a:cubicBezTo>
                    <a:pt x="88784" y="5601"/>
                    <a:pt x="88983" y="15653"/>
                    <a:pt x="88983" y="19398"/>
                  </a:cubicBezTo>
                  <a:cubicBezTo>
                    <a:pt x="88983" y="31224"/>
                    <a:pt x="80422" y="53102"/>
                    <a:pt x="77237" y="61380"/>
                  </a:cubicBezTo>
                  <a:cubicBezTo>
                    <a:pt x="75047" y="66899"/>
                    <a:pt x="74251" y="68673"/>
                    <a:pt x="74251" y="72024"/>
                  </a:cubicBezTo>
                  <a:cubicBezTo>
                    <a:pt x="74251" y="82470"/>
                    <a:pt x="83011" y="88974"/>
                    <a:pt x="93164" y="88974"/>
                  </a:cubicBezTo>
                  <a:cubicBezTo>
                    <a:pt x="113073" y="88974"/>
                    <a:pt x="121833" y="61775"/>
                    <a:pt x="121833" y="58818"/>
                  </a:cubicBezTo>
                  <a:cubicBezTo>
                    <a:pt x="121833" y="56256"/>
                    <a:pt x="119245" y="56256"/>
                    <a:pt x="118648" y="56256"/>
                  </a:cubicBezTo>
                  <a:cubicBezTo>
                    <a:pt x="115861" y="56256"/>
                    <a:pt x="115661" y="57438"/>
                    <a:pt x="114865" y="59606"/>
                  </a:cubicBezTo>
                  <a:cubicBezTo>
                    <a:pt x="110286" y="75374"/>
                    <a:pt x="101725" y="83456"/>
                    <a:pt x="93762" y="83456"/>
                  </a:cubicBezTo>
                  <a:cubicBezTo>
                    <a:pt x="89581" y="83456"/>
                    <a:pt x="88784" y="80696"/>
                    <a:pt x="88784" y="76557"/>
                  </a:cubicBezTo>
                  <a:cubicBezTo>
                    <a:pt x="88784" y="72024"/>
                    <a:pt x="89780" y="69461"/>
                    <a:pt x="93363" y="60592"/>
                  </a:cubicBezTo>
                  <a:cubicBezTo>
                    <a:pt x="95752" y="54482"/>
                    <a:pt x="103915" y="33589"/>
                    <a:pt x="103915" y="22552"/>
                  </a:cubicBezTo>
                  <a:cubicBezTo>
                    <a:pt x="103915" y="3433"/>
                    <a:pt x="88585" y="82"/>
                    <a:pt x="78033" y="82"/>
                  </a:cubicBezTo>
                  <a:cubicBezTo>
                    <a:pt x="61509" y="82"/>
                    <a:pt x="50360" y="10134"/>
                    <a:pt x="44387" y="18018"/>
                  </a:cubicBezTo>
                  <a:cubicBezTo>
                    <a:pt x="42994" y="4418"/>
                    <a:pt x="31247" y="82"/>
                    <a:pt x="23084" y="82"/>
                  </a:cubicBezTo>
                  <a:cubicBezTo>
                    <a:pt x="14524" y="82"/>
                    <a:pt x="9945" y="6192"/>
                    <a:pt x="7356" y="10726"/>
                  </a:cubicBezTo>
                  <a:cubicBezTo>
                    <a:pt x="2976" y="18018"/>
                    <a:pt x="189" y="29253"/>
                    <a:pt x="189" y="30238"/>
                  </a:cubicBezTo>
                  <a:cubicBezTo>
                    <a:pt x="189" y="32801"/>
                    <a:pt x="2976" y="32801"/>
                    <a:pt x="3574" y="32801"/>
                  </a:cubicBezTo>
                  <a:cubicBezTo>
                    <a:pt x="6361" y="32801"/>
                    <a:pt x="6560" y="32209"/>
                    <a:pt x="7954" y="26888"/>
                  </a:cubicBezTo>
                  <a:cubicBezTo>
                    <a:pt x="10940" y="15259"/>
                    <a:pt x="14723" y="5601"/>
                    <a:pt x="22487" y="5601"/>
                  </a:cubicBezTo>
                  <a:cubicBezTo>
                    <a:pt x="27664" y="5601"/>
                    <a:pt x="29057" y="9937"/>
                    <a:pt x="29057" y="15259"/>
                  </a:cubicBezTo>
                  <a:cubicBezTo>
                    <a:pt x="29057" y="19004"/>
                    <a:pt x="27265" y="26296"/>
                    <a:pt x="25872" y="31618"/>
                  </a:cubicBezTo>
                  <a:cubicBezTo>
                    <a:pt x="24478" y="36940"/>
                    <a:pt x="22487" y="45021"/>
                    <a:pt x="21492" y="49357"/>
                  </a:cubicBezTo>
                  <a:lnTo>
                    <a:pt x="15121" y="74586"/>
                  </a:lnTo>
                  <a:close/>
                </a:path>
              </a:pathLst>
            </a:custGeom>
            <a:solidFill>
              <a:srgbClr val="000000"/>
            </a:solidFill>
            <a:ln w="28498" cap="flat">
              <a:noFill/>
              <a:prstDash val="solid"/>
              <a:miter/>
            </a:ln>
          </p:spPr>
          <p:txBody>
            <a:bodyPr rtlCol="0" anchor="ctr"/>
            <a:lstStyle/>
            <a:p>
              <a:endParaRPr lang="en-GB" noProof="0"/>
            </a:p>
          </p:txBody>
        </p:sp>
        <p:sp>
          <p:nvSpPr>
            <p:cNvPr id="25" name="Freeform: Shape 24">
              <a:extLst>
                <a:ext uri="{FF2B5EF4-FFF2-40B4-BE49-F238E27FC236}">
                  <a16:creationId xmlns:a16="http://schemas.microsoft.com/office/drawing/2014/main" id="{58D39DD3-647F-E028-B252-CBD9A72695FE}"/>
                </a:ext>
              </a:extLst>
            </p:cNvPr>
            <p:cNvSpPr/>
            <p:nvPr>
              <p:custDataLst>
                <p:tags r:id="rId204"/>
              </p:custDataLst>
            </p:nvPr>
          </p:nvSpPr>
          <p:spPr>
            <a:xfrm>
              <a:off x="6918842" y="3837214"/>
              <a:ext cx="173777" cy="163311"/>
            </a:xfrm>
            <a:custGeom>
              <a:avLst/>
              <a:gdLst>
                <a:gd name="connsiteX0" fmla="*/ 168571 w 173777"/>
                <a:gd name="connsiteY0" fmla="*/ 87931 h 163311"/>
                <a:gd name="connsiteX1" fmla="*/ 173975 w 173777"/>
                <a:gd name="connsiteY1" fmla="*/ 81737 h 163311"/>
                <a:gd name="connsiteX2" fmla="*/ 168571 w 173777"/>
                <a:gd name="connsiteY2" fmla="*/ 75542 h 163311"/>
                <a:gd name="connsiteX3" fmla="*/ 11005 w 173777"/>
                <a:gd name="connsiteY3" fmla="*/ 2052 h 163311"/>
                <a:gd name="connsiteX4" fmla="*/ 5886 w 173777"/>
                <a:gd name="connsiteY4" fmla="*/ 81 h 163311"/>
                <a:gd name="connsiteX5" fmla="*/ 197 w 173777"/>
                <a:gd name="connsiteY5" fmla="*/ 5712 h 163311"/>
                <a:gd name="connsiteX6" fmla="*/ 5601 w 173777"/>
                <a:gd name="connsiteY6" fmla="*/ 11907 h 163311"/>
                <a:gd name="connsiteX7" fmla="*/ 154919 w 173777"/>
                <a:gd name="connsiteY7" fmla="*/ 81737 h 163311"/>
                <a:gd name="connsiteX8" fmla="*/ 5601 w 173777"/>
                <a:gd name="connsiteY8" fmla="*/ 151566 h 163311"/>
                <a:gd name="connsiteX9" fmla="*/ 197 w 173777"/>
                <a:gd name="connsiteY9" fmla="*/ 157761 h 163311"/>
                <a:gd name="connsiteX10" fmla="*/ 5886 w 173777"/>
                <a:gd name="connsiteY10" fmla="*/ 163392 h 163311"/>
                <a:gd name="connsiteX11" fmla="*/ 11005 w 173777"/>
                <a:gd name="connsiteY11" fmla="*/ 161421 h 163311"/>
                <a:gd name="connsiteX12" fmla="*/ 168571 w 173777"/>
                <a:gd name="connsiteY12" fmla="*/ 87931 h 16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77" h="163311">
                  <a:moveTo>
                    <a:pt x="168571" y="87931"/>
                  </a:moveTo>
                  <a:cubicBezTo>
                    <a:pt x="171699" y="86523"/>
                    <a:pt x="173975" y="85115"/>
                    <a:pt x="173975" y="81737"/>
                  </a:cubicBezTo>
                  <a:cubicBezTo>
                    <a:pt x="173975" y="78358"/>
                    <a:pt x="171699" y="76950"/>
                    <a:pt x="168571" y="75542"/>
                  </a:cubicBezTo>
                  <a:lnTo>
                    <a:pt x="11005" y="2052"/>
                  </a:lnTo>
                  <a:cubicBezTo>
                    <a:pt x="7308" y="81"/>
                    <a:pt x="6739" y="81"/>
                    <a:pt x="5886" y="81"/>
                  </a:cubicBezTo>
                  <a:cubicBezTo>
                    <a:pt x="2757" y="81"/>
                    <a:pt x="197" y="2615"/>
                    <a:pt x="197" y="5712"/>
                  </a:cubicBezTo>
                  <a:cubicBezTo>
                    <a:pt x="197" y="8246"/>
                    <a:pt x="1619" y="9936"/>
                    <a:pt x="5601" y="11907"/>
                  </a:cubicBezTo>
                  <a:lnTo>
                    <a:pt x="154919" y="81737"/>
                  </a:lnTo>
                  <a:lnTo>
                    <a:pt x="5601" y="151566"/>
                  </a:lnTo>
                  <a:cubicBezTo>
                    <a:pt x="1619" y="153537"/>
                    <a:pt x="197" y="155227"/>
                    <a:pt x="197" y="157761"/>
                  </a:cubicBezTo>
                  <a:cubicBezTo>
                    <a:pt x="197" y="160858"/>
                    <a:pt x="2757" y="163392"/>
                    <a:pt x="5886" y="163392"/>
                  </a:cubicBezTo>
                  <a:cubicBezTo>
                    <a:pt x="6739" y="163392"/>
                    <a:pt x="7308" y="163392"/>
                    <a:pt x="11005" y="161421"/>
                  </a:cubicBezTo>
                  <a:lnTo>
                    <a:pt x="168571" y="87931"/>
                  </a:lnTo>
                  <a:close/>
                </a:path>
              </a:pathLst>
            </a:custGeom>
            <a:solidFill>
              <a:srgbClr val="000000"/>
            </a:solidFill>
            <a:ln w="28498" cap="flat">
              <a:noFill/>
              <a:prstDash val="solid"/>
              <a:miter/>
            </a:ln>
          </p:spPr>
          <p:txBody>
            <a:bodyPr rtlCol="0" anchor="ctr"/>
            <a:lstStyle/>
            <a:p>
              <a:endParaRPr lang="en-GB" noProof="0"/>
            </a:p>
          </p:txBody>
        </p:sp>
        <p:sp>
          <p:nvSpPr>
            <p:cNvPr id="26" name="Freeform: Shape 25">
              <a:extLst>
                <a:ext uri="{FF2B5EF4-FFF2-40B4-BE49-F238E27FC236}">
                  <a16:creationId xmlns:a16="http://schemas.microsoft.com/office/drawing/2014/main" id="{61EAE92C-77FE-BBBC-086F-46A6106B92DC}"/>
                </a:ext>
              </a:extLst>
            </p:cNvPr>
            <p:cNvSpPr/>
            <p:nvPr>
              <p:custDataLst>
                <p:tags r:id="rId205"/>
              </p:custDataLst>
            </p:nvPr>
          </p:nvSpPr>
          <p:spPr>
            <a:xfrm>
              <a:off x="7191753" y="3803144"/>
              <a:ext cx="116609" cy="243841"/>
            </a:xfrm>
            <a:custGeom>
              <a:avLst/>
              <a:gdLst>
                <a:gd name="connsiteX0" fmla="*/ 116818 w 116609"/>
                <a:gd name="connsiteY0" fmla="*/ 10217 h 243841"/>
                <a:gd name="connsiteX1" fmla="*/ 106010 w 116609"/>
                <a:gd name="connsiteY1" fmla="*/ 81 h 243841"/>
                <a:gd name="connsiteX2" fmla="*/ 90936 w 116609"/>
                <a:gd name="connsiteY2" fmla="*/ 15004 h 243841"/>
                <a:gd name="connsiteX3" fmla="*/ 101459 w 116609"/>
                <a:gd name="connsiteY3" fmla="*/ 25141 h 243841"/>
                <a:gd name="connsiteX4" fmla="*/ 116818 w 116609"/>
                <a:gd name="connsiteY4" fmla="*/ 10217 h 243841"/>
                <a:gd name="connsiteX5" fmla="*/ 59650 w 116609"/>
                <a:gd name="connsiteY5" fmla="*/ 200278 h 243841"/>
                <a:gd name="connsiteX6" fmla="*/ 24667 w 116609"/>
                <a:gd name="connsiteY6" fmla="*/ 237727 h 243841"/>
                <a:gd name="connsiteX7" fmla="*/ 13575 w 116609"/>
                <a:gd name="connsiteY7" fmla="*/ 235193 h 243841"/>
                <a:gd name="connsiteX8" fmla="*/ 26374 w 116609"/>
                <a:gd name="connsiteY8" fmla="*/ 220270 h 243841"/>
                <a:gd name="connsiteX9" fmla="*/ 15566 w 116609"/>
                <a:gd name="connsiteY9" fmla="*/ 210415 h 243841"/>
                <a:gd name="connsiteX10" fmla="*/ 208 w 116609"/>
                <a:gd name="connsiteY10" fmla="*/ 226465 h 243841"/>
                <a:gd name="connsiteX11" fmla="*/ 25236 w 116609"/>
                <a:gd name="connsiteY11" fmla="*/ 243922 h 243841"/>
                <a:gd name="connsiteX12" fmla="*/ 78706 w 116609"/>
                <a:gd name="connsiteY12" fmla="*/ 201123 h 243841"/>
                <a:gd name="connsiteX13" fmla="*/ 104872 w 116609"/>
                <a:gd name="connsiteY13" fmla="*/ 98068 h 243841"/>
                <a:gd name="connsiteX14" fmla="*/ 106294 w 116609"/>
                <a:gd name="connsiteY14" fmla="*/ 87650 h 243841"/>
                <a:gd name="connsiteX15" fmla="*/ 80128 w 116609"/>
                <a:gd name="connsiteY15" fmla="*/ 61745 h 243841"/>
                <a:gd name="connsiteX16" fmla="*/ 34906 w 116609"/>
                <a:gd name="connsiteY16" fmla="*/ 105107 h 243841"/>
                <a:gd name="connsiteX17" fmla="*/ 38319 w 116609"/>
                <a:gd name="connsiteY17" fmla="*/ 107923 h 243841"/>
                <a:gd name="connsiteX18" fmla="*/ 43439 w 116609"/>
                <a:gd name="connsiteY18" fmla="*/ 102291 h 243841"/>
                <a:gd name="connsiteX19" fmla="*/ 79275 w 116609"/>
                <a:gd name="connsiteY19" fmla="*/ 67939 h 243841"/>
                <a:gd name="connsiteX20" fmla="*/ 88376 w 116609"/>
                <a:gd name="connsiteY20" fmla="*/ 80892 h 243841"/>
                <a:gd name="connsiteX21" fmla="*/ 86385 w 116609"/>
                <a:gd name="connsiteY21" fmla="*/ 95252 h 243841"/>
                <a:gd name="connsiteX22" fmla="*/ 59650 w 116609"/>
                <a:gd name="connsiteY22" fmla="*/ 200278 h 24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6609" h="243841">
                  <a:moveTo>
                    <a:pt x="116818" y="10217"/>
                  </a:moveTo>
                  <a:cubicBezTo>
                    <a:pt x="116818" y="4867"/>
                    <a:pt x="112836" y="81"/>
                    <a:pt x="106010" y="81"/>
                  </a:cubicBezTo>
                  <a:cubicBezTo>
                    <a:pt x="99469" y="81"/>
                    <a:pt x="90936" y="6557"/>
                    <a:pt x="90936" y="15004"/>
                  </a:cubicBezTo>
                  <a:cubicBezTo>
                    <a:pt x="90936" y="20635"/>
                    <a:pt x="94918" y="25141"/>
                    <a:pt x="101459" y="25141"/>
                  </a:cubicBezTo>
                  <a:cubicBezTo>
                    <a:pt x="109139" y="25141"/>
                    <a:pt x="116818" y="17820"/>
                    <a:pt x="116818" y="10217"/>
                  </a:cubicBezTo>
                  <a:close/>
                  <a:moveTo>
                    <a:pt x="59650" y="200278"/>
                  </a:moveTo>
                  <a:cubicBezTo>
                    <a:pt x="54247" y="221678"/>
                    <a:pt x="40595" y="237727"/>
                    <a:pt x="24667" y="237727"/>
                  </a:cubicBezTo>
                  <a:cubicBezTo>
                    <a:pt x="22961" y="237727"/>
                    <a:pt x="18695" y="237727"/>
                    <a:pt x="13575" y="235193"/>
                  </a:cubicBezTo>
                  <a:cubicBezTo>
                    <a:pt x="22108" y="233222"/>
                    <a:pt x="26374" y="225901"/>
                    <a:pt x="26374" y="220270"/>
                  </a:cubicBezTo>
                  <a:cubicBezTo>
                    <a:pt x="26374" y="215765"/>
                    <a:pt x="23245" y="210415"/>
                    <a:pt x="15566" y="210415"/>
                  </a:cubicBezTo>
                  <a:cubicBezTo>
                    <a:pt x="8456" y="210415"/>
                    <a:pt x="208" y="216328"/>
                    <a:pt x="208" y="226465"/>
                  </a:cubicBezTo>
                  <a:cubicBezTo>
                    <a:pt x="208" y="237727"/>
                    <a:pt x="11584" y="243922"/>
                    <a:pt x="25236" y="243922"/>
                  </a:cubicBezTo>
                  <a:cubicBezTo>
                    <a:pt x="45145" y="243922"/>
                    <a:pt x="71596" y="228999"/>
                    <a:pt x="78706" y="201123"/>
                  </a:cubicBezTo>
                  <a:lnTo>
                    <a:pt x="104872" y="98068"/>
                  </a:lnTo>
                  <a:cubicBezTo>
                    <a:pt x="106294" y="92436"/>
                    <a:pt x="106294" y="88494"/>
                    <a:pt x="106294" y="87650"/>
                  </a:cubicBezTo>
                  <a:cubicBezTo>
                    <a:pt x="106294" y="71600"/>
                    <a:pt x="94349" y="61745"/>
                    <a:pt x="80128" y="61745"/>
                  </a:cubicBezTo>
                  <a:cubicBezTo>
                    <a:pt x="51118" y="61745"/>
                    <a:pt x="34906" y="102573"/>
                    <a:pt x="34906" y="105107"/>
                  </a:cubicBezTo>
                  <a:cubicBezTo>
                    <a:pt x="34906" y="107923"/>
                    <a:pt x="37751" y="107923"/>
                    <a:pt x="38319" y="107923"/>
                  </a:cubicBezTo>
                  <a:cubicBezTo>
                    <a:pt x="40879" y="107923"/>
                    <a:pt x="41164" y="107641"/>
                    <a:pt x="43439" y="102291"/>
                  </a:cubicBezTo>
                  <a:cubicBezTo>
                    <a:pt x="50549" y="85115"/>
                    <a:pt x="63632" y="67939"/>
                    <a:pt x="79275" y="67939"/>
                  </a:cubicBezTo>
                  <a:cubicBezTo>
                    <a:pt x="83257" y="67939"/>
                    <a:pt x="88376" y="69066"/>
                    <a:pt x="88376" y="80892"/>
                  </a:cubicBezTo>
                  <a:cubicBezTo>
                    <a:pt x="88376" y="87368"/>
                    <a:pt x="87523" y="90465"/>
                    <a:pt x="86385" y="95252"/>
                  </a:cubicBezTo>
                  <a:lnTo>
                    <a:pt x="59650" y="200278"/>
                  </a:lnTo>
                  <a:close/>
                </a:path>
              </a:pathLst>
            </a:custGeom>
            <a:solidFill>
              <a:srgbClr val="000000"/>
            </a:solidFill>
            <a:ln w="28498" cap="flat">
              <a:noFill/>
              <a:prstDash val="solid"/>
              <a:miter/>
            </a:ln>
          </p:spPr>
          <p:txBody>
            <a:bodyPr rtlCol="0" anchor="ctr"/>
            <a:lstStyle/>
            <a:p>
              <a:endParaRPr lang="en-GB" noProof="0"/>
            </a:p>
          </p:txBody>
        </p:sp>
        <p:sp>
          <p:nvSpPr>
            <p:cNvPr id="27" name="Freeform: Shape 26">
              <a:extLst>
                <a:ext uri="{FF2B5EF4-FFF2-40B4-BE49-F238E27FC236}">
                  <a16:creationId xmlns:a16="http://schemas.microsoft.com/office/drawing/2014/main" id="{2F99DB6C-640B-D7E3-91BA-108555A4E47D}"/>
                </a:ext>
              </a:extLst>
            </p:cNvPr>
            <p:cNvSpPr/>
            <p:nvPr>
              <p:custDataLst>
                <p:tags r:id="rId206"/>
              </p:custDataLst>
            </p:nvPr>
          </p:nvSpPr>
          <p:spPr>
            <a:xfrm>
              <a:off x="7345067" y="3778084"/>
              <a:ext cx="65984" cy="281572"/>
            </a:xfrm>
            <a:custGeom>
              <a:avLst/>
              <a:gdLst>
                <a:gd name="connsiteX0" fmla="*/ 66197 w 65984"/>
                <a:gd name="connsiteY0" fmla="*/ 140867 h 281572"/>
                <a:gd name="connsiteX1" fmla="*/ 47425 w 65984"/>
                <a:gd name="connsiteY1" fmla="*/ 53016 h 281572"/>
                <a:gd name="connsiteX2" fmla="*/ 3057 w 65984"/>
                <a:gd name="connsiteY2" fmla="*/ 81 h 281572"/>
                <a:gd name="connsiteX3" fmla="*/ 213 w 65984"/>
                <a:gd name="connsiteY3" fmla="*/ 2896 h 281572"/>
                <a:gd name="connsiteX4" fmla="*/ 5616 w 65984"/>
                <a:gd name="connsiteY4" fmla="*/ 9372 h 281572"/>
                <a:gd name="connsiteX5" fmla="*/ 49701 w 65984"/>
                <a:gd name="connsiteY5" fmla="*/ 140867 h 281572"/>
                <a:gd name="connsiteX6" fmla="*/ 3910 w 65984"/>
                <a:gd name="connsiteY6" fmla="*/ 274050 h 281572"/>
                <a:gd name="connsiteX7" fmla="*/ 213 w 65984"/>
                <a:gd name="connsiteY7" fmla="*/ 278837 h 281572"/>
                <a:gd name="connsiteX8" fmla="*/ 3057 w 65984"/>
                <a:gd name="connsiteY8" fmla="*/ 281653 h 281572"/>
                <a:gd name="connsiteX9" fmla="*/ 48279 w 65984"/>
                <a:gd name="connsiteY9" fmla="*/ 226746 h 281572"/>
                <a:gd name="connsiteX10" fmla="*/ 66197 w 65984"/>
                <a:gd name="connsiteY10" fmla="*/ 140867 h 28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984" h="281572">
                  <a:moveTo>
                    <a:pt x="66197" y="140867"/>
                  </a:moveTo>
                  <a:cubicBezTo>
                    <a:pt x="66197" y="118904"/>
                    <a:pt x="63068" y="84834"/>
                    <a:pt x="47425" y="53016"/>
                  </a:cubicBezTo>
                  <a:cubicBezTo>
                    <a:pt x="30360" y="18383"/>
                    <a:pt x="5901" y="81"/>
                    <a:pt x="3057" y="81"/>
                  </a:cubicBezTo>
                  <a:cubicBezTo>
                    <a:pt x="1350" y="81"/>
                    <a:pt x="213" y="1207"/>
                    <a:pt x="213" y="2896"/>
                  </a:cubicBezTo>
                  <a:cubicBezTo>
                    <a:pt x="213" y="3741"/>
                    <a:pt x="213" y="4304"/>
                    <a:pt x="5616" y="9372"/>
                  </a:cubicBezTo>
                  <a:cubicBezTo>
                    <a:pt x="33489" y="37248"/>
                    <a:pt x="49701" y="82018"/>
                    <a:pt x="49701" y="140867"/>
                  </a:cubicBezTo>
                  <a:cubicBezTo>
                    <a:pt x="49701" y="189015"/>
                    <a:pt x="39177" y="238572"/>
                    <a:pt x="3910" y="274050"/>
                  </a:cubicBezTo>
                  <a:cubicBezTo>
                    <a:pt x="213" y="277429"/>
                    <a:pt x="213" y="277992"/>
                    <a:pt x="213" y="278837"/>
                  </a:cubicBezTo>
                  <a:cubicBezTo>
                    <a:pt x="213" y="280526"/>
                    <a:pt x="1350" y="281653"/>
                    <a:pt x="3057" y="281653"/>
                  </a:cubicBezTo>
                  <a:cubicBezTo>
                    <a:pt x="5901" y="281653"/>
                    <a:pt x="31498" y="262506"/>
                    <a:pt x="48279" y="226746"/>
                  </a:cubicBezTo>
                  <a:cubicBezTo>
                    <a:pt x="62784" y="195773"/>
                    <a:pt x="66197" y="164519"/>
                    <a:pt x="66197" y="140867"/>
                  </a:cubicBezTo>
                  <a:close/>
                </a:path>
              </a:pathLst>
            </a:custGeom>
            <a:solidFill>
              <a:srgbClr val="000000"/>
            </a:solidFill>
            <a:ln w="28498" cap="flat">
              <a:noFill/>
              <a:prstDash val="solid"/>
              <a:miter/>
            </a:ln>
          </p:spPr>
          <p:txBody>
            <a:bodyPr rtlCol="0" anchor="ctr"/>
            <a:lstStyle/>
            <a:p>
              <a:endParaRPr lang="en-GB" noProof="0"/>
            </a:p>
          </p:txBody>
        </p:sp>
        <p:sp>
          <p:nvSpPr>
            <p:cNvPr id="28" name="Freeform: Shape 27">
              <a:extLst>
                <a:ext uri="{FF2B5EF4-FFF2-40B4-BE49-F238E27FC236}">
                  <a16:creationId xmlns:a16="http://schemas.microsoft.com/office/drawing/2014/main" id="{1A14C744-78C2-260C-F7F9-F110930BE4E9}"/>
                </a:ext>
              </a:extLst>
            </p:cNvPr>
            <p:cNvSpPr/>
            <p:nvPr>
              <p:custDataLst>
                <p:tags r:id="rId207"/>
              </p:custDataLst>
            </p:nvPr>
          </p:nvSpPr>
          <p:spPr>
            <a:xfrm>
              <a:off x="7534390" y="3885926"/>
              <a:ext cx="189135" cy="65887"/>
            </a:xfrm>
            <a:custGeom>
              <a:avLst/>
              <a:gdLst>
                <a:gd name="connsiteX0" fmla="*/ 179685 w 189135"/>
                <a:gd name="connsiteY0" fmla="*/ 11343 h 65887"/>
                <a:gd name="connsiteX1" fmla="*/ 189355 w 189135"/>
                <a:gd name="connsiteY1" fmla="*/ 5712 h 65887"/>
                <a:gd name="connsiteX2" fmla="*/ 179969 w 189135"/>
                <a:gd name="connsiteY2" fmla="*/ 81 h 65887"/>
                <a:gd name="connsiteX3" fmla="*/ 9605 w 189135"/>
                <a:gd name="connsiteY3" fmla="*/ 81 h 65887"/>
                <a:gd name="connsiteX4" fmla="*/ 219 w 189135"/>
                <a:gd name="connsiteY4" fmla="*/ 5712 h 65887"/>
                <a:gd name="connsiteX5" fmla="*/ 9889 w 189135"/>
                <a:gd name="connsiteY5" fmla="*/ 11343 h 65887"/>
                <a:gd name="connsiteX6" fmla="*/ 179685 w 189135"/>
                <a:gd name="connsiteY6" fmla="*/ 11343 h 65887"/>
                <a:gd name="connsiteX7" fmla="*/ 179969 w 189135"/>
                <a:gd name="connsiteY7" fmla="*/ 65968 h 65887"/>
                <a:gd name="connsiteX8" fmla="*/ 189355 w 189135"/>
                <a:gd name="connsiteY8" fmla="*/ 60337 h 65887"/>
                <a:gd name="connsiteX9" fmla="*/ 179685 w 189135"/>
                <a:gd name="connsiteY9" fmla="*/ 54706 h 65887"/>
                <a:gd name="connsiteX10" fmla="*/ 9889 w 189135"/>
                <a:gd name="connsiteY10" fmla="*/ 54706 h 65887"/>
                <a:gd name="connsiteX11" fmla="*/ 219 w 189135"/>
                <a:gd name="connsiteY11" fmla="*/ 60337 h 65887"/>
                <a:gd name="connsiteX12" fmla="*/ 9605 w 189135"/>
                <a:gd name="connsiteY12" fmla="*/ 65968 h 65887"/>
                <a:gd name="connsiteX13" fmla="*/ 179969 w 189135"/>
                <a:gd name="connsiteY13" fmla="*/ 65968 h 65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135" h="65887">
                  <a:moveTo>
                    <a:pt x="179685" y="11343"/>
                  </a:moveTo>
                  <a:cubicBezTo>
                    <a:pt x="183951" y="11343"/>
                    <a:pt x="189355" y="11343"/>
                    <a:pt x="189355" y="5712"/>
                  </a:cubicBezTo>
                  <a:cubicBezTo>
                    <a:pt x="189355" y="81"/>
                    <a:pt x="183951" y="81"/>
                    <a:pt x="179969" y="81"/>
                  </a:cubicBezTo>
                  <a:lnTo>
                    <a:pt x="9605" y="81"/>
                  </a:lnTo>
                  <a:cubicBezTo>
                    <a:pt x="5623" y="81"/>
                    <a:pt x="219" y="81"/>
                    <a:pt x="219" y="5712"/>
                  </a:cubicBezTo>
                  <a:cubicBezTo>
                    <a:pt x="219" y="11343"/>
                    <a:pt x="5623" y="11343"/>
                    <a:pt x="9889" y="11343"/>
                  </a:cubicBezTo>
                  <a:lnTo>
                    <a:pt x="179685" y="11343"/>
                  </a:lnTo>
                  <a:close/>
                  <a:moveTo>
                    <a:pt x="179969" y="65968"/>
                  </a:moveTo>
                  <a:cubicBezTo>
                    <a:pt x="183951" y="65968"/>
                    <a:pt x="189355" y="65968"/>
                    <a:pt x="189355" y="60337"/>
                  </a:cubicBezTo>
                  <a:cubicBezTo>
                    <a:pt x="189355" y="54706"/>
                    <a:pt x="183951" y="54706"/>
                    <a:pt x="179685" y="54706"/>
                  </a:cubicBezTo>
                  <a:lnTo>
                    <a:pt x="9889" y="54706"/>
                  </a:lnTo>
                  <a:cubicBezTo>
                    <a:pt x="5623" y="54706"/>
                    <a:pt x="219" y="54706"/>
                    <a:pt x="219" y="60337"/>
                  </a:cubicBezTo>
                  <a:cubicBezTo>
                    <a:pt x="219" y="65968"/>
                    <a:pt x="5623" y="65968"/>
                    <a:pt x="9605" y="65968"/>
                  </a:cubicBezTo>
                  <a:lnTo>
                    <a:pt x="179969" y="65968"/>
                  </a:lnTo>
                  <a:close/>
                </a:path>
              </a:pathLst>
            </a:custGeom>
            <a:solidFill>
              <a:srgbClr val="000000"/>
            </a:solidFill>
            <a:ln w="28498" cap="flat">
              <a:noFill/>
              <a:prstDash val="solid"/>
              <a:miter/>
            </a:ln>
          </p:spPr>
          <p:txBody>
            <a:bodyPr rtlCol="0" anchor="ctr"/>
            <a:lstStyle/>
            <a:p>
              <a:endParaRPr lang="en-GB" noProof="0"/>
            </a:p>
          </p:txBody>
        </p:sp>
        <p:sp>
          <p:nvSpPr>
            <p:cNvPr id="29" name="Freeform: Shape 28">
              <a:extLst>
                <a:ext uri="{FF2B5EF4-FFF2-40B4-BE49-F238E27FC236}">
                  <a16:creationId xmlns:a16="http://schemas.microsoft.com/office/drawing/2014/main" id="{5A7F4912-C826-6F2B-DE8A-8C4A23EA84A2}"/>
                </a:ext>
              </a:extLst>
            </p:cNvPr>
            <p:cNvSpPr/>
            <p:nvPr>
              <p:custDataLst>
                <p:tags r:id="rId208"/>
              </p:custDataLst>
            </p:nvPr>
          </p:nvSpPr>
          <p:spPr>
            <a:xfrm>
              <a:off x="8199682" y="3674323"/>
              <a:ext cx="109215" cy="127552"/>
            </a:xfrm>
            <a:custGeom>
              <a:avLst/>
              <a:gdLst>
                <a:gd name="connsiteX0" fmla="*/ 40345 w 109215"/>
                <a:gd name="connsiteY0" fmla="*/ 59486 h 127552"/>
                <a:gd name="connsiteX1" fmla="*/ 83860 w 109215"/>
                <a:gd name="connsiteY1" fmla="*/ 53009 h 127552"/>
                <a:gd name="connsiteX2" fmla="*/ 105192 w 109215"/>
                <a:gd name="connsiteY2" fmla="*/ 24007 h 127552"/>
                <a:gd name="connsiteX3" fmla="*/ 74759 w 109215"/>
                <a:gd name="connsiteY3" fmla="*/ 74 h 127552"/>
                <a:gd name="connsiteX4" fmla="*/ 243 w 109215"/>
                <a:gd name="connsiteY4" fmla="*/ 76661 h 127552"/>
                <a:gd name="connsiteX5" fmla="*/ 44896 w 109215"/>
                <a:gd name="connsiteY5" fmla="*/ 127626 h 127552"/>
                <a:gd name="connsiteX6" fmla="*/ 109458 w 109215"/>
                <a:gd name="connsiteY6" fmla="*/ 94401 h 127552"/>
                <a:gd name="connsiteX7" fmla="*/ 106045 w 109215"/>
                <a:gd name="connsiteY7" fmla="*/ 90740 h 127552"/>
                <a:gd name="connsiteX8" fmla="*/ 102347 w 109215"/>
                <a:gd name="connsiteY8" fmla="*/ 93556 h 127552"/>
                <a:gd name="connsiteX9" fmla="*/ 45464 w 109215"/>
                <a:gd name="connsiteY9" fmla="*/ 121431 h 127552"/>
                <a:gd name="connsiteX10" fmla="*/ 20720 w 109215"/>
                <a:gd name="connsiteY10" fmla="*/ 88769 h 127552"/>
                <a:gd name="connsiteX11" fmla="*/ 25271 w 109215"/>
                <a:gd name="connsiteY11" fmla="*/ 59486 h 127552"/>
                <a:gd name="connsiteX12" fmla="*/ 40345 w 109215"/>
                <a:gd name="connsiteY12" fmla="*/ 59486 h 127552"/>
                <a:gd name="connsiteX13" fmla="*/ 26978 w 109215"/>
                <a:gd name="connsiteY13" fmla="*/ 53291 h 127552"/>
                <a:gd name="connsiteX14" fmla="*/ 74759 w 109215"/>
                <a:gd name="connsiteY14" fmla="*/ 6268 h 127552"/>
                <a:gd name="connsiteX15" fmla="*/ 95806 w 109215"/>
                <a:gd name="connsiteY15" fmla="*/ 24007 h 127552"/>
                <a:gd name="connsiteX16" fmla="*/ 38639 w 109215"/>
                <a:gd name="connsiteY16" fmla="*/ 53291 h 127552"/>
                <a:gd name="connsiteX17" fmla="*/ 26978 w 109215"/>
                <a:gd name="connsiteY17" fmla="*/ 53291 h 127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215" h="127552">
                  <a:moveTo>
                    <a:pt x="40345" y="59486"/>
                  </a:moveTo>
                  <a:cubicBezTo>
                    <a:pt x="48593" y="59486"/>
                    <a:pt x="69640" y="58922"/>
                    <a:pt x="83860" y="53009"/>
                  </a:cubicBezTo>
                  <a:cubicBezTo>
                    <a:pt x="103769" y="44562"/>
                    <a:pt x="105192" y="27949"/>
                    <a:pt x="105192" y="24007"/>
                  </a:cubicBezTo>
                  <a:cubicBezTo>
                    <a:pt x="105192" y="11618"/>
                    <a:pt x="94384" y="74"/>
                    <a:pt x="74759" y="74"/>
                  </a:cubicBezTo>
                  <a:cubicBezTo>
                    <a:pt x="43189" y="74"/>
                    <a:pt x="243" y="27386"/>
                    <a:pt x="243" y="76661"/>
                  </a:cubicBezTo>
                  <a:cubicBezTo>
                    <a:pt x="243" y="105382"/>
                    <a:pt x="17023" y="127626"/>
                    <a:pt x="44896" y="127626"/>
                  </a:cubicBezTo>
                  <a:cubicBezTo>
                    <a:pt x="85567" y="127626"/>
                    <a:pt x="109458" y="97779"/>
                    <a:pt x="109458" y="94401"/>
                  </a:cubicBezTo>
                  <a:cubicBezTo>
                    <a:pt x="109458" y="92711"/>
                    <a:pt x="107751" y="90740"/>
                    <a:pt x="106045" y="90740"/>
                  </a:cubicBezTo>
                  <a:cubicBezTo>
                    <a:pt x="104623" y="90740"/>
                    <a:pt x="104054" y="91303"/>
                    <a:pt x="102347" y="93556"/>
                  </a:cubicBezTo>
                  <a:cubicBezTo>
                    <a:pt x="79879" y="121431"/>
                    <a:pt x="48877" y="121431"/>
                    <a:pt x="45464" y="121431"/>
                  </a:cubicBezTo>
                  <a:cubicBezTo>
                    <a:pt x="23280" y="121431"/>
                    <a:pt x="20720" y="97779"/>
                    <a:pt x="20720" y="88769"/>
                  </a:cubicBezTo>
                  <a:cubicBezTo>
                    <a:pt x="20720" y="85390"/>
                    <a:pt x="21005" y="76661"/>
                    <a:pt x="25271" y="59486"/>
                  </a:cubicBezTo>
                  <a:lnTo>
                    <a:pt x="40345" y="59486"/>
                  </a:lnTo>
                  <a:close/>
                  <a:moveTo>
                    <a:pt x="26978" y="53291"/>
                  </a:moveTo>
                  <a:cubicBezTo>
                    <a:pt x="38070" y="10492"/>
                    <a:pt x="67364" y="6268"/>
                    <a:pt x="74759" y="6268"/>
                  </a:cubicBezTo>
                  <a:cubicBezTo>
                    <a:pt x="88127" y="6268"/>
                    <a:pt x="95806" y="14434"/>
                    <a:pt x="95806" y="24007"/>
                  </a:cubicBezTo>
                  <a:cubicBezTo>
                    <a:pt x="95806" y="53291"/>
                    <a:pt x="50300" y="53291"/>
                    <a:pt x="38639" y="53291"/>
                  </a:cubicBezTo>
                  <a:lnTo>
                    <a:pt x="26978" y="53291"/>
                  </a:lnTo>
                  <a:close/>
                </a:path>
              </a:pathLst>
            </a:custGeom>
            <a:solidFill>
              <a:srgbClr val="000000"/>
            </a:solidFill>
            <a:ln w="28498" cap="flat">
              <a:noFill/>
              <a:prstDash val="solid"/>
              <a:miter/>
            </a:ln>
          </p:spPr>
          <p:txBody>
            <a:bodyPr rtlCol="0" anchor="ctr"/>
            <a:lstStyle/>
            <a:p>
              <a:endParaRPr lang="en-GB" noProof="0"/>
            </a:p>
          </p:txBody>
        </p:sp>
        <p:sp>
          <p:nvSpPr>
            <p:cNvPr id="30" name="Freeform: Shape 29">
              <a:extLst>
                <a:ext uri="{FF2B5EF4-FFF2-40B4-BE49-F238E27FC236}">
                  <a16:creationId xmlns:a16="http://schemas.microsoft.com/office/drawing/2014/main" id="{36D952F9-63B1-7584-4697-0A6D5EFC6846}"/>
                </a:ext>
              </a:extLst>
            </p:cNvPr>
            <p:cNvSpPr/>
            <p:nvPr>
              <p:custDataLst>
                <p:tags r:id="rId209"/>
              </p:custDataLst>
            </p:nvPr>
          </p:nvSpPr>
          <p:spPr>
            <a:xfrm>
              <a:off x="8328734" y="3557642"/>
              <a:ext cx="116320" cy="177193"/>
            </a:xfrm>
            <a:custGeom>
              <a:avLst/>
              <a:gdLst>
                <a:gd name="connsiteX0" fmla="*/ 116568 w 116320"/>
                <a:gd name="connsiteY0" fmla="*/ 27467 h 177193"/>
                <a:gd name="connsiteX1" fmla="*/ 83917 w 116320"/>
                <a:gd name="connsiteY1" fmla="*/ 70 h 177193"/>
                <a:gd name="connsiteX2" fmla="*/ 31556 w 116320"/>
                <a:gd name="connsiteY2" fmla="*/ 50725 h 177193"/>
                <a:gd name="connsiteX3" fmla="*/ 299 w 116320"/>
                <a:gd name="connsiteY3" fmla="*/ 174898 h 177193"/>
                <a:gd name="connsiteX4" fmla="*/ 3086 w 116320"/>
                <a:gd name="connsiteY4" fmla="*/ 177264 h 177193"/>
                <a:gd name="connsiteX5" fmla="*/ 6869 w 116320"/>
                <a:gd name="connsiteY5" fmla="*/ 175884 h 177193"/>
                <a:gd name="connsiteX6" fmla="*/ 20208 w 116320"/>
                <a:gd name="connsiteY6" fmla="*/ 123258 h 177193"/>
                <a:gd name="connsiteX7" fmla="*/ 50072 w 116320"/>
                <a:gd name="connsiteY7" fmla="*/ 140800 h 177193"/>
                <a:gd name="connsiteX8" fmla="*/ 109400 w 116320"/>
                <a:gd name="connsiteY8" fmla="*/ 90736 h 177193"/>
                <a:gd name="connsiteX9" fmla="*/ 93871 w 116320"/>
                <a:gd name="connsiteY9" fmla="*/ 60777 h 177193"/>
                <a:gd name="connsiteX10" fmla="*/ 116568 w 116320"/>
                <a:gd name="connsiteY10" fmla="*/ 27467 h 177193"/>
                <a:gd name="connsiteX11" fmla="*/ 77148 w 116320"/>
                <a:gd name="connsiteY11" fmla="*/ 60580 h 177193"/>
                <a:gd name="connsiteX12" fmla="*/ 66994 w 116320"/>
                <a:gd name="connsiteY12" fmla="*/ 61960 h 177193"/>
                <a:gd name="connsiteX13" fmla="*/ 57637 w 116320"/>
                <a:gd name="connsiteY13" fmla="*/ 60974 h 177193"/>
                <a:gd name="connsiteX14" fmla="*/ 66994 w 116320"/>
                <a:gd name="connsiteY14" fmla="*/ 59595 h 177193"/>
                <a:gd name="connsiteX15" fmla="*/ 77148 w 116320"/>
                <a:gd name="connsiteY15" fmla="*/ 60580 h 177193"/>
                <a:gd name="connsiteX16" fmla="*/ 103428 w 116320"/>
                <a:gd name="connsiteY16" fmla="*/ 23919 h 177193"/>
                <a:gd name="connsiteX17" fmla="*/ 85908 w 116320"/>
                <a:gd name="connsiteY17" fmla="*/ 56638 h 177193"/>
                <a:gd name="connsiteX18" fmla="*/ 67193 w 116320"/>
                <a:gd name="connsiteY18" fmla="*/ 54076 h 177193"/>
                <a:gd name="connsiteX19" fmla="*/ 50271 w 116320"/>
                <a:gd name="connsiteY19" fmla="*/ 61566 h 177193"/>
                <a:gd name="connsiteX20" fmla="*/ 66596 w 116320"/>
                <a:gd name="connsiteY20" fmla="*/ 67281 h 177193"/>
                <a:gd name="connsiteX21" fmla="*/ 85510 w 116320"/>
                <a:gd name="connsiteY21" fmla="*/ 64522 h 177193"/>
                <a:gd name="connsiteX22" fmla="*/ 94668 w 116320"/>
                <a:gd name="connsiteY22" fmla="*/ 85415 h 177193"/>
                <a:gd name="connsiteX23" fmla="*/ 50669 w 116320"/>
                <a:gd name="connsiteY23" fmla="*/ 135281 h 177193"/>
                <a:gd name="connsiteX24" fmla="*/ 24389 w 116320"/>
                <a:gd name="connsiteY24" fmla="*/ 110446 h 177193"/>
                <a:gd name="connsiteX25" fmla="*/ 24986 w 116320"/>
                <a:gd name="connsiteY25" fmla="*/ 104731 h 177193"/>
                <a:gd name="connsiteX26" fmla="*/ 38126 w 116320"/>
                <a:gd name="connsiteY26" fmla="*/ 52302 h 177193"/>
                <a:gd name="connsiteX27" fmla="*/ 83519 w 116320"/>
                <a:gd name="connsiteY27" fmla="*/ 5589 h 177193"/>
                <a:gd name="connsiteX28" fmla="*/ 103428 w 116320"/>
                <a:gd name="connsiteY28" fmla="*/ 23919 h 17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6320" h="177193">
                  <a:moveTo>
                    <a:pt x="116568" y="27467"/>
                  </a:moveTo>
                  <a:cubicBezTo>
                    <a:pt x="116568" y="10122"/>
                    <a:pt x="101437" y="70"/>
                    <a:pt x="83917" y="70"/>
                  </a:cubicBezTo>
                  <a:cubicBezTo>
                    <a:pt x="56642" y="70"/>
                    <a:pt x="36533" y="30818"/>
                    <a:pt x="31556" y="50725"/>
                  </a:cubicBezTo>
                  <a:lnTo>
                    <a:pt x="299" y="174898"/>
                  </a:lnTo>
                  <a:cubicBezTo>
                    <a:pt x="-99" y="176278"/>
                    <a:pt x="1892" y="177264"/>
                    <a:pt x="3086" y="177264"/>
                  </a:cubicBezTo>
                  <a:cubicBezTo>
                    <a:pt x="4878" y="177264"/>
                    <a:pt x="6471" y="177066"/>
                    <a:pt x="6869" y="175884"/>
                  </a:cubicBezTo>
                  <a:lnTo>
                    <a:pt x="20208" y="123258"/>
                  </a:lnTo>
                  <a:cubicBezTo>
                    <a:pt x="24389" y="132325"/>
                    <a:pt x="33945" y="140800"/>
                    <a:pt x="50072" y="140800"/>
                  </a:cubicBezTo>
                  <a:cubicBezTo>
                    <a:pt x="77944" y="140800"/>
                    <a:pt x="109400" y="120893"/>
                    <a:pt x="109400" y="90736"/>
                  </a:cubicBezTo>
                  <a:cubicBezTo>
                    <a:pt x="109400" y="79108"/>
                    <a:pt x="104025" y="67281"/>
                    <a:pt x="93871" y="60777"/>
                  </a:cubicBezTo>
                  <a:cubicBezTo>
                    <a:pt x="103627" y="54667"/>
                    <a:pt x="116568" y="43432"/>
                    <a:pt x="116568" y="27467"/>
                  </a:cubicBezTo>
                  <a:close/>
                  <a:moveTo>
                    <a:pt x="77148" y="60580"/>
                  </a:moveTo>
                  <a:cubicBezTo>
                    <a:pt x="74161" y="61171"/>
                    <a:pt x="72768" y="61960"/>
                    <a:pt x="66994" y="61960"/>
                  </a:cubicBezTo>
                  <a:cubicBezTo>
                    <a:pt x="63809" y="61960"/>
                    <a:pt x="59031" y="61763"/>
                    <a:pt x="57637" y="60974"/>
                  </a:cubicBezTo>
                  <a:cubicBezTo>
                    <a:pt x="59628" y="59792"/>
                    <a:pt x="65202" y="59595"/>
                    <a:pt x="66994" y="59595"/>
                  </a:cubicBezTo>
                  <a:cubicBezTo>
                    <a:pt x="69981" y="59595"/>
                    <a:pt x="74361" y="59792"/>
                    <a:pt x="77148" y="60580"/>
                  </a:cubicBezTo>
                  <a:close/>
                  <a:moveTo>
                    <a:pt x="103428" y="23919"/>
                  </a:moveTo>
                  <a:cubicBezTo>
                    <a:pt x="103428" y="34366"/>
                    <a:pt x="98251" y="49740"/>
                    <a:pt x="85908" y="56638"/>
                  </a:cubicBezTo>
                  <a:cubicBezTo>
                    <a:pt x="82125" y="55455"/>
                    <a:pt x="78342" y="54076"/>
                    <a:pt x="67193" y="54076"/>
                  </a:cubicBezTo>
                  <a:cubicBezTo>
                    <a:pt x="60225" y="54076"/>
                    <a:pt x="50271" y="54470"/>
                    <a:pt x="50271" y="61566"/>
                  </a:cubicBezTo>
                  <a:cubicBezTo>
                    <a:pt x="50271" y="66493"/>
                    <a:pt x="56442" y="67281"/>
                    <a:pt x="66596" y="67281"/>
                  </a:cubicBezTo>
                  <a:cubicBezTo>
                    <a:pt x="73365" y="67281"/>
                    <a:pt x="79338" y="66296"/>
                    <a:pt x="85510" y="64522"/>
                  </a:cubicBezTo>
                  <a:cubicBezTo>
                    <a:pt x="91482" y="68661"/>
                    <a:pt x="94668" y="76742"/>
                    <a:pt x="94668" y="85415"/>
                  </a:cubicBezTo>
                  <a:cubicBezTo>
                    <a:pt x="94668" y="113994"/>
                    <a:pt x="74958" y="135281"/>
                    <a:pt x="50669" y="135281"/>
                  </a:cubicBezTo>
                  <a:cubicBezTo>
                    <a:pt x="35339" y="135281"/>
                    <a:pt x="24389" y="126017"/>
                    <a:pt x="24389" y="110446"/>
                  </a:cubicBezTo>
                  <a:cubicBezTo>
                    <a:pt x="24389" y="108476"/>
                    <a:pt x="24588" y="106504"/>
                    <a:pt x="24986" y="104731"/>
                  </a:cubicBezTo>
                  <a:lnTo>
                    <a:pt x="38126" y="52302"/>
                  </a:lnTo>
                  <a:cubicBezTo>
                    <a:pt x="42904" y="33577"/>
                    <a:pt x="60424" y="5589"/>
                    <a:pt x="83519" y="5589"/>
                  </a:cubicBezTo>
                  <a:cubicBezTo>
                    <a:pt x="95265" y="5589"/>
                    <a:pt x="103428" y="11896"/>
                    <a:pt x="103428" y="23919"/>
                  </a:cubicBezTo>
                  <a:close/>
                </a:path>
              </a:pathLst>
            </a:custGeom>
            <a:solidFill>
              <a:srgbClr val="000000"/>
            </a:solidFill>
            <a:ln w="28498" cap="flat">
              <a:noFill/>
              <a:prstDash val="solid"/>
              <a:miter/>
            </a:ln>
          </p:spPr>
          <p:txBody>
            <a:bodyPr rtlCol="0" anchor="ctr"/>
            <a:lstStyle/>
            <a:p>
              <a:endParaRPr lang="en-GB" noProof="0"/>
            </a:p>
          </p:txBody>
        </p:sp>
        <p:sp>
          <p:nvSpPr>
            <p:cNvPr id="31" name="Freeform: Shape 30">
              <a:extLst>
                <a:ext uri="{FF2B5EF4-FFF2-40B4-BE49-F238E27FC236}">
                  <a16:creationId xmlns:a16="http://schemas.microsoft.com/office/drawing/2014/main" id="{ECD396DA-610F-32A3-0720-3EB92E59BC75}"/>
                </a:ext>
              </a:extLst>
            </p:cNvPr>
            <p:cNvSpPr/>
            <p:nvPr>
              <p:custDataLst>
                <p:tags r:id="rId210"/>
              </p:custDataLst>
            </p:nvPr>
          </p:nvSpPr>
          <p:spPr>
            <a:xfrm>
              <a:off x="8476002" y="3513919"/>
              <a:ext cx="118600" cy="97705"/>
            </a:xfrm>
            <a:custGeom>
              <a:avLst/>
              <a:gdLst>
                <a:gd name="connsiteX0" fmla="*/ 63534 w 118600"/>
                <a:gd name="connsiteY0" fmla="*/ 7951 h 97705"/>
                <a:gd name="connsiteX1" fmla="*/ 112738 w 118600"/>
                <a:gd name="connsiteY1" fmla="*/ 7951 h 97705"/>
                <a:gd name="connsiteX2" fmla="*/ 118853 w 118600"/>
                <a:gd name="connsiteY2" fmla="*/ 4009 h 97705"/>
                <a:gd name="connsiteX3" fmla="*/ 112738 w 118600"/>
                <a:gd name="connsiteY3" fmla="*/ 67 h 97705"/>
                <a:gd name="connsiteX4" fmla="*/ 6367 w 118600"/>
                <a:gd name="connsiteY4" fmla="*/ 67 h 97705"/>
                <a:gd name="connsiteX5" fmla="*/ 252 w 118600"/>
                <a:gd name="connsiteY5" fmla="*/ 4009 h 97705"/>
                <a:gd name="connsiteX6" fmla="*/ 6367 w 118600"/>
                <a:gd name="connsiteY6" fmla="*/ 7951 h 97705"/>
                <a:gd name="connsiteX7" fmla="*/ 55571 w 118600"/>
                <a:gd name="connsiteY7" fmla="*/ 7951 h 97705"/>
                <a:gd name="connsiteX8" fmla="*/ 55571 w 118600"/>
                <a:gd name="connsiteY8" fmla="*/ 91719 h 97705"/>
                <a:gd name="connsiteX9" fmla="*/ 59553 w 118600"/>
                <a:gd name="connsiteY9" fmla="*/ 97773 h 97705"/>
                <a:gd name="connsiteX10" fmla="*/ 63534 w 118600"/>
                <a:gd name="connsiteY10" fmla="*/ 91719 h 97705"/>
                <a:gd name="connsiteX11" fmla="*/ 63534 w 118600"/>
                <a:gd name="connsiteY11" fmla="*/ 7951 h 97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600" h="97705">
                  <a:moveTo>
                    <a:pt x="63534" y="7951"/>
                  </a:moveTo>
                  <a:lnTo>
                    <a:pt x="112738" y="7951"/>
                  </a:lnTo>
                  <a:cubicBezTo>
                    <a:pt x="115013" y="7951"/>
                    <a:pt x="118853" y="7951"/>
                    <a:pt x="118853" y="4009"/>
                  </a:cubicBezTo>
                  <a:cubicBezTo>
                    <a:pt x="118853" y="67"/>
                    <a:pt x="115013" y="67"/>
                    <a:pt x="112738" y="67"/>
                  </a:cubicBezTo>
                  <a:lnTo>
                    <a:pt x="6367" y="67"/>
                  </a:lnTo>
                  <a:cubicBezTo>
                    <a:pt x="4234" y="67"/>
                    <a:pt x="252" y="67"/>
                    <a:pt x="252" y="4009"/>
                  </a:cubicBezTo>
                  <a:cubicBezTo>
                    <a:pt x="252" y="7951"/>
                    <a:pt x="4234" y="7951"/>
                    <a:pt x="6367" y="7951"/>
                  </a:cubicBezTo>
                  <a:lnTo>
                    <a:pt x="55571" y="7951"/>
                  </a:lnTo>
                  <a:lnTo>
                    <a:pt x="55571" y="91719"/>
                  </a:lnTo>
                  <a:cubicBezTo>
                    <a:pt x="55571" y="93831"/>
                    <a:pt x="55571" y="97773"/>
                    <a:pt x="59553" y="97773"/>
                  </a:cubicBezTo>
                  <a:cubicBezTo>
                    <a:pt x="63534" y="97773"/>
                    <a:pt x="63534" y="93972"/>
                    <a:pt x="63534" y="91719"/>
                  </a:cubicBezTo>
                  <a:lnTo>
                    <a:pt x="63534" y="7951"/>
                  </a:lnTo>
                  <a:close/>
                </a:path>
              </a:pathLst>
            </a:custGeom>
            <a:solidFill>
              <a:srgbClr val="000000"/>
            </a:solidFill>
            <a:ln w="28498" cap="flat">
              <a:noFill/>
              <a:prstDash val="solid"/>
              <a:miter/>
            </a:ln>
          </p:spPr>
          <p:txBody>
            <a:bodyPr rtlCol="0" anchor="ctr"/>
            <a:lstStyle/>
            <a:p>
              <a:endParaRPr lang="en-GB" noProof="0"/>
            </a:p>
          </p:txBody>
        </p:sp>
        <p:sp>
          <p:nvSpPr>
            <p:cNvPr id="33" name="Freeform: Shape 32">
              <a:extLst>
                <a:ext uri="{FF2B5EF4-FFF2-40B4-BE49-F238E27FC236}">
                  <a16:creationId xmlns:a16="http://schemas.microsoft.com/office/drawing/2014/main" id="{B54793C4-2809-246C-8B9E-55C008B21502}"/>
                </a:ext>
              </a:extLst>
            </p:cNvPr>
            <p:cNvSpPr/>
            <p:nvPr>
              <p:custDataLst>
                <p:tags r:id="rId211"/>
              </p:custDataLst>
            </p:nvPr>
          </p:nvSpPr>
          <p:spPr>
            <a:xfrm>
              <a:off x="8636063" y="3609676"/>
              <a:ext cx="106513" cy="88892"/>
            </a:xfrm>
            <a:custGeom>
              <a:avLst/>
              <a:gdLst>
                <a:gd name="connsiteX0" fmla="*/ 40275 w 106513"/>
                <a:gd name="connsiteY0" fmla="*/ 66099 h 88892"/>
                <a:gd name="connsiteX1" fmla="*/ 21561 w 106513"/>
                <a:gd name="connsiteY1" fmla="*/ 83444 h 88892"/>
                <a:gd name="connsiteX2" fmla="*/ 10810 w 106513"/>
                <a:gd name="connsiteY2" fmla="*/ 80684 h 88892"/>
                <a:gd name="connsiteX3" fmla="*/ 19570 w 106513"/>
                <a:gd name="connsiteY3" fmla="*/ 69844 h 88892"/>
                <a:gd name="connsiteX4" fmla="*/ 11606 w 106513"/>
                <a:gd name="connsiteY4" fmla="*/ 62551 h 88892"/>
                <a:gd name="connsiteX5" fmla="*/ 258 w 106513"/>
                <a:gd name="connsiteY5" fmla="*/ 74574 h 88892"/>
                <a:gd name="connsiteX6" fmla="*/ 21162 w 106513"/>
                <a:gd name="connsiteY6" fmla="*/ 88963 h 88892"/>
                <a:gd name="connsiteX7" fmla="*/ 43461 w 106513"/>
                <a:gd name="connsiteY7" fmla="*/ 74968 h 88892"/>
                <a:gd name="connsiteX8" fmla="*/ 67152 w 106513"/>
                <a:gd name="connsiteY8" fmla="*/ 88963 h 88892"/>
                <a:gd name="connsiteX9" fmla="*/ 102192 w 106513"/>
                <a:gd name="connsiteY9" fmla="*/ 58806 h 88892"/>
                <a:gd name="connsiteX10" fmla="*/ 99007 w 106513"/>
                <a:gd name="connsiteY10" fmla="*/ 56244 h 88892"/>
                <a:gd name="connsiteX11" fmla="*/ 95224 w 106513"/>
                <a:gd name="connsiteY11" fmla="*/ 59595 h 88892"/>
                <a:gd name="connsiteX12" fmla="*/ 67949 w 106513"/>
                <a:gd name="connsiteY12" fmla="*/ 83444 h 88892"/>
                <a:gd name="connsiteX13" fmla="*/ 55804 w 106513"/>
                <a:gd name="connsiteY13" fmla="*/ 70632 h 88892"/>
                <a:gd name="connsiteX14" fmla="*/ 66157 w 106513"/>
                <a:gd name="connsiteY14" fmla="*/ 25693 h 88892"/>
                <a:gd name="connsiteX15" fmla="*/ 85668 w 106513"/>
                <a:gd name="connsiteY15" fmla="*/ 5589 h 88892"/>
                <a:gd name="connsiteX16" fmla="*/ 96419 w 106513"/>
                <a:gd name="connsiteY16" fmla="*/ 8348 h 88892"/>
                <a:gd name="connsiteX17" fmla="*/ 87659 w 106513"/>
                <a:gd name="connsiteY17" fmla="*/ 19189 h 88892"/>
                <a:gd name="connsiteX18" fmla="*/ 95622 w 106513"/>
                <a:gd name="connsiteY18" fmla="*/ 26482 h 88892"/>
                <a:gd name="connsiteX19" fmla="*/ 106771 w 106513"/>
                <a:gd name="connsiteY19" fmla="*/ 14459 h 88892"/>
                <a:gd name="connsiteX20" fmla="*/ 86066 w 106513"/>
                <a:gd name="connsiteY20" fmla="*/ 70 h 88892"/>
                <a:gd name="connsiteX21" fmla="*/ 63768 w 106513"/>
                <a:gd name="connsiteY21" fmla="*/ 14064 h 88892"/>
                <a:gd name="connsiteX22" fmla="*/ 39877 w 106513"/>
                <a:gd name="connsiteY22" fmla="*/ 70 h 88892"/>
                <a:gd name="connsiteX23" fmla="*/ 4837 w 106513"/>
                <a:gd name="connsiteY23" fmla="*/ 30227 h 88892"/>
                <a:gd name="connsiteX24" fmla="*/ 8222 w 106513"/>
                <a:gd name="connsiteY24" fmla="*/ 32789 h 88892"/>
                <a:gd name="connsiteX25" fmla="*/ 12004 w 106513"/>
                <a:gd name="connsiteY25" fmla="*/ 29438 h 88892"/>
                <a:gd name="connsiteX26" fmla="*/ 39280 w 106513"/>
                <a:gd name="connsiteY26" fmla="*/ 5589 h 88892"/>
                <a:gd name="connsiteX27" fmla="*/ 51225 w 106513"/>
                <a:gd name="connsiteY27" fmla="*/ 18598 h 88892"/>
                <a:gd name="connsiteX28" fmla="*/ 47044 w 106513"/>
                <a:gd name="connsiteY28" fmla="*/ 39096 h 88892"/>
                <a:gd name="connsiteX29" fmla="*/ 40275 w 106513"/>
                <a:gd name="connsiteY29" fmla="*/ 66099 h 8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6513" h="88892">
                  <a:moveTo>
                    <a:pt x="40275" y="66099"/>
                  </a:moveTo>
                  <a:cubicBezTo>
                    <a:pt x="38284" y="72800"/>
                    <a:pt x="31714" y="83444"/>
                    <a:pt x="21561" y="83444"/>
                  </a:cubicBezTo>
                  <a:cubicBezTo>
                    <a:pt x="20963" y="83444"/>
                    <a:pt x="14991" y="83444"/>
                    <a:pt x="10810" y="80684"/>
                  </a:cubicBezTo>
                  <a:cubicBezTo>
                    <a:pt x="18972" y="78122"/>
                    <a:pt x="19570" y="71026"/>
                    <a:pt x="19570" y="69844"/>
                  </a:cubicBezTo>
                  <a:cubicBezTo>
                    <a:pt x="19570" y="65508"/>
                    <a:pt x="16185" y="62551"/>
                    <a:pt x="11606" y="62551"/>
                  </a:cubicBezTo>
                  <a:cubicBezTo>
                    <a:pt x="6032" y="62551"/>
                    <a:pt x="258" y="67281"/>
                    <a:pt x="258" y="74574"/>
                  </a:cubicBezTo>
                  <a:cubicBezTo>
                    <a:pt x="258" y="84429"/>
                    <a:pt x="11407" y="88963"/>
                    <a:pt x="21162" y="88963"/>
                  </a:cubicBezTo>
                  <a:cubicBezTo>
                    <a:pt x="30321" y="88963"/>
                    <a:pt x="38483" y="83247"/>
                    <a:pt x="43461" y="74968"/>
                  </a:cubicBezTo>
                  <a:cubicBezTo>
                    <a:pt x="48239" y="85415"/>
                    <a:pt x="59189" y="88963"/>
                    <a:pt x="67152" y="88963"/>
                  </a:cubicBezTo>
                  <a:cubicBezTo>
                    <a:pt x="90048" y="88963"/>
                    <a:pt x="102192" y="64325"/>
                    <a:pt x="102192" y="58806"/>
                  </a:cubicBezTo>
                  <a:cubicBezTo>
                    <a:pt x="102192" y="56244"/>
                    <a:pt x="99604" y="56244"/>
                    <a:pt x="99007" y="56244"/>
                  </a:cubicBezTo>
                  <a:cubicBezTo>
                    <a:pt x="96219" y="56244"/>
                    <a:pt x="96020" y="57229"/>
                    <a:pt x="95224" y="59595"/>
                  </a:cubicBezTo>
                  <a:cubicBezTo>
                    <a:pt x="91043" y="73195"/>
                    <a:pt x="79098" y="83444"/>
                    <a:pt x="67949" y="83444"/>
                  </a:cubicBezTo>
                  <a:cubicBezTo>
                    <a:pt x="59985" y="83444"/>
                    <a:pt x="55804" y="78122"/>
                    <a:pt x="55804" y="70632"/>
                  </a:cubicBezTo>
                  <a:cubicBezTo>
                    <a:pt x="55804" y="65508"/>
                    <a:pt x="60582" y="47571"/>
                    <a:pt x="66157" y="25693"/>
                  </a:cubicBezTo>
                  <a:cubicBezTo>
                    <a:pt x="70139" y="10517"/>
                    <a:pt x="79098" y="5589"/>
                    <a:pt x="85668" y="5589"/>
                  </a:cubicBezTo>
                  <a:cubicBezTo>
                    <a:pt x="86066" y="5589"/>
                    <a:pt x="92238" y="5589"/>
                    <a:pt x="96419" y="8348"/>
                  </a:cubicBezTo>
                  <a:cubicBezTo>
                    <a:pt x="90048" y="10122"/>
                    <a:pt x="87659" y="15641"/>
                    <a:pt x="87659" y="19189"/>
                  </a:cubicBezTo>
                  <a:cubicBezTo>
                    <a:pt x="87659" y="23525"/>
                    <a:pt x="91043" y="26482"/>
                    <a:pt x="95622" y="26482"/>
                  </a:cubicBezTo>
                  <a:cubicBezTo>
                    <a:pt x="100201" y="26482"/>
                    <a:pt x="106771" y="22737"/>
                    <a:pt x="106771" y="14459"/>
                  </a:cubicBezTo>
                  <a:cubicBezTo>
                    <a:pt x="106771" y="3421"/>
                    <a:pt x="94029" y="70"/>
                    <a:pt x="86066" y="70"/>
                  </a:cubicBezTo>
                  <a:cubicBezTo>
                    <a:pt x="76111" y="70"/>
                    <a:pt x="68148" y="6575"/>
                    <a:pt x="63768" y="14064"/>
                  </a:cubicBezTo>
                  <a:cubicBezTo>
                    <a:pt x="60184" y="5983"/>
                    <a:pt x="51026" y="70"/>
                    <a:pt x="39877" y="70"/>
                  </a:cubicBezTo>
                  <a:cubicBezTo>
                    <a:pt x="17579" y="70"/>
                    <a:pt x="4837" y="24314"/>
                    <a:pt x="4837" y="30227"/>
                  </a:cubicBezTo>
                  <a:cubicBezTo>
                    <a:pt x="4837" y="32789"/>
                    <a:pt x="7624" y="32789"/>
                    <a:pt x="8222" y="32789"/>
                  </a:cubicBezTo>
                  <a:cubicBezTo>
                    <a:pt x="10810" y="32789"/>
                    <a:pt x="11009" y="32000"/>
                    <a:pt x="12004" y="29438"/>
                  </a:cubicBezTo>
                  <a:cubicBezTo>
                    <a:pt x="16982" y="14064"/>
                    <a:pt x="29524" y="5589"/>
                    <a:pt x="39280" y="5589"/>
                  </a:cubicBezTo>
                  <a:cubicBezTo>
                    <a:pt x="45850" y="5589"/>
                    <a:pt x="51225" y="9137"/>
                    <a:pt x="51225" y="18598"/>
                  </a:cubicBezTo>
                  <a:cubicBezTo>
                    <a:pt x="51225" y="22540"/>
                    <a:pt x="48836" y="32395"/>
                    <a:pt x="47044" y="39096"/>
                  </a:cubicBezTo>
                  <a:lnTo>
                    <a:pt x="40275" y="66099"/>
                  </a:lnTo>
                  <a:close/>
                </a:path>
              </a:pathLst>
            </a:custGeom>
            <a:solidFill>
              <a:srgbClr val="000000"/>
            </a:solidFill>
            <a:ln w="28498" cap="flat">
              <a:noFill/>
              <a:prstDash val="solid"/>
              <a:miter/>
            </a:ln>
          </p:spPr>
          <p:txBody>
            <a:bodyPr rtlCol="0" anchor="ctr"/>
            <a:lstStyle/>
            <a:p>
              <a:endParaRPr lang="en-GB" noProof="0"/>
            </a:p>
          </p:txBody>
        </p:sp>
        <p:sp>
          <p:nvSpPr>
            <p:cNvPr id="34" name="Freeform: Shape 33">
              <a:extLst>
                <a:ext uri="{FF2B5EF4-FFF2-40B4-BE49-F238E27FC236}">
                  <a16:creationId xmlns:a16="http://schemas.microsoft.com/office/drawing/2014/main" id="{082D1F26-15FE-A0C3-D400-A0ACE78AB602}"/>
                </a:ext>
              </a:extLst>
            </p:cNvPr>
            <p:cNvSpPr/>
            <p:nvPr>
              <p:custDataLst>
                <p:tags r:id="rId212"/>
              </p:custDataLst>
            </p:nvPr>
          </p:nvSpPr>
          <p:spPr>
            <a:xfrm>
              <a:off x="8768422" y="3662527"/>
              <a:ext cx="99545" cy="63776"/>
            </a:xfrm>
            <a:custGeom>
              <a:avLst/>
              <a:gdLst>
                <a:gd name="connsiteX0" fmla="*/ 15052 w 99545"/>
                <a:gd name="connsiteY0" fmla="*/ 48502 h 63776"/>
                <a:gd name="connsiteX1" fmla="*/ 12635 w 99545"/>
                <a:gd name="connsiteY1" fmla="*/ 58920 h 63776"/>
                <a:gd name="connsiteX2" fmla="*/ 17896 w 99545"/>
                <a:gd name="connsiteY2" fmla="*/ 63847 h 63776"/>
                <a:gd name="connsiteX3" fmla="*/ 24722 w 99545"/>
                <a:gd name="connsiteY3" fmla="*/ 59201 h 63776"/>
                <a:gd name="connsiteX4" fmla="*/ 27424 w 99545"/>
                <a:gd name="connsiteY4" fmla="*/ 48220 h 63776"/>
                <a:gd name="connsiteX5" fmla="*/ 32544 w 99545"/>
                <a:gd name="connsiteY5" fmla="*/ 28369 h 63776"/>
                <a:gd name="connsiteX6" fmla="*/ 61980 w 99545"/>
                <a:gd name="connsiteY6" fmla="*/ 4858 h 63776"/>
                <a:gd name="connsiteX7" fmla="*/ 71935 w 99545"/>
                <a:gd name="connsiteY7" fmla="*/ 14995 h 63776"/>
                <a:gd name="connsiteX8" fmla="*/ 62692 w 99545"/>
                <a:gd name="connsiteY8" fmla="*/ 45545 h 63776"/>
                <a:gd name="connsiteX9" fmla="*/ 61269 w 99545"/>
                <a:gd name="connsiteY9" fmla="*/ 51458 h 63776"/>
                <a:gd name="connsiteX10" fmla="*/ 76770 w 99545"/>
                <a:gd name="connsiteY10" fmla="*/ 63847 h 63776"/>
                <a:gd name="connsiteX11" fmla="*/ 99808 w 99545"/>
                <a:gd name="connsiteY11" fmla="*/ 42025 h 63776"/>
                <a:gd name="connsiteX12" fmla="*/ 96821 w 99545"/>
                <a:gd name="connsiteY12" fmla="*/ 40054 h 63776"/>
                <a:gd name="connsiteX13" fmla="*/ 93408 w 99545"/>
                <a:gd name="connsiteY13" fmla="*/ 43293 h 63776"/>
                <a:gd name="connsiteX14" fmla="*/ 77339 w 99545"/>
                <a:gd name="connsiteY14" fmla="*/ 59061 h 63776"/>
                <a:gd name="connsiteX15" fmla="*/ 73073 w 99545"/>
                <a:gd name="connsiteY15" fmla="*/ 53711 h 63776"/>
                <a:gd name="connsiteX16" fmla="*/ 74921 w 99545"/>
                <a:gd name="connsiteY16" fmla="*/ 46249 h 63776"/>
                <a:gd name="connsiteX17" fmla="*/ 83880 w 99545"/>
                <a:gd name="connsiteY17" fmla="*/ 16825 h 63776"/>
                <a:gd name="connsiteX18" fmla="*/ 62834 w 99545"/>
                <a:gd name="connsiteY18" fmla="*/ 71 h 63776"/>
                <a:gd name="connsiteX19" fmla="*/ 35957 w 99545"/>
                <a:gd name="connsiteY19" fmla="*/ 14009 h 63776"/>
                <a:gd name="connsiteX20" fmla="*/ 18607 w 99545"/>
                <a:gd name="connsiteY20" fmla="*/ 71 h 63776"/>
                <a:gd name="connsiteX21" fmla="*/ 262 w 99545"/>
                <a:gd name="connsiteY21" fmla="*/ 21893 h 63776"/>
                <a:gd name="connsiteX22" fmla="*/ 3249 w 99545"/>
                <a:gd name="connsiteY22" fmla="*/ 23864 h 63776"/>
                <a:gd name="connsiteX23" fmla="*/ 6520 w 99545"/>
                <a:gd name="connsiteY23" fmla="*/ 21189 h 63776"/>
                <a:gd name="connsiteX24" fmla="*/ 17896 w 99545"/>
                <a:gd name="connsiteY24" fmla="*/ 4858 h 63776"/>
                <a:gd name="connsiteX25" fmla="*/ 23727 w 99545"/>
                <a:gd name="connsiteY25" fmla="*/ 12320 h 63776"/>
                <a:gd name="connsiteX26" fmla="*/ 21451 w 99545"/>
                <a:gd name="connsiteY26" fmla="*/ 23301 h 63776"/>
                <a:gd name="connsiteX27" fmla="*/ 18323 w 99545"/>
                <a:gd name="connsiteY27" fmla="*/ 35972 h 63776"/>
                <a:gd name="connsiteX28" fmla="*/ 15052 w 99545"/>
                <a:gd name="connsiteY28" fmla="*/ 48502 h 63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9545" h="63776">
                  <a:moveTo>
                    <a:pt x="15052" y="48502"/>
                  </a:moveTo>
                  <a:cubicBezTo>
                    <a:pt x="14199" y="52021"/>
                    <a:pt x="12635" y="58216"/>
                    <a:pt x="12635" y="58920"/>
                  </a:cubicBezTo>
                  <a:cubicBezTo>
                    <a:pt x="12635" y="62017"/>
                    <a:pt x="15194" y="63847"/>
                    <a:pt x="17896" y="63847"/>
                  </a:cubicBezTo>
                  <a:cubicBezTo>
                    <a:pt x="20029" y="63847"/>
                    <a:pt x="23158" y="62721"/>
                    <a:pt x="24722" y="59201"/>
                  </a:cubicBezTo>
                  <a:cubicBezTo>
                    <a:pt x="24864" y="58497"/>
                    <a:pt x="26571" y="51880"/>
                    <a:pt x="27424" y="48220"/>
                  </a:cubicBezTo>
                  <a:cubicBezTo>
                    <a:pt x="32259" y="29214"/>
                    <a:pt x="32259" y="28932"/>
                    <a:pt x="32544" y="28369"/>
                  </a:cubicBezTo>
                  <a:cubicBezTo>
                    <a:pt x="34392" y="24568"/>
                    <a:pt x="44631" y="4858"/>
                    <a:pt x="61980" y="4858"/>
                  </a:cubicBezTo>
                  <a:cubicBezTo>
                    <a:pt x="68949" y="4858"/>
                    <a:pt x="71935" y="8659"/>
                    <a:pt x="71935" y="14995"/>
                  </a:cubicBezTo>
                  <a:cubicBezTo>
                    <a:pt x="71935" y="23019"/>
                    <a:pt x="65962" y="37520"/>
                    <a:pt x="62692" y="45545"/>
                  </a:cubicBezTo>
                  <a:cubicBezTo>
                    <a:pt x="61980" y="47235"/>
                    <a:pt x="61269" y="49065"/>
                    <a:pt x="61269" y="51458"/>
                  </a:cubicBezTo>
                  <a:cubicBezTo>
                    <a:pt x="61269" y="58779"/>
                    <a:pt x="68380" y="63847"/>
                    <a:pt x="76770" y="63847"/>
                  </a:cubicBezTo>
                  <a:cubicBezTo>
                    <a:pt x="91986" y="63847"/>
                    <a:pt x="99808" y="45545"/>
                    <a:pt x="99808" y="42025"/>
                  </a:cubicBezTo>
                  <a:cubicBezTo>
                    <a:pt x="99808" y="40054"/>
                    <a:pt x="97390" y="40054"/>
                    <a:pt x="96821" y="40054"/>
                  </a:cubicBezTo>
                  <a:cubicBezTo>
                    <a:pt x="94404" y="40054"/>
                    <a:pt x="94262" y="40618"/>
                    <a:pt x="93408" y="43293"/>
                  </a:cubicBezTo>
                  <a:cubicBezTo>
                    <a:pt x="90706" y="51740"/>
                    <a:pt x="84165" y="59061"/>
                    <a:pt x="77339" y="59061"/>
                  </a:cubicBezTo>
                  <a:cubicBezTo>
                    <a:pt x="74068" y="59061"/>
                    <a:pt x="73073" y="56808"/>
                    <a:pt x="73073" y="53711"/>
                  </a:cubicBezTo>
                  <a:cubicBezTo>
                    <a:pt x="73073" y="50754"/>
                    <a:pt x="73641" y="49346"/>
                    <a:pt x="74921" y="46249"/>
                  </a:cubicBezTo>
                  <a:cubicBezTo>
                    <a:pt x="77339" y="40618"/>
                    <a:pt x="83880" y="24568"/>
                    <a:pt x="83880" y="16825"/>
                  </a:cubicBezTo>
                  <a:cubicBezTo>
                    <a:pt x="83880" y="6407"/>
                    <a:pt x="76343" y="71"/>
                    <a:pt x="62834" y="71"/>
                  </a:cubicBezTo>
                  <a:cubicBezTo>
                    <a:pt x="49893" y="71"/>
                    <a:pt x="40934" y="7814"/>
                    <a:pt x="35957" y="14009"/>
                  </a:cubicBezTo>
                  <a:cubicBezTo>
                    <a:pt x="35245" y="2465"/>
                    <a:pt x="23869" y="71"/>
                    <a:pt x="18607" y="71"/>
                  </a:cubicBezTo>
                  <a:cubicBezTo>
                    <a:pt x="4386" y="71"/>
                    <a:pt x="262" y="21611"/>
                    <a:pt x="262" y="21893"/>
                  </a:cubicBezTo>
                  <a:cubicBezTo>
                    <a:pt x="262" y="23864"/>
                    <a:pt x="2538" y="23864"/>
                    <a:pt x="3249" y="23864"/>
                  </a:cubicBezTo>
                  <a:cubicBezTo>
                    <a:pt x="5666" y="23864"/>
                    <a:pt x="5951" y="23019"/>
                    <a:pt x="6520" y="21189"/>
                  </a:cubicBezTo>
                  <a:cubicBezTo>
                    <a:pt x="8653" y="13024"/>
                    <a:pt x="11923" y="4858"/>
                    <a:pt x="17896" y="4858"/>
                  </a:cubicBezTo>
                  <a:cubicBezTo>
                    <a:pt x="22731" y="4858"/>
                    <a:pt x="23727" y="9363"/>
                    <a:pt x="23727" y="12320"/>
                  </a:cubicBezTo>
                  <a:cubicBezTo>
                    <a:pt x="23727" y="14291"/>
                    <a:pt x="22305" y="19640"/>
                    <a:pt x="21451" y="23301"/>
                  </a:cubicBezTo>
                  <a:cubicBezTo>
                    <a:pt x="20456" y="27102"/>
                    <a:pt x="19034" y="32874"/>
                    <a:pt x="18323" y="35972"/>
                  </a:cubicBezTo>
                  <a:lnTo>
                    <a:pt x="15052" y="48502"/>
                  </a:lnTo>
                  <a:close/>
                </a:path>
              </a:pathLst>
            </a:custGeom>
            <a:solidFill>
              <a:srgbClr val="000000"/>
            </a:solidFill>
            <a:ln w="28498" cap="flat">
              <a:noFill/>
              <a:prstDash val="solid"/>
              <a:miter/>
            </a:ln>
          </p:spPr>
          <p:txBody>
            <a:bodyPr rtlCol="0" anchor="ctr"/>
            <a:lstStyle/>
            <a:p>
              <a:endParaRPr lang="en-GB" noProof="0"/>
            </a:p>
          </p:txBody>
        </p:sp>
        <p:sp>
          <p:nvSpPr>
            <p:cNvPr id="35" name="Freeform: Shape 34">
              <a:extLst>
                <a:ext uri="{FF2B5EF4-FFF2-40B4-BE49-F238E27FC236}">
                  <a16:creationId xmlns:a16="http://schemas.microsoft.com/office/drawing/2014/main" id="{D8A2F640-FF66-F53A-EDC0-383990C48B94}"/>
                </a:ext>
              </a:extLst>
            </p:cNvPr>
            <p:cNvSpPr/>
            <p:nvPr>
              <p:custDataLst>
                <p:tags r:id="rId213"/>
              </p:custDataLst>
            </p:nvPr>
          </p:nvSpPr>
          <p:spPr>
            <a:xfrm>
              <a:off x="8916460" y="3642395"/>
              <a:ext cx="134584" cy="9657"/>
            </a:xfrm>
            <a:custGeom>
              <a:avLst/>
              <a:gdLst>
                <a:gd name="connsiteX0" fmla="*/ 126889 w 134584"/>
                <a:gd name="connsiteY0" fmla="*/ 9728 h 9657"/>
                <a:gd name="connsiteX1" fmla="*/ 134852 w 134584"/>
                <a:gd name="connsiteY1" fmla="*/ 4998 h 9657"/>
                <a:gd name="connsiteX2" fmla="*/ 126889 w 134584"/>
                <a:gd name="connsiteY2" fmla="*/ 70 h 9657"/>
                <a:gd name="connsiteX3" fmla="*/ 8231 w 134584"/>
                <a:gd name="connsiteY3" fmla="*/ 70 h 9657"/>
                <a:gd name="connsiteX4" fmla="*/ 267 w 134584"/>
                <a:gd name="connsiteY4" fmla="*/ 4801 h 9657"/>
                <a:gd name="connsiteX5" fmla="*/ 8231 w 134584"/>
                <a:gd name="connsiteY5" fmla="*/ 9728 h 9657"/>
                <a:gd name="connsiteX6" fmla="*/ 126889 w 134584"/>
                <a:gd name="connsiteY6" fmla="*/ 9728 h 9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4" h="9657">
                  <a:moveTo>
                    <a:pt x="126889" y="9728"/>
                  </a:moveTo>
                  <a:cubicBezTo>
                    <a:pt x="130074" y="9728"/>
                    <a:pt x="134852" y="9728"/>
                    <a:pt x="134852" y="4998"/>
                  </a:cubicBezTo>
                  <a:cubicBezTo>
                    <a:pt x="134852" y="70"/>
                    <a:pt x="130273" y="70"/>
                    <a:pt x="126889" y="70"/>
                  </a:cubicBezTo>
                  <a:lnTo>
                    <a:pt x="8231" y="70"/>
                  </a:lnTo>
                  <a:cubicBezTo>
                    <a:pt x="5046" y="70"/>
                    <a:pt x="267" y="70"/>
                    <a:pt x="267" y="4801"/>
                  </a:cubicBezTo>
                  <a:cubicBezTo>
                    <a:pt x="267" y="9728"/>
                    <a:pt x="4846" y="9728"/>
                    <a:pt x="8231" y="9728"/>
                  </a:cubicBezTo>
                  <a:lnTo>
                    <a:pt x="126889" y="9728"/>
                  </a:lnTo>
                  <a:close/>
                </a:path>
              </a:pathLst>
            </a:custGeom>
            <a:solidFill>
              <a:srgbClr val="000000"/>
            </a:solidFill>
            <a:ln w="28498" cap="flat">
              <a:noFill/>
              <a:prstDash val="solid"/>
              <a:miter/>
            </a:ln>
          </p:spPr>
          <p:txBody>
            <a:bodyPr rtlCol="0" anchor="ctr"/>
            <a:lstStyle/>
            <a:p>
              <a:endParaRPr lang="en-GB" noProof="0"/>
            </a:p>
          </p:txBody>
        </p:sp>
        <p:sp>
          <p:nvSpPr>
            <p:cNvPr id="47" name="Freeform: Shape 46">
              <a:extLst>
                <a:ext uri="{FF2B5EF4-FFF2-40B4-BE49-F238E27FC236}">
                  <a16:creationId xmlns:a16="http://schemas.microsoft.com/office/drawing/2014/main" id="{001E8C97-A5FF-D3C2-72D0-EAA10A0A2AB4}"/>
                </a:ext>
              </a:extLst>
            </p:cNvPr>
            <p:cNvSpPr/>
            <p:nvPr>
              <p:custDataLst>
                <p:tags r:id="rId214"/>
              </p:custDataLst>
            </p:nvPr>
          </p:nvSpPr>
          <p:spPr>
            <a:xfrm>
              <a:off x="9082673" y="3609676"/>
              <a:ext cx="118657" cy="129100"/>
            </a:xfrm>
            <a:custGeom>
              <a:avLst/>
              <a:gdLst>
                <a:gd name="connsiteX0" fmla="*/ 1070 w 118657"/>
                <a:gd name="connsiteY0" fmla="*/ 118725 h 129100"/>
                <a:gd name="connsiteX1" fmla="*/ 274 w 118657"/>
                <a:gd name="connsiteY1" fmla="*/ 122864 h 129100"/>
                <a:gd name="connsiteX2" fmla="*/ 7043 w 118657"/>
                <a:gd name="connsiteY2" fmla="*/ 129171 h 129100"/>
                <a:gd name="connsiteX3" fmla="*/ 16599 w 118657"/>
                <a:gd name="connsiteY3" fmla="*/ 119316 h 129100"/>
                <a:gd name="connsiteX4" fmla="*/ 25757 w 118657"/>
                <a:gd name="connsiteY4" fmla="*/ 83247 h 129100"/>
                <a:gd name="connsiteX5" fmla="*/ 47060 w 118657"/>
                <a:gd name="connsiteY5" fmla="*/ 88963 h 129100"/>
                <a:gd name="connsiteX6" fmla="*/ 75729 w 118657"/>
                <a:gd name="connsiteY6" fmla="*/ 74771 h 129100"/>
                <a:gd name="connsiteX7" fmla="*/ 96235 w 118657"/>
                <a:gd name="connsiteY7" fmla="*/ 88963 h 129100"/>
                <a:gd name="connsiteX8" fmla="*/ 111963 w 118657"/>
                <a:gd name="connsiteY8" fmla="*/ 78516 h 129100"/>
                <a:gd name="connsiteX9" fmla="*/ 118931 w 118657"/>
                <a:gd name="connsiteY9" fmla="*/ 58806 h 129100"/>
                <a:gd name="connsiteX10" fmla="*/ 115746 w 118657"/>
                <a:gd name="connsiteY10" fmla="*/ 56244 h 129100"/>
                <a:gd name="connsiteX11" fmla="*/ 111366 w 118657"/>
                <a:gd name="connsiteY11" fmla="*/ 62354 h 129100"/>
                <a:gd name="connsiteX12" fmla="*/ 96832 w 118657"/>
                <a:gd name="connsiteY12" fmla="*/ 83444 h 129100"/>
                <a:gd name="connsiteX13" fmla="*/ 90262 w 118657"/>
                <a:gd name="connsiteY13" fmla="*/ 73786 h 129100"/>
                <a:gd name="connsiteX14" fmla="*/ 93249 w 118657"/>
                <a:gd name="connsiteY14" fmla="*/ 58215 h 129100"/>
                <a:gd name="connsiteX15" fmla="*/ 97629 w 118657"/>
                <a:gd name="connsiteY15" fmla="*/ 40476 h 129100"/>
                <a:gd name="connsiteX16" fmla="*/ 102208 w 118657"/>
                <a:gd name="connsiteY16" fmla="*/ 22934 h 129100"/>
                <a:gd name="connsiteX17" fmla="*/ 105592 w 118657"/>
                <a:gd name="connsiteY17" fmla="*/ 8348 h 129100"/>
                <a:gd name="connsiteX18" fmla="*/ 99022 w 118657"/>
                <a:gd name="connsiteY18" fmla="*/ 2041 h 129100"/>
                <a:gd name="connsiteX19" fmla="*/ 90860 w 118657"/>
                <a:gd name="connsiteY19" fmla="*/ 6772 h 129100"/>
                <a:gd name="connsiteX20" fmla="*/ 87674 w 118657"/>
                <a:gd name="connsiteY20" fmla="*/ 18203 h 129100"/>
                <a:gd name="connsiteX21" fmla="*/ 83493 w 118657"/>
                <a:gd name="connsiteY21" fmla="*/ 34563 h 129100"/>
                <a:gd name="connsiteX22" fmla="*/ 77322 w 118657"/>
                <a:gd name="connsiteY22" fmla="*/ 59200 h 129100"/>
                <a:gd name="connsiteX23" fmla="*/ 74136 w 118657"/>
                <a:gd name="connsiteY23" fmla="*/ 67084 h 129100"/>
                <a:gd name="connsiteX24" fmla="*/ 47856 w 118657"/>
                <a:gd name="connsiteY24" fmla="*/ 83444 h 129100"/>
                <a:gd name="connsiteX25" fmla="*/ 31531 w 118657"/>
                <a:gd name="connsiteY25" fmla="*/ 65902 h 129100"/>
                <a:gd name="connsiteX26" fmla="*/ 34915 w 118657"/>
                <a:gd name="connsiteY26" fmla="*/ 47571 h 129100"/>
                <a:gd name="connsiteX27" fmla="*/ 39295 w 118657"/>
                <a:gd name="connsiteY27" fmla="*/ 29832 h 129100"/>
                <a:gd name="connsiteX28" fmla="*/ 42083 w 118657"/>
                <a:gd name="connsiteY28" fmla="*/ 18795 h 129100"/>
                <a:gd name="connsiteX29" fmla="*/ 45069 w 118657"/>
                <a:gd name="connsiteY29" fmla="*/ 6377 h 129100"/>
                <a:gd name="connsiteX30" fmla="*/ 38300 w 118657"/>
                <a:gd name="connsiteY30" fmla="*/ 70 h 129100"/>
                <a:gd name="connsiteX31" fmla="*/ 28744 w 118657"/>
                <a:gd name="connsiteY31" fmla="*/ 9334 h 129100"/>
                <a:gd name="connsiteX32" fmla="*/ 1070 w 118657"/>
                <a:gd name="connsiteY32" fmla="*/ 118725 h 12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8657" h="129100">
                  <a:moveTo>
                    <a:pt x="1070" y="118725"/>
                  </a:moveTo>
                  <a:cubicBezTo>
                    <a:pt x="274" y="121681"/>
                    <a:pt x="274" y="122667"/>
                    <a:pt x="274" y="122864"/>
                  </a:cubicBezTo>
                  <a:cubicBezTo>
                    <a:pt x="274" y="127200"/>
                    <a:pt x="3857" y="129171"/>
                    <a:pt x="7043" y="129171"/>
                  </a:cubicBezTo>
                  <a:cubicBezTo>
                    <a:pt x="14210" y="129171"/>
                    <a:pt x="15803" y="122667"/>
                    <a:pt x="16599" y="119316"/>
                  </a:cubicBezTo>
                  <a:cubicBezTo>
                    <a:pt x="16997" y="118331"/>
                    <a:pt x="20979" y="102562"/>
                    <a:pt x="25757" y="83247"/>
                  </a:cubicBezTo>
                  <a:cubicBezTo>
                    <a:pt x="31929" y="87386"/>
                    <a:pt x="39893" y="88963"/>
                    <a:pt x="47060" y="88963"/>
                  </a:cubicBezTo>
                  <a:cubicBezTo>
                    <a:pt x="64182" y="88963"/>
                    <a:pt x="75331" y="75166"/>
                    <a:pt x="75729" y="74771"/>
                  </a:cubicBezTo>
                  <a:cubicBezTo>
                    <a:pt x="79512" y="88371"/>
                    <a:pt x="93249" y="88963"/>
                    <a:pt x="96235" y="88963"/>
                  </a:cubicBezTo>
                  <a:cubicBezTo>
                    <a:pt x="103402" y="88963"/>
                    <a:pt x="108380" y="84626"/>
                    <a:pt x="111963" y="78516"/>
                  </a:cubicBezTo>
                  <a:cubicBezTo>
                    <a:pt x="116343" y="70829"/>
                    <a:pt x="118931" y="59595"/>
                    <a:pt x="118931" y="58806"/>
                  </a:cubicBezTo>
                  <a:cubicBezTo>
                    <a:pt x="118931" y="56244"/>
                    <a:pt x="116343" y="56244"/>
                    <a:pt x="115746" y="56244"/>
                  </a:cubicBezTo>
                  <a:cubicBezTo>
                    <a:pt x="112959" y="56244"/>
                    <a:pt x="112760" y="57032"/>
                    <a:pt x="111366" y="62354"/>
                  </a:cubicBezTo>
                  <a:cubicBezTo>
                    <a:pt x="108977" y="71815"/>
                    <a:pt x="105194" y="83444"/>
                    <a:pt x="96832" y="83444"/>
                  </a:cubicBezTo>
                  <a:cubicBezTo>
                    <a:pt x="91656" y="83444"/>
                    <a:pt x="90262" y="79108"/>
                    <a:pt x="90262" y="73786"/>
                  </a:cubicBezTo>
                  <a:cubicBezTo>
                    <a:pt x="90262" y="70435"/>
                    <a:pt x="91855" y="63339"/>
                    <a:pt x="93249" y="58215"/>
                  </a:cubicBezTo>
                  <a:cubicBezTo>
                    <a:pt x="94642" y="52893"/>
                    <a:pt x="96633" y="44812"/>
                    <a:pt x="97629" y="40476"/>
                  </a:cubicBezTo>
                  <a:lnTo>
                    <a:pt x="102208" y="22934"/>
                  </a:lnTo>
                  <a:cubicBezTo>
                    <a:pt x="103402" y="18006"/>
                    <a:pt x="105592" y="9334"/>
                    <a:pt x="105592" y="8348"/>
                  </a:cubicBezTo>
                  <a:cubicBezTo>
                    <a:pt x="105592" y="4406"/>
                    <a:pt x="102407" y="2041"/>
                    <a:pt x="99022" y="2041"/>
                  </a:cubicBezTo>
                  <a:cubicBezTo>
                    <a:pt x="96832" y="2041"/>
                    <a:pt x="93050" y="3027"/>
                    <a:pt x="90860" y="6772"/>
                  </a:cubicBezTo>
                  <a:cubicBezTo>
                    <a:pt x="90262" y="7954"/>
                    <a:pt x="88670" y="14261"/>
                    <a:pt x="87674" y="18203"/>
                  </a:cubicBezTo>
                  <a:lnTo>
                    <a:pt x="83493" y="34563"/>
                  </a:lnTo>
                  <a:lnTo>
                    <a:pt x="77322" y="59200"/>
                  </a:lnTo>
                  <a:cubicBezTo>
                    <a:pt x="75928" y="64128"/>
                    <a:pt x="75928" y="64522"/>
                    <a:pt x="74136" y="67084"/>
                  </a:cubicBezTo>
                  <a:cubicBezTo>
                    <a:pt x="67964" y="75757"/>
                    <a:pt x="59204" y="83444"/>
                    <a:pt x="47856" y="83444"/>
                  </a:cubicBezTo>
                  <a:cubicBezTo>
                    <a:pt x="31531" y="83444"/>
                    <a:pt x="31531" y="69450"/>
                    <a:pt x="31531" y="65902"/>
                  </a:cubicBezTo>
                  <a:cubicBezTo>
                    <a:pt x="31531" y="60777"/>
                    <a:pt x="32128" y="58215"/>
                    <a:pt x="34915" y="47571"/>
                  </a:cubicBezTo>
                  <a:cubicBezTo>
                    <a:pt x="36906" y="38899"/>
                    <a:pt x="37304" y="37519"/>
                    <a:pt x="39295" y="29832"/>
                  </a:cubicBezTo>
                  <a:lnTo>
                    <a:pt x="42083" y="18795"/>
                  </a:lnTo>
                  <a:cubicBezTo>
                    <a:pt x="43078" y="14656"/>
                    <a:pt x="45069" y="7166"/>
                    <a:pt x="45069" y="6377"/>
                  </a:cubicBezTo>
                  <a:cubicBezTo>
                    <a:pt x="45069" y="2830"/>
                    <a:pt x="42282" y="70"/>
                    <a:pt x="38300" y="70"/>
                  </a:cubicBezTo>
                  <a:cubicBezTo>
                    <a:pt x="31133" y="70"/>
                    <a:pt x="29341" y="6969"/>
                    <a:pt x="28744" y="9334"/>
                  </a:cubicBezTo>
                  <a:lnTo>
                    <a:pt x="1070" y="118725"/>
                  </a:lnTo>
                  <a:close/>
                </a:path>
              </a:pathLst>
            </a:custGeom>
            <a:solidFill>
              <a:srgbClr val="000000"/>
            </a:solidFill>
            <a:ln w="28498" cap="flat">
              <a:noFill/>
              <a:prstDash val="solid"/>
              <a:miter/>
            </a:ln>
          </p:spPr>
          <p:txBody>
            <a:bodyPr rtlCol="0" anchor="ctr"/>
            <a:lstStyle/>
            <a:p>
              <a:endParaRPr lang="en-GB" noProof="0"/>
            </a:p>
          </p:txBody>
        </p:sp>
        <p:sp>
          <p:nvSpPr>
            <p:cNvPr id="48" name="Freeform: Shape 47">
              <a:extLst>
                <a:ext uri="{FF2B5EF4-FFF2-40B4-BE49-F238E27FC236}">
                  <a16:creationId xmlns:a16="http://schemas.microsoft.com/office/drawing/2014/main" id="{EEE26549-BC62-A4E1-15B6-3A67A28865A1}"/>
                </a:ext>
              </a:extLst>
            </p:cNvPr>
            <p:cNvSpPr/>
            <p:nvPr>
              <p:custDataLst>
                <p:tags r:id="rId215"/>
              </p:custDataLst>
            </p:nvPr>
          </p:nvSpPr>
          <p:spPr>
            <a:xfrm>
              <a:off x="9216271" y="3630850"/>
              <a:ext cx="67264" cy="122765"/>
            </a:xfrm>
            <a:custGeom>
              <a:avLst/>
              <a:gdLst>
                <a:gd name="connsiteX0" fmla="*/ 67542 w 67264"/>
                <a:gd name="connsiteY0" fmla="*/ 6125 h 122765"/>
                <a:gd name="connsiteX1" fmla="*/ 61285 w 67264"/>
                <a:gd name="connsiteY1" fmla="*/ 71 h 122765"/>
                <a:gd name="connsiteX2" fmla="*/ 52469 w 67264"/>
                <a:gd name="connsiteY2" fmla="*/ 8518 h 122765"/>
                <a:gd name="connsiteX3" fmla="*/ 58726 w 67264"/>
                <a:gd name="connsiteY3" fmla="*/ 14572 h 122765"/>
                <a:gd name="connsiteX4" fmla="*/ 67542 w 67264"/>
                <a:gd name="connsiteY4" fmla="*/ 6125 h 122765"/>
                <a:gd name="connsiteX5" fmla="*/ 36541 w 67264"/>
                <a:gd name="connsiteY5" fmla="*/ 100311 h 122765"/>
                <a:gd name="connsiteX6" fmla="*/ 16206 w 67264"/>
                <a:gd name="connsiteY6" fmla="*/ 118050 h 122765"/>
                <a:gd name="connsiteX7" fmla="*/ 11086 w 67264"/>
                <a:gd name="connsiteY7" fmla="*/ 117346 h 122765"/>
                <a:gd name="connsiteX8" fmla="*/ 15495 w 67264"/>
                <a:gd name="connsiteY8" fmla="*/ 109884 h 122765"/>
                <a:gd name="connsiteX9" fmla="*/ 9095 w 67264"/>
                <a:gd name="connsiteY9" fmla="*/ 104112 h 122765"/>
                <a:gd name="connsiteX10" fmla="*/ 278 w 67264"/>
                <a:gd name="connsiteY10" fmla="*/ 113122 h 122765"/>
                <a:gd name="connsiteX11" fmla="*/ 16348 w 67264"/>
                <a:gd name="connsiteY11" fmla="*/ 122837 h 122765"/>
                <a:gd name="connsiteX12" fmla="*/ 48913 w 67264"/>
                <a:gd name="connsiteY12" fmla="*/ 100452 h 122765"/>
                <a:gd name="connsiteX13" fmla="*/ 61712 w 67264"/>
                <a:gd name="connsiteY13" fmla="*/ 50050 h 122765"/>
                <a:gd name="connsiteX14" fmla="*/ 62423 w 67264"/>
                <a:gd name="connsiteY14" fmla="*/ 45404 h 122765"/>
                <a:gd name="connsiteX15" fmla="*/ 44932 w 67264"/>
                <a:gd name="connsiteY15" fmla="*/ 31748 h 122765"/>
                <a:gd name="connsiteX16" fmla="*/ 17201 w 67264"/>
                <a:gd name="connsiteY16" fmla="*/ 53570 h 122765"/>
                <a:gd name="connsiteX17" fmla="*/ 20187 w 67264"/>
                <a:gd name="connsiteY17" fmla="*/ 55541 h 122765"/>
                <a:gd name="connsiteX18" fmla="*/ 23316 w 67264"/>
                <a:gd name="connsiteY18" fmla="*/ 53570 h 122765"/>
                <a:gd name="connsiteX19" fmla="*/ 44363 w 67264"/>
                <a:gd name="connsiteY19" fmla="*/ 36535 h 122765"/>
                <a:gd name="connsiteX20" fmla="*/ 50335 w 67264"/>
                <a:gd name="connsiteY20" fmla="*/ 43996 h 122765"/>
                <a:gd name="connsiteX21" fmla="*/ 49909 w 67264"/>
                <a:gd name="connsiteY21" fmla="*/ 47657 h 122765"/>
                <a:gd name="connsiteX22" fmla="*/ 36541 w 67264"/>
                <a:gd name="connsiteY22" fmla="*/ 100311 h 12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7264" h="122765">
                  <a:moveTo>
                    <a:pt x="67542" y="6125"/>
                  </a:moveTo>
                  <a:cubicBezTo>
                    <a:pt x="67542" y="2887"/>
                    <a:pt x="65125" y="71"/>
                    <a:pt x="61285" y="71"/>
                  </a:cubicBezTo>
                  <a:cubicBezTo>
                    <a:pt x="56877" y="71"/>
                    <a:pt x="52469" y="4295"/>
                    <a:pt x="52469" y="8518"/>
                  </a:cubicBezTo>
                  <a:cubicBezTo>
                    <a:pt x="52469" y="11897"/>
                    <a:pt x="55170" y="14572"/>
                    <a:pt x="58726" y="14572"/>
                  </a:cubicBezTo>
                  <a:cubicBezTo>
                    <a:pt x="63561" y="14572"/>
                    <a:pt x="67542" y="10067"/>
                    <a:pt x="67542" y="6125"/>
                  </a:cubicBezTo>
                  <a:close/>
                  <a:moveTo>
                    <a:pt x="36541" y="100311"/>
                  </a:moveTo>
                  <a:cubicBezTo>
                    <a:pt x="33839" y="111011"/>
                    <a:pt x="24880" y="118050"/>
                    <a:pt x="16206" y="118050"/>
                  </a:cubicBezTo>
                  <a:cubicBezTo>
                    <a:pt x="13788" y="118050"/>
                    <a:pt x="12224" y="117628"/>
                    <a:pt x="11086" y="117346"/>
                  </a:cubicBezTo>
                  <a:cubicBezTo>
                    <a:pt x="14499" y="115375"/>
                    <a:pt x="15495" y="111715"/>
                    <a:pt x="15495" y="109884"/>
                  </a:cubicBezTo>
                  <a:cubicBezTo>
                    <a:pt x="15495" y="107491"/>
                    <a:pt x="13788" y="104112"/>
                    <a:pt x="9095" y="104112"/>
                  </a:cubicBezTo>
                  <a:cubicBezTo>
                    <a:pt x="4260" y="104112"/>
                    <a:pt x="278" y="108476"/>
                    <a:pt x="278" y="113122"/>
                  </a:cubicBezTo>
                  <a:cubicBezTo>
                    <a:pt x="278" y="119176"/>
                    <a:pt x="6678" y="122837"/>
                    <a:pt x="16348" y="122837"/>
                  </a:cubicBezTo>
                  <a:cubicBezTo>
                    <a:pt x="26018" y="122837"/>
                    <a:pt x="44505" y="117909"/>
                    <a:pt x="48913" y="100452"/>
                  </a:cubicBezTo>
                  <a:lnTo>
                    <a:pt x="61712" y="50050"/>
                  </a:lnTo>
                  <a:cubicBezTo>
                    <a:pt x="61996" y="48642"/>
                    <a:pt x="62423" y="47375"/>
                    <a:pt x="62423" y="45404"/>
                  </a:cubicBezTo>
                  <a:cubicBezTo>
                    <a:pt x="62423" y="37380"/>
                    <a:pt x="54886" y="31748"/>
                    <a:pt x="44932" y="31748"/>
                  </a:cubicBezTo>
                  <a:cubicBezTo>
                    <a:pt x="27724" y="31748"/>
                    <a:pt x="17201" y="50754"/>
                    <a:pt x="17201" y="53570"/>
                  </a:cubicBezTo>
                  <a:cubicBezTo>
                    <a:pt x="17201" y="55541"/>
                    <a:pt x="19476" y="55541"/>
                    <a:pt x="20187" y="55541"/>
                  </a:cubicBezTo>
                  <a:cubicBezTo>
                    <a:pt x="22321" y="55541"/>
                    <a:pt x="22605" y="54978"/>
                    <a:pt x="23316" y="53570"/>
                  </a:cubicBezTo>
                  <a:cubicBezTo>
                    <a:pt x="29858" y="39773"/>
                    <a:pt x="39528" y="36535"/>
                    <a:pt x="44363" y="36535"/>
                  </a:cubicBezTo>
                  <a:cubicBezTo>
                    <a:pt x="50051" y="36535"/>
                    <a:pt x="50335" y="41603"/>
                    <a:pt x="50335" y="43996"/>
                  </a:cubicBezTo>
                  <a:cubicBezTo>
                    <a:pt x="50335" y="45967"/>
                    <a:pt x="50193" y="46531"/>
                    <a:pt x="49909" y="47657"/>
                  </a:cubicBezTo>
                  <a:lnTo>
                    <a:pt x="36541" y="100311"/>
                  </a:lnTo>
                  <a:close/>
                </a:path>
              </a:pathLst>
            </a:custGeom>
            <a:solidFill>
              <a:srgbClr val="000000"/>
            </a:solidFill>
            <a:ln w="28498" cap="flat">
              <a:noFill/>
              <a:prstDash val="solid"/>
              <a:miter/>
            </a:ln>
          </p:spPr>
          <p:txBody>
            <a:bodyPr rtlCol="0" anchor="ctr"/>
            <a:lstStyle/>
            <a:p>
              <a:endParaRPr lang="en-GB" noProof="0"/>
            </a:p>
          </p:txBody>
        </p:sp>
        <p:sp>
          <p:nvSpPr>
            <p:cNvPr id="49" name="Freeform: Shape 48">
              <a:extLst>
                <a:ext uri="{FF2B5EF4-FFF2-40B4-BE49-F238E27FC236}">
                  <a16:creationId xmlns:a16="http://schemas.microsoft.com/office/drawing/2014/main" id="{229F9387-E40B-6A81-38D8-60ADD2F62557}"/>
                </a:ext>
              </a:extLst>
            </p:cNvPr>
            <p:cNvSpPr/>
            <p:nvPr>
              <p:custDataLst>
                <p:tags r:id="rId216"/>
              </p:custDataLst>
            </p:nvPr>
          </p:nvSpPr>
          <p:spPr>
            <a:xfrm>
              <a:off x="7852807" y="3913239"/>
              <a:ext cx="1812466" cy="11262"/>
            </a:xfrm>
            <a:custGeom>
              <a:avLst/>
              <a:gdLst>
                <a:gd name="connsiteX0" fmla="*/ 0 w 1812466"/>
                <a:gd name="connsiteY0" fmla="*/ 0 h 11262"/>
                <a:gd name="connsiteX1" fmla="*/ 1812467 w 1812466"/>
                <a:gd name="connsiteY1" fmla="*/ 0 h 11262"/>
                <a:gd name="connsiteX2" fmla="*/ 1812467 w 1812466"/>
                <a:gd name="connsiteY2" fmla="*/ 11262 h 11262"/>
                <a:gd name="connsiteX3" fmla="*/ 0 w 1812466"/>
                <a:gd name="connsiteY3" fmla="*/ 11262 h 11262"/>
              </a:gdLst>
              <a:ahLst/>
              <a:cxnLst>
                <a:cxn ang="0">
                  <a:pos x="connsiteX0" y="connsiteY0"/>
                </a:cxn>
                <a:cxn ang="0">
                  <a:pos x="connsiteX1" y="connsiteY1"/>
                </a:cxn>
                <a:cxn ang="0">
                  <a:pos x="connsiteX2" y="connsiteY2"/>
                </a:cxn>
                <a:cxn ang="0">
                  <a:pos x="connsiteX3" y="connsiteY3"/>
                </a:cxn>
              </a:cxnLst>
              <a:rect l="l" t="t" r="r" b="b"/>
              <a:pathLst>
                <a:path w="1812466" h="11262">
                  <a:moveTo>
                    <a:pt x="0" y="0"/>
                  </a:moveTo>
                  <a:lnTo>
                    <a:pt x="1812467" y="0"/>
                  </a:lnTo>
                  <a:lnTo>
                    <a:pt x="1812467" y="11262"/>
                  </a:lnTo>
                  <a:lnTo>
                    <a:pt x="0" y="11262"/>
                  </a:lnTo>
                  <a:close/>
                </a:path>
              </a:pathLst>
            </a:custGeom>
            <a:solidFill>
              <a:srgbClr val="000000"/>
            </a:solidFill>
            <a:ln w="28498" cap="flat">
              <a:noFill/>
              <a:prstDash val="solid"/>
              <a:miter/>
            </a:ln>
          </p:spPr>
          <p:txBody>
            <a:bodyPr rtlCol="0" anchor="ctr"/>
            <a:lstStyle/>
            <a:p>
              <a:endParaRPr lang="en-GB" noProof="0"/>
            </a:p>
          </p:txBody>
        </p:sp>
        <p:sp>
          <p:nvSpPr>
            <p:cNvPr id="50" name="Freeform: Shape 49">
              <a:extLst>
                <a:ext uri="{FF2B5EF4-FFF2-40B4-BE49-F238E27FC236}">
                  <a16:creationId xmlns:a16="http://schemas.microsoft.com/office/drawing/2014/main" id="{FB4F8FA0-BA5A-46D0-BDC2-B97729D4D9AD}"/>
                </a:ext>
              </a:extLst>
            </p:cNvPr>
            <p:cNvSpPr/>
            <p:nvPr>
              <p:custDataLst>
                <p:tags r:id="rId217"/>
              </p:custDataLst>
            </p:nvPr>
          </p:nvSpPr>
          <p:spPr>
            <a:xfrm>
              <a:off x="7878120" y="4010683"/>
              <a:ext cx="93856" cy="187527"/>
            </a:xfrm>
            <a:custGeom>
              <a:avLst/>
              <a:gdLst>
                <a:gd name="connsiteX0" fmla="*/ 58536 w 93856"/>
                <a:gd name="connsiteY0" fmla="*/ 7409 h 187527"/>
                <a:gd name="connsiteX1" fmla="*/ 51994 w 93856"/>
                <a:gd name="connsiteY1" fmla="*/ 88 h 187527"/>
                <a:gd name="connsiteX2" fmla="*/ 231 w 93856"/>
                <a:gd name="connsiteY2" fmla="*/ 18109 h 187527"/>
                <a:gd name="connsiteX3" fmla="*/ 231 w 93856"/>
                <a:gd name="connsiteY3" fmla="*/ 26837 h 187527"/>
                <a:gd name="connsiteX4" fmla="*/ 37489 w 93856"/>
                <a:gd name="connsiteY4" fmla="*/ 19516 h 187527"/>
                <a:gd name="connsiteX5" fmla="*/ 37489 w 93856"/>
                <a:gd name="connsiteY5" fmla="*/ 165371 h 187527"/>
                <a:gd name="connsiteX6" fmla="*/ 11039 w 93856"/>
                <a:gd name="connsiteY6" fmla="*/ 178886 h 187527"/>
                <a:gd name="connsiteX7" fmla="*/ 1937 w 93856"/>
                <a:gd name="connsiteY7" fmla="*/ 178886 h 187527"/>
                <a:gd name="connsiteX8" fmla="*/ 1937 w 93856"/>
                <a:gd name="connsiteY8" fmla="*/ 187615 h 187527"/>
                <a:gd name="connsiteX9" fmla="*/ 48013 w 93856"/>
                <a:gd name="connsiteY9" fmla="*/ 186770 h 187527"/>
                <a:gd name="connsiteX10" fmla="*/ 94088 w 93856"/>
                <a:gd name="connsiteY10" fmla="*/ 187615 h 187527"/>
                <a:gd name="connsiteX11" fmla="*/ 94088 w 93856"/>
                <a:gd name="connsiteY11" fmla="*/ 178886 h 187527"/>
                <a:gd name="connsiteX12" fmla="*/ 84986 w 93856"/>
                <a:gd name="connsiteY12" fmla="*/ 178886 h 187527"/>
                <a:gd name="connsiteX13" fmla="*/ 58536 w 93856"/>
                <a:gd name="connsiteY13" fmla="*/ 165371 h 187527"/>
                <a:gd name="connsiteX14" fmla="*/ 58536 w 93856"/>
                <a:gd name="connsiteY14" fmla="*/ 7409 h 18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3856" h="187527">
                  <a:moveTo>
                    <a:pt x="58536" y="7409"/>
                  </a:moveTo>
                  <a:cubicBezTo>
                    <a:pt x="58536" y="651"/>
                    <a:pt x="58536" y="88"/>
                    <a:pt x="51994" y="88"/>
                  </a:cubicBezTo>
                  <a:cubicBezTo>
                    <a:pt x="34361" y="18109"/>
                    <a:pt x="9332" y="18109"/>
                    <a:pt x="231" y="18109"/>
                  </a:cubicBezTo>
                  <a:lnTo>
                    <a:pt x="231" y="26837"/>
                  </a:lnTo>
                  <a:cubicBezTo>
                    <a:pt x="5919" y="26837"/>
                    <a:pt x="22700" y="26837"/>
                    <a:pt x="37489" y="19516"/>
                  </a:cubicBezTo>
                  <a:lnTo>
                    <a:pt x="37489" y="165371"/>
                  </a:lnTo>
                  <a:cubicBezTo>
                    <a:pt x="37489" y="175507"/>
                    <a:pt x="36636" y="178886"/>
                    <a:pt x="11039" y="178886"/>
                  </a:cubicBezTo>
                  <a:lnTo>
                    <a:pt x="1937" y="178886"/>
                  </a:lnTo>
                  <a:lnTo>
                    <a:pt x="1937" y="187615"/>
                  </a:lnTo>
                  <a:cubicBezTo>
                    <a:pt x="11892" y="186770"/>
                    <a:pt x="36636" y="186770"/>
                    <a:pt x="48013" y="186770"/>
                  </a:cubicBezTo>
                  <a:cubicBezTo>
                    <a:pt x="59389" y="186770"/>
                    <a:pt x="84133" y="186770"/>
                    <a:pt x="94088" y="187615"/>
                  </a:cubicBezTo>
                  <a:lnTo>
                    <a:pt x="94088" y="178886"/>
                  </a:lnTo>
                  <a:lnTo>
                    <a:pt x="84986" y="178886"/>
                  </a:lnTo>
                  <a:cubicBezTo>
                    <a:pt x="59389" y="178886"/>
                    <a:pt x="58536" y="175789"/>
                    <a:pt x="58536" y="165371"/>
                  </a:cubicBezTo>
                  <a:lnTo>
                    <a:pt x="58536" y="7409"/>
                  </a:lnTo>
                  <a:close/>
                </a:path>
              </a:pathLst>
            </a:custGeom>
            <a:solidFill>
              <a:srgbClr val="000000"/>
            </a:solidFill>
            <a:ln w="28498" cap="flat">
              <a:noFill/>
              <a:prstDash val="solid"/>
              <a:miter/>
            </a:ln>
          </p:spPr>
          <p:txBody>
            <a:bodyPr rtlCol="0" anchor="ctr"/>
            <a:lstStyle/>
            <a:p>
              <a:endParaRPr lang="en-GB" noProof="0"/>
            </a:p>
          </p:txBody>
        </p:sp>
        <p:sp>
          <p:nvSpPr>
            <p:cNvPr id="51" name="Freeform: Shape 50">
              <a:extLst>
                <a:ext uri="{FF2B5EF4-FFF2-40B4-BE49-F238E27FC236}">
                  <a16:creationId xmlns:a16="http://schemas.microsoft.com/office/drawing/2014/main" id="{826A2B05-A3C2-D10B-5248-75C3E4CC3C8A}"/>
                </a:ext>
              </a:extLst>
            </p:cNvPr>
            <p:cNvSpPr/>
            <p:nvPr>
              <p:custDataLst>
                <p:tags r:id="rId218"/>
              </p:custDataLst>
            </p:nvPr>
          </p:nvSpPr>
          <p:spPr>
            <a:xfrm>
              <a:off x="8074144" y="4034053"/>
              <a:ext cx="189135" cy="187527"/>
            </a:xfrm>
            <a:custGeom>
              <a:avLst/>
              <a:gdLst>
                <a:gd name="connsiteX0" fmla="*/ 100636 w 189135"/>
                <a:gd name="connsiteY0" fmla="*/ 99483 h 187527"/>
                <a:gd name="connsiteX1" fmla="*/ 179988 w 189135"/>
                <a:gd name="connsiteY1" fmla="*/ 99483 h 187527"/>
                <a:gd name="connsiteX2" fmla="*/ 189374 w 189135"/>
                <a:gd name="connsiteY2" fmla="*/ 93851 h 187527"/>
                <a:gd name="connsiteX3" fmla="*/ 179988 w 189135"/>
                <a:gd name="connsiteY3" fmla="*/ 88220 h 187527"/>
                <a:gd name="connsiteX4" fmla="*/ 100636 w 189135"/>
                <a:gd name="connsiteY4" fmla="*/ 88220 h 187527"/>
                <a:gd name="connsiteX5" fmla="*/ 100636 w 189135"/>
                <a:gd name="connsiteY5" fmla="*/ 9380 h 187527"/>
                <a:gd name="connsiteX6" fmla="*/ 94948 w 189135"/>
                <a:gd name="connsiteY6" fmla="*/ 88 h 187527"/>
                <a:gd name="connsiteX7" fmla="*/ 89260 w 189135"/>
                <a:gd name="connsiteY7" fmla="*/ 9380 h 187527"/>
                <a:gd name="connsiteX8" fmla="*/ 89260 w 189135"/>
                <a:gd name="connsiteY8" fmla="*/ 88220 h 187527"/>
                <a:gd name="connsiteX9" fmla="*/ 9624 w 189135"/>
                <a:gd name="connsiteY9" fmla="*/ 88220 h 187527"/>
                <a:gd name="connsiteX10" fmla="*/ 238 w 189135"/>
                <a:gd name="connsiteY10" fmla="*/ 93851 h 187527"/>
                <a:gd name="connsiteX11" fmla="*/ 9624 w 189135"/>
                <a:gd name="connsiteY11" fmla="*/ 99483 h 187527"/>
                <a:gd name="connsiteX12" fmla="*/ 89260 w 189135"/>
                <a:gd name="connsiteY12" fmla="*/ 99483 h 187527"/>
                <a:gd name="connsiteX13" fmla="*/ 89260 w 189135"/>
                <a:gd name="connsiteY13" fmla="*/ 178323 h 187527"/>
                <a:gd name="connsiteX14" fmla="*/ 94948 w 189135"/>
                <a:gd name="connsiteY14" fmla="*/ 187615 h 187527"/>
                <a:gd name="connsiteX15" fmla="*/ 100636 w 189135"/>
                <a:gd name="connsiteY15" fmla="*/ 178323 h 187527"/>
                <a:gd name="connsiteX16" fmla="*/ 100636 w 189135"/>
                <a:gd name="connsiteY16" fmla="*/ 99483 h 18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9135" h="187527">
                  <a:moveTo>
                    <a:pt x="100636" y="99483"/>
                  </a:moveTo>
                  <a:lnTo>
                    <a:pt x="179988" y="99483"/>
                  </a:lnTo>
                  <a:cubicBezTo>
                    <a:pt x="183970" y="99483"/>
                    <a:pt x="189374" y="99483"/>
                    <a:pt x="189374" y="93851"/>
                  </a:cubicBezTo>
                  <a:cubicBezTo>
                    <a:pt x="189374" y="88220"/>
                    <a:pt x="183970" y="88220"/>
                    <a:pt x="179988" y="88220"/>
                  </a:cubicBezTo>
                  <a:lnTo>
                    <a:pt x="100636" y="88220"/>
                  </a:lnTo>
                  <a:lnTo>
                    <a:pt x="100636" y="9380"/>
                  </a:lnTo>
                  <a:cubicBezTo>
                    <a:pt x="100636" y="5438"/>
                    <a:pt x="100636" y="88"/>
                    <a:pt x="94948" y="88"/>
                  </a:cubicBezTo>
                  <a:cubicBezTo>
                    <a:pt x="89260" y="88"/>
                    <a:pt x="89260" y="5438"/>
                    <a:pt x="89260" y="9380"/>
                  </a:cubicBezTo>
                  <a:lnTo>
                    <a:pt x="89260" y="88220"/>
                  </a:lnTo>
                  <a:lnTo>
                    <a:pt x="9624" y="88220"/>
                  </a:lnTo>
                  <a:cubicBezTo>
                    <a:pt x="5642" y="88220"/>
                    <a:pt x="238" y="88220"/>
                    <a:pt x="238" y="93851"/>
                  </a:cubicBezTo>
                  <a:cubicBezTo>
                    <a:pt x="238" y="99483"/>
                    <a:pt x="5642" y="99483"/>
                    <a:pt x="9624" y="99483"/>
                  </a:cubicBezTo>
                  <a:lnTo>
                    <a:pt x="89260" y="99483"/>
                  </a:lnTo>
                  <a:lnTo>
                    <a:pt x="89260" y="178323"/>
                  </a:lnTo>
                  <a:cubicBezTo>
                    <a:pt x="89260" y="182265"/>
                    <a:pt x="89260" y="187615"/>
                    <a:pt x="94948" y="187615"/>
                  </a:cubicBezTo>
                  <a:cubicBezTo>
                    <a:pt x="100636" y="187615"/>
                    <a:pt x="100636" y="182265"/>
                    <a:pt x="100636" y="178323"/>
                  </a:cubicBezTo>
                  <a:lnTo>
                    <a:pt x="100636" y="99483"/>
                  </a:lnTo>
                  <a:close/>
                </a:path>
              </a:pathLst>
            </a:custGeom>
            <a:solidFill>
              <a:srgbClr val="000000"/>
            </a:solidFill>
            <a:ln w="28498" cap="flat">
              <a:noFill/>
              <a:prstDash val="solid"/>
              <a:miter/>
            </a:ln>
          </p:spPr>
          <p:txBody>
            <a:bodyPr rtlCol="0" anchor="ctr"/>
            <a:lstStyle/>
            <a:p>
              <a:endParaRPr lang="en-GB" noProof="0"/>
            </a:p>
          </p:txBody>
        </p:sp>
        <p:sp>
          <p:nvSpPr>
            <p:cNvPr id="52" name="Freeform: Shape 51">
              <a:extLst>
                <a:ext uri="{FF2B5EF4-FFF2-40B4-BE49-F238E27FC236}">
                  <a16:creationId xmlns:a16="http://schemas.microsoft.com/office/drawing/2014/main" id="{637F6D77-70CD-096E-BE8D-F49F8DC2C297}"/>
                </a:ext>
              </a:extLst>
            </p:cNvPr>
            <p:cNvSpPr/>
            <p:nvPr>
              <p:custDataLst>
                <p:tags r:id="rId219"/>
              </p:custDataLst>
            </p:nvPr>
          </p:nvSpPr>
          <p:spPr>
            <a:xfrm>
              <a:off x="8355714" y="4073755"/>
              <a:ext cx="109215" cy="127552"/>
            </a:xfrm>
            <a:custGeom>
              <a:avLst/>
              <a:gdLst>
                <a:gd name="connsiteX0" fmla="*/ 40351 w 109215"/>
                <a:gd name="connsiteY0" fmla="*/ 59500 h 127552"/>
                <a:gd name="connsiteX1" fmla="*/ 83866 w 109215"/>
                <a:gd name="connsiteY1" fmla="*/ 53024 h 127552"/>
                <a:gd name="connsiteX2" fmla="*/ 105197 w 109215"/>
                <a:gd name="connsiteY2" fmla="*/ 24022 h 127552"/>
                <a:gd name="connsiteX3" fmla="*/ 74765 w 109215"/>
                <a:gd name="connsiteY3" fmla="*/ 88 h 127552"/>
                <a:gd name="connsiteX4" fmla="*/ 248 w 109215"/>
                <a:gd name="connsiteY4" fmla="*/ 76676 h 127552"/>
                <a:gd name="connsiteX5" fmla="*/ 44901 w 109215"/>
                <a:gd name="connsiteY5" fmla="*/ 127640 h 127552"/>
                <a:gd name="connsiteX6" fmla="*/ 109463 w 109215"/>
                <a:gd name="connsiteY6" fmla="*/ 94415 h 127552"/>
                <a:gd name="connsiteX7" fmla="*/ 106050 w 109215"/>
                <a:gd name="connsiteY7" fmla="*/ 90754 h 127552"/>
                <a:gd name="connsiteX8" fmla="*/ 102353 w 109215"/>
                <a:gd name="connsiteY8" fmla="*/ 93570 h 127552"/>
                <a:gd name="connsiteX9" fmla="*/ 45470 w 109215"/>
                <a:gd name="connsiteY9" fmla="*/ 121446 h 127552"/>
                <a:gd name="connsiteX10" fmla="*/ 20726 w 109215"/>
                <a:gd name="connsiteY10" fmla="*/ 88783 h 127552"/>
                <a:gd name="connsiteX11" fmla="*/ 25277 w 109215"/>
                <a:gd name="connsiteY11" fmla="*/ 59500 h 127552"/>
                <a:gd name="connsiteX12" fmla="*/ 40351 w 109215"/>
                <a:gd name="connsiteY12" fmla="*/ 59500 h 127552"/>
                <a:gd name="connsiteX13" fmla="*/ 26983 w 109215"/>
                <a:gd name="connsiteY13" fmla="*/ 53305 h 127552"/>
                <a:gd name="connsiteX14" fmla="*/ 74765 w 109215"/>
                <a:gd name="connsiteY14" fmla="*/ 6283 h 127552"/>
                <a:gd name="connsiteX15" fmla="*/ 95811 w 109215"/>
                <a:gd name="connsiteY15" fmla="*/ 24022 h 127552"/>
                <a:gd name="connsiteX16" fmla="*/ 38644 w 109215"/>
                <a:gd name="connsiteY16" fmla="*/ 53305 h 127552"/>
                <a:gd name="connsiteX17" fmla="*/ 26983 w 109215"/>
                <a:gd name="connsiteY17" fmla="*/ 53305 h 127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215" h="127552">
                  <a:moveTo>
                    <a:pt x="40351" y="59500"/>
                  </a:moveTo>
                  <a:cubicBezTo>
                    <a:pt x="48599" y="59500"/>
                    <a:pt x="69645" y="58937"/>
                    <a:pt x="83866" y="53024"/>
                  </a:cubicBezTo>
                  <a:cubicBezTo>
                    <a:pt x="103775" y="44576"/>
                    <a:pt x="105197" y="27964"/>
                    <a:pt x="105197" y="24022"/>
                  </a:cubicBezTo>
                  <a:cubicBezTo>
                    <a:pt x="105197" y="11632"/>
                    <a:pt x="94389" y="88"/>
                    <a:pt x="74765" y="88"/>
                  </a:cubicBezTo>
                  <a:cubicBezTo>
                    <a:pt x="43195" y="88"/>
                    <a:pt x="248" y="27400"/>
                    <a:pt x="248" y="76676"/>
                  </a:cubicBezTo>
                  <a:cubicBezTo>
                    <a:pt x="248" y="105396"/>
                    <a:pt x="17028" y="127640"/>
                    <a:pt x="44901" y="127640"/>
                  </a:cubicBezTo>
                  <a:cubicBezTo>
                    <a:pt x="85572" y="127640"/>
                    <a:pt x="109463" y="97794"/>
                    <a:pt x="109463" y="94415"/>
                  </a:cubicBezTo>
                  <a:cubicBezTo>
                    <a:pt x="109463" y="92725"/>
                    <a:pt x="107757" y="90754"/>
                    <a:pt x="106050" y="90754"/>
                  </a:cubicBezTo>
                  <a:cubicBezTo>
                    <a:pt x="104628" y="90754"/>
                    <a:pt x="104059" y="91317"/>
                    <a:pt x="102353" y="93570"/>
                  </a:cubicBezTo>
                  <a:cubicBezTo>
                    <a:pt x="79884" y="121446"/>
                    <a:pt x="48883" y="121446"/>
                    <a:pt x="45470" y="121446"/>
                  </a:cubicBezTo>
                  <a:cubicBezTo>
                    <a:pt x="23286" y="121446"/>
                    <a:pt x="20726" y="97794"/>
                    <a:pt x="20726" y="88783"/>
                  </a:cubicBezTo>
                  <a:cubicBezTo>
                    <a:pt x="20726" y="85404"/>
                    <a:pt x="21010" y="76676"/>
                    <a:pt x="25277" y="59500"/>
                  </a:cubicBezTo>
                  <a:lnTo>
                    <a:pt x="40351" y="59500"/>
                  </a:lnTo>
                  <a:close/>
                  <a:moveTo>
                    <a:pt x="26983" y="53305"/>
                  </a:moveTo>
                  <a:cubicBezTo>
                    <a:pt x="38075" y="10506"/>
                    <a:pt x="67370" y="6283"/>
                    <a:pt x="74765" y="6283"/>
                  </a:cubicBezTo>
                  <a:cubicBezTo>
                    <a:pt x="88132" y="6283"/>
                    <a:pt x="95811" y="14448"/>
                    <a:pt x="95811" y="24022"/>
                  </a:cubicBezTo>
                  <a:cubicBezTo>
                    <a:pt x="95811" y="53305"/>
                    <a:pt x="50305" y="53305"/>
                    <a:pt x="38644" y="53305"/>
                  </a:cubicBezTo>
                  <a:lnTo>
                    <a:pt x="26983" y="53305"/>
                  </a:lnTo>
                  <a:close/>
                </a:path>
              </a:pathLst>
            </a:custGeom>
            <a:solidFill>
              <a:srgbClr val="000000"/>
            </a:solidFill>
            <a:ln w="28498" cap="flat">
              <a:noFill/>
              <a:prstDash val="solid"/>
              <a:miter/>
            </a:ln>
          </p:spPr>
          <p:txBody>
            <a:bodyPr rtlCol="0" anchor="ctr"/>
            <a:lstStyle/>
            <a:p>
              <a:endParaRPr lang="en-GB" noProof="0"/>
            </a:p>
          </p:txBody>
        </p:sp>
        <p:sp>
          <p:nvSpPr>
            <p:cNvPr id="53" name="Freeform: Shape 52">
              <a:extLst>
                <a:ext uri="{FF2B5EF4-FFF2-40B4-BE49-F238E27FC236}">
                  <a16:creationId xmlns:a16="http://schemas.microsoft.com/office/drawing/2014/main" id="{B434663F-94B0-7F3C-32CE-7519A4A35FED}"/>
                </a:ext>
              </a:extLst>
            </p:cNvPr>
            <p:cNvSpPr/>
            <p:nvPr>
              <p:custDataLst>
                <p:tags r:id="rId220"/>
              </p:custDataLst>
            </p:nvPr>
          </p:nvSpPr>
          <p:spPr>
            <a:xfrm>
              <a:off x="8497957" y="3964545"/>
              <a:ext cx="51763" cy="196903"/>
            </a:xfrm>
            <a:custGeom>
              <a:avLst/>
              <a:gdLst>
                <a:gd name="connsiteX0" fmla="*/ 48034 w 51763"/>
                <a:gd name="connsiteY0" fmla="*/ 85 h 196903"/>
                <a:gd name="connsiteX1" fmla="*/ 253 w 51763"/>
                <a:gd name="connsiteY1" fmla="*/ 98438 h 196903"/>
                <a:gd name="connsiteX2" fmla="*/ 48034 w 51763"/>
                <a:gd name="connsiteY2" fmla="*/ 196988 h 196903"/>
                <a:gd name="connsiteX3" fmla="*/ 52016 w 51763"/>
                <a:gd name="connsiteY3" fmla="*/ 194623 h 196903"/>
                <a:gd name="connsiteX4" fmla="*/ 50025 w 51763"/>
                <a:gd name="connsiteY4" fmla="*/ 191667 h 196903"/>
                <a:gd name="connsiteX5" fmla="*/ 13791 w 51763"/>
                <a:gd name="connsiteY5" fmla="*/ 98635 h 196903"/>
                <a:gd name="connsiteX6" fmla="*/ 50622 w 51763"/>
                <a:gd name="connsiteY6" fmla="*/ 4815 h 196903"/>
                <a:gd name="connsiteX7" fmla="*/ 52016 w 51763"/>
                <a:gd name="connsiteY7" fmla="*/ 2450 h 196903"/>
                <a:gd name="connsiteX8" fmla="*/ 48034 w 51763"/>
                <a:gd name="connsiteY8" fmla="*/ 85 h 196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763" h="196903">
                  <a:moveTo>
                    <a:pt x="48034" y="85"/>
                  </a:moveTo>
                  <a:cubicBezTo>
                    <a:pt x="10207" y="26496"/>
                    <a:pt x="253" y="68282"/>
                    <a:pt x="253" y="98438"/>
                  </a:cubicBezTo>
                  <a:cubicBezTo>
                    <a:pt x="253" y="126229"/>
                    <a:pt x="8614" y="169394"/>
                    <a:pt x="48034" y="196988"/>
                  </a:cubicBezTo>
                  <a:cubicBezTo>
                    <a:pt x="49627" y="196988"/>
                    <a:pt x="52016" y="196988"/>
                    <a:pt x="52016" y="194623"/>
                  </a:cubicBezTo>
                  <a:cubicBezTo>
                    <a:pt x="52016" y="193441"/>
                    <a:pt x="51419" y="193046"/>
                    <a:pt x="50025" y="191667"/>
                  </a:cubicBezTo>
                  <a:cubicBezTo>
                    <a:pt x="23546" y="168015"/>
                    <a:pt x="13791" y="134507"/>
                    <a:pt x="13791" y="98635"/>
                  </a:cubicBezTo>
                  <a:cubicBezTo>
                    <a:pt x="13791" y="45418"/>
                    <a:pt x="34297" y="19401"/>
                    <a:pt x="50622" y="4815"/>
                  </a:cubicBezTo>
                  <a:cubicBezTo>
                    <a:pt x="51419" y="4027"/>
                    <a:pt x="52016" y="3436"/>
                    <a:pt x="52016" y="2450"/>
                  </a:cubicBezTo>
                  <a:cubicBezTo>
                    <a:pt x="52016" y="85"/>
                    <a:pt x="49627" y="85"/>
                    <a:pt x="48034" y="85"/>
                  </a:cubicBezTo>
                  <a:close/>
                </a:path>
              </a:pathLst>
            </a:custGeom>
            <a:solidFill>
              <a:srgbClr val="000000"/>
            </a:solidFill>
            <a:ln w="28498" cap="flat">
              <a:noFill/>
              <a:prstDash val="solid"/>
              <a:miter/>
            </a:ln>
          </p:spPr>
          <p:txBody>
            <a:bodyPr rtlCol="0" anchor="ctr"/>
            <a:lstStyle/>
            <a:p>
              <a:endParaRPr lang="en-GB" noProof="0"/>
            </a:p>
          </p:txBody>
        </p:sp>
        <p:sp>
          <p:nvSpPr>
            <p:cNvPr id="54" name="Freeform: Shape 53">
              <a:extLst>
                <a:ext uri="{FF2B5EF4-FFF2-40B4-BE49-F238E27FC236}">
                  <a16:creationId xmlns:a16="http://schemas.microsoft.com/office/drawing/2014/main" id="{FC1A306A-60D7-DAB8-3831-3E42D6DD1565}"/>
                </a:ext>
              </a:extLst>
            </p:cNvPr>
            <p:cNvSpPr/>
            <p:nvPr>
              <p:custDataLst>
                <p:tags r:id="rId221"/>
              </p:custDataLst>
            </p:nvPr>
          </p:nvSpPr>
          <p:spPr>
            <a:xfrm>
              <a:off x="8573645" y="3973414"/>
              <a:ext cx="116320" cy="177193"/>
            </a:xfrm>
            <a:custGeom>
              <a:avLst/>
              <a:gdLst>
                <a:gd name="connsiteX0" fmla="*/ 116576 w 116320"/>
                <a:gd name="connsiteY0" fmla="*/ 27482 h 177193"/>
                <a:gd name="connsiteX1" fmla="*/ 83925 w 116320"/>
                <a:gd name="connsiteY1" fmla="*/ 85 h 177193"/>
                <a:gd name="connsiteX2" fmla="*/ 31565 w 116320"/>
                <a:gd name="connsiteY2" fmla="*/ 50740 h 177193"/>
                <a:gd name="connsiteX3" fmla="*/ 308 w 116320"/>
                <a:gd name="connsiteY3" fmla="*/ 174913 h 177193"/>
                <a:gd name="connsiteX4" fmla="*/ 3095 w 116320"/>
                <a:gd name="connsiteY4" fmla="*/ 177278 h 177193"/>
                <a:gd name="connsiteX5" fmla="*/ 6878 w 116320"/>
                <a:gd name="connsiteY5" fmla="*/ 175899 h 177193"/>
                <a:gd name="connsiteX6" fmla="*/ 20217 w 116320"/>
                <a:gd name="connsiteY6" fmla="*/ 123273 h 177193"/>
                <a:gd name="connsiteX7" fmla="*/ 50080 w 116320"/>
                <a:gd name="connsiteY7" fmla="*/ 140815 h 177193"/>
                <a:gd name="connsiteX8" fmla="*/ 109409 w 116320"/>
                <a:gd name="connsiteY8" fmla="*/ 90751 h 177193"/>
                <a:gd name="connsiteX9" fmla="*/ 93880 w 116320"/>
                <a:gd name="connsiteY9" fmla="*/ 60792 h 177193"/>
                <a:gd name="connsiteX10" fmla="*/ 116576 w 116320"/>
                <a:gd name="connsiteY10" fmla="*/ 27482 h 177193"/>
                <a:gd name="connsiteX11" fmla="*/ 77156 w 116320"/>
                <a:gd name="connsiteY11" fmla="*/ 60595 h 177193"/>
                <a:gd name="connsiteX12" fmla="*/ 67003 w 116320"/>
                <a:gd name="connsiteY12" fmla="*/ 61974 h 177193"/>
                <a:gd name="connsiteX13" fmla="*/ 57646 w 116320"/>
                <a:gd name="connsiteY13" fmla="*/ 60989 h 177193"/>
                <a:gd name="connsiteX14" fmla="*/ 67003 w 116320"/>
                <a:gd name="connsiteY14" fmla="*/ 59609 h 177193"/>
                <a:gd name="connsiteX15" fmla="*/ 77156 w 116320"/>
                <a:gd name="connsiteY15" fmla="*/ 60595 h 177193"/>
                <a:gd name="connsiteX16" fmla="*/ 103436 w 116320"/>
                <a:gd name="connsiteY16" fmla="*/ 23934 h 177193"/>
                <a:gd name="connsiteX17" fmla="*/ 85916 w 116320"/>
                <a:gd name="connsiteY17" fmla="*/ 56653 h 177193"/>
                <a:gd name="connsiteX18" fmla="*/ 67202 w 116320"/>
                <a:gd name="connsiteY18" fmla="*/ 54090 h 177193"/>
                <a:gd name="connsiteX19" fmla="*/ 50279 w 116320"/>
                <a:gd name="connsiteY19" fmla="*/ 61580 h 177193"/>
                <a:gd name="connsiteX20" fmla="*/ 66605 w 116320"/>
                <a:gd name="connsiteY20" fmla="*/ 67296 h 177193"/>
                <a:gd name="connsiteX21" fmla="*/ 85518 w 116320"/>
                <a:gd name="connsiteY21" fmla="*/ 64537 h 177193"/>
                <a:gd name="connsiteX22" fmla="*/ 94676 w 116320"/>
                <a:gd name="connsiteY22" fmla="*/ 85429 h 177193"/>
                <a:gd name="connsiteX23" fmla="*/ 50677 w 116320"/>
                <a:gd name="connsiteY23" fmla="*/ 135296 h 177193"/>
                <a:gd name="connsiteX24" fmla="*/ 24397 w 116320"/>
                <a:gd name="connsiteY24" fmla="*/ 110461 h 177193"/>
                <a:gd name="connsiteX25" fmla="*/ 24995 w 116320"/>
                <a:gd name="connsiteY25" fmla="*/ 104745 h 177193"/>
                <a:gd name="connsiteX26" fmla="*/ 38135 w 116320"/>
                <a:gd name="connsiteY26" fmla="*/ 52317 h 177193"/>
                <a:gd name="connsiteX27" fmla="*/ 83527 w 116320"/>
                <a:gd name="connsiteY27" fmla="*/ 5604 h 177193"/>
                <a:gd name="connsiteX28" fmla="*/ 103436 w 116320"/>
                <a:gd name="connsiteY28" fmla="*/ 23934 h 17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6320" h="177193">
                  <a:moveTo>
                    <a:pt x="116576" y="27482"/>
                  </a:moveTo>
                  <a:cubicBezTo>
                    <a:pt x="116576" y="10137"/>
                    <a:pt x="101445" y="85"/>
                    <a:pt x="83925" y="85"/>
                  </a:cubicBezTo>
                  <a:cubicBezTo>
                    <a:pt x="56650" y="85"/>
                    <a:pt x="36542" y="30833"/>
                    <a:pt x="31565" y="50740"/>
                  </a:cubicBezTo>
                  <a:lnTo>
                    <a:pt x="308" y="174913"/>
                  </a:lnTo>
                  <a:cubicBezTo>
                    <a:pt x="-91" y="176293"/>
                    <a:pt x="1900" y="177278"/>
                    <a:pt x="3095" y="177278"/>
                  </a:cubicBezTo>
                  <a:cubicBezTo>
                    <a:pt x="4887" y="177278"/>
                    <a:pt x="6479" y="177081"/>
                    <a:pt x="6878" y="175899"/>
                  </a:cubicBezTo>
                  <a:lnTo>
                    <a:pt x="20217" y="123273"/>
                  </a:lnTo>
                  <a:cubicBezTo>
                    <a:pt x="24397" y="132339"/>
                    <a:pt x="33954" y="140815"/>
                    <a:pt x="50080" y="140815"/>
                  </a:cubicBezTo>
                  <a:cubicBezTo>
                    <a:pt x="77953" y="140815"/>
                    <a:pt x="109409" y="120908"/>
                    <a:pt x="109409" y="90751"/>
                  </a:cubicBezTo>
                  <a:cubicBezTo>
                    <a:pt x="109409" y="79122"/>
                    <a:pt x="104034" y="67296"/>
                    <a:pt x="93880" y="60792"/>
                  </a:cubicBezTo>
                  <a:cubicBezTo>
                    <a:pt x="103635" y="54682"/>
                    <a:pt x="116576" y="43447"/>
                    <a:pt x="116576" y="27482"/>
                  </a:cubicBezTo>
                  <a:close/>
                  <a:moveTo>
                    <a:pt x="77156" y="60595"/>
                  </a:moveTo>
                  <a:cubicBezTo>
                    <a:pt x="74170" y="61186"/>
                    <a:pt x="72776" y="61974"/>
                    <a:pt x="67003" y="61974"/>
                  </a:cubicBezTo>
                  <a:cubicBezTo>
                    <a:pt x="63817" y="61974"/>
                    <a:pt x="59039" y="61777"/>
                    <a:pt x="57646" y="60989"/>
                  </a:cubicBezTo>
                  <a:cubicBezTo>
                    <a:pt x="59636" y="59806"/>
                    <a:pt x="65211" y="59609"/>
                    <a:pt x="67003" y="59609"/>
                  </a:cubicBezTo>
                  <a:cubicBezTo>
                    <a:pt x="69989" y="59609"/>
                    <a:pt x="74369" y="59806"/>
                    <a:pt x="77156" y="60595"/>
                  </a:cubicBezTo>
                  <a:close/>
                  <a:moveTo>
                    <a:pt x="103436" y="23934"/>
                  </a:moveTo>
                  <a:cubicBezTo>
                    <a:pt x="103436" y="34380"/>
                    <a:pt x="98260" y="49754"/>
                    <a:pt x="85916" y="56653"/>
                  </a:cubicBezTo>
                  <a:cubicBezTo>
                    <a:pt x="82134" y="55470"/>
                    <a:pt x="78351" y="54090"/>
                    <a:pt x="67202" y="54090"/>
                  </a:cubicBezTo>
                  <a:cubicBezTo>
                    <a:pt x="60234" y="54090"/>
                    <a:pt x="50279" y="54485"/>
                    <a:pt x="50279" y="61580"/>
                  </a:cubicBezTo>
                  <a:cubicBezTo>
                    <a:pt x="50279" y="66508"/>
                    <a:pt x="56451" y="67296"/>
                    <a:pt x="66605" y="67296"/>
                  </a:cubicBezTo>
                  <a:cubicBezTo>
                    <a:pt x="73374" y="67296"/>
                    <a:pt x="79346" y="66311"/>
                    <a:pt x="85518" y="64537"/>
                  </a:cubicBezTo>
                  <a:cubicBezTo>
                    <a:pt x="91491" y="68676"/>
                    <a:pt x="94676" y="76757"/>
                    <a:pt x="94676" y="85429"/>
                  </a:cubicBezTo>
                  <a:cubicBezTo>
                    <a:pt x="94676" y="114009"/>
                    <a:pt x="74966" y="135296"/>
                    <a:pt x="50677" y="135296"/>
                  </a:cubicBezTo>
                  <a:cubicBezTo>
                    <a:pt x="35347" y="135296"/>
                    <a:pt x="24397" y="126032"/>
                    <a:pt x="24397" y="110461"/>
                  </a:cubicBezTo>
                  <a:cubicBezTo>
                    <a:pt x="24397" y="108490"/>
                    <a:pt x="24597" y="106519"/>
                    <a:pt x="24995" y="104745"/>
                  </a:cubicBezTo>
                  <a:lnTo>
                    <a:pt x="38135" y="52317"/>
                  </a:lnTo>
                  <a:cubicBezTo>
                    <a:pt x="42913" y="33592"/>
                    <a:pt x="60433" y="5604"/>
                    <a:pt x="83527" y="5604"/>
                  </a:cubicBezTo>
                  <a:cubicBezTo>
                    <a:pt x="95274" y="5604"/>
                    <a:pt x="103436" y="11911"/>
                    <a:pt x="103436" y="23934"/>
                  </a:cubicBezTo>
                  <a:close/>
                </a:path>
              </a:pathLst>
            </a:custGeom>
            <a:solidFill>
              <a:srgbClr val="000000"/>
            </a:solidFill>
            <a:ln w="28498" cap="flat">
              <a:noFill/>
              <a:prstDash val="solid"/>
              <a:miter/>
            </a:ln>
          </p:spPr>
          <p:txBody>
            <a:bodyPr rtlCol="0" anchor="ctr"/>
            <a:lstStyle/>
            <a:p>
              <a:endParaRPr lang="en-GB" noProof="0"/>
            </a:p>
          </p:txBody>
        </p:sp>
        <p:sp>
          <p:nvSpPr>
            <p:cNvPr id="57" name="Freeform: Shape 56">
              <a:extLst>
                <a:ext uri="{FF2B5EF4-FFF2-40B4-BE49-F238E27FC236}">
                  <a16:creationId xmlns:a16="http://schemas.microsoft.com/office/drawing/2014/main" id="{BEA4C379-7EA5-7D88-3EB3-EDFABD0E3AF9}"/>
                </a:ext>
              </a:extLst>
            </p:cNvPr>
            <p:cNvSpPr/>
            <p:nvPr>
              <p:custDataLst>
                <p:tags r:id="rId222"/>
              </p:custDataLst>
            </p:nvPr>
          </p:nvSpPr>
          <p:spPr>
            <a:xfrm>
              <a:off x="8720914" y="3958350"/>
              <a:ext cx="118600" cy="97705"/>
            </a:xfrm>
            <a:custGeom>
              <a:avLst/>
              <a:gdLst>
                <a:gd name="connsiteX0" fmla="*/ 63543 w 118600"/>
                <a:gd name="connsiteY0" fmla="*/ 7967 h 97705"/>
                <a:gd name="connsiteX1" fmla="*/ 112747 w 118600"/>
                <a:gd name="connsiteY1" fmla="*/ 7967 h 97705"/>
                <a:gd name="connsiteX2" fmla="*/ 118862 w 118600"/>
                <a:gd name="connsiteY2" fmla="*/ 4025 h 97705"/>
                <a:gd name="connsiteX3" fmla="*/ 112747 w 118600"/>
                <a:gd name="connsiteY3" fmla="*/ 83 h 97705"/>
                <a:gd name="connsiteX4" fmla="*/ 6376 w 118600"/>
                <a:gd name="connsiteY4" fmla="*/ 83 h 97705"/>
                <a:gd name="connsiteX5" fmla="*/ 261 w 118600"/>
                <a:gd name="connsiteY5" fmla="*/ 4025 h 97705"/>
                <a:gd name="connsiteX6" fmla="*/ 6376 w 118600"/>
                <a:gd name="connsiteY6" fmla="*/ 7967 h 97705"/>
                <a:gd name="connsiteX7" fmla="*/ 55579 w 118600"/>
                <a:gd name="connsiteY7" fmla="*/ 7967 h 97705"/>
                <a:gd name="connsiteX8" fmla="*/ 55579 w 118600"/>
                <a:gd name="connsiteY8" fmla="*/ 91735 h 97705"/>
                <a:gd name="connsiteX9" fmla="*/ 59561 w 118600"/>
                <a:gd name="connsiteY9" fmla="*/ 97788 h 97705"/>
                <a:gd name="connsiteX10" fmla="*/ 63543 w 118600"/>
                <a:gd name="connsiteY10" fmla="*/ 91735 h 97705"/>
                <a:gd name="connsiteX11" fmla="*/ 63543 w 118600"/>
                <a:gd name="connsiteY11" fmla="*/ 7967 h 97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600" h="97705">
                  <a:moveTo>
                    <a:pt x="63543" y="7967"/>
                  </a:moveTo>
                  <a:lnTo>
                    <a:pt x="112747" y="7967"/>
                  </a:lnTo>
                  <a:cubicBezTo>
                    <a:pt x="115022" y="7967"/>
                    <a:pt x="118862" y="7967"/>
                    <a:pt x="118862" y="4025"/>
                  </a:cubicBezTo>
                  <a:cubicBezTo>
                    <a:pt x="118862" y="83"/>
                    <a:pt x="115022" y="83"/>
                    <a:pt x="112747" y="83"/>
                  </a:cubicBezTo>
                  <a:lnTo>
                    <a:pt x="6376" y="83"/>
                  </a:lnTo>
                  <a:cubicBezTo>
                    <a:pt x="4242" y="83"/>
                    <a:pt x="261" y="83"/>
                    <a:pt x="261" y="4025"/>
                  </a:cubicBezTo>
                  <a:cubicBezTo>
                    <a:pt x="261" y="7967"/>
                    <a:pt x="4242" y="7967"/>
                    <a:pt x="6376" y="7967"/>
                  </a:cubicBezTo>
                  <a:lnTo>
                    <a:pt x="55579" y="7967"/>
                  </a:lnTo>
                  <a:lnTo>
                    <a:pt x="55579" y="91735"/>
                  </a:lnTo>
                  <a:cubicBezTo>
                    <a:pt x="55579" y="93846"/>
                    <a:pt x="55579" y="97788"/>
                    <a:pt x="59561" y="97788"/>
                  </a:cubicBezTo>
                  <a:cubicBezTo>
                    <a:pt x="63543" y="97788"/>
                    <a:pt x="63543" y="93987"/>
                    <a:pt x="63543" y="91735"/>
                  </a:cubicBezTo>
                  <a:lnTo>
                    <a:pt x="63543" y="7967"/>
                  </a:lnTo>
                  <a:close/>
                </a:path>
              </a:pathLst>
            </a:custGeom>
            <a:solidFill>
              <a:srgbClr val="000000"/>
            </a:solidFill>
            <a:ln w="28498" cap="flat">
              <a:noFill/>
              <a:prstDash val="solid"/>
              <a:miter/>
            </a:ln>
          </p:spPr>
          <p:txBody>
            <a:bodyPr rtlCol="0" anchor="ctr"/>
            <a:lstStyle/>
            <a:p>
              <a:endParaRPr lang="en-GB" noProof="0"/>
            </a:p>
          </p:txBody>
        </p:sp>
        <p:sp>
          <p:nvSpPr>
            <p:cNvPr id="58" name="Freeform: Shape 57">
              <a:extLst>
                <a:ext uri="{FF2B5EF4-FFF2-40B4-BE49-F238E27FC236}">
                  <a16:creationId xmlns:a16="http://schemas.microsoft.com/office/drawing/2014/main" id="{4490D9A6-8884-FE1F-FDD4-67113D737FC8}"/>
                </a:ext>
              </a:extLst>
            </p:cNvPr>
            <p:cNvSpPr/>
            <p:nvPr>
              <p:custDataLst>
                <p:tags r:id="rId223"/>
              </p:custDataLst>
            </p:nvPr>
          </p:nvSpPr>
          <p:spPr>
            <a:xfrm>
              <a:off x="8880975" y="4025449"/>
              <a:ext cx="106513" cy="88892"/>
            </a:xfrm>
            <a:custGeom>
              <a:avLst/>
              <a:gdLst>
                <a:gd name="connsiteX0" fmla="*/ 40284 w 106513"/>
                <a:gd name="connsiteY0" fmla="*/ 66114 h 88892"/>
                <a:gd name="connsiteX1" fmla="*/ 21569 w 106513"/>
                <a:gd name="connsiteY1" fmla="*/ 83458 h 88892"/>
                <a:gd name="connsiteX2" fmla="*/ 10818 w 106513"/>
                <a:gd name="connsiteY2" fmla="*/ 80699 h 88892"/>
                <a:gd name="connsiteX3" fmla="*/ 19578 w 106513"/>
                <a:gd name="connsiteY3" fmla="*/ 69859 h 88892"/>
                <a:gd name="connsiteX4" fmla="*/ 11615 w 106513"/>
                <a:gd name="connsiteY4" fmla="*/ 62566 h 88892"/>
                <a:gd name="connsiteX5" fmla="*/ 267 w 106513"/>
                <a:gd name="connsiteY5" fmla="*/ 74589 h 88892"/>
                <a:gd name="connsiteX6" fmla="*/ 21171 w 106513"/>
                <a:gd name="connsiteY6" fmla="*/ 88977 h 88892"/>
                <a:gd name="connsiteX7" fmla="*/ 43469 w 106513"/>
                <a:gd name="connsiteY7" fmla="*/ 74983 h 88892"/>
                <a:gd name="connsiteX8" fmla="*/ 67161 w 106513"/>
                <a:gd name="connsiteY8" fmla="*/ 88977 h 88892"/>
                <a:gd name="connsiteX9" fmla="*/ 102201 w 106513"/>
                <a:gd name="connsiteY9" fmla="*/ 58821 h 88892"/>
                <a:gd name="connsiteX10" fmla="*/ 99015 w 106513"/>
                <a:gd name="connsiteY10" fmla="*/ 56259 h 88892"/>
                <a:gd name="connsiteX11" fmla="*/ 95233 w 106513"/>
                <a:gd name="connsiteY11" fmla="*/ 59609 h 88892"/>
                <a:gd name="connsiteX12" fmla="*/ 67957 w 106513"/>
                <a:gd name="connsiteY12" fmla="*/ 83458 h 88892"/>
                <a:gd name="connsiteX13" fmla="*/ 55813 w 106513"/>
                <a:gd name="connsiteY13" fmla="*/ 70647 h 88892"/>
                <a:gd name="connsiteX14" fmla="*/ 66165 w 106513"/>
                <a:gd name="connsiteY14" fmla="*/ 25708 h 88892"/>
                <a:gd name="connsiteX15" fmla="*/ 85676 w 106513"/>
                <a:gd name="connsiteY15" fmla="*/ 5604 h 88892"/>
                <a:gd name="connsiteX16" fmla="*/ 96427 w 106513"/>
                <a:gd name="connsiteY16" fmla="*/ 8363 h 88892"/>
                <a:gd name="connsiteX17" fmla="*/ 87667 w 106513"/>
                <a:gd name="connsiteY17" fmla="*/ 19204 h 88892"/>
                <a:gd name="connsiteX18" fmla="*/ 95631 w 106513"/>
                <a:gd name="connsiteY18" fmla="*/ 26496 h 88892"/>
                <a:gd name="connsiteX19" fmla="*/ 106780 w 106513"/>
                <a:gd name="connsiteY19" fmla="*/ 14473 h 88892"/>
                <a:gd name="connsiteX20" fmla="*/ 86074 w 106513"/>
                <a:gd name="connsiteY20" fmla="*/ 85 h 88892"/>
                <a:gd name="connsiteX21" fmla="*/ 63776 w 106513"/>
                <a:gd name="connsiteY21" fmla="*/ 14079 h 88892"/>
                <a:gd name="connsiteX22" fmla="*/ 39885 w 106513"/>
                <a:gd name="connsiteY22" fmla="*/ 85 h 88892"/>
                <a:gd name="connsiteX23" fmla="*/ 4846 w 106513"/>
                <a:gd name="connsiteY23" fmla="*/ 30241 h 88892"/>
                <a:gd name="connsiteX24" fmla="*/ 8230 w 106513"/>
                <a:gd name="connsiteY24" fmla="*/ 32804 h 88892"/>
                <a:gd name="connsiteX25" fmla="*/ 12013 w 106513"/>
                <a:gd name="connsiteY25" fmla="*/ 29453 h 88892"/>
                <a:gd name="connsiteX26" fmla="*/ 39288 w 106513"/>
                <a:gd name="connsiteY26" fmla="*/ 5604 h 88892"/>
                <a:gd name="connsiteX27" fmla="*/ 51234 w 106513"/>
                <a:gd name="connsiteY27" fmla="*/ 18612 h 88892"/>
                <a:gd name="connsiteX28" fmla="*/ 47053 w 106513"/>
                <a:gd name="connsiteY28" fmla="*/ 39111 h 88892"/>
                <a:gd name="connsiteX29" fmla="*/ 40284 w 106513"/>
                <a:gd name="connsiteY29" fmla="*/ 66114 h 8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6513" h="88892">
                  <a:moveTo>
                    <a:pt x="40284" y="66114"/>
                  </a:moveTo>
                  <a:cubicBezTo>
                    <a:pt x="38293" y="72815"/>
                    <a:pt x="31723" y="83458"/>
                    <a:pt x="21569" y="83458"/>
                  </a:cubicBezTo>
                  <a:cubicBezTo>
                    <a:pt x="20972" y="83458"/>
                    <a:pt x="14999" y="83458"/>
                    <a:pt x="10818" y="80699"/>
                  </a:cubicBezTo>
                  <a:cubicBezTo>
                    <a:pt x="18981" y="78137"/>
                    <a:pt x="19578" y="71041"/>
                    <a:pt x="19578" y="69859"/>
                  </a:cubicBezTo>
                  <a:cubicBezTo>
                    <a:pt x="19578" y="65522"/>
                    <a:pt x="16194" y="62566"/>
                    <a:pt x="11615" y="62566"/>
                  </a:cubicBezTo>
                  <a:cubicBezTo>
                    <a:pt x="6040" y="62566"/>
                    <a:pt x="267" y="67296"/>
                    <a:pt x="267" y="74589"/>
                  </a:cubicBezTo>
                  <a:cubicBezTo>
                    <a:pt x="267" y="84444"/>
                    <a:pt x="11416" y="88977"/>
                    <a:pt x="21171" y="88977"/>
                  </a:cubicBezTo>
                  <a:cubicBezTo>
                    <a:pt x="30329" y="88977"/>
                    <a:pt x="38492" y="83261"/>
                    <a:pt x="43469" y="74983"/>
                  </a:cubicBezTo>
                  <a:cubicBezTo>
                    <a:pt x="48247" y="85429"/>
                    <a:pt x="59197" y="88977"/>
                    <a:pt x="67161" y="88977"/>
                  </a:cubicBezTo>
                  <a:cubicBezTo>
                    <a:pt x="90056" y="88977"/>
                    <a:pt x="102201" y="64340"/>
                    <a:pt x="102201" y="58821"/>
                  </a:cubicBezTo>
                  <a:cubicBezTo>
                    <a:pt x="102201" y="56259"/>
                    <a:pt x="99613" y="56259"/>
                    <a:pt x="99015" y="56259"/>
                  </a:cubicBezTo>
                  <a:cubicBezTo>
                    <a:pt x="96228" y="56259"/>
                    <a:pt x="96029" y="57244"/>
                    <a:pt x="95233" y="59609"/>
                  </a:cubicBezTo>
                  <a:cubicBezTo>
                    <a:pt x="91052" y="73209"/>
                    <a:pt x="79106" y="83458"/>
                    <a:pt x="67957" y="83458"/>
                  </a:cubicBezTo>
                  <a:cubicBezTo>
                    <a:pt x="59994" y="83458"/>
                    <a:pt x="55813" y="78137"/>
                    <a:pt x="55813" y="70647"/>
                  </a:cubicBezTo>
                  <a:cubicBezTo>
                    <a:pt x="55813" y="65522"/>
                    <a:pt x="60591" y="47586"/>
                    <a:pt x="66165" y="25708"/>
                  </a:cubicBezTo>
                  <a:cubicBezTo>
                    <a:pt x="70147" y="10531"/>
                    <a:pt x="79106" y="5604"/>
                    <a:pt x="85676" y="5604"/>
                  </a:cubicBezTo>
                  <a:cubicBezTo>
                    <a:pt x="86074" y="5604"/>
                    <a:pt x="92246" y="5604"/>
                    <a:pt x="96427" y="8363"/>
                  </a:cubicBezTo>
                  <a:cubicBezTo>
                    <a:pt x="90056" y="10137"/>
                    <a:pt x="87667" y="15656"/>
                    <a:pt x="87667" y="19204"/>
                  </a:cubicBezTo>
                  <a:cubicBezTo>
                    <a:pt x="87667" y="23540"/>
                    <a:pt x="91052" y="26496"/>
                    <a:pt x="95631" y="26496"/>
                  </a:cubicBezTo>
                  <a:cubicBezTo>
                    <a:pt x="100210" y="26496"/>
                    <a:pt x="106780" y="22752"/>
                    <a:pt x="106780" y="14473"/>
                  </a:cubicBezTo>
                  <a:cubicBezTo>
                    <a:pt x="106780" y="3436"/>
                    <a:pt x="94038" y="85"/>
                    <a:pt x="86074" y="85"/>
                  </a:cubicBezTo>
                  <a:cubicBezTo>
                    <a:pt x="76120" y="85"/>
                    <a:pt x="68156" y="6589"/>
                    <a:pt x="63776" y="14079"/>
                  </a:cubicBezTo>
                  <a:cubicBezTo>
                    <a:pt x="60193" y="5998"/>
                    <a:pt x="51035" y="85"/>
                    <a:pt x="39885" y="85"/>
                  </a:cubicBezTo>
                  <a:cubicBezTo>
                    <a:pt x="17587" y="85"/>
                    <a:pt x="4846" y="24328"/>
                    <a:pt x="4846" y="30241"/>
                  </a:cubicBezTo>
                  <a:cubicBezTo>
                    <a:pt x="4846" y="32804"/>
                    <a:pt x="7633" y="32804"/>
                    <a:pt x="8230" y="32804"/>
                  </a:cubicBezTo>
                  <a:cubicBezTo>
                    <a:pt x="10818" y="32804"/>
                    <a:pt x="11017" y="32015"/>
                    <a:pt x="12013" y="29453"/>
                  </a:cubicBezTo>
                  <a:cubicBezTo>
                    <a:pt x="16990" y="14079"/>
                    <a:pt x="29533" y="5604"/>
                    <a:pt x="39288" y="5604"/>
                  </a:cubicBezTo>
                  <a:cubicBezTo>
                    <a:pt x="45858" y="5604"/>
                    <a:pt x="51234" y="9152"/>
                    <a:pt x="51234" y="18612"/>
                  </a:cubicBezTo>
                  <a:cubicBezTo>
                    <a:pt x="51234" y="22554"/>
                    <a:pt x="48845" y="32409"/>
                    <a:pt x="47053" y="39111"/>
                  </a:cubicBezTo>
                  <a:lnTo>
                    <a:pt x="40284" y="66114"/>
                  </a:lnTo>
                  <a:close/>
                </a:path>
              </a:pathLst>
            </a:custGeom>
            <a:solidFill>
              <a:srgbClr val="000000"/>
            </a:solidFill>
            <a:ln w="28498" cap="flat">
              <a:noFill/>
              <a:prstDash val="solid"/>
              <a:miter/>
            </a:ln>
          </p:spPr>
          <p:txBody>
            <a:bodyPr rtlCol="0" anchor="ctr"/>
            <a:lstStyle/>
            <a:p>
              <a:endParaRPr lang="en-GB" noProof="0"/>
            </a:p>
          </p:txBody>
        </p:sp>
        <p:sp>
          <p:nvSpPr>
            <p:cNvPr id="59" name="Freeform: Shape 58">
              <a:extLst>
                <a:ext uri="{FF2B5EF4-FFF2-40B4-BE49-F238E27FC236}">
                  <a16:creationId xmlns:a16="http://schemas.microsoft.com/office/drawing/2014/main" id="{E87DB46C-4D21-26D4-ECB5-72CBFC5502B9}"/>
                </a:ext>
              </a:extLst>
            </p:cNvPr>
            <p:cNvSpPr/>
            <p:nvPr>
              <p:custDataLst>
                <p:tags r:id="rId224"/>
              </p:custDataLst>
            </p:nvPr>
          </p:nvSpPr>
          <p:spPr>
            <a:xfrm>
              <a:off x="9013334" y="4078300"/>
              <a:ext cx="99545" cy="63776"/>
            </a:xfrm>
            <a:custGeom>
              <a:avLst/>
              <a:gdLst>
                <a:gd name="connsiteX0" fmla="*/ 15061 w 99545"/>
                <a:gd name="connsiteY0" fmla="*/ 48516 h 63776"/>
                <a:gd name="connsiteX1" fmla="*/ 12643 w 99545"/>
                <a:gd name="connsiteY1" fmla="*/ 58934 h 63776"/>
                <a:gd name="connsiteX2" fmla="*/ 17905 w 99545"/>
                <a:gd name="connsiteY2" fmla="*/ 63862 h 63776"/>
                <a:gd name="connsiteX3" fmla="*/ 24731 w 99545"/>
                <a:gd name="connsiteY3" fmla="*/ 59216 h 63776"/>
                <a:gd name="connsiteX4" fmla="*/ 27433 w 99545"/>
                <a:gd name="connsiteY4" fmla="*/ 48235 h 63776"/>
                <a:gd name="connsiteX5" fmla="*/ 32552 w 99545"/>
                <a:gd name="connsiteY5" fmla="*/ 28384 h 63776"/>
                <a:gd name="connsiteX6" fmla="*/ 61989 w 99545"/>
                <a:gd name="connsiteY6" fmla="*/ 4873 h 63776"/>
                <a:gd name="connsiteX7" fmla="*/ 71944 w 99545"/>
                <a:gd name="connsiteY7" fmla="*/ 15009 h 63776"/>
                <a:gd name="connsiteX8" fmla="*/ 62700 w 99545"/>
                <a:gd name="connsiteY8" fmla="*/ 45560 h 63776"/>
                <a:gd name="connsiteX9" fmla="*/ 61278 w 99545"/>
                <a:gd name="connsiteY9" fmla="*/ 51473 h 63776"/>
                <a:gd name="connsiteX10" fmla="*/ 76779 w 99545"/>
                <a:gd name="connsiteY10" fmla="*/ 63862 h 63776"/>
                <a:gd name="connsiteX11" fmla="*/ 99816 w 99545"/>
                <a:gd name="connsiteY11" fmla="*/ 42040 h 63776"/>
                <a:gd name="connsiteX12" fmla="*/ 96830 w 99545"/>
                <a:gd name="connsiteY12" fmla="*/ 40069 h 63776"/>
                <a:gd name="connsiteX13" fmla="*/ 93417 w 99545"/>
                <a:gd name="connsiteY13" fmla="*/ 43307 h 63776"/>
                <a:gd name="connsiteX14" fmla="*/ 77347 w 99545"/>
                <a:gd name="connsiteY14" fmla="*/ 59075 h 63776"/>
                <a:gd name="connsiteX15" fmla="*/ 73081 w 99545"/>
                <a:gd name="connsiteY15" fmla="*/ 53725 h 63776"/>
                <a:gd name="connsiteX16" fmla="*/ 74930 w 99545"/>
                <a:gd name="connsiteY16" fmla="*/ 46264 h 63776"/>
                <a:gd name="connsiteX17" fmla="*/ 83889 w 99545"/>
                <a:gd name="connsiteY17" fmla="*/ 16839 h 63776"/>
                <a:gd name="connsiteX18" fmla="*/ 62842 w 99545"/>
                <a:gd name="connsiteY18" fmla="*/ 86 h 63776"/>
                <a:gd name="connsiteX19" fmla="*/ 35965 w 99545"/>
                <a:gd name="connsiteY19" fmla="*/ 14024 h 63776"/>
                <a:gd name="connsiteX20" fmla="*/ 18616 w 99545"/>
                <a:gd name="connsiteY20" fmla="*/ 86 h 63776"/>
                <a:gd name="connsiteX21" fmla="*/ 271 w 99545"/>
                <a:gd name="connsiteY21" fmla="*/ 21908 h 63776"/>
                <a:gd name="connsiteX22" fmla="*/ 3257 w 99545"/>
                <a:gd name="connsiteY22" fmla="*/ 23879 h 63776"/>
                <a:gd name="connsiteX23" fmla="*/ 6528 w 99545"/>
                <a:gd name="connsiteY23" fmla="*/ 21204 h 63776"/>
                <a:gd name="connsiteX24" fmla="*/ 17905 w 99545"/>
                <a:gd name="connsiteY24" fmla="*/ 4873 h 63776"/>
                <a:gd name="connsiteX25" fmla="*/ 23735 w 99545"/>
                <a:gd name="connsiteY25" fmla="*/ 12334 h 63776"/>
                <a:gd name="connsiteX26" fmla="*/ 21460 w 99545"/>
                <a:gd name="connsiteY26" fmla="*/ 23316 h 63776"/>
                <a:gd name="connsiteX27" fmla="*/ 18331 w 99545"/>
                <a:gd name="connsiteY27" fmla="*/ 35986 h 63776"/>
                <a:gd name="connsiteX28" fmla="*/ 15061 w 99545"/>
                <a:gd name="connsiteY28" fmla="*/ 48516 h 63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9545" h="63776">
                  <a:moveTo>
                    <a:pt x="15061" y="48516"/>
                  </a:moveTo>
                  <a:cubicBezTo>
                    <a:pt x="14207" y="52036"/>
                    <a:pt x="12643" y="58231"/>
                    <a:pt x="12643" y="58934"/>
                  </a:cubicBezTo>
                  <a:cubicBezTo>
                    <a:pt x="12643" y="62032"/>
                    <a:pt x="15203" y="63862"/>
                    <a:pt x="17905" y="63862"/>
                  </a:cubicBezTo>
                  <a:cubicBezTo>
                    <a:pt x="20038" y="63862"/>
                    <a:pt x="23166" y="62736"/>
                    <a:pt x="24731" y="59216"/>
                  </a:cubicBezTo>
                  <a:cubicBezTo>
                    <a:pt x="24873" y="58512"/>
                    <a:pt x="26579" y="51895"/>
                    <a:pt x="27433" y="48235"/>
                  </a:cubicBezTo>
                  <a:cubicBezTo>
                    <a:pt x="32268" y="29229"/>
                    <a:pt x="32268" y="28947"/>
                    <a:pt x="32552" y="28384"/>
                  </a:cubicBezTo>
                  <a:cubicBezTo>
                    <a:pt x="34401" y="24583"/>
                    <a:pt x="44640" y="4873"/>
                    <a:pt x="61989" y="4873"/>
                  </a:cubicBezTo>
                  <a:cubicBezTo>
                    <a:pt x="68957" y="4873"/>
                    <a:pt x="71944" y="8674"/>
                    <a:pt x="71944" y="15009"/>
                  </a:cubicBezTo>
                  <a:cubicBezTo>
                    <a:pt x="71944" y="23034"/>
                    <a:pt x="65971" y="37535"/>
                    <a:pt x="62700" y="45560"/>
                  </a:cubicBezTo>
                  <a:cubicBezTo>
                    <a:pt x="61989" y="47249"/>
                    <a:pt x="61278" y="49079"/>
                    <a:pt x="61278" y="51473"/>
                  </a:cubicBezTo>
                  <a:cubicBezTo>
                    <a:pt x="61278" y="58794"/>
                    <a:pt x="68388" y="63862"/>
                    <a:pt x="76779" y="63862"/>
                  </a:cubicBezTo>
                  <a:cubicBezTo>
                    <a:pt x="91995" y="63862"/>
                    <a:pt x="99816" y="45560"/>
                    <a:pt x="99816" y="42040"/>
                  </a:cubicBezTo>
                  <a:cubicBezTo>
                    <a:pt x="99816" y="40069"/>
                    <a:pt x="97399" y="40069"/>
                    <a:pt x="96830" y="40069"/>
                  </a:cubicBezTo>
                  <a:cubicBezTo>
                    <a:pt x="94412" y="40069"/>
                    <a:pt x="94270" y="40632"/>
                    <a:pt x="93417" y="43307"/>
                  </a:cubicBezTo>
                  <a:cubicBezTo>
                    <a:pt x="90715" y="51754"/>
                    <a:pt x="84173" y="59075"/>
                    <a:pt x="77347" y="59075"/>
                  </a:cubicBezTo>
                  <a:cubicBezTo>
                    <a:pt x="74077" y="59075"/>
                    <a:pt x="73081" y="56823"/>
                    <a:pt x="73081" y="53725"/>
                  </a:cubicBezTo>
                  <a:cubicBezTo>
                    <a:pt x="73081" y="50769"/>
                    <a:pt x="73650" y="49361"/>
                    <a:pt x="74930" y="46264"/>
                  </a:cubicBezTo>
                  <a:cubicBezTo>
                    <a:pt x="77347" y="40632"/>
                    <a:pt x="83889" y="24583"/>
                    <a:pt x="83889" y="16839"/>
                  </a:cubicBezTo>
                  <a:cubicBezTo>
                    <a:pt x="83889" y="6421"/>
                    <a:pt x="76352" y="86"/>
                    <a:pt x="62842" y="86"/>
                  </a:cubicBezTo>
                  <a:cubicBezTo>
                    <a:pt x="49901" y="86"/>
                    <a:pt x="40942" y="7829"/>
                    <a:pt x="35965" y="14024"/>
                  </a:cubicBezTo>
                  <a:cubicBezTo>
                    <a:pt x="35254" y="2479"/>
                    <a:pt x="23877" y="86"/>
                    <a:pt x="18616" y="86"/>
                  </a:cubicBezTo>
                  <a:cubicBezTo>
                    <a:pt x="4395" y="86"/>
                    <a:pt x="271" y="21626"/>
                    <a:pt x="271" y="21908"/>
                  </a:cubicBezTo>
                  <a:cubicBezTo>
                    <a:pt x="271" y="23879"/>
                    <a:pt x="2546" y="23879"/>
                    <a:pt x="3257" y="23879"/>
                  </a:cubicBezTo>
                  <a:cubicBezTo>
                    <a:pt x="5675" y="23879"/>
                    <a:pt x="5959" y="23034"/>
                    <a:pt x="6528" y="21204"/>
                  </a:cubicBezTo>
                  <a:cubicBezTo>
                    <a:pt x="8661" y="13038"/>
                    <a:pt x="11932" y="4873"/>
                    <a:pt x="17905" y="4873"/>
                  </a:cubicBezTo>
                  <a:cubicBezTo>
                    <a:pt x="22740" y="4873"/>
                    <a:pt x="23735" y="9378"/>
                    <a:pt x="23735" y="12334"/>
                  </a:cubicBezTo>
                  <a:cubicBezTo>
                    <a:pt x="23735" y="14305"/>
                    <a:pt x="22313" y="19655"/>
                    <a:pt x="21460" y="23316"/>
                  </a:cubicBezTo>
                  <a:cubicBezTo>
                    <a:pt x="20465" y="27117"/>
                    <a:pt x="19042" y="32889"/>
                    <a:pt x="18331" y="35986"/>
                  </a:cubicBezTo>
                  <a:lnTo>
                    <a:pt x="15061" y="48516"/>
                  </a:lnTo>
                  <a:close/>
                </a:path>
              </a:pathLst>
            </a:custGeom>
            <a:solidFill>
              <a:srgbClr val="000000"/>
            </a:solidFill>
            <a:ln w="28498" cap="flat">
              <a:noFill/>
              <a:prstDash val="solid"/>
              <a:miter/>
            </a:ln>
          </p:spPr>
          <p:txBody>
            <a:bodyPr rtlCol="0" anchor="ctr"/>
            <a:lstStyle/>
            <a:p>
              <a:endParaRPr lang="en-GB" noProof="0"/>
            </a:p>
          </p:txBody>
        </p:sp>
        <p:sp>
          <p:nvSpPr>
            <p:cNvPr id="60" name="Freeform: Shape 59">
              <a:extLst>
                <a:ext uri="{FF2B5EF4-FFF2-40B4-BE49-F238E27FC236}">
                  <a16:creationId xmlns:a16="http://schemas.microsoft.com/office/drawing/2014/main" id="{FD11CCC6-7846-A5C2-08F5-21E9575C8651}"/>
                </a:ext>
              </a:extLst>
            </p:cNvPr>
            <p:cNvSpPr/>
            <p:nvPr>
              <p:custDataLst>
                <p:tags r:id="rId225"/>
              </p:custDataLst>
            </p:nvPr>
          </p:nvSpPr>
          <p:spPr>
            <a:xfrm>
              <a:off x="9161372" y="4058167"/>
              <a:ext cx="134584" cy="9657"/>
            </a:xfrm>
            <a:custGeom>
              <a:avLst/>
              <a:gdLst>
                <a:gd name="connsiteX0" fmla="*/ 126897 w 134584"/>
                <a:gd name="connsiteY0" fmla="*/ 9743 h 9657"/>
                <a:gd name="connsiteX1" fmla="*/ 134861 w 134584"/>
                <a:gd name="connsiteY1" fmla="*/ 5012 h 9657"/>
                <a:gd name="connsiteX2" fmla="*/ 126897 w 134584"/>
                <a:gd name="connsiteY2" fmla="*/ 85 h 9657"/>
                <a:gd name="connsiteX3" fmla="*/ 8240 w 134584"/>
                <a:gd name="connsiteY3" fmla="*/ 85 h 9657"/>
                <a:gd name="connsiteX4" fmla="*/ 276 w 134584"/>
                <a:gd name="connsiteY4" fmla="*/ 4815 h 9657"/>
                <a:gd name="connsiteX5" fmla="*/ 8240 w 134584"/>
                <a:gd name="connsiteY5" fmla="*/ 9743 h 9657"/>
                <a:gd name="connsiteX6" fmla="*/ 126897 w 134584"/>
                <a:gd name="connsiteY6" fmla="*/ 9743 h 9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4" h="9657">
                  <a:moveTo>
                    <a:pt x="126897" y="9743"/>
                  </a:moveTo>
                  <a:cubicBezTo>
                    <a:pt x="130083" y="9743"/>
                    <a:pt x="134861" y="9743"/>
                    <a:pt x="134861" y="5012"/>
                  </a:cubicBezTo>
                  <a:cubicBezTo>
                    <a:pt x="134861" y="85"/>
                    <a:pt x="130282" y="85"/>
                    <a:pt x="126897" y="85"/>
                  </a:cubicBezTo>
                  <a:lnTo>
                    <a:pt x="8240" y="85"/>
                  </a:lnTo>
                  <a:cubicBezTo>
                    <a:pt x="5054" y="85"/>
                    <a:pt x="276" y="85"/>
                    <a:pt x="276" y="4815"/>
                  </a:cubicBezTo>
                  <a:cubicBezTo>
                    <a:pt x="276" y="9743"/>
                    <a:pt x="4855" y="9743"/>
                    <a:pt x="8240" y="9743"/>
                  </a:cubicBezTo>
                  <a:lnTo>
                    <a:pt x="126897" y="9743"/>
                  </a:lnTo>
                  <a:close/>
                </a:path>
              </a:pathLst>
            </a:custGeom>
            <a:solidFill>
              <a:srgbClr val="000000"/>
            </a:solidFill>
            <a:ln w="28498" cap="flat">
              <a:noFill/>
              <a:prstDash val="solid"/>
              <a:miter/>
            </a:ln>
          </p:spPr>
          <p:txBody>
            <a:bodyPr rtlCol="0" anchor="ctr"/>
            <a:lstStyle/>
            <a:p>
              <a:endParaRPr lang="en-GB" noProof="0"/>
            </a:p>
          </p:txBody>
        </p:sp>
        <p:sp>
          <p:nvSpPr>
            <p:cNvPr id="61" name="Freeform: Shape 60">
              <a:extLst>
                <a:ext uri="{FF2B5EF4-FFF2-40B4-BE49-F238E27FC236}">
                  <a16:creationId xmlns:a16="http://schemas.microsoft.com/office/drawing/2014/main" id="{713F6B6E-07F1-A214-E9D1-CE046C09C1C4}"/>
                </a:ext>
              </a:extLst>
            </p:cNvPr>
            <p:cNvSpPr/>
            <p:nvPr>
              <p:custDataLst>
                <p:tags r:id="rId226"/>
              </p:custDataLst>
            </p:nvPr>
          </p:nvSpPr>
          <p:spPr>
            <a:xfrm>
              <a:off x="9327584" y="4025449"/>
              <a:ext cx="118657" cy="129100"/>
            </a:xfrm>
            <a:custGeom>
              <a:avLst/>
              <a:gdLst>
                <a:gd name="connsiteX0" fmla="*/ 1079 w 118657"/>
                <a:gd name="connsiteY0" fmla="*/ 118739 h 129100"/>
                <a:gd name="connsiteX1" fmla="*/ 282 w 118657"/>
                <a:gd name="connsiteY1" fmla="*/ 122879 h 129100"/>
                <a:gd name="connsiteX2" fmla="*/ 7051 w 118657"/>
                <a:gd name="connsiteY2" fmla="*/ 129186 h 129100"/>
                <a:gd name="connsiteX3" fmla="*/ 16608 w 118657"/>
                <a:gd name="connsiteY3" fmla="*/ 119331 h 129100"/>
                <a:gd name="connsiteX4" fmla="*/ 25766 w 118657"/>
                <a:gd name="connsiteY4" fmla="*/ 83261 h 129100"/>
                <a:gd name="connsiteX5" fmla="*/ 47068 w 118657"/>
                <a:gd name="connsiteY5" fmla="*/ 88977 h 129100"/>
                <a:gd name="connsiteX6" fmla="*/ 75737 w 118657"/>
                <a:gd name="connsiteY6" fmla="*/ 74786 h 129100"/>
                <a:gd name="connsiteX7" fmla="*/ 96244 w 118657"/>
                <a:gd name="connsiteY7" fmla="*/ 88977 h 129100"/>
                <a:gd name="connsiteX8" fmla="*/ 111972 w 118657"/>
                <a:gd name="connsiteY8" fmla="*/ 78531 h 129100"/>
                <a:gd name="connsiteX9" fmla="*/ 118940 w 118657"/>
                <a:gd name="connsiteY9" fmla="*/ 58821 h 129100"/>
                <a:gd name="connsiteX10" fmla="*/ 115755 w 118657"/>
                <a:gd name="connsiteY10" fmla="*/ 56259 h 129100"/>
                <a:gd name="connsiteX11" fmla="*/ 111375 w 118657"/>
                <a:gd name="connsiteY11" fmla="*/ 62369 h 129100"/>
                <a:gd name="connsiteX12" fmla="*/ 96841 w 118657"/>
                <a:gd name="connsiteY12" fmla="*/ 83458 h 129100"/>
                <a:gd name="connsiteX13" fmla="*/ 90271 w 118657"/>
                <a:gd name="connsiteY13" fmla="*/ 73801 h 129100"/>
                <a:gd name="connsiteX14" fmla="*/ 93257 w 118657"/>
                <a:gd name="connsiteY14" fmla="*/ 58230 h 129100"/>
                <a:gd name="connsiteX15" fmla="*/ 97637 w 118657"/>
                <a:gd name="connsiteY15" fmla="*/ 40491 h 129100"/>
                <a:gd name="connsiteX16" fmla="*/ 102216 w 118657"/>
                <a:gd name="connsiteY16" fmla="*/ 22949 h 129100"/>
                <a:gd name="connsiteX17" fmla="*/ 105601 w 118657"/>
                <a:gd name="connsiteY17" fmla="*/ 8363 h 129100"/>
                <a:gd name="connsiteX18" fmla="*/ 99031 w 118657"/>
                <a:gd name="connsiteY18" fmla="*/ 2056 h 129100"/>
                <a:gd name="connsiteX19" fmla="*/ 90868 w 118657"/>
                <a:gd name="connsiteY19" fmla="*/ 6786 h 129100"/>
                <a:gd name="connsiteX20" fmla="*/ 87683 w 118657"/>
                <a:gd name="connsiteY20" fmla="*/ 18218 h 129100"/>
                <a:gd name="connsiteX21" fmla="*/ 83502 w 118657"/>
                <a:gd name="connsiteY21" fmla="*/ 34578 h 129100"/>
                <a:gd name="connsiteX22" fmla="*/ 77330 w 118657"/>
                <a:gd name="connsiteY22" fmla="*/ 59215 h 129100"/>
                <a:gd name="connsiteX23" fmla="*/ 74145 w 118657"/>
                <a:gd name="connsiteY23" fmla="*/ 67099 h 129100"/>
                <a:gd name="connsiteX24" fmla="*/ 47865 w 118657"/>
                <a:gd name="connsiteY24" fmla="*/ 83458 h 129100"/>
                <a:gd name="connsiteX25" fmla="*/ 31539 w 118657"/>
                <a:gd name="connsiteY25" fmla="*/ 65916 h 129100"/>
                <a:gd name="connsiteX26" fmla="*/ 34924 w 118657"/>
                <a:gd name="connsiteY26" fmla="*/ 47586 h 129100"/>
                <a:gd name="connsiteX27" fmla="*/ 39304 w 118657"/>
                <a:gd name="connsiteY27" fmla="*/ 29847 h 129100"/>
                <a:gd name="connsiteX28" fmla="*/ 42091 w 118657"/>
                <a:gd name="connsiteY28" fmla="*/ 18809 h 129100"/>
                <a:gd name="connsiteX29" fmla="*/ 45077 w 118657"/>
                <a:gd name="connsiteY29" fmla="*/ 6392 h 129100"/>
                <a:gd name="connsiteX30" fmla="*/ 38308 w 118657"/>
                <a:gd name="connsiteY30" fmla="*/ 85 h 129100"/>
                <a:gd name="connsiteX31" fmla="*/ 28752 w 118657"/>
                <a:gd name="connsiteY31" fmla="*/ 9349 h 129100"/>
                <a:gd name="connsiteX32" fmla="*/ 1079 w 118657"/>
                <a:gd name="connsiteY32" fmla="*/ 118739 h 12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8657" h="129100">
                  <a:moveTo>
                    <a:pt x="1079" y="118739"/>
                  </a:moveTo>
                  <a:cubicBezTo>
                    <a:pt x="282" y="121696"/>
                    <a:pt x="282" y="122681"/>
                    <a:pt x="282" y="122879"/>
                  </a:cubicBezTo>
                  <a:cubicBezTo>
                    <a:pt x="282" y="127215"/>
                    <a:pt x="3866" y="129186"/>
                    <a:pt x="7051" y="129186"/>
                  </a:cubicBezTo>
                  <a:cubicBezTo>
                    <a:pt x="14219" y="129186"/>
                    <a:pt x="15811" y="122681"/>
                    <a:pt x="16608" y="119331"/>
                  </a:cubicBezTo>
                  <a:cubicBezTo>
                    <a:pt x="17006" y="118345"/>
                    <a:pt x="20988" y="102577"/>
                    <a:pt x="25766" y="83261"/>
                  </a:cubicBezTo>
                  <a:cubicBezTo>
                    <a:pt x="31938" y="87400"/>
                    <a:pt x="39901" y="88977"/>
                    <a:pt x="47068" y="88977"/>
                  </a:cubicBezTo>
                  <a:cubicBezTo>
                    <a:pt x="64190" y="88977"/>
                    <a:pt x="75339" y="75180"/>
                    <a:pt x="75737" y="74786"/>
                  </a:cubicBezTo>
                  <a:cubicBezTo>
                    <a:pt x="79520" y="88386"/>
                    <a:pt x="93257" y="88977"/>
                    <a:pt x="96244" y="88977"/>
                  </a:cubicBezTo>
                  <a:cubicBezTo>
                    <a:pt x="103411" y="88977"/>
                    <a:pt x="108388" y="84641"/>
                    <a:pt x="111972" y="78531"/>
                  </a:cubicBezTo>
                  <a:cubicBezTo>
                    <a:pt x="116352" y="70844"/>
                    <a:pt x="118940" y="59609"/>
                    <a:pt x="118940" y="58821"/>
                  </a:cubicBezTo>
                  <a:cubicBezTo>
                    <a:pt x="118940" y="56259"/>
                    <a:pt x="116352" y="56259"/>
                    <a:pt x="115755" y="56259"/>
                  </a:cubicBezTo>
                  <a:cubicBezTo>
                    <a:pt x="112967" y="56259"/>
                    <a:pt x="112768" y="57047"/>
                    <a:pt x="111375" y="62369"/>
                  </a:cubicBezTo>
                  <a:cubicBezTo>
                    <a:pt x="108985" y="71830"/>
                    <a:pt x="105203" y="83458"/>
                    <a:pt x="96841" y="83458"/>
                  </a:cubicBezTo>
                  <a:cubicBezTo>
                    <a:pt x="91665" y="83458"/>
                    <a:pt x="90271" y="79122"/>
                    <a:pt x="90271" y="73801"/>
                  </a:cubicBezTo>
                  <a:cubicBezTo>
                    <a:pt x="90271" y="70450"/>
                    <a:pt x="91864" y="63354"/>
                    <a:pt x="93257" y="58230"/>
                  </a:cubicBezTo>
                  <a:cubicBezTo>
                    <a:pt x="94651" y="52908"/>
                    <a:pt x="96642" y="44827"/>
                    <a:pt x="97637" y="40491"/>
                  </a:cubicBezTo>
                  <a:lnTo>
                    <a:pt x="102216" y="22949"/>
                  </a:lnTo>
                  <a:cubicBezTo>
                    <a:pt x="103411" y="18021"/>
                    <a:pt x="105601" y="9349"/>
                    <a:pt x="105601" y="8363"/>
                  </a:cubicBezTo>
                  <a:cubicBezTo>
                    <a:pt x="105601" y="4421"/>
                    <a:pt x="102415" y="2056"/>
                    <a:pt x="99031" y="2056"/>
                  </a:cubicBezTo>
                  <a:cubicBezTo>
                    <a:pt x="96841" y="2056"/>
                    <a:pt x="93058" y="3041"/>
                    <a:pt x="90868" y="6786"/>
                  </a:cubicBezTo>
                  <a:cubicBezTo>
                    <a:pt x="90271" y="7969"/>
                    <a:pt x="88678" y="14276"/>
                    <a:pt x="87683" y="18218"/>
                  </a:cubicBezTo>
                  <a:lnTo>
                    <a:pt x="83502" y="34578"/>
                  </a:lnTo>
                  <a:lnTo>
                    <a:pt x="77330" y="59215"/>
                  </a:lnTo>
                  <a:cubicBezTo>
                    <a:pt x="75936" y="64143"/>
                    <a:pt x="75936" y="64537"/>
                    <a:pt x="74145" y="67099"/>
                  </a:cubicBezTo>
                  <a:cubicBezTo>
                    <a:pt x="67973" y="75772"/>
                    <a:pt x="59213" y="83458"/>
                    <a:pt x="47865" y="83458"/>
                  </a:cubicBezTo>
                  <a:cubicBezTo>
                    <a:pt x="31539" y="83458"/>
                    <a:pt x="31539" y="69464"/>
                    <a:pt x="31539" y="65916"/>
                  </a:cubicBezTo>
                  <a:cubicBezTo>
                    <a:pt x="31539" y="60792"/>
                    <a:pt x="32137" y="58230"/>
                    <a:pt x="34924" y="47586"/>
                  </a:cubicBezTo>
                  <a:cubicBezTo>
                    <a:pt x="36915" y="38914"/>
                    <a:pt x="37313" y="37534"/>
                    <a:pt x="39304" y="29847"/>
                  </a:cubicBezTo>
                  <a:lnTo>
                    <a:pt x="42091" y="18809"/>
                  </a:lnTo>
                  <a:cubicBezTo>
                    <a:pt x="43087" y="14670"/>
                    <a:pt x="45077" y="7181"/>
                    <a:pt x="45077" y="6392"/>
                  </a:cubicBezTo>
                  <a:cubicBezTo>
                    <a:pt x="45077" y="2844"/>
                    <a:pt x="42290" y="85"/>
                    <a:pt x="38308" y="85"/>
                  </a:cubicBezTo>
                  <a:cubicBezTo>
                    <a:pt x="31141" y="85"/>
                    <a:pt x="29349" y="6983"/>
                    <a:pt x="28752" y="9349"/>
                  </a:cubicBezTo>
                  <a:lnTo>
                    <a:pt x="1079" y="118739"/>
                  </a:lnTo>
                  <a:close/>
                </a:path>
              </a:pathLst>
            </a:custGeom>
            <a:solidFill>
              <a:srgbClr val="000000"/>
            </a:solidFill>
            <a:ln w="28498" cap="flat">
              <a:noFill/>
              <a:prstDash val="solid"/>
              <a:miter/>
            </a:ln>
          </p:spPr>
          <p:txBody>
            <a:bodyPr rtlCol="0" anchor="ctr"/>
            <a:lstStyle/>
            <a:p>
              <a:endParaRPr lang="en-GB" noProof="0"/>
            </a:p>
          </p:txBody>
        </p:sp>
        <p:sp>
          <p:nvSpPr>
            <p:cNvPr id="62" name="Freeform: Shape 61">
              <a:extLst>
                <a:ext uri="{FF2B5EF4-FFF2-40B4-BE49-F238E27FC236}">
                  <a16:creationId xmlns:a16="http://schemas.microsoft.com/office/drawing/2014/main" id="{AFD9628D-958F-8FF5-04AB-030519117D72}"/>
                </a:ext>
              </a:extLst>
            </p:cNvPr>
            <p:cNvSpPr/>
            <p:nvPr>
              <p:custDataLst>
                <p:tags r:id="rId227"/>
              </p:custDataLst>
            </p:nvPr>
          </p:nvSpPr>
          <p:spPr>
            <a:xfrm>
              <a:off x="9461183" y="4046623"/>
              <a:ext cx="67264" cy="122765"/>
            </a:xfrm>
            <a:custGeom>
              <a:avLst/>
              <a:gdLst>
                <a:gd name="connsiteX0" fmla="*/ 67551 w 67264"/>
                <a:gd name="connsiteY0" fmla="*/ 6140 h 122765"/>
                <a:gd name="connsiteX1" fmla="*/ 61294 w 67264"/>
                <a:gd name="connsiteY1" fmla="*/ 86 h 122765"/>
                <a:gd name="connsiteX2" fmla="*/ 52477 w 67264"/>
                <a:gd name="connsiteY2" fmla="*/ 8533 h 122765"/>
                <a:gd name="connsiteX3" fmla="*/ 58734 w 67264"/>
                <a:gd name="connsiteY3" fmla="*/ 14587 h 122765"/>
                <a:gd name="connsiteX4" fmla="*/ 67551 w 67264"/>
                <a:gd name="connsiteY4" fmla="*/ 6140 h 122765"/>
                <a:gd name="connsiteX5" fmla="*/ 36550 w 67264"/>
                <a:gd name="connsiteY5" fmla="*/ 100326 h 122765"/>
                <a:gd name="connsiteX6" fmla="*/ 16214 w 67264"/>
                <a:gd name="connsiteY6" fmla="*/ 118065 h 122765"/>
                <a:gd name="connsiteX7" fmla="*/ 11095 w 67264"/>
                <a:gd name="connsiteY7" fmla="*/ 117361 h 122765"/>
                <a:gd name="connsiteX8" fmla="*/ 15503 w 67264"/>
                <a:gd name="connsiteY8" fmla="*/ 109899 h 122765"/>
                <a:gd name="connsiteX9" fmla="*/ 9104 w 67264"/>
                <a:gd name="connsiteY9" fmla="*/ 104127 h 122765"/>
                <a:gd name="connsiteX10" fmla="*/ 287 w 67264"/>
                <a:gd name="connsiteY10" fmla="*/ 113137 h 122765"/>
                <a:gd name="connsiteX11" fmla="*/ 16356 w 67264"/>
                <a:gd name="connsiteY11" fmla="*/ 122851 h 122765"/>
                <a:gd name="connsiteX12" fmla="*/ 48922 w 67264"/>
                <a:gd name="connsiteY12" fmla="*/ 100466 h 122765"/>
                <a:gd name="connsiteX13" fmla="*/ 61721 w 67264"/>
                <a:gd name="connsiteY13" fmla="*/ 50065 h 122765"/>
                <a:gd name="connsiteX14" fmla="*/ 62432 w 67264"/>
                <a:gd name="connsiteY14" fmla="*/ 45419 h 122765"/>
                <a:gd name="connsiteX15" fmla="*/ 44940 w 67264"/>
                <a:gd name="connsiteY15" fmla="*/ 31763 h 122765"/>
                <a:gd name="connsiteX16" fmla="*/ 17210 w 67264"/>
                <a:gd name="connsiteY16" fmla="*/ 53585 h 122765"/>
                <a:gd name="connsiteX17" fmla="*/ 20196 w 67264"/>
                <a:gd name="connsiteY17" fmla="*/ 55556 h 122765"/>
                <a:gd name="connsiteX18" fmla="*/ 23325 w 67264"/>
                <a:gd name="connsiteY18" fmla="*/ 53585 h 122765"/>
                <a:gd name="connsiteX19" fmla="*/ 44371 w 67264"/>
                <a:gd name="connsiteY19" fmla="*/ 36550 h 122765"/>
                <a:gd name="connsiteX20" fmla="*/ 50344 w 67264"/>
                <a:gd name="connsiteY20" fmla="*/ 44011 h 122765"/>
                <a:gd name="connsiteX21" fmla="*/ 49917 w 67264"/>
                <a:gd name="connsiteY21" fmla="*/ 47672 h 122765"/>
                <a:gd name="connsiteX22" fmla="*/ 36550 w 67264"/>
                <a:gd name="connsiteY22" fmla="*/ 100326 h 12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7264" h="122765">
                  <a:moveTo>
                    <a:pt x="67551" y="6140"/>
                  </a:moveTo>
                  <a:cubicBezTo>
                    <a:pt x="67551" y="2902"/>
                    <a:pt x="65134" y="86"/>
                    <a:pt x="61294" y="86"/>
                  </a:cubicBezTo>
                  <a:cubicBezTo>
                    <a:pt x="56886" y="86"/>
                    <a:pt x="52477" y="4310"/>
                    <a:pt x="52477" y="8533"/>
                  </a:cubicBezTo>
                  <a:cubicBezTo>
                    <a:pt x="52477" y="11912"/>
                    <a:pt x="55179" y="14587"/>
                    <a:pt x="58734" y="14587"/>
                  </a:cubicBezTo>
                  <a:cubicBezTo>
                    <a:pt x="63569" y="14587"/>
                    <a:pt x="67551" y="10082"/>
                    <a:pt x="67551" y="6140"/>
                  </a:cubicBezTo>
                  <a:close/>
                  <a:moveTo>
                    <a:pt x="36550" y="100326"/>
                  </a:moveTo>
                  <a:cubicBezTo>
                    <a:pt x="33848" y="111025"/>
                    <a:pt x="24889" y="118065"/>
                    <a:pt x="16214" y="118065"/>
                  </a:cubicBezTo>
                  <a:cubicBezTo>
                    <a:pt x="13797" y="118065"/>
                    <a:pt x="12232" y="117642"/>
                    <a:pt x="11095" y="117361"/>
                  </a:cubicBezTo>
                  <a:cubicBezTo>
                    <a:pt x="14508" y="115390"/>
                    <a:pt x="15503" y="111729"/>
                    <a:pt x="15503" y="109899"/>
                  </a:cubicBezTo>
                  <a:cubicBezTo>
                    <a:pt x="15503" y="107506"/>
                    <a:pt x="13797" y="104127"/>
                    <a:pt x="9104" y="104127"/>
                  </a:cubicBezTo>
                  <a:cubicBezTo>
                    <a:pt x="4269" y="104127"/>
                    <a:pt x="287" y="108491"/>
                    <a:pt x="287" y="113137"/>
                  </a:cubicBezTo>
                  <a:cubicBezTo>
                    <a:pt x="287" y="119191"/>
                    <a:pt x="6686" y="122851"/>
                    <a:pt x="16356" y="122851"/>
                  </a:cubicBezTo>
                  <a:cubicBezTo>
                    <a:pt x="26027" y="122851"/>
                    <a:pt x="44513" y="117924"/>
                    <a:pt x="48922" y="100466"/>
                  </a:cubicBezTo>
                  <a:lnTo>
                    <a:pt x="61721" y="50065"/>
                  </a:lnTo>
                  <a:cubicBezTo>
                    <a:pt x="62005" y="48657"/>
                    <a:pt x="62432" y="47390"/>
                    <a:pt x="62432" y="45419"/>
                  </a:cubicBezTo>
                  <a:cubicBezTo>
                    <a:pt x="62432" y="37394"/>
                    <a:pt x="54895" y="31763"/>
                    <a:pt x="44940" y="31763"/>
                  </a:cubicBezTo>
                  <a:cubicBezTo>
                    <a:pt x="27733" y="31763"/>
                    <a:pt x="17210" y="50769"/>
                    <a:pt x="17210" y="53585"/>
                  </a:cubicBezTo>
                  <a:cubicBezTo>
                    <a:pt x="17210" y="55556"/>
                    <a:pt x="19485" y="55556"/>
                    <a:pt x="20196" y="55556"/>
                  </a:cubicBezTo>
                  <a:cubicBezTo>
                    <a:pt x="22329" y="55556"/>
                    <a:pt x="22614" y="54992"/>
                    <a:pt x="23325" y="53585"/>
                  </a:cubicBezTo>
                  <a:cubicBezTo>
                    <a:pt x="29866" y="39788"/>
                    <a:pt x="39536" y="36550"/>
                    <a:pt x="44371" y="36550"/>
                  </a:cubicBezTo>
                  <a:cubicBezTo>
                    <a:pt x="50060" y="36550"/>
                    <a:pt x="50344" y="41618"/>
                    <a:pt x="50344" y="44011"/>
                  </a:cubicBezTo>
                  <a:cubicBezTo>
                    <a:pt x="50344" y="45982"/>
                    <a:pt x="50202" y="46545"/>
                    <a:pt x="49917" y="47672"/>
                  </a:cubicBezTo>
                  <a:lnTo>
                    <a:pt x="36550" y="100326"/>
                  </a:lnTo>
                  <a:close/>
                </a:path>
              </a:pathLst>
            </a:custGeom>
            <a:solidFill>
              <a:srgbClr val="000000"/>
            </a:solidFill>
            <a:ln w="28498" cap="flat">
              <a:noFill/>
              <a:prstDash val="solid"/>
              <a:miter/>
            </a:ln>
          </p:spPr>
          <p:txBody>
            <a:bodyPr rtlCol="0" anchor="ctr"/>
            <a:lstStyle/>
            <a:p>
              <a:endParaRPr lang="en-GB" noProof="0"/>
            </a:p>
          </p:txBody>
        </p:sp>
        <p:sp>
          <p:nvSpPr>
            <p:cNvPr id="63" name="Freeform: Shape 62">
              <a:extLst>
                <a:ext uri="{FF2B5EF4-FFF2-40B4-BE49-F238E27FC236}">
                  <a16:creationId xmlns:a16="http://schemas.microsoft.com/office/drawing/2014/main" id="{55107D90-35F2-F381-8CDF-099924BD152E}"/>
                </a:ext>
              </a:extLst>
            </p:cNvPr>
            <p:cNvSpPr/>
            <p:nvPr>
              <p:custDataLst>
                <p:tags r:id="rId228"/>
              </p:custDataLst>
            </p:nvPr>
          </p:nvSpPr>
          <p:spPr>
            <a:xfrm>
              <a:off x="9576310" y="3964545"/>
              <a:ext cx="51564" cy="196903"/>
            </a:xfrm>
            <a:custGeom>
              <a:avLst/>
              <a:gdLst>
                <a:gd name="connsiteX0" fmla="*/ 4073 w 51564"/>
                <a:gd name="connsiteY0" fmla="*/ 85 h 196903"/>
                <a:gd name="connsiteX1" fmla="*/ 291 w 51564"/>
                <a:gd name="connsiteY1" fmla="*/ 2450 h 196903"/>
                <a:gd name="connsiteX2" fmla="*/ 2083 w 51564"/>
                <a:gd name="connsiteY2" fmla="*/ 5407 h 196903"/>
                <a:gd name="connsiteX3" fmla="*/ 38317 w 51564"/>
                <a:gd name="connsiteY3" fmla="*/ 98438 h 196903"/>
                <a:gd name="connsiteX4" fmla="*/ 3874 w 51564"/>
                <a:gd name="connsiteY4" fmla="*/ 190090 h 196903"/>
                <a:gd name="connsiteX5" fmla="*/ 291 w 51564"/>
                <a:gd name="connsiteY5" fmla="*/ 194623 h 196903"/>
                <a:gd name="connsiteX6" fmla="*/ 2879 w 51564"/>
                <a:gd name="connsiteY6" fmla="*/ 196988 h 196903"/>
                <a:gd name="connsiteX7" fmla="*/ 37322 w 51564"/>
                <a:gd name="connsiteY7" fmla="*/ 159342 h 196903"/>
                <a:gd name="connsiteX8" fmla="*/ 51855 w 51564"/>
                <a:gd name="connsiteY8" fmla="*/ 98635 h 196903"/>
                <a:gd name="connsiteX9" fmla="*/ 4073 w 51564"/>
                <a:gd name="connsiteY9" fmla="*/ 85 h 196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64" h="196903">
                  <a:moveTo>
                    <a:pt x="4073" y="85"/>
                  </a:moveTo>
                  <a:cubicBezTo>
                    <a:pt x="2680" y="85"/>
                    <a:pt x="291" y="85"/>
                    <a:pt x="291" y="2450"/>
                  </a:cubicBezTo>
                  <a:cubicBezTo>
                    <a:pt x="291" y="3436"/>
                    <a:pt x="888" y="4027"/>
                    <a:pt x="2083" y="5407"/>
                  </a:cubicBezTo>
                  <a:cubicBezTo>
                    <a:pt x="19204" y="20978"/>
                    <a:pt x="38317" y="47586"/>
                    <a:pt x="38317" y="98438"/>
                  </a:cubicBezTo>
                  <a:cubicBezTo>
                    <a:pt x="38317" y="139632"/>
                    <a:pt x="25376" y="170774"/>
                    <a:pt x="3874" y="190090"/>
                  </a:cubicBezTo>
                  <a:cubicBezTo>
                    <a:pt x="490" y="193441"/>
                    <a:pt x="291" y="193638"/>
                    <a:pt x="291" y="194623"/>
                  </a:cubicBezTo>
                  <a:cubicBezTo>
                    <a:pt x="291" y="195609"/>
                    <a:pt x="888" y="196988"/>
                    <a:pt x="2879" y="196988"/>
                  </a:cubicBezTo>
                  <a:cubicBezTo>
                    <a:pt x="5268" y="196988"/>
                    <a:pt x="24182" y="183980"/>
                    <a:pt x="37322" y="159342"/>
                  </a:cubicBezTo>
                  <a:cubicBezTo>
                    <a:pt x="46081" y="142983"/>
                    <a:pt x="51855" y="121696"/>
                    <a:pt x="51855" y="98635"/>
                  </a:cubicBezTo>
                  <a:cubicBezTo>
                    <a:pt x="51855" y="70844"/>
                    <a:pt x="43493" y="27679"/>
                    <a:pt x="4073" y="85"/>
                  </a:cubicBezTo>
                  <a:close/>
                </a:path>
              </a:pathLst>
            </a:custGeom>
            <a:solidFill>
              <a:srgbClr val="000000"/>
            </a:solidFill>
            <a:ln w="28498" cap="flat">
              <a:noFill/>
              <a:prstDash val="solid"/>
              <a:miter/>
            </a:ln>
          </p:spPr>
          <p:txBody>
            <a:bodyPr rtlCol="0" anchor="ctr"/>
            <a:lstStyle/>
            <a:p>
              <a:endParaRPr lang="en-GB" noProof="0"/>
            </a:p>
          </p:txBody>
        </p:sp>
      </p:grpSp>
      <mc:AlternateContent xmlns:mc="http://schemas.openxmlformats.org/markup-compatibility/2006" xmlns:a14="http://schemas.microsoft.com/office/drawing/2010/main">
        <mc:Choice Requires="a14">
          <p:sp>
            <p:nvSpPr>
              <p:cNvPr id="129" name="Rectangle 1 1">
                <a:extLst>
                  <a:ext uri="{FF2B5EF4-FFF2-40B4-BE49-F238E27FC236}">
                    <a16:creationId xmlns:a16="http://schemas.microsoft.com/office/drawing/2014/main" id="{516D80B2-66C8-75F4-8424-9EFA8CD6DA5C}"/>
                  </a:ext>
                </a:extLst>
              </p:cNvPr>
              <p:cNvSpPr>
                <a:spLocks noChangeArrowheads="1"/>
              </p:cNvSpPr>
              <p:nvPr/>
            </p:nvSpPr>
            <p:spPr bwMode="auto">
              <a:xfrm>
                <a:off x="891589" y="2393444"/>
                <a:ext cx="3964236" cy="646331"/>
              </a:xfrm>
              <a:prstGeom prst="rect">
                <a:avLst/>
              </a:prstGeom>
              <a:noFill/>
            </p:spPr>
            <p:txBody>
              <a:bodyPr wrap="square">
                <a:spAutoFit/>
              </a:bodyPr>
              <a:lstStyle/>
              <a:p>
                <a:r>
                  <a:rPr lang="en-US" sz="1200">
                    <a:solidFill>
                      <a:prstClr val="black"/>
                    </a:solidFill>
                  </a:rPr>
                  <a:t>To obtain the odds, we need the probability of the complementary class — that is, the probability tha </a:t>
                </a:r>
                <a14:m>
                  <m:oMath xmlns:m="http://schemas.openxmlformats.org/officeDocument/2006/math">
                    <m:sSub>
                      <m:sSubPr>
                        <m:ctrlPr>
                          <a:rPr lang="en-GB" sz="1200" i="1" noProof="0" smtClean="0">
                            <a:solidFill>
                              <a:prstClr val="black"/>
                            </a:solidFill>
                            <a:latin typeface="Cambria Math" panose="02040503050406030204" pitchFamily="18" charset="0"/>
                          </a:rPr>
                        </m:ctrlPr>
                      </m:sSubPr>
                      <m:e>
                        <m:r>
                          <a:rPr lang="en-GB" sz="1200" i="1" noProof="0" smtClean="0">
                            <a:solidFill>
                              <a:prstClr val="black"/>
                            </a:solidFill>
                            <a:latin typeface="Cambria Math" panose="02040503050406030204" pitchFamily="18" charset="0"/>
                          </a:rPr>
                          <m:t>𝑌</m:t>
                        </m:r>
                      </m:e>
                      <m:sub>
                        <m:r>
                          <a:rPr lang="en-GB" sz="1200" i="1" noProof="0" smtClean="0">
                            <a:solidFill>
                              <a:prstClr val="black"/>
                            </a:solidFill>
                            <a:latin typeface="Cambria Math" panose="02040503050406030204" pitchFamily="18" charset="0"/>
                          </a:rPr>
                          <m:t>𝑛</m:t>
                        </m:r>
                      </m:sub>
                    </m:sSub>
                  </m:oMath>
                </a14:m>
                <a:r>
                  <a:rPr lang="en-US" sz="1200">
                    <a:solidFill>
                      <a:prstClr val="black"/>
                    </a:solidFill>
                  </a:rPr>
                  <a:t>alls into category j or any lower category</a:t>
                </a:r>
                <a14:m>
                  <m:oMath xmlns:m="http://schemas.openxmlformats.org/officeDocument/2006/math">
                    <m:d>
                      <m:dPr>
                        <m:ctrlPr>
                          <a:rPr lang="en-GB" sz="1200" i="1" noProof="0" smtClean="0">
                            <a:solidFill>
                              <a:prstClr val="black"/>
                            </a:solidFill>
                            <a:latin typeface="Cambria Math" panose="02040503050406030204" pitchFamily="18" charset="0"/>
                          </a:rPr>
                        </m:ctrlPr>
                      </m:dPr>
                      <m:e>
                        <m:sSub>
                          <m:sSubPr>
                            <m:ctrlPr>
                              <a:rPr lang="en-GB" sz="1200" i="1" noProof="0" smtClean="0">
                                <a:solidFill>
                                  <a:prstClr val="black"/>
                                </a:solidFill>
                                <a:latin typeface="Cambria Math" panose="02040503050406030204" pitchFamily="18" charset="0"/>
                              </a:rPr>
                            </m:ctrlPr>
                          </m:sSubPr>
                          <m:e>
                            <m:r>
                              <a:rPr lang="en-GB" sz="1200" i="1" noProof="0" smtClean="0">
                                <a:solidFill>
                                  <a:prstClr val="black"/>
                                </a:solidFill>
                                <a:latin typeface="Cambria Math" panose="02040503050406030204" pitchFamily="18" charset="0"/>
                              </a:rPr>
                              <m:t>𝑌</m:t>
                            </m:r>
                          </m:e>
                          <m:sub>
                            <m:r>
                              <a:rPr lang="en-GB" sz="1200" i="1" noProof="0" smtClean="0">
                                <a:solidFill>
                                  <a:prstClr val="black"/>
                                </a:solidFill>
                                <a:latin typeface="Cambria Math" panose="02040503050406030204" pitchFamily="18" charset="0"/>
                              </a:rPr>
                              <m:t>𝑛</m:t>
                            </m:r>
                          </m:sub>
                        </m:sSub>
                        <m:r>
                          <a:rPr lang="en-GB" sz="1200" i="1" noProof="0" smtClean="0">
                            <a:solidFill>
                              <a:prstClr val="black"/>
                            </a:solidFill>
                            <a:latin typeface="Cambria Math" panose="02040503050406030204" pitchFamily="18" charset="0"/>
                          </a:rPr>
                          <m:t>≤</m:t>
                        </m:r>
                        <m:r>
                          <a:rPr lang="en-GB" sz="1200" i="1" noProof="0" smtClean="0">
                            <a:solidFill>
                              <a:prstClr val="black"/>
                            </a:solidFill>
                            <a:latin typeface="Cambria Math" panose="02040503050406030204" pitchFamily="18" charset="0"/>
                          </a:rPr>
                          <m:t>𝑗</m:t>
                        </m:r>
                      </m:e>
                    </m:d>
                    <m:r>
                      <a:rPr lang="en-GB" sz="1200" i="1" noProof="0" smtClean="0">
                        <a:solidFill>
                          <a:prstClr val="black"/>
                        </a:solidFill>
                        <a:latin typeface="Cambria Math" panose="02040503050406030204" pitchFamily="18" charset="0"/>
                      </a:rPr>
                      <m:t>:</m:t>
                    </m:r>
                  </m:oMath>
                </a14:m>
                <a:endParaRPr lang="en-GB" sz="1200" noProof="0">
                  <a:solidFill>
                    <a:prstClr val="black"/>
                  </a:solidFill>
                  <a:latin typeface="Aptos" panose="020B0004020202020204"/>
                </a:endParaRPr>
              </a:p>
            </p:txBody>
          </p:sp>
        </mc:Choice>
        <mc:Fallback xmlns="">
          <p:sp>
            <p:nvSpPr>
              <p:cNvPr id="129" name="Rectangle 1 1">
                <a:extLst>
                  <a:ext uri="{FF2B5EF4-FFF2-40B4-BE49-F238E27FC236}">
                    <a16:creationId xmlns:a16="http://schemas.microsoft.com/office/drawing/2014/main" id="{516D80B2-66C8-75F4-8424-9EFA8CD6DA5C}"/>
                  </a:ext>
                </a:extLst>
              </p:cNvPr>
              <p:cNvSpPr>
                <a:spLocks noRot="1" noChangeAspect="1" noMove="1" noResize="1" noEditPoints="1" noAdjustHandles="1" noChangeArrowheads="1" noChangeShapeType="1" noTextEdit="1"/>
              </p:cNvSpPr>
              <p:nvPr/>
            </p:nvSpPr>
            <p:spPr bwMode="auto">
              <a:xfrm>
                <a:off x="891589" y="2393444"/>
                <a:ext cx="3964236" cy="646331"/>
              </a:xfrm>
              <a:prstGeom prst="rect">
                <a:avLst/>
              </a:prstGeom>
              <a:blipFill>
                <a:blip r:embed="rId231"/>
                <a:stretch>
                  <a:fillRect t="-943" r="-768" b="-6604"/>
                </a:stretch>
              </a:blipFill>
            </p:spPr>
            <p:txBody>
              <a:bodyPr/>
              <a:lstStyle/>
              <a:p>
                <a:r>
                  <a:rPr lang="en-US">
                    <a:noFill/>
                  </a:rPr>
                  <a:t> </a:t>
                </a:r>
              </a:p>
            </p:txBody>
          </p:sp>
        </mc:Fallback>
      </mc:AlternateContent>
      <p:grpSp>
        <p:nvGrpSpPr>
          <p:cNvPr id="180" name="Group 179" descr="\documentclass{article}&#10;\usepackage{amsmath}&#10;\pagestyle{empty}&#10;\begin{document}&#10;&#10;\[&#10;P(Y_n \le j) = 1 - P(Y_n &gt; j)&#10;\]&#10;&#10;\end{document}" title="IguanaTex Shape Display">
            <a:extLst>
              <a:ext uri="{FF2B5EF4-FFF2-40B4-BE49-F238E27FC236}">
                <a16:creationId xmlns:a16="http://schemas.microsoft.com/office/drawing/2014/main" id="{91BE8338-9068-DC7B-D50C-A14A2BDBB0CC}"/>
              </a:ext>
            </a:extLst>
          </p:cNvPr>
          <p:cNvGrpSpPr>
            <a:grpSpLocks noChangeAspect="1"/>
          </p:cNvGrpSpPr>
          <p:nvPr>
            <p:custDataLst>
              <p:tags r:id="rId2"/>
            </p:custDataLst>
          </p:nvPr>
        </p:nvGrpSpPr>
        <p:grpSpPr>
          <a:xfrm>
            <a:off x="1309078" y="3210705"/>
            <a:ext cx="2149817" cy="176325"/>
            <a:chOff x="4379380" y="4399782"/>
            <a:chExt cx="2149817" cy="176325"/>
          </a:xfrm>
        </p:grpSpPr>
        <p:sp>
          <p:nvSpPr>
            <p:cNvPr id="163" name="Freeform: Shape 162">
              <a:extLst>
                <a:ext uri="{FF2B5EF4-FFF2-40B4-BE49-F238E27FC236}">
                  <a16:creationId xmlns:a16="http://schemas.microsoft.com/office/drawing/2014/main" id="{93CCB14B-8902-A193-F1B9-DF721EAA0B0A}"/>
                </a:ext>
              </a:extLst>
            </p:cNvPr>
            <p:cNvSpPr/>
            <p:nvPr>
              <p:custDataLst>
                <p:tags r:id="rId183"/>
              </p:custDataLst>
            </p:nvPr>
          </p:nvSpPr>
          <p:spPr>
            <a:xfrm>
              <a:off x="4379380" y="4411595"/>
              <a:ext cx="129124" cy="120430"/>
            </a:xfrm>
            <a:custGeom>
              <a:avLst/>
              <a:gdLst>
                <a:gd name="connsiteX0" fmla="*/ 47736 w 129124"/>
                <a:gd name="connsiteY0" fmla="*/ 64786 h 120430"/>
                <a:gd name="connsiteX1" fmla="*/ 78480 w 129124"/>
                <a:gd name="connsiteY1" fmla="*/ 64786 h 120430"/>
                <a:gd name="connsiteX2" fmla="*/ 129298 w 129124"/>
                <a:gd name="connsiteY2" fmla="*/ 26700 h 120430"/>
                <a:gd name="connsiteX3" fmla="*/ 93671 w 129124"/>
                <a:gd name="connsiteY3" fmla="*/ 75 h 120430"/>
                <a:gd name="connsiteX4" fmla="*/ 35077 w 129124"/>
                <a:gd name="connsiteY4" fmla="*/ 75 h 120430"/>
                <a:gd name="connsiteX5" fmla="*/ 29652 w 129124"/>
                <a:gd name="connsiteY5" fmla="*/ 3425 h 120430"/>
                <a:gd name="connsiteX6" fmla="*/ 34896 w 129124"/>
                <a:gd name="connsiteY6" fmla="*/ 5541 h 120430"/>
                <a:gd name="connsiteX7" fmla="*/ 42673 w 129124"/>
                <a:gd name="connsiteY7" fmla="*/ 5893 h 120430"/>
                <a:gd name="connsiteX8" fmla="*/ 46651 w 129124"/>
                <a:gd name="connsiteY8" fmla="*/ 8715 h 120430"/>
                <a:gd name="connsiteX9" fmla="*/ 45928 w 129124"/>
                <a:gd name="connsiteY9" fmla="*/ 12065 h 120430"/>
                <a:gd name="connsiteX10" fmla="*/ 21694 w 129124"/>
                <a:gd name="connsiteY10" fmla="*/ 106752 h 120430"/>
                <a:gd name="connsiteX11" fmla="*/ 5237 w 129124"/>
                <a:gd name="connsiteY11" fmla="*/ 115039 h 120430"/>
                <a:gd name="connsiteX12" fmla="*/ 174 w 129124"/>
                <a:gd name="connsiteY12" fmla="*/ 118389 h 120430"/>
                <a:gd name="connsiteX13" fmla="*/ 2886 w 129124"/>
                <a:gd name="connsiteY13" fmla="*/ 120505 h 120430"/>
                <a:gd name="connsiteX14" fmla="*/ 25854 w 129124"/>
                <a:gd name="connsiteY14" fmla="*/ 119976 h 120430"/>
                <a:gd name="connsiteX15" fmla="*/ 37428 w 129124"/>
                <a:gd name="connsiteY15" fmla="*/ 120153 h 120430"/>
                <a:gd name="connsiteX16" fmla="*/ 49183 w 129124"/>
                <a:gd name="connsiteY16" fmla="*/ 120505 h 120430"/>
                <a:gd name="connsiteX17" fmla="*/ 52800 w 129124"/>
                <a:gd name="connsiteY17" fmla="*/ 116979 h 120430"/>
                <a:gd name="connsiteX18" fmla="*/ 47736 w 129124"/>
                <a:gd name="connsiteY18" fmla="*/ 115039 h 120430"/>
                <a:gd name="connsiteX19" fmla="*/ 35981 w 129124"/>
                <a:gd name="connsiteY19" fmla="*/ 111865 h 120430"/>
                <a:gd name="connsiteX20" fmla="*/ 36524 w 129124"/>
                <a:gd name="connsiteY20" fmla="*/ 108868 h 120430"/>
                <a:gd name="connsiteX21" fmla="*/ 47736 w 129124"/>
                <a:gd name="connsiteY21" fmla="*/ 64786 h 120430"/>
                <a:gd name="connsiteX22" fmla="*/ 60757 w 129124"/>
                <a:gd name="connsiteY22" fmla="*/ 12241 h 120430"/>
                <a:gd name="connsiteX23" fmla="*/ 70523 w 129124"/>
                <a:gd name="connsiteY23" fmla="*/ 5541 h 120430"/>
                <a:gd name="connsiteX24" fmla="*/ 87884 w 129124"/>
                <a:gd name="connsiteY24" fmla="*/ 5541 h 120430"/>
                <a:gd name="connsiteX25" fmla="*/ 112479 w 129124"/>
                <a:gd name="connsiteY25" fmla="*/ 22468 h 120430"/>
                <a:gd name="connsiteX26" fmla="*/ 101809 w 129124"/>
                <a:gd name="connsiteY26" fmla="*/ 50857 h 120430"/>
                <a:gd name="connsiteX27" fmla="*/ 73959 w 129124"/>
                <a:gd name="connsiteY27" fmla="*/ 60202 h 120430"/>
                <a:gd name="connsiteX28" fmla="*/ 48460 w 129124"/>
                <a:gd name="connsiteY28" fmla="*/ 60202 h 120430"/>
                <a:gd name="connsiteX29" fmla="*/ 60757 w 129124"/>
                <a:gd name="connsiteY29" fmla="*/ 12241 h 120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0430">
                  <a:moveTo>
                    <a:pt x="47736" y="64786"/>
                  </a:moveTo>
                  <a:lnTo>
                    <a:pt x="78480" y="64786"/>
                  </a:lnTo>
                  <a:cubicBezTo>
                    <a:pt x="104160" y="64786"/>
                    <a:pt x="129298" y="46448"/>
                    <a:pt x="129298" y="26700"/>
                  </a:cubicBezTo>
                  <a:cubicBezTo>
                    <a:pt x="129298" y="13123"/>
                    <a:pt x="117362" y="75"/>
                    <a:pt x="93671" y="75"/>
                  </a:cubicBezTo>
                  <a:lnTo>
                    <a:pt x="35077" y="75"/>
                  </a:lnTo>
                  <a:cubicBezTo>
                    <a:pt x="31641" y="75"/>
                    <a:pt x="29652" y="75"/>
                    <a:pt x="29652" y="3425"/>
                  </a:cubicBezTo>
                  <a:cubicBezTo>
                    <a:pt x="29652" y="5541"/>
                    <a:pt x="31279" y="5541"/>
                    <a:pt x="34896" y="5541"/>
                  </a:cubicBezTo>
                  <a:cubicBezTo>
                    <a:pt x="37247" y="5541"/>
                    <a:pt x="40502" y="5717"/>
                    <a:pt x="42673" y="5893"/>
                  </a:cubicBezTo>
                  <a:cubicBezTo>
                    <a:pt x="45566" y="6246"/>
                    <a:pt x="46651" y="6775"/>
                    <a:pt x="46651" y="8715"/>
                  </a:cubicBezTo>
                  <a:cubicBezTo>
                    <a:pt x="46651" y="9420"/>
                    <a:pt x="46470" y="9949"/>
                    <a:pt x="45928" y="12065"/>
                  </a:cubicBezTo>
                  <a:lnTo>
                    <a:pt x="21694" y="106752"/>
                  </a:lnTo>
                  <a:cubicBezTo>
                    <a:pt x="19886" y="113629"/>
                    <a:pt x="19524" y="115039"/>
                    <a:pt x="5237" y="115039"/>
                  </a:cubicBezTo>
                  <a:cubicBezTo>
                    <a:pt x="2163" y="115039"/>
                    <a:pt x="174" y="115039"/>
                    <a:pt x="174" y="118389"/>
                  </a:cubicBezTo>
                  <a:cubicBezTo>
                    <a:pt x="174" y="120505"/>
                    <a:pt x="2344" y="120505"/>
                    <a:pt x="2886" y="120505"/>
                  </a:cubicBezTo>
                  <a:cubicBezTo>
                    <a:pt x="7950" y="120505"/>
                    <a:pt x="20790" y="119976"/>
                    <a:pt x="25854" y="119976"/>
                  </a:cubicBezTo>
                  <a:cubicBezTo>
                    <a:pt x="29652" y="119976"/>
                    <a:pt x="33630" y="120153"/>
                    <a:pt x="37428" y="120153"/>
                  </a:cubicBezTo>
                  <a:cubicBezTo>
                    <a:pt x="41407" y="120153"/>
                    <a:pt x="45385" y="120505"/>
                    <a:pt x="49183" y="120505"/>
                  </a:cubicBezTo>
                  <a:cubicBezTo>
                    <a:pt x="50449" y="120505"/>
                    <a:pt x="52800" y="120505"/>
                    <a:pt x="52800" y="116979"/>
                  </a:cubicBezTo>
                  <a:cubicBezTo>
                    <a:pt x="52800" y="115039"/>
                    <a:pt x="51172" y="115039"/>
                    <a:pt x="47736" y="115039"/>
                  </a:cubicBezTo>
                  <a:cubicBezTo>
                    <a:pt x="41045" y="115039"/>
                    <a:pt x="35981" y="115039"/>
                    <a:pt x="35981" y="111865"/>
                  </a:cubicBezTo>
                  <a:cubicBezTo>
                    <a:pt x="35981" y="110807"/>
                    <a:pt x="36343" y="109926"/>
                    <a:pt x="36524" y="108868"/>
                  </a:cubicBezTo>
                  <a:lnTo>
                    <a:pt x="47736" y="64786"/>
                  </a:lnTo>
                  <a:close/>
                  <a:moveTo>
                    <a:pt x="60757" y="12241"/>
                  </a:moveTo>
                  <a:cubicBezTo>
                    <a:pt x="62385" y="6070"/>
                    <a:pt x="62747" y="5541"/>
                    <a:pt x="70523" y="5541"/>
                  </a:cubicBezTo>
                  <a:lnTo>
                    <a:pt x="87884" y="5541"/>
                  </a:lnTo>
                  <a:cubicBezTo>
                    <a:pt x="102894" y="5541"/>
                    <a:pt x="112479" y="10302"/>
                    <a:pt x="112479" y="22468"/>
                  </a:cubicBezTo>
                  <a:cubicBezTo>
                    <a:pt x="112479" y="29345"/>
                    <a:pt x="108862" y="44509"/>
                    <a:pt x="101809" y="50857"/>
                  </a:cubicBezTo>
                  <a:cubicBezTo>
                    <a:pt x="92767" y="58791"/>
                    <a:pt x="81916" y="60202"/>
                    <a:pt x="73959" y="60202"/>
                  </a:cubicBezTo>
                  <a:lnTo>
                    <a:pt x="48460" y="60202"/>
                  </a:lnTo>
                  <a:lnTo>
                    <a:pt x="60757" y="1224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4" name="Freeform: Shape 163">
              <a:extLst>
                <a:ext uri="{FF2B5EF4-FFF2-40B4-BE49-F238E27FC236}">
                  <a16:creationId xmlns:a16="http://schemas.microsoft.com/office/drawing/2014/main" id="{309DA521-CE65-CD85-FEA5-BAD01D9C900C}"/>
                </a:ext>
              </a:extLst>
            </p:cNvPr>
            <p:cNvSpPr/>
            <p:nvPr>
              <p:custDataLst>
                <p:tags r:id="rId184"/>
              </p:custDataLst>
            </p:nvPr>
          </p:nvSpPr>
          <p:spPr>
            <a:xfrm>
              <a:off x="4531273" y="4399782"/>
              <a:ext cx="41956" cy="176325"/>
            </a:xfrm>
            <a:custGeom>
              <a:avLst/>
              <a:gdLst>
                <a:gd name="connsiteX0" fmla="*/ 42138 w 41956"/>
                <a:gd name="connsiteY0" fmla="*/ 174637 h 176325"/>
                <a:gd name="connsiteX1" fmla="*/ 39063 w 41956"/>
                <a:gd name="connsiteY1" fmla="*/ 170758 h 176325"/>
                <a:gd name="connsiteX2" fmla="*/ 10671 w 41956"/>
                <a:gd name="connsiteY2" fmla="*/ 88238 h 176325"/>
                <a:gd name="connsiteX3" fmla="*/ 39787 w 41956"/>
                <a:gd name="connsiteY3" fmla="*/ 4836 h 176325"/>
                <a:gd name="connsiteX4" fmla="*/ 42138 w 41956"/>
                <a:gd name="connsiteY4" fmla="*/ 1838 h 176325"/>
                <a:gd name="connsiteX5" fmla="*/ 40329 w 41956"/>
                <a:gd name="connsiteY5" fmla="*/ 75 h 176325"/>
                <a:gd name="connsiteX6" fmla="*/ 11575 w 41956"/>
                <a:gd name="connsiteY6" fmla="*/ 34458 h 176325"/>
                <a:gd name="connsiteX7" fmla="*/ 181 w 41956"/>
                <a:gd name="connsiteY7" fmla="*/ 88238 h 176325"/>
                <a:gd name="connsiteX8" fmla="*/ 12117 w 41956"/>
                <a:gd name="connsiteY8" fmla="*/ 143251 h 176325"/>
                <a:gd name="connsiteX9" fmla="*/ 40329 w 41956"/>
                <a:gd name="connsiteY9" fmla="*/ 176401 h 176325"/>
                <a:gd name="connsiteX10" fmla="*/ 42138 w 41956"/>
                <a:gd name="connsiteY10" fmla="*/ 174637 h 1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6325">
                  <a:moveTo>
                    <a:pt x="42138" y="174637"/>
                  </a:moveTo>
                  <a:cubicBezTo>
                    <a:pt x="42138" y="174108"/>
                    <a:pt x="42138" y="173756"/>
                    <a:pt x="39063" y="170758"/>
                  </a:cubicBezTo>
                  <a:cubicBezTo>
                    <a:pt x="16458" y="148541"/>
                    <a:pt x="10671" y="115215"/>
                    <a:pt x="10671" y="88238"/>
                  </a:cubicBezTo>
                  <a:cubicBezTo>
                    <a:pt x="10671" y="57557"/>
                    <a:pt x="17543" y="26876"/>
                    <a:pt x="39787" y="4836"/>
                  </a:cubicBezTo>
                  <a:cubicBezTo>
                    <a:pt x="42138" y="2720"/>
                    <a:pt x="42138" y="2367"/>
                    <a:pt x="42138" y="1838"/>
                  </a:cubicBezTo>
                  <a:cubicBezTo>
                    <a:pt x="42138" y="604"/>
                    <a:pt x="41414" y="75"/>
                    <a:pt x="40329" y="75"/>
                  </a:cubicBezTo>
                  <a:cubicBezTo>
                    <a:pt x="38521" y="75"/>
                    <a:pt x="22245" y="12065"/>
                    <a:pt x="11575" y="34458"/>
                  </a:cubicBezTo>
                  <a:cubicBezTo>
                    <a:pt x="2352" y="53854"/>
                    <a:pt x="181" y="73426"/>
                    <a:pt x="181" y="88238"/>
                  </a:cubicBezTo>
                  <a:cubicBezTo>
                    <a:pt x="181" y="101991"/>
                    <a:pt x="2171" y="123326"/>
                    <a:pt x="12117" y="143251"/>
                  </a:cubicBezTo>
                  <a:cubicBezTo>
                    <a:pt x="22968" y="164939"/>
                    <a:pt x="38521" y="176401"/>
                    <a:pt x="40329" y="176401"/>
                  </a:cubicBezTo>
                  <a:cubicBezTo>
                    <a:pt x="41414" y="176401"/>
                    <a:pt x="42138" y="175872"/>
                    <a:pt x="42138" y="17463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5" name="Freeform: Shape 164">
              <a:extLst>
                <a:ext uri="{FF2B5EF4-FFF2-40B4-BE49-F238E27FC236}">
                  <a16:creationId xmlns:a16="http://schemas.microsoft.com/office/drawing/2014/main" id="{A39DA960-E68F-4CBF-FA32-0C8CA7F66597}"/>
                </a:ext>
              </a:extLst>
            </p:cNvPr>
            <p:cNvSpPr/>
            <p:nvPr>
              <p:custDataLst>
                <p:tags r:id="rId185"/>
              </p:custDataLst>
            </p:nvPr>
          </p:nvSpPr>
          <p:spPr>
            <a:xfrm>
              <a:off x="4590028" y="4411595"/>
              <a:ext cx="131475" cy="120430"/>
            </a:xfrm>
            <a:custGeom>
              <a:avLst/>
              <a:gdLst>
                <a:gd name="connsiteX0" fmla="*/ 101821 w 131475"/>
                <a:gd name="connsiteY0" fmla="*/ 20176 h 120430"/>
                <a:gd name="connsiteX1" fmla="*/ 104353 w 131475"/>
                <a:gd name="connsiteY1" fmla="*/ 17707 h 120430"/>
                <a:gd name="connsiteX2" fmla="*/ 128044 w 131475"/>
                <a:gd name="connsiteY2" fmla="*/ 5541 h 120430"/>
                <a:gd name="connsiteX3" fmla="*/ 131661 w 131475"/>
                <a:gd name="connsiteY3" fmla="*/ 2191 h 120430"/>
                <a:gd name="connsiteX4" fmla="*/ 129310 w 131475"/>
                <a:gd name="connsiteY4" fmla="*/ 75 h 120430"/>
                <a:gd name="connsiteX5" fmla="*/ 114480 w 131475"/>
                <a:gd name="connsiteY5" fmla="*/ 604 h 120430"/>
                <a:gd name="connsiteX6" fmla="*/ 96396 w 131475"/>
                <a:gd name="connsiteY6" fmla="*/ 75 h 120430"/>
                <a:gd name="connsiteX7" fmla="*/ 92960 w 131475"/>
                <a:gd name="connsiteY7" fmla="*/ 3425 h 120430"/>
                <a:gd name="connsiteX8" fmla="*/ 95672 w 131475"/>
                <a:gd name="connsiteY8" fmla="*/ 5541 h 120430"/>
                <a:gd name="connsiteX9" fmla="*/ 102183 w 131475"/>
                <a:gd name="connsiteY9" fmla="*/ 9596 h 120430"/>
                <a:gd name="connsiteX10" fmla="*/ 97300 w 131475"/>
                <a:gd name="connsiteY10" fmla="*/ 18060 h 120430"/>
                <a:gd name="connsiteX11" fmla="*/ 55343 w 131475"/>
                <a:gd name="connsiteY11" fmla="*/ 65139 h 120430"/>
                <a:gd name="connsiteX12" fmla="*/ 35450 w 131475"/>
                <a:gd name="connsiteY12" fmla="*/ 12770 h 120430"/>
                <a:gd name="connsiteX13" fmla="*/ 34365 w 131475"/>
                <a:gd name="connsiteY13" fmla="*/ 9773 h 120430"/>
                <a:gd name="connsiteX14" fmla="*/ 45035 w 131475"/>
                <a:gd name="connsiteY14" fmla="*/ 5541 h 120430"/>
                <a:gd name="connsiteX15" fmla="*/ 49376 w 131475"/>
                <a:gd name="connsiteY15" fmla="*/ 2014 h 120430"/>
                <a:gd name="connsiteX16" fmla="*/ 46663 w 131475"/>
                <a:gd name="connsiteY16" fmla="*/ 75 h 120430"/>
                <a:gd name="connsiteX17" fmla="*/ 23876 w 131475"/>
                <a:gd name="connsiteY17" fmla="*/ 604 h 120430"/>
                <a:gd name="connsiteX18" fmla="*/ 3621 w 131475"/>
                <a:gd name="connsiteY18" fmla="*/ 75 h 120430"/>
                <a:gd name="connsiteX19" fmla="*/ 185 w 131475"/>
                <a:gd name="connsiteY19" fmla="*/ 3601 h 120430"/>
                <a:gd name="connsiteX20" fmla="*/ 4345 w 131475"/>
                <a:gd name="connsiteY20" fmla="*/ 5541 h 120430"/>
                <a:gd name="connsiteX21" fmla="*/ 17547 w 131475"/>
                <a:gd name="connsiteY21" fmla="*/ 11536 h 120430"/>
                <a:gd name="connsiteX22" fmla="*/ 39791 w 131475"/>
                <a:gd name="connsiteY22" fmla="*/ 69547 h 120430"/>
                <a:gd name="connsiteX23" fmla="*/ 40514 w 131475"/>
                <a:gd name="connsiteY23" fmla="*/ 72545 h 120430"/>
                <a:gd name="connsiteX24" fmla="*/ 32376 w 131475"/>
                <a:gd name="connsiteY24" fmla="*/ 104636 h 120430"/>
                <a:gd name="connsiteX25" fmla="*/ 15376 w 131475"/>
                <a:gd name="connsiteY25" fmla="*/ 115039 h 120430"/>
                <a:gd name="connsiteX26" fmla="*/ 10494 w 131475"/>
                <a:gd name="connsiteY26" fmla="*/ 118566 h 120430"/>
                <a:gd name="connsiteX27" fmla="*/ 13025 w 131475"/>
                <a:gd name="connsiteY27" fmla="*/ 120505 h 120430"/>
                <a:gd name="connsiteX28" fmla="*/ 35812 w 131475"/>
                <a:gd name="connsiteY28" fmla="*/ 119976 h 120430"/>
                <a:gd name="connsiteX29" fmla="*/ 58960 w 131475"/>
                <a:gd name="connsiteY29" fmla="*/ 120505 h 120430"/>
                <a:gd name="connsiteX30" fmla="*/ 62396 w 131475"/>
                <a:gd name="connsiteY30" fmla="*/ 116979 h 120430"/>
                <a:gd name="connsiteX31" fmla="*/ 57333 w 131475"/>
                <a:gd name="connsiteY31" fmla="*/ 115039 h 120430"/>
                <a:gd name="connsiteX32" fmla="*/ 50461 w 131475"/>
                <a:gd name="connsiteY32" fmla="*/ 114686 h 120430"/>
                <a:gd name="connsiteX33" fmla="*/ 45578 w 131475"/>
                <a:gd name="connsiteY33" fmla="*/ 111865 h 120430"/>
                <a:gd name="connsiteX34" fmla="*/ 48110 w 131475"/>
                <a:gd name="connsiteY34" fmla="*/ 100757 h 120430"/>
                <a:gd name="connsiteX35" fmla="*/ 54439 w 131475"/>
                <a:gd name="connsiteY35" fmla="*/ 75895 h 120430"/>
                <a:gd name="connsiteX36" fmla="*/ 56971 w 131475"/>
                <a:gd name="connsiteY36" fmla="*/ 70429 h 120430"/>
                <a:gd name="connsiteX37" fmla="*/ 101821 w 131475"/>
                <a:gd name="connsiteY37" fmla="*/ 20176 h 120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0430">
                  <a:moveTo>
                    <a:pt x="101821" y="20176"/>
                  </a:moveTo>
                  <a:lnTo>
                    <a:pt x="104353" y="17707"/>
                  </a:lnTo>
                  <a:cubicBezTo>
                    <a:pt x="109778" y="12418"/>
                    <a:pt x="115746" y="6422"/>
                    <a:pt x="128044" y="5541"/>
                  </a:cubicBezTo>
                  <a:cubicBezTo>
                    <a:pt x="130033" y="5364"/>
                    <a:pt x="131661" y="5364"/>
                    <a:pt x="131661" y="2191"/>
                  </a:cubicBezTo>
                  <a:cubicBezTo>
                    <a:pt x="131661" y="780"/>
                    <a:pt x="130756" y="75"/>
                    <a:pt x="129310" y="75"/>
                  </a:cubicBezTo>
                  <a:cubicBezTo>
                    <a:pt x="124608" y="75"/>
                    <a:pt x="119363" y="604"/>
                    <a:pt x="114480" y="604"/>
                  </a:cubicBezTo>
                  <a:cubicBezTo>
                    <a:pt x="108512" y="604"/>
                    <a:pt x="102183" y="75"/>
                    <a:pt x="96396" y="75"/>
                  </a:cubicBezTo>
                  <a:cubicBezTo>
                    <a:pt x="95311" y="75"/>
                    <a:pt x="92960" y="75"/>
                    <a:pt x="92960" y="3425"/>
                  </a:cubicBezTo>
                  <a:cubicBezTo>
                    <a:pt x="92960" y="5364"/>
                    <a:pt x="94768" y="5541"/>
                    <a:pt x="95672" y="5541"/>
                  </a:cubicBezTo>
                  <a:cubicBezTo>
                    <a:pt x="96938" y="5541"/>
                    <a:pt x="102183" y="5893"/>
                    <a:pt x="102183" y="9596"/>
                  </a:cubicBezTo>
                  <a:cubicBezTo>
                    <a:pt x="102183" y="12594"/>
                    <a:pt x="98023" y="17178"/>
                    <a:pt x="97300" y="18060"/>
                  </a:cubicBezTo>
                  <a:lnTo>
                    <a:pt x="55343" y="65139"/>
                  </a:lnTo>
                  <a:lnTo>
                    <a:pt x="35450" y="12770"/>
                  </a:lnTo>
                  <a:cubicBezTo>
                    <a:pt x="34365" y="10302"/>
                    <a:pt x="34365" y="9949"/>
                    <a:pt x="34365" y="9773"/>
                  </a:cubicBezTo>
                  <a:cubicBezTo>
                    <a:pt x="34365" y="5541"/>
                    <a:pt x="43227" y="5541"/>
                    <a:pt x="45035" y="5541"/>
                  </a:cubicBezTo>
                  <a:cubicBezTo>
                    <a:pt x="47567" y="5541"/>
                    <a:pt x="49376" y="5541"/>
                    <a:pt x="49376" y="2014"/>
                  </a:cubicBezTo>
                  <a:cubicBezTo>
                    <a:pt x="49376" y="75"/>
                    <a:pt x="47205" y="75"/>
                    <a:pt x="46663" y="75"/>
                  </a:cubicBezTo>
                  <a:cubicBezTo>
                    <a:pt x="41599" y="75"/>
                    <a:pt x="28940" y="604"/>
                    <a:pt x="23876" y="604"/>
                  </a:cubicBezTo>
                  <a:cubicBezTo>
                    <a:pt x="19355" y="604"/>
                    <a:pt x="8143" y="75"/>
                    <a:pt x="3621" y="75"/>
                  </a:cubicBezTo>
                  <a:cubicBezTo>
                    <a:pt x="2536" y="75"/>
                    <a:pt x="185" y="75"/>
                    <a:pt x="185" y="3601"/>
                  </a:cubicBezTo>
                  <a:cubicBezTo>
                    <a:pt x="185" y="5541"/>
                    <a:pt x="1994" y="5541"/>
                    <a:pt x="4345" y="5541"/>
                  </a:cubicBezTo>
                  <a:cubicBezTo>
                    <a:pt x="15196" y="5541"/>
                    <a:pt x="15919" y="7128"/>
                    <a:pt x="17547" y="11536"/>
                  </a:cubicBezTo>
                  <a:lnTo>
                    <a:pt x="39791" y="69547"/>
                  </a:lnTo>
                  <a:cubicBezTo>
                    <a:pt x="39972" y="70076"/>
                    <a:pt x="40514" y="72016"/>
                    <a:pt x="40514" y="72545"/>
                  </a:cubicBezTo>
                  <a:cubicBezTo>
                    <a:pt x="40514" y="73074"/>
                    <a:pt x="33280" y="101462"/>
                    <a:pt x="32376" y="104636"/>
                  </a:cubicBezTo>
                  <a:cubicBezTo>
                    <a:pt x="30025" y="114334"/>
                    <a:pt x="29844" y="114863"/>
                    <a:pt x="15376" y="115039"/>
                  </a:cubicBezTo>
                  <a:cubicBezTo>
                    <a:pt x="11940" y="115039"/>
                    <a:pt x="10494" y="115039"/>
                    <a:pt x="10494" y="118566"/>
                  </a:cubicBezTo>
                  <a:cubicBezTo>
                    <a:pt x="10494" y="120505"/>
                    <a:pt x="12664" y="120505"/>
                    <a:pt x="13025" y="120505"/>
                  </a:cubicBezTo>
                  <a:cubicBezTo>
                    <a:pt x="18089" y="120505"/>
                    <a:pt x="30748" y="119976"/>
                    <a:pt x="35812" y="119976"/>
                  </a:cubicBezTo>
                  <a:cubicBezTo>
                    <a:pt x="40876" y="119976"/>
                    <a:pt x="53897" y="120505"/>
                    <a:pt x="58960" y="120505"/>
                  </a:cubicBezTo>
                  <a:cubicBezTo>
                    <a:pt x="60226" y="120505"/>
                    <a:pt x="62396" y="120505"/>
                    <a:pt x="62396" y="116979"/>
                  </a:cubicBezTo>
                  <a:cubicBezTo>
                    <a:pt x="62396" y="115039"/>
                    <a:pt x="60769" y="115039"/>
                    <a:pt x="57333" y="115039"/>
                  </a:cubicBezTo>
                  <a:cubicBezTo>
                    <a:pt x="56971" y="115039"/>
                    <a:pt x="53535" y="115039"/>
                    <a:pt x="50461" y="114686"/>
                  </a:cubicBezTo>
                  <a:cubicBezTo>
                    <a:pt x="46663" y="114334"/>
                    <a:pt x="45578" y="113981"/>
                    <a:pt x="45578" y="111865"/>
                  </a:cubicBezTo>
                  <a:cubicBezTo>
                    <a:pt x="45578" y="110631"/>
                    <a:pt x="47205" y="104460"/>
                    <a:pt x="48110" y="100757"/>
                  </a:cubicBezTo>
                  <a:lnTo>
                    <a:pt x="54439" y="75895"/>
                  </a:lnTo>
                  <a:cubicBezTo>
                    <a:pt x="55343" y="72545"/>
                    <a:pt x="55524" y="72016"/>
                    <a:pt x="56971" y="70429"/>
                  </a:cubicBezTo>
                  <a:lnTo>
                    <a:pt x="101821" y="201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6" name="Freeform: Shape 165">
              <a:extLst>
                <a:ext uri="{FF2B5EF4-FFF2-40B4-BE49-F238E27FC236}">
                  <a16:creationId xmlns:a16="http://schemas.microsoft.com/office/drawing/2014/main" id="{4ECD10D9-0518-04EE-85D5-24AEE30CF24A}"/>
                </a:ext>
              </a:extLst>
            </p:cNvPr>
            <p:cNvSpPr/>
            <p:nvPr>
              <p:custDataLst>
                <p:tags r:id="rId186"/>
              </p:custDataLst>
            </p:nvPr>
          </p:nvSpPr>
          <p:spPr>
            <a:xfrm>
              <a:off x="4694640" y="4504043"/>
              <a:ext cx="77347" cy="55666"/>
            </a:xfrm>
            <a:custGeom>
              <a:avLst/>
              <a:gdLst>
                <a:gd name="connsiteX0" fmla="*/ 9686 w 77347"/>
                <a:gd name="connsiteY0" fmla="*/ 46732 h 55666"/>
                <a:gd name="connsiteX1" fmla="*/ 8420 w 77347"/>
                <a:gd name="connsiteY1" fmla="*/ 51793 h 55666"/>
                <a:gd name="connsiteX2" fmla="*/ 12724 w 77347"/>
                <a:gd name="connsiteY2" fmla="*/ 55742 h 55666"/>
                <a:gd name="connsiteX3" fmla="*/ 17661 w 77347"/>
                <a:gd name="connsiteY3" fmla="*/ 53027 h 55666"/>
                <a:gd name="connsiteX4" fmla="*/ 19940 w 77347"/>
                <a:gd name="connsiteY4" fmla="*/ 45374 h 55666"/>
                <a:gd name="connsiteX5" fmla="*/ 22725 w 77347"/>
                <a:gd name="connsiteY5" fmla="*/ 34266 h 55666"/>
                <a:gd name="connsiteX6" fmla="*/ 24877 w 77347"/>
                <a:gd name="connsiteY6" fmla="*/ 25996 h 55666"/>
                <a:gd name="connsiteX7" fmla="*/ 30194 w 77347"/>
                <a:gd name="connsiteY7" fmla="*/ 14888 h 55666"/>
                <a:gd name="connsiteX8" fmla="*/ 49182 w 77347"/>
                <a:gd name="connsiteY8" fmla="*/ 3532 h 55666"/>
                <a:gd name="connsiteX9" fmla="*/ 56651 w 77347"/>
                <a:gd name="connsiteY9" fmla="*/ 12172 h 55666"/>
                <a:gd name="connsiteX10" fmla="*/ 49182 w 77347"/>
                <a:gd name="connsiteY10" fmla="*/ 38462 h 55666"/>
                <a:gd name="connsiteX11" fmla="*/ 47284 w 77347"/>
                <a:gd name="connsiteY11" fmla="*/ 45127 h 55666"/>
                <a:gd name="connsiteX12" fmla="*/ 59310 w 77347"/>
                <a:gd name="connsiteY12" fmla="*/ 55742 h 55666"/>
                <a:gd name="connsiteX13" fmla="*/ 77539 w 77347"/>
                <a:gd name="connsiteY13" fmla="*/ 36858 h 55666"/>
                <a:gd name="connsiteX14" fmla="*/ 75514 w 77347"/>
                <a:gd name="connsiteY14" fmla="*/ 35253 h 55666"/>
                <a:gd name="connsiteX15" fmla="*/ 73108 w 77347"/>
                <a:gd name="connsiteY15" fmla="*/ 37351 h 55666"/>
                <a:gd name="connsiteX16" fmla="*/ 59690 w 77347"/>
                <a:gd name="connsiteY16" fmla="*/ 52286 h 55666"/>
                <a:gd name="connsiteX17" fmla="*/ 56525 w 77347"/>
                <a:gd name="connsiteY17" fmla="*/ 47966 h 55666"/>
                <a:gd name="connsiteX18" fmla="*/ 59436 w 77347"/>
                <a:gd name="connsiteY18" fmla="*/ 37969 h 55666"/>
                <a:gd name="connsiteX19" fmla="*/ 66146 w 77347"/>
                <a:gd name="connsiteY19" fmla="*/ 14147 h 55666"/>
                <a:gd name="connsiteX20" fmla="*/ 49689 w 77347"/>
                <a:gd name="connsiteY20" fmla="*/ 76 h 55666"/>
                <a:gd name="connsiteX21" fmla="*/ 28295 w 77347"/>
                <a:gd name="connsiteY21" fmla="*/ 11308 h 55666"/>
                <a:gd name="connsiteX22" fmla="*/ 14749 w 77347"/>
                <a:gd name="connsiteY22" fmla="*/ 76 h 55666"/>
                <a:gd name="connsiteX23" fmla="*/ 4748 w 77347"/>
                <a:gd name="connsiteY23" fmla="*/ 6741 h 55666"/>
                <a:gd name="connsiteX24" fmla="*/ 191 w 77347"/>
                <a:gd name="connsiteY24" fmla="*/ 18961 h 55666"/>
                <a:gd name="connsiteX25" fmla="*/ 2343 w 77347"/>
                <a:gd name="connsiteY25" fmla="*/ 20565 h 55666"/>
                <a:gd name="connsiteX26" fmla="*/ 5128 w 77347"/>
                <a:gd name="connsiteY26" fmla="*/ 16862 h 55666"/>
                <a:gd name="connsiteX27" fmla="*/ 14369 w 77347"/>
                <a:gd name="connsiteY27" fmla="*/ 3532 h 55666"/>
                <a:gd name="connsiteX28" fmla="*/ 18547 w 77347"/>
                <a:gd name="connsiteY28" fmla="*/ 9580 h 55666"/>
                <a:gd name="connsiteX29" fmla="*/ 16522 w 77347"/>
                <a:gd name="connsiteY29" fmla="*/ 19825 h 55666"/>
                <a:gd name="connsiteX30" fmla="*/ 13737 w 77347"/>
                <a:gd name="connsiteY30" fmla="*/ 30933 h 55666"/>
                <a:gd name="connsiteX31" fmla="*/ 9686 w 77347"/>
                <a:gd name="connsiteY31" fmla="*/ 46732 h 55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5666">
                  <a:moveTo>
                    <a:pt x="9686" y="46732"/>
                  </a:moveTo>
                  <a:cubicBezTo>
                    <a:pt x="9179" y="48337"/>
                    <a:pt x="8420" y="51422"/>
                    <a:pt x="8420" y="51793"/>
                  </a:cubicBezTo>
                  <a:cubicBezTo>
                    <a:pt x="8420" y="54508"/>
                    <a:pt x="10698" y="55742"/>
                    <a:pt x="12724" y="55742"/>
                  </a:cubicBezTo>
                  <a:cubicBezTo>
                    <a:pt x="15002" y="55742"/>
                    <a:pt x="17028" y="54138"/>
                    <a:pt x="17661" y="53027"/>
                  </a:cubicBezTo>
                  <a:cubicBezTo>
                    <a:pt x="18294" y="51916"/>
                    <a:pt x="19307" y="47966"/>
                    <a:pt x="19940" y="45374"/>
                  </a:cubicBezTo>
                  <a:cubicBezTo>
                    <a:pt x="20573" y="43029"/>
                    <a:pt x="21965" y="37351"/>
                    <a:pt x="22725" y="34266"/>
                  </a:cubicBezTo>
                  <a:cubicBezTo>
                    <a:pt x="23484" y="31550"/>
                    <a:pt x="24244" y="28835"/>
                    <a:pt x="24877" y="25996"/>
                  </a:cubicBezTo>
                  <a:cubicBezTo>
                    <a:pt x="26269" y="20936"/>
                    <a:pt x="26522" y="19948"/>
                    <a:pt x="30194" y="14888"/>
                  </a:cubicBezTo>
                  <a:cubicBezTo>
                    <a:pt x="33738" y="9950"/>
                    <a:pt x="39688" y="3532"/>
                    <a:pt x="49182" y="3532"/>
                  </a:cubicBezTo>
                  <a:cubicBezTo>
                    <a:pt x="56525" y="3532"/>
                    <a:pt x="56651" y="9827"/>
                    <a:pt x="56651" y="12172"/>
                  </a:cubicBezTo>
                  <a:cubicBezTo>
                    <a:pt x="56651" y="19578"/>
                    <a:pt x="51208" y="33278"/>
                    <a:pt x="49182" y="38462"/>
                  </a:cubicBezTo>
                  <a:cubicBezTo>
                    <a:pt x="47790" y="41918"/>
                    <a:pt x="47284" y="43029"/>
                    <a:pt x="47284" y="45127"/>
                  </a:cubicBezTo>
                  <a:cubicBezTo>
                    <a:pt x="47284" y="51669"/>
                    <a:pt x="52854" y="55742"/>
                    <a:pt x="59310" y="55742"/>
                  </a:cubicBezTo>
                  <a:cubicBezTo>
                    <a:pt x="71969" y="55742"/>
                    <a:pt x="77539" y="38709"/>
                    <a:pt x="77539" y="36858"/>
                  </a:cubicBezTo>
                  <a:cubicBezTo>
                    <a:pt x="77539" y="35253"/>
                    <a:pt x="75893" y="35253"/>
                    <a:pt x="75514" y="35253"/>
                  </a:cubicBezTo>
                  <a:cubicBezTo>
                    <a:pt x="73741" y="35253"/>
                    <a:pt x="73615" y="35994"/>
                    <a:pt x="73108" y="37351"/>
                  </a:cubicBezTo>
                  <a:cubicBezTo>
                    <a:pt x="70197" y="47226"/>
                    <a:pt x="64753" y="52286"/>
                    <a:pt x="59690" y="52286"/>
                  </a:cubicBezTo>
                  <a:cubicBezTo>
                    <a:pt x="57031" y="52286"/>
                    <a:pt x="56525" y="50558"/>
                    <a:pt x="56525" y="47966"/>
                  </a:cubicBezTo>
                  <a:cubicBezTo>
                    <a:pt x="56525" y="45127"/>
                    <a:pt x="57158" y="43523"/>
                    <a:pt x="59436" y="37969"/>
                  </a:cubicBezTo>
                  <a:cubicBezTo>
                    <a:pt x="60955" y="34142"/>
                    <a:pt x="66146" y="21059"/>
                    <a:pt x="66146" y="14147"/>
                  </a:cubicBezTo>
                  <a:cubicBezTo>
                    <a:pt x="66146" y="2174"/>
                    <a:pt x="56398" y="76"/>
                    <a:pt x="49689" y="76"/>
                  </a:cubicBezTo>
                  <a:cubicBezTo>
                    <a:pt x="39182" y="76"/>
                    <a:pt x="32092" y="6371"/>
                    <a:pt x="28295" y="11308"/>
                  </a:cubicBezTo>
                  <a:cubicBezTo>
                    <a:pt x="27409" y="2792"/>
                    <a:pt x="19940" y="76"/>
                    <a:pt x="14749" y="76"/>
                  </a:cubicBezTo>
                  <a:cubicBezTo>
                    <a:pt x="9306" y="76"/>
                    <a:pt x="6394" y="3902"/>
                    <a:pt x="4748" y="6741"/>
                  </a:cubicBezTo>
                  <a:cubicBezTo>
                    <a:pt x="1963" y="11308"/>
                    <a:pt x="191" y="18344"/>
                    <a:pt x="191" y="18961"/>
                  </a:cubicBezTo>
                  <a:cubicBezTo>
                    <a:pt x="191" y="20565"/>
                    <a:pt x="1963" y="20565"/>
                    <a:pt x="2343" y="20565"/>
                  </a:cubicBezTo>
                  <a:cubicBezTo>
                    <a:pt x="4116" y="20565"/>
                    <a:pt x="4242" y="20195"/>
                    <a:pt x="5128" y="16862"/>
                  </a:cubicBezTo>
                  <a:cubicBezTo>
                    <a:pt x="7027" y="9580"/>
                    <a:pt x="9432" y="3532"/>
                    <a:pt x="14369" y="3532"/>
                  </a:cubicBezTo>
                  <a:cubicBezTo>
                    <a:pt x="17661" y="3532"/>
                    <a:pt x="18547" y="6248"/>
                    <a:pt x="18547" y="9580"/>
                  </a:cubicBezTo>
                  <a:cubicBezTo>
                    <a:pt x="18547" y="11925"/>
                    <a:pt x="17408" y="16492"/>
                    <a:pt x="16522" y="19825"/>
                  </a:cubicBezTo>
                  <a:cubicBezTo>
                    <a:pt x="15635" y="23157"/>
                    <a:pt x="14369" y="28218"/>
                    <a:pt x="13737" y="30933"/>
                  </a:cubicBezTo>
                  <a:lnTo>
                    <a:pt x="9686" y="467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7" name="Freeform: Shape 166">
              <a:extLst>
                <a:ext uri="{FF2B5EF4-FFF2-40B4-BE49-F238E27FC236}">
                  <a16:creationId xmlns:a16="http://schemas.microsoft.com/office/drawing/2014/main" id="{7E678DDF-570D-B993-2B14-660183E8A617}"/>
                </a:ext>
              </a:extLst>
            </p:cNvPr>
            <p:cNvSpPr/>
            <p:nvPr>
              <p:custDataLst>
                <p:tags r:id="rId187"/>
              </p:custDataLst>
            </p:nvPr>
          </p:nvSpPr>
          <p:spPr>
            <a:xfrm>
              <a:off x="4852375" y="4419883"/>
              <a:ext cx="110497" cy="136299"/>
            </a:xfrm>
            <a:custGeom>
              <a:avLst/>
              <a:gdLst>
                <a:gd name="connsiteX0" fmla="*/ 107260 w 110497"/>
                <a:gd name="connsiteY0" fmla="*/ 7480 h 136299"/>
                <a:gd name="connsiteX1" fmla="*/ 110696 w 110497"/>
                <a:gd name="connsiteY1" fmla="*/ 3601 h 136299"/>
                <a:gd name="connsiteX2" fmla="*/ 107079 w 110497"/>
                <a:gd name="connsiteY2" fmla="*/ 75 h 136299"/>
                <a:gd name="connsiteX3" fmla="*/ 103824 w 110497"/>
                <a:gd name="connsiteY3" fmla="*/ 1133 h 136299"/>
                <a:gd name="connsiteX4" fmla="*/ 3816 w 110497"/>
                <a:gd name="connsiteY4" fmla="*/ 47154 h 136299"/>
                <a:gd name="connsiteX5" fmla="*/ 199 w 110497"/>
                <a:gd name="connsiteY5" fmla="*/ 51209 h 136299"/>
                <a:gd name="connsiteX6" fmla="*/ 3816 w 110497"/>
                <a:gd name="connsiteY6" fmla="*/ 55088 h 136299"/>
                <a:gd name="connsiteX7" fmla="*/ 103824 w 110497"/>
                <a:gd name="connsiteY7" fmla="*/ 100933 h 136299"/>
                <a:gd name="connsiteX8" fmla="*/ 107079 w 110497"/>
                <a:gd name="connsiteY8" fmla="*/ 102167 h 136299"/>
                <a:gd name="connsiteX9" fmla="*/ 110696 w 110497"/>
                <a:gd name="connsiteY9" fmla="*/ 98641 h 136299"/>
                <a:gd name="connsiteX10" fmla="*/ 106899 w 110497"/>
                <a:gd name="connsiteY10" fmla="*/ 94585 h 136299"/>
                <a:gd name="connsiteX11" fmla="*/ 12316 w 110497"/>
                <a:gd name="connsiteY11" fmla="*/ 51209 h 136299"/>
                <a:gd name="connsiteX12" fmla="*/ 107260 w 110497"/>
                <a:gd name="connsiteY12" fmla="*/ 7480 h 136299"/>
                <a:gd name="connsiteX13" fmla="*/ 104367 w 110497"/>
                <a:gd name="connsiteY13" fmla="*/ 136375 h 136299"/>
                <a:gd name="connsiteX14" fmla="*/ 110696 w 110497"/>
                <a:gd name="connsiteY14" fmla="*/ 132848 h 136299"/>
                <a:gd name="connsiteX15" fmla="*/ 104186 w 110497"/>
                <a:gd name="connsiteY15" fmla="*/ 129322 h 136299"/>
                <a:gd name="connsiteX16" fmla="*/ 6710 w 110497"/>
                <a:gd name="connsiteY16" fmla="*/ 129322 h 136299"/>
                <a:gd name="connsiteX17" fmla="*/ 199 w 110497"/>
                <a:gd name="connsiteY17" fmla="*/ 132848 h 136299"/>
                <a:gd name="connsiteX18" fmla="*/ 6529 w 110497"/>
                <a:gd name="connsiteY18" fmla="*/ 136375 h 136299"/>
                <a:gd name="connsiteX19" fmla="*/ 104367 w 110497"/>
                <a:gd name="connsiteY19" fmla="*/ 136375 h 136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97" h="136299">
                  <a:moveTo>
                    <a:pt x="107260" y="7480"/>
                  </a:moveTo>
                  <a:cubicBezTo>
                    <a:pt x="109250" y="6599"/>
                    <a:pt x="110696" y="5717"/>
                    <a:pt x="110696" y="3601"/>
                  </a:cubicBezTo>
                  <a:cubicBezTo>
                    <a:pt x="110696" y="1662"/>
                    <a:pt x="109250" y="75"/>
                    <a:pt x="107079" y="75"/>
                  </a:cubicBezTo>
                  <a:cubicBezTo>
                    <a:pt x="106175" y="75"/>
                    <a:pt x="104548" y="780"/>
                    <a:pt x="103824" y="1133"/>
                  </a:cubicBezTo>
                  <a:lnTo>
                    <a:pt x="3816" y="47154"/>
                  </a:lnTo>
                  <a:cubicBezTo>
                    <a:pt x="742" y="48564"/>
                    <a:pt x="199" y="49799"/>
                    <a:pt x="199" y="51209"/>
                  </a:cubicBezTo>
                  <a:cubicBezTo>
                    <a:pt x="199" y="52796"/>
                    <a:pt x="1284" y="54030"/>
                    <a:pt x="3816" y="55088"/>
                  </a:cubicBezTo>
                  <a:lnTo>
                    <a:pt x="103824" y="100933"/>
                  </a:lnTo>
                  <a:cubicBezTo>
                    <a:pt x="106175" y="102167"/>
                    <a:pt x="106537" y="102167"/>
                    <a:pt x="107079" y="102167"/>
                  </a:cubicBezTo>
                  <a:cubicBezTo>
                    <a:pt x="109069" y="102167"/>
                    <a:pt x="110696" y="100580"/>
                    <a:pt x="110696" y="98641"/>
                  </a:cubicBezTo>
                  <a:cubicBezTo>
                    <a:pt x="110696" y="97054"/>
                    <a:pt x="109973" y="95996"/>
                    <a:pt x="106899" y="94585"/>
                  </a:cubicBezTo>
                  <a:lnTo>
                    <a:pt x="12316" y="51209"/>
                  </a:lnTo>
                  <a:lnTo>
                    <a:pt x="107260" y="7480"/>
                  </a:lnTo>
                  <a:close/>
                  <a:moveTo>
                    <a:pt x="104367" y="136375"/>
                  </a:moveTo>
                  <a:cubicBezTo>
                    <a:pt x="107441" y="136375"/>
                    <a:pt x="110696" y="136375"/>
                    <a:pt x="110696" y="132848"/>
                  </a:cubicBezTo>
                  <a:cubicBezTo>
                    <a:pt x="110696" y="129322"/>
                    <a:pt x="106899" y="129322"/>
                    <a:pt x="104186" y="129322"/>
                  </a:cubicBezTo>
                  <a:lnTo>
                    <a:pt x="6710" y="129322"/>
                  </a:lnTo>
                  <a:cubicBezTo>
                    <a:pt x="3997" y="129322"/>
                    <a:pt x="199" y="129322"/>
                    <a:pt x="199" y="132848"/>
                  </a:cubicBezTo>
                  <a:cubicBezTo>
                    <a:pt x="199" y="136375"/>
                    <a:pt x="3455" y="136375"/>
                    <a:pt x="6529" y="136375"/>
                  </a:cubicBezTo>
                  <a:lnTo>
                    <a:pt x="104367" y="13637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8" name="Freeform: Shape 167">
              <a:extLst>
                <a:ext uri="{FF2B5EF4-FFF2-40B4-BE49-F238E27FC236}">
                  <a16:creationId xmlns:a16="http://schemas.microsoft.com/office/drawing/2014/main" id="{87B43A28-8D8E-0A85-D099-08CAE9EC7411}"/>
                </a:ext>
              </a:extLst>
            </p:cNvPr>
            <p:cNvSpPr/>
            <p:nvPr>
              <p:custDataLst>
                <p:tags r:id="rId188"/>
              </p:custDataLst>
            </p:nvPr>
          </p:nvSpPr>
          <p:spPr>
            <a:xfrm>
              <a:off x="5025906" y="4415475"/>
              <a:ext cx="74146" cy="152698"/>
            </a:xfrm>
            <a:custGeom>
              <a:avLst/>
              <a:gdLst>
                <a:gd name="connsiteX0" fmla="*/ 74357 w 74146"/>
                <a:gd name="connsiteY0" fmla="*/ 6422 h 152698"/>
                <a:gd name="connsiteX1" fmla="*/ 67485 w 74146"/>
                <a:gd name="connsiteY1" fmla="*/ 75 h 152698"/>
                <a:gd name="connsiteX2" fmla="*/ 57900 w 74146"/>
                <a:gd name="connsiteY2" fmla="*/ 9420 h 152698"/>
                <a:gd name="connsiteX3" fmla="*/ 64591 w 74146"/>
                <a:gd name="connsiteY3" fmla="*/ 15768 h 152698"/>
                <a:gd name="connsiteX4" fmla="*/ 74357 w 74146"/>
                <a:gd name="connsiteY4" fmla="*/ 6422 h 152698"/>
                <a:gd name="connsiteX5" fmla="*/ 38007 w 74146"/>
                <a:gd name="connsiteY5" fmla="*/ 125442 h 152698"/>
                <a:gd name="connsiteX6" fmla="*/ 15763 w 74146"/>
                <a:gd name="connsiteY6" fmla="*/ 148894 h 152698"/>
                <a:gd name="connsiteX7" fmla="*/ 8710 w 74146"/>
                <a:gd name="connsiteY7" fmla="*/ 147307 h 152698"/>
                <a:gd name="connsiteX8" fmla="*/ 16848 w 74146"/>
                <a:gd name="connsiteY8" fmla="*/ 137961 h 152698"/>
                <a:gd name="connsiteX9" fmla="*/ 9976 w 74146"/>
                <a:gd name="connsiteY9" fmla="*/ 131790 h 152698"/>
                <a:gd name="connsiteX10" fmla="*/ 210 w 74146"/>
                <a:gd name="connsiteY10" fmla="*/ 141841 h 152698"/>
                <a:gd name="connsiteX11" fmla="*/ 16124 w 74146"/>
                <a:gd name="connsiteY11" fmla="*/ 152773 h 152698"/>
                <a:gd name="connsiteX12" fmla="*/ 50123 w 74146"/>
                <a:gd name="connsiteY12" fmla="*/ 125971 h 152698"/>
                <a:gd name="connsiteX13" fmla="*/ 66761 w 74146"/>
                <a:gd name="connsiteY13" fmla="*/ 61436 h 152698"/>
                <a:gd name="connsiteX14" fmla="*/ 67665 w 74146"/>
                <a:gd name="connsiteY14" fmla="*/ 54912 h 152698"/>
                <a:gd name="connsiteX15" fmla="*/ 51028 w 74146"/>
                <a:gd name="connsiteY15" fmla="*/ 38690 h 152698"/>
                <a:gd name="connsiteX16" fmla="*/ 22273 w 74146"/>
                <a:gd name="connsiteY16" fmla="*/ 65844 h 152698"/>
                <a:gd name="connsiteX17" fmla="*/ 24443 w 74146"/>
                <a:gd name="connsiteY17" fmla="*/ 67607 h 152698"/>
                <a:gd name="connsiteX18" fmla="*/ 27698 w 74146"/>
                <a:gd name="connsiteY18" fmla="*/ 64081 h 152698"/>
                <a:gd name="connsiteX19" fmla="*/ 50485 w 74146"/>
                <a:gd name="connsiteY19" fmla="*/ 42569 h 152698"/>
                <a:gd name="connsiteX20" fmla="*/ 56272 w 74146"/>
                <a:gd name="connsiteY20" fmla="*/ 50680 h 152698"/>
                <a:gd name="connsiteX21" fmla="*/ 55006 w 74146"/>
                <a:gd name="connsiteY21" fmla="*/ 59673 h 152698"/>
                <a:gd name="connsiteX22" fmla="*/ 38007 w 74146"/>
                <a:gd name="connsiteY22" fmla="*/ 125442 h 152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2698">
                  <a:moveTo>
                    <a:pt x="74357" y="6422"/>
                  </a:moveTo>
                  <a:cubicBezTo>
                    <a:pt x="74357" y="3072"/>
                    <a:pt x="71825" y="75"/>
                    <a:pt x="67485" y="75"/>
                  </a:cubicBezTo>
                  <a:cubicBezTo>
                    <a:pt x="63325" y="75"/>
                    <a:pt x="57900" y="4130"/>
                    <a:pt x="57900" y="9420"/>
                  </a:cubicBezTo>
                  <a:cubicBezTo>
                    <a:pt x="57900" y="12947"/>
                    <a:pt x="60432" y="15768"/>
                    <a:pt x="64591" y="15768"/>
                  </a:cubicBezTo>
                  <a:cubicBezTo>
                    <a:pt x="69474" y="15768"/>
                    <a:pt x="74357" y="11183"/>
                    <a:pt x="74357" y="6422"/>
                  </a:cubicBezTo>
                  <a:close/>
                  <a:moveTo>
                    <a:pt x="38007" y="125442"/>
                  </a:moveTo>
                  <a:cubicBezTo>
                    <a:pt x="34571" y="138843"/>
                    <a:pt x="25890" y="148894"/>
                    <a:pt x="15763" y="148894"/>
                  </a:cubicBezTo>
                  <a:cubicBezTo>
                    <a:pt x="14678" y="148894"/>
                    <a:pt x="11965" y="148894"/>
                    <a:pt x="8710" y="147307"/>
                  </a:cubicBezTo>
                  <a:cubicBezTo>
                    <a:pt x="14135" y="146072"/>
                    <a:pt x="16848" y="141488"/>
                    <a:pt x="16848" y="137961"/>
                  </a:cubicBezTo>
                  <a:cubicBezTo>
                    <a:pt x="16848" y="135140"/>
                    <a:pt x="14858" y="131790"/>
                    <a:pt x="9976" y="131790"/>
                  </a:cubicBezTo>
                  <a:cubicBezTo>
                    <a:pt x="5454" y="131790"/>
                    <a:pt x="210" y="135493"/>
                    <a:pt x="210" y="141841"/>
                  </a:cubicBezTo>
                  <a:cubicBezTo>
                    <a:pt x="210" y="148894"/>
                    <a:pt x="7444" y="152773"/>
                    <a:pt x="16124" y="152773"/>
                  </a:cubicBezTo>
                  <a:cubicBezTo>
                    <a:pt x="28784" y="152773"/>
                    <a:pt x="45602" y="143428"/>
                    <a:pt x="50123" y="125971"/>
                  </a:cubicBezTo>
                  <a:lnTo>
                    <a:pt x="66761" y="61436"/>
                  </a:lnTo>
                  <a:cubicBezTo>
                    <a:pt x="67665" y="57910"/>
                    <a:pt x="67665" y="55441"/>
                    <a:pt x="67665" y="54912"/>
                  </a:cubicBezTo>
                  <a:cubicBezTo>
                    <a:pt x="67665" y="44861"/>
                    <a:pt x="60070" y="38690"/>
                    <a:pt x="51028" y="38690"/>
                  </a:cubicBezTo>
                  <a:cubicBezTo>
                    <a:pt x="32581" y="38690"/>
                    <a:pt x="22273" y="64257"/>
                    <a:pt x="22273" y="65844"/>
                  </a:cubicBezTo>
                  <a:cubicBezTo>
                    <a:pt x="22273" y="67607"/>
                    <a:pt x="24082" y="67607"/>
                    <a:pt x="24443" y="67607"/>
                  </a:cubicBezTo>
                  <a:cubicBezTo>
                    <a:pt x="26071" y="67607"/>
                    <a:pt x="26252" y="67431"/>
                    <a:pt x="27698" y="64081"/>
                  </a:cubicBezTo>
                  <a:cubicBezTo>
                    <a:pt x="32220" y="53325"/>
                    <a:pt x="40539" y="42569"/>
                    <a:pt x="50485" y="42569"/>
                  </a:cubicBezTo>
                  <a:cubicBezTo>
                    <a:pt x="53017" y="42569"/>
                    <a:pt x="56272" y="43275"/>
                    <a:pt x="56272" y="50680"/>
                  </a:cubicBezTo>
                  <a:cubicBezTo>
                    <a:pt x="56272" y="54736"/>
                    <a:pt x="55730" y="56675"/>
                    <a:pt x="55006" y="59673"/>
                  </a:cubicBezTo>
                  <a:lnTo>
                    <a:pt x="38007" y="12544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69" name="Freeform: Shape 168">
              <a:extLst>
                <a:ext uri="{FF2B5EF4-FFF2-40B4-BE49-F238E27FC236}">
                  <a16:creationId xmlns:a16="http://schemas.microsoft.com/office/drawing/2014/main" id="{8909C7A5-7954-AFB6-7E22-4F3B3FA05295}"/>
                </a:ext>
              </a:extLst>
            </p:cNvPr>
            <p:cNvSpPr/>
            <p:nvPr>
              <p:custDataLst>
                <p:tags r:id="rId189"/>
              </p:custDataLst>
            </p:nvPr>
          </p:nvSpPr>
          <p:spPr>
            <a:xfrm>
              <a:off x="5123391" y="4399782"/>
              <a:ext cx="41956" cy="176325"/>
            </a:xfrm>
            <a:custGeom>
              <a:avLst/>
              <a:gdLst>
                <a:gd name="connsiteX0" fmla="*/ 42171 w 41956"/>
                <a:gd name="connsiteY0" fmla="*/ 88238 h 176325"/>
                <a:gd name="connsiteX1" fmla="*/ 30235 w 41956"/>
                <a:gd name="connsiteY1" fmla="*/ 33224 h 176325"/>
                <a:gd name="connsiteX2" fmla="*/ 2023 w 41956"/>
                <a:gd name="connsiteY2" fmla="*/ 75 h 176325"/>
                <a:gd name="connsiteX3" fmla="*/ 215 w 41956"/>
                <a:gd name="connsiteY3" fmla="*/ 1838 h 176325"/>
                <a:gd name="connsiteX4" fmla="*/ 3651 w 41956"/>
                <a:gd name="connsiteY4" fmla="*/ 5893 h 176325"/>
                <a:gd name="connsiteX5" fmla="*/ 31682 w 41956"/>
                <a:gd name="connsiteY5" fmla="*/ 88238 h 176325"/>
                <a:gd name="connsiteX6" fmla="*/ 2566 w 41956"/>
                <a:gd name="connsiteY6" fmla="*/ 171640 h 176325"/>
                <a:gd name="connsiteX7" fmla="*/ 215 w 41956"/>
                <a:gd name="connsiteY7" fmla="*/ 174637 h 176325"/>
                <a:gd name="connsiteX8" fmla="*/ 2023 w 41956"/>
                <a:gd name="connsiteY8" fmla="*/ 176401 h 176325"/>
                <a:gd name="connsiteX9" fmla="*/ 30778 w 41956"/>
                <a:gd name="connsiteY9" fmla="*/ 142017 h 176325"/>
                <a:gd name="connsiteX10" fmla="*/ 42171 w 41956"/>
                <a:gd name="connsiteY10" fmla="*/ 88238 h 1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6325">
                  <a:moveTo>
                    <a:pt x="42171" y="88238"/>
                  </a:moveTo>
                  <a:cubicBezTo>
                    <a:pt x="42171" y="74484"/>
                    <a:pt x="40182" y="53149"/>
                    <a:pt x="30235" y="33224"/>
                  </a:cubicBezTo>
                  <a:cubicBezTo>
                    <a:pt x="19384" y="11536"/>
                    <a:pt x="3831" y="75"/>
                    <a:pt x="2023" y="75"/>
                  </a:cubicBezTo>
                  <a:cubicBezTo>
                    <a:pt x="938" y="75"/>
                    <a:pt x="215" y="780"/>
                    <a:pt x="215" y="1838"/>
                  </a:cubicBezTo>
                  <a:cubicBezTo>
                    <a:pt x="215" y="2367"/>
                    <a:pt x="215" y="2720"/>
                    <a:pt x="3651" y="5893"/>
                  </a:cubicBezTo>
                  <a:cubicBezTo>
                    <a:pt x="21374" y="23350"/>
                    <a:pt x="31682" y="51386"/>
                    <a:pt x="31682" y="88238"/>
                  </a:cubicBezTo>
                  <a:cubicBezTo>
                    <a:pt x="31682" y="118389"/>
                    <a:pt x="24990" y="149423"/>
                    <a:pt x="2566" y="171640"/>
                  </a:cubicBezTo>
                  <a:cubicBezTo>
                    <a:pt x="215" y="173756"/>
                    <a:pt x="215" y="174108"/>
                    <a:pt x="215" y="174637"/>
                  </a:cubicBezTo>
                  <a:cubicBezTo>
                    <a:pt x="215" y="175695"/>
                    <a:pt x="938" y="176401"/>
                    <a:pt x="2023" y="176401"/>
                  </a:cubicBezTo>
                  <a:cubicBezTo>
                    <a:pt x="3831" y="176401"/>
                    <a:pt x="20108" y="164410"/>
                    <a:pt x="30778" y="142017"/>
                  </a:cubicBezTo>
                  <a:cubicBezTo>
                    <a:pt x="40001" y="122621"/>
                    <a:pt x="42171" y="103049"/>
                    <a:pt x="42171" y="8823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0" name="Freeform: Shape 169">
              <a:extLst>
                <a:ext uri="{FF2B5EF4-FFF2-40B4-BE49-F238E27FC236}">
                  <a16:creationId xmlns:a16="http://schemas.microsoft.com/office/drawing/2014/main" id="{B4CF97FB-98C0-A39B-0EC8-4B6EBB4B1AAA}"/>
                </a:ext>
              </a:extLst>
            </p:cNvPr>
            <p:cNvSpPr/>
            <p:nvPr>
              <p:custDataLst>
                <p:tags r:id="rId190"/>
              </p:custDataLst>
            </p:nvPr>
          </p:nvSpPr>
          <p:spPr>
            <a:xfrm>
              <a:off x="5243774" y="4467314"/>
              <a:ext cx="120262" cy="41260"/>
            </a:xfrm>
            <a:custGeom>
              <a:avLst/>
              <a:gdLst>
                <a:gd name="connsiteX0" fmla="*/ 114335 w 120262"/>
                <a:gd name="connsiteY0" fmla="*/ 7128 h 41260"/>
                <a:gd name="connsiteX1" fmla="*/ 120484 w 120262"/>
                <a:gd name="connsiteY1" fmla="*/ 3601 h 41260"/>
                <a:gd name="connsiteX2" fmla="*/ 114516 w 120262"/>
                <a:gd name="connsiteY2" fmla="*/ 75 h 41260"/>
                <a:gd name="connsiteX3" fmla="*/ 6189 w 120262"/>
                <a:gd name="connsiteY3" fmla="*/ 75 h 41260"/>
                <a:gd name="connsiteX4" fmla="*/ 221 w 120262"/>
                <a:gd name="connsiteY4" fmla="*/ 3601 h 41260"/>
                <a:gd name="connsiteX5" fmla="*/ 6370 w 120262"/>
                <a:gd name="connsiteY5" fmla="*/ 7128 h 41260"/>
                <a:gd name="connsiteX6" fmla="*/ 114335 w 120262"/>
                <a:gd name="connsiteY6" fmla="*/ 7128 h 41260"/>
                <a:gd name="connsiteX7" fmla="*/ 114516 w 120262"/>
                <a:gd name="connsiteY7" fmla="*/ 41335 h 41260"/>
                <a:gd name="connsiteX8" fmla="*/ 120484 w 120262"/>
                <a:gd name="connsiteY8" fmla="*/ 37808 h 41260"/>
                <a:gd name="connsiteX9" fmla="*/ 114335 w 120262"/>
                <a:gd name="connsiteY9" fmla="*/ 34282 h 41260"/>
                <a:gd name="connsiteX10" fmla="*/ 6370 w 120262"/>
                <a:gd name="connsiteY10" fmla="*/ 34282 h 41260"/>
                <a:gd name="connsiteX11" fmla="*/ 221 w 120262"/>
                <a:gd name="connsiteY11" fmla="*/ 37808 h 41260"/>
                <a:gd name="connsiteX12" fmla="*/ 6189 w 120262"/>
                <a:gd name="connsiteY12" fmla="*/ 41335 h 41260"/>
                <a:gd name="connsiteX13" fmla="*/ 114516 w 120262"/>
                <a:gd name="connsiteY13" fmla="*/ 41335 h 4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62" h="41260">
                  <a:moveTo>
                    <a:pt x="114335" y="7128"/>
                  </a:moveTo>
                  <a:cubicBezTo>
                    <a:pt x="117048" y="7128"/>
                    <a:pt x="120484" y="7128"/>
                    <a:pt x="120484" y="3601"/>
                  </a:cubicBezTo>
                  <a:cubicBezTo>
                    <a:pt x="120484" y="75"/>
                    <a:pt x="117048" y="75"/>
                    <a:pt x="114516" y="75"/>
                  </a:cubicBezTo>
                  <a:lnTo>
                    <a:pt x="6189" y="75"/>
                  </a:lnTo>
                  <a:cubicBezTo>
                    <a:pt x="3657" y="75"/>
                    <a:pt x="221" y="75"/>
                    <a:pt x="221" y="3601"/>
                  </a:cubicBezTo>
                  <a:cubicBezTo>
                    <a:pt x="221" y="7128"/>
                    <a:pt x="3657" y="7128"/>
                    <a:pt x="6370" y="7128"/>
                  </a:cubicBezTo>
                  <a:lnTo>
                    <a:pt x="114335" y="7128"/>
                  </a:lnTo>
                  <a:close/>
                  <a:moveTo>
                    <a:pt x="114516" y="41335"/>
                  </a:moveTo>
                  <a:cubicBezTo>
                    <a:pt x="117048" y="41335"/>
                    <a:pt x="120484" y="41335"/>
                    <a:pt x="120484" y="37808"/>
                  </a:cubicBezTo>
                  <a:cubicBezTo>
                    <a:pt x="120484" y="34282"/>
                    <a:pt x="117048" y="34282"/>
                    <a:pt x="114335" y="34282"/>
                  </a:cubicBezTo>
                  <a:lnTo>
                    <a:pt x="6370" y="34282"/>
                  </a:lnTo>
                  <a:cubicBezTo>
                    <a:pt x="3657" y="34282"/>
                    <a:pt x="221" y="34282"/>
                    <a:pt x="221" y="37808"/>
                  </a:cubicBezTo>
                  <a:cubicBezTo>
                    <a:pt x="221" y="41335"/>
                    <a:pt x="3657" y="41335"/>
                    <a:pt x="6189" y="41335"/>
                  </a:cubicBezTo>
                  <a:lnTo>
                    <a:pt x="114516" y="413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1" name="Freeform: Shape 170">
              <a:extLst>
                <a:ext uri="{FF2B5EF4-FFF2-40B4-BE49-F238E27FC236}">
                  <a16:creationId xmlns:a16="http://schemas.microsoft.com/office/drawing/2014/main" id="{40115C74-3D53-B30D-CFB3-D80CD8477835}"/>
                </a:ext>
              </a:extLst>
            </p:cNvPr>
            <p:cNvSpPr/>
            <p:nvPr>
              <p:custDataLst>
                <p:tags r:id="rId191"/>
              </p:custDataLst>
            </p:nvPr>
          </p:nvSpPr>
          <p:spPr>
            <a:xfrm>
              <a:off x="5440634" y="4414593"/>
              <a:ext cx="59679" cy="117432"/>
            </a:xfrm>
            <a:custGeom>
              <a:avLst/>
              <a:gdLst>
                <a:gd name="connsiteX0" fmla="*/ 37305 w 59679"/>
                <a:gd name="connsiteY0" fmla="*/ 4659 h 117432"/>
                <a:gd name="connsiteX1" fmla="*/ 33146 w 59679"/>
                <a:gd name="connsiteY1" fmla="*/ 75 h 117432"/>
                <a:gd name="connsiteX2" fmla="*/ 232 w 59679"/>
                <a:gd name="connsiteY2" fmla="*/ 11360 h 117432"/>
                <a:gd name="connsiteX3" fmla="*/ 232 w 59679"/>
                <a:gd name="connsiteY3" fmla="*/ 16826 h 117432"/>
                <a:gd name="connsiteX4" fmla="*/ 23923 w 59679"/>
                <a:gd name="connsiteY4" fmla="*/ 12241 h 117432"/>
                <a:gd name="connsiteX5" fmla="*/ 23923 w 59679"/>
                <a:gd name="connsiteY5" fmla="*/ 103578 h 117432"/>
                <a:gd name="connsiteX6" fmla="*/ 7104 w 59679"/>
                <a:gd name="connsiteY6" fmla="*/ 112042 h 117432"/>
                <a:gd name="connsiteX7" fmla="*/ 1317 w 59679"/>
                <a:gd name="connsiteY7" fmla="*/ 112042 h 117432"/>
                <a:gd name="connsiteX8" fmla="*/ 1317 w 59679"/>
                <a:gd name="connsiteY8" fmla="*/ 117508 h 117432"/>
                <a:gd name="connsiteX9" fmla="*/ 30614 w 59679"/>
                <a:gd name="connsiteY9" fmla="*/ 116979 h 117432"/>
                <a:gd name="connsiteX10" fmla="*/ 59911 w 59679"/>
                <a:gd name="connsiteY10" fmla="*/ 117508 h 117432"/>
                <a:gd name="connsiteX11" fmla="*/ 59911 w 59679"/>
                <a:gd name="connsiteY11" fmla="*/ 112042 h 117432"/>
                <a:gd name="connsiteX12" fmla="*/ 54124 w 59679"/>
                <a:gd name="connsiteY12" fmla="*/ 112042 h 117432"/>
                <a:gd name="connsiteX13" fmla="*/ 37305 w 59679"/>
                <a:gd name="connsiteY13" fmla="*/ 103578 h 117432"/>
                <a:gd name="connsiteX14" fmla="*/ 37305 w 59679"/>
                <a:gd name="connsiteY14" fmla="*/ 4659 h 11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679" h="117432">
                  <a:moveTo>
                    <a:pt x="37305" y="4659"/>
                  </a:moveTo>
                  <a:cubicBezTo>
                    <a:pt x="37305" y="427"/>
                    <a:pt x="37305" y="75"/>
                    <a:pt x="33146" y="75"/>
                  </a:cubicBezTo>
                  <a:cubicBezTo>
                    <a:pt x="21933" y="11360"/>
                    <a:pt x="6019" y="11360"/>
                    <a:pt x="232" y="11360"/>
                  </a:cubicBezTo>
                  <a:lnTo>
                    <a:pt x="232" y="16826"/>
                  </a:lnTo>
                  <a:cubicBezTo>
                    <a:pt x="3849" y="16826"/>
                    <a:pt x="14519" y="16826"/>
                    <a:pt x="23923" y="12241"/>
                  </a:cubicBezTo>
                  <a:lnTo>
                    <a:pt x="23923" y="103578"/>
                  </a:lnTo>
                  <a:cubicBezTo>
                    <a:pt x="23923" y="109926"/>
                    <a:pt x="23380" y="112042"/>
                    <a:pt x="7104" y="112042"/>
                  </a:cubicBezTo>
                  <a:lnTo>
                    <a:pt x="1317" y="112042"/>
                  </a:lnTo>
                  <a:lnTo>
                    <a:pt x="1317" y="117508"/>
                  </a:lnTo>
                  <a:cubicBezTo>
                    <a:pt x="7646" y="116979"/>
                    <a:pt x="23380" y="116979"/>
                    <a:pt x="30614" y="116979"/>
                  </a:cubicBezTo>
                  <a:cubicBezTo>
                    <a:pt x="37848" y="116979"/>
                    <a:pt x="53581" y="116979"/>
                    <a:pt x="59911" y="117508"/>
                  </a:cubicBezTo>
                  <a:lnTo>
                    <a:pt x="59911" y="112042"/>
                  </a:lnTo>
                  <a:lnTo>
                    <a:pt x="54124" y="112042"/>
                  </a:lnTo>
                  <a:cubicBezTo>
                    <a:pt x="37848" y="112042"/>
                    <a:pt x="37305" y="110102"/>
                    <a:pt x="37305" y="103578"/>
                  </a:cubicBezTo>
                  <a:lnTo>
                    <a:pt x="37305" y="465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2" name="Freeform: Shape 171">
              <a:extLst>
                <a:ext uri="{FF2B5EF4-FFF2-40B4-BE49-F238E27FC236}">
                  <a16:creationId xmlns:a16="http://schemas.microsoft.com/office/drawing/2014/main" id="{CB112067-1581-FE61-5914-FFAF65599093}"/>
                </a:ext>
              </a:extLst>
            </p:cNvPr>
            <p:cNvSpPr/>
            <p:nvPr>
              <p:custDataLst>
                <p:tags r:id="rId192"/>
              </p:custDataLst>
            </p:nvPr>
          </p:nvSpPr>
          <p:spPr>
            <a:xfrm>
              <a:off x="5570160" y="4484418"/>
              <a:ext cx="110497" cy="7053"/>
            </a:xfrm>
            <a:custGeom>
              <a:avLst/>
              <a:gdLst>
                <a:gd name="connsiteX0" fmla="*/ 104406 w 110497"/>
                <a:gd name="connsiteY0" fmla="*/ 7128 h 7053"/>
                <a:gd name="connsiteX1" fmla="*/ 110736 w 110497"/>
                <a:gd name="connsiteY1" fmla="*/ 3601 h 7053"/>
                <a:gd name="connsiteX2" fmla="*/ 104406 w 110497"/>
                <a:gd name="connsiteY2" fmla="*/ 75 h 7053"/>
                <a:gd name="connsiteX3" fmla="*/ 6569 w 110497"/>
                <a:gd name="connsiteY3" fmla="*/ 75 h 7053"/>
                <a:gd name="connsiteX4" fmla="*/ 239 w 110497"/>
                <a:gd name="connsiteY4" fmla="*/ 3601 h 7053"/>
                <a:gd name="connsiteX5" fmla="*/ 6569 w 110497"/>
                <a:gd name="connsiteY5" fmla="*/ 7128 h 7053"/>
                <a:gd name="connsiteX6" fmla="*/ 104406 w 110497"/>
                <a:gd name="connsiteY6" fmla="*/ 7128 h 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97" h="7053">
                  <a:moveTo>
                    <a:pt x="104406" y="7128"/>
                  </a:moveTo>
                  <a:cubicBezTo>
                    <a:pt x="107481" y="7128"/>
                    <a:pt x="110736" y="7128"/>
                    <a:pt x="110736" y="3601"/>
                  </a:cubicBezTo>
                  <a:cubicBezTo>
                    <a:pt x="110736" y="75"/>
                    <a:pt x="107481" y="75"/>
                    <a:pt x="104406" y="75"/>
                  </a:cubicBezTo>
                  <a:lnTo>
                    <a:pt x="6569" y="75"/>
                  </a:lnTo>
                  <a:cubicBezTo>
                    <a:pt x="3494" y="75"/>
                    <a:pt x="239" y="75"/>
                    <a:pt x="239" y="3601"/>
                  </a:cubicBezTo>
                  <a:cubicBezTo>
                    <a:pt x="239" y="7128"/>
                    <a:pt x="3494" y="7128"/>
                    <a:pt x="6569" y="7128"/>
                  </a:cubicBezTo>
                  <a:lnTo>
                    <a:pt x="104406" y="712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3" name="Freeform: Shape 172">
              <a:extLst>
                <a:ext uri="{FF2B5EF4-FFF2-40B4-BE49-F238E27FC236}">
                  <a16:creationId xmlns:a16="http://schemas.microsoft.com/office/drawing/2014/main" id="{9A243F67-A8F0-4AB7-2934-9BEBFE6990B3}"/>
                </a:ext>
              </a:extLst>
            </p:cNvPr>
            <p:cNvSpPr/>
            <p:nvPr>
              <p:custDataLst>
                <p:tags r:id="rId193"/>
              </p:custDataLst>
            </p:nvPr>
          </p:nvSpPr>
          <p:spPr>
            <a:xfrm>
              <a:off x="5743229" y="4411595"/>
              <a:ext cx="129124" cy="120430"/>
            </a:xfrm>
            <a:custGeom>
              <a:avLst/>
              <a:gdLst>
                <a:gd name="connsiteX0" fmla="*/ 47811 w 129124"/>
                <a:gd name="connsiteY0" fmla="*/ 64786 h 120430"/>
                <a:gd name="connsiteX1" fmla="*/ 78555 w 129124"/>
                <a:gd name="connsiteY1" fmla="*/ 64786 h 120430"/>
                <a:gd name="connsiteX2" fmla="*/ 129373 w 129124"/>
                <a:gd name="connsiteY2" fmla="*/ 26700 h 120430"/>
                <a:gd name="connsiteX3" fmla="*/ 93746 w 129124"/>
                <a:gd name="connsiteY3" fmla="*/ 75 h 120430"/>
                <a:gd name="connsiteX4" fmla="*/ 35152 w 129124"/>
                <a:gd name="connsiteY4" fmla="*/ 75 h 120430"/>
                <a:gd name="connsiteX5" fmla="*/ 29727 w 129124"/>
                <a:gd name="connsiteY5" fmla="*/ 3425 h 120430"/>
                <a:gd name="connsiteX6" fmla="*/ 34971 w 129124"/>
                <a:gd name="connsiteY6" fmla="*/ 5541 h 120430"/>
                <a:gd name="connsiteX7" fmla="*/ 42748 w 129124"/>
                <a:gd name="connsiteY7" fmla="*/ 5893 h 120430"/>
                <a:gd name="connsiteX8" fmla="*/ 46726 w 129124"/>
                <a:gd name="connsiteY8" fmla="*/ 8715 h 120430"/>
                <a:gd name="connsiteX9" fmla="*/ 46003 w 129124"/>
                <a:gd name="connsiteY9" fmla="*/ 12065 h 120430"/>
                <a:gd name="connsiteX10" fmla="*/ 21770 w 129124"/>
                <a:gd name="connsiteY10" fmla="*/ 106752 h 120430"/>
                <a:gd name="connsiteX11" fmla="*/ 5313 w 129124"/>
                <a:gd name="connsiteY11" fmla="*/ 115039 h 120430"/>
                <a:gd name="connsiteX12" fmla="*/ 249 w 129124"/>
                <a:gd name="connsiteY12" fmla="*/ 118389 h 120430"/>
                <a:gd name="connsiteX13" fmla="*/ 2962 w 129124"/>
                <a:gd name="connsiteY13" fmla="*/ 120505 h 120430"/>
                <a:gd name="connsiteX14" fmla="*/ 25929 w 129124"/>
                <a:gd name="connsiteY14" fmla="*/ 119976 h 120430"/>
                <a:gd name="connsiteX15" fmla="*/ 37503 w 129124"/>
                <a:gd name="connsiteY15" fmla="*/ 120153 h 120430"/>
                <a:gd name="connsiteX16" fmla="*/ 49258 w 129124"/>
                <a:gd name="connsiteY16" fmla="*/ 120505 h 120430"/>
                <a:gd name="connsiteX17" fmla="*/ 52875 w 129124"/>
                <a:gd name="connsiteY17" fmla="*/ 116979 h 120430"/>
                <a:gd name="connsiteX18" fmla="*/ 47811 w 129124"/>
                <a:gd name="connsiteY18" fmla="*/ 115039 h 120430"/>
                <a:gd name="connsiteX19" fmla="*/ 36056 w 129124"/>
                <a:gd name="connsiteY19" fmla="*/ 111865 h 120430"/>
                <a:gd name="connsiteX20" fmla="*/ 36599 w 129124"/>
                <a:gd name="connsiteY20" fmla="*/ 108868 h 120430"/>
                <a:gd name="connsiteX21" fmla="*/ 47811 w 129124"/>
                <a:gd name="connsiteY21" fmla="*/ 64786 h 120430"/>
                <a:gd name="connsiteX22" fmla="*/ 60832 w 129124"/>
                <a:gd name="connsiteY22" fmla="*/ 12241 h 120430"/>
                <a:gd name="connsiteX23" fmla="*/ 70598 w 129124"/>
                <a:gd name="connsiteY23" fmla="*/ 5541 h 120430"/>
                <a:gd name="connsiteX24" fmla="*/ 87959 w 129124"/>
                <a:gd name="connsiteY24" fmla="*/ 5541 h 120430"/>
                <a:gd name="connsiteX25" fmla="*/ 112554 w 129124"/>
                <a:gd name="connsiteY25" fmla="*/ 22468 h 120430"/>
                <a:gd name="connsiteX26" fmla="*/ 101884 w 129124"/>
                <a:gd name="connsiteY26" fmla="*/ 50857 h 120430"/>
                <a:gd name="connsiteX27" fmla="*/ 74034 w 129124"/>
                <a:gd name="connsiteY27" fmla="*/ 60202 h 120430"/>
                <a:gd name="connsiteX28" fmla="*/ 48535 w 129124"/>
                <a:gd name="connsiteY28" fmla="*/ 60202 h 120430"/>
                <a:gd name="connsiteX29" fmla="*/ 60832 w 129124"/>
                <a:gd name="connsiteY29" fmla="*/ 12241 h 120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0430">
                  <a:moveTo>
                    <a:pt x="47811" y="64786"/>
                  </a:moveTo>
                  <a:lnTo>
                    <a:pt x="78555" y="64786"/>
                  </a:lnTo>
                  <a:cubicBezTo>
                    <a:pt x="104235" y="64786"/>
                    <a:pt x="129373" y="46448"/>
                    <a:pt x="129373" y="26700"/>
                  </a:cubicBezTo>
                  <a:cubicBezTo>
                    <a:pt x="129373" y="13123"/>
                    <a:pt x="117437" y="75"/>
                    <a:pt x="93746" y="75"/>
                  </a:cubicBezTo>
                  <a:lnTo>
                    <a:pt x="35152" y="75"/>
                  </a:lnTo>
                  <a:cubicBezTo>
                    <a:pt x="31716" y="75"/>
                    <a:pt x="29727" y="75"/>
                    <a:pt x="29727" y="3425"/>
                  </a:cubicBezTo>
                  <a:cubicBezTo>
                    <a:pt x="29727" y="5541"/>
                    <a:pt x="31354" y="5541"/>
                    <a:pt x="34971" y="5541"/>
                  </a:cubicBezTo>
                  <a:cubicBezTo>
                    <a:pt x="37322" y="5541"/>
                    <a:pt x="40578" y="5717"/>
                    <a:pt x="42748" y="5893"/>
                  </a:cubicBezTo>
                  <a:cubicBezTo>
                    <a:pt x="45641" y="6246"/>
                    <a:pt x="46726" y="6775"/>
                    <a:pt x="46726" y="8715"/>
                  </a:cubicBezTo>
                  <a:cubicBezTo>
                    <a:pt x="46726" y="9420"/>
                    <a:pt x="46545" y="9949"/>
                    <a:pt x="46003" y="12065"/>
                  </a:cubicBezTo>
                  <a:lnTo>
                    <a:pt x="21770" y="106752"/>
                  </a:lnTo>
                  <a:cubicBezTo>
                    <a:pt x="19961" y="113629"/>
                    <a:pt x="19599" y="115039"/>
                    <a:pt x="5313" y="115039"/>
                  </a:cubicBezTo>
                  <a:cubicBezTo>
                    <a:pt x="2238" y="115039"/>
                    <a:pt x="249" y="115039"/>
                    <a:pt x="249" y="118389"/>
                  </a:cubicBezTo>
                  <a:cubicBezTo>
                    <a:pt x="249" y="120505"/>
                    <a:pt x="2419" y="120505"/>
                    <a:pt x="2962" y="120505"/>
                  </a:cubicBezTo>
                  <a:cubicBezTo>
                    <a:pt x="8025" y="120505"/>
                    <a:pt x="20865" y="119976"/>
                    <a:pt x="25929" y="119976"/>
                  </a:cubicBezTo>
                  <a:cubicBezTo>
                    <a:pt x="29727" y="119976"/>
                    <a:pt x="33705" y="120153"/>
                    <a:pt x="37503" y="120153"/>
                  </a:cubicBezTo>
                  <a:cubicBezTo>
                    <a:pt x="41482" y="120153"/>
                    <a:pt x="45460" y="120505"/>
                    <a:pt x="49258" y="120505"/>
                  </a:cubicBezTo>
                  <a:cubicBezTo>
                    <a:pt x="50524" y="120505"/>
                    <a:pt x="52875" y="120505"/>
                    <a:pt x="52875" y="116979"/>
                  </a:cubicBezTo>
                  <a:cubicBezTo>
                    <a:pt x="52875" y="115039"/>
                    <a:pt x="51247" y="115039"/>
                    <a:pt x="47811" y="115039"/>
                  </a:cubicBezTo>
                  <a:cubicBezTo>
                    <a:pt x="41120" y="115039"/>
                    <a:pt x="36056" y="115039"/>
                    <a:pt x="36056" y="111865"/>
                  </a:cubicBezTo>
                  <a:cubicBezTo>
                    <a:pt x="36056" y="110807"/>
                    <a:pt x="36418" y="109926"/>
                    <a:pt x="36599" y="108868"/>
                  </a:cubicBezTo>
                  <a:lnTo>
                    <a:pt x="47811" y="64786"/>
                  </a:lnTo>
                  <a:close/>
                  <a:moveTo>
                    <a:pt x="60832" y="12241"/>
                  </a:moveTo>
                  <a:cubicBezTo>
                    <a:pt x="62460" y="6070"/>
                    <a:pt x="62822" y="5541"/>
                    <a:pt x="70598" y="5541"/>
                  </a:cubicBezTo>
                  <a:lnTo>
                    <a:pt x="87959" y="5541"/>
                  </a:lnTo>
                  <a:cubicBezTo>
                    <a:pt x="102970" y="5541"/>
                    <a:pt x="112554" y="10302"/>
                    <a:pt x="112554" y="22468"/>
                  </a:cubicBezTo>
                  <a:cubicBezTo>
                    <a:pt x="112554" y="29345"/>
                    <a:pt x="108937" y="44509"/>
                    <a:pt x="101884" y="50857"/>
                  </a:cubicBezTo>
                  <a:cubicBezTo>
                    <a:pt x="92842" y="58791"/>
                    <a:pt x="81991" y="60202"/>
                    <a:pt x="74034" y="60202"/>
                  </a:cubicBezTo>
                  <a:lnTo>
                    <a:pt x="48535" y="60202"/>
                  </a:lnTo>
                  <a:lnTo>
                    <a:pt x="60832" y="1224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4" name="Freeform: Shape 173">
              <a:extLst>
                <a:ext uri="{FF2B5EF4-FFF2-40B4-BE49-F238E27FC236}">
                  <a16:creationId xmlns:a16="http://schemas.microsoft.com/office/drawing/2014/main" id="{6604C1CF-5A24-6A60-0652-7F74601DB2AA}"/>
                </a:ext>
              </a:extLst>
            </p:cNvPr>
            <p:cNvSpPr/>
            <p:nvPr>
              <p:custDataLst>
                <p:tags r:id="rId194"/>
              </p:custDataLst>
            </p:nvPr>
          </p:nvSpPr>
          <p:spPr>
            <a:xfrm>
              <a:off x="5895122" y="4399782"/>
              <a:ext cx="41956" cy="176325"/>
            </a:xfrm>
            <a:custGeom>
              <a:avLst/>
              <a:gdLst>
                <a:gd name="connsiteX0" fmla="*/ 42213 w 41956"/>
                <a:gd name="connsiteY0" fmla="*/ 174637 h 176325"/>
                <a:gd name="connsiteX1" fmla="*/ 39139 w 41956"/>
                <a:gd name="connsiteY1" fmla="*/ 170758 h 176325"/>
                <a:gd name="connsiteX2" fmla="*/ 10746 w 41956"/>
                <a:gd name="connsiteY2" fmla="*/ 88238 h 176325"/>
                <a:gd name="connsiteX3" fmla="*/ 39862 w 41956"/>
                <a:gd name="connsiteY3" fmla="*/ 4836 h 176325"/>
                <a:gd name="connsiteX4" fmla="*/ 42213 w 41956"/>
                <a:gd name="connsiteY4" fmla="*/ 1838 h 176325"/>
                <a:gd name="connsiteX5" fmla="*/ 40404 w 41956"/>
                <a:gd name="connsiteY5" fmla="*/ 75 h 176325"/>
                <a:gd name="connsiteX6" fmla="*/ 11650 w 41956"/>
                <a:gd name="connsiteY6" fmla="*/ 34458 h 176325"/>
                <a:gd name="connsiteX7" fmla="*/ 257 w 41956"/>
                <a:gd name="connsiteY7" fmla="*/ 88238 h 176325"/>
                <a:gd name="connsiteX8" fmla="*/ 12192 w 41956"/>
                <a:gd name="connsiteY8" fmla="*/ 143251 h 176325"/>
                <a:gd name="connsiteX9" fmla="*/ 40404 w 41956"/>
                <a:gd name="connsiteY9" fmla="*/ 176401 h 176325"/>
                <a:gd name="connsiteX10" fmla="*/ 42213 w 41956"/>
                <a:gd name="connsiteY10" fmla="*/ 174637 h 1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6325">
                  <a:moveTo>
                    <a:pt x="42213" y="174637"/>
                  </a:moveTo>
                  <a:cubicBezTo>
                    <a:pt x="42213" y="174108"/>
                    <a:pt x="42213" y="173756"/>
                    <a:pt x="39139" y="170758"/>
                  </a:cubicBezTo>
                  <a:cubicBezTo>
                    <a:pt x="16533" y="148541"/>
                    <a:pt x="10746" y="115215"/>
                    <a:pt x="10746" y="88238"/>
                  </a:cubicBezTo>
                  <a:cubicBezTo>
                    <a:pt x="10746" y="57557"/>
                    <a:pt x="17618" y="26876"/>
                    <a:pt x="39862" y="4836"/>
                  </a:cubicBezTo>
                  <a:cubicBezTo>
                    <a:pt x="42213" y="2720"/>
                    <a:pt x="42213" y="2367"/>
                    <a:pt x="42213" y="1838"/>
                  </a:cubicBezTo>
                  <a:cubicBezTo>
                    <a:pt x="42213" y="604"/>
                    <a:pt x="41490" y="75"/>
                    <a:pt x="40404" y="75"/>
                  </a:cubicBezTo>
                  <a:cubicBezTo>
                    <a:pt x="38596" y="75"/>
                    <a:pt x="22320" y="12065"/>
                    <a:pt x="11650" y="34458"/>
                  </a:cubicBezTo>
                  <a:cubicBezTo>
                    <a:pt x="2427" y="53854"/>
                    <a:pt x="257" y="73426"/>
                    <a:pt x="257" y="88238"/>
                  </a:cubicBezTo>
                  <a:cubicBezTo>
                    <a:pt x="257" y="101991"/>
                    <a:pt x="2246" y="123326"/>
                    <a:pt x="12192" y="143251"/>
                  </a:cubicBezTo>
                  <a:cubicBezTo>
                    <a:pt x="23043" y="164939"/>
                    <a:pt x="38596" y="176401"/>
                    <a:pt x="40404" y="176401"/>
                  </a:cubicBezTo>
                  <a:cubicBezTo>
                    <a:pt x="41490" y="176401"/>
                    <a:pt x="42213" y="175872"/>
                    <a:pt x="42213" y="17463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5" name="Freeform: Shape 174">
              <a:extLst>
                <a:ext uri="{FF2B5EF4-FFF2-40B4-BE49-F238E27FC236}">
                  <a16:creationId xmlns:a16="http://schemas.microsoft.com/office/drawing/2014/main" id="{4662A3B5-F14A-2FEF-0B1B-5F7B6330A074}"/>
                </a:ext>
              </a:extLst>
            </p:cNvPr>
            <p:cNvSpPr/>
            <p:nvPr>
              <p:custDataLst>
                <p:tags r:id="rId195"/>
              </p:custDataLst>
            </p:nvPr>
          </p:nvSpPr>
          <p:spPr>
            <a:xfrm>
              <a:off x="5953878" y="4411595"/>
              <a:ext cx="131475" cy="120430"/>
            </a:xfrm>
            <a:custGeom>
              <a:avLst/>
              <a:gdLst>
                <a:gd name="connsiteX0" fmla="*/ 101896 w 131475"/>
                <a:gd name="connsiteY0" fmla="*/ 20176 h 120430"/>
                <a:gd name="connsiteX1" fmla="*/ 104428 w 131475"/>
                <a:gd name="connsiteY1" fmla="*/ 17707 h 120430"/>
                <a:gd name="connsiteX2" fmla="*/ 128119 w 131475"/>
                <a:gd name="connsiteY2" fmla="*/ 5541 h 120430"/>
                <a:gd name="connsiteX3" fmla="*/ 131736 w 131475"/>
                <a:gd name="connsiteY3" fmla="*/ 2191 h 120430"/>
                <a:gd name="connsiteX4" fmla="*/ 129385 w 131475"/>
                <a:gd name="connsiteY4" fmla="*/ 75 h 120430"/>
                <a:gd name="connsiteX5" fmla="*/ 114555 w 131475"/>
                <a:gd name="connsiteY5" fmla="*/ 604 h 120430"/>
                <a:gd name="connsiteX6" fmla="*/ 96471 w 131475"/>
                <a:gd name="connsiteY6" fmla="*/ 75 h 120430"/>
                <a:gd name="connsiteX7" fmla="*/ 93035 w 131475"/>
                <a:gd name="connsiteY7" fmla="*/ 3425 h 120430"/>
                <a:gd name="connsiteX8" fmla="*/ 95747 w 131475"/>
                <a:gd name="connsiteY8" fmla="*/ 5541 h 120430"/>
                <a:gd name="connsiteX9" fmla="*/ 102258 w 131475"/>
                <a:gd name="connsiteY9" fmla="*/ 9596 h 120430"/>
                <a:gd name="connsiteX10" fmla="*/ 97375 w 131475"/>
                <a:gd name="connsiteY10" fmla="*/ 18060 h 120430"/>
                <a:gd name="connsiteX11" fmla="*/ 55419 w 131475"/>
                <a:gd name="connsiteY11" fmla="*/ 65139 h 120430"/>
                <a:gd name="connsiteX12" fmla="*/ 35526 w 131475"/>
                <a:gd name="connsiteY12" fmla="*/ 12770 h 120430"/>
                <a:gd name="connsiteX13" fmla="*/ 34440 w 131475"/>
                <a:gd name="connsiteY13" fmla="*/ 9773 h 120430"/>
                <a:gd name="connsiteX14" fmla="*/ 45110 w 131475"/>
                <a:gd name="connsiteY14" fmla="*/ 5541 h 120430"/>
                <a:gd name="connsiteX15" fmla="*/ 49451 w 131475"/>
                <a:gd name="connsiteY15" fmla="*/ 2014 h 120430"/>
                <a:gd name="connsiteX16" fmla="*/ 46738 w 131475"/>
                <a:gd name="connsiteY16" fmla="*/ 75 h 120430"/>
                <a:gd name="connsiteX17" fmla="*/ 23951 w 131475"/>
                <a:gd name="connsiteY17" fmla="*/ 604 h 120430"/>
                <a:gd name="connsiteX18" fmla="*/ 3697 w 131475"/>
                <a:gd name="connsiteY18" fmla="*/ 75 h 120430"/>
                <a:gd name="connsiteX19" fmla="*/ 260 w 131475"/>
                <a:gd name="connsiteY19" fmla="*/ 3601 h 120430"/>
                <a:gd name="connsiteX20" fmla="*/ 4420 w 131475"/>
                <a:gd name="connsiteY20" fmla="*/ 5541 h 120430"/>
                <a:gd name="connsiteX21" fmla="*/ 17622 w 131475"/>
                <a:gd name="connsiteY21" fmla="*/ 11536 h 120430"/>
                <a:gd name="connsiteX22" fmla="*/ 39866 w 131475"/>
                <a:gd name="connsiteY22" fmla="*/ 69547 h 120430"/>
                <a:gd name="connsiteX23" fmla="*/ 40589 w 131475"/>
                <a:gd name="connsiteY23" fmla="*/ 72545 h 120430"/>
                <a:gd name="connsiteX24" fmla="*/ 32451 w 131475"/>
                <a:gd name="connsiteY24" fmla="*/ 104636 h 120430"/>
                <a:gd name="connsiteX25" fmla="*/ 15452 w 131475"/>
                <a:gd name="connsiteY25" fmla="*/ 115039 h 120430"/>
                <a:gd name="connsiteX26" fmla="*/ 10569 w 131475"/>
                <a:gd name="connsiteY26" fmla="*/ 118566 h 120430"/>
                <a:gd name="connsiteX27" fmla="*/ 13101 w 131475"/>
                <a:gd name="connsiteY27" fmla="*/ 120505 h 120430"/>
                <a:gd name="connsiteX28" fmla="*/ 35887 w 131475"/>
                <a:gd name="connsiteY28" fmla="*/ 119976 h 120430"/>
                <a:gd name="connsiteX29" fmla="*/ 59036 w 131475"/>
                <a:gd name="connsiteY29" fmla="*/ 120505 h 120430"/>
                <a:gd name="connsiteX30" fmla="*/ 62472 w 131475"/>
                <a:gd name="connsiteY30" fmla="*/ 116979 h 120430"/>
                <a:gd name="connsiteX31" fmla="*/ 57408 w 131475"/>
                <a:gd name="connsiteY31" fmla="*/ 115039 h 120430"/>
                <a:gd name="connsiteX32" fmla="*/ 50536 w 131475"/>
                <a:gd name="connsiteY32" fmla="*/ 114686 h 120430"/>
                <a:gd name="connsiteX33" fmla="*/ 45653 w 131475"/>
                <a:gd name="connsiteY33" fmla="*/ 111865 h 120430"/>
                <a:gd name="connsiteX34" fmla="*/ 48185 w 131475"/>
                <a:gd name="connsiteY34" fmla="*/ 100757 h 120430"/>
                <a:gd name="connsiteX35" fmla="*/ 54514 w 131475"/>
                <a:gd name="connsiteY35" fmla="*/ 75895 h 120430"/>
                <a:gd name="connsiteX36" fmla="*/ 57046 w 131475"/>
                <a:gd name="connsiteY36" fmla="*/ 70429 h 120430"/>
                <a:gd name="connsiteX37" fmla="*/ 101896 w 131475"/>
                <a:gd name="connsiteY37" fmla="*/ 20176 h 120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0430">
                  <a:moveTo>
                    <a:pt x="101896" y="20176"/>
                  </a:moveTo>
                  <a:lnTo>
                    <a:pt x="104428" y="17707"/>
                  </a:lnTo>
                  <a:cubicBezTo>
                    <a:pt x="109853" y="12418"/>
                    <a:pt x="115821" y="6422"/>
                    <a:pt x="128119" y="5541"/>
                  </a:cubicBezTo>
                  <a:cubicBezTo>
                    <a:pt x="130108" y="5364"/>
                    <a:pt x="131736" y="5364"/>
                    <a:pt x="131736" y="2191"/>
                  </a:cubicBezTo>
                  <a:cubicBezTo>
                    <a:pt x="131736" y="780"/>
                    <a:pt x="130832" y="75"/>
                    <a:pt x="129385" y="75"/>
                  </a:cubicBezTo>
                  <a:cubicBezTo>
                    <a:pt x="124683" y="75"/>
                    <a:pt x="119438" y="604"/>
                    <a:pt x="114555" y="604"/>
                  </a:cubicBezTo>
                  <a:cubicBezTo>
                    <a:pt x="108587" y="604"/>
                    <a:pt x="102258" y="75"/>
                    <a:pt x="96471" y="75"/>
                  </a:cubicBezTo>
                  <a:cubicBezTo>
                    <a:pt x="95386" y="75"/>
                    <a:pt x="93035" y="75"/>
                    <a:pt x="93035" y="3425"/>
                  </a:cubicBezTo>
                  <a:cubicBezTo>
                    <a:pt x="93035" y="5364"/>
                    <a:pt x="94843" y="5541"/>
                    <a:pt x="95747" y="5541"/>
                  </a:cubicBezTo>
                  <a:cubicBezTo>
                    <a:pt x="97013" y="5541"/>
                    <a:pt x="102258" y="5893"/>
                    <a:pt x="102258" y="9596"/>
                  </a:cubicBezTo>
                  <a:cubicBezTo>
                    <a:pt x="102258" y="12594"/>
                    <a:pt x="98098" y="17178"/>
                    <a:pt x="97375" y="18060"/>
                  </a:cubicBezTo>
                  <a:lnTo>
                    <a:pt x="55419" y="65139"/>
                  </a:lnTo>
                  <a:lnTo>
                    <a:pt x="35526" y="12770"/>
                  </a:lnTo>
                  <a:cubicBezTo>
                    <a:pt x="34440" y="10302"/>
                    <a:pt x="34440" y="9949"/>
                    <a:pt x="34440" y="9773"/>
                  </a:cubicBezTo>
                  <a:cubicBezTo>
                    <a:pt x="34440" y="5541"/>
                    <a:pt x="43302" y="5541"/>
                    <a:pt x="45110" y="5541"/>
                  </a:cubicBezTo>
                  <a:cubicBezTo>
                    <a:pt x="47642" y="5541"/>
                    <a:pt x="49451" y="5541"/>
                    <a:pt x="49451" y="2014"/>
                  </a:cubicBezTo>
                  <a:cubicBezTo>
                    <a:pt x="49451" y="75"/>
                    <a:pt x="47281" y="75"/>
                    <a:pt x="46738" y="75"/>
                  </a:cubicBezTo>
                  <a:cubicBezTo>
                    <a:pt x="41674" y="75"/>
                    <a:pt x="29015" y="604"/>
                    <a:pt x="23951" y="604"/>
                  </a:cubicBezTo>
                  <a:cubicBezTo>
                    <a:pt x="19430" y="604"/>
                    <a:pt x="8218" y="75"/>
                    <a:pt x="3697" y="75"/>
                  </a:cubicBezTo>
                  <a:cubicBezTo>
                    <a:pt x="2612" y="75"/>
                    <a:pt x="260" y="75"/>
                    <a:pt x="260" y="3601"/>
                  </a:cubicBezTo>
                  <a:cubicBezTo>
                    <a:pt x="260" y="5541"/>
                    <a:pt x="2069" y="5541"/>
                    <a:pt x="4420" y="5541"/>
                  </a:cubicBezTo>
                  <a:cubicBezTo>
                    <a:pt x="15271" y="5541"/>
                    <a:pt x="15994" y="7128"/>
                    <a:pt x="17622" y="11536"/>
                  </a:cubicBezTo>
                  <a:lnTo>
                    <a:pt x="39866" y="69547"/>
                  </a:lnTo>
                  <a:cubicBezTo>
                    <a:pt x="40047" y="70076"/>
                    <a:pt x="40589" y="72016"/>
                    <a:pt x="40589" y="72545"/>
                  </a:cubicBezTo>
                  <a:cubicBezTo>
                    <a:pt x="40589" y="73074"/>
                    <a:pt x="33355" y="101462"/>
                    <a:pt x="32451" y="104636"/>
                  </a:cubicBezTo>
                  <a:cubicBezTo>
                    <a:pt x="30100" y="114334"/>
                    <a:pt x="29919" y="114863"/>
                    <a:pt x="15452" y="115039"/>
                  </a:cubicBezTo>
                  <a:cubicBezTo>
                    <a:pt x="12016" y="115039"/>
                    <a:pt x="10569" y="115039"/>
                    <a:pt x="10569" y="118566"/>
                  </a:cubicBezTo>
                  <a:cubicBezTo>
                    <a:pt x="10569" y="120505"/>
                    <a:pt x="12739" y="120505"/>
                    <a:pt x="13101" y="120505"/>
                  </a:cubicBezTo>
                  <a:cubicBezTo>
                    <a:pt x="18164" y="120505"/>
                    <a:pt x="30824" y="119976"/>
                    <a:pt x="35887" y="119976"/>
                  </a:cubicBezTo>
                  <a:cubicBezTo>
                    <a:pt x="40951" y="119976"/>
                    <a:pt x="53972" y="120505"/>
                    <a:pt x="59036" y="120505"/>
                  </a:cubicBezTo>
                  <a:cubicBezTo>
                    <a:pt x="60301" y="120505"/>
                    <a:pt x="62472" y="120505"/>
                    <a:pt x="62472" y="116979"/>
                  </a:cubicBezTo>
                  <a:cubicBezTo>
                    <a:pt x="62472" y="115039"/>
                    <a:pt x="60844" y="115039"/>
                    <a:pt x="57408" y="115039"/>
                  </a:cubicBezTo>
                  <a:cubicBezTo>
                    <a:pt x="57046" y="115039"/>
                    <a:pt x="53610" y="115039"/>
                    <a:pt x="50536" y="114686"/>
                  </a:cubicBezTo>
                  <a:cubicBezTo>
                    <a:pt x="46738" y="114334"/>
                    <a:pt x="45653" y="113981"/>
                    <a:pt x="45653" y="111865"/>
                  </a:cubicBezTo>
                  <a:cubicBezTo>
                    <a:pt x="45653" y="110631"/>
                    <a:pt x="47281" y="104460"/>
                    <a:pt x="48185" y="100757"/>
                  </a:cubicBezTo>
                  <a:lnTo>
                    <a:pt x="54514" y="75895"/>
                  </a:lnTo>
                  <a:cubicBezTo>
                    <a:pt x="55419" y="72545"/>
                    <a:pt x="55599" y="72016"/>
                    <a:pt x="57046" y="70429"/>
                  </a:cubicBezTo>
                  <a:lnTo>
                    <a:pt x="101896" y="201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6" name="Freeform: Shape 175">
              <a:extLst>
                <a:ext uri="{FF2B5EF4-FFF2-40B4-BE49-F238E27FC236}">
                  <a16:creationId xmlns:a16="http://schemas.microsoft.com/office/drawing/2014/main" id="{CB165073-19FC-3035-CD11-7DABAFB72126}"/>
                </a:ext>
              </a:extLst>
            </p:cNvPr>
            <p:cNvSpPr/>
            <p:nvPr>
              <p:custDataLst>
                <p:tags r:id="rId196"/>
              </p:custDataLst>
            </p:nvPr>
          </p:nvSpPr>
          <p:spPr>
            <a:xfrm>
              <a:off x="6058489" y="4504043"/>
              <a:ext cx="77347" cy="55666"/>
            </a:xfrm>
            <a:custGeom>
              <a:avLst/>
              <a:gdLst>
                <a:gd name="connsiteX0" fmla="*/ 9761 w 77347"/>
                <a:gd name="connsiteY0" fmla="*/ 46732 h 55666"/>
                <a:gd name="connsiteX1" fmla="*/ 8495 w 77347"/>
                <a:gd name="connsiteY1" fmla="*/ 51793 h 55666"/>
                <a:gd name="connsiteX2" fmla="*/ 12799 w 77347"/>
                <a:gd name="connsiteY2" fmla="*/ 55742 h 55666"/>
                <a:gd name="connsiteX3" fmla="*/ 17736 w 77347"/>
                <a:gd name="connsiteY3" fmla="*/ 53027 h 55666"/>
                <a:gd name="connsiteX4" fmla="*/ 20015 w 77347"/>
                <a:gd name="connsiteY4" fmla="*/ 45374 h 55666"/>
                <a:gd name="connsiteX5" fmla="*/ 22800 w 77347"/>
                <a:gd name="connsiteY5" fmla="*/ 34266 h 55666"/>
                <a:gd name="connsiteX6" fmla="*/ 24952 w 77347"/>
                <a:gd name="connsiteY6" fmla="*/ 25996 h 55666"/>
                <a:gd name="connsiteX7" fmla="*/ 30269 w 77347"/>
                <a:gd name="connsiteY7" fmla="*/ 14888 h 55666"/>
                <a:gd name="connsiteX8" fmla="*/ 49258 w 77347"/>
                <a:gd name="connsiteY8" fmla="*/ 3532 h 55666"/>
                <a:gd name="connsiteX9" fmla="*/ 56726 w 77347"/>
                <a:gd name="connsiteY9" fmla="*/ 12172 h 55666"/>
                <a:gd name="connsiteX10" fmla="*/ 49258 w 77347"/>
                <a:gd name="connsiteY10" fmla="*/ 38462 h 55666"/>
                <a:gd name="connsiteX11" fmla="*/ 47359 w 77347"/>
                <a:gd name="connsiteY11" fmla="*/ 45127 h 55666"/>
                <a:gd name="connsiteX12" fmla="*/ 59385 w 77347"/>
                <a:gd name="connsiteY12" fmla="*/ 55742 h 55666"/>
                <a:gd name="connsiteX13" fmla="*/ 77614 w 77347"/>
                <a:gd name="connsiteY13" fmla="*/ 36858 h 55666"/>
                <a:gd name="connsiteX14" fmla="*/ 75589 w 77347"/>
                <a:gd name="connsiteY14" fmla="*/ 35253 h 55666"/>
                <a:gd name="connsiteX15" fmla="*/ 73183 w 77347"/>
                <a:gd name="connsiteY15" fmla="*/ 37351 h 55666"/>
                <a:gd name="connsiteX16" fmla="*/ 59765 w 77347"/>
                <a:gd name="connsiteY16" fmla="*/ 52286 h 55666"/>
                <a:gd name="connsiteX17" fmla="*/ 56600 w 77347"/>
                <a:gd name="connsiteY17" fmla="*/ 47966 h 55666"/>
                <a:gd name="connsiteX18" fmla="*/ 59512 w 77347"/>
                <a:gd name="connsiteY18" fmla="*/ 37969 h 55666"/>
                <a:gd name="connsiteX19" fmla="*/ 66221 w 77347"/>
                <a:gd name="connsiteY19" fmla="*/ 14147 h 55666"/>
                <a:gd name="connsiteX20" fmla="*/ 49764 w 77347"/>
                <a:gd name="connsiteY20" fmla="*/ 76 h 55666"/>
                <a:gd name="connsiteX21" fmla="*/ 28370 w 77347"/>
                <a:gd name="connsiteY21" fmla="*/ 11308 h 55666"/>
                <a:gd name="connsiteX22" fmla="*/ 14824 w 77347"/>
                <a:gd name="connsiteY22" fmla="*/ 76 h 55666"/>
                <a:gd name="connsiteX23" fmla="*/ 4824 w 77347"/>
                <a:gd name="connsiteY23" fmla="*/ 6741 h 55666"/>
                <a:gd name="connsiteX24" fmla="*/ 266 w 77347"/>
                <a:gd name="connsiteY24" fmla="*/ 18961 h 55666"/>
                <a:gd name="connsiteX25" fmla="*/ 2418 w 77347"/>
                <a:gd name="connsiteY25" fmla="*/ 20565 h 55666"/>
                <a:gd name="connsiteX26" fmla="*/ 5203 w 77347"/>
                <a:gd name="connsiteY26" fmla="*/ 16862 h 55666"/>
                <a:gd name="connsiteX27" fmla="*/ 14445 w 77347"/>
                <a:gd name="connsiteY27" fmla="*/ 3532 h 55666"/>
                <a:gd name="connsiteX28" fmla="*/ 18622 w 77347"/>
                <a:gd name="connsiteY28" fmla="*/ 9580 h 55666"/>
                <a:gd name="connsiteX29" fmla="*/ 16597 w 77347"/>
                <a:gd name="connsiteY29" fmla="*/ 19825 h 55666"/>
                <a:gd name="connsiteX30" fmla="*/ 13812 w 77347"/>
                <a:gd name="connsiteY30" fmla="*/ 30933 h 55666"/>
                <a:gd name="connsiteX31" fmla="*/ 9761 w 77347"/>
                <a:gd name="connsiteY31" fmla="*/ 46732 h 55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5666">
                  <a:moveTo>
                    <a:pt x="9761" y="46732"/>
                  </a:moveTo>
                  <a:cubicBezTo>
                    <a:pt x="9254" y="48337"/>
                    <a:pt x="8495" y="51422"/>
                    <a:pt x="8495" y="51793"/>
                  </a:cubicBezTo>
                  <a:cubicBezTo>
                    <a:pt x="8495" y="54508"/>
                    <a:pt x="10773" y="55742"/>
                    <a:pt x="12799" y="55742"/>
                  </a:cubicBezTo>
                  <a:cubicBezTo>
                    <a:pt x="15078" y="55742"/>
                    <a:pt x="17103" y="54138"/>
                    <a:pt x="17736" y="53027"/>
                  </a:cubicBezTo>
                  <a:cubicBezTo>
                    <a:pt x="18369" y="51916"/>
                    <a:pt x="19382" y="47966"/>
                    <a:pt x="20015" y="45374"/>
                  </a:cubicBezTo>
                  <a:cubicBezTo>
                    <a:pt x="20648" y="43029"/>
                    <a:pt x="22040" y="37351"/>
                    <a:pt x="22800" y="34266"/>
                  </a:cubicBezTo>
                  <a:cubicBezTo>
                    <a:pt x="23559" y="31550"/>
                    <a:pt x="24319" y="28835"/>
                    <a:pt x="24952" y="25996"/>
                  </a:cubicBezTo>
                  <a:cubicBezTo>
                    <a:pt x="26344" y="20936"/>
                    <a:pt x="26597" y="19948"/>
                    <a:pt x="30269" y="14888"/>
                  </a:cubicBezTo>
                  <a:cubicBezTo>
                    <a:pt x="33813" y="9950"/>
                    <a:pt x="39763" y="3532"/>
                    <a:pt x="49258" y="3532"/>
                  </a:cubicBezTo>
                  <a:cubicBezTo>
                    <a:pt x="56600" y="3532"/>
                    <a:pt x="56726" y="9827"/>
                    <a:pt x="56726" y="12172"/>
                  </a:cubicBezTo>
                  <a:cubicBezTo>
                    <a:pt x="56726" y="19578"/>
                    <a:pt x="51283" y="33278"/>
                    <a:pt x="49258" y="38462"/>
                  </a:cubicBezTo>
                  <a:cubicBezTo>
                    <a:pt x="47865" y="41918"/>
                    <a:pt x="47359" y="43029"/>
                    <a:pt x="47359" y="45127"/>
                  </a:cubicBezTo>
                  <a:cubicBezTo>
                    <a:pt x="47359" y="51669"/>
                    <a:pt x="52929" y="55742"/>
                    <a:pt x="59385" y="55742"/>
                  </a:cubicBezTo>
                  <a:cubicBezTo>
                    <a:pt x="72044" y="55742"/>
                    <a:pt x="77614" y="38709"/>
                    <a:pt x="77614" y="36858"/>
                  </a:cubicBezTo>
                  <a:cubicBezTo>
                    <a:pt x="77614" y="35253"/>
                    <a:pt x="75969" y="35253"/>
                    <a:pt x="75589" y="35253"/>
                  </a:cubicBezTo>
                  <a:cubicBezTo>
                    <a:pt x="73816" y="35253"/>
                    <a:pt x="73690" y="35994"/>
                    <a:pt x="73183" y="37351"/>
                  </a:cubicBezTo>
                  <a:cubicBezTo>
                    <a:pt x="70272" y="47226"/>
                    <a:pt x="64828" y="52286"/>
                    <a:pt x="59765" y="52286"/>
                  </a:cubicBezTo>
                  <a:cubicBezTo>
                    <a:pt x="57106" y="52286"/>
                    <a:pt x="56600" y="50558"/>
                    <a:pt x="56600" y="47966"/>
                  </a:cubicBezTo>
                  <a:cubicBezTo>
                    <a:pt x="56600" y="45127"/>
                    <a:pt x="57233" y="43523"/>
                    <a:pt x="59512" y="37969"/>
                  </a:cubicBezTo>
                  <a:cubicBezTo>
                    <a:pt x="61031" y="34142"/>
                    <a:pt x="66221" y="21059"/>
                    <a:pt x="66221" y="14147"/>
                  </a:cubicBezTo>
                  <a:cubicBezTo>
                    <a:pt x="66221" y="2174"/>
                    <a:pt x="56473" y="76"/>
                    <a:pt x="49764" y="76"/>
                  </a:cubicBezTo>
                  <a:cubicBezTo>
                    <a:pt x="39257" y="76"/>
                    <a:pt x="32168" y="6371"/>
                    <a:pt x="28370" y="11308"/>
                  </a:cubicBezTo>
                  <a:cubicBezTo>
                    <a:pt x="27484" y="2792"/>
                    <a:pt x="20015" y="76"/>
                    <a:pt x="14824" y="76"/>
                  </a:cubicBezTo>
                  <a:cubicBezTo>
                    <a:pt x="9381" y="76"/>
                    <a:pt x="6469" y="3902"/>
                    <a:pt x="4824" y="6741"/>
                  </a:cubicBezTo>
                  <a:cubicBezTo>
                    <a:pt x="2039" y="11308"/>
                    <a:pt x="266" y="18344"/>
                    <a:pt x="266" y="18961"/>
                  </a:cubicBezTo>
                  <a:cubicBezTo>
                    <a:pt x="266" y="20565"/>
                    <a:pt x="2039" y="20565"/>
                    <a:pt x="2418" y="20565"/>
                  </a:cubicBezTo>
                  <a:cubicBezTo>
                    <a:pt x="4191" y="20565"/>
                    <a:pt x="4317" y="20195"/>
                    <a:pt x="5203" y="16862"/>
                  </a:cubicBezTo>
                  <a:cubicBezTo>
                    <a:pt x="7102" y="9580"/>
                    <a:pt x="9508" y="3532"/>
                    <a:pt x="14445" y="3532"/>
                  </a:cubicBezTo>
                  <a:cubicBezTo>
                    <a:pt x="17736" y="3532"/>
                    <a:pt x="18622" y="6248"/>
                    <a:pt x="18622" y="9580"/>
                  </a:cubicBezTo>
                  <a:cubicBezTo>
                    <a:pt x="18622" y="11925"/>
                    <a:pt x="17483" y="16492"/>
                    <a:pt x="16597" y="19825"/>
                  </a:cubicBezTo>
                  <a:cubicBezTo>
                    <a:pt x="15711" y="23157"/>
                    <a:pt x="14445" y="28218"/>
                    <a:pt x="13812" y="30933"/>
                  </a:cubicBezTo>
                  <a:lnTo>
                    <a:pt x="9761" y="467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7" name="Freeform: Shape 176">
              <a:extLst>
                <a:ext uri="{FF2B5EF4-FFF2-40B4-BE49-F238E27FC236}">
                  <a16:creationId xmlns:a16="http://schemas.microsoft.com/office/drawing/2014/main" id="{4D06AA82-E019-C0F6-6A84-E9ADD8EF6122}"/>
                </a:ext>
              </a:extLst>
            </p:cNvPr>
            <p:cNvSpPr/>
            <p:nvPr>
              <p:custDataLst>
                <p:tags r:id="rId197"/>
              </p:custDataLst>
            </p:nvPr>
          </p:nvSpPr>
          <p:spPr>
            <a:xfrm>
              <a:off x="6216224" y="4436810"/>
              <a:ext cx="110497" cy="102268"/>
            </a:xfrm>
            <a:custGeom>
              <a:avLst/>
              <a:gdLst>
                <a:gd name="connsiteX0" fmla="*/ 107335 w 110497"/>
                <a:gd name="connsiteY0" fmla="*/ 55088 h 102268"/>
                <a:gd name="connsiteX1" fmla="*/ 110772 w 110497"/>
                <a:gd name="connsiteY1" fmla="*/ 51209 h 102268"/>
                <a:gd name="connsiteX2" fmla="*/ 107335 w 110497"/>
                <a:gd name="connsiteY2" fmla="*/ 47330 h 102268"/>
                <a:gd name="connsiteX3" fmla="*/ 7147 w 110497"/>
                <a:gd name="connsiteY3" fmla="*/ 1309 h 102268"/>
                <a:gd name="connsiteX4" fmla="*/ 3891 w 110497"/>
                <a:gd name="connsiteY4" fmla="*/ 75 h 102268"/>
                <a:gd name="connsiteX5" fmla="*/ 274 w 110497"/>
                <a:gd name="connsiteY5" fmla="*/ 3601 h 102268"/>
                <a:gd name="connsiteX6" fmla="*/ 3711 w 110497"/>
                <a:gd name="connsiteY6" fmla="*/ 7480 h 102268"/>
                <a:gd name="connsiteX7" fmla="*/ 98655 w 110497"/>
                <a:gd name="connsiteY7" fmla="*/ 51209 h 102268"/>
                <a:gd name="connsiteX8" fmla="*/ 3711 w 110497"/>
                <a:gd name="connsiteY8" fmla="*/ 94938 h 102268"/>
                <a:gd name="connsiteX9" fmla="*/ 274 w 110497"/>
                <a:gd name="connsiteY9" fmla="*/ 98817 h 102268"/>
                <a:gd name="connsiteX10" fmla="*/ 3891 w 110497"/>
                <a:gd name="connsiteY10" fmla="*/ 102344 h 102268"/>
                <a:gd name="connsiteX11" fmla="*/ 7147 w 110497"/>
                <a:gd name="connsiteY11" fmla="*/ 101109 h 102268"/>
                <a:gd name="connsiteX12" fmla="*/ 107335 w 110497"/>
                <a:gd name="connsiteY12" fmla="*/ 55088 h 102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497" h="102268">
                  <a:moveTo>
                    <a:pt x="107335" y="55088"/>
                  </a:moveTo>
                  <a:cubicBezTo>
                    <a:pt x="109325" y="54207"/>
                    <a:pt x="110772" y="53325"/>
                    <a:pt x="110772" y="51209"/>
                  </a:cubicBezTo>
                  <a:cubicBezTo>
                    <a:pt x="110772" y="49093"/>
                    <a:pt x="109325" y="48212"/>
                    <a:pt x="107335" y="47330"/>
                  </a:cubicBezTo>
                  <a:lnTo>
                    <a:pt x="7147" y="1309"/>
                  </a:lnTo>
                  <a:cubicBezTo>
                    <a:pt x="4796" y="75"/>
                    <a:pt x="4434" y="75"/>
                    <a:pt x="3891" y="75"/>
                  </a:cubicBezTo>
                  <a:cubicBezTo>
                    <a:pt x="1902" y="75"/>
                    <a:pt x="274" y="1662"/>
                    <a:pt x="274" y="3601"/>
                  </a:cubicBezTo>
                  <a:cubicBezTo>
                    <a:pt x="274" y="5188"/>
                    <a:pt x="1179" y="6246"/>
                    <a:pt x="3711" y="7480"/>
                  </a:cubicBezTo>
                  <a:lnTo>
                    <a:pt x="98655" y="51209"/>
                  </a:lnTo>
                  <a:lnTo>
                    <a:pt x="3711" y="94938"/>
                  </a:lnTo>
                  <a:cubicBezTo>
                    <a:pt x="1179" y="96172"/>
                    <a:pt x="274" y="97230"/>
                    <a:pt x="274" y="98817"/>
                  </a:cubicBezTo>
                  <a:cubicBezTo>
                    <a:pt x="274" y="100757"/>
                    <a:pt x="1902" y="102344"/>
                    <a:pt x="3891" y="102344"/>
                  </a:cubicBezTo>
                  <a:cubicBezTo>
                    <a:pt x="4434" y="102344"/>
                    <a:pt x="4796" y="102344"/>
                    <a:pt x="7147" y="101109"/>
                  </a:cubicBezTo>
                  <a:lnTo>
                    <a:pt x="107335" y="550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8" name="Freeform: Shape 177">
              <a:extLst>
                <a:ext uri="{FF2B5EF4-FFF2-40B4-BE49-F238E27FC236}">
                  <a16:creationId xmlns:a16="http://schemas.microsoft.com/office/drawing/2014/main" id="{EDFDCCD9-E4CB-E073-EB60-89BD177849F4}"/>
                </a:ext>
              </a:extLst>
            </p:cNvPr>
            <p:cNvSpPr/>
            <p:nvPr>
              <p:custDataLst>
                <p:tags r:id="rId198"/>
              </p:custDataLst>
            </p:nvPr>
          </p:nvSpPr>
          <p:spPr>
            <a:xfrm>
              <a:off x="6389755" y="4415475"/>
              <a:ext cx="74146" cy="152698"/>
            </a:xfrm>
            <a:custGeom>
              <a:avLst/>
              <a:gdLst>
                <a:gd name="connsiteX0" fmla="*/ 74432 w 74146"/>
                <a:gd name="connsiteY0" fmla="*/ 6422 h 152698"/>
                <a:gd name="connsiteX1" fmla="*/ 67560 w 74146"/>
                <a:gd name="connsiteY1" fmla="*/ 75 h 152698"/>
                <a:gd name="connsiteX2" fmla="*/ 57975 w 74146"/>
                <a:gd name="connsiteY2" fmla="*/ 9420 h 152698"/>
                <a:gd name="connsiteX3" fmla="*/ 64666 w 74146"/>
                <a:gd name="connsiteY3" fmla="*/ 15768 h 152698"/>
                <a:gd name="connsiteX4" fmla="*/ 74432 w 74146"/>
                <a:gd name="connsiteY4" fmla="*/ 6422 h 152698"/>
                <a:gd name="connsiteX5" fmla="*/ 38082 w 74146"/>
                <a:gd name="connsiteY5" fmla="*/ 125442 h 152698"/>
                <a:gd name="connsiteX6" fmla="*/ 15838 w 74146"/>
                <a:gd name="connsiteY6" fmla="*/ 148894 h 152698"/>
                <a:gd name="connsiteX7" fmla="*/ 8785 w 74146"/>
                <a:gd name="connsiteY7" fmla="*/ 147307 h 152698"/>
                <a:gd name="connsiteX8" fmla="*/ 16923 w 74146"/>
                <a:gd name="connsiteY8" fmla="*/ 137961 h 152698"/>
                <a:gd name="connsiteX9" fmla="*/ 10051 w 74146"/>
                <a:gd name="connsiteY9" fmla="*/ 131790 h 152698"/>
                <a:gd name="connsiteX10" fmla="*/ 285 w 74146"/>
                <a:gd name="connsiteY10" fmla="*/ 141841 h 152698"/>
                <a:gd name="connsiteX11" fmla="*/ 16199 w 74146"/>
                <a:gd name="connsiteY11" fmla="*/ 152773 h 152698"/>
                <a:gd name="connsiteX12" fmla="*/ 50199 w 74146"/>
                <a:gd name="connsiteY12" fmla="*/ 125971 h 152698"/>
                <a:gd name="connsiteX13" fmla="*/ 66836 w 74146"/>
                <a:gd name="connsiteY13" fmla="*/ 61436 h 152698"/>
                <a:gd name="connsiteX14" fmla="*/ 67741 w 74146"/>
                <a:gd name="connsiteY14" fmla="*/ 54912 h 152698"/>
                <a:gd name="connsiteX15" fmla="*/ 51103 w 74146"/>
                <a:gd name="connsiteY15" fmla="*/ 38690 h 152698"/>
                <a:gd name="connsiteX16" fmla="*/ 22348 w 74146"/>
                <a:gd name="connsiteY16" fmla="*/ 65844 h 152698"/>
                <a:gd name="connsiteX17" fmla="*/ 24518 w 74146"/>
                <a:gd name="connsiteY17" fmla="*/ 67607 h 152698"/>
                <a:gd name="connsiteX18" fmla="*/ 27774 w 74146"/>
                <a:gd name="connsiteY18" fmla="*/ 64081 h 152698"/>
                <a:gd name="connsiteX19" fmla="*/ 50560 w 74146"/>
                <a:gd name="connsiteY19" fmla="*/ 42569 h 152698"/>
                <a:gd name="connsiteX20" fmla="*/ 56347 w 74146"/>
                <a:gd name="connsiteY20" fmla="*/ 50680 h 152698"/>
                <a:gd name="connsiteX21" fmla="*/ 55081 w 74146"/>
                <a:gd name="connsiteY21" fmla="*/ 59673 h 152698"/>
                <a:gd name="connsiteX22" fmla="*/ 38082 w 74146"/>
                <a:gd name="connsiteY22" fmla="*/ 125442 h 152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2698">
                  <a:moveTo>
                    <a:pt x="74432" y="6422"/>
                  </a:moveTo>
                  <a:cubicBezTo>
                    <a:pt x="74432" y="3072"/>
                    <a:pt x="71900" y="75"/>
                    <a:pt x="67560" y="75"/>
                  </a:cubicBezTo>
                  <a:cubicBezTo>
                    <a:pt x="63400" y="75"/>
                    <a:pt x="57975" y="4130"/>
                    <a:pt x="57975" y="9420"/>
                  </a:cubicBezTo>
                  <a:cubicBezTo>
                    <a:pt x="57975" y="12947"/>
                    <a:pt x="60507" y="15768"/>
                    <a:pt x="64666" y="15768"/>
                  </a:cubicBezTo>
                  <a:cubicBezTo>
                    <a:pt x="69549" y="15768"/>
                    <a:pt x="74432" y="11183"/>
                    <a:pt x="74432" y="6422"/>
                  </a:cubicBezTo>
                  <a:close/>
                  <a:moveTo>
                    <a:pt x="38082" y="125442"/>
                  </a:moveTo>
                  <a:cubicBezTo>
                    <a:pt x="34646" y="138843"/>
                    <a:pt x="25965" y="148894"/>
                    <a:pt x="15838" y="148894"/>
                  </a:cubicBezTo>
                  <a:cubicBezTo>
                    <a:pt x="14753" y="148894"/>
                    <a:pt x="12040" y="148894"/>
                    <a:pt x="8785" y="147307"/>
                  </a:cubicBezTo>
                  <a:cubicBezTo>
                    <a:pt x="14210" y="146072"/>
                    <a:pt x="16923" y="141488"/>
                    <a:pt x="16923" y="137961"/>
                  </a:cubicBezTo>
                  <a:cubicBezTo>
                    <a:pt x="16923" y="135140"/>
                    <a:pt x="14934" y="131790"/>
                    <a:pt x="10051" y="131790"/>
                  </a:cubicBezTo>
                  <a:cubicBezTo>
                    <a:pt x="5530" y="131790"/>
                    <a:pt x="285" y="135493"/>
                    <a:pt x="285" y="141841"/>
                  </a:cubicBezTo>
                  <a:cubicBezTo>
                    <a:pt x="285" y="148894"/>
                    <a:pt x="7519" y="152773"/>
                    <a:pt x="16199" y="152773"/>
                  </a:cubicBezTo>
                  <a:cubicBezTo>
                    <a:pt x="28859" y="152773"/>
                    <a:pt x="45677" y="143428"/>
                    <a:pt x="50199" y="125971"/>
                  </a:cubicBezTo>
                  <a:lnTo>
                    <a:pt x="66836" y="61436"/>
                  </a:lnTo>
                  <a:cubicBezTo>
                    <a:pt x="67741" y="57910"/>
                    <a:pt x="67741" y="55441"/>
                    <a:pt x="67741" y="54912"/>
                  </a:cubicBezTo>
                  <a:cubicBezTo>
                    <a:pt x="67741" y="44861"/>
                    <a:pt x="60145" y="38690"/>
                    <a:pt x="51103" y="38690"/>
                  </a:cubicBezTo>
                  <a:cubicBezTo>
                    <a:pt x="32656" y="38690"/>
                    <a:pt x="22348" y="64257"/>
                    <a:pt x="22348" y="65844"/>
                  </a:cubicBezTo>
                  <a:cubicBezTo>
                    <a:pt x="22348" y="67607"/>
                    <a:pt x="24157" y="67607"/>
                    <a:pt x="24518" y="67607"/>
                  </a:cubicBezTo>
                  <a:cubicBezTo>
                    <a:pt x="26146" y="67607"/>
                    <a:pt x="26327" y="67431"/>
                    <a:pt x="27774" y="64081"/>
                  </a:cubicBezTo>
                  <a:cubicBezTo>
                    <a:pt x="32295" y="53325"/>
                    <a:pt x="40614" y="42569"/>
                    <a:pt x="50560" y="42569"/>
                  </a:cubicBezTo>
                  <a:cubicBezTo>
                    <a:pt x="53092" y="42569"/>
                    <a:pt x="56347" y="43275"/>
                    <a:pt x="56347" y="50680"/>
                  </a:cubicBezTo>
                  <a:cubicBezTo>
                    <a:pt x="56347" y="54736"/>
                    <a:pt x="55805" y="56675"/>
                    <a:pt x="55081" y="59673"/>
                  </a:cubicBezTo>
                  <a:lnTo>
                    <a:pt x="38082" y="12544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179" name="Freeform: Shape 178">
              <a:extLst>
                <a:ext uri="{FF2B5EF4-FFF2-40B4-BE49-F238E27FC236}">
                  <a16:creationId xmlns:a16="http://schemas.microsoft.com/office/drawing/2014/main" id="{65CB07D7-DAF8-460E-B91C-98DC498B94D9}"/>
                </a:ext>
              </a:extLst>
            </p:cNvPr>
            <p:cNvSpPr/>
            <p:nvPr>
              <p:custDataLst>
                <p:tags r:id="rId199"/>
              </p:custDataLst>
            </p:nvPr>
          </p:nvSpPr>
          <p:spPr>
            <a:xfrm>
              <a:off x="6487241" y="4399782"/>
              <a:ext cx="41956" cy="176325"/>
            </a:xfrm>
            <a:custGeom>
              <a:avLst/>
              <a:gdLst>
                <a:gd name="connsiteX0" fmla="*/ 42246 w 41956"/>
                <a:gd name="connsiteY0" fmla="*/ 88238 h 176325"/>
                <a:gd name="connsiteX1" fmla="*/ 30310 w 41956"/>
                <a:gd name="connsiteY1" fmla="*/ 33224 h 176325"/>
                <a:gd name="connsiteX2" fmla="*/ 2098 w 41956"/>
                <a:gd name="connsiteY2" fmla="*/ 75 h 176325"/>
                <a:gd name="connsiteX3" fmla="*/ 290 w 41956"/>
                <a:gd name="connsiteY3" fmla="*/ 1838 h 176325"/>
                <a:gd name="connsiteX4" fmla="*/ 3726 w 41956"/>
                <a:gd name="connsiteY4" fmla="*/ 5893 h 176325"/>
                <a:gd name="connsiteX5" fmla="*/ 31757 w 41956"/>
                <a:gd name="connsiteY5" fmla="*/ 88238 h 176325"/>
                <a:gd name="connsiteX6" fmla="*/ 2641 w 41956"/>
                <a:gd name="connsiteY6" fmla="*/ 171640 h 176325"/>
                <a:gd name="connsiteX7" fmla="*/ 290 w 41956"/>
                <a:gd name="connsiteY7" fmla="*/ 174637 h 176325"/>
                <a:gd name="connsiteX8" fmla="*/ 2098 w 41956"/>
                <a:gd name="connsiteY8" fmla="*/ 176401 h 176325"/>
                <a:gd name="connsiteX9" fmla="*/ 30853 w 41956"/>
                <a:gd name="connsiteY9" fmla="*/ 142017 h 176325"/>
                <a:gd name="connsiteX10" fmla="*/ 42246 w 41956"/>
                <a:gd name="connsiteY10" fmla="*/ 88238 h 1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6325">
                  <a:moveTo>
                    <a:pt x="42246" y="88238"/>
                  </a:moveTo>
                  <a:cubicBezTo>
                    <a:pt x="42246" y="74484"/>
                    <a:pt x="40257" y="53149"/>
                    <a:pt x="30310" y="33224"/>
                  </a:cubicBezTo>
                  <a:cubicBezTo>
                    <a:pt x="19459" y="11536"/>
                    <a:pt x="3907" y="75"/>
                    <a:pt x="2098" y="75"/>
                  </a:cubicBezTo>
                  <a:cubicBezTo>
                    <a:pt x="1013" y="75"/>
                    <a:pt x="290" y="780"/>
                    <a:pt x="290" y="1838"/>
                  </a:cubicBezTo>
                  <a:cubicBezTo>
                    <a:pt x="290" y="2367"/>
                    <a:pt x="290" y="2720"/>
                    <a:pt x="3726" y="5893"/>
                  </a:cubicBezTo>
                  <a:cubicBezTo>
                    <a:pt x="21449" y="23350"/>
                    <a:pt x="31757" y="51386"/>
                    <a:pt x="31757" y="88238"/>
                  </a:cubicBezTo>
                  <a:cubicBezTo>
                    <a:pt x="31757" y="118389"/>
                    <a:pt x="25066" y="149423"/>
                    <a:pt x="2641" y="171640"/>
                  </a:cubicBezTo>
                  <a:cubicBezTo>
                    <a:pt x="290" y="173756"/>
                    <a:pt x="290" y="174108"/>
                    <a:pt x="290" y="174637"/>
                  </a:cubicBezTo>
                  <a:cubicBezTo>
                    <a:pt x="290" y="175695"/>
                    <a:pt x="1013" y="176401"/>
                    <a:pt x="2098" y="176401"/>
                  </a:cubicBezTo>
                  <a:cubicBezTo>
                    <a:pt x="3907" y="176401"/>
                    <a:pt x="20183" y="164410"/>
                    <a:pt x="30853" y="142017"/>
                  </a:cubicBezTo>
                  <a:cubicBezTo>
                    <a:pt x="40076" y="122621"/>
                    <a:pt x="42246" y="103049"/>
                    <a:pt x="42246" y="8823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sp>
        <p:nvSpPr>
          <p:cNvPr id="216" name="Rectangle 1 2 1">
            <a:extLst>
              <a:ext uri="{FF2B5EF4-FFF2-40B4-BE49-F238E27FC236}">
                <a16:creationId xmlns:a16="http://schemas.microsoft.com/office/drawing/2014/main" id="{3B9CADFB-4ED5-89B6-0616-38FEE39594D9}"/>
              </a:ext>
            </a:extLst>
          </p:cNvPr>
          <p:cNvSpPr>
            <a:spLocks noChangeArrowheads="1"/>
          </p:cNvSpPr>
          <p:nvPr/>
        </p:nvSpPr>
        <p:spPr bwMode="auto">
          <a:xfrm>
            <a:off x="891589" y="3614008"/>
            <a:ext cx="3964236" cy="276999"/>
          </a:xfrm>
          <a:prstGeom prst="rect">
            <a:avLst/>
          </a:prstGeom>
          <a:noFill/>
        </p:spPr>
        <p:txBody>
          <a:bodyPr wrap="square">
            <a:spAutoFit/>
          </a:bodyPr>
          <a:lstStyle/>
          <a:p>
            <a:r>
              <a:rPr lang="en-GB" sz="1200">
                <a:solidFill>
                  <a:prstClr val="black"/>
                </a:solidFill>
              </a:rPr>
              <a:t>Substituting</a:t>
            </a:r>
            <a:r>
              <a:rPr lang="en-GB" sz="1200" noProof="0">
                <a:solidFill>
                  <a:prstClr val="black"/>
                </a:solidFill>
                <a:latin typeface="Aptos" panose="020B0004020202020204"/>
              </a:rPr>
              <a:t>:</a:t>
            </a:r>
          </a:p>
        </p:txBody>
      </p:sp>
      <p:grpSp>
        <p:nvGrpSpPr>
          <p:cNvPr id="270" name="Group 269" descr="\documentclass{article}&#10;\usepackage{amsmath}&#10;\pagestyle{empty}&#10;\begin{document}&#10;&#10;$$P(Y_n \le j) = 1 - \left( \frac{e^{\boldsymbol{\beta}^\top \mathbf{x}_n - \mu_j}}{1 + e^{\boldsymbol{\beta}^\top \mathbf{x}_n - \mu_j}} \right)$$&#10;&#10;\end{document}" title="IguanaTex Shape Display">
            <a:extLst>
              <a:ext uri="{FF2B5EF4-FFF2-40B4-BE49-F238E27FC236}">
                <a16:creationId xmlns:a16="http://schemas.microsoft.com/office/drawing/2014/main" id="{0C489634-2202-1D25-4532-7FE36A6101E3}"/>
              </a:ext>
            </a:extLst>
          </p:cNvPr>
          <p:cNvGrpSpPr>
            <a:grpSpLocks noChangeAspect="1"/>
          </p:cNvGrpSpPr>
          <p:nvPr>
            <p:custDataLst>
              <p:tags r:id="rId3"/>
            </p:custDataLst>
          </p:nvPr>
        </p:nvGrpSpPr>
        <p:grpSpPr>
          <a:xfrm>
            <a:off x="1295400" y="4025900"/>
            <a:ext cx="2705428" cy="542360"/>
            <a:chOff x="4179753" y="5183717"/>
            <a:chExt cx="2705428" cy="542360"/>
          </a:xfrm>
        </p:grpSpPr>
        <p:sp>
          <p:nvSpPr>
            <p:cNvPr id="238" name="Freeform: Shape 237">
              <a:extLst>
                <a:ext uri="{FF2B5EF4-FFF2-40B4-BE49-F238E27FC236}">
                  <a16:creationId xmlns:a16="http://schemas.microsoft.com/office/drawing/2014/main" id="{B2FD2708-4A57-EC8D-CBE1-D364ACFC1F03}"/>
                </a:ext>
              </a:extLst>
            </p:cNvPr>
            <p:cNvSpPr/>
            <p:nvPr>
              <p:custDataLst>
                <p:tags r:id="rId152"/>
              </p:custDataLst>
            </p:nvPr>
          </p:nvSpPr>
          <p:spPr>
            <a:xfrm>
              <a:off x="4179753" y="5376684"/>
              <a:ext cx="129551" cy="123518"/>
            </a:xfrm>
            <a:custGeom>
              <a:avLst/>
              <a:gdLst>
                <a:gd name="connsiteX0" fmla="*/ 47878 w 129551"/>
                <a:gd name="connsiteY0" fmla="*/ 66452 h 123518"/>
                <a:gd name="connsiteX1" fmla="*/ 78724 w 129551"/>
                <a:gd name="connsiteY1" fmla="*/ 66452 h 123518"/>
                <a:gd name="connsiteX2" fmla="*/ 129710 w 129551"/>
                <a:gd name="connsiteY2" fmla="*/ 27389 h 123518"/>
                <a:gd name="connsiteX3" fmla="*/ 93965 w 129551"/>
                <a:gd name="connsiteY3" fmla="*/ 81 h 123518"/>
                <a:gd name="connsiteX4" fmla="*/ 35177 w 129551"/>
                <a:gd name="connsiteY4" fmla="*/ 81 h 123518"/>
                <a:gd name="connsiteX5" fmla="*/ 29734 w 129551"/>
                <a:gd name="connsiteY5" fmla="*/ 3517 h 123518"/>
                <a:gd name="connsiteX6" fmla="*/ 34995 w 129551"/>
                <a:gd name="connsiteY6" fmla="*/ 5687 h 123518"/>
                <a:gd name="connsiteX7" fmla="*/ 42798 w 129551"/>
                <a:gd name="connsiteY7" fmla="*/ 6049 h 123518"/>
                <a:gd name="connsiteX8" fmla="*/ 46789 w 129551"/>
                <a:gd name="connsiteY8" fmla="*/ 8943 h 123518"/>
                <a:gd name="connsiteX9" fmla="*/ 46064 w 129551"/>
                <a:gd name="connsiteY9" fmla="*/ 12379 h 123518"/>
                <a:gd name="connsiteX10" fmla="*/ 21750 w 129551"/>
                <a:gd name="connsiteY10" fmla="*/ 109494 h 123518"/>
                <a:gd name="connsiteX11" fmla="*/ 5238 w 129551"/>
                <a:gd name="connsiteY11" fmla="*/ 117994 h 123518"/>
                <a:gd name="connsiteX12" fmla="*/ 158 w 129551"/>
                <a:gd name="connsiteY12" fmla="*/ 121430 h 123518"/>
                <a:gd name="connsiteX13" fmla="*/ 2880 w 129551"/>
                <a:gd name="connsiteY13" fmla="*/ 123600 h 123518"/>
                <a:gd name="connsiteX14" fmla="*/ 25923 w 129551"/>
                <a:gd name="connsiteY14" fmla="*/ 123057 h 123518"/>
                <a:gd name="connsiteX15" fmla="*/ 37536 w 129551"/>
                <a:gd name="connsiteY15" fmla="*/ 123238 h 123518"/>
                <a:gd name="connsiteX16" fmla="*/ 49330 w 129551"/>
                <a:gd name="connsiteY16" fmla="*/ 123600 h 123518"/>
                <a:gd name="connsiteX17" fmla="*/ 52958 w 129551"/>
                <a:gd name="connsiteY17" fmla="*/ 119983 h 123518"/>
                <a:gd name="connsiteX18" fmla="*/ 47878 w 129551"/>
                <a:gd name="connsiteY18" fmla="*/ 117994 h 123518"/>
                <a:gd name="connsiteX19" fmla="*/ 36084 w 129551"/>
                <a:gd name="connsiteY19" fmla="*/ 114738 h 123518"/>
                <a:gd name="connsiteX20" fmla="*/ 36628 w 129551"/>
                <a:gd name="connsiteY20" fmla="*/ 111664 h 123518"/>
                <a:gd name="connsiteX21" fmla="*/ 47878 w 129551"/>
                <a:gd name="connsiteY21" fmla="*/ 66452 h 123518"/>
                <a:gd name="connsiteX22" fmla="*/ 60942 w 129551"/>
                <a:gd name="connsiteY22" fmla="*/ 12560 h 123518"/>
                <a:gd name="connsiteX23" fmla="*/ 70740 w 129551"/>
                <a:gd name="connsiteY23" fmla="*/ 5687 h 123518"/>
                <a:gd name="connsiteX24" fmla="*/ 88159 w 129551"/>
                <a:gd name="connsiteY24" fmla="*/ 5687 h 123518"/>
                <a:gd name="connsiteX25" fmla="*/ 112835 w 129551"/>
                <a:gd name="connsiteY25" fmla="*/ 23049 h 123518"/>
                <a:gd name="connsiteX26" fmla="*/ 102130 w 129551"/>
                <a:gd name="connsiteY26" fmla="*/ 52165 h 123518"/>
                <a:gd name="connsiteX27" fmla="*/ 74188 w 129551"/>
                <a:gd name="connsiteY27" fmla="*/ 61750 h 123518"/>
                <a:gd name="connsiteX28" fmla="*/ 48604 w 129551"/>
                <a:gd name="connsiteY28" fmla="*/ 61750 h 123518"/>
                <a:gd name="connsiteX29" fmla="*/ 60942 w 129551"/>
                <a:gd name="connsiteY29" fmla="*/ 12560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551" h="123518">
                  <a:moveTo>
                    <a:pt x="47878" y="66452"/>
                  </a:moveTo>
                  <a:lnTo>
                    <a:pt x="78724" y="66452"/>
                  </a:lnTo>
                  <a:cubicBezTo>
                    <a:pt x="104489" y="66452"/>
                    <a:pt x="129710" y="47644"/>
                    <a:pt x="129710" y="27389"/>
                  </a:cubicBezTo>
                  <a:cubicBezTo>
                    <a:pt x="129710" y="13464"/>
                    <a:pt x="117734" y="81"/>
                    <a:pt x="93965" y="81"/>
                  </a:cubicBezTo>
                  <a:lnTo>
                    <a:pt x="35177" y="81"/>
                  </a:lnTo>
                  <a:cubicBezTo>
                    <a:pt x="31729" y="81"/>
                    <a:pt x="29734" y="81"/>
                    <a:pt x="29734" y="3517"/>
                  </a:cubicBezTo>
                  <a:cubicBezTo>
                    <a:pt x="29734" y="5687"/>
                    <a:pt x="31367" y="5687"/>
                    <a:pt x="34995" y="5687"/>
                  </a:cubicBezTo>
                  <a:cubicBezTo>
                    <a:pt x="37354" y="5687"/>
                    <a:pt x="40620" y="5868"/>
                    <a:pt x="42798" y="6049"/>
                  </a:cubicBezTo>
                  <a:cubicBezTo>
                    <a:pt x="45701" y="6411"/>
                    <a:pt x="46789" y="6953"/>
                    <a:pt x="46789" y="8943"/>
                  </a:cubicBezTo>
                  <a:cubicBezTo>
                    <a:pt x="46789" y="9666"/>
                    <a:pt x="46608" y="10209"/>
                    <a:pt x="46064" y="12379"/>
                  </a:cubicBezTo>
                  <a:lnTo>
                    <a:pt x="21750" y="109494"/>
                  </a:lnTo>
                  <a:cubicBezTo>
                    <a:pt x="19935" y="116547"/>
                    <a:pt x="19573" y="117994"/>
                    <a:pt x="5238" y="117994"/>
                  </a:cubicBezTo>
                  <a:cubicBezTo>
                    <a:pt x="2154" y="117994"/>
                    <a:pt x="158" y="117994"/>
                    <a:pt x="158" y="121430"/>
                  </a:cubicBezTo>
                  <a:cubicBezTo>
                    <a:pt x="158" y="123600"/>
                    <a:pt x="2335" y="123600"/>
                    <a:pt x="2880" y="123600"/>
                  </a:cubicBezTo>
                  <a:cubicBezTo>
                    <a:pt x="7960" y="123600"/>
                    <a:pt x="20843" y="123057"/>
                    <a:pt x="25923" y="123057"/>
                  </a:cubicBezTo>
                  <a:cubicBezTo>
                    <a:pt x="29734" y="123057"/>
                    <a:pt x="33725" y="123238"/>
                    <a:pt x="37536" y="123238"/>
                  </a:cubicBezTo>
                  <a:cubicBezTo>
                    <a:pt x="41527" y="123238"/>
                    <a:pt x="45519" y="123600"/>
                    <a:pt x="49330" y="123600"/>
                  </a:cubicBezTo>
                  <a:cubicBezTo>
                    <a:pt x="50600" y="123600"/>
                    <a:pt x="52958" y="123600"/>
                    <a:pt x="52958" y="119983"/>
                  </a:cubicBezTo>
                  <a:cubicBezTo>
                    <a:pt x="52958" y="117994"/>
                    <a:pt x="51325" y="117994"/>
                    <a:pt x="47878" y="117994"/>
                  </a:cubicBezTo>
                  <a:cubicBezTo>
                    <a:pt x="41165" y="117994"/>
                    <a:pt x="36084" y="117994"/>
                    <a:pt x="36084" y="114738"/>
                  </a:cubicBezTo>
                  <a:cubicBezTo>
                    <a:pt x="36084" y="113653"/>
                    <a:pt x="36447" y="112749"/>
                    <a:pt x="36628" y="111664"/>
                  </a:cubicBezTo>
                  <a:lnTo>
                    <a:pt x="47878" y="66452"/>
                  </a:lnTo>
                  <a:close/>
                  <a:moveTo>
                    <a:pt x="60942" y="12560"/>
                  </a:moveTo>
                  <a:cubicBezTo>
                    <a:pt x="62575" y="6230"/>
                    <a:pt x="62938" y="5687"/>
                    <a:pt x="70740" y="5687"/>
                  </a:cubicBezTo>
                  <a:lnTo>
                    <a:pt x="88159" y="5687"/>
                  </a:lnTo>
                  <a:cubicBezTo>
                    <a:pt x="103219" y="5687"/>
                    <a:pt x="112835" y="10570"/>
                    <a:pt x="112835" y="23049"/>
                  </a:cubicBezTo>
                  <a:cubicBezTo>
                    <a:pt x="112835" y="30102"/>
                    <a:pt x="109206" y="45655"/>
                    <a:pt x="102130" y="52165"/>
                  </a:cubicBezTo>
                  <a:cubicBezTo>
                    <a:pt x="93058" y="60303"/>
                    <a:pt x="82171" y="61750"/>
                    <a:pt x="74188" y="61750"/>
                  </a:cubicBezTo>
                  <a:lnTo>
                    <a:pt x="48604" y="61750"/>
                  </a:lnTo>
                  <a:lnTo>
                    <a:pt x="60942" y="1256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39" name="Freeform: Shape 238">
              <a:extLst>
                <a:ext uri="{FF2B5EF4-FFF2-40B4-BE49-F238E27FC236}">
                  <a16:creationId xmlns:a16="http://schemas.microsoft.com/office/drawing/2014/main" id="{F7D15698-F822-4BC9-A02E-E046D5DBC14E}"/>
                </a:ext>
              </a:extLst>
            </p:cNvPr>
            <p:cNvSpPr/>
            <p:nvPr>
              <p:custDataLst>
                <p:tags r:id="rId153"/>
              </p:custDataLst>
            </p:nvPr>
          </p:nvSpPr>
          <p:spPr>
            <a:xfrm>
              <a:off x="4332150" y="5364567"/>
              <a:ext cx="42095" cy="180847"/>
            </a:xfrm>
            <a:custGeom>
              <a:avLst/>
              <a:gdLst>
                <a:gd name="connsiteX0" fmla="*/ 42261 w 42095"/>
                <a:gd name="connsiteY0" fmla="*/ 179120 h 180847"/>
                <a:gd name="connsiteX1" fmla="*/ 39176 w 42095"/>
                <a:gd name="connsiteY1" fmla="*/ 175141 h 180847"/>
                <a:gd name="connsiteX2" fmla="*/ 10690 w 42095"/>
                <a:gd name="connsiteY2" fmla="*/ 90505 h 180847"/>
                <a:gd name="connsiteX3" fmla="*/ 39902 w 42095"/>
                <a:gd name="connsiteY3" fmla="*/ 4964 h 180847"/>
                <a:gd name="connsiteX4" fmla="*/ 42261 w 42095"/>
                <a:gd name="connsiteY4" fmla="*/ 1890 h 180847"/>
                <a:gd name="connsiteX5" fmla="*/ 40447 w 42095"/>
                <a:gd name="connsiteY5" fmla="*/ 81 h 180847"/>
                <a:gd name="connsiteX6" fmla="*/ 11597 w 42095"/>
                <a:gd name="connsiteY6" fmla="*/ 35346 h 180847"/>
                <a:gd name="connsiteX7" fmla="*/ 166 w 42095"/>
                <a:gd name="connsiteY7" fmla="*/ 90505 h 180847"/>
                <a:gd name="connsiteX8" fmla="*/ 12141 w 42095"/>
                <a:gd name="connsiteY8" fmla="*/ 146929 h 180847"/>
                <a:gd name="connsiteX9" fmla="*/ 40447 w 42095"/>
                <a:gd name="connsiteY9" fmla="*/ 180928 h 180847"/>
                <a:gd name="connsiteX10" fmla="*/ 42261 w 42095"/>
                <a:gd name="connsiteY10" fmla="*/ 179120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95" h="180847">
                  <a:moveTo>
                    <a:pt x="42261" y="179120"/>
                  </a:moveTo>
                  <a:cubicBezTo>
                    <a:pt x="42261" y="178577"/>
                    <a:pt x="42261" y="178216"/>
                    <a:pt x="39176" y="175141"/>
                  </a:cubicBezTo>
                  <a:cubicBezTo>
                    <a:pt x="16496" y="152355"/>
                    <a:pt x="10690" y="118174"/>
                    <a:pt x="10690" y="90505"/>
                  </a:cubicBezTo>
                  <a:cubicBezTo>
                    <a:pt x="10690" y="59037"/>
                    <a:pt x="17584" y="27570"/>
                    <a:pt x="39902" y="4964"/>
                  </a:cubicBezTo>
                  <a:cubicBezTo>
                    <a:pt x="42261" y="2794"/>
                    <a:pt x="42261" y="2432"/>
                    <a:pt x="42261" y="1890"/>
                  </a:cubicBezTo>
                  <a:cubicBezTo>
                    <a:pt x="42261" y="624"/>
                    <a:pt x="41535" y="81"/>
                    <a:pt x="40447" y="81"/>
                  </a:cubicBezTo>
                  <a:cubicBezTo>
                    <a:pt x="38632" y="81"/>
                    <a:pt x="22302" y="12379"/>
                    <a:pt x="11597" y="35346"/>
                  </a:cubicBezTo>
                  <a:cubicBezTo>
                    <a:pt x="2343" y="55240"/>
                    <a:pt x="166" y="75314"/>
                    <a:pt x="166" y="90505"/>
                  </a:cubicBezTo>
                  <a:cubicBezTo>
                    <a:pt x="166" y="104611"/>
                    <a:pt x="2162" y="126493"/>
                    <a:pt x="12141" y="146929"/>
                  </a:cubicBezTo>
                  <a:cubicBezTo>
                    <a:pt x="23028" y="169173"/>
                    <a:pt x="38632" y="180928"/>
                    <a:pt x="40447" y="180928"/>
                  </a:cubicBezTo>
                  <a:cubicBezTo>
                    <a:pt x="41535" y="180928"/>
                    <a:pt x="42261" y="180386"/>
                    <a:pt x="42261" y="17912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1" name="Freeform: Shape 240">
              <a:extLst>
                <a:ext uri="{FF2B5EF4-FFF2-40B4-BE49-F238E27FC236}">
                  <a16:creationId xmlns:a16="http://schemas.microsoft.com/office/drawing/2014/main" id="{71337060-FFE2-D3DA-B4CC-746299EE6D6C}"/>
                </a:ext>
              </a:extLst>
            </p:cNvPr>
            <p:cNvSpPr/>
            <p:nvPr>
              <p:custDataLst>
                <p:tags r:id="rId154"/>
              </p:custDataLst>
            </p:nvPr>
          </p:nvSpPr>
          <p:spPr>
            <a:xfrm>
              <a:off x="4391099" y="5376684"/>
              <a:ext cx="131910" cy="123518"/>
            </a:xfrm>
            <a:custGeom>
              <a:avLst/>
              <a:gdLst>
                <a:gd name="connsiteX0" fmla="*/ 102142 w 131910"/>
                <a:gd name="connsiteY0" fmla="*/ 20698 h 123518"/>
                <a:gd name="connsiteX1" fmla="*/ 104682 w 131910"/>
                <a:gd name="connsiteY1" fmla="*/ 18166 h 123518"/>
                <a:gd name="connsiteX2" fmla="*/ 128451 w 131910"/>
                <a:gd name="connsiteY2" fmla="*/ 5687 h 123518"/>
                <a:gd name="connsiteX3" fmla="*/ 132080 w 131910"/>
                <a:gd name="connsiteY3" fmla="*/ 2251 h 123518"/>
                <a:gd name="connsiteX4" fmla="*/ 129721 w 131910"/>
                <a:gd name="connsiteY4" fmla="*/ 81 h 123518"/>
                <a:gd name="connsiteX5" fmla="*/ 114843 w 131910"/>
                <a:gd name="connsiteY5" fmla="*/ 624 h 123518"/>
                <a:gd name="connsiteX6" fmla="*/ 96698 w 131910"/>
                <a:gd name="connsiteY6" fmla="*/ 81 h 123518"/>
                <a:gd name="connsiteX7" fmla="*/ 93251 w 131910"/>
                <a:gd name="connsiteY7" fmla="*/ 3517 h 123518"/>
                <a:gd name="connsiteX8" fmla="*/ 95973 w 131910"/>
                <a:gd name="connsiteY8" fmla="*/ 5687 h 123518"/>
                <a:gd name="connsiteX9" fmla="*/ 102505 w 131910"/>
                <a:gd name="connsiteY9" fmla="*/ 9847 h 123518"/>
                <a:gd name="connsiteX10" fmla="*/ 97606 w 131910"/>
                <a:gd name="connsiteY10" fmla="*/ 18528 h 123518"/>
                <a:gd name="connsiteX11" fmla="*/ 55510 w 131910"/>
                <a:gd name="connsiteY11" fmla="*/ 66814 h 123518"/>
                <a:gd name="connsiteX12" fmla="*/ 35551 w 131910"/>
                <a:gd name="connsiteY12" fmla="*/ 13102 h 123518"/>
                <a:gd name="connsiteX13" fmla="*/ 34463 w 131910"/>
                <a:gd name="connsiteY13" fmla="*/ 10028 h 123518"/>
                <a:gd name="connsiteX14" fmla="*/ 45168 w 131910"/>
                <a:gd name="connsiteY14" fmla="*/ 5687 h 123518"/>
                <a:gd name="connsiteX15" fmla="*/ 49523 w 131910"/>
                <a:gd name="connsiteY15" fmla="*/ 2071 h 123518"/>
                <a:gd name="connsiteX16" fmla="*/ 46801 w 131910"/>
                <a:gd name="connsiteY16" fmla="*/ 81 h 123518"/>
                <a:gd name="connsiteX17" fmla="*/ 23939 w 131910"/>
                <a:gd name="connsiteY17" fmla="*/ 624 h 123518"/>
                <a:gd name="connsiteX18" fmla="*/ 3617 w 131910"/>
                <a:gd name="connsiteY18" fmla="*/ 81 h 123518"/>
                <a:gd name="connsiteX19" fmla="*/ 170 w 131910"/>
                <a:gd name="connsiteY19" fmla="*/ 3698 h 123518"/>
                <a:gd name="connsiteX20" fmla="*/ 4343 w 131910"/>
                <a:gd name="connsiteY20" fmla="*/ 5687 h 123518"/>
                <a:gd name="connsiteX21" fmla="*/ 17588 w 131910"/>
                <a:gd name="connsiteY21" fmla="*/ 11836 h 123518"/>
                <a:gd name="connsiteX22" fmla="*/ 39906 w 131910"/>
                <a:gd name="connsiteY22" fmla="*/ 71335 h 123518"/>
                <a:gd name="connsiteX23" fmla="*/ 40632 w 131910"/>
                <a:gd name="connsiteY23" fmla="*/ 74409 h 123518"/>
                <a:gd name="connsiteX24" fmla="*/ 32467 w 131910"/>
                <a:gd name="connsiteY24" fmla="*/ 107324 h 123518"/>
                <a:gd name="connsiteX25" fmla="*/ 15411 w 131910"/>
                <a:gd name="connsiteY25" fmla="*/ 117994 h 123518"/>
                <a:gd name="connsiteX26" fmla="*/ 10512 w 131910"/>
                <a:gd name="connsiteY26" fmla="*/ 121610 h 123518"/>
                <a:gd name="connsiteX27" fmla="*/ 13052 w 131910"/>
                <a:gd name="connsiteY27" fmla="*/ 123600 h 123518"/>
                <a:gd name="connsiteX28" fmla="*/ 35914 w 131910"/>
                <a:gd name="connsiteY28" fmla="*/ 123057 h 123518"/>
                <a:gd name="connsiteX29" fmla="*/ 59139 w 131910"/>
                <a:gd name="connsiteY29" fmla="*/ 123600 h 123518"/>
                <a:gd name="connsiteX30" fmla="*/ 62587 w 131910"/>
                <a:gd name="connsiteY30" fmla="*/ 119983 h 123518"/>
                <a:gd name="connsiteX31" fmla="*/ 57506 w 131910"/>
                <a:gd name="connsiteY31" fmla="*/ 117994 h 123518"/>
                <a:gd name="connsiteX32" fmla="*/ 50611 w 131910"/>
                <a:gd name="connsiteY32" fmla="*/ 117632 h 123518"/>
                <a:gd name="connsiteX33" fmla="*/ 45712 w 131910"/>
                <a:gd name="connsiteY33" fmla="*/ 114738 h 123518"/>
                <a:gd name="connsiteX34" fmla="*/ 48253 w 131910"/>
                <a:gd name="connsiteY34" fmla="*/ 103345 h 123518"/>
                <a:gd name="connsiteX35" fmla="*/ 54603 w 131910"/>
                <a:gd name="connsiteY35" fmla="*/ 77845 h 123518"/>
                <a:gd name="connsiteX36" fmla="*/ 57143 w 131910"/>
                <a:gd name="connsiteY36" fmla="*/ 72239 h 123518"/>
                <a:gd name="connsiteX37" fmla="*/ 102142 w 131910"/>
                <a:gd name="connsiteY37" fmla="*/ 20698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910" h="123518">
                  <a:moveTo>
                    <a:pt x="102142" y="20698"/>
                  </a:moveTo>
                  <a:lnTo>
                    <a:pt x="104682" y="18166"/>
                  </a:lnTo>
                  <a:cubicBezTo>
                    <a:pt x="110125" y="12740"/>
                    <a:pt x="116113" y="6592"/>
                    <a:pt x="128451" y="5687"/>
                  </a:cubicBezTo>
                  <a:cubicBezTo>
                    <a:pt x="130447" y="5507"/>
                    <a:pt x="132080" y="5507"/>
                    <a:pt x="132080" y="2251"/>
                  </a:cubicBezTo>
                  <a:cubicBezTo>
                    <a:pt x="132080" y="805"/>
                    <a:pt x="131173" y="81"/>
                    <a:pt x="129721" y="81"/>
                  </a:cubicBezTo>
                  <a:cubicBezTo>
                    <a:pt x="125004" y="81"/>
                    <a:pt x="119742" y="624"/>
                    <a:pt x="114843" y="624"/>
                  </a:cubicBezTo>
                  <a:cubicBezTo>
                    <a:pt x="108855" y="624"/>
                    <a:pt x="102505" y="81"/>
                    <a:pt x="96698" y="81"/>
                  </a:cubicBezTo>
                  <a:cubicBezTo>
                    <a:pt x="95610" y="81"/>
                    <a:pt x="93251" y="81"/>
                    <a:pt x="93251" y="3517"/>
                  </a:cubicBezTo>
                  <a:cubicBezTo>
                    <a:pt x="93251" y="5507"/>
                    <a:pt x="95065" y="5687"/>
                    <a:pt x="95973" y="5687"/>
                  </a:cubicBezTo>
                  <a:cubicBezTo>
                    <a:pt x="97243" y="5687"/>
                    <a:pt x="102505" y="6049"/>
                    <a:pt x="102505" y="9847"/>
                  </a:cubicBezTo>
                  <a:cubicBezTo>
                    <a:pt x="102505" y="12921"/>
                    <a:pt x="98331" y="17623"/>
                    <a:pt x="97606" y="18528"/>
                  </a:cubicBezTo>
                  <a:lnTo>
                    <a:pt x="55510" y="66814"/>
                  </a:lnTo>
                  <a:lnTo>
                    <a:pt x="35551" y="13102"/>
                  </a:lnTo>
                  <a:cubicBezTo>
                    <a:pt x="34463" y="10570"/>
                    <a:pt x="34463" y="10209"/>
                    <a:pt x="34463" y="10028"/>
                  </a:cubicBezTo>
                  <a:cubicBezTo>
                    <a:pt x="34463" y="5687"/>
                    <a:pt x="43354" y="5687"/>
                    <a:pt x="45168" y="5687"/>
                  </a:cubicBezTo>
                  <a:cubicBezTo>
                    <a:pt x="47708" y="5687"/>
                    <a:pt x="49523" y="5687"/>
                    <a:pt x="49523" y="2071"/>
                  </a:cubicBezTo>
                  <a:cubicBezTo>
                    <a:pt x="49523" y="81"/>
                    <a:pt x="47345" y="81"/>
                    <a:pt x="46801" y="81"/>
                  </a:cubicBezTo>
                  <a:cubicBezTo>
                    <a:pt x="41721" y="81"/>
                    <a:pt x="29019" y="624"/>
                    <a:pt x="23939" y="624"/>
                  </a:cubicBezTo>
                  <a:cubicBezTo>
                    <a:pt x="19403" y="624"/>
                    <a:pt x="8153" y="81"/>
                    <a:pt x="3617" y="81"/>
                  </a:cubicBezTo>
                  <a:cubicBezTo>
                    <a:pt x="2528" y="81"/>
                    <a:pt x="170" y="81"/>
                    <a:pt x="170" y="3698"/>
                  </a:cubicBezTo>
                  <a:cubicBezTo>
                    <a:pt x="170" y="5687"/>
                    <a:pt x="1984" y="5687"/>
                    <a:pt x="4343" y="5687"/>
                  </a:cubicBezTo>
                  <a:cubicBezTo>
                    <a:pt x="15230" y="5687"/>
                    <a:pt x="15955" y="7315"/>
                    <a:pt x="17588" y="11836"/>
                  </a:cubicBezTo>
                  <a:lnTo>
                    <a:pt x="39906" y="71335"/>
                  </a:lnTo>
                  <a:cubicBezTo>
                    <a:pt x="40088" y="71878"/>
                    <a:pt x="40632" y="73867"/>
                    <a:pt x="40632" y="74409"/>
                  </a:cubicBezTo>
                  <a:cubicBezTo>
                    <a:pt x="40632" y="74952"/>
                    <a:pt x="33374" y="104068"/>
                    <a:pt x="32467" y="107324"/>
                  </a:cubicBezTo>
                  <a:cubicBezTo>
                    <a:pt x="30108" y="117270"/>
                    <a:pt x="29927" y="117813"/>
                    <a:pt x="15411" y="117994"/>
                  </a:cubicBezTo>
                  <a:cubicBezTo>
                    <a:pt x="11964" y="117994"/>
                    <a:pt x="10512" y="117994"/>
                    <a:pt x="10512" y="121610"/>
                  </a:cubicBezTo>
                  <a:cubicBezTo>
                    <a:pt x="10512" y="123600"/>
                    <a:pt x="12689" y="123600"/>
                    <a:pt x="13052" y="123600"/>
                  </a:cubicBezTo>
                  <a:cubicBezTo>
                    <a:pt x="18133" y="123600"/>
                    <a:pt x="30834" y="123057"/>
                    <a:pt x="35914" y="123057"/>
                  </a:cubicBezTo>
                  <a:cubicBezTo>
                    <a:pt x="40995" y="123057"/>
                    <a:pt x="54059" y="123600"/>
                    <a:pt x="59139" y="123600"/>
                  </a:cubicBezTo>
                  <a:cubicBezTo>
                    <a:pt x="60409" y="123600"/>
                    <a:pt x="62587" y="123600"/>
                    <a:pt x="62587" y="119983"/>
                  </a:cubicBezTo>
                  <a:cubicBezTo>
                    <a:pt x="62587" y="117994"/>
                    <a:pt x="60954" y="117994"/>
                    <a:pt x="57506" y="117994"/>
                  </a:cubicBezTo>
                  <a:cubicBezTo>
                    <a:pt x="57143" y="117994"/>
                    <a:pt x="53696" y="117994"/>
                    <a:pt x="50611" y="117632"/>
                  </a:cubicBezTo>
                  <a:cubicBezTo>
                    <a:pt x="46801" y="117270"/>
                    <a:pt x="45712" y="116908"/>
                    <a:pt x="45712" y="114738"/>
                  </a:cubicBezTo>
                  <a:cubicBezTo>
                    <a:pt x="45712" y="113472"/>
                    <a:pt x="47345" y="107143"/>
                    <a:pt x="48253" y="103345"/>
                  </a:cubicBezTo>
                  <a:lnTo>
                    <a:pt x="54603" y="77845"/>
                  </a:lnTo>
                  <a:cubicBezTo>
                    <a:pt x="55510" y="74409"/>
                    <a:pt x="55692" y="73867"/>
                    <a:pt x="57143" y="72239"/>
                  </a:cubicBezTo>
                  <a:lnTo>
                    <a:pt x="102142" y="206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2" name="Freeform: Shape 241">
              <a:extLst>
                <a:ext uri="{FF2B5EF4-FFF2-40B4-BE49-F238E27FC236}">
                  <a16:creationId xmlns:a16="http://schemas.microsoft.com/office/drawing/2014/main" id="{D498AC59-A068-1903-DB3D-A25916D8A8A0}"/>
                </a:ext>
              </a:extLst>
            </p:cNvPr>
            <p:cNvSpPr/>
            <p:nvPr>
              <p:custDataLst>
                <p:tags r:id="rId155"/>
              </p:custDataLst>
            </p:nvPr>
          </p:nvSpPr>
          <p:spPr>
            <a:xfrm>
              <a:off x="4496057" y="5471502"/>
              <a:ext cx="77604" cy="57093"/>
            </a:xfrm>
            <a:custGeom>
              <a:avLst/>
              <a:gdLst>
                <a:gd name="connsiteX0" fmla="*/ 9701 w 77604"/>
                <a:gd name="connsiteY0" fmla="*/ 47935 h 57093"/>
                <a:gd name="connsiteX1" fmla="*/ 8431 w 77604"/>
                <a:gd name="connsiteY1" fmla="*/ 53125 h 57093"/>
                <a:gd name="connsiteX2" fmla="*/ 12750 w 77604"/>
                <a:gd name="connsiteY2" fmla="*/ 57176 h 57093"/>
                <a:gd name="connsiteX3" fmla="*/ 17703 w 77604"/>
                <a:gd name="connsiteY3" fmla="*/ 54391 h 57093"/>
                <a:gd name="connsiteX4" fmla="*/ 19989 w 77604"/>
                <a:gd name="connsiteY4" fmla="*/ 46542 h 57093"/>
                <a:gd name="connsiteX5" fmla="*/ 22783 w 77604"/>
                <a:gd name="connsiteY5" fmla="*/ 35149 h 57093"/>
                <a:gd name="connsiteX6" fmla="*/ 24943 w 77604"/>
                <a:gd name="connsiteY6" fmla="*/ 26667 h 57093"/>
                <a:gd name="connsiteX7" fmla="*/ 30277 w 77604"/>
                <a:gd name="connsiteY7" fmla="*/ 15274 h 57093"/>
                <a:gd name="connsiteX8" fmla="*/ 49329 w 77604"/>
                <a:gd name="connsiteY8" fmla="*/ 3627 h 57093"/>
                <a:gd name="connsiteX9" fmla="*/ 56823 w 77604"/>
                <a:gd name="connsiteY9" fmla="*/ 12489 h 57093"/>
                <a:gd name="connsiteX10" fmla="*/ 49329 w 77604"/>
                <a:gd name="connsiteY10" fmla="*/ 39453 h 57093"/>
                <a:gd name="connsiteX11" fmla="*/ 47424 w 77604"/>
                <a:gd name="connsiteY11" fmla="*/ 46289 h 57093"/>
                <a:gd name="connsiteX12" fmla="*/ 59490 w 77604"/>
                <a:gd name="connsiteY12" fmla="*/ 57176 h 57093"/>
                <a:gd name="connsiteX13" fmla="*/ 77779 w 77604"/>
                <a:gd name="connsiteY13" fmla="*/ 37807 h 57093"/>
                <a:gd name="connsiteX14" fmla="*/ 75747 w 77604"/>
                <a:gd name="connsiteY14" fmla="*/ 36162 h 57093"/>
                <a:gd name="connsiteX15" fmla="*/ 73334 w 77604"/>
                <a:gd name="connsiteY15" fmla="*/ 38314 h 57093"/>
                <a:gd name="connsiteX16" fmla="*/ 59871 w 77604"/>
                <a:gd name="connsiteY16" fmla="*/ 53632 h 57093"/>
                <a:gd name="connsiteX17" fmla="*/ 56696 w 77604"/>
                <a:gd name="connsiteY17" fmla="*/ 49201 h 57093"/>
                <a:gd name="connsiteX18" fmla="*/ 59617 w 77604"/>
                <a:gd name="connsiteY18" fmla="*/ 38947 h 57093"/>
                <a:gd name="connsiteX19" fmla="*/ 66348 w 77604"/>
                <a:gd name="connsiteY19" fmla="*/ 14514 h 57093"/>
                <a:gd name="connsiteX20" fmla="*/ 49837 w 77604"/>
                <a:gd name="connsiteY20" fmla="*/ 83 h 57093"/>
                <a:gd name="connsiteX21" fmla="*/ 28372 w 77604"/>
                <a:gd name="connsiteY21" fmla="*/ 11603 h 57093"/>
                <a:gd name="connsiteX22" fmla="*/ 14782 w 77604"/>
                <a:gd name="connsiteY22" fmla="*/ 83 h 57093"/>
                <a:gd name="connsiteX23" fmla="*/ 4748 w 77604"/>
                <a:gd name="connsiteY23" fmla="*/ 6919 h 57093"/>
                <a:gd name="connsiteX24" fmla="*/ 175 w 77604"/>
                <a:gd name="connsiteY24" fmla="*/ 19451 h 57093"/>
                <a:gd name="connsiteX25" fmla="*/ 2335 w 77604"/>
                <a:gd name="connsiteY25" fmla="*/ 21097 h 57093"/>
                <a:gd name="connsiteX26" fmla="*/ 5129 w 77604"/>
                <a:gd name="connsiteY26" fmla="*/ 17299 h 57093"/>
                <a:gd name="connsiteX27" fmla="*/ 14401 w 77604"/>
                <a:gd name="connsiteY27" fmla="*/ 3627 h 57093"/>
                <a:gd name="connsiteX28" fmla="*/ 18592 w 77604"/>
                <a:gd name="connsiteY28" fmla="*/ 9830 h 57093"/>
                <a:gd name="connsiteX29" fmla="*/ 16560 w 77604"/>
                <a:gd name="connsiteY29" fmla="*/ 20338 h 57093"/>
                <a:gd name="connsiteX30" fmla="*/ 13766 w 77604"/>
                <a:gd name="connsiteY30" fmla="*/ 31731 h 57093"/>
                <a:gd name="connsiteX31" fmla="*/ 9701 w 77604"/>
                <a:gd name="connsiteY31" fmla="*/ 47935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604" h="57093">
                  <a:moveTo>
                    <a:pt x="9701" y="47935"/>
                  </a:moveTo>
                  <a:cubicBezTo>
                    <a:pt x="9193" y="49581"/>
                    <a:pt x="8431" y="52745"/>
                    <a:pt x="8431" y="53125"/>
                  </a:cubicBezTo>
                  <a:cubicBezTo>
                    <a:pt x="8431" y="55910"/>
                    <a:pt x="10717" y="57176"/>
                    <a:pt x="12750" y="57176"/>
                  </a:cubicBezTo>
                  <a:cubicBezTo>
                    <a:pt x="15036" y="57176"/>
                    <a:pt x="17068" y="55530"/>
                    <a:pt x="17703" y="54391"/>
                  </a:cubicBezTo>
                  <a:cubicBezTo>
                    <a:pt x="18338" y="53252"/>
                    <a:pt x="19354" y="49201"/>
                    <a:pt x="19989" y="46542"/>
                  </a:cubicBezTo>
                  <a:cubicBezTo>
                    <a:pt x="20624" y="44137"/>
                    <a:pt x="22021" y="38314"/>
                    <a:pt x="22783" y="35149"/>
                  </a:cubicBezTo>
                  <a:cubicBezTo>
                    <a:pt x="23546" y="32364"/>
                    <a:pt x="24308" y="29579"/>
                    <a:pt x="24943" y="26667"/>
                  </a:cubicBezTo>
                  <a:cubicBezTo>
                    <a:pt x="26340" y="21477"/>
                    <a:pt x="26594" y="20464"/>
                    <a:pt x="30277" y="15274"/>
                  </a:cubicBezTo>
                  <a:cubicBezTo>
                    <a:pt x="33833" y="10210"/>
                    <a:pt x="39803" y="3627"/>
                    <a:pt x="49329" y="3627"/>
                  </a:cubicBezTo>
                  <a:cubicBezTo>
                    <a:pt x="56696" y="3627"/>
                    <a:pt x="56823" y="10084"/>
                    <a:pt x="56823" y="12489"/>
                  </a:cubicBezTo>
                  <a:cubicBezTo>
                    <a:pt x="56823" y="20084"/>
                    <a:pt x="51361" y="34136"/>
                    <a:pt x="49329" y="39453"/>
                  </a:cubicBezTo>
                  <a:cubicBezTo>
                    <a:pt x="47932" y="42998"/>
                    <a:pt x="47424" y="44137"/>
                    <a:pt x="47424" y="46289"/>
                  </a:cubicBezTo>
                  <a:cubicBezTo>
                    <a:pt x="47424" y="52999"/>
                    <a:pt x="53012" y="57176"/>
                    <a:pt x="59490" y="57176"/>
                  </a:cubicBezTo>
                  <a:cubicBezTo>
                    <a:pt x="72191" y="57176"/>
                    <a:pt x="77779" y="39706"/>
                    <a:pt x="77779" y="37807"/>
                  </a:cubicBezTo>
                  <a:cubicBezTo>
                    <a:pt x="77779" y="36162"/>
                    <a:pt x="76128" y="36162"/>
                    <a:pt x="75747" y="36162"/>
                  </a:cubicBezTo>
                  <a:cubicBezTo>
                    <a:pt x="73969" y="36162"/>
                    <a:pt x="73842" y="36921"/>
                    <a:pt x="73334" y="38314"/>
                  </a:cubicBezTo>
                  <a:cubicBezTo>
                    <a:pt x="70413" y="48441"/>
                    <a:pt x="64951" y="53632"/>
                    <a:pt x="59871" y="53632"/>
                  </a:cubicBezTo>
                  <a:cubicBezTo>
                    <a:pt x="57204" y="53632"/>
                    <a:pt x="56696" y="51859"/>
                    <a:pt x="56696" y="49201"/>
                  </a:cubicBezTo>
                  <a:cubicBezTo>
                    <a:pt x="56696" y="46289"/>
                    <a:pt x="57331" y="44643"/>
                    <a:pt x="59617" y="38947"/>
                  </a:cubicBezTo>
                  <a:cubicBezTo>
                    <a:pt x="61141" y="35022"/>
                    <a:pt x="66348" y="21604"/>
                    <a:pt x="66348" y="14514"/>
                  </a:cubicBezTo>
                  <a:cubicBezTo>
                    <a:pt x="66348" y="2235"/>
                    <a:pt x="56569" y="83"/>
                    <a:pt x="49837" y="83"/>
                  </a:cubicBezTo>
                  <a:cubicBezTo>
                    <a:pt x="39295" y="83"/>
                    <a:pt x="32182" y="6539"/>
                    <a:pt x="28372" y="11603"/>
                  </a:cubicBezTo>
                  <a:cubicBezTo>
                    <a:pt x="27483" y="2868"/>
                    <a:pt x="19989" y="83"/>
                    <a:pt x="14782" y="83"/>
                  </a:cubicBezTo>
                  <a:cubicBezTo>
                    <a:pt x="9320" y="83"/>
                    <a:pt x="6399" y="4007"/>
                    <a:pt x="4748" y="6919"/>
                  </a:cubicBezTo>
                  <a:cubicBezTo>
                    <a:pt x="1954" y="11603"/>
                    <a:pt x="175" y="18818"/>
                    <a:pt x="175" y="19451"/>
                  </a:cubicBezTo>
                  <a:cubicBezTo>
                    <a:pt x="175" y="21097"/>
                    <a:pt x="1954" y="21097"/>
                    <a:pt x="2335" y="21097"/>
                  </a:cubicBezTo>
                  <a:cubicBezTo>
                    <a:pt x="4113" y="21097"/>
                    <a:pt x="4240" y="20717"/>
                    <a:pt x="5129" y="17299"/>
                  </a:cubicBezTo>
                  <a:cubicBezTo>
                    <a:pt x="7034" y="9830"/>
                    <a:pt x="9447" y="3627"/>
                    <a:pt x="14401" y="3627"/>
                  </a:cubicBezTo>
                  <a:cubicBezTo>
                    <a:pt x="17703" y="3627"/>
                    <a:pt x="18592" y="6412"/>
                    <a:pt x="18592" y="9830"/>
                  </a:cubicBezTo>
                  <a:cubicBezTo>
                    <a:pt x="18592" y="12236"/>
                    <a:pt x="17449" y="16920"/>
                    <a:pt x="16560" y="20338"/>
                  </a:cubicBezTo>
                  <a:cubicBezTo>
                    <a:pt x="15671" y="23756"/>
                    <a:pt x="14401" y="28946"/>
                    <a:pt x="13766" y="31731"/>
                  </a:cubicBezTo>
                  <a:lnTo>
                    <a:pt x="9701" y="479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3" name="Freeform: Shape 242">
              <a:extLst>
                <a:ext uri="{FF2B5EF4-FFF2-40B4-BE49-F238E27FC236}">
                  <a16:creationId xmlns:a16="http://schemas.microsoft.com/office/drawing/2014/main" id="{B783DC12-A96B-8193-FA29-D132738732A6}"/>
                </a:ext>
              </a:extLst>
            </p:cNvPr>
            <p:cNvSpPr/>
            <p:nvPr>
              <p:custDataLst>
                <p:tags r:id="rId156"/>
              </p:custDataLst>
            </p:nvPr>
          </p:nvSpPr>
          <p:spPr>
            <a:xfrm>
              <a:off x="4654315" y="5385184"/>
              <a:ext cx="110862" cy="139794"/>
            </a:xfrm>
            <a:custGeom>
              <a:avLst/>
              <a:gdLst>
                <a:gd name="connsiteX0" fmla="*/ 107599 w 110862"/>
                <a:gd name="connsiteY0" fmla="*/ 7677 h 139794"/>
                <a:gd name="connsiteX1" fmla="*/ 111047 w 110862"/>
                <a:gd name="connsiteY1" fmla="*/ 3698 h 139794"/>
                <a:gd name="connsiteX2" fmla="*/ 107418 w 110862"/>
                <a:gd name="connsiteY2" fmla="*/ 81 h 139794"/>
                <a:gd name="connsiteX3" fmla="*/ 104152 w 110862"/>
                <a:gd name="connsiteY3" fmla="*/ 1166 h 139794"/>
                <a:gd name="connsiteX4" fmla="*/ 3813 w 110862"/>
                <a:gd name="connsiteY4" fmla="*/ 48367 h 139794"/>
                <a:gd name="connsiteX5" fmla="*/ 184 w 110862"/>
                <a:gd name="connsiteY5" fmla="*/ 52527 h 139794"/>
                <a:gd name="connsiteX6" fmla="*/ 3813 w 110862"/>
                <a:gd name="connsiteY6" fmla="*/ 56506 h 139794"/>
                <a:gd name="connsiteX7" fmla="*/ 104152 w 110862"/>
                <a:gd name="connsiteY7" fmla="*/ 103526 h 139794"/>
                <a:gd name="connsiteX8" fmla="*/ 107418 w 110862"/>
                <a:gd name="connsiteY8" fmla="*/ 104792 h 139794"/>
                <a:gd name="connsiteX9" fmla="*/ 111047 w 110862"/>
                <a:gd name="connsiteY9" fmla="*/ 101175 h 139794"/>
                <a:gd name="connsiteX10" fmla="*/ 107236 w 110862"/>
                <a:gd name="connsiteY10" fmla="*/ 97015 h 139794"/>
                <a:gd name="connsiteX11" fmla="*/ 12340 w 110862"/>
                <a:gd name="connsiteY11" fmla="*/ 52527 h 139794"/>
                <a:gd name="connsiteX12" fmla="*/ 107599 w 110862"/>
                <a:gd name="connsiteY12" fmla="*/ 7677 h 139794"/>
                <a:gd name="connsiteX13" fmla="*/ 104696 w 110862"/>
                <a:gd name="connsiteY13" fmla="*/ 139876 h 139794"/>
                <a:gd name="connsiteX14" fmla="*/ 111047 w 110862"/>
                <a:gd name="connsiteY14" fmla="*/ 136259 h 139794"/>
                <a:gd name="connsiteX15" fmla="*/ 104515 w 110862"/>
                <a:gd name="connsiteY15" fmla="*/ 132642 h 139794"/>
                <a:gd name="connsiteX16" fmla="*/ 6716 w 110862"/>
                <a:gd name="connsiteY16" fmla="*/ 132642 h 139794"/>
                <a:gd name="connsiteX17" fmla="*/ 184 w 110862"/>
                <a:gd name="connsiteY17" fmla="*/ 136259 h 139794"/>
                <a:gd name="connsiteX18" fmla="*/ 6534 w 110862"/>
                <a:gd name="connsiteY18" fmla="*/ 139876 h 139794"/>
                <a:gd name="connsiteX19" fmla="*/ 104696 w 110862"/>
                <a:gd name="connsiteY19" fmla="*/ 139876 h 13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862" h="139794">
                  <a:moveTo>
                    <a:pt x="107599" y="7677"/>
                  </a:moveTo>
                  <a:cubicBezTo>
                    <a:pt x="109595" y="6773"/>
                    <a:pt x="111047" y="5868"/>
                    <a:pt x="111047" y="3698"/>
                  </a:cubicBezTo>
                  <a:cubicBezTo>
                    <a:pt x="111047" y="1709"/>
                    <a:pt x="109595" y="81"/>
                    <a:pt x="107418" y="81"/>
                  </a:cubicBezTo>
                  <a:cubicBezTo>
                    <a:pt x="106510" y="81"/>
                    <a:pt x="104877" y="805"/>
                    <a:pt x="104152" y="1166"/>
                  </a:cubicBezTo>
                  <a:lnTo>
                    <a:pt x="3813" y="48367"/>
                  </a:lnTo>
                  <a:cubicBezTo>
                    <a:pt x="728" y="49814"/>
                    <a:pt x="184" y="51080"/>
                    <a:pt x="184" y="52527"/>
                  </a:cubicBezTo>
                  <a:cubicBezTo>
                    <a:pt x="184" y="54154"/>
                    <a:pt x="1272" y="55420"/>
                    <a:pt x="3813" y="56506"/>
                  </a:cubicBezTo>
                  <a:lnTo>
                    <a:pt x="104152" y="103526"/>
                  </a:lnTo>
                  <a:cubicBezTo>
                    <a:pt x="106510" y="104792"/>
                    <a:pt x="106873" y="104792"/>
                    <a:pt x="107418" y="104792"/>
                  </a:cubicBezTo>
                  <a:cubicBezTo>
                    <a:pt x="109414" y="104792"/>
                    <a:pt x="111047" y="103164"/>
                    <a:pt x="111047" y="101175"/>
                  </a:cubicBezTo>
                  <a:cubicBezTo>
                    <a:pt x="111047" y="99547"/>
                    <a:pt x="110321" y="98462"/>
                    <a:pt x="107236" y="97015"/>
                  </a:cubicBezTo>
                  <a:lnTo>
                    <a:pt x="12340" y="52527"/>
                  </a:lnTo>
                  <a:lnTo>
                    <a:pt x="107599" y="7677"/>
                  </a:lnTo>
                  <a:close/>
                  <a:moveTo>
                    <a:pt x="104696" y="139876"/>
                  </a:moveTo>
                  <a:cubicBezTo>
                    <a:pt x="107781" y="139876"/>
                    <a:pt x="111047" y="139876"/>
                    <a:pt x="111047" y="136259"/>
                  </a:cubicBezTo>
                  <a:cubicBezTo>
                    <a:pt x="111047" y="132642"/>
                    <a:pt x="107236" y="132642"/>
                    <a:pt x="104515" y="132642"/>
                  </a:cubicBezTo>
                  <a:lnTo>
                    <a:pt x="6716" y="132642"/>
                  </a:lnTo>
                  <a:cubicBezTo>
                    <a:pt x="3994" y="132642"/>
                    <a:pt x="184" y="132642"/>
                    <a:pt x="184" y="136259"/>
                  </a:cubicBezTo>
                  <a:cubicBezTo>
                    <a:pt x="184" y="139876"/>
                    <a:pt x="3450" y="139876"/>
                    <a:pt x="6534" y="139876"/>
                  </a:cubicBezTo>
                  <a:lnTo>
                    <a:pt x="104696" y="1398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4" name="Freeform: Shape 243">
              <a:extLst>
                <a:ext uri="{FF2B5EF4-FFF2-40B4-BE49-F238E27FC236}">
                  <a16:creationId xmlns:a16="http://schemas.microsoft.com/office/drawing/2014/main" id="{69D6D840-3BDE-5C89-F15E-76D54347460F}"/>
                </a:ext>
              </a:extLst>
            </p:cNvPr>
            <p:cNvSpPr/>
            <p:nvPr>
              <p:custDataLst>
                <p:tags r:id="rId157"/>
              </p:custDataLst>
            </p:nvPr>
          </p:nvSpPr>
          <p:spPr>
            <a:xfrm>
              <a:off x="4828420" y="5380662"/>
              <a:ext cx="74392" cy="156613"/>
            </a:xfrm>
            <a:custGeom>
              <a:avLst/>
              <a:gdLst>
                <a:gd name="connsiteX0" fmla="*/ 74587 w 74392"/>
                <a:gd name="connsiteY0" fmla="*/ 6592 h 156613"/>
                <a:gd name="connsiteX1" fmla="*/ 67692 w 74392"/>
                <a:gd name="connsiteY1" fmla="*/ 81 h 156613"/>
                <a:gd name="connsiteX2" fmla="*/ 58075 w 74392"/>
                <a:gd name="connsiteY2" fmla="*/ 9666 h 156613"/>
                <a:gd name="connsiteX3" fmla="*/ 64789 w 74392"/>
                <a:gd name="connsiteY3" fmla="*/ 16177 h 156613"/>
                <a:gd name="connsiteX4" fmla="*/ 74587 w 74392"/>
                <a:gd name="connsiteY4" fmla="*/ 6592 h 156613"/>
                <a:gd name="connsiteX5" fmla="*/ 38116 w 74392"/>
                <a:gd name="connsiteY5" fmla="*/ 128664 h 156613"/>
                <a:gd name="connsiteX6" fmla="*/ 15798 w 74392"/>
                <a:gd name="connsiteY6" fmla="*/ 152716 h 156613"/>
                <a:gd name="connsiteX7" fmla="*/ 8722 w 74392"/>
                <a:gd name="connsiteY7" fmla="*/ 151089 h 156613"/>
                <a:gd name="connsiteX8" fmla="*/ 16887 w 74392"/>
                <a:gd name="connsiteY8" fmla="*/ 141504 h 156613"/>
                <a:gd name="connsiteX9" fmla="*/ 9992 w 74392"/>
                <a:gd name="connsiteY9" fmla="*/ 135174 h 156613"/>
                <a:gd name="connsiteX10" fmla="*/ 194 w 74392"/>
                <a:gd name="connsiteY10" fmla="*/ 145482 h 156613"/>
                <a:gd name="connsiteX11" fmla="*/ 16161 w 74392"/>
                <a:gd name="connsiteY11" fmla="*/ 156695 h 156613"/>
                <a:gd name="connsiteX12" fmla="*/ 50273 w 74392"/>
                <a:gd name="connsiteY12" fmla="*/ 129206 h 156613"/>
                <a:gd name="connsiteX13" fmla="*/ 66966 w 74392"/>
                <a:gd name="connsiteY13" fmla="*/ 63016 h 156613"/>
                <a:gd name="connsiteX14" fmla="*/ 67873 w 74392"/>
                <a:gd name="connsiteY14" fmla="*/ 56325 h 156613"/>
                <a:gd name="connsiteX15" fmla="*/ 51180 w 74392"/>
                <a:gd name="connsiteY15" fmla="*/ 39687 h 156613"/>
                <a:gd name="connsiteX16" fmla="*/ 22330 w 74392"/>
                <a:gd name="connsiteY16" fmla="*/ 67537 h 156613"/>
                <a:gd name="connsiteX17" fmla="*/ 24508 w 74392"/>
                <a:gd name="connsiteY17" fmla="*/ 69346 h 156613"/>
                <a:gd name="connsiteX18" fmla="*/ 27774 w 74392"/>
                <a:gd name="connsiteY18" fmla="*/ 65729 h 156613"/>
                <a:gd name="connsiteX19" fmla="*/ 50636 w 74392"/>
                <a:gd name="connsiteY19" fmla="*/ 43665 h 156613"/>
                <a:gd name="connsiteX20" fmla="*/ 56442 w 74392"/>
                <a:gd name="connsiteY20" fmla="*/ 51984 h 156613"/>
                <a:gd name="connsiteX21" fmla="*/ 55172 w 74392"/>
                <a:gd name="connsiteY21" fmla="*/ 61208 h 156613"/>
                <a:gd name="connsiteX22" fmla="*/ 38116 w 74392"/>
                <a:gd name="connsiteY22" fmla="*/ 128664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392" h="156613">
                  <a:moveTo>
                    <a:pt x="74587" y="6592"/>
                  </a:moveTo>
                  <a:cubicBezTo>
                    <a:pt x="74587" y="3156"/>
                    <a:pt x="72046" y="81"/>
                    <a:pt x="67692" y="81"/>
                  </a:cubicBezTo>
                  <a:cubicBezTo>
                    <a:pt x="63518" y="81"/>
                    <a:pt x="58075" y="4241"/>
                    <a:pt x="58075" y="9666"/>
                  </a:cubicBezTo>
                  <a:cubicBezTo>
                    <a:pt x="58075" y="13283"/>
                    <a:pt x="60615" y="16177"/>
                    <a:pt x="64789" y="16177"/>
                  </a:cubicBezTo>
                  <a:cubicBezTo>
                    <a:pt x="69688" y="16177"/>
                    <a:pt x="74587" y="11475"/>
                    <a:pt x="74587" y="6592"/>
                  </a:cubicBezTo>
                  <a:close/>
                  <a:moveTo>
                    <a:pt x="38116" y="128664"/>
                  </a:moveTo>
                  <a:cubicBezTo>
                    <a:pt x="34669" y="142408"/>
                    <a:pt x="25959" y="152716"/>
                    <a:pt x="15798" y="152716"/>
                  </a:cubicBezTo>
                  <a:cubicBezTo>
                    <a:pt x="14710" y="152716"/>
                    <a:pt x="11988" y="152716"/>
                    <a:pt x="8722" y="151089"/>
                  </a:cubicBezTo>
                  <a:cubicBezTo>
                    <a:pt x="14165" y="149823"/>
                    <a:pt x="16887" y="145121"/>
                    <a:pt x="16887" y="141504"/>
                  </a:cubicBezTo>
                  <a:cubicBezTo>
                    <a:pt x="16887" y="138610"/>
                    <a:pt x="14891" y="135174"/>
                    <a:pt x="9992" y="135174"/>
                  </a:cubicBezTo>
                  <a:cubicBezTo>
                    <a:pt x="5456" y="135174"/>
                    <a:pt x="194" y="138972"/>
                    <a:pt x="194" y="145482"/>
                  </a:cubicBezTo>
                  <a:cubicBezTo>
                    <a:pt x="194" y="152716"/>
                    <a:pt x="7452" y="156695"/>
                    <a:pt x="16161" y="156695"/>
                  </a:cubicBezTo>
                  <a:cubicBezTo>
                    <a:pt x="28862" y="156695"/>
                    <a:pt x="45737" y="147110"/>
                    <a:pt x="50273" y="129206"/>
                  </a:cubicBezTo>
                  <a:lnTo>
                    <a:pt x="66966" y="63016"/>
                  </a:lnTo>
                  <a:cubicBezTo>
                    <a:pt x="67873" y="59399"/>
                    <a:pt x="67873" y="56867"/>
                    <a:pt x="67873" y="56325"/>
                  </a:cubicBezTo>
                  <a:cubicBezTo>
                    <a:pt x="67873" y="46016"/>
                    <a:pt x="60252" y="39687"/>
                    <a:pt x="51180" y="39687"/>
                  </a:cubicBezTo>
                  <a:cubicBezTo>
                    <a:pt x="32673" y="39687"/>
                    <a:pt x="22330" y="65910"/>
                    <a:pt x="22330" y="67537"/>
                  </a:cubicBezTo>
                  <a:cubicBezTo>
                    <a:pt x="22330" y="69346"/>
                    <a:pt x="24145" y="69346"/>
                    <a:pt x="24508" y="69346"/>
                  </a:cubicBezTo>
                  <a:cubicBezTo>
                    <a:pt x="26141" y="69346"/>
                    <a:pt x="26322" y="69165"/>
                    <a:pt x="27774" y="65729"/>
                  </a:cubicBezTo>
                  <a:cubicBezTo>
                    <a:pt x="32310" y="54697"/>
                    <a:pt x="40656" y="43665"/>
                    <a:pt x="50636" y="43665"/>
                  </a:cubicBezTo>
                  <a:cubicBezTo>
                    <a:pt x="53176" y="43665"/>
                    <a:pt x="56442" y="44389"/>
                    <a:pt x="56442" y="51984"/>
                  </a:cubicBezTo>
                  <a:cubicBezTo>
                    <a:pt x="56442" y="56144"/>
                    <a:pt x="55898" y="58133"/>
                    <a:pt x="55172" y="61208"/>
                  </a:cubicBezTo>
                  <a:lnTo>
                    <a:pt x="38116" y="12866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5" name="Freeform: Shape 244">
              <a:extLst>
                <a:ext uri="{FF2B5EF4-FFF2-40B4-BE49-F238E27FC236}">
                  <a16:creationId xmlns:a16="http://schemas.microsoft.com/office/drawing/2014/main" id="{837F12BF-CC07-5425-A1AA-483EC9EC006E}"/>
                </a:ext>
              </a:extLst>
            </p:cNvPr>
            <p:cNvSpPr/>
            <p:nvPr>
              <p:custDataLst>
                <p:tags r:id="rId158"/>
              </p:custDataLst>
            </p:nvPr>
          </p:nvSpPr>
          <p:spPr>
            <a:xfrm>
              <a:off x="4926228" y="5364567"/>
              <a:ext cx="42095" cy="180847"/>
            </a:xfrm>
            <a:custGeom>
              <a:avLst/>
              <a:gdLst>
                <a:gd name="connsiteX0" fmla="*/ 42294 w 42095"/>
                <a:gd name="connsiteY0" fmla="*/ 90505 h 180847"/>
                <a:gd name="connsiteX1" fmla="*/ 30319 w 42095"/>
                <a:gd name="connsiteY1" fmla="*/ 34080 h 180847"/>
                <a:gd name="connsiteX2" fmla="*/ 2013 w 42095"/>
                <a:gd name="connsiteY2" fmla="*/ 81 h 180847"/>
                <a:gd name="connsiteX3" fmla="*/ 199 w 42095"/>
                <a:gd name="connsiteY3" fmla="*/ 1890 h 180847"/>
                <a:gd name="connsiteX4" fmla="*/ 3646 w 42095"/>
                <a:gd name="connsiteY4" fmla="*/ 6049 h 180847"/>
                <a:gd name="connsiteX5" fmla="*/ 31770 w 42095"/>
                <a:gd name="connsiteY5" fmla="*/ 90505 h 180847"/>
                <a:gd name="connsiteX6" fmla="*/ 2558 w 42095"/>
                <a:gd name="connsiteY6" fmla="*/ 176045 h 180847"/>
                <a:gd name="connsiteX7" fmla="*/ 199 w 42095"/>
                <a:gd name="connsiteY7" fmla="*/ 179120 h 180847"/>
                <a:gd name="connsiteX8" fmla="*/ 2013 w 42095"/>
                <a:gd name="connsiteY8" fmla="*/ 180928 h 180847"/>
                <a:gd name="connsiteX9" fmla="*/ 30863 w 42095"/>
                <a:gd name="connsiteY9" fmla="*/ 145663 h 180847"/>
                <a:gd name="connsiteX10" fmla="*/ 42294 w 42095"/>
                <a:gd name="connsiteY10" fmla="*/ 90505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95" h="180847">
                  <a:moveTo>
                    <a:pt x="42294" y="90505"/>
                  </a:moveTo>
                  <a:cubicBezTo>
                    <a:pt x="42294" y="76399"/>
                    <a:pt x="40298" y="54516"/>
                    <a:pt x="30319" y="34080"/>
                  </a:cubicBezTo>
                  <a:cubicBezTo>
                    <a:pt x="19432" y="11836"/>
                    <a:pt x="3828" y="81"/>
                    <a:pt x="2013" y="81"/>
                  </a:cubicBezTo>
                  <a:cubicBezTo>
                    <a:pt x="925" y="81"/>
                    <a:pt x="199" y="805"/>
                    <a:pt x="199" y="1890"/>
                  </a:cubicBezTo>
                  <a:cubicBezTo>
                    <a:pt x="199" y="2432"/>
                    <a:pt x="199" y="2794"/>
                    <a:pt x="3646" y="6049"/>
                  </a:cubicBezTo>
                  <a:cubicBezTo>
                    <a:pt x="21428" y="23953"/>
                    <a:pt x="31770" y="52708"/>
                    <a:pt x="31770" y="90505"/>
                  </a:cubicBezTo>
                  <a:cubicBezTo>
                    <a:pt x="31770" y="121430"/>
                    <a:pt x="25057" y="153259"/>
                    <a:pt x="2558" y="176045"/>
                  </a:cubicBezTo>
                  <a:cubicBezTo>
                    <a:pt x="199" y="178216"/>
                    <a:pt x="199" y="178577"/>
                    <a:pt x="199" y="179120"/>
                  </a:cubicBezTo>
                  <a:cubicBezTo>
                    <a:pt x="199" y="180205"/>
                    <a:pt x="925" y="180928"/>
                    <a:pt x="2013" y="180928"/>
                  </a:cubicBezTo>
                  <a:cubicBezTo>
                    <a:pt x="3828" y="180928"/>
                    <a:pt x="20158" y="168631"/>
                    <a:pt x="30863" y="145663"/>
                  </a:cubicBezTo>
                  <a:cubicBezTo>
                    <a:pt x="40117" y="125770"/>
                    <a:pt x="42294" y="105696"/>
                    <a:pt x="42294" y="9050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6" name="Freeform: Shape 245">
              <a:extLst>
                <a:ext uri="{FF2B5EF4-FFF2-40B4-BE49-F238E27FC236}">
                  <a16:creationId xmlns:a16="http://schemas.microsoft.com/office/drawing/2014/main" id="{9C9229D9-BDF7-7848-3B8C-B6717DB20A2A}"/>
                </a:ext>
              </a:extLst>
            </p:cNvPr>
            <p:cNvSpPr/>
            <p:nvPr>
              <p:custDataLst>
                <p:tags r:id="rId159"/>
              </p:custDataLst>
            </p:nvPr>
          </p:nvSpPr>
          <p:spPr>
            <a:xfrm>
              <a:off x="5047009" y="5433831"/>
              <a:ext cx="120660" cy="42318"/>
            </a:xfrm>
            <a:custGeom>
              <a:avLst/>
              <a:gdLst>
                <a:gd name="connsiteX0" fmla="*/ 114697 w 120660"/>
                <a:gd name="connsiteY0" fmla="*/ 7315 h 42318"/>
                <a:gd name="connsiteX1" fmla="*/ 120866 w 120660"/>
                <a:gd name="connsiteY1" fmla="*/ 3698 h 42318"/>
                <a:gd name="connsiteX2" fmla="*/ 114879 w 120660"/>
                <a:gd name="connsiteY2" fmla="*/ 81 h 42318"/>
                <a:gd name="connsiteX3" fmla="*/ 6193 w 120660"/>
                <a:gd name="connsiteY3" fmla="*/ 81 h 42318"/>
                <a:gd name="connsiteX4" fmla="*/ 205 w 120660"/>
                <a:gd name="connsiteY4" fmla="*/ 3698 h 42318"/>
                <a:gd name="connsiteX5" fmla="*/ 6375 w 120660"/>
                <a:gd name="connsiteY5" fmla="*/ 7315 h 42318"/>
                <a:gd name="connsiteX6" fmla="*/ 114697 w 120660"/>
                <a:gd name="connsiteY6" fmla="*/ 7315 h 42318"/>
                <a:gd name="connsiteX7" fmla="*/ 114879 w 120660"/>
                <a:gd name="connsiteY7" fmla="*/ 42399 h 42318"/>
                <a:gd name="connsiteX8" fmla="*/ 120866 w 120660"/>
                <a:gd name="connsiteY8" fmla="*/ 38782 h 42318"/>
                <a:gd name="connsiteX9" fmla="*/ 114697 w 120660"/>
                <a:gd name="connsiteY9" fmla="*/ 35166 h 42318"/>
                <a:gd name="connsiteX10" fmla="*/ 6375 w 120660"/>
                <a:gd name="connsiteY10" fmla="*/ 35166 h 42318"/>
                <a:gd name="connsiteX11" fmla="*/ 205 w 120660"/>
                <a:gd name="connsiteY11" fmla="*/ 38782 h 42318"/>
                <a:gd name="connsiteX12" fmla="*/ 6193 w 120660"/>
                <a:gd name="connsiteY12" fmla="*/ 42399 h 42318"/>
                <a:gd name="connsiteX13" fmla="*/ 114879 w 120660"/>
                <a:gd name="connsiteY13" fmla="*/ 42399 h 4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660" h="42318">
                  <a:moveTo>
                    <a:pt x="114697" y="7315"/>
                  </a:moveTo>
                  <a:cubicBezTo>
                    <a:pt x="117419" y="7315"/>
                    <a:pt x="120866" y="7315"/>
                    <a:pt x="120866" y="3698"/>
                  </a:cubicBezTo>
                  <a:cubicBezTo>
                    <a:pt x="120866" y="81"/>
                    <a:pt x="117419" y="81"/>
                    <a:pt x="114879" y="81"/>
                  </a:cubicBezTo>
                  <a:lnTo>
                    <a:pt x="6193" y="81"/>
                  </a:lnTo>
                  <a:cubicBezTo>
                    <a:pt x="3653" y="81"/>
                    <a:pt x="205" y="81"/>
                    <a:pt x="205" y="3698"/>
                  </a:cubicBezTo>
                  <a:cubicBezTo>
                    <a:pt x="205" y="7315"/>
                    <a:pt x="3653" y="7315"/>
                    <a:pt x="6375" y="7315"/>
                  </a:cubicBezTo>
                  <a:lnTo>
                    <a:pt x="114697" y="7315"/>
                  </a:lnTo>
                  <a:close/>
                  <a:moveTo>
                    <a:pt x="114879" y="42399"/>
                  </a:moveTo>
                  <a:cubicBezTo>
                    <a:pt x="117419" y="42399"/>
                    <a:pt x="120866" y="42399"/>
                    <a:pt x="120866" y="38782"/>
                  </a:cubicBezTo>
                  <a:cubicBezTo>
                    <a:pt x="120866" y="35166"/>
                    <a:pt x="117419" y="35166"/>
                    <a:pt x="114697" y="35166"/>
                  </a:cubicBezTo>
                  <a:lnTo>
                    <a:pt x="6375" y="35166"/>
                  </a:lnTo>
                  <a:cubicBezTo>
                    <a:pt x="3653" y="35166"/>
                    <a:pt x="205" y="35166"/>
                    <a:pt x="205" y="38782"/>
                  </a:cubicBezTo>
                  <a:cubicBezTo>
                    <a:pt x="205" y="42399"/>
                    <a:pt x="3653" y="42399"/>
                    <a:pt x="6193" y="42399"/>
                  </a:cubicBezTo>
                  <a:lnTo>
                    <a:pt x="114879" y="4239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7" name="Freeform: Shape 246">
              <a:extLst>
                <a:ext uri="{FF2B5EF4-FFF2-40B4-BE49-F238E27FC236}">
                  <a16:creationId xmlns:a16="http://schemas.microsoft.com/office/drawing/2014/main" id="{6B2B86B7-C249-8338-B3F9-FCDC5CEF8103}"/>
                </a:ext>
              </a:extLst>
            </p:cNvPr>
            <p:cNvSpPr/>
            <p:nvPr>
              <p:custDataLst>
                <p:tags r:id="rId160"/>
              </p:custDataLst>
            </p:nvPr>
          </p:nvSpPr>
          <p:spPr>
            <a:xfrm>
              <a:off x="5244522" y="5379758"/>
              <a:ext cx="59876" cy="120444"/>
            </a:xfrm>
            <a:custGeom>
              <a:avLst/>
              <a:gdLst>
                <a:gd name="connsiteX0" fmla="*/ 37412 w 59876"/>
                <a:gd name="connsiteY0" fmla="*/ 4783 h 120444"/>
                <a:gd name="connsiteX1" fmla="*/ 33239 w 59876"/>
                <a:gd name="connsiteY1" fmla="*/ 81 h 120444"/>
                <a:gd name="connsiteX2" fmla="*/ 216 w 59876"/>
                <a:gd name="connsiteY2" fmla="*/ 11655 h 120444"/>
                <a:gd name="connsiteX3" fmla="*/ 216 w 59876"/>
                <a:gd name="connsiteY3" fmla="*/ 17262 h 120444"/>
                <a:gd name="connsiteX4" fmla="*/ 23985 w 59876"/>
                <a:gd name="connsiteY4" fmla="*/ 12560 h 120444"/>
                <a:gd name="connsiteX5" fmla="*/ 23985 w 59876"/>
                <a:gd name="connsiteY5" fmla="*/ 106238 h 120444"/>
                <a:gd name="connsiteX6" fmla="*/ 7111 w 59876"/>
                <a:gd name="connsiteY6" fmla="*/ 114919 h 120444"/>
                <a:gd name="connsiteX7" fmla="*/ 1305 w 59876"/>
                <a:gd name="connsiteY7" fmla="*/ 114919 h 120444"/>
                <a:gd name="connsiteX8" fmla="*/ 1305 w 59876"/>
                <a:gd name="connsiteY8" fmla="*/ 120525 h 120444"/>
                <a:gd name="connsiteX9" fmla="*/ 30699 w 59876"/>
                <a:gd name="connsiteY9" fmla="*/ 119983 h 120444"/>
                <a:gd name="connsiteX10" fmla="*/ 60093 w 59876"/>
                <a:gd name="connsiteY10" fmla="*/ 120525 h 120444"/>
                <a:gd name="connsiteX11" fmla="*/ 60093 w 59876"/>
                <a:gd name="connsiteY11" fmla="*/ 114919 h 120444"/>
                <a:gd name="connsiteX12" fmla="*/ 54287 w 59876"/>
                <a:gd name="connsiteY12" fmla="*/ 114919 h 120444"/>
                <a:gd name="connsiteX13" fmla="*/ 37412 w 59876"/>
                <a:gd name="connsiteY13" fmla="*/ 106238 h 120444"/>
                <a:gd name="connsiteX14" fmla="*/ 37412 w 59876"/>
                <a:gd name="connsiteY14" fmla="*/ 4783 h 120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876" h="120444">
                  <a:moveTo>
                    <a:pt x="37412" y="4783"/>
                  </a:moveTo>
                  <a:cubicBezTo>
                    <a:pt x="37412" y="443"/>
                    <a:pt x="37412" y="81"/>
                    <a:pt x="33239" y="81"/>
                  </a:cubicBezTo>
                  <a:cubicBezTo>
                    <a:pt x="21989" y="11655"/>
                    <a:pt x="6022" y="11655"/>
                    <a:pt x="216" y="11655"/>
                  </a:cubicBezTo>
                  <a:lnTo>
                    <a:pt x="216" y="17262"/>
                  </a:lnTo>
                  <a:cubicBezTo>
                    <a:pt x="3845" y="17262"/>
                    <a:pt x="14550" y="17262"/>
                    <a:pt x="23985" y="12560"/>
                  </a:cubicBezTo>
                  <a:lnTo>
                    <a:pt x="23985" y="106238"/>
                  </a:lnTo>
                  <a:cubicBezTo>
                    <a:pt x="23985" y="112749"/>
                    <a:pt x="23441" y="114919"/>
                    <a:pt x="7111" y="114919"/>
                  </a:cubicBezTo>
                  <a:lnTo>
                    <a:pt x="1305" y="114919"/>
                  </a:lnTo>
                  <a:lnTo>
                    <a:pt x="1305" y="120525"/>
                  </a:lnTo>
                  <a:cubicBezTo>
                    <a:pt x="7655" y="119983"/>
                    <a:pt x="23441" y="119983"/>
                    <a:pt x="30699" y="119983"/>
                  </a:cubicBezTo>
                  <a:cubicBezTo>
                    <a:pt x="37957" y="119983"/>
                    <a:pt x="53742" y="119983"/>
                    <a:pt x="60093" y="120525"/>
                  </a:cubicBezTo>
                  <a:lnTo>
                    <a:pt x="60093" y="114919"/>
                  </a:lnTo>
                  <a:lnTo>
                    <a:pt x="54287" y="114919"/>
                  </a:lnTo>
                  <a:cubicBezTo>
                    <a:pt x="37957" y="114919"/>
                    <a:pt x="37412" y="112930"/>
                    <a:pt x="37412" y="106238"/>
                  </a:cubicBezTo>
                  <a:lnTo>
                    <a:pt x="37412" y="478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8" name="Freeform: Shape 247">
              <a:extLst>
                <a:ext uri="{FF2B5EF4-FFF2-40B4-BE49-F238E27FC236}">
                  <a16:creationId xmlns:a16="http://schemas.microsoft.com/office/drawing/2014/main" id="{72CCB193-712F-5C3A-1A3E-938804677459}"/>
                </a:ext>
              </a:extLst>
            </p:cNvPr>
            <p:cNvSpPr/>
            <p:nvPr>
              <p:custDataLst>
                <p:tags r:id="rId161"/>
              </p:custDataLst>
            </p:nvPr>
          </p:nvSpPr>
          <p:spPr>
            <a:xfrm>
              <a:off x="5374476" y="5451374"/>
              <a:ext cx="110862" cy="7233"/>
            </a:xfrm>
            <a:custGeom>
              <a:avLst/>
              <a:gdLst>
                <a:gd name="connsiteX0" fmla="*/ 104736 w 110862"/>
                <a:gd name="connsiteY0" fmla="*/ 7315 h 7233"/>
                <a:gd name="connsiteX1" fmla="*/ 111086 w 110862"/>
                <a:gd name="connsiteY1" fmla="*/ 3698 h 7233"/>
                <a:gd name="connsiteX2" fmla="*/ 104736 w 110862"/>
                <a:gd name="connsiteY2" fmla="*/ 81 h 7233"/>
                <a:gd name="connsiteX3" fmla="*/ 6574 w 110862"/>
                <a:gd name="connsiteY3" fmla="*/ 81 h 7233"/>
                <a:gd name="connsiteX4" fmla="*/ 223 w 110862"/>
                <a:gd name="connsiteY4" fmla="*/ 3698 h 7233"/>
                <a:gd name="connsiteX5" fmla="*/ 6574 w 110862"/>
                <a:gd name="connsiteY5" fmla="*/ 7315 h 7233"/>
                <a:gd name="connsiteX6" fmla="*/ 104736 w 110862"/>
                <a:gd name="connsiteY6" fmla="*/ 7315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862" h="7233">
                  <a:moveTo>
                    <a:pt x="104736" y="7315"/>
                  </a:moveTo>
                  <a:cubicBezTo>
                    <a:pt x="107820" y="7315"/>
                    <a:pt x="111086" y="7315"/>
                    <a:pt x="111086" y="3698"/>
                  </a:cubicBezTo>
                  <a:cubicBezTo>
                    <a:pt x="111086" y="81"/>
                    <a:pt x="107820" y="81"/>
                    <a:pt x="104736" y="81"/>
                  </a:cubicBezTo>
                  <a:lnTo>
                    <a:pt x="6574" y="81"/>
                  </a:lnTo>
                  <a:cubicBezTo>
                    <a:pt x="3489" y="81"/>
                    <a:pt x="223" y="81"/>
                    <a:pt x="223" y="3698"/>
                  </a:cubicBezTo>
                  <a:cubicBezTo>
                    <a:pt x="223" y="7315"/>
                    <a:pt x="3489" y="7315"/>
                    <a:pt x="6574" y="7315"/>
                  </a:cubicBezTo>
                  <a:lnTo>
                    <a:pt x="104736" y="731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49" name="Freeform: Shape 248">
              <a:extLst>
                <a:ext uri="{FF2B5EF4-FFF2-40B4-BE49-F238E27FC236}">
                  <a16:creationId xmlns:a16="http://schemas.microsoft.com/office/drawing/2014/main" id="{7F2B5473-9B91-6E30-0F75-7503ABF400D2}"/>
                </a:ext>
              </a:extLst>
            </p:cNvPr>
            <p:cNvSpPr/>
            <p:nvPr>
              <p:custDataLst>
                <p:tags r:id="rId162"/>
              </p:custDataLst>
            </p:nvPr>
          </p:nvSpPr>
          <p:spPr>
            <a:xfrm>
              <a:off x="5583682" y="5183717"/>
              <a:ext cx="94532" cy="542360"/>
            </a:xfrm>
            <a:custGeom>
              <a:avLst/>
              <a:gdLst>
                <a:gd name="connsiteX0" fmla="*/ 94766 w 94532"/>
                <a:gd name="connsiteY0" fmla="*/ 540616 h 542360"/>
                <a:gd name="connsiteX1" fmla="*/ 93677 w 94532"/>
                <a:gd name="connsiteY1" fmla="*/ 538446 h 542360"/>
                <a:gd name="connsiteX2" fmla="*/ 51038 w 94532"/>
                <a:gd name="connsiteY2" fmla="*/ 469182 h 542360"/>
                <a:gd name="connsiteX3" fmla="*/ 17833 w 94532"/>
                <a:gd name="connsiteY3" fmla="*/ 271335 h 542360"/>
                <a:gd name="connsiteX4" fmla="*/ 53578 w 94532"/>
                <a:gd name="connsiteY4" fmla="*/ 67339 h 542360"/>
                <a:gd name="connsiteX5" fmla="*/ 94040 w 94532"/>
                <a:gd name="connsiteY5" fmla="*/ 3500 h 542360"/>
                <a:gd name="connsiteX6" fmla="*/ 94766 w 94532"/>
                <a:gd name="connsiteY6" fmla="*/ 1873 h 542360"/>
                <a:gd name="connsiteX7" fmla="*/ 90774 w 94532"/>
                <a:gd name="connsiteY7" fmla="*/ 64 h 542360"/>
                <a:gd name="connsiteX8" fmla="*/ 87327 w 94532"/>
                <a:gd name="connsiteY8" fmla="*/ 426 h 542360"/>
                <a:gd name="connsiteX9" fmla="*/ 61743 w 94532"/>
                <a:gd name="connsiteY9" fmla="*/ 31351 h 542360"/>
                <a:gd name="connsiteX10" fmla="*/ 6039 w 94532"/>
                <a:gd name="connsiteY10" fmla="*/ 182901 h 542360"/>
                <a:gd name="connsiteX11" fmla="*/ 233 w 94532"/>
                <a:gd name="connsiteY11" fmla="*/ 271154 h 542360"/>
                <a:gd name="connsiteX12" fmla="*/ 37792 w 94532"/>
                <a:gd name="connsiteY12" fmla="*/ 469724 h 542360"/>
                <a:gd name="connsiteX13" fmla="*/ 85875 w 94532"/>
                <a:gd name="connsiteY13" fmla="*/ 540797 h 542360"/>
                <a:gd name="connsiteX14" fmla="*/ 90774 w 94532"/>
                <a:gd name="connsiteY14" fmla="*/ 542425 h 542360"/>
                <a:gd name="connsiteX15" fmla="*/ 94766 w 94532"/>
                <a:gd name="connsiteY15" fmla="*/ 540616 h 54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4532" h="542360">
                  <a:moveTo>
                    <a:pt x="94766" y="540616"/>
                  </a:moveTo>
                  <a:cubicBezTo>
                    <a:pt x="94766" y="540074"/>
                    <a:pt x="94766" y="539712"/>
                    <a:pt x="93677" y="538446"/>
                  </a:cubicBezTo>
                  <a:cubicBezTo>
                    <a:pt x="76259" y="517468"/>
                    <a:pt x="61743" y="494319"/>
                    <a:pt x="51038" y="469182"/>
                  </a:cubicBezTo>
                  <a:cubicBezTo>
                    <a:pt x="27268" y="413842"/>
                    <a:pt x="17833" y="349099"/>
                    <a:pt x="17833" y="271335"/>
                  </a:cubicBezTo>
                  <a:cubicBezTo>
                    <a:pt x="17833" y="194294"/>
                    <a:pt x="26724" y="126657"/>
                    <a:pt x="53578" y="67339"/>
                  </a:cubicBezTo>
                  <a:cubicBezTo>
                    <a:pt x="64102" y="44372"/>
                    <a:pt x="77892" y="23032"/>
                    <a:pt x="94040" y="3500"/>
                  </a:cubicBezTo>
                  <a:cubicBezTo>
                    <a:pt x="94403" y="2958"/>
                    <a:pt x="94766" y="2596"/>
                    <a:pt x="94766" y="1873"/>
                  </a:cubicBezTo>
                  <a:cubicBezTo>
                    <a:pt x="94766" y="64"/>
                    <a:pt x="93496" y="64"/>
                    <a:pt x="90774" y="64"/>
                  </a:cubicBezTo>
                  <a:cubicBezTo>
                    <a:pt x="88053" y="64"/>
                    <a:pt x="87690" y="64"/>
                    <a:pt x="87327" y="426"/>
                  </a:cubicBezTo>
                  <a:cubicBezTo>
                    <a:pt x="87145" y="607"/>
                    <a:pt x="75896" y="11458"/>
                    <a:pt x="61743" y="31351"/>
                  </a:cubicBezTo>
                  <a:cubicBezTo>
                    <a:pt x="30172" y="75839"/>
                    <a:pt x="14204" y="129008"/>
                    <a:pt x="6039" y="182901"/>
                  </a:cubicBezTo>
                  <a:cubicBezTo>
                    <a:pt x="1685" y="212017"/>
                    <a:pt x="233" y="241676"/>
                    <a:pt x="233" y="271154"/>
                  </a:cubicBezTo>
                  <a:cubicBezTo>
                    <a:pt x="233" y="338791"/>
                    <a:pt x="8761" y="407875"/>
                    <a:pt x="37792" y="469724"/>
                  </a:cubicBezTo>
                  <a:cubicBezTo>
                    <a:pt x="50675" y="497213"/>
                    <a:pt x="67912" y="521989"/>
                    <a:pt x="85875" y="540797"/>
                  </a:cubicBezTo>
                  <a:cubicBezTo>
                    <a:pt x="87508" y="542244"/>
                    <a:pt x="87690" y="542425"/>
                    <a:pt x="90774" y="542425"/>
                  </a:cubicBezTo>
                  <a:cubicBezTo>
                    <a:pt x="93496" y="542425"/>
                    <a:pt x="94766" y="542425"/>
                    <a:pt x="94766" y="54061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0" name="Freeform: Shape 249">
              <a:extLst>
                <a:ext uri="{FF2B5EF4-FFF2-40B4-BE49-F238E27FC236}">
                  <a16:creationId xmlns:a16="http://schemas.microsoft.com/office/drawing/2014/main" id="{09EE5F33-D6BF-A6D1-F694-4581731CBB9F}"/>
                </a:ext>
              </a:extLst>
            </p:cNvPr>
            <p:cNvSpPr/>
            <p:nvPr>
              <p:custDataLst>
                <p:tags r:id="rId163"/>
              </p:custDataLst>
            </p:nvPr>
          </p:nvSpPr>
          <p:spPr>
            <a:xfrm>
              <a:off x="5870869" y="5297923"/>
              <a:ext cx="69674" cy="81923"/>
            </a:xfrm>
            <a:custGeom>
              <a:avLst/>
              <a:gdLst>
                <a:gd name="connsiteX0" fmla="*/ 25835 w 69674"/>
                <a:gd name="connsiteY0" fmla="*/ 38233 h 81923"/>
                <a:gd name="connsiteX1" fmla="*/ 53596 w 69674"/>
                <a:gd name="connsiteY1" fmla="*/ 34074 h 81923"/>
                <a:gd name="connsiteX2" fmla="*/ 67204 w 69674"/>
                <a:gd name="connsiteY2" fmla="*/ 15446 h 81923"/>
                <a:gd name="connsiteX3" fmla="*/ 47789 w 69674"/>
                <a:gd name="connsiteY3" fmla="*/ 74 h 81923"/>
                <a:gd name="connsiteX4" fmla="*/ 251 w 69674"/>
                <a:gd name="connsiteY4" fmla="*/ 49265 h 81923"/>
                <a:gd name="connsiteX5" fmla="*/ 28738 w 69674"/>
                <a:gd name="connsiteY5" fmla="*/ 81998 h 81923"/>
                <a:gd name="connsiteX6" fmla="*/ 69926 w 69674"/>
                <a:gd name="connsiteY6" fmla="*/ 60658 h 81923"/>
                <a:gd name="connsiteX7" fmla="*/ 67748 w 69674"/>
                <a:gd name="connsiteY7" fmla="*/ 58307 h 81923"/>
                <a:gd name="connsiteX8" fmla="*/ 65390 w 69674"/>
                <a:gd name="connsiteY8" fmla="*/ 60116 h 81923"/>
                <a:gd name="connsiteX9" fmla="*/ 29101 w 69674"/>
                <a:gd name="connsiteY9" fmla="*/ 78020 h 81923"/>
                <a:gd name="connsiteX10" fmla="*/ 13315 w 69674"/>
                <a:gd name="connsiteY10" fmla="*/ 57041 h 81923"/>
                <a:gd name="connsiteX11" fmla="*/ 16218 w 69674"/>
                <a:gd name="connsiteY11" fmla="*/ 38233 h 81923"/>
                <a:gd name="connsiteX12" fmla="*/ 25835 w 69674"/>
                <a:gd name="connsiteY12" fmla="*/ 38233 h 81923"/>
                <a:gd name="connsiteX13" fmla="*/ 17307 w 69674"/>
                <a:gd name="connsiteY13" fmla="*/ 34255 h 81923"/>
                <a:gd name="connsiteX14" fmla="*/ 47789 w 69674"/>
                <a:gd name="connsiteY14" fmla="*/ 4053 h 81923"/>
                <a:gd name="connsiteX15" fmla="*/ 61216 w 69674"/>
                <a:gd name="connsiteY15" fmla="*/ 15446 h 81923"/>
                <a:gd name="connsiteX16" fmla="*/ 24746 w 69674"/>
                <a:gd name="connsiteY16" fmla="*/ 34255 h 81923"/>
                <a:gd name="connsiteX17" fmla="*/ 17307 w 69674"/>
                <a:gd name="connsiteY17" fmla="*/ 34255 h 81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674" h="81923">
                  <a:moveTo>
                    <a:pt x="25835" y="38233"/>
                  </a:moveTo>
                  <a:cubicBezTo>
                    <a:pt x="31096" y="38233"/>
                    <a:pt x="44523" y="37872"/>
                    <a:pt x="53596" y="34074"/>
                  </a:cubicBezTo>
                  <a:cubicBezTo>
                    <a:pt x="66297" y="28648"/>
                    <a:pt x="67204" y="17978"/>
                    <a:pt x="67204" y="15446"/>
                  </a:cubicBezTo>
                  <a:cubicBezTo>
                    <a:pt x="67204" y="7489"/>
                    <a:pt x="60309" y="74"/>
                    <a:pt x="47789" y="74"/>
                  </a:cubicBezTo>
                  <a:cubicBezTo>
                    <a:pt x="27649" y="74"/>
                    <a:pt x="251" y="17617"/>
                    <a:pt x="251" y="49265"/>
                  </a:cubicBezTo>
                  <a:cubicBezTo>
                    <a:pt x="251" y="67711"/>
                    <a:pt x="10956" y="81998"/>
                    <a:pt x="28738" y="81998"/>
                  </a:cubicBezTo>
                  <a:cubicBezTo>
                    <a:pt x="54684" y="81998"/>
                    <a:pt x="69926" y="62828"/>
                    <a:pt x="69926" y="60658"/>
                  </a:cubicBezTo>
                  <a:cubicBezTo>
                    <a:pt x="69926" y="59573"/>
                    <a:pt x="68837" y="58307"/>
                    <a:pt x="67748" y="58307"/>
                  </a:cubicBezTo>
                  <a:cubicBezTo>
                    <a:pt x="66841" y="58307"/>
                    <a:pt x="66478" y="58669"/>
                    <a:pt x="65390" y="60116"/>
                  </a:cubicBezTo>
                  <a:cubicBezTo>
                    <a:pt x="51055" y="78020"/>
                    <a:pt x="31278" y="78020"/>
                    <a:pt x="29101" y="78020"/>
                  </a:cubicBezTo>
                  <a:cubicBezTo>
                    <a:pt x="14948" y="78020"/>
                    <a:pt x="13315" y="62828"/>
                    <a:pt x="13315" y="57041"/>
                  </a:cubicBezTo>
                  <a:cubicBezTo>
                    <a:pt x="13315" y="54871"/>
                    <a:pt x="13496" y="49265"/>
                    <a:pt x="16218" y="38233"/>
                  </a:cubicBezTo>
                  <a:lnTo>
                    <a:pt x="25835" y="38233"/>
                  </a:lnTo>
                  <a:close/>
                  <a:moveTo>
                    <a:pt x="17307" y="34255"/>
                  </a:moveTo>
                  <a:cubicBezTo>
                    <a:pt x="24383" y="6766"/>
                    <a:pt x="43072" y="4053"/>
                    <a:pt x="47789" y="4053"/>
                  </a:cubicBezTo>
                  <a:cubicBezTo>
                    <a:pt x="56317" y="4053"/>
                    <a:pt x="61216" y="9298"/>
                    <a:pt x="61216" y="15446"/>
                  </a:cubicBezTo>
                  <a:cubicBezTo>
                    <a:pt x="61216" y="34255"/>
                    <a:pt x="32185" y="34255"/>
                    <a:pt x="24746" y="34255"/>
                  </a:cubicBezTo>
                  <a:lnTo>
                    <a:pt x="17307" y="3425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1" name="Freeform: Shape 250">
              <a:extLst>
                <a:ext uri="{FF2B5EF4-FFF2-40B4-BE49-F238E27FC236}">
                  <a16:creationId xmlns:a16="http://schemas.microsoft.com/office/drawing/2014/main" id="{68991137-46D7-44A2-36D0-DF35FC8E5B8E}"/>
                </a:ext>
              </a:extLst>
            </p:cNvPr>
            <p:cNvSpPr/>
            <p:nvPr>
              <p:custDataLst>
                <p:tags r:id="rId164"/>
              </p:custDataLst>
            </p:nvPr>
          </p:nvSpPr>
          <p:spPr>
            <a:xfrm>
              <a:off x="5949675" y="5223362"/>
              <a:ext cx="88781" cy="113427"/>
            </a:xfrm>
            <a:custGeom>
              <a:avLst/>
              <a:gdLst>
                <a:gd name="connsiteX0" fmla="*/ 8511 w 88781"/>
                <a:gd name="connsiteY0" fmla="*/ 110713 h 113427"/>
                <a:gd name="connsiteX1" fmla="*/ 16259 w 88781"/>
                <a:gd name="connsiteY1" fmla="*/ 79445 h 113427"/>
                <a:gd name="connsiteX2" fmla="*/ 45090 w 88781"/>
                <a:gd name="connsiteY2" fmla="*/ 90585 h 113427"/>
                <a:gd name="connsiteX3" fmla="*/ 88020 w 88781"/>
                <a:gd name="connsiteY3" fmla="*/ 55392 h 113427"/>
                <a:gd name="connsiteX4" fmla="*/ 79384 w 88781"/>
                <a:gd name="connsiteY4" fmla="*/ 38175 h 113427"/>
                <a:gd name="connsiteX5" fmla="*/ 89036 w 88781"/>
                <a:gd name="connsiteY5" fmla="*/ 18047 h 113427"/>
                <a:gd name="connsiteX6" fmla="*/ 66428 w 88781"/>
                <a:gd name="connsiteY6" fmla="*/ 71 h 113427"/>
                <a:gd name="connsiteX7" fmla="*/ 19942 w 88781"/>
                <a:gd name="connsiteY7" fmla="*/ 32479 h 113427"/>
                <a:gd name="connsiteX8" fmla="*/ 763 w 88781"/>
                <a:gd name="connsiteY8" fmla="*/ 109067 h 113427"/>
                <a:gd name="connsiteX9" fmla="*/ 255 w 88781"/>
                <a:gd name="connsiteY9" fmla="*/ 111219 h 113427"/>
                <a:gd name="connsiteX10" fmla="*/ 4320 w 88781"/>
                <a:gd name="connsiteY10" fmla="*/ 113498 h 113427"/>
                <a:gd name="connsiteX11" fmla="*/ 8511 w 88781"/>
                <a:gd name="connsiteY11" fmla="*/ 110713 h 113427"/>
                <a:gd name="connsiteX12" fmla="*/ 48266 w 88781"/>
                <a:gd name="connsiteY12" fmla="*/ 39821 h 113427"/>
                <a:gd name="connsiteX13" fmla="*/ 56776 w 88781"/>
                <a:gd name="connsiteY13" fmla="*/ 38555 h 113427"/>
                <a:gd name="connsiteX14" fmla="*/ 62745 w 88781"/>
                <a:gd name="connsiteY14" fmla="*/ 39061 h 113427"/>
                <a:gd name="connsiteX15" fmla="*/ 54997 w 88781"/>
                <a:gd name="connsiteY15" fmla="*/ 40581 h 113427"/>
                <a:gd name="connsiteX16" fmla="*/ 48266 w 88781"/>
                <a:gd name="connsiteY16" fmla="*/ 39821 h 113427"/>
                <a:gd name="connsiteX17" fmla="*/ 68842 w 88781"/>
                <a:gd name="connsiteY17" fmla="*/ 33745 h 113427"/>
                <a:gd name="connsiteX18" fmla="*/ 57157 w 88781"/>
                <a:gd name="connsiteY18" fmla="*/ 32732 h 113427"/>
                <a:gd name="connsiteX19" fmla="*/ 40137 w 88781"/>
                <a:gd name="connsiteY19" fmla="*/ 40327 h 113427"/>
                <a:gd name="connsiteX20" fmla="*/ 54743 w 88781"/>
                <a:gd name="connsiteY20" fmla="*/ 46404 h 113427"/>
                <a:gd name="connsiteX21" fmla="*/ 70366 w 88781"/>
                <a:gd name="connsiteY21" fmla="*/ 43745 h 113427"/>
                <a:gd name="connsiteX22" fmla="*/ 71890 w 88781"/>
                <a:gd name="connsiteY22" fmla="*/ 50455 h 113427"/>
                <a:gd name="connsiteX23" fmla="*/ 64396 w 88781"/>
                <a:gd name="connsiteY23" fmla="*/ 75520 h 113427"/>
                <a:gd name="connsiteX24" fmla="*/ 44963 w 88781"/>
                <a:gd name="connsiteY24" fmla="*/ 84762 h 113427"/>
                <a:gd name="connsiteX25" fmla="*/ 20069 w 88781"/>
                <a:gd name="connsiteY25" fmla="*/ 66785 h 113427"/>
                <a:gd name="connsiteX26" fmla="*/ 22355 w 88781"/>
                <a:gd name="connsiteY26" fmla="*/ 55519 h 113427"/>
                <a:gd name="connsiteX27" fmla="*/ 27309 w 88781"/>
                <a:gd name="connsiteY27" fmla="*/ 35390 h 113427"/>
                <a:gd name="connsiteX28" fmla="*/ 40772 w 88781"/>
                <a:gd name="connsiteY28" fmla="*/ 14756 h 113427"/>
                <a:gd name="connsiteX29" fmla="*/ 65793 w 88781"/>
                <a:gd name="connsiteY29" fmla="*/ 5894 h 113427"/>
                <a:gd name="connsiteX30" fmla="*/ 74430 w 88781"/>
                <a:gd name="connsiteY30" fmla="*/ 13490 h 113427"/>
                <a:gd name="connsiteX31" fmla="*/ 68842 w 88781"/>
                <a:gd name="connsiteY31" fmla="*/ 33745 h 113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781" h="113427">
                  <a:moveTo>
                    <a:pt x="8511" y="110713"/>
                  </a:moveTo>
                  <a:lnTo>
                    <a:pt x="16259" y="79445"/>
                  </a:lnTo>
                  <a:cubicBezTo>
                    <a:pt x="18672" y="82609"/>
                    <a:pt x="27182" y="90585"/>
                    <a:pt x="45090" y="90585"/>
                  </a:cubicBezTo>
                  <a:cubicBezTo>
                    <a:pt x="73541" y="90585"/>
                    <a:pt x="88020" y="71343"/>
                    <a:pt x="88020" y="55392"/>
                  </a:cubicBezTo>
                  <a:cubicBezTo>
                    <a:pt x="88020" y="48050"/>
                    <a:pt x="85099" y="42226"/>
                    <a:pt x="79384" y="38175"/>
                  </a:cubicBezTo>
                  <a:cubicBezTo>
                    <a:pt x="84972" y="33618"/>
                    <a:pt x="89036" y="25516"/>
                    <a:pt x="89036" y="18047"/>
                  </a:cubicBezTo>
                  <a:cubicBezTo>
                    <a:pt x="89036" y="7793"/>
                    <a:pt x="81670" y="71"/>
                    <a:pt x="66428" y="71"/>
                  </a:cubicBezTo>
                  <a:cubicBezTo>
                    <a:pt x="47631" y="71"/>
                    <a:pt x="25023" y="11971"/>
                    <a:pt x="19942" y="32479"/>
                  </a:cubicBezTo>
                  <a:lnTo>
                    <a:pt x="763" y="109067"/>
                  </a:lnTo>
                  <a:cubicBezTo>
                    <a:pt x="255" y="110840"/>
                    <a:pt x="255" y="111093"/>
                    <a:pt x="255" y="111219"/>
                  </a:cubicBezTo>
                  <a:cubicBezTo>
                    <a:pt x="255" y="113498"/>
                    <a:pt x="2415" y="113498"/>
                    <a:pt x="4320" y="113498"/>
                  </a:cubicBezTo>
                  <a:cubicBezTo>
                    <a:pt x="6860" y="113498"/>
                    <a:pt x="7876" y="113498"/>
                    <a:pt x="8511" y="110713"/>
                  </a:cubicBezTo>
                  <a:close/>
                  <a:moveTo>
                    <a:pt x="48266" y="39821"/>
                  </a:moveTo>
                  <a:cubicBezTo>
                    <a:pt x="49917" y="39061"/>
                    <a:pt x="51060" y="38555"/>
                    <a:pt x="56776" y="38555"/>
                  </a:cubicBezTo>
                  <a:cubicBezTo>
                    <a:pt x="58808" y="38555"/>
                    <a:pt x="60459" y="38555"/>
                    <a:pt x="62745" y="39061"/>
                  </a:cubicBezTo>
                  <a:cubicBezTo>
                    <a:pt x="59951" y="40581"/>
                    <a:pt x="57284" y="40581"/>
                    <a:pt x="54997" y="40581"/>
                  </a:cubicBezTo>
                  <a:cubicBezTo>
                    <a:pt x="51187" y="40581"/>
                    <a:pt x="50806" y="40454"/>
                    <a:pt x="48266" y="39821"/>
                  </a:cubicBezTo>
                  <a:close/>
                  <a:moveTo>
                    <a:pt x="68842" y="33745"/>
                  </a:moveTo>
                  <a:cubicBezTo>
                    <a:pt x="64015" y="32732"/>
                    <a:pt x="59697" y="32732"/>
                    <a:pt x="57157" y="32732"/>
                  </a:cubicBezTo>
                  <a:cubicBezTo>
                    <a:pt x="51695" y="32732"/>
                    <a:pt x="40137" y="32732"/>
                    <a:pt x="40137" y="40327"/>
                  </a:cubicBezTo>
                  <a:cubicBezTo>
                    <a:pt x="40137" y="46277"/>
                    <a:pt x="48520" y="46404"/>
                    <a:pt x="54743" y="46404"/>
                  </a:cubicBezTo>
                  <a:cubicBezTo>
                    <a:pt x="58427" y="46404"/>
                    <a:pt x="63634" y="46404"/>
                    <a:pt x="70366" y="43745"/>
                  </a:cubicBezTo>
                  <a:cubicBezTo>
                    <a:pt x="71509" y="45518"/>
                    <a:pt x="71890" y="48176"/>
                    <a:pt x="71890" y="50455"/>
                  </a:cubicBezTo>
                  <a:cubicBezTo>
                    <a:pt x="71890" y="54886"/>
                    <a:pt x="69223" y="68811"/>
                    <a:pt x="64396" y="75520"/>
                  </a:cubicBezTo>
                  <a:cubicBezTo>
                    <a:pt x="59824" y="81723"/>
                    <a:pt x="52838" y="84762"/>
                    <a:pt x="44963" y="84762"/>
                  </a:cubicBezTo>
                  <a:cubicBezTo>
                    <a:pt x="34167" y="84762"/>
                    <a:pt x="20069" y="79824"/>
                    <a:pt x="20069" y="66785"/>
                  </a:cubicBezTo>
                  <a:cubicBezTo>
                    <a:pt x="20069" y="64380"/>
                    <a:pt x="21339" y="59190"/>
                    <a:pt x="22355" y="55519"/>
                  </a:cubicBezTo>
                  <a:cubicBezTo>
                    <a:pt x="22990" y="52734"/>
                    <a:pt x="27055" y="36530"/>
                    <a:pt x="27309" y="35390"/>
                  </a:cubicBezTo>
                  <a:cubicBezTo>
                    <a:pt x="28452" y="30960"/>
                    <a:pt x="30611" y="22351"/>
                    <a:pt x="40772" y="14756"/>
                  </a:cubicBezTo>
                  <a:cubicBezTo>
                    <a:pt x="51187" y="6907"/>
                    <a:pt x="61221" y="5894"/>
                    <a:pt x="65793" y="5894"/>
                  </a:cubicBezTo>
                  <a:cubicBezTo>
                    <a:pt x="74430" y="5894"/>
                    <a:pt x="74430" y="11464"/>
                    <a:pt x="74430" y="13490"/>
                  </a:cubicBezTo>
                  <a:cubicBezTo>
                    <a:pt x="74430" y="16528"/>
                    <a:pt x="72144" y="28048"/>
                    <a:pt x="68842" y="3374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2" name="Freeform: Shape 251">
              <a:extLst>
                <a:ext uri="{FF2B5EF4-FFF2-40B4-BE49-F238E27FC236}">
                  <a16:creationId xmlns:a16="http://schemas.microsoft.com/office/drawing/2014/main" id="{3F33D4CB-D9F9-E418-A8B5-932D5A6F2528}"/>
                </a:ext>
              </a:extLst>
            </p:cNvPr>
            <p:cNvSpPr/>
            <p:nvPr>
              <p:custDataLst>
                <p:tags r:id="rId165"/>
              </p:custDataLst>
            </p:nvPr>
          </p:nvSpPr>
          <p:spPr>
            <a:xfrm>
              <a:off x="6056266" y="5194900"/>
              <a:ext cx="75662" cy="62753"/>
            </a:xfrm>
            <a:custGeom>
              <a:avLst/>
              <a:gdLst>
                <a:gd name="connsiteX0" fmla="*/ 40632 w 75662"/>
                <a:gd name="connsiteY0" fmla="*/ 5132 h 62753"/>
                <a:gd name="connsiteX1" fmla="*/ 72022 w 75662"/>
                <a:gd name="connsiteY1" fmla="*/ 5132 h 62753"/>
                <a:gd name="connsiteX2" fmla="*/ 75923 w 75662"/>
                <a:gd name="connsiteY2" fmla="*/ 2600 h 62753"/>
                <a:gd name="connsiteX3" fmla="*/ 72022 w 75662"/>
                <a:gd name="connsiteY3" fmla="*/ 68 h 62753"/>
                <a:gd name="connsiteX4" fmla="*/ 4162 w 75662"/>
                <a:gd name="connsiteY4" fmla="*/ 68 h 62753"/>
                <a:gd name="connsiteX5" fmla="*/ 261 w 75662"/>
                <a:gd name="connsiteY5" fmla="*/ 2600 h 62753"/>
                <a:gd name="connsiteX6" fmla="*/ 4162 w 75662"/>
                <a:gd name="connsiteY6" fmla="*/ 5132 h 62753"/>
                <a:gd name="connsiteX7" fmla="*/ 35552 w 75662"/>
                <a:gd name="connsiteY7" fmla="*/ 5132 h 62753"/>
                <a:gd name="connsiteX8" fmla="*/ 35552 w 75662"/>
                <a:gd name="connsiteY8" fmla="*/ 58934 h 62753"/>
                <a:gd name="connsiteX9" fmla="*/ 38092 w 75662"/>
                <a:gd name="connsiteY9" fmla="*/ 62822 h 62753"/>
                <a:gd name="connsiteX10" fmla="*/ 40632 w 75662"/>
                <a:gd name="connsiteY10" fmla="*/ 58934 h 62753"/>
                <a:gd name="connsiteX11" fmla="*/ 40632 w 75662"/>
                <a:gd name="connsiteY11" fmla="*/ 5132 h 6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662" h="62753">
                  <a:moveTo>
                    <a:pt x="40632" y="5132"/>
                  </a:moveTo>
                  <a:lnTo>
                    <a:pt x="72022" y="5132"/>
                  </a:lnTo>
                  <a:cubicBezTo>
                    <a:pt x="73474" y="5132"/>
                    <a:pt x="75923" y="5132"/>
                    <a:pt x="75923" y="2600"/>
                  </a:cubicBezTo>
                  <a:cubicBezTo>
                    <a:pt x="75923" y="68"/>
                    <a:pt x="73474" y="68"/>
                    <a:pt x="72022" y="68"/>
                  </a:cubicBezTo>
                  <a:lnTo>
                    <a:pt x="4162" y="68"/>
                  </a:lnTo>
                  <a:cubicBezTo>
                    <a:pt x="2801" y="68"/>
                    <a:pt x="261" y="68"/>
                    <a:pt x="261" y="2600"/>
                  </a:cubicBezTo>
                  <a:cubicBezTo>
                    <a:pt x="261" y="5132"/>
                    <a:pt x="2801" y="5132"/>
                    <a:pt x="4162" y="5132"/>
                  </a:cubicBezTo>
                  <a:lnTo>
                    <a:pt x="35552" y="5132"/>
                  </a:lnTo>
                  <a:lnTo>
                    <a:pt x="35552" y="58934"/>
                  </a:lnTo>
                  <a:cubicBezTo>
                    <a:pt x="35552" y="60290"/>
                    <a:pt x="35552" y="62822"/>
                    <a:pt x="38092" y="62822"/>
                  </a:cubicBezTo>
                  <a:cubicBezTo>
                    <a:pt x="40632" y="62822"/>
                    <a:pt x="40632" y="60380"/>
                    <a:pt x="40632" y="58934"/>
                  </a:cubicBezTo>
                  <a:lnTo>
                    <a:pt x="40632" y="51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3" name="Freeform: Shape 252">
              <a:extLst>
                <a:ext uri="{FF2B5EF4-FFF2-40B4-BE49-F238E27FC236}">
                  <a16:creationId xmlns:a16="http://schemas.microsoft.com/office/drawing/2014/main" id="{A18EABFD-F28D-79BA-D0E6-B512AF5E5EA1}"/>
                </a:ext>
              </a:extLst>
            </p:cNvPr>
            <p:cNvSpPr/>
            <p:nvPr>
              <p:custDataLst>
                <p:tags r:id="rId166"/>
              </p:custDataLst>
            </p:nvPr>
          </p:nvSpPr>
          <p:spPr>
            <a:xfrm>
              <a:off x="6156727" y="5256023"/>
              <a:ext cx="77858" cy="56207"/>
            </a:xfrm>
            <a:custGeom>
              <a:avLst/>
              <a:gdLst>
                <a:gd name="connsiteX0" fmla="*/ 45991 w 77858"/>
                <a:gd name="connsiteY0" fmla="*/ 25643 h 56207"/>
                <a:gd name="connsiteX1" fmla="*/ 63518 w 77858"/>
                <a:gd name="connsiteY1" fmla="*/ 8046 h 56207"/>
                <a:gd name="connsiteX2" fmla="*/ 75331 w 77858"/>
                <a:gd name="connsiteY2" fmla="*/ 7160 h 56207"/>
                <a:gd name="connsiteX3" fmla="*/ 75331 w 77858"/>
                <a:gd name="connsiteY3" fmla="*/ 71 h 56207"/>
                <a:gd name="connsiteX4" fmla="*/ 63010 w 77858"/>
                <a:gd name="connsiteY4" fmla="*/ 577 h 56207"/>
                <a:gd name="connsiteX5" fmla="*/ 48912 w 77858"/>
                <a:gd name="connsiteY5" fmla="*/ 71 h 56207"/>
                <a:gd name="connsiteX6" fmla="*/ 48912 w 77858"/>
                <a:gd name="connsiteY6" fmla="*/ 7160 h 56207"/>
                <a:gd name="connsiteX7" fmla="*/ 52341 w 77858"/>
                <a:gd name="connsiteY7" fmla="*/ 7920 h 56207"/>
                <a:gd name="connsiteX8" fmla="*/ 40402 w 77858"/>
                <a:gd name="connsiteY8" fmla="*/ 19946 h 56207"/>
                <a:gd name="connsiteX9" fmla="*/ 28082 w 77858"/>
                <a:gd name="connsiteY9" fmla="*/ 7160 h 56207"/>
                <a:gd name="connsiteX10" fmla="*/ 31512 w 77858"/>
                <a:gd name="connsiteY10" fmla="*/ 7160 h 56207"/>
                <a:gd name="connsiteX11" fmla="*/ 31512 w 77858"/>
                <a:gd name="connsiteY11" fmla="*/ 71 h 56207"/>
                <a:gd name="connsiteX12" fmla="*/ 15381 w 77858"/>
                <a:gd name="connsiteY12" fmla="*/ 577 h 56207"/>
                <a:gd name="connsiteX13" fmla="*/ 1029 w 77858"/>
                <a:gd name="connsiteY13" fmla="*/ 71 h 56207"/>
                <a:gd name="connsiteX14" fmla="*/ 1029 w 77858"/>
                <a:gd name="connsiteY14" fmla="*/ 7160 h 56207"/>
                <a:gd name="connsiteX15" fmla="*/ 10555 w 77858"/>
                <a:gd name="connsiteY15" fmla="*/ 7160 h 56207"/>
                <a:gd name="connsiteX16" fmla="*/ 31384 w 77858"/>
                <a:gd name="connsiteY16" fmla="*/ 28807 h 56207"/>
                <a:gd name="connsiteX17" fmla="*/ 13095 w 77858"/>
                <a:gd name="connsiteY17" fmla="*/ 47163 h 56207"/>
                <a:gd name="connsiteX18" fmla="*/ 7379 w 77858"/>
                <a:gd name="connsiteY18" fmla="*/ 49062 h 56207"/>
                <a:gd name="connsiteX19" fmla="*/ 267 w 77858"/>
                <a:gd name="connsiteY19" fmla="*/ 49189 h 56207"/>
                <a:gd name="connsiteX20" fmla="*/ 267 w 77858"/>
                <a:gd name="connsiteY20" fmla="*/ 56278 h 56207"/>
                <a:gd name="connsiteX21" fmla="*/ 12587 w 77858"/>
                <a:gd name="connsiteY21" fmla="*/ 55772 h 56207"/>
                <a:gd name="connsiteX22" fmla="*/ 26685 w 77858"/>
                <a:gd name="connsiteY22" fmla="*/ 56278 h 56207"/>
                <a:gd name="connsiteX23" fmla="*/ 26685 w 77858"/>
                <a:gd name="connsiteY23" fmla="*/ 49189 h 56207"/>
                <a:gd name="connsiteX24" fmla="*/ 23256 w 77858"/>
                <a:gd name="connsiteY24" fmla="*/ 48303 h 56207"/>
                <a:gd name="connsiteX25" fmla="*/ 36973 w 77858"/>
                <a:gd name="connsiteY25" fmla="*/ 34631 h 56207"/>
                <a:gd name="connsiteX26" fmla="*/ 51071 w 77858"/>
                <a:gd name="connsiteY26" fmla="*/ 49189 h 56207"/>
                <a:gd name="connsiteX27" fmla="*/ 47769 w 77858"/>
                <a:gd name="connsiteY27" fmla="*/ 49189 h 56207"/>
                <a:gd name="connsiteX28" fmla="*/ 47769 w 77858"/>
                <a:gd name="connsiteY28" fmla="*/ 56278 h 56207"/>
                <a:gd name="connsiteX29" fmla="*/ 63899 w 77858"/>
                <a:gd name="connsiteY29" fmla="*/ 55772 h 56207"/>
                <a:gd name="connsiteX30" fmla="*/ 78125 w 77858"/>
                <a:gd name="connsiteY30" fmla="*/ 56278 h 56207"/>
                <a:gd name="connsiteX31" fmla="*/ 78125 w 77858"/>
                <a:gd name="connsiteY31" fmla="*/ 49189 h 56207"/>
                <a:gd name="connsiteX32" fmla="*/ 68726 w 77858"/>
                <a:gd name="connsiteY32" fmla="*/ 49189 h 56207"/>
                <a:gd name="connsiteX33" fmla="*/ 45991 w 77858"/>
                <a:gd name="connsiteY33" fmla="*/ 25643 h 5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858" h="56207">
                  <a:moveTo>
                    <a:pt x="45991" y="25643"/>
                  </a:moveTo>
                  <a:lnTo>
                    <a:pt x="63518" y="8046"/>
                  </a:lnTo>
                  <a:cubicBezTo>
                    <a:pt x="66567" y="7160"/>
                    <a:pt x="69869" y="7160"/>
                    <a:pt x="75331" y="7160"/>
                  </a:cubicBezTo>
                  <a:lnTo>
                    <a:pt x="75331" y="71"/>
                  </a:lnTo>
                  <a:cubicBezTo>
                    <a:pt x="71266" y="451"/>
                    <a:pt x="67075" y="577"/>
                    <a:pt x="63010" y="577"/>
                  </a:cubicBezTo>
                  <a:cubicBezTo>
                    <a:pt x="58692" y="577"/>
                    <a:pt x="49928" y="197"/>
                    <a:pt x="48912" y="71"/>
                  </a:cubicBezTo>
                  <a:lnTo>
                    <a:pt x="48912" y="7160"/>
                  </a:lnTo>
                  <a:cubicBezTo>
                    <a:pt x="50563" y="7160"/>
                    <a:pt x="51452" y="7413"/>
                    <a:pt x="52341" y="7920"/>
                  </a:cubicBezTo>
                  <a:lnTo>
                    <a:pt x="40402" y="19946"/>
                  </a:lnTo>
                  <a:lnTo>
                    <a:pt x="28082" y="7160"/>
                  </a:lnTo>
                  <a:lnTo>
                    <a:pt x="31512" y="7160"/>
                  </a:lnTo>
                  <a:lnTo>
                    <a:pt x="31512" y="71"/>
                  </a:lnTo>
                  <a:cubicBezTo>
                    <a:pt x="30749" y="71"/>
                    <a:pt x="20716" y="577"/>
                    <a:pt x="15381" y="577"/>
                  </a:cubicBezTo>
                  <a:cubicBezTo>
                    <a:pt x="10555" y="577"/>
                    <a:pt x="5855" y="451"/>
                    <a:pt x="1029" y="71"/>
                  </a:cubicBezTo>
                  <a:lnTo>
                    <a:pt x="1029" y="7160"/>
                  </a:lnTo>
                  <a:lnTo>
                    <a:pt x="10555" y="7160"/>
                  </a:lnTo>
                  <a:lnTo>
                    <a:pt x="31384" y="28807"/>
                  </a:lnTo>
                  <a:lnTo>
                    <a:pt x="13095" y="47163"/>
                  </a:lnTo>
                  <a:cubicBezTo>
                    <a:pt x="11444" y="48683"/>
                    <a:pt x="11317" y="48809"/>
                    <a:pt x="7379" y="49062"/>
                  </a:cubicBezTo>
                  <a:cubicBezTo>
                    <a:pt x="5347" y="49189"/>
                    <a:pt x="902" y="49189"/>
                    <a:pt x="267" y="49189"/>
                  </a:cubicBezTo>
                  <a:lnTo>
                    <a:pt x="267" y="56278"/>
                  </a:lnTo>
                  <a:cubicBezTo>
                    <a:pt x="4331" y="55898"/>
                    <a:pt x="8522" y="55772"/>
                    <a:pt x="12587" y="55772"/>
                  </a:cubicBezTo>
                  <a:cubicBezTo>
                    <a:pt x="16016" y="55772"/>
                    <a:pt x="25034" y="56152"/>
                    <a:pt x="26685" y="56278"/>
                  </a:cubicBezTo>
                  <a:lnTo>
                    <a:pt x="26685" y="49189"/>
                  </a:lnTo>
                  <a:cubicBezTo>
                    <a:pt x="24653" y="49189"/>
                    <a:pt x="24145" y="48936"/>
                    <a:pt x="23256" y="48303"/>
                  </a:cubicBezTo>
                  <a:lnTo>
                    <a:pt x="36973" y="34631"/>
                  </a:lnTo>
                  <a:lnTo>
                    <a:pt x="51071" y="49189"/>
                  </a:lnTo>
                  <a:lnTo>
                    <a:pt x="47769" y="49189"/>
                  </a:lnTo>
                  <a:lnTo>
                    <a:pt x="47769" y="56278"/>
                  </a:lnTo>
                  <a:cubicBezTo>
                    <a:pt x="47896" y="56278"/>
                    <a:pt x="58057" y="55772"/>
                    <a:pt x="63899" y="55772"/>
                  </a:cubicBezTo>
                  <a:cubicBezTo>
                    <a:pt x="68599" y="55772"/>
                    <a:pt x="73425" y="55898"/>
                    <a:pt x="78125" y="56278"/>
                  </a:cubicBezTo>
                  <a:lnTo>
                    <a:pt x="78125" y="49189"/>
                  </a:lnTo>
                  <a:lnTo>
                    <a:pt x="68726" y="49189"/>
                  </a:lnTo>
                  <a:lnTo>
                    <a:pt x="45991" y="2564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4" name="Freeform: Shape 253">
              <a:extLst>
                <a:ext uri="{FF2B5EF4-FFF2-40B4-BE49-F238E27FC236}">
                  <a16:creationId xmlns:a16="http://schemas.microsoft.com/office/drawing/2014/main" id="{469664A5-C34A-53CB-11E6-87C0656A41D3}"/>
                </a:ext>
              </a:extLst>
            </p:cNvPr>
            <p:cNvSpPr/>
            <p:nvPr>
              <p:custDataLst>
                <p:tags r:id="rId167"/>
              </p:custDataLst>
            </p:nvPr>
          </p:nvSpPr>
          <p:spPr>
            <a:xfrm>
              <a:off x="6247253" y="5290347"/>
              <a:ext cx="63505" cy="40961"/>
            </a:xfrm>
            <a:custGeom>
              <a:avLst/>
              <a:gdLst>
                <a:gd name="connsiteX0" fmla="*/ 9707 w 63505"/>
                <a:gd name="connsiteY0" fmla="*/ 31178 h 40961"/>
                <a:gd name="connsiteX1" fmla="*/ 8164 w 63505"/>
                <a:gd name="connsiteY1" fmla="*/ 37869 h 40961"/>
                <a:gd name="connsiteX2" fmla="*/ 11521 w 63505"/>
                <a:gd name="connsiteY2" fmla="*/ 41034 h 40961"/>
                <a:gd name="connsiteX3" fmla="*/ 15876 w 63505"/>
                <a:gd name="connsiteY3" fmla="*/ 38050 h 40961"/>
                <a:gd name="connsiteX4" fmla="*/ 17599 w 63505"/>
                <a:gd name="connsiteY4" fmla="*/ 30997 h 40961"/>
                <a:gd name="connsiteX5" fmla="*/ 20865 w 63505"/>
                <a:gd name="connsiteY5" fmla="*/ 18247 h 40961"/>
                <a:gd name="connsiteX6" fmla="*/ 39645 w 63505"/>
                <a:gd name="connsiteY6" fmla="*/ 3146 h 40961"/>
                <a:gd name="connsiteX7" fmla="*/ 45996 w 63505"/>
                <a:gd name="connsiteY7" fmla="*/ 9657 h 40961"/>
                <a:gd name="connsiteX8" fmla="*/ 40099 w 63505"/>
                <a:gd name="connsiteY8" fmla="*/ 29279 h 40961"/>
                <a:gd name="connsiteX9" fmla="*/ 39191 w 63505"/>
                <a:gd name="connsiteY9" fmla="*/ 33076 h 40961"/>
                <a:gd name="connsiteX10" fmla="*/ 49080 w 63505"/>
                <a:gd name="connsiteY10" fmla="*/ 41034 h 40961"/>
                <a:gd name="connsiteX11" fmla="*/ 63777 w 63505"/>
                <a:gd name="connsiteY11" fmla="*/ 27018 h 40961"/>
                <a:gd name="connsiteX12" fmla="*/ 61872 w 63505"/>
                <a:gd name="connsiteY12" fmla="*/ 25752 h 40961"/>
                <a:gd name="connsiteX13" fmla="*/ 59695 w 63505"/>
                <a:gd name="connsiteY13" fmla="*/ 27832 h 40961"/>
                <a:gd name="connsiteX14" fmla="*/ 49443 w 63505"/>
                <a:gd name="connsiteY14" fmla="*/ 37959 h 40961"/>
                <a:gd name="connsiteX15" fmla="*/ 46721 w 63505"/>
                <a:gd name="connsiteY15" fmla="*/ 34523 h 40961"/>
                <a:gd name="connsiteX16" fmla="*/ 47901 w 63505"/>
                <a:gd name="connsiteY16" fmla="*/ 29731 h 40961"/>
                <a:gd name="connsiteX17" fmla="*/ 53616 w 63505"/>
                <a:gd name="connsiteY17" fmla="*/ 10832 h 40961"/>
                <a:gd name="connsiteX18" fmla="*/ 40189 w 63505"/>
                <a:gd name="connsiteY18" fmla="*/ 72 h 40961"/>
                <a:gd name="connsiteX19" fmla="*/ 23043 w 63505"/>
                <a:gd name="connsiteY19" fmla="*/ 9024 h 40961"/>
                <a:gd name="connsiteX20" fmla="*/ 11975 w 63505"/>
                <a:gd name="connsiteY20" fmla="*/ 72 h 40961"/>
                <a:gd name="connsiteX21" fmla="*/ 271 w 63505"/>
                <a:gd name="connsiteY21" fmla="*/ 14087 h 40961"/>
                <a:gd name="connsiteX22" fmla="*/ 2177 w 63505"/>
                <a:gd name="connsiteY22" fmla="*/ 15353 h 40961"/>
                <a:gd name="connsiteX23" fmla="*/ 4263 w 63505"/>
                <a:gd name="connsiteY23" fmla="*/ 13635 h 40961"/>
                <a:gd name="connsiteX24" fmla="*/ 11521 w 63505"/>
                <a:gd name="connsiteY24" fmla="*/ 3146 h 40961"/>
                <a:gd name="connsiteX25" fmla="*/ 15241 w 63505"/>
                <a:gd name="connsiteY25" fmla="*/ 7939 h 40961"/>
                <a:gd name="connsiteX26" fmla="*/ 13789 w 63505"/>
                <a:gd name="connsiteY26" fmla="*/ 14992 h 40961"/>
                <a:gd name="connsiteX27" fmla="*/ 11793 w 63505"/>
                <a:gd name="connsiteY27" fmla="*/ 23130 h 40961"/>
                <a:gd name="connsiteX28" fmla="*/ 9707 w 63505"/>
                <a:gd name="connsiteY28" fmla="*/ 31178 h 40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505" h="40961">
                  <a:moveTo>
                    <a:pt x="9707" y="31178"/>
                  </a:moveTo>
                  <a:cubicBezTo>
                    <a:pt x="9162" y="33438"/>
                    <a:pt x="8164" y="37417"/>
                    <a:pt x="8164" y="37869"/>
                  </a:cubicBezTo>
                  <a:cubicBezTo>
                    <a:pt x="8164" y="39858"/>
                    <a:pt x="9797" y="41034"/>
                    <a:pt x="11521" y="41034"/>
                  </a:cubicBezTo>
                  <a:cubicBezTo>
                    <a:pt x="12882" y="41034"/>
                    <a:pt x="14878" y="40310"/>
                    <a:pt x="15876" y="38050"/>
                  </a:cubicBezTo>
                  <a:cubicBezTo>
                    <a:pt x="15966" y="37598"/>
                    <a:pt x="17055" y="33348"/>
                    <a:pt x="17599" y="30997"/>
                  </a:cubicBezTo>
                  <a:cubicBezTo>
                    <a:pt x="20684" y="18790"/>
                    <a:pt x="20684" y="18609"/>
                    <a:pt x="20865" y="18247"/>
                  </a:cubicBezTo>
                  <a:cubicBezTo>
                    <a:pt x="22045" y="15806"/>
                    <a:pt x="28577" y="3146"/>
                    <a:pt x="39645" y="3146"/>
                  </a:cubicBezTo>
                  <a:cubicBezTo>
                    <a:pt x="44090" y="3146"/>
                    <a:pt x="45996" y="5588"/>
                    <a:pt x="45996" y="9657"/>
                  </a:cubicBezTo>
                  <a:cubicBezTo>
                    <a:pt x="45996" y="14811"/>
                    <a:pt x="42185" y="24125"/>
                    <a:pt x="40099" y="29279"/>
                  </a:cubicBezTo>
                  <a:cubicBezTo>
                    <a:pt x="39645" y="30364"/>
                    <a:pt x="39191" y="31539"/>
                    <a:pt x="39191" y="33076"/>
                  </a:cubicBezTo>
                  <a:cubicBezTo>
                    <a:pt x="39191" y="37778"/>
                    <a:pt x="43728" y="41034"/>
                    <a:pt x="49080" y="41034"/>
                  </a:cubicBezTo>
                  <a:cubicBezTo>
                    <a:pt x="58787" y="41034"/>
                    <a:pt x="63777" y="29279"/>
                    <a:pt x="63777" y="27018"/>
                  </a:cubicBezTo>
                  <a:cubicBezTo>
                    <a:pt x="63777" y="25752"/>
                    <a:pt x="62235" y="25752"/>
                    <a:pt x="61872" y="25752"/>
                  </a:cubicBezTo>
                  <a:cubicBezTo>
                    <a:pt x="60330" y="25752"/>
                    <a:pt x="60239" y="26114"/>
                    <a:pt x="59695" y="27832"/>
                  </a:cubicBezTo>
                  <a:cubicBezTo>
                    <a:pt x="57971" y="33257"/>
                    <a:pt x="53798" y="37959"/>
                    <a:pt x="49443" y="37959"/>
                  </a:cubicBezTo>
                  <a:cubicBezTo>
                    <a:pt x="47356" y="37959"/>
                    <a:pt x="46721" y="36513"/>
                    <a:pt x="46721" y="34523"/>
                  </a:cubicBezTo>
                  <a:cubicBezTo>
                    <a:pt x="46721" y="32624"/>
                    <a:pt x="47084" y="31720"/>
                    <a:pt x="47901" y="29731"/>
                  </a:cubicBezTo>
                  <a:cubicBezTo>
                    <a:pt x="49443" y="26114"/>
                    <a:pt x="53616" y="15806"/>
                    <a:pt x="53616" y="10832"/>
                  </a:cubicBezTo>
                  <a:cubicBezTo>
                    <a:pt x="53616" y="4141"/>
                    <a:pt x="48808" y="72"/>
                    <a:pt x="40189" y="72"/>
                  </a:cubicBezTo>
                  <a:cubicBezTo>
                    <a:pt x="31934" y="72"/>
                    <a:pt x="26218" y="5045"/>
                    <a:pt x="23043" y="9024"/>
                  </a:cubicBezTo>
                  <a:cubicBezTo>
                    <a:pt x="22589" y="1609"/>
                    <a:pt x="15331" y="72"/>
                    <a:pt x="11975" y="72"/>
                  </a:cubicBezTo>
                  <a:cubicBezTo>
                    <a:pt x="2902" y="72"/>
                    <a:pt x="271" y="13907"/>
                    <a:pt x="271" y="14087"/>
                  </a:cubicBezTo>
                  <a:cubicBezTo>
                    <a:pt x="271" y="15353"/>
                    <a:pt x="1723" y="15353"/>
                    <a:pt x="2177" y="15353"/>
                  </a:cubicBezTo>
                  <a:cubicBezTo>
                    <a:pt x="3719" y="15353"/>
                    <a:pt x="3900" y="14811"/>
                    <a:pt x="4263" y="13635"/>
                  </a:cubicBezTo>
                  <a:cubicBezTo>
                    <a:pt x="5624" y="8391"/>
                    <a:pt x="7711" y="3146"/>
                    <a:pt x="11521" y="3146"/>
                  </a:cubicBezTo>
                  <a:cubicBezTo>
                    <a:pt x="14606" y="3146"/>
                    <a:pt x="15241" y="6040"/>
                    <a:pt x="15241" y="7939"/>
                  </a:cubicBezTo>
                  <a:cubicBezTo>
                    <a:pt x="15241" y="9205"/>
                    <a:pt x="14333" y="12641"/>
                    <a:pt x="13789" y="14992"/>
                  </a:cubicBezTo>
                  <a:cubicBezTo>
                    <a:pt x="13154" y="17433"/>
                    <a:pt x="12247" y="21141"/>
                    <a:pt x="11793" y="23130"/>
                  </a:cubicBezTo>
                  <a:lnTo>
                    <a:pt x="9707" y="311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5" name="Freeform: Shape 254">
              <a:extLst>
                <a:ext uri="{FF2B5EF4-FFF2-40B4-BE49-F238E27FC236}">
                  <a16:creationId xmlns:a16="http://schemas.microsoft.com/office/drawing/2014/main" id="{DDAA1FFE-7C71-2A66-A330-F369BE74D398}"/>
                </a:ext>
              </a:extLst>
            </p:cNvPr>
            <p:cNvSpPr/>
            <p:nvPr>
              <p:custDataLst>
                <p:tags r:id="rId168"/>
              </p:custDataLst>
            </p:nvPr>
          </p:nvSpPr>
          <p:spPr>
            <a:xfrm>
              <a:off x="6341695" y="5277417"/>
              <a:ext cx="85859" cy="6203"/>
            </a:xfrm>
            <a:custGeom>
              <a:avLst/>
              <a:gdLst>
                <a:gd name="connsiteX0" fmla="*/ 81056 w 85859"/>
                <a:gd name="connsiteY0" fmla="*/ 6274 h 6203"/>
                <a:gd name="connsiteX1" fmla="*/ 86136 w 85859"/>
                <a:gd name="connsiteY1" fmla="*/ 3236 h 6203"/>
                <a:gd name="connsiteX2" fmla="*/ 81056 w 85859"/>
                <a:gd name="connsiteY2" fmla="*/ 71 h 6203"/>
                <a:gd name="connsiteX3" fmla="*/ 5357 w 85859"/>
                <a:gd name="connsiteY3" fmla="*/ 71 h 6203"/>
                <a:gd name="connsiteX4" fmla="*/ 276 w 85859"/>
                <a:gd name="connsiteY4" fmla="*/ 3109 h 6203"/>
                <a:gd name="connsiteX5" fmla="*/ 5357 w 85859"/>
                <a:gd name="connsiteY5" fmla="*/ 6274 h 6203"/>
                <a:gd name="connsiteX6" fmla="*/ 81056 w 85859"/>
                <a:gd name="connsiteY6" fmla="*/ 6274 h 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859" h="6203">
                  <a:moveTo>
                    <a:pt x="81056" y="6274"/>
                  </a:moveTo>
                  <a:cubicBezTo>
                    <a:pt x="83088" y="6274"/>
                    <a:pt x="86136" y="6274"/>
                    <a:pt x="86136" y="3236"/>
                  </a:cubicBezTo>
                  <a:cubicBezTo>
                    <a:pt x="86136" y="71"/>
                    <a:pt x="83215" y="71"/>
                    <a:pt x="81056" y="71"/>
                  </a:cubicBezTo>
                  <a:lnTo>
                    <a:pt x="5357" y="71"/>
                  </a:lnTo>
                  <a:cubicBezTo>
                    <a:pt x="3325" y="71"/>
                    <a:pt x="276" y="71"/>
                    <a:pt x="276" y="3109"/>
                  </a:cubicBezTo>
                  <a:cubicBezTo>
                    <a:pt x="276" y="6274"/>
                    <a:pt x="3198" y="6274"/>
                    <a:pt x="5357" y="6274"/>
                  </a:cubicBezTo>
                  <a:lnTo>
                    <a:pt x="81056" y="627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6" name="Freeform: Shape 255">
              <a:extLst>
                <a:ext uri="{FF2B5EF4-FFF2-40B4-BE49-F238E27FC236}">
                  <a16:creationId xmlns:a16="http://schemas.microsoft.com/office/drawing/2014/main" id="{1F31915E-9EBE-8312-84F5-FDD36AEA94E4}"/>
                </a:ext>
              </a:extLst>
            </p:cNvPr>
            <p:cNvSpPr/>
            <p:nvPr>
              <p:custDataLst>
                <p:tags r:id="rId169"/>
              </p:custDataLst>
            </p:nvPr>
          </p:nvSpPr>
          <p:spPr>
            <a:xfrm>
              <a:off x="6447732" y="5256402"/>
              <a:ext cx="75698" cy="82918"/>
            </a:xfrm>
            <a:custGeom>
              <a:avLst/>
              <a:gdLst>
                <a:gd name="connsiteX0" fmla="*/ 791 w 75698"/>
                <a:gd name="connsiteY0" fmla="*/ 76280 h 82918"/>
                <a:gd name="connsiteX1" fmla="*/ 283 w 75698"/>
                <a:gd name="connsiteY1" fmla="*/ 78938 h 82918"/>
                <a:gd name="connsiteX2" fmla="*/ 4601 w 75698"/>
                <a:gd name="connsiteY2" fmla="*/ 82989 h 82918"/>
                <a:gd name="connsiteX3" fmla="*/ 10698 w 75698"/>
                <a:gd name="connsiteY3" fmla="*/ 76660 h 82918"/>
                <a:gd name="connsiteX4" fmla="*/ 16540 w 75698"/>
                <a:gd name="connsiteY4" fmla="*/ 53493 h 82918"/>
                <a:gd name="connsiteX5" fmla="*/ 30130 w 75698"/>
                <a:gd name="connsiteY5" fmla="*/ 57164 h 82918"/>
                <a:gd name="connsiteX6" fmla="*/ 48420 w 75698"/>
                <a:gd name="connsiteY6" fmla="*/ 48050 h 82918"/>
                <a:gd name="connsiteX7" fmla="*/ 61502 w 75698"/>
                <a:gd name="connsiteY7" fmla="*/ 57164 h 82918"/>
                <a:gd name="connsiteX8" fmla="*/ 71536 w 75698"/>
                <a:gd name="connsiteY8" fmla="*/ 50455 h 82918"/>
                <a:gd name="connsiteX9" fmla="*/ 75981 w 75698"/>
                <a:gd name="connsiteY9" fmla="*/ 37796 h 82918"/>
                <a:gd name="connsiteX10" fmla="*/ 73949 w 75698"/>
                <a:gd name="connsiteY10" fmla="*/ 36150 h 82918"/>
                <a:gd name="connsiteX11" fmla="*/ 71155 w 75698"/>
                <a:gd name="connsiteY11" fmla="*/ 40074 h 82918"/>
                <a:gd name="connsiteX12" fmla="*/ 61883 w 75698"/>
                <a:gd name="connsiteY12" fmla="*/ 53620 h 82918"/>
                <a:gd name="connsiteX13" fmla="*/ 57692 w 75698"/>
                <a:gd name="connsiteY13" fmla="*/ 47417 h 82918"/>
                <a:gd name="connsiteX14" fmla="*/ 59597 w 75698"/>
                <a:gd name="connsiteY14" fmla="*/ 37416 h 82918"/>
                <a:gd name="connsiteX15" fmla="*/ 62391 w 75698"/>
                <a:gd name="connsiteY15" fmla="*/ 26022 h 82918"/>
                <a:gd name="connsiteX16" fmla="*/ 65312 w 75698"/>
                <a:gd name="connsiteY16" fmla="*/ 14756 h 82918"/>
                <a:gd name="connsiteX17" fmla="*/ 67472 w 75698"/>
                <a:gd name="connsiteY17" fmla="*/ 5388 h 82918"/>
                <a:gd name="connsiteX18" fmla="*/ 63280 w 75698"/>
                <a:gd name="connsiteY18" fmla="*/ 1337 h 82918"/>
                <a:gd name="connsiteX19" fmla="*/ 58073 w 75698"/>
                <a:gd name="connsiteY19" fmla="*/ 4375 h 82918"/>
                <a:gd name="connsiteX20" fmla="*/ 56041 w 75698"/>
                <a:gd name="connsiteY20" fmla="*/ 11717 h 82918"/>
                <a:gd name="connsiteX21" fmla="*/ 53373 w 75698"/>
                <a:gd name="connsiteY21" fmla="*/ 22225 h 82918"/>
                <a:gd name="connsiteX22" fmla="*/ 49436 w 75698"/>
                <a:gd name="connsiteY22" fmla="*/ 38049 h 82918"/>
                <a:gd name="connsiteX23" fmla="*/ 47404 w 75698"/>
                <a:gd name="connsiteY23" fmla="*/ 43112 h 82918"/>
                <a:gd name="connsiteX24" fmla="*/ 30638 w 75698"/>
                <a:gd name="connsiteY24" fmla="*/ 53620 h 82918"/>
                <a:gd name="connsiteX25" fmla="*/ 20223 w 75698"/>
                <a:gd name="connsiteY25" fmla="*/ 42353 h 82918"/>
                <a:gd name="connsiteX26" fmla="*/ 22383 w 75698"/>
                <a:gd name="connsiteY26" fmla="*/ 30580 h 82918"/>
                <a:gd name="connsiteX27" fmla="*/ 25177 w 75698"/>
                <a:gd name="connsiteY27" fmla="*/ 19186 h 82918"/>
                <a:gd name="connsiteX28" fmla="*/ 26955 w 75698"/>
                <a:gd name="connsiteY28" fmla="*/ 12097 h 82918"/>
                <a:gd name="connsiteX29" fmla="*/ 28860 w 75698"/>
                <a:gd name="connsiteY29" fmla="*/ 4122 h 82918"/>
                <a:gd name="connsiteX30" fmla="*/ 24542 w 75698"/>
                <a:gd name="connsiteY30" fmla="*/ 71 h 82918"/>
                <a:gd name="connsiteX31" fmla="*/ 18445 w 75698"/>
                <a:gd name="connsiteY31" fmla="*/ 6021 h 82918"/>
                <a:gd name="connsiteX32" fmla="*/ 791 w 75698"/>
                <a:gd name="connsiteY32" fmla="*/ 76280 h 8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698" h="82918">
                  <a:moveTo>
                    <a:pt x="791" y="76280"/>
                  </a:moveTo>
                  <a:cubicBezTo>
                    <a:pt x="283" y="78179"/>
                    <a:pt x="283" y="78812"/>
                    <a:pt x="283" y="78938"/>
                  </a:cubicBezTo>
                  <a:cubicBezTo>
                    <a:pt x="283" y="81723"/>
                    <a:pt x="2569" y="82989"/>
                    <a:pt x="4601" y="82989"/>
                  </a:cubicBezTo>
                  <a:cubicBezTo>
                    <a:pt x="9173" y="82989"/>
                    <a:pt x="10189" y="78812"/>
                    <a:pt x="10698" y="76660"/>
                  </a:cubicBezTo>
                  <a:cubicBezTo>
                    <a:pt x="10952" y="76027"/>
                    <a:pt x="13492" y="65899"/>
                    <a:pt x="16540" y="53493"/>
                  </a:cubicBezTo>
                  <a:cubicBezTo>
                    <a:pt x="20477" y="56152"/>
                    <a:pt x="25558" y="57164"/>
                    <a:pt x="30130" y="57164"/>
                  </a:cubicBezTo>
                  <a:cubicBezTo>
                    <a:pt x="41053" y="57164"/>
                    <a:pt x="48166" y="48303"/>
                    <a:pt x="48420" y="48050"/>
                  </a:cubicBezTo>
                  <a:cubicBezTo>
                    <a:pt x="50833" y="56785"/>
                    <a:pt x="59597" y="57164"/>
                    <a:pt x="61502" y="57164"/>
                  </a:cubicBezTo>
                  <a:cubicBezTo>
                    <a:pt x="66075" y="57164"/>
                    <a:pt x="69250" y="54379"/>
                    <a:pt x="71536" y="50455"/>
                  </a:cubicBezTo>
                  <a:cubicBezTo>
                    <a:pt x="74330" y="45518"/>
                    <a:pt x="75981" y="38302"/>
                    <a:pt x="75981" y="37796"/>
                  </a:cubicBezTo>
                  <a:cubicBezTo>
                    <a:pt x="75981" y="36150"/>
                    <a:pt x="74330" y="36150"/>
                    <a:pt x="73949" y="36150"/>
                  </a:cubicBezTo>
                  <a:cubicBezTo>
                    <a:pt x="72171" y="36150"/>
                    <a:pt x="72044" y="36656"/>
                    <a:pt x="71155" y="40074"/>
                  </a:cubicBezTo>
                  <a:cubicBezTo>
                    <a:pt x="69631" y="46151"/>
                    <a:pt x="67218" y="53620"/>
                    <a:pt x="61883" y="53620"/>
                  </a:cubicBezTo>
                  <a:cubicBezTo>
                    <a:pt x="58581" y="53620"/>
                    <a:pt x="57692" y="50835"/>
                    <a:pt x="57692" y="47417"/>
                  </a:cubicBezTo>
                  <a:cubicBezTo>
                    <a:pt x="57692" y="45265"/>
                    <a:pt x="58708" y="40707"/>
                    <a:pt x="59597" y="37416"/>
                  </a:cubicBezTo>
                  <a:cubicBezTo>
                    <a:pt x="60486" y="33998"/>
                    <a:pt x="61756" y="28807"/>
                    <a:pt x="62391" y="26022"/>
                  </a:cubicBezTo>
                  <a:lnTo>
                    <a:pt x="65312" y="14756"/>
                  </a:lnTo>
                  <a:cubicBezTo>
                    <a:pt x="66075" y="11591"/>
                    <a:pt x="67472" y="6021"/>
                    <a:pt x="67472" y="5388"/>
                  </a:cubicBezTo>
                  <a:cubicBezTo>
                    <a:pt x="67472" y="2856"/>
                    <a:pt x="65439" y="1337"/>
                    <a:pt x="63280" y="1337"/>
                  </a:cubicBezTo>
                  <a:cubicBezTo>
                    <a:pt x="61883" y="1337"/>
                    <a:pt x="59470" y="1970"/>
                    <a:pt x="58073" y="4375"/>
                  </a:cubicBezTo>
                  <a:cubicBezTo>
                    <a:pt x="57692" y="5135"/>
                    <a:pt x="56676" y="9186"/>
                    <a:pt x="56041" y="11717"/>
                  </a:cubicBezTo>
                  <a:lnTo>
                    <a:pt x="53373" y="22225"/>
                  </a:lnTo>
                  <a:lnTo>
                    <a:pt x="49436" y="38049"/>
                  </a:lnTo>
                  <a:cubicBezTo>
                    <a:pt x="48547" y="41214"/>
                    <a:pt x="48547" y="41467"/>
                    <a:pt x="47404" y="43112"/>
                  </a:cubicBezTo>
                  <a:cubicBezTo>
                    <a:pt x="43466" y="48683"/>
                    <a:pt x="37878" y="53620"/>
                    <a:pt x="30638" y="53620"/>
                  </a:cubicBezTo>
                  <a:cubicBezTo>
                    <a:pt x="20223" y="53620"/>
                    <a:pt x="20223" y="44632"/>
                    <a:pt x="20223" y="42353"/>
                  </a:cubicBezTo>
                  <a:cubicBezTo>
                    <a:pt x="20223" y="39061"/>
                    <a:pt x="20604" y="37416"/>
                    <a:pt x="22383" y="30580"/>
                  </a:cubicBezTo>
                  <a:cubicBezTo>
                    <a:pt x="23653" y="25010"/>
                    <a:pt x="23907" y="24124"/>
                    <a:pt x="25177" y="19186"/>
                  </a:cubicBezTo>
                  <a:lnTo>
                    <a:pt x="26955" y="12097"/>
                  </a:lnTo>
                  <a:cubicBezTo>
                    <a:pt x="27590" y="9439"/>
                    <a:pt x="28860" y="4628"/>
                    <a:pt x="28860" y="4122"/>
                  </a:cubicBezTo>
                  <a:cubicBezTo>
                    <a:pt x="28860" y="1843"/>
                    <a:pt x="27082" y="71"/>
                    <a:pt x="24542" y="71"/>
                  </a:cubicBezTo>
                  <a:cubicBezTo>
                    <a:pt x="19969" y="71"/>
                    <a:pt x="18826" y="4502"/>
                    <a:pt x="18445" y="6021"/>
                  </a:cubicBezTo>
                  <a:lnTo>
                    <a:pt x="791" y="7628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7" name="Freeform: Shape 256">
              <a:extLst>
                <a:ext uri="{FF2B5EF4-FFF2-40B4-BE49-F238E27FC236}">
                  <a16:creationId xmlns:a16="http://schemas.microsoft.com/office/drawing/2014/main" id="{D43F3B19-37BC-80C9-FFBA-A3250EE1BFEB}"/>
                </a:ext>
              </a:extLst>
            </p:cNvPr>
            <p:cNvSpPr/>
            <p:nvPr>
              <p:custDataLst>
                <p:tags r:id="rId170"/>
              </p:custDataLst>
            </p:nvPr>
          </p:nvSpPr>
          <p:spPr>
            <a:xfrm>
              <a:off x="6532963" y="5270002"/>
              <a:ext cx="42911" cy="78849"/>
            </a:xfrm>
            <a:custGeom>
              <a:avLst/>
              <a:gdLst>
                <a:gd name="connsiteX0" fmla="*/ 43199 w 42911"/>
                <a:gd name="connsiteY0" fmla="*/ 3960 h 78849"/>
                <a:gd name="connsiteX1" fmla="*/ 39207 w 42911"/>
                <a:gd name="connsiteY1" fmla="*/ 72 h 78849"/>
                <a:gd name="connsiteX2" fmla="*/ 33583 w 42911"/>
                <a:gd name="connsiteY2" fmla="*/ 5497 h 78849"/>
                <a:gd name="connsiteX3" fmla="*/ 37574 w 42911"/>
                <a:gd name="connsiteY3" fmla="*/ 9385 h 78849"/>
                <a:gd name="connsiteX4" fmla="*/ 43199 w 42911"/>
                <a:gd name="connsiteY4" fmla="*/ 3960 h 78849"/>
                <a:gd name="connsiteX5" fmla="*/ 23422 w 42911"/>
                <a:gd name="connsiteY5" fmla="*/ 64453 h 78849"/>
                <a:gd name="connsiteX6" fmla="*/ 10448 w 42911"/>
                <a:gd name="connsiteY6" fmla="*/ 75847 h 78849"/>
                <a:gd name="connsiteX7" fmla="*/ 7182 w 42911"/>
                <a:gd name="connsiteY7" fmla="*/ 75395 h 78849"/>
                <a:gd name="connsiteX8" fmla="*/ 9995 w 42911"/>
                <a:gd name="connsiteY8" fmla="*/ 70602 h 78849"/>
                <a:gd name="connsiteX9" fmla="*/ 5912 w 42911"/>
                <a:gd name="connsiteY9" fmla="*/ 66895 h 78849"/>
                <a:gd name="connsiteX10" fmla="*/ 287 w 42911"/>
                <a:gd name="connsiteY10" fmla="*/ 72682 h 78849"/>
                <a:gd name="connsiteX11" fmla="*/ 10539 w 42911"/>
                <a:gd name="connsiteY11" fmla="*/ 78921 h 78849"/>
                <a:gd name="connsiteX12" fmla="*/ 31314 w 42911"/>
                <a:gd name="connsiteY12" fmla="*/ 64544 h 78849"/>
                <a:gd name="connsiteX13" fmla="*/ 39480 w 42911"/>
                <a:gd name="connsiteY13" fmla="*/ 32172 h 78849"/>
                <a:gd name="connsiteX14" fmla="*/ 39933 w 42911"/>
                <a:gd name="connsiteY14" fmla="*/ 29188 h 78849"/>
                <a:gd name="connsiteX15" fmla="*/ 28774 w 42911"/>
                <a:gd name="connsiteY15" fmla="*/ 20417 h 78849"/>
                <a:gd name="connsiteX16" fmla="*/ 11083 w 42911"/>
                <a:gd name="connsiteY16" fmla="*/ 34433 h 78849"/>
                <a:gd name="connsiteX17" fmla="*/ 12989 w 42911"/>
                <a:gd name="connsiteY17" fmla="*/ 35699 h 78849"/>
                <a:gd name="connsiteX18" fmla="*/ 14984 w 42911"/>
                <a:gd name="connsiteY18" fmla="*/ 34433 h 78849"/>
                <a:gd name="connsiteX19" fmla="*/ 28411 w 42911"/>
                <a:gd name="connsiteY19" fmla="*/ 23492 h 78849"/>
                <a:gd name="connsiteX20" fmla="*/ 32222 w 42911"/>
                <a:gd name="connsiteY20" fmla="*/ 28284 h 78849"/>
                <a:gd name="connsiteX21" fmla="*/ 31950 w 42911"/>
                <a:gd name="connsiteY21" fmla="*/ 30635 h 78849"/>
                <a:gd name="connsiteX22" fmla="*/ 23422 w 42911"/>
                <a:gd name="connsiteY22" fmla="*/ 64453 h 7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911" h="78849">
                  <a:moveTo>
                    <a:pt x="43199" y="3960"/>
                  </a:moveTo>
                  <a:cubicBezTo>
                    <a:pt x="43199" y="1880"/>
                    <a:pt x="41657" y="72"/>
                    <a:pt x="39207" y="72"/>
                  </a:cubicBezTo>
                  <a:cubicBezTo>
                    <a:pt x="36395" y="72"/>
                    <a:pt x="33583" y="2785"/>
                    <a:pt x="33583" y="5497"/>
                  </a:cubicBezTo>
                  <a:cubicBezTo>
                    <a:pt x="33583" y="7667"/>
                    <a:pt x="35306" y="9385"/>
                    <a:pt x="37574" y="9385"/>
                  </a:cubicBezTo>
                  <a:cubicBezTo>
                    <a:pt x="40659" y="9385"/>
                    <a:pt x="43199" y="6492"/>
                    <a:pt x="43199" y="3960"/>
                  </a:cubicBezTo>
                  <a:close/>
                  <a:moveTo>
                    <a:pt x="23422" y="64453"/>
                  </a:moveTo>
                  <a:cubicBezTo>
                    <a:pt x="21698" y="71326"/>
                    <a:pt x="15982" y="75847"/>
                    <a:pt x="10448" y="75847"/>
                  </a:cubicBezTo>
                  <a:cubicBezTo>
                    <a:pt x="8906" y="75847"/>
                    <a:pt x="7908" y="75576"/>
                    <a:pt x="7182" y="75395"/>
                  </a:cubicBezTo>
                  <a:cubicBezTo>
                    <a:pt x="9360" y="74129"/>
                    <a:pt x="9995" y="71778"/>
                    <a:pt x="9995" y="70602"/>
                  </a:cubicBezTo>
                  <a:cubicBezTo>
                    <a:pt x="9995" y="69065"/>
                    <a:pt x="8906" y="66895"/>
                    <a:pt x="5912" y="66895"/>
                  </a:cubicBezTo>
                  <a:cubicBezTo>
                    <a:pt x="2828" y="66895"/>
                    <a:pt x="287" y="69698"/>
                    <a:pt x="287" y="72682"/>
                  </a:cubicBezTo>
                  <a:cubicBezTo>
                    <a:pt x="287" y="76570"/>
                    <a:pt x="4370" y="78921"/>
                    <a:pt x="10539" y="78921"/>
                  </a:cubicBezTo>
                  <a:cubicBezTo>
                    <a:pt x="16708" y="78921"/>
                    <a:pt x="28502" y="75756"/>
                    <a:pt x="31314" y="64544"/>
                  </a:cubicBezTo>
                  <a:lnTo>
                    <a:pt x="39480" y="32172"/>
                  </a:lnTo>
                  <a:cubicBezTo>
                    <a:pt x="39661" y="31268"/>
                    <a:pt x="39933" y="30454"/>
                    <a:pt x="39933" y="29188"/>
                  </a:cubicBezTo>
                  <a:cubicBezTo>
                    <a:pt x="39933" y="24034"/>
                    <a:pt x="35125" y="20417"/>
                    <a:pt x="28774" y="20417"/>
                  </a:cubicBezTo>
                  <a:cubicBezTo>
                    <a:pt x="17797" y="20417"/>
                    <a:pt x="11083" y="32624"/>
                    <a:pt x="11083" y="34433"/>
                  </a:cubicBezTo>
                  <a:cubicBezTo>
                    <a:pt x="11083" y="35699"/>
                    <a:pt x="12535" y="35699"/>
                    <a:pt x="12989" y="35699"/>
                  </a:cubicBezTo>
                  <a:cubicBezTo>
                    <a:pt x="14349" y="35699"/>
                    <a:pt x="14531" y="35337"/>
                    <a:pt x="14984" y="34433"/>
                  </a:cubicBezTo>
                  <a:cubicBezTo>
                    <a:pt x="19158" y="25571"/>
                    <a:pt x="25327" y="23492"/>
                    <a:pt x="28411" y="23492"/>
                  </a:cubicBezTo>
                  <a:cubicBezTo>
                    <a:pt x="32040" y="23492"/>
                    <a:pt x="32222" y="26747"/>
                    <a:pt x="32222" y="28284"/>
                  </a:cubicBezTo>
                  <a:cubicBezTo>
                    <a:pt x="32222" y="29550"/>
                    <a:pt x="32131" y="29912"/>
                    <a:pt x="31950" y="30635"/>
                  </a:cubicBezTo>
                  <a:lnTo>
                    <a:pt x="23422" y="6445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8" name="Freeform: Shape 257">
              <a:extLst>
                <a:ext uri="{FF2B5EF4-FFF2-40B4-BE49-F238E27FC236}">
                  <a16:creationId xmlns:a16="http://schemas.microsoft.com/office/drawing/2014/main" id="{67ADFD42-CEAD-8EBE-530A-891391A6E6A7}"/>
                </a:ext>
              </a:extLst>
            </p:cNvPr>
            <p:cNvSpPr/>
            <p:nvPr>
              <p:custDataLst>
                <p:tags r:id="rId171"/>
              </p:custDataLst>
            </p:nvPr>
          </p:nvSpPr>
          <p:spPr>
            <a:xfrm>
              <a:off x="5706278" y="5451374"/>
              <a:ext cx="1056428" cy="7233"/>
            </a:xfrm>
            <a:custGeom>
              <a:avLst/>
              <a:gdLst>
                <a:gd name="connsiteX0" fmla="*/ 0 w 1056428"/>
                <a:gd name="connsiteY0" fmla="*/ 0 h 7233"/>
                <a:gd name="connsiteX1" fmla="*/ 1056428 w 1056428"/>
                <a:gd name="connsiteY1" fmla="*/ 0 h 7233"/>
                <a:gd name="connsiteX2" fmla="*/ 1056428 w 1056428"/>
                <a:gd name="connsiteY2" fmla="*/ 7233 h 7233"/>
                <a:gd name="connsiteX3" fmla="*/ 0 w 1056428"/>
                <a:gd name="connsiteY3" fmla="*/ 7233 h 7233"/>
              </a:gdLst>
              <a:ahLst/>
              <a:cxnLst>
                <a:cxn ang="0">
                  <a:pos x="connsiteX0" y="connsiteY0"/>
                </a:cxn>
                <a:cxn ang="0">
                  <a:pos x="connsiteX1" y="connsiteY1"/>
                </a:cxn>
                <a:cxn ang="0">
                  <a:pos x="connsiteX2" y="connsiteY2"/>
                </a:cxn>
                <a:cxn ang="0">
                  <a:pos x="connsiteX3" y="connsiteY3"/>
                </a:cxn>
              </a:cxnLst>
              <a:rect l="l" t="t" r="r" b="b"/>
              <a:pathLst>
                <a:path w="1056428" h="7233">
                  <a:moveTo>
                    <a:pt x="0" y="0"/>
                  </a:moveTo>
                  <a:lnTo>
                    <a:pt x="1056428" y="0"/>
                  </a:lnTo>
                  <a:lnTo>
                    <a:pt x="1056428" y="7233"/>
                  </a:lnTo>
                  <a:lnTo>
                    <a:pt x="0" y="723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59" name="Freeform: Shape 258">
              <a:extLst>
                <a:ext uri="{FF2B5EF4-FFF2-40B4-BE49-F238E27FC236}">
                  <a16:creationId xmlns:a16="http://schemas.microsoft.com/office/drawing/2014/main" id="{C64923BD-BA29-E9C3-4175-65088CC5C813}"/>
                </a:ext>
              </a:extLst>
            </p:cNvPr>
            <p:cNvSpPr/>
            <p:nvPr>
              <p:custDataLst>
                <p:tags r:id="rId172"/>
              </p:custDataLst>
            </p:nvPr>
          </p:nvSpPr>
          <p:spPr>
            <a:xfrm>
              <a:off x="5722427" y="5520993"/>
              <a:ext cx="59876" cy="120444"/>
            </a:xfrm>
            <a:custGeom>
              <a:avLst/>
              <a:gdLst>
                <a:gd name="connsiteX0" fmla="*/ 37438 w 59876"/>
                <a:gd name="connsiteY0" fmla="*/ 4791 h 120444"/>
                <a:gd name="connsiteX1" fmla="*/ 33265 w 59876"/>
                <a:gd name="connsiteY1" fmla="*/ 89 h 120444"/>
                <a:gd name="connsiteX2" fmla="*/ 242 w 59876"/>
                <a:gd name="connsiteY2" fmla="*/ 11663 h 120444"/>
                <a:gd name="connsiteX3" fmla="*/ 242 w 59876"/>
                <a:gd name="connsiteY3" fmla="*/ 17269 h 120444"/>
                <a:gd name="connsiteX4" fmla="*/ 24011 w 59876"/>
                <a:gd name="connsiteY4" fmla="*/ 12567 h 120444"/>
                <a:gd name="connsiteX5" fmla="*/ 24011 w 59876"/>
                <a:gd name="connsiteY5" fmla="*/ 106246 h 120444"/>
                <a:gd name="connsiteX6" fmla="*/ 7137 w 59876"/>
                <a:gd name="connsiteY6" fmla="*/ 114927 h 120444"/>
                <a:gd name="connsiteX7" fmla="*/ 1331 w 59876"/>
                <a:gd name="connsiteY7" fmla="*/ 114927 h 120444"/>
                <a:gd name="connsiteX8" fmla="*/ 1331 w 59876"/>
                <a:gd name="connsiteY8" fmla="*/ 120533 h 120444"/>
                <a:gd name="connsiteX9" fmla="*/ 30725 w 59876"/>
                <a:gd name="connsiteY9" fmla="*/ 119991 h 120444"/>
                <a:gd name="connsiteX10" fmla="*/ 60119 w 59876"/>
                <a:gd name="connsiteY10" fmla="*/ 120533 h 120444"/>
                <a:gd name="connsiteX11" fmla="*/ 60119 w 59876"/>
                <a:gd name="connsiteY11" fmla="*/ 114927 h 120444"/>
                <a:gd name="connsiteX12" fmla="*/ 54313 w 59876"/>
                <a:gd name="connsiteY12" fmla="*/ 114927 h 120444"/>
                <a:gd name="connsiteX13" fmla="*/ 37438 w 59876"/>
                <a:gd name="connsiteY13" fmla="*/ 106246 h 120444"/>
                <a:gd name="connsiteX14" fmla="*/ 37438 w 59876"/>
                <a:gd name="connsiteY14" fmla="*/ 4791 h 120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876" h="120444">
                  <a:moveTo>
                    <a:pt x="37438" y="4791"/>
                  </a:moveTo>
                  <a:cubicBezTo>
                    <a:pt x="37438" y="451"/>
                    <a:pt x="37438" y="89"/>
                    <a:pt x="33265" y="89"/>
                  </a:cubicBezTo>
                  <a:cubicBezTo>
                    <a:pt x="22016" y="11663"/>
                    <a:pt x="6048" y="11663"/>
                    <a:pt x="242" y="11663"/>
                  </a:cubicBezTo>
                  <a:lnTo>
                    <a:pt x="242" y="17269"/>
                  </a:lnTo>
                  <a:cubicBezTo>
                    <a:pt x="3871" y="17269"/>
                    <a:pt x="14576" y="17269"/>
                    <a:pt x="24011" y="12567"/>
                  </a:cubicBezTo>
                  <a:lnTo>
                    <a:pt x="24011" y="106246"/>
                  </a:lnTo>
                  <a:cubicBezTo>
                    <a:pt x="24011" y="112757"/>
                    <a:pt x="23467" y="114927"/>
                    <a:pt x="7137" y="114927"/>
                  </a:cubicBezTo>
                  <a:lnTo>
                    <a:pt x="1331" y="114927"/>
                  </a:lnTo>
                  <a:lnTo>
                    <a:pt x="1331" y="120533"/>
                  </a:lnTo>
                  <a:cubicBezTo>
                    <a:pt x="7681" y="119991"/>
                    <a:pt x="23467" y="119991"/>
                    <a:pt x="30725" y="119991"/>
                  </a:cubicBezTo>
                  <a:cubicBezTo>
                    <a:pt x="37983" y="119991"/>
                    <a:pt x="53768" y="119991"/>
                    <a:pt x="60119" y="120533"/>
                  </a:cubicBezTo>
                  <a:lnTo>
                    <a:pt x="60119" y="114927"/>
                  </a:lnTo>
                  <a:lnTo>
                    <a:pt x="54313" y="114927"/>
                  </a:lnTo>
                  <a:cubicBezTo>
                    <a:pt x="37983" y="114927"/>
                    <a:pt x="37438" y="112938"/>
                    <a:pt x="37438" y="106246"/>
                  </a:cubicBezTo>
                  <a:lnTo>
                    <a:pt x="37438" y="47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0" name="Freeform: Shape 259">
              <a:extLst>
                <a:ext uri="{FF2B5EF4-FFF2-40B4-BE49-F238E27FC236}">
                  <a16:creationId xmlns:a16="http://schemas.microsoft.com/office/drawing/2014/main" id="{DBEFC300-B761-43E1-0DFA-B19AAA64561B}"/>
                </a:ext>
              </a:extLst>
            </p:cNvPr>
            <p:cNvSpPr/>
            <p:nvPr>
              <p:custDataLst>
                <p:tags r:id="rId173"/>
              </p:custDataLst>
            </p:nvPr>
          </p:nvSpPr>
          <p:spPr>
            <a:xfrm>
              <a:off x="5847482" y="5536003"/>
              <a:ext cx="120660" cy="120444"/>
            </a:xfrm>
            <a:custGeom>
              <a:avLst/>
              <a:gdLst>
                <a:gd name="connsiteX0" fmla="*/ 64299 w 120660"/>
                <a:gd name="connsiteY0" fmla="*/ 63928 h 120444"/>
                <a:gd name="connsiteX1" fmla="*/ 114923 w 120660"/>
                <a:gd name="connsiteY1" fmla="*/ 63928 h 120444"/>
                <a:gd name="connsiteX2" fmla="*/ 120910 w 120660"/>
                <a:gd name="connsiteY2" fmla="*/ 60311 h 120444"/>
                <a:gd name="connsiteX3" fmla="*/ 114923 w 120660"/>
                <a:gd name="connsiteY3" fmla="*/ 56694 h 120444"/>
                <a:gd name="connsiteX4" fmla="*/ 64299 w 120660"/>
                <a:gd name="connsiteY4" fmla="*/ 56694 h 120444"/>
                <a:gd name="connsiteX5" fmla="*/ 64299 w 120660"/>
                <a:gd name="connsiteY5" fmla="*/ 6057 h 120444"/>
                <a:gd name="connsiteX6" fmla="*/ 60671 w 120660"/>
                <a:gd name="connsiteY6" fmla="*/ 89 h 120444"/>
                <a:gd name="connsiteX7" fmla="*/ 57042 w 120660"/>
                <a:gd name="connsiteY7" fmla="*/ 6057 h 120444"/>
                <a:gd name="connsiteX8" fmla="*/ 57042 w 120660"/>
                <a:gd name="connsiteY8" fmla="*/ 56694 h 120444"/>
                <a:gd name="connsiteX9" fmla="*/ 6237 w 120660"/>
                <a:gd name="connsiteY9" fmla="*/ 56694 h 120444"/>
                <a:gd name="connsiteX10" fmla="*/ 249 w 120660"/>
                <a:gd name="connsiteY10" fmla="*/ 60311 h 120444"/>
                <a:gd name="connsiteX11" fmla="*/ 6237 w 120660"/>
                <a:gd name="connsiteY11" fmla="*/ 63928 h 120444"/>
                <a:gd name="connsiteX12" fmla="*/ 57042 w 120660"/>
                <a:gd name="connsiteY12" fmla="*/ 63928 h 120444"/>
                <a:gd name="connsiteX13" fmla="*/ 57042 w 120660"/>
                <a:gd name="connsiteY13" fmla="*/ 114565 h 120444"/>
                <a:gd name="connsiteX14" fmla="*/ 60671 w 120660"/>
                <a:gd name="connsiteY14" fmla="*/ 120533 h 120444"/>
                <a:gd name="connsiteX15" fmla="*/ 64299 w 120660"/>
                <a:gd name="connsiteY15" fmla="*/ 114565 h 120444"/>
                <a:gd name="connsiteX16" fmla="*/ 64299 w 120660"/>
                <a:gd name="connsiteY16" fmla="*/ 63928 h 120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660" h="120444">
                  <a:moveTo>
                    <a:pt x="64299" y="63928"/>
                  </a:moveTo>
                  <a:lnTo>
                    <a:pt x="114923" y="63928"/>
                  </a:lnTo>
                  <a:cubicBezTo>
                    <a:pt x="117463" y="63928"/>
                    <a:pt x="120910" y="63928"/>
                    <a:pt x="120910" y="60311"/>
                  </a:cubicBezTo>
                  <a:cubicBezTo>
                    <a:pt x="120910" y="56694"/>
                    <a:pt x="117463" y="56694"/>
                    <a:pt x="114923" y="56694"/>
                  </a:cubicBezTo>
                  <a:lnTo>
                    <a:pt x="64299" y="56694"/>
                  </a:lnTo>
                  <a:lnTo>
                    <a:pt x="64299" y="6057"/>
                  </a:lnTo>
                  <a:cubicBezTo>
                    <a:pt x="64299" y="3525"/>
                    <a:pt x="64299" y="89"/>
                    <a:pt x="60671" y="89"/>
                  </a:cubicBezTo>
                  <a:cubicBezTo>
                    <a:pt x="57042" y="89"/>
                    <a:pt x="57042" y="3525"/>
                    <a:pt x="57042" y="6057"/>
                  </a:cubicBezTo>
                  <a:lnTo>
                    <a:pt x="57042" y="56694"/>
                  </a:lnTo>
                  <a:lnTo>
                    <a:pt x="6237" y="56694"/>
                  </a:lnTo>
                  <a:cubicBezTo>
                    <a:pt x="3697" y="56694"/>
                    <a:pt x="249" y="56694"/>
                    <a:pt x="249" y="60311"/>
                  </a:cubicBezTo>
                  <a:cubicBezTo>
                    <a:pt x="249" y="63928"/>
                    <a:pt x="3697" y="63928"/>
                    <a:pt x="6237" y="63928"/>
                  </a:cubicBezTo>
                  <a:lnTo>
                    <a:pt x="57042" y="63928"/>
                  </a:lnTo>
                  <a:lnTo>
                    <a:pt x="57042" y="114565"/>
                  </a:lnTo>
                  <a:cubicBezTo>
                    <a:pt x="57042" y="117097"/>
                    <a:pt x="57042" y="120533"/>
                    <a:pt x="60671" y="120533"/>
                  </a:cubicBezTo>
                  <a:cubicBezTo>
                    <a:pt x="64299" y="120533"/>
                    <a:pt x="64299" y="117097"/>
                    <a:pt x="64299" y="114565"/>
                  </a:cubicBezTo>
                  <a:lnTo>
                    <a:pt x="64299" y="6392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1" name="Freeform: Shape 260">
              <a:extLst>
                <a:ext uri="{FF2B5EF4-FFF2-40B4-BE49-F238E27FC236}">
                  <a16:creationId xmlns:a16="http://schemas.microsoft.com/office/drawing/2014/main" id="{0F5B17A1-5434-FC9A-1220-3D35586E1C52}"/>
                </a:ext>
              </a:extLst>
            </p:cNvPr>
            <p:cNvSpPr/>
            <p:nvPr>
              <p:custDataLst>
                <p:tags r:id="rId174"/>
              </p:custDataLst>
            </p:nvPr>
          </p:nvSpPr>
          <p:spPr>
            <a:xfrm>
              <a:off x="6027113" y="5561502"/>
              <a:ext cx="69674" cy="81923"/>
            </a:xfrm>
            <a:custGeom>
              <a:avLst/>
              <a:gdLst>
                <a:gd name="connsiteX0" fmla="*/ 25843 w 69674"/>
                <a:gd name="connsiteY0" fmla="*/ 38248 h 81923"/>
                <a:gd name="connsiteX1" fmla="*/ 53604 w 69674"/>
                <a:gd name="connsiteY1" fmla="*/ 34088 h 81923"/>
                <a:gd name="connsiteX2" fmla="*/ 67213 w 69674"/>
                <a:gd name="connsiteY2" fmla="*/ 15461 h 81923"/>
                <a:gd name="connsiteX3" fmla="*/ 47798 w 69674"/>
                <a:gd name="connsiteY3" fmla="*/ 89 h 81923"/>
                <a:gd name="connsiteX4" fmla="*/ 259 w 69674"/>
                <a:gd name="connsiteY4" fmla="*/ 49279 h 81923"/>
                <a:gd name="connsiteX5" fmla="*/ 28746 w 69674"/>
                <a:gd name="connsiteY5" fmla="*/ 82013 h 81923"/>
                <a:gd name="connsiteX6" fmla="*/ 69934 w 69674"/>
                <a:gd name="connsiteY6" fmla="*/ 60673 h 81923"/>
                <a:gd name="connsiteX7" fmla="*/ 67757 w 69674"/>
                <a:gd name="connsiteY7" fmla="*/ 58322 h 81923"/>
                <a:gd name="connsiteX8" fmla="*/ 65398 w 69674"/>
                <a:gd name="connsiteY8" fmla="*/ 60130 h 81923"/>
                <a:gd name="connsiteX9" fmla="*/ 29109 w 69674"/>
                <a:gd name="connsiteY9" fmla="*/ 78034 h 81923"/>
                <a:gd name="connsiteX10" fmla="*/ 13323 w 69674"/>
                <a:gd name="connsiteY10" fmla="*/ 57056 h 81923"/>
                <a:gd name="connsiteX11" fmla="*/ 16227 w 69674"/>
                <a:gd name="connsiteY11" fmla="*/ 38248 h 81923"/>
                <a:gd name="connsiteX12" fmla="*/ 25843 w 69674"/>
                <a:gd name="connsiteY12" fmla="*/ 38248 h 81923"/>
                <a:gd name="connsiteX13" fmla="*/ 17315 w 69674"/>
                <a:gd name="connsiteY13" fmla="*/ 34269 h 81923"/>
                <a:gd name="connsiteX14" fmla="*/ 47798 w 69674"/>
                <a:gd name="connsiteY14" fmla="*/ 4068 h 81923"/>
                <a:gd name="connsiteX15" fmla="*/ 61225 w 69674"/>
                <a:gd name="connsiteY15" fmla="*/ 15461 h 81923"/>
                <a:gd name="connsiteX16" fmla="*/ 24754 w 69674"/>
                <a:gd name="connsiteY16" fmla="*/ 34269 h 81923"/>
                <a:gd name="connsiteX17" fmla="*/ 17315 w 69674"/>
                <a:gd name="connsiteY17" fmla="*/ 34269 h 81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674" h="81923">
                  <a:moveTo>
                    <a:pt x="25843" y="38248"/>
                  </a:moveTo>
                  <a:cubicBezTo>
                    <a:pt x="31105" y="38248"/>
                    <a:pt x="44532" y="37886"/>
                    <a:pt x="53604" y="34088"/>
                  </a:cubicBezTo>
                  <a:cubicBezTo>
                    <a:pt x="66305" y="28663"/>
                    <a:pt x="67213" y="17993"/>
                    <a:pt x="67213" y="15461"/>
                  </a:cubicBezTo>
                  <a:cubicBezTo>
                    <a:pt x="67213" y="7504"/>
                    <a:pt x="60318" y="89"/>
                    <a:pt x="47798" y="89"/>
                  </a:cubicBezTo>
                  <a:cubicBezTo>
                    <a:pt x="27658" y="89"/>
                    <a:pt x="259" y="17631"/>
                    <a:pt x="259" y="49279"/>
                  </a:cubicBezTo>
                  <a:cubicBezTo>
                    <a:pt x="259" y="67726"/>
                    <a:pt x="10965" y="82013"/>
                    <a:pt x="28746" y="82013"/>
                  </a:cubicBezTo>
                  <a:cubicBezTo>
                    <a:pt x="54693" y="82013"/>
                    <a:pt x="69934" y="62843"/>
                    <a:pt x="69934" y="60673"/>
                  </a:cubicBezTo>
                  <a:cubicBezTo>
                    <a:pt x="69934" y="59588"/>
                    <a:pt x="68846" y="58322"/>
                    <a:pt x="67757" y="58322"/>
                  </a:cubicBezTo>
                  <a:cubicBezTo>
                    <a:pt x="66850" y="58322"/>
                    <a:pt x="66487" y="58683"/>
                    <a:pt x="65398" y="60130"/>
                  </a:cubicBezTo>
                  <a:cubicBezTo>
                    <a:pt x="51064" y="78034"/>
                    <a:pt x="31286" y="78034"/>
                    <a:pt x="29109" y="78034"/>
                  </a:cubicBezTo>
                  <a:cubicBezTo>
                    <a:pt x="14956" y="78034"/>
                    <a:pt x="13323" y="62843"/>
                    <a:pt x="13323" y="57056"/>
                  </a:cubicBezTo>
                  <a:cubicBezTo>
                    <a:pt x="13323" y="54886"/>
                    <a:pt x="13505" y="49279"/>
                    <a:pt x="16227" y="38248"/>
                  </a:cubicBezTo>
                  <a:lnTo>
                    <a:pt x="25843" y="38248"/>
                  </a:lnTo>
                  <a:close/>
                  <a:moveTo>
                    <a:pt x="17315" y="34269"/>
                  </a:moveTo>
                  <a:cubicBezTo>
                    <a:pt x="24392" y="6780"/>
                    <a:pt x="43080" y="4068"/>
                    <a:pt x="47798" y="4068"/>
                  </a:cubicBezTo>
                  <a:cubicBezTo>
                    <a:pt x="56326" y="4068"/>
                    <a:pt x="61225" y="9312"/>
                    <a:pt x="61225" y="15461"/>
                  </a:cubicBezTo>
                  <a:cubicBezTo>
                    <a:pt x="61225" y="34269"/>
                    <a:pt x="32194" y="34269"/>
                    <a:pt x="24754" y="34269"/>
                  </a:cubicBezTo>
                  <a:lnTo>
                    <a:pt x="17315" y="3426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2" name="Freeform: Shape 261">
              <a:extLst>
                <a:ext uri="{FF2B5EF4-FFF2-40B4-BE49-F238E27FC236}">
                  <a16:creationId xmlns:a16="http://schemas.microsoft.com/office/drawing/2014/main" id="{D8FA72D6-F61E-C323-74D9-98540508D18C}"/>
                </a:ext>
              </a:extLst>
            </p:cNvPr>
            <p:cNvSpPr/>
            <p:nvPr>
              <p:custDataLst>
                <p:tags r:id="rId175"/>
              </p:custDataLst>
            </p:nvPr>
          </p:nvSpPr>
          <p:spPr>
            <a:xfrm>
              <a:off x="6105919" y="5497435"/>
              <a:ext cx="88781" cy="113427"/>
            </a:xfrm>
            <a:custGeom>
              <a:avLst/>
              <a:gdLst>
                <a:gd name="connsiteX0" fmla="*/ 8520 w 88781"/>
                <a:gd name="connsiteY0" fmla="*/ 110728 h 113427"/>
                <a:gd name="connsiteX1" fmla="*/ 16267 w 88781"/>
                <a:gd name="connsiteY1" fmla="*/ 79460 h 113427"/>
                <a:gd name="connsiteX2" fmla="*/ 45099 w 88781"/>
                <a:gd name="connsiteY2" fmla="*/ 90600 h 113427"/>
                <a:gd name="connsiteX3" fmla="*/ 88029 w 88781"/>
                <a:gd name="connsiteY3" fmla="*/ 55407 h 113427"/>
                <a:gd name="connsiteX4" fmla="*/ 79392 w 88781"/>
                <a:gd name="connsiteY4" fmla="*/ 38190 h 113427"/>
                <a:gd name="connsiteX5" fmla="*/ 89045 w 88781"/>
                <a:gd name="connsiteY5" fmla="*/ 18062 h 113427"/>
                <a:gd name="connsiteX6" fmla="*/ 66437 w 88781"/>
                <a:gd name="connsiteY6" fmla="*/ 86 h 113427"/>
                <a:gd name="connsiteX7" fmla="*/ 19951 w 88781"/>
                <a:gd name="connsiteY7" fmla="*/ 32494 h 113427"/>
                <a:gd name="connsiteX8" fmla="*/ 772 w 88781"/>
                <a:gd name="connsiteY8" fmla="*/ 109083 h 113427"/>
                <a:gd name="connsiteX9" fmla="*/ 264 w 88781"/>
                <a:gd name="connsiteY9" fmla="*/ 111235 h 113427"/>
                <a:gd name="connsiteX10" fmla="*/ 4328 w 88781"/>
                <a:gd name="connsiteY10" fmla="*/ 113513 h 113427"/>
                <a:gd name="connsiteX11" fmla="*/ 8520 w 88781"/>
                <a:gd name="connsiteY11" fmla="*/ 110728 h 113427"/>
                <a:gd name="connsiteX12" fmla="*/ 48274 w 88781"/>
                <a:gd name="connsiteY12" fmla="*/ 39836 h 113427"/>
                <a:gd name="connsiteX13" fmla="*/ 56784 w 88781"/>
                <a:gd name="connsiteY13" fmla="*/ 38570 h 113427"/>
                <a:gd name="connsiteX14" fmla="*/ 62754 w 88781"/>
                <a:gd name="connsiteY14" fmla="*/ 39077 h 113427"/>
                <a:gd name="connsiteX15" fmla="*/ 55006 w 88781"/>
                <a:gd name="connsiteY15" fmla="*/ 40596 h 113427"/>
                <a:gd name="connsiteX16" fmla="*/ 48274 w 88781"/>
                <a:gd name="connsiteY16" fmla="*/ 39836 h 113427"/>
                <a:gd name="connsiteX17" fmla="*/ 68850 w 88781"/>
                <a:gd name="connsiteY17" fmla="*/ 33760 h 113427"/>
                <a:gd name="connsiteX18" fmla="*/ 57165 w 88781"/>
                <a:gd name="connsiteY18" fmla="*/ 32747 h 113427"/>
                <a:gd name="connsiteX19" fmla="*/ 40146 w 88781"/>
                <a:gd name="connsiteY19" fmla="*/ 40343 h 113427"/>
                <a:gd name="connsiteX20" fmla="*/ 54752 w 88781"/>
                <a:gd name="connsiteY20" fmla="*/ 46419 h 113427"/>
                <a:gd name="connsiteX21" fmla="*/ 70374 w 88781"/>
                <a:gd name="connsiteY21" fmla="*/ 43761 h 113427"/>
                <a:gd name="connsiteX22" fmla="*/ 71898 w 88781"/>
                <a:gd name="connsiteY22" fmla="*/ 50470 h 113427"/>
                <a:gd name="connsiteX23" fmla="*/ 64405 w 88781"/>
                <a:gd name="connsiteY23" fmla="*/ 75535 h 113427"/>
                <a:gd name="connsiteX24" fmla="*/ 44972 w 88781"/>
                <a:gd name="connsiteY24" fmla="*/ 84777 h 113427"/>
                <a:gd name="connsiteX25" fmla="*/ 20078 w 88781"/>
                <a:gd name="connsiteY25" fmla="*/ 66800 h 113427"/>
                <a:gd name="connsiteX26" fmla="*/ 22364 w 88781"/>
                <a:gd name="connsiteY26" fmla="*/ 55534 h 113427"/>
                <a:gd name="connsiteX27" fmla="*/ 27317 w 88781"/>
                <a:gd name="connsiteY27" fmla="*/ 35405 h 113427"/>
                <a:gd name="connsiteX28" fmla="*/ 40781 w 88781"/>
                <a:gd name="connsiteY28" fmla="*/ 14771 h 113427"/>
                <a:gd name="connsiteX29" fmla="*/ 65802 w 88781"/>
                <a:gd name="connsiteY29" fmla="*/ 5909 h 113427"/>
                <a:gd name="connsiteX30" fmla="*/ 74439 w 88781"/>
                <a:gd name="connsiteY30" fmla="*/ 13505 h 113427"/>
                <a:gd name="connsiteX31" fmla="*/ 68850 w 88781"/>
                <a:gd name="connsiteY31" fmla="*/ 33760 h 113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781" h="113427">
                  <a:moveTo>
                    <a:pt x="8520" y="110728"/>
                  </a:moveTo>
                  <a:lnTo>
                    <a:pt x="16267" y="79460"/>
                  </a:lnTo>
                  <a:cubicBezTo>
                    <a:pt x="18681" y="82625"/>
                    <a:pt x="27190" y="90600"/>
                    <a:pt x="45099" y="90600"/>
                  </a:cubicBezTo>
                  <a:cubicBezTo>
                    <a:pt x="73550" y="90600"/>
                    <a:pt x="88029" y="71358"/>
                    <a:pt x="88029" y="55407"/>
                  </a:cubicBezTo>
                  <a:cubicBezTo>
                    <a:pt x="88029" y="48065"/>
                    <a:pt x="85108" y="42241"/>
                    <a:pt x="79392" y="38190"/>
                  </a:cubicBezTo>
                  <a:cubicBezTo>
                    <a:pt x="84981" y="33633"/>
                    <a:pt x="89045" y="25531"/>
                    <a:pt x="89045" y="18062"/>
                  </a:cubicBezTo>
                  <a:cubicBezTo>
                    <a:pt x="89045" y="7808"/>
                    <a:pt x="81678" y="86"/>
                    <a:pt x="66437" y="86"/>
                  </a:cubicBezTo>
                  <a:cubicBezTo>
                    <a:pt x="47639" y="86"/>
                    <a:pt x="25031" y="11986"/>
                    <a:pt x="19951" y="32494"/>
                  </a:cubicBezTo>
                  <a:lnTo>
                    <a:pt x="772" y="109083"/>
                  </a:lnTo>
                  <a:cubicBezTo>
                    <a:pt x="264" y="110855"/>
                    <a:pt x="264" y="111108"/>
                    <a:pt x="264" y="111235"/>
                  </a:cubicBezTo>
                  <a:cubicBezTo>
                    <a:pt x="264" y="113513"/>
                    <a:pt x="2423" y="113513"/>
                    <a:pt x="4328" y="113513"/>
                  </a:cubicBezTo>
                  <a:cubicBezTo>
                    <a:pt x="6869" y="113513"/>
                    <a:pt x="7885" y="113513"/>
                    <a:pt x="8520" y="110728"/>
                  </a:cubicBezTo>
                  <a:close/>
                  <a:moveTo>
                    <a:pt x="48274" y="39836"/>
                  </a:moveTo>
                  <a:cubicBezTo>
                    <a:pt x="49925" y="39077"/>
                    <a:pt x="51069" y="38570"/>
                    <a:pt x="56784" y="38570"/>
                  </a:cubicBezTo>
                  <a:cubicBezTo>
                    <a:pt x="58816" y="38570"/>
                    <a:pt x="60467" y="38570"/>
                    <a:pt x="62754" y="39077"/>
                  </a:cubicBezTo>
                  <a:cubicBezTo>
                    <a:pt x="59959" y="40596"/>
                    <a:pt x="57292" y="40596"/>
                    <a:pt x="55006" y="40596"/>
                  </a:cubicBezTo>
                  <a:cubicBezTo>
                    <a:pt x="51196" y="40596"/>
                    <a:pt x="50815" y="40469"/>
                    <a:pt x="48274" y="39836"/>
                  </a:cubicBezTo>
                  <a:close/>
                  <a:moveTo>
                    <a:pt x="68850" y="33760"/>
                  </a:moveTo>
                  <a:cubicBezTo>
                    <a:pt x="64024" y="32747"/>
                    <a:pt x="59705" y="32747"/>
                    <a:pt x="57165" y="32747"/>
                  </a:cubicBezTo>
                  <a:cubicBezTo>
                    <a:pt x="51704" y="32747"/>
                    <a:pt x="40146" y="32747"/>
                    <a:pt x="40146" y="40343"/>
                  </a:cubicBezTo>
                  <a:cubicBezTo>
                    <a:pt x="40146" y="46292"/>
                    <a:pt x="48528" y="46419"/>
                    <a:pt x="54752" y="46419"/>
                  </a:cubicBezTo>
                  <a:cubicBezTo>
                    <a:pt x="58435" y="46419"/>
                    <a:pt x="63643" y="46419"/>
                    <a:pt x="70374" y="43761"/>
                  </a:cubicBezTo>
                  <a:cubicBezTo>
                    <a:pt x="71517" y="45533"/>
                    <a:pt x="71898" y="48191"/>
                    <a:pt x="71898" y="50470"/>
                  </a:cubicBezTo>
                  <a:cubicBezTo>
                    <a:pt x="71898" y="54901"/>
                    <a:pt x="69231" y="68826"/>
                    <a:pt x="64405" y="75535"/>
                  </a:cubicBezTo>
                  <a:cubicBezTo>
                    <a:pt x="59832" y="81738"/>
                    <a:pt x="52847" y="84777"/>
                    <a:pt x="44972" y="84777"/>
                  </a:cubicBezTo>
                  <a:cubicBezTo>
                    <a:pt x="34176" y="84777"/>
                    <a:pt x="20078" y="79840"/>
                    <a:pt x="20078" y="66800"/>
                  </a:cubicBezTo>
                  <a:cubicBezTo>
                    <a:pt x="20078" y="64395"/>
                    <a:pt x="21348" y="59205"/>
                    <a:pt x="22364" y="55534"/>
                  </a:cubicBezTo>
                  <a:cubicBezTo>
                    <a:pt x="22999" y="52749"/>
                    <a:pt x="27063" y="36545"/>
                    <a:pt x="27317" y="35405"/>
                  </a:cubicBezTo>
                  <a:cubicBezTo>
                    <a:pt x="28461" y="30975"/>
                    <a:pt x="30620" y="22366"/>
                    <a:pt x="40781" y="14771"/>
                  </a:cubicBezTo>
                  <a:cubicBezTo>
                    <a:pt x="51196" y="6922"/>
                    <a:pt x="61230" y="5909"/>
                    <a:pt x="65802" y="5909"/>
                  </a:cubicBezTo>
                  <a:cubicBezTo>
                    <a:pt x="74439" y="5909"/>
                    <a:pt x="74439" y="11479"/>
                    <a:pt x="74439" y="13505"/>
                  </a:cubicBezTo>
                  <a:cubicBezTo>
                    <a:pt x="74439" y="16543"/>
                    <a:pt x="72153" y="28063"/>
                    <a:pt x="68850" y="3376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3" name="Freeform: Shape 262">
              <a:extLst>
                <a:ext uri="{FF2B5EF4-FFF2-40B4-BE49-F238E27FC236}">
                  <a16:creationId xmlns:a16="http://schemas.microsoft.com/office/drawing/2014/main" id="{2665A789-7E79-9415-E082-702DB69FF0BF}"/>
                </a:ext>
              </a:extLst>
            </p:cNvPr>
            <p:cNvSpPr/>
            <p:nvPr>
              <p:custDataLst>
                <p:tags r:id="rId176"/>
              </p:custDataLst>
            </p:nvPr>
          </p:nvSpPr>
          <p:spPr>
            <a:xfrm>
              <a:off x="6212510" y="5480348"/>
              <a:ext cx="75662" cy="62753"/>
            </a:xfrm>
            <a:custGeom>
              <a:avLst/>
              <a:gdLst>
                <a:gd name="connsiteX0" fmla="*/ 40641 w 75662"/>
                <a:gd name="connsiteY0" fmla="*/ 5147 h 62753"/>
                <a:gd name="connsiteX1" fmla="*/ 72031 w 75662"/>
                <a:gd name="connsiteY1" fmla="*/ 5147 h 62753"/>
                <a:gd name="connsiteX2" fmla="*/ 75932 w 75662"/>
                <a:gd name="connsiteY2" fmla="*/ 2615 h 62753"/>
                <a:gd name="connsiteX3" fmla="*/ 72031 w 75662"/>
                <a:gd name="connsiteY3" fmla="*/ 84 h 62753"/>
                <a:gd name="connsiteX4" fmla="*/ 4170 w 75662"/>
                <a:gd name="connsiteY4" fmla="*/ 84 h 62753"/>
                <a:gd name="connsiteX5" fmla="*/ 269 w 75662"/>
                <a:gd name="connsiteY5" fmla="*/ 2615 h 62753"/>
                <a:gd name="connsiteX6" fmla="*/ 4170 w 75662"/>
                <a:gd name="connsiteY6" fmla="*/ 5147 h 62753"/>
                <a:gd name="connsiteX7" fmla="*/ 35560 w 75662"/>
                <a:gd name="connsiteY7" fmla="*/ 5147 h 62753"/>
                <a:gd name="connsiteX8" fmla="*/ 35560 w 75662"/>
                <a:gd name="connsiteY8" fmla="*/ 58949 h 62753"/>
                <a:gd name="connsiteX9" fmla="*/ 38101 w 75662"/>
                <a:gd name="connsiteY9" fmla="*/ 62838 h 62753"/>
                <a:gd name="connsiteX10" fmla="*/ 40641 w 75662"/>
                <a:gd name="connsiteY10" fmla="*/ 58949 h 62753"/>
                <a:gd name="connsiteX11" fmla="*/ 40641 w 75662"/>
                <a:gd name="connsiteY11" fmla="*/ 5147 h 6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662" h="62753">
                  <a:moveTo>
                    <a:pt x="40641" y="5147"/>
                  </a:moveTo>
                  <a:lnTo>
                    <a:pt x="72031" y="5147"/>
                  </a:lnTo>
                  <a:cubicBezTo>
                    <a:pt x="73482" y="5147"/>
                    <a:pt x="75932" y="5147"/>
                    <a:pt x="75932" y="2615"/>
                  </a:cubicBezTo>
                  <a:cubicBezTo>
                    <a:pt x="75932" y="84"/>
                    <a:pt x="73482" y="84"/>
                    <a:pt x="72031" y="84"/>
                  </a:cubicBezTo>
                  <a:lnTo>
                    <a:pt x="4170" y="84"/>
                  </a:lnTo>
                  <a:cubicBezTo>
                    <a:pt x="2810" y="84"/>
                    <a:pt x="269" y="84"/>
                    <a:pt x="269" y="2615"/>
                  </a:cubicBezTo>
                  <a:cubicBezTo>
                    <a:pt x="269" y="5147"/>
                    <a:pt x="2810" y="5147"/>
                    <a:pt x="4170" y="5147"/>
                  </a:cubicBezTo>
                  <a:lnTo>
                    <a:pt x="35560" y="5147"/>
                  </a:lnTo>
                  <a:lnTo>
                    <a:pt x="35560" y="58949"/>
                  </a:lnTo>
                  <a:cubicBezTo>
                    <a:pt x="35560" y="60306"/>
                    <a:pt x="35560" y="62838"/>
                    <a:pt x="38101" y="62838"/>
                  </a:cubicBezTo>
                  <a:cubicBezTo>
                    <a:pt x="40641" y="62838"/>
                    <a:pt x="40641" y="60396"/>
                    <a:pt x="40641" y="58949"/>
                  </a:cubicBezTo>
                  <a:lnTo>
                    <a:pt x="40641" y="514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4" name="Freeform: Shape 263">
              <a:extLst>
                <a:ext uri="{FF2B5EF4-FFF2-40B4-BE49-F238E27FC236}">
                  <a16:creationId xmlns:a16="http://schemas.microsoft.com/office/drawing/2014/main" id="{9CEF53B1-735F-0126-5882-AC833214DCE6}"/>
                </a:ext>
              </a:extLst>
            </p:cNvPr>
            <p:cNvSpPr/>
            <p:nvPr>
              <p:custDataLst>
                <p:tags r:id="rId177"/>
              </p:custDataLst>
            </p:nvPr>
          </p:nvSpPr>
          <p:spPr>
            <a:xfrm>
              <a:off x="6312971" y="5530096"/>
              <a:ext cx="77858" cy="56207"/>
            </a:xfrm>
            <a:custGeom>
              <a:avLst/>
              <a:gdLst>
                <a:gd name="connsiteX0" fmla="*/ 45999 w 77858"/>
                <a:gd name="connsiteY0" fmla="*/ 25658 h 56207"/>
                <a:gd name="connsiteX1" fmla="*/ 63527 w 77858"/>
                <a:gd name="connsiteY1" fmla="*/ 8061 h 56207"/>
                <a:gd name="connsiteX2" fmla="*/ 75339 w 77858"/>
                <a:gd name="connsiteY2" fmla="*/ 7175 h 56207"/>
                <a:gd name="connsiteX3" fmla="*/ 75339 w 77858"/>
                <a:gd name="connsiteY3" fmla="*/ 86 h 56207"/>
                <a:gd name="connsiteX4" fmla="*/ 63019 w 77858"/>
                <a:gd name="connsiteY4" fmla="*/ 592 h 56207"/>
                <a:gd name="connsiteX5" fmla="*/ 48921 w 77858"/>
                <a:gd name="connsiteY5" fmla="*/ 86 h 56207"/>
                <a:gd name="connsiteX6" fmla="*/ 48921 w 77858"/>
                <a:gd name="connsiteY6" fmla="*/ 7175 h 56207"/>
                <a:gd name="connsiteX7" fmla="*/ 52350 w 77858"/>
                <a:gd name="connsiteY7" fmla="*/ 7935 h 56207"/>
                <a:gd name="connsiteX8" fmla="*/ 40411 w 77858"/>
                <a:gd name="connsiteY8" fmla="*/ 19961 h 56207"/>
                <a:gd name="connsiteX9" fmla="*/ 28091 w 77858"/>
                <a:gd name="connsiteY9" fmla="*/ 7175 h 56207"/>
                <a:gd name="connsiteX10" fmla="*/ 31520 w 77858"/>
                <a:gd name="connsiteY10" fmla="*/ 7175 h 56207"/>
                <a:gd name="connsiteX11" fmla="*/ 31520 w 77858"/>
                <a:gd name="connsiteY11" fmla="*/ 86 h 56207"/>
                <a:gd name="connsiteX12" fmla="*/ 15390 w 77858"/>
                <a:gd name="connsiteY12" fmla="*/ 592 h 56207"/>
                <a:gd name="connsiteX13" fmla="*/ 1037 w 77858"/>
                <a:gd name="connsiteY13" fmla="*/ 86 h 56207"/>
                <a:gd name="connsiteX14" fmla="*/ 1037 w 77858"/>
                <a:gd name="connsiteY14" fmla="*/ 7175 h 56207"/>
                <a:gd name="connsiteX15" fmla="*/ 10563 w 77858"/>
                <a:gd name="connsiteY15" fmla="*/ 7175 h 56207"/>
                <a:gd name="connsiteX16" fmla="*/ 31393 w 77858"/>
                <a:gd name="connsiteY16" fmla="*/ 28823 h 56207"/>
                <a:gd name="connsiteX17" fmla="*/ 13103 w 77858"/>
                <a:gd name="connsiteY17" fmla="*/ 47179 h 56207"/>
                <a:gd name="connsiteX18" fmla="*/ 7388 w 77858"/>
                <a:gd name="connsiteY18" fmla="*/ 49077 h 56207"/>
                <a:gd name="connsiteX19" fmla="*/ 275 w 77858"/>
                <a:gd name="connsiteY19" fmla="*/ 49204 h 56207"/>
                <a:gd name="connsiteX20" fmla="*/ 275 w 77858"/>
                <a:gd name="connsiteY20" fmla="*/ 56293 h 56207"/>
                <a:gd name="connsiteX21" fmla="*/ 12595 w 77858"/>
                <a:gd name="connsiteY21" fmla="*/ 55787 h 56207"/>
                <a:gd name="connsiteX22" fmla="*/ 26694 w 77858"/>
                <a:gd name="connsiteY22" fmla="*/ 56293 h 56207"/>
                <a:gd name="connsiteX23" fmla="*/ 26694 w 77858"/>
                <a:gd name="connsiteY23" fmla="*/ 49204 h 56207"/>
                <a:gd name="connsiteX24" fmla="*/ 23264 w 77858"/>
                <a:gd name="connsiteY24" fmla="*/ 48318 h 56207"/>
                <a:gd name="connsiteX25" fmla="*/ 36982 w 77858"/>
                <a:gd name="connsiteY25" fmla="*/ 34646 h 56207"/>
                <a:gd name="connsiteX26" fmla="*/ 51080 w 77858"/>
                <a:gd name="connsiteY26" fmla="*/ 49204 h 56207"/>
                <a:gd name="connsiteX27" fmla="*/ 47778 w 77858"/>
                <a:gd name="connsiteY27" fmla="*/ 49204 h 56207"/>
                <a:gd name="connsiteX28" fmla="*/ 47778 w 77858"/>
                <a:gd name="connsiteY28" fmla="*/ 56293 h 56207"/>
                <a:gd name="connsiteX29" fmla="*/ 63908 w 77858"/>
                <a:gd name="connsiteY29" fmla="*/ 55787 h 56207"/>
                <a:gd name="connsiteX30" fmla="*/ 78133 w 77858"/>
                <a:gd name="connsiteY30" fmla="*/ 56293 h 56207"/>
                <a:gd name="connsiteX31" fmla="*/ 78133 w 77858"/>
                <a:gd name="connsiteY31" fmla="*/ 49204 h 56207"/>
                <a:gd name="connsiteX32" fmla="*/ 68734 w 77858"/>
                <a:gd name="connsiteY32" fmla="*/ 49204 h 56207"/>
                <a:gd name="connsiteX33" fmla="*/ 45999 w 77858"/>
                <a:gd name="connsiteY33" fmla="*/ 25658 h 5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858" h="56207">
                  <a:moveTo>
                    <a:pt x="45999" y="25658"/>
                  </a:moveTo>
                  <a:lnTo>
                    <a:pt x="63527" y="8061"/>
                  </a:lnTo>
                  <a:cubicBezTo>
                    <a:pt x="66575" y="7175"/>
                    <a:pt x="69878" y="7175"/>
                    <a:pt x="75339" y="7175"/>
                  </a:cubicBezTo>
                  <a:lnTo>
                    <a:pt x="75339" y="86"/>
                  </a:lnTo>
                  <a:cubicBezTo>
                    <a:pt x="71275" y="466"/>
                    <a:pt x="67083" y="592"/>
                    <a:pt x="63019" y="592"/>
                  </a:cubicBezTo>
                  <a:cubicBezTo>
                    <a:pt x="58701" y="592"/>
                    <a:pt x="49937" y="213"/>
                    <a:pt x="48921" y="86"/>
                  </a:cubicBezTo>
                  <a:lnTo>
                    <a:pt x="48921" y="7175"/>
                  </a:lnTo>
                  <a:cubicBezTo>
                    <a:pt x="50572" y="7175"/>
                    <a:pt x="51461" y="7428"/>
                    <a:pt x="52350" y="7935"/>
                  </a:cubicBezTo>
                  <a:lnTo>
                    <a:pt x="40411" y="19961"/>
                  </a:lnTo>
                  <a:lnTo>
                    <a:pt x="28091" y="7175"/>
                  </a:lnTo>
                  <a:lnTo>
                    <a:pt x="31520" y="7175"/>
                  </a:lnTo>
                  <a:lnTo>
                    <a:pt x="31520" y="86"/>
                  </a:lnTo>
                  <a:cubicBezTo>
                    <a:pt x="30758" y="86"/>
                    <a:pt x="20724" y="592"/>
                    <a:pt x="15390" y="592"/>
                  </a:cubicBezTo>
                  <a:cubicBezTo>
                    <a:pt x="10563" y="592"/>
                    <a:pt x="5864" y="466"/>
                    <a:pt x="1037" y="86"/>
                  </a:cubicBezTo>
                  <a:lnTo>
                    <a:pt x="1037" y="7175"/>
                  </a:lnTo>
                  <a:lnTo>
                    <a:pt x="10563" y="7175"/>
                  </a:lnTo>
                  <a:lnTo>
                    <a:pt x="31393" y="28823"/>
                  </a:lnTo>
                  <a:lnTo>
                    <a:pt x="13103" y="47179"/>
                  </a:lnTo>
                  <a:cubicBezTo>
                    <a:pt x="11452" y="48698"/>
                    <a:pt x="11325" y="48824"/>
                    <a:pt x="7388" y="49077"/>
                  </a:cubicBezTo>
                  <a:cubicBezTo>
                    <a:pt x="5356" y="49204"/>
                    <a:pt x="910" y="49204"/>
                    <a:pt x="275" y="49204"/>
                  </a:cubicBezTo>
                  <a:lnTo>
                    <a:pt x="275" y="56293"/>
                  </a:lnTo>
                  <a:cubicBezTo>
                    <a:pt x="4340" y="55913"/>
                    <a:pt x="8531" y="55787"/>
                    <a:pt x="12595" y="55787"/>
                  </a:cubicBezTo>
                  <a:cubicBezTo>
                    <a:pt x="16025" y="55787"/>
                    <a:pt x="25043" y="56167"/>
                    <a:pt x="26694" y="56293"/>
                  </a:cubicBezTo>
                  <a:lnTo>
                    <a:pt x="26694" y="49204"/>
                  </a:lnTo>
                  <a:cubicBezTo>
                    <a:pt x="24661" y="49204"/>
                    <a:pt x="24153" y="48951"/>
                    <a:pt x="23264" y="48318"/>
                  </a:cubicBezTo>
                  <a:lnTo>
                    <a:pt x="36982" y="34646"/>
                  </a:lnTo>
                  <a:lnTo>
                    <a:pt x="51080" y="49204"/>
                  </a:lnTo>
                  <a:lnTo>
                    <a:pt x="47778" y="49204"/>
                  </a:lnTo>
                  <a:lnTo>
                    <a:pt x="47778" y="56293"/>
                  </a:lnTo>
                  <a:cubicBezTo>
                    <a:pt x="47905" y="56293"/>
                    <a:pt x="58066" y="55787"/>
                    <a:pt x="63908" y="55787"/>
                  </a:cubicBezTo>
                  <a:cubicBezTo>
                    <a:pt x="68607" y="55787"/>
                    <a:pt x="73434" y="55913"/>
                    <a:pt x="78133" y="56293"/>
                  </a:cubicBezTo>
                  <a:lnTo>
                    <a:pt x="78133" y="49204"/>
                  </a:lnTo>
                  <a:lnTo>
                    <a:pt x="68734" y="49204"/>
                  </a:lnTo>
                  <a:lnTo>
                    <a:pt x="45999" y="2565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5" name="Freeform: Shape 264">
              <a:extLst>
                <a:ext uri="{FF2B5EF4-FFF2-40B4-BE49-F238E27FC236}">
                  <a16:creationId xmlns:a16="http://schemas.microsoft.com/office/drawing/2014/main" id="{6FED3991-9CC5-358E-CF83-8B90C0C94F4B}"/>
                </a:ext>
              </a:extLst>
            </p:cNvPr>
            <p:cNvSpPr/>
            <p:nvPr>
              <p:custDataLst>
                <p:tags r:id="rId178"/>
              </p:custDataLst>
            </p:nvPr>
          </p:nvSpPr>
          <p:spPr>
            <a:xfrm>
              <a:off x="6403497" y="5564421"/>
              <a:ext cx="63505" cy="40961"/>
            </a:xfrm>
            <a:custGeom>
              <a:avLst/>
              <a:gdLst>
                <a:gd name="connsiteX0" fmla="*/ 9715 w 63505"/>
                <a:gd name="connsiteY0" fmla="*/ 31193 h 40961"/>
                <a:gd name="connsiteX1" fmla="*/ 8173 w 63505"/>
                <a:gd name="connsiteY1" fmla="*/ 37884 h 40961"/>
                <a:gd name="connsiteX2" fmla="*/ 11530 w 63505"/>
                <a:gd name="connsiteY2" fmla="*/ 41049 h 40961"/>
                <a:gd name="connsiteX3" fmla="*/ 15884 w 63505"/>
                <a:gd name="connsiteY3" fmla="*/ 38065 h 40961"/>
                <a:gd name="connsiteX4" fmla="*/ 17608 w 63505"/>
                <a:gd name="connsiteY4" fmla="*/ 31012 h 40961"/>
                <a:gd name="connsiteX5" fmla="*/ 20874 w 63505"/>
                <a:gd name="connsiteY5" fmla="*/ 18262 h 40961"/>
                <a:gd name="connsiteX6" fmla="*/ 39654 w 63505"/>
                <a:gd name="connsiteY6" fmla="*/ 3161 h 40961"/>
                <a:gd name="connsiteX7" fmla="*/ 46004 w 63505"/>
                <a:gd name="connsiteY7" fmla="*/ 9672 h 40961"/>
                <a:gd name="connsiteX8" fmla="*/ 40107 w 63505"/>
                <a:gd name="connsiteY8" fmla="*/ 29294 h 40961"/>
                <a:gd name="connsiteX9" fmla="*/ 39200 w 63505"/>
                <a:gd name="connsiteY9" fmla="*/ 33092 h 40961"/>
                <a:gd name="connsiteX10" fmla="*/ 49089 w 63505"/>
                <a:gd name="connsiteY10" fmla="*/ 41049 h 40961"/>
                <a:gd name="connsiteX11" fmla="*/ 63786 w 63505"/>
                <a:gd name="connsiteY11" fmla="*/ 27033 h 40961"/>
                <a:gd name="connsiteX12" fmla="*/ 61881 w 63505"/>
                <a:gd name="connsiteY12" fmla="*/ 25767 h 40961"/>
                <a:gd name="connsiteX13" fmla="*/ 59703 w 63505"/>
                <a:gd name="connsiteY13" fmla="*/ 27847 h 40961"/>
                <a:gd name="connsiteX14" fmla="*/ 49452 w 63505"/>
                <a:gd name="connsiteY14" fmla="*/ 37974 h 40961"/>
                <a:gd name="connsiteX15" fmla="*/ 46730 w 63505"/>
                <a:gd name="connsiteY15" fmla="*/ 34538 h 40961"/>
                <a:gd name="connsiteX16" fmla="*/ 47909 w 63505"/>
                <a:gd name="connsiteY16" fmla="*/ 29746 h 40961"/>
                <a:gd name="connsiteX17" fmla="*/ 53625 w 63505"/>
                <a:gd name="connsiteY17" fmla="*/ 10847 h 40961"/>
                <a:gd name="connsiteX18" fmla="*/ 40198 w 63505"/>
                <a:gd name="connsiteY18" fmla="*/ 87 h 40961"/>
                <a:gd name="connsiteX19" fmla="*/ 23051 w 63505"/>
                <a:gd name="connsiteY19" fmla="*/ 9039 h 40961"/>
                <a:gd name="connsiteX20" fmla="*/ 11983 w 63505"/>
                <a:gd name="connsiteY20" fmla="*/ 87 h 40961"/>
                <a:gd name="connsiteX21" fmla="*/ 280 w 63505"/>
                <a:gd name="connsiteY21" fmla="*/ 14103 h 40961"/>
                <a:gd name="connsiteX22" fmla="*/ 2185 w 63505"/>
                <a:gd name="connsiteY22" fmla="*/ 15369 h 40961"/>
                <a:gd name="connsiteX23" fmla="*/ 4272 w 63505"/>
                <a:gd name="connsiteY23" fmla="*/ 13650 h 40961"/>
                <a:gd name="connsiteX24" fmla="*/ 11530 w 63505"/>
                <a:gd name="connsiteY24" fmla="*/ 3161 h 40961"/>
                <a:gd name="connsiteX25" fmla="*/ 15249 w 63505"/>
                <a:gd name="connsiteY25" fmla="*/ 7954 h 40961"/>
                <a:gd name="connsiteX26" fmla="*/ 13798 w 63505"/>
                <a:gd name="connsiteY26" fmla="*/ 15007 h 40961"/>
                <a:gd name="connsiteX27" fmla="*/ 11802 w 63505"/>
                <a:gd name="connsiteY27" fmla="*/ 23145 h 40961"/>
                <a:gd name="connsiteX28" fmla="*/ 9715 w 63505"/>
                <a:gd name="connsiteY28" fmla="*/ 31193 h 40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505" h="40961">
                  <a:moveTo>
                    <a:pt x="9715" y="31193"/>
                  </a:moveTo>
                  <a:cubicBezTo>
                    <a:pt x="9171" y="33453"/>
                    <a:pt x="8173" y="37432"/>
                    <a:pt x="8173" y="37884"/>
                  </a:cubicBezTo>
                  <a:cubicBezTo>
                    <a:pt x="8173" y="39873"/>
                    <a:pt x="9806" y="41049"/>
                    <a:pt x="11530" y="41049"/>
                  </a:cubicBezTo>
                  <a:cubicBezTo>
                    <a:pt x="12890" y="41049"/>
                    <a:pt x="14886" y="40325"/>
                    <a:pt x="15884" y="38065"/>
                  </a:cubicBezTo>
                  <a:cubicBezTo>
                    <a:pt x="15975" y="37613"/>
                    <a:pt x="17064" y="33363"/>
                    <a:pt x="17608" y="31012"/>
                  </a:cubicBezTo>
                  <a:cubicBezTo>
                    <a:pt x="20693" y="18805"/>
                    <a:pt x="20693" y="18624"/>
                    <a:pt x="20874" y="18262"/>
                  </a:cubicBezTo>
                  <a:cubicBezTo>
                    <a:pt x="22053" y="15821"/>
                    <a:pt x="28585" y="3161"/>
                    <a:pt x="39654" y="3161"/>
                  </a:cubicBezTo>
                  <a:cubicBezTo>
                    <a:pt x="44099" y="3161"/>
                    <a:pt x="46004" y="5603"/>
                    <a:pt x="46004" y="9672"/>
                  </a:cubicBezTo>
                  <a:cubicBezTo>
                    <a:pt x="46004" y="14826"/>
                    <a:pt x="42194" y="24140"/>
                    <a:pt x="40107" y="29294"/>
                  </a:cubicBezTo>
                  <a:cubicBezTo>
                    <a:pt x="39654" y="30379"/>
                    <a:pt x="39200" y="31554"/>
                    <a:pt x="39200" y="33092"/>
                  </a:cubicBezTo>
                  <a:cubicBezTo>
                    <a:pt x="39200" y="37794"/>
                    <a:pt x="43736" y="41049"/>
                    <a:pt x="49089" y="41049"/>
                  </a:cubicBezTo>
                  <a:cubicBezTo>
                    <a:pt x="58796" y="41049"/>
                    <a:pt x="63786" y="29294"/>
                    <a:pt x="63786" y="27033"/>
                  </a:cubicBezTo>
                  <a:cubicBezTo>
                    <a:pt x="63786" y="25767"/>
                    <a:pt x="62244" y="25767"/>
                    <a:pt x="61881" y="25767"/>
                  </a:cubicBezTo>
                  <a:cubicBezTo>
                    <a:pt x="60338" y="25767"/>
                    <a:pt x="60248" y="26129"/>
                    <a:pt x="59703" y="27847"/>
                  </a:cubicBezTo>
                  <a:cubicBezTo>
                    <a:pt x="57980" y="33272"/>
                    <a:pt x="53806" y="37974"/>
                    <a:pt x="49452" y="37974"/>
                  </a:cubicBezTo>
                  <a:cubicBezTo>
                    <a:pt x="47365" y="37974"/>
                    <a:pt x="46730" y="36528"/>
                    <a:pt x="46730" y="34538"/>
                  </a:cubicBezTo>
                  <a:cubicBezTo>
                    <a:pt x="46730" y="32639"/>
                    <a:pt x="47093" y="31735"/>
                    <a:pt x="47909" y="29746"/>
                  </a:cubicBezTo>
                  <a:cubicBezTo>
                    <a:pt x="49452" y="26129"/>
                    <a:pt x="53625" y="15821"/>
                    <a:pt x="53625" y="10847"/>
                  </a:cubicBezTo>
                  <a:cubicBezTo>
                    <a:pt x="53625" y="4156"/>
                    <a:pt x="48817" y="87"/>
                    <a:pt x="40198" y="87"/>
                  </a:cubicBezTo>
                  <a:cubicBezTo>
                    <a:pt x="31942" y="87"/>
                    <a:pt x="26227" y="5060"/>
                    <a:pt x="23051" y="9039"/>
                  </a:cubicBezTo>
                  <a:cubicBezTo>
                    <a:pt x="22598" y="1624"/>
                    <a:pt x="15340" y="87"/>
                    <a:pt x="11983" y="87"/>
                  </a:cubicBezTo>
                  <a:cubicBezTo>
                    <a:pt x="2911" y="87"/>
                    <a:pt x="280" y="13922"/>
                    <a:pt x="280" y="14103"/>
                  </a:cubicBezTo>
                  <a:cubicBezTo>
                    <a:pt x="280" y="15369"/>
                    <a:pt x="1732" y="15369"/>
                    <a:pt x="2185" y="15369"/>
                  </a:cubicBezTo>
                  <a:cubicBezTo>
                    <a:pt x="3727" y="15369"/>
                    <a:pt x="3909" y="14826"/>
                    <a:pt x="4272" y="13650"/>
                  </a:cubicBezTo>
                  <a:cubicBezTo>
                    <a:pt x="5633" y="8406"/>
                    <a:pt x="7719" y="3161"/>
                    <a:pt x="11530" y="3161"/>
                  </a:cubicBezTo>
                  <a:cubicBezTo>
                    <a:pt x="14614" y="3161"/>
                    <a:pt x="15249" y="6055"/>
                    <a:pt x="15249" y="7954"/>
                  </a:cubicBezTo>
                  <a:cubicBezTo>
                    <a:pt x="15249" y="9220"/>
                    <a:pt x="14342" y="12656"/>
                    <a:pt x="13798" y="15007"/>
                  </a:cubicBezTo>
                  <a:cubicBezTo>
                    <a:pt x="13163" y="17448"/>
                    <a:pt x="12255" y="21156"/>
                    <a:pt x="11802" y="23145"/>
                  </a:cubicBezTo>
                  <a:lnTo>
                    <a:pt x="9715" y="3119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6" name="Freeform: Shape 265">
              <a:extLst>
                <a:ext uri="{FF2B5EF4-FFF2-40B4-BE49-F238E27FC236}">
                  <a16:creationId xmlns:a16="http://schemas.microsoft.com/office/drawing/2014/main" id="{3AC55EC0-0638-53EA-7B47-C0B140333192}"/>
                </a:ext>
              </a:extLst>
            </p:cNvPr>
            <p:cNvSpPr/>
            <p:nvPr>
              <p:custDataLst>
                <p:tags r:id="rId179"/>
              </p:custDataLst>
            </p:nvPr>
          </p:nvSpPr>
          <p:spPr>
            <a:xfrm>
              <a:off x="6497939" y="5551491"/>
              <a:ext cx="85859" cy="6203"/>
            </a:xfrm>
            <a:custGeom>
              <a:avLst/>
              <a:gdLst>
                <a:gd name="connsiteX0" fmla="*/ 81064 w 85859"/>
                <a:gd name="connsiteY0" fmla="*/ 6289 h 6203"/>
                <a:gd name="connsiteX1" fmla="*/ 86145 w 85859"/>
                <a:gd name="connsiteY1" fmla="*/ 3251 h 6203"/>
                <a:gd name="connsiteX2" fmla="*/ 81064 w 85859"/>
                <a:gd name="connsiteY2" fmla="*/ 86 h 6203"/>
                <a:gd name="connsiteX3" fmla="*/ 5365 w 85859"/>
                <a:gd name="connsiteY3" fmla="*/ 86 h 6203"/>
                <a:gd name="connsiteX4" fmla="*/ 285 w 85859"/>
                <a:gd name="connsiteY4" fmla="*/ 3124 h 6203"/>
                <a:gd name="connsiteX5" fmla="*/ 5365 w 85859"/>
                <a:gd name="connsiteY5" fmla="*/ 6289 h 6203"/>
                <a:gd name="connsiteX6" fmla="*/ 81064 w 85859"/>
                <a:gd name="connsiteY6" fmla="*/ 6289 h 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859" h="6203">
                  <a:moveTo>
                    <a:pt x="81064" y="6289"/>
                  </a:moveTo>
                  <a:cubicBezTo>
                    <a:pt x="83096" y="6289"/>
                    <a:pt x="86145" y="6289"/>
                    <a:pt x="86145" y="3251"/>
                  </a:cubicBezTo>
                  <a:cubicBezTo>
                    <a:pt x="86145" y="86"/>
                    <a:pt x="83223" y="86"/>
                    <a:pt x="81064" y="86"/>
                  </a:cubicBezTo>
                  <a:lnTo>
                    <a:pt x="5365" y="86"/>
                  </a:lnTo>
                  <a:cubicBezTo>
                    <a:pt x="3333" y="86"/>
                    <a:pt x="285" y="86"/>
                    <a:pt x="285" y="3124"/>
                  </a:cubicBezTo>
                  <a:cubicBezTo>
                    <a:pt x="285" y="6289"/>
                    <a:pt x="3206" y="6289"/>
                    <a:pt x="5365" y="6289"/>
                  </a:cubicBezTo>
                  <a:lnTo>
                    <a:pt x="81064" y="628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7" name="Freeform: Shape 266">
              <a:extLst>
                <a:ext uri="{FF2B5EF4-FFF2-40B4-BE49-F238E27FC236}">
                  <a16:creationId xmlns:a16="http://schemas.microsoft.com/office/drawing/2014/main" id="{14A53152-E320-BE55-3008-9E1F23DDA36D}"/>
                </a:ext>
              </a:extLst>
            </p:cNvPr>
            <p:cNvSpPr/>
            <p:nvPr>
              <p:custDataLst>
                <p:tags r:id="rId180"/>
              </p:custDataLst>
            </p:nvPr>
          </p:nvSpPr>
          <p:spPr>
            <a:xfrm>
              <a:off x="6603976" y="5530476"/>
              <a:ext cx="75698" cy="82918"/>
            </a:xfrm>
            <a:custGeom>
              <a:avLst/>
              <a:gdLst>
                <a:gd name="connsiteX0" fmla="*/ 799 w 75698"/>
                <a:gd name="connsiteY0" fmla="*/ 76295 h 82918"/>
                <a:gd name="connsiteX1" fmla="*/ 291 w 75698"/>
                <a:gd name="connsiteY1" fmla="*/ 78953 h 82918"/>
                <a:gd name="connsiteX2" fmla="*/ 4610 w 75698"/>
                <a:gd name="connsiteY2" fmla="*/ 83004 h 82918"/>
                <a:gd name="connsiteX3" fmla="*/ 10706 w 75698"/>
                <a:gd name="connsiteY3" fmla="*/ 76675 h 82918"/>
                <a:gd name="connsiteX4" fmla="*/ 16549 w 75698"/>
                <a:gd name="connsiteY4" fmla="*/ 53508 h 82918"/>
                <a:gd name="connsiteX5" fmla="*/ 30139 w 75698"/>
                <a:gd name="connsiteY5" fmla="*/ 57179 h 82918"/>
                <a:gd name="connsiteX6" fmla="*/ 48429 w 75698"/>
                <a:gd name="connsiteY6" fmla="*/ 48065 h 82918"/>
                <a:gd name="connsiteX7" fmla="*/ 61511 w 75698"/>
                <a:gd name="connsiteY7" fmla="*/ 57179 h 82918"/>
                <a:gd name="connsiteX8" fmla="*/ 71545 w 75698"/>
                <a:gd name="connsiteY8" fmla="*/ 50470 h 82918"/>
                <a:gd name="connsiteX9" fmla="*/ 75990 w 75698"/>
                <a:gd name="connsiteY9" fmla="*/ 37811 h 82918"/>
                <a:gd name="connsiteX10" fmla="*/ 73958 w 75698"/>
                <a:gd name="connsiteY10" fmla="*/ 36165 h 82918"/>
                <a:gd name="connsiteX11" fmla="*/ 71164 w 75698"/>
                <a:gd name="connsiteY11" fmla="*/ 40089 h 82918"/>
                <a:gd name="connsiteX12" fmla="*/ 61892 w 75698"/>
                <a:gd name="connsiteY12" fmla="*/ 53635 h 82918"/>
                <a:gd name="connsiteX13" fmla="*/ 57700 w 75698"/>
                <a:gd name="connsiteY13" fmla="*/ 47432 h 82918"/>
                <a:gd name="connsiteX14" fmla="*/ 59606 w 75698"/>
                <a:gd name="connsiteY14" fmla="*/ 37431 h 82918"/>
                <a:gd name="connsiteX15" fmla="*/ 62400 w 75698"/>
                <a:gd name="connsiteY15" fmla="*/ 26038 h 82918"/>
                <a:gd name="connsiteX16" fmla="*/ 65321 w 75698"/>
                <a:gd name="connsiteY16" fmla="*/ 14771 h 82918"/>
                <a:gd name="connsiteX17" fmla="*/ 67480 w 75698"/>
                <a:gd name="connsiteY17" fmla="*/ 5403 h 82918"/>
                <a:gd name="connsiteX18" fmla="*/ 63289 w 75698"/>
                <a:gd name="connsiteY18" fmla="*/ 1352 h 82918"/>
                <a:gd name="connsiteX19" fmla="*/ 58081 w 75698"/>
                <a:gd name="connsiteY19" fmla="*/ 4390 h 82918"/>
                <a:gd name="connsiteX20" fmla="*/ 56049 w 75698"/>
                <a:gd name="connsiteY20" fmla="*/ 11732 h 82918"/>
                <a:gd name="connsiteX21" fmla="*/ 53382 w 75698"/>
                <a:gd name="connsiteY21" fmla="*/ 22240 h 82918"/>
                <a:gd name="connsiteX22" fmla="*/ 49445 w 75698"/>
                <a:gd name="connsiteY22" fmla="*/ 38064 h 82918"/>
                <a:gd name="connsiteX23" fmla="*/ 47412 w 75698"/>
                <a:gd name="connsiteY23" fmla="*/ 43128 h 82918"/>
                <a:gd name="connsiteX24" fmla="*/ 30647 w 75698"/>
                <a:gd name="connsiteY24" fmla="*/ 53635 h 82918"/>
                <a:gd name="connsiteX25" fmla="*/ 20232 w 75698"/>
                <a:gd name="connsiteY25" fmla="*/ 42368 h 82918"/>
                <a:gd name="connsiteX26" fmla="*/ 22391 w 75698"/>
                <a:gd name="connsiteY26" fmla="*/ 30595 h 82918"/>
                <a:gd name="connsiteX27" fmla="*/ 25185 w 75698"/>
                <a:gd name="connsiteY27" fmla="*/ 19201 h 82918"/>
                <a:gd name="connsiteX28" fmla="*/ 26964 w 75698"/>
                <a:gd name="connsiteY28" fmla="*/ 12112 h 82918"/>
                <a:gd name="connsiteX29" fmla="*/ 28869 w 75698"/>
                <a:gd name="connsiteY29" fmla="*/ 4137 h 82918"/>
                <a:gd name="connsiteX30" fmla="*/ 24550 w 75698"/>
                <a:gd name="connsiteY30" fmla="*/ 86 h 82918"/>
                <a:gd name="connsiteX31" fmla="*/ 18454 w 75698"/>
                <a:gd name="connsiteY31" fmla="*/ 6036 h 82918"/>
                <a:gd name="connsiteX32" fmla="*/ 799 w 75698"/>
                <a:gd name="connsiteY32" fmla="*/ 76295 h 8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698" h="82918">
                  <a:moveTo>
                    <a:pt x="799" y="76295"/>
                  </a:moveTo>
                  <a:cubicBezTo>
                    <a:pt x="291" y="78194"/>
                    <a:pt x="291" y="78827"/>
                    <a:pt x="291" y="78953"/>
                  </a:cubicBezTo>
                  <a:cubicBezTo>
                    <a:pt x="291" y="81738"/>
                    <a:pt x="2577" y="83004"/>
                    <a:pt x="4610" y="83004"/>
                  </a:cubicBezTo>
                  <a:cubicBezTo>
                    <a:pt x="9182" y="83004"/>
                    <a:pt x="10198" y="78827"/>
                    <a:pt x="10706" y="76675"/>
                  </a:cubicBezTo>
                  <a:cubicBezTo>
                    <a:pt x="10960" y="76042"/>
                    <a:pt x="13500" y="65914"/>
                    <a:pt x="16549" y="53508"/>
                  </a:cubicBezTo>
                  <a:cubicBezTo>
                    <a:pt x="20486" y="56167"/>
                    <a:pt x="25566" y="57179"/>
                    <a:pt x="30139" y="57179"/>
                  </a:cubicBezTo>
                  <a:cubicBezTo>
                    <a:pt x="41062" y="57179"/>
                    <a:pt x="48174" y="48318"/>
                    <a:pt x="48429" y="48065"/>
                  </a:cubicBezTo>
                  <a:cubicBezTo>
                    <a:pt x="50842" y="56800"/>
                    <a:pt x="59606" y="57179"/>
                    <a:pt x="61511" y="57179"/>
                  </a:cubicBezTo>
                  <a:cubicBezTo>
                    <a:pt x="66083" y="57179"/>
                    <a:pt x="69258" y="54394"/>
                    <a:pt x="71545" y="50470"/>
                  </a:cubicBezTo>
                  <a:cubicBezTo>
                    <a:pt x="74339" y="45533"/>
                    <a:pt x="75990" y="38317"/>
                    <a:pt x="75990" y="37811"/>
                  </a:cubicBezTo>
                  <a:cubicBezTo>
                    <a:pt x="75990" y="36165"/>
                    <a:pt x="74339" y="36165"/>
                    <a:pt x="73958" y="36165"/>
                  </a:cubicBezTo>
                  <a:cubicBezTo>
                    <a:pt x="72180" y="36165"/>
                    <a:pt x="72053" y="36671"/>
                    <a:pt x="71164" y="40089"/>
                  </a:cubicBezTo>
                  <a:cubicBezTo>
                    <a:pt x="69639" y="46166"/>
                    <a:pt x="67226" y="53635"/>
                    <a:pt x="61892" y="53635"/>
                  </a:cubicBezTo>
                  <a:cubicBezTo>
                    <a:pt x="58589" y="53635"/>
                    <a:pt x="57700" y="50850"/>
                    <a:pt x="57700" y="47432"/>
                  </a:cubicBezTo>
                  <a:cubicBezTo>
                    <a:pt x="57700" y="45280"/>
                    <a:pt x="58716" y="40722"/>
                    <a:pt x="59606" y="37431"/>
                  </a:cubicBezTo>
                  <a:cubicBezTo>
                    <a:pt x="60495" y="34013"/>
                    <a:pt x="61765" y="28823"/>
                    <a:pt x="62400" y="26038"/>
                  </a:cubicBezTo>
                  <a:lnTo>
                    <a:pt x="65321" y="14771"/>
                  </a:lnTo>
                  <a:cubicBezTo>
                    <a:pt x="66083" y="11606"/>
                    <a:pt x="67480" y="6036"/>
                    <a:pt x="67480" y="5403"/>
                  </a:cubicBezTo>
                  <a:cubicBezTo>
                    <a:pt x="67480" y="2871"/>
                    <a:pt x="65448" y="1352"/>
                    <a:pt x="63289" y="1352"/>
                  </a:cubicBezTo>
                  <a:cubicBezTo>
                    <a:pt x="61892" y="1352"/>
                    <a:pt x="59479" y="1985"/>
                    <a:pt x="58081" y="4390"/>
                  </a:cubicBezTo>
                  <a:cubicBezTo>
                    <a:pt x="57700" y="5150"/>
                    <a:pt x="56684" y="9201"/>
                    <a:pt x="56049" y="11732"/>
                  </a:cubicBezTo>
                  <a:lnTo>
                    <a:pt x="53382" y="22240"/>
                  </a:lnTo>
                  <a:lnTo>
                    <a:pt x="49445" y="38064"/>
                  </a:lnTo>
                  <a:cubicBezTo>
                    <a:pt x="48556" y="41229"/>
                    <a:pt x="48556" y="41482"/>
                    <a:pt x="47412" y="43128"/>
                  </a:cubicBezTo>
                  <a:cubicBezTo>
                    <a:pt x="43475" y="48698"/>
                    <a:pt x="37887" y="53635"/>
                    <a:pt x="30647" y="53635"/>
                  </a:cubicBezTo>
                  <a:cubicBezTo>
                    <a:pt x="20232" y="53635"/>
                    <a:pt x="20232" y="44647"/>
                    <a:pt x="20232" y="42368"/>
                  </a:cubicBezTo>
                  <a:cubicBezTo>
                    <a:pt x="20232" y="39077"/>
                    <a:pt x="20613" y="37431"/>
                    <a:pt x="22391" y="30595"/>
                  </a:cubicBezTo>
                  <a:cubicBezTo>
                    <a:pt x="23661" y="25025"/>
                    <a:pt x="23915" y="24139"/>
                    <a:pt x="25185" y="19201"/>
                  </a:cubicBezTo>
                  <a:lnTo>
                    <a:pt x="26964" y="12112"/>
                  </a:lnTo>
                  <a:cubicBezTo>
                    <a:pt x="27599" y="9454"/>
                    <a:pt x="28869" y="4643"/>
                    <a:pt x="28869" y="4137"/>
                  </a:cubicBezTo>
                  <a:cubicBezTo>
                    <a:pt x="28869" y="1858"/>
                    <a:pt x="27091" y="86"/>
                    <a:pt x="24550" y="86"/>
                  </a:cubicBezTo>
                  <a:cubicBezTo>
                    <a:pt x="19978" y="86"/>
                    <a:pt x="18835" y="4517"/>
                    <a:pt x="18454" y="6036"/>
                  </a:cubicBezTo>
                  <a:lnTo>
                    <a:pt x="799" y="7629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8" name="Freeform: Shape 267">
              <a:extLst>
                <a:ext uri="{FF2B5EF4-FFF2-40B4-BE49-F238E27FC236}">
                  <a16:creationId xmlns:a16="http://schemas.microsoft.com/office/drawing/2014/main" id="{4B972416-35C1-9109-7446-780D1C86A915}"/>
                </a:ext>
              </a:extLst>
            </p:cNvPr>
            <p:cNvSpPr/>
            <p:nvPr>
              <p:custDataLst>
                <p:tags r:id="rId181"/>
              </p:custDataLst>
            </p:nvPr>
          </p:nvSpPr>
          <p:spPr>
            <a:xfrm>
              <a:off x="6689207" y="5544076"/>
              <a:ext cx="42911" cy="78849"/>
            </a:xfrm>
            <a:custGeom>
              <a:avLst/>
              <a:gdLst>
                <a:gd name="connsiteX0" fmla="*/ 43208 w 42911"/>
                <a:gd name="connsiteY0" fmla="*/ 3975 h 78849"/>
                <a:gd name="connsiteX1" fmla="*/ 39216 w 42911"/>
                <a:gd name="connsiteY1" fmla="*/ 87 h 78849"/>
                <a:gd name="connsiteX2" fmla="*/ 33591 w 42911"/>
                <a:gd name="connsiteY2" fmla="*/ 5512 h 78849"/>
                <a:gd name="connsiteX3" fmla="*/ 37583 w 42911"/>
                <a:gd name="connsiteY3" fmla="*/ 9401 h 78849"/>
                <a:gd name="connsiteX4" fmla="*/ 43208 w 42911"/>
                <a:gd name="connsiteY4" fmla="*/ 3975 h 78849"/>
                <a:gd name="connsiteX5" fmla="*/ 23430 w 42911"/>
                <a:gd name="connsiteY5" fmla="*/ 64469 h 78849"/>
                <a:gd name="connsiteX6" fmla="*/ 10457 w 42911"/>
                <a:gd name="connsiteY6" fmla="*/ 75862 h 78849"/>
                <a:gd name="connsiteX7" fmla="*/ 7191 w 42911"/>
                <a:gd name="connsiteY7" fmla="*/ 75410 h 78849"/>
                <a:gd name="connsiteX8" fmla="*/ 10003 w 42911"/>
                <a:gd name="connsiteY8" fmla="*/ 70617 h 78849"/>
                <a:gd name="connsiteX9" fmla="*/ 5921 w 42911"/>
                <a:gd name="connsiteY9" fmla="*/ 66910 h 78849"/>
                <a:gd name="connsiteX10" fmla="*/ 296 w 42911"/>
                <a:gd name="connsiteY10" fmla="*/ 72697 h 78849"/>
                <a:gd name="connsiteX11" fmla="*/ 10548 w 42911"/>
                <a:gd name="connsiteY11" fmla="*/ 78936 h 78849"/>
                <a:gd name="connsiteX12" fmla="*/ 31323 w 42911"/>
                <a:gd name="connsiteY12" fmla="*/ 64559 h 78849"/>
                <a:gd name="connsiteX13" fmla="*/ 39488 w 42911"/>
                <a:gd name="connsiteY13" fmla="*/ 32187 h 78849"/>
                <a:gd name="connsiteX14" fmla="*/ 39942 w 42911"/>
                <a:gd name="connsiteY14" fmla="*/ 29203 h 78849"/>
                <a:gd name="connsiteX15" fmla="*/ 28783 w 42911"/>
                <a:gd name="connsiteY15" fmla="*/ 20432 h 78849"/>
                <a:gd name="connsiteX16" fmla="*/ 11092 w 42911"/>
                <a:gd name="connsiteY16" fmla="*/ 34448 h 78849"/>
                <a:gd name="connsiteX17" fmla="*/ 12997 w 42911"/>
                <a:gd name="connsiteY17" fmla="*/ 35714 h 78849"/>
                <a:gd name="connsiteX18" fmla="*/ 14993 w 42911"/>
                <a:gd name="connsiteY18" fmla="*/ 34448 h 78849"/>
                <a:gd name="connsiteX19" fmla="*/ 28420 w 42911"/>
                <a:gd name="connsiteY19" fmla="*/ 23507 h 78849"/>
                <a:gd name="connsiteX20" fmla="*/ 32230 w 42911"/>
                <a:gd name="connsiteY20" fmla="*/ 28299 h 78849"/>
                <a:gd name="connsiteX21" fmla="*/ 31958 w 42911"/>
                <a:gd name="connsiteY21" fmla="*/ 30650 h 78849"/>
                <a:gd name="connsiteX22" fmla="*/ 23430 w 42911"/>
                <a:gd name="connsiteY22" fmla="*/ 64469 h 7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911" h="78849">
                  <a:moveTo>
                    <a:pt x="43208" y="3975"/>
                  </a:moveTo>
                  <a:cubicBezTo>
                    <a:pt x="43208" y="1895"/>
                    <a:pt x="41665" y="87"/>
                    <a:pt x="39216" y="87"/>
                  </a:cubicBezTo>
                  <a:cubicBezTo>
                    <a:pt x="36404" y="87"/>
                    <a:pt x="33591" y="2800"/>
                    <a:pt x="33591" y="5512"/>
                  </a:cubicBezTo>
                  <a:cubicBezTo>
                    <a:pt x="33591" y="7683"/>
                    <a:pt x="35315" y="9401"/>
                    <a:pt x="37583" y="9401"/>
                  </a:cubicBezTo>
                  <a:cubicBezTo>
                    <a:pt x="40667" y="9401"/>
                    <a:pt x="43208" y="6507"/>
                    <a:pt x="43208" y="3975"/>
                  </a:cubicBezTo>
                  <a:close/>
                  <a:moveTo>
                    <a:pt x="23430" y="64469"/>
                  </a:moveTo>
                  <a:cubicBezTo>
                    <a:pt x="21706" y="71341"/>
                    <a:pt x="15991" y="75862"/>
                    <a:pt x="10457" y="75862"/>
                  </a:cubicBezTo>
                  <a:cubicBezTo>
                    <a:pt x="8915" y="75862"/>
                    <a:pt x="7917" y="75591"/>
                    <a:pt x="7191" y="75410"/>
                  </a:cubicBezTo>
                  <a:cubicBezTo>
                    <a:pt x="9368" y="74144"/>
                    <a:pt x="10003" y="71793"/>
                    <a:pt x="10003" y="70617"/>
                  </a:cubicBezTo>
                  <a:cubicBezTo>
                    <a:pt x="10003" y="69080"/>
                    <a:pt x="8915" y="66910"/>
                    <a:pt x="5921" y="66910"/>
                  </a:cubicBezTo>
                  <a:cubicBezTo>
                    <a:pt x="2836" y="66910"/>
                    <a:pt x="296" y="69713"/>
                    <a:pt x="296" y="72697"/>
                  </a:cubicBezTo>
                  <a:cubicBezTo>
                    <a:pt x="296" y="76585"/>
                    <a:pt x="4378" y="78936"/>
                    <a:pt x="10548" y="78936"/>
                  </a:cubicBezTo>
                  <a:cubicBezTo>
                    <a:pt x="16717" y="78936"/>
                    <a:pt x="28511" y="75771"/>
                    <a:pt x="31323" y="64559"/>
                  </a:cubicBezTo>
                  <a:lnTo>
                    <a:pt x="39488" y="32187"/>
                  </a:lnTo>
                  <a:cubicBezTo>
                    <a:pt x="39670" y="31283"/>
                    <a:pt x="39942" y="30469"/>
                    <a:pt x="39942" y="29203"/>
                  </a:cubicBezTo>
                  <a:cubicBezTo>
                    <a:pt x="39942" y="24049"/>
                    <a:pt x="35133" y="20432"/>
                    <a:pt x="28783" y="20432"/>
                  </a:cubicBezTo>
                  <a:cubicBezTo>
                    <a:pt x="17805" y="20432"/>
                    <a:pt x="11092" y="32639"/>
                    <a:pt x="11092" y="34448"/>
                  </a:cubicBezTo>
                  <a:cubicBezTo>
                    <a:pt x="11092" y="35714"/>
                    <a:pt x="12544" y="35714"/>
                    <a:pt x="12997" y="35714"/>
                  </a:cubicBezTo>
                  <a:cubicBezTo>
                    <a:pt x="14358" y="35714"/>
                    <a:pt x="14539" y="35352"/>
                    <a:pt x="14993" y="34448"/>
                  </a:cubicBezTo>
                  <a:cubicBezTo>
                    <a:pt x="19166" y="25586"/>
                    <a:pt x="25335" y="23507"/>
                    <a:pt x="28420" y="23507"/>
                  </a:cubicBezTo>
                  <a:cubicBezTo>
                    <a:pt x="32049" y="23507"/>
                    <a:pt x="32230" y="26762"/>
                    <a:pt x="32230" y="28299"/>
                  </a:cubicBezTo>
                  <a:cubicBezTo>
                    <a:pt x="32230" y="29565"/>
                    <a:pt x="32140" y="29927"/>
                    <a:pt x="31958" y="30650"/>
                  </a:cubicBezTo>
                  <a:lnTo>
                    <a:pt x="23430" y="6446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269" name="Freeform: Shape 268">
              <a:extLst>
                <a:ext uri="{FF2B5EF4-FFF2-40B4-BE49-F238E27FC236}">
                  <a16:creationId xmlns:a16="http://schemas.microsoft.com/office/drawing/2014/main" id="{25748F89-6218-3AA4-B8B7-61BEA1B4EF76}"/>
                </a:ext>
              </a:extLst>
            </p:cNvPr>
            <p:cNvSpPr/>
            <p:nvPr>
              <p:custDataLst>
                <p:tags r:id="rId182"/>
              </p:custDataLst>
            </p:nvPr>
          </p:nvSpPr>
          <p:spPr>
            <a:xfrm>
              <a:off x="6790649" y="5183717"/>
              <a:ext cx="94532" cy="542360"/>
            </a:xfrm>
            <a:custGeom>
              <a:avLst/>
              <a:gdLst>
                <a:gd name="connsiteX0" fmla="*/ 94834 w 94532"/>
                <a:gd name="connsiteY0" fmla="*/ 271335 h 542360"/>
                <a:gd name="connsiteX1" fmla="*/ 57275 w 94532"/>
                <a:gd name="connsiteY1" fmla="*/ 72765 h 542360"/>
                <a:gd name="connsiteX2" fmla="*/ 9192 w 94532"/>
                <a:gd name="connsiteY2" fmla="*/ 1692 h 542360"/>
                <a:gd name="connsiteX3" fmla="*/ 4293 w 94532"/>
                <a:gd name="connsiteY3" fmla="*/ 64 h 542360"/>
                <a:gd name="connsiteX4" fmla="*/ 301 w 94532"/>
                <a:gd name="connsiteY4" fmla="*/ 1873 h 542360"/>
                <a:gd name="connsiteX5" fmla="*/ 1390 w 94532"/>
                <a:gd name="connsiteY5" fmla="*/ 4043 h 542360"/>
                <a:gd name="connsiteX6" fmla="*/ 44030 w 94532"/>
                <a:gd name="connsiteY6" fmla="*/ 73307 h 542360"/>
                <a:gd name="connsiteX7" fmla="*/ 77234 w 94532"/>
                <a:gd name="connsiteY7" fmla="*/ 271154 h 542360"/>
                <a:gd name="connsiteX8" fmla="*/ 41489 w 94532"/>
                <a:gd name="connsiteY8" fmla="*/ 475150 h 542360"/>
                <a:gd name="connsiteX9" fmla="*/ 1027 w 94532"/>
                <a:gd name="connsiteY9" fmla="*/ 538989 h 542360"/>
                <a:gd name="connsiteX10" fmla="*/ 301 w 94532"/>
                <a:gd name="connsiteY10" fmla="*/ 540616 h 542360"/>
                <a:gd name="connsiteX11" fmla="*/ 4293 w 94532"/>
                <a:gd name="connsiteY11" fmla="*/ 542425 h 542360"/>
                <a:gd name="connsiteX12" fmla="*/ 7741 w 94532"/>
                <a:gd name="connsiteY12" fmla="*/ 542063 h 542360"/>
                <a:gd name="connsiteX13" fmla="*/ 33324 w 94532"/>
                <a:gd name="connsiteY13" fmla="*/ 511138 h 542360"/>
                <a:gd name="connsiteX14" fmla="*/ 89028 w 94532"/>
                <a:gd name="connsiteY14" fmla="*/ 359588 h 542360"/>
                <a:gd name="connsiteX15" fmla="*/ 94834 w 94532"/>
                <a:gd name="connsiteY15" fmla="*/ 271335 h 54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4532" h="542360">
                  <a:moveTo>
                    <a:pt x="94834" y="271335"/>
                  </a:moveTo>
                  <a:cubicBezTo>
                    <a:pt x="94834" y="203698"/>
                    <a:pt x="86306" y="134614"/>
                    <a:pt x="57275" y="72765"/>
                  </a:cubicBezTo>
                  <a:cubicBezTo>
                    <a:pt x="44393" y="45276"/>
                    <a:pt x="27155" y="20500"/>
                    <a:pt x="9192" y="1692"/>
                  </a:cubicBezTo>
                  <a:cubicBezTo>
                    <a:pt x="7559" y="245"/>
                    <a:pt x="7378" y="64"/>
                    <a:pt x="4293" y="64"/>
                  </a:cubicBezTo>
                  <a:cubicBezTo>
                    <a:pt x="1753" y="64"/>
                    <a:pt x="301" y="64"/>
                    <a:pt x="301" y="1873"/>
                  </a:cubicBezTo>
                  <a:cubicBezTo>
                    <a:pt x="301" y="2596"/>
                    <a:pt x="1027" y="3500"/>
                    <a:pt x="1390" y="4043"/>
                  </a:cubicBezTo>
                  <a:cubicBezTo>
                    <a:pt x="18809" y="25021"/>
                    <a:pt x="33324" y="48170"/>
                    <a:pt x="44030" y="73307"/>
                  </a:cubicBezTo>
                  <a:cubicBezTo>
                    <a:pt x="67799" y="128647"/>
                    <a:pt x="77234" y="193390"/>
                    <a:pt x="77234" y="271154"/>
                  </a:cubicBezTo>
                  <a:cubicBezTo>
                    <a:pt x="77234" y="348195"/>
                    <a:pt x="68343" y="415832"/>
                    <a:pt x="41489" y="475150"/>
                  </a:cubicBezTo>
                  <a:cubicBezTo>
                    <a:pt x="30966" y="498117"/>
                    <a:pt x="17176" y="519457"/>
                    <a:pt x="1027" y="538989"/>
                  </a:cubicBezTo>
                  <a:cubicBezTo>
                    <a:pt x="846" y="539350"/>
                    <a:pt x="301" y="540074"/>
                    <a:pt x="301" y="540616"/>
                  </a:cubicBezTo>
                  <a:cubicBezTo>
                    <a:pt x="301" y="542425"/>
                    <a:pt x="1753" y="542425"/>
                    <a:pt x="4293" y="542425"/>
                  </a:cubicBezTo>
                  <a:cubicBezTo>
                    <a:pt x="7015" y="542425"/>
                    <a:pt x="7378" y="542425"/>
                    <a:pt x="7741" y="542063"/>
                  </a:cubicBezTo>
                  <a:cubicBezTo>
                    <a:pt x="7922" y="541882"/>
                    <a:pt x="19172" y="531031"/>
                    <a:pt x="33324" y="511138"/>
                  </a:cubicBezTo>
                  <a:cubicBezTo>
                    <a:pt x="64896" y="466650"/>
                    <a:pt x="80863" y="413481"/>
                    <a:pt x="89028" y="359588"/>
                  </a:cubicBezTo>
                  <a:cubicBezTo>
                    <a:pt x="93383" y="330472"/>
                    <a:pt x="94834" y="300813"/>
                    <a:pt x="94834" y="27133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p:grpSp>
        <p:nvGrpSpPr>
          <p:cNvPr id="429" name="Group 428" descr="\documentclass{article}&#10;\usepackage{amsmath}&#10;\pagestyle{empty}&#10;\begin{document}&#10;&#10;$$P(Y_n \le j) = \frac{1}{1 + e^{\boldsymbol{\beta}^\top \mathbf{x}_n - \mu_j}}$$&#10;\end{document}" title="IguanaTex Shape Display">
            <a:extLst>
              <a:ext uri="{FF2B5EF4-FFF2-40B4-BE49-F238E27FC236}">
                <a16:creationId xmlns:a16="http://schemas.microsoft.com/office/drawing/2014/main" id="{90CFFA8E-EAFD-2308-7C8B-2E06E99A6DA1}"/>
              </a:ext>
            </a:extLst>
          </p:cNvPr>
          <p:cNvGrpSpPr>
            <a:grpSpLocks noChangeAspect="1"/>
          </p:cNvGrpSpPr>
          <p:nvPr>
            <p:custDataLst>
              <p:tags r:id="rId4"/>
            </p:custDataLst>
          </p:nvPr>
        </p:nvGrpSpPr>
        <p:grpSpPr>
          <a:xfrm>
            <a:off x="1333500" y="4851400"/>
            <a:ext cx="2119802" cy="394498"/>
            <a:chOff x="4507208" y="5991813"/>
            <a:chExt cx="2119802" cy="394498"/>
          </a:xfrm>
        </p:grpSpPr>
        <p:sp>
          <p:nvSpPr>
            <p:cNvPr id="409" name="Freeform: Shape 408">
              <a:extLst>
                <a:ext uri="{FF2B5EF4-FFF2-40B4-BE49-F238E27FC236}">
                  <a16:creationId xmlns:a16="http://schemas.microsoft.com/office/drawing/2014/main" id="{C1D917C7-280B-A658-6FF5-11ECA42D4F95}"/>
                </a:ext>
              </a:extLst>
            </p:cNvPr>
            <p:cNvSpPr/>
            <p:nvPr>
              <p:custDataLst>
                <p:tags r:id="rId132"/>
              </p:custDataLst>
            </p:nvPr>
          </p:nvSpPr>
          <p:spPr>
            <a:xfrm>
              <a:off x="4507208" y="6109728"/>
              <a:ext cx="129124" cy="122114"/>
            </a:xfrm>
            <a:custGeom>
              <a:avLst/>
              <a:gdLst>
                <a:gd name="connsiteX0" fmla="*/ 47737 w 129124"/>
                <a:gd name="connsiteY0" fmla="*/ 65694 h 122114"/>
                <a:gd name="connsiteX1" fmla="*/ 78481 w 129124"/>
                <a:gd name="connsiteY1" fmla="*/ 65694 h 122114"/>
                <a:gd name="connsiteX2" fmla="*/ 129299 w 129124"/>
                <a:gd name="connsiteY2" fmla="*/ 27074 h 122114"/>
                <a:gd name="connsiteX3" fmla="*/ 93672 w 129124"/>
                <a:gd name="connsiteY3" fmla="*/ 77 h 122114"/>
                <a:gd name="connsiteX4" fmla="*/ 35078 w 129124"/>
                <a:gd name="connsiteY4" fmla="*/ 77 h 122114"/>
                <a:gd name="connsiteX5" fmla="*/ 29652 w 129124"/>
                <a:gd name="connsiteY5" fmla="*/ 3474 h 122114"/>
                <a:gd name="connsiteX6" fmla="*/ 34897 w 129124"/>
                <a:gd name="connsiteY6" fmla="*/ 5619 h 122114"/>
                <a:gd name="connsiteX7" fmla="*/ 42673 w 129124"/>
                <a:gd name="connsiteY7" fmla="*/ 5977 h 122114"/>
                <a:gd name="connsiteX8" fmla="*/ 46652 w 129124"/>
                <a:gd name="connsiteY8" fmla="*/ 8838 h 122114"/>
                <a:gd name="connsiteX9" fmla="*/ 45929 w 129124"/>
                <a:gd name="connsiteY9" fmla="*/ 12235 h 122114"/>
                <a:gd name="connsiteX10" fmla="*/ 21695 w 129124"/>
                <a:gd name="connsiteY10" fmla="*/ 108246 h 122114"/>
                <a:gd name="connsiteX11" fmla="*/ 5238 w 129124"/>
                <a:gd name="connsiteY11" fmla="*/ 116649 h 122114"/>
                <a:gd name="connsiteX12" fmla="*/ 174 w 129124"/>
                <a:gd name="connsiteY12" fmla="*/ 120046 h 122114"/>
                <a:gd name="connsiteX13" fmla="*/ 2887 w 129124"/>
                <a:gd name="connsiteY13" fmla="*/ 122192 h 122114"/>
                <a:gd name="connsiteX14" fmla="*/ 25855 w 129124"/>
                <a:gd name="connsiteY14" fmla="*/ 121655 h 122114"/>
                <a:gd name="connsiteX15" fmla="*/ 37429 w 129124"/>
                <a:gd name="connsiteY15" fmla="*/ 121834 h 122114"/>
                <a:gd name="connsiteX16" fmla="*/ 49184 w 129124"/>
                <a:gd name="connsiteY16" fmla="*/ 122192 h 122114"/>
                <a:gd name="connsiteX17" fmla="*/ 52801 w 129124"/>
                <a:gd name="connsiteY17" fmla="*/ 118616 h 122114"/>
                <a:gd name="connsiteX18" fmla="*/ 47737 w 129124"/>
                <a:gd name="connsiteY18" fmla="*/ 116649 h 122114"/>
                <a:gd name="connsiteX19" fmla="*/ 35982 w 129124"/>
                <a:gd name="connsiteY19" fmla="*/ 113431 h 122114"/>
                <a:gd name="connsiteX20" fmla="*/ 36525 w 129124"/>
                <a:gd name="connsiteY20" fmla="*/ 110391 h 122114"/>
                <a:gd name="connsiteX21" fmla="*/ 47737 w 129124"/>
                <a:gd name="connsiteY21" fmla="*/ 65694 h 122114"/>
                <a:gd name="connsiteX22" fmla="*/ 60758 w 129124"/>
                <a:gd name="connsiteY22" fmla="*/ 12414 h 122114"/>
                <a:gd name="connsiteX23" fmla="*/ 70524 w 129124"/>
                <a:gd name="connsiteY23" fmla="*/ 5619 h 122114"/>
                <a:gd name="connsiteX24" fmla="*/ 87885 w 129124"/>
                <a:gd name="connsiteY24" fmla="*/ 5619 h 122114"/>
                <a:gd name="connsiteX25" fmla="*/ 112480 w 129124"/>
                <a:gd name="connsiteY25" fmla="*/ 22783 h 122114"/>
                <a:gd name="connsiteX26" fmla="*/ 101810 w 129124"/>
                <a:gd name="connsiteY26" fmla="*/ 51569 h 122114"/>
                <a:gd name="connsiteX27" fmla="*/ 73960 w 129124"/>
                <a:gd name="connsiteY27" fmla="*/ 61045 h 122114"/>
                <a:gd name="connsiteX28" fmla="*/ 48460 w 129124"/>
                <a:gd name="connsiteY28" fmla="*/ 61045 h 122114"/>
                <a:gd name="connsiteX29" fmla="*/ 60758 w 129124"/>
                <a:gd name="connsiteY29" fmla="*/ 12414 h 12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2114">
                  <a:moveTo>
                    <a:pt x="47737" y="65694"/>
                  </a:moveTo>
                  <a:lnTo>
                    <a:pt x="78481" y="65694"/>
                  </a:lnTo>
                  <a:cubicBezTo>
                    <a:pt x="104161" y="65694"/>
                    <a:pt x="129299" y="47099"/>
                    <a:pt x="129299" y="27074"/>
                  </a:cubicBezTo>
                  <a:cubicBezTo>
                    <a:pt x="129299" y="13308"/>
                    <a:pt x="117363" y="77"/>
                    <a:pt x="93672" y="77"/>
                  </a:cubicBezTo>
                  <a:lnTo>
                    <a:pt x="35078" y="77"/>
                  </a:lnTo>
                  <a:cubicBezTo>
                    <a:pt x="31642" y="77"/>
                    <a:pt x="29652" y="77"/>
                    <a:pt x="29652" y="3474"/>
                  </a:cubicBezTo>
                  <a:cubicBezTo>
                    <a:pt x="29652" y="5619"/>
                    <a:pt x="31280" y="5619"/>
                    <a:pt x="34897" y="5619"/>
                  </a:cubicBezTo>
                  <a:cubicBezTo>
                    <a:pt x="37248" y="5619"/>
                    <a:pt x="40503" y="5798"/>
                    <a:pt x="42673" y="5977"/>
                  </a:cubicBezTo>
                  <a:cubicBezTo>
                    <a:pt x="45567" y="6335"/>
                    <a:pt x="46652" y="6871"/>
                    <a:pt x="46652" y="8838"/>
                  </a:cubicBezTo>
                  <a:cubicBezTo>
                    <a:pt x="46652" y="9553"/>
                    <a:pt x="46471" y="10089"/>
                    <a:pt x="45929" y="12235"/>
                  </a:cubicBezTo>
                  <a:lnTo>
                    <a:pt x="21695" y="108246"/>
                  </a:lnTo>
                  <a:cubicBezTo>
                    <a:pt x="19887" y="115219"/>
                    <a:pt x="19525" y="116649"/>
                    <a:pt x="5238" y="116649"/>
                  </a:cubicBezTo>
                  <a:cubicBezTo>
                    <a:pt x="2164" y="116649"/>
                    <a:pt x="174" y="116649"/>
                    <a:pt x="174" y="120046"/>
                  </a:cubicBezTo>
                  <a:cubicBezTo>
                    <a:pt x="174" y="122192"/>
                    <a:pt x="2345" y="122192"/>
                    <a:pt x="2887" y="122192"/>
                  </a:cubicBezTo>
                  <a:cubicBezTo>
                    <a:pt x="7951" y="122192"/>
                    <a:pt x="20791" y="121655"/>
                    <a:pt x="25855" y="121655"/>
                  </a:cubicBezTo>
                  <a:cubicBezTo>
                    <a:pt x="29652" y="121655"/>
                    <a:pt x="33631" y="121834"/>
                    <a:pt x="37429" y="121834"/>
                  </a:cubicBezTo>
                  <a:cubicBezTo>
                    <a:pt x="41407" y="121834"/>
                    <a:pt x="45386" y="122192"/>
                    <a:pt x="49184" y="122192"/>
                  </a:cubicBezTo>
                  <a:cubicBezTo>
                    <a:pt x="50450" y="122192"/>
                    <a:pt x="52801" y="122192"/>
                    <a:pt x="52801" y="118616"/>
                  </a:cubicBezTo>
                  <a:cubicBezTo>
                    <a:pt x="52801" y="116649"/>
                    <a:pt x="51173" y="116649"/>
                    <a:pt x="47737" y="116649"/>
                  </a:cubicBezTo>
                  <a:cubicBezTo>
                    <a:pt x="41046" y="116649"/>
                    <a:pt x="35982" y="116649"/>
                    <a:pt x="35982" y="113431"/>
                  </a:cubicBezTo>
                  <a:cubicBezTo>
                    <a:pt x="35982" y="112358"/>
                    <a:pt x="36344" y="111464"/>
                    <a:pt x="36525" y="110391"/>
                  </a:cubicBezTo>
                  <a:lnTo>
                    <a:pt x="47737" y="65694"/>
                  </a:lnTo>
                  <a:close/>
                  <a:moveTo>
                    <a:pt x="60758" y="12414"/>
                  </a:moveTo>
                  <a:cubicBezTo>
                    <a:pt x="62386" y="6156"/>
                    <a:pt x="62747" y="5619"/>
                    <a:pt x="70524" y="5619"/>
                  </a:cubicBezTo>
                  <a:lnTo>
                    <a:pt x="87885" y="5619"/>
                  </a:lnTo>
                  <a:cubicBezTo>
                    <a:pt x="102895" y="5619"/>
                    <a:pt x="112480" y="10447"/>
                    <a:pt x="112480" y="22783"/>
                  </a:cubicBezTo>
                  <a:cubicBezTo>
                    <a:pt x="112480" y="29756"/>
                    <a:pt x="108863" y="45132"/>
                    <a:pt x="101810" y="51569"/>
                  </a:cubicBezTo>
                  <a:cubicBezTo>
                    <a:pt x="92768" y="59615"/>
                    <a:pt x="81917" y="61045"/>
                    <a:pt x="73960" y="61045"/>
                  </a:cubicBezTo>
                  <a:lnTo>
                    <a:pt x="48460" y="61045"/>
                  </a:lnTo>
                  <a:lnTo>
                    <a:pt x="60758" y="124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0" name="Freeform: Shape 409">
              <a:extLst>
                <a:ext uri="{FF2B5EF4-FFF2-40B4-BE49-F238E27FC236}">
                  <a16:creationId xmlns:a16="http://schemas.microsoft.com/office/drawing/2014/main" id="{2473A79C-7636-552B-CCD0-F8230BF382B1}"/>
                </a:ext>
              </a:extLst>
            </p:cNvPr>
            <p:cNvSpPr/>
            <p:nvPr>
              <p:custDataLst>
                <p:tags r:id="rId133"/>
              </p:custDataLst>
            </p:nvPr>
          </p:nvSpPr>
          <p:spPr>
            <a:xfrm>
              <a:off x="4659102" y="6097749"/>
              <a:ext cx="41956" cy="178791"/>
            </a:xfrm>
            <a:custGeom>
              <a:avLst/>
              <a:gdLst>
                <a:gd name="connsiteX0" fmla="*/ 42139 w 41956"/>
                <a:gd name="connsiteY0" fmla="*/ 177081 h 178791"/>
                <a:gd name="connsiteX1" fmla="*/ 39064 w 41956"/>
                <a:gd name="connsiteY1" fmla="*/ 173147 h 178791"/>
                <a:gd name="connsiteX2" fmla="*/ 10671 w 41956"/>
                <a:gd name="connsiteY2" fmla="*/ 89473 h 178791"/>
                <a:gd name="connsiteX3" fmla="*/ 39788 w 41956"/>
                <a:gd name="connsiteY3" fmla="*/ 4904 h 178791"/>
                <a:gd name="connsiteX4" fmla="*/ 42139 w 41956"/>
                <a:gd name="connsiteY4" fmla="*/ 1865 h 178791"/>
                <a:gd name="connsiteX5" fmla="*/ 40330 w 41956"/>
                <a:gd name="connsiteY5" fmla="*/ 77 h 178791"/>
                <a:gd name="connsiteX6" fmla="*/ 11576 w 41956"/>
                <a:gd name="connsiteY6" fmla="*/ 34941 h 178791"/>
                <a:gd name="connsiteX7" fmla="*/ 182 w 41956"/>
                <a:gd name="connsiteY7" fmla="*/ 89473 h 178791"/>
                <a:gd name="connsiteX8" fmla="*/ 12118 w 41956"/>
                <a:gd name="connsiteY8" fmla="*/ 145256 h 178791"/>
                <a:gd name="connsiteX9" fmla="*/ 40330 w 41956"/>
                <a:gd name="connsiteY9" fmla="*/ 178869 h 178791"/>
                <a:gd name="connsiteX10" fmla="*/ 42139 w 41956"/>
                <a:gd name="connsiteY10" fmla="*/ 177081 h 17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8791">
                  <a:moveTo>
                    <a:pt x="42139" y="177081"/>
                  </a:moveTo>
                  <a:cubicBezTo>
                    <a:pt x="42139" y="176544"/>
                    <a:pt x="42139" y="176187"/>
                    <a:pt x="39064" y="173147"/>
                  </a:cubicBezTo>
                  <a:cubicBezTo>
                    <a:pt x="16458" y="150620"/>
                    <a:pt x="10671" y="116828"/>
                    <a:pt x="10671" y="89473"/>
                  </a:cubicBezTo>
                  <a:cubicBezTo>
                    <a:pt x="10671" y="58363"/>
                    <a:pt x="17543" y="27253"/>
                    <a:pt x="39788" y="4904"/>
                  </a:cubicBezTo>
                  <a:cubicBezTo>
                    <a:pt x="42139" y="2759"/>
                    <a:pt x="42139" y="2401"/>
                    <a:pt x="42139" y="1865"/>
                  </a:cubicBezTo>
                  <a:cubicBezTo>
                    <a:pt x="42139" y="613"/>
                    <a:pt x="41415" y="77"/>
                    <a:pt x="40330" y="77"/>
                  </a:cubicBezTo>
                  <a:cubicBezTo>
                    <a:pt x="38522" y="77"/>
                    <a:pt x="22245" y="12235"/>
                    <a:pt x="11576" y="34941"/>
                  </a:cubicBezTo>
                  <a:cubicBezTo>
                    <a:pt x="2352" y="54608"/>
                    <a:pt x="182" y="74454"/>
                    <a:pt x="182" y="89473"/>
                  </a:cubicBezTo>
                  <a:cubicBezTo>
                    <a:pt x="182" y="103419"/>
                    <a:pt x="2172" y="125052"/>
                    <a:pt x="12118" y="145256"/>
                  </a:cubicBezTo>
                  <a:cubicBezTo>
                    <a:pt x="22969" y="167247"/>
                    <a:pt x="38522" y="178869"/>
                    <a:pt x="40330" y="178869"/>
                  </a:cubicBezTo>
                  <a:cubicBezTo>
                    <a:pt x="41415" y="178869"/>
                    <a:pt x="42139" y="178332"/>
                    <a:pt x="42139" y="17708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1" name="Freeform: Shape 410">
              <a:extLst>
                <a:ext uri="{FF2B5EF4-FFF2-40B4-BE49-F238E27FC236}">
                  <a16:creationId xmlns:a16="http://schemas.microsoft.com/office/drawing/2014/main" id="{9B2F47BE-BD72-6FBC-98E9-E1850A4DC432}"/>
                </a:ext>
              </a:extLst>
            </p:cNvPr>
            <p:cNvSpPr/>
            <p:nvPr>
              <p:custDataLst>
                <p:tags r:id="rId134"/>
              </p:custDataLst>
            </p:nvPr>
          </p:nvSpPr>
          <p:spPr>
            <a:xfrm>
              <a:off x="4717857" y="6109728"/>
              <a:ext cx="131475" cy="122114"/>
            </a:xfrm>
            <a:custGeom>
              <a:avLst/>
              <a:gdLst>
                <a:gd name="connsiteX0" fmla="*/ 101822 w 131475"/>
                <a:gd name="connsiteY0" fmla="*/ 20459 h 122114"/>
                <a:gd name="connsiteX1" fmla="*/ 104354 w 131475"/>
                <a:gd name="connsiteY1" fmla="*/ 17956 h 122114"/>
                <a:gd name="connsiteX2" fmla="*/ 128044 w 131475"/>
                <a:gd name="connsiteY2" fmla="*/ 5619 h 122114"/>
                <a:gd name="connsiteX3" fmla="*/ 131661 w 131475"/>
                <a:gd name="connsiteY3" fmla="*/ 2222 h 122114"/>
                <a:gd name="connsiteX4" fmla="*/ 129310 w 131475"/>
                <a:gd name="connsiteY4" fmla="*/ 77 h 122114"/>
                <a:gd name="connsiteX5" fmla="*/ 114481 w 131475"/>
                <a:gd name="connsiteY5" fmla="*/ 613 h 122114"/>
                <a:gd name="connsiteX6" fmla="*/ 96396 w 131475"/>
                <a:gd name="connsiteY6" fmla="*/ 77 h 122114"/>
                <a:gd name="connsiteX7" fmla="*/ 92960 w 131475"/>
                <a:gd name="connsiteY7" fmla="*/ 3474 h 122114"/>
                <a:gd name="connsiteX8" fmla="*/ 95673 w 131475"/>
                <a:gd name="connsiteY8" fmla="*/ 5619 h 122114"/>
                <a:gd name="connsiteX9" fmla="*/ 102183 w 131475"/>
                <a:gd name="connsiteY9" fmla="*/ 9732 h 122114"/>
                <a:gd name="connsiteX10" fmla="*/ 97301 w 131475"/>
                <a:gd name="connsiteY10" fmla="*/ 18314 h 122114"/>
                <a:gd name="connsiteX11" fmla="*/ 55344 w 131475"/>
                <a:gd name="connsiteY11" fmla="*/ 66051 h 122114"/>
                <a:gd name="connsiteX12" fmla="*/ 35451 w 131475"/>
                <a:gd name="connsiteY12" fmla="*/ 12950 h 122114"/>
                <a:gd name="connsiteX13" fmla="*/ 34366 w 131475"/>
                <a:gd name="connsiteY13" fmla="*/ 9910 h 122114"/>
                <a:gd name="connsiteX14" fmla="*/ 45036 w 131475"/>
                <a:gd name="connsiteY14" fmla="*/ 5619 h 122114"/>
                <a:gd name="connsiteX15" fmla="*/ 49376 w 131475"/>
                <a:gd name="connsiteY15" fmla="*/ 2044 h 122114"/>
                <a:gd name="connsiteX16" fmla="*/ 46664 w 131475"/>
                <a:gd name="connsiteY16" fmla="*/ 77 h 122114"/>
                <a:gd name="connsiteX17" fmla="*/ 23877 w 131475"/>
                <a:gd name="connsiteY17" fmla="*/ 613 h 122114"/>
                <a:gd name="connsiteX18" fmla="*/ 3622 w 131475"/>
                <a:gd name="connsiteY18" fmla="*/ 77 h 122114"/>
                <a:gd name="connsiteX19" fmla="*/ 186 w 131475"/>
                <a:gd name="connsiteY19" fmla="*/ 3653 h 122114"/>
                <a:gd name="connsiteX20" fmla="*/ 4346 w 131475"/>
                <a:gd name="connsiteY20" fmla="*/ 5619 h 122114"/>
                <a:gd name="connsiteX21" fmla="*/ 17547 w 131475"/>
                <a:gd name="connsiteY21" fmla="*/ 11698 h 122114"/>
                <a:gd name="connsiteX22" fmla="*/ 39791 w 131475"/>
                <a:gd name="connsiteY22" fmla="*/ 70521 h 122114"/>
                <a:gd name="connsiteX23" fmla="*/ 40515 w 131475"/>
                <a:gd name="connsiteY23" fmla="*/ 73560 h 122114"/>
                <a:gd name="connsiteX24" fmla="*/ 32377 w 131475"/>
                <a:gd name="connsiteY24" fmla="*/ 106100 h 122114"/>
                <a:gd name="connsiteX25" fmla="*/ 15377 w 131475"/>
                <a:gd name="connsiteY25" fmla="*/ 116649 h 122114"/>
                <a:gd name="connsiteX26" fmla="*/ 10494 w 131475"/>
                <a:gd name="connsiteY26" fmla="*/ 120225 h 122114"/>
                <a:gd name="connsiteX27" fmla="*/ 13026 w 131475"/>
                <a:gd name="connsiteY27" fmla="*/ 122192 h 122114"/>
                <a:gd name="connsiteX28" fmla="*/ 35813 w 131475"/>
                <a:gd name="connsiteY28" fmla="*/ 121655 h 122114"/>
                <a:gd name="connsiteX29" fmla="*/ 58961 w 131475"/>
                <a:gd name="connsiteY29" fmla="*/ 122192 h 122114"/>
                <a:gd name="connsiteX30" fmla="*/ 62397 w 131475"/>
                <a:gd name="connsiteY30" fmla="*/ 118616 h 122114"/>
                <a:gd name="connsiteX31" fmla="*/ 57334 w 131475"/>
                <a:gd name="connsiteY31" fmla="*/ 116649 h 122114"/>
                <a:gd name="connsiteX32" fmla="*/ 50461 w 131475"/>
                <a:gd name="connsiteY32" fmla="*/ 116292 h 122114"/>
                <a:gd name="connsiteX33" fmla="*/ 45578 w 131475"/>
                <a:gd name="connsiteY33" fmla="*/ 113431 h 122114"/>
                <a:gd name="connsiteX34" fmla="*/ 48110 w 131475"/>
                <a:gd name="connsiteY34" fmla="*/ 102167 h 122114"/>
                <a:gd name="connsiteX35" fmla="*/ 54440 w 131475"/>
                <a:gd name="connsiteY35" fmla="*/ 76957 h 122114"/>
                <a:gd name="connsiteX36" fmla="*/ 56972 w 131475"/>
                <a:gd name="connsiteY36" fmla="*/ 71415 h 122114"/>
                <a:gd name="connsiteX37" fmla="*/ 101822 w 131475"/>
                <a:gd name="connsiteY37" fmla="*/ 20459 h 12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2114">
                  <a:moveTo>
                    <a:pt x="101822" y="20459"/>
                  </a:moveTo>
                  <a:lnTo>
                    <a:pt x="104354" y="17956"/>
                  </a:lnTo>
                  <a:cubicBezTo>
                    <a:pt x="109779" y="12592"/>
                    <a:pt x="115747" y="6513"/>
                    <a:pt x="128044" y="5619"/>
                  </a:cubicBezTo>
                  <a:cubicBezTo>
                    <a:pt x="130034" y="5441"/>
                    <a:pt x="131661" y="5441"/>
                    <a:pt x="131661" y="2222"/>
                  </a:cubicBezTo>
                  <a:cubicBezTo>
                    <a:pt x="131661" y="792"/>
                    <a:pt x="130757" y="77"/>
                    <a:pt x="129310" y="77"/>
                  </a:cubicBezTo>
                  <a:cubicBezTo>
                    <a:pt x="124608" y="77"/>
                    <a:pt x="119364" y="613"/>
                    <a:pt x="114481" y="613"/>
                  </a:cubicBezTo>
                  <a:cubicBezTo>
                    <a:pt x="108513" y="613"/>
                    <a:pt x="102183" y="77"/>
                    <a:pt x="96396" y="77"/>
                  </a:cubicBezTo>
                  <a:cubicBezTo>
                    <a:pt x="95311" y="77"/>
                    <a:pt x="92960" y="77"/>
                    <a:pt x="92960" y="3474"/>
                  </a:cubicBezTo>
                  <a:cubicBezTo>
                    <a:pt x="92960" y="5441"/>
                    <a:pt x="94769" y="5619"/>
                    <a:pt x="95673" y="5619"/>
                  </a:cubicBezTo>
                  <a:cubicBezTo>
                    <a:pt x="96939" y="5619"/>
                    <a:pt x="102183" y="5977"/>
                    <a:pt x="102183" y="9732"/>
                  </a:cubicBezTo>
                  <a:cubicBezTo>
                    <a:pt x="102183" y="12771"/>
                    <a:pt x="98024" y="17420"/>
                    <a:pt x="97301" y="18314"/>
                  </a:cubicBezTo>
                  <a:lnTo>
                    <a:pt x="55344" y="66051"/>
                  </a:lnTo>
                  <a:lnTo>
                    <a:pt x="35451" y="12950"/>
                  </a:lnTo>
                  <a:cubicBezTo>
                    <a:pt x="34366" y="10447"/>
                    <a:pt x="34366" y="10089"/>
                    <a:pt x="34366" y="9910"/>
                  </a:cubicBezTo>
                  <a:cubicBezTo>
                    <a:pt x="34366" y="5619"/>
                    <a:pt x="43227" y="5619"/>
                    <a:pt x="45036" y="5619"/>
                  </a:cubicBezTo>
                  <a:cubicBezTo>
                    <a:pt x="47568" y="5619"/>
                    <a:pt x="49376" y="5619"/>
                    <a:pt x="49376" y="2044"/>
                  </a:cubicBezTo>
                  <a:cubicBezTo>
                    <a:pt x="49376" y="77"/>
                    <a:pt x="47206" y="77"/>
                    <a:pt x="46664" y="77"/>
                  </a:cubicBezTo>
                  <a:cubicBezTo>
                    <a:pt x="41600" y="77"/>
                    <a:pt x="28941" y="613"/>
                    <a:pt x="23877" y="613"/>
                  </a:cubicBezTo>
                  <a:cubicBezTo>
                    <a:pt x="19356" y="613"/>
                    <a:pt x="8143" y="77"/>
                    <a:pt x="3622" y="77"/>
                  </a:cubicBezTo>
                  <a:cubicBezTo>
                    <a:pt x="2537" y="77"/>
                    <a:pt x="186" y="77"/>
                    <a:pt x="186" y="3653"/>
                  </a:cubicBezTo>
                  <a:cubicBezTo>
                    <a:pt x="186" y="5619"/>
                    <a:pt x="1995" y="5619"/>
                    <a:pt x="4346" y="5619"/>
                  </a:cubicBezTo>
                  <a:cubicBezTo>
                    <a:pt x="15196" y="5619"/>
                    <a:pt x="15920" y="7229"/>
                    <a:pt x="17547" y="11698"/>
                  </a:cubicBezTo>
                  <a:lnTo>
                    <a:pt x="39791" y="70521"/>
                  </a:lnTo>
                  <a:cubicBezTo>
                    <a:pt x="39972" y="71057"/>
                    <a:pt x="40515" y="73024"/>
                    <a:pt x="40515" y="73560"/>
                  </a:cubicBezTo>
                  <a:cubicBezTo>
                    <a:pt x="40515" y="74097"/>
                    <a:pt x="33281" y="102882"/>
                    <a:pt x="32377" y="106100"/>
                  </a:cubicBezTo>
                  <a:cubicBezTo>
                    <a:pt x="30026" y="115934"/>
                    <a:pt x="29845" y="116470"/>
                    <a:pt x="15377" y="116649"/>
                  </a:cubicBezTo>
                  <a:cubicBezTo>
                    <a:pt x="11941" y="116649"/>
                    <a:pt x="10494" y="116649"/>
                    <a:pt x="10494" y="120225"/>
                  </a:cubicBezTo>
                  <a:cubicBezTo>
                    <a:pt x="10494" y="122192"/>
                    <a:pt x="12664" y="122192"/>
                    <a:pt x="13026" y="122192"/>
                  </a:cubicBezTo>
                  <a:cubicBezTo>
                    <a:pt x="18090" y="122192"/>
                    <a:pt x="30749" y="121655"/>
                    <a:pt x="35813" y="121655"/>
                  </a:cubicBezTo>
                  <a:cubicBezTo>
                    <a:pt x="40877" y="121655"/>
                    <a:pt x="53897" y="122192"/>
                    <a:pt x="58961" y="122192"/>
                  </a:cubicBezTo>
                  <a:cubicBezTo>
                    <a:pt x="60227" y="122192"/>
                    <a:pt x="62397" y="122192"/>
                    <a:pt x="62397" y="118616"/>
                  </a:cubicBezTo>
                  <a:cubicBezTo>
                    <a:pt x="62397" y="116649"/>
                    <a:pt x="60770" y="116649"/>
                    <a:pt x="57334" y="116649"/>
                  </a:cubicBezTo>
                  <a:cubicBezTo>
                    <a:pt x="56972" y="116649"/>
                    <a:pt x="53536" y="116649"/>
                    <a:pt x="50461" y="116292"/>
                  </a:cubicBezTo>
                  <a:cubicBezTo>
                    <a:pt x="46664" y="115934"/>
                    <a:pt x="45578" y="115576"/>
                    <a:pt x="45578" y="113431"/>
                  </a:cubicBezTo>
                  <a:cubicBezTo>
                    <a:pt x="45578" y="112179"/>
                    <a:pt x="47206" y="105922"/>
                    <a:pt x="48110" y="102167"/>
                  </a:cubicBezTo>
                  <a:lnTo>
                    <a:pt x="54440" y="76957"/>
                  </a:lnTo>
                  <a:cubicBezTo>
                    <a:pt x="55344" y="73560"/>
                    <a:pt x="55525" y="73024"/>
                    <a:pt x="56972" y="71415"/>
                  </a:cubicBezTo>
                  <a:lnTo>
                    <a:pt x="101822" y="2045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2" name="Freeform: Shape 411">
              <a:extLst>
                <a:ext uri="{FF2B5EF4-FFF2-40B4-BE49-F238E27FC236}">
                  <a16:creationId xmlns:a16="http://schemas.microsoft.com/office/drawing/2014/main" id="{8A524EF4-AF68-D1A7-EBA0-7D072E6A2B3B}"/>
                </a:ext>
              </a:extLst>
            </p:cNvPr>
            <p:cNvSpPr/>
            <p:nvPr>
              <p:custDataLst>
                <p:tags r:id="rId135"/>
              </p:custDataLst>
            </p:nvPr>
          </p:nvSpPr>
          <p:spPr>
            <a:xfrm>
              <a:off x="4822469" y="6203468"/>
              <a:ext cx="77347" cy="56444"/>
            </a:xfrm>
            <a:custGeom>
              <a:avLst/>
              <a:gdLst>
                <a:gd name="connsiteX0" fmla="*/ 9686 w 77347"/>
                <a:gd name="connsiteY0" fmla="*/ 47387 h 56444"/>
                <a:gd name="connsiteX1" fmla="*/ 8420 w 77347"/>
                <a:gd name="connsiteY1" fmla="*/ 52518 h 56444"/>
                <a:gd name="connsiteX2" fmla="*/ 12725 w 77347"/>
                <a:gd name="connsiteY2" fmla="*/ 56523 h 56444"/>
                <a:gd name="connsiteX3" fmla="*/ 17662 w 77347"/>
                <a:gd name="connsiteY3" fmla="*/ 53770 h 56444"/>
                <a:gd name="connsiteX4" fmla="*/ 19940 w 77347"/>
                <a:gd name="connsiteY4" fmla="*/ 46010 h 56444"/>
                <a:gd name="connsiteX5" fmla="*/ 22725 w 77347"/>
                <a:gd name="connsiteY5" fmla="*/ 34746 h 56444"/>
                <a:gd name="connsiteX6" fmla="*/ 24877 w 77347"/>
                <a:gd name="connsiteY6" fmla="*/ 26361 h 56444"/>
                <a:gd name="connsiteX7" fmla="*/ 30194 w 77347"/>
                <a:gd name="connsiteY7" fmla="*/ 15097 h 56444"/>
                <a:gd name="connsiteX8" fmla="*/ 49183 w 77347"/>
                <a:gd name="connsiteY8" fmla="*/ 3583 h 56444"/>
                <a:gd name="connsiteX9" fmla="*/ 56652 w 77347"/>
                <a:gd name="connsiteY9" fmla="*/ 12344 h 56444"/>
                <a:gd name="connsiteX10" fmla="*/ 49183 w 77347"/>
                <a:gd name="connsiteY10" fmla="*/ 39001 h 56444"/>
                <a:gd name="connsiteX11" fmla="*/ 47284 w 77347"/>
                <a:gd name="connsiteY11" fmla="*/ 45760 h 56444"/>
                <a:gd name="connsiteX12" fmla="*/ 59310 w 77347"/>
                <a:gd name="connsiteY12" fmla="*/ 56523 h 56444"/>
                <a:gd name="connsiteX13" fmla="*/ 77540 w 77347"/>
                <a:gd name="connsiteY13" fmla="*/ 37374 h 56444"/>
                <a:gd name="connsiteX14" fmla="*/ 75514 w 77347"/>
                <a:gd name="connsiteY14" fmla="*/ 35747 h 56444"/>
                <a:gd name="connsiteX15" fmla="*/ 73109 w 77347"/>
                <a:gd name="connsiteY15" fmla="*/ 37875 h 56444"/>
                <a:gd name="connsiteX16" fmla="*/ 59690 w 77347"/>
                <a:gd name="connsiteY16" fmla="*/ 53019 h 56444"/>
                <a:gd name="connsiteX17" fmla="*/ 56525 w 77347"/>
                <a:gd name="connsiteY17" fmla="*/ 48638 h 56444"/>
                <a:gd name="connsiteX18" fmla="*/ 59437 w 77347"/>
                <a:gd name="connsiteY18" fmla="*/ 38501 h 56444"/>
                <a:gd name="connsiteX19" fmla="*/ 66146 w 77347"/>
                <a:gd name="connsiteY19" fmla="*/ 14346 h 56444"/>
                <a:gd name="connsiteX20" fmla="*/ 49689 w 77347"/>
                <a:gd name="connsiteY20" fmla="*/ 78 h 56444"/>
                <a:gd name="connsiteX21" fmla="*/ 28295 w 77347"/>
                <a:gd name="connsiteY21" fmla="*/ 11467 h 56444"/>
                <a:gd name="connsiteX22" fmla="*/ 14750 w 77347"/>
                <a:gd name="connsiteY22" fmla="*/ 78 h 56444"/>
                <a:gd name="connsiteX23" fmla="*/ 4749 w 77347"/>
                <a:gd name="connsiteY23" fmla="*/ 6837 h 56444"/>
                <a:gd name="connsiteX24" fmla="*/ 192 w 77347"/>
                <a:gd name="connsiteY24" fmla="*/ 19227 h 56444"/>
                <a:gd name="connsiteX25" fmla="*/ 2344 w 77347"/>
                <a:gd name="connsiteY25" fmla="*/ 20854 h 56444"/>
                <a:gd name="connsiteX26" fmla="*/ 5129 w 77347"/>
                <a:gd name="connsiteY26" fmla="*/ 17099 h 56444"/>
                <a:gd name="connsiteX27" fmla="*/ 14370 w 77347"/>
                <a:gd name="connsiteY27" fmla="*/ 3583 h 56444"/>
                <a:gd name="connsiteX28" fmla="*/ 18548 w 77347"/>
                <a:gd name="connsiteY28" fmla="*/ 9715 h 56444"/>
                <a:gd name="connsiteX29" fmla="*/ 16522 w 77347"/>
                <a:gd name="connsiteY29" fmla="*/ 20103 h 56444"/>
                <a:gd name="connsiteX30" fmla="*/ 13737 w 77347"/>
                <a:gd name="connsiteY30" fmla="*/ 31367 h 56444"/>
                <a:gd name="connsiteX31" fmla="*/ 9686 w 77347"/>
                <a:gd name="connsiteY31" fmla="*/ 47387 h 5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6444">
                  <a:moveTo>
                    <a:pt x="9686" y="47387"/>
                  </a:moveTo>
                  <a:cubicBezTo>
                    <a:pt x="9180" y="49014"/>
                    <a:pt x="8420" y="52143"/>
                    <a:pt x="8420" y="52518"/>
                  </a:cubicBezTo>
                  <a:cubicBezTo>
                    <a:pt x="8420" y="55271"/>
                    <a:pt x="10699" y="56523"/>
                    <a:pt x="12725" y="56523"/>
                  </a:cubicBezTo>
                  <a:cubicBezTo>
                    <a:pt x="15003" y="56523"/>
                    <a:pt x="17029" y="54896"/>
                    <a:pt x="17662" y="53770"/>
                  </a:cubicBezTo>
                  <a:cubicBezTo>
                    <a:pt x="18295" y="52643"/>
                    <a:pt x="19307" y="48638"/>
                    <a:pt x="19940" y="46010"/>
                  </a:cubicBezTo>
                  <a:cubicBezTo>
                    <a:pt x="20573" y="43632"/>
                    <a:pt x="21966" y="37875"/>
                    <a:pt x="22725" y="34746"/>
                  </a:cubicBezTo>
                  <a:cubicBezTo>
                    <a:pt x="23485" y="31993"/>
                    <a:pt x="24244" y="29239"/>
                    <a:pt x="24877" y="26361"/>
                  </a:cubicBezTo>
                  <a:cubicBezTo>
                    <a:pt x="26270" y="21229"/>
                    <a:pt x="26523" y="20228"/>
                    <a:pt x="30194" y="15097"/>
                  </a:cubicBezTo>
                  <a:cubicBezTo>
                    <a:pt x="33739" y="10091"/>
                    <a:pt x="39689" y="3583"/>
                    <a:pt x="49183" y="3583"/>
                  </a:cubicBezTo>
                  <a:cubicBezTo>
                    <a:pt x="56525" y="3583"/>
                    <a:pt x="56652" y="9966"/>
                    <a:pt x="56652" y="12344"/>
                  </a:cubicBezTo>
                  <a:cubicBezTo>
                    <a:pt x="56652" y="19853"/>
                    <a:pt x="51209" y="33745"/>
                    <a:pt x="49183" y="39001"/>
                  </a:cubicBezTo>
                  <a:cubicBezTo>
                    <a:pt x="47791" y="42506"/>
                    <a:pt x="47284" y="43632"/>
                    <a:pt x="47284" y="45760"/>
                  </a:cubicBezTo>
                  <a:cubicBezTo>
                    <a:pt x="47284" y="52393"/>
                    <a:pt x="52854" y="56523"/>
                    <a:pt x="59310" y="56523"/>
                  </a:cubicBezTo>
                  <a:cubicBezTo>
                    <a:pt x="71970" y="56523"/>
                    <a:pt x="77540" y="39252"/>
                    <a:pt x="77540" y="37374"/>
                  </a:cubicBezTo>
                  <a:cubicBezTo>
                    <a:pt x="77540" y="35747"/>
                    <a:pt x="75894" y="35747"/>
                    <a:pt x="75514" y="35747"/>
                  </a:cubicBezTo>
                  <a:cubicBezTo>
                    <a:pt x="73742" y="35747"/>
                    <a:pt x="73615" y="36498"/>
                    <a:pt x="73109" y="37875"/>
                  </a:cubicBezTo>
                  <a:cubicBezTo>
                    <a:pt x="70197" y="47887"/>
                    <a:pt x="64754" y="53019"/>
                    <a:pt x="59690" y="53019"/>
                  </a:cubicBezTo>
                  <a:cubicBezTo>
                    <a:pt x="57032" y="53019"/>
                    <a:pt x="56525" y="51267"/>
                    <a:pt x="56525" y="48638"/>
                  </a:cubicBezTo>
                  <a:cubicBezTo>
                    <a:pt x="56525" y="45760"/>
                    <a:pt x="57158" y="44133"/>
                    <a:pt x="59437" y="38501"/>
                  </a:cubicBezTo>
                  <a:cubicBezTo>
                    <a:pt x="60956" y="34621"/>
                    <a:pt x="66146" y="21355"/>
                    <a:pt x="66146" y="14346"/>
                  </a:cubicBezTo>
                  <a:cubicBezTo>
                    <a:pt x="66146" y="2206"/>
                    <a:pt x="56399" y="78"/>
                    <a:pt x="49689" y="78"/>
                  </a:cubicBezTo>
                  <a:cubicBezTo>
                    <a:pt x="39182" y="78"/>
                    <a:pt x="32093" y="6461"/>
                    <a:pt x="28295" y="11467"/>
                  </a:cubicBezTo>
                  <a:cubicBezTo>
                    <a:pt x="27409" y="2832"/>
                    <a:pt x="19940" y="78"/>
                    <a:pt x="14750" y="78"/>
                  </a:cubicBezTo>
                  <a:cubicBezTo>
                    <a:pt x="9307" y="78"/>
                    <a:pt x="6395" y="3958"/>
                    <a:pt x="4749" y="6837"/>
                  </a:cubicBezTo>
                  <a:cubicBezTo>
                    <a:pt x="1964" y="11467"/>
                    <a:pt x="192" y="18601"/>
                    <a:pt x="192" y="19227"/>
                  </a:cubicBezTo>
                  <a:cubicBezTo>
                    <a:pt x="192" y="20854"/>
                    <a:pt x="1964" y="20854"/>
                    <a:pt x="2344" y="20854"/>
                  </a:cubicBezTo>
                  <a:cubicBezTo>
                    <a:pt x="4116" y="20854"/>
                    <a:pt x="4243" y="20479"/>
                    <a:pt x="5129" y="17099"/>
                  </a:cubicBezTo>
                  <a:cubicBezTo>
                    <a:pt x="7028" y="9715"/>
                    <a:pt x="9433" y="3583"/>
                    <a:pt x="14370" y="3583"/>
                  </a:cubicBezTo>
                  <a:cubicBezTo>
                    <a:pt x="17662" y="3583"/>
                    <a:pt x="18548" y="6336"/>
                    <a:pt x="18548" y="9715"/>
                  </a:cubicBezTo>
                  <a:cubicBezTo>
                    <a:pt x="18548" y="12093"/>
                    <a:pt x="17408" y="16724"/>
                    <a:pt x="16522" y="20103"/>
                  </a:cubicBezTo>
                  <a:cubicBezTo>
                    <a:pt x="15636" y="23482"/>
                    <a:pt x="14370" y="28614"/>
                    <a:pt x="13737" y="31367"/>
                  </a:cubicBezTo>
                  <a:lnTo>
                    <a:pt x="9686" y="4738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3" name="Freeform: Shape 412">
              <a:extLst>
                <a:ext uri="{FF2B5EF4-FFF2-40B4-BE49-F238E27FC236}">
                  <a16:creationId xmlns:a16="http://schemas.microsoft.com/office/drawing/2014/main" id="{46B42163-4A56-309A-56EA-927B3B038A55}"/>
                </a:ext>
              </a:extLst>
            </p:cNvPr>
            <p:cNvSpPr/>
            <p:nvPr>
              <p:custDataLst>
                <p:tags r:id="rId136"/>
              </p:custDataLst>
            </p:nvPr>
          </p:nvSpPr>
          <p:spPr>
            <a:xfrm>
              <a:off x="4980203" y="6118131"/>
              <a:ext cx="110497" cy="138206"/>
            </a:xfrm>
            <a:custGeom>
              <a:avLst/>
              <a:gdLst>
                <a:gd name="connsiteX0" fmla="*/ 107261 w 110497"/>
                <a:gd name="connsiteY0" fmla="*/ 7586 h 138206"/>
                <a:gd name="connsiteX1" fmla="*/ 110697 w 110497"/>
                <a:gd name="connsiteY1" fmla="*/ 3653 h 138206"/>
                <a:gd name="connsiteX2" fmla="*/ 107080 w 110497"/>
                <a:gd name="connsiteY2" fmla="*/ 77 h 138206"/>
                <a:gd name="connsiteX3" fmla="*/ 103825 w 110497"/>
                <a:gd name="connsiteY3" fmla="*/ 1150 h 138206"/>
                <a:gd name="connsiteX4" fmla="*/ 3817 w 110497"/>
                <a:gd name="connsiteY4" fmla="*/ 47814 h 138206"/>
                <a:gd name="connsiteX5" fmla="*/ 200 w 110497"/>
                <a:gd name="connsiteY5" fmla="*/ 51927 h 138206"/>
                <a:gd name="connsiteX6" fmla="*/ 3817 w 110497"/>
                <a:gd name="connsiteY6" fmla="*/ 55860 h 138206"/>
                <a:gd name="connsiteX7" fmla="*/ 103825 w 110497"/>
                <a:gd name="connsiteY7" fmla="*/ 102346 h 138206"/>
                <a:gd name="connsiteX8" fmla="*/ 107080 w 110497"/>
                <a:gd name="connsiteY8" fmla="*/ 103597 h 138206"/>
                <a:gd name="connsiteX9" fmla="*/ 110697 w 110497"/>
                <a:gd name="connsiteY9" fmla="*/ 100022 h 138206"/>
                <a:gd name="connsiteX10" fmla="*/ 106899 w 110497"/>
                <a:gd name="connsiteY10" fmla="*/ 95909 h 138206"/>
                <a:gd name="connsiteX11" fmla="*/ 12317 w 110497"/>
                <a:gd name="connsiteY11" fmla="*/ 51927 h 138206"/>
                <a:gd name="connsiteX12" fmla="*/ 107261 w 110497"/>
                <a:gd name="connsiteY12" fmla="*/ 7586 h 138206"/>
                <a:gd name="connsiteX13" fmla="*/ 104367 w 110497"/>
                <a:gd name="connsiteY13" fmla="*/ 138283 h 138206"/>
                <a:gd name="connsiteX14" fmla="*/ 110697 w 110497"/>
                <a:gd name="connsiteY14" fmla="*/ 134707 h 138206"/>
                <a:gd name="connsiteX15" fmla="*/ 104187 w 110497"/>
                <a:gd name="connsiteY15" fmla="*/ 131131 h 138206"/>
                <a:gd name="connsiteX16" fmla="*/ 6711 w 110497"/>
                <a:gd name="connsiteY16" fmla="*/ 131131 h 138206"/>
                <a:gd name="connsiteX17" fmla="*/ 200 w 110497"/>
                <a:gd name="connsiteY17" fmla="*/ 134707 h 138206"/>
                <a:gd name="connsiteX18" fmla="*/ 6530 w 110497"/>
                <a:gd name="connsiteY18" fmla="*/ 138283 h 138206"/>
                <a:gd name="connsiteX19" fmla="*/ 104367 w 110497"/>
                <a:gd name="connsiteY19" fmla="*/ 138283 h 13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97" h="138206">
                  <a:moveTo>
                    <a:pt x="107261" y="7586"/>
                  </a:moveTo>
                  <a:cubicBezTo>
                    <a:pt x="109250" y="6692"/>
                    <a:pt x="110697" y="5798"/>
                    <a:pt x="110697" y="3653"/>
                  </a:cubicBezTo>
                  <a:cubicBezTo>
                    <a:pt x="110697" y="1686"/>
                    <a:pt x="109250" y="77"/>
                    <a:pt x="107080" y="77"/>
                  </a:cubicBezTo>
                  <a:cubicBezTo>
                    <a:pt x="106176" y="77"/>
                    <a:pt x="104548" y="792"/>
                    <a:pt x="103825" y="1150"/>
                  </a:cubicBezTo>
                  <a:lnTo>
                    <a:pt x="3817" y="47814"/>
                  </a:lnTo>
                  <a:cubicBezTo>
                    <a:pt x="743" y="49245"/>
                    <a:pt x="200" y="50496"/>
                    <a:pt x="200" y="51927"/>
                  </a:cubicBezTo>
                  <a:cubicBezTo>
                    <a:pt x="200" y="53536"/>
                    <a:pt x="1285" y="54787"/>
                    <a:pt x="3817" y="55860"/>
                  </a:cubicBezTo>
                  <a:lnTo>
                    <a:pt x="103825" y="102346"/>
                  </a:lnTo>
                  <a:cubicBezTo>
                    <a:pt x="106176" y="103597"/>
                    <a:pt x="106538" y="103597"/>
                    <a:pt x="107080" y="103597"/>
                  </a:cubicBezTo>
                  <a:cubicBezTo>
                    <a:pt x="109069" y="103597"/>
                    <a:pt x="110697" y="101988"/>
                    <a:pt x="110697" y="100022"/>
                  </a:cubicBezTo>
                  <a:cubicBezTo>
                    <a:pt x="110697" y="98412"/>
                    <a:pt x="109974" y="97340"/>
                    <a:pt x="106899" y="95909"/>
                  </a:cubicBezTo>
                  <a:lnTo>
                    <a:pt x="12317" y="51927"/>
                  </a:lnTo>
                  <a:lnTo>
                    <a:pt x="107261" y="7586"/>
                  </a:lnTo>
                  <a:close/>
                  <a:moveTo>
                    <a:pt x="104367" y="138283"/>
                  </a:moveTo>
                  <a:cubicBezTo>
                    <a:pt x="107442" y="138283"/>
                    <a:pt x="110697" y="138283"/>
                    <a:pt x="110697" y="134707"/>
                  </a:cubicBezTo>
                  <a:cubicBezTo>
                    <a:pt x="110697" y="131131"/>
                    <a:pt x="106899" y="131131"/>
                    <a:pt x="104187" y="131131"/>
                  </a:cubicBezTo>
                  <a:lnTo>
                    <a:pt x="6711" y="131131"/>
                  </a:lnTo>
                  <a:cubicBezTo>
                    <a:pt x="3998" y="131131"/>
                    <a:pt x="200" y="131131"/>
                    <a:pt x="200" y="134707"/>
                  </a:cubicBezTo>
                  <a:cubicBezTo>
                    <a:pt x="200" y="138283"/>
                    <a:pt x="3455" y="138283"/>
                    <a:pt x="6530" y="138283"/>
                  </a:cubicBezTo>
                  <a:lnTo>
                    <a:pt x="104367" y="13828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4" name="Freeform: Shape 413">
              <a:extLst>
                <a:ext uri="{FF2B5EF4-FFF2-40B4-BE49-F238E27FC236}">
                  <a16:creationId xmlns:a16="http://schemas.microsoft.com/office/drawing/2014/main" id="{2A2C8C5E-BDE7-9E2C-40EF-204729043494}"/>
                </a:ext>
              </a:extLst>
            </p:cNvPr>
            <p:cNvSpPr/>
            <p:nvPr>
              <p:custDataLst>
                <p:tags r:id="rId137"/>
              </p:custDataLst>
            </p:nvPr>
          </p:nvSpPr>
          <p:spPr>
            <a:xfrm>
              <a:off x="5153735" y="6113661"/>
              <a:ext cx="74146" cy="154833"/>
            </a:xfrm>
            <a:custGeom>
              <a:avLst/>
              <a:gdLst>
                <a:gd name="connsiteX0" fmla="*/ 74358 w 74146"/>
                <a:gd name="connsiteY0" fmla="*/ 6513 h 154833"/>
                <a:gd name="connsiteX1" fmla="*/ 67485 w 74146"/>
                <a:gd name="connsiteY1" fmla="*/ 77 h 154833"/>
                <a:gd name="connsiteX2" fmla="*/ 57901 w 74146"/>
                <a:gd name="connsiteY2" fmla="*/ 9553 h 154833"/>
                <a:gd name="connsiteX3" fmla="*/ 64592 w 74146"/>
                <a:gd name="connsiteY3" fmla="*/ 15989 h 154833"/>
                <a:gd name="connsiteX4" fmla="*/ 74358 w 74146"/>
                <a:gd name="connsiteY4" fmla="*/ 6513 h 154833"/>
                <a:gd name="connsiteX5" fmla="*/ 38007 w 74146"/>
                <a:gd name="connsiteY5" fmla="*/ 127198 h 154833"/>
                <a:gd name="connsiteX6" fmla="*/ 15763 w 74146"/>
                <a:gd name="connsiteY6" fmla="*/ 150977 h 154833"/>
                <a:gd name="connsiteX7" fmla="*/ 8710 w 74146"/>
                <a:gd name="connsiteY7" fmla="*/ 149368 h 154833"/>
                <a:gd name="connsiteX8" fmla="*/ 16848 w 74146"/>
                <a:gd name="connsiteY8" fmla="*/ 139892 h 154833"/>
                <a:gd name="connsiteX9" fmla="*/ 9976 w 74146"/>
                <a:gd name="connsiteY9" fmla="*/ 133634 h 154833"/>
                <a:gd name="connsiteX10" fmla="*/ 211 w 74146"/>
                <a:gd name="connsiteY10" fmla="*/ 143826 h 154833"/>
                <a:gd name="connsiteX11" fmla="*/ 16125 w 74146"/>
                <a:gd name="connsiteY11" fmla="*/ 154911 h 154833"/>
                <a:gd name="connsiteX12" fmla="*/ 50124 w 74146"/>
                <a:gd name="connsiteY12" fmla="*/ 127734 h 154833"/>
                <a:gd name="connsiteX13" fmla="*/ 66762 w 74146"/>
                <a:gd name="connsiteY13" fmla="*/ 62296 h 154833"/>
                <a:gd name="connsiteX14" fmla="*/ 67666 w 74146"/>
                <a:gd name="connsiteY14" fmla="*/ 55681 h 154833"/>
                <a:gd name="connsiteX15" fmla="*/ 51028 w 74146"/>
                <a:gd name="connsiteY15" fmla="*/ 39232 h 154833"/>
                <a:gd name="connsiteX16" fmla="*/ 22274 w 74146"/>
                <a:gd name="connsiteY16" fmla="*/ 66766 h 154833"/>
                <a:gd name="connsiteX17" fmla="*/ 24444 w 74146"/>
                <a:gd name="connsiteY17" fmla="*/ 68554 h 154833"/>
                <a:gd name="connsiteX18" fmla="*/ 27699 w 74146"/>
                <a:gd name="connsiteY18" fmla="*/ 64978 h 154833"/>
                <a:gd name="connsiteX19" fmla="*/ 50486 w 74146"/>
                <a:gd name="connsiteY19" fmla="*/ 43166 h 154833"/>
                <a:gd name="connsiteX20" fmla="*/ 56273 w 74146"/>
                <a:gd name="connsiteY20" fmla="*/ 51390 h 154833"/>
                <a:gd name="connsiteX21" fmla="*/ 55007 w 74146"/>
                <a:gd name="connsiteY21" fmla="*/ 60509 h 154833"/>
                <a:gd name="connsiteX22" fmla="*/ 38007 w 74146"/>
                <a:gd name="connsiteY22" fmla="*/ 127198 h 15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4833">
                  <a:moveTo>
                    <a:pt x="74358" y="6513"/>
                  </a:moveTo>
                  <a:cubicBezTo>
                    <a:pt x="74358" y="3116"/>
                    <a:pt x="71826" y="77"/>
                    <a:pt x="67485" y="77"/>
                  </a:cubicBezTo>
                  <a:cubicBezTo>
                    <a:pt x="63326" y="77"/>
                    <a:pt x="57901" y="4189"/>
                    <a:pt x="57901" y="9553"/>
                  </a:cubicBezTo>
                  <a:cubicBezTo>
                    <a:pt x="57901" y="13129"/>
                    <a:pt x="60432" y="15989"/>
                    <a:pt x="64592" y="15989"/>
                  </a:cubicBezTo>
                  <a:cubicBezTo>
                    <a:pt x="69475" y="15989"/>
                    <a:pt x="74358" y="11341"/>
                    <a:pt x="74358" y="6513"/>
                  </a:cubicBezTo>
                  <a:close/>
                  <a:moveTo>
                    <a:pt x="38007" y="127198"/>
                  </a:moveTo>
                  <a:cubicBezTo>
                    <a:pt x="34571" y="140786"/>
                    <a:pt x="25891" y="150977"/>
                    <a:pt x="15763" y="150977"/>
                  </a:cubicBezTo>
                  <a:cubicBezTo>
                    <a:pt x="14678" y="150977"/>
                    <a:pt x="11966" y="150977"/>
                    <a:pt x="8710" y="149368"/>
                  </a:cubicBezTo>
                  <a:cubicBezTo>
                    <a:pt x="14136" y="148117"/>
                    <a:pt x="16848" y="143468"/>
                    <a:pt x="16848" y="139892"/>
                  </a:cubicBezTo>
                  <a:cubicBezTo>
                    <a:pt x="16848" y="137031"/>
                    <a:pt x="14859" y="133634"/>
                    <a:pt x="9976" y="133634"/>
                  </a:cubicBezTo>
                  <a:cubicBezTo>
                    <a:pt x="5455" y="133634"/>
                    <a:pt x="211" y="137389"/>
                    <a:pt x="211" y="143826"/>
                  </a:cubicBezTo>
                  <a:cubicBezTo>
                    <a:pt x="211" y="150977"/>
                    <a:pt x="7444" y="154911"/>
                    <a:pt x="16125" y="154911"/>
                  </a:cubicBezTo>
                  <a:cubicBezTo>
                    <a:pt x="28784" y="154911"/>
                    <a:pt x="45603" y="145435"/>
                    <a:pt x="50124" y="127734"/>
                  </a:cubicBezTo>
                  <a:lnTo>
                    <a:pt x="66762" y="62296"/>
                  </a:lnTo>
                  <a:cubicBezTo>
                    <a:pt x="67666" y="58721"/>
                    <a:pt x="67666" y="56218"/>
                    <a:pt x="67666" y="55681"/>
                  </a:cubicBezTo>
                  <a:cubicBezTo>
                    <a:pt x="67666" y="45490"/>
                    <a:pt x="60071" y="39232"/>
                    <a:pt x="51028" y="39232"/>
                  </a:cubicBezTo>
                  <a:cubicBezTo>
                    <a:pt x="32582" y="39232"/>
                    <a:pt x="22274" y="65157"/>
                    <a:pt x="22274" y="66766"/>
                  </a:cubicBezTo>
                  <a:cubicBezTo>
                    <a:pt x="22274" y="68554"/>
                    <a:pt x="24082" y="68554"/>
                    <a:pt x="24444" y="68554"/>
                  </a:cubicBezTo>
                  <a:cubicBezTo>
                    <a:pt x="26072" y="68554"/>
                    <a:pt x="26252" y="68375"/>
                    <a:pt x="27699" y="64978"/>
                  </a:cubicBezTo>
                  <a:cubicBezTo>
                    <a:pt x="32220" y="54072"/>
                    <a:pt x="40539" y="43166"/>
                    <a:pt x="50486" y="43166"/>
                  </a:cubicBezTo>
                  <a:cubicBezTo>
                    <a:pt x="53018" y="43166"/>
                    <a:pt x="56273" y="43881"/>
                    <a:pt x="56273" y="51390"/>
                  </a:cubicBezTo>
                  <a:cubicBezTo>
                    <a:pt x="56273" y="55502"/>
                    <a:pt x="55730" y="57469"/>
                    <a:pt x="55007" y="60509"/>
                  </a:cubicBezTo>
                  <a:lnTo>
                    <a:pt x="38007" y="1271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5" name="Freeform: Shape 414">
              <a:extLst>
                <a:ext uri="{FF2B5EF4-FFF2-40B4-BE49-F238E27FC236}">
                  <a16:creationId xmlns:a16="http://schemas.microsoft.com/office/drawing/2014/main" id="{5AB0849F-A416-11DD-8745-3DCF873C361A}"/>
                </a:ext>
              </a:extLst>
            </p:cNvPr>
            <p:cNvSpPr/>
            <p:nvPr>
              <p:custDataLst>
                <p:tags r:id="rId138"/>
              </p:custDataLst>
            </p:nvPr>
          </p:nvSpPr>
          <p:spPr>
            <a:xfrm>
              <a:off x="5251220" y="6097749"/>
              <a:ext cx="41956" cy="178791"/>
            </a:xfrm>
            <a:custGeom>
              <a:avLst/>
              <a:gdLst>
                <a:gd name="connsiteX0" fmla="*/ 42172 w 41956"/>
                <a:gd name="connsiteY0" fmla="*/ 89473 h 178791"/>
                <a:gd name="connsiteX1" fmla="*/ 30236 w 41956"/>
                <a:gd name="connsiteY1" fmla="*/ 33690 h 178791"/>
                <a:gd name="connsiteX2" fmla="*/ 2024 w 41956"/>
                <a:gd name="connsiteY2" fmla="*/ 77 h 178791"/>
                <a:gd name="connsiteX3" fmla="*/ 215 w 41956"/>
                <a:gd name="connsiteY3" fmla="*/ 1865 h 178791"/>
                <a:gd name="connsiteX4" fmla="*/ 3651 w 41956"/>
                <a:gd name="connsiteY4" fmla="*/ 5977 h 178791"/>
                <a:gd name="connsiteX5" fmla="*/ 31683 w 41956"/>
                <a:gd name="connsiteY5" fmla="*/ 89473 h 178791"/>
                <a:gd name="connsiteX6" fmla="*/ 2566 w 41956"/>
                <a:gd name="connsiteY6" fmla="*/ 174041 h 178791"/>
                <a:gd name="connsiteX7" fmla="*/ 215 w 41956"/>
                <a:gd name="connsiteY7" fmla="*/ 177081 h 178791"/>
                <a:gd name="connsiteX8" fmla="*/ 2024 w 41956"/>
                <a:gd name="connsiteY8" fmla="*/ 178869 h 178791"/>
                <a:gd name="connsiteX9" fmla="*/ 30778 w 41956"/>
                <a:gd name="connsiteY9" fmla="*/ 144004 h 178791"/>
                <a:gd name="connsiteX10" fmla="*/ 42172 w 41956"/>
                <a:gd name="connsiteY10" fmla="*/ 89473 h 17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78791">
                  <a:moveTo>
                    <a:pt x="42172" y="89473"/>
                  </a:moveTo>
                  <a:cubicBezTo>
                    <a:pt x="42172" y="75527"/>
                    <a:pt x="40182" y="53893"/>
                    <a:pt x="30236" y="33690"/>
                  </a:cubicBezTo>
                  <a:cubicBezTo>
                    <a:pt x="19385" y="11698"/>
                    <a:pt x="3832" y="77"/>
                    <a:pt x="2024" y="77"/>
                  </a:cubicBezTo>
                  <a:cubicBezTo>
                    <a:pt x="939" y="77"/>
                    <a:pt x="215" y="792"/>
                    <a:pt x="215" y="1865"/>
                  </a:cubicBezTo>
                  <a:cubicBezTo>
                    <a:pt x="215" y="2401"/>
                    <a:pt x="215" y="2759"/>
                    <a:pt x="3651" y="5977"/>
                  </a:cubicBezTo>
                  <a:cubicBezTo>
                    <a:pt x="21374" y="23677"/>
                    <a:pt x="31683" y="52105"/>
                    <a:pt x="31683" y="89473"/>
                  </a:cubicBezTo>
                  <a:cubicBezTo>
                    <a:pt x="31683" y="120046"/>
                    <a:pt x="24991" y="151514"/>
                    <a:pt x="2566" y="174041"/>
                  </a:cubicBezTo>
                  <a:cubicBezTo>
                    <a:pt x="215" y="176187"/>
                    <a:pt x="215" y="176544"/>
                    <a:pt x="215" y="177081"/>
                  </a:cubicBezTo>
                  <a:cubicBezTo>
                    <a:pt x="215" y="178154"/>
                    <a:pt x="939" y="178869"/>
                    <a:pt x="2024" y="178869"/>
                  </a:cubicBezTo>
                  <a:cubicBezTo>
                    <a:pt x="3832" y="178869"/>
                    <a:pt x="20108" y="166711"/>
                    <a:pt x="30778" y="144004"/>
                  </a:cubicBezTo>
                  <a:cubicBezTo>
                    <a:pt x="40001" y="124337"/>
                    <a:pt x="42172" y="104491"/>
                    <a:pt x="42172" y="8947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6" name="Freeform: Shape 415">
              <a:extLst>
                <a:ext uri="{FF2B5EF4-FFF2-40B4-BE49-F238E27FC236}">
                  <a16:creationId xmlns:a16="http://schemas.microsoft.com/office/drawing/2014/main" id="{6837DA5E-A1DF-CDA1-8D92-01CFDDF6521A}"/>
                </a:ext>
              </a:extLst>
            </p:cNvPr>
            <p:cNvSpPr/>
            <p:nvPr>
              <p:custDataLst>
                <p:tags r:id="rId139"/>
              </p:custDataLst>
            </p:nvPr>
          </p:nvSpPr>
          <p:spPr>
            <a:xfrm>
              <a:off x="5371602" y="6166226"/>
              <a:ext cx="120262" cy="41837"/>
            </a:xfrm>
            <a:custGeom>
              <a:avLst/>
              <a:gdLst>
                <a:gd name="connsiteX0" fmla="*/ 114336 w 120262"/>
                <a:gd name="connsiteY0" fmla="*/ 7229 h 41837"/>
                <a:gd name="connsiteX1" fmla="*/ 120485 w 120262"/>
                <a:gd name="connsiteY1" fmla="*/ 3653 h 41837"/>
                <a:gd name="connsiteX2" fmla="*/ 114517 w 120262"/>
                <a:gd name="connsiteY2" fmla="*/ 77 h 41837"/>
                <a:gd name="connsiteX3" fmla="*/ 6190 w 120262"/>
                <a:gd name="connsiteY3" fmla="*/ 77 h 41837"/>
                <a:gd name="connsiteX4" fmla="*/ 222 w 120262"/>
                <a:gd name="connsiteY4" fmla="*/ 3653 h 41837"/>
                <a:gd name="connsiteX5" fmla="*/ 6371 w 120262"/>
                <a:gd name="connsiteY5" fmla="*/ 7229 h 41837"/>
                <a:gd name="connsiteX6" fmla="*/ 114336 w 120262"/>
                <a:gd name="connsiteY6" fmla="*/ 7229 h 41837"/>
                <a:gd name="connsiteX7" fmla="*/ 114517 w 120262"/>
                <a:gd name="connsiteY7" fmla="*/ 41914 h 41837"/>
                <a:gd name="connsiteX8" fmla="*/ 120485 w 120262"/>
                <a:gd name="connsiteY8" fmla="*/ 38338 h 41837"/>
                <a:gd name="connsiteX9" fmla="*/ 114336 w 120262"/>
                <a:gd name="connsiteY9" fmla="*/ 34763 h 41837"/>
                <a:gd name="connsiteX10" fmla="*/ 6371 w 120262"/>
                <a:gd name="connsiteY10" fmla="*/ 34763 h 41837"/>
                <a:gd name="connsiteX11" fmla="*/ 222 w 120262"/>
                <a:gd name="connsiteY11" fmla="*/ 38338 h 41837"/>
                <a:gd name="connsiteX12" fmla="*/ 6190 w 120262"/>
                <a:gd name="connsiteY12" fmla="*/ 41914 h 41837"/>
                <a:gd name="connsiteX13" fmla="*/ 114517 w 120262"/>
                <a:gd name="connsiteY13" fmla="*/ 41914 h 41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62" h="41837">
                  <a:moveTo>
                    <a:pt x="114336" y="7229"/>
                  </a:moveTo>
                  <a:cubicBezTo>
                    <a:pt x="117049" y="7229"/>
                    <a:pt x="120485" y="7229"/>
                    <a:pt x="120485" y="3653"/>
                  </a:cubicBezTo>
                  <a:cubicBezTo>
                    <a:pt x="120485" y="77"/>
                    <a:pt x="117049" y="77"/>
                    <a:pt x="114517" y="77"/>
                  </a:cubicBezTo>
                  <a:lnTo>
                    <a:pt x="6190" y="77"/>
                  </a:lnTo>
                  <a:cubicBezTo>
                    <a:pt x="3658" y="77"/>
                    <a:pt x="222" y="77"/>
                    <a:pt x="222" y="3653"/>
                  </a:cubicBezTo>
                  <a:cubicBezTo>
                    <a:pt x="222" y="7229"/>
                    <a:pt x="3658" y="7229"/>
                    <a:pt x="6371" y="7229"/>
                  </a:cubicBezTo>
                  <a:lnTo>
                    <a:pt x="114336" y="7229"/>
                  </a:lnTo>
                  <a:close/>
                  <a:moveTo>
                    <a:pt x="114517" y="41914"/>
                  </a:moveTo>
                  <a:cubicBezTo>
                    <a:pt x="117049" y="41914"/>
                    <a:pt x="120485" y="41914"/>
                    <a:pt x="120485" y="38338"/>
                  </a:cubicBezTo>
                  <a:cubicBezTo>
                    <a:pt x="120485" y="34763"/>
                    <a:pt x="117049" y="34763"/>
                    <a:pt x="114336" y="34763"/>
                  </a:cubicBezTo>
                  <a:lnTo>
                    <a:pt x="6371" y="34763"/>
                  </a:lnTo>
                  <a:cubicBezTo>
                    <a:pt x="3658" y="34763"/>
                    <a:pt x="222" y="34763"/>
                    <a:pt x="222" y="38338"/>
                  </a:cubicBezTo>
                  <a:cubicBezTo>
                    <a:pt x="222" y="41914"/>
                    <a:pt x="3658" y="41914"/>
                    <a:pt x="6190" y="41914"/>
                  </a:cubicBezTo>
                  <a:lnTo>
                    <a:pt x="114517" y="419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7" name="Freeform: Shape 416">
              <a:extLst>
                <a:ext uri="{FF2B5EF4-FFF2-40B4-BE49-F238E27FC236}">
                  <a16:creationId xmlns:a16="http://schemas.microsoft.com/office/drawing/2014/main" id="{7B9797C2-B38B-0556-782A-31ECE5AA92F8}"/>
                </a:ext>
              </a:extLst>
            </p:cNvPr>
            <p:cNvSpPr/>
            <p:nvPr>
              <p:custDataLst>
                <p:tags r:id="rId140"/>
              </p:custDataLst>
            </p:nvPr>
          </p:nvSpPr>
          <p:spPr>
            <a:xfrm>
              <a:off x="6071423" y="5991813"/>
              <a:ext cx="59679" cy="119075"/>
            </a:xfrm>
            <a:custGeom>
              <a:avLst/>
              <a:gdLst>
                <a:gd name="connsiteX0" fmla="*/ 37334 w 59679"/>
                <a:gd name="connsiteY0" fmla="*/ 4719 h 119075"/>
                <a:gd name="connsiteX1" fmla="*/ 33174 w 59679"/>
                <a:gd name="connsiteY1" fmla="*/ 70 h 119075"/>
                <a:gd name="connsiteX2" fmla="*/ 260 w 59679"/>
                <a:gd name="connsiteY2" fmla="*/ 11513 h 119075"/>
                <a:gd name="connsiteX3" fmla="*/ 260 w 59679"/>
                <a:gd name="connsiteY3" fmla="*/ 17055 h 119075"/>
                <a:gd name="connsiteX4" fmla="*/ 23951 w 59679"/>
                <a:gd name="connsiteY4" fmla="*/ 12407 h 119075"/>
                <a:gd name="connsiteX5" fmla="*/ 23951 w 59679"/>
                <a:gd name="connsiteY5" fmla="*/ 105021 h 119075"/>
                <a:gd name="connsiteX6" fmla="*/ 7132 w 59679"/>
                <a:gd name="connsiteY6" fmla="*/ 113603 h 119075"/>
                <a:gd name="connsiteX7" fmla="*/ 1345 w 59679"/>
                <a:gd name="connsiteY7" fmla="*/ 113603 h 119075"/>
                <a:gd name="connsiteX8" fmla="*/ 1345 w 59679"/>
                <a:gd name="connsiteY8" fmla="*/ 119146 h 119075"/>
                <a:gd name="connsiteX9" fmla="*/ 30642 w 59679"/>
                <a:gd name="connsiteY9" fmla="*/ 118609 h 119075"/>
                <a:gd name="connsiteX10" fmla="*/ 59939 w 59679"/>
                <a:gd name="connsiteY10" fmla="*/ 119146 h 119075"/>
                <a:gd name="connsiteX11" fmla="*/ 59939 w 59679"/>
                <a:gd name="connsiteY11" fmla="*/ 113603 h 119075"/>
                <a:gd name="connsiteX12" fmla="*/ 54152 w 59679"/>
                <a:gd name="connsiteY12" fmla="*/ 113603 h 119075"/>
                <a:gd name="connsiteX13" fmla="*/ 37334 w 59679"/>
                <a:gd name="connsiteY13" fmla="*/ 105021 h 119075"/>
                <a:gd name="connsiteX14" fmla="*/ 37334 w 59679"/>
                <a:gd name="connsiteY14" fmla="*/ 4719 h 1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679" h="119075">
                  <a:moveTo>
                    <a:pt x="37334" y="4719"/>
                  </a:moveTo>
                  <a:cubicBezTo>
                    <a:pt x="37334" y="428"/>
                    <a:pt x="37334" y="70"/>
                    <a:pt x="33174" y="70"/>
                  </a:cubicBezTo>
                  <a:cubicBezTo>
                    <a:pt x="21962" y="11513"/>
                    <a:pt x="6047" y="11513"/>
                    <a:pt x="260" y="11513"/>
                  </a:cubicBezTo>
                  <a:lnTo>
                    <a:pt x="260" y="17055"/>
                  </a:lnTo>
                  <a:cubicBezTo>
                    <a:pt x="3877" y="17055"/>
                    <a:pt x="14547" y="17055"/>
                    <a:pt x="23951" y="12407"/>
                  </a:cubicBezTo>
                  <a:lnTo>
                    <a:pt x="23951" y="105021"/>
                  </a:lnTo>
                  <a:cubicBezTo>
                    <a:pt x="23951" y="111457"/>
                    <a:pt x="23408" y="113603"/>
                    <a:pt x="7132" y="113603"/>
                  </a:cubicBezTo>
                  <a:lnTo>
                    <a:pt x="1345" y="113603"/>
                  </a:lnTo>
                  <a:lnTo>
                    <a:pt x="1345" y="119146"/>
                  </a:lnTo>
                  <a:cubicBezTo>
                    <a:pt x="7675" y="118609"/>
                    <a:pt x="23408" y="118609"/>
                    <a:pt x="30642" y="118609"/>
                  </a:cubicBezTo>
                  <a:cubicBezTo>
                    <a:pt x="37876" y="118609"/>
                    <a:pt x="53610" y="118609"/>
                    <a:pt x="59939" y="119146"/>
                  </a:cubicBezTo>
                  <a:lnTo>
                    <a:pt x="59939" y="113603"/>
                  </a:lnTo>
                  <a:lnTo>
                    <a:pt x="54152" y="113603"/>
                  </a:lnTo>
                  <a:cubicBezTo>
                    <a:pt x="37876" y="113603"/>
                    <a:pt x="37334" y="111636"/>
                    <a:pt x="37334" y="105021"/>
                  </a:cubicBezTo>
                  <a:lnTo>
                    <a:pt x="37334" y="471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8" name="Freeform: Shape 417">
              <a:extLst>
                <a:ext uri="{FF2B5EF4-FFF2-40B4-BE49-F238E27FC236}">
                  <a16:creationId xmlns:a16="http://schemas.microsoft.com/office/drawing/2014/main" id="{F5C30ADC-90FE-525A-34B2-C8230047FC9F}"/>
                </a:ext>
              </a:extLst>
            </p:cNvPr>
            <p:cNvSpPr/>
            <p:nvPr>
              <p:custDataLst>
                <p:tags r:id="rId141"/>
              </p:custDataLst>
            </p:nvPr>
          </p:nvSpPr>
          <p:spPr>
            <a:xfrm>
              <a:off x="5574069" y="6183569"/>
              <a:ext cx="1052941" cy="7151"/>
            </a:xfrm>
            <a:custGeom>
              <a:avLst/>
              <a:gdLst>
                <a:gd name="connsiteX0" fmla="*/ 0 w 1052941"/>
                <a:gd name="connsiteY0" fmla="*/ 0 h 7151"/>
                <a:gd name="connsiteX1" fmla="*/ 1052942 w 1052941"/>
                <a:gd name="connsiteY1" fmla="*/ 0 h 7151"/>
                <a:gd name="connsiteX2" fmla="*/ 1052942 w 1052941"/>
                <a:gd name="connsiteY2" fmla="*/ 7151 h 7151"/>
                <a:gd name="connsiteX3" fmla="*/ 0 w 1052941"/>
                <a:gd name="connsiteY3" fmla="*/ 7151 h 7151"/>
              </a:gdLst>
              <a:ahLst/>
              <a:cxnLst>
                <a:cxn ang="0">
                  <a:pos x="connsiteX0" y="connsiteY0"/>
                </a:cxn>
                <a:cxn ang="0">
                  <a:pos x="connsiteX1" y="connsiteY1"/>
                </a:cxn>
                <a:cxn ang="0">
                  <a:pos x="connsiteX2" y="connsiteY2"/>
                </a:cxn>
                <a:cxn ang="0">
                  <a:pos x="connsiteX3" y="connsiteY3"/>
                </a:cxn>
              </a:cxnLst>
              <a:rect l="l" t="t" r="r" b="b"/>
              <a:pathLst>
                <a:path w="1052941" h="7151">
                  <a:moveTo>
                    <a:pt x="0" y="0"/>
                  </a:moveTo>
                  <a:lnTo>
                    <a:pt x="1052942" y="0"/>
                  </a:lnTo>
                  <a:lnTo>
                    <a:pt x="1052942" y="7151"/>
                  </a:lnTo>
                  <a:lnTo>
                    <a:pt x="0" y="715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19" name="Freeform: Shape 418">
              <a:extLst>
                <a:ext uri="{FF2B5EF4-FFF2-40B4-BE49-F238E27FC236}">
                  <a16:creationId xmlns:a16="http://schemas.microsoft.com/office/drawing/2014/main" id="{89DDC8A8-8733-02B2-45EB-98997EB9CC7F}"/>
                </a:ext>
              </a:extLst>
            </p:cNvPr>
            <p:cNvSpPr/>
            <p:nvPr>
              <p:custDataLst>
                <p:tags r:id="rId142"/>
              </p:custDataLst>
            </p:nvPr>
          </p:nvSpPr>
          <p:spPr>
            <a:xfrm>
              <a:off x="5590164" y="6252396"/>
              <a:ext cx="59679" cy="119075"/>
            </a:xfrm>
            <a:custGeom>
              <a:avLst/>
              <a:gdLst>
                <a:gd name="connsiteX0" fmla="*/ 37307 w 59679"/>
                <a:gd name="connsiteY0" fmla="*/ 4733 h 119075"/>
                <a:gd name="connsiteX1" fmla="*/ 33148 w 59679"/>
                <a:gd name="connsiteY1" fmla="*/ 85 h 119075"/>
                <a:gd name="connsiteX2" fmla="*/ 234 w 59679"/>
                <a:gd name="connsiteY2" fmla="*/ 11527 h 119075"/>
                <a:gd name="connsiteX3" fmla="*/ 234 w 59679"/>
                <a:gd name="connsiteY3" fmla="*/ 17070 h 119075"/>
                <a:gd name="connsiteX4" fmla="*/ 23924 w 59679"/>
                <a:gd name="connsiteY4" fmla="*/ 12421 h 119075"/>
                <a:gd name="connsiteX5" fmla="*/ 23924 w 59679"/>
                <a:gd name="connsiteY5" fmla="*/ 105035 h 119075"/>
                <a:gd name="connsiteX6" fmla="*/ 7106 w 59679"/>
                <a:gd name="connsiteY6" fmla="*/ 113617 h 119075"/>
                <a:gd name="connsiteX7" fmla="*/ 1319 w 59679"/>
                <a:gd name="connsiteY7" fmla="*/ 113617 h 119075"/>
                <a:gd name="connsiteX8" fmla="*/ 1319 w 59679"/>
                <a:gd name="connsiteY8" fmla="*/ 119160 h 119075"/>
                <a:gd name="connsiteX9" fmla="*/ 30616 w 59679"/>
                <a:gd name="connsiteY9" fmla="*/ 118624 h 119075"/>
                <a:gd name="connsiteX10" fmla="*/ 59913 w 59679"/>
                <a:gd name="connsiteY10" fmla="*/ 119160 h 119075"/>
                <a:gd name="connsiteX11" fmla="*/ 59913 w 59679"/>
                <a:gd name="connsiteY11" fmla="*/ 113617 h 119075"/>
                <a:gd name="connsiteX12" fmla="*/ 54126 w 59679"/>
                <a:gd name="connsiteY12" fmla="*/ 113617 h 119075"/>
                <a:gd name="connsiteX13" fmla="*/ 37307 w 59679"/>
                <a:gd name="connsiteY13" fmla="*/ 105035 h 119075"/>
                <a:gd name="connsiteX14" fmla="*/ 37307 w 59679"/>
                <a:gd name="connsiteY14" fmla="*/ 4733 h 1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679" h="119075">
                  <a:moveTo>
                    <a:pt x="37307" y="4733"/>
                  </a:moveTo>
                  <a:cubicBezTo>
                    <a:pt x="37307" y="442"/>
                    <a:pt x="37307" y="85"/>
                    <a:pt x="33148" y="85"/>
                  </a:cubicBezTo>
                  <a:cubicBezTo>
                    <a:pt x="21935" y="11527"/>
                    <a:pt x="6021" y="11527"/>
                    <a:pt x="234" y="11527"/>
                  </a:cubicBezTo>
                  <a:lnTo>
                    <a:pt x="234" y="17070"/>
                  </a:lnTo>
                  <a:cubicBezTo>
                    <a:pt x="3851" y="17070"/>
                    <a:pt x="14520" y="17070"/>
                    <a:pt x="23924" y="12421"/>
                  </a:cubicBezTo>
                  <a:lnTo>
                    <a:pt x="23924" y="105035"/>
                  </a:lnTo>
                  <a:cubicBezTo>
                    <a:pt x="23924" y="111472"/>
                    <a:pt x="23382" y="113617"/>
                    <a:pt x="7106" y="113617"/>
                  </a:cubicBezTo>
                  <a:lnTo>
                    <a:pt x="1319" y="113617"/>
                  </a:lnTo>
                  <a:lnTo>
                    <a:pt x="1319" y="119160"/>
                  </a:lnTo>
                  <a:cubicBezTo>
                    <a:pt x="7648" y="118624"/>
                    <a:pt x="23382" y="118624"/>
                    <a:pt x="30616" y="118624"/>
                  </a:cubicBezTo>
                  <a:cubicBezTo>
                    <a:pt x="37850" y="118624"/>
                    <a:pt x="53583" y="118624"/>
                    <a:pt x="59913" y="119160"/>
                  </a:cubicBezTo>
                  <a:lnTo>
                    <a:pt x="59913" y="113617"/>
                  </a:lnTo>
                  <a:lnTo>
                    <a:pt x="54126" y="113617"/>
                  </a:lnTo>
                  <a:cubicBezTo>
                    <a:pt x="37850" y="113617"/>
                    <a:pt x="37307" y="111651"/>
                    <a:pt x="37307" y="105035"/>
                  </a:cubicBezTo>
                  <a:lnTo>
                    <a:pt x="37307" y="473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0" name="Freeform: Shape 419">
              <a:extLst>
                <a:ext uri="{FF2B5EF4-FFF2-40B4-BE49-F238E27FC236}">
                  <a16:creationId xmlns:a16="http://schemas.microsoft.com/office/drawing/2014/main" id="{475549F9-C390-6518-7C40-E67A2745EE65}"/>
                </a:ext>
              </a:extLst>
            </p:cNvPr>
            <p:cNvSpPr/>
            <p:nvPr>
              <p:custDataLst>
                <p:tags r:id="rId143"/>
              </p:custDataLst>
            </p:nvPr>
          </p:nvSpPr>
          <p:spPr>
            <a:xfrm>
              <a:off x="5714807" y="6267236"/>
              <a:ext cx="120262" cy="119075"/>
            </a:xfrm>
            <a:custGeom>
              <a:avLst/>
              <a:gdLst>
                <a:gd name="connsiteX0" fmla="*/ 64080 w 120262"/>
                <a:gd name="connsiteY0" fmla="*/ 63198 h 119075"/>
                <a:gd name="connsiteX1" fmla="*/ 114536 w 120262"/>
                <a:gd name="connsiteY1" fmla="*/ 63198 h 119075"/>
                <a:gd name="connsiteX2" fmla="*/ 120504 w 120262"/>
                <a:gd name="connsiteY2" fmla="*/ 59622 h 119075"/>
                <a:gd name="connsiteX3" fmla="*/ 114536 w 120262"/>
                <a:gd name="connsiteY3" fmla="*/ 56047 h 119075"/>
                <a:gd name="connsiteX4" fmla="*/ 64080 w 120262"/>
                <a:gd name="connsiteY4" fmla="*/ 56047 h 119075"/>
                <a:gd name="connsiteX5" fmla="*/ 64080 w 120262"/>
                <a:gd name="connsiteY5" fmla="*/ 5985 h 119075"/>
                <a:gd name="connsiteX6" fmla="*/ 60463 w 120262"/>
                <a:gd name="connsiteY6" fmla="*/ 85 h 119075"/>
                <a:gd name="connsiteX7" fmla="*/ 56846 w 120262"/>
                <a:gd name="connsiteY7" fmla="*/ 5985 h 119075"/>
                <a:gd name="connsiteX8" fmla="*/ 56846 w 120262"/>
                <a:gd name="connsiteY8" fmla="*/ 56047 h 119075"/>
                <a:gd name="connsiteX9" fmla="*/ 6209 w 120262"/>
                <a:gd name="connsiteY9" fmla="*/ 56047 h 119075"/>
                <a:gd name="connsiteX10" fmla="*/ 241 w 120262"/>
                <a:gd name="connsiteY10" fmla="*/ 59622 h 119075"/>
                <a:gd name="connsiteX11" fmla="*/ 6209 w 120262"/>
                <a:gd name="connsiteY11" fmla="*/ 63198 h 119075"/>
                <a:gd name="connsiteX12" fmla="*/ 56846 w 120262"/>
                <a:gd name="connsiteY12" fmla="*/ 63198 h 119075"/>
                <a:gd name="connsiteX13" fmla="*/ 56846 w 120262"/>
                <a:gd name="connsiteY13" fmla="*/ 113260 h 119075"/>
                <a:gd name="connsiteX14" fmla="*/ 60463 w 120262"/>
                <a:gd name="connsiteY14" fmla="*/ 119160 h 119075"/>
                <a:gd name="connsiteX15" fmla="*/ 64080 w 120262"/>
                <a:gd name="connsiteY15" fmla="*/ 113260 h 119075"/>
                <a:gd name="connsiteX16" fmla="*/ 64080 w 120262"/>
                <a:gd name="connsiteY16" fmla="*/ 63198 h 1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262" h="119075">
                  <a:moveTo>
                    <a:pt x="64080" y="63198"/>
                  </a:moveTo>
                  <a:lnTo>
                    <a:pt x="114536" y="63198"/>
                  </a:lnTo>
                  <a:cubicBezTo>
                    <a:pt x="117067" y="63198"/>
                    <a:pt x="120504" y="63198"/>
                    <a:pt x="120504" y="59622"/>
                  </a:cubicBezTo>
                  <a:cubicBezTo>
                    <a:pt x="120504" y="56047"/>
                    <a:pt x="117067" y="56047"/>
                    <a:pt x="114536" y="56047"/>
                  </a:cubicBezTo>
                  <a:lnTo>
                    <a:pt x="64080" y="56047"/>
                  </a:lnTo>
                  <a:lnTo>
                    <a:pt x="64080" y="5985"/>
                  </a:lnTo>
                  <a:cubicBezTo>
                    <a:pt x="64080" y="3482"/>
                    <a:pt x="64080" y="85"/>
                    <a:pt x="60463" y="85"/>
                  </a:cubicBezTo>
                  <a:cubicBezTo>
                    <a:pt x="56846" y="85"/>
                    <a:pt x="56846" y="3482"/>
                    <a:pt x="56846" y="5985"/>
                  </a:cubicBezTo>
                  <a:lnTo>
                    <a:pt x="56846" y="56047"/>
                  </a:lnTo>
                  <a:lnTo>
                    <a:pt x="6209" y="56047"/>
                  </a:lnTo>
                  <a:cubicBezTo>
                    <a:pt x="3677" y="56047"/>
                    <a:pt x="241" y="56047"/>
                    <a:pt x="241" y="59622"/>
                  </a:cubicBezTo>
                  <a:cubicBezTo>
                    <a:pt x="241" y="63198"/>
                    <a:pt x="3677" y="63198"/>
                    <a:pt x="6209" y="63198"/>
                  </a:cubicBezTo>
                  <a:lnTo>
                    <a:pt x="56846" y="63198"/>
                  </a:lnTo>
                  <a:lnTo>
                    <a:pt x="56846" y="113260"/>
                  </a:lnTo>
                  <a:cubicBezTo>
                    <a:pt x="56846" y="115763"/>
                    <a:pt x="56846" y="119160"/>
                    <a:pt x="60463" y="119160"/>
                  </a:cubicBezTo>
                  <a:cubicBezTo>
                    <a:pt x="64080" y="119160"/>
                    <a:pt x="64080" y="115763"/>
                    <a:pt x="64080" y="113260"/>
                  </a:cubicBezTo>
                  <a:lnTo>
                    <a:pt x="64080" y="631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1" name="Freeform: Shape 420">
              <a:extLst>
                <a:ext uri="{FF2B5EF4-FFF2-40B4-BE49-F238E27FC236}">
                  <a16:creationId xmlns:a16="http://schemas.microsoft.com/office/drawing/2014/main" id="{127B91C3-ED42-26CA-1240-EE334B7D8119}"/>
                </a:ext>
              </a:extLst>
            </p:cNvPr>
            <p:cNvSpPr/>
            <p:nvPr>
              <p:custDataLst>
                <p:tags r:id="rId144"/>
              </p:custDataLst>
            </p:nvPr>
          </p:nvSpPr>
          <p:spPr>
            <a:xfrm>
              <a:off x="5893844" y="6292446"/>
              <a:ext cx="69444" cy="80992"/>
            </a:xfrm>
            <a:custGeom>
              <a:avLst/>
              <a:gdLst>
                <a:gd name="connsiteX0" fmla="*/ 25750 w 69444"/>
                <a:gd name="connsiteY0" fmla="*/ 37810 h 80992"/>
                <a:gd name="connsiteX1" fmla="*/ 53420 w 69444"/>
                <a:gd name="connsiteY1" fmla="*/ 33698 h 80992"/>
                <a:gd name="connsiteX2" fmla="*/ 66983 w 69444"/>
                <a:gd name="connsiteY2" fmla="*/ 15282 h 80992"/>
                <a:gd name="connsiteX3" fmla="*/ 47632 w 69444"/>
                <a:gd name="connsiteY3" fmla="*/ 85 h 80992"/>
                <a:gd name="connsiteX4" fmla="*/ 251 w 69444"/>
                <a:gd name="connsiteY4" fmla="*/ 48716 h 80992"/>
                <a:gd name="connsiteX5" fmla="*/ 28644 w 69444"/>
                <a:gd name="connsiteY5" fmla="*/ 81077 h 80992"/>
                <a:gd name="connsiteX6" fmla="*/ 69696 w 69444"/>
                <a:gd name="connsiteY6" fmla="*/ 59980 h 80992"/>
                <a:gd name="connsiteX7" fmla="*/ 67526 w 69444"/>
                <a:gd name="connsiteY7" fmla="*/ 57656 h 80992"/>
                <a:gd name="connsiteX8" fmla="*/ 65175 w 69444"/>
                <a:gd name="connsiteY8" fmla="*/ 59444 h 80992"/>
                <a:gd name="connsiteX9" fmla="*/ 29005 w 69444"/>
                <a:gd name="connsiteY9" fmla="*/ 77144 h 80992"/>
                <a:gd name="connsiteX10" fmla="*/ 13272 w 69444"/>
                <a:gd name="connsiteY10" fmla="*/ 56404 h 80992"/>
                <a:gd name="connsiteX11" fmla="*/ 16165 w 69444"/>
                <a:gd name="connsiteY11" fmla="*/ 37810 h 80992"/>
                <a:gd name="connsiteX12" fmla="*/ 25750 w 69444"/>
                <a:gd name="connsiteY12" fmla="*/ 37810 h 80992"/>
                <a:gd name="connsiteX13" fmla="*/ 17250 w 69444"/>
                <a:gd name="connsiteY13" fmla="*/ 33876 h 80992"/>
                <a:gd name="connsiteX14" fmla="*/ 47632 w 69444"/>
                <a:gd name="connsiteY14" fmla="*/ 4018 h 80992"/>
                <a:gd name="connsiteX15" fmla="*/ 61015 w 69444"/>
                <a:gd name="connsiteY15" fmla="*/ 15282 h 80992"/>
                <a:gd name="connsiteX16" fmla="*/ 24665 w 69444"/>
                <a:gd name="connsiteY16" fmla="*/ 33876 h 80992"/>
                <a:gd name="connsiteX17" fmla="*/ 17250 w 69444"/>
                <a:gd name="connsiteY17" fmla="*/ 33876 h 80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44" h="80992">
                  <a:moveTo>
                    <a:pt x="25750" y="37810"/>
                  </a:moveTo>
                  <a:cubicBezTo>
                    <a:pt x="30995" y="37810"/>
                    <a:pt x="44377" y="37452"/>
                    <a:pt x="53420" y="33698"/>
                  </a:cubicBezTo>
                  <a:cubicBezTo>
                    <a:pt x="66079" y="28334"/>
                    <a:pt x="66983" y="17785"/>
                    <a:pt x="66983" y="15282"/>
                  </a:cubicBezTo>
                  <a:cubicBezTo>
                    <a:pt x="66983" y="7415"/>
                    <a:pt x="60111" y="85"/>
                    <a:pt x="47632" y="85"/>
                  </a:cubicBezTo>
                  <a:cubicBezTo>
                    <a:pt x="27559" y="85"/>
                    <a:pt x="251" y="17428"/>
                    <a:pt x="251" y="48716"/>
                  </a:cubicBezTo>
                  <a:cubicBezTo>
                    <a:pt x="251" y="66953"/>
                    <a:pt x="10921" y="81077"/>
                    <a:pt x="28644" y="81077"/>
                  </a:cubicBezTo>
                  <a:cubicBezTo>
                    <a:pt x="54505" y="81077"/>
                    <a:pt x="69696" y="62125"/>
                    <a:pt x="69696" y="59980"/>
                  </a:cubicBezTo>
                  <a:cubicBezTo>
                    <a:pt x="69696" y="58907"/>
                    <a:pt x="68611" y="57656"/>
                    <a:pt x="67526" y="57656"/>
                  </a:cubicBezTo>
                  <a:cubicBezTo>
                    <a:pt x="66621" y="57656"/>
                    <a:pt x="66260" y="58013"/>
                    <a:pt x="65175" y="59444"/>
                  </a:cubicBezTo>
                  <a:cubicBezTo>
                    <a:pt x="50888" y="77144"/>
                    <a:pt x="31175" y="77144"/>
                    <a:pt x="29005" y="77144"/>
                  </a:cubicBezTo>
                  <a:cubicBezTo>
                    <a:pt x="14899" y="77144"/>
                    <a:pt x="13272" y="62125"/>
                    <a:pt x="13272" y="56404"/>
                  </a:cubicBezTo>
                  <a:cubicBezTo>
                    <a:pt x="13272" y="54259"/>
                    <a:pt x="13453" y="48716"/>
                    <a:pt x="16165" y="37810"/>
                  </a:cubicBezTo>
                  <a:lnTo>
                    <a:pt x="25750" y="37810"/>
                  </a:lnTo>
                  <a:close/>
                  <a:moveTo>
                    <a:pt x="17250" y="33876"/>
                  </a:moveTo>
                  <a:cubicBezTo>
                    <a:pt x="24303" y="6700"/>
                    <a:pt x="42930" y="4018"/>
                    <a:pt x="47632" y="4018"/>
                  </a:cubicBezTo>
                  <a:cubicBezTo>
                    <a:pt x="56132" y="4018"/>
                    <a:pt x="61015" y="9203"/>
                    <a:pt x="61015" y="15282"/>
                  </a:cubicBezTo>
                  <a:cubicBezTo>
                    <a:pt x="61015" y="33876"/>
                    <a:pt x="32080" y="33876"/>
                    <a:pt x="24665" y="33876"/>
                  </a:cubicBezTo>
                  <a:lnTo>
                    <a:pt x="17250" y="338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2" name="Freeform: Shape 421">
              <a:extLst>
                <a:ext uri="{FF2B5EF4-FFF2-40B4-BE49-F238E27FC236}">
                  <a16:creationId xmlns:a16="http://schemas.microsoft.com/office/drawing/2014/main" id="{F39DD6A6-4378-2453-B72B-39E2EA6A89C1}"/>
                </a:ext>
              </a:extLst>
            </p:cNvPr>
            <p:cNvSpPr/>
            <p:nvPr>
              <p:custDataLst>
                <p:tags r:id="rId145"/>
              </p:custDataLst>
            </p:nvPr>
          </p:nvSpPr>
          <p:spPr>
            <a:xfrm>
              <a:off x="5972390" y="6229107"/>
              <a:ext cx="88488" cy="112138"/>
            </a:xfrm>
            <a:custGeom>
              <a:avLst/>
              <a:gdLst>
                <a:gd name="connsiteX0" fmla="*/ 8484 w 88488"/>
                <a:gd name="connsiteY0" fmla="*/ 109466 h 112138"/>
                <a:gd name="connsiteX1" fmla="*/ 16206 w 88488"/>
                <a:gd name="connsiteY1" fmla="*/ 78553 h 112138"/>
                <a:gd name="connsiteX2" fmla="*/ 44942 w 88488"/>
                <a:gd name="connsiteY2" fmla="*/ 89567 h 112138"/>
                <a:gd name="connsiteX3" fmla="*/ 87731 w 88488"/>
                <a:gd name="connsiteY3" fmla="*/ 54774 h 112138"/>
                <a:gd name="connsiteX4" fmla="*/ 79122 w 88488"/>
                <a:gd name="connsiteY4" fmla="*/ 37753 h 112138"/>
                <a:gd name="connsiteX5" fmla="*/ 88743 w 88488"/>
                <a:gd name="connsiteY5" fmla="*/ 17854 h 112138"/>
                <a:gd name="connsiteX6" fmla="*/ 66210 w 88488"/>
                <a:gd name="connsiteY6" fmla="*/ 82 h 112138"/>
                <a:gd name="connsiteX7" fmla="*/ 19877 w 88488"/>
                <a:gd name="connsiteY7" fmla="*/ 32121 h 112138"/>
                <a:gd name="connsiteX8" fmla="*/ 762 w 88488"/>
                <a:gd name="connsiteY8" fmla="*/ 107839 h 112138"/>
                <a:gd name="connsiteX9" fmla="*/ 255 w 88488"/>
                <a:gd name="connsiteY9" fmla="*/ 109967 h 112138"/>
                <a:gd name="connsiteX10" fmla="*/ 4306 w 88488"/>
                <a:gd name="connsiteY10" fmla="*/ 112220 h 112138"/>
                <a:gd name="connsiteX11" fmla="*/ 8484 w 88488"/>
                <a:gd name="connsiteY11" fmla="*/ 109466 h 112138"/>
                <a:gd name="connsiteX12" fmla="*/ 48107 w 88488"/>
                <a:gd name="connsiteY12" fmla="*/ 39380 h 112138"/>
                <a:gd name="connsiteX13" fmla="*/ 56589 w 88488"/>
                <a:gd name="connsiteY13" fmla="*/ 38129 h 112138"/>
                <a:gd name="connsiteX14" fmla="*/ 62539 w 88488"/>
                <a:gd name="connsiteY14" fmla="*/ 38629 h 112138"/>
                <a:gd name="connsiteX15" fmla="*/ 54817 w 88488"/>
                <a:gd name="connsiteY15" fmla="*/ 40131 h 112138"/>
                <a:gd name="connsiteX16" fmla="*/ 48107 w 88488"/>
                <a:gd name="connsiteY16" fmla="*/ 39380 h 112138"/>
                <a:gd name="connsiteX17" fmla="*/ 68615 w 88488"/>
                <a:gd name="connsiteY17" fmla="*/ 33373 h 112138"/>
                <a:gd name="connsiteX18" fmla="*/ 56969 w 88488"/>
                <a:gd name="connsiteY18" fmla="*/ 32371 h 112138"/>
                <a:gd name="connsiteX19" fmla="*/ 40005 w 88488"/>
                <a:gd name="connsiteY19" fmla="*/ 39881 h 112138"/>
                <a:gd name="connsiteX20" fmla="*/ 54564 w 88488"/>
                <a:gd name="connsiteY20" fmla="*/ 45888 h 112138"/>
                <a:gd name="connsiteX21" fmla="*/ 70134 w 88488"/>
                <a:gd name="connsiteY21" fmla="*/ 43260 h 112138"/>
                <a:gd name="connsiteX22" fmla="*/ 71653 w 88488"/>
                <a:gd name="connsiteY22" fmla="*/ 49893 h 112138"/>
                <a:gd name="connsiteX23" fmla="*/ 64185 w 88488"/>
                <a:gd name="connsiteY23" fmla="*/ 74674 h 112138"/>
                <a:gd name="connsiteX24" fmla="*/ 44816 w 88488"/>
                <a:gd name="connsiteY24" fmla="*/ 83810 h 112138"/>
                <a:gd name="connsiteX25" fmla="*/ 20004 w 88488"/>
                <a:gd name="connsiteY25" fmla="*/ 66038 h 112138"/>
                <a:gd name="connsiteX26" fmla="*/ 22282 w 88488"/>
                <a:gd name="connsiteY26" fmla="*/ 54899 h 112138"/>
                <a:gd name="connsiteX27" fmla="*/ 27220 w 88488"/>
                <a:gd name="connsiteY27" fmla="*/ 35000 h 112138"/>
                <a:gd name="connsiteX28" fmla="*/ 40638 w 88488"/>
                <a:gd name="connsiteY28" fmla="*/ 14600 h 112138"/>
                <a:gd name="connsiteX29" fmla="*/ 65577 w 88488"/>
                <a:gd name="connsiteY29" fmla="*/ 5839 h 112138"/>
                <a:gd name="connsiteX30" fmla="*/ 74185 w 88488"/>
                <a:gd name="connsiteY30" fmla="*/ 13348 h 112138"/>
                <a:gd name="connsiteX31" fmla="*/ 68615 w 88488"/>
                <a:gd name="connsiteY31" fmla="*/ 33373 h 1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488" h="112138">
                  <a:moveTo>
                    <a:pt x="8484" y="109466"/>
                  </a:moveTo>
                  <a:lnTo>
                    <a:pt x="16206" y="78553"/>
                  </a:lnTo>
                  <a:cubicBezTo>
                    <a:pt x="18611" y="81682"/>
                    <a:pt x="27093" y="89567"/>
                    <a:pt x="44942" y="89567"/>
                  </a:cubicBezTo>
                  <a:cubicBezTo>
                    <a:pt x="73299" y="89567"/>
                    <a:pt x="87731" y="70544"/>
                    <a:pt x="87731" y="54774"/>
                  </a:cubicBezTo>
                  <a:cubicBezTo>
                    <a:pt x="87731" y="47515"/>
                    <a:pt x="84819" y="41758"/>
                    <a:pt x="79122" y="37753"/>
                  </a:cubicBezTo>
                  <a:cubicBezTo>
                    <a:pt x="84692" y="33248"/>
                    <a:pt x="88743" y="25238"/>
                    <a:pt x="88743" y="17854"/>
                  </a:cubicBezTo>
                  <a:cubicBezTo>
                    <a:pt x="88743" y="7716"/>
                    <a:pt x="81401" y="82"/>
                    <a:pt x="66210" y="82"/>
                  </a:cubicBezTo>
                  <a:cubicBezTo>
                    <a:pt x="47474" y="82"/>
                    <a:pt x="24941" y="11846"/>
                    <a:pt x="19877" y="32121"/>
                  </a:cubicBezTo>
                  <a:lnTo>
                    <a:pt x="762" y="107839"/>
                  </a:lnTo>
                  <a:cubicBezTo>
                    <a:pt x="255" y="109592"/>
                    <a:pt x="255" y="109842"/>
                    <a:pt x="255" y="109967"/>
                  </a:cubicBezTo>
                  <a:cubicBezTo>
                    <a:pt x="255" y="112220"/>
                    <a:pt x="2407" y="112220"/>
                    <a:pt x="4306" y="112220"/>
                  </a:cubicBezTo>
                  <a:cubicBezTo>
                    <a:pt x="6838" y="112220"/>
                    <a:pt x="7851" y="112220"/>
                    <a:pt x="8484" y="109466"/>
                  </a:cubicBezTo>
                  <a:close/>
                  <a:moveTo>
                    <a:pt x="48107" y="39380"/>
                  </a:moveTo>
                  <a:cubicBezTo>
                    <a:pt x="49753" y="38629"/>
                    <a:pt x="50892" y="38129"/>
                    <a:pt x="56589" y="38129"/>
                  </a:cubicBezTo>
                  <a:cubicBezTo>
                    <a:pt x="58614" y="38129"/>
                    <a:pt x="60260" y="38129"/>
                    <a:pt x="62539" y="38629"/>
                  </a:cubicBezTo>
                  <a:cubicBezTo>
                    <a:pt x="59754" y="40131"/>
                    <a:pt x="57095" y="40131"/>
                    <a:pt x="54817" y="40131"/>
                  </a:cubicBezTo>
                  <a:cubicBezTo>
                    <a:pt x="51019" y="40131"/>
                    <a:pt x="50639" y="40006"/>
                    <a:pt x="48107" y="39380"/>
                  </a:cubicBezTo>
                  <a:close/>
                  <a:moveTo>
                    <a:pt x="68615" y="33373"/>
                  </a:moveTo>
                  <a:cubicBezTo>
                    <a:pt x="63805" y="32371"/>
                    <a:pt x="59501" y="32371"/>
                    <a:pt x="56969" y="32371"/>
                  </a:cubicBezTo>
                  <a:cubicBezTo>
                    <a:pt x="51525" y="32371"/>
                    <a:pt x="40005" y="32371"/>
                    <a:pt x="40005" y="39881"/>
                  </a:cubicBezTo>
                  <a:cubicBezTo>
                    <a:pt x="40005" y="45763"/>
                    <a:pt x="48360" y="45888"/>
                    <a:pt x="54564" y="45888"/>
                  </a:cubicBezTo>
                  <a:cubicBezTo>
                    <a:pt x="58235" y="45888"/>
                    <a:pt x="63425" y="45888"/>
                    <a:pt x="70134" y="43260"/>
                  </a:cubicBezTo>
                  <a:cubicBezTo>
                    <a:pt x="71274" y="45012"/>
                    <a:pt x="71653" y="47640"/>
                    <a:pt x="71653" y="49893"/>
                  </a:cubicBezTo>
                  <a:cubicBezTo>
                    <a:pt x="71653" y="54273"/>
                    <a:pt x="68995" y="68040"/>
                    <a:pt x="64185" y="74674"/>
                  </a:cubicBezTo>
                  <a:cubicBezTo>
                    <a:pt x="59627" y="80806"/>
                    <a:pt x="52665" y="83810"/>
                    <a:pt x="44816" y="83810"/>
                  </a:cubicBezTo>
                  <a:cubicBezTo>
                    <a:pt x="34056" y="83810"/>
                    <a:pt x="20004" y="78929"/>
                    <a:pt x="20004" y="66038"/>
                  </a:cubicBezTo>
                  <a:cubicBezTo>
                    <a:pt x="20004" y="63660"/>
                    <a:pt x="21270" y="58529"/>
                    <a:pt x="22282" y="54899"/>
                  </a:cubicBezTo>
                  <a:cubicBezTo>
                    <a:pt x="22915" y="52146"/>
                    <a:pt x="26966" y="36126"/>
                    <a:pt x="27220" y="35000"/>
                  </a:cubicBezTo>
                  <a:cubicBezTo>
                    <a:pt x="28359" y="30619"/>
                    <a:pt x="30511" y="22109"/>
                    <a:pt x="40638" y="14600"/>
                  </a:cubicBezTo>
                  <a:cubicBezTo>
                    <a:pt x="51019" y="6840"/>
                    <a:pt x="61020" y="5839"/>
                    <a:pt x="65577" y="5839"/>
                  </a:cubicBezTo>
                  <a:cubicBezTo>
                    <a:pt x="74185" y="5839"/>
                    <a:pt x="74185" y="11346"/>
                    <a:pt x="74185" y="13348"/>
                  </a:cubicBezTo>
                  <a:cubicBezTo>
                    <a:pt x="74185" y="16352"/>
                    <a:pt x="71907" y="27741"/>
                    <a:pt x="68615" y="3337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3" name="Freeform: Shape 422">
              <a:extLst>
                <a:ext uri="{FF2B5EF4-FFF2-40B4-BE49-F238E27FC236}">
                  <a16:creationId xmlns:a16="http://schemas.microsoft.com/office/drawing/2014/main" id="{BD8D3BFD-F100-AACA-A916-23C0BE7636C3}"/>
                </a:ext>
              </a:extLst>
            </p:cNvPr>
            <p:cNvSpPr/>
            <p:nvPr>
              <p:custDataLst>
                <p:tags r:id="rId146"/>
              </p:custDataLst>
            </p:nvPr>
          </p:nvSpPr>
          <p:spPr>
            <a:xfrm>
              <a:off x="6078629" y="6212213"/>
              <a:ext cx="75412" cy="62040"/>
            </a:xfrm>
            <a:custGeom>
              <a:avLst/>
              <a:gdLst>
                <a:gd name="connsiteX0" fmla="*/ 40499 w 75412"/>
                <a:gd name="connsiteY0" fmla="*/ 5085 h 62040"/>
                <a:gd name="connsiteX1" fmla="*/ 71785 w 75412"/>
                <a:gd name="connsiteY1" fmla="*/ 5085 h 62040"/>
                <a:gd name="connsiteX2" fmla="*/ 75674 w 75412"/>
                <a:gd name="connsiteY2" fmla="*/ 2582 h 62040"/>
                <a:gd name="connsiteX3" fmla="*/ 71785 w 75412"/>
                <a:gd name="connsiteY3" fmla="*/ 79 h 62040"/>
                <a:gd name="connsiteX4" fmla="*/ 4149 w 75412"/>
                <a:gd name="connsiteY4" fmla="*/ 79 h 62040"/>
                <a:gd name="connsiteX5" fmla="*/ 261 w 75412"/>
                <a:gd name="connsiteY5" fmla="*/ 2582 h 62040"/>
                <a:gd name="connsiteX6" fmla="*/ 4149 w 75412"/>
                <a:gd name="connsiteY6" fmla="*/ 5085 h 62040"/>
                <a:gd name="connsiteX7" fmla="*/ 35435 w 75412"/>
                <a:gd name="connsiteY7" fmla="*/ 5085 h 62040"/>
                <a:gd name="connsiteX8" fmla="*/ 35435 w 75412"/>
                <a:gd name="connsiteY8" fmla="*/ 58276 h 62040"/>
                <a:gd name="connsiteX9" fmla="*/ 37967 w 75412"/>
                <a:gd name="connsiteY9" fmla="*/ 62120 h 62040"/>
                <a:gd name="connsiteX10" fmla="*/ 40499 w 75412"/>
                <a:gd name="connsiteY10" fmla="*/ 58276 h 62040"/>
                <a:gd name="connsiteX11" fmla="*/ 40499 w 75412"/>
                <a:gd name="connsiteY11" fmla="*/ 5085 h 6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412" h="62040">
                  <a:moveTo>
                    <a:pt x="40499" y="5085"/>
                  </a:moveTo>
                  <a:lnTo>
                    <a:pt x="71785" y="5085"/>
                  </a:lnTo>
                  <a:cubicBezTo>
                    <a:pt x="73232" y="5085"/>
                    <a:pt x="75674" y="5085"/>
                    <a:pt x="75674" y="2582"/>
                  </a:cubicBezTo>
                  <a:cubicBezTo>
                    <a:pt x="75674" y="79"/>
                    <a:pt x="73232" y="79"/>
                    <a:pt x="71785" y="79"/>
                  </a:cubicBezTo>
                  <a:lnTo>
                    <a:pt x="4149" y="79"/>
                  </a:lnTo>
                  <a:cubicBezTo>
                    <a:pt x="2793" y="79"/>
                    <a:pt x="261" y="79"/>
                    <a:pt x="261" y="2582"/>
                  </a:cubicBezTo>
                  <a:cubicBezTo>
                    <a:pt x="261" y="5085"/>
                    <a:pt x="2793" y="5085"/>
                    <a:pt x="4149" y="5085"/>
                  </a:cubicBezTo>
                  <a:lnTo>
                    <a:pt x="35435" y="5085"/>
                  </a:lnTo>
                  <a:lnTo>
                    <a:pt x="35435" y="58276"/>
                  </a:lnTo>
                  <a:cubicBezTo>
                    <a:pt x="35435" y="59617"/>
                    <a:pt x="35435" y="62120"/>
                    <a:pt x="37967" y="62120"/>
                  </a:cubicBezTo>
                  <a:cubicBezTo>
                    <a:pt x="40499" y="62120"/>
                    <a:pt x="40499" y="59706"/>
                    <a:pt x="40499" y="58276"/>
                  </a:cubicBezTo>
                  <a:lnTo>
                    <a:pt x="40499" y="508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4" name="Freeform: Shape 423">
              <a:extLst>
                <a:ext uri="{FF2B5EF4-FFF2-40B4-BE49-F238E27FC236}">
                  <a16:creationId xmlns:a16="http://schemas.microsoft.com/office/drawing/2014/main" id="{5893A5E3-6548-B610-B0D0-4CD3A0D3E6A6}"/>
                </a:ext>
              </a:extLst>
            </p:cNvPr>
            <p:cNvSpPr/>
            <p:nvPr>
              <p:custDataLst>
                <p:tags r:id="rId147"/>
              </p:custDataLst>
            </p:nvPr>
          </p:nvSpPr>
          <p:spPr>
            <a:xfrm>
              <a:off x="6178759" y="6261397"/>
              <a:ext cx="77601" cy="55568"/>
            </a:xfrm>
            <a:custGeom>
              <a:avLst/>
              <a:gdLst>
                <a:gd name="connsiteX0" fmla="*/ 45840 w 77601"/>
                <a:gd name="connsiteY0" fmla="*/ 25363 h 55568"/>
                <a:gd name="connsiteX1" fmla="*/ 63310 w 77601"/>
                <a:gd name="connsiteY1" fmla="*/ 7966 h 55568"/>
                <a:gd name="connsiteX2" fmla="*/ 75083 w 77601"/>
                <a:gd name="connsiteY2" fmla="*/ 7090 h 55568"/>
                <a:gd name="connsiteX3" fmla="*/ 75083 w 77601"/>
                <a:gd name="connsiteY3" fmla="*/ 82 h 55568"/>
                <a:gd name="connsiteX4" fmla="*/ 62803 w 77601"/>
                <a:gd name="connsiteY4" fmla="*/ 582 h 55568"/>
                <a:gd name="connsiteX5" fmla="*/ 48752 w 77601"/>
                <a:gd name="connsiteY5" fmla="*/ 82 h 55568"/>
                <a:gd name="connsiteX6" fmla="*/ 48752 w 77601"/>
                <a:gd name="connsiteY6" fmla="*/ 7090 h 55568"/>
                <a:gd name="connsiteX7" fmla="*/ 52170 w 77601"/>
                <a:gd name="connsiteY7" fmla="*/ 7841 h 55568"/>
                <a:gd name="connsiteX8" fmla="*/ 40270 w 77601"/>
                <a:gd name="connsiteY8" fmla="*/ 19731 h 55568"/>
                <a:gd name="connsiteX9" fmla="*/ 27990 w 77601"/>
                <a:gd name="connsiteY9" fmla="*/ 7090 h 55568"/>
                <a:gd name="connsiteX10" fmla="*/ 31408 w 77601"/>
                <a:gd name="connsiteY10" fmla="*/ 7090 h 55568"/>
                <a:gd name="connsiteX11" fmla="*/ 31408 w 77601"/>
                <a:gd name="connsiteY11" fmla="*/ 82 h 55568"/>
                <a:gd name="connsiteX12" fmla="*/ 15331 w 77601"/>
                <a:gd name="connsiteY12" fmla="*/ 582 h 55568"/>
                <a:gd name="connsiteX13" fmla="*/ 1026 w 77601"/>
                <a:gd name="connsiteY13" fmla="*/ 82 h 55568"/>
                <a:gd name="connsiteX14" fmla="*/ 1026 w 77601"/>
                <a:gd name="connsiteY14" fmla="*/ 7090 h 55568"/>
                <a:gd name="connsiteX15" fmla="*/ 10521 w 77601"/>
                <a:gd name="connsiteY15" fmla="*/ 7090 h 55568"/>
                <a:gd name="connsiteX16" fmla="*/ 31282 w 77601"/>
                <a:gd name="connsiteY16" fmla="*/ 28492 h 55568"/>
                <a:gd name="connsiteX17" fmla="*/ 13052 w 77601"/>
                <a:gd name="connsiteY17" fmla="*/ 46639 h 55568"/>
                <a:gd name="connsiteX18" fmla="*/ 7356 w 77601"/>
                <a:gd name="connsiteY18" fmla="*/ 48516 h 55568"/>
                <a:gd name="connsiteX19" fmla="*/ 267 w 77601"/>
                <a:gd name="connsiteY19" fmla="*/ 48642 h 55568"/>
                <a:gd name="connsiteX20" fmla="*/ 267 w 77601"/>
                <a:gd name="connsiteY20" fmla="*/ 55650 h 55568"/>
                <a:gd name="connsiteX21" fmla="*/ 12546 w 77601"/>
                <a:gd name="connsiteY21" fmla="*/ 55150 h 55568"/>
                <a:gd name="connsiteX22" fmla="*/ 26598 w 77601"/>
                <a:gd name="connsiteY22" fmla="*/ 55650 h 55568"/>
                <a:gd name="connsiteX23" fmla="*/ 26598 w 77601"/>
                <a:gd name="connsiteY23" fmla="*/ 48642 h 55568"/>
                <a:gd name="connsiteX24" fmla="*/ 23180 w 77601"/>
                <a:gd name="connsiteY24" fmla="*/ 47765 h 55568"/>
                <a:gd name="connsiteX25" fmla="*/ 36852 w 77601"/>
                <a:gd name="connsiteY25" fmla="*/ 34249 h 55568"/>
                <a:gd name="connsiteX26" fmla="*/ 50904 w 77601"/>
                <a:gd name="connsiteY26" fmla="*/ 48642 h 55568"/>
                <a:gd name="connsiteX27" fmla="*/ 47612 w 77601"/>
                <a:gd name="connsiteY27" fmla="*/ 48642 h 55568"/>
                <a:gd name="connsiteX28" fmla="*/ 47612 w 77601"/>
                <a:gd name="connsiteY28" fmla="*/ 55650 h 55568"/>
                <a:gd name="connsiteX29" fmla="*/ 63689 w 77601"/>
                <a:gd name="connsiteY29" fmla="*/ 55150 h 55568"/>
                <a:gd name="connsiteX30" fmla="*/ 77868 w 77601"/>
                <a:gd name="connsiteY30" fmla="*/ 55650 h 55568"/>
                <a:gd name="connsiteX31" fmla="*/ 77868 w 77601"/>
                <a:gd name="connsiteY31" fmla="*/ 48642 h 55568"/>
                <a:gd name="connsiteX32" fmla="*/ 68500 w 77601"/>
                <a:gd name="connsiteY32" fmla="*/ 48642 h 55568"/>
                <a:gd name="connsiteX33" fmla="*/ 45840 w 77601"/>
                <a:gd name="connsiteY33" fmla="*/ 25363 h 5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01" h="55568">
                  <a:moveTo>
                    <a:pt x="45840" y="25363"/>
                  </a:moveTo>
                  <a:lnTo>
                    <a:pt x="63310" y="7966"/>
                  </a:lnTo>
                  <a:cubicBezTo>
                    <a:pt x="66348" y="7090"/>
                    <a:pt x="69639" y="7090"/>
                    <a:pt x="75083" y="7090"/>
                  </a:cubicBezTo>
                  <a:lnTo>
                    <a:pt x="75083" y="82"/>
                  </a:lnTo>
                  <a:cubicBezTo>
                    <a:pt x="71032" y="457"/>
                    <a:pt x="66854" y="582"/>
                    <a:pt x="62803" y="582"/>
                  </a:cubicBezTo>
                  <a:cubicBezTo>
                    <a:pt x="58499" y="582"/>
                    <a:pt x="49764" y="207"/>
                    <a:pt x="48752" y="82"/>
                  </a:cubicBezTo>
                  <a:lnTo>
                    <a:pt x="48752" y="7090"/>
                  </a:lnTo>
                  <a:cubicBezTo>
                    <a:pt x="50397" y="7090"/>
                    <a:pt x="51283" y="7341"/>
                    <a:pt x="52170" y="7841"/>
                  </a:cubicBezTo>
                  <a:lnTo>
                    <a:pt x="40270" y="19731"/>
                  </a:lnTo>
                  <a:lnTo>
                    <a:pt x="27990" y="7090"/>
                  </a:lnTo>
                  <a:lnTo>
                    <a:pt x="31408" y="7090"/>
                  </a:lnTo>
                  <a:lnTo>
                    <a:pt x="31408" y="82"/>
                  </a:lnTo>
                  <a:cubicBezTo>
                    <a:pt x="30649" y="82"/>
                    <a:pt x="20648" y="582"/>
                    <a:pt x="15331" y="582"/>
                  </a:cubicBezTo>
                  <a:cubicBezTo>
                    <a:pt x="10521" y="582"/>
                    <a:pt x="5837" y="457"/>
                    <a:pt x="1026" y="82"/>
                  </a:cubicBezTo>
                  <a:lnTo>
                    <a:pt x="1026" y="7090"/>
                  </a:lnTo>
                  <a:lnTo>
                    <a:pt x="10521" y="7090"/>
                  </a:lnTo>
                  <a:lnTo>
                    <a:pt x="31282" y="28492"/>
                  </a:lnTo>
                  <a:lnTo>
                    <a:pt x="13052" y="46639"/>
                  </a:lnTo>
                  <a:cubicBezTo>
                    <a:pt x="11407" y="48141"/>
                    <a:pt x="11280" y="48266"/>
                    <a:pt x="7356" y="48516"/>
                  </a:cubicBezTo>
                  <a:cubicBezTo>
                    <a:pt x="5330" y="48642"/>
                    <a:pt x="900" y="48642"/>
                    <a:pt x="267" y="48642"/>
                  </a:cubicBezTo>
                  <a:lnTo>
                    <a:pt x="267" y="55650"/>
                  </a:lnTo>
                  <a:cubicBezTo>
                    <a:pt x="4318" y="55275"/>
                    <a:pt x="8495" y="55150"/>
                    <a:pt x="12546" y="55150"/>
                  </a:cubicBezTo>
                  <a:cubicBezTo>
                    <a:pt x="15964" y="55150"/>
                    <a:pt x="24952" y="55525"/>
                    <a:pt x="26598" y="55650"/>
                  </a:cubicBezTo>
                  <a:lnTo>
                    <a:pt x="26598" y="48642"/>
                  </a:lnTo>
                  <a:cubicBezTo>
                    <a:pt x="24572" y="48642"/>
                    <a:pt x="24066" y="48391"/>
                    <a:pt x="23180" y="47765"/>
                  </a:cubicBezTo>
                  <a:lnTo>
                    <a:pt x="36852" y="34249"/>
                  </a:lnTo>
                  <a:lnTo>
                    <a:pt x="50904" y="48642"/>
                  </a:lnTo>
                  <a:lnTo>
                    <a:pt x="47612" y="48642"/>
                  </a:lnTo>
                  <a:lnTo>
                    <a:pt x="47612" y="55650"/>
                  </a:lnTo>
                  <a:cubicBezTo>
                    <a:pt x="47739" y="55650"/>
                    <a:pt x="57866" y="55150"/>
                    <a:pt x="63689" y="55150"/>
                  </a:cubicBezTo>
                  <a:cubicBezTo>
                    <a:pt x="68373" y="55150"/>
                    <a:pt x="73184" y="55275"/>
                    <a:pt x="77868" y="55650"/>
                  </a:cubicBezTo>
                  <a:lnTo>
                    <a:pt x="77868" y="48642"/>
                  </a:lnTo>
                  <a:lnTo>
                    <a:pt x="68500" y="48642"/>
                  </a:lnTo>
                  <a:lnTo>
                    <a:pt x="45840" y="2536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5" name="Freeform: Shape 424">
              <a:extLst>
                <a:ext uri="{FF2B5EF4-FFF2-40B4-BE49-F238E27FC236}">
                  <a16:creationId xmlns:a16="http://schemas.microsoft.com/office/drawing/2014/main" id="{AE92E0D5-BDD2-761E-F08A-BC6942A3572F}"/>
                </a:ext>
              </a:extLst>
            </p:cNvPr>
            <p:cNvSpPr/>
            <p:nvPr>
              <p:custDataLst>
                <p:tags r:id="rId148"/>
              </p:custDataLst>
            </p:nvPr>
          </p:nvSpPr>
          <p:spPr>
            <a:xfrm>
              <a:off x="6268986" y="6295331"/>
              <a:ext cx="63296" cy="40496"/>
            </a:xfrm>
            <a:custGeom>
              <a:avLst/>
              <a:gdLst>
                <a:gd name="connsiteX0" fmla="*/ 9675 w 63296"/>
                <a:gd name="connsiteY0" fmla="*/ 30835 h 40496"/>
                <a:gd name="connsiteX1" fmla="*/ 8138 w 63296"/>
                <a:gd name="connsiteY1" fmla="*/ 37450 h 40496"/>
                <a:gd name="connsiteX2" fmla="*/ 11484 w 63296"/>
                <a:gd name="connsiteY2" fmla="*/ 40579 h 40496"/>
                <a:gd name="connsiteX3" fmla="*/ 15824 w 63296"/>
                <a:gd name="connsiteY3" fmla="*/ 37629 h 40496"/>
                <a:gd name="connsiteX4" fmla="*/ 17542 w 63296"/>
                <a:gd name="connsiteY4" fmla="*/ 30656 h 40496"/>
                <a:gd name="connsiteX5" fmla="*/ 20797 w 63296"/>
                <a:gd name="connsiteY5" fmla="*/ 18051 h 40496"/>
                <a:gd name="connsiteX6" fmla="*/ 39515 w 63296"/>
                <a:gd name="connsiteY6" fmla="*/ 3122 h 40496"/>
                <a:gd name="connsiteX7" fmla="*/ 45845 w 63296"/>
                <a:gd name="connsiteY7" fmla="*/ 9559 h 40496"/>
                <a:gd name="connsiteX8" fmla="*/ 39967 w 63296"/>
                <a:gd name="connsiteY8" fmla="*/ 28958 h 40496"/>
                <a:gd name="connsiteX9" fmla="*/ 39063 w 63296"/>
                <a:gd name="connsiteY9" fmla="*/ 32712 h 40496"/>
                <a:gd name="connsiteX10" fmla="*/ 48919 w 63296"/>
                <a:gd name="connsiteY10" fmla="*/ 40579 h 40496"/>
                <a:gd name="connsiteX11" fmla="*/ 63568 w 63296"/>
                <a:gd name="connsiteY11" fmla="*/ 26723 h 40496"/>
                <a:gd name="connsiteX12" fmla="*/ 61669 w 63296"/>
                <a:gd name="connsiteY12" fmla="*/ 25471 h 40496"/>
                <a:gd name="connsiteX13" fmla="*/ 59499 w 63296"/>
                <a:gd name="connsiteY13" fmla="*/ 27527 h 40496"/>
                <a:gd name="connsiteX14" fmla="*/ 49281 w 63296"/>
                <a:gd name="connsiteY14" fmla="*/ 37540 h 40496"/>
                <a:gd name="connsiteX15" fmla="*/ 46568 w 63296"/>
                <a:gd name="connsiteY15" fmla="*/ 34142 h 40496"/>
                <a:gd name="connsiteX16" fmla="*/ 47744 w 63296"/>
                <a:gd name="connsiteY16" fmla="*/ 29405 h 40496"/>
                <a:gd name="connsiteX17" fmla="*/ 53440 w 63296"/>
                <a:gd name="connsiteY17" fmla="*/ 10721 h 40496"/>
                <a:gd name="connsiteX18" fmla="*/ 40058 w 63296"/>
                <a:gd name="connsiteY18" fmla="*/ 83 h 40496"/>
                <a:gd name="connsiteX19" fmla="*/ 22968 w 63296"/>
                <a:gd name="connsiteY19" fmla="*/ 8933 h 40496"/>
                <a:gd name="connsiteX20" fmla="*/ 11936 w 63296"/>
                <a:gd name="connsiteY20" fmla="*/ 83 h 40496"/>
                <a:gd name="connsiteX21" fmla="*/ 271 w 63296"/>
                <a:gd name="connsiteY21" fmla="*/ 13939 h 40496"/>
                <a:gd name="connsiteX22" fmla="*/ 2170 w 63296"/>
                <a:gd name="connsiteY22" fmla="*/ 15191 h 40496"/>
                <a:gd name="connsiteX23" fmla="*/ 4250 w 63296"/>
                <a:gd name="connsiteY23" fmla="*/ 13492 h 40496"/>
                <a:gd name="connsiteX24" fmla="*/ 11484 w 63296"/>
                <a:gd name="connsiteY24" fmla="*/ 3122 h 40496"/>
                <a:gd name="connsiteX25" fmla="*/ 15191 w 63296"/>
                <a:gd name="connsiteY25" fmla="*/ 7860 h 40496"/>
                <a:gd name="connsiteX26" fmla="*/ 13744 w 63296"/>
                <a:gd name="connsiteY26" fmla="*/ 14833 h 40496"/>
                <a:gd name="connsiteX27" fmla="*/ 11755 w 63296"/>
                <a:gd name="connsiteY27" fmla="*/ 22879 h 40496"/>
                <a:gd name="connsiteX28" fmla="*/ 9675 w 63296"/>
                <a:gd name="connsiteY28" fmla="*/ 30835 h 40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296" h="40496">
                  <a:moveTo>
                    <a:pt x="9675" y="30835"/>
                  </a:moveTo>
                  <a:cubicBezTo>
                    <a:pt x="9133" y="33070"/>
                    <a:pt x="8138" y="37003"/>
                    <a:pt x="8138" y="37450"/>
                  </a:cubicBezTo>
                  <a:cubicBezTo>
                    <a:pt x="8138" y="39417"/>
                    <a:pt x="9766" y="40579"/>
                    <a:pt x="11484" y="40579"/>
                  </a:cubicBezTo>
                  <a:cubicBezTo>
                    <a:pt x="12840" y="40579"/>
                    <a:pt x="14830" y="39864"/>
                    <a:pt x="15824" y="37629"/>
                  </a:cubicBezTo>
                  <a:cubicBezTo>
                    <a:pt x="15915" y="37182"/>
                    <a:pt x="17000" y="32980"/>
                    <a:pt x="17542" y="30656"/>
                  </a:cubicBezTo>
                  <a:cubicBezTo>
                    <a:pt x="20617" y="18588"/>
                    <a:pt x="20617" y="18409"/>
                    <a:pt x="20797" y="18051"/>
                  </a:cubicBezTo>
                  <a:cubicBezTo>
                    <a:pt x="21973" y="15638"/>
                    <a:pt x="28483" y="3122"/>
                    <a:pt x="39515" y="3122"/>
                  </a:cubicBezTo>
                  <a:cubicBezTo>
                    <a:pt x="43946" y="3122"/>
                    <a:pt x="45845" y="5536"/>
                    <a:pt x="45845" y="9559"/>
                  </a:cubicBezTo>
                  <a:cubicBezTo>
                    <a:pt x="45845" y="14654"/>
                    <a:pt x="42047" y="23862"/>
                    <a:pt x="39967" y="28958"/>
                  </a:cubicBezTo>
                  <a:cubicBezTo>
                    <a:pt x="39515" y="30030"/>
                    <a:pt x="39063" y="31192"/>
                    <a:pt x="39063" y="32712"/>
                  </a:cubicBezTo>
                  <a:cubicBezTo>
                    <a:pt x="39063" y="37361"/>
                    <a:pt x="43584" y="40579"/>
                    <a:pt x="48919" y="40579"/>
                  </a:cubicBezTo>
                  <a:cubicBezTo>
                    <a:pt x="58594" y="40579"/>
                    <a:pt x="63568" y="28958"/>
                    <a:pt x="63568" y="26723"/>
                  </a:cubicBezTo>
                  <a:cubicBezTo>
                    <a:pt x="63568" y="25471"/>
                    <a:pt x="62030" y="25471"/>
                    <a:pt x="61669" y="25471"/>
                  </a:cubicBezTo>
                  <a:cubicBezTo>
                    <a:pt x="60132" y="25471"/>
                    <a:pt x="60041" y="25829"/>
                    <a:pt x="59499" y="27527"/>
                  </a:cubicBezTo>
                  <a:cubicBezTo>
                    <a:pt x="57781" y="32891"/>
                    <a:pt x="53621" y="37540"/>
                    <a:pt x="49281" y="37540"/>
                  </a:cubicBezTo>
                  <a:cubicBezTo>
                    <a:pt x="47201" y="37540"/>
                    <a:pt x="46568" y="36109"/>
                    <a:pt x="46568" y="34142"/>
                  </a:cubicBezTo>
                  <a:cubicBezTo>
                    <a:pt x="46568" y="32265"/>
                    <a:pt x="46930" y="31371"/>
                    <a:pt x="47744" y="29405"/>
                  </a:cubicBezTo>
                  <a:cubicBezTo>
                    <a:pt x="49281" y="25829"/>
                    <a:pt x="53440" y="15638"/>
                    <a:pt x="53440" y="10721"/>
                  </a:cubicBezTo>
                  <a:cubicBezTo>
                    <a:pt x="53440" y="4105"/>
                    <a:pt x="48648" y="83"/>
                    <a:pt x="40058" y="83"/>
                  </a:cubicBezTo>
                  <a:cubicBezTo>
                    <a:pt x="31829" y="83"/>
                    <a:pt x="26132" y="4999"/>
                    <a:pt x="22968" y="8933"/>
                  </a:cubicBezTo>
                  <a:cubicBezTo>
                    <a:pt x="22516" y="1602"/>
                    <a:pt x="15282" y="83"/>
                    <a:pt x="11936" y="83"/>
                  </a:cubicBezTo>
                  <a:cubicBezTo>
                    <a:pt x="2894" y="83"/>
                    <a:pt x="271" y="13760"/>
                    <a:pt x="271" y="13939"/>
                  </a:cubicBezTo>
                  <a:cubicBezTo>
                    <a:pt x="271" y="15191"/>
                    <a:pt x="1718" y="15191"/>
                    <a:pt x="2170" y="15191"/>
                  </a:cubicBezTo>
                  <a:cubicBezTo>
                    <a:pt x="3708" y="15191"/>
                    <a:pt x="3888" y="14654"/>
                    <a:pt x="4250" y="13492"/>
                  </a:cubicBezTo>
                  <a:cubicBezTo>
                    <a:pt x="5606" y="8307"/>
                    <a:pt x="7686" y="3122"/>
                    <a:pt x="11484" y="3122"/>
                  </a:cubicBezTo>
                  <a:cubicBezTo>
                    <a:pt x="14558" y="3122"/>
                    <a:pt x="15191" y="5983"/>
                    <a:pt x="15191" y="7860"/>
                  </a:cubicBezTo>
                  <a:cubicBezTo>
                    <a:pt x="15191" y="9112"/>
                    <a:pt x="14287" y="12509"/>
                    <a:pt x="13744" y="14833"/>
                  </a:cubicBezTo>
                  <a:cubicBezTo>
                    <a:pt x="13112" y="17247"/>
                    <a:pt x="12207" y="20912"/>
                    <a:pt x="11755" y="22879"/>
                  </a:cubicBezTo>
                  <a:lnTo>
                    <a:pt x="9675" y="308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6" name="Freeform: Shape 425">
              <a:extLst>
                <a:ext uri="{FF2B5EF4-FFF2-40B4-BE49-F238E27FC236}">
                  <a16:creationId xmlns:a16="http://schemas.microsoft.com/office/drawing/2014/main" id="{0FB80C88-3D7E-6CDE-3B3E-4211CB796447}"/>
                </a:ext>
              </a:extLst>
            </p:cNvPr>
            <p:cNvSpPr/>
            <p:nvPr>
              <p:custDataLst>
                <p:tags r:id="rId149"/>
              </p:custDataLst>
            </p:nvPr>
          </p:nvSpPr>
          <p:spPr>
            <a:xfrm>
              <a:off x="6363116" y="6282548"/>
              <a:ext cx="85576" cy="6132"/>
            </a:xfrm>
            <a:custGeom>
              <a:avLst/>
              <a:gdLst>
                <a:gd name="connsiteX0" fmla="*/ 80789 w 85576"/>
                <a:gd name="connsiteY0" fmla="*/ 6214 h 6132"/>
                <a:gd name="connsiteX1" fmla="*/ 85853 w 85576"/>
                <a:gd name="connsiteY1" fmla="*/ 3211 h 6132"/>
                <a:gd name="connsiteX2" fmla="*/ 80789 w 85576"/>
                <a:gd name="connsiteY2" fmla="*/ 82 h 6132"/>
                <a:gd name="connsiteX3" fmla="*/ 5340 w 85576"/>
                <a:gd name="connsiteY3" fmla="*/ 82 h 6132"/>
                <a:gd name="connsiteX4" fmla="*/ 276 w 85576"/>
                <a:gd name="connsiteY4" fmla="*/ 3085 h 6132"/>
                <a:gd name="connsiteX5" fmla="*/ 5340 w 85576"/>
                <a:gd name="connsiteY5" fmla="*/ 6214 h 6132"/>
                <a:gd name="connsiteX6" fmla="*/ 80789 w 85576"/>
                <a:gd name="connsiteY6" fmla="*/ 6214 h 6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576" h="6132">
                  <a:moveTo>
                    <a:pt x="80789" y="6214"/>
                  </a:moveTo>
                  <a:cubicBezTo>
                    <a:pt x="82815" y="6214"/>
                    <a:pt x="85853" y="6214"/>
                    <a:pt x="85853" y="3211"/>
                  </a:cubicBezTo>
                  <a:cubicBezTo>
                    <a:pt x="85853" y="82"/>
                    <a:pt x="82941" y="82"/>
                    <a:pt x="80789" y="82"/>
                  </a:cubicBezTo>
                  <a:lnTo>
                    <a:pt x="5340" y="82"/>
                  </a:lnTo>
                  <a:cubicBezTo>
                    <a:pt x="3315" y="82"/>
                    <a:pt x="276" y="82"/>
                    <a:pt x="276" y="3085"/>
                  </a:cubicBezTo>
                  <a:cubicBezTo>
                    <a:pt x="276" y="6214"/>
                    <a:pt x="3188" y="6214"/>
                    <a:pt x="5340" y="6214"/>
                  </a:cubicBezTo>
                  <a:lnTo>
                    <a:pt x="80789" y="62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7" name="Freeform: Shape 426">
              <a:extLst>
                <a:ext uri="{FF2B5EF4-FFF2-40B4-BE49-F238E27FC236}">
                  <a16:creationId xmlns:a16="http://schemas.microsoft.com/office/drawing/2014/main" id="{2C0E38B4-BA9F-E64F-4DC0-0ACF9C03AADF}"/>
                </a:ext>
              </a:extLst>
            </p:cNvPr>
            <p:cNvSpPr/>
            <p:nvPr>
              <p:custDataLst>
                <p:tags r:id="rId150"/>
              </p:custDataLst>
            </p:nvPr>
          </p:nvSpPr>
          <p:spPr>
            <a:xfrm>
              <a:off x="6468803" y="6261772"/>
              <a:ext cx="75449" cy="81976"/>
            </a:xfrm>
            <a:custGeom>
              <a:avLst/>
              <a:gdLst>
                <a:gd name="connsiteX0" fmla="*/ 789 w 75449"/>
                <a:gd name="connsiteY0" fmla="*/ 75425 h 81976"/>
                <a:gd name="connsiteX1" fmla="*/ 283 w 75449"/>
                <a:gd name="connsiteY1" fmla="*/ 78053 h 81976"/>
                <a:gd name="connsiteX2" fmla="*/ 4587 w 75449"/>
                <a:gd name="connsiteY2" fmla="*/ 82058 h 81976"/>
                <a:gd name="connsiteX3" fmla="*/ 10663 w 75449"/>
                <a:gd name="connsiteY3" fmla="*/ 75800 h 81976"/>
                <a:gd name="connsiteX4" fmla="*/ 16486 w 75449"/>
                <a:gd name="connsiteY4" fmla="*/ 52897 h 81976"/>
                <a:gd name="connsiteX5" fmla="*/ 30032 w 75449"/>
                <a:gd name="connsiteY5" fmla="*/ 56526 h 81976"/>
                <a:gd name="connsiteX6" fmla="*/ 48261 w 75449"/>
                <a:gd name="connsiteY6" fmla="*/ 47515 h 81976"/>
                <a:gd name="connsiteX7" fmla="*/ 61300 w 75449"/>
                <a:gd name="connsiteY7" fmla="*/ 56526 h 81976"/>
                <a:gd name="connsiteX8" fmla="*/ 71301 w 75449"/>
                <a:gd name="connsiteY8" fmla="*/ 49893 h 81976"/>
                <a:gd name="connsiteX9" fmla="*/ 75732 w 75449"/>
                <a:gd name="connsiteY9" fmla="*/ 37378 h 81976"/>
                <a:gd name="connsiteX10" fmla="*/ 73706 w 75449"/>
                <a:gd name="connsiteY10" fmla="*/ 35751 h 81976"/>
                <a:gd name="connsiteX11" fmla="*/ 70921 w 75449"/>
                <a:gd name="connsiteY11" fmla="*/ 39630 h 81976"/>
                <a:gd name="connsiteX12" fmla="*/ 61680 w 75449"/>
                <a:gd name="connsiteY12" fmla="*/ 53022 h 81976"/>
                <a:gd name="connsiteX13" fmla="*/ 57502 w 75449"/>
                <a:gd name="connsiteY13" fmla="*/ 46889 h 81976"/>
                <a:gd name="connsiteX14" fmla="*/ 59401 w 75449"/>
                <a:gd name="connsiteY14" fmla="*/ 37002 h 81976"/>
                <a:gd name="connsiteX15" fmla="*/ 62186 w 75449"/>
                <a:gd name="connsiteY15" fmla="*/ 25738 h 81976"/>
                <a:gd name="connsiteX16" fmla="*/ 65098 w 75449"/>
                <a:gd name="connsiteY16" fmla="*/ 14600 h 81976"/>
                <a:gd name="connsiteX17" fmla="*/ 67250 w 75449"/>
                <a:gd name="connsiteY17" fmla="*/ 5338 h 81976"/>
                <a:gd name="connsiteX18" fmla="*/ 63072 w 75449"/>
                <a:gd name="connsiteY18" fmla="*/ 1333 h 81976"/>
                <a:gd name="connsiteX19" fmla="*/ 57882 w 75449"/>
                <a:gd name="connsiteY19" fmla="*/ 4337 h 81976"/>
                <a:gd name="connsiteX20" fmla="*/ 55857 w 75449"/>
                <a:gd name="connsiteY20" fmla="*/ 11596 h 81976"/>
                <a:gd name="connsiteX21" fmla="*/ 53198 w 75449"/>
                <a:gd name="connsiteY21" fmla="*/ 21984 h 81976"/>
                <a:gd name="connsiteX22" fmla="*/ 49274 w 75449"/>
                <a:gd name="connsiteY22" fmla="*/ 37628 h 81976"/>
                <a:gd name="connsiteX23" fmla="*/ 47248 w 75449"/>
                <a:gd name="connsiteY23" fmla="*/ 42634 h 81976"/>
                <a:gd name="connsiteX24" fmla="*/ 30538 w 75449"/>
                <a:gd name="connsiteY24" fmla="*/ 53022 h 81976"/>
                <a:gd name="connsiteX25" fmla="*/ 20158 w 75449"/>
                <a:gd name="connsiteY25" fmla="*/ 41883 h 81976"/>
                <a:gd name="connsiteX26" fmla="*/ 22310 w 75449"/>
                <a:gd name="connsiteY26" fmla="*/ 30244 h 81976"/>
                <a:gd name="connsiteX27" fmla="*/ 25095 w 75449"/>
                <a:gd name="connsiteY27" fmla="*/ 18980 h 81976"/>
                <a:gd name="connsiteX28" fmla="*/ 26867 w 75449"/>
                <a:gd name="connsiteY28" fmla="*/ 11971 h 81976"/>
                <a:gd name="connsiteX29" fmla="*/ 28766 w 75449"/>
                <a:gd name="connsiteY29" fmla="*/ 4087 h 81976"/>
                <a:gd name="connsiteX30" fmla="*/ 24462 w 75449"/>
                <a:gd name="connsiteY30" fmla="*/ 82 h 81976"/>
                <a:gd name="connsiteX31" fmla="*/ 18385 w 75449"/>
                <a:gd name="connsiteY31" fmla="*/ 5964 h 81976"/>
                <a:gd name="connsiteX32" fmla="*/ 789 w 75449"/>
                <a:gd name="connsiteY32" fmla="*/ 75425 h 8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449" h="81976">
                  <a:moveTo>
                    <a:pt x="789" y="75425"/>
                  </a:moveTo>
                  <a:cubicBezTo>
                    <a:pt x="283" y="77302"/>
                    <a:pt x="283" y="77928"/>
                    <a:pt x="283" y="78053"/>
                  </a:cubicBezTo>
                  <a:cubicBezTo>
                    <a:pt x="283" y="80806"/>
                    <a:pt x="2561" y="82058"/>
                    <a:pt x="4587" y="82058"/>
                  </a:cubicBezTo>
                  <a:cubicBezTo>
                    <a:pt x="9144" y="82058"/>
                    <a:pt x="10157" y="77928"/>
                    <a:pt x="10663" y="75800"/>
                  </a:cubicBezTo>
                  <a:cubicBezTo>
                    <a:pt x="10916" y="75174"/>
                    <a:pt x="13448" y="65162"/>
                    <a:pt x="16486" y="52897"/>
                  </a:cubicBezTo>
                  <a:cubicBezTo>
                    <a:pt x="20411" y="55525"/>
                    <a:pt x="25474" y="56526"/>
                    <a:pt x="30032" y="56526"/>
                  </a:cubicBezTo>
                  <a:cubicBezTo>
                    <a:pt x="40919" y="56526"/>
                    <a:pt x="48008" y="47765"/>
                    <a:pt x="48261" y="47515"/>
                  </a:cubicBezTo>
                  <a:cubicBezTo>
                    <a:pt x="50666" y="56151"/>
                    <a:pt x="59401" y="56526"/>
                    <a:pt x="61300" y="56526"/>
                  </a:cubicBezTo>
                  <a:cubicBezTo>
                    <a:pt x="65857" y="56526"/>
                    <a:pt x="69022" y="53773"/>
                    <a:pt x="71301" y="49893"/>
                  </a:cubicBezTo>
                  <a:cubicBezTo>
                    <a:pt x="74086" y="45012"/>
                    <a:pt x="75732" y="37878"/>
                    <a:pt x="75732" y="37378"/>
                  </a:cubicBezTo>
                  <a:cubicBezTo>
                    <a:pt x="75732" y="35751"/>
                    <a:pt x="74086" y="35751"/>
                    <a:pt x="73706" y="35751"/>
                  </a:cubicBezTo>
                  <a:cubicBezTo>
                    <a:pt x="71934" y="35751"/>
                    <a:pt x="71807" y="36251"/>
                    <a:pt x="70921" y="39630"/>
                  </a:cubicBezTo>
                  <a:cubicBezTo>
                    <a:pt x="69402" y="45638"/>
                    <a:pt x="66997" y="53022"/>
                    <a:pt x="61680" y="53022"/>
                  </a:cubicBezTo>
                  <a:cubicBezTo>
                    <a:pt x="58388" y="53022"/>
                    <a:pt x="57502" y="50269"/>
                    <a:pt x="57502" y="46889"/>
                  </a:cubicBezTo>
                  <a:cubicBezTo>
                    <a:pt x="57502" y="44762"/>
                    <a:pt x="58515" y="40256"/>
                    <a:pt x="59401" y="37002"/>
                  </a:cubicBezTo>
                  <a:cubicBezTo>
                    <a:pt x="60287" y="33623"/>
                    <a:pt x="61553" y="28492"/>
                    <a:pt x="62186" y="25738"/>
                  </a:cubicBezTo>
                  <a:lnTo>
                    <a:pt x="65098" y="14600"/>
                  </a:lnTo>
                  <a:cubicBezTo>
                    <a:pt x="65857" y="11471"/>
                    <a:pt x="67250" y="5964"/>
                    <a:pt x="67250" y="5338"/>
                  </a:cubicBezTo>
                  <a:cubicBezTo>
                    <a:pt x="67250" y="2835"/>
                    <a:pt x="65224" y="1333"/>
                    <a:pt x="63072" y="1333"/>
                  </a:cubicBezTo>
                  <a:cubicBezTo>
                    <a:pt x="61680" y="1333"/>
                    <a:pt x="59275" y="1959"/>
                    <a:pt x="57882" y="4337"/>
                  </a:cubicBezTo>
                  <a:cubicBezTo>
                    <a:pt x="57502" y="5088"/>
                    <a:pt x="56490" y="9093"/>
                    <a:pt x="55857" y="11596"/>
                  </a:cubicBezTo>
                  <a:lnTo>
                    <a:pt x="53198" y="21984"/>
                  </a:lnTo>
                  <a:lnTo>
                    <a:pt x="49274" y="37628"/>
                  </a:lnTo>
                  <a:cubicBezTo>
                    <a:pt x="48388" y="40757"/>
                    <a:pt x="48388" y="41007"/>
                    <a:pt x="47248" y="42634"/>
                  </a:cubicBezTo>
                  <a:cubicBezTo>
                    <a:pt x="43324" y="48141"/>
                    <a:pt x="37754" y="53022"/>
                    <a:pt x="30538" y="53022"/>
                  </a:cubicBezTo>
                  <a:cubicBezTo>
                    <a:pt x="20158" y="53022"/>
                    <a:pt x="20158" y="44136"/>
                    <a:pt x="20158" y="41883"/>
                  </a:cubicBezTo>
                  <a:cubicBezTo>
                    <a:pt x="20158" y="38629"/>
                    <a:pt x="20537" y="37002"/>
                    <a:pt x="22310" y="30244"/>
                  </a:cubicBezTo>
                  <a:cubicBezTo>
                    <a:pt x="23576" y="24737"/>
                    <a:pt x="23829" y="23861"/>
                    <a:pt x="25095" y="18980"/>
                  </a:cubicBezTo>
                  <a:lnTo>
                    <a:pt x="26867" y="11971"/>
                  </a:lnTo>
                  <a:cubicBezTo>
                    <a:pt x="27500" y="9343"/>
                    <a:pt x="28766" y="4587"/>
                    <a:pt x="28766" y="4087"/>
                  </a:cubicBezTo>
                  <a:cubicBezTo>
                    <a:pt x="28766" y="1834"/>
                    <a:pt x="26994" y="82"/>
                    <a:pt x="24462" y="82"/>
                  </a:cubicBezTo>
                  <a:cubicBezTo>
                    <a:pt x="19904" y="82"/>
                    <a:pt x="18765" y="4462"/>
                    <a:pt x="18385" y="5964"/>
                  </a:cubicBezTo>
                  <a:lnTo>
                    <a:pt x="789" y="7542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sp>
          <p:nvSpPr>
            <p:cNvPr id="428" name="Freeform: Shape 427">
              <a:extLst>
                <a:ext uri="{FF2B5EF4-FFF2-40B4-BE49-F238E27FC236}">
                  <a16:creationId xmlns:a16="http://schemas.microsoft.com/office/drawing/2014/main" id="{63BEEBCB-73A7-B42E-DD80-1194829D78C1}"/>
                </a:ext>
              </a:extLst>
            </p:cNvPr>
            <p:cNvSpPr/>
            <p:nvPr>
              <p:custDataLst>
                <p:tags r:id="rId151"/>
              </p:custDataLst>
            </p:nvPr>
          </p:nvSpPr>
          <p:spPr>
            <a:xfrm>
              <a:off x="6553752" y="6275217"/>
              <a:ext cx="42770" cy="77953"/>
            </a:xfrm>
            <a:custGeom>
              <a:avLst/>
              <a:gdLst>
                <a:gd name="connsiteX0" fmla="*/ 43058 w 42770"/>
                <a:gd name="connsiteY0" fmla="*/ 3927 h 77953"/>
                <a:gd name="connsiteX1" fmla="*/ 39079 w 42770"/>
                <a:gd name="connsiteY1" fmla="*/ 83 h 77953"/>
                <a:gd name="connsiteX2" fmla="*/ 33473 w 42770"/>
                <a:gd name="connsiteY2" fmla="*/ 5446 h 77953"/>
                <a:gd name="connsiteX3" fmla="*/ 37451 w 42770"/>
                <a:gd name="connsiteY3" fmla="*/ 9290 h 77953"/>
                <a:gd name="connsiteX4" fmla="*/ 43058 w 42770"/>
                <a:gd name="connsiteY4" fmla="*/ 3927 h 77953"/>
                <a:gd name="connsiteX5" fmla="*/ 23345 w 42770"/>
                <a:gd name="connsiteY5" fmla="*/ 63733 h 77953"/>
                <a:gd name="connsiteX6" fmla="*/ 10415 w 42770"/>
                <a:gd name="connsiteY6" fmla="*/ 74996 h 77953"/>
                <a:gd name="connsiteX7" fmla="*/ 7160 w 42770"/>
                <a:gd name="connsiteY7" fmla="*/ 74549 h 77953"/>
                <a:gd name="connsiteX8" fmla="*/ 9963 w 42770"/>
                <a:gd name="connsiteY8" fmla="*/ 69811 h 77953"/>
                <a:gd name="connsiteX9" fmla="*/ 5894 w 42770"/>
                <a:gd name="connsiteY9" fmla="*/ 66146 h 77953"/>
                <a:gd name="connsiteX10" fmla="*/ 287 w 42770"/>
                <a:gd name="connsiteY10" fmla="*/ 71868 h 77953"/>
                <a:gd name="connsiteX11" fmla="*/ 10505 w 42770"/>
                <a:gd name="connsiteY11" fmla="*/ 78036 h 77953"/>
                <a:gd name="connsiteX12" fmla="*/ 31212 w 42770"/>
                <a:gd name="connsiteY12" fmla="*/ 63822 h 77953"/>
                <a:gd name="connsiteX13" fmla="*/ 39350 w 42770"/>
                <a:gd name="connsiteY13" fmla="*/ 31818 h 77953"/>
                <a:gd name="connsiteX14" fmla="*/ 39802 w 42770"/>
                <a:gd name="connsiteY14" fmla="*/ 28868 h 77953"/>
                <a:gd name="connsiteX15" fmla="*/ 28680 w 42770"/>
                <a:gd name="connsiteY15" fmla="*/ 20197 h 77953"/>
                <a:gd name="connsiteX16" fmla="*/ 11048 w 42770"/>
                <a:gd name="connsiteY16" fmla="*/ 34053 h 77953"/>
                <a:gd name="connsiteX17" fmla="*/ 12947 w 42770"/>
                <a:gd name="connsiteY17" fmla="*/ 35305 h 77953"/>
                <a:gd name="connsiteX18" fmla="*/ 14936 w 42770"/>
                <a:gd name="connsiteY18" fmla="*/ 34053 h 77953"/>
                <a:gd name="connsiteX19" fmla="*/ 28319 w 42770"/>
                <a:gd name="connsiteY19" fmla="*/ 23236 h 77953"/>
                <a:gd name="connsiteX20" fmla="*/ 32116 w 42770"/>
                <a:gd name="connsiteY20" fmla="*/ 27974 h 77953"/>
                <a:gd name="connsiteX21" fmla="*/ 31845 w 42770"/>
                <a:gd name="connsiteY21" fmla="*/ 30298 h 77953"/>
                <a:gd name="connsiteX22" fmla="*/ 23345 w 42770"/>
                <a:gd name="connsiteY22" fmla="*/ 63733 h 7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70" h="77953">
                  <a:moveTo>
                    <a:pt x="43058" y="3927"/>
                  </a:moveTo>
                  <a:cubicBezTo>
                    <a:pt x="43058" y="1871"/>
                    <a:pt x="41520" y="83"/>
                    <a:pt x="39079" y="83"/>
                  </a:cubicBezTo>
                  <a:cubicBezTo>
                    <a:pt x="36276" y="83"/>
                    <a:pt x="33473" y="2765"/>
                    <a:pt x="33473" y="5446"/>
                  </a:cubicBezTo>
                  <a:cubicBezTo>
                    <a:pt x="33473" y="7592"/>
                    <a:pt x="35191" y="9290"/>
                    <a:pt x="37451" y="9290"/>
                  </a:cubicBezTo>
                  <a:cubicBezTo>
                    <a:pt x="40526" y="9290"/>
                    <a:pt x="43058" y="6430"/>
                    <a:pt x="43058" y="3927"/>
                  </a:cubicBezTo>
                  <a:close/>
                  <a:moveTo>
                    <a:pt x="23345" y="63733"/>
                  </a:moveTo>
                  <a:cubicBezTo>
                    <a:pt x="21627" y="70527"/>
                    <a:pt x="15931" y="74996"/>
                    <a:pt x="10415" y="74996"/>
                  </a:cubicBezTo>
                  <a:cubicBezTo>
                    <a:pt x="8878" y="74996"/>
                    <a:pt x="7883" y="74728"/>
                    <a:pt x="7160" y="74549"/>
                  </a:cubicBezTo>
                  <a:cubicBezTo>
                    <a:pt x="9330" y="73298"/>
                    <a:pt x="9963" y="70974"/>
                    <a:pt x="9963" y="69811"/>
                  </a:cubicBezTo>
                  <a:cubicBezTo>
                    <a:pt x="9963" y="68292"/>
                    <a:pt x="8878" y="66146"/>
                    <a:pt x="5894" y="66146"/>
                  </a:cubicBezTo>
                  <a:cubicBezTo>
                    <a:pt x="2819" y="66146"/>
                    <a:pt x="287" y="68918"/>
                    <a:pt x="287" y="71868"/>
                  </a:cubicBezTo>
                  <a:cubicBezTo>
                    <a:pt x="287" y="75712"/>
                    <a:pt x="4356" y="78036"/>
                    <a:pt x="10505" y="78036"/>
                  </a:cubicBezTo>
                  <a:cubicBezTo>
                    <a:pt x="16654" y="78036"/>
                    <a:pt x="28409" y="74907"/>
                    <a:pt x="31212" y="63822"/>
                  </a:cubicBezTo>
                  <a:lnTo>
                    <a:pt x="39350" y="31818"/>
                  </a:lnTo>
                  <a:cubicBezTo>
                    <a:pt x="39531" y="30924"/>
                    <a:pt x="39802" y="30120"/>
                    <a:pt x="39802" y="28868"/>
                  </a:cubicBezTo>
                  <a:cubicBezTo>
                    <a:pt x="39802" y="23773"/>
                    <a:pt x="35010" y="20197"/>
                    <a:pt x="28680" y="20197"/>
                  </a:cubicBezTo>
                  <a:cubicBezTo>
                    <a:pt x="17739" y="20197"/>
                    <a:pt x="11048" y="32265"/>
                    <a:pt x="11048" y="34053"/>
                  </a:cubicBezTo>
                  <a:cubicBezTo>
                    <a:pt x="11048" y="35305"/>
                    <a:pt x="12495" y="35305"/>
                    <a:pt x="12947" y="35305"/>
                  </a:cubicBezTo>
                  <a:cubicBezTo>
                    <a:pt x="14303" y="35305"/>
                    <a:pt x="14484" y="34947"/>
                    <a:pt x="14936" y="34053"/>
                  </a:cubicBezTo>
                  <a:cubicBezTo>
                    <a:pt x="19095" y="25292"/>
                    <a:pt x="25244" y="23236"/>
                    <a:pt x="28319" y="23236"/>
                  </a:cubicBezTo>
                  <a:cubicBezTo>
                    <a:pt x="31935" y="23236"/>
                    <a:pt x="32116" y="26454"/>
                    <a:pt x="32116" y="27974"/>
                  </a:cubicBezTo>
                  <a:cubicBezTo>
                    <a:pt x="32116" y="29226"/>
                    <a:pt x="32026" y="29583"/>
                    <a:pt x="31845" y="30298"/>
                  </a:cubicBezTo>
                  <a:lnTo>
                    <a:pt x="23345" y="6373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noProof="0"/>
            </a:p>
          </p:txBody>
        </p:sp>
      </p:grpSp>
      <mc:AlternateContent xmlns:mc="http://schemas.openxmlformats.org/markup-compatibility/2006" xmlns:a14="http://schemas.microsoft.com/office/drawing/2010/main">
        <mc:Choice Requires="a14">
          <p:sp>
            <p:nvSpPr>
              <p:cNvPr id="486" name="TextBox 485">
                <a:extLst>
                  <a:ext uri="{FF2B5EF4-FFF2-40B4-BE49-F238E27FC236}">
                    <a16:creationId xmlns:a16="http://schemas.microsoft.com/office/drawing/2014/main" id="{EF61F575-3FA9-321D-BC47-4B955D58DEB6}"/>
                  </a:ext>
                </a:extLst>
              </p:cNvPr>
              <p:cNvSpPr txBox="1"/>
              <p:nvPr/>
            </p:nvSpPr>
            <p:spPr>
              <a:xfrm>
                <a:off x="5466396" y="1193115"/>
                <a:ext cx="6154103" cy="646331"/>
              </a:xfrm>
              <a:prstGeom prst="rect">
                <a:avLst/>
              </a:prstGeom>
              <a:noFill/>
            </p:spPr>
            <p:txBody>
              <a:bodyPr wrap="square">
                <a:spAutoFit/>
              </a:bodyPr>
              <a:lstStyle>
                <a:defPPr>
                  <a:defRPr lang="en-US"/>
                </a:defPPr>
                <a:lvl1pPr>
                  <a:defRPr sz="1200">
                    <a:solidFill>
                      <a:prstClr val="black"/>
                    </a:solidFill>
                    <a:latin typeface="Aptos" panose="020B0004020202020204"/>
                  </a:defRPr>
                </a:lvl1pPr>
              </a:lstStyle>
              <a:p>
                <a:r>
                  <a:rPr lang="en-GB" b="1"/>
                  <a:t>The lower cumulative odds </a:t>
                </a:r>
                <a14:m>
                  <m:oMath xmlns:m="http://schemas.openxmlformats.org/officeDocument/2006/math">
                    <m:r>
                      <a:rPr lang="en-GB" i="1" noProof="0" smtClean="0">
                        <a:latin typeface="Cambria Math" panose="02040503050406030204" pitchFamily="18" charset="0"/>
                      </a:rPr>
                      <m:t>(</m:t>
                    </m:r>
                    <m:sSub>
                      <m:sSubPr>
                        <m:ctrlPr>
                          <a:rPr lang="en-GB" i="1" noProof="0" smtClean="0">
                            <a:latin typeface="Cambria Math" panose="02040503050406030204" pitchFamily="18" charset="0"/>
                          </a:rPr>
                        </m:ctrlPr>
                      </m:sSubPr>
                      <m:e>
                        <m:r>
                          <a:rPr lang="en-GB" i="1" noProof="0" smtClean="0">
                            <a:latin typeface="Cambria Math" panose="02040503050406030204" pitchFamily="18" charset="0"/>
                          </a:rPr>
                          <m:t>𝑌</m:t>
                        </m:r>
                      </m:e>
                      <m:sub>
                        <m:r>
                          <a:rPr lang="en-GB" i="1" noProof="0" smtClean="0">
                            <a:latin typeface="Cambria Math" panose="02040503050406030204" pitchFamily="18" charset="0"/>
                          </a:rPr>
                          <m:t>𝑛</m:t>
                        </m:r>
                      </m:sub>
                    </m:sSub>
                    <m:r>
                      <a:rPr lang="en-GB" i="1" smtClean="0">
                        <a:latin typeface="Cambria Math" panose="02040503050406030204" pitchFamily="18" charset="0"/>
                      </a:rPr>
                      <m:t>≤</m:t>
                    </m:r>
                    <m:r>
                      <a:rPr lang="en-GB" i="1" noProof="0" smtClean="0">
                        <a:latin typeface="Cambria Math" panose="02040503050406030204" pitchFamily="18" charset="0"/>
                      </a:rPr>
                      <m:t>𝑗</m:t>
                    </m:r>
                    <m:r>
                      <a:rPr lang="en-GB" i="1" noProof="0" smtClean="0">
                        <a:latin typeface="Cambria Math" panose="02040503050406030204" pitchFamily="18" charset="0"/>
                      </a:rPr>
                      <m:t>) </m:t>
                    </m:r>
                  </m:oMath>
                </a14:m>
                <a:r>
                  <a:rPr lang="en-US"/>
                  <a:t>are defined as the ratio between:</a:t>
                </a:r>
              </a:p>
              <a:p>
                <a:pPr marL="171450" indent="-171450">
                  <a:buFont typeface="Arial" panose="020B0604020202020204" pitchFamily="34" charset="0"/>
                  <a:buChar char="•"/>
                </a:pPr>
                <a:r>
                  <a:rPr lang="en-GB"/>
                  <a:t>The probability tha </a:t>
                </a:r>
                <a14:m>
                  <m:oMath xmlns:m="http://schemas.openxmlformats.org/officeDocument/2006/math">
                    <m:sSub>
                      <m:sSubPr>
                        <m:ctrlPr>
                          <a:rPr lang="en-GB" i="1" noProof="0" smtClean="0">
                            <a:latin typeface="Cambria Math" panose="02040503050406030204" pitchFamily="18" charset="0"/>
                          </a:rPr>
                        </m:ctrlPr>
                      </m:sSubPr>
                      <m:e>
                        <m:r>
                          <a:rPr lang="en-GB" i="1" noProof="0" smtClean="0">
                            <a:latin typeface="Cambria Math" panose="02040503050406030204" pitchFamily="18" charset="0"/>
                          </a:rPr>
                          <m:t>𝑌</m:t>
                        </m:r>
                      </m:e>
                      <m:sub>
                        <m:r>
                          <a:rPr lang="en-GB" i="1" noProof="0" smtClean="0">
                            <a:latin typeface="Cambria Math" panose="02040503050406030204" pitchFamily="18" charset="0"/>
                          </a:rPr>
                          <m:t>𝑛</m:t>
                        </m:r>
                      </m:sub>
                    </m:sSub>
                  </m:oMath>
                </a14:m>
                <a:r>
                  <a:rPr lang="en-GB"/>
                  <a:t> is greater than </a:t>
                </a:r>
                <a:r>
                  <a:rPr lang="en-GB" i="1"/>
                  <a:t>j</a:t>
                </a:r>
              </a:p>
              <a:p>
                <a:pPr marL="171450" indent="-171450">
                  <a:buFont typeface="Arial" panose="020B0604020202020204" pitchFamily="34" charset="0"/>
                  <a:buChar char="•"/>
                </a:pPr>
                <a:r>
                  <a:rPr lang="en-GB"/>
                  <a:t>The probability that </a:t>
                </a:r>
                <a14:m>
                  <m:oMath xmlns:m="http://schemas.openxmlformats.org/officeDocument/2006/math">
                    <m:sSub>
                      <m:sSubPr>
                        <m:ctrlPr>
                          <a:rPr lang="en-GB" i="1" noProof="0" smtClean="0">
                            <a:latin typeface="Cambria Math" panose="02040503050406030204" pitchFamily="18" charset="0"/>
                          </a:rPr>
                        </m:ctrlPr>
                      </m:sSubPr>
                      <m:e>
                        <m:r>
                          <a:rPr lang="en-GB" i="1" noProof="0" smtClean="0">
                            <a:latin typeface="Cambria Math" panose="02040503050406030204" pitchFamily="18" charset="0"/>
                          </a:rPr>
                          <m:t>𝑌</m:t>
                        </m:r>
                      </m:e>
                      <m:sub>
                        <m:r>
                          <a:rPr lang="en-GB" i="1" noProof="0" smtClean="0">
                            <a:latin typeface="Cambria Math" panose="02040503050406030204" pitchFamily="18" charset="0"/>
                          </a:rPr>
                          <m:t>𝑛</m:t>
                        </m:r>
                      </m:sub>
                    </m:sSub>
                  </m:oMath>
                </a14:m>
                <a:r>
                  <a:rPr lang="en-US"/>
                  <a:t>is less than or equal to </a:t>
                </a:r>
                <a:r>
                  <a:rPr lang="en-US" i="1"/>
                  <a:t>j</a:t>
                </a:r>
                <a:endParaRPr lang="en-GB" i="1" noProof="0"/>
              </a:p>
            </p:txBody>
          </p:sp>
        </mc:Choice>
        <mc:Fallback xmlns="">
          <p:sp>
            <p:nvSpPr>
              <p:cNvPr id="486" name="TextBox 485">
                <a:extLst>
                  <a:ext uri="{FF2B5EF4-FFF2-40B4-BE49-F238E27FC236}">
                    <a16:creationId xmlns:a16="http://schemas.microsoft.com/office/drawing/2014/main" id="{EF61F575-3FA9-321D-BC47-4B955D58DEB6}"/>
                  </a:ext>
                </a:extLst>
              </p:cNvPr>
              <p:cNvSpPr txBox="1">
                <a:spLocks noRot="1" noChangeAspect="1" noMove="1" noResize="1" noEditPoints="1" noAdjustHandles="1" noChangeArrowheads="1" noChangeShapeType="1" noTextEdit="1"/>
              </p:cNvSpPr>
              <p:nvPr/>
            </p:nvSpPr>
            <p:spPr>
              <a:xfrm>
                <a:off x="5466396" y="1193115"/>
                <a:ext cx="6154103" cy="646331"/>
              </a:xfrm>
              <a:prstGeom prst="rect">
                <a:avLst/>
              </a:prstGeom>
              <a:blipFill>
                <a:blip r:embed="rId232"/>
                <a:stretch>
                  <a:fillRect l="-99" t="-943" b="-6604"/>
                </a:stretch>
              </a:blipFill>
            </p:spPr>
            <p:txBody>
              <a:bodyPr/>
              <a:lstStyle/>
              <a:p>
                <a:r>
                  <a:rPr lang="en-US">
                    <a:noFill/>
                  </a:rPr>
                  <a:t> </a:t>
                </a:r>
              </a:p>
            </p:txBody>
          </p:sp>
        </mc:Fallback>
      </mc:AlternateContent>
      <p:grpSp>
        <p:nvGrpSpPr>
          <p:cNvPr id="915" name="Group 914" descr="\documentclass{article}&#10;\usepackage{amsmath}&#10;\pagestyle{empty}&#10;\begin{document}&#10;&#10;$$\text{Odds}(Y_n \le j) = \frac{P(Y_n \le j)}{P(Y_n &gt; j)}$$&#10;&#10;\end{document}" title="IguanaTex Shape Display">
            <a:extLst>
              <a:ext uri="{FF2B5EF4-FFF2-40B4-BE49-F238E27FC236}">
                <a16:creationId xmlns:a16="http://schemas.microsoft.com/office/drawing/2014/main" id="{0A19A896-8DDF-8FFA-769A-3118864F821F}"/>
              </a:ext>
            </a:extLst>
          </p:cNvPr>
          <p:cNvGrpSpPr>
            <a:grpSpLocks noChangeAspect="1"/>
          </p:cNvGrpSpPr>
          <p:nvPr>
            <p:custDataLst>
              <p:tags r:id="rId5"/>
            </p:custDataLst>
          </p:nvPr>
        </p:nvGrpSpPr>
        <p:grpSpPr>
          <a:xfrm>
            <a:off x="7061200" y="2153920"/>
            <a:ext cx="2137922" cy="413891"/>
            <a:chOff x="10209501" y="3077050"/>
            <a:chExt cx="2137922" cy="413891"/>
          </a:xfrm>
        </p:grpSpPr>
        <p:sp>
          <p:nvSpPr>
            <p:cNvPr id="889" name="Freeform: Shape 888">
              <a:extLst>
                <a:ext uri="{FF2B5EF4-FFF2-40B4-BE49-F238E27FC236}">
                  <a16:creationId xmlns:a16="http://schemas.microsoft.com/office/drawing/2014/main" id="{12E14CB3-814D-EA55-83D0-FB954D90DBA4}"/>
                </a:ext>
              </a:extLst>
            </p:cNvPr>
            <p:cNvSpPr/>
            <p:nvPr>
              <p:custDataLst>
                <p:tags r:id="rId106"/>
              </p:custDataLst>
            </p:nvPr>
          </p:nvSpPr>
          <p:spPr>
            <a:xfrm>
              <a:off x="10209501" y="3203455"/>
              <a:ext cx="119757" cy="127367"/>
            </a:xfrm>
            <a:custGeom>
              <a:avLst/>
              <a:gdLst>
                <a:gd name="connsiteX0" fmla="*/ 119931 w 119757"/>
                <a:gd name="connsiteY0" fmla="*/ 64200 h 127367"/>
                <a:gd name="connsiteX1" fmla="*/ 59962 w 119757"/>
                <a:gd name="connsiteY1" fmla="*/ 78 h 127367"/>
                <a:gd name="connsiteX2" fmla="*/ 174 w 119757"/>
                <a:gd name="connsiteY2" fmla="*/ 64200 h 127367"/>
                <a:gd name="connsiteX3" fmla="*/ 59962 w 119757"/>
                <a:gd name="connsiteY3" fmla="*/ 127445 h 127367"/>
                <a:gd name="connsiteX4" fmla="*/ 119931 w 119757"/>
                <a:gd name="connsiteY4" fmla="*/ 64200 h 127367"/>
                <a:gd name="connsiteX5" fmla="*/ 60142 w 119757"/>
                <a:gd name="connsiteY5" fmla="*/ 122890 h 127367"/>
                <a:gd name="connsiteX6" fmla="*/ 18723 w 119757"/>
                <a:gd name="connsiteY6" fmla="*/ 61747 h 127367"/>
                <a:gd name="connsiteX7" fmla="*/ 59962 w 119757"/>
                <a:gd name="connsiteY7" fmla="*/ 4458 h 127367"/>
                <a:gd name="connsiteX8" fmla="*/ 101382 w 119757"/>
                <a:gd name="connsiteY8" fmla="*/ 61747 h 127367"/>
                <a:gd name="connsiteX9" fmla="*/ 60142 w 119757"/>
                <a:gd name="connsiteY9" fmla="*/ 122890 h 12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757" h="127367">
                  <a:moveTo>
                    <a:pt x="119931" y="64200"/>
                  </a:moveTo>
                  <a:cubicBezTo>
                    <a:pt x="119931" y="28460"/>
                    <a:pt x="92738" y="78"/>
                    <a:pt x="59962" y="78"/>
                  </a:cubicBezTo>
                  <a:cubicBezTo>
                    <a:pt x="27727" y="78"/>
                    <a:pt x="174" y="28109"/>
                    <a:pt x="174" y="64200"/>
                  </a:cubicBezTo>
                  <a:cubicBezTo>
                    <a:pt x="174" y="100115"/>
                    <a:pt x="27907" y="127445"/>
                    <a:pt x="59962" y="127445"/>
                  </a:cubicBezTo>
                  <a:cubicBezTo>
                    <a:pt x="92738" y="127445"/>
                    <a:pt x="119931" y="99589"/>
                    <a:pt x="119931" y="64200"/>
                  </a:cubicBezTo>
                  <a:close/>
                  <a:moveTo>
                    <a:pt x="60142" y="122890"/>
                  </a:moveTo>
                  <a:cubicBezTo>
                    <a:pt x="42854" y="122890"/>
                    <a:pt x="18723" y="107473"/>
                    <a:pt x="18723" y="61747"/>
                  </a:cubicBezTo>
                  <a:cubicBezTo>
                    <a:pt x="18723" y="16371"/>
                    <a:pt x="45015" y="4458"/>
                    <a:pt x="59962" y="4458"/>
                  </a:cubicBezTo>
                  <a:cubicBezTo>
                    <a:pt x="75630" y="4458"/>
                    <a:pt x="101382" y="16897"/>
                    <a:pt x="101382" y="61747"/>
                  </a:cubicBezTo>
                  <a:cubicBezTo>
                    <a:pt x="101382" y="108174"/>
                    <a:pt x="76710" y="122890"/>
                    <a:pt x="60142" y="12289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0" name="Freeform: Shape 889">
              <a:extLst>
                <a:ext uri="{FF2B5EF4-FFF2-40B4-BE49-F238E27FC236}">
                  <a16:creationId xmlns:a16="http://schemas.microsoft.com/office/drawing/2014/main" id="{42FD9DE6-C340-3F36-5614-F81230184935}"/>
                </a:ext>
              </a:extLst>
            </p:cNvPr>
            <p:cNvSpPr/>
            <p:nvPr>
              <p:custDataLst>
                <p:tags r:id="rId107"/>
              </p:custDataLst>
            </p:nvPr>
          </p:nvSpPr>
          <p:spPr>
            <a:xfrm>
              <a:off x="10345607" y="3205382"/>
              <a:ext cx="88782" cy="123512"/>
            </a:xfrm>
            <a:custGeom>
              <a:avLst/>
              <a:gdLst>
                <a:gd name="connsiteX0" fmla="*/ 62491 w 88782"/>
                <a:gd name="connsiteY0" fmla="*/ 112028 h 123512"/>
                <a:gd name="connsiteX1" fmla="*/ 62491 w 88782"/>
                <a:gd name="connsiteY1" fmla="*/ 123591 h 123512"/>
                <a:gd name="connsiteX2" fmla="*/ 88964 w 88782"/>
                <a:gd name="connsiteY2" fmla="*/ 121664 h 123512"/>
                <a:gd name="connsiteX3" fmla="*/ 88964 w 88782"/>
                <a:gd name="connsiteY3" fmla="*/ 116233 h 123512"/>
                <a:gd name="connsiteX4" fmla="*/ 74917 w 88782"/>
                <a:gd name="connsiteY4" fmla="*/ 106422 h 123512"/>
                <a:gd name="connsiteX5" fmla="*/ 74917 w 88782"/>
                <a:gd name="connsiteY5" fmla="*/ 78 h 123512"/>
                <a:gd name="connsiteX6" fmla="*/ 48985 w 88782"/>
                <a:gd name="connsiteY6" fmla="*/ 2005 h 123512"/>
                <a:gd name="connsiteX7" fmla="*/ 48985 w 88782"/>
                <a:gd name="connsiteY7" fmla="*/ 7436 h 123512"/>
                <a:gd name="connsiteX8" fmla="*/ 63031 w 88782"/>
                <a:gd name="connsiteY8" fmla="*/ 17247 h 123512"/>
                <a:gd name="connsiteX9" fmla="*/ 63031 w 88782"/>
                <a:gd name="connsiteY9" fmla="*/ 55089 h 123512"/>
                <a:gd name="connsiteX10" fmla="*/ 40341 w 88782"/>
                <a:gd name="connsiteY10" fmla="*/ 44227 h 123512"/>
                <a:gd name="connsiteX11" fmla="*/ 181 w 88782"/>
                <a:gd name="connsiteY11" fmla="*/ 83997 h 123512"/>
                <a:gd name="connsiteX12" fmla="*/ 38360 w 88782"/>
                <a:gd name="connsiteY12" fmla="*/ 123591 h 123512"/>
                <a:gd name="connsiteX13" fmla="*/ 62491 w 88782"/>
                <a:gd name="connsiteY13" fmla="*/ 112028 h 123512"/>
                <a:gd name="connsiteX14" fmla="*/ 62491 w 88782"/>
                <a:gd name="connsiteY14" fmla="*/ 65076 h 123512"/>
                <a:gd name="connsiteX15" fmla="*/ 62491 w 88782"/>
                <a:gd name="connsiteY15" fmla="*/ 100991 h 123512"/>
                <a:gd name="connsiteX16" fmla="*/ 60510 w 88782"/>
                <a:gd name="connsiteY16" fmla="*/ 107473 h 123512"/>
                <a:gd name="connsiteX17" fmla="*/ 39260 w 88782"/>
                <a:gd name="connsiteY17" fmla="*/ 119737 h 123512"/>
                <a:gd name="connsiteX18" fmla="*/ 20351 w 88782"/>
                <a:gd name="connsiteY18" fmla="*/ 108524 h 123512"/>
                <a:gd name="connsiteX19" fmla="*/ 15129 w 88782"/>
                <a:gd name="connsiteY19" fmla="*/ 84172 h 123512"/>
                <a:gd name="connsiteX20" fmla="*/ 20711 w 88782"/>
                <a:gd name="connsiteY20" fmla="*/ 59294 h 123512"/>
                <a:gd name="connsiteX21" fmla="*/ 41061 w 88782"/>
                <a:gd name="connsiteY21" fmla="*/ 48082 h 123512"/>
                <a:gd name="connsiteX22" fmla="*/ 60510 w 88782"/>
                <a:gd name="connsiteY22" fmla="*/ 58593 h 123512"/>
                <a:gd name="connsiteX23" fmla="*/ 62491 w 88782"/>
                <a:gd name="connsiteY23" fmla="*/ 65076 h 1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8782" h="123512">
                  <a:moveTo>
                    <a:pt x="62491" y="112028"/>
                  </a:moveTo>
                  <a:lnTo>
                    <a:pt x="62491" y="123591"/>
                  </a:lnTo>
                  <a:lnTo>
                    <a:pt x="88964" y="121664"/>
                  </a:lnTo>
                  <a:lnTo>
                    <a:pt x="88964" y="116233"/>
                  </a:lnTo>
                  <a:cubicBezTo>
                    <a:pt x="76358" y="116233"/>
                    <a:pt x="74917" y="115006"/>
                    <a:pt x="74917" y="106422"/>
                  </a:cubicBezTo>
                  <a:lnTo>
                    <a:pt x="74917" y="78"/>
                  </a:lnTo>
                  <a:lnTo>
                    <a:pt x="48985" y="2005"/>
                  </a:lnTo>
                  <a:lnTo>
                    <a:pt x="48985" y="7436"/>
                  </a:lnTo>
                  <a:cubicBezTo>
                    <a:pt x="61591" y="7436"/>
                    <a:pt x="63031" y="8663"/>
                    <a:pt x="63031" y="17247"/>
                  </a:cubicBezTo>
                  <a:lnTo>
                    <a:pt x="63031" y="55089"/>
                  </a:lnTo>
                  <a:cubicBezTo>
                    <a:pt x="57809" y="48782"/>
                    <a:pt x="50065" y="44227"/>
                    <a:pt x="40341" y="44227"/>
                  </a:cubicBezTo>
                  <a:cubicBezTo>
                    <a:pt x="19090" y="44227"/>
                    <a:pt x="181" y="61396"/>
                    <a:pt x="181" y="83997"/>
                  </a:cubicBezTo>
                  <a:cubicBezTo>
                    <a:pt x="181" y="106246"/>
                    <a:pt x="17830" y="123591"/>
                    <a:pt x="38360" y="123591"/>
                  </a:cubicBezTo>
                  <a:cubicBezTo>
                    <a:pt x="49885" y="123591"/>
                    <a:pt x="57989" y="117634"/>
                    <a:pt x="62491" y="112028"/>
                  </a:cubicBezTo>
                  <a:close/>
                  <a:moveTo>
                    <a:pt x="62491" y="65076"/>
                  </a:moveTo>
                  <a:lnTo>
                    <a:pt x="62491" y="100991"/>
                  </a:lnTo>
                  <a:cubicBezTo>
                    <a:pt x="62491" y="104144"/>
                    <a:pt x="62491" y="104494"/>
                    <a:pt x="60510" y="107473"/>
                  </a:cubicBezTo>
                  <a:cubicBezTo>
                    <a:pt x="55108" y="115882"/>
                    <a:pt x="47004" y="119737"/>
                    <a:pt x="39260" y="119737"/>
                  </a:cubicBezTo>
                  <a:cubicBezTo>
                    <a:pt x="31156" y="119737"/>
                    <a:pt x="24673" y="115181"/>
                    <a:pt x="20351" y="108524"/>
                  </a:cubicBezTo>
                  <a:cubicBezTo>
                    <a:pt x="15669" y="101341"/>
                    <a:pt x="15129" y="91355"/>
                    <a:pt x="15129" y="84172"/>
                  </a:cubicBezTo>
                  <a:cubicBezTo>
                    <a:pt x="15129" y="77690"/>
                    <a:pt x="15489" y="67178"/>
                    <a:pt x="20711" y="59294"/>
                  </a:cubicBezTo>
                  <a:cubicBezTo>
                    <a:pt x="24493" y="53863"/>
                    <a:pt x="31336" y="48082"/>
                    <a:pt x="41061" y="48082"/>
                  </a:cubicBezTo>
                  <a:cubicBezTo>
                    <a:pt x="47364" y="48082"/>
                    <a:pt x="54928" y="50709"/>
                    <a:pt x="60510" y="58593"/>
                  </a:cubicBezTo>
                  <a:cubicBezTo>
                    <a:pt x="62491" y="61572"/>
                    <a:pt x="62491" y="61922"/>
                    <a:pt x="62491" y="6507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1" name="Freeform: Shape 890">
              <a:extLst>
                <a:ext uri="{FF2B5EF4-FFF2-40B4-BE49-F238E27FC236}">
                  <a16:creationId xmlns:a16="http://schemas.microsoft.com/office/drawing/2014/main" id="{4C27EB58-BAE1-8221-372D-28FD1EC7596D}"/>
                </a:ext>
              </a:extLst>
            </p:cNvPr>
            <p:cNvSpPr/>
            <p:nvPr>
              <p:custDataLst>
                <p:tags r:id="rId108"/>
              </p:custDataLst>
            </p:nvPr>
          </p:nvSpPr>
          <p:spPr>
            <a:xfrm>
              <a:off x="10445655" y="3205382"/>
              <a:ext cx="88782" cy="123512"/>
            </a:xfrm>
            <a:custGeom>
              <a:avLst/>
              <a:gdLst>
                <a:gd name="connsiteX0" fmla="*/ 62497 w 88782"/>
                <a:gd name="connsiteY0" fmla="*/ 112028 h 123512"/>
                <a:gd name="connsiteX1" fmla="*/ 62497 w 88782"/>
                <a:gd name="connsiteY1" fmla="*/ 123591 h 123512"/>
                <a:gd name="connsiteX2" fmla="*/ 88969 w 88782"/>
                <a:gd name="connsiteY2" fmla="*/ 121664 h 123512"/>
                <a:gd name="connsiteX3" fmla="*/ 88969 w 88782"/>
                <a:gd name="connsiteY3" fmla="*/ 116233 h 123512"/>
                <a:gd name="connsiteX4" fmla="*/ 74923 w 88782"/>
                <a:gd name="connsiteY4" fmla="*/ 106422 h 123512"/>
                <a:gd name="connsiteX5" fmla="*/ 74923 w 88782"/>
                <a:gd name="connsiteY5" fmla="*/ 78 h 123512"/>
                <a:gd name="connsiteX6" fmla="*/ 48990 w 88782"/>
                <a:gd name="connsiteY6" fmla="*/ 2005 h 123512"/>
                <a:gd name="connsiteX7" fmla="*/ 48990 w 88782"/>
                <a:gd name="connsiteY7" fmla="*/ 7436 h 123512"/>
                <a:gd name="connsiteX8" fmla="*/ 63037 w 88782"/>
                <a:gd name="connsiteY8" fmla="*/ 17247 h 123512"/>
                <a:gd name="connsiteX9" fmla="*/ 63037 w 88782"/>
                <a:gd name="connsiteY9" fmla="*/ 55089 h 123512"/>
                <a:gd name="connsiteX10" fmla="*/ 40346 w 88782"/>
                <a:gd name="connsiteY10" fmla="*/ 44227 h 123512"/>
                <a:gd name="connsiteX11" fmla="*/ 187 w 88782"/>
                <a:gd name="connsiteY11" fmla="*/ 83997 h 123512"/>
                <a:gd name="connsiteX12" fmla="*/ 38365 w 88782"/>
                <a:gd name="connsiteY12" fmla="*/ 123591 h 123512"/>
                <a:gd name="connsiteX13" fmla="*/ 62497 w 88782"/>
                <a:gd name="connsiteY13" fmla="*/ 112028 h 123512"/>
                <a:gd name="connsiteX14" fmla="*/ 62497 w 88782"/>
                <a:gd name="connsiteY14" fmla="*/ 65076 h 123512"/>
                <a:gd name="connsiteX15" fmla="*/ 62497 w 88782"/>
                <a:gd name="connsiteY15" fmla="*/ 100991 h 123512"/>
                <a:gd name="connsiteX16" fmla="*/ 60516 w 88782"/>
                <a:gd name="connsiteY16" fmla="*/ 107473 h 123512"/>
                <a:gd name="connsiteX17" fmla="*/ 39266 w 88782"/>
                <a:gd name="connsiteY17" fmla="*/ 119737 h 123512"/>
                <a:gd name="connsiteX18" fmla="*/ 20357 w 88782"/>
                <a:gd name="connsiteY18" fmla="*/ 108524 h 123512"/>
                <a:gd name="connsiteX19" fmla="*/ 15134 w 88782"/>
                <a:gd name="connsiteY19" fmla="*/ 84172 h 123512"/>
                <a:gd name="connsiteX20" fmla="*/ 20717 w 88782"/>
                <a:gd name="connsiteY20" fmla="*/ 59294 h 123512"/>
                <a:gd name="connsiteX21" fmla="*/ 41066 w 88782"/>
                <a:gd name="connsiteY21" fmla="*/ 48082 h 123512"/>
                <a:gd name="connsiteX22" fmla="*/ 60516 w 88782"/>
                <a:gd name="connsiteY22" fmla="*/ 58593 h 123512"/>
                <a:gd name="connsiteX23" fmla="*/ 62497 w 88782"/>
                <a:gd name="connsiteY23" fmla="*/ 65076 h 1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8782" h="123512">
                  <a:moveTo>
                    <a:pt x="62497" y="112028"/>
                  </a:moveTo>
                  <a:lnTo>
                    <a:pt x="62497" y="123591"/>
                  </a:lnTo>
                  <a:lnTo>
                    <a:pt x="88969" y="121664"/>
                  </a:lnTo>
                  <a:lnTo>
                    <a:pt x="88969" y="116233"/>
                  </a:lnTo>
                  <a:cubicBezTo>
                    <a:pt x="76363" y="116233"/>
                    <a:pt x="74923" y="115006"/>
                    <a:pt x="74923" y="106422"/>
                  </a:cubicBezTo>
                  <a:lnTo>
                    <a:pt x="74923" y="78"/>
                  </a:lnTo>
                  <a:lnTo>
                    <a:pt x="48990" y="2005"/>
                  </a:lnTo>
                  <a:lnTo>
                    <a:pt x="48990" y="7436"/>
                  </a:lnTo>
                  <a:cubicBezTo>
                    <a:pt x="61596" y="7436"/>
                    <a:pt x="63037" y="8663"/>
                    <a:pt x="63037" y="17247"/>
                  </a:cubicBezTo>
                  <a:lnTo>
                    <a:pt x="63037" y="55089"/>
                  </a:lnTo>
                  <a:cubicBezTo>
                    <a:pt x="57815" y="48782"/>
                    <a:pt x="50071" y="44227"/>
                    <a:pt x="40346" y="44227"/>
                  </a:cubicBezTo>
                  <a:cubicBezTo>
                    <a:pt x="19096" y="44227"/>
                    <a:pt x="187" y="61396"/>
                    <a:pt x="187" y="83997"/>
                  </a:cubicBezTo>
                  <a:cubicBezTo>
                    <a:pt x="187" y="106246"/>
                    <a:pt x="17835" y="123591"/>
                    <a:pt x="38365" y="123591"/>
                  </a:cubicBezTo>
                  <a:cubicBezTo>
                    <a:pt x="49891" y="123591"/>
                    <a:pt x="57995" y="117634"/>
                    <a:pt x="62497" y="112028"/>
                  </a:cubicBezTo>
                  <a:close/>
                  <a:moveTo>
                    <a:pt x="62497" y="65076"/>
                  </a:moveTo>
                  <a:lnTo>
                    <a:pt x="62497" y="100991"/>
                  </a:lnTo>
                  <a:cubicBezTo>
                    <a:pt x="62497" y="104144"/>
                    <a:pt x="62497" y="104494"/>
                    <a:pt x="60516" y="107473"/>
                  </a:cubicBezTo>
                  <a:cubicBezTo>
                    <a:pt x="55113" y="115882"/>
                    <a:pt x="47009" y="119737"/>
                    <a:pt x="39266" y="119737"/>
                  </a:cubicBezTo>
                  <a:cubicBezTo>
                    <a:pt x="31162" y="119737"/>
                    <a:pt x="24679" y="115181"/>
                    <a:pt x="20357" y="108524"/>
                  </a:cubicBezTo>
                  <a:cubicBezTo>
                    <a:pt x="15674" y="101341"/>
                    <a:pt x="15134" y="91355"/>
                    <a:pt x="15134" y="84172"/>
                  </a:cubicBezTo>
                  <a:cubicBezTo>
                    <a:pt x="15134" y="77690"/>
                    <a:pt x="15494" y="67178"/>
                    <a:pt x="20717" y="59294"/>
                  </a:cubicBezTo>
                  <a:cubicBezTo>
                    <a:pt x="24499" y="53863"/>
                    <a:pt x="31342" y="48082"/>
                    <a:pt x="41066" y="48082"/>
                  </a:cubicBezTo>
                  <a:cubicBezTo>
                    <a:pt x="47370" y="48082"/>
                    <a:pt x="54933" y="50709"/>
                    <a:pt x="60516" y="58593"/>
                  </a:cubicBezTo>
                  <a:cubicBezTo>
                    <a:pt x="62497" y="61572"/>
                    <a:pt x="62497" y="61922"/>
                    <a:pt x="62497" y="6507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2" name="Freeform: Shape 891">
              <a:extLst>
                <a:ext uri="{FF2B5EF4-FFF2-40B4-BE49-F238E27FC236}">
                  <a16:creationId xmlns:a16="http://schemas.microsoft.com/office/drawing/2014/main" id="{48F55985-EA4E-E2D6-C9CF-16C9E914A645}"/>
                </a:ext>
              </a:extLst>
            </p:cNvPr>
            <p:cNvSpPr/>
            <p:nvPr>
              <p:custDataLst>
                <p:tags r:id="rId109"/>
              </p:custDataLst>
            </p:nvPr>
          </p:nvSpPr>
          <p:spPr>
            <a:xfrm>
              <a:off x="10545523" y="3248480"/>
              <a:ext cx="58888" cy="80414"/>
            </a:xfrm>
            <a:custGeom>
              <a:avLst/>
              <a:gdLst>
                <a:gd name="connsiteX0" fmla="*/ 31708 w 58888"/>
                <a:gd name="connsiteY0" fmla="*/ 44578 h 80414"/>
                <a:gd name="connsiteX1" fmla="*/ 50437 w 58888"/>
                <a:gd name="connsiteY1" fmla="*/ 60696 h 80414"/>
                <a:gd name="connsiteX2" fmla="*/ 30087 w 58888"/>
                <a:gd name="connsiteY2" fmla="*/ 76638 h 80414"/>
                <a:gd name="connsiteX3" fmla="*/ 5055 w 58888"/>
                <a:gd name="connsiteY3" fmla="*/ 51761 h 80414"/>
                <a:gd name="connsiteX4" fmla="*/ 2534 w 58888"/>
                <a:gd name="connsiteY4" fmla="*/ 48782 h 80414"/>
                <a:gd name="connsiteX5" fmla="*/ 192 w 58888"/>
                <a:gd name="connsiteY5" fmla="*/ 53162 h 80414"/>
                <a:gd name="connsiteX6" fmla="*/ 192 w 58888"/>
                <a:gd name="connsiteY6" fmla="*/ 76288 h 80414"/>
                <a:gd name="connsiteX7" fmla="*/ 2173 w 58888"/>
                <a:gd name="connsiteY7" fmla="*/ 80493 h 80414"/>
                <a:gd name="connsiteX8" fmla="*/ 6676 w 58888"/>
                <a:gd name="connsiteY8" fmla="*/ 76989 h 80414"/>
                <a:gd name="connsiteX9" fmla="*/ 10277 w 58888"/>
                <a:gd name="connsiteY9" fmla="*/ 72959 h 80414"/>
                <a:gd name="connsiteX10" fmla="*/ 30087 w 58888"/>
                <a:gd name="connsiteY10" fmla="*/ 80493 h 80414"/>
                <a:gd name="connsiteX11" fmla="*/ 59081 w 58888"/>
                <a:gd name="connsiteY11" fmla="*/ 56141 h 80414"/>
                <a:gd name="connsiteX12" fmla="*/ 51517 w 58888"/>
                <a:gd name="connsiteY12" fmla="*/ 39497 h 80414"/>
                <a:gd name="connsiteX13" fmla="*/ 30987 w 58888"/>
                <a:gd name="connsiteY13" fmla="*/ 31088 h 80414"/>
                <a:gd name="connsiteX14" fmla="*/ 8837 w 58888"/>
                <a:gd name="connsiteY14" fmla="*/ 16722 h 80414"/>
                <a:gd name="connsiteX15" fmla="*/ 29006 w 58888"/>
                <a:gd name="connsiteY15" fmla="*/ 3407 h 80414"/>
                <a:gd name="connsiteX16" fmla="*/ 50076 w 58888"/>
                <a:gd name="connsiteY16" fmla="*/ 24605 h 80414"/>
                <a:gd name="connsiteX17" fmla="*/ 52237 w 58888"/>
                <a:gd name="connsiteY17" fmla="*/ 26182 h 80414"/>
                <a:gd name="connsiteX18" fmla="*/ 54579 w 58888"/>
                <a:gd name="connsiteY18" fmla="*/ 21977 h 80414"/>
                <a:gd name="connsiteX19" fmla="*/ 54579 w 58888"/>
                <a:gd name="connsiteY19" fmla="*/ 4283 h 80414"/>
                <a:gd name="connsiteX20" fmla="*/ 52598 w 58888"/>
                <a:gd name="connsiteY20" fmla="*/ 78 h 80414"/>
                <a:gd name="connsiteX21" fmla="*/ 48996 w 58888"/>
                <a:gd name="connsiteY21" fmla="*/ 2180 h 80414"/>
                <a:gd name="connsiteX22" fmla="*/ 45934 w 58888"/>
                <a:gd name="connsiteY22" fmla="*/ 4983 h 80414"/>
                <a:gd name="connsiteX23" fmla="*/ 29006 w 58888"/>
                <a:gd name="connsiteY23" fmla="*/ 78 h 80414"/>
                <a:gd name="connsiteX24" fmla="*/ 192 w 58888"/>
                <a:gd name="connsiteY24" fmla="*/ 21627 h 80414"/>
                <a:gd name="connsiteX25" fmla="*/ 7936 w 58888"/>
                <a:gd name="connsiteY25" fmla="*/ 36519 h 80414"/>
                <a:gd name="connsiteX26" fmla="*/ 31708 w 58888"/>
                <a:gd name="connsiteY26" fmla="*/ 44578 h 8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888" h="80414">
                  <a:moveTo>
                    <a:pt x="31708" y="44578"/>
                  </a:moveTo>
                  <a:cubicBezTo>
                    <a:pt x="35669" y="45278"/>
                    <a:pt x="50437" y="48082"/>
                    <a:pt x="50437" y="60696"/>
                  </a:cubicBezTo>
                  <a:cubicBezTo>
                    <a:pt x="50437" y="69631"/>
                    <a:pt x="44133" y="76638"/>
                    <a:pt x="30087" y="76638"/>
                  </a:cubicBezTo>
                  <a:cubicBezTo>
                    <a:pt x="14960" y="76638"/>
                    <a:pt x="8476" y="66652"/>
                    <a:pt x="5055" y="51761"/>
                  </a:cubicBezTo>
                  <a:cubicBezTo>
                    <a:pt x="4514" y="49483"/>
                    <a:pt x="4334" y="48782"/>
                    <a:pt x="2534" y="48782"/>
                  </a:cubicBezTo>
                  <a:cubicBezTo>
                    <a:pt x="192" y="48782"/>
                    <a:pt x="192" y="50009"/>
                    <a:pt x="192" y="53162"/>
                  </a:cubicBezTo>
                  <a:lnTo>
                    <a:pt x="192" y="76288"/>
                  </a:lnTo>
                  <a:cubicBezTo>
                    <a:pt x="192" y="79266"/>
                    <a:pt x="192" y="80493"/>
                    <a:pt x="2173" y="80493"/>
                  </a:cubicBezTo>
                  <a:cubicBezTo>
                    <a:pt x="3074" y="80493"/>
                    <a:pt x="3254" y="80318"/>
                    <a:pt x="6676" y="76989"/>
                  </a:cubicBezTo>
                  <a:cubicBezTo>
                    <a:pt x="7036" y="76638"/>
                    <a:pt x="7036" y="76288"/>
                    <a:pt x="10277" y="72959"/>
                  </a:cubicBezTo>
                  <a:cubicBezTo>
                    <a:pt x="18201" y="80318"/>
                    <a:pt x="26305" y="80493"/>
                    <a:pt x="30087" y="80493"/>
                  </a:cubicBezTo>
                  <a:cubicBezTo>
                    <a:pt x="50797" y="80493"/>
                    <a:pt x="59081" y="68755"/>
                    <a:pt x="59081" y="56141"/>
                  </a:cubicBezTo>
                  <a:cubicBezTo>
                    <a:pt x="59081" y="46855"/>
                    <a:pt x="53678" y="41599"/>
                    <a:pt x="51517" y="39497"/>
                  </a:cubicBezTo>
                  <a:cubicBezTo>
                    <a:pt x="45574" y="33891"/>
                    <a:pt x="38551" y="32489"/>
                    <a:pt x="30987" y="31088"/>
                  </a:cubicBezTo>
                  <a:cubicBezTo>
                    <a:pt x="20902" y="29160"/>
                    <a:pt x="8837" y="26883"/>
                    <a:pt x="8837" y="16722"/>
                  </a:cubicBezTo>
                  <a:cubicBezTo>
                    <a:pt x="8837" y="10590"/>
                    <a:pt x="13519" y="3407"/>
                    <a:pt x="29006" y="3407"/>
                  </a:cubicBezTo>
                  <a:cubicBezTo>
                    <a:pt x="48816" y="3407"/>
                    <a:pt x="49716" y="19174"/>
                    <a:pt x="50076" y="24605"/>
                  </a:cubicBezTo>
                  <a:cubicBezTo>
                    <a:pt x="50256" y="26182"/>
                    <a:pt x="51877" y="26182"/>
                    <a:pt x="52237" y="26182"/>
                  </a:cubicBezTo>
                  <a:cubicBezTo>
                    <a:pt x="54579" y="26182"/>
                    <a:pt x="54579" y="25306"/>
                    <a:pt x="54579" y="21977"/>
                  </a:cubicBezTo>
                  <a:lnTo>
                    <a:pt x="54579" y="4283"/>
                  </a:lnTo>
                  <a:cubicBezTo>
                    <a:pt x="54579" y="1304"/>
                    <a:pt x="54579" y="78"/>
                    <a:pt x="52598" y="78"/>
                  </a:cubicBezTo>
                  <a:cubicBezTo>
                    <a:pt x="51697" y="78"/>
                    <a:pt x="51337" y="78"/>
                    <a:pt x="48996" y="2180"/>
                  </a:cubicBezTo>
                  <a:cubicBezTo>
                    <a:pt x="48456" y="2881"/>
                    <a:pt x="46655" y="4458"/>
                    <a:pt x="45934" y="4983"/>
                  </a:cubicBezTo>
                  <a:cubicBezTo>
                    <a:pt x="39091" y="78"/>
                    <a:pt x="31708" y="78"/>
                    <a:pt x="29006" y="78"/>
                  </a:cubicBezTo>
                  <a:cubicBezTo>
                    <a:pt x="7036" y="78"/>
                    <a:pt x="192" y="11816"/>
                    <a:pt x="192" y="21627"/>
                  </a:cubicBezTo>
                  <a:cubicBezTo>
                    <a:pt x="192" y="27759"/>
                    <a:pt x="3074" y="32664"/>
                    <a:pt x="7936" y="36519"/>
                  </a:cubicBezTo>
                  <a:cubicBezTo>
                    <a:pt x="13699" y="41074"/>
                    <a:pt x="18741" y="42125"/>
                    <a:pt x="31708" y="4457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3" name="Freeform: Shape 892">
              <a:extLst>
                <a:ext uri="{FF2B5EF4-FFF2-40B4-BE49-F238E27FC236}">
                  <a16:creationId xmlns:a16="http://schemas.microsoft.com/office/drawing/2014/main" id="{FC1C7FE6-FC3C-C7FA-152E-DC1EC1BA7131}"/>
                </a:ext>
              </a:extLst>
            </p:cNvPr>
            <p:cNvSpPr/>
            <p:nvPr>
              <p:custDataLst>
                <p:tags r:id="rId110"/>
              </p:custDataLst>
            </p:nvPr>
          </p:nvSpPr>
          <p:spPr>
            <a:xfrm>
              <a:off x="10628443" y="3195571"/>
              <a:ext cx="41780" cy="175195"/>
            </a:xfrm>
            <a:custGeom>
              <a:avLst/>
              <a:gdLst>
                <a:gd name="connsiteX0" fmla="*/ 41976 w 41780"/>
                <a:gd name="connsiteY0" fmla="*/ 173522 h 175195"/>
                <a:gd name="connsiteX1" fmla="*/ 38915 w 41780"/>
                <a:gd name="connsiteY1" fmla="*/ 169667 h 175195"/>
                <a:gd name="connsiteX2" fmla="*/ 10641 w 41780"/>
                <a:gd name="connsiteY2" fmla="*/ 87676 h 175195"/>
                <a:gd name="connsiteX3" fmla="*/ 39635 w 41780"/>
                <a:gd name="connsiteY3" fmla="*/ 4808 h 175195"/>
                <a:gd name="connsiteX4" fmla="*/ 41976 w 41780"/>
                <a:gd name="connsiteY4" fmla="*/ 1830 h 175195"/>
                <a:gd name="connsiteX5" fmla="*/ 40176 w 41780"/>
                <a:gd name="connsiteY5" fmla="*/ 78 h 175195"/>
                <a:gd name="connsiteX6" fmla="*/ 11542 w 41780"/>
                <a:gd name="connsiteY6" fmla="*/ 34241 h 175195"/>
                <a:gd name="connsiteX7" fmla="*/ 196 w 41780"/>
                <a:gd name="connsiteY7" fmla="*/ 87676 h 175195"/>
                <a:gd name="connsiteX8" fmla="*/ 12082 w 41780"/>
                <a:gd name="connsiteY8" fmla="*/ 142337 h 175195"/>
                <a:gd name="connsiteX9" fmla="*/ 40176 w 41780"/>
                <a:gd name="connsiteY9" fmla="*/ 175273 h 175195"/>
                <a:gd name="connsiteX10" fmla="*/ 41976 w 41780"/>
                <a:gd name="connsiteY10" fmla="*/ 173522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1976" y="173522"/>
                  </a:moveTo>
                  <a:cubicBezTo>
                    <a:pt x="41976" y="172996"/>
                    <a:pt x="41976" y="172646"/>
                    <a:pt x="38915" y="169667"/>
                  </a:cubicBezTo>
                  <a:cubicBezTo>
                    <a:pt x="16404" y="147593"/>
                    <a:pt x="10641" y="114481"/>
                    <a:pt x="10641" y="87676"/>
                  </a:cubicBezTo>
                  <a:cubicBezTo>
                    <a:pt x="10641" y="57192"/>
                    <a:pt x="17485" y="26708"/>
                    <a:pt x="39635" y="4808"/>
                  </a:cubicBezTo>
                  <a:cubicBezTo>
                    <a:pt x="41976" y="2706"/>
                    <a:pt x="41976" y="2356"/>
                    <a:pt x="41976" y="1830"/>
                  </a:cubicBezTo>
                  <a:cubicBezTo>
                    <a:pt x="41976" y="604"/>
                    <a:pt x="41256" y="78"/>
                    <a:pt x="40176" y="78"/>
                  </a:cubicBezTo>
                  <a:cubicBezTo>
                    <a:pt x="38375" y="78"/>
                    <a:pt x="22167" y="11991"/>
                    <a:pt x="11542" y="34241"/>
                  </a:cubicBezTo>
                  <a:cubicBezTo>
                    <a:pt x="2357" y="53513"/>
                    <a:pt x="196" y="72959"/>
                    <a:pt x="196" y="87676"/>
                  </a:cubicBezTo>
                  <a:cubicBezTo>
                    <a:pt x="196" y="101341"/>
                    <a:pt x="2177" y="122540"/>
                    <a:pt x="12082" y="142337"/>
                  </a:cubicBezTo>
                  <a:cubicBezTo>
                    <a:pt x="22887" y="163886"/>
                    <a:pt x="38375" y="175273"/>
                    <a:pt x="40176" y="175273"/>
                  </a:cubicBezTo>
                  <a:cubicBezTo>
                    <a:pt x="41256" y="175273"/>
                    <a:pt x="41976" y="174748"/>
                    <a:pt x="41976" y="17352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4" name="Freeform: Shape 893">
              <a:extLst>
                <a:ext uri="{FF2B5EF4-FFF2-40B4-BE49-F238E27FC236}">
                  <a16:creationId xmlns:a16="http://schemas.microsoft.com/office/drawing/2014/main" id="{460A40B0-EB92-8FD7-29E2-25082816E352}"/>
                </a:ext>
              </a:extLst>
            </p:cNvPr>
            <p:cNvSpPr/>
            <p:nvPr>
              <p:custDataLst>
                <p:tags r:id="rId111"/>
              </p:custDataLst>
            </p:nvPr>
          </p:nvSpPr>
          <p:spPr>
            <a:xfrm>
              <a:off x="10686951" y="3207309"/>
              <a:ext cx="130922" cy="119658"/>
            </a:xfrm>
            <a:custGeom>
              <a:avLst/>
              <a:gdLst>
                <a:gd name="connsiteX0" fmla="*/ 101409 w 130922"/>
                <a:gd name="connsiteY0" fmla="*/ 20050 h 119658"/>
                <a:gd name="connsiteX1" fmla="*/ 103930 w 130922"/>
                <a:gd name="connsiteY1" fmla="*/ 17598 h 119658"/>
                <a:gd name="connsiteX2" fmla="*/ 127521 w 130922"/>
                <a:gd name="connsiteY2" fmla="*/ 5509 h 119658"/>
                <a:gd name="connsiteX3" fmla="*/ 131123 w 130922"/>
                <a:gd name="connsiteY3" fmla="*/ 2180 h 119658"/>
                <a:gd name="connsiteX4" fmla="*/ 128782 w 130922"/>
                <a:gd name="connsiteY4" fmla="*/ 78 h 119658"/>
                <a:gd name="connsiteX5" fmla="*/ 114015 w 130922"/>
                <a:gd name="connsiteY5" fmla="*/ 604 h 119658"/>
                <a:gd name="connsiteX6" fmla="*/ 96006 w 130922"/>
                <a:gd name="connsiteY6" fmla="*/ 78 h 119658"/>
                <a:gd name="connsiteX7" fmla="*/ 92585 w 130922"/>
                <a:gd name="connsiteY7" fmla="*/ 3407 h 119658"/>
                <a:gd name="connsiteX8" fmla="*/ 95286 w 130922"/>
                <a:gd name="connsiteY8" fmla="*/ 5509 h 119658"/>
                <a:gd name="connsiteX9" fmla="*/ 101769 w 130922"/>
                <a:gd name="connsiteY9" fmla="*/ 9539 h 119658"/>
                <a:gd name="connsiteX10" fmla="*/ 96907 w 130922"/>
                <a:gd name="connsiteY10" fmla="*/ 17948 h 119658"/>
                <a:gd name="connsiteX11" fmla="*/ 55127 w 130922"/>
                <a:gd name="connsiteY11" fmla="*/ 64725 h 119658"/>
                <a:gd name="connsiteX12" fmla="*/ 35317 w 130922"/>
                <a:gd name="connsiteY12" fmla="*/ 12692 h 119658"/>
                <a:gd name="connsiteX13" fmla="*/ 34237 w 130922"/>
                <a:gd name="connsiteY13" fmla="*/ 9714 h 119658"/>
                <a:gd name="connsiteX14" fmla="*/ 44862 w 130922"/>
                <a:gd name="connsiteY14" fmla="*/ 5509 h 119658"/>
                <a:gd name="connsiteX15" fmla="*/ 49184 w 130922"/>
                <a:gd name="connsiteY15" fmla="*/ 2005 h 119658"/>
                <a:gd name="connsiteX16" fmla="*/ 46482 w 130922"/>
                <a:gd name="connsiteY16" fmla="*/ 78 h 119658"/>
                <a:gd name="connsiteX17" fmla="*/ 23792 w 130922"/>
                <a:gd name="connsiteY17" fmla="*/ 604 h 119658"/>
                <a:gd name="connsiteX18" fmla="*/ 3622 w 130922"/>
                <a:gd name="connsiteY18" fmla="*/ 78 h 119658"/>
                <a:gd name="connsiteX19" fmla="*/ 200 w 130922"/>
                <a:gd name="connsiteY19" fmla="*/ 3582 h 119658"/>
                <a:gd name="connsiteX20" fmla="*/ 4342 w 130922"/>
                <a:gd name="connsiteY20" fmla="*/ 5509 h 119658"/>
                <a:gd name="connsiteX21" fmla="*/ 17489 w 130922"/>
                <a:gd name="connsiteY21" fmla="*/ 11466 h 119658"/>
                <a:gd name="connsiteX22" fmla="*/ 39639 w 130922"/>
                <a:gd name="connsiteY22" fmla="*/ 69105 h 119658"/>
                <a:gd name="connsiteX23" fmla="*/ 40359 w 130922"/>
                <a:gd name="connsiteY23" fmla="*/ 72083 h 119658"/>
                <a:gd name="connsiteX24" fmla="*/ 32256 w 130922"/>
                <a:gd name="connsiteY24" fmla="*/ 103969 h 119658"/>
                <a:gd name="connsiteX25" fmla="*/ 15327 w 130922"/>
                <a:gd name="connsiteY25" fmla="*/ 114305 h 119658"/>
                <a:gd name="connsiteX26" fmla="*/ 10465 w 130922"/>
                <a:gd name="connsiteY26" fmla="*/ 117809 h 119658"/>
                <a:gd name="connsiteX27" fmla="*/ 12986 w 130922"/>
                <a:gd name="connsiteY27" fmla="*/ 119737 h 119658"/>
                <a:gd name="connsiteX28" fmla="*/ 35677 w 130922"/>
                <a:gd name="connsiteY28" fmla="*/ 119211 h 119658"/>
                <a:gd name="connsiteX29" fmla="*/ 58728 w 130922"/>
                <a:gd name="connsiteY29" fmla="*/ 119737 h 119658"/>
                <a:gd name="connsiteX30" fmla="*/ 62150 w 130922"/>
                <a:gd name="connsiteY30" fmla="*/ 116233 h 119658"/>
                <a:gd name="connsiteX31" fmla="*/ 57108 w 130922"/>
                <a:gd name="connsiteY31" fmla="*/ 114305 h 119658"/>
                <a:gd name="connsiteX32" fmla="*/ 50264 w 130922"/>
                <a:gd name="connsiteY32" fmla="*/ 113955 h 119658"/>
                <a:gd name="connsiteX33" fmla="*/ 45402 w 130922"/>
                <a:gd name="connsiteY33" fmla="*/ 111152 h 119658"/>
                <a:gd name="connsiteX34" fmla="*/ 47923 w 130922"/>
                <a:gd name="connsiteY34" fmla="*/ 100115 h 119658"/>
                <a:gd name="connsiteX35" fmla="*/ 54226 w 130922"/>
                <a:gd name="connsiteY35" fmla="*/ 75412 h 119658"/>
                <a:gd name="connsiteX36" fmla="*/ 56747 w 130922"/>
                <a:gd name="connsiteY36" fmla="*/ 69981 h 119658"/>
                <a:gd name="connsiteX37" fmla="*/ 101409 w 130922"/>
                <a:gd name="connsiteY37" fmla="*/ 20050 h 11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22" h="119658">
                  <a:moveTo>
                    <a:pt x="101409" y="20050"/>
                  </a:moveTo>
                  <a:lnTo>
                    <a:pt x="103930" y="17598"/>
                  </a:lnTo>
                  <a:cubicBezTo>
                    <a:pt x="109333" y="12342"/>
                    <a:pt x="115275" y="6385"/>
                    <a:pt x="127521" y="5509"/>
                  </a:cubicBezTo>
                  <a:cubicBezTo>
                    <a:pt x="129502" y="5334"/>
                    <a:pt x="131123" y="5334"/>
                    <a:pt x="131123" y="2180"/>
                  </a:cubicBezTo>
                  <a:cubicBezTo>
                    <a:pt x="131123" y="779"/>
                    <a:pt x="130223" y="78"/>
                    <a:pt x="128782" y="78"/>
                  </a:cubicBezTo>
                  <a:cubicBezTo>
                    <a:pt x="124100" y="78"/>
                    <a:pt x="118877" y="604"/>
                    <a:pt x="114015" y="604"/>
                  </a:cubicBezTo>
                  <a:cubicBezTo>
                    <a:pt x="108072" y="604"/>
                    <a:pt x="101769" y="78"/>
                    <a:pt x="96006" y="78"/>
                  </a:cubicBezTo>
                  <a:cubicBezTo>
                    <a:pt x="94926" y="78"/>
                    <a:pt x="92585" y="78"/>
                    <a:pt x="92585" y="3407"/>
                  </a:cubicBezTo>
                  <a:cubicBezTo>
                    <a:pt x="92585" y="5334"/>
                    <a:pt x="94385" y="5509"/>
                    <a:pt x="95286" y="5509"/>
                  </a:cubicBezTo>
                  <a:cubicBezTo>
                    <a:pt x="96546" y="5509"/>
                    <a:pt x="101769" y="5859"/>
                    <a:pt x="101769" y="9539"/>
                  </a:cubicBezTo>
                  <a:cubicBezTo>
                    <a:pt x="101769" y="12517"/>
                    <a:pt x="97627" y="17072"/>
                    <a:pt x="96907" y="17948"/>
                  </a:cubicBezTo>
                  <a:lnTo>
                    <a:pt x="55127" y="64725"/>
                  </a:lnTo>
                  <a:lnTo>
                    <a:pt x="35317" y="12692"/>
                  </a:lnTo>
                  <a:cubicBezTo>
                    <a:pt x="34237" y="10239"/>
                    <a:pt x="34237" y="9889"/>
                    <a:pt x="34237" y="9714"/>
                  </a:cubicBezTo>
                  <a:cubicBezTo>
                    <a:pt x="34237" y="5509"/>
                    <a:pt x="43061" y="5509"/>
                    <a:pt x="44862" y="5509"/>
                  </a:cubicBezTo>
                  <a:cubicBezTo>
                    <a:pt x="47383" y="5509"/>
                    <a:pt x="49184" y="5509"/>
                    <a:pt x="49184" y="2005"/>
                  </a:cubicBezTo>
                  <a:cubicBezTo>
                    <a:pt x="49184" y="78"/>
                    <a:pt x="47023" y="78"/>
                    <a:pt x="46482" y="78"/>
                  </a:cubicBezTo>
                  <a:cubicBezTo>
                    <a:pt x="41440" y="78"/>
                    <a:pt x="28834" y="604"/>
                    <a:pt x="23792" y="604"/>
                  </a:cubicBezTo>
                  <a:cubicBezTo>
                    <a:pt x="19289" y="604"/>
                    <a:pt x="8124" y="78"/>
                    <a:pt x="3622" y="78"/>
                  </a:cubicBezTo>
                  <a:cubicBezTo>
                    <a:pt x="2541" y="78"/>
                    <a:pt x="200" y="78"/>
                    <a:pt x="200" y="3582"/>
                  </a:cubicBezTo>
                  <a:cubicBezTo>
                    <a:pt x="200" y="5509"/>
                    <a:pt x="2001" y="5509"/>
                    <a:pt x="4342" y="5509"/>
                  </a:cubicBezTo>
                  <a:cubicBezTo>
                    <a:pt x="15147" y="5509"/>
                    <a:pt x="15868" y="7086"/>
                    <a:pt x="17489" y="11466"/>
                  </a:cubicBezTo>
                  <a:lnTo>
                    <a:pt x="39639" y="69105"/>
                  </a:lnTo>
                  <a:cubicBezTo>
                    <a:pt x="39819" y="69631"/>
                    <a:pt x="40359" y="71558"/>
                    <a:pt x="40359" y="72083"/>
                  </a:cubicBezTo>
                  <a:cubicBezTo>
                    <a:pt x="40359" y="72609"/>
                    <a:pt x="33156" y="100815"/>
                    <a:pt x="32256" y="103969"/>
                  </a:cubicBezTo>
                  <a:cubicBezTo>
                    <a:pt x="29914" y="113605"/>
                    <a:pt x="29734" y="114130"/>
                    <a:pt x="15327" y="114305"/>
                  </a:cubicBezTo>
                  <a:cubicBezTo>
                    <a:pt x="11906" y="114305"/>
                    <a:pt x="10465" y="114305"/>
                    <a:pt x="10465" y="117809"/>
                  </a:cubicBezTo>
                  <a:cubicBezTo>
                    <a:pt x="10465" y="119737"/>
                    <a:pt x="12626" y="119737"/>
                    <a:pt x="12986" y="119737"/>
                  </a:cubicBezTo>
                  <a:cubicBezTo>
                    <a:pt x="18029" y="119737"/>
                    <a:pt x="30635" y="119211"/>
                    <a:pt x="35677" y="119211"/>
                  </a:cubicBezTo>
                  <a:cubicBezTo>
                    <a:pt x="40720" y="119211"/>
                    <a:pt x="53686" y="119737"/>
                    <a:pt x="58728" y="119737"/>
                  </a:cubicBezTo>
                  <a:cubicBezTo>
                    <a:pt x="59989" y="119737"/>
                    <a:pt x="62150" y="119737"/>
                    <a:pt x="62150" y="116233"/>
                  </a:cubicBezTo>
                  <a:cubicBezTo>
                    <a:pt x="62150" y="114305"/>
                    <a:pt x="60529" y="114305"/>
                    <a:pt x="57108" y="114305"/>
                  </a:cubicBezTo>
                  <a:cubicBezTo>
                    <a:pt x="56747" y="114305"/>
                    <a:pt x="53326" y="114305"/>
                    <a:pt x="50264" y="113955"/>
                  </a:cubicBezTo>
                  <a:cubicBezTo>
                    <a:pt x="46482" y="113605"/>
                    <a:pt x="45402" y="113254"/>
                    <a:pt x="45402" y="111152"/>
                  </a:cubicBezTo>
                  <a:cubicBezTo>
                    <a:pt x="45402" y="109926"/>
                    <a:pt x="47023" y="103794"/>
                    <a:pt x="47923" y="100115"/>
                  </a:cubicBezTo>
                  <a:lnTo>
                    <a:pt x="54226" y="75412"/>
                  </a:lnTo>
                  <a:cubicBezTo>
                    <a:pt x="55127" y="72083"/>
                    <a:pt x="55307" y="71558"/>
                    <a:pt x="56747" y="69981"/>
                  </a:cubicBezTo>
                  <a:lnTo>
                    <a:pt x="101409" y="2005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5" name="Freeform: Shape 894">
              <a:extLst>
                <a:ext uri="{FF2B5EF4-FFF2-40B4-BE49-F238E27FC236}">
                  <a16:creationId xmlns:a16="http://schemas.microsoft.com/office/drawing/2014/main" id="{633538A8-650C-123E-047E-9FC0E99E7C26}"/>
                </a:ext>
              </a:extLst>
            </p:cNvPr>
            <p:cNvSpPr/>
            <p:nvPr>
              <p:custDataLst>
                <p:tags r:id="rId112"/>
              </p:custDataLst>
            </p:nvPr>
          </p:nvSpPr>
          <p:spPr>
            <a:xfrm>
              <a:off x="10791124" y="3299164"/>
              <a:ext cx="77022" cy="55309"/>
            </a:xfrm>
            <a:custGeom>
              <a:avLst/>
              <a:gdLst>
                <a:gd name="connsiteX0" fmla="*/ 9661 w 77022"/>
                <a:gd name="connsiteY0" fmla="*/ 46436 h 55309"/>
                <a:gd name="connsiteX1" fmla="*/ 8400 w 77022"/>
                <a:gd name="connsiteY1" fmla="*/ 51464 h 55309"/>
                <a:gd name="connsiteX2" fmla="*/ 12686 w 77022"/>
                <a:gd name="connsiteY2" fmla="*/ 55389 h 55309"/>
                <a:gd name="connsiteX3" fmla="*/ 17602 w 77022"/>
                <a:gd name="connsiteY3" fmla="*/ 52691 h 55309"/>
                <a:gd name="connsiteX4" fmla="*/ 19871 w 77022"/>
                <a:gd name="connsiteY4" fmla="*/ 45087 h 55309"/>
                <a:gd name="connsiteX5" fmla="*/ 22645 w 77022"/>
                <a:gd name="connsiteY5" fmla="*/ 34050 h 55309"/>
                <a:gd name="connsiteX6" fmla="*/ 24788 w 77022"/>
                <a:gd name="connsiteY6" fmla="*/ 25833 h 55309"/>
                <a:gd name="connsiteX7" fmla="*/ 30082 w 77022"/>
                <a:gd name="connsiteY7" fmla="*/ 14796 h 55309"/>
                <a:gd name="connsiteX8" fmla="*/ 48991 w 77022"/>
                <a:gd name="connsiteY8" fmla="*/ 3513 h 55309"/>
                <a:gd name="connsiteX9" fmla="*/ 56429 w 77022"/>
                <a:gd name="connsiteY9" fmla="*/ 12098 h 55309"/>
                <a:gd name="connsiteX10" fmla="*/ 48991 w 77022"/>
                <a:gd name="connsiteY10" fmla="*/ 38220 h 55309"/>
                <a:gd name="connsiteX11" fmla="*/ 47100 w 77022"/>
                <a:gd name="connsiteY11" fmla="*/ 44842 h 55309"/>
                <a:gd name="connsiteX12" fmla="*/ 59076 w 77022"/>
                <a:gd name="connsiteY12" fmla="*/ 55389 h 55309"/>
                <a:gd name="connsiteX13" fmla="*/ 77229 w 77022"/>
                <a:gd name="connsiteY13" fmla="*/ 36625 h 55309"/>
                <a:gd name="connsiteX14" fmla="*/ 75212 w 77022"/>
                <a:gd name="connsiteY14" fmla="*/ 35031 h 55309"/>
                <a:gd name="connsiteX15" fmla="*/ 72817 w 77022"/>
                <a:gd name="connsiteY15" fmla="*/ 37116 h 55309"/>
                <a:gd name="connsiteX16" fmla="*/ 59454 w 77022"/>
                <a:gd name="connsiteY16" fmla="*/ 51955 h 55309"/>
                <a:gd name="connsiteX17" fmla="*/ 56303 w 77022"/>
                <a:gd name="connsiteY17" fmla="*/ 47663 h 55309"/>
                <a:gd name="connsiteX18" fmla="*/ 59202 w 77022"/>
                <a:gd name="connsiteY18" fmla="*/ 37729 h 55309"/>
                <a:gd name="connsiteX19" fmla="*/ 65884 w 77022"/>
                <a:gd name="connsiteY19" fmla="*/ 14060 h 55309"/>
                <a:gd name="connsiteX20" fmla="*/ 49496 w 77022"/>
                <a:gd name="connsiteY20" fmla="*/ 79 h 55309"/>
                <a:gd name="connsiteX21" fmla="*/ 28191 w 77022"/>
                <a:gd name="connsiteY21" fmla="*/ 11239 h 55309"/>
                <a:gd name="connsiteX22" fmla="*/ 14703 w 77022"/>
                <a:gd name="connsiteY22" fmla="*/ 79 h 55309"/>
                <a:gd name="connsiteX23" fmla="*/ 4744 w 77022"/>
                <a:gd name="connsiteY23" fmla="*/ 6702 h 55309"/>
                <a:gd name="connsiteX24" fmla="*/ 206 w 77022"/>
                <a:gd name="connsiteY24" fmla="*/ 18843 h 55309"/>
                <a:gd name="connsiteX25" fmla="*/ 2349 w 77022"/>
                <a:gd name="connsiteY25" fmla="*/ 20437 h 55309"/>
                <a:gd name="connsiteX26" fmla="*/ 5122 w 77022"/>
                <a:gd name="connsiteY26" fmla="*/ 16758 h 55309"/>
                <a:gd name="connsiteX27" fmla="*/ 14325 w 77022"/>
                <a:gd name="connsiteY27" fmla="*/ 3513 h 55309"/>
                <a:gd name="connsiteX28" fmla="*/ 18485 w 77022"/>
                <a:gd name="connsiteY28" fmla="*/ 9523 h 55309"/>
                <a:gd name="connsiteX29" fmla="*/ 16468 w 77022"/>
                <a:gd name="connsiteY29" fmla="*/ 19701 h 55309"/>
                <a:gd name="connsiteX30" fmla="*/ 13694 w 77022"/>
                <a:gd name="connsiteY30" fmla="*/ 30739 h 55309"/>
                <a:gd name="connsiteX31" fmla="*/ 9661 w 77022"/>
                <a:gd name="connsiteY31" fmla="*/ 46436 h 5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22" h="55309">
                  <a:moveTo>
                    <a:pt x="9661" y="46436"/>
                  </a:moveTo>
                  <a:cubicBezTo>
                    <a:pt x="9156" y="48030"/>
                    <a:pt x="8400" y="51096"/>
                    <a:pt x="8400" y="51464"/>
                  </a:cubicBezTo>
                  <a:cubicBezTo>
                    <a:pt x="8400" y="54162"/>
                    <a:pt x="10669" y="55389"/>
                    <a:pt x="12686" y="55389"/>
                  </a:cubicBezTo>
                  <a:cubicBezTo>
                    <a:pt x="14955" y="55389"/>
                    <a:pt x="16972" y="53794"/>
                    <a:pt x="17602" y="52691"/>
                  </a:cubicBezTo>
                  <a:cubicBezTo>
                    <a:pt x="18233" y="51587"/>
                    <a:pt x="19241" y="47663"/>
                    <a:pt x="19871" y="45087"/>
                  </a:cubicBezTo>
                  <a:cubicBezTo>
                    <a:pt x="20502" y="42757"/>
                    <a:pt x="21888" y="37116"/>
                    <a:pt x="22645" y="34050"/>
                  </a:cubicBezTo>
                  <a:cubicBezTo>
                    <a:pt x="23401" y="31352"/>
                    <a:pt x="24158" y="28654"/>
                    <a:pt x="24788" y="25833"/>
                  </a:cubicBezTo>
                  <a:cubicBezTo>
                    <a:pt x="26174" y="20805"/>
                    <a:pt x="26427" y="19824"/>
                    <a:pt x="30082" y="14796"/>
                  </a:cubicBezTo>
                  <a:cubicBezTo>
                    <a:pt x="33612" y="9890"/>
                    <a:pt x="39537" y="3513"/>
                    <a:pt x="48991" y="3513"/>
                  </a:cubicBezTo>
                  <a:cubicBezTo>
                    <a:pt x="56303" y="3513"/>
                    <a:pt x="56429" y="9768"/>
                    <a:pt x="56429" y="12098"/>
                  </a:cubicBezTo>
                  <a:cubicBezTo>
                    <a:pt x="56429" y="19456"/>
                    <a:pt x="51008" y="33069"/>
                    <a:pt x="48991" y="38220"/>
                  </a:cubicBezTo>
                  <a:cubicBezTo>
                    <a:pt x="47605" y="41653"/>
                    <a:pt x="47100" y="42757"/>
                    <a:pt x="47100" y="44842"/>
                  </a:cubicBezTo>
                  <a:cubicBezTo>
                    <a:pt x="47100" y="51342"/>
                    <a:pt x="52647" y="55389"/>
                    <a:pt x="59076" y="55389"/>
                  </a:cubicBezTo>
                  <a:cubicBezTo>
                    <a:pt x="71682" y="55389"/>
                    <a:pt x="77229" y="38465"/>
                    <a:pt x="77229" y="36625"/>
                  </a:cubicBezTo>
                  <a:cubicBezTo>
                    <a:pt x="77229" y="35031"/>
                    <a:pt x="75590" y="35031"/>
                    <a:pt x="75212" y="35031"/>
                  </a:cubicBezTo>
                  <a:cubicBezTo>
                    <a:pt x="73447" y="35031"/>
                    <a:pt x="73321" y="35767"/>
                    <a:pt x="72817" y="37116"/>
                  </a:cubicBezTo>
                  <a:cubicBezTo>
                    <a:pt x="69917" y="46927"/>
                    <a:pt x="64497" y="51955"/>
                    <a:pt x="59454" y="51955"/>
                  </a:cubicBezTo>
                  <a:cubicBezTo>
                    <a:pt x="56807" y="51955"/>
                    <a:pt x="56303" y="50238"/>
                    <a:pt x="56303" y="47663"/>
                  </a:cubicBezTo>
                  <a:cubicBezTo>
                    <a:pt x="56303" y="44842"/>
                    <a:pt x="56933" y="43248"/>
                    <a:pt x="59202" y="37729"/>
                  </a:cubicBezTo>
                  <a:cubicBezTo>
                    <a:pt x="60715" y="33927"/>
                    <a:pt x="65884" y="20928"/>
                    <a:pt x="65884" y="14060"/>
                  </a:cubicBezTo>
                  <a:cubicBezTo>
                    <a:pt x="65884" y="2164"/>
                    <a:pt x="56177" y="79"/>
                    <a:pt x="49496" y="79"/>
                  </a:cubicBezTo>
                  <a:cubicBezTo>
                    <a:pt x="39033" y="79"/>
                    <a:pt x="31973" y="6334"/>
                    <a:pt x="28191" y="11239"/>
                  </a:cubicBezTo>
                  <a:cubicBezTo>
                    <a:pt x="27309" y="2777"/>
                    <a:pt x="19871" y="79"/>
                    <a:pt x="14703" y="79"/>
                  </a:cubicBezTo>
                  <a:cubicBezTo>
                    <a:pt x="9282" y="79"/>
                    <a:pt x="6383" y="3881"/>
                    <a:pt x="4744" y="6702"/>
                  </a:cubicBezTo>
                  <a:cubicBezTo>
                    <a:pt x="1971" y="11239"/>
                    <a:pt x="206" y="18230"/>
                    <a:pt x="206" y="18843"/>
                  </a:cubicBezTo>
                  <a:cubicBezTo>
                    <a:pt x="206" y="20437"/>
                    <a:pt x="1971" y="20437"/>
                    <a:pt x="2349" y="20437"/>
                  </a:cubicBezTo>
                  <a:cubicBezTo>
                    <a:pt x="4114" y="20437"/>
                    <a:pt x="4240" y="20069"/>
                    <a:pt x="5122" y="16758"/>
                  </a:cubicBezTo>
                  <a:cubicBezTo>
                    <a:pt x="7013" y="9523"/>
                    <a:pt x="9408" y="3513"/>
                    <a:pt x="14325" y="3513"/>
                  </a:cubicBezTo>
                  <a:cubicBezTo>
                    <a:pt x="17602" y="3513"/>
                    <a:pt x="18485" y="6211"/>
                    <a:pt x="18485" y="9523"/>
                  </a:cubicBezTo>
                  <a:cubicBezTo>
                    <a:pt x="18485" y="11853"/>
                    <a:pt x="17350" y="16390"/>
                    <a:pt x="16468" y="19701"/>
                  </a:cubicBezTo>
                  <a:cubicBezTo>
                    <a:pt x="15585" y="23013"/>
                    <a:pt x="14325" y="28041"/>
                    <a:pt x="13694" y="30739"/>
                  </a:cubicBezTo>
                  <a:lnTo>
                    <a:pt x="9661" y="4643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6" name="Freeform: Shape 895">
              <a:extLst>
                <a:ext uri="{FF2B5EF4-FFF2-40B4-BE49-F238E27FC236}">
                  <a16:creationId xmlns:a16="http://schemas.microsoft.com/office/drawing/2014/main" id="{11910A89-EBA2-35BA-13A6-BD8631B502BD}"/>
                </a:ext>
              </a:extLst>
            </p:cNvPr>
            <p:cNvSpPr/>
            <p:nvPr>
              <p:custDataLst>
                <p:tags r:id="rId113"/>
              </p:custDataLst>
            </p:nvPr>
          </p:nvSpPr>
          <p:spPr>
            <a:xfrm>
              <a:off x="10948196" y="3215543"/>
              <a:ext cx="110032" cy="135426"/>
            </a:xfrm>
            <a:custGeom>
              <a:avLst/>
              <a:gdLst>
                <a:gd name="connsiteX0" fmla="*/ 106825 w 110032"/>
                <a:gd name="connsiteY0" fmla="*/ 7436 h 135426"/>
                <a:gd name="connsiteX1" fmla="*/ 110247 w 110032"/>
                <a:gd name="connsiteY1" fmla="*/ 3582 h 135426"/>
                <a:gd name="connsiteX2" fmla="*/ 106645 w 110032"/>
                <a:gd name="connsiteY2" fmla="*/ 78 h 135426"/>
                <a:gd name="connsiteX3" fmla="*/ 103404 w 110032"/>
                <a:gd name="connsiteY3" fmla="*/ 1129 h 135426"/>
                <a:gd name="connsiteX4" fmla="*/ 3816 w 110032"/>
                <a:gd name="connsiteY4" fmla="*/ 46855 h 135426"/>
                <a:gd name="connsiteX5" fmla="*/ 214 w 110032"/>
                <a:gd name="connsiteY5" fmla="*/ 50885 h 135426"/>
                <a:gd name="connsiteX6" fmla="*/ 3816 w 110032"/>
                <a:gd name="connsiteY6" fmla="*/ 54739 h 135426"/>
                <a:gd name="connsiteX7" fmla="*/ 103404 w 110032"/>
                <a:gd name="connsiteY7" fmla="*/ 100290 h 135426"/>
                <a:gd name="connsiteX8" fmla="*/ 106645 w 110032"/>
                <a:gd name="connsiteY8" fmla="*/ 101516 h 135426"/>
                <a:gd name="connsiteX9" fmla="*/ 110247 w 110032"/>
                <a:gd name="connsiteY9" fmla="*/ 98012 h 135426"/>
                <a:gd name="connsiteX10" fmla="*/ 106465 w 110032"/>
                <a:gd name="connsiteY10" fmla="*/ 93983 h 135426"/>
                <a:gd name="connsiteX11" fmla="*/ 12280 w 110032"/>
                <a:gd name="connsiteY11" fmla="*/ 50885 h 135426"/>
                <a:gd name="connsiteX12" fmla="*/ 106825 w 110032"/>
                <a:gd name="connsiteY12" fmla="*/ 7436 h 135426"/>
                <a:gd name="connsiteX13" fmla="*/ 103944 w 110032"/>
                <a:gd name="connsiteY13" fmla="*/ 135504 h 135426"/>
                <a:gd name="connsiteX14" fmla="*/ 110247 w 110032"/>
                <a:gd name="connsiteY14" fmla="*/ 132000 h 135426"/>
                <a:gd name="connsiteX15" fmla="*/ 103764 w 110032"/>
                <a:gd name="connsiteY15" fmla="*/ 128496 h 135426"/>
                <a:gd name="connsiteX16" fmla="*/ 6697 w 110032"/>
                <a:gd name="connsiteY16" fmla="*/ 128496 h 135426"/>
                <a:gd name="connsiteX17" fmla="*/ 214 w 110032"/>
                <a:gd name="connsiteY17" fmla="*/ 132000 h 135426"/>
                <a:gd name="connsiteX18" fmla="*/ 6517 w 110032"/>
                <a:gd name="connsiteY18" fmla="*/ 135504 h 135426"/>
                <a:gd name="connsiteX19" fmla="*/ 103944 w 110032"/>
                <a:gd name="connsiteY19" fmla="*/ 135504 h 135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32" h="135426">
                  <a:moveTo>
                    <a:pt x="106825" y="7436"/>
                  </a:moveTo>
                  <a:cubicBezTo>
                    <a:pt x="108806" y="6560"/>
                    <a:pt x="110247" y="5684"/>
                    <a:pt x="110247" y="3582"/>
                  </a:cubicBezTo>
                  <a:cubicBezTo>
                    <a:pt x="110247" y="1655"/>
                    <a:pt x="108806" y="78"/>
                    <a:pt x="106645" y="78"/>
                  </a:cubicBezTo>
                  <a:cubicBezTo>
                    <a:pt x="105745" y="78"/>
                    <a:pt x="104124" y="779"/>
                    <a:pt x="103404" y="1129"/>
                  </a:cubicBezTo>
                  <a:lnTo>
                    <a:pt x="3816" y="46855"/>
                  </a:lnTo>
                  <a:cubicBezTo>
                    <a:pt x="754" y="48257"/>
                    <a:pt x="214" y="49483"/>
                    <a:pt x="214" y="50885"/>
                  </a:cubicBezTo>
                  <a:cubicBezTo>
                    <a:pt x="214" y="52461"/>
                    <a:pt x="1295" y="53688"/>
                    <a:pt x="3816" y="54739"/>
                  </a:cubicBezTo>
                  <a:lnTo>
                    <a:pt x="103404" y="100290"/>
                  </a:lnTo>
                  <a:cubicBezTo>
                    <a:pt x="105745" y="101516"/>
                    <a:pt x="106105" y="101516"/>
                    <a:pt x="106645" y="101516"/>
                  </a:cubicBezTo>
                  <a:cubicBezTo>
                    <a:pt x="108626" y="101516"/>
                    <a:pt x="110247" y="99939"/>
                    <a:pt x="110247" y="98012"/>
                  </a:cubicBezTo>
                  <a:cubicBezTo>
                    <a:pt x="110247" y="96436"/>
                    <a:pt x="109527" y="95384"/>
                    <a:pt x="106465" y="93983"/>
                  </a:cubicBezTo>
                  <a:lnTo>
                    <a:pt x="12280" y="50885"/>
                  </a:lnTo>
                  <a:lnTo>
                    <a:pt x="106825" y="7436"/>
                  </a:lnTo>
                  <a:close/>
                  <a:moveTo>
                    <a:pt x="103944" y="135504"/>
                  </a:moveTo>
                  <a:cubicBezTo>
                    <a:pt x="107005" y="135504"/>
                    <a:pt x="110247" y="135504"/>
                    <a:pt x="110247" y="132000"/>
                  </a:cubicBezTo>
                  <a:cubicBezTo>
                    <a:pt x="110247" y="128496"/>
                    <a:pt x="106465" y="128496"/>
                    <a:pt x="103764" y="128496"/>
                  </a:cubicBezTo>
                  <a:lnTo>
                    <a:pt x="6697" y="128496"/>
                  </a:lnTo>
                  <a:cubicBezTo>
                    <a:pt x="3996" y="128496"/>
                    <a:pt x="214" y="128496"/>
                    <a:pt x="214" y="132000"/>
                  </a:cubicBezTo>
                  <a:cubicBezTo>
                    <a:pt x="214" y="135504"/>
                    <a:pt x="3456" y="135504"/>
                    <a:pt x="6517" y="135504"/>
                  </a:cubicBezTo>
                  <a:lnTo>
                    <a:pt x="103944" y="13550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7" name="Freeform: Shape 896">
              <a:extLst>
                <a:ext uri="{FF2B5EF4-FFF2-40B4-BE49-F238E27FC236}">
                  <a16:creationId xmlns:a16="http://schemas.microsoft.com/office/drawing/2014/main" id="{4AC80560-C4D9-6CC8-31FF-82FB85CD25FD}"/>
                </a:ext>
              </a:extLst>
            </p:cNvPr>
            <p:cNvSpPr/>
            <p:nvPr>
              <p:custDataLst>
                <p:tags r:id="rId114"/>
              </p:custDataLst>
            </p:nvPr>
          </p:nvSpPr>
          <p:spPr>
            <a:xfrm>
              <a:off x="11120998" y="3211163"/>
              <a:ext cx="73835" cy="151719"/>
            </a:xfrm>
            <a:custGeom>
              <a:avLst/>
              <a:gdLst>
                <a:gd name="connsiteX0" fmla="*/ 74060 w 73835"/>
                <a:gd name="connsiteY0" fmla="*/ 6385 h 151719"/>
                <a:gd name="connsiteX1" fmla="*/ 67217 w 73835"/>
                <a:gd name="connsiteY1" fmla="*/ 78 h 151719"/>
                <a:gd name="connsiteX2" fmla="*/ 57672 w 73835"/>
                <a:gd name="connsiteY2" fmla="*/ 9363 h 151719"/>
                <a:gd name="connsiteX3" fmla="*/ 64335 w 73835"/>
                <a:gd name="connsiteY3" fmla="*/ 15670 h 151719"/>
                <a:gd name="connsiteX4" fmla="*/ 74060 w 73835"/>
                <a:gd name="connsiteY4" fmla="*/ 6385 h 151719"/>
                <a:gd name="connsiteX5" fmla="*/ 37863 w 73835"/>
                <a:gd name="connsiteY5" fmla="*/ 124642 h 151719"/>
                <a:gd name="connsiteX6" fmla="*/ 15712 w 73835"/>
                <a:gd name="connsiteY6" fmla="*/ 147943 h 151719"/>
                <a:gd name="connsiteX7" fmla="*/ 8689 w 73835"/>
                <a:gd name="connsiteY7" fmla="*/ 146366 h 151719"/>
                <a:gd name="connsiteX8" fmla="*/ 16793 w 73835"/>
                <a:gd name="connsiteY8" fmla="*/ 137081 h 151719"/>
                <a:gd name="connsiteX9" fmla="*/ 9949 w 73835"/>
                <a:gd name="connsiteY9" fmla="*/ 130949 h 151719"/>
                <a:gd name="connsiteX10" fmla="*/ 225 w 73835"/>
                <a:gd name="connsiteY10" fmla="*/ 140935 h 151719"/>
                <a:gd name="connsiteX11" fmla="*/ 16072 w 73835"/>
                <a:gd name="connsiteY11" fmla="*/ 151797 h 151719"/>
                <a:gd name="connsiteX12" fmla="*/ 49929 w 73835"/>
                <a:gd name="connsiteY12" fmla="*/ 125168 h 151719"/>
                <a:gd name="connsiteX13" fmla="*/ 66496 w 73835"/>
                <a:gd name="connsiteY13" fmla="*/ 61046 h 151719"/>
                <a:gd name="connsiteX14" fmla="*/ 67397 w 73835"/>
                <a:gd name="connsiteY14" fmla="*/ 54564 h 151719"/>
                <a:gd name="connsiteX15" fmla="*/ 50829 w 73835"/>
                <a:gd name="connsiteY15" fmla="*/ 38446 h 151719"/>
                <a:gd name="connsiteX16" fmla="*/ 22195 w 73835"/>
                <a:gd name="connsiteY16" fmla="*/ 65426 h 151719"/>
                <a:gd name="connsiteX17" fmla="*/ 24356 w 73835"/>
                <a:gd name="connsiteY17" fmla="*/ 67178 h 151719"/>
                <a:gd name="connsiteX18" fmla="*/ 27598 w 73835"/>
                <a:gd name="connsiteY18" fmla="*/ 63674 h 151719"/>
                <a:gd name="connsiteX19" fmla="*/ 50289 w 73835"/>
                <a:gd name="connsiteY19" fmla="*/ 42300 h 151719"/>
                <a:gd name="connsiteX20" fmla="*/ 56051 w 73835"/>
                <a:gd name="connsiteY20" fmla="*/ 50359 h 151719"/>
                <a:gd name="connsiteX21" fmla="*/ 54791 w 73835"/>
                <a:gd name="connsiteY21" fmla="*/ 59294 h 151719"/>
                <a:gd name="connsiteX22" fmla="*/ 37863 w 73835"/>
                <a:gd name="connsiteY22" fmla="*/ 124642 h 15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35" h="151719">
                  <a:moveTo>
                    <a:pt x="74060" y="6385"/>
                  </a:moveTo>
                  <a:cubicBezTo>
                    <a:pt x="74060" y="3056"/>
                    <a:pt x="71539" y="78"/>
                    <a:pt x="67217" y="78"/>
                  </a:cubicBezTo>
                  <a:cubicBezTo>
                    <a:pt x="63075" y="78"/>
                    <a:pt x="57672" y="4107"/>
                    <a:pt x="57672" y="9363"/>
                  </a:cubicBezTo>
                  <a:cubicBezTo>
                    <a:pt x="57672" y="12867"/>
                    <a:pt x="60193" y="15670"/>
                    <a:pt x="64335" y="15670"/>
                  </a:cubicBezTo>
                  <a:cubicBezTo>
                    <a:pt x="69198" y="15670"/>
                    <a:pt x="74060" y="11115"/>
                    <a:pt x="74060" y="6385"/>
                  </a:cubicBezTo>
                  <a:close/>
                  <a:moveTo>
                    <a:pt x="37863" y="124642"/>
                  </a:moveTo>
                  <a:cubicBezTo>
                    <a:pt x="34441" y="137957"/>
                    <a:pt x="25797" y="147943"/>
                    <a:pt x="15712" y="147943"/>
                  </a:cubicBezTo>
                  <a:cubicBezTo>
                    <a:pt x="14632" y="147943"/>
                    <a:pt x="11930" y="147943"/>
                    <a:pt x="8689" y="146366"/>
                  </a:cubicBezTo>
                  <a:cubicBezTo>
                    <a:pt x="14091" y="145140"/>
                    <a:pt x="16793" y="140585"/>
                    <a:pt x="16793" y="137081"/>
                  </a:cubicBezTo>
                  <a:cubicBezTo>
                    <a:pt x="16793" y="134278"/>
                    <a:pt x="14812" y="130949"/>
                    <a:pt x="9949" y="130949"/>
                  </a:cubicBezTo>
                  <a:cubicBezTo>
                    <a:pt x="5447" y="130949"/>
                    <a:pt x="225" y="134628"/>
                    <a:pt x="225" y="140935"/>
                  </a:cubicBezTo>
                  <a:cubicBezTo>
                    <a:pt x="225" y="147943"/>
                    <a:pt x="7428" y="151797"/>
                    <a:pt x="16072" y="151797"/>
                  </a:cubicBezTo>
                  <a:cubicBezTo>
                    <a:pt x="28678" y="151797"/>
                    <a:pt x="45426" y="142512"/>
                    <a:pt x="49929" y="125168"/>
                  </a:cubicBezTo>
                  <a:lnTo>
                    <a:pt x="66496" y="61046"/>
                  </a:lnTo>
                  <a:cubicBezTo>
                    <a:pt x="67397" y="57542"/>
                    <a:pt x="67397" y="55089"/>
                    <a:pt x="67397" y="54564"/>
                  </a:cubicBezTo>
                  <a:cubicBezTo>
                    <a:pt x="67397" y="44578"/>
                    <a:pt x="59833" y="38446"/>
                    <a:pt x="50829" y="38446"/>
                  </a:cubicBezTo>
                  <a:cubicBezTo>
                    <a:pt x="32460" y="38446"/>
                    <a:pt x="22195" y="63849"/>
                    <a:pt x="22195" y="65426"/>
                  </a:cubicBezTo>
                  <a:cubicBezTo>
                    <a:pt x="22195" y="67178"/>
                    <a:pt x="23996" y="67178"/>
                    <a:pt x="24356" y="67178"/>
                  </a:cubicBezTo>
                  <a:cubicBezTo>
                    <a:pt x="25977" y="67178"/>
                    <a:pt x="26157" y="67003"/>
                    <a:pt x="27598" y="63674"/>
                  </a:cubicBezTo>
                  <a:cubicBezTo>
                    <a:pt x="32100" y="52987"/>
                    <a:pt x="40384" y="42300"/>
                    <a:pt x="50289" y="42300"/>
                  </a:cubicBezTo>
                  <a:cubicBezTo>
                    <a:pt x="52810" y="42300"/>
                    <a:pt x="56051" y="43001"/>
                    <a:pt x="56051" y="50359"/>
                  </a:cubicBezTo>
                  <a:cubicBezTo>
                    <a:pt x="56051" y="54389"/>
                    <a:pt x="55511" y="56316"/>
                    <a:pt x="54791" y="59294"/>
                  </a:cubicBezTo>
                  <a:lnTo>
                    <a:pt x="37863" y="12464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8" name="Freeform: Shape 897">
              <a:extLst>
                <a:ext uri="{FF2B5EF4-FFF2-40B4-BE49-F238E27FC236}">
                  <a16:creationId xmlns:a16="http://schemas.microsoft.com/office/drawing/2014/main" id="{27766CA6-6037-E8D8-EC7C-26C3571ACD8C}"/>
                </a:ext>
              </a:extLst>
            </p:cNvPr>
            <p:cNvSpPr/>
            <p:nvPr>
              <p:custDataLst>
                <p:tags r:id="rId115"/>
              </p:custDataLst>
            </p:nvPr>
          </p:nvSpPr>
          <p:spPr>
            <a:xfrm>
              <a:off x="11218073" y="3195571"/>
              <a:ext cx="41780" cy="175195"/>
            </a:xfrm>
            <a:custGeom>
              <a:avLst/>
              <a:gdLst>
                <a:gd name="connsiteX0" fmla="*/ 42009 w 41780"/>
                <a:gd name="connsiteY0" fmla="*/ 87676 h 175195"/>
                <a:gd name="connsiteX1" fmla="*/ 30124 w 41780"/>
                <a:gd name="connsiteY1" fmla="*/ 33015 h 175195"/>
                <a:gd name="connsiteX2" fmla="*/ 2030 w 41780"/>
                <a:gd name="connsiteY2" fmla="*/ 78 h 175195"/>
                <a:gd name="connsiteX3" fmla="*/ 229 w 41780"/>
                <a:gd name="connsiteY3" fmla="*/ 1830 h 175195"/>
                <a:gd name="connsiteX4" fmla="*/ 3651 w 41780"/>
                <a:gd name="connsiteY4" fmla="*/ 5859 h 175195"/>
                <a:gd name="connsiteX5" fmla="*/ 31564 w 41780"/>
                <a:gd name="connsiteY5" fmla="*/ 87676 h 175195"/>
                <a:gd name="connsiteX6" fmla="*/ 2571 w 41780"/>
                <a:gd name="connsiteY6" fmla="*/ 170543 h 175195"/>
                <a:gd name="connsiteX7" fmla="*/ 229 w 41780"/>
                <a:gd name="connsiteY7" fmla="*/ 173522 h 175195"/>
                <a:gd name="connsiteX8" fmla="*/ 2030 w 41780"/>
                <a:gd name="connsiteY8" fmla="*/ 175273 h 175195"/>
                <a:gd name="connsiteX9" fmla="*/ 30664 w 41780"/>
                <a:gd name="connsiteY9" fmla="*/ 141110 h 175195"/>
                <a:gd name="connsiteX10" fmla="*/ 42009 w 41780"/>
                <a:gd name="connsiteY10" fmla="*/ 87676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2009" y="87676"/>
                  </a:moveTo>
                  <a:cubicBezTo>
                    <a:pt x="42009" y="74010"/>
                    <a:pt x="40028" y="52812"/>
                    <a:pt x="30124" y="33015"/>
                  </a:cubicBezTo>
                  <a:cubicBezTo>
                    <a:pt x="19319" y="11466"/>
                    <a:pt x="3831" y="78"/>
                    <a:pt x="2030" y="78"/>
                  </a:cubicBezTo>
                  <a:cubicBezTo>
                    <a:pt x="950" y="78"/>
                    <a:pt x="229" y="779"/>
                    <a:pt x="229" y="1830"/>
                  </a:cubicBezTo>
                  <a:cubicBezTo>
                    <a:pt x="229" y="2356"/>
                    <a:pt x="229" y="2706"/>
                    <a:pt x="3651" y="5859"/>
                  </a:cubicBezTo>
                  <a:cubicBezTo>
                    <a:pt x="21300" y="23204"/>
                    <a:pt x="31564" y="51060"/>
                    <a:pt x="31564" y="87676"/>
                  </a:cubicBezTo>
                  <a:cubicBezTo>
                    <a:pt x="31564" y="117634"/>
                    <a:pt x="24901" y="148469"/>
                    <a:pt x="2571" y="170543"/>
                  </a:cubicBezTo>
                  <a:cubicBezTo>
                    <a:pt x="229" y="172646"/>
                    <a:pt x="229" y="172996"/>
                    <a:pt x="229" y="173522"/>
                  </a:cubicBezTo>
                  <a:cubicBezTo>
                    <a:pt x="229" y="174573"/>
                    <a:pt x="950" y="175273"/>
                    <a:pt x="2030" y="175273"/>
                  </a:cubicBezTo>
                  <a:cubicBezTo>
                    <a:pt x="3831" y="175273"/>
                    <a:pt x="20039" y="163360"/>
                    <a:pt x="30664" y="141110"/>
                  </a:cubicBezTo>
                  <a:cubicBezTo>
                    <a:pt x="39848" y="121839"/>
                    <a:pt x="42009" y="102392"/>
                    <a:pt x="42009" y="8767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899" name="Freeform: Shape 898">
              <a:extLst>
                <a:ext uri="{FF2B5EF4-FFF2-40B4-BE49-F238E27FC236}">
                  <a16:creationId xmlns:a16="http://schemas.microsoft.com/office/drawing/2014/main" id="{DD2CDB69-EA1D-09CE-2B83-DA5EDCF7C858}"/>
                </a:ext>
              </a:extLst>
            </p:cNvPr>
            <p:cNvSpPr/>
            <p:nvPr>
              <p:custDataLst>
                <p:tags r:id="rId116"/>
              </p:custDataLst>
            </p:nvPr>
          </p:nvSpPr>
          <p:spPr>
            <a:xfrm>
              <a:off x="11337950" y="3262671"/>
              <a:ext cx="119757" cy="40995"/>
            </a:xfrm>
            <a:custGeom>
              <a:avLst/>
              <a:gdLst>
                <a:gd name="connsiteX0" fmla="*/ 113871 w 119757"/>
                <a:gd name="connsiteY0" fmla="*/ 7086 h 40995"/>
                <a:gd name="connsiteX1" fmla="*/ 119993 w 119757"/>
                <a:gd name="connsiteY1" fmla="*/ 3582 h 40995"/>
                <a:gd name="connsiteX2" fmla="*/ 114051 w 119757"/>
                <a:gd name="connsiteY2" fmla="*/ 78 h 40995"/>
                <a:gd name="connsiteX3" fmla="*/ 6179 w 119757"/>
                <a:gd name="connsiteY3" fmla="*/ 78 h 40995"/>
                <a:gd name="connsiteX4" fmla="*/ 236 w 119757"/>
                <a:gd name="connsiteY4" fmla="*/ 3582 h 40995"/>
                <a:gd name="connsiteX5" fmla="*/ 6359 w 119757"/>
                <a:gd name="connsiteY5" fmla="*/ 7086 h 40995"/>
                <a:gd name="connsiteX6" fmla="*/ 113871 w 119757"/>
                <a:gd name="connsiteY6" fmla="*/ 7086 h 40995"/>
                <a:gd name="connsiteX7" fmla="*/ 114051 w 119757"/>
                <a:gd name="connsiteY7" fmla="*/ 41074 h 40995"/>
                <a:gd name="connsiteX8" fmla="*/ 119993 w 119757"/>
                <a:gd name="connsiteY8" fmla="*/ 37570 h 40995"/>
                <a:gd name="connsiteX9" fmla="*/ 113871 w 119757"/>
                <a:gd name="connsiteY9" fmla="*/ 34066 h 40995"/>
                <a:gd name="connsiteX10" fmla="*/ 6359 w 119757"/>
                <a:gd name="connsiteY10" fmla="*/ 34066 h 40995"/>
                <a:gd name="connsiteX11" fmla="*/ 236 w 119757"/>
                <a:gd name="connsiteY11" fmla="*/ 37570 h 40995"/>
                <a:gd name="connsiteX12" fmla="*/ 6179 w 119757"/>
                <a:gd name="connsiteY12" fmla="*/ 41074 h 40995"/>
                <a:gd name="connsiteX13" fmla="*/ 114051 w 119757"/>
                <a:gd name="connsiteY13" fmla="*/ 41074 h 4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57" h="40995">
                  <a:moveTo>
                    <a:pt x="113871" y="7086"/>
                  </a:moveTo>
                  <a:cubicBezTo>
                    <a:pt x="116572" y="7086"/>
                    <a:pt x="119993" y="7086"/>
                    <a:pt x="119993" y="3582"/>
                  </a:cubicBezTo>
                  <a:cubicBezTo>
                    <a:pt x="119993" y="78"/>
                    <a:pt x="116572" y="78"/>
                    <a:pt x="114051" y="78"/>
                  </a:cubicBezTo>
                  <a:lnTo>
                    <a:pt x="6179" y="78"/>
                  </a:lnTo>
                  <a:cubicBezTo>
                    <a:pt x="3658" y="78"/>
                    <a:pt x="236" y="78"/>
                    <a:pt x="236" y="3582"/>
                  </a:cubicBezTo>
                  <a:cubicBezTo>
                    <a:pt x="236" y="7086"/>
                    <a:pt x="3658" y="7086"/>
                    <a:pt x="6359" y="7086"/>
                  </a:cubicBezTo>
                  <a:lnTo>
                    <a:pt x="113871" y="7086"/>
                  </a:lnTo>
                  <a:close/>
                  <a:moveTo>
                    <a:pt x="114051" y="41074"/>
                  </a:moveTo>
                  <a:cubicBezTo>
                    <a:pt x="116572" y="41074"/>
                    <a:pt x="119993" y="41074"/>
                    <a:pt x="119993" y="37570"/>
                  </a:cubicBezTo>
                  <a:cubicBezTo>
                    <a:pt x="119993" y="34066"/>
                    <a:pt x="116572" y="34066"/>
                    <a:pt x="113871" y="34066"/>
                  </a:cubicBezTo>
                  <a:lnTo>
                    <a:pt x="6359" y="34066"/>
                  </a:lnTo>
                  <a:cubicBezTo>
                    <a:pt x="3658" y="34066"/>
                    <a:pt x="236" y="34066"/>
                    <a:pt x="236" y="37570"/>
                  </a:cubicBezTo>
                  <a:cubicBezTo>
                    <a:pt x="236" y="41074"/>
                    <a:pt x="3658" y="41074"/>
                    <a:pt x="6179" y="41074"/>
                  </a:cubicBezTo>
                  <a:lnTo>
                    <a:pt x="114051" y="4107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0" name="Freeform: Shape 899">
              <a:extLst>
                <a:ext uri="{FF2B5EF4-FFF2-40B4-BE49-F238E27FC236}">
                  <a16:creationId xmlns:a16="http://schemas.microsoft.com/office/drawing/2014/main" id="{6F1607C3-B1EC-403A-C12B-FACA8BB5D304}"/>
                </a:ext>
              </a:extLst>
            </p:cNvPr>
            <p:cNvSpPr/>
            <p:nvPr>
              <p:custDataLst>
                <p:tags r:id="rId117"/>
              </p:custDataLst>
            </p:nvPr>
          </p:nvSpPr>
          <p:spPr>
            <a:xfrm>
              <a:off x="11546769" y="3088788"/>
              <a:ext cx="128581" cy="119658"/>
            </a:xfrm>
            <a:custGeom>
              <a:avLst/>
              <a:gdLst>
                <a:gd name="connsiteX0" fmla="*/ 47610 w 128581"/>
                <a:gd name="connsiteY0" fmla="*/ 64368 h 119658"/>
                <a:gd name="connsiteX1" fmla="*/ 78225 w 128581"/>
                <a:gd name="connsiteY1" fmla="*/ 64368 h 119658"/>
                <a:gd name="connsiteX2" fmla="*/ 128829 w 128581"/>
                <a:gd name="connsiteY2" fmla="*/ 26526 h 119658"/>
                <a:gd name="connsiteX3" fmla="*/ 93352 w 128581"/>
                <a:gd name="connsiteY3" fmla="*/ 71 h 119658"/>
                <a:gd name="connsiteX4" fmla="*/ 35004 w 128581"/>
                <a:gd name="connsiteY4" fmla="*/ 71 h 119658"/>
                <a:gd name="connsiteX5" fmla="*/ 29602 w 128581"/>
                <a:gd name="connsiteY5" fmla="*/ 3400 h 119658"/>
                <a:gd name="connsiteX6" fmla="*/ 34824 w 128581"/>
                <a:gd name="connsiteY6" fmla="*/ 5502 h 119658"/>
                <a:gd name="connsiteX7" fmla="*/ 42568 w 128581"/>
                <a:gd name="connsiteY7" fmla="*/ 5853 h 119658"/>
                <a:gd name="connsiteX8" fmla="*/ 46530 w 128581"/>
                <a:gd name="connsiteY8" fmla="*/ 8656 h 119658"/>
                <a:gd name="connsiteX9" fmla="*/ 45810 w 128581"/>
                <a:gd name="connsiteY9" fmla="*/ 11985 h 119658"/>
                <a:gd name="connsiteX10" fmla="*/ 21678 w 128581"/>
                <a:gd name="connsiteY10" fmla="*/ 106065 h 119658"/>
                <a:gd name="connsiteX11" fmla="*/ 5290 w 128581"/>
                <a:gd name="connsiteY11" fmla="*/ 114299 h 119658"/>
                <a:gd name="connsiteX12" fmla="*/ 248 w 128581"/>
                <a:gd name="connsiteY12" fmla="*/ 117627 h 119658"/>
                <a:gd name="connsiteX13" fmla="*/ 2949 w 128581"/>
                <a:gd name="connsiteY13" fmla="*/ 119730 h 119658"/>
                <a:gd name="connsiteX14" fmla="*/ 25820 w 128581"/>
                <a:gd name="connsiteY14" fmla="*/ 119204 h 119658"/>
                <a:gd name="connsiteX15" fmla="*/ 37346 w 128581"/>
                <a:gd name="connsiteY15" fmla="*/ 119379 h 119658"/>
                <a:gd name="connsiteX16" fmla="*/ 49051 w 128581"/>
                <a:gd name="connsiteY16" fmla="*/ 119730 h 119658"/>
                <a:gd name="connsiteX17" fmla="*/ 52653 w 128581"/>
                <a:gd name="connsiteY17" fmla="*/ 116226 h 119658"/>
                <a:gd name="connsiteX18" fmla="*/ 47610 w 128581"/>
                <a:gd name="connsiteY18" fmla="*/ 114299 h 119658"/>
                <a:gd name="connsiteX19" fmla="*/ 35905 w 128581"/>
                <a:gd name="connsiteY19" fmla="*/ 111145 h 119658"/>
                <a:gd name="connsiteX20" fmla="*/ 36445 w 128581"/>
                <a:gd name="connsiteY20" fmla="*/ 108167 h 119658"/>
                <a:gd name="connsiteX21" fmla="*/ 47610 w 128581"/>
                <a:gd name="connsiteY21" fmla="*/ 64368 h 119658"/>
                <a:gd name="connsiteX22" fmla="*/ 60577 w 128581"/>
                <a:gd name="connsiteY22" fmla="*/ 12160 h 119658"/>
                <a:gd name="connsiteX23" fmla="*/ 70301 w 128581"/>
                <a:gd name="connsiteY23" fmla="*/ 5502 h 119658"/>
                <a:gd name="connsiteX24" fmla="*/ 87590 w 128581"/>
                <a:gd name="connsiteY24" fmla="*/ 5502 h 119658"/>
                <a:gd name="connsiteX25" fmla="*/ 112081 w 128581"/>
                <a:gd name="connsiteY25" fmla="*/ 22321 h 119658"/>
                <a:gd name="connsiteX26" fmla="*/ 101456 w 128581"/>
                <a:gd name="connsiteY26" fmla="*/ 50528 h 119658"/>
                <a:gd name="connsiteX27" fmla="*/ 73723 w 128581"/>
                <a:gd name="connsiteY27" fmla="*/ 59813 h 119658"/>
                <a:gd name="connsiteX28" fmla="*/ 48331 w 128581"/>
                <a:gd name="connsiteY28" fmla="*/ 59813 h 119658"/>
                <a:gd name="connsiteX29" fmla="*/ 60577 w 128581"/>
                <a:gd name="connsiteY29" fmla="*/ 12160 h 11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581" h="119658">
                  <a:moveTo>
                    <a:pt x="47610" y="64368"/>
                  </a:moveTo>
                  <a:lnTo>
                    <a:pt x="78225" y="64368"/>
                  </a:lnTo>
                  <a:cubicBezTo>
                    <a:pt x="103797" y="64368"/>
                    <a:pt x="128829" y="46148"/>
                    <a:pt x="128829" y="26526"/>
                  </a:cubicBezTo>
                  <a:cubicBezTo>
                    <a:pt x="128829" y="13036"/>
                    <a:pt x="116944" y="71"/>
                    <a:pt x="93352" y="71"/>
                  </a:cubicBezTo>
                  <a:lnTo>
                    <a:pt x="35004" y="71"/>
                  </a:lnTo>
                  <a:cubicBezTo>
                    <a:pt x="31583" y="71"/>
                    <a:pt x="29602" y="71"/>
                    <a:pt x="29602" y="3400"/>
                  </a:cubicBezTo>
                  <a:cubicBezTo>
                    <a:pt x="29602" y="5502"/>
                    <a:pt x="31223" y="5502"/>
                    <a:pt x="34824" y="5502"/>
                  </a:cubicBezTo>
                  <a:cubicBezTo>
                    <a:pt x="37165" y="5502"/>
                    <a:pt x="40407" y="5677"/>
                    <a:pt x="42568" y="5853"/>
                  </a:cubicBezTo>
                  <a:cubicBezTo>
                    <a:pt x="45449" y="6203"/>
                    <a:pt x="46530" y="6729"/>
                    <a:pt x="46530" y="8656"/>
                  </a:cubicBezTo>
                  <a:cubicBezTo>
                    <a:pt x="46530" y="9357"/>
                    <a:pt x="46350" y="9882"/>
                    <a:pt x="45810" y="11985"/>
                  </a:cubicBezTo>
                  <a:lnTo>
                    <a:pt x="21678" y="106065"/>
                  </a:lnTo>
                  <a:cubicBezTo>
                    <a:pt x="19877" y="112897"/>
                    <a:pt x="19517" y="114299"/>
                    <a:pt x="5290" y="114299"/>
                  </a:cubicBezTo>
                  <a:cubicBezTo>
                    <a:pt x="2229" y="114299"/>
                    <a:pt x="248" y="114299"/>
                    <a:pt x="248" y="117627"/>
                  </a:cubicBezTo>
                  <a:cubicBezTo>
                    <a:pt x="248" y="119730"/>
                    <a:pt x="2409" y="119730"/>
                    <a:pt x="2949" y="119730"/>
                  </a:cubicBezTo>
                  <a:cubicBezTo>
                    <a:pt x="7991" y="119730"/>
                    <a:pt x="20778" y="119204"/>
                    <a:pt x="25820" y="119204"/>
                  </a:cubicBezTo>
                  <a:cubicBezTo>
                    <a:pt x="29602" y="119204"/>
                    <a:pt x="33564" y="119379"/>
                    <a:pt x="37346" y="119379"/>
                  </a:cubicBezTo>
                  <a:cubicBezTo>
                    <a:pt x="41307" y="119379"/>
                    <a:pt x="45269" y="119730"/>
                    <a:pt x="49051" y="119730"/>
                  </a:cubicBezTo>
                  <a:cubicBezTo>
                    <a:pt x="50312" y="119730"/>
                    <a:pt x="52653" y="119730"/>
                    <a:pt x="52653" y="116226"/>
                  </a:cubicBezTo>
                  <a:cubicBezTo>
                    <a:pt x="52653" y="114299"/>
                    <a:pt x="51032" y="114299"/>
                    <a:pt x="47610" y="114299"/>
                  </a:cubicBezTo>
                  <a:cubicBezTo>
                    <a:pt x="40947" y="114299"/>
                    <a:pt x="35905" y="114299"/>
                    <a:pt x="35905" y="111145"/>
                  </a:cubicBezTo>
                  <a:cubicBezTo>
                    <a:pt x="35905" y="110094"/>
                    <a:pt x="36265" y="109218"/>
                    <a:pt x="36445" y="108167"/>
                  </a:cubicBezTo>
                  <a:lnTo>
                    <a:pt x="47610" y="64368"/>
                  </a:lnTo>
                  <a:close/>
                  <a:moveTo>
                    <a:pt x="60577" y="12160"/>
                  </a:moveTo>
                  <a:cubicBezTo>
                    <a:pt x="62197" y="6028"/>
                    <a:pt x="62558" y="5502"/>
                    <a:pt x="70301" y="5502"/>
                  </a:cubicBezTo>
                  <a:lnTo>
                    <a:pt x="87590" y="5502"/>
                  </a:lnTo>
                  <a:cubicBezTo>
                    <a:pt x="102537" y="5502"/>
                    <a:pt x="112081" y="10233"/>
                    <a:pt x="112081" y="22321"/>
                  </a:cubicBezTo>
                  <a:cubicBezTo>
                    <a:pt x="112081" y="29154"/>
                    <a:pt x="108480" y="44220"/>
                    <a:pt x="101456" y="50528"/>
                  </a:cubicBezTo>
                  <a:cubicBezTo>
                    <a:pt x="92452" y="58411"/>
                    <a:pt x="81647" y="59813"/>
                    <a:pt x="73723" y="59813"/>
                  </a:cubicBezTo>
                  <a:lnTo>
                    <a:pt x="48331" y="59813"/>
                  </a:lnTo>
                  <a:lnTo>
                    <a:pt x="60577" y="1216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1" name="Freeform: Shape 900">
              <a:extLst>
                <a:ext uri="{FF2B5EF4-FFF2-40B4-BE49-F238E27FC236}">
                  <a16:creationId xmlns:a16="http://schemas.microsoft.com/office/drawing/2014/main" id="{F3A254EB-EC61-D321-F892-4833DF858C55}"/>
                </a:ext>
              </a:extLst>
            </p:cNvPr>
            <p:cNvSpPr/>
            <p:nvPr>
              <p:custDataLst>
                <p:tags r:id="rId118"/>
              </p:custDataLst>
            </p:nvPr>
          </p:nvSpPr>
          <p:spPr>
            <a:xfrm>
              <a:off x="11698024" y="3077050"/>
              <a:ext cx="41780" cy="175195"/>
            </a:xfrm>
            <a:custGeom>
              <a:avLst/>
              <a:gdLst>
                <a:gd name="connsiteX0" fmla="*/ 42036 w 41780"/>
                <a:gd name="connsiteY0" fmla="*/ 173515 h 175195"/>
                <a:gd name="connsiteX1" fmla="*/ 38974 w 41780"/>
                <a:gd name="connsiteY1" fmla="*/ 169661 h 175195"/>
                <a:gd name="connsiteX2" fmla="*/ 10701 w 41780"/>
                <a:gd name="connsiteY2" fmla="*/ 87669 h 175195"/>
                <a:gd name="connsiteX3" fmla="*/ 39694 w 41780"/>
                <a:gd name="connsiteY3" fmla="*/ 4802 h 175195"/>
                <a:gd name="connsiteX4" fmla="*/ 42036 w 41780"/>
                <a:gd name="connsiteY4" fmla="*/ 1823 h 175195"/>
                <a:gd name="connsiteX5" fmla="*/ 40235 w 41780"/>
                <a:gd name="connsiteY5" fmla="*/ 71 h 175195"/>
                <a:gd name="connsiteX6" fmla="*/ 11601 w 41780"/>
                <a:gd name="connsiteY6" fmla="*/ 34234 h 175195"/>
                <a:gd name="connsiteX7" fmla="*/ 256 w 41780"/>
                <a:gd name="connsiteY7" fmla="*/ 87669 h 175195"/>
                <a:gd name="connsiteX8" fmla="*/ 12141 w 41780"/>
                <a:gd name="connsiteY8" fmla="*/ 142330 h 175195"/>
                <a:gd name="connsiteX9" fmla="*/ 40235 w 41780"/>
                <a:gd name="connsiteY9" fmla="*/ 175267 h 175195"/>
                <a:gd name="connsiteX10" fmla="*/ 42036 w 41780"/>
                <a:gd name="connsiteY10" fmla="*/ 173515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2036" y="173515"/>
                  </a:moveTo>
                  <a:cubicBezTo>
                    <a:pt x="42036" y="172989"/>
                    <a:pt x="42036" y="172639"/>
                    <a:pt x="38974" y="169661"/>
                  </a:cubicBezTo>
                  <a:cubicBezTo>
                    <a:pt x="16463" y="147586"/>
                    <a:pt x="10701" y="114474"/>
                    <a:pt x="10701" y="87669"/>
                  </a:cubicBezTo>
                  <a:cubicBezTo>
                    <a:pt x="10701" y="57185"/>
                    <a:pt x="17544" y="26701"/>
                    <a:pt x="39694" y="4802"/>
                  </a:cubicBezTo>
                  <a:cubicBezTo>
                    <a:pt x="42036" y="2699"/>
                    <a:pt x="42036" y="2349"/>
                    <a:pt x="42036" y="1823"/>
                  </a:cubicBezTo>
                  <a:cubicBezTo>
                    <a:pt x="42036" y="597"/>
                    <a:pt x="41315" y="71"/>
                    <a:pt x="40235" y="71"/>
                  </a:cubicBezTo>
                  <a:cubicBezTo>
                    <a:pt x="38434" y="71"/>
                    <a:pt x="22226" y="11985"/>
                    <a:pt x="11601" y="34234"/>
                  </a:cubicBezTo>
                  <a:cubicBezTo>
                    <a:pt x="2417" y="53506"/>
                    <a:pt x="256" y="72953"/>
                    <a:pt x="256" y="87669"/>
                  </a:cubicBezTo>
                  <a:cubicBezTo>
                    <a:pt x="256" y="101334"/>
                    <a:pt x="2236" y="122533"/>
                    <a:pt x="12141" y="142330"/>
                  </a:cubicBezTo>
                  <a:cubicBezTo>
                    <a:pt x="22946" y="163879"/>
                    <a:pt x="38434" y="175267"/>
                    <a:pt x="40235" y="175267"/>
                  </a:cubicBezTo>
                  <a:cubicBezTo>
                    <a:pt x="41315" y="175267"/>
                    <a:pt x="42036" y="174741"/>
                    <a:pt x="42036" y="17351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2" name="Freeform: Shape 901">
              <a:extLst>
                <a:ext uri="{FF2B5EF4-FFF2-40B4-BE49-F238E27FC236}">
                  <a16:creationId xmlns:a16="http://schemas.microsoft.com/office/drawing/2014/main" id="{07F5B29B-D9D2-04CE-3594-80648BA41045}"/>
                </a:ext>
              </a:extLst>
            </p:cNvPr>
            <p:cNvSpPr/>
            <p:nvPr>
              <p:custDataLst>
                <p:tags r:id="rId119"/>
              </p:custDataLst>
            </p:nvPr>
          </p:nvSpPr>
          <p:spPr>
            <a:xfrm>
              <a:off x="11756533" y="3088788"/>
              <a:ext cx="130922" cy="119658"/>
            </a:xfrm>
            <a:custGeom>
              <a:avLst/>
              <a:gdLst>
                <a:gd name="connsiteX0" fmla="*/ 101468 w 130922"/>
                <a:gd name="connsiteY0" fmla="*/ 20044 h 119658"/>
                <a:gd name="connsiteX1" fmla="*/ 103989 w 130922"/>
                <a:gd name="connsiteY1" fmla="*/ 17591 h 119658"/>
                <a:gd name="connsiteX2" fmla="*/ 127580 w 130922"/>
                <a:gd name="connsiteY2" fmla="*/ 5502 h 119658"/>
                <a:gd name="connsiteX3" fmla="*/ 131182 w 130922"/>
                <a:gd name="connsiteY3" fmla="*/ 2174 h 119658"/>
                <a:gd name="connsiteX4" fmla="*/ 128841 w 130922"/>
                <a:gd name="connsiteY4" fmla="*/ 71 h 119658"/>
                <a:gd name="connsiteX5" fmla="*/ 114074 w 130922"/>
                <a:gd name="connsiteY5" fmla="*/ 597 h 119658"/>
                <a:gd name="connsiteX6" fmla="*/ 96065 w 130922"/>
                <a:gd name="connsiteY6" fmla="*/ 71 h 119658"/>
                <a:gd name="connsiteX7" fmla="*/ 92644 w 130922"/>
                <a:gd name="connsiteY7" fmla="*/ 3400 h 119658"/>
                <a:gd name="connsiteX8" fmla="*/ 95345 w 130922"/>
                <a:gd name="connsiteY8" fmla="*/ 5502 h 119658"/>
                <a:gd name="connsiteX9" fmla="*/ 101828 w 130922"/>
                <a:gd name="connsiteY9" fmla="*/ 9532 h 119658"/>
                <a:gd name="connsiteX10" fmla="*/ 96966 w 130922"/>
                <a:gd name="connsiteY10" fmla="*/ 17941 h 119658"/>
                <a:gd name="connsiteX11" fmla="*/ 55186 w 130922"/>
                <a:gd name="connsiteY11" fmla="*/ 64718 h 119658"/>
                <a:gd name="connsiteX12" fmla="*/ 35376 w 130922"/>
                <a:gd name="connsiteY12" fmla="*/ 12685 h 119658"/>
                <a:gd name="connsiteX13" fmla="*/ 34296 w 130922"/>
                <a:gd name="connsiteY13" fmla="*/ 9707 h 119658"/>
                <a:gd name="connsiteX14" fmla="*/ 44921 w 130922"/>
                <a:gd name="connsiteY14" fmla="*/ 5502 h 119658"/>
                <a:gd name="connsiteX15" fmla="*/ 49243 w 130922"/>
                <a:gd name="connsiteY15" fmla="*/ 1998 h 119658"/>
                <a:gd name="connsiteX16" fmla="*/ 46542 w 130922"/>
                <a:gd name="connsiteY16" fmla="*/ 71 h 119658"/>
                <a:gd name="connsiteX17" fmla="*/ 23851 w 130922"/>
                <a:gd name="connsiteY17" fmla="*/ 597 h 119658"/>
                <a:gd name="connsiteX18" fmla="*/ 3681 w 130922"/>
                <a:gd name="connsiteY18" fmla="*/ 71 h 119658"/>
                <a:gd name="connsiteX19" fmla="*/ 259 w 130922"/>
                <a:gd name="connsiteY19" fmla="*/ 3575 h 119658"/>
                <a:gd name="connsiteX20" fmla="*/ 4401 w 130922"/>
                <a:gd name="connsiteY20" fmla="*/ 5502 h 119658"/>
                <a:gd name="connsiteX21" fmla="*/ 17548 w 130922"/>
                <a:gd name="connsiteY21" fmla="*/ 11459 h 119658"/>
                <a:gd name="connsiteX22" fmla="*/ 39698 w 130922"/>
                <a:gd name="connsiteY22" fmla="*/ 69098 h 119658"/>
                <a:gd name="connsiteX23" fmla="*/ 40419 w 130922"/>
                <a:gd name="connsiteY23" fmla="*/ 72077 h 119658"/>
                <a:gd name="connsiteX24" fmla="*/ 32315 w 130922"/>
                <a:gd name="connsiteY24" fmla="*/ 103962 h 119658"/>
                <a:gd name="connsiteX25" fmla="*/ 15387 w 130922"/>
                <a:gd name="connsiteY25" fmla="*/ 114299 h 119658"/>
                <a:gd name="connsiteX26" fmla="*/ 10524 w 130922"/>
                <a:gd name="connsiteY26" fmla="*/ 117803 h 119658"/>
                <a:gd name="connsiteX27" fmla="*/ 13046 w 130922"/>
                <a:gd name="connsiteY27" fmla="*/ 119730 h 119658"/>
                <a:gd name="connsiteX28" fmla="*/ 35736 w 130922"/>
                <a:gd name="connsiteY28" fmla="*/ 119204 h 119658"/>
                <a:gd name="connsiteX29" fmla="*/ 58787 w 130922"/>
                <a:gd name="connsiteY29" fmla="*/ 119730 h 119658"/>
                <a:gd name="connsiteX30" fmla="*/ 62209 w 130922"/>
                <a:gd name="connsiteY30" fmla="*/ 116226 h 119658"/>
                <a:gd name="connsiteX31" fmla="*/ 57167 w 130922"/>
                <a:gd name="connsiteY31" fmla="*/ 114299 h 119658"/>
                <a:gd name="connsiteX32" fmla="*/ 50323 w 130922"/>
                <a:gd name="connsiteY32" fmla="*/ 113948 h 119658"/>
                <a:gd name="connsiteX33" fmla="*/ 45461 w 130922"/>
                <a:gd name="connsiteY33" fmla="*/ 111145 h 119658"/>
                <a:gd name="connsiteX34" fmla="*/ 47982 w 130922"/>
                <a:gd name="connsiteY34" fmla="*/ 100108 h 119658"/>
                <a:gd name="connsiteX35" fmla="*/ 54285 w 130922"/>
                <a:gd name="connsiteY35" fmla="*/ 75405 h 119658"/>
                <a:gd name="connsiteX36" fmla="*/ 56807 w 130922"/>
                <a:gd name="connsiteY36" fmla="*/ 69974 h 119658"/>
                <a:gd name="connsiteX37" fmla="*/ 101468 w 130922"/>
                <a:gd name="connsiteY37" fmla="*/ 20044 h 11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22" h="119658">
                  <a:moveTo>
                    <a:pt x="101468" y="20044"/>
                  </a:moveTo>
                  <a:lnTo>
                    <a:pt x="103989" y="17591"/>
                  </a:lnTo>
                  <a:cubicBezTo>
                    <a:pt x="109392" y="12335"/>
                    <a:pt x="115335" y="6378"/>
                    <a:pt x="127580" y="5502"/>
                  </a:cubicBezTo>
                  <a:cubicBezTo>
                    <a:pt x="129561" y="5327"/>
                    <a:pt x="131182" y="5327"/>
                    <a:pt x="131182" y="2174"/>
                  </a:cubicBezTo>
                  <a:cubicBezTo>
                    <a:pt x="131182" y="772"/>
                    <a:pt x="130282" y="71"/>
                    <a:pt x="128841" y="71"/>
                  </a:cubicBezTo>
                  <a:cubicBezTo>
                    <a:pt x="124159" y="71"/>
                    <a:pt x="118936" y="597"/>
                    <a:pt x="114074" y="597"/>
                  </a:cubicBezTo>
                  <a:cubicBezTo>
                    <a:pt x="108131" y="597"/>
                    <a:pt x="101828" y="71"/>
                    <a:pt x="96065" y="71"/>
                  </a:cubicBezTo>
                  <a:cubicBezTo>
                    <a:pt x="94985" y="71"/>
                    <a:pt x="92644" y="71"/>
                    <a:pt x="92644" y="3400"/>
                  </a:cubicBezTo>
                  <a:cubicBezTo>
                    <a:pt x="92644" y="5327"/>
                    <a:pt x="94445" y="5502"/>
                    <a:pt x="95345" y="5502"/>
                  </a:cubicBezTo>
                  <a:cubicBezTo>
                    <a:pt x="96606" y="5502"/>
                    <a:pt x="101828" y="5853"/>
                    <a:pt x="101828" y="9532"/>
                  </a:cubicBezTo>
                  <a:cubicBezTo>
                    <a:pt x="101828" y="12510"/>
                    <a:pt x="97686" y="17065"/>
                    <a:pt x="96966" y="17941"/>
                  </a:cubicBezTo>
                  <a:lnTo>
                    <a:pt x="55186" y="64718"/>
                  </a:lnTo>
                  <a:lnTo>
                    <a:pt x="35376" y="12685"/>
                  </a:lnTo>
                  <a:cubicBezTo>
                    <a:pt x="34296" y="10233"/>
                    <a:pt x="34296" y="9882"/>
                    <a:pt x="34296" y="9707"/>
                  </a:cubicBezTo>
                  <a:cubicBezTo>
                    <a:pt x="34296" y="5502"/>
                    <a:pt x="43120" y="5502"/>
                    <a:pt x="44921" y="5502"/>
                  </a:cubicBezTo>
                  <a:cubicBezTo>
                    <a:pt x="47442" y="5502"/>
                    <a:pt x="49243" y="5502"/>
                    <a:pt x="49243" y="1998"/>
                  </a:cubicBezTo>
                  <a:cubicBezTo>
                    <a:pt x="49243" y="71"/>
                    <a:pt x="47082" y="71"/>
                    <a:pt x="46542" y="71"/>
                  </a:cubicBezTo>
                  <a:cubicBezTo>
                    <a:pt x="41499" y="71"/>
                    <a:pt x="28893" y="597"/>
                    <a:pt x="23851" y="597"/>
                  </a:cubicBezTo>
                  <a:cubicBezTo>
                    <a:pt x="19349" y="597"/>
                    <a:pt x="8183" y="71"/>
                    <a:pt x="3681" y="71"/>
                  </a:cubicBezTo>
                  <a:cubicBezTo>
                    <a:pt x="2601" y="71"/>
                    <a:pt x="259" y="71"/>
                    <a:pt x="259" y="3575"/>
                  </a:cubicBezTo>
                  <a:cubicBezTo>
                    <a:pt x="259" y="5502"/>
                    <a:pt x="2060" y="5502"/>
                    <a:pt x="4401" y="5502"/>
                  </a:cubicBezTo>
                  <a:cubicBezTo>
                    <a:pt x="15207" y="5502"/>
                    <a:pt x="15927" y="7079"/>
                    <a:pt x="17548" y="11459"/>
                  </a:cubicBezTo>
                  <a:lnTo>
                    <a:pt x="39698" y="69098"/>
                  </a:lnTo>
                  <a:cubicBezTo>
                    <a:pt x="39878" y="69624"/>
                    <a:pt x="40419" y="71551"/>
                    <a:pt x="40419" y="72077"/>
                  </a:cubicBezTo>
                  <a:cubicBezTo>
                    <a:pt x="40419" y="72602"/>
                    <a:pt x="33215" y="100809"/>
                    <a:pt x="32315" y="103962"/>
                  </a:cubicBezTo>
                  <a:cubicBezTo>
                    <a:pt x="29974" y="113598"/>
                    <a:pt x="29794" y="114124"/>
                    <a:pt x="15387" y="114299"/>
                  </a:cubicBezTo>
                  <a:cubicBezTo>
                    <a:pt x="11965" y="114299"/>
                    <a:pt x="10524" y="114299"/>
                    <a:pt x="10524" y="117803"/>
                  </a:cubicBezTo>
                  <a:cubicBezTo>
                    <a:pt x="10524" y="119730"/>
                    <a:pt x="12685" y="119730"/>
                    <a:pt x="13046" y="119730"/>
                  </a:cubicBezTo>
                  <a:cubicBezTo>
                    <a:pt x="18088" y="119730"/>
                    <a:pt x="30694" y="119204"/>
                    <a:pt x="35736" y="119204"/>
                  </a:cubicBezTo>
                  <a:cubicBezTo>
                    <a:pt x="40779" y="119204"/>
                    <a:pt x="53745" y="119730"/>
                    <a:pt x="58787" y="119730"/>
                  </a:cubicBezTo>
                  <a:cubicBezTo>
                    <a:pt x="60048" y="119730"/>
                    <a:pt x="62209" y="119730"/>
                    <a:pt x="62209" y="116226"/>
                  </a:cubicBezTo>
                  <a:cubicBezTo>
                    <a:pt x="62209" y="114299"/>
                    <a:pt x="60588" y="114299"/>
                    <a:pt x="57167" y="114299"/>
                  </a:cubicBezTo>
                  <a:cubicBezTo>
                    <a:pt x="56807" y="114299"/>
                    <a:pt x="53385" y="114299"/>
                    <a:pt x="50323" y="113948"/>
                  </a:cubicBezTo>
                  <a:cubicBezTo>
                    <a:pt x="46542" y="113598"/>
                    <a:pt x="45461" y="113248"/>
                    <a:pt x="45461" y="111145"/>
                  </a:cubicBezTo>
                  <a:cubicBezTo>
                    <a:pt x="45461" y="109919"/>
                    <a:pt x="47082" y="103787"/>
                    <a:pt x="47982" y="100108"/>
                  </a:cubicBezTo>
                  <a:lnTo>
                    <a:pt x="54285" y="75405"/>
                  </a:lnTo>
                  <a:cubicBezTo>
                    <a:pt x="55186" y="72077"/>
                    <a:pt x="55366" y="71551"/>
                    <a:pt x="56807" y="69974"/>
                  </a:cubicBezTo>
                  <a:lnTo>
                    <a:pt x="101468" y="2004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3" name="Freeform: Shape 902">
              <a:extLst>
                <a:ext uri="{FF2B5EF4-FFF2-40B4-BE49-F238E27FC236}">
                  <a16:creationId xmlns:a16="http://schemas.microsoft.com/office/drawing/2014/main" id="{924AB606-F258-05CA-A317-AB11EA07CA41}"/>
                </a:ext>
              </a:extLst>
            </p:cNvPr>
            <p:cNvSpPr/>
            <p:nvPr>
              <p:custDataLst>
                <p:tags r:id="rId120"/>
              </p:custDataLst>
            </p:nvPr>
          </p:nvSpPr>
          <p:spPr>
            <a:xfrm>
              <a:off x="11860705" y="3180643"/>
              <a:ext cx="77022" cy="55309"/>
            </a:xfrm>
            <a:custGeom>
              <a:avLst/>
              <a:gdLst>
                <a:gd name="connsiteX0" fmla="*/ 9720 w 77022"/>
                <a:gd name="connsiteY0" fmla="*/ 46429 h 55309"/>
                <a:gd name="connsiteX1" fmla="*/ 8459 w 77022"/>
                <a:gd name="connsiteY1" fmla="*/ 51458 h 55309"/>
                <a:gd name="connsiteX2" fmla="*/ 12745 w 77022"/>
                <a:gd name="connsiteY2" fmla="*/ 55382 h 55309"/>
                <a:gd name="connsiteX3" fmla="*/ 17662 w 77022"/>
                <a:gd name="connsiteY3" fmla="*/ 52684 h 55309"/>
                <a:gd name="connsiteX4" fmla="*/ 19931 w 77022"/>
                <a:gd name="connsiteY4" fmla="*/ 45080 h 55309"/>
                <a:gd name="connsiteX5" fmla="*/ 22704 w 77022"/>
                <a:gd name="connsiteY5" fmla="*/ 34043 h 55309"/>
                <a:gd name="connsiteX6" fmla="*/ 24847 w 77022"/>
                <a:gd name="connsiteY6" fmla="*/ 25826 h 55309"/>
                <a:gd name="connsiteX7" fmla="*/ 30142 w 77022"/>
                <a:gd name="connsiteY7" fmla="*/ 14789 h 55309"/>
                <a:gd name="connsiteX8" fmla="*/ 49051 w 77022"/>
                <a:gd name="connsiteY8" fmla="*/ 3507 h 55309"/>
                <a:gd name="connsiteX9" fmla="*/ 56488 w 77022"/>
                <a:gd name="connsiteY9" fmla="*/ 12091 h 55309"/>
                <a:gd name="connsiteX10" fmla="*/ 49051 w 77022"/>
                <a:gd name="connsiteY10" fmla="*/ 38213 h 55309"/>
                <a:gd name="connsiteX11" fmla="*/ 47160 w 77022"/>
                <a:gd name="connsiteY11" fmla="*/ 44835 h 55309"/>
                <a:gd name="connsiteX12" fmla="*/ 59135 w 77022"/>
                <a:gd name="connsiteY12" fmla="*/ 55382 h 55309"/>
                <a:gd name="connsiteX13" fmla="*/ 77288 w 77022"/>
                <a:gd name="connsiteY13" fmla="*/ 36619 h 55309"/>
                <a:gd name="connsiteX14" fmla="*/ 75271 w 77022"/>
                <a:gd name="connsiteY14" fmla="*/ 35024 h 55309"/>
                <a:gd name="connsiteX15" fmla="*/ 72876 w 77022"/>
                <a:gd name="connsiteY15" fmla="*/ 37109 h 55309"/>
                <a:gd name="connsiteX16" fmla="*/ 59514 w 77022"/>
                <a:gd name="connsiteY16" fmla="*/ 51948 h 55309"/>
                <a:gd name="connsiteX17" fmla="*/ 56362 w 77022"/>
                <a:gd name="connsiteY17" fmla="*/ 47656 h 55309"/>
                <a:gd name="connsiteX18" fmla="*/ 59261 w 77022"/>
                <a:gd name="connsiteY18" fmla="*/ 37722 h 55309"/>
                <a:gd name="connsiteX19" fmla="*/ 65943 w 77022"/>
                <a:gd name="connsiteY19" fmla="*/ 14053 h 55309"/>
                <a:gd name="connsiteX20" fmla="*/ 49555 w 77022"/>
                <a:gd name="connsiteY20" fmla="*/ 73 h 55309"/>
                <a:gd name="connsiteX21" fmla="*/ 28251 w 77022"/>
                <a:gd name="connsiteY21" fmla="*/ 11233 h 55309"/>
                <a:gd name="connsiteX22" fmla="*/ 14762 w 77022"/>
                <a:gd name="connsiteY22" fmla="*/ 73 h 55309"/>
                <a:gd name="connsiteX23" fmla="*/ 4803 w 77022"/>
                <a:gd name="connsiteY23" fmla="*/ 6695 h 55309"/>
                <a:gd name="connsiteX24" fmla="*/ 265 w 77022"/>
                <a:gd name="connsiteY24" fmla="*/ 18836 h 55309"/>
                <a:gd name="connsiteX25" fmla="*/ 2408 w 77022"/>
                <a:gd name="connsiteY25" fmla="*/ 20430 h 55309"/>
                <a:gd name="connsiteX26" fmla="*/ 5182 w 77022"/>
                <a:gd name="connsiteY26" fmla="*/ 16751 h 55309"/>
                <a:gd name="connsiteX27" fmla="*/ 14384 w 77022"/>
                <a:gd name="connsiteY27" fmla="*/ 3507 h 55309"/>
                <a:gd name="connsiteX28" fmla="*/ 18544 w 77022"/>
                <a:gd name="connsiteY28" fmla="*/ 9516 h 55309"/>
                <a:gd name="connsiteX29" fmla="*/ 16527 w 77022"/>
                <a:gd name="connsiteY29" fmla="*/ 19695 h 55309"/>
                <a:gd name="connsiteX30" fmla="*/ 13754 w 77022"/>
                <a:gd name="connsiteY30" fmla="*/ 30732 h 55309"/>
                <a:gd name="connsiteX31" fmla="*/ 9720 w 77022"/>
                <a:gd name="connsiteY31" fmla="*/ 46429 h 5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22" h="55309">
                  <a:moveTo>
                    <a:pt x="9720" y="46429"/>
                  </a:moveTo>
                  <a:cubicBezTo>
                    <a:pt x="9215" y="48024"/>
                    <a:pt x="8459" y="51090"/>
                    <a:pt x="8459" y="51458"/>
                  </a:cubicBezTo>
                  <a:cubicBezTo>
                    <a:pt x="8459" y="54156"/>
                    <a:pt x="10728" y="55382"/>
                    <a:pt x="12745" y="55382"/>
                  </a:cubicBezTo>
                  <a:cubicBezTo>
                    <a:pt x="15014" y="55382"/>
                    <a:pt x="17031" y="53788"/>
                    <a:pt x="17662" y="52684"/>
                  </a:cubicBezTo>
                  <a:cubicBezTo>
                    <a:pt x="18292" y="51580"/>
                    <a:pt x="19300" y="47656"/>
                    <a:pt x="19931" y="45080"/>
                  </a:cubicBezTo>
                  <a:cubicBezTo>
                    <a:pt x="20561" y="42750"/>
                    <a:pt x="21948" y="37109"/>
                    <a:pt x="22704" y="34043"/>
                  </a:cubicBezTo>
                  <a:cubicBezTo>
                    <a:pt x="23460" y="31345"/>
                    <a:pt x="24217" y="28647"/>
                    <a:pt x="24847" y="25826"/>
                  </a:cubicBezTo>
                  <a:cubicBezTo>
                    <a:pt x="26234" y="20798"/>
                    <a:pt x="26486" y="19817"/>
                    <a:pt x="30142" y="14789"/>
                  </a:cubicBezTo>
                  <a:cubicBezTo>
                    <a:pt x="33671" y="9884"/>
                    <a:pt x="39596" y="3507"/>
                    <a:pt x="49051" y="3507"/>
                  </a:cubicBezTo>
                  <a:cubicBezTo>
                    <a:pt x="56362" y="3507"/>
                    <a:pt x="56488" y="9761"/>
                    <a:pt x="56488" y="12091"/>
                  </a:cubicBezTo>
                  <a:cubicBezTo>
                    <a:pt x="56488" y="19449"/>
                    <a:pt x="51068" y="33062"/>
                    <a:pt x="49051" y="38213"/>
                  </a:cubicBezTo>
                  <a:cubicBezTo>
                    <a:pt x="47664" y="41647"/>
                    <a:pt x="47160" y="42750"/>
                    <a:pt x="47160" y="44835"/>
                  </a:cubicBezTo>
                  <a:cubicBezTo>
                    <a:pt x="47160" y="51335"/>
                    <a:pt x="52706" y="55382"/>
                    <a:pt x="59135" y="55382"/>
                  </a:cubicBezTo>
                  <a:cubicBezTo>
                    <a:pt x="71741" y="55382"/>
                    <a:pt x="77288" y="38458"/>
                    <a:pt x="77288" y="36619"/>
                  </a:cubicBezTo>
                  <a:cubicBezTo>
                    <a:pt x="77288" y="35024"/>
                    <a:pt x="75649" y="35024"/>
                    <a:pt x="75271" y="35024"/>
                  </a:cubicBezTo>
                  <a:cubicBezTo>
                    <a:pt x="73506" y="35024"/>
                    <a:pt x="73380" y="35760"/>
                    <a:pt x="72876" y="37109"/>
                  </a:cubicBezTo>
                  <a:cubicBezTo>
                    <a:pt x="69977" y="46920"/>
                    <a:pt x="64556" y="51948"/>
                    <a:pt x="59514" y="51948"/>
                  </a:cubicBezTo>
                  <a:cubicBezTo>
                    <a:pt x="56866" y="51948"/>
                    <a:pt x="56362" y="50231"/>
                    <a:pt x="56362" y="47656"/>
                  </a:cubicBezTo>
                  <a:cubicBezTo>
                    <a:pt x="56362" y="44835"/>
                    <a:pt x="56992" y="43241"/>
                    <a:pt x="59261" y="37722"/>
                  </a:cubicBezTo>
                  <a:cubicBezTo>
                    <a:pt x="60774" y="33921"/>
                    <a:pt x="65943" y="20921"/>
                    <a:pt x="65943" y="14053"/>
                  </a:cubicBezTo>
                  <a:cubicBezTo>
                    <a:pt x="65943" y="2158"/>
                    <a:pt x="56236" y="73"/>
                    <a:pt x="49555" y="73"/>
                  </a:cubicBezTo>
                  <a:cubicBezTo>
                    <a:pt x="39092" y="73"/>
                    <a:pt x="32032" y="6327"/>
                    <a:pt x="28251" y="11233"/>
                  </a:cubicBezTo>
                  <a:cubicBezTo>
                    <a:pt x="27368" y="2771"/>
                    <a:pt x="19931" y="73"/>
                    <a:pt x="14762" y="73"/>
                  </a:cubicBezTo>
                  <a:cubicBezTo>
                    <a:pt x="9342" y="73"/>
                    <a:pt x="6442" y="3874"/>
                    <a:pt x="4803" y="6695"/>
                  </a:cubicBezTo>
                  <a:cubicBezTo>
                    <a:pt x="2030" y="11233"/>
                    <a:pt x="265" y="18223"/>
                    <a:pt x="265" y="18836"/>
                  </a:cubicBezTo>
                  <a:cubicBezTo>
                    <a:pt x="265" y="20430"/>
                    <a:pt x="2030" y="20430"/>
                    <a:pt x="2408" y="20430"/>
                  </a:cubicBezTo>
                  <a:cubicBezTo>
                    <a:pt x="4173" y="20430"/>
                    <a:pt x="4299" y="20063"/>
                    <a:pt x="5182" y="16751"/>
                  </a:cubicBezTo>
                  <a:cubicBezTo>
                    <a:pt x="7072" y="9516"/>
                    <a:pt x="9468" y="3507"/>
                    <a:pt x="14384" y="3507"/>
                  </a:cubicBezTo>
                  <a:cubicBezTo>
                    <a:pt x="17662" y="3507"/>
                    <a:pt x="18544" y="6205"/>
                    <a:pt x="18544" y="9516"/>
                  </a:cubicBezTo>
                  <a:cubicBezTo>
                    <a:pt x="18544" y="11846"/>
                    <a:pt x="17409" y="16383"/>
                    <a:pt x="16527" y="19695"/>
                  </a:cubicBezTo>
                  <a:cubicBezTo>
                    <a:pt x="15645" y="23006"/>
                    <a:pt x="14384" y="28034"/>
                    <a:pt x="13754" y="30732"/>
                  </a:cubicBezTo>
                  <a:lnTo>
                    <a:pt x="9720" y="4642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4" name="Freeform: Shape 903">
              <a:extLst>
                <a:ext uri="{FF2B5EF4-FFF2-40B4-BE49-F238E27FC236}">
                  <a16:creationId xmlns:a16="http://schemas.microsoft.com/office/drawing/2014/main" id="{1ED7ECF3-5692-F1EB-5763-3402236B80AF}"/>
                </a:ext>
              </a:extLst>
            </p:cNvPr>
            <p:cNvSpPr/>
            <p:nvPr>
              <p:custDataLst>
                <p:tags r:id="rId121"/>
              </p:custDataLst>
            </p:nvPr>
          </p:nvSpPr>
          <p:spPr>
            <a:xfrm>
              <a:off x="12017777" y="3097022"/>
              <a:ext cx="110032" cy="135426"/>
            </a:xfrm>
            <a:custGeom>
              <a:avLst/>
              <a:gdLst>
                <a:gd name="connsiteX0" fmla="*/ 106885 w 110032"/>
                <a:gd name="connsiteY0" fmla="*/ 7429 h 135426"/>
                <a:gd name="connsiteX1" fmla="*/ 110306 w 110032"/>
                <a:gd name="connsiteY1" fmla="*/ 3575 h 135426"/>
                <a:gd name="connsiteX2" fmla="*/ 106704 w 110032"/>
                <a:gd name="connsiteY2" fmla="*/ 71 h 135426"/>
                <a:gd name="connsiteX3" fmla="*/ 103463 w 110032"/>
                <a:gd name="connsiteY3" fmla="*/ 1122 h 135426"/>
                <a:gd name="connsiteX4" fmla="*/ 3875 w 110032"/>
                <a:gd name="connsiteY4" fmla="*/ 46848 h 135426"/>
                <a:gd name="connsiteX5" fmla="*/ 273 w 110032"/>
                <a:gd name="connsiteY5" fmla="*/ 50878 h 135426"/>
                <a:gd name="connsiteX6" fmla="*/ 3875 w 110032"/>
                <a:gd name="connsiteY6" fmla="*/ 54732 h 135426"/>
                <a:gd name="connsiteX7" fmla="*/ 103463 w 110032"/>
                <a:gd name="connsiteY7" fmla="*/ 100283 h 135426"/>
                <a:gd name="connsiteX8" fmla="*/ 106704 w 110032"/>
                <a:gd name="connsiteY8" fmla="*/ 101509 h 135426"/>
                <a:gd name="connsiteX9" fmla="*/ 110306 w 110032"/>
                <a:gd name="connsiteY9" fmla="*/ 98006 h 135426"/>
                <a:gd name="connsiteX10" fmla="*/ 106524 w 110032"/>
                <a:gd name="connsiteY10" fmla="*/ 93976 h 135426"/>
                <a:gd name="connsiteX11" fmla="*/ 12339 w 110032"/>
                <a:gd name="connsiteY11" fmla="*/ 50878 h 135426"/>
                <a:gd name="connsiteX12" fmla="*/ 106885 w 110032"/>
                <a:gd name="connsiteY12" fmla="*/ 7429 h 135426"/>
                <a:gd name="connsiteX13" fmla="*/ 104003 w 110032"/>
                <a:gd name="connsiteY13" fmla="*/ 135497 h 135426"/>
                <a:gd name="connsiteX14" fmla="*/ 110306 w 110032"/>
                <a:gd name="connsiteY14" fmla="*/ 131993 h 135426"/>
                <a:gd name="connsiteX15" fmla="*/ 103823 w 110032"/>
                <a:gd name="connsiteY15" fmla="*/ 128490 h 135426"/>
                <a:gd name="connsiteX16" fmla="*/ 6756 w 110032"/>
                <a:gd name="connsiteY16" fmla="*/ 128490 h 135426"/>
                <a:gd name="connsiteX17" fmla="*/ 273 w 110032"/>
                <a:gd name="connsiteY17" fmla="*/ 131993 h 135426"/>
                <a:gd name="connsiteX18" fmla="*/ 6576 w 110032"/>
                <a:gd name="connsiteY18" fmla="*/ 135497 h 135426"/>
                <a:gd name="connsiteX19" fmla="*/ 104003 w 110032"/>
                <a:gd name="connsiteY19" fmla="*/ 135497 h 135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32" h="135426">
                  <a:moveTo>
                    <a:pt x="106885" y="7429"/>
                  </a:moveTo>
                  <a:cubicBezTo>
                    <a:pt x="108865" y="6553"/>
                    <a:pt x="110306" y="5677"/>
                    <a:pt x="110306" y="3575"/>
                  </a:cubicBezTo>
                  <a:cubicBezTo>
                    <a:pt x="110306" y="1648"/>
                    <a:pt x="108865" y="71"/>
                    <a:pt x="106704" y="71"/>
                  </a:cubicBezTo>
                  <a:cubicBezTo>
                    <a:pt x="105804" y="71"/>
                    <a:pt x="104183" y="772"/>
                    <a:pt x="103463" y="1122"/>
                  </a:cubicBezTo>
                  <a:lnTo>
                    <a:pt x="3875" y="46848"/>
                  </a:lnTo>
                  <a:cubicBezTo>
                    <a:pt x="814" y="48250"/>
                    <a:pt x="273" y="49476"/>
                    <a:pt x="273" y="50878"/>
                  </a:cubicBezTo>
                  <a:cubicBezTo>
                    <a:pt x="273" y="52455"/>
                    <a:pt x="1354" y="53681"/>
                    <a:pt x="3875" y="54732"/>
                  </a:cubicBezTo>
                  <a:lnTo>
                    <a:pt x="103463" y="100283"/>
                  </a:lnTo>
                  <a:cubicBezTo>
                    <a:pt x="105804" y="101509"/>
                    <a:pt x="106164" y="101509"/>
                    <a:pt x="106704" y="101509"/>
                  </a:cubicBezTo>
                  <a:cubicBezTo>
                    <a:pt x="108685" y="101509"/>
                    <a:pt x="110306" y="99933"/>
                    <a:pt x="110306" y="98006"/>
                  </a:cubicBezTo>
                  <a:cubicBezTo>
                    <a:pt x="110306" y="96429"/>
                    <a:pt x="109586" y="95378"/>
                    <a:pt x="106524" y="93976"/>
                  </a:cubicBezTo>
                  <a:lnTo>
                    <a:pt x="12339" y="50878"/>
                  </a:lnTo>
                  <a:lnTo>
                    <a:pt x="106885" y="7429"/>
                  </a:lnTo>
                  <a:close/>
                  <a:moveTo>
                    <a:pt x="104003" y="135497"/>
                  </a:moveTo>
                  <a:cubicBezTo>
                    <a:pt x="107065" y="135497"/>
                    <a:pt x="110306" y="135497"/>
                    <a:pt x="110306" y="131993"/>
                  </a:cubicBezTo>
                  <a:cubicBezTo>
                    <a:pt x="110306" y="128490"/>
                    <a:pt x="106524" y="128490"/>
                    <a:pt x="103823" y="128490"/>
                  </a:cubicBezTo>
                  <a:lnTo>
                    <a:pt x="6756" y="128490"/>
                  </a:lnTo>
                  <a:cubicBezTo>
                    <a:pt x="4055" y="128490"/>
                    <a:pt x="273" y="128490"/>
                    <a:pt x="273" y="131993"/>
                  </a:cubicBezTo>
                  <a:cubicBezTo>
                    <a:pt x="273" y="135497"/>
                    <a:pt x="3515" y="135497"/>
                    <a:pt x="6576" y="135497"/>
                  </a:cubicBezTo>
                  <a:lnTo>
                    <a:pt x="104003" y="13549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5" name="Freeform: Shape 904">
              <a:extLst>
                <a:ext uri="{FF2B5EF4-FFF2-40B4-BE49-F238E27FC236}">
                  <a16:creationId xmlns:a16="http://schemas.microsoft.com/office/drawing/2014/main" id="{67B56CF2-F23A-8DEA-1733-56852E2D9773}"/>
                </a:ext>
              </a:extLst>
            </p:cNvPr>
            <p:cNvSpPr/>
            <p:nvPr>
              <p:custDataLst>
                <p:tags r:id="rId122"/>
              </p:custDataLst>
            </p:nvPr>
          </p:nvSpPr>
          <p:spPr>
            <a:xfrm>
              <a:off x="12190579" y="3092642"/>
              <a:ext cx="73835" cy="151719"/>
            </a:xfrm>
            <a:custGeom>
              <a:avLst/>
              <a:gdLst>
                <a:gd name="connsiteX0" fmla="*/ 74119 w 73835"/>
                <a:gd name="connsiteY0" fmla="*/ 6378 h 151719"/>
                <a:gd name="connsiteX1" fmla="*/ 67276 w 73835"/>
                <a:gd name="connsiteY1" fmla="*/ 71 h 151719"/>
                <a:gd name="connsiteX2" fmla="*/ 57731 w 73835"/>
                <a:gd name="connsiteY2" fmla="*/ 9357 h 151719"/>
                <a:gd name="connsiteX3" fmla="*/ 64395 w 73835"/>
                <a:gd name="connsiteY3" fmla="*/ 15664 h 151719"/>
                <a:gd name="connsiteX4" fmla="*/ 74119 w 73835"/>
                <a:gd name="connsiteY4" fmla="*/ 6378 h 151719"/>
                <a:gd name="connsiteX5" fmla="*/ 37922 w 73835"/>
                <a:gd name="connsiteY5" fmla="*/ 124635 h 151719"/>
                <a:gd name="connsiteX6" fmla="*/ 15771 w 73835"/>
                <a:gd name="connsiteY6" fmla="*/ 147936 h 151719"/>
                <a:gd name="connsiteX7" fmla="*/ 8748 w 73835"/>
                <a:gd name="connsiteY7" fmla="*/ 146359 h 151719"/>
                <a:gd name="connsiteX8" fmla="*/ 16852 w 73835"/>
                <a:gd name="connsiteY8" fmla="*/ 137074 h 151719"/>
                <a:gd name="connsiteX9" fmla="*/ 10009 w 73835"/>
                <a:gd name="connsiteY9" fmla="*/ 130942 h 151719"/>
                <a:gd name="connsiteX10" fmla="*/ 284 w 73835"/>
                <a:gd name="connsiteY10" fmla="*/ 140928 h 151719"/>
                <a:gd name="connsiteX11" fmla="*/ 16131 w 73835"/>
                <a:gd name="connsiteY11" fmla="*/ 151791 h 151719"/>
                <a:gd name="connsiteX12" fmla="*/ 49988 w 73835"/>
                <a:gd name="connsiteY12" fmla="*/ 125161 h 151719"/>
                <a:gd name="connsiteX13" fmla="*/ 66556 w 73835"/>
                <a:gd name="connsiteY13" fmla="*/ 61039 h 151719"/>
                <a:gd name="connsiteX14" fmla="*/ 67456 w 73835"/>
                <a:gd name="connsiteY14" fmla="*/ 54557 h 151719"/>
                <a:gd name="connsiteX15" fmla="*/ 50888 w 73835"/>
                <a:gd name="connsiteY15" fmla="*/ 38439 h 151719"/>
                <a:gd name="connsiteX16" fmla="*/ 22254 w 73835"/>
                <a:gd name="connsiteY16" fmla="*/ 65419 h 151719"/>
                <a:gd name="connsiteX17" fmla="*/ 24415 w 73835"/>
                <a:gd name="connsiteY17" fmla="*/ 67171 h 151719"/>
                <a:gd name="connsiteX18" fmla="*/ 27657 w 73835"/>
                <a:gd name="connsiteY18" fmla="*/ 63667 h 151719"/>
                <a:gd name="connsiteX19" fmla="*/ 50348 w 73835"/>
                <a:gd name="connsiteY19" fmla="*/ 42293 h 151719"/>
                <a:gd name="connsiteX20" fmla="*/ 56111 w 73835"/>
                <a:gd name="connsiteY20" fmla="*/ 50352 h 151719"/>
                <a:gd name="connsiteX21" fmla="*/ 54850 w 73835"/>
                <a:gd name="connsiteY21" fmla="*/ 59287 h 151719"/>
                <a:gd name="connsiteX22" fmla="*/ 37922 w 73835"/>
                <a:gd name="connsiteY22" fmla="*/ 124635 h 15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35" h="151719">
                  <a:moveTo>
                    <a:pt x="74119" y="6378"/>
                  </a:moveTo>
                  <a:cubicBezTo>
                    <a:pt x="74119" y="3050"/>
                    <a:pt x="71598" y="71"/>
                    <a:pt x="67276" y="71"/>
                  </a:cubicBezTo>
                  <a:cubicBezTo>
                    <a:pt x="63134" y="71"/>
                    <a:pt x="57731" y="4101"/>
                    <a:pt x="57731" y="9357"/>
                  </a:cubicBezTo>
                  <a:cubicBezTo>
                    <a:pt x="57731" y="12861"/>
                    <a:pt x="60253" y="15664"/>
                    <a:pt x="64395" y="15664"/>
                  </a:cubicBezTo>
                  <a:cubicBezTo>
                    <a:pt x="69257" y="15664"/>
                    <a:pt x="74119" y="11109"/>
                    <a:pt x="74119" y="6378"/>
                  </a:cubicBezTo>
                  <a:close/>
                  <a:moveTo>
                    <a:pt x="37922" y="124635"/>
                  </a:moveTo>
                  <a:cubicBezTo>
                    <a:pt x="34500" y="137950"/>
                    <a:pt x="25856" y="147936"/>
                    <a:pt x="15771" y="147936"/>
                  </a:cubicBezTo>
                  <a:cubicBezTo>
                    <a:pt x="14691" y="147936"/>
                    <a:pt x="11989" y="147936"/>
                    <a:pt x="8748" y="146359"/>
                  </a:cubicBezTo>
                  <a:cubicBezTo>
                    <a:pt x="14151" y="145133"/>
                    <a:pt x="16852" y="140578"/>
                    <a:pt x="16852" y="137074"/>
                  </a:cubicBezTo>
                  <a:cubicBezTo>
                    <a:pt x="16852" y="134271"/>
                    <a:pt x="14871" y="130942"/>
                    <a:pt x="10009" y="130942"/>
                  </a:cubicBezTo>
                  <a:cubicBezTo>
                    <a:pt x="5506" y="130942"/>
                    <a:pt x="284" y="134621"/>
                    <a:pt x="284" y="140928"/>
                  </a:cubicBezTo>
                  <a:cubicBezTo>
                    <a:pt x="284" y="147936"/>
                    <a:pt x="7487" y="151791"/>
                    <a:pt x="16131" y="151791"/>
                  </a:cubicBezTo>
                  <a:cubicBezTo>
                    <a:pt x="28738" y="151791"/>
                    <a:pt x="45486" y="142505"/>
                    <a:pt x="49988" y="125161"/>
                  </a:cubicBezTo>
                  <a:lnTo>
                    <a:pt x="66556" y="61039"/>
                  </a:lnTo>
                  <a:cubicBezTo>
                    <a:pt x="67456" y="57535"/>
                    <a:pt x="67456" y="55083"/>
                    <a:pt x="67456" y="54557"/>
                  </a:cubicBezTo>
                  <a:cubicBezTo>
                    <a:pt x="67456" y="44571"/>
                    <a:pt x="59892" y="38439"/>
                    <a:pt x="50888" y="38439"/>
                  </a:cubicBezTo>
                  <a:cubicBezTo>
                    <a:pt x="32519" y="38439"/>
                    <a:pt x="22254" y="63842"/>
                    <a:pt x="22254" y="65419"/>
                  </a:cubicBezTo>
                  <a:cubicBezTo>
                    <a:pt x="22254" y="67171"/>
                    <a:pt x="24055" y="67171"/>
                    <a:pt x="24415" y="67171"/>
                  </a:cubicBezTo>
                  <a:cubicBezTo>
                    <a:pt x="26036" y="67171"/>
                    <a:pt x="26216" y="66996"/>
                    <a:pt x="27657" y="63667"/>
                  </a:cubicBezTo>
                  <a:cubicBezTo>
                    <a:pt x="32159" y="52980"/>
                    <a:pt x="40443" y="42293"/>
                    <a:pt x="50348" y="42293"/>
                  </a:cubicBezTo>
                  <a:cubicBezTo>
                    <a:pt x="52869" y="42293"/>
                    <a:pt x="56111" y="42994"/>
                    <a:pt x="56111" y="50352"/>
                  </a:cubicBezTo>
                  <a:cubicBezTo>
                    <a:pt x="56111" y="54382"/>
                    <a:pt x="55570" y="56309"/>
                    <a:pt x="54850" y="59287"/>
                  </a:cubicBezTo>
                  <a:lnTo>
                    <a:pt x="37922" y="1246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6" name="Freeform: Shape 905">
              <a:extLst>
                <a:ext uri="{FF2B5EF4-FFF2-40B4-BE49-F238E27FC236}">
                  <a16:creationId xmlns:a16="http://schemas.microsoft.com/office/drawing/2014/main" id="{CAC4DF92-25A2-0785-D4AD-5C40001CE2C4}"/>
                </a:ext>
              </a:extLst>
            </p:cNvPr>
            <p:cNvSpPr/>
            <p:nvPr>
              <p:custDataLst>
                <p:tags r:id="rId123"/>
              </p:custDataLst>
            </p:nvPr>
          </p:nvSpPr>
          <p:spPr>
            <a:xfrm>
              <a:off x="12287655" y="3077050"/>
              <a:ext cx="41780" cy="175195"/>
            </a:xfrm>
            <a:custGeom>
              <a:avLst/>
              <a:gdLst>
                <a:gd name="connsiteX0" fmla="*/ 42069 w 41780"/>
                <a:gd name="connsiteY0" fmla="*/ 87669 h 175195"/>
                <a:gd name="connsiteX1" fmla="*/ 30183 w 41780"/>
                <a:gd name="connsiteY1" fmla="*/ 33008 h 175195"/>
                <a:gd name="connsiteX2" fmla="*/ 2089 w 41780"/>
                <a:gd name="connsiteY2" fmla="*/ 71 h 175195"/>
                <a:gd name="connsiteX3" fmla="*/ 289 w 41780"/>
                <a:gd name="connsiteY3" fmla="*/ 1823 h 175195"/>
                <a:gd name="connsiteX4" fmla="*/ 3710 w 41780"/>
                <a:gd name="connsiteY4" fmla="*/ 5853 h 175195"/>
                <a:gd name="connsiteX5" fmla="*/ 31624 w 41780"/>
                <a:gd name="connsiteY5" fmla="*/ 87669 h 175195"/>
                <a:gd name="connsiteX6" fmla="*/ 2630 w 41780"/>
                <a:gd name="connsiteY6" fmla="*/ 170536 h 175195"/>
                <a:gd name="connsiteX7" fmla="*/ 289 w 41780"/>
                <a:gd name="connsiteY7" fmla="*/ 173515 h 175195"/>
                <a:gd name="connsiteX8" fmla="*/ 2089 w 41780"/>
                <a:gd name="connsiteY8" fmla="*/ 175267 h 175195"/>
                <a:gd name="connsiteX9" fmla="*/ 30723 w 41780"/>
                <a:gd name="connsiteY9" fmla="*/ 141104 h 175195"/>
                <a:gd name="connsiteX10" fmla="*/ 42069 w 41780"/>
                <a:gd name="connsiteY10" fmla="*/ 87669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2069" y="87669"/>
                  </a:moveTo>
                  <a:cubicBezTo>
                    <a:pt x="42069" y="74004"/>
                    <a:pt x="40088" y="52805"/>
                    <a:pt x="30183" y="33008"/>
                  </a:cubicBezTo>
                  <a:cubicBezTo>
                    <a:pt x="19378" y="11459"/>
                    <a:pt x="3890" y="71"/>
                    <a:pt x="2089" y="71"/>
                  </a:cubicBezTo>
                  <a:cubicBezTo>
                    <a:pt x="1009" y="71"/>
                    <a:pt x="289" y="772"/>
                    <a:pt x="289" y="1823"/>
                  </a:cubicBezTo>
                  <a:cubicBezTo>
                    <a:pt x="289" y="2349"/>
                    <a:pt x="289" y="2699"/>
                    <a:pt x="3710" y="5853"/>
                  </a:cubicBezTo>
                  <a:cubicBezTo>
                    <a:pt x="21359" y="23197"/>
                    <a:pt x="31624" y="51053"/>
                    <a:pt x="31624" y="87669"/>
                  </a:cubicBezTo>
                  <a:cubicBezTo>
                    <a:pt x="31624" y="117627"/>
                    <a:pt x="24960" y="148462"/>
                    <a:pt x="2630" y="170536"/>
                  </a:cubicBezTo>
                  <a:cubicBezTo>
                    <a:pt x="289" y="172639"/>
                    <a:pt x="289" y="172989"/>
                    <a:pt x="289" y="173515"/>
                  </a:cubicBezTo>
                  <a:cubicBezTo>
                    <a:pt x="289" y="174566"/>
                    <a:pt x="1009" y="175267"/>
                    <a:pt x="2089" y="175267"/>
                  </a:cubicBezTo>
                  <a:cubicBezTo>
                    <a:pt x="3890" y="175267"/>
                    <a:pt x="20098" y="163353"/>
                    <a:pt x="30723" y="141104"/>
                  </a:cubicBezTo>
                  <a:cubicBezTo>
                    <a:pt x="39908" y="121832"/>
                    <a:pt x="42069" y="102385"/>
                    <a:pt x="42069" y="8766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7" name="Freeform: Shape 906">
              <a:extLst>
                <a:ext uri="{FF2B5EF4-FFF2-40B4-BE49-F238E27FC236}">
                  <a16:creationId xmlns:a16="http://schemas.microsoft.com/office/drawing/2014/main" id="{376448A5-BF37-1D16-C520-F5C7A75EE009}"/>
                </a:ext>
              </a:extLst>
            </p:cNvPr>
            <p:cNvSpPr/>
            <p:nvPr>
              <p:custDataLst>
                <p:tags r:id="rId124"/>
              </p:custDataLst>
            </p:nvPr>
          </p:nvSpPr>
          <p:spPr>
            <a:xfrm>
              <a:off x="11539566" y="3279665"/>
              <a:ext cx="807857" cy="7007"/>
            </a:xfrm>
            <a:custGeom>
              <a:avLst/>
              <a:gdLst>
                <a:gd name="connsiteX0" fmla="*/ 0 w 807857"/>
                <a:gd name="connsiteY0" fmla="*/ 0 h 7007"/>
                <a:gd name="connsiteX1" fmla="*/ 807857 w 807857"/>
                <a:gd name="connsiteY1" fmla="*/ 0 h 7007"/>
                <a:gd name="connsiteX2" fmla="*/ 807857 w 807857"/>
                <a:gd name="connsiteY2" fmla="*/ 7007 h 7007"/>
                <a:gd name="connsiteX3" fmla="*/ 0 w 807857"/>
                <a:gd name="connsiteY3" fmla="*/ 7007 h 7007"/>
              </a:gdLst>
              <a:ahLst/>
              <a:cxnLst>
                <a:cxn ang="0">
                  <a:pos x="connsiteX0" y="connsiteY0"/>
                </a:cxn>
                <a:cxn ang="0">
                  <a:pos x="connsiteX1" y="connsiteY1"/>
                </a:cxn>
                <a:cxn ang="0">
                  <a:pos x="connsiteX2" y="connsiteY2"/>
                </a:cxn>
                <a:cxn ang="0">
                  <a:pos x="connsiteX3" y="connsiteY3"/>
                </a:cxn>
              </a:cxnLst>
              <a:rect l="l" t="t" r="r" b="b"/>
              <a:pathLst>
                <a:path w="807857" h="7007">
                  <a:moveTo>
                    <a:pt x="0" y="0"/>
                  </a:moveTo>
                  <a:lnTo>
                    <a:pt x="807857" y="0"/>
                  </a:lnTo>
                  <a:lnTo>
                    <a:pt x="807857" y="7007"/>
                  </a:lnTo>
                  <a:lnTo>
                    <a:pt x="0" y="700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8" name="Freeform: Shape 907">
              <a:extLst>
                <a:ext uri="{FF2B5EF4-FFF2-40B4-BE49-F238E27FC236}">
                  <a16:creationId xmlns:a16="http://schemas.microsoft.com/office/drawing/2014/main" id="{7830424C-8FAB-4AC8-B398-F935CF565366}"/>
                </a:ext>
              </a:extLst>
            </p:cNvPr>
            <p:cNvSpPr/>
            <p:nvPr>
              <p:custDataLst>
                <p:tags r:id="rId125"/>
              </p:custDataLst>
            </p:nvPr>
          </p:nvSpPr>
          <p:spPr>
            <a:xfrm>
              <a:off x="11546769" y="3327484"/>
              <a:ext cx="128581" cy="119658"/>
            </a:xfrm>
            <a:custGeom>
              <a:avLst/>
              <a:gdLst>
                <a:gd name="connsiteX0" fmla="*/ 47610 w 128581"/>
                <a:gd name="connsiteY0" fmla="*/ 64382 h 119658"/>
                <a:gd name="connsiteX1" fmla="*/ 78225 w 128581"/>
                <a:gd name="connsiteY1" fmla="*/ 64382 h 119658"/>
                <a:gd name="connsiteX2" fmla="*/ 128829 w 128581"/>
                <a:gd name="connsiteY2" fmla="*/ 26539 h 119658"/>
                <a:gd name="connsiteX3" fmla="*/ 93352 w 128581"/>
                <a:gd name="connsiteY3" fmla="*/ 85 h 119658"/>
                <a:gd name="connsiteX4" fmla="*/ 35004 w 128581"/>
                <a:gd name="connsiteY4" fmla="*/ 85 h 119658"/>
                <a:gd name="connsiteX5" fmla="*/ 29602 w 128581"/>
                <a:gd name="connsiteY5" fmla="*/ 3414 h 119658"/>
                <a:gd name="connsiteX6" fmla="*/ 34824 w 128581"/>
                <a:gd name="connsiteY6" fmla="*/ 5516 h 119658"/>
                <a:gd name="connsiteX7" fmla="*/ 42568 w 128581"/>
                <a:gd name="connsiteY7" fmla="*/ 5866 h 119658"/>
                <a:gd name="connsiteX8" fmla="*/ 46530 w 128581"/>
                <a:gd name="connsiteY8" fmla="*/ 8669 h 119658"/>
                <a:gd name="connsiteX9" fmla="*/ 45810 w 128581"/>
                <a:gd name="connsiteY9" fmla="*/ 11998 h 119658"/>
                <a:gd name="connsiteX10" fmla="*/ 21678 w 128581"/>
                <a:gd name="connsiteY10" fmla="*/ 106078 h 119658"/>
                <a:gd name="connsiteX11" fmla="*/ 5290 w 128581"/>
                <a:gd name="connsiteY11" fmla="*/ 114312 h 119658"/>
                <a:gd name="connsiteX12" fmla="*/ 248 w 128581"/>
                <a:gd name="connsiteY12" fmla="*/ 117641 h 119658"/>
                <a:gd name="connsiteX13" fmla="*/ 2949 w 128581"/>
                <a:gd name="connsiteY13" fmla="*/ 119743 h 119658"/>
                <a:gd name="connsiteX14" fmla="*/ 25820 w 128581"/>
                <a:gd name="connsiteY14" fmla="*/ 119218 h 119658"/>
                <a:gd name="connsiteX15" fmla="*/ 37346 w 128581"/>
                <a:gd name="connsiteY15" fmla="*/ 119393 h 119658"/>
                <a:gd name="connsiteX16" fmla="*/ 49051 w 128581"/>
                <a:gd name="connsiteY16" fmla="*/ 119743 h 119658"/>
                <a:gd name="connsiteX17" fmla="*/ 52653 w 128581"/>
                <a:gd name="connsiteY17" fmla="*/ 116239 h 119658"/>
                <a:gd name="connsiteX18" fmla="*/ 47610 w 128581"/>
                <a:gd name="connsiteY18" fmla="*/ 114312 h 119658"/>
                <a:gd name="connsiteX19" fmla="*/ 35905 w 128581"/>
                <a:gd name="connsiteY19" fmla="*/ 111159 h 119658"/>
                <a:gd name="connsiteX20" fmla="*/ 36445 w 128581"/>
                <a:gd name="connsiteY20" fmla="*/ 108180 h 119658"/>
                <a:gd name="connsiteX21" fmla="*/ 47610 w 128581"/>
                <a:gd name="connsiteY21" fmla="*/ 64382 h 119658"/>
                <a:gd name="connsiteX22" fmla="*/ 60577 w 128581"/>
                <a:gd name="connsiteY22" fmla="*/ 12173 h 119658"/>
                <a:gd name="connsiteX23" fmla="*/ 70301 w 128581"/>
                <a:gd name="connsiteY23" fmla="*/ 5516 h 119658"/>
                <a:gd name="connsiteX24" fmla="*/ 87590 w 128581"/>
                <a:gd name="connsiteY24" fmla="*/ 5516 h 119658"/>
                <a:gd name="connsiteX25" fmla="*/ 112081 w 128581"/>
                <a:gd name="connsiteY25" fmla="*/ 22335 h 119658"/>
                <a:gd name="connsiteX26" fmla="*/ 101456 w 128581"/>
                <a:gd name="connsiteY26" fmla="*/ 50541 h 119658"/>
                <a:gd name="connsiteX27" fmla="*/ 73723 w 128581"/>
                <a:gd name="connsiteY27" fmla="*/ 59826 h 119658"/>
                <a:gd name="connsiteX28" fmla="*/ 48331 w 128581"/>
                <a:gd name="connsiteY28" fmla="*/ 59826 h 119658"/>
                <a:gd name="connsiteX29" fmla="*/ 60577 w 128581"/>
                <a:gd name="connsiteY29" fmla="*/ 12173 h 11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581" h="119658">
                  <a:moveTo>
                    <a:pt x="47610" y="64382"/>
                  </a:moveTo>
                  <a:lnTo>
                    <a:pt x="78225" y="64382"/>
                  </a:lnTo>
                  <a:cubicBezTo>
                    <a:pt x="103797" y="64382"/>
                    <a:pt x="128829" y="46161"/>
                    <a:pt x="128829" y="26539"/>
                  </a:cubicBezTo>
                  <a:cubicBezTo>
                    <a:pt x="128829" y="13049"/>
                    <a:pt x="116944" y="85"/>
                    <a:pt x="93352" y="85"/>
                  </a:cubicBezTo>
                  <a:lnTo>
                    <a:pt x="35004" y="85"/>
                  </a:lnTo>
                  <a:cubicBezTo>
                    <a:pt x="31583" y="85"/>
                    <a:pt x="29602" y="85"/>
                    <a:pt x="29602" y="3414"/>
                  </a:cubicBezTo>
                  <a:cubicBezTo>
                    <a:pt x="29602" y="5516"/>
                    <a:pt x="31223" y="5516"/>
                    <a:pt x="34824" y="5516"/>
                  </a:cubicBezTo>
                  <a:cubicBezTo>
                    <a:pt x="37165" y="5516"/>
                    <a:pt x="40407" y="5691"/>
                    <a:pt x="42568" y="5866"/>
                  </a:cubicBezTo>
                  <a:cubicBezTo>
                    <a:pt x="45449" y="6217"/>
                    <a:pt x="46530" y="6742"/>
                    <a:pt x="46530" y="8669"/>
                  </a:cubicBezTo>
                  <a:cubicBezTo>
                    <a:pt x="46530" y="9370"/>
                    <a:pt x="46350" y="9896"/>
                    <a:pt x="45810" y="11998"/>
                  </a:cubicBezTo>
                  <a:lnTo>
                    <a:pt x="21678" y="106078"/>
                  </a:lnTo>
                  <a:cubicBezTo>
                    <a:pt x="19877" y="112911"/>
                    <a:pt x="19517" y="114312"/>
                    <a:pt x="5290" y="114312"/>
                  </a:cubicBezTo>
                  <a:cubicBezTo>
                    <a:pt x="2229" y="114312"/>
                    <a:pt x="248" y="114312"/>
                    <a:pt x="248" y="117641"/>
                  </a:cubicBezTo>
                  <a:cubicBezTo>
                    <a:pt x="248" y="119743"/>
                    <a:pt x="2409" y="119743"/>
                    <a:pt x="2949" y="119743"/>
                  </a:cubicBezTo>
                  <a:cubicBezTo>
                    <a:pt x="7991" y="119743"/>
                    <a:pt x="20778" y="119218"/>
                    <a:pt x="25820" y="119218"/>
                  </a:cubicBezTo>
                  <a:cubicBezTo>
                    <a:pt x="29602" y="119218"/>
                    <a:pt x="33564" y="119393"/>
                    <a:pt x="37346" y="119393"/>
                  </a:cubicBezTo>
                  <a:cubicBezTo>
                    <a:pt x="41307" y="119393"/>
                    <a:pt x="45269" y="119743"/>
                    <a:pt x="49051" y="119743"/>
                  </a:cubicBezTo>
                  <a:cubicBezTo>
                    <a:pt x="50312" y="119743"/>
                    <a:pt x="52653" y="119743"/>
                    <a:pt x="52653" y="116239"/>
                  </a:cubicBezTo>
                  <a:cubicBezTo>
                    <a:pt x="52653" y="114312"/>
                    <a:pt x="51032" y="114312"/>
                    <a:pt x="47610" y="114312"/>
                  </a:cubicBezTo>
                  <a:cubicBezTo>
                    <a:pt x="40947" y="114312"/>
                    <a:pt x="35905" y="114312"/>
                    <a:pt x="35905" y="111159"/>
                  </a:cubicBezTo>
                  <a:cubicBezTo>
                    <a:pt x="35905" y="110108"/>
                    <a:pt x="36265" y="109232"/>
                    <a:pt x="36445" y="108180"/>
                  </a:cubicBezTo>
                  <a:lnTo>
                    <a:pt x="47610" y="64382"/>
                  </a:lnTo>
                  <a:close/>
                  <a:moveTo>
                    <a:pt x="60577" y="12173"/>
                  </a:moveTo>
                  <a:cubicBezTo>
                    <a:pt x="62197" y="6041"/>
                    <a:pt x="62558" y="5516"/>
                    <a:pt x="70301" y="5516"/>
                  </a:cubicBezTo>
                  <a:lnTo>
                    <a:pt x="87590" y="5516"/>
                  </a:lnTo>
                  <a:cubicBezTo>
                    <a:pt x="102537" y="5516"/>
                    <a:pt x="112081" y="10246"/>
                    <a:pt x="112081" y="22335"/>
                  </a:cubicBezTo>
                  <a:cubicBezTo>
                    <a:pt x="112081" y="29167"/>
                    <a:pt x="108480" y="44234"/>
                    <a:pt x="101456" y="50541"/>
                  </a:cubicBezTo>
                  <a:cubicBezTo>
                    <a:pt x="92452" y="58425"/>
                    <a:pt x="81647" y="59826"/>
                    <a:pt x="73723" y="59826"/>
                  </a:cubicBezTo>
                  <a:lnTo>
                    <a:pt x="48331" y="59826"/>
                  </a:lnTo>
                  <a:lnTo>
                    <a:pt x="60577" y="1217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09" name="Freeform: Shape 908">
              <a:extLst>
                <a:ext uri="{FF2B5EF4-FFF2-40B4-BE49-F238E27FC236}">
                  <a16:creationId xmlns:a16="http://schemas.microsoft.com/office/drawing/2014/main" id="{C2E29D7F-65FE-3BAB-F952-BB265D3D9B21}"/>
                </a:ext>
              </a:extLst>
            </p:cNvPr>
            <p:cNvSpPr/>
            <p:nvPr>
              <p:custDataLst>
                <p:tags r:id="rId126"/>
              </p:custDataLst>
            </p:nvPr>
          </p:nvSpPr>
          <p:spPr>
            <a:xfrm>
              <a:off x="11698024" y="3315746"/>
              <a:ext cx="41780" cy="175195"/>
            </a:xfrm>
            <a:custGeom>
              <a:avLst/>
              <a:gdLst>
                <a:gd name="connsiteX0" fmla="*/ 42036 w 41780"/>
                <a:gd name="connsiteY0" fmla="*/ 173528 h 175195"/>
                <a:gd name="connsiteX1" fmla="*/ 38974 w 41780"/>
                <a:gd name="connsiteY1" fmla="*/ 169674 h 175195"/>
                <a:gd name="connsiteX2" fmla="*/ 10701 w 41780"/>
                <a:gd name="connsiteY2" fmla="*/ 87683 h 175195"/>
                <a:gd name="connsiteX3" fmla="*/ 39694 w 41780"/>
                <a:gd name="connsiteY3" fmla="*/ 4815 h 175195"/>
                <a:gd name="connsiteX4" fmla="*/ 42036 w 41780"/>
                <a:gd name="connsiteY4" fmla="*/ 1837 h 175195"/>
                <a:gd name="connsiteX5" fmla="*/ 40235 w 41780"/>
                <a:gd name="connsiteY5" fmla="*/ 85 h 175195"/>
                <a:gd name="connsiteX6" fmla="*/ 11601 w 41780"/>
                <a:gd name="connsiteY6" fmla="*/ 34248 h 175195"/>
                <a:gd name="connsiteX7" fmla="*/ 256 w 41780"/>
                <a:gd name="connsiteY7" fmla="*/ 87683 h 175195"/>
                <a:gd name="connsiteX8" fmla="*/ 12141 w 41780"/>
                <a:gd name="connsiteY8" fmla="*/ 142344 h 175195"/>
                <a:gd name="connsiteX9" fmla="*/ 40235 w 41780"/>
                <a:gd name="connsiteY9" fmla="*/ 175280 h 175195"/>
                <a:gd name="connsiteX10" fmla="*/ 42036 w 41780"/>
                <a:gd name="connsiteY10" fmla="*/ 173528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2036" y="173528"/>
                  </a:moveTo>
                  <a:cubicBezTo>
                    <a:pt x="42036" y="173003"/>
                    <a:pt x="42036" y="172652"/>
                    <a:pt x="38974" y="169674"/>
                  </a:cubicBezTo>
                  <a:cubicBezTo>
                    <a:pt x="16463" y="147599"/>
                    <a:pt x="10701" y="114487"/>
                    <a:pt x="10701" y="87683"/>
                  </a:cubicBezTo>
                  <a:cubicBezTo>
                    <a:pt x="10701" y="57199"/>
                    <a:pt x="17544" y="26715"/>
                    <a:pt x="39694" y="4815"/>
                  </a:cubicBezTo>
                  <a:cubicBezTo>
                    <a:pt x="42036" y="2713"/>
                    <a:pt x="42036" y="2362"/>
                    <a:pt x="42036" y="1837"/>
                  </a:cubicBezTo>
                  <a:cubicBezTo>
                    <a:pt x="42036" y="610"/>
                    <a:pt x="41315" y="85"/>
                    <a:pt x="40235" y="85"/>
                  </a:cubicBezTo>
                  <a:cubicBezTo>
                    <a:pt x="38434" y="85"/>
                    <a:pt x="22226" y="11998"/>
                    <a:pt x="11601" y="34248"/>
                  </a:cubicBezTo>
                  <a:cubicBezTo>
                    <a:pt x="2417" y="53519"/>
                    <a:pt x="256" y="72966"/>
                    <a:pt x="256" y="87683"/>
                  </a:cubicBezTo>
                  <a:cubicBezTo>
                    <a:pt x="256" y="101348"/>
                    <a:pt x="2236" y="122546"/>
                    <a:pt x="12141" y="142344"/>
                  </a:cubicBezTo>
                  <a:cubicBezTo>
                    <a:pt x="22946" y="163893"/>
                    <a:pt x="38434" y="175280"/>
                    <a:pt x="40235" y="175280"/>
                  </a:cubicBezTo>
                  <a:cubicBezTo>
                    <a:pt x="41315" y="175280"/>
                    <a:pt x="42036" y="174755"/>
                    <a:pt x="42036" y="17352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10" name="Freeform: Shape 909">
              <a:extLst>
                <a:ext uri="{FF2B5EF4-FFF2-40B4-BE49-F238E27FC236}">
                  <a16:creationId xmlns:a16="http://schemas.microsoft.com/office/drawing/2014/main" id="{B7BD5871-20E3-2E33-F66F-37C80C9BFEA6}"/>
                </a:ext>
              </a:extLst>
            </p:cNvPr>
            <p:cNvSpPr/>
            <p:nvPr>
              <p:custDataLst>
                <p:tags r:id="rId127"/>
              </p:custDataLst>
            </p:nvPr>
          </p:nvSpPr>
          <p:spPr>
            <a:xfrm>
              <a:off x="11756533" y="3327484"/>
              <a:ext cx="130922" cy="119658"/>
            </a:xfrm>
            <a:custGeom>
              <a:avLst/>
              <a:gdLst>
                <a:gd name="connsiteX0" fmla="*/ 101468 w 130922"/>
                <a:gd name="connsiteY0" fmla="*/ 20057 h 119658"/>
                <a:gd name="connsiteX1" fmla="*/ 103989 w 130922"/>
                <a:gd name="connsiteY1" fmla="*/ 17604 h 119658"/>
                <a:gd name="connsiteX2" fmla="*/ 127580 w 130922"/>
                <a:gd name="connsiteY2" fmla="*/ 5516 h 119658"/>
                <a:gd name="connsiteX3" fmla="*/ 131182 w 130922"/>
                <a:gd name="connsiteY3" fmla="*/ 2187 h 119658"/>
                <a:gd name="connsiteX4" fmla="*/ 128841 w 130922"/>
                <a:gd name="connsiteY4" fmla="*/ 85 h 119658"/>
                <a:gd name="connsiteX5" fmla="*/ 114074 w 130922"/>
                <a:gd name="connsiteY5" fmla="*/ 610 h 119658"/>
                <a:gd name="connsiteX6" fmla="*/ 96065 w 130922"/>
                <a:gd name="connsiteY6" fmla="*/ 85 h 119658"/>
                <a:gd name="connsiteX7" fmla="*/ 92644 w 130922"/>
                <a:gd name="connsiteY7" fmla="*/ 3414 h 119658"/>
                <a:gd name="connsiteX8" fmla="*/ 95345 w 130922"/>
                <a:gd name="connsiteY8" fmla="*/ 5516 h 119658"/>
                <a:gd name="connsiteX9" fmla="*/ 101828 w 130922"/>
                <a:gd name="connsiteY9" fmla="*/ 9545 h 119658"/>
                <a:gd name="connsiteX10" fmla="*/ 96966 w 130922"/>
                <a:gd name="connsiteY10" fmla="*/ 17955 h 119658"/>
                <a:gd name="connsiteX11" fmla="*/ 55186 w 130922"/>
                <a:gd name="connsiteY11" fmla="*/ 64732 h 119658"/>
                <a:gd name="connsiteX12" fmla="*/ 35376 w 130922"/>
                <a:gd name="connsiteY12" fmla="*/ 12699 h 119658"/>
                <a:gd name="connsiteX13" fmla="*/ 34296 w 130922"/>
                <a:gd name="connsiteY13" fmla="*/ 9721 h 119658"/>
                <a:gd name="connsiteX14" fmla="*/ 44921 w 130922"/>
                <a:gd name="connsiteY14" fmla="*/ 5516 h 119658"/>
                <a:gd name="connsiteX15" fmla="*/ 49243 w 130922"/>
                <a:gd name="connsiteY15" fmla="*/ 2012 h 119658"/>
                <a:gd name="connsiteX16" fmla="*/ 46542 w 130922"/>
                <a:gd name="connsiteY16" fmla="*/ 85 h 119658"/>
                <a:gd name="connsiteX17" fmla="*/ 23851 w 130922"/>
                <a:gd name="connsiteY17" fmla="*/ 610 h 119658"/>
                <a:gd name="connsiteX18" fmla="*/ 3681 w 130922"/>
                <a:gd name="connsiteY18" fmla="*/ 85 h 119658"/>
                <a:gd name="connsiteX19" fmla="*/ 259 w 130922"/>
                <a:gd name="connsiteY19" fmla="*/ 3589 h 119658"/>
                <a:gd name="connsiteX20" fmla="*/ 4401 w 130922"/>
                <a:gd name="connsiteY20" fmla="*/ 5516 h 119658"/>
                <a:gd name="connsiteX21" fmla="*/ 17548 w 130922"/>
                <a:gd name="connsiteY21" fmla="*/ 11473 h 119658"/>
                <a:gd name="connsiteX22" fmla="*/ 39698 w 130922"/>
                <a:gd name="connsiteY22" fmla="*/ 69112 h 119658"/>
                <a:gd name="connsiteX23" fmla="*/ 40419 w 130922"/>
                <a:gd name="connsiteY23" fmla="*/ 72090 h 119658"/>
                <a:gd name="connsiteX24" fmla="*/ 32315 w 130922"/>
                <a:gd name="connsiteY24" fmla="*/ 103976 h 119658"/>
                <a:gd name="connsiteX25" fmla="*/ 15387 w 130922"/>
                <a:gd name="connsiteY25" fmla="*/ 114312 h 119658"/>
                <a:gd name="connsiteX26" fmla="*/ 10524 w 130922"/>
                <a:gd name="connsiteY26" fmla="*/ 117816 h 119658"/>
                <a:gd name="connsiteX27" fmla="*/ 13046 w 130922"/>
                <a:gd name="connsiteY27" fmla="*/ 119743 h 119658"/>
                <a:gd name="connsiteX28" fmla="*/ 35736 w 130922"/>
                <a:gd name="connsiteY28" fmla="*/ 119218 h 119658"/>
                <a:gd name="connsiteX29" fmla="*/ 58787 w 130922"/>
                <a:gd name="connsiteY29" fmla="*/ 119743 h 119658"/>
                <a:gd name="connsiteX30" fmla="*/ 62209 w 130922"/>
                <a:gd name="connsiteY30" fmla="*/ 116239 h 119658"/>
                <a:gd name="connsiteX31" fmla="*/ 57167 w 130922"/>
                <a:gd name="connsiteY31" fmla="*/ 114312 h 119658"/>
                <a:gd name="connsiteX32" fmla="*/ 50323 w 130922"/>
                <a:gd name="connsiteY32" fmla="*/ 113962 h 119658"/>
                <a:gd name="connsiteX33" fmla="*/ 45461 w 130922"/>
                <a:gd name="connsiteY33" fmla="*/ 111159 h 119658"/>
                <a:gd name="connsiteX34" fmla="*/ 47982 w 130922"/>
                <a:gd name="connsiteY34" fmla="*/ 100121 h 119658"/>
                <a:gd name="connsiteX35" fmla="*/ 54285 w 130922"/>
                <a:gd name="connsiteY35" fmla="*/ 75419 h 119658"/>
                <a:gd name="connsiteX36" fmla="*/ 56807 w 130922"/>
                <a:gd name="connsiteY36" fmla="*/ 69988 h 119658"/>
                <a:gd name="connsiteX37" fmla="*/ 101468 w 130922"/>
                <a:gd name="connsiteY37" fmla="*/ 20057 h 11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22" h="119658">
                  <a:moveTo>
                    <a:pt x="101468" y="20057"/>
                  </a:moveTo>
                  <a:lnTo>
                    <a:pt x="103989" y="17604"/>
                  </a:lnTo>
                  <a:cubicBezTo>
                    <a:pt x="109392" y="12348"/>
                    <a:pt x="115335" y="6392"/>
                    <a:pt x="127580" y="5516"/>
                  </a:cubicBezTo>
                  <a:cubicBezTo>
                    <a:pt x="129561" y="5341"/>
                    <a:pt x="131182" y="5341"/>
                    <a:pt x="131182" y="2187"/>
                  </a:cubicBezTo>
                  <a:cubicBezTo>
                    <a:pt x="131182" y="786"/>
                    <a:pt x="130282" y="85"/>
                    <a:pt x="128841" y="85"/>
                  </a:cubicBezTo>
                  <a:cubicBezTo>
                    <a:pt x="124159" y="85"/>
                    <a:pt x="118936" y="610"/>
                    <a:pt x="114074" y="610"/>
                  </a:cubicBezTo>
                  <a:cubicBezTo>
                    <a:pt x="108131" y="610"/>
                    <a:pt x="101828" y="85"/>
                    <a:pt x="96065" y="85"/>
                  </a:cubicBezTo>
                  <a:cubicBezTo>
                    <a:pt x="94985" y="85"/>
                    <a:pt x="92644" y="85"/>
                    <a:pt x="92644" y="3414"/>
                  </a:cubicBezTo>
                  <a:cubicBezTo>
                    <a:pt x="92644" y="5341"/>
                    <a:pt x="94445" y="5516"/>
                    <a:pt x="95345" y="5516"/>
                  </a:cubicBezTo>
                  <a:cubicBezTo>
                    <a:pt x="96606" y="5516"/>
                    <a:pt x="101828" y="5866"/>
                    <a:pt x="101828" y="9545"/>
                  </a:cubicBezTo>
                  <a:cubicBezTo>
                    <a:pt x="101828" y="12524"/>
                    <a:pt x="97686" y="17079"/>
                    <a:pt x="96966" y="17955"/>
                  </a:cubicBezTo>
                  <a:lnTo>
                    <a:pt x="55186" y="64732"/>
                  </a:lnTo>
                  <a:lnTo>
                    <a:pt x="35376" y="12699"/>
                  </a:lnTo>
                  <a:cubicBezTo>
                    <a:pt x="34296" y="10246"/>
                    <a:pt x="34296" y="9896"/>
                    <a:pt x="34296" y="9721"/>
                  </a:cubicBezTo>
                  <a:cubicBezTo>
                    <a:pt x="34296" y="5516"/>
                    <a:pt x="43120" y="5516"/>
                    <a:pt x="44921" y="5516"/>
                  </a:cubicBezTo>
                  <a:cubicBezTo>
                    <a:pt x="47442" y="5516"/>
                    <a:pt x="49243" y="5516"/>
                    <a:pt x="49243" y="2012"/>
                  </a:cubicBezTo>
                  <a:cubicBezTo>
                    <a:pt x="49243" y="85"/>
                    <a:pt x="47082" y="85"/>
                    <a:pt x="46542" y="85"/>
                  </a:cubicBezTo>
                  <a:cubicBezTo>
                    <a:pt x="41499" y="85"/>
                    <a:pt x="28893" y="610"/>
                    <a:pt x="23851" y="610"/>
                  </a:cubicBezTo>
                  <a:cubicBezTo>
                    <a:pt x="19349" y="610"/>
                    <a:pt x="8183" y="85"/>
                    <a:pt x="3681" y="85"/>
                  </a:cubicBezTo>
                  <a:cubicBezTo>
                    <a:pt x="2601" y="85"/>
                    <a:pt x="259" y="85"/>
                    <a:pt x="259" y="3589"/>
                  </a:cubicBezTo>
                  <a:cubicBezTo>
                    <a:pt x="259" y="5516"/>
                    <a:pt x="2060" y="5516"/>
                    <a:pt x="4401" y="5516"/>
                  </a:cubicBezTo>
                  <a:cubicBezTo>
                    <a:pt x="15207" y="5516"/>
                    <a:pt x="15927" y="7093"/>
                    <a:pt x="17548" y="11473"/>
                  </a:cubicBezTo>
                  <a:lnTo>
                    <a:pt x="39698" y="69112"/>
                  </a:lnTo>
                  <a:cubicBezTo>
                    <a:pt x="39878" y="69637"/>
                    <a:pt x="40419" y="71565"/>
                    <a:pt x="40419" y="72090"/>
                  </a:cubicBezTo>
                  <a:cubicBezTo>
                    <a:pt x="40419" y="72616"/>
                    <a:pt x="33215" y="100822"/>
                    <a:pt x="32315" y="103976"/>
                  </a:cubicBezTo>
                  <a:cubicBezTo>
                    <a:pt x="29974" y="113612"/>
                    <a:pt x="29794" y="114137"/>
                    <a:pt x="15387" y="114312"/>
                  </a:cubicBezTo>
                  <a:cubicBezTo>
                    <a:pt x="11965" y="114312"/>
                    <a:pt x="10524" y="114312"/>
                    <a:pt x="10524" y="117816"/>
                  </a:cubicBezTo>
                  <a:cubicBezTo>
                    <a:pt x="10524" y="119743"/>
                    <a:pt x="12685" y="119743"/>
                    <a:pt x="13046" y="119743"/>
                  </a:cubicBezTo>
                  <a:cubicBezTo>
                    <a:pt x="18088" y="119743"/>
                    <a:pt x="30694" y="119218"/>
                    <a:pt x="35736" y="119218"/>
                  </a:cubicBezTo>
                  <a:cubicBezTo>
                    <a:pt x="40779" y="119218"/>
                    <a:pt x="53745" y="119743"/>
                    <a:pt x="58787" y="119743"/>
                  </a:cubicBezTo>
                  <a:cubicBezTo>
                    <a:pt x="60048" y="119743"/>
                    <a:pt x="62209" y="119743"/>
                    <a:pt x="62209" y="116239"/>
                  </a:cubicBezTo>
                  <a:cubicBezTo>
                    <a:pt x="62209" y="114312"/>
                    <a:pt x="60588" y="114312"/>
                    <a:pt x="57167" y="114312"/>
                  </a:cubicBezTo>
                  <a:cubicBezTo>
                    <a:pt x="56807" y="114312"/>
                    <a:pt x="53385" y="114312"/>
                    <a:pt x="50323" y="113962"/>
                  </a:cubicBezTo>
                  <a:cubicBezTo>
                    <a:pt x="46542" y="113612"/>
                    <a:pt x="45461" y="113261"/>
                    <a:pt x="45461" y="111159"/>
                  </a:cubicBezTo>
                  <a:cubicBezTo>
                    <a:pt x="45461" y="109932"/>
                    <a:pt x="47082" y="103801"/>
                    <a:pt x="47982" y="100121"/>
                  </a:cubicBezTo>
                  <a:lnTo>
                    <a:pt x="54285" y="75419"/>
                  </a:lnTo>
                  <a:cubicBezTo>
                    <a:pt x="55186" y="72090"/>
                    <a:pt x="55366" y="71565"/>
                    <a:pt x="56807" y="69988"/>
                  </a:cubicBezTo>
                  <a:lnTo>
                    <a:pt x="101468" y="2005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11" name="Freeform: Shape 910">
              <a:extLst>
                <a:ext uri="{FF2B5EF4-FFF2-40B4-BE49-F238E27FC236}">
                  <a16:creationId xmlns:a16="http://schemas.microsoft.com/office/drawing/2014/main" id="{299D15E7-85AD-33C7-6A10-1227C52F0996}"/>
                </a:ext>
              </a:extLst>
            </p:cNvPr>
            <p:cNvSpPr/>
            <p:nvPr>
              <p:custDataLst>
                <p:tags r:id="rId128"/>
              </p:custDataLst>
            </p:nvPr>
          </p:nvSpPr>
          <p:spPr>
            <a:xfrm>
              <a:off x="11860705" y="3419339"/>
              <a:ext cx="77022" cy="55309"/>
            </a:xfrm>
            <a:custGeom>
              <a:avLst/>
              <a:gdLst>
                <a:gd name="connsiteX0" fmla="*/ 9720 w 77022"/>
                <a:gd name="connsiteY0" fmla="*/ 46443 h 55309"/>
                <a:gd name="connsiteX1" fmla="*/ 8459 w 77022"/>
                <a:gd name="connsiteY1" fmla="*/ 51471 h 55309"/>
                <a:gd name="connsiteX2" fmla="*/ 12745 w 77022"/>
                <a:gd name="connsiteY2" fmla="*/ 55396 h 55309"/>
                <a:gd name="connsiteX3" fmla="*/ 17662 w 77022"/>
                <a:gd name="connsiteY3" fmla="*/ 52698 h 55309"/>
                <a:gd name="connsiteX4" fmla="*/ 19931 w 77022"/>
                <a:gd name="connsiteY4" fmla="*/ 45094 h 55309"/>
                <a:gd name="connsiteX5" fmla="*/ 22704 w 77022"/>
                <a:gd name="connsiteY5" fmla="*/ 34057 h 55309"/>
                <a:gd name="connsiteX6" fmla="*/ 24847 w 77022"/>
                <a:gd name="connsiteY6" fmla="*/ 25840 h 55309"/>
                <a:gd name="connsiteX7" fmla="*/ 30142 w 77022"/>
                <a:gd name="connsiteY7" fmla="*/ 14803 h 55309"/>
                <a:gd name="connsiteX8" fmla="*/ 49051 w 77022"/>
                <a:gd name="connsiteY8" fmla="*/ 3520 h 55309"/>
                <a:gd name="connsiteX9" fmla="*/ 56488 w 77022"/>
                <a:gd name="connsiteY9" fmla="*/ 12105 h 55309"/>
                <a:gd name="connsiteX10" fmla="*/ 49051 w 77022"/>
                <a:gd name="connsiteY10" fmla="*/ 38226 h 55309"/>
                <a:gd name="connsiteX11" fmla="*/ 47160 w 77022"/>
                <a:gd name="connsiteY11" fmla="*/ 44849 h 55309"/>
                <a:gd name="connsiteX12" fmla="*/ 59135 w 77022"/>
                <a:gd name="connsiteY12" fmla="*/ 55396 h 55309"/>
                <a:gd name="connsiteX13" fmla="*/ 77288 w 77022"/>
                <a:gd name="connsiteY13" fmla="*/ 36632 h 55309"/>
                <a:gd name="connsiteX14" fmla="*/ 75271 w 77022"/>
                <a:gd name="connsiteY14" fmla="*/ 35038 h 55309"/>
                <a:gd name="connsiteX15" fmla="*/ 72876 w 77022"/>
                <a:gd name="connsiteY15" fmla="*/ 37123 h 55309"/>
                <a:gd name="connsiteX16" fmla="*/ 59514 w 77022"/>
                <a:gd name="connsiteY16" fmla="*/ 51962 h 55309"/>
                <a:gd name="connsiteX17" fmla="*/ 56362 w 77022"/>
                <a:gd name="connsiteY17" fmla="*/ 47669 h 55309"/>
                <a:gd name="connsiteX18" fmla="*/ 59261 w 77022"/>
                <a:gd name="connsiteY18" fmla="*/ 37736 h 55309"/>
                <a:gd name="connsiteX19" fmla="*/ 65943 w 77022"/>
                <a:gd name="connsiteY19" fmla="*/ 14067 h 55309"/>
                <a:gd name="connsiteX20" fmla="*/ 49555 w 77022"/>
                <a:gd name="connsiteY20" fmla="*/ 86 h 55309"/>
                <a:gd name="connsiteX21" fmla="*/ 28251 w 77022"/>
                <a:gd name="connsiteY21" fmla="*/ 11246 h 55309"/>
                <a:gd name="connsiteX22" fmla="*/ 14762 w 77022"/>
                <a:gd name="connsiteY22" fmla="*/ 86 h 55309"/>
                <a:gd name="connsiteX23" fmla="*/ 4803 w 77022"/>
                <a:gd name="connsiteY23" fmla="*/ 6709 h 55309"/>
                <a:gd name="connsiteX24" fmla="*/ 265 w 77022"/>
                <a:gd name="connsiteY24" fmla="*/ 18850 h 55309"/>
                <a:gd name="connsiteX25" fmla="*/ 2408 w 77022"/>
                <a:gd name="connsiteY25" fmla="*/ 20444 h 55309"/>
                <a:gd name="connsiteX26" fmla="*/ 5182 w 77022"/>
                <a:gd name="connsiteY26" fmla="*/ 16765 h 55309"/>
                <a:gd name="connsiteX27" fmla="*/ 14384 w 77022"/>
                <a:gd name="connsiteY27" fmla="*/ 3520 h 55309"/>
                <a:gd name="connsiteX28" fmla="*/ 18544 w 77022"/>
                <a:gd name="connsiteY28" fmla="*/ 9529 h 55309"/>
                <a:gd name="connsiteX29" fmla="*/ 16527 w 77022"/>
                <a:gd name="connsiteY29" fmla="*/ 19708 h 55309"/>
                <a:gd name="connsiteX30" fmla="*/ 13754 w 77022"/>
                <a:gd name="connsiteY30" fmla="*/ 30746 h 55309"/>
                <a:gd name="connsiteX31" fmla="*/ 9720 w 77022"/>
                <a:gd name="connsiteY31" fmla="*/ 46443 h 5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22" h="55309">
                  <a:moveTo>
                    <a:pt x="9720" y="46443"/>
                  </a:moveTo>
                  <a:cubicBezTo>
                    <a:pt x="9215" y="48037"/>
                    <a:pt x="8459" y="51103"/>
                    <a:pt x="8459" y="51471"/>
                  </a:cubicBezTo>
                  <a:cubicBezTo>
                    <a:pt x="8459" y="54169"/>
                    <a:pt x="10728" y="55396"/>
                    <a:pt x="12745" y="55396"/>
                  </a:cubicBezTo>
                  <a:cubicBezTo>
                    <a:pt x="15014" y="55396"/>
                    <a:pt x="17031" y="53801"/>
                    <a:pt x="17662" y="52698"/>
                  </a:cubicBezTo>
                  <a:cubicBezTo>
                    <a:pt x="18292" y="51594"/>
                    <a:pt x="19300" y="47669"/>
                    <a:pt x="19931" y="45094"/>
                  </a:cubicBezTo>
                  <a:cubicBezTo>
                    <a:pt x="20561" y="42764"/>
                    <a:pt x="21948" y="37123"/>
                    <a:pt x="22704" y="34057"/>
                  </a:cubicBezTo>
                  <a:cubicBezTo>
                    <a:pt x="23460" y="31359"/>
                    <a:pt x="24217" y="28661"/>
                    <a:pt x="24847" y="25840"/>
                  </a:cubicBezTo>
                  <a:cubicBezTo>
                    <a:pt x="26234" y="20812"/>
                    <a:pt x="26486" y="19831"/>
                    <a:pt x="30142" y="14803"/>
                  </a:cubicBezTo>
                  <a:cubicBezTo>
                    <a:pt x="33671" y="9897"/>
                    <a:pt x="39596" y="3520"/>
                    <a:pt x="49051" y="3520"/>
                  </a:cubicBezTo>
                  <a:cubicBezTo>
                    <a:pt x="56362" y="3520"/>
                    <a:pt x="56488" y="9775"/>
                    <a:pt x="56488" y="12105"/>
                  </a:cubicBezTo>
                  <a:cubicBezTo>
                    <a:pt x="56488" y="19463"/>
                    <a:pt x="51068" y="33076"/>
                    <a:pt x="49051" y="38226"/>
                  </a:cubicBezTo>
                  <a:cubicBezTo>
                    <a:pt x="47664" y="41660"/>
                    <a:pt x="47160" y="42764"/>
                    <a:pt x="47160" y="44849"/>
                  </a:cubicBezTo>
                  <a:cubicBezTo>
                    <a:pt x="47160" y="51349"/>
                    <a:pt x="52706" y="55396"/>
                    <a:pt x="59135" y="55396"/>
                  </a:cubicBezTo>
                  <a:cubicBezTo>
                    <a:pt x="71741" y="55396"/>
                    <a:pt x="77288" y="38472"/>
                    <a:pt x="77288" y="36632"/>
                  </a:cubicBezTo>
                  <a:cubicBezTo>
                    <a:pt x="77288" y="35038"/>
                    <a:pt x="75649" y="35038"/>
                    <a:pt x="75271" y="35038"/>
                  </a:cubicBezTo>
                  <a:cubicBezTo>
                    <a:pt x="73506" y="35038"/>
                    <a:pt x="73380" y="35774"/>
                    <a:pt x="72876" y="37123"/>
                  </a:cubicBezTo>
                  <a:cubicBezTo>
                    <a:pt x="69977" y="46934"/>
                    <a:pt x="64556" y="51962"/>
                    <a:pt x="59514" y="51962"/>
                  </a:cubicBezTo>
                  <a:cubicBezTo>
                    <a:pt x="56866" y="51962"/>
                    <a:pt x="56362" y="50245"/>
                    <a:pt x="56362" y="47669"/>
                  </a:cubicBezTo>
                  <a:cubicBezTo>
                    <a:pt x="56362" y="44849"/>
                    <a:pt x="56992" y="43254"/>
                    <a:pt x="59261" y="37736"/>
                  </a:cubicBezTo>
                  <a:cubicBezTo>
                    <a:pt x="60774" y="33934"/>
                    <a:pt x="65943" y="20935"/>
                    <a:pt x="65943" y="14067"/>
                  </a:cubicBezTo>
                  <a:cubicBezTo>
                    <a:pt x="65943" y="2171"/>
                    <a:pt x="56236" y="86"/>
                    <a:pt x="49555" y="86"/>
                  </a:cubicBezTo>
                  <a:cubicBezTo>
                    <a:pt x="39092" y="86"/>
                    <a:pt x="32032" y="6341"/>
                    <a:pt x="28251" y="11246"/>
                  </a:cubicBezTo>
                  <a:cubicBezTo>
                    <a:pt x="27368" y="2784"/>
                    <a:pt x="19931" y="86"/>
                    <a:pt x="14762" y="86"/>
                  </a:cubicBezTo>
                  <a:cubicBezTo>
                    <a:pt x="9342" y="86"/>
                    <a:pt x="6442" y="3888"/>
                    <a:pt x="4803" y="6709"/>
                  </a:cubicBezTo>
                  <a:cubicBezTo>
                    <a:pt x="2030" y="11246"/>
                    <a:pt x="265" y="18237"/>
                    <a:pt x="265" y="18850"/>
                  </a:cubicBezTo>
                  <a:cubicBezTo>
                    <a:pt x="265" y="20444"/>
                    <a:pt x="2030" y="20444"/>
                    <a:pt x="2408" y="20444"/>
                  </a:cubicBezTo>
                  <a:cubicBezTo>
                    <a:pt x="4173" y="20444"/>
                    <a:pt x="4299" y="20076"/>
                    <a:pt x="5182" y="16765"/>
                  </a:cubicBezTo>
                  <a:cubicBezTo>
                    <a:pt x="7072" y="9529"/>
                    <a:pt x="9468" y="3520"/>
                    <a:pt x="14384" y="3520"/>
                  </a:cubicBezTo>
                  <a:cubicBezTo>
                    <a:pt x="17662" y="3520"/>
                    <a:pt x="18544" y="6218"/>
                    <a:pt x="18544" y="9529"/>
                  </a:cubicBezTo>
                  <a:cubicBezTo>
                    <a:pt x="18544" y="11859"/>
                    <a:pt x="17409" y="16397"/>
                    <a:pt x="16527" y="19708"/>
                  </a:cubicBezTo>
                  <a:cubicBezTo>
                    <a:pt x="15645" y="23019"/>
                    <a:pt x="14384" y="28048"/>
                    <a:pt x="13754" y="30746"/>
                  </a:cubicBezTo>
                  <a:lnTo>
                    <a:pt x="9720" y="4644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12" name="Freeform: Shape 911">
              <a:extLst>
                <a:ext uri="{FF2B5EF4-FFF2-40B4-BE49-F238E27FC236}">
                  <a16:creationId xmlns:a16="http://schemas.microsoft.com/office/drawing/2014/main" id="{B1F72347-D831-411F-51BE-A02D1BB0473C}"/>
                </a:ext>
              </a:extLst>
            </p:cNvPr>
            <p:cNvSpPr/>
            <p:nvPr>
              <p:custDataLst>
                <p:tags r:id="rId129"/>
              </p:custDataLst>
            </p:nvPr>
          </p:nvSpPr>
          <p:spPr>
            <a:xfrm>
              <a:off x="12017777" y="3352537"/>
              <a:ext cx="110032" cy="101613"/>
            </a:xfrm>
            <a:custGeom>
              <a:avLst/>
              <a:gdLst>
                <a:gd name="connsiteX0" fmla="*/ 106885 w 110032"/>
                <a:gd name="connsiteY0" fmla="*/ 54746 h 101613"/>
                <a:gd name="connsiteX1" fmla="*/ 110306 w 110032"/>
                <a:gd name="connsiteY1" fmla="*/ 50892 h 101613"/>
                <a:gd name="connsiteX2" fmla="*/ 106885 w 110032"/>
                <a:gd name="connsiteY2" fmla="*/ 47037 h 101613"/>
                <a:gd name="connsiteX3" fmla="*/ 7117 w 110032"/>
                <a:gd name="connsiteY3" fmla="*/ 1311 h 101613"/>
                <a:gd name="connsiteX4" fmla="*/ 3875 w 110032"/>
                <a:gd name="connsiteY4" fmla="*/ 85 h 101613"/>
                <a:gd name="connsiteX5" fmla="*/ 273 w 110032"/>
                <a:gd name="connsiteY5" fmla="*/ 3589 h 101613"/>
                <a:gd name="connsiteX6" fmla="*/ 3695 w 110032"/>
                <a:gd name="connsiteY6" fmla="*/ 7443 h 101613"/>
                <a:gd name="connsiteX7" fmla="*/ 98240 w 110032"/>
                <a:gd name="connsiteY7" fmla="*/ 50892 h 101613"/>
                <a:gd name="connsiteX8" fmla="*/ 3695 w 110032"/>
                <a:gd name="connsiteY8" fmla="*/ 94340 h 101613"/>
                <a:gd name="connsiteX9" fmla="*/ 273 w 110032"/>
                <a:gd name="connsiteY9" fmla="*/ 98194 h 101613"/>
                <a:gd name="connsiteX10" fmla="*/ 3875 w 110032"/>
                <a:gd name="connsiteY10" fmla="*/ 101698 h 101613"/>
                <a:gd name="connsiteX11" fmla="*/ 7117 w 110032"/>
                <a:gd name="connsiteY11" fmla="*/ 100472 h 101613"/>
                <a:gd name="connsiteX12" fmla="*/ 106885 w 110032"/>
                <a:gd name="connsiteY12" fmla="*/ 54746 h 101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032" h="101613">
                  <a:moveTo>
                    <a:pt x="106885" y="54746"/>
                  </a:moveTo>
                  <a:cubicBezTo>
                    <a:pt x="108865" y="53870"/>
                    <a:pt x="110306" y="52994"/>
                    <a:pt x="110306" y="50892"/>
                  </a:cubicBezTo>
                  <a:cubicBezTo>
                    <a:pt x="110306" y="48789"/>
                    <a:pt x="108865" y="47913"/>
                    <a:pt x="106885" y="47037"/>
                  </a:cubicBezTo>
                  <a:lnTo>
                    <a:pt x="7117" y="1311"/>
                  </a:lnTo>
                  <a:cubicBezTo>
                    <a:pt x="4776" y="85"/>
                    <a:pt x="4415" y="85"/>
                    <a:pt x="3875" y="85"/>
                  </a:cubicBezTo>
                  <a:cubicBezTo>
                    <a:pt x="1894" y="85"/>
                    <a:pt x="273" y="1662"/>
                    <a:pt x="273" y="3589"/>
                  </a:cubicBezTo>
                  <a:cubicBezTo>
                    <a:pt x="273" y="5165"/>
                    <a:pt x="1174" y="6217"/>
                    <a:pt x="3695" y="7443"/>
                  </a:cubicBezTo>
                  <a:lnTo>
                    <a:pt x="98240" y="50892"/>
                  </a:lnTo>
                  <a:lnTo>
                    <a:pt x="3695" y="94340"/>
                  </a:lnTo>
                  <a:cubicBezTo>
                    <a:pt x="1174" y="95566"/>
                    <a:pt x="273" y="96618"/>
                    <a:pt x="273" y="98194"/>
                  </a:cubicBezTo>
                  <a:cubicBezTo>
                    <a:pt x="273" y="100121"/>
                    <a:pt x="1894" y="101698"/>
                    <a:pt x="3875" y="101698"/>
                  </a:cubicBezTo>
                  <a:cubicBezTo>
                    <a:pt x="4415" y="101698"/>
                    <a:pt x="4776" y="101698"/>
                    <a:pt x="7117" y="100472"/>
                  </a:cubicBezTo>
                  <a:lnTo>
                    <a:pt x="106885" y="5474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13" name="Freeform: Shape 912">
              <a:extLst>
                <a:ext uri="{FF2B5EF4-FFF2-40B4-BE49-F238E27FC236}">
                  <a16:creationId xmlns:a16="http://schemas.microsoft.com/office/drawing/2014/main" id="{C9E43EC2-E665-620C-E0D2-9A451637E6E1}"/>
                </a:ext>
              </a:extLst>
            </p:cNvPr>
            <p:cNvSpPr/>
            <p:nvPr>
              <p:custDataLst>
                <p:tags r:id="rId130"/>
              </p:custDataLst>
            </p:nvPr>
          </p:nvSpPr>
          <p:spPr>
            <a:xfrm>
              <a:off x="12190579" y="3331339"/>
              <a:ext cx="73835" cy="151719"/>
            </a:xfrm>
            <a:custGeom>
              <a:avLst/>
              <a:gdLst>
                <a:gd name="connsiteX0" fmla="*/ 74119 w 73835"/>
                <a:gd name="connsiteY0" fmla="*/ 6392 h 151719"/>
                <a:gd name="connsiteX1" fmla="*/ 67276 w 73835"/>
                <a:gd name="connsiteY1" fmla="*/ 85 h 151719"/>
                <a:gd name="connsiteX2" fmla="*/ 57731 w 73835"/>
                <a:gd name="connsiteY2" fmla="*/ 9370 h 151719"/>
                <a:gd name="connsiteX3" fmla="*/ 64395 w 73835"/>
                <a:gd name="connsiteY3" fmla="*/ 15677 h 151719"/>
                <a:gd name="connsiteX4" fmla="*/ 74119 w 73835"/>
                <a:gd name="connsiteY4" fmla="*/ 6392 h 151719"/>
                <a:gd name="connsiteX5" fmla="*/ 37922 w 73835"/>
                <a:gd name="connsiteY5" fmla="*/ 124649 h 151719"/>
                <a:gd name="connsiteX6" fmla="*/ 15771 w 73835"/>
                <a:gd name="connsiteY6" fmla="*/ 147950 h 151719"/>
                <a:gd name="connsiteX7" fmla="*/ 8748 w 73835"/>
                <a:gd name="connsiteY7" fmla="*/ 146373 h 151719"/>
                <a:gd name="connsiteX8" fmla="*/ 16852 w 73835"/>
                <a:gd name="connsiteY8" fmla="*/ 137088 h 151719"/>
                <a:gd name="connsiteX9" fmla="*/ 10009 w 73835"/>
                <a:gd name="connsiteY9" fmla="*/ 130956 h 151719"/>
                <a:gd name="connsiteX10" fmla="*/ 284 w 73835"/>
                <a:gd name="connsiteY10" fmla="*/ 140942 h 151719"/>
                <a:gd name="connsiteX11" fmla="*/ 16131 w 73835"/>
                <a:gd name="connsiteY11" fmla="*/ 151804 h 151719"/>
                <a:gd name="connsiteX12" fmla="*/ 49988 w 73835"/>
                <a:gd name="connsiteY12" fmla="*/ 125174 h 151719"/>
                <a:gd name="connsiteX13" fmla="*/ 66556 w 73835"/>
                <a:gd name="connsiteY13" fmla="*/ 61053 h 151719"/>
                <a:gd name="connsiteX14" fmla="*/ 67456 w 73835"/>
                <a:gd name="connsiteY14" fmla="*/ 54571 h 151719"/>
                <a:gd name="connsiteX15" fmla="*/ 50888 w 73835"/>
                <a:gd name="connsiteY15" fmla="*/ 38453 h 151719"/>
                <a:gd name="connsiteX16" fmla="*/ 22254 w 73835"/>
                <a:gd name="connsiteY16" fmla="*/ 65433 h 151719"/>
                <a:gd name="connsiteX17" fmla="*/ 24415 w 73835"/>
                <a:gd name="connsiteY17" fmla="*/ 67185 h 151719"/>
                <a:gd name="connsiteX18" fmla="*/ 27657 w 73835"/>
                <a:gd name="connsiteY18" fmla="*/ 63681 h 151719"/>
                <a:gd name="connsiteX19" fmla="*/ 50348 w 73835"/>
                <a:gd name="connsiteY19" fmla="*/ 42307 h 151719"/>
                <a:gd name="connsiteX20" fmla="*/ 56111 w 73835"/>
                <a:gd name="connsiteY20" fmla="*/ 50366 h 151719"/>
                <a:gd name="connsiteX21" fmla="*/ 54850 w 73835"/>
                <a:gd name="connsiteY21" fmla="*/ 59301 h 151719"/>
                <a:gd name="connsiteX22" fmla="*/ 37922 w 73835"/>
                <a:gd name="connsiteY22" fmla="*/ 124649 h 15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35" h="151719">
                  <a:moveTo>
                    <a:pt x="74119" y="6392"/>
                  </a:moveTo>
                  <a:cubicBezTo>
                    <a:pt x="74119" y="3063"/>
                    <a:pt x="71598" y="85"/>
                    <a:pt x="67276" y="85"/>
                  </a:cubicBezTo>
                  <a:cubicBezTo>
                    <a:pt x="63134" y="85"/>
                    <a:pt x="57731" y="4114"/>
                    <a:pt x="57731" y="9370"/>
                  </a:cubicBezTo>
                  <a:cubicBezTo>
                    <a:pt x="57731" y="12874"/>
                    <a:pt x="60253" y="15677"/>
                    <a:pt x="64395" y="15677"/>
                  </a:cubicBezTo>
                  <a:cubicBezTo>
                    <a:pt x="69257" y="15677"/>
                    <a:pt x="74119" y="11122"/>
                    <a:pt x="74119" y="6392"/>
                  </a:cubicBezTo>
                  <a:close/>
                  <a:moveTo>
                    <a:pt x="37922" y="124649"/>
                  </a:moveTo>
                  <a:cubicBezTo>
                    <a:pt x="34500" y="137964"/>
                    <a:pt x="25856" y="147950"/>
                    <a:pt x="15771" y="147950"/>
                  </a:cubicBezTo>
                  <a:cubicBezTo>
                    <a:pt x="14691" y="147950"/>
                    <a:pt x="11989" y="147950"/>
                    <a:pt x="8748" y="146373"/>
                  </a:cubicBezTo>
                  <a:cubicBezTo>
                    <a:pt x="14151" y="145147"/>
                    <a:pt x="16852" y="140592"/>
                    <a:pt x="16852" y="137088"/>
                  </a:cubicBezTo>
                  <a:cubicBezTo>
                    <a:pt x="16852" y="134285"/>
                    <a:pt x="14871" y="130956"/>
                    <a:pt x="10009" y="130956"/>
                  </a:cubicBezTo>
                  <a:cubicBezTo>
                    <a:pt x="5506" y="130956"/>
                    <a:pt x="284" y="134635"/>
                    <a:pt x="284" y="140942"/>
                  </a:cubicBezTo>
                  <a:cubicBezTo>
                    <a:pt x="284" y="147950"/>
                    <a:pt x="7487" y="151804"/>
                    <a:pt x="16131" y="151804"/>
                  </a:cubicBezTo>
                  <a:cubicBezTo>
                    <a:pt x="28738" y="151804"/>
                    <a:pt x="45486" y="142519"/>
                    <a:pt x="49988" y="125174"/>
                  </a:cubicBezTo>
                  <a:lnTo>
                    <a:pt x="66556" y="61053"/>
                  </a:lnTo>
                  <a:cubicBezTo>
                    <a:pt x="67456" y="57549"/>
                    <a:pt x="67456" y="55096"/>
                    <a:pt x="67456" y="54571"/>
                  </a:cubicBezTo>
                  <a:cubicBezTo>
                    <a:pt x="67456" y="44584"/>
                    <a:pt x="59892" y="38453"/>
                    <a:pt x="50888" y="38453"/>
                  </a:cubicBezTo>
                  <a:cubicBezTo>
                    <a:pt x="32519" y="38453"/>
                    <a:pt x="22254" y="63856"/>
                    <a:pt x="22254" y="65433"/>
                  </a:cubicBezTo>
                  <a:cubicBezTo>
                    <a:pt x="22254" y="67185"/>
                    <a:pt x="24055" y="67185"/>
                    <a:pt x="24415" y="67185"/>
                  </a:cubicBezTo>
                  <a:cubicBezTo>
                    <a:pt x="26036" y="67185"/>
                    <a:pt x="26216" y="67009"/>
                    <a:pt x="27657" y="63681"/>
                  </a:cubicBezTo>
                  <a:cubicBezTo>
                    <a:pt x="32159" y="52994"/>
                    <a:pt x="40443" y="42307"/>
                    <a:pt x="50348" y="42307"/>
                  </a:cubicBezTo>
                  <a:cubicBezTo>
                    <a:pt x="52869" y="42307"/>
                    <a:pt x="56111" y="43008"/>
                    <a:pt x="56111" y="50366"/>
                  </a:cubicBezTo>
                  <a:cubicBezTo>
                    <a:pt x="56111" y="54395"/>
                    <a:pt x="55570" y="56323"/>
                    <a:pt x="54850" y="59301"/>
                  </a:cubicBezTo>
                  <a:lnTo>
                    <a:pt x="37922" y="12464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914" name="Freeform: Shape 913">
              <a:extLst>
                <a:ext uri="{FF2B5EF4-FFF2-40B4-BE49-F238E27FC236}">
                  <a16:creationId xmlns:a16="http://schemas.microsoft.com/office/drawing/2014/main" id="{71125257-41AE-637F-1CA4-753D53C43449}"/>
                </a:ext>
              </a:extLst>
            </p:cNvPr>
            <p:cNvSpPr/>
            <p:nvPr>
              <p:custDataLst>
                <p:tags r:id="rId131"/>
              </p:custDataLst>
            </p:nvPr>
          </p:nvSpPr>
          <p:spPr>
            <a:xfrm>
              <a:off x="12287655" y="3315746"/>
              <a:ext cx="41780" cy="175195"/>
            </a:xfrm>
            <a:custGeom>
              <a:avLst/>
              <a:gdLst>
                <a:gd name="connsiteX0" fmla="*/ 42069 w 41780"/>
                <a:gd name="connsiteY0" fmla="*/ 87683 h 175195"/>
                <a:gd name="connsiteX1" fmla="*/ 30183 w 41780"/>
                <a:gd name="connsiteY1" fmla="*/ 33022 h 175195"/>
                <a:gd name="connsiteX2" fmla="*/ 2089 w 41780"/>
                <a:gd name="connsiteY2" fmla="*/ 85 h 175195"/>
                <a:gd name="connsiteX3" fmla="*/ 289 w 41780"/>
                <a:gd name="connsiteY3" fmla="*/ 1837 h 175195"/>
                <a:gd name="connsiteX4" fmla="*/ 3710 w 41780"/>
                <a:gd name="connsiteY4" fmla="*/ 5866 h 175195"/>
                <a:gd name="connsiteX5" fmla="*/ 31624 w 41780"/>
                <a:gd name="connsiteY5" fmla="*/ 87683 h 175195"/>
                <a:gd name="connsiteX6" fmla="*/ 2630 w 41780"/>
                <a:gd name="connsiteY6" fmla="*/ 170550 h 175195"/>
                <a:gd name="connsiteX7" fmla="*/ 289 w 41780"/>
                <a:gd name="connsiteY7" fmla="*/ 173528 h 175195"/>
                <a:gd name="connsiteX8" fmla="*/ 2089 w 41780"/>
                <a:gd name="connsiteY8" fmla="*/ 175280 h 175195"/>
                <a:gd name="connsiteX9" fmla="*/ 30723 w 41780"/>
                <a:gd name="connsiteY9" fmla="*/ 141117 h 175195"/>
                <a:gd name="connsiteX10" fmla="*/ 42069 w 41780"/>
                <a:gd name="connsiteY10" fmla="*/ 87683 h 17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80" h="175195">
                  <a:moveTo>
                    <a:pt x="42069" y="87683"/>
                  </a:moveTo>
                  <a:cubicBezTo>
                    <a:pt x="42069" y="74017"/>
                    <a:pt x="40088" y="52819"/>
                    <a:pt x="30183" y="33022"/>
                  </a:cubicBezTo>
                  <a:cubicBezTo>
                    <a:pt x="19378" y="11473"/>
                    <a:pt x="3890" y="85"/>
                    <a:pt x="2089" y="85"/>
                  </a:cubicBezTo>
                  <a:cubicBezTo>
                    <a:pt x="1009" y="85"/>
                    <a:pt x="289" y="786"/>
                    <a:pt x="289" y="1837"/>
                  </a:cubicBezTo>
                  <a:cubicBezTo>
                    <a:pt x="289" y="2362"/>
                    <a:pt x="289" y="2713"/>
                    <a:pt x="3710" y="5866"/>
                  </a:cubicBezTo>
                  <a:cubicBezTo>
                    <a:pt x="21359" y="23211"/>
                    <a:pt x="31624" y="51067"/>
                    <a:pt x="31624" y="87683"/>
                  </a:cubicBezTo>
                  <a:cubicBezTo>
                    <a:pt x="31624" y="117641"/>
                    <a:pt x="24960" y="148475"/>
                    <a:pt x="2630" y="170550"/>
                  </a:cubicBezTo>
                  <a:cubicBezTo>
                    <a:pt x="289" y="172652"/>
                    <a:pt x="289" y="173003"/>
                    <a:pt x="289" y="173528"/>
                  </a:cubicBezTo>
                  <a:cubicBezTo>
                    <a:pt x="289" y="174580"/>
                    <a:pt x="1009" y="175280"/>
                    <a:pt x="2089" y="175280"/>
                  </a:cubicBezTo>
                  <a:cubicBezTo>
                    <a:pt x="3890" y="175280"/>
                    <a:pt x="20098" y="163367"/>
                    <a:pt x="30723" y="141117"/>
                  </a:cubicBezTo>
                  <a:cubicBezTo>
                    <a:pt x="39908" y="121846"/>
                    <a:pt x="42069" y="102399"/>
                    <a:pt x="42069" y="8768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grpSp>
      <p:sp>
        <p:nvSpPr>
          <p:cNvPr id="581" name="Rectangle 1 2 2">
            <a:extLst>
              <a:ext uri="{FF2B5EF4-FFF2-40B4-BE49-F238E27FC236}">
                <a16:creationId xmlns:a16="http://schemas.microsoft.com/office/drawing/2014/main" id="{739A95E0-64C9-E9B8-869C-7BCC081CF9C2}"/>
              </a:ext>
            </a:extLst>
          </p:cNvPr>
          <p:cNvSpPr>
            <a:spLocks noChangeArrowheads="1"/>
          </p:cNvSpPr>
          <p:nvPr/>
        </p:nvSpPr>
        <p:spPr bwMode="auto">
          <a:xfrm>
            <a:off x="5493720" y="2776229"/>
            <a:ext cx="3964236" cy="276999"/>
          </a:xfrm>
          <a:prstGeom prst="rect">
            <a:avLst/>
          </a:prstGeom>
          <a:noFill/>
        </p:spPr>
        <p:txBody>
          <a:bodyPr wrap="square">
            <a:spAutoFit/>
          </a:bodyPr>
          <a:lstStyle/>
          <a:p>
            <a:r>
              <a:rPr lang="en-GB" sz="1200">
                <a:solidFill>
                  <a:prstClr val="black"/>
                </a:solidFill>
              </a:rPr>
              <a:t>Substituting</a:t>
            </a:r>
            <a:r>
              <a:rPr lang="en-GB" sz="1200" noProof="0">
                <a:solidFill>
                  <a:prstClr val="black"/>
                </a:solidFill>
                <a:latin typeface="Aptos" panose="020B0004020202020204"/>
              </a:rPr>
              <a:t>:</a:t>
            </a:r>
          </a:p>
        </p:txBody>
      </p:sp>
      <p:grpSp>
        <p:nvGrpSpPr>
          <p:cNvPr id="1203" name="Group 1202" descr="\documentclass{article}&#10;\usepackage{amsmath}&#10;\pagestyle{empty}&#10;\begin{document}&#10;&#10;$$\text{Odds}(Y_n \le j) = \frac{\left( \frac{1}{1 + e^{\boldsymbol{\beta}^\top \mathbf{x}_n - \mu_j}} \right)}{\left( \frac{e^{\boldsymbol{\beta}^\top \mathbf{x}_n - \mu_j}}{1 + e^{\boldsymbol{\beta}^\top \mathbf{x}_n - \mu_j}} \right)}$$&#10;&#10;\end{document}" title="IguanaTex Shape Display">
            <a:extLst>
              <a:ext uri="{FF2B5EF4-FFF2-40B4-BE49-F238E27FC236}">
                <a16:creationId xmlns:a16="http://schemas.microsoft.com/office/drawing/2014/main" id="{D85B699A-1A7F-1280-4B70-01BF5C8BCA55}"/>
              </a:ext>
            </a:extLst>
          </p:cNvPr>
          <p:cNvGrpSpPr>
            <a:grpSpLocks noChangeAspect="1"/>
          </p:cNvGrpSpPr>
          <p:nvPr>
            <p:custDataLst>
              <p:tags r:id="rId6"/>
            </p:custDataLst>
          </p:nvPr>
        </p:nvGrpSpPr>
        <p:grpSpPr>
          <a:xfrm>
            <a:off x="7035800" y="2806700"/>
            <a:ext cx="2461410" cy="731310"/>
            <a:chOff x="10063679" y="3988105"/>
            <a:chExt cx="2461410" cy="731310"/>
          </a:xfrm>
        </p:grpSpPr>
        <p:sp>
          <p:nvSpPr>
            <p:cNvPr id="1156" name="Freeform: Shape 1155">
              <a:extLst>
                <a:ext uri="{FF2B5EF4-FFF2-40B4-BE49-F238E27FC236}">
                  <a16:creationId xmlns:a16="http://schemas.microsoft.com/office/drawing/2014/main" id="{0A8F045A-DD11-1C9B-10F8-A2E5B8B97577}"/>
                </a:ext>
              </a:extLst>
            </p:cNvPr>
            <p:cNvSpPr/>
            <p:nvPr>
              <p:custDataLst>
                <p:tags r:id="rId59"/>
              </p:custDataLst>
            </p:nvPr>
          </p:nvSpPr>
          <p:spPr>
            <a:xfrm>
              <a:off x="10063679" y="4266136"/>
              <a:ext cx="120930" cy="129872"/>
            </a:xfrm>
            <a:custGeom>
              <a:avLst/>
              <a:gdLst>
                <a:gd name="connsiteX0" fmla="*/ 121096 w 120930"/>
                <a:gd name="connsiteY0" fmla="*/ 65469 h 129872"/>
                <a:gd name="connsiteX1" fmla="*/ 60540 w 120930"/>
                <a:gd name="connsiteY1" fmla="*/ 86 h 129872"/>
                <a:gd name="connsiteX2" fmla="*/ 165 w 120930"/>
                <a:gd name="connsiteY2" fmla="*/ 65469 h 129872"/>
                <a:gd name="connsiteX3" fmla="*/ 60540 w 120930"/>
                <a:gd name="connsiteY3" fmla="*/ 129959 h 129872"/>
                <a:gd name="connsiteX4" fmla="*/ 121096 w 120930"/>
                <a:gd name="connsiteY4" fmla="*/ 65469 h 129872"/>
                <a:gd name="connsiteX5" fmla="*/ 60722 w 120930"/>
                <a:gd name="connsiteY5" fmla="*/ 125314 h 129872"/>
                <a:gd name="connsiteX6" fmla="*/ 18896 w 120930"/>
                <a:gd name="connsiteY6" fmla="*/ 62968 h 129872"/>
                <a:gd name="connsiteX7" fmla="*/ 60540 w 120930"/>
                <a:gd name="connsiteY7" fmla="*/ 4552 h 129872"/>
                <a:gd name="connsiteX8" fmla="*/ 102366 w 120930"/>
                <a:gd name="connsiteY8" fmla="*/ 62968 h 129872"/>
                <a:gd name="connsiteX9" fmla="*/ 60722 w 120930"/>
                <a:gd name="connsiteY9" fmla="*/ 125314 h 12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930" h="129872">
                  <a:moveTo>
                    <a:pt x="121096" y="65469"/>
                  </a:moveTo>
                  <a:cubicBezTo>
                    <a:pt x="121096" y="29026"/>
                    <a:pt x="93637" y="86"/>
                    <a:pt x="60540" y="86"/>
                  </a:cubicBezTo>
                  <a:cubicBezTo>
                    <a:pt x="27989" y="86"/>
                    <a:pt x="165" y="28669"/>
                    <a:pt x="165" y="65469"/>
                  </a:cubicBezTo>
                  <a:cubicBezTo>
                    <a:pt x="165" y="102091"/>
                    <a:pt x="28170" y="129959"/>
                    <a:pt x="60540" y="129959"/>
                  </a:cubicBezTo>
                  <a:cubicBezTo>
                    <a:pt x="93637" y="129959"/>
                    <a:pt x="121096" y="101555"/>
                    <a:pt x="121096" y="65469"/>
                  </a:cubicBezTo>
                  <a:close/>
                  <a:moveTo>
                    <a:pt x="60722" y="125314"/>
                  </a:moveTo>
                  <a:cubicBezTo>
                    <a:pt x="43264" y="125314"/>
                    <a:pt x="18896" y="109594"/>
                    <a:pt x="18896" y="62968"/>
                  </a:cubicBezTo>
                  <a:cubicBezTo>
                    <a:pt x="18896" y="16700"/>
                    <a:pt x="45446" y="4552"/>
                    <a:pt x="60540" y="4552"/>
                  </a:cubicBezTo>
                  <a:cubicBezTo>
                    <a:pt x="76361" y="4552"/>
                    <a:pt x="102366" y="17236"/>
                    <a:pt x="102366" y="62968"/>
                  </a:cubicBezTo>
                  <a:cubicBezTo>
                    <a:pt x="102366" y="110308"/>
                    <a:pt x="77452" y="125314"/>
                    <a:pt x="60722" y="12531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57" name="Freeform: Shape 1156">
              <a:extLst>
                <a:ext uri="{FF2B5EF4-FFF2-40B4-BE49-F238E27FC236}">
                  <a16:creationId xmlns:a16="http://schemas.microsoft.com/office/drawing/2014/main" id="{FACB827B-323E-EF53-1E51-7070EB7DCE56}"/>
                </a:ext>
              </a:extLst>
            </p:cNvPr>
            <p:cNvSpPr/>
            <p:nvPr>
              <p:custDataLst>
                <p:tags r:id="rId60"/>
              </p:custDataLst>
            </p:nvPr>
          </p:nvSpPr>
          <p:spPr>
            <a:xfrm>
              <a:off x="10201119" y="4268101"/>
              <a:ext cx="89652" cy="125942"/>
            </a:xfrm>
            <a:custGeom>
              <a:avLst/>
              <a:gdLst>
                <a:gd name="connsiteX0" fmla="*/ 63093 w 89652"/>
                <a:gd name="connsiteY0" fmla="*/ 114238 h 125942"/>
                <a:gd name="connsiteX1" fmla="*/ 63093 w 89652"/>
                <a:gd name="connsiteY1" fmla="*/ 126029 h 125942"/>
                <a:gd name="connsiteX2" fmla="*/ 89826 w 89652"/>
                <a:gd name="connsiteY2" fmla="*/ 124064 h 125942"/>
                <a:gd name="connsiteX3" fmla="*/ 89826 w 89652"/>
                <a:gd name="connsiteY3" fmla="*/ 118526 h 125942"/>
                <a:gd name="connsiteX4" fmla="*/ 75641 w 89652"/>
                <a:gd name="connsiteY4" fmla="*/ 108522 h 125942"/>
                <a:gd name="connsiteX5" fmla="*/ 75641 w 89652"/>
                <a:gd name="connsiteY5" fmla="*/ 86 h 125942"/>
                <a:gd name="connsiteX6" fmla="*/ 49455 w 89652"/>
                <a:gd name="connsiteY6" fmla="*/ 2051 h 125942"/>
                <a:gd name="connsiteX7" fmla="*/ 49455 w 89652"/>
                <a:gd name="connsiteY7" fmla="*/ 7589 h 125942"/>
                <a:gd name="connsiteX8" fmla="*/ 63639 w 89652"/>
                <a:gd name="connsiteY8" fmla="*/ 17593 h 125942"/>
                <a:gd name="connsiteX9" fmla="*/ 63639 w 89652"/>
                <a:gd name="connsiteY9" fmla="*/ 56180 h 125942"/>
                <a:gd name="connsiteX10" fmla="*/ 40726 w 89652"/>
                <a:gd name="connsiteY10" fmla="*/ 45104 h 125942"/>
                <a:gd name="connsiteX11" fmla="*/ 173 w 89652"/>
                <a:gd name="connsiteY11" fmla="*/ 85656 h 125942"/>
                <a:gd name="connsiteX12" fmla="*/ 38725 w 89652"/>
                <a:gd name="connsiteY12" fmla="*/ 126029 h 125942"/>
                <a:gd name="connsiteX13" fmla="*/ 63093 w 89652"/>
                <a:gd name="connsiteY13" fmla="*/ 114238 h 125942"/>
                <a:gd name="connsiteX14" fmla="*/ 63093 w 89652"/>
                <a:gd name="connsiteY14" fmla="*/ 66362 h 125942"/>
                <a:gd name="connsiteX15" fmla="*/ 63093 w 89652"/>
                <a:gd name="connsiteY15" fmla="*/ 102984 h 125942"/>
                <a:gd name="connsiteX16" fmla="*/ 61093 w 89652"/>
                <a:gd name="connsiteY16" fmla="*/ 109594 h 125942"/>
                <a:gd name="connsiteX17" fmla="*/ 39635 w 89652"/>
                <a:gd name="connsiteY17" fmla="*/ 122098 h 125942"/>
                <a:gd name="connsiteX18" fmla="*/ 20540 w 89652"/>
                <a:gd name="connsiteY18" fmla="*/ 110665 h 125942"/>
                <a:gd name="connsiteX19" fmla="*/ 15267 w 89652"/>
                <a:gd name="connsiteY19" fmla="*/ 85834 h 125942"/>
                <a:gd name="connsiteX20" fmla="*/ 20904 w 89652"/>
                <a:gd name="connsiteY20" fmla="*/ 60467 h 125942"/>
                <a:gd name="connsiteX21" fmla="*/ 41453 w 89652"/>
                <a:gd name="connsiteY21" fmla="*/ 49034 h 125942"/>
                <a:gd name="connsiteX22" fmla="*/ 61093 w 89652"/>
                <a:gd name="connsiteY22" fmla="*/ 59753 h 125942"/>
                <a:gd name="connsiteX23" fmla="*/ 63093 w 89652"/>
                <a:gd name="connsiteY23" fmla="*/ 66362 h 12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9652" h="125942">
                  <a:moveTo>
                    <a:pt x="63093" y="114238"/>
                  </a:moveTo>
                  <a:lnTo>
                    <a:pt x="63093" y="126029"/>
                  </a:lnTo>
                  <a:lnTo>
                    <a:pt x="89826" y="124064"/>
                  </a:lnTo>
                  <a:lnTo>
                    <a:pt x="89826" y="118526"/>
                  </a:lnTo>
                  <a:cubicBezTo>
                    <a:pt x="77096" y="118526"/>
                    <a:pt x="75641" y="117275"/>
                    <a:pt x="75641" y="108522"/>
                  </a:cubicBezTo>
                  <a:lnTo>
                    <a:pt x="75641" y="86"/>
                  </a:lnTo>
                  <a:lnTo>
                    <a:pt x="49455" y="2051"/>
                  </a:lnTo>
                  <a:lnTo>
                    <a:pt x="49455" y="7589"/>
                  </a:lnTo>
                  <a:cubicBezTo>
                    <a:pt x="62184" y="7589"/>
                    <a:pt x="63639" y="8840"/>
                    <a:pt x="63639" y="17593"/>
                  </a:cubicBezTo>
                  <a:lnTo>
                    <a:pt x="63639" y="56180"/>
                  </a:lnTo>
                  <a:cubicBezTo>
                    <a:pt x="58365" y="49749"/>
                    <a:pt x="50546" y="45104"/>
                    <a:pt x="40726" y="45104"/>
                  </a:cubicBezTo>
                  <a:cubicBezTo>
                    <a:pt x="19267" y="45104"/>
                    <a:pt x="173" y="62611"/>
                    <a:pt x="173" y="85656"/>
                  </a:cubicBezTo>
                  <a:cubicBezTo>
                    <a:pt x="173" y="108343"/>
                    <a:pt x="17994" y="126029"/>
                    <a:pt x="38725" y="126029"/>
                  </a:cubicBezTo>
                  <a:cubicBezTo>
                    <a:pt x="50364" y="126029"/>
                    <a:pt x="58547" y="119955"/>
                    <a:pt x="63093" y="114238"/>
                  </a:cubicBezTo>
                  <a:close/>
                  <a:moveTo>
                    <a:pt x="63093" y="66362"/>
                  </a:moveTo>
                  <a:lnTo>
                    <a:pt x="63093" y="102984"/>
                  </a:lnTo>
                  <a:cubicBezTo>
                    <a:pt x="63093" y="106199"/>
                    <a:pt x="63093" y="106557"/>
                    <a:pt x="61093" y="109594"/>
                  </a:cubicBezTo>
                  <a:cubicBezTo>
                    <a:pt x="55638" y="118168"/>
                    <a:pt x="47454" y="122098"/>
                    <a:pt x="39635" y="122098"/>
                  </a:cubicBezTo>
                  <a:cubicBezTo>
                    <a:pt x="31451" y="122098"/>
                    <a:pt x="24905" y="117454"/>
                    <a:pt x="20540" y="110665"/>
                  </a:cubicBezTo>
                  <a:cubicBezTo>
                    <a:pt x="15812" y="103341"/>
                    <a:pt x="15267" y="93159"/>
                    <a:pt x="15267" y="85834"/>
                  </a:cubicBezTo>
                  <a:cubicBezTo>
                    <a:pt x="15267" y="79224"/>
                    <a:pt x="15630" y="68506"/>
                    <a:pt x="20904" y="60467"/>
                  </a:cubicBezTo>
                  <a:cubicBezTo>
                    <a:pt x="24723" y="54929"/>
                    <a:pt x="31633" y="49034"/>
                    <a:pt x="41453" y="49034"/>
                  </a:cubicBezTo>
                  <a:cubicBezTo>
                    <a:pt x="47818" y="49034"/>
                    <a:pt x="55456" y="51714"/>
                    <a:pt x="61093" y="59753"/>
                  </a:cubicBezTo>
                  <a:cubicBezTo>
                    <a:pt x="63093" y="62789"/>
                    <a:pt x="63093" y="63147"/>
                    <a:pt x="63093" y="6636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58" name="Freeform: Shape 1157">
              <a:extLst>
                <a:ext uri="{FF2B5EF4-FFF2-40B4-BE49-F238E27FC236}">
                  <a16:creationId xmlns:a16="http://schemas.microsoft.com/office/drawing/2014/main" id="{55B62B6D-20E2-FE2F-8392-4D72A4F094A0}"/>
                </a:ext>
              </a:extLst>
            </p:cNvPr>
            <p:cNvSpPr/>
            <p:nvPr>
              <p:custDataLst>
                <p:tags r:id="rId61"/>
              </p:custDataLst>
            </p:nvPr>
          </p:nvSpPr>
          <p:spPr>
            <a:xfrm>
              <a:off x="10302147" y="4268101"/>
              <a:ext cx="89652" cy="125942"/>
            </a:xfrm>
            <a:custGeom>
              <a:avLst/>
              <a:gdLst>
                <a:gd name="connsiteX0" fmla="*/ 63099 w 89652"/>
                <a:gd name="connsiteY0" fmla="*/ 114238 h 125942"/>
                <a:gd name="connsiteX1" fmla="*/ 63099 w 89652"/>
                <a:gd name="connsiteY1" fmla="*/ 126029 h 125942"/>
                <a:gd name="connsiteX2" fmla="*/ 89831 w 89652"/>
                <a:gd name="connsiteY2" fmla="*/ 124064 h 125942"/>
                <a:gd name="connsiteX3" fmla="*/ 89831 w 89652"/>
                <a:gd name="connsiteY3" fmla="*/ 118526 h 125942"/>
                <a:gd name="connsiteX4" fmla="*/ 75647 w 89652"/>
                <a:gd name="connsiteY4" fmla="*/ 108522 h 125942"/>
                <a:gd name="connsiteX5" fmla="*/ 75647 w 89652"/>
                <a:gd name="connsiteY5" fmla="*/ 86 h 125942"/>
                <a:gd name="connsiteX6" fmla="*/ 49460 w 89652"/>
                <a:gd name="connsiteY6" fmla="*/ 2051 h 125942"/>
                <a:gd name="connsiteX7" fmla="*/ 49460 w 89652"/>
                <a:gd name="connsiteY7" fmla="*/ 7589 h 125942"/>
                <a:gd name="connsiteX8" fmla="*/ 63645 w 89652"/>
                <a:gd name="connsiteY8" fmla="*/ 17593 h 125942"/>
                <a:gd name="connsiteX9" fmla="*/ 63645 w 89652"/>
                <a:gd name="connsiteY9" fmla="*/ 56180 h 125942"/>
                <a:gd name="connsiteX10" fmla="*/ 40731 w 89652"/>
                <a:gd name="connsiteY10" fmla="*/ 45104 h 125942"/>
                <a:gd name="connsiteX11" fmla="*/ 179 w 89652"/>
                <a:gd name="connsiteY11" fmla="*/ 85656 h 125942"/>
                <a:gd name="connsiteX12" fmla="*/ 38731 w 89652"/>
                <a:gd name="connsiteY12" fmla="*/ 126029 h 125942"/>
                <a:gd name="connsiteX13" fmla="*/ 63099 w 89652"/>
                <a:gd name="connsiteY13" fmla="*/ 114238 h 125942"/>
                <a:gd name="connsiteX14" fmla="*/ 63099 w 89652"/>
                <a:gd name="connsiteY14" fmla="*/ 66362 h 125942"/>
                <a:gd name="connsiteX15" fmla="*/ 63099 w 89652"/>
                <a:gd name="connsiteY15" fmla="*/ 102984 h 125942"/>
                <a:gd name="connsiteX16" fmla="*/ 61099 w 89652"/>
                <a:gd name="connsiteY16" fmla="*/ 109594 h 125942"/>
                <a:gd name="connsiteX17" fmla="*/ 39640 w 89652"/>
                <a:gd name="connsiteY17" fmla="*/ 122098 h 125942"/>
                <a:gd name="connsiteX18" fmla="*/ 20546 w 89652"/>
                <a:gd name="connsiteY18" fmla="*/ 110665 h 125942"/>
                <a:gd name="connsiteX19" fmla="*/ 15272 w 89652"/>
                <a:gd name="connsiteY19" fmla="*/ 85834 h 125942"/>
                <a:gd name="connsiteX20" fmla="*/ 20910 w 89652"/>
                <a:gd name="connsiteY20" fmla="*/ 60467 h 125942"/>
                <a:gd name="connsiteX21" fmla="*/ 41459 w 89652"/>
                <a:gd name="connsiteY21" fmla="*/ 49034 h 125942"/>
                <a:gd name="connsiteX22" fmla="*/ 61099 w 89652"/>
                <a:gd name="connsiteY22" fmla="*/ 59753 h 125942"/>
                <a:gd name="connsiteX23" fmla="*/ 63099 w 89652"/>
                <a:gd name="connsiteY23" fmla="*/ 66362 h 12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9652" h="125942">
                  <a:moveTo>
                    <a:pt x="63099" y="114238"/>
                  </a:moveTo>
                  <a:lnTo>
                    <a:pt x="63099" y="126029"/>
                  </a:lnTo>
                  <a:lnTo>
                    <a:pt x="89831" y="124064"/>
                  </a:lnTo>
                  <a:lnTo>
                    <a:pt x="89831" y="118526"/>
                  </a:lnTo>
                  <a:cubicBezTo>
                    <a:pt x="77102" y="118526"/>
                    <a:pt x="75647" y="117275"/>
                    <a:pt x="75647" y="108522"/>
                  </a:cubicBezTo>
                  <a:lnTo>
                    <a:pt x="75647" y="86"/>
                  </a:lnTo>
                  <a:lnTo>
                    <a:pt x="49460" y="2051"/>
                  </a:lnTo>
                  <a:lnTo>
                    <a:pt x="49460" y="7589"/>
                  </a:lnTo>
                  <a:cubicBezTo>
                    <a:pt x="62190" y="7589"/>
                    <a:pt x="63645" y="8840"/>
                    <a:pt x="63645" y="17593"/>
                  </a:cubicBezTo>
                  <a:lnTo>
                    <a:pt x="63645" y="56180"/>
                  </a:lnTo>
                  <a:cubicBezTo>
                    <a:pt x="58371" y="49749"/>
                    <a:pt x="50551" y="45104"/>
                    <a:pt x="40731" y="45104"/>
                  </a:cubicBezTo>
                  <a:cubicBezTo>
                    <a:pt x="19273" y="45104"/>
                    <a:pt x="179" y="62611"/>
                    <a:pt x="179" y="85656"/>
                  </a:cubicBezTo>
                  <a:cubicBezTo>
                    <a:pt x="179" y="108343"/>
                    <a:pt x="18000" y="126029"/>
                    <a:pt x="38731" y="126029"/>
                  </a:cubicBezTo>
                  <a:cubicBezTo>
                    <a:pt x="50369" y="126029"/>
                    <a:pt x="58553" y="119955"/>
                    <a:pt x="63099" y="114238"/>
                  </a:cubicBezTo>
                  <a:close/>
                  <a:moveTo>
                    <a:pt x="63099" y="66362"/>
                  </a:moveTo>
                  <a:lnTo>
                    <a:pt x="63099" y="102984"/>
                  </a:lnTo>
                  <a:cubicBezTo>
                    <a:pt x="63099" y="106199"/>
                    <a:pt x="63099" y="106557"/>
                    <a:pt x="61099" y="109594"/>
                  </a:cubicBezTo>
                  <a:cubicBezTo>
                    <a:pt x="55643" y="118168"/>
                    <a:pt x="47460" y="122098"/>
                    <a:pt x="39640" y="122098"/>
                  </a:cubicBezTo>
                  <a:cubicBezTo>
                    <a:pt x="31457" y="122098"/>
                    <a:pt x="24910" y="117454"/>
                    <a:pt x="20546" y="110665"/>
                  </a:cubicBezTo>
                  <a:cubicBezTo>
                    <a:pt x="15818" y="103341"/>
                    <a:pt x="15272" y="93159"/>
                    <a:pt x="15272" y="85834"/>
                  </a:cubicBezTo>
                  <a:cubicBezTo>
                    <a:pt x="15272" y="79224"/>
                    <a:pt x="15636" y="68506"/>
                    <a:pt x="20910" y="60467"/>
                  </a:cubicBezTo>
                  <a:cubicBezTo>
                    <a:pt x="24728" y="54929"/>
                    <a:pt x="31639" y="49034"/>
                    <a:pt x="41459" y="49034"/>
                  </a:cubicBezTo>
                  <a:cubicBezTo>
                    <a:pt x="47824" y="49034"/>
                    <a:pt x="55461" y="51714"/>
                    <a:pt x="61099" y="59753"/>
                  </a:cubicBezTo>
                  <a:cubicBezTo>
                    <a:pt x="63099" y="62789"/>
                    <a:pt x="63099" y="63147"/>
                    <a:pt x="63099" y="6636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59" name="Freeform: Shape 1158">
              <a:extLst>
                <a:ext uri="{FF2B5EF4-FFF2-40B4-BE49-F238E27FC236}">
                  <a16:creationId xmlns:a16="http://schemas.microsoft.com/office/drawing/2014/main" id="{0FB8A6E8-1A65-A321-CB23-5F97281869EE}"/>
                </a:ext>
              </a:extLst>
            </p:cNvPr>
            <p:cNvSpPr/>
            <p:nvPr>
              <p:custDataLst>
                <p:tags r:id="rId62"/>
              </p:custDataLst>
            </p:nvPr>
          </p:nvSpPr>
          <p:spPr>
            <a:xfrm>
              <a:off x="10402994" y="4312046"/>
              <a:ext cx="59465" cy="81996"/>
            </a:xfrm>
            <a:custGeom>
              <a:avLst/>
              <a:gdLst>
                <a:gd name="connsiteX0" fmla="*/ 32008 w 59465"/>
                <a:gd name="connsiteY0" fmla="*/ 45461 h 81996"/>
                <a:gd name="connsiteX1" fmla="*/ 50921 w 59465"/>
                <a:gd name="connsiteY1" fmla="*/ 61896 h 81996"/>
                <a:gd name="connsiteX2" fmla="*/ 30371 w 59465"/>
                <a:gd name="connsiteY2" fmla="*/ 78153 h 81996"/>
                <a:gd name="connsiteX3" fmla="*/ 5094 w 59465"/>
                <a:gd name="connsiteY3" fmla="*/ 52786 h 81996"/>
                <a:gd name="connsiteX4" fmla="*/ 2548 w 59465"/>
                <a:gd name="connsiteY4" fmla="*/ 49749 h 81996"/>
                <a:gd name="connsiteX5" fmla="*/ 184 w 59465"/>
                <a:gd name="connsiteY5" fmla="*/ 54215 h 81996"/>
                <a:gd name="connsiteX6" fmla="*/ 184 w 59465"/>
                <a:gd name="connsiteY6" fmla="*/ 77795 h 81996"/>
                <a:gd name="connsiteX7" fmla="*/ 2185 w 59465"/>
                <a:gd name="connsiteY7" fmla="*/ 82083 h 81996"/>
                <a:gd name="connsiteX8" fmla="*/ 6731 w 59465"/>
                <a:gd name="connsiteY8" fmla="*/ 78510 h 81996"/>
                <a:gd name="connsiteX9" fmla="*/ 10368 w 59465"/>
                <a:gd name="connsiteY9" fmla="*/ 74401 h 81996"/>
                <a:gd name="connsiteX10" fmla="*/ 30371 w 59465"/>
                <a:gd name="connsiteY10" fmla="*/ 82083 h 81996"/>
                <a:gd name="connsiteX11" fmla="*/ 59649 w 59465"/>
                <a:gd name="connsiteY11" fmla="*/ 57252 h 81996"/>
                <a:gd name="connsiteX12" fmla="*/ 52012 w 59465"/>
                <a:gd name="connsiteY12" fmla="*/ 40281 h 81996"/>
                <a:gd name="connsiteX13" fmla="*/ 31281 w 59465"/>
                <a:gd name="connsiteY13" fmla="*/ 31706 h 81996"/>
                <a:gd name="connsiteX14" fmla="*/ 8913 w 59465"/>
                <a:gd name="connsiteY14" fmla="*/ 17057 h 81996"/>
                <a:gd name="connsiteX15" fmla="*/ 29280 w 59465"/>
                <a:gd name="connsiteY15" fmla="*/ 3480 h 81996"/>
                <a:gd name="connsiteX16" fmla="*/ 50557 w 59465"/>
                <a:gd name="connsiteY16" fmla="*/ 25096 h 81996"/>
                <a:gd name="connsiteX17" fmla="*/ 52739 w 59465"/>
                <a:gd name="connsiteY17" fmla="*/ 26704 h 81996"/>
                <a:gd name="connsiteX18" fmla="*/ 55103 w 59465"/>
                <a:gd name="connsiteY18" fmla="*/ 22416 h 81996"/>
                <a:gd name="connsiteX19" fmla="*/ 55103 w 59465"/>
                <a:gd name="connsiteY19" fmla="*/ 4374 h 81996"/>
                <a:gd name="connsiteX20" fmla="*/ 53103 w 59465"/>
                <a:gd name="connsiteY20" fmla="*/ 86 h 81996"/>
                <a:gd name="connsiteX21" fmla="*/ 49466 w 59465"/>
                <a:gd name="connsiteY21" fmla="*/ 2230 h 81996"/>
                <a:gd name="connsiteX22" fmla="*/ 46374 w 59465"/>
                <a:gd name="connsiteY22" fmla="*/ 5088 h 81996"/>
                <a:gd name="connsiteX23" fmla="*/ 29280 w 59465"/>
                <a:gd name="connsiteY23" fmla="*/ 86 h 81996"/>
                <a:gd name="connsiteX24" fmla="*/ 184 w 59465"/>
                <a:gd name="connsiteY24" fmla="*/ 22059 h 81996"/>
                <a:gd name="connsiteX25" fmla="*/ 8004 w 59465"/>
                <a:gd name="connsiteY25" fmla="*/ 37244 h 81996"/>
                <a:gd name="connsiteX26" fmla="*/ 32008 w 59465"/>
                <a:gd name="connsiteY26" fmla="*/ 45461 h 8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9465" h="81996">
                  <a:moveTo>
                    <a:pt x="32008" y="45461"/>
                  </a:moveTo>
                  <a:cubicBezTo>
                    <a:pt x="36009" y="46176"/>
                    <a:pt x="50921" y="49034"/>
                    <a:pt x="50921" y="61896"/>
                  </a:cubicBezTo>
                  <a:cubicBezTo>
                    <a:pt x="50921" y="71007"/>
                    <a:pt x="44556" y="78153"/>
                    <a:pt x="30371" y="78153"/>
                  </a:cubicBezTo>
                  <a:cubicBezTo>
                    <a:pt x="15096" y="78153"/>
                    <a:pt x="8549" y="67970"/>
                    <a:pt x="5094" y="52786"/>
                  </a:cubicBezTo>
                  <a:cubicBezTo>
                    <a:pt x="4549" y="50463"/>
                    <a:pt x="4367" y="49749"/>
                    <a:pt x="2548" y="49749"/>
                  </a:cubicBezTo>
                  <a:cubicBezTo>
                    <a:pt x="184" y="49749"/>
                    <a:pt x="184" y="50999"/>
                    <a:pt x="184" y="54215"/>
                  </a:cubicBezTo>
                  <a:lnTo>
                    <a:pt x="184" y="77795"/>
                  </a:lnTo>
                  <a:cubicBezTo>
                    <a:pt x="184" y="80832"/>
                    <a:pt x="184" y="82083"/>
                    <a:pt x="2185" y="82083"/>
                  </a:cubicBezTo>
                  <a:cubicBezTo>
                    <a:pt x="3094" y="82083"/>
                    <a:pt x="3276" y="81904"/>
                    <a:pt x="6731" y="78510"/>
                  </a:cubicBezTo>
                  <a:cubicBezTo>
                    <a:pt x="7094" y="78153"/>
                    <a:pt x="7094" y="77795"/>
                    <a:pt x="10368" y="74401"/>
                  </a:cubicBezTo>
                  <a:cubicBezTo>
                    <a:pt x="18369" y="81904"/>
                    <a:pt x="26553" y="82083"/>
                    <a:pt x="30371" y="82083"/>
                  </a:cubicBezTo>
                  <a:cubicBezTo>
                    <a:pt x="51284" y="82083"/>
                    <a:pt x="59649" y="70114"/>
                    <a:pt x="59649" y="57252"/>
                  </a:cubicBezTo>
                  <a:cubicBezTo>
                    <a:pt x="59649" y="47784"/>
                    <a:pt x="54194" y="42424"/>
                    <a:pt x="52012" y="40281"/>
                  </a:cubicBezTo>
                  <a:cubicBezTo>
                    <a:pt x="46011" y="34564"/>
                    <a:pt x="38918" y="33135"/>
                    <a:pt x="31281" y="31706"/>
                  </a:cubicBezTo>
                  <a:cubicBezTo>
                    <a:pt x="21097" y="29741"/>
                    <a:pt x="8913" y="27418"/>
                    <a:pt x="8913" y="17057"/>
                  </a:cubicBezTo>
                  <a:cubicBezTo>
                    <a:pt x="8913" y="10805"/>
                    <a:pt x="13641" y="3480"/>
                    <a:pt x="29280" y="3480"/>
                  </a:cubicBezTo>
                  <a:cubicBezTo>
                    <a:pt x="49284" y="3480"/>
                    <a:pt x="50193" y="19558"/>
                    <a:pt x="50557" y="25096"/>
                  </a:cubicBezTo>
                  <a:cubicBezTo>
                    <a:pt x="50739" y="26704"/>
                    <a:pt x="52375" y="26704"/>
                    <a:pt x="52739" y="26704"/>
                  </a:cubicBezTo>
                  <a:cubicBezTo>
                    <a:pt x="55103" y="26704"/>
                    <a:pt x="55103" y="25811"/>
                    <a:pt x="55103" y="22416"/>
                  </a:cubicBezTo>
                  <a:lnTo>
                    <a:pt x="55103" y="4374"/>
                  </a:lnTo>
                  <a:cubicBezTo>
                    <a:pt x="55103" y="1337"/>
                    <a:pt x="55103" y="86"/>
                    <a:pt x="53103" y="86"/>
                  </a:cubicBezTo>
                  <a:cubicBezTo>
                    <a:pt x="52194" y="86"/>
                    <a:pt x="51830" y="86"/>
                    <a:pt x="49466" y="2230"/>
                  </a:cubicBezTo>
                  <a:cubicBezTo>
                    <a:pt x="48920" y="2945"/>
                    <a:pt x="47102" y="4552"/>
                    <a:pt x="46374" y="5088"/>
                  </a:cubicBezTo>
                  <a:cubicBezTo>
                    <a:pt x="39464" y="86"/>
                    <a:pt x="32008" y="86"/>
                    <a:pt x="29280" y="86"/>
                  </a:cubicBezTo>
                  <a:cubicBezTo>
                    <a:pt x="7094" y="86"/>
                    <a:pt x="184" y="12055"/>
                    <a:pt x="184" y="22059"/>
                  </a:cubicBezTo>
                  <a:cubicBezTo>
                    <a:pt x="184" y="28312"/>
                    <a:pt x="3094" y="33314"/>
                    <a:pt x="8004" y="37244"/>
                  </a:cubicBezTo>
                  <a:cubicBezTo>
                    <a:pt x="13823" y="41888"/>
                    <a:pt x="18915" y="42960"/>
                    <a:pt x="32008" y="4546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0" name="Freeform: Shape 1159">
              <a:extLst>
                <a:ext uri="{FF2B5EF4-FFF2-40B4-BE49-F238E27FC236}">
                  <a16:creationId xmlns:a16="http://schemas.microsoft.com/office/drawing/2014/main" id="{2C7776F5-E9AF-3A94-96A2-7D4B2E0DEA76}"/>
                </a:ext>
              </a:extLst>
            </p:cNvPr>
            <p:cNvSpPr/>
            <p:nvPr>
              <p:custDataLst>
                <p:tags r:id="rId63"/>
              </p:custDataLst>
            </p:nvPr>
          </p:nvSpPr>
          <p:spPr>
            <a:xfrm>
              <a:off x="10486726" y="4258097"/>
              <a:ext cx="42189" cy="178641"/>
            </a:xfrm>
            <a:custGeom>
              <a:avLst/>
              <a:gdLst>
                <a:gd name="connsiteX0" fmla="*/ 42378 w 42189"/>
                <a:gd name="connsiteY0" fmla="*/ 176941 h 178641"/>
                <a:gd name="connsiteX1" fmla="*/ 39286 w 42189"/>
                <a:gd name="connsiteY1" fmla="*/ 173011 h 178641"/>
                <a:gd name="connsiteX2" fmla="*/ 10735 w 42189"/>
                <a:gd name="connsiteY2" fmla="*/ 89407 h 178641"/>
                <a:gd name="connsiteX3" fmla="*/ 40013 w 42189"/>
                <a:gd name="connsiteY3" fmla="*/ 4910 h 178641"/>
                <a:gd name="connsiteX4" fmla="*/ 42378 w 42189"/>
                <a:gd name="connsiteY4" fmla="*/ 1873 h 178641"/>
                <a:gd name="connsiteX5" fmla="*/ 40559 w 42189"/>
                <a:gd name="connsiteY5" fmla="*/ 86 h 178641"/>
                <a:gd name="connsiteX6" fmla="*/ 11645 w 42189"/>
                <a:gd name="connsiteY6" fmla="*/ 34921 h 178641"/>
                <a:gd name="connsiteX7" fmla="*/ 188 w 42189"/>
                <a:gd name="connsiteY7" fmla="*/ 89407 h 178641"/>
                <a:gd name="connsiteX8" fmla="*/ 12190 w 42189"/>
                <a:gd name="connsiteY8" fmla="*/ 145143 h 178641"/>
                <a:gd name="connsiteX9" fmla="*/ 40559 w 42189"/>
                <a:gd name="connsiteY9" fmla="*/ 178728 h 178641"/>
                <a:gd name="connsiteX10" fmla="*/ 42378 w 42189"/>
                <a:gd name="connsiteY10" fmla="*/ 176941 h 178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89" h="178641">
                  <a:moveTo>
                    <a:pt x="42378" y="176941"/>
                  </a:moveTo>
                  <a:cubicBezTo>
                    <a:pt x="42378" y="176406"/>
                    <a:pt x="42378" y="176048"/>
                    <a:pt x="39286" y="173011"/>
                  </a:cubicBezTo>
                  <a:cubicBezTo>
                    <a:pt x="16555" y="150502"/>
                    <a:pt x="10735" y="116739"/>
                    <a:pt x="10735" y="89407"/>
                  </a:cubicBezTo>
                  <a:cubicBezTo>
                    <a:pt x="10735" y="58323"/>
                    <a:pt x="17646" y="27240"/>
                    <a:pt x="40013" y="4910"/>
                  </a:cubicBezTo>
                  <a:cubicBezTo>
                    <a:pt x="42378" y="2766"/>
                    <a:pt x="42378" y="2409"/>
                    <a:pt x="42378" y="1873"/>
                  </a:cubicBezTo>
                  <a:cubicBezTo>
                    <a:pt x="42378" y="622"/>
                    <a:pt x="41650" y="86"/>
                    <a:pt x="40559" y="86"/>
                  </a:cubicBezTo>
                  <a:cubicBezTo>
                    <a:pt x="38740" y="86"/>
                    <a:pt x="22374" y="12234"/>
                    <a:pt x="11645" y="34921"/>
                  </a:cubicBezTo>
                  <a:cubicBezTo>
                    <a:pt x="2370" y="54572"/>
                    <a:pt x="188" y="74401"/>
                    <a:pt x="188" y="89407"/>
                  </a:cubicBezTo>
                  <a:cubicBezTo>
                    <a:pt x="188" y="103341"/>
                    <a:pt x="2188" y="124957"/>
                    <a:pt x="12190" y="145143"/>
                  </a:cubicBezTo>
                  <a:cubicBezTo>
                    <a:pt x="23101" y="167116"/>
                    <a:pt x="38740" y="178728"/>
                    <a:pt x="40559" y="178728"/>
                  </a:cubicBezTo>
                  <a:cubicBezTo>
                    <a:pt x="41650" y="178728"/>
                    <a:pt x="42378" y="178192"/>
                    <a:pt x="42378" y="17694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1" name="Freeform: Shape 1160">
              <a:extLst>
                <a:ext uri="{FF2B5EF4-FFF2-40B4-BE49-F238E27FC236}">
                  <a16:creationId xmlns:a16="http://schemas.microsoft.com/office/drawing/2014/main" id="{EC7BD45A-8725-7F47-9E38-F32157F5DDE2}"/>
                </a:ext>
              </a:extLst>
            </p:cNvPr>
            <p:cNvSpPr/>
            <p:nvPr>
              <p:custDataLst>
                <p:tags r:id="rId64"/>
              </p:custDataLst>
            </p:nvPr>
          </p:nvSpPr>
          <p:spPr>
            <a:xfrm>
              <a:off x="10545808" y="4270066"/>
              <a:ext cx="132205" cy="122012"/>
            </a:xfrm>
            <a:custGeom>
              <a:avLst/>
              <a:gdLst>
                <a:gd name="connsiteX0" fmla="*/ 102392 w 132205"/>
                <a:gd name="connsiteY0" fmla="*/ 20451 h 122012"/>
                <a:gd name="connsiteX1" fmla="*/ 104938 w 132205"/>
                <a:gd name="connsiteY1" fmla="*/ 17950 h 122012"/>
                <a:gd name="connsiteX2" fmla="*/ 128761 w 132205"/>
                <a:gd name="connsiteY2" fmla="*/ 5624 h 122012"/>
                <a:gd name="connsiteX3" fmla="*/ 132398 w 132205"/>
                <a:gd name="connsiteY3" fmla="*/ 2230 h 122012"/>
                <a:gd name="connsiteX4" fmla="*/ 130034 w 132205"/>
                <a:gd name="connsiteY4" fmla="*/ 86 h 122012"/>
                <a:gd name="connsiteX5" fmla="*/ 115122 w 132205"/>
                <a:gd name="connsiteY5" fmla="*/ 622 h 122012"/>
                <a:gd name="connsiteX6" fmla="*/ 96937 w 132205"/>
                <a:gd name="connsiteY6" fmla="*/ 86 h 122012"/>
                <a:gd name="connsiteX7" fmla="*/ 93481 w 132205"/>
                <a:gd name="connsiteY7" fmla="*/ 3480 h 122012"/>
                <a:gd name="connsiteX8" fmla="*/ 96209 w 132205"/>
                <a:gd name="connsiteY8" fmla="*/ 5624 h 122012"/>
                <a:gd name="connsiteX9" fmla="*/ 102756 w 132205"/>
                <a:gd name="connsiteY9" fmla="*/ 9733 h 122012"/>
                <a:gd name="connsiteX10" fmla="*/ 97846 w 132205"/>
                <a:gd name="connsiteY10" fmla="*/ 18308 h 122012"/>
                <a:gd name="connsiteX11" fmla="*/ 55657 w 132205"/>
                <a:gd name="connsiteY11" fmla="*/ 66005 h 122012"/>
                <a:gd name="connsiteX12" fmla="*/ 35653 w 132205"/>
                <a:gd name="connsiteY12" fmla="*/ 12948 h 122012"/>
                <a:gd name="connsiteX13" fmla="*/ 34562 w 132205"/>
                <a:gd name="connsiteY13" fmla="*/ 9912 h 122012"/>
                <a:gd name="connsiteX14" fmla="*/ 45291 w 132205"/>
                <a:gd name="connsiteY14" fmla="*/ 5624 h 122012"/>
                <a:gd name="connsiteX15" fmla="*/ 49655 w 132205"/>
                <a:gd name="connsiteY15" fmla="*/ 2051 h 122012"/>
                <a:gd name="connsiteX16" fmla="*/ 46928 w 132205"/>
                <a:gd name="connsiteY16" fmla="*/ 86 h 122012"/>
                <a:gd name="connsiteX17" fmla="*/ 24014 w 132205"/>
                <a:gd name="connsiteY17" fmla="*/ 622 h 122012"/>
                <a:gd name="connsiteX18" fmla="*/ 3647 w 132205"/>
                <a:gd name="connsiteY18" fmla="*/ 86 h 122012"/>
                <a:gd name="connsiteX19" fmla="*/ 192 w 132205"/>
                <a:gd name="connsiteY19" fmla="*/ 3659 h 122012"/>
                <a:gd name="connsiteX20" fmla="*/ 4375 w 132205"/>
                <a:gd name="connsiteY20" fmla="*/ 5624 h 122012"/>
                <a:gd name="connsiteX21" fmla="*/ 17650 w 132205"/>
                <a:gd name="connsiteY21" fmla="*/ 11698 h 122012"/>
                <a:gd name="connsiteX22" fmla="*/ 40017 w 132205"/>
                <a:gd name="connsiteY22" fmla="*/ 70471 h 122012"/>
                <a:gd name="connsiteX23" fmla="*/ 40745 w 132205"/>
                <a:gd name="connsiteY23" fmla="*/ 73508 h 122012"/>
                <a:gd name="connsiteX24" fmla="*/ 32561 w 132205"/>
                <a:gd name="connsiteY24" fmla="*/ 106021 h 122012"/>
                <a:gd name="connsiteX25" fmla="*/ 15467 w 132205"/>
                <a:gd name="connsiteY25" fmla="*/ 116561 h 122012"/>
                <a:gd name="connsiteX26" fmla="*/ 10557 w 132205"/>
                <a:gd name="connsiteY26" fmla="*/ 120133 h 122012"/>
                <a:gd name="connsiteX27" fmla="*/ 13103 w 132205"/>
                <a:gd name="connsiteY27" fmla="*/ 122098 h 122012"/>
                <a:gd name="connsiteX28" fmla="*/ 36017 w 132205"/>
                <a:gd name="connsiteY28" fmla="*/ 121563 h 122012"/>
                <a:gd name="connsiteX29" fmla="*/ 59294 w 132205"/>
                <a:gd name="connsiteY29" fmla="*/ 122098 h 122012"/>
                <a:gd name="connsiteX30" fmla="*/ 62749 w 132205"/>
                <a:gd name="connsiteY30" fmla="*/ 118526 h 122012"/>
                <a:gd name="connsiteX31" fmla="*/ 57657 w 132205"/>
                <a:gd name="connsiteY31" fmla="*/ 116561 h 122012"/>
                <a:gd name="connsiteX32" fmla="*/ 50747 w 132205"/>
                <a:gd name="connsiteY32" fmla="*/ 116203 h 122012"/>
                <a:gd name="connsiteX33" fmla="*/ 45837 w 132205"/>
                <a:gd name="connsiteY33" fmla="*/ 113345 h 122012"/>
                <a:gd name="connsiteX34" fmla="*/ 48382 w 132205"/>
                <a:gd name="connsiteY34" fmla="*/ 102091 h 122012"/>
                <a:gd name="connsiteX35" fmla="*/ 54747 w 132205"/>
                <a:gd name="connsiteY35" fmla="*/ 76902 h 122012"/>
                <a:gd name="connsiteX36" fmla="*/ 57293 w 132205"/>
                <a:gd name="connsiteY36" fmla="*/ 71364 h 122012"/>
                <a:gd name="connsiteX37" fmla="*/ 102392 w 132205"/>
                <a:gd name="connsiteY37" fmla="*/ 20451 h 12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2205" h="122012">
                  <a:moveTo>
                    <a:pt x="102392" y="20451"/>
                  </a:moveTo>
                  <a:lnTo>
                    <a:pt x="104938" y="17950"/>
                  </a:lnTo>
                  <a:cubicBezTo>
                    <a:pt x="110394" y="12591"/>
                    <a:pt x="116395" y="6517"/>
                    <a:pt x="128761" y="5624"/>
                  </a:cubicBezTo>
                  <a:cubicBezTo>
                    <a:pt x="130761" y="5446"/>
                    <a:pt x="132398" y="5446"/>
                    <a:pt x="132398" y="2230"/>
                  </a:cubicBezTo>
                  <a:cubicBezTo>
                    <a:pt x="132398" y="801"/>
                    <a:pt x="131488" y="86"/>
                    <a:pt x="130034" y="86"/>
                  </a:cubicBezTo>
                  <a:cubicBezTo>
                    <a:pt x="125305" y="86"/>
                    <a:pt x="120032" y="622"/>
                    <a:pt x="115122" y="622"/>
                  </a:cubicBezTo>
                  <a:cubicBezTo>
                    <a:pt x="109121" y="622"/>
                    <a:pt x="102756" y="86"/>
                    <a:pt x="96937" y="86"/>
                  </a:cubicBezTo>
                  <a:cubicBezTo>
                    <a:pt x="95846" y="86"/>
                    <a:pt x="93481" y="86"/>
                    <a:pt x="93481" y="3480"/>
                  </a:cubicBezTo>
                  <a:cubicBezTo>
                    <a:pt x="93481" y="5446"/>
                    <a:pt x="95300" y="5624"/>
                    <a:pt x="96209" y="5624"/>
                  </a:cubicBezTo>
                  <a:cubicBezTo>
                    <a:pt x="97482" y="5624"/>
                    <a:pt x="102756" y="5981"/>
                    <a:pt x="102756" y="9733"/>
                  </a:cubicBezTo>
                  <a:cubicBezTo>
                    <a:pt x="102756" y="12770"/>
                    <a:pt x="98573" y="17415"/>
                    <a:pt x="97846" y="18308"/>
                  </a:cubicBezTo>
                  <a:lnTo>
                    <a:pt x="55657" y="66005"/>
                  </a:lnTo>
                  <a:lnTo>
                    <a:pt x="35653" y="12948"/>
                  </a:lnTo>
                  <a:cubicBezTo>
                    <a:pt x="34562" y="10447"/>
                    <a:pt x="34562" y="10090"/>
                    <a:pt x="34562" y="9912"/>
                  </a:cubicBezTo>
                  <a:cubicBezTo>
                    <a:pt x="34562" y="5624"/>
                    <a:pt x="43472" y="5624"/>
                    <a:pt x="45291" y="5624"/>
                  </a:cubicBezTo>
                  <a:cubicBezTo>
                    <a:pt x="47837" y="5624"/>
                    <a:pt x="49655" y="5624"/>
                    <a:pt x="49655" y="2051"/>
                  </a:cubicBezTo>
                  <a:cubicBezTo>
                    <a:pt x="49655" y="86"/>
                    <a:pt x="47473" y="86"/>
                    <a:pt x="46928" y="86"/>
                  </a:cubicBezTo>
                  <a:cubicBezTo>
                    <a:pt x="41836" y="86"/>
                    <a:pt x="29106" y="622"/>
                    <a:pt x="24014" y="622"/>
                  </a:cubicBezTo>
                  <a:cubicBezTo>
                    <a:pt x="19468" y="622"/>
                    <a:pt x="8193" y="86"/>
                    <a:pt x="3647" y="86"/>
                  </a:cubicBezTo>
                  <a:cubicBezTo>
                    <a:pt x="2556" y="86"/>
                    <a:pt x="192" y="86"/>
                    <a:pt x="192" y="3659"/>
                  </a:cubicBezTo>
                  <a:cubicBezTo>
                    <a:pt x="192" y="5624"/>
                    <a:pt x="2010" y="5624"/>
                    <a:pt x="4375" y="5624"/>
                  </a:cubicBezTo>
                  <a:cubicBezTo>
                    <a:pt x="15286" y="5624"/>
                    <a:pt x="16013" y="7232"/>
                    <a:pt x="17650" y="11698"/>
                  </a:cubicBezTo>
                  <a:lnTo>
                    <a:pt x="40017" y="70471"/>
                  </a:lnTo>
                  <a:cubicBezTo>
                    <a:pt x="40199" y="71007"/>
                    <a:pt x="40745" y="72972"/>
                    <a:pt x="40745" y="73508"/>
                  </a:cubicBezTo>
                  <a:cubicBezTo>
                    <a:pt x="40745" y="74044"/>
                    <a:pt x="33471" y="102805"/>
                    <a:pt x="32561" y="106021"/>
                  </a:cubicBezTo>
                  <a:cubicBezTo>
                    <a:pt x="30197" y="115846"/>
                    <a:pt x="30016" y="116382"/>
                    <a:pt x="15467" y="116561"/>
                  </a:cubicBezTo>
                  <a:cubicBezTo>
                    <a:pt x="12012" y="116561"/>
                    <a:pt x="10557" y="116561"/>
                    <a:pt x="10557" y="120133"/>
                  </a:cubicBezTo>
                  <a:cubicBezTo>
                    <a:pt x="10557" y="122098"/>
                    <a:pt x="12740" y="122098"/>
                    <a:pt x="13103" y="122098"/>
                  </a:cubicBezTo>
                  <a:cubicBezTo>
                    <a:pt x="18195" y="122098"/>
                    <a:pt x="30925" y="121563"/>
                    <a:pt x="36017" y="121563"/>
                  </a:cubicBezTo>
                  <a:cubicBezTo>
                    <a:pt x="41108" y="121563"/>
                    <a:pt x="54202" y="122098"/>
                    <a:pt x="59294" y="122098"/>
                  </a:cubicBezTo>
                  <a:cubicBezTo>
                    <a:pt x="60566" y="122098"/>
                    <a:pt x="62749" y="122098"/>
                    <a:pt x="62749" y="118526"/>
                  </a:cubicBezTo>
                  <a:cubicBezTo>
                    <a:pt x="62749" y="116561"/>
                    <a:pt x="61112" y="116561"/>
                    <a:pt x="57657" y="116561"/>
                  </a:cubicBezTo>
                  <a:cubicBezTo>
                    <a:pt x="57293" y="116561"/>
                    <a:pt x="53838" y="116561"/>
                    <a:pt x="50747" y="116203"/>
                  </a:cubicBezTo>
                  <a:cubicBezTo>
                    <a:pt x="46928" y="115846"/>
                    <a:pt x="45837" y="115489"/>
                    <a:pt x="45837" y="113345"/>
                  </a:cubicBezTo>
                  <a:cubicBezTo>
                    <a:pt x="45837" y="112095"/>
                    <a:pt x="47473" y="105842"/>
                    <a:pt x="48382" y="102091"/>
                  </a:cubicBezTo>
                  <a:lnTo>
                    <a:pt x="54747" y="76902"/>
                  </a:lnTo>
                  <a:cubicBezTo>
                    <a:pt x="55657" y="73508"/>
                    <a:pt x="55838" y="72972"/>
                    <a:pt x="57293" y="71364"/>
                  </a:cubicBezTo>
                  <a:lnTo>
                    <a:pt x="102392" y="2045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2" name="Freeform: Shape 1161">
              <a:extLst>
                <a:ext uri="{FF2B5EF4-FFF2-40B4-BE49-F238E27FC236}">
                  <a16:creationId xmlns:a16="http://schemas.microsoft.com/office/drawing/2014/main" id="{080C4F01-DBFC-241F-1A17-6576AC2DFF91}"/>
                </a:ext>
              </a:extLst>
            </p:cNvPr>
            <p:cNvSpPr/>
            <p:nvPr>
              <p:custDataLst>
                <p:tags r:id="rId65"/>
              </p:custDataLst>
            </p:nvPr>
          </p:nvSpPr>
          <p:spPr>
            <a:xfrm>
              <a:off x="10651001" y="4363727"/>
              <a:ext cx="77777" cy="56397"/>
            </a:xfrm>
            <a:custGeom>
              <a:avLst/>
              <a:gdLst>
                <a:gd name="connsiteX0" fmla="*/ 9745 w 77777"/>
                <a:gd name="connsiteY0" fmla="*/ 47356 h 56397"/>
                <a:gd name="connsiteX1" fmla="*/ 8472 w 77777"/>
                <a:gd name="connsiteY1" fmla="*/ 52483 h 56397"/>
                <a:gd name="connsiteX2" fmla="*/ 12800 w 77777"/>
                <a:gd name="connsiteY2" fmla="*/ 56485 h 56397"/>
                <a:gd name="connsiteX3" fmla="*/ 17765 w 77777"/>
                <a:gd name="connsiteY3" fmla="*/ 53734 h 56397"/>
                <a:gd name="connsiteX4" fmla="*/ 20056 w 77777"/>
                <a:gd name="connsiteY4" fmla="*/ 45981 h 56397"/>
                <a:gd name="connsiteX5" fmla="*/ 22856 w 77777"/>
                <a:gd name="connsiteY5" fmla="*/ 34726 h 56397"/>
                <a:gd name="connsiteX6" fmla="*/ 25020 w 77777"/>
                <a:gd name="connsiteY6" fmla="*/ 26348 h 56397"/>
                <a:gd name="connsiteX7" fmla="*/ 30367 w 77777"/>
                <a:gd name="connsiteY7" fmla="*/ 15094 h 56397"/>
                <a:gd name="connsiteX8" fmla="*/ 49461 w 77777"/>
                <a:gd name="connsiteY8" fmla="*/ 3589 h 56397"/>
                <a:gd name="connsiteX9" fmla="*/ 56972 w 77777"/>
                <a:gd name="connsiteY9" fmla="*/ 12343 h 56397"/>
                <a:gd name="connsiteX10" fmla="*/ 49461 w 77777"/>
                <a:gd name="connsiteY10" fmla="*/ 38978 h 56397"/>
                <a:gd name="connsiteX11" fmla="*/ 47552 w 77777"/>
                <a:gd name="connsiteY11" fmla="*/ 45731 h 56397"/>
                <a:gd name="connsiteX12" fmla="*/ 59645 w 77777"/>
                <a:gd name="connsiteY12" fmla="*/ 56485 h 56397"/>
                <a:gd name="connsiteX13" fmla="*/ 77975 w 77777"/>
                <a:gd name="connsiteY13" fmla="*/ 37352 h 56397"/>
                <a:gd name="connsiteX14" fmla="*/ 75939 w 77777"/>
                <a:gd name="connsiteY14" fmla="*/ 35727 h 56397"/>
                <a:gd name="connsiteX15" fmla="*/ 73520 w 77777"/>
                <a:gd name="connsiteY15" fmla="*/ 37853 h 56397"/>
                <a:gd name="connsiteX16" fmla="*/ 60027 w 77777"/>
                <a:gd name="connsiteY16" fmla="*/ 52984 h 56397"/>
                <a:gd name="connsiteX17" fmla="*/ 56844 w 77777"/>
                <a:gd name="connsiteY17" fmla="*/ 48607 h 56397"/>
                <a:gd name="connsiteX18" fmla="*/ 59772 w 77777"/>
                <a:gd name="connsiteY18" fmla="*/ 38478 h 56397"/>
                <a:gd name="connsiteX19" fmla="*/ 66519 w 77777"/>
                <a:gd name="connsiteY19" fmla="*/ 14343 h 56397"/>
                <a:gd name="connsiteX20" fmla="*/ 49970 w 77777"/>
                <a:gd name="connsiteY20" fmla="*/ 88 h 56397"/>
                <a:gd name="connsiteX21" fmla="*/ 28457 w 77777"/>
                <a:gd name="connsiteY21" fmla="*/ 11467 h 56397"/>
                <a:gd name="connsiteX22" fmla="*/ 14837 w 77777"/>
                <a:gd name="connsiteY22" fmla="*/ 88 h 56397"/>
                <a:gd name="connsiteX23" fmla="*/ 4780 w 77777"/>
                <a:gd name="connsiteY23" fmla="*/ 6840 h 56397"/>
                <a:gd name="connsiteX24" fmla="*/ 198 w 77777"/>
                <a:gd name="connsiteY24" fmla="*/ 19220 h 56397"/>
                <a:gd name="connsiteX25" fmla="*/ 2362 w 77777"/>
                <a:gd name="connsiteY25" fmla="*/ 20846 h 56397"/>
                <a:gd name="connsiteX26" fmla="*/ 5162 w 77777"/>
                <a:gd name="connsiteY26" fmla="*/ 17094 h 56397"/>
                <a:gd name="connsiteX27" fmla="*/ 14455 w 77777"/>
                <a:gd name="connsiteY27" fmla="*/ 3589 h 56397"/>
                <a:gd name="connsiteX28" fmla="*/ 18656 w 77777"/>
                <a:gd name="connsiteY28" fmla="*/ 9717 h 56397"/>
                <a:gd name="connsiteX29" fmla="*/ 16619 w 77777"/>
                <a:gd name="connsiteY29" fmla="*/ 20096 h 56397"/>
                <a:gd name="connsiteX30" fmla="*/ 13818 w 77777"/>
                <a:gd name="connsiteY30" fmla="*/ 31350 h 56397"/>
                <a:gd name="connsiteX31" fmla="*/ 9745 w 77777"/>
                <a:gd name="connsiteY31" fmla="*/ 47356 h 5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777" h="56397">
                  <a:moveTo>
                    <a:pt x="9745" y="47356"/>
                  </a:moveTo>
                  <a:cubicBezTo>
                    <a:pt x="9236" y="48982"/>
                    <a:pt x="8472" y="52108"/>
                    <a:pt x="8472" y="52483"/>
                  </a:cubicBezTo>
                  <a:cubicBezTo>
                    <a:pt x="8472" y="55234"/>
                    <a:pt x="10763" y="56485"/>
                    <a:pt x="12800" y="56485"/>
                  </a:cubicBezTo>
                  <a:cubicBezTo>
                    <a:pt x="15091" y="56485"/>
                    <a:pt x="17128" y="54859"/>
                    <a:pt x="17765" y="53734"/>
                  </a:cubicBezTo>
                  <a:cubicBezTo>
                    <a:pt x="18401" y="52608"/>
                    <a:pt x="19419" y="48607"/>
                    <a:pt x="20056" y="45981"/>
                  </a:cubicBezTo>
                  <a:cubicBezTo>
                    <a:pt x="20692" y="43605"/>
                    <a:pt x="22093" y="37853"/>
                    <a:pt x="22856" y="34726"/>
                  </a:cubicBezTo>
                  <a:cubicBezTo>
                    <a:pt x="23620" y="31975"/>
                    <a:pt x="24384" y="29224"/>
                    <a:pt x="25020" y="26348"/>
                  </a:cubicBezTo>
                  <a:cubicBezTo>
                    <a:pt x="26421" y="21221"/>
                    <a:pt x="26675" y="20221"/>
                    <a:pt x="30367" y="15094"/>
                  </a:cubicBezTo>
                  <a:cubicBezTo>
                    <a:pt x="33931" y="10092"/>
                    <a:pt x="39914" y="3589"/>
                    <a:pt x="49461" y="3589"/>
                  </a:cubicBezTo>
                  <a:cubicBezTo>
                    <a:pt x="56844" y="3589"/>
                    <a:pt x="56972" y="9967"/>
                    <a:pt x="56972" y="12343"/>
                  </a:cubicBezTo>
                  <a:cubicBezTo>
                    <a:pt x="56972" y="19846"/>
                    <a:pt x="51498" y="33726"/>
                    <a:pt x="49461" y="38978"/>
                  </a:cubicBezTo>
                  <a:cubicBezTo>
                    <a:pt x="48061" y="42479"/>
                    <a:pt x="47552" y="43605"/>
                    <a:pt x="47552" y="45731"/>
                  </a:cubicBezTo>
                  <a:cubicBezTo>
                    <a:pt x="47552" y="52358"/>
                    <a:pt x="53153" y="56485"/>
                    <a:pt x="59645" y="56485"/>
                  </a:cubicBezTo>
                  <a:cubicBezTo>
                    <a:pt x="72374" y="56485"/>
                    <a:pt x="77975" y="39228"/>
                    <a:pt x="77975" y="37352"/>
                  </a:cubicBezTo>
                  <a:cubicBezTo>
                    <a:pt x="77975" y="35727"/>
                    <a:pt x="76321" y="35727"/>
                    <a:pt x="75939" y="35727"/>
                  </a:cubicBezTo>
                  <a:cubicBezTo>
                    <a:pt x="74157" y="35727"/>
                    <a:pt x="74029" y="36477"/>
                    <a:pt x="73520" y="37853"/>
                  </a:cubicBezTo>
                  <a:cubicBezTo>
                    <a:pt x="70592" y="47857"/>
                    <a:pt x="65119" y="52984"/>
                    <a:pt x="60027" y="52984"/>
                  </a:cubicBezTo>
                  <a:cubicBezTo>
                    <a:pt x="57353" y="52984"/>
                    <a:pt x="56844" y="51233"/>
                    <a:pt x="56844" y="48607"/>
                  </a:cubicBezTo>
                  <a:cubicBezTo>
                    <a:pt x="56844" y="45731"/>
                    <a:pt x="57481" y="44105"/>
                    <a:pt x="59772" y="38478"/>
                  </a:cubicBezTo>
                  <a:cubicBezTo>
                    <a:pt x="61300" y="34601"/>
                    <a:pt x="66519" y="21346"/>
                    <a:pt x="66519" y="14343"/>
                  </a:cubicBezTo>
                  <a:cubicBezTo>
                    <a:pt x="66519" y="2214"/>
                    <a:pt x="56717" y="88"/>
                    <a:pt x="49970" y="88"/>
                  </a:cubicBezTo>
                  <a:cubicBezTo>
                    <a:pt x="39405" y="88"/>
                    <a:pt x="32276" y="6465"/>
                    <a:pt x="28457" y="11467"/>
                  </a:cubicBezTo>
                  <a:cubicBezTo>
                    <a:pt x="27566" y="2839"/>
                    <a:pt x="20056" y="88"/>
                    <a:pt x="14837" y="88"/>
                  </a:cubicBezTo>
                  <a:cubicBezTo>
                    <a:pt x="9363" y="88"/>
                    <a:pt x="6435" y="3964"/>
                    <a:pt x="4780" y="6840"/>
                  </a:cubicBezTo>
                  <a:cubicBezTo>
                    <a:pt x="1980" y="11467"/>
                    <a:pt x="198" y="18595"/>
                    <a:pt x="198" y="19220"/>
                  </a:cubicBezTo>
                  <a:cubicBezTo>
                    <a:pt x="198" y="20846"/>
                    <a:pt x="1980" y="20846"/>
                    <a:pt x="2362" y="20846"/>
                  </a:cubicBezTo>
                  <a:cubicBezTo>
                    <a:pt x="4144" y="20846"/>
                    <a:pt x="4271" y="20471"/>
                    <a:pt x="5162" y="17094"/>
                  </a:cubicBezTo>
                  <a:cubicBezTo>
                    <a:pt x="7072" y="9717"/>
                    <a:pt x="9490" y="3589"/>
                    <a:pt x="14455" y="3589"/>
                  </a:cubicBezTo>
                  <a:cubicBezTo>
                    <a:pt x="17765" y="3589"/>
                    <a:pt x="18656" y="6340"/>
                    <a:pt x="18656" y="9717"/>
                  </a:cubicBezTo>
                  <a:cubicBezTo>
                    <a:pt x="18656" y="12092"/>
                    <a:pt x="17510" y="16719"/>
                    <a:pt x="16619" y="20096"/>
                  </a:cubicBezTo>
                  <a:cubicBezTo>
                    <a:pt x="15728" y="23472"/>
                    <a:pt x="14455" y="28599"/>
                    <a:pt x="13818" y="31350"/>
                  </a:cubicBezTo>
                  <a:lnTo>
                    <a:pt x="9745" y="4735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3" name="Freeform: Shape 1162">
              <a:extLst>
                <a:ext uri="{FF2B5EF4-FFF2-40B4-BE49-F238E27FC236}">
                  <a16:creationId xmlns:a16="http://schemas.microsoft.com/office/drawing/2014/main" id="{FE640690-73A7-6897-FB4B-3EA5CBD2B3D2}"/>
                </a:ext>
              </a:extLst>
            </p:cNvPr>
            <p:cNvSpPr/>
            <p:nvPr>
              <p:custDataLst>
                <p:tags r:id="rId66"/>
              </p:custDataLst>
            </p:nvPr>
          </p:nvSpPr>
          <p:spPr>
            <a:xfrm>
              <a:off x="10809612" y="4278462"/>
              <a:ext cx="111110" cy="138089"/>
            </a:xfrm>
            <a:custGeom>
              <a:avLst/>
              <a:gdLst>
                <a:gd name="connsiteX0" fmla="*/ 107862 w 111110"/>
                <a:gd name="connsiteY0" fmla="*/ 7589 h 138089"/>
                <a:gd name="connsiteX1" fmla="*/ 111317 w 111110"/>
                <a:gd name="connsiteY1" fmla="*/ 3659 h 138089"/>
                <a:gd name="connsiteX2" fmla="*/ 107680 w 111110"/>
                <a:gd name="connsiteY2" fmla="*/ 86 h 138089"/>
                <a:gd name="connsiteX3" fmla="*/ 104407 w 111110"/>
                <a:gd name="connsiteY3" fmla="*/ 1158 h 138089"/>
                <a:gd name="connsiteX4" fmla="*/ 3843 w 111110"/>
                <a:gd name="connsiteY4" fmla="*/ 47784 h 138089"/>
                <a:gd name="connsiteX5" fmla="*/ 206 w 111110"/>
                <a:gd name="connsiteY5" fmla="*/ 51892 h 138089"/>
                <a:gd name="connsiteX6" fmla="*/ 3843 w 111110"/>
                <a:gd name="connsiteY6" fmla="*/ 55822 h 138089"/>
                <a:gd name="connsiteX7" fmla="*/ 104407 w 111110"/>
                <a:gd name="connsiteY7" fmla="*/ 102269 h 138089"/>
                <a:gd name="connsiteX8" fmla="*/ 107680 w 111110"/>
                <a:gd name="connsiteY8" fmla="*/ 103520 h 138089"/>
                <a:gd name="connsiteX9" fmla="*/ 111317 w 111110"/>
                <a:gd name="connsiteY9" fmla="*/ 99947 h 138089"/>
                <a:gd name="connsiteX10" fmla="*/ 107498 w 111110"/>
                <a:gd name="connsiteY10" fmla="*/ 95838 h 138089"/>
                <a:gd name="connsiteX11" fmla="*/ 12390 w 111110"/>
                <a:gd name="connsiteY11" fmla="*/ 51892 h 138089"/>
                <a:gd name="connsiteX12" fmla="*/ 107862 w 111110"/>
                <a:gd name="connsiteY12" fmla="*/ 7589 h 138089"/>
                <a:gd name="connsiteX13" fmla="*/ 104952 w 111110"/>
                <a:gd name="connsiteY13" fmla="*/ 138176 h 138089"/>
                <a:gd name="connsiteX14" fmla="*/ 111317 w 111110"/>
                <a:gd name="connsiteY14" fmla="*/ 134603 h 138089"/>
                <a:gd name="connsiteX15" fmla="*/ 104770 w 111110"/>
                <a:gd name="connsiteY15" fmla="*/ 131031 h 138089"/>
                <a:gd name="connsiteX16" fmla="*/ 6753 w 111110"/>
                <a:gd name="connsiteY16" fmla="*/ 131031 h 138089"/>
                <a:gd name="connsiteX17" fmla="*/ 206 w 111110"/>
                <a:gd name="connsiteY17" fmla="*/ 134603 h 138089"/>
                <a:gd name="connsiteX18" fmla="*/ 6571 w 111110"/>
                <a:gd name="connsiteY18" fmla="*/ 138176 h 138089"/>
                <a:gd name="connsiteX19" fmla="*/ 104952 w 111110"/>
                <a:gd name="connsiteY19" fmla="*/ 138176 h 13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1110" h="138089">
                  <a:moveTo>
                    <a:pt x="107862" y="7589"/>
                  </a:moveTo>
                  <a:cubicBezTo>
                    <a:pt x="109862" y="6696"/>
                    <a:pt x="111317" y="5803"/>
                    <a:pt x="111317" y="3659"/>
                  </a:cubicBezTo>
                  <a:cubicBezTo>
                    <a:pt x="111317" y="1694"/>
                    <a:pt x="109862" y="86"/>
                    <a:pt x="107680" y="86"/>
                  </a:cubicBezTo>
                  <a:cubicBezTo>
                    <a:pt x="106771" y="86"/>
                    <a:pt x="105134" y="801"/>
                    <a:pt x="104407" y="1158"/>
                  </a:cubicBezTo>
                  <a:lnTo>
                    <a:pt x="3843" y="47784"/>
                  </a:lnTo>
                  <a:cubicBezTo>
                    <a:pt x="751" y="49213"/>
                    <a:pt x="206" y="50463"/>
                    <a:pt x="206" y="51892"/>
                  </a:cubicBezTo>
                  <a:cubicBezTo>
                    <a:pt x="206" y="53500"/>
                    <a:pt x="1297" y="54751"/>
                    <a:pt x="3843" y="55822"/>
                  </a:cubicBezTo>
                  <a:lnTo>
                    <a:pt x="104407" y="102269"/>
                  </a:lnTo>
                  <a:cubicBezTo>
                    <a:pt x="106771" y="103520"/>
                    <a:pt x="107134" y="103520"/>
                    <a:pt x="107680" y="103520"/>
                  </a:cubicBezTo>
                  <a:cubicBezTo>
                    <a:pt x="109680" y="103520"/>
                    <a:pt x="111317" y="101912"/>
                    <a:pt x="111317" y="99947"/>
                  </a:cubicBezTo>
                  <a:cubicBezTo>
                    <a:pt x="111317" y="98339"/>
                    <a:pt x="110589" y="97267"/>
                    <a:pt x="107498" y="95838"/>
                  </a:cubicBezTo>
                  <a:lnTo>
                    <a:pt x="12390" y="51892"/>
                  </a:lnTo>
                  <a:lnTo>
                    <a:pt x="107862" y="7589"/>
                  </a:lnTo>
                  <a:close/>
                  <a:moveTo>
                    <a:pt x="104952" y="138176"/>
                  </a:moveTo>
                  <a:cubicBezTo>
                    <a:pt x="108044" y="138176"/>
                    <a:pt x="111317" y="138176"/>
                    <a:pt x="111317" y="134603"/>
                  </a:cubicBezTo>
                  <a:cubicBezTo>
                    <a:pt x="111317" y="131031"/>
                    <a:pt x="107498" y="131031"/>
                    <a:pt x="104770" y="131031"/>
                  </a:cubicBezTo>
                  <a:lnTo>
                    <a:pt x="6753" y="131031"/>
                  </a:lnTo>
                  <a:cubicBezTo>
                    <a:pt x="4025" y="131031"/>
                    <a:pt x="206" y="131031"/>
                    <a:pt x="206" y="134603"/>
                  </a:cubicBezTo>
                  <a:cubicBezTo>
                    <a:pt x="206" y="138176"/>
                    <a:pt x="3479" y="138176"/>
                    <a:pt x="6571" y="138176"/>
                  </a:cubicBezTo>
                  <a:lnTo>
                    <a:pt x="104952" y="1381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4" name="Freeform: Shape 1163">
              <a:extLst>
                <a:ext uri="{FF2B5EF4-FFF2-40B4-BE49-F238E27FC236}">
                  <a16:creationId xmlns:a16="http://schemas.microsoft.com/office/drawing/2014/main" id="{79E9839D-0317-22BA-D8C2-1E2432A7320D}"/>
                </a:ext>
              </a:extLst>
            </p:cNvPr>
            <p:cNvSpPr/>
            <p:nvPr>
              <p:custDataLst>
                <p:tags r:id="rId67"/>
              </p:custDataLst>
            </p:nvPr>
          </p:nvSpPr>
          <p:spPr>
            <a:xfrm>
              <a:off x="10984107" y="4273996"/>
              <a:ext cx="74558" cy="154703"/>
            </a:xfrm>
            <a:custGeom>
              <a:avLst/>
              <a:gdLst>
                <a:gd name="connsiteX0" fmla="*/ 74775 w 74558"/>
                <a:gd name="connsiteY0" fmla="*/ 6517 h 154703"/>
                <a:gd name="connsiteX1" fmla="*/ 67865 w 74558"/>
                <a:gd name="connsiteY1" fmla="*/ 86 h 154703"/>
                <a:gd name="connsiteX2" fmla="*/ 58227 w 74558"/>
                <a:gd name="connsiteY2" fmla="*/ 9554 h 154703"/>
                <a:gd name="connsiteX3" fmla="*/ 64955 w 74558"/>
                <a:gd name="connsiteY3" fmla="*/ 15985 h 154703"/>
                <a:gd name="connsiteX4" fmla="*/ 74775 w 74558"/>
                <a:gd name="connsiteY4" fmla="*/ 6517 h 154703"/>
                <a:gd name="connsiteX5" fmla="*/ 38223 w 74558"/>
                <a:gd name="connsiteY5" fmla="*/ 127100 h 154703"/>
                <a:gd name="connsiteX6" fmla="*/ 15856 w 74558"/>
                <a:gd name="connsiteY6" fmla="*/ 150860 h 154703"/>
                <a:gd name="connsiteX7" fmla="*/ 8763 w 74558"/>
                <a:gd name="connsiteY7" fmla="*/ 149252 h 154703"/>
                <a:gd name="connsiteX8" fmla="*/ 16947 w 74558"/>
                <a:gd name="connsiteY8" fmla="*/ 139784 h 154703"/>
                <a:gd name="connsiteX9" fmla="*/ 10036 w 74558"/>
                <a:gd name="connsiteY9" fmla="*/ 133532 h 154703"/>
                <a:gd name="connsiteX10" fmla="*/ 216 w 74558"/>
                <a:gd name="connsiteY10" fmla="*/ 143714 h 154703"/>
                <a:gd name="connsiteX11" fmla="*/ 16219 w 74558"/>
                <a:gd name="connsiteY11" fmla="*/ 154790 h 154703"/>
                <a:gd name="connsiteX12" fmla="*/ 50407 w 74558"/>
                <a:gd name="connsiteY12" fmla="*/ 127636 h 154703"/>
                <a:gd name="connsiteX13" fmla="*/ 67138 w 74558"/>
                <a:gd name="connsiteY13" fmla="*/ 62254 h 154703"/>
                <a:gd name="connsiteX14" fmla="*/ 68047 w 74558"/>
                <a:gd name="connsiteY14" fmla="*/ 55644 h 154703"/>
                <a:gd name="connsiteX15" fmla="*/ 51317 w 74558"/>
                <a:gd name="connsiteY15" fmla="*/ 39209 h 154703"/>
                <a:gd name="connsiteX16" fmla="*/ 22402 w 74558"/>
                <a:gd name="connsiteY16" fmla="*/ 66720 h 154703"/>
                <a:gd name="connsiteX17" fmla="*/ 24584 w 74558"/>
                <a:gd name="connsiteY17" fmla="*/ 68506 h 154703"/>
                <a:gd name="connsiteX18" fmla="*/ 27858 w 74558"/>
                <a:gd name="connsiteY18" fmla="*/ 64933 h 154703"/>
                <a:gd name="connsiteX19" fmla="*/ 50771 w 74558"/>
                <a:gd name="connsiteY19" fmla="*/ 43139 h 154703"/>
                <a:gd name="connsiteX20" fmla="*/ 56590 w 74558"/>
                <a:gd name="connsiteY20" fmla="*/ 51356 h 154703"/>
                <a:gd name="connsiteX21" fmla="*/ 55317 w 74558"/>
                <a:gd name="connsiteY21" fmla="*/ 60467 h 154703"/>
                <a:gd name="connsiteX22" fmla="*/ 38223 w 74558"/>
                <a:gd name="connsiteY22" fmla="*/ 127100 h 15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58" h="154703">
                  <a:moveTo>
                    <a:pt x="74775" y="6517"/>
                  </a:moveTo>
                  <a:cubicBezTo>
                    <a:pt x="74775" y="3123"/>
                    <a:pt x="72229" y="86"/>
                    <a:pt x="67865" y="86"/>
                  </a:cubicBezTo>
                  <a:cubicBezTo>
                    <a:pt x="63682" y="86"/>
                    <a:pt x="58227" y="4195"/>
                    <a:pt x="58227" y="9554"/>
                  </a:cubicBezTo>
                  <a:cubicBezTo>
                    <a:pt x="58227" y="13127"/>
                    <a:pt x="60773" y="15985"/>
                    <a:pt x="64955" y="15985"/>
                  </a:cubicBezTo>
                  <a:cubicBezTo>
                    <a:pt x="69865" y="15985"/>
                    <a:pt x="74775" y="11341"/>
                    <a:pt x="74775" y="6517"/>
                  </a:cubicBezTo>
                  <a:close/>
                  <a:moveTo>
                    <a:pt x="38223" y="127100"/>
                  </a:moveTo>
                  <a:cubicBezTo>
                    <a:pt x="34768" y="140677"/>
                    <a:pt x="26039" y="150860"/>
                    <a:pt x="15856" y="150860"/>
                  </a:cubicBezTo>
                  <a:cubicBezTo>
                    <a:pt x="14765" y="150860"/>
                    <a:pt x="12037" y="150860"/>
                    <a:pt x="8763" y="149252"/>
                  </a:cubicBezTo>
                  <a:cubicBezTo>
                    <a:pt x="14219" y="148002"/>
                    <a:pt x="16947" y="143357"/>
                    <a:pt x="16947" y="139784"/>
                  </a:cubicBezTo>
                  <a:cubicBezTo>
                    <a:pt x="16947" y="136926"/>
                    <a:pt x="14946" y="133532"/>
                    <a:pt x="10036" y="133532"/>
                  </a:cubicBezTo>
                  <a:cubicBezTo>
                    <a:pt x="5490" y="133532"/>
                    <a:pt x="216" y="137283"/>
                    <a:pt x="216" y="143714"/>
                  </a:cubicBezTo>
                  <a:cubicBezTo>
                    <a:pt x="216" y="150860"/>
                    <a:pt x="7490" y="154790"/>
                    <a:pt x="16219" y="154790"/>
                  </a:cubicBezTo>
                  <a:cubicBezTo>
                    <a:pt x="28949" y="154790"/>
                    <a:pt x="45861" y="145322"/>
                    <a:pt x="50407" y="127636"/>
                  </a:cubicBezTo>
                  <a:lnTo>
                    <a:pt x="67138" y="62254"/>
                  </a:lnTo>
                  <a:cubicBezTo>
                    <a:pt x="68047" y="58681"/>
                    <a:pt x="68047" y="56180"/>
                    <a:pt x="68047" y="55644"/>
                  </a:cubicBezTo>
                  <a:cubicBezTo>
                    <a:pt x="68047" y="45461"/>
                    <a:pt x="60409" y="39209"/>
                    <a:pt x="51317" y="39209"/>
                  </a:cubicBezTo>
                  <a:cubicBezTo>
                    <a:pt x="32768" y="39209"/>
                    <a:pt x="22402" y="65112"/>
                    <a:pt x="22402" y="66720"/>
                  </a:cubicBezTo>
                  <a:cubicBezTo>
                    <a:pt x="22402" y="68506"/>
                    <a:pt x="24221" y="68506"/>
                    <a:pt x="24584" y="68506"/>
                  </a:cubicBezTo>
                  <a:cubicBezTo>
                    <a:pt x="26221" y="68506"/>
                    <a:pt x="26403" y="68327"/>
                    <a:pt x="27858" y="64933"/>
                  </a:cubicBezTo>
                  <a:cubicBezTo>
                    <a:pt x="32404" y="54036"/>
                    <a:pt x="40769" y="43139"/>
                    <a:pt x="50771" y="43139"/>
                  </a:cubicBezTo>
                  <a:cubicBezTo>
                    <a:pt x="53317" y="43139"/>
                    <a:pt x="56590" y="43853"/>
                    <a:pt x="56590" y="51356"/>
                  </a:cubicBezTo>
                  <a:cubicBezTo>
                    <a:pt x="56590" y="55465"/>
                    <a:pt x="56045" y="57430"/>
                    <a:pt x="55317" y="60467"/>
                  </a:cubicBezTo>
                  <a:lnTo>
                    <a:pt x="38223" y="12710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5" name="Freeform: Shape 1164">
              <a:extLst>
                <a:ext uri="{FF2B5EF4-FFF2-40B4-BE49-F238E27FC236}">
                  <a16:creationId xmlns:a16="http://schemas.microsoft.com/office/drawing/2014/main" id="{2B90D12A-8811-E459-D065-F6DB3A60699B}"/>
                </a:ext>
              </a:extLst>
            </p:cNvPr>
            <p:cNvSpPr/>
            <p:nvPr>
              <p:custDataLst>
                <p:tags r:id="rId68"/>
              </p:custDataLst>
            </p:nvPr>
          </p:nvSpPr>
          <p:spPr>
            <a:xfrm>
              <a:off x="11082134" y="4258097"/>
              <a:ext cx="42189" cy="178641"/>
            </a:xfrm>
            <a:custGeom>
              <a:avLst/>
              <a:gdLst>
                <a:gd name="connsiteX0" fmla="*/ 42411 w 42189"/>
                <a:gd name="connsiteY0" fmla="*/ 89407 h 178641"/>
                <a:gd name="connsiteX1" fmla="*/ 30408 w 42189"/>
                <a:gd name="connsiteY1" fmla="*/ 33671 h 178641"/>
                <a:gd name="connsiteX2" fmla="*/ 2040 w 42189"/>
                <a:gd name="connsiteY2" fmla="*/ 86 h 178641"/>
                <a:gd name="connsiteX3" fmla="*/ 221 w 42189"/>
                <a:gd name="connsiteY3" fmla="*/ 1873 h 178641"/>
                <a:gd name="connsiteX4" fmla="*/ 3676 w 42189"/>
                <a:gd name="connsiteY4" fmla="*/ 5981 h 178641"/>
                <a:gd name="connsiteX5" fmla="*/ 31863 w 42189"/>
                <a:gd name="connsiteY5" fmla="*/ 89407 h 178641"/>
                <a:gd name="connsiteX6" fmla="*/ 2585 w 42189"/>
                <a:gd name="connsiteY6" fmla="*/ 173905 h 178641"/>
                <a:gd name="connsiteX7" fmla="*/ 221 w 42189"/>
                <a:gd name="connsiteY7" fmla="*/ 176941 h 178641"/>
                <a:gd name="connsiteX8" fmla="*/ 2040 w 42189"/>
                <a:gd name="connsiteY8" fmla="*/ 178728 h 178641"/>
                <a:gd name="connsiteX9" fmla="*/ 30954 w 42189"/>
                <a:gd name="connsiteY9" fmla="*/ 143893 h 178641"/>
                <a:gd name="connsiteX10" fmla="*/ 42411 w 42189"/>
                <a:gd name="connsiteY10" fmla="*/ 89407 h 178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89" h="178641">
                  <a:moveTo>
                    <a:pt x="42411" y="89407"/>
                  </a:moveTo>
                  <a:cubicBezTo>
                    <a:pt x="42411" y="75473"/>
                    <a:pt x="40410" y="53857"/>
                    <a:pt x="30408" y="33671"/>
                  </a:cubicBezTo>
                  <a:cubicBezTo>
                    <a:pt x="19497" y="11698"/>
                    <a:pt x="3858" y="86"/>
                    <a:pt x="2040" y="86"/>
                  </a:cubicBezTo>
                  <a:cubicBezTo>
                    <a:pt x="949" y="86"/>
                    <a:pt x="221" y="801"/>
                    <a:pt x="221" y="1873"/>
                  </a:cubicBezTo>
                  <a:cubicBezTo>
                    <a:pt x="221" y="2409"/>
                    <a:pt x="221" y="2766"/>
                    <a:pt x="3676" y="5981"/>
                  </a:cubicBezTo>
                  <a:cubicBezTo>
                    <a:pt x="21498" y="23667"/>
                    <a:pt x="31863" y="52071"/>
                    <a:pt x="31863" y="89407"/>
                  </a:cubicBezTo>
                  <a:cubicBezTo>
                    <a:pt x="31863" y="119955"/>
                    <a:pt x="25135" y="151396"/>
                    <a:pt x="2585" y="173905"/>
                  </a:cubicBezTo>
                  <a:cubicBezTo>
                    <a:pt x="221" y="176048"/>
                    <a:pt x="221" y="176406"/>
                    <a:pt x="221" y="176941"/>
                  </a:cubicBezTo>
                  <a:cubicBezTo>
                    <a:pt x="221" y="178013"/>
                    <a:pt x="949" y="178728"/>
                    <a:pt x="2040" y="178728"/>
                  </a:cubicBezTo>
                  <a:cubicBezTo>
                    <a:pt x="3858" y="178728"/>
                    <a:pt x="20225" y="166580"/>
                    <a:pt x="30954" y="143893"/>
                  </a:cubicBezTo>
                  <a:cubicBezTo>
                    <a:pt x="40228" y="124242"/>
                    <a:pt x="42411" y="104413"/>
                    <a:pt x="42411" y="8940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6" name="Freeform: Shape 1165">
              <a:extLst>
                <a:ext uri="{FF2B5EF4-FFF2-40B4-BE49-F238E27FC236}">
                  <a16:creationId xmlns:a16="http://schemas.microsoft.com/office/drawing/2014/main" id="{426B05E0-2D18-A531-F0BE-D1E7888E2143}"/>
                </a:ext>
              </a:extLst>
            </p:cNvPr>
            <p:cNvSpPr/>
            <p:nvPr>
              <p:custDataLst>
                <p:tags r:id="rId69"/>
              </p:custDataLst>
            </p:nvPr>
          </p:nvSpPr>
          <p:spPr>
            <a:xfrm>
              <a:off x="11203185" y="4326516"/>
              <a:ext cx="120930" cy="41802"/>
            </a:xfrm>
            <a:custGeom>
              <a:avLst/>
              <a:gdLst>
                <a:gd name="connsiteX0" fmla="*/ 114976 w 120930"/>
                <a:gd name="connsiteY0" fmla="*/ 7232 h 41802"/>
                <a:gd name="connsiteX1" fmla="*/ 121159 w 120930"/>
                <a:gd name="connsiteY1" fmla="*/ 3659 h 41802"/>
                <a:gd name="connsiteX2" fmla="*/ 115158 w 120930"/>
                <a:gd name="connsiteY2" fmla="*/ 86 h 41802"/>
                <a:gd name="connsiteX3" fmla="*/ 6229 w 120930"/>
                <a:gd name="connsiteY3" fmla="*/ 86 h 41802"/>
                <a:gd name="connsiteX4" fmla="*/ 228 w 120930"/>
                <a:gd name="connsiteY4" fmla="*/ 3659 h 41802"/>
                <a:gd name="connsiteX5" fmla="*/ 6411 w 120930"/>
                <a:gd name="connsiteY5" fmla="*/ 7232 h 41802"/>
                <a:gd name="connsiteX6" fmla="*/ 114976 w 120930"/>
                <a:gd name="connsiteY6" fmla="*/ 7232 h 41802"/>
                <a:gd name="connsiteX7" fmla="*/ 115158 w 120930"/>
                <a:gd name="connsiteY7" fmla="*/ 41888 h 41802"/>
                <a:gd name="connsiteX8" fmla="*/ 121159 w 120930"/>
                <a:gd name="connsiteY8" fmla="*/ 38316 h 41802"/>
                <a:gd name="connsiteX9" fmla="*/ 114976 w 120930"/>
                <a:gd name="connsiteY9" fmla="*/ 34743 h 41802"/>
                <a:gd name="connsiteX10" fmla="*/ 6411 w 120930"/>
                <a:gd name="connsiteY10" fmla="*/ 34743 h 41802"/>
                <a:gd name="connsiteX11" fmla="*/ 228 w 120930"/>
                <a:gd name="connsiteY11" fmla="*/ 38316 h 41802"/>
                <a:gd name="connsiteX12" fmla="*/ 6229 w 120930"/>
                <a:gd name="connsiteY12" fmla="*/ 41888 h 41802"/>
                <a:gd name="connsiteX13" fmla="*/ 115158 w 120930"/>
                <a:gd name="connsiteY13" fmla="*/ 41888 h 4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930" h="41802">
                  <a:moveTo>
                    <a:pt x="114976" y="7232"/>
                  </a:moveTo>
                  <a:cubicBezTo>
                    <a:pt x="117703" y="7232"/>
                    <a:pt x="121159" y="7232"/>
                    <a:pt x="121159" y="3659"/>
                  </a:cubicBezTo>
                  <a:cubicBezTo>
                    <a:pt x="121159" y="86"/>
                    <a:pt x="117703" y="86"/>
                    <a:pt x="115158" y="86"/>
                  </a:cubicBezTo>
                  <a:lnTo>
                    <a:pt x="6229" y="86"/>
                  </a:lnTo>
                  <a:cubicBezTo>
                    <a:pt x="3683" y="86"/>
                    <a:pt x="228" y="86"/>
                    <a:pt x="228" y="3659"/>
                  </a:cubicBezTo>
                  <a:cubicBezTo>
                    <a:pt x="228" y="7232"/>
                    <a:pt x="3683" y="7232"/>
                    <a:pt x="6411" y="7232"/>
                  </a:cubicBezTo>
                  <a:lnTo>
                    <a:pt x="114976" y="7232"/>
                  </a:lnTo>
                  <a:close/>
                  <a:moveTo>
                    <a:pt x="115158" y="41888"/>
                  </a:moveTo>
                  <a:cubicBezTo>
                    <a:pt x="117703" y="41888"/>
                    <a:pt x="121159" y="41888"/>
                    <a:pt x="121159" y="38316"/>
                  </a:cubicBezTo>
                  <a:cubicBezTo>
                    <a:pt x="121159" y="34743"/>
                    <a:pt x="117703" y="34743"/>
                    <a:pt x="114976" y="34743"/>
                  </a:cubicBezTo>
                  <a:lnTo>
                    <a:pt x="6411" y="34743"/>
                  </a:lnTo>
                  <a:cubicBezTo>
                    <a:pt x="3683" y="34743"/>
                    <a:pt x="228" y="34743"/>
                    <a:pt x="228" y="38316"/>
                  </a:cubicBezTo>
                  <a:cubicBezTo>
                    <a:pt x="228" y="41888"/>
                    <a:pt x="3683" y="41888"/>
                    <a:pt x="6229" y="41888"/>
                  </a:cubicBezTo>
                  <a:lnTo>
                    <a:pt x="115158" y="418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7" name="Freeform: Shape 1166">
              <a:extLst>
                <a:ext uri="{FF2B5EF4-FFF2-40B4-BE49-F238E27FC236}">
                  <a16:creationId xmlns:a16="http://schemas.microsoft.com/office/drawing/2014/main" id="{FFC80F14-E125-BC26-771A-1D3845A8402B}"/>
                </a:ext>
              </a:extLst>
            </p:cNvPr>
            <p:cNvSpPr/>
            <p:nvPr>
              <p:custDataLst>
                <p:tags r:id="rId70"/>
              </p:custDataLst>
            </p:nvPr>
          </p:nvSpPr>
          <p:spPr>
            <a:xfrm>
              <a:off x="11439510" y="3988105"/>
              <a:ext cx="69103" cy="321376"/>
            </a:xfrm>
            <a:custGeom>
              <a:avLst/>
              <a:gdLst>
                <a:gd name="connsiteX0" fmla="*/ 61160 w 69103"/>
                <a:gd name="connsiteY0" fmla="*/ 319475 h 321376"/>
                <a:gd name="connsiteX1" fmla="*/ 63342 w 69103"/>
                <a:gd name="connsiteY1" fmla="*/ 321440 h 321376"/>
                <a:gd name="connsiteX2" fmla="*/ 67342 w 69103"/>
                <a:gd name="connsiteY2" fmla="*/ 321440 h 321376"/>
                <a:gd name="connsiteX3" fmla="*/ 69343 w 69103"/>
                <a:gd name="connsiteY3" fmla="*/ 319654 h 321376"/>
                <a:gd name="connsiteX4" fmla="*/ 68615 w 69103"/>
                <a:gd name="connsiteY4" fmla="*/ 318046 h 321376"/>
                <a:gd name="connsiteX5" fmla="*/ 40974 w 69103"/>
                <a:gd name="connsiteY5" fmla="*/ 282139 h 321376"/>
                <a:gd name="connsiteX6" fmla="*/ 14060 w 69103"/>
                <a:gd name="connsiteY6" fmla="*/ 160842 h 321376"/>
                <a:gd name="connsiteX7" fmla="*/ 68797 w 69103"/>
                <a:gd name="connsiteY7" fmla="*/ 3280 h 321376"/>
                <a:gd name="connsiteX8" fmla="*/ 69343 w 69103"/>
                <a:gd name="connsiteY8" fmla="*/ 1851 h 321376"/>
                <a:gd name="connsiteX9" fmla="*/ 65888 w 69103"/>
                <a:gd name="connsiteY9" fmla="*/ 64 h 321376"/>
                <a:gd name="connsiteX10" fmla="*/ 61523 w 69103"/>
                <a:gd name="connsiteY10" fmla="*/ 1493 h 321376"/>
                <a:gd name="connsiteX11" fmla="*/ 12242 w 69103"/>
                <a:gd name="connsiteY11" fmla="*/ 78666 h 321376"/>
                <a:gd name="connsiteX12" fmla="*/ 239 w 69103"/>
                <a:gd name="connsiteY12" fmla="*/ 160663 h 321376"/>
                <a:gd name="connsiteX13" fmla="*/ 36610 w 69103"/>
                <a:gd name="connsiteY13" fmla="*/ 292322 h 321376"/>
                <a:gd name="connsiteX14" fmla="*/ 48248 w 69103"/>
                <a:gd name="connsiteY14" fmla="*/ 306792 h 321376"/>
                <a:gd name="connsiteX15" fmla="*/ 54067 w 69103"/>
                <a:gd name="connsiteY15" fmla="*/ 313044 h 321376"/>
                <a:gd name="connsiteX16" fmla="*/ 61160 w 69103"/>
                <a:gd name="connsiteY16" fmla="*/ 319475 h 32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103" h="321376">
                  <a:moveTo>
                    <a:pt x="61160" y="319475"/>
                  </a:moveTo>
                  <a:cubicBezTo>
                    <a:pt x="61523" y="319654"/>
                    <a:pt x="63160" y="321440"/>
                    <a:pt x="63342" y="321440"/>
                  </a:cubicBezTo>
                  <a:lnTo>
                    <a:pt x="67342" y="321440"/>
                  </a:lnTo>
                  <a:cubicBezTo>
                    <a:pt x="67888" y="321440"/>
                    <a:pt x="69343" y="321262"/>
                    <a:pt x="69343" y="319654"/>
                  </a:cubicBezTo>
                  <a:cubicBezTo>
                    <a:pt x="69343" y="318939"/>
                    <a:pt x="68979" y="318582"/>
                    <a:pt x="68615" y="318046"/>
                  </a:cubicBezTo>
                  <a:cubicBezTo>
                    <a:pt x="62069" y="311615"/>
                    <a:pt x="52249" y="301790"/>
                    <a:pt x="40974" y="282139"/>
                  </a:cubicBezTo>
                  <a:cubicBezTo>
                    <a:pt x="21334" y="247840"/>
                    <a:pt x="14060" y="203716"/>
                    <a:pt x="14060" y="160842"/>
                  </a:cubicBezTo>
                  <a:cubicBezTo>
                    <a:pt x="14060" y="81525"/>
                    <a:pt x="36973" y="34899"/>
                    <a:pt x="68797" y="3280"/>
                  </a:cubicBezTo>
                  <a:cubicBezTo>
                    <a:pt x="69343" y="2744"/>
                    <a:pt x="69343" y="2208"/>
                    <a:pt x="69343" y="1851"/>
                  </a:cubicBezTo>
                  <a:cubicBezTo>
                    <a:pt x="69343" y="64"/>
                    <a:pt x="68070" y="64"/>
                    <a:pt x="65888" y="64"/>
                  </a:cubicBezTo>
                  <a:cubicBezTo>
                    <a:pt x="63524" y="64"/>
                    <a:pt x="63160" y="64"/>
                    <a:pt x="61523" y="1493"/>
                  </a:cubicBezTo>
                  <a:cubicBezTo>
                    <a:pt x="44247" y="16142"/>
                    <a:pt x="24789" y="40973"/>
                    <a:pt x="12242" y="78666"/>
                  </a:cubicBezTo>
                  <a:cubicBezTo>
                    <a:pt x="4422" y="102247"/>
                    <a:pt x="239" y="131008"/>
                    <a:pt x="239" y="160663"/>
                  </a:cubicBezTo>
                  <a:cubicBezTo>
                    <a:pt x="239" y="203001"/>
                    <a:pt x="8059" y="250877"/>
                    <a:pt x="36610" y="292322"/>
                  </a:cubicBezTo>
                  <a:cubicBezTo>
                    <a:pt x="41520" y="299289"/>
                    <a:pt x="48248" y="306613"/>
                    <a:pt x="48248" y="306792"/>
                  </a:cubicBezTo>
                  <a:cubicBezTo>
                    <a:pt x="50067" y="308935"/>
                    <a:pt x="52613" y="311794"/>
                    <a:pt x="54067" y="313044"/>
                  </a:cubicBezTo>
                  <a:lnTo>
                    <a:pt x="61160" y="31947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8" name="Freeform: Shape 1167">
              <a:extLst>
                <a:ext uri="{FF2B5EF4-FFF2-40B4-BE49-F238E27FC236}">
                  <a16:creationId xmlns:a16="http://schemas.microsoft.com/office/drawing/2014/main" id="{5CECC163-4D0F-3347-E3E0-D1116D99CD3B}"/>
                </a:ext>
              </a:extLst>
            </p:cNvPr>
            <p:cNvSpPr/>
            <p:nvPr>
              <p:custDataLst>
                <p:tags r:id="rId71"/>
              </p:custDataLst>
            </p:nvPr>
          </p:nvSpPr>
          <p:spPr>
            <a:xfrm>
              <a:off x="11943564" y="4040175"/>
              <a:ext cx="46335" cy="83032"/>
            </a:xfrm>
            <a:custGeom>
              <a:avLst/>
              <a:gdLst>
                <a:gd name="connsiteX0" fmla="*/ 29037 w 46335"/>
                <a:gd name="connsiteY0" fmla="*/ 3573 h 83032"/>
                <a:gd name="connsiteX1" fmla="*/ 25218 w 46335"/>
                <a:gd name="connsiteY1" fmla="*/ 71 h 83032"/>
                <a:gd name="connsiteX2" fmla="*/ 268 w 46335"/>
                <a:gd name="connsiteY2" fmla="*/ 8074 h 83032"/>
                <a:gd name="connsiteX3" fmla="*/ 268 w 46335"/>
                <a:gd name="connsiteY3" fmla="*/ 12576 h 83032"/>
                <a:gd name="connsiteX4" fmla="*/ 18726 w 46335"/>
                <a:gd name="connsiteY4" fmla="*/ 9075 h 83032"/>
                <a:gd name="connsiteX5" fmla="*/ 18726 w 46335"/>
                <a:gd name="connsiteY5" fmla="*/ 72850 h 83032"/>
                <a:gd name="connsiteX6" fmla="*/ 5996 w 46335"/>
                <a:gd name="connsiteY6" fmla="*/ 78602 h 83032"/>
                <a:gd name="connsiteX7" fmla="*/ 1159 w 46335"/>
                <a:gd name="connsiteY7" fmla="*/ 78602 h 83032"/>
                <a:gd name="connsiteX8" fmla="*/ 1159 w 46335"/>
                <a:gd name="connsiteY8" fmla="*/ 83104 h 83032"/>
                <a:gd name="connsiteX9" fmla="*/ 23818 w 46335"/>
                <a:gd name="connsiteY9" fmla="*/ 82604 h 83032"/>
                <a:gd name="connsiteX10" fmla="*/ 46604 w 46335"/>
                <a:gd name="connsiteY10" fmla="*/ 83104 h 83032"/>
                <a:gd name="connsiteX11" fmla="*/ 46604 w 46335"/>
                <a:gd name="connsiteY11" fmla="*/ 78602 h 83032"/>
                <a:gd name="connsiteX12" fmla="*/ 41767 w 46335"/>
                <a:gd name="connsiteY12" fmla="*/ 78602 h 83032"/>
                <a:gd name="connsiteX13" fmla="*/ 29037 w 46335"/>
                <a:gd name="connsiteY13" fmla="*/ 72850 h 83032"/>
                <a:gd name="connsiteX14" fmla="*/ 29037 w 46335"/>
                <a:gd name="connsiteY14" fmla="*/ 3573 h 8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335" h="83032">
                  <a:moveTo>
                    <a:pt x="29037" y="3573"/>
                  </a:moveTo>
                  <a:cubicBezTo>
                    <a:pt x="29037" y="196"/>
                    <a:pt x="28782" y="71"/>
                    <a:pt x="25218" y="71"/>
                  </a:cubicBezTo>
                  <a:cubicBezTo>
                    <a:pt x="17071" y="7949"/>
                    <a:pt x="5487" y="8074"/>
                    <a:pt x="268" y="8074"/>
                  </a:cubicBezTo>
                  <a:lnTo>
                    <a:pt x="268" y="12576"/>
                  </a:lnTo>
                  <a:cubicBezTo>
                    <a:pt x="3323" y="12576"/>
                    <a:pt x="11725" y="12576"/>
                    <a:pt x="18726" y="9075"/>
                  </a:cubicBezTo>
                  <a:lnTo>
                    <a:pt x="18726" y="72850"/>
                  </a:lnTo>
                  <a:cubicBezTo>
                    <a:pt x="18726" y="76976"/>
                    <a:pt x="18726" y="78602"/>
                    <a:pt x="5996" y="78602"/>
                  </a:cubicBezTo>
                  <a:lnTo>
                    <a:pt x="1159" y="78602"/>
                  </a:lnTo>
                  <a:lnTo>
                    <a:pt x="1159" y="83104"/>
                  </a:lnTo>
                  <a:cubicBezTo>
                    <a:pt x="3451" y="82979"/>
                    <a:pt x="19108" y="82604"/>
                    <a:pt x="23818" y="82604"/>
                  </a:cubicBezTo>
                  <a:cubicBezTo>
                    <a:pt x="27764" y="82604"/>
                    <a:pt x="43803" y="82979"/>
                    <a:pt x="46604" y="83104"/>
                  </a:cubicBezTo>
                  <a:lnTo>
                    <a:pt x="46604" y="78602"/>
                  </a:lnTo>
                  <a:lnTo>
                    <a:pt x="41767" y="78602"/>
                  </a:lnTo>
                  <a:cubicBezTo>
                    <a:pt x="29037" y="78602"/>
                    <a:pt x="29037" y="76976"/>
                    <a:pt x="29037" y="72850"/>
                  </a:cubicBezTo>
                  <a:lnTo>
                    <a:pt x="29037" y="357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69" name="Freeform: Shape 1168">
              <a:extLst>
                <a:ext uri="{FF2B5EF4-FFF2-40B4-BE49-F238E27FC236}">
                  <a16:creationId xmlns:a16="http://schemas.microsoft.com/office/drawing/2014/main" id="{B69087DA-0A9C-1E8B-06D3-4690F70B6ABD}"/>
                </a:ext>
              </a:extLst>
            </p:cNvPr>
            <p:cNvSpPr/>
            <p:nvPr>
              <p:custDataLst>
                <p:tags r:id="rId72"/>
              </p:custDataLst>
            </p:nvPr>
          </p:nvSpPr>
          <p:spPr>
            <a:xfrm>
              <a:off x="11537204" y="4145311"/>
              <a:ext cx="857457" cy="7145"/>
            </a:xfrm>
            <a:custGeom>
              <a:avLst/>
              <a:gdLst>
                <a:gd name="connsiteX0" fmla="*/ 0 w 857457"/>
                <a:gd name="connsiteY0" fmla="*/ 0 h 7145"/>
                <a:gd name="connsiteX1" fmla="*/ 857458 w 857457"/>
                <a:gd name="connsiteY1" fmla="*/ 0 h 7145"/>
                <a:gd name="connsiteX2" fmla="*/ 857458 w 857457"/>
                <a:gd name="connsiteY2" fmla="*/ 7145 h 7145"/>
                <a:gd name="connsiteX3" fmla="*/ 0 w 857457"/>
                <a:gd name="connsiteY3" fmla="*/ 7145 h 7145"/>
              </a:gdLst>
              <a:ahLst/>
              <a:cxnLst>
                <a:cxn ang="0">
                  <a:pos x="connsiteX0" y="connsiteY0"/>
                </a:cxn>
                <a:cxn ang="0">
                  <a:pos x="connsiteX1" y="connsiteY1"/>
                </a:cxn>
                <a:cxn ang="0">
                  <a:pos x="connsiteX2" y="connsiteY2"/>
                </a:cxn>
                <a:cxn ang="0">
                  <a:pos x="connsiteX3" y="connsiteY3"/>
                </a:cxn>
              </a:cxnLst>
              <a:rect l="l" t="t" r="r" b="b"/>
              <a:pathLst>
                <a:path w="857457" h="7145">
                  <a:moveTo>
                    <a:pt x="0" y="0"/>
                  </a:moveTo>
                  <a:lnTo>
                    <a:pt x="857458" y="0"/>
                  </a:lnTo>
                  <a:lnTo>
                    <a:pt x="857458" y="7145"/>
                  </a:lnTo>
                  <a:lnTo>
                    <a:pt x="0" y="714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0" name="Freeform: Shape 1169">
              <a:extLst>
                <a:ext uri="{FF2B5EF4-FFF2-40B4-BE49-F238E27FC236}">
                  <a16:creationId xmlns:a16="http://schemas.microsoft.com/office/drawing/2014/main" id="{7E6133F5-F5EC-85CD-A2F4-1FBA9E5C24BC}"/>
                </a:ext>
              </a:extLst>
            </p:cNvPr>
            <p:cNvSpPr/>
            <p:nvPr>
              <p:custDataLst>
                <p:tags r:id="rId73"/>
              </p:custDataLst>
            </p:nvPr>
          </p:nvSpPr>
          <p:spPr>
            <a:xfrm>
              <a:off x="11551079" y="4224489"/>
              <a:ext cx="46335" cy="83032"/>
            </a:xfrm>
            <a:custGeom>
              <a:avLst/>
              <a:gdLst>
                <a:gd name="connsiteX0" fmla="*/ 29015 w 46335"/>
                <a:gd name="connsiteY0" fmla="*/ 3583 h 83032"/>
                <a:gd name="connsiteX1" fmla="*/ 25197 w 46335"/>
                <a:gd name="connsiteY1" fmla="*/ 82 h 83032"/>
                <a:gd name="connsiteX2" fmla="*/ 247 w 46335"/>
                <a:gd name="connsiteY2" fmla="*/ 8085 h 83032"/>
                <a:gd name="connsiteX3" fmla="*/ 247 w 46335"/>
                <a:gd name="connsiteY3" fmla="*/ 12586 h 83032"/>
                <a:gd name="connsiteX4" fmla="*/ 18704 w 46335"/>
                <a:gd name="connsiteY4" fmla="*/ 9085 h 83032"/>
                <a:gd name="connsiteX5" fmla="*/ 18704 w 46335"/>
                <a:gd name="connsiteY5" fmla="*/ 72860 h 83032"/>
                <a:gd name="connsiteX6" fmla="*/ 5975 w 46335"/>
                <a:gd name="connsiteY6" fmla="*/ 78612 h 83032"/>
                <a:gd name="connsiteX7" fmla="*/ 1138 w 46335"/>
                <a:gd name="connsiteY7" fmla="*/ 78612 h 83032"/>
                <a:gd name="connsiteX8" fmla="*/ 1138 w 46335"/>
                <a:gd name="connsiteY8" fmla="*/ 83114 h 83032"/>
                <a:gd name="connsiteX9" fmla="*/ 23796 w 46335"/>
                <a:gd name="connsiteY9" fmla="*/ 82614 h 83032"/>
                <a:gd name="connsiteX10" fmla="*/ 46582 w 46335"/>
                <a:gd name="connsiteY10" fmla="*/ 83114 h 83032"/>
                <a:gd name="connsiteX11" fmla="*/ 46582 w 46335"/>
                <a:gd name="connsiteY11" fmla="*/ 78612 h 83032"/>
                <a:gd name="connsiteX12" fmla="*/ 41745 w 46335"/>
                <a:gd name="connsiteY12" fmla="*/ 78612 h 83032"/>
                <a:gd name="connsiteX13" fmla="*/ 29015 w 46335"/>
                <a:gd name="connsiteY13" fmla="*/ 72860 h 83032"/>
                <a:gd name="connsiteX14" fmla="*/ 29015 w 46335"/>
                <a:gd name="connsiteY14" fmla="*/ 3583 h 8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335" h="83032">
                  <a:moveTo>
                    <a:pt x="29015" y="3583"/>
                  </a:moveTo>
                  <a:cubicBezTo>
                    <a:pt x="29015" y="207"/>
                    <a:pt x="28761" y="82"/>
                    <a:pt x="25197" y="82"/>
                  </a:cubicBezTo>
                  <a:cubicBezTo>
                    <a:pt x="17050" y="7960"/>
                    <a:pt x="5466" y="8085"/>
                    <a:pt x="247" y="8085"/>
                  </a:cubicBezTo>
                  <a:lnTo>
                    <a:pt x="247" y="12586"/>
                  </a:lnTo>
                  <a:cubicBezTo>
                    <a:pt x="3302" y="12586"/>
                    <a:pt x="11703" y="12586"/>
                    <a:pt x="18704" y="9085"/>
                  </a:cubicBezTo>
                  <a:lnTo>
                    <a:pt x="18704" y="72860"/>
                  </a:lnTo>
                  <a:cubicBezTo>
                    <a:pt x="18704" y="76987"/>
                    <a:pt x="18704" y="78612"/>
                    <a:pt x="5975" y="78612"/>
                  </a:cubicBezTo>
                  <a:lnTo>
                    <a:pt x="1138" y="78612"/>
                  </a:lnTo>
                  <a:lnTo>
                    <a:pt x="1138" y="83114"/>
                  </a:lnTo>
                  <a:cubicBezTo>
                    <a:pt x="3429" y="82989"/>
                    <a:pt x="19086" y="82614"/>
                    <a:pt x="23796" y="82614"/>
                  </a:cubicBezTo>
                  <a:cubicBezTo>
                    <a:pt x="27742" y="82614"/>
                    <a:pt x="43782" y="82989"/>
                    <a:pt x="46582" y="83114"/>
                  </a:cubicBezTo>
                  <a:lnTo>
                    <a:pt x="46582" y="78612"/>
                  </a:lnTo>
                  <a:lnTo>
                    <a:pt x="41745" y="78612"/>
                  </a:lnTo>
                  <a:cubicBezTo>
                    <a:pt x="29015" y="78612"/>
                    <a:pt x="29015" y="76987"/>
                    <a:pt x="29015" y="72860"/>
                  </a:cubicBezTo>
                  <a:lnTo>
                    <a:pt x="29015" y="358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1" name="Freeform: Shape 1170">
              <a:extLst>
                <a:ext uri="{FF2B5EF4-FFF2-40B4-BE49-F238E27FC236}">
                  <a16:creationId xmlns:a16="http://schemas.microsoft.com/office/drawing/2014/main" id="{5D650A90-4F5B-AC82-B4E8-1C880341D01D}"/>
                </a:ext>
              </a:extLst>
            </p:cNvPr>
            <p:cNvSpPr/>
            <p:nvPr>
              <p:custDataLst>
                <p:tags r:id="rId74"/>
              </p:custDataLst>
            </p:nvPr>
          </p:nvSpPr>
          <p:spPr>
            <a:xfrm>
              <a:off x="11618603" y="4230116"/>
              <a:ext cx="93689" cy="92161"/>
            </a:xfrm>
            <a:custGeom>
              <a:avLst/>
              <a:gdLst>
                <a:gd name="connsiteX0" fmla="*/ 50278 w 93689"/>
                <a:gd name="connsiteY0" fmla="*/ 49226 h 92161"/>
                <a:gd name="connsiteX1" fmla="*/ 89230 w 93689"/>
                <a:gd name="connsiteY1" fmla="*/ 49226 h 92161"/>
                <a:gd name="connsiteX2" fmla="*/ 93940 w 93689"/>
                <a:gd name="connsiteY2" fmla="*/ 46225 h 92161"/>
                <a:gd name="connsiteX3" fmla="*/ 89230 w 93689"/>
                <a:gd name="connsiteY3" fmla="*/ 43098 h 92161"/>
                <a:gd name="connsiteX4" fmla="*/ 50278 w 93689"/>
                <a:gd name="connsiteY4" fmla="*/ 43098 h 92161"/>
                <a:gd name="connsiteX5" fmla="*/ 50278 w 93689"/>
                <a:gd name="connsiteY5" fmla="*/ 4708 h 92161"/>
                <a:gd name="connsiteX6" fmla="*/ 47223 w 93689"/>
                <a:gd name="connsiteY6" fmla="*/ 82 h 92161"/>
                <a:gd name="connsiteX7" fmla="*/ 44040 w 93689"/>
                <a:gd name="connsiteY7" fmla="*/ 4708 h 92161"/>
                <a:gd name="connsiteX8" fmla="*/ 44040 w 93689"/>
                <a:gd name="connsiteY8" fmla="*/ 43098 h 92161"/>
                <a:gd name="connsiteX9" fmla="*/ 4961 w 93689"/>
                <a:gd name="connsiteY9" fmla="*/ 43098 h 92161"/>
                <a:gd name="connsiteX10" fmla="*/ 251 w 93689"/>
                <a:gd name="connsiteY10" fmla="*/ 46100 h 92161"/>
                <a:gd name="connsiteX11" fmla="*/ 4961 w 93689"/>
                <a:gd name="connsiteY11" fmla="*/ 49226 h 92161"/>
                <a:gd name="connsiteX12" fmla="*/ 44040 w 93689"/>
                <a:gd name="connsiteY12" fmla="*/ 49226 h 92161"/>
                <a:gd name="connsiteX13" fmla="*/ 44040 w 93689"/>
                <a:gd name="connsiteY13" fmla="*/ 87616 h 92161"/>
                <a:gd name="connsiteX14" fmla="*/ 47095 w 93689"/>
                <a:gd name="connsiteY14" fmla="*/ 92243 h 92161"/>
                <a:gd name="connsiteX15" fmla="*/ 50278 w 93689"/>
                <a:gd name="connsiteY15" fmla="*/ 87616 h 92161"/>
                <a:gd name="connsiteX16" fmla="*/ 50278 w 93689"/>
                <a:gd name="connsiteY16" fmla="*/ 49226 h 9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689" h="92161">
                  <a:moveTo>
                    <a:pt x="50278" y="49226"/>
                  </a:moveTo>
                  <a:lnTo>
                    <a:pt x="89230" y="49226"/>
                  </a:lnTo>
                  <a:cubicBezTo>
                    <a:pt x="90885" y="49226"/>
                    <a:pt x="93940" y="49226"/>
                    <a:pt x="93940" y="46225"/>
                  </a:cubicBezTo>
                  <a:cubicBezTo>
                    <a:pt x="93940" y="43098"/>
                    <a:pt x="91012" y="43098"/>
                    <a:pt x="89230" y="43098"/>
                  </a:cubicBezTo>
                  <a:lnTo>
                    <a:pt x="50278" y="43098"/>
                  </a:lnTo>
                  <a:lnTo>
                    <a:pt x="50278" y="4708"/>
                  </a:lnTo>
                  <a:cubicBezTo>
                    <a:pt x="50278" y="3083"/>
                    <a:pt x="50278" y="82"/>
                    <a:pt x="47223" y="82"/>
                  </a:cubicBezTo>
                  <a:cubicBezTo>
                    <a:pt x="44040" y="82"/>
                    <a:pt x="44040" y="2958"/>
                    <a:pt x="44040" y="4708"/>
                  </a:cubicBezTo>
                  <a:lnTo>
                    <a:pt x="44040" y="43098"/>
                  </a:lnTo>
                  <a:lnTo>
                    <a:pt x="4961" y="43098"/>
                  </a:lnTo>
                  <a:cubicBezTo>
                    <a:pt x="3306" y="43098"/>
                    <a:pt x="251" y="43098"/>
                    <a:pt x="251" y="46100"/>
                  </a:cubicBezTo>
                  <a:cubicBezTo>
                    <a:pt x="251" y="49226"/>
                    <a:pt x="3178" y="49226"/>
                    <a:pt x="4961" y="49226"/>
                  </a:cubicBezTo>
                  <a:lnTo>
                    <a:pt x="44040" y="49226"/>
                  </a:lnTo>
                  <a:lnTo>
                    <a:pt x="44040" y="87616"/>
                  </a:lnTo>
                  <a:cubicBezTo>
                    <a:pt x="44040" y="89242"/>
                    <a:pt x="44040" y="92243"/>
                    <a:pt x="47095" y="92243"/>
                  </a:cubicBezTo>
                  <a:cubicBezTo>
                    <a:pt x="50278" y="92243"/>
                    <a:pt x="50278" y="89367"/>
                    <a:pt x="50278" y="87616"/>
                  </a:cubicBezTo>
                  <a:lnTo>
                    <a:pt x="50278" y="4922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2" name="Freeform: Shape 1171">
              <a:extLst>
                <a:ext uri="{FF2B5EF4-FFF2-40B4-BE49-F238E27FC236}">
                  <a16:creationId xmlns:a16="http://schemas.microsoft.com/office/drawing/2014/main" id="{321EA5F6-1ECE-30BE-B5F9-E3CB3123A681}"/>
                </a:ext>
              </a:extLst>
            </p:cNvPr>
            <p:cNvSpPr/>
            <p:nvPr>
              <p:custDataLst>
                <p:tags r:id="rId75"/>
              </p:custDataLst>
            </p:nvPr>
          </p:nvSpPr>
          <p:spPr>
            <a:xfrm>
              <a:off x="11729858" y="4252375"/>
              <a:ext cx="54482" cy="56397"/>
            </a:xfrm>
            <a:custGeom>
              <a:avLst/>
              <a:gdLst>
                <a:gd name="connsiteX0" fmla="*/ 20242 w 54482"/>
                <a:gd name="connsiteY0" fmla="*/ 26717 h 56397"/>
                <a:gd name="connsiteX1" fmla="*/ 40737 w 54482"/>
                <a:gd name="connsiteY1" fmla="*/ 24091 h 56397"/>
                <a:gd name="connsiteX2" fmla="*/ 51939 w 54482"/>
                <a:gd name="connsiteY2" fmla="*/ 11086 h 56397"/>
                <a:gd name="connsiteX3" fmla="*/ 36154 w 54482"/>
                <a:gd name="connsiteY3" fmla="*/ 82 h 56397"/>
                <a:gd name="connsiteX4" fmla="*/ 257 w 54482"/>
                <a:gd name="connsiteY4" fmla="*/ 32969 h 56397"/>
                <a:gd name="connsiteX5" fmla="*/ 23170 w 54482"/>
                <a:gd name="connsiteY5" fmla="*/ 56479 h 56397"/>
                <a:gd name="connsiteX6" fmla="*/ 54739 w 54482"/>
                <a:gd name="connsiteY6" fmla="*/ 42348 h 56397"/>
                <a:gd name="connsiteX7" fmla="*/ 52575 w 54482"/>
                <a:gd name="connsiteY7" fmla="*/ 40222 h 56397"/>
                <a:gd name="connsiteX8" fmla="*/ 50538 w 54482"/>
                <a:gd name="connsiteY8" fmla="*/ 41473 h 56397"/>
                <a:gd name="connsiteX9" fmla="*/ 23425 w 54482"/>
                <a:gd name="connsiteY9" fmla="*/ 52977 h 56397"/>
                <a:gd name="connsiteX10" fmla="*/ 10695 w 54482"/>
                <a:gd name="connsiteY10" fmla="*/ 37846 h 56397"/>
                <a:gd name="connsiteX11" fmla="*/ 12222 w 54482"/>
                <a:gd name="connsiteY11" fmla="*/ 26717 h 56397"/>
                <a:gd name="connsiteX12" fmla="*/ 20242 w 54482"/>
                <a:gd name="connsiteY12" fmla="*/ 26717 h 56397"/>
                <a:gd name="connsiteX13" fmla="*/ 13241 w 54482"/>
                <a:gd name="connsiteY13" fmla="*/ 23216 h 56397"/>
                <a:gd name="connsiteX14" fmla="*/ 36154 w 54482"/>
                <a:gd name="connsiteY14" fmla="*/ 3583 h 56397"/>
                <a:gd name="connsiteX15" fmla="*/ 46465 w 54482"/>
                <a:gd name="connsiteY15" fmla="*/ 11086 h 56397"/>
                <a:gd name="connsiteX16" fmla="*/ 19478 w 54482"/>
                <a:gd name="connsiteY16" fmla="*/ 23216 h 56397"/>
                <a:gd name="connsiteX17" fmla="*/ 13241 w 54482"/>
                <a:gd name="connsiteY17" fmla="*/ 23216 h 5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482" h="56397">
                  <a:moveTo>
                    <a:pt x="20242" y="26717"/>
                  </a:moveTo>
                  <a:cubicBezTo>
                    <a:pt x="23806" y="26717"/>
                    <a:pt x="33863" y="26467"/>
                    <a:pt x="40737" y="24091"/>
                  </a:cubicBezTo>
                  <a:cubicBezTo>
                    <a:pt x="50157" y="20840"/>
                    <a:pt x="51939" y="14837"/>
                    <a:pt x="51939" y="11086"/>
                  </a:cubicBezTo>
                  <a:cubicBezTo>
                    <a:pt x="51939" y="4208"/>
                    <a:pt x="44937" y="82"/>
                    <a:pt x="36154" y="82"/>
                  </a:cubicBezTo>
                  <a:cubicBezTo>
                    <a:pt x="20879" y="82"/>
                    <a:pt x="257" y="11586"/>
                    <a:pt x="257" y="32969"/>
                  </a:cubicBezTo>
                  <a:cubicBezTo>
                    <a:pt x="257" y="45599"/>
                    <a:pt x="8276" y="56479"/>
                    <a:pt x="23170" y="56479"/>
                  </a:cubicBezTo>
                  <a:cubicBezTo>
                    <a:pt x="44683" y="56479"/>
                    <a:pt x="54739" y="44099"/>
                    <a:pt x="54739" y="42348"/>
                  </a:cubicBezTo>
                  <a:cubicBezTo>
                    <a:pt x="54739" y="41598"/>
                    <a:pt x="53594" y="40222"/>
                    <a:pt x="52575" y="40222"/>
                  </a:cubicBezTo>
                  <a:cubicBezTo>
                    <a:pt x="51811" y="40222"/>
                    <a:pt x="51557" y="40472"/>
                    <a:pt x="50538" y="41473"/>
                  </a:cubicBezTo>
                  <a:cubicBezTo>
                    <a:pt x="40609" y="52977"/>
                    <a:pt x="25716" y="52977"/>
                    <a:pt x="23425" y="52977"/>
                  </a:cubicBezTo>
                  <a:cubicBezTo>
                    <a:pt x="15787" y="52977"/>
                    <a:pt x="10695" y="47975"/>
                    <a:pt x="10695" y="37846"/>
                  </a:cubicBezTo>
                  <a:cubicBezTo>
                    <a:pt x="10695" y="36096"/>
                    <a:pt x="10695" y="33595"/>
                    <a:pt x="12222" y="26717"/>
                  </a:cubicBezTo>
                  <a:lnTo>
                    <a:pt x="20242" y="26717"/>
                  </a:lnTo>
                  <a:close/>
                  <a:moveTo>
                    <a:pt x="13241" y="23216"/>
                  </a:moveTo>
                  <a:cubicBezTo>
                    <a:pt x="18460" y="5084"/>
                    <a:pt x="32590" y="3583"/>
                    <a:pt x="36154" y="3583"/>
                  </a:cubicBezTo>
                  <a:cubicBezTo>
                    <a:pt x="41755" y="3583"/>
                    <a:pt x="46465" y="6334"/>
                    <a:pt x="46465" y="11086"/>
                  </a:cubicBezTo>
                  <a:cubicBezTo>
                    <a:pt x="46465" y="23216"/>
                    <a:pt x="24952" y="23216"/>
                    <a:pt x="19478" y="23216"/>
                  </a:cubicBezTo>
                  <a:lnTo>
                    <a:pt x="13241" y="2321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3" name="Freeform: Shape 1172">
              <a:extLst>
                <a:ext uri="{FF2B5EF4-FFF2-40B4-BE49-F238E27FC236}">
                  <a16:creationId xmlns:a16="http://schemas.microsoft.com/office/drawing/2014/main" id="{B600B624-F0AB-C7CC-E036-71C5019C0D87}"/>
                </a:ext>
              </a:extLst>
            </p:cNvPr>
            <p:cNvSpPr/>
            <p:nvPr>
              <p:custDataLst>
                <p:tags r:id="rId76"/>
              </p:custDataLst>
            </p:nvPr>
          </p:nvSpPr>
          <p:spPr>
            <a:xfrm>
              <a:off x="11793872" y="4185048"/>
              <a:ext cx="71012" cy="80210"/>
            </a:xfrm>
            <a:custGeom>
              <a:avLst/>
              <a:gdLst>
                <a:gd name="connsiteX0" fmla="*/ 13172 w 71012"/>
                <a:gd name="connsiteY0" fmla="*/ 57601 h 80210"/>
                <a:gd name="connsiteX1" fmla="*/ 37267 w 71012"/>
                <a:gd name="connsiteY1" fmla="*/ 64389 h 80210"/>
                <a:gd name="connsiteX2" fmla="*/ 71091 w 71012"/>
                <a:gd name="connsiteY2" fmla="*/ 40005 h 80210"/>
                <a:gd name="connsiteX3" fmla="*/ 64181 w 71012"/>
                <a:gd name="connsiteY3" fmla="*/ 27410 h 80210"/>
                <a:gd name="connsiteX4" fmla="*/ 71273 w 71012"/>
                <a:gd name="connsiteY4" fmla="*/ 13566 h 80210"/>
                <a:gd name="connsiteX5" fmla="*/ 52543 w 71012"/>
                <a:gd name="connsiteY5" fmla="*/ 78 h 80210"/>
                <a:gd name="connsiteX6" fmla="*/ 14445 w 71012"/>
                <a:gd name="connsiteY6" fmla="*/ 22230 h 80210"/>
                <a:gd name="connsiteX7" fmla="*/ 624 w 71012"/>
                <a:gd name="connsiteY7" fmla="*/ 76448 h 80210"/>
                <a:gd name="connsiteX8" fmla="*/ 260 w 71012"/>
                <a:gd name="connsiteY8" fmla="*/ 78323 h 80210"/>
                <a:gd name="connsiteX9" fmla="*/ 4079 w 71012"/>
                <a:gd name="connsiteY9" fmla="*/ 80288 h 80210"/>
                <a:gd name="connsiteX10" fmla="*/ 7625 w 71012"/>
                <a:gd name="connsiteY10" fmla="*/ 79306 h 80210"/>
                <a:gd name="connsiteX11" fmla="*/ 13172 w 71012"/>
                <a:gd name="connsiteY11" fmla="*/ 57601 h 80210"/>
                <a:gd name="connsiteX12" fmla="*/ 17991 w 71012"/>
                <a:gd name="connsiteY12" fmla="*/ 38843 h 80210"/>
                <a:gd name="connsiteX13" fmla="*/ 22083 w 71012"/>
                <a:gd name="connsiteY13" fmla="*/ 22766 h 80210"/>
                <a:gd name="connsiteX14" fmla="*/ 52088 w 71012"/>
                <a:gd name="connsiteY14" fmla="*/ 5080 h 80210"/>
                <a:gd name="connsiteX15" fmla="*/ 60180 w 71012"/>
                <a:gd name="connsiteY15" fmla="*/ 10886 h 80210"/>
                <a:gd name="connsiteX16" fmla="*/ 55816 w 71012"/>
                <a:gd name="connsiteY16" fmla="*/ 24106 h 80210"/>
                <a:gd name="connsiteX17" fmla="*/ 45723 w 71012"/>
                <a:gd name="connsiteY17" fmla="*/ 23302 h 80210"/>
                <a:gd name="connsiteX18" fmla="*/ 30993 w 71012"/>
                <a:gd name="connsiteY18" fmla="*/ 28840 h 80210"/>
                <a:gd name="connsiteX19" fmla="*/ 43996 w 71012"/>
                <a:gd name="connsiteY19" fmla="*/ 33484 h 80210"/>
                <a:gd name="connsiteX20" fmla="*/ 56634 w 71012"/>
                <a:gd name="connsiteY20" fmla="*/ 31608 h 80210"/>
                <a:gd name="connsiteX21" fmla="*/ 58453 w 71012"/>
                <a:gd name="connsiteY21" fmla="*/ 36968 h 80210"/>
                <a:gd name="connsiteX22" fmla="*/ 52634 w 71012"/>
                <a:gd name="connsiteY22" fmla="*/ 53671 h 80210"/>
                <a:gd name="connsiteX23" fmla="*/ 37358 w 71012"/>
                <a:gd name="connsiteY23" fmla="*/ 59387 h 80210"/>
                <a:gd name="connsiteX24" fmla="*/ 16172 w 71012"/>
                <a:gd name="connsiteY24" fmla="*/ 47240 h 80210"/>
                <a:gd name="connsiteX25" fmla="*/ 17991 w 71012"/>
                <a:gd name="connsiteY25" fmla="*/ 38843 h 80210"/>
                <a:gd name="connsiteX26" fmla="*/ 42086 w 71012"/>
                <a:gd name="connsiteY26" fmla="*/ 28482 h 80210"/>
                <a:gd name="connsiteX27" fmla="*/ 46996 w 71012"/>
                <a:gd name="connsiteY27" fmla="*/ 28304 h 80210"/>
                <a:gd name="connsiteX28" fmla="*/ 46996 w 71012"/>
                <a:gd name="connsiteY28" fmla="*/ 28393 h 80210"/>
                <a:gd name="connsiteX29" fmla="*/ 42086 w 71012"/>
                <a:gd name="connsiteY29" fmla="*/ 28482 h 8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012" h="80210">
                  <a:moveTo>
                    <a:pt x="13172" y="57601"/>
                  </a:moveTo>
                  <a:cubicBezTo>
                    <a:pt x="19991" y="63407"/>
                    <a:pt x="30993" y="64389"/>
                    <a:pt x="37267" y="64389"/>
                  </a:cubicBezTo>
                  <a:cubicBezTo>
                    <a:pt x="60999" y="64389"/>
                    <a:pt x="71091" y="50187"/>
                    <a:pt x="71091" y="40005"/>
                  </a:cubicBezTo>
                  <a:cubicBezTo>
                    <a:pt x="71091" y="32144"/>
                    <a:pt x="65909" y="28572"/>
                    <a:pt x="64181" y="27410"/>
                  </a:cubicBezTo>
                  <a:cubicBezTo>
                    <a:pt x="66272" y="25445"/>
                    <a:pt x="71273" y="20711"/>
                    <a:pt x="71273" y="13566"/>
                  </a:cubicBezTo>
                  <a:cubicBezTo>
                    <a:pt x="71273" y="6867"/>
                    <a:pt x="66454" y="78"/>
                    <a:pt x="52543" y="78"/>
                  </a:cubicBezTo>
                  <a:cubicBezTo>
                    <a:pt x="33812" y="78"/>
                    <a:pt x="17536" y="9993"/>
                    <a:pt x="14445" y="22230"/>
                  </a:cubicBezTo>
                  <a:lnTo>
                    <a:pt x="624" y="76448"/>
                  </a:lnTo>
                  <a:cubicBezTo>
                    <a:pt x="260" y="77698"/>
                    <a:pt x="260" y="77877"/>
                    <a:pt x="260" y="78323"/>
                  </a:cubicBezTo>
                  <a:cubicBezTo>
                    <a:pt x="260" y="80288"/>
                    <a:pt x="2079" y="80288"/>
                    <a:pt x="4079" y="80288"/>
                  </a:cubicBezTo>
                  <a:cubicBezTo>
                    <a:pt x="6352" y="80288"/>
                    <a:pt x="7080" y="80288"/>
                    <a:pt x="7625" y="79306"/>
                  </a:cubicBezTo>
                  <a:cubicBezTo>
                    <a:pt x="7898" y="78770"/>
                    <a:pt x="12808" y="59477"/>
                    <a:pt x="13172" y="57601"/>
                  </a:cubicBezTo>
                  <a:close/>
                  <a:moveTo>
                    <a:pt x="17991" y="38843"/>
                  </a:moveTo>
                  <a:lnTo>
                    <a:pt x="22083" y="22766"/>
                  </a:lnTo>
                  <a:cubicBezTo>
                    <a:pt x="25538" y="11690"/>
                    <a:pt x="39995" y="5080"/>
                    <a:pt x="52088" y="5080"/>
                  </a:cubicBezTo>
                  <a:cubicBezTo>
                    <a:pt x="57544" y="5080"/>
                    <a:pt x="60180" y="6956"/>
                    <a:pt x="60180" y="10886"/>
                  </a:cubicBezTo>
                  <a:cubicBezTo>
                    <a:pt x="60180" y="12047"/>
                    <a:pt x="59180" y="20265"/>
                    <a:pt x="55816" y="24106"/>
                  </a:cubicBezTo>
                  <a:cubicBezTo>
                    <a:pt x="51633" y="23302"/>
                    <a:pt x="48087" y="23302"/>
                    <a:pt x="45723" y="23302"/>
                  </a:cubicBezTo>
                  <a:cubicBezTo>
                    <a:pt x="40450" y="23302"/>
                    <a:pt x="30993" y="23302"/>
                    <a:pt x="30993" y="28840"/>
                  </a:cubicBezTo>
                  <a:cubicBezTo>
                    <a:pt x="30993" y="33484"/>
                    <a:pt x="38813" y="33484"/>
                    <a:pt x="43996" y="33484"/>
                  </a:cubicBezTo>
                  <a:cubicBezTo>
                    <a:pt x="46723" y="33484"/>
                    <a:pt x="51724" y="33484"/>
                    <a:pt x="56634" y="31608"/>
                  </a:cubicBezTo>
                  <a:cubicBezTo>
                    <a:pt x="58089" y="33038"/>
                    <a:pt x="58453" y="35003"/>
                    <a:pt x="58453" y="36968"/>
                  </a:cubicBezTo>
                  <a:cubicBezTo>
                    <a:pt x="58453" y="40005"/>
                    <a:pt x="56816" y="49115"/>
                    <a:pt x="52634" y="53671"/>
                  </a:cubicBezTo>
                  <a:cubicBezTo>
                    <a:pt x="49633" y="56886"/>
                    <a:pt x="44814" y="59387"/>
                    <a:pt x="37358" y="59387"/>
                  </a:cubicBezTo>
                  <a:cubicBezTo>
                    <a:pt x="28629" y="59387"/>
                    <a:pt x="16172" y="56440"/>
                    <a:pt x="16172" y="47240"/>
                  </a:cubicBezTo>
                  <a:cubicBezTo>
                    <a:pt x="16172" y="45900"/>
                    <a:pt x="17264" y="41612"/>
                    <a:pt x="17991" y="38843"/>
                  </a:cubicBezTo>
                  <a:close/>
                  <a:moveTo>
                    <a:pt x="42086" y="28482"/>
                  </a:moveTo>
                  <a:cubicBezTo>
                    <a:pt x="43632" y="28304"/>
                    <a:pt x="45814" y="28304"/>
                    <a:pt x="46996" y="28304"/>
                  </a:cubicBezTo>
                  <a:lnTo>
                    <a:pt x="46996" y="28393"/>
                  </a:lnTo>
                  <a:cubicBezTo>
                    <a:pt x="46087" y="28482"/>
                    <a:pt x="43905" y="28482"/>
                    <a:pt x="42086" y="2848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4" name="Freeform: Shape 1173">
              <a:extLst>
                <a:ext uri="{FF2B5EF4-FFF2-40B4-BE49-F238E27FC236}">
                  <a16:creationId xmlns:a16="http://schemas.microsoft.com/office/drawing/2014/main" id="{D0191D02-EBE9-3549-4BC5-69EB51B8317A}"/>
                </a:ext>
              </a:extLst>
            </p:cNvPr>
            <p:cNvSpPr/>
            <p:nvPr>
              <p:custDataLst>
                <p:tags r:id="rId77"/>
              </p:custDataLst>
            </p:nvPr>
          </p:nvSpPr>
          <p:spPr>
            <a:xfrm>
              <a:off x="11883840" y="4159642"/>
              <a:ext cx="75831" cy="61988"/>
            </a:xfrm>
            <a:custGeom>
              <a:avLst/>
              <a:gdLst>
                <a:gd name="connsiteX0" fmla="*/ 40727 w 75831"/>
                <a:gd name="connsiteY0" fmla="*/ 5079 h 61988"/>
                <a:gd name="connsiteX1" fmla="*/ 72187 w 75831"/>
                <a:gd name="connsiteY1" fmla="*/ 5079 h 61988"/>
                <a:gd name="connsiteX2" fmla="*/ 76097 w 75831"/>
                <a:gd name="connsiteY2" fmla="*/ 2578 h 61988"/>
                <a:gd name="connsiteX3" fmla="*/ 72187 w 75831"/>
                <a:gd name="connsiteY3" fmla="*/ 77 h 61988"/>
                <a:gd name="connsiteX4" fmla="*/ 4175 w 75831"/>
                <a:gd name="connsiteY4" fmla="*/ 77 h 61988"/>
                <a:gd name="connsiteX5" fmla="*/ 265 w 75831"/>
                <a:gd name="connsiteY5" fmla="*/ 2578 h 61988"/>
                <a:gd name="connsiteX6" fmla="*/ 4175 w 75831"/>
                <a:gd name="connsiteY6" fmla="*/ 5079 h 61988"/>
                <a:gd name="connsiteX7" fmla="*/ 35635 w 75831"/>
                <a:gd name="connsiteY7" fmla="*/ 5079 h 61988"/>
                <a:gd name="connsiteX8" fmla="*/ 35635 w 75831"/>
                <a:gd name="connsiteY8" fmla="*/ 58225 h 61988"/>
                <a:gd name="connsiteX9" fmla="*/ 38181 w 75831"/>
                <a:gd name="connsiteY9" fmla="*/ 62065 h 61988"/>
                <a:gd name="connsiteX10" fmla="*/ 40727 w 75831"/>
                <a:gd name="connsiteY10" fmla="*/ 58225 h 61988"/>
                <a:gd name="connsiteX11" fmla="*/ 40727 w 75831"/>
                <a:gd name="connsiteY11" fmla="*/ 5079 h 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831" h="61988">
                  <a:moveTo>
                    <a:pt x="40727" y="5079"/>
                  </a:moveTo>
                  <a:lnTo>
                    <a:pt x="72187" y="5079"/>
                  </a:lnTo>
                  <a:cubicBezTo>
                    <a:pt x="73642" y="5079"/>
                    <a:pt x="76097" y="5079"/>
                    <a:pt x="76097" y="2578"/>
                  </a:cubicBezTo>
                  <a:cubicBezTo>
                    <a:pt x="76097" y="77"/>
                    <a:pt x="73642" y="77"/>
                    <a:pt x="72187" y="77"/>
                  </a:cubicBezTo>
                  <a:lnTo>
                    <a:pt x="4175" y="77"/>
                  </a:lnTo>
                  <a:cubicBezTo>
                    <a:pt x="2811" y="77"/>
                    <a:pt x="265" y="77"/>
                    <a:pt x="265" y="2578"/>
                  </a:cubicBezTo>
                  <a:cubicBezTo>
                    <a:pt x="265" y="5079"/>
                    <a:pt x="2811" y="5079"/>
                    <a:pt x="4175" y="5079"/>
                  </a:cubicBezTo>
                  <a:lnTo>
                    <a:pt x="35635" y="5079"/>
                  </a:lnTo>
                  <a:lnTo>
                    <a:pt x="35635" y="58225"/>
                  </a:lnTo>
                  <a:cubicBezTo>
                    <a:pt x="35635" y="59564"/>
                    <a:pt x="35635" y="62065"/>
                    <a:pt x="38181" y="62065"/>
                  </a:cubicBezTo>
                  <a:cubicBezTo>
                    <a:pt x="40727" y="62065"/>
                    <a:pt x="40727" y="59654"/>
                    <a:pt x="40727" y="58225"/>
                  </a:cubicBezTo>
                  <a:lnTo>
                    <a:pt x="40727" y="507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5" name="Freeform: Shape 1174">
              <a:extLst>
                <a:ext uri="{FF2B5EF4-FFF2-40B4-BE49-F238E27FC236}">
                  <a16:creationId xmlns:a16="http://schemas.microsoft.com/office/drawing/2014/main" id="{6374B5D0-DCFE-1138-93B7-4B4111641CDC}"/>
                </a:ext>
              </a:extLst>
            </p:cNvPr>
            <p:cNvSpPr/>
            <p:nvPr>
              <p:custDataLst>
                <p:tags r:id="rId78"/>
              </p:custDataLst>
            </p:nvPr>
          </p:nvSpPr>
          <p:spPr>
            <a:xfrm>
              <a:off x="11985344" y="4208272"/>
              <a:ext cx="62102" cy="39658"/>
            </a:xfrm>
            <a:custGeom>
              <a:avLst/>
              <a:gdLst>
                <a:gd name="connsiteX0" fmla="*/ 37187 w 62102"/>
                <a:gd name="connsiteY0" fmla="*/ 18746 h 39658"/>
                <a:gd name="connsiteX1" fmla="*/ 51735 w 62102"/>
                <a:gd name="connsiteY1" fmla="*/ 6063 h 39658"/>
                <a:gd name="connsiteX2" fmla="*/ 60191 w 62102"/>
                <a:gd name="connsiteY2" fmla="*/ 6063 h 39658"/>
                <a:gd name="connsiteX3" fmla="*/ 60191 w 62102"/>
                <a:gd name="connsiteY3" fmla="*/ 78 h 39658"/>
                <a:gd name="connsiteX4" fmla="*/ 50098 w 62102"/>
                <a:gd name="connsiteY4" fmla="*/ 436 h 39658"/>
                <a:gd name="connsiteX5" fmla="*/ 38914 w 62102"/>
                <a:gd name="connsiteY5" fmla="*/ 78 h 39658"/>
                <a:gd name="connsiteX6" fmla="*/ 38914 w 62102"/>
                <a:gd name="connsiteY6" fmla="*/ 6063 h 39658"/>
                <a:gd name="connsiteX7" fmla="*/ 40369 w 62102"/>
                <a:gd name="connsiteY7" fmla="*/ 6063 h 39658"/>
                <a:gd name="connsiteX8" fmla="*/ 31549 w 62102"/>
                <a:gd name="connsiteY8" fmla="*/ 13834 h 39658"/>
                <a:gd name="connsiteX9" fmla="*/ 22729 w 62102"/>
                <a:gd name="connsiteY9" fmla="*/ 6152 h 39658"/>
                <a:gd name="connsiteX10" fmla="*/ 23821 w 62102"/>
                <a:gd name="connsiteY10" fmla="*/ 6063 h 39658"/>
                <a:gd name="connsiteX11" fmla="*/ 23821 w 62102"/>
                <a:gd name="connsiteY11" fmla="*/ 78 h 39658"/>
                <a:gd name="connsiteX12" fmla="*/ 11818 w 62102"/>
                <a:gd name="connsiteY12" fmla="*/ 436 h 39658"/>
                <a:gd name="connsiteX13" fmla="*/ 998 w 62102"/>
                <a:gd name="connsiteY13" fmla="*/ 78 h 39658"/>
                <a:gd name="connsiteX14" fmla="*/ 998 w 62102"/>
                <a:gd name="connsiteY14" fmla="*/ 6063 h 39658"/>
                <a:gd name="connsiteX15" fmla="*/ 9000 w 62102"/>
                <a:gd name="connsiteY15" fmla="*/ 6063 h 39658"/>
                <a:gd name="connsiteX16" fmla="*/ 24730 w 62102"/>
                <a:gd name="connsiteY16" fmla="*/ 19729 h 39658"/>
                <a:gd name="connsiteX17" fmla="*/ 8727 w 62102"/>
                <a:gd name="connsiteY17" fmla="*/ 33752 h 39658"/>
                <a:gd name="connsiteX18" fmla="*/ 271 w 62102"/>
                <a:gd name="connsiteY18" fmla="*/ 33752 h 39658"/>
                <a:gd name="connsiteX19" fmla="*/ 271 w 62102"/>
                <a:gd name="connsiteY19" fmla="*/ 39737 h 39658"/>
                <a:gd name="connsiteX20" fmla="*/ 10364 w 62102"/>
                <a:gd name="connsiteY20" fmla="*/ 39379 h 39658"/>
                <a:gd name="connsiteX21" fmla="*/ 21547 w 62102"/>
                <a:gd name="connsiteY21" fmla="*/ 39737 h 39658"/>
                <a:gd name="connsiteX22" fmla="*/ 21547 w 62102"/>
                <a:gd name="connsiteY22" fmla="*/ 33752 h 39658"/>
                <a:gd name="connsiteX23" fmla="*/ 20093 w 62102"/>
                <a:gd name="connsiteY23" fmla="*/ 33752 h 39658"/>
                <a:gd name="connsiteX24" fmla="*/ 30367 w 62102"/>
                <a:gd name="connsiteY24" fmla="*/ 24731 h 39658"/>
                <a:gd name="connsiteX25" fmla="*/ 40642 w 62102"/>
                <a:gd name="connsiteY25" fmla="*/ 33663 h 39658"/>
                <a:gd name="connsiteX26" fmla="*/ 39551 w 62102"/>
                <a:gd name="connsiteY26" fmla="*/ 33752 h 39658"/>
                <a:gd name="connsiteX27" fmla="*/ 39551 w 62102"/>
                <a:gd name="connsiteY27" fmla="*/ 39737 h 39658"/>
                <a:gd name="connsiteX28" fmla="*/ 51553 w 62102"/>
                <a:gd name="connsiteY28" fmla="*/ 39379 h 39658"/>
                <a:gd name="connsiteX29" fmla="*/ 62373 w 62102"/>
                <a:gd name="connsiteY29" fmla="*/ 39737 h 39658"/>
                <a:gd name="connsiteX30" fmla="*/ 62373 w 62102"/>
                <a:gd name="connsiteY30" fmla="*/ 33752 h 39658"/>
                <a:gd name="connsiteX31" fmla="*/ 54372 w 62102"/>
                <a:gd name="connsiteY31" fmla="*/ 33752 h 39658"/>
                <a:gd name="connsiteX32" fmla="*/ 37187 w 62102"/>
                <a:gd name="connsiteY32" fmla="*/ 18746 h 3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102" h="39658">
                  <a:moveTo>
                    <a:pt x="37187" y="18746"/>
                  </a:moveTo>
                  <a:lnTo>
                    <a:pt x="51735" y="6063"/>
                  </a:lnTo>
                  <a:lnTo>
                    <a:pt x="60191" y="6063"/>
                  </a:lnTo>
                  <a:lnTo>
                    <a:pt x="60191" y="78"/>
                  </a:lnTo>
                  <a:cubicBezTo>
                    <a:pt x="56372" y="436"/>
                    <a:pt x="53735" y="436"/>
                    <a:pt x="50098" y="436"/>
                  </a:cubicBezTo>
                  <a:cubicBezTo>
                    <a:pt x="46370" y="436"/>
                    <a:pt x="42642" y="346"/>
                    <a:pt x="38914" y="78"/>
                  </a:cubicBezTo>
                  <a:lnTo>
                    <a:pt x="38914" y="6063"/>
                  </a:lnTo>
                  <a:lnTo>
                    <a:pt x="40369" y="6063"/>
                  </a:lnTo>
                  <a:lnTo>
                    <a:pt x="31549" y="13834"/>
                  </a:lnTo>
                  <a:lnTo>
                    <a:pt x="22729" y="6152"/>
                  </a:lnTo>
                  <a:cubicBezTo>
                    <a:pt x="23184" y="6063"/>
                    <a:pt x="23366" y="6063"/>
                    <a:pt x="23821" y="6063"/>
                  </a:cubicBezTo>
                  <a:lnTo>
                    <a:pt x="23821" y="78"/>
                  </a:lnTo>
                  <a:cubicBezTo>
                    <a:pt x="19820" y="346"/>
                    <a:pt x="15819" y="436"/>
                    <a:pt x="11818" y="436"/>
                  </a:cubicBezTo>
                  <a:cubicBezTo>
                    <a:pt x="7818" y="436"/>
                    <a:pt x="5181" y="436"/>
                    <a:pt x="998" y="78"/>
                  </a:cubicBezTo>
                  <a:lnTo>
                    <a:pt x="998" y="6063"/>
                  </a:lnTo>
                  <a:lnTo>
                    <a:pt x="9000" y="6063"/>
                  </a:lnTo>
                  <a:lnTo>
                    <a:pt x="24730" y="19729"/>
                  </a:lnTo>
                  <a:lnTo>
                    <a:pt x="8727" y="33752"/>
                  </a:lnTo>
                  <a:lnTo>
                    <a:pt x="271" y="33752"/>
                  </a:lnTo>
                  <a:lnTo>
                    <a:pt x="271" y="39737"/>
                  </a:lnTo>
                  <a:cubicBezTo>
                    <a:pt x="4090" y="39379"/>
                    <a:pt x="6727" y="39379"/>
                    <a:pt x="10364" y="39379"/>
                  </a:cubicBezTo>
                  <a:cubicBezTo>
                    <a:pt x="14092" y="39379"/>
                    <a:pt x="17819" y="39469"/>
                    <a:pt x="21547" y="39737"/>
                  </a:cubicBezTo>
                  <a:lnTo>
                    <a:pt x="21547" y="33752"/>
                  </a:lnTo>
                  <a:lnTo>
                    <a:pt x="20093" y="33752"/>
                  </a:lnTo>
                  <a:lnTo>
                    <a:pt x="30367" y="24731"/>
                  </a:lnTo>
                  <a:lnTo>
                    <a:pt x="40642" y="33663"/>
                  </a:lnTo>
                  <a:cubicBezTo>
                    <a:pt x="40187" y="33752"/>
                    <a:pt x="40005" y="33752"/>
                    <a:pt x="39551" y="33752"/>
                  </a:cubicBezTo>
                  <a:lnTo>
                    <a:pt x="39551" y="39737"/>
                  </a:lnTo>
                  <a:cubicBezTo>
                    <a:pt x="43551" y="39469"/>
                    <a:pt x="47552" y="39379"/>
                    <a:pt x="51553" y="39379"/>
                  </a:cubicBezTo>
                  <a:cubicBezTo>
                    <a:pt x="55554" y="39379"/>
                    <a:pt x="58190" y="39379"/>
                    <a:pt x="62373" y="39737"/>
                  </a:cubicBezTo>
                  <a:lnTo>
                    <a:pt x="62373" y="33752"/>
                  </a:lnTo>
                  <a:lnTo>
                    <a:pt x="54372" y="33752"/>
                  </a:lnTo>
                  <a:lnTo>
                    <a:pt x="37187" y="1874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6" name="Freeform: Shape 1175">
              <a:extLst>
                <a:ext uri="{FF2B5EF4-FFF2-40B4-BE49-F238E27FC236}">
                  <a16:creationId xmlns:a16="http://schemas.microsoft.com/office/drawing/2014/main" id="{B87C73E3-64D5-3027-AF0F-FBBA977CA815}"/>
                </a:ext>
              </a:extLst>
            </p:cNvPr>
            <p:cNvSpPr/>
            <p:nvPr>
              <p:custDataLst>
                <p:tags r:id="rId79"/>
              </p:custDataLst>
            </p:nvPr>
          </p:nvSpPr>
          <p:spPr>
            <a:xfrm>
              <a:off x="12060957" y="4226314"/>
              <a:ext cx="63647" cy="40462"/>
            </a:xfrm>
            <a:custGeom>
              <a:avLst/>
              <a:gdLst>
                <a:gd name="connsiteX0" fmla="*/ 9731 w 63647"/>
                <a:gd name="connsiteY0" fmla="*/ 30806 h 40462"/>
                <a:gd name="connsiteX1" fmla="*/ 8185 w 63647"/>
                <a:gd name="connsiteY1" fmla="*/ 37415 h 40462"/>
                <a:gd name="connsiteX2" fmla="*/ 11550 w 63647"/>
                <a:gd name="connsiteY2" fmla="*/ 40542 h 40462"/>
                <a:gd name="connsiteX3" fmla="*/ 15914 w 63647"/>
                <a:gd name="connsiteY3" fmla="*/ 37594 h 40462"/>
                <a:gd name="connsiteX4" fmla="*/ 17642 w 63647"/>
                <a:gd name="connsiteY4" fmla="*/ 30627 h 40462"/>
                <a:gd name="connsiteX5" fmla="*/ 20915 w 63647"/>
                <a:gd name="connsiteY5" fmla="*/ 18033 h 40462"/>
                <a:gd name="connsiteX6" fmla="*/ 39737 w 63647"/>
                <a:gd name="connsiteY6" fmla="*/ 3116 h 40462"/>
                <a:gd name="connsiteX7" fmla="*/ 46101 w 63647"/>
                <a:gd name="connsiteY7" fmla="*/ 9547 h 40462"/>
                <a:gd name="connsiteX8" fmla="*/ 40191 w 63647"/>
                <a:gd name="connsiteY8" fmla="*/ 28930 h 40462"/>
                <a:gd name="connsiteX9" fmla="*/ 39282 w 63647"/>
                <a:gd name="connsiteY9" fmla="*/ 32681 h 40462"/>
                <a:gd name="connsiteX10" fmla="*/ 49193 w 63647"/>
                <a:gd name="connsiteY10" fmla="*/ 40542 h 40462"/>
                <a:gd name="connsiteX11" fmla="*/ 63923 w 63647"/>
                <a:gd name="connsiteY11" fmla="*/ 26697 h 40462"/>
                <a:gd name="connsiteX12" fmla="*/ 62013 w 63647"/>
                <a:gd name="connsiteY12" fmla="*/ 25446 h 40462"/>
                <a:gd name="connsiteX13" fmla="*/ 59831 w 63647"/>
                <a:gd name="connsiteY13" fmla="*/ 27501 h 40462"/>
                <a:gd name="connsiteX14" fmla="*/ 49556 w 63647"/>
                <a:gd name="connsiteY14" fmla="*/ 37505 h 40462"/>
                <a:gd name="connsiteX15" fmla="*/ 46829 w 63647"/>
                <a:gd name="connsiteY15" fmla="*/ 34110 h 40462"/>
                <a:gd name="connsiteX16" fmla="*/ 48011 w 63647"/>
                <a:gd name="connsiteY16" fmla="*/ 29376 h 40462"/>
                <a:gd name="connsiteX17" fmla="*/ 53739 w 63647"/>
                <a:gd name="connsiteY17" fmla="*/ 10708 h 40462"/>
                <a:gd name="connsiteX18" fmla="*/ 40282 w 63647"/>
                <a:gd name="connsiteY18" fmla="*/ 79 h 40462"/>
                <a:gd name="connsiteX19" fmla="*/ 23097 w 63647"/>
                <a:gd name="connsiteY19" fmla="*/ 8922 h 40462"/>
                <a:gd name="connsiteX20" fmla="*/ 12004 w 63647"/>
                <a:gd name="connsiteY20" fmla="*/ 79 h 40462"/>
                <a:gd name="connsiteX21" fmla="*/ 275 w 63647"/>
                <a:gd name="connsiteY21" fmla="*/ 13924 h 40462"/>
                <a:gd name="connsiteX22" fmla="*/ 2184 w 63647"/>
                <a:gd name="connsiteY22" fmla="*/ 15174 h 40462"/>
                <a:gd name="connsiteX23" fmla="*/ 4276 w 63647"/>
                <a:gd name="connsiteY23" fmla="*/ 13477 h 40462"/>
                <a:gd name="connsiteX24" fmla="*/ 11550 w 63647"/>
                <a:gd name="connsiteY24" fmla="*/ 3116 h 40462"/>
                <a:gd name="connsiteX25" fmla="*/ 15278 w 63647"/>
                <a:gd name="connsiteY25" fmla="*/ 7850 h 40462"/>
                <a:gd name="connsiteX26" fmla="*/ 13823 w 63647"/>
                <a:gd name="connsiteY26" fmla="*/ 14817 h 40462"/>
                <a:gd name="connsiteX27" fmla="*/ 11822 w 63647"/>
                <a:gd name="connsiteY27" fmla="*/ 22856 h 40462"/>
                <a:gd name="connsiteX28" fmla="*/ 9731 w 63647"/>
                <a:gd name="connsiteY28" fmla="*/ 30806 h 4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647" h="40462">
                  <a:moveTo>
                    <a:pt x="9731" y="30806"/>
                  </a:moveTo>
                  <a:cubicBezTo>
                    <a:pt x="9186" y="33039"/>
                    <a:pt x="8185" y="36969"/>
                    <a:pt x="8185" y="37415"/>
                  </a:cubicBezTo>
                  <a:cubicBezTo>
                    <a:pt x="8185" y="39380"/>
                    <a:pt x="9822" y="40542"/>
                    <a:pt x="11550" y="40542"/>
                  </a:cubicBezTo>
                  <a:cubicBezTo>
                    <a:pt x="12913" y="40542"/>
                    <a:pt x="14914" y="39827"/>
                    <a:pt x="15914" y="37594"/>
                  </a:cubicBezTo>
                  <a:cubicBezTo>
                    <a:pt x="16005" y="37147"/>
                    <a:pt x="17096" y="32949"/>
                    <a:pt x="17642" y="30627"/>
                  </a:cubicBezTo>
                  <a:cubicBezTo>
                    <a:pt x="20733" y="18569"/>
                    <a:pt x="20733" y="18390"/>
                    <a:pt x="20915" y="18033"/>
                  </a:cubicBezTo>
                  <a:cubicBezTo>
                    <a:pt x="22097" y="15621"/>
                    <a:pt x="28644" y="3116"/>
                    <a:pt x="39737" y="3116"/>
                  </a:cubicBezTo>
                  <a:cubicBezTo>
                    <a:pt x="44192" y="3116"/>
                    <a:pt x="46101" y="5528"/>
                    <a:pt x="46101" y="9547"/>
                  </a:cubicBezTo>
                  <a:cubicBezTo>
                    <a:pt x="46101" y="14639"/>
                    <a:pt x="42282" y="23839"/>
                    <a:pt x="40191" y="28930"/>
                  </a:cubicBezTo>
                  <a:cubicBezTo>
                    <a:pt x="39737" y="30002"/>
                    <a:pt x="39282" y="31163"/>
                    <a:pt x="39282" y="32681"/>
                  </a:cubicBezTo>
                  <a:cubicBezTo>
                    <a:pt x="39282" y="37326"/>
                    <a:pt x="43828" y="40542"/>
                    <a:pt x="49193" y="40542"/>
                  </a:cubicBezTo>
                  <a:cubicBezTo>
                    <a:pt x="58922" y="40542"/>
                    <a:pt x="63923" y="28930"/>
                    <a:pt x="63923" y="26697"/>
                  </a:cubicBezTo>
                  <a:cubicBezTo>
                    <a:pt x="63923" y="25446"/>
                    <a:pt x="62377" y="25446"/>
                    <a:pt x="62013" y="25446"/>
                  </a:cubicBezTo>
                  <a:cubicBezTo>
                    <a:pt x="60468" y="25446"/>
                    <a:pt x="60377" y="25804"/>
                    <a:pt x="59831" y="27501"/>
                  </a:cubicBezTo>
                  <a:cubicBezTo>
                    <a:pt x="58103" y="32860"/>
                    <a:pt x="53921" y="37505"/>
                    <a:pt x="49556" y="37505"/>
                  </a:cubicBezTo>
                  <a:cubicBezTo>
                    <a:pt x="47465" y="37505"/>
                    <a:pt x="46829" y="36076"/>
                    <a:pt x="46829" y="34110"/>
                  </a:cubicBezTo>
                  <a:cubicBezTo>
                    <a:pt x="46829" y="32235"/>
                    <a:pt x="47192" y="31342"/>
                    <a:pt x="48011" y="29376"/>
                  </a:cubicBezTo>
                  <a:cubicBezTo>
                    <a:pt x="49556" y="25804"/>
                    <a:pt x="53739" y="15621"/>
                    <a:pt x="53739" y="10708"/>
                  </a:cubicBezTo>
                  <a:cubicBezTo>
                    <a:pt x="53739" y="4099"/>
                    <a:pt x="48920" y="79"/>
                    <a:pt x="40282" y="79"/>
                  </a:cubicBezTo>
                  <a:cubicBezTo>
                    <a:pt x="32008" y="79"/>
                    <a:pt x="26280" y="4992"/>
                    <a:pt x="23097" y="8922"/>
                  </a:cubicBezTo>
                  <a:cubicBezTo>
                    <a:pt x="22643" y="1598"/>
                    <a:pt x="15368" y="79"/>
                    <a:pt x="12004" y="79"/>
                  </a:cubicBezTo>
                  <a:cubicBezTo>
                    <a:pt x="2912" y="79"/>
                    <a:pt x="275" y="13745"/>
                    <a:pt x="275" y="13924"/>
                  </a:cubicBezTo>
                  <a:cubicBezTo>
                    <a:pt x="275" y="15174"/>
                    <a:pt x="1730" y="15174"/>
                    <a:pt x="2184" y="15174"/>
                  </a:cubicBezTo>
                  <a:cubicBezTo>
                    <a:pt x="3730" y="15174"/>
                    <a:pt x="3912" y="14639"/>
                    <a:pt x="4276" y="13477"/>
                  </a:cubicBezTo>
                  <a:cubicBezTo>
                    <a:pt x="5639" y="8297"/>
                    <a:pt x="7731" y="3116"/>
                    <a:pt x="11550" y="3116"/>
                  </a:cubicBezTo>
                  <a:cubicBezTo>
                    <a:pt x="14641" y="3116"/>
                    <a:pt x="15278" y="5974"/>
                    <a:pt x="15278" y="7850"/>
                  </a:cubicBezTo>
                  <a:cubicBezTo>
                    <a:pt x="15278" y="9101"/>
                    <a:pt x="14368" y="12495"/>
                    <a:pt x="13823" y="14817"/>
                  </a:cubicBezTo>
                  <a:cubicBezTo>
                    <a:pt x="13186" y="17229"/>
                    <a:pt x="12277" y="20891"/>
                    <a:pt x="11822" y="22856"/>
                  </a:cubicBezTo>
                  <a:lnTo>
                    <a:pt x="9731" y="3080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7" name="Freeform: Shape 1176">
              <a:extLst>
                <a:ext uri="{FF2B5EF4-FFF2-40B4-BE49-F238E27FC236}">
                  <a16:creationId xmlns:a16="http://schemas.microsoft.com/office/drawing/2014/main" id="{0DFC776B-5591-10C9-B5F9-199DE80DD281}"/>
                </a:ext>
              </a:extLst>
            </p:cNvPr>
            <p:cNvSpPr/>
            <p:nvPr>
              <p:custDataLst>
                <p:tags r:id="rId80"/>
              </p:custDataLst>
            </p:nvPr>
          </p:nvSpPr>
          <p:spPr>
            <a:xfrm>
              <a:off x="12156411" y="4223099"/>
              <a:ext cx="69376" cy="5001"/>
            </a:xfrm>
            <a:custGeom>
              <a:avLst/>
              <a:gdLst>
                <a:gd name="connsiteX0" fmla="*/ 65746 w 69376"/>
                <a:gd name="connsiteY0" fmla="*/ 5080 h 5001"/>
                <a:gd name="connsiteX1" fmla="*/ 69656 w 69376"/>
                <a:gd name="connsiteY1" fmla="*/ 2579 h 5001"/>
                <a:gd name="connsiteX2" fmla="*/ 65746 w 69376"/>
                <a:gd name="connsiteY2" fmla="*/ 78 h 5001"/>
                <a:gd name="connsiteX3" fmla="*/ 4190 w 69376"/>
                <a:gd name="connsiteY3" fmla="*/ 78 h 5001"/>
                <a:gd name="connsiteX4" fmla="*/ 280 w 69376"/>
                <a:gd name="connsiteY4" fmla="*/ 2579 h 5001"/>
                <a:gd name="connsiteX5" fmla="*/ 4190 w 69376"/>
                <a:gd name="connsiteY5" fmla="*/ 5080 h 5001"/>
                <a:gd name="connsiteX6" fmla="*/ 65746 w 69376"/>
                <a:gd name="connsiteY6" fmla="*/ 5080 h 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376" h="5001">
                  <a:moveTo>
                    <a:pt x="65746" y="5080"/>
                  </a:moveTo>
                  <a:cubicBezTo>
                    <a:pt x="67201" y="5080"/>
                    <a:pt x="69656" y="5080"/>
                    <a:pt x="69656" y="2579"/>
                  </a:cubicBezTo>
                  <a:cubicBezTo>
                    <a:pt x="69656" y="78"/>
                    <a:pt x="67201" y="78"/>
                    <a:pt x="65746" y="78"/>
                  </a:cubicBezTo>
                  <a:lnTo>
                    <a:pt x="4190" y="78"/>
                  </a:lnTo>
                  <a:cubicBezTo>
                    <a:pt x="2735" y="78"/>
                    <a:pt x="280" y="78"/>
                    <a:pt x="280" y="2579"/>
                  </a:cubicBezTo>
                  <a:cubicBezTo>
                    <a:pt x="280" y="5080"/>
                    <a:pt x="2735" y="5080"/>
                    <a:pt x="4190" y="5080"/>
                  </a:cubicBezTo>
                  <a:lnTo>
                    <a:pt x="65746" y="508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8" name="Freeform: Shape 1177">
              <a:extLst>
                <a:ext uri="{FF2B5EF4-FFF2-40B4-BE49-F238E27FC236}">
                  <a16:creationId xmlns:a16="http://schemas.microsoft.com/office/drawing/2014/main" id="{B8C7E8B7-C2C4-2F84-3C66-CC38C8809536}"/>
                </a:ext>
              </a:extLst>
            </p:cNvPr>
            <p:cNvSpPr/>
            <p:nvPr>
              <p:custDataLst>
                <p:tags r:id="rId81"/>
              </p:custDataLst>
            </p:nvPr>
          </p:nvSpPr>
          <p:spPr>
            <a:xfrm>
              <a:off x="12249005" y="4208451"/>
              <a:ext cx="60374" cy="58773"/>
            </a:xfrm>
            <a:custGeom>
              <a:avLst/>
              <a:gdLst>
                <a:gd name="connsiteX0" fmla="*/ 649 w 60374"/>
                <a:gd name="connsiteY0" fmla="*/ 53581 h 58773"/>
                <a:gd name="connsiteX1" fmla="*/ 285 w 60374"/>
                <a:gd name="connsiteY1" fmla="*/ 55725 h 58773"/>
                <a:gd name="connsiteX2" fmla="*/ 3649 w 60374"/>
                <a:gd name="connsiteY2" fmla="*/ 58851 h 58773"/>
                <a:gd name="connsiteX3" fmla="*/ 8287 w 60374"/>
                <a:gd name="connsiteY3" fmla="*/ 54832 h 58773"/>
                <a:gd name="connsiteX4" fmla="*/ 10378 w 60374"/>
                <a:gd name="connsiteY4" fmla="*/ 46436 h 58773"/>
                <a:gd name="connsiteX5" fmla="*/ 12560 w 60374"/>
                <a:gd name="connsiteY5" fmla="*/ 37861 h 58773"/>
                <a:gd name="connsiteX6" fmla="*/ 23653 w 60374"/>
                <a:gd name="connsiteY6" fmla="*/ 40541 h 58773"/>
                <a:gd name="connsiteX7" fmla="*/ 38292 w 60374"/>
                <a:gd name="connsiteY7" fmla="*/ 33931 h 58773"/>
                <a:gd name="connsiteX8" fmla="*/ 49021 w 60374"/>
                <a:gd name="connsiteY8" fmla="*/ 40541 h 58773"/>
                <a:gd name="connsiteX9" fmla="*/ 57023 w 60374"/>
                <a:gd name="connsiteY9" fmla="*/ 35539 h 58773"/>
                <a:gd name="connsiteX10" fmla="*/ 60660 w 60374"/>
                <a:gd name="connsiteY10" fmla="*/ 26696 h 58773"/>
                <a:gd name="connsiteX11" fmla="*/ 58750 w 60374"/>
                <a:gd name="connsiteY11" fmla="*/ 25445 h 58773"/>
                <a:gd name="connsiteX12" fmla="*/ 56568 w 60374"/>
                <a:gd name="connsiteY12" fmla="*/ 27410 h 58773"/>
                <a:gd name="connsiteX13" fmla="*/ 49385 w 60374"/>
                <a:gd name="connsiteY13" fmla="*/ 37504 h 58773"/>
                <a:gd name="connsiteX14" fmla="*/ 45748 w 60374"/>
                <a:gd name="connsiteY14" fmla="*/ 32770 h 58773"/>
                <a:gd name="connsiteX15" fmla="*/ 52113 w 60374"/>
                <a:gd name="connsiteY15" fmla="*/ 6331 h 58773"/>
                <a:gd name="connsiteX16" fmla="*/ 52567 w 60374"/>
                <a:gd name="connsiteY16" fmla="*/ 4187 h 58773"/>
                <a:gd name="connsiteX17" fmla="*/ 49203 w 60374"/>
                <a:gd name="connsiteY17" fmla="*/ 1061 h 58773"/>
                <a:gd name="connsiteX18" fmla="*/ 44202 w 60374"/>
                <a:gd name="connsiteY18" fmla="*/ 6688 h 58773"/>
                <a:gd name="connsiteX19" fmla="*/ 42202 w 60374"/>
                <a:gd name="connsiteY19" fmla="*/ 14370 h 58773"/>
                <a:gd name="connsiteX20" fmla="*/ 39292 w 60374"/>
                <a:gd name="connsiteY20" fmla="*/ 25981 h 58773"/>
                <a:gd name="connsiteX21" fmla="*/ 37110 w 60374"/>
                <a:gd name="connsiteY21" fmla="*/ 30269 h 58773"/>
                <a:gd name="connsiteX22" fmla="*/ 24108 w 60374"/>
                <a:gd name="connsiteY22" fmla="*/ 37504 h 58773"/>
                <a:gd name="connsiteX23" fmla="*/ 15288 w 60374"/>
                <a:gd name="connsiteY23" fmla="*/ 29286 h 58773"/>
                <a:gd name="connsiteX24" fmla="*/ 16470 w 60374"/>
                <a:gd name="connsiteY24" fmla="*/ 22766 h 58773"/>
                <a:gd name="connsiteX25" fmla="*/ 18470 w 60374"/>
                <a:gd name="connsiteY25" fmla="*/ 14727 h 58773"/>
                <a:gd name="connsiteX26" fmla="*/ 20016 w 60374"/>
                <a:gd name="connsiteY26" fmla="*/ 8742 h 58773"/>
                <a:gd name="connsiteX27" fmla="*/ 21289 w 60374"/>
                <a:gd name="connsiteY27" fmla="*/ 3204 h 58773"/>
                <a:gd name="connsiteX28" fmla="*/ 17925 w 60374"/>
                <a:gd name="connsiteY28" fmla="*/ 78 h 58773"/>
                <a:gd name="connsiteX29" fmla="*/ 13197 w 60374"/>
                <a:gd name="connsiteY29" fmla="*/ 4455 h 58773"/>
                <a:gd name="connsiteX30" fmla="*/ 649 w 60374"/>
                <a:gd name="connsiteY30" fmla="*/ 53581 h 5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374" h="58773">
                  <a:moveTo>
                    <a:pt x="649" y="53581"/>
                  </a:moveTo>
                  <a:cubicBezTo>
                    <a:pt x="285" y="55011"/>
                    <a:pt x="285" y="55457"/>
                    <a:pt x="285" y="55725"/>
                  </a:cubicBezTo>
                  <a:cubicBezTo>
                    <a:pt x="285" y="57779"/>
                    <a:pt x="1922" y="58851"/>
                    <a:pt x="3649" y="58851"/>
                  </a:cubicBezTo>
                  <a:cubicBezTo>
                    <a:pt x="5559" y="58851"/>
                    <a:pt x="7468" y="57779"/>
                    <a:pt x="8287" y="54832"/>
                  </a:cubicBezTo>
                  <a:cubicBezTo>
                    <a:pt x="9832" y="49026"/>
                    <a:pt x="8923" y="52331"/>
                    <a:pt x="10378" y="46436"/>
                  </a:cubicBezTo>
                  <a:lnTo>
                    <a:pt x="12560" y="37861"/>
                  </a:lnTo>
                  <a:cubicBezTo>
                    <a:pt x="16106" y="40005"/>
                    <a:pt x="20380" y="40541"/>
                    <a:pt x="23653" y="40541"/>
                  </a:cubicBezTo>
                  <a:cubicBezTo>
                    <a:pt x="29472" y="40541"/>
                    <a:pt x="34291" y="37861"/>
                    <a:pt x="38292" y="33931"/>
                  </a:cubicBezTo>
                  <a:cubicBezTo>
                    <a:pt x="39929" y="39290"/>
                    <a:pt x="46021" y="40541"/>
                    <a:pt x="49021" y="40541"/>
                  </a:cubicBezTo>
                  <a:cubicBezTo>
                    <a:pt x="52658" y="40541"/>
                    <a:pt x="55113" y="38486"/>
                    <a:pt x="57023" y="35539"/>
                  </a:cubicBezTo>
                  <a:cubicBezTo>
                    <a:pt x="59387" y="32055"/>
                    <a:pt x="60660" y="27321"/>
                    <a:pt x="60660" y="26696"/>
                  </a:cubicBezTo>
                  <a:cubicBezTo>
                    <a:pt x="60660" y="25445"/>
                    <a:pt x="59114" y="25445"/>
                    <a:pt x="58750" y="25445"/>
                  </a:cubicBezTo>
                  <a:cubicBezTo>
                    <a:pt x="57114" y="25445"/>
                    <a:pt x="57023" y="25981"/>
                    <a:pt x="56568" y="27410"/>
                  </a:cubicBezTo>
                  <a:cubicBezTo>
                    <a:pt x="54931" y="34020"/>
                    <a:pt x="52567" y="37504"/>
                    <a:pt x="49385" y="37504"/>
                  </a:cubicBezTo>
                  <a:cubicBezTo>
                    <a:pt x="46839" y="37504"/>
                    <a:pt x="45748" y="35539"/>
                    <a:pt x="45748" y="32770"/>
                  </a:cubicBezTo>
                  <a:cubicBezTo>
                    <a:pt x="45748" y="30894"/>
                    <a:pt x="48567" y="20086"/>
                    <a:pt x="52113" y="6331"/>
                  </a:cubicBezTo>
                  <a:cubicBezTo>
                    <a:pt x="52567" y="4812"/>
                    <a:pt x="52567" y="4634"/>
                    <a:pt x="52567" y="4187"/>
                  </a:cubicBezTo>
                  <a:cubicBezTo>
                    <a:pt x="52567" y="2222"/>
                    <a:pt x="50931" y="1061"/>
                    <a:pt x="49203" y="1061"/>
                  </a:cubicBezTo>
                  <a:cubicBezTo>
                    <a:pt x="45566" y="1061"/>
                    <a:pt x="44839" y="4098"/>
                    <a:pt x="44202" y="6688"/>
                  </a:cubicBezTo>
                  <a:cubicBezTo>
                    <a:pt x="43111" y="10529"/>
                    <a:pt x="43111" y="10707"/>
                    <a:pt x="42202" y="14370"/>
                  </a:cubicBezTo>
                  <a:cubicBezTo>
                    <a:pt x="41202" y="18210"/>
                    <a:pt x="40020" y="22855"/>
                    <a:pt x="39292" y="25981"/>
                  </a:cubicBezTo>
                  <a:cubicBezTo>
                    <a:pt x="38656" y="28214"/>
                    <a:pt x="38656" y="28393"/>
                    <a:pt x="37110" y="30269"/>
                  </a:cubicBezTo>
                  <a:cubicBezTo>
                    <a:pt x="34200" y="33842"/>
                    <a:pt x="29836" y="37504"/>
                    <a:pt x="24108" y="37504"/>
                  </a:cubicBezTo>
                  <a:cubicBezTo>
                    <a:pt x="19198" y="37504"/>
                    <a:pt x="15288" y="35628"/>
                    <a:pt x="15288" y="29286"/>
                  </a:cubicBezTo>
                  <a:cubicBezTo>
                    <a:pt x="15288" y="27232"/>
                    <a:pt x="15742" y="25356"/>
                    <a:pt x="16470" y="22766"/>
                  </a:cubicBezTo>
                  <a:cubicBezTo>
                    <a:pt x="17379" y="18836"/>
                    <a:pt x="17561" y="18210"/>
                    <a:pt x="18470" y="14727"/>
                  </a:cubicBezTo>
                  <a:lnTo>
                    <a:pt x="20016" y="8742"/>
                  </a:lnTo>
                  <a:cubicBezTo>
                    <a:pt x="20471" y="6867"/>
                    <a:pt x="21289" y="3651"/>
                    <a:pt x="21289" y="3204"/>
                  </a:cubicBezTo>
                  <a:cubicBezTo>
                    <a:pt x="21289" y="1686"/>
                    <a:pt x="20107" y="78"/>
                    <a:pt x="17925" y="78"/>
                  </a:cubicBezTo>
                  <a:cubicBezTo>
                    <a:pt x="14288" y="78"/>
                    <a:pt x="13469" y="3383"/>
                    <a:pt x="13197" y="4455"/>
                  </a:cubicBezTo>
                  <a:lnTo>
                    <a:pt x="649" y="5358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79" name="Freeform: Shape 1178">
              <a:extLst>
                <a:ext uri="{FF2B5EF4-FFF2-40B4-BE49-F238E27FC236}">
                  <a16:creationId xmlns:a16="http://schemas.microsoft.com/office/drawing/2014/main" id="{1F21D025-4F3D-C5ED-21E0-A5DB8F4EFACF}"/>
                </a:ext>
              </a:extLst>
            </p:cNvPr>
            <p:cNvSpPr/>
            <p:nvPr>
              <p:custDataLst>
                <p:tags r:id="rId82"/>
              </p:custDataLst>
            </p:nvPr>
          </p:nvSpPr>
          <p:spPr>
            <a:xfrm>
              <a:off x="12320998" y="4217117"/>
              <a:ext cx="43007" cy="77887"/>
            </a:xfrm>
            <a:custGeom>
              <a:avLst/>
              <a:gdLst>
                <a:gd name="connsiteX0" fmla="*/ 43297 w 43007"/>
                <a:gd name="connsiteY0" fmla="*/ 3921 h 77887"/>
                <a:gd name="connsiteX1" fmla="*/ 39296 w 43007"/>
                <a:gd name="connsiteY1" fmla="*/ 80 h 77887"/>
                <a:gd name="connsiteX2" fmla="*/ 33659 w 43007"/>
                <a:gd name="connsiteY2" fmla="*/ 5439 h 77887"/>
                <a:gd name="connsiteX3" fmla="*/ 37660 w 43007"/>
                <a:gd name="connsiteY3" fmla="*/ 9280 h 77887"/>
                <a:gd name="connsiteX4" fmla="*/ 43297 w 43007"/>
                <a:gd name="connsiteY4" fmla="*/ 3921 h 77887"/>
                <a:gd name="connsiteX5" fmla="*/ 23475 w 43007"/>
                <a:gd name="connsiteY5" fmla="*/ 63676 h 77887"/>
                <a:gd name="connsiteX6" fmla="*/ 10473 w 43007"/>
                <a:gd name="connsiteY6" fmla="*/ 74931 h 77887"/>
                <a:gd name="connsiteX7" fmla="*/ 7200 w 43007"/>
                <a:gd name="connsiteY7" fmla="*/ 74484 h 77887"/>
                <a:gd name="connsiteX8" fmla="*/ 10018 w 43007"/>
                <a:gd name="connsiteY8" fmla="*/ 69750 h 77887"/>
                <a:gd name="connsiteX9" fmla="*/ 5927 w 43007"/>
                <a:gd name="connsiteY9" fmla="*/ 66088 h 77887"/>
                <a:gd name="connsiteX10" fmla="*/ 289 w 43007"/>
                <a:gd name="connsiteY10" fmla="*/ 71804 h 77887"/>
                <a:gd name="connsiteX11" fmla="*/ 10564 w 43007"/>
                <a:gd name="connsiteY11" fmla="*/ 77968 h 77887"/>
                <a:gd name="connsiteX12" fmla="*/ 31386 w 43007"/>
                <a:gd name="connsiteY12" fmla="*/ 63766 h 77887"/>
                <a:gd name="connsiteX13" fmla="*/ 39569 w 43007"/>
                <a:gd name="connsiteY13" fmla="*/ 31789 h 77887"/>
                <a:gd name="connsiteX14" fmla="*/ 40024 w 43007"/>
                <a:gd name="connsiteY14" fmla="*/ 28841 h 77887"/>
                <a:gd name="connsiteX15" fmla="*/ 28840 w 43007"/>
                <a:gd name="connsiteY15" fmla="*/ 20177 h 77887"/>
                <a:gd name="connsiteX16" fmla="*/ 11109 w 43007"/>
                <a:gd name="connsiteY16" fmla="*/ 34022 h 77887"/>
                <a:gd name="connsiteX17" fmla="*/ 13019 w 43007"/>
                <a:gd name="connsiteY17" fmla="*/ 35272 h 77887"/>
                <a:gd name="connsiteX18" fmla="*/ 15019 w 43007"/>
                <a:gd name="connsiteY18" fmla="*/ 34022 h 77887"/>
                <a:gd name="connsiteX19" fmla="*/ 28476 w 43007"/>
                <a:gd name="connsiteY19" fmla="*/ 23214 h 77887"/>
                <a:gd name="connsiteX20" fmla="*/ 32295 w 43007"/>
                <a:gd name="connsiteY20" fmla="*/ 27948 h 77887"/>
                <a:gd name="connsiteX21" fmla="*/ 32022 w 43007"/>
                <a:gd name="connsiteY21" fmla="*/ 30270 h 77887"/>
                <a:gd name="connsiteX22" fmla="*/ 23475 w 43007"/>
                <a:gd name="connsiteY22" fmla="*/ 63676 h 7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007" h="77887">
                  <a:moveTo>
                    <a:pt x="43297" y="3921"/>
                  </a:moveTo>
                  <a:cubicBezTo>
                    <a:pt x="43297" y="1866"/>
                    <a:pt x="41751" y="80"/>
                    <a:pt x="39296" y="80"/>
                  </a:cubicBezTo>
                  <a:cubicBezTo>
                    <a:pt x="36478" y="80"/>
                    <a:pt x="33659" y="2759"/>
                    <a:pt x="33659" y="5439"/>
                  </a:cubicBezTo>
                  <a:cubicBezTo>
                    <a:pt x="33659" y="7583"/>
                    <a:pt x="35387" y="9280"/>
                    <a:pt x="37660" y="9280"/>
                  </a:cubicBezTo>
                  <a:cubicBezTo>
                    <a:pt x="40751" y="9280"/>
                    <a:pt x="43297" y="6422"/>
                    <a:pt x="43297" y="3921"/>
                  </a:cubicBezTo>
                  <a:close/>
                  <a:moveTo>
                    <a:pt x="23475" y="63676"/>
                  </a:moveTo>
                  <a:cubicBezTo>
                    <a:pt x="21748" y="70465"/>
                    <a:pt x="16019" y="74931"/>
                    <a:pt x="10473" y="74931"/>
                  </a:cubicBezTo>
                  <a:cubicBezTo>
                    <a:pt x="8927" y="74931"/>
                    <a:pt x="7927" y="74663"/>
                    <a:pt x="7200" y="74484"/>
                  </a:cubicBezTo>
                  <a:cubicBezTo>
                    <a:pt x="9382" y="73234"/>
                    <a:pt x="10018" y="70911"/>
                    <a:pt x="10018" y="69750"/>
                  </a:cubicBezTo>
                  <a:cubicBezTo>
                    <a:pt x="10018" y="68232"/>
                    <a:pt x="8927" y="66088"/>
                    <a:pt x="5927" y="66088"/>
                  </a:cubicBezTo>
                  <a:cubicBezTo>
                    <a:pt x="2835" y="66088"/>
                    <a:pt x="289" y="68857"/>
                    <a:pt x="289" y="71804"/>
                  </a:cubicBezTo>
                  <a:cubicBezTo>
                    <a:pt x="289" y="75645"/>
                    <a:pt x="4381" y="77968"/>
                    <a:pt x="10564" y="77968"/>
                  </a:cubicBezTo>
                  <a:cubicBezTo>
                    <a:pt x="16747" y="77968"/>
                    <a:pt x="28567" y="74841"/>
                    <a:pt x="31386" y="63766"/>
                  </a:cubicBezTo>
                  <a:lnTo>
                    <a:pt x="39569" y="31789"/>
                  </a:lnTo>
                  <a:cubicBezTo>
                    <a:pt x="39751" y="30896"/>
                    <a:pt x="40024" y="30092"/>
                    <a:pt x="40024" y="28841"/>
                  </a:cubicBezTo>
                  <a:cubicBezTo>
                    <a:pt x="40024" y="23750"/>
                    <a:pt x="35205" y="20177"/>
                    <a:pt x="28840" y="20177"/>
                  </a:cubicBezTo>
                  <a:cubicBezTo>
                    <a:pt x="17838" y="20177"/>
                    <a:pt x="11109" y="32235"/>
                    <a:pt x="11109" y="34022"/>
                  </a:cubicBezTo>
                  <a:cubicBezTo>
                    <a:pt x="11109" y="35272"/>
                    <a:pt x="12564" y="35272"/>
                    <a:pt x="13019" y="35272"/>
                  </a:cubicBezTo>
                  <a:cubicBezTo>
                    <a:pt x="14383" y="35272"/>
                    <a:pt x="14565" y="34915"/>
                    <a:pt x="15019" y="34022"/>
                  </a:cubicBezTo>
                  <a:cubicBezTo>
                    <a:pt x="19202" y="25268"/>
                    <a:pt x="25385" y="23214"/>
                    <a:pt x="28476" y="23214"/>
                  </a:cubicBezTo>
                  <a:cubicBezTo>
                    <a:pt x="32113" y="23214"/>
                    <a:pt x="32295" y="26429"/>
                    <a:pt x="32295" y="27948"/>
                  </a:cubicBezTo>
                  <a:cubicBezTo>
                    <a:pt x="32295" y="29198"/>
                    <a:pt x="32204" y="29556"/>
                    <a:pt x="32022" y="30270"/>
                  </a:cubicBezTo>
                  <a:lnTo>
                    <a:pt x="23475" y="636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0" name="Freeform: Shape 1179">
              <a:extLst>
                <a:ext uri="{FF2B5EF4-FFF2-40B4-BE49-F238E27FC236}">
                  <a16:creationId xmlns:a16="http://schemas.microsoft.com/office/drawing/2014/main" id="{669250BE-F82E-CE9C-E63F-D74C246E23F8}"/>
                </a:ext>
              </a:extLst>
            </p:cNvPr>
            <p:cNvSpPr/>
            <p:nvPr>
              <p:custDataLst>
                <p:tags r:id="rId83"/>
              </p:custDataLst>
            </p:nvPr>
          </p:nvSpPr>
          <p:spPr>
            <a:xfrm>
              <a:off x="12423031" y="3988105"/>
              <a:ext cx="69103" cy="321376"/>
            </a:xfrm>
            <a:custGeom>
              <a:avLst/>
              <a:gdLst>
                <a:gd name="connsiteX0" fmla="*/ 69398 w 69103"/>
                <a:gd name="connsiteY0" fmla="*/ 160663 h 321376"/>
                <a:gd name="connsiteX1" fmla="*/ 21389 w 69103"/>
                <a:gd name="connsiteY1" fmla="*/ 14713 h 321376"/>
                <a:gd name="connsiteX2" fmla="*/ 7751 w 69103"/>
                <a:gd name="connsiteY2" fmla="*/ 1136 h 321376"/>
                <a:gd name="connsiteX3" fmla="*/ 3750 w 69103"/>
                <a:gd name="connsiteY3" fmla="*/ 64 h 321376"/>
                <a:gd name="connsiteX4" fmla="*/ 295 w 69103"/>
                <a:gd name="connsiteY4" fmla="*/ 1851 h 321376"/>
                <a:gd name="connsiteX5" fmla="*/ 1386 w 69103"/>
                <a:gd name="connsiteY5" fmla="*/ 3637 h 321376"/>
                <a:gd name="connsiteX6" fmla="*/ 28664 w 69103"/>
                <a:gd name="connsiteY6" fmla="*/ 39365 h 321376"/>
                <a:gd name="connsiteX7" fmla="*/ 55577 w 69103"/>
                <a:gd name="connsiteY7" fmla="*/ 160663 h 321376"/>
                <a:gd name="connsiteX8" fmla="*/ 1022 w 69103"/>
                <a:gd name="connsiteY8" fmla="*/ 318225 h 321376"/>
                <a:gd name="connsiteX9" fmla="*/ 295 w 69103"/>
                <a:gd name="connsiteY9" fmla="*/ 319654 h 321376"/>
                <a:gd name="connsiteX10" fmla="*/ 3750 w 69103"/>
                <a:gd name="connsiteY10" fmla="*/ 321440 h 321376"/>
                <a:gd name="connsiteX11" fmla="*/ 8114 w 69103"/>
                <a:gd name="connsiteY11" fmla="*/ 320011 h 321376"/>
                <a:gd name="connsiteX12" fmla="*/ 57396 w 69103"/>
                <a:gd name="connsiteY12" fmla="*/ 242838 h 321376"/>
                <a:gd name="connsiteX13" fmla="*/ 69398 w 69103"/>
                <a:gd name="connsiteY13" fmla="*/ 160663 h 32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103" h="321376">
                  <a:moveTo>
                    <a:pt x="69398" y="160663"/>
                  </a:moveTo>
                  <a:cubicBezTo>
                    <a:pt x="69398" y="109393"/>
                    <a:pt x="57214" y="54907"/>
                    <a:pt x="21389" y="14713"/>
                  </a:cubicBezTo>
                  <a:cubicBezTo>
                    <a:pt x="18844" y="11855"/>
                    <a:pt x="12115" y="4887"/>
                    <a:pt x="7751" y="1136"/>
                  </a:cubicBezTo>
                  <a:cubicBezTo>
                    <a:pt x="6478" y="64"/>
                    <a:pt x="6114" y="64"/>
                    <a:pt x="3750" y="64"/>
                  </a:cubicBezTo>
                  <a:cubicBezTo>
                    <a:pt x="1931" y="64"/>
                    <a:pt x="295" y="64"/>
                    <a:pt x="295" y="1851"/>
                  </a:cubicBezTo>
                  <a:cubicBezTo>
                    <a:pt x="295" y="2565"/>
                    <a:pt x="1022" y="3280"/>
                    <a:pt x="1386" y="3637"/>
                  </a:cubicBezTo>
                  <a:cubicBezTo>
                    <a:pt x="7569" y="9889"/>
                    <a:pt x="17389" y="19715"/>
                    <a:pt x="28664" y="39365"/>
                  </a:cubicBezTo>
                  <a:cubicBezTo>
                    <a:pt x="48303" y="73664"/>
                    <a:pt x="55577" y="117789"/>
                    <a:pt x="55577" y="160663"/>
                  </a:cubicBezTo>
                  <a:cubicBezTo>
                    <a:pt x="55577" y="238193"/>
                    <a:pt x="33755" y="285533"/>
                    <a:pt x="1022" y="318225"/>
                  </a:cubicBezTo>
                  <a:cubicBezTo>
                    <a:pt x="658" y="318582"/>
                    <a:pt x="295" y="319118"/>
                    <a:pt x="295" y="319654"/>
                  </a:cubicBezTo>
                  <a:cubicBezTo>
                    <a:pt x="295" y="321440"/>
                    <a:pt x="1931" y="321440"/>
                    <a:pt x="3750" y="321440"/>
                  </a:cubicBezTo>
                  <a:cubicBezTo>
                    <a:pt x="6114" y="321440"/>
                    <a:pt x="6478" y="321440"/>
                    <a:pt x="8114" y="320011"/>
                  </a:cubicBezTo>
                  <a:cubicBezTo>
                    <a:pt x="25390" y="305363"/>
                    <a:pt x="44848" y="280531"/>
                    <a:pt x="57396" y="242838"/>
                  </a:cubicBezTo>
                  <a:cubicBezTo>
                    <a:pt x="65397" y="218364"/>
                    <a:pt x="69398" y="189424"/>
                    <a:pt x="69398" y="16066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1" name="Freeform: Shape 1180">
              <a:extLst>
                <a:ext uri="{FF2B5EF4-FFF2-40B4-BE49-F238E27FC236}">
                  <a16:creationId xmlns:a16="http://schemas.microsoft.com/office/drawing/2014/main" id="{325EA0FB-7DA2-4515-3CB7-F2E53C9E4C12}"/>
                </a:ext>
              </a:extLst>
            </p:cNvPr>
            <p:cNvSpPr/>
            <p:nvPr>
              <p:custDataLst>
                <p:tags r:id="rId84"/>
              </p:custDataLst>
            </p:nvPr>
          </p:nvSpPr>
          <p:spPr>
            <a:xfrm>
              <a:off x="11406777" y="4343845"/>
              <a:ext cx="1118312" cy="7145"/>
            </a:xfrm>
            <a:custGeom>
              <a:avLst/>
              <a:gdLst>
                <a:gd name="connsiteX0" fmla="*/ 0 w 1118312"/>
                <a:gd name="connsiteY0" fmla="*/ 0 h 7145"/>
                <a:gd name="connsiteX1" fmla="*/ 1118313 w 1118312"/>
                <a:gd name="connsiteY1" fmla="*/ 0 h 7145"/>
                <a:gd name="connsiteX2" fmla="*/ 1118313 w 1118312"/>
                <a:gd name="connsiteY2" fmla="*/ 7145 h 7145"/>
                <a:gd name="connsiteX3" fmla="*/ 0 w 1118312"/>
                <a:gd name="connsiteY3" fmla="*/ 7145 h 7145"/>
              </a:gdLst>
              <a:ahLst/>
              <a:cxnLst>
                <a:cxn ang="0">
                  <a:pos x="connsiteX0" y="connsiteY0"/>
                </a:cxn>
                <a:cxn ang="0">
                  <a:pos x="connsiteX1" y="connsiteY1"/>
                </a:cxn>
                <a:cxn ang="0">
                  <a:pos x="connsiteX2" y="connsiteY2"/>
                </a:cxn>
                <a:cxn ang="0">
                  <a:pos x="connsiteX3" y="connsiteY3"/>
                </a:cxn>
              </a:cxnLst>
              <a:rect l="l" t="t" r="r" b="b"/>
              <a:pathLst>
                <a:path w="1118312" h="7145">
                  <a:moveTo>
                    <a:pt x="0" y="0"/>
                  </a:moveTo>
                  <a:lnTo>
                    <a:pt x="1118313" y="0"/>
                  </a:lnTo>
                  <a:lnTo>
                    <a:pt x="1118313" y="7145"/>
                  </a:lnTo>
                  <a:lnTo>
                    <a:pt x="0" y="714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2" name="Freeform: Shape 1181">
              <a:extLst>
                <a:ext uri="{FF2B5EF4-FFF2-40B4-BE49-F238E27FC236}">
                  <a16:creationId xmlns:a16="http://schemas.microsoft.com/office/drawing/2014/main" id="{49487473-AA7D-A7DD-492C-36136F186764}"/>
                </a:ext>
              </a:extLst>
            </p:cNvPr>
            <p:cNvSpPr/>
            <p:nvPr>
              <p:custDataLst>
                <p:tags r:id="rId85"/>
              </p:custDataLst>
            </p:nvPr>
          </p:nvSpPr>
          <p:spPr>
            <a:xfrm>
              <a:off x="11439510" y="4385243"/>
              <a:ext cx="69103" cy="321376"/>
            </a:xfrm>
            <a:custGeom>
              <a:avLst/>
              <a:gdLst>
                <a:gd name="connsiteX0" fmla="*/ 61160 w 69103"/>
                <a:gd name="connsiteY0" fmla="*/ 319497 h 321376"/>
                <a:gd name="connsiteX1" fmla="*/ 63342 w 69103"/>
                <a:gd name="connsiteY1" fmla="*/ 321462 h 321376"/>
                <a:gd name="connsiteX2" fmla="*/ 67342 w 69103"/>
                <a:gd name="connsiteY2" fmla="*/ 321462 h 321376"/>
                <a:gd name="connsiteX3" fmla="*/ 69343 w 69103"/>
                <a:gd name="connsiteY3" fmla="*/ 319676 h 321376"/>
                <a:gd name="connsiteX4" fmla="*/ 68615 w 69103"/>
                <a:gd name="connsiteY4" fmla="*/ 318068 h 321376"/>
                <a:gd name="connsiteX5" fmla="*/ 40974 w 69103"/>
                <a:gd name="connsiteY5" fmla="*/ 282161 h 321376"/>
                <a:gd name="connsiteX6" fmla="*/ 14060 w 69103"/>
                <a:gd name="connsiteY6" fmla="*/ 160864 h 321376"/>
                <a:gd name="connsiteX7" fmla="*/ 68797 w 69103"/>
                <a:gd name="connsiteY7" fmla="*/ 3302 h 321376"/>
                <a:gd name="connsiteX8" fmla="*/ 69343 w 69103"/>
                <a:gd name="connsiteY8" fmla="*/ 1873 h 321376"/>
                <a:gd name="connsiteX9" fmla="*/ 65888 w 69103"/>
                <a:gd name="connsiteY9" fmla="*/ 86 h 321376"/>
                <a:gd name="connsiteX10" fmla="*/ 61523 w 69103"/>
                <a:gd name="connsiteY10" fmla="*/ 1515 h 321376"/>
                <a:gd name="connsiteX11" fmla="*/ 12242 w 69103"/>
                <a:gd name="connsiteY11" fmla="*/ 78689 h 321376"/>
                <a:gd name="connsiteX12" fmla="*/ 239 w 69103"/>
                <a:gd name="connsiteY12" fmla="*/ 160685 h 321376"/>
                <a:gd name="connsiteX13" fmla="*/ 36610 w 69103"/>
                <a:gd name="connsiteY13" fmla="*/ 292344 h 321376"/>
                <a:gd name="connsiteX14" fmla="*/ 48248 w 69103"/>
                <a:gd name="connsiteY14" fmla="*/ 306814 h 321376"/>
                <a:gd name="connsiteX15" fmla="*/ 54067 w 69103"/>
                <a:gd name="connsiteY15" fmla="*/ 313066 h 321376"/>
                <a:gd name="connsiteX16" fmla="*/ 61160 w 69103"/>
                <a:gd name="connsiteY16" fmla="*/ 319497 h 32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103" h="321376">
                  <a:moveTo>
                    <a:pt x="61160" y="319497"/>
                  </a:moveTo>
                  <a:cubicBezTo>
                    <a:pt x="61523" y="319676"/>
                    <a:pt x="63160" y="321462"/>
                    <a:pt x="63342" y="321462"/>
                  </a:cubicBezTo>
                  <a:lnTo>
                    <a:pt x="67342" y="321462"/>
                  </a:lnTo>
                  <a:cubicBezTo>
                    <a:pt x="67888" y="321462"/>
                    <a:pt x="69343" y="321284"/>
                    <a:pt x="69343" y="319676"/>
                  </a:cubicBezTo>
                  <a:cubicBezTo>
                    <a:pt x="69343" y="318962"/>
                    <a:pt x="68979" y="318604"/>
                    <a:pt x="68615" y="318068"/>
                  </a:cubicBezTo>
                  <a:cubicBezTo>
                    <a:pt x="62069" y="311637"/>
                    <a:pt x="52249" y="301812"/>
                    <a:pt x="40974" y="282161"/>
                  </a:cubicBezTo>
                  <a:cubicBezTo>
                    <a:pt x="21334" y="247862"/>
                    <a:pt x="14060" y="203738"/>
                    <a:pt x="14060" y="160864"/>
                  </a:cubicBezTo>
                  <a:cubicBezTo>
                    <a:pt x="14060" y="81547"/>
                    <a:pt x="36973" y="34921"/>
                    <a:pt x="68797" y="3302"/>
                  </a:cubicBezTo>
                  <a:cubicBezTo>
                    <a:pt x="69343" y="2766"/>
                    <a:pt x="69343" y="2230"/>
                    <a:pt x="69343" y="1873"/>
                  </a:cubicBezTo>
                  <a:cubicBezTo>
                    <a:pt x="69343" y="86"/>
                    <a:pt x="68070" y="86"/>
                    <a:pt x="65888" y="86"/>
                  </a:cubicBezTo>
                  <a:cubicBezTo>
                    <a:pt x="63524" y="86"/>
                    <a:pt x="63160" y="86"/>
                    <a:pt x="61523" y="1515"/>
                  </a:cubicBezTo>
                  <a:cubicBezTo>
                    <a:pt x="44247" y="16164"/>
                    <a:pt x="24789" y="40995"/>
                    <a:pt x="12242" y="78689"/>
                  </a:cubicBezTo>
                  <a:cubicBezTo>
                    <a:pt x="4422" y="102269"/>
                    <a:pt x="239" y="131031"/>
                    <a:pt x="239" y="160685"/>
                  </a:cubicBezTo>
                  <a:cubicBezTo>
                    <a:pt x="239" y="203023"/>
                    <a:pt x="8059" y="250899"/>
                    <a:pt x="36610" y="292344"/>
                  </a:cubicBezTo>
                  <a:cubicBezTo>
                    <a:pt x="41520" y="299311"/>
                    <a:pt x="48248" y="306635"/>
                    <a:pt x="48248" y="306814"/>
                  </a:cubicBezTo>
                  <a:cubicBezTo>
                    <a:pt x="50067" y="308958"/>
                    <a:pt x="52613" y="311816"/>
                    <a:pt x="54067" y="313066"/>
                  </a:cubicBezTo>
                  <a:lnTo>
                    <a:pt x="61160" y="31949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3" name="Freeform: Shape 1182">
              <a:extLst>
                <a:ext uri="{FF2B5EF4-FFF2-40B4-BE49-F238E27FC236}">
                  <a16:creationId xmlns:a16="http://schemas.microsoft.com/office/drawing/2014/main" id="{CFB1B976-ACF2-E7E0-85B2-BFA8E40796FF}"/>
                </a:ext>
              </a:extLst>
            </p:cNvPr>
            <p:cNvSpPr/>
            <p:nvPr>
              <p:custDataLst>
                <p:tags r:id="rId86"/>
              </p:custDataLst>
            </p:nvPr>
          </p:nvSpPr>
          <p:spPr>
            <a:xfrm>
              <a:off x="11637796" y="4465199"/>
              <a:ext cx="54482" cy="56397"/>
            </a:xfrm>
            <a:custGeom>
              <a:avLst/>
              <a:gdLst>
                <a:gd name="connsiteX0" fmla="*/ 20237 w 54482"/>
                <a:gd name="connsiteY0" fmla="*/ 26729 h 56397"/>
                <a:gd name="connsiteX1" fmla="*/ 40732 w 54482"/>
                <a:gd name="connsiteY1" fmla="*/ 24103 h 56397"/>
                <a:gd name="connsiteX2" fmla="*/ 51934 w 54482"/>
                <a:gd name="connsiteY2" fmla="*/ 11098 h 56397"/>
                <a:gd name="connsiteX3" fmla="*/ 36149 w 54482"/>
                <a:gd name="connsiteY3" fmla="*/ 93 h 56397"/>
                <a:gd name="connsiteX4" fmla="*/ 252 w 54482"/>
                <a:gd name="connsiteY4" fmla="*/ 32981 h 56397"/>
                <a:gd name="connsiteX5" fmla="*/ 23165 w 54482"/>
                <a:gd name="connsiteY5" fmla="*/ 56491 h 56397"/>
                <a:gd name="connsiteX6" fmla="*/ 54734 w 54482"/>
                <a:gd name="connsiteY6" fmla="*/ 42360 h 56397"/>
                <a:gd name="connsiteX7" fmla="*/ 52570 w 54482"/>
                <a:gd name="connsiteY7" fmla="*/ 40234 h 56397"/>
                <a:gd name="connsiteX8" fmla="*/ 50533 w 54482"/>
                <a:gd name="connsiteY8" fmla="*/ 41485 h 56397"/>
                <a:gd name="connsiteX9" fmla="*/ 23419 w 54482"/>
                <a:gd name="connsiteY9" fmla="*/ 52989 h 56397"/>
                <a:gd name="connsiteX10" fmla="*/ 10690 w 54482"/>
                <a:gd name="connsiteY10" fmla="*/ 37858 h 56397"/>
                <a:gd name="connsiteX11" fmla="*/ 12217 w 54482"/>
                <a:gd name="connsiteY11" fmla="*/ 26729 h 56397"/>
                <a:gd name="connsiteX12" fmla="*/ 20237 w 54482"/>
                <a:gd name="connsiteY12" fmla="*/ 26729 h 56397"/>
                <a:gd name="connsiteX13" fmla="*/ 13236 w 54482"/>
                <a:gd name="connsiteY13" fmla="*/ 23228 h 56397"/>
                <a:gd name="connsiteX14" fmla="*/ 36149 w 54482"/>
                <a:gd name="connsiteY14" fmla="*/ 3595 h 56397"/>
                <a:gd name="connsiteX15" fmla="*/ 46460 w 54482"/>
                <a:gd name="connsiteY15" fmla="*/ 11098 h 56397"/>
                <a:gd name="connsiteX16" fmla="*/ 19473 w 54482"/>
                <a:gd name="connsiteY16" fmla="*/ 23228 h 56397"/>
                <a:gd name="connsiteX17" fmla="*/ 13236 w 54482"/>
                <a:gd name="connsiteY17" fmla="*/ 23228 h 5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482" h="56397">
                  <a:moveTo>
                    <a:pt x="20237" y="26729"/>
                  </a:moveTo>
                  <a:cubicBezTo>
                    <a:pt x="23801" y="26729"/>
                    <a:pt x="33858" y="26479"/>
                    <a:pt x="40732" y="24103"/>
                  </a:cubicBezTo>
                  <a:cubicBezTo>
                    <a:pt x="50152" y="20852"/>
                    <a:pt x="51934" y="14849"/>
                    <a:pt x="51934" y="11098"/>
                  </a:cubicBezTo>
                  <a:cubicBezTo>
                    <a:pt x="51934" y="4220"/>
                    <a:pt x="44932" y="93"/>
                    <a:pt x="36149" y="93"/>
                  </a:cubicBezTo>
                  <a:cubicBezTo>
                    <a:pt x="20874" y="93"/>
                    <a:pt x="252" y="11598"/>
                    <a:pt x="252" y="32981"/>
                  </a:cubicBezTo>
                  <a:cubicBezTo>
                    <a:pt x="252" y="45611"/>
                    <a:pt x="8271" y="56491"/>
                    <a:pt x="23165" y="56491"/>
                  </a:cubicBezTo>
                  <a:cubicBezTo>
                    <a:pt x="44678" y="56491"/>
                    <a:pt x="54734" y="44111"/>
                    <a:pt x="54734" y="42360"/>
                  </a:cubicBezTo>
                  <a:cubicBezTo>
                    <a:pt x="54734" y="41610"/>
                    <a:pt x="53589" y="40234"/>
                    <a:pt x="52570" y="40234"/>
                  </a:cubicBezTo>
                  <a:cubicBezTo>
                    <a:pt x="51806" y="40234"/>
                    <a:pt x="51552" y="40484"/>
                    <a:pt x="50533" y="41485"/>
                  </a:cubicBezTo>
                  <a:cubicBezTo>
                    <a:pt x="40604" y="52989"/>
                    <a:pt x="25711" y="52989"/>
                    <a:pt x="23419" y="52989"/>
                  </a:cubicBezTo>
                  <a:cubicBezTo>
                    <a:pt x="15782" y="52989"/>
                    <a:pt x="10690" y="47987"/>
                    <a:pt x="10690" y="37858"/>
                  </a:cubicBezTo>
                  <a:cubicBezTo>
                    <a:pt x="10690" y="36108"/>
                    <a:pt x="10690" y="33607"/>
                    <a:pt x="12217" y="26729"/>
                  </a:cubicBezTo>
                  <a:lnTo>
                    <a:pt x="20237" y="26729"/>
                  </a:lnTo>
                  <a:close/>
                  <a:moveTo>
                    <a:pt x="13236" y="23228"/>
                  </a:moveTo>
                  <a:cubicBezTo>
                    <a:pt x="18455" y="5095"/>
                    <a:pt x="32585" y="3595"/>
                    <a:pt x="36149" y="3595"/>
                  </a:cubicBezTo>
                  <a:cubicBezTo>
                    <a:pt x="41750" y="3595"/>
                    <a:pt x="46460" y="6346"/>
                    <a:pt x="46460" y="11098"/>
                  </a:cubicBezTo>
                  <a:cubicBezTo>
                    <a:pt x="46460" y="23228"/>
                    <a:pt x="24947" y="23228"/>
                    <a:pt x="19473" y="23228"/>
                  </a:cubicBezTo>
                  <a:lnTo>
                    <a:pt x="13236" y="2322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4" name="Freeform: Shape 1183">
              <a:extLst>
                <a:ext uri="{FF2B5EF4-FFF2-40B4-BE49-F238E27FC236}">
                  <a16:creationId xmlns:a16="http://schemas.microsoft.com/office/drawing/2014/main" id="{E6891781-7DD2-8617-01A1-FF37F4889AB3}"/>
                </a:ext>
              </a:extLst>
            </p:cNvPr>
            <p:cNvSpPr/>
            <p:nvPr>
              <p:custDataLst>
                <p:tags r:id="rId87"/>
              </p:custDataLst>
            </p:nvPr>
          </p:nvSpPr>
          <p:spPr>
            <a:xfrm>
              <a:off x="11701809" y="4397872"/>
              <a:ext cx="71012" cy="80210"/>
            </a:xfrm>
            <a:custGeom>
              <a:avLst/>
              <a:gdLst>
                <a:gd name="connsiteX0" fmla="*/ 13167 w 71012"/>
                <a:gd name="connsiteY0" fmla="*/ 57613 h 80210"/>
                <a:gd name="connsiteX1" fmla="*/ 37262 w 71012"/>
                <a:gd name="connsiteY1" fmla="*/ 64401 h 80210"/>
                <a:gd name="connsiteX2" fmla="*/ 71086 w 71012"/>
                <a:gd name="connsiteY2" fmla="*/ 40017 h 80210"/>
                <a:gd name="connsiteX3" fmla="*/ 64176 w 71012"/>
                <a:gd name="connsiteY3" fmla="*/ 27422 h 80210"/>
                <a:gd name="connsiteX4" fmla="*/ 71268 w 71012"/>
                <a:gd name="connsiteY4" fmla="*/ 13578 h 80210"/>
                <a:gd name="connsiteX5" fmla="*/ 52538 w 71012"/>
                <a:gd name="connsiteY5" fmla="*/ 90 h 80210"/>
                <a:gd name="connsiteX6" fmla="*/ 14440 w 71012"/>
                <a:gd name="connsiteY6" fmla="*/ 22242 h 80210"/>
                <a:gd name="connsiteX7" fmla="*/ 619 w 71012"/>
                <a:gd name="connsiteY7" fmla="*/ 76459 h 80210"/>
                <a:gd name="connsiteX8" fmla="*/ 255 w 71012"/>
                <a:gd name="connsiteY8" fmla="*/ 78335 h 80210"/>
                <a:gd name="connsiteX9" fmla="*/ 4074 w 71012"/>
                <a:gd name="connsiteY9" fmla="*/ 80300 h 80210"/>
                <a:gd name="connsiteX10" fmla="*/ 7620 w 71012"/>
                <a:gd name="connsiteY10" fmla="*/ 79318 h 80210"/>
                <a:gd name="connsiteX11" fmla="*/ 13167 w 71012"/>
                <a:gd name="connsiteY11" fmla="*/ 57613 h 80210"/>
                <a:gd name="connsiteX12" fmla="*/ 17986 w 71012"/>
                <a:gd name="connsiteY12" fmla="*/ 38855 h 80210"/>
                <a:gd name="connsiteX13" fmla="*/ 22078 w 71012"/>
                <a:gd name="connsiteY13" fmla="*/ 22778 h 80210"/>
                <a:gd name="connsiteX14" fmla="*/ 52083 w 71012"/>
                <a:gd name="connsiteY14" fmla="*/ 5092 h 80210"/>
                <a:gd name="connsiteX15" fmla="*/ 60175 w 71012"/>
                <a:gd name="connsiteY15" fmla="*/ 10898 h 80210"/>
                <a:gd name="connsiteX16" fmla="*/ 55811 w 71012"/>
                <a:gd name="connsiteY16" fmla="*/ 24117 h 80210"/>
                <a:gd name="connsiteX17" fmla="*/ 45718 w 71012"/>
                <a:gd name="connsiteY17" fmla="*/ 23314 h 80210"/>
                <a:gd name="connsiteX18" fmla="*/ 30988 w 71012"/>
                <a:gd name="connsiteY18" fmla="*/ 28851 h 80210"/>
                <a:gd name="connsiteX19" fmla="*/ 43991 w 71012"/>
                <a:gd name="connsiteY19" fmla="*/ 33496 h 80210"/>
                <a:gd name="connsiteX20" fmla="*/ 56629 w 71012"/>
                <a:gd name="connsiteY20" fmla="*/ 31620 h 80210"/>
                <a:gd name="connsiteX21" fmla="*/ 58448 w 71012"/>
                <a:gd name="connsiteY21" fmla="*/ 36980 h 80210"/>
                <a:gd name="connsiteX22" fmla="*/ 52629 w 71012"/>
                <a:gd name="connsiteY22" fmla="*/ 53683 h 80210"/>
                <a:gd name="connsiteX23" fmla="*/ 37353 w 71012"/>
                <a:gd name="connsiteY23" fmla="*/ 59399 h 80210"/>
                <a:gd name="connsiteX24" fmla="*/ 16167 w 71012"/>
                <a:gd name="connsiteY24" fmla="*/ 47251 h 80210"/>
                <a:gd name="connsiteX25" fmla="*/ 17986 w 71012"/>
                <a:gd name="connsiteY25" fmla="*/ 38855 h 80210"/>
                <a:gd name="connsiteX26" fmla="*/ 42081 w 71012"/>
                <a:gd name="connsiteY26" fmla="*/ 28494 h 80210"/>
                <a:gd name="connsiteX27" fmla="*/ 46991 w 71012"/>
                <a:gd name="connsiteY27" fmla="*/ 28315 h 80210"/>
                <a:gd name="connsiteX28" fmla="*/ 46991 w 71012"/>
                <a:gd name="connsiteY28" fmla="*/ 28405 h 80210"/>
                <a:gd name="connsiteX29" fmla="*/ 42081 w 71012"/>
                <a:gd name="connsiteY29" fmla="*/ 28494 h 8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012" h="80210">
                  <a:moveTo>
                    <a:pt x="13167" y="57613"/>
                  </a:moveTo>
                  <a:cubicBezTo>
                    <a:pt x="19986" y="63419"/>
                    <a:pt x="30988" y="64401"/>
                    <a:pt x="37262" y="64401"/>
                  </a:cubicBezTo>
                  <a:cubicBezTo>
                    <a:pt x="60994" y="64401"/>
                    <a:pt x="71086" y="50199"/>
                    <a:pt x="71086" y="40017"/>
                  </a:cubicBezTo>
                  <a:cubicBezTo>
                    <a:pt x="71086" y="32156"/>
                    <a:pt x="65904" y="28583"/>
                    <a:pt x="64176" y="27422"/>
                  </a:cubicBezTo>
                  <a:cubicBezTo>
                    <a:pt x="66267" y="25457"/>
                    <a:pt x="71268" y="20723"/>
                    <a:pt x="71268" y="13578"/>
                  </a:cubicBezTo>
                  <a:cubicBezTo>
                    <a:pt x="71268" y="6878"/>
                    <a:pt x="66449" y="90"/>
                    <a:pt x="52538" y="90"/>
                  </a:cubicBezTo>
                  <a:cubicBezTo>
                    <a:pt x="33807" y="90"/>
                    <a:pt x="17531" y="10005"/>
                    <a:pt x="14440" y="22242"/>
                  </a:cubicBezTo>
                  <a:lnTo>
                    <a:pt x="619" y="76459"/>
                  </a:lnTo>
                  <a:cubicBezTo>
                    <a:pt x="255" y="77710"/>
                    <a:pt x="255" y="77889"/>
                    <a:pt x="255" y="78335"/>
                  </a:cubicBezTo>
                  <a:cubicBezTo>
                    <a:pt x="255" y="80300"/>
                    <a:pt x="2074" y="80300"/>
                    <a:pt x="4074" y="80300"/>
                  </a:cubicBezTo>
                  <a:cubicBezTo>
                    <a:pt x="6347" y="80300"/>
                    <a:pt x="7075" y="80300"/>
                    <a:pt x="7620" y="79318"/>
                  </a:cubicBezTo>
                  <a:cubicBezTo>
                    <a:pt x="7893" y="78782"/>
                    <a:pt x="12803" y="59488"/>
                    <a:pt x="13167" y="57613"/>
                  </a:cubicBezTo>
                  <a:close/>
                  <a:moveTo>
                    <a:pt x="17986" y="38855"/>
                  </a:moveTo>
                  <a:lnTo>
                    <a:pt x="22078" y="22778"/>
                  </a:lnTo>
                  <a:cubicBezTo>
                    <a:pt x="25533" y="11702"/>
                    <a:pt x="39990" y="5092"/>
                    <a:pt x="52083" y="5092"/>
                  </a:cubicBezTo>
                  <a:cubicBezTo>
                    <a:pt x="57538" y="5092"/>
                    <a:pt x="60175" y="6968"/>
                    <a:pt x="60175" y="10898"/>
                  </a:cubicBezTo>
                  <a:cubicBezTo>
                    <a:pt x="60175" y="12059"/>
                    <a:pt x="59175" y="20277"/>
                    <a:pt x="55811" y="24117"/>
                  </a:cubicBezTo>
                  <a:cubicBezTo>
                    <a:pt x="51628" y="23314"/>
                    <a:pt x="48082" y="23314"/>
                    <a:pt x="45718" y="23314"/>
                  </a:cubicBezTo>
                  <a:cubicBezTo>
                    <a:pt x="40445" y="23314"/>
                    <a:pt x="30988" y="23314"/>
                    <a:pt x="30988" y="28851"/>
                  </a:cubicBezTo>
                  <a:cubicBezTo>
                    <a:pt x="30988" y="33496"/>
                    <a:pt x="38808" y="33496"/>
                    <a:pt x="43991" y="33496"/>
                  </a:cubicBezTo>
                  <a:cubicBezTo>
                    <a:pt x="46718" y="33496"/>
                    <a:pt x="51719" y="33496"/>
                    <a:pt x="56629" y="31620"/>
                  </a:cubicBezTo>
                  <a:cubicBezTo>
                    <a:pt x="58084" y="33049"/>
                    <a:pt x="58448" y="35015"/>
                    <a:pt x="58448" y="36980"/>
                  </a:cubicBezTo>
                  <a:cubicBezTo>
                    <a:pt x="58448" y="40017"/>
                    <a:pt x="56811" y="49127"/>
                    <a:pt x="52629" y="53683"/>
                  </a:cubicBezTo>
                  <a:cubicBezTo>
                    <a:pt x="49628" y="56898"/>
                    <a:pt x="44809" y="59399"/>
                    <a:pt x="37353" y="59399"/>
                  </a:cubicBezTo>
                  <a:cubicBezTo>
                    <a:pt x="28624" y="59399"/>
                    <a:pt x="16167" y="56452"/>
                    <a:pt x="16167" y="47251"/>
                  </a:cubicBezTo>
                  <a:cubicBezTo>
                    <a:pt x="16167" y="45912"/>
                    <a:pt x="17258" y="41624"/>
                    <a:pt x="17986" y="38855"/>
                  </a:cubicBezTo>
                  <a:close/>
                  <a:moveTo>
                    <a:pt x="42081" y="28494"/>
                  </a:moveTo>
                  <a:cubicBezTo>
                    <a:pt x="43627" y="28315"/>
                    <a:pt x="45809" y="28315"/>
                    <a:pt x="46991" y="28315"/>
                  </a:cubicBezTo>
                  <a:lnTo>
                    <a:pt x="46991" y="28405"/>
                  </a:lnTo>
                  <a:cubicBezTo>
                    <a:pt x="46082" y="28494"/>
                    <a:pt x="43900" y="28494"/>
                    <a:pt x="42081" y="2849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5" name="Freeform: Shape 1184">
              <a:extLst>
                <a:ext uri="{FF2B5EF4-FFF2-40B4-BE49-F238E27FC236}">
                  <a16:creationId xmlns:a16="http://schemas.microsoft.com/office/drawing/2014/main" id="{456355E7-2D6A-0756-0B80-A15B10474AAA}"/>
                </a:ext>
              </a:extLst>
            </p:cNvPr>
            <p:cNvSpPr/>
            <p:nvPr>
              <p:custDataLst>
                <p:tags r:id="rId88"/>
              </p:custDataLst>
            </p:nvPr>
          </p:nvSpPr>
          <p:spPr>
            <a:xfrm>
              <a:off x="11791777" y="4372465"/>
              <a:ext cx="75831" cy="61988"/>
            </a:xfrm>
            <a:custGeom>
              <a:avLst/>
              <a:gdLst>
                <a:gd name="connsiteX0" fmla="*/ 40722 w 75831"/>
                <a:gd name="connsiteY0" fmla="*/ 5091 h 61988"/>
                <a:gd name="connsiteX1" fmla="*/ 72182 w 75831"/>
                <a:gd name="connsiteY1" fmla="*/ 5091 h 61988"/>
                <a:gd name="connsiteX2" fmla="*/ 76092 w 75831"/>
                <a:gd name="connsiteY2" fmla="*/ 2590 h 61988"/>
                <a:gd name="connsiteX3" fmla="*/ 72182 w 75831"/>
                <a:gd name="connsiteY3" fmla="*/ 89 h 61988"/>
                <a:gd name="connsiteX4" fmla="*/ 4170 w 75831"/>
                <a:gd name="connsiteY4" fmla="*/ 89 h 61988"/>
                <a:gd name="connsiteX5" fmla="*/ 260 w 75831"/>
                <a:gd name="connsiteY5" fmla="*/ 2590 h 61988"/>
                <a:gd name="connsiteX6" fmla="*/ 4170 w 75831"/>
                <a:gd name="connsiteY6" fmla="*/ 5091 h 61988"/>
                <a:gd name="connsiteX7" fmla="*/ 35630 w 75831"/>
                <a:gd name="connsiteY7" fmla="*/ 5091 h 61988"/>
                <a:gd name="connsiteX8" fmla="*/ 35630 w 75831"/>
                <a:gd name="connsiteY8" fmla="*/ 58236 h 61988"/>
                <a:gd name="connsiteX9" fmla="*/ 38176 w 75831"/>
                <a:gd name="connsiteY9" fmla="*/ 62077 h 61988"/>
                <a:gd name="connsiteX10" fmla="*/ 40722 w 75831"/>
                <a:gd name="connsiteY10" fmla="*/ 58236 h 61988"/>
                <a:gd name="connsiteX11" fmla="*/ 40722 w 75831"/>
                <a:gd name="connsiteY11" fmla="*/ 5091 h 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831" h="61988">
                  <a:moveTo>
                    <a:pt x="40722" y="5091"/>
                  </a:moveTo>
                  <a:lnTo>
                    <a:pt x="72182" y="5091"/>
                  </a:lnTo>
                  <a:cubicBezTo>
                    <a:pt x="73637" y="5091"/>
                    <a:pt x="76092" y="5091"/>
                    <a:pt x="76092" y="2590"/>
                  </a:cubicBezTo>
                  <a:cubicBezTo>
                    <a:pt x="76092" y="89"/>
                    <a:pt x="73637" y="89"/>
                    <a:pt x="72182" y="89"/>
                  </a:cubicBezTo>
                  <a:lnTo>
                    <a:pt x="4170" y="89"/>
                  </a:lnTo>
                  <a:cubicBezTo>
                    <a:pt x="2806" y="89"/>
                    <a:pt x="260" y="89"/>
                    <a:pt x="260" y="2590"/>
                  </a:cubicBezTo>
                  <a:cubicBezTo>
                    <a:pt x="260" y="5091"/>
                    <a:pt x="2806" y="5091"/>
                    <a:pt x="4170" y="5091"/>
                  </a:cubicBezTo>
                  <a:lnTo>
                    <a:pt x="35630" y="5091"/>
                  </a:lnTo>
                  <a:lnTo>
                    <a:pt x="35630" y="58236"/>
                  </a:lnTo>
                  <a:cubicBezTo>
                    <a:pt x="35630" y="59576"/>
                    <a:pt x="35630" y="62077"/>
                    <a:pt x="38176" y="62077"/>
                  </a:cubicBezTo>
                  <a:cubicBezTo>
                    <a:pt x="40722" y="62077"/>
                    <a:pt x="40722" y="59666"/>
                    <a:pt x="40722" y="58236"/>
                  </a:cubicBezTo>
                  <a:lnTo>
                    <a:pt x="40722" y="50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6" name="Freeform: Shape 1185">
              <a:extLst>
                <a:ext uri="{FF2B5EF4-FFF2-40B4-BE49-F238E27FC236}">
                  <a16:creationId xmlns:a16="http://schemas.microsoft.com/office/drawing/2014/main" id="{9CC825D6-87DF-0BA1-7D8A-FA0CEA3483D8}"/>
                </a:ext>
              </a:extLst>
            </p:cNvPr>
            <p:cNvSpPr/>
            <p:nvPr>
              <p:custDataLst>
                <p:tags r:id="rId89"/>
              </p:custDataLst>
            </p:nvPr>
          </p:nvSpPr>
          <p:spPr>
            <a:xfrm>
              <a:off x="11893282" y="4421096"/>
              <a:ext cx="62102" cy="39658"/>
            </a:xfrm>
            <a:custGeom>
              <a:avLst/>
              <a:gdLst>
                <a:gd name="connsiteX0" fmla="*/ 37182 w 62102"/>
                <a:gd name="connsiteY0" fmla="*/ 18758 h 39658"/>
                <a:gd name="connsiteX1" fmla="*/ 51730 w 62102"/>
                <a:gd name="connsiteY1" fmla="*/ 6075 h 39658"/>
                <a:gd name="connsiteX2" fmla="*/ 60186 w 62102"/>
                <a:gd name="connsiteY2" fmla="*/ 6075 h 39658"/>
                <a:gd name="connsiteX3" fmla="*/ 60186 w 62102"/>
                <a:gd name="connsiteY3" fmla="*/ 90 h 39658"/>
                <a:gd name="connsiteX4" fmla="*/ 50093 w 62102"/>
                <a:gd name="connsiteY4" fmla="*/ 447 h 39658"/>
                <a:gd name="connsiteX5" fmla="*/ 38909 w 62102"/>
                <a:gd name="connsiteY5" fmla="*/ 90 h 39658"/>
                <a:gd name="connsiteX6" fmla="*/ 38909 w 62102"/>
                <a:gd name="connsiteY6" fmla="*/ 6075 h 39658"/>
                <a:gd name="connsiteX7" fmla="*/ 40364 w 62102"/>
                <a:gd name="connsiteY7" fmla="*/ 6075 h 39658"/>
                <a:gd name="connsiteX8" fmla="*/ 31544 w 62102"/>
                <a:gd name="connsiteY8" fmla="*/ 13846 h 39658"/>
                <a:gd name="connsiteX9" fmla="*/ 22724 w 62102"/>
                <a:gd name="connsiteY9" fmla="*/ 6164 h 39658"/>
                <a:gd name="connsiteX10" fmla="*/ 23816 w 62102"/>
                <a:gd name="connsiteY10" fmla="*/ 6075 h 39658"/>
                <a:gd name="connsiteX11" fmla="*/ 23816 w 62102"/>
                <a:gd name="connsiteY11" fmla="*/ 90 h 39658"/>
                <a:gd name="connsiteX12" fmla="*/ 11813 w 62102"/>
                <a:gd name="connsiteY12" fmla="*/ 447 h 39658"/>
                <a:gd name="connsiteX13" fmla="*/ 993 w 62102"/>
                <a:gd name="connsiteY13" fmla="*/ 90 h 39658"/>
                <a:gd name="connsiteX14" fmla="*/ 993 w 62102"/>
                <a:gd name="connsiteY14" fmla="*/ 6075 h 39658"/>
                <a:gd name="connsiteX15" fmla="*/ 8995 w 62102"/>
                <a:gd name="connsiteY15" fmla="*/ 6075 h 39658"/>
                <a:gd name="connsiteX16" fmla="*/ 24725 w 62102"/>
                <a:gd name="connsiteY16" fmla="*/ 19741 h 39658"/>
                <a:gd name="connsiteX17" fmla="*/ 8722 w 62102"/>
                <a:gd name="connsiteY17" fmla="*/ 33764 h 39658"/>
                <a:gd name="connsiteX18" fmla="*/ 266 w 62102"/>
                <a:gd name="connsiteY18" fmla="*/ 33764 h 39658"/>
                <a:gd name="connsiteX19" fmla="*/ 266 w 62102"/>
                <a:gd name="connsiteY19" fmla="*/ 39749 h 39658"/>
                <a:gd name="connsiteX20" fmla="*/ 10359 w 62102"/>
                <a:gd name="connsiteY20" fmla="*/ 39391 h 39658"/>
                <a:gd name="connsiteX21" fmla="*/ 21542 w 62102"/>
                <a:gd name="connsiteY21" fmla="*/ 39749 h 39658"/>
                <a:gd name="connsiteX22" fmla="*/ 21542 w 62102"/>
                <a:gd name="connsiteY22" fmla="*/ 33764 h 39658"/>
                <a:gd name="connsiteX23" fmla="*/ 20088 w 62102"/>
                <a:gd name="connsiteY23" fmla="*/ 33764 h 39658"/>
                <a:gd name="connsiteX24" fmla="*/ 30362 w 62102"/>
                <a:gd name="connsiteY24" fmla="*/ 24743 h 39658"/>
                <a:gd name="connsiteX25" fmla="*/ 40637 w 62102"/>
                <a:gd name="connsiteY25" fmla="*/ 33675 h 39658"/>
                <a:gd name="connsiteX26" fmla="*/ 39546 w 62102"/>
                <a:gd name="connsiteY26" fmla="*/ 33764 h 39658"/>
                <a:gd name="connsiteX27" fmla="*/ 39546 w 62102"/>
                <a:gd name="connsiteY27" fmla="*/ 39749 h 39658"/>
                <a:gd name="connsiteX28" fmla="*/ 51548 w 62102"/>
                <a:gd name="connsiteY28" fmla="*/ 39391 h 39658"/>
                <a:gd name="connsiteX29" fmla="*/ 62368 w 62102"/>
                <a:gd name="connsiteY29" fmla="*/ 39749 h 39658"/>
                <a:gd name="connsiteX30" fmla="*/ 62368 w 62102"/>
                <a:gd name="connsiteY30" fmla="*/ 33764 h 39658"/>
                <a:gd name="connsiteX31" fmla="*/ 54366 w 62102"/>
                <a:gd name="connsiteY31" fmla="*/ 33764 h 39658"/>
                <a:gd name="connsiteX32" fmla="*/ 37182 w 62102"/>
                <a:gd name="connsiteY32" fmla="*/ 18758 h 3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102" h="39658">
                  <a:moveTo>
                    <a:pt x="37182" y="18758"/>
                  </a:moveTo>
                  <a:lnTo>
                    <a:pt x="51730" y="6075"/>
                  </a:lnTo>
                  <a:lnTo>
                    <a:pt x="60186" y="6075"/>
                  </a:lnTo>
                  <a:lnTo>
                    <a:pt x="60186" y="90"/>
                  </a:lnTo>
                  <a:cubicBezTo>
                    <a:pt x="56367" y="447"/>
                    <a:pt x="53730" y="447"/>
                    <a:pt x="50093" y="447"/>
                  </a:cubicBezTo>
                  <a:cubicBezTo>
                    <a:pt x="46365" y="447"/>
                    <a:pt x="42637" y="358"/>
                    <a:pt x="38909" y="90"/>
                  </a:cubicBezTo>
                  <a:lnTo>
                    <a:pt x="38909" y="6075"/>
                  </a:lnTo>
                  <a:lnTo>
                    <a:pt x="40364" y="6075"/>
                  </a:lnTo>
                  <a:lnTo>
                    <a:pt x="31544" y="13846"/>
                  </a:lnTo>
                  <a:lnTo>
                    <a:pt x="22724" y="6164"/>
                  </a:lnTo>
                  <a:cubicBezTo>
                    <a:pt x="23179" y="6075"/>
                    <a:pt x="23361" y="6075"/>
                    <a:pt x="23816" y="6075"/>
                  </a:cubicBezTo>
                  <a:lnTo>
                    <a:pt x="23816" y="90"/>
                  </a:lnTo>
                  <a:cubicBezTo>
                    <a:pt x="19815" y="358"/>
                    <a:pt x="15814" y="447"/>
                    <a:pt x="11813" y="447"/>
                  </a:cubicBezTo>
                  <a:cubicBezTo>
                    <a:pt x="7813" y="447"/>
                    <a:pt x="5176" y="447"/>
                    <a:pt x="993" y="90"/>
                  </a:cubicBezTo>
                  <a:lnTo>
                    <a:pt x="993" y="6075"/>
                  </a:lnTo>
                  <a:lnTo>
                    <a:pt x="8995" y="6075"/>
                  </a:lnTo>
                  <a:lnTo>
                    <a:pt x="24725" y="19741"/>
                  </a:lnTo>
                  <a:lnTo>
                    <a:pt x="8722" y="33764"/>
                  </a:lnTo>
                  <a:lnTo>
                    <a:pt x="266" y="33764"/>
                  </a:lnTo>
                  <a:lnTo>
                    <a:pt x="266" y="39749"/>
                  </a:lnTo>
                  <a:cubicBezTo>
                    <a:pt x="4085" y="39391"/>
                    <a:pt x="6722" y="39391"/>
                    <a:pt x="10359" y="39391"/>
                  </a:cubicBezTo>
                  <a:cubicBezTo>
                    <a:pt x="14086" y="39391"/>
                    <a:pt x="17814" y="39481"/>
                    <a:pt x="21542" y="39749"/>
                  </a:cubicBezTo>
                  <a:lnTo>
                    <a:pt x="21542" y="33764"/>
                  </a:lnTo>
                  <a:lnTo>
                    <a:pt x="20088" y="33764"/>
                  </a:lnTo>
                  <a:lnTo>
                    <a:pt x="30362" y="24743"/>
                  </a:lnTo>
                  <a:lnTo>
                    <a:pt x="40637" y="33675"/>
                  </a:lnTo>
                  <a:cubicBezTo>
                    <a:pt x="40182" y="33764"/>
                    <a:pt x="40000" y="33764"/>
                    <a:pt x="39546" y="33764"/>
                  </a:cubicBezTo>
                  <a:lnTo>
                    <a:pt x="39546" y="39749"/>
                  </a:lnTo>
                  <a:cubicBezTo>
                    <a:pt x="43546" y="39481"/>
                    <a:pt x="47547" y="39391"/>
                    <a:pt x="51548" y="39391"/>
                  </a:cubicBezTo>
                  <a:cubicBezTo>
                    <a:pt x="55549" y="39391"/>
                    <a:pt x="58185" y="39391"/>
                    <a:pt x="62368" y="39749"/>
                  </a:cubicBezTo>
                  <a:lnTo>
                    <a:pt x="62368" y="33764"/>
                  </a:lnTo>
                  <a:lnTo>
                    <a:pt x="54366" y="33764"/>
                  </a:lnTo>
                  <a:lnTo>
                    <a:pt x="37182" y="1875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7" name="Freeform: Shape 1186">
              <a:extLst>
                <a:ext uri="{FF2B5EF4-FFF2-40B4-BE49-F238E27FC236}">
                  <a16:creationId xmlns:a16="http://schemas.microsoft.com/office/drawing/2014/main" id="{F8C0CE26-6263-3C5B-AAA8-2BA900DB0A35}"/>
                </a:ext>
              </a:extLst>
            </p:cNvPr>
            <p:cNvSpPr/>
            <p:nvPr>
              <p:custDataLst>
                <p:tags r:id="rId90"/>
              </p:custDataLst>
            </p:nvPr>
          </p:nvSpPr>
          <p:spPr>
            <a:xfrm>
              <a:off x="11968895" y="4439138"/>
              <a:ext cx="63647" cy="40462"/>
            </a:xfrm>
            <a:custGeom>
              <a:avLst/>
              <a:gdLst>
                <a:gd name="connsiteX0" fmla="*/ 9726 w 63647"/>
                <a:gd name="connsiteY0" fmla="*/ 30817 h 40462"/>
                <a:gd name="connsiteX1" fmla="*/ 8180 w 63647"/>
                <a:gd name="connsiteY1" fmla="*/ 37427 h 40462"/>
                <a:gd name="connsiteX2" fmla="*/ 11545 w 63647"/>
                <a:gd name="connsiteY2" fmla="*/ 40553 h 40462"/>
                <a:gd name="connsiteX3" fmla="*/ 15909 w 63647"/>
                <a:gd name="connsiteY3" fmla="*/ 37606 h 40462"/>
                <a:gd name="connsiteX4" fmla="*/ 17637 w 63647"/>
                <a:gd name="connsiteY4" fmla="*/ 30639 h 40462"/>
                <a:gd name="connsiteX5" fmla="*/ 20910 w 63647"/>
                <a:gd name="connsiteY5" fmla="*/ 18045 h 40462"/>
                <a:gd name="connsiteX6" fmla="*/ 39731 w 63647"/>
                <a:gd name="connsiteY6" fmla="*/ 3128 h 40462"/>
                <a:gd name="connsiteX7" fmla="*/ 46096 w 63647"/>
                <a:gd name="connsiteY7" fmla="*/ 9559 h 40462"/>
                <a:gd name="connsiteX8" fmla="*/ 40186 w 63647"/>
                <a:gd name="connsiteY8" fmla="*/ 28942 h 40462"/>
                <a:gd name="connsiteX9" fmla="*/ 39277 w 63647"/>
                <a:gd name="connsiteY9" fmla="*/ 32693 h 40462"/>
                <a:gd name="connsiteX10" fmla="*/ 49188 w 63647"/>
                <a:gd name="connsiteY10" fmla="*/ 40553 h 40462"/>
                <a:gd name="connsiteX11" fmla="*/ 63918 w 63647"/>
                <a:gd name="connsiteY11" fmla="*/ 26709 h 40462"/>
                <a:gd name="connsiteX12" fmla="*/ 62008 w 63647"/>
                <a:gd name="connsiteY12" fmla="*/ 25458 h 40462"/>
                <a:gd name="connsiteX13" fmla="*/ 59826 w 63647"/>
                <a:gd name="connsiteY13" fmla="*/ 27513 h 40462"/>
                <a:gd name="connsiteX14" fmla="*/ 49551 w 63647"/>
                <a:gd name="connsiteY14" fmla="*/ 37517 h 40462"/>
                <a:gd name="connsiteX15" fmla="*/ 46824 w 63647"/>
                <a:gd name="connsiteY15" fmla="*/ 34122 h 40462"/>
                <a:gd name="connsiteX16" fmla="*/ 48006 w 63647"/>
                <a:gd name="connsiteY16" fmla="*/ 29388 h 40462"/>
                <a:gd name="connsiteX17" fmla="*/ 53734 w 63647"/>
                <a:gd name="connsiteY17" fmla="*/ 10720 h 40462"/>
                <a:gd name="connsiteX18" fmla="*/ 40277 w 63647"/>
                <a:gd name="connsiteY18" fmla="*/ 91 h 40462"/>
                <a:gd name="connsiteX19" fmla="*/ 23092 w 63647"/>
                <a:gd name="connsiteY19" fmla="*/ 8934 h 40462"/>
                <a:gd name="connsiteX20" fmla="*/ 11999 w 63647"/>
                <a:gd name="connsiteY20" fmla="*/ 91 h 40462"/>
                <a:gd name="connsiteX21" fmla="*/ 270 w 63647"/>
                <a:gd name="connsiteY21" fmla="*/ 13936 h 40462"/>
                <a:gd name="connsiteX22" fmla="*/ 2179 w 63647"/>
                <a:gd name="connsiteY22" fmla="*/ 15186 h 40462"/>
                <a:gd name="connsiteX23" fmla="*/ 4271 w 63647"/>
                <a:gd name="connsiteY23" fmla="*/ 13489 h 40462"/>
                <a:gd name="connsiteX24" fmla="*/ 11545 w 63647"/>
                <a:gd name="connsiteY24" fmla="*/ 3128 h 40462"/>
                <a:gd name="connsiteX25" fmla="*/ 15273 w 63647"/>
                <a:gd name="connsiteY25" fmla="*/ 7862 h 40462"/>
                <a:gd name="connsiteX26" fmla="*/ 13818 w 63647"/>
                <a:gd name="connsiteY26" fmla="*/ 14829 h 40462"/>
                <a:gd name="connsiteX27" fmla="*/ 11817 w 63647"/>
                <a:gd name="connsiteY27" fmla="*/ 22868 h 40462"/>
                <a:gd name="connsiteX28" fmla="*/ 9726 w 63647"/>
                <a:gd name="connsiteY28" fmla="*/ 30817 h 4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647" h="40462">
                  <a:moveTo>
                    <a:pt x="9726" y="30817"/>
                  </a:moveTo>
                  <a:cubicBezTo>
                    <a:pt x="9180" y="33050"/>
                    <a:pt x="8180" y="36981"/>
                    <a:pt x="8180" y="37427"/>
                  </a:cubicBezTo>
                  <a:cubicBezTo>
                    <a:pt x="8180" y="39392"/>
                    <a:pt x="9817" y="40553"/>
                    <a:pt x="11545" y="40553"/>
                  </a:cubicBezTo>
                  <a:cubicBezTo>
                    <a:pt x="12908" y="40553"/>
                    <a:pt x="14909" y="39839"/>
                    <a:pt x="15909" y="37606"/>
                  </a:cubicBezTo>
                  <a:cubicBezTo>
                    <a:pt x="16000" y="37159"/>
                    <a:pt x="17091" y="32961"/>
                    <a:pt x="17637" y="30639"/>
                  </a:cubicBezTo>
                  <a:cubicBezTo>
                    <a:pt x="20728" y="18581"/>
                    <a:pt x="20728" y="18402"/>
                    <a:pt x="20910" y="18045"/>
                  </a:cubicBezTo>
                  <a:cubicBezTo>
                    <a:pt x="22092" y="15633"/>
                    <a:pt x="28639" y="3128"/>
                    <a:pt x="39731" y="3128"/>
                  </a:cubicBezTo>
                  <a:cubicBezTo>
                    <a:pt x="44187" y="3128"/>
                    <a:pt x="46096" y="5540"/>
                    <a:pt x="46096" y="9559"/>
                  </a:cubicBezTo>
                  <a:cubicBezTo>
                    <a:pt x="46096" y="14650"/>
                    <a:pt x="42277" y="23850"/>
                    <a:pt x="40186" y="28942"/>
                  </a:cubicBezTo>
                  <a:cubicBezTo>
                    <a:pt x="39731" y="30014"/>
                    <a:pt x="39277" y="31175"/>
                    <a:pt x="39277" y="32693"/>
                  </a:cubicBezTo>
                  <a:cubicBezTo>
                    <a:pt x="39277" y="37338"/>
                    <a:pt x="43823" y="40553"/>
                    <a:pt x="49188" y="40553"/>
                  </a:cubicBezTo>
                  <a:cubicBezTo>
                    <a:pt x="58917" y="40553"/>
                    <a:pt x="63918" y="28942"/>
                    <a:pt x="63918" y="26709"/>
                  </a:cubicBezTo>
                  <a:cubicBezTo>
                    <a:pt x="63918" y="25458"/>
                    <a:pt x="62372" y="25458"/>
                    <a:pt x="62008" y="25458"/>
                  </a:cubicBezTo>
                  <a:cubicBezTo>
                    <a:pt x="60462" y="25458"/>
                    <a:pt x="60372" y="25815"/>
                    <a:pt x="59826" y="27513"/>
                  </a:cubicBezTo>
                  <a:cubicBezTo>
                    <a:pt x="58098" y="32872"/>
                    <a:pt x="53916" y="37517"/>
                    <a:pt x="49551" y="37517"/>
                  </a:cubicBezTo>
                  <a:cubicBezTo>
                    <a:pt x="47460" y="37517"/>
                    <a:pt x="46824" y="36087"/>
                    <a:pt x="46824" y="34122"/>
                  </a:cubicBezTo>
                  <a:cubicBezTo>
                    <a:pt x="46824" y="32247"/>
                    <a:pt x="47187" y="31353"/>
                    <a:pt x="48006" y="29388"/>
                  </a:cubicBezTo>
                  <a:cubicBezTo>
                    <a:pt x="49551" y="25815"/>
                    <a:pt x="53734" y="15633"/>
                    <a:pt x="53734" y="10720"/>
                  </a:cubicBezTo>
                  <a:cubicBezTo>
                    <a:pt x="53734" y="4111"/>
                    <a:pt x="48915" y="91"/>
                    <a:pt x="40277" y="91"/>
                  </a:cubicBezTo>
                  <a:cubicBezTo>
                    <a:pt x="32003" y="91"/>
                    <a:pt x="26275" y="5004"/>
                    <a:pt x="23092" y="8934"/>
                  </a:cubicBezTo>
                  <a:cubicBezTo>
                    <a:pt x="22637" y="1610"/>
                    <a:pt x="15363" y="91"/>
                    <a:pt x="11999" y="91"/>
                  </a:cubicBezTo>
                  <a:cubicBezTo>
                    <a:pt x="2907" y="91"/>
                    <a:pt x="270" y="13757"/>
                    <a:pt x="270" y="13936"/>
                  </a:cubicBezTo>
                  <a:cubicBezTo>
                    <a:pt x="270" y="15186"/>
                    <a:pt x="1725" y="15186"/>
                    <a:pt x="2179" y="15186"/>
                  </a:cubicBezTo>
                  <a:cubicBezTo>
                    <a:pt x="3725" y="15186"/>
                    <a:pt x="3907" y="14650"/>
                    <a:pt x="4271" y="13489"/>
                  </a:cubicBezTo>
                  <a:cubicBezTo>
                    <a:pt x="5634" y="8309"/>
                    <a:pt x="7726" y="3128"/>
                    <a:pt x="11545" y="3128"/>
                  </a:cubicBezTo>
                  <a:cubicBezTo>
                    <a:pt x="14636" y="3128"/>
                    <a:pt x="15273" y="5986"/>
                    <a:pt x="15273" y="7862"/>
                  </a:cubicBezTo>
                  <a:cubicBezTo>
                    <a:pt x="15273" y="9113"/>
                    <a:pt x="14363" y="12507"/>
                    <a:pt x="13818" y="14829"/>
                  </a:cubicBezTo>
                  <a:cubicBezTo>
                    <a:pt x="13181" y="17241"/>
                    <a:pt x="12272" y="20903"/>
                    <a:pt x="11817" y="22868"/>
                  </a:cubicBezTo>
                  <a:lnTo>
                    <a:pt x="9726" y="3081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8" name="Freeform: Shape 1187">
              <a:extLst>
                <a:ext uri="{FF2B5EF4-FFF2-40B4-BE49-F238E27FC236}">
                  <a16:creationId xmlns:a16="http://schemas.microsoft.com/office/drawing/2014/main" id="{EF9D364F-19D2-2903-9FE3-0B8B02E43A91}"/>
                </a:ext>
              </a:extLst>
            </p:cNvPr>
            <p:cNvSpPr/>
            <p:nvPr>
              <p:custDataLst>
                <p:tags r:id="rId91"/>
              </p:custDataLst>
            </p:nvPr>
          </p:nvSpPr>
          <p:spPr>
            <a:xfrm>
              <a:off x="12064348" y="4435923"/>
              <a:ext cx="69376" cy="5001"/>
            </a:xfrm>
            <a:custGeom>
              <a:avLst/>
              <a:gdLst>
                <a:gd name="connsiteX0" fmla="*/ 65741 w 69376"/>
                <a:gd name="connsiteY0" fmla="*/ 5092 h 5001"/>
                <a:gd name="connsiteX1" fmla="*/ 69651 w 69376"/>
                <a:gd name="connsiteY1" fmla="*/ 2591 h 5001"/>
                <a:gd name="connsiteX2" fmla="*/ 65741 w 69376"/>
                <a:gd name="connsiteY2" fmla="*/ 90 h 5001"/>
                <a:gd name="connsiteX3" fmla="*/ 4184 w 69376"/>
                <a:gd name="connsiteY3" fmla="*/ 90 h 5001"/>
                <a:gd name="connsiteX4" fmla="*/ 275 w 69376"/>
                <a:gd name="connsiteY4" fmla="*/ 2591 h 5001"/>
                <a:gd name="connsiteX5" fmla="*/ 4184 w 69376"/>
                <a:gd name="connsiteY5" fmla="*/ 5092 h 5001"/>
                <a:gd name="connsiteX6" fmla="*/ 65741 w 69376"/>
                <a:gd name="connsiteY6" fmla="*/ 5092 h 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376" h="5001">
                  <a:moveTo>
                    <a:pt x="65741" y="5092"/>
                  </a:moveTo>
                  <a:cubicBezTo>
                    <a:pt x="67196" y="5092"/>
                    <a:pt x="69651" y="5092"/>
                    <a:pt x="69651" y="2591"/>
                  </a:cubicBezTo>
                  <a:cubicBezTo>
                    <a:pt x="69651" y="90"/>
                    <a:pt x="67196" y="90"/>
                    <a:pt x="65741" y="90"/>
                  </a:cubicBezTo>
                  <a:lnTo>
                    <a:pt x="4184" y="90"/>
                  </a:lnTo>
                  <a:cubicBezTo>
                    <a:pt x="2730" y="90"/>
                    <a:pt x="275" y="90"/>
                    <a:pt x="275" y="2591"/>
                  </a:cubicBezTo>
                  <a:cubicBezTo>
                    <a:pt x="275" y="5092"/>
                    <a:pt x="2730" y="5092"/>
                    <a:pt x="4184" y="5092"/>
                  </a:cubicBezTo>
                  <a:lnTo>
                    <a:pt x="65741" y="509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89" name="Freeform: Shape 1188">
              <a:extLst>
                <a:ext uri="{FF2B5EF4-FFF2-40B4-BE49-F238E27FC236}">
                  <a16:creationId xmlns:a16="http://schemas.microsoft.com/office/drawing/2014/main" id="{34B3F683-886B-324D-FD5E-EC94111F9474}"/>
                </a:ext>
              </a:extLst>
            </p:cNvPr>
            <p:cNvSpPr/>
            <p:nvPr>
              <p:custDataLst>
                <p:tags r:id="rId92"/>
              </p:custDataLst>
            </p:nvPr>
          </p:nvSpPr>
          <p:spPr>
            <a:xfrm>
              <a:off x="12156942" y="4421274"/>
              <a:ext cx="60374" cy="58773"/>
            </a:xfrm>
            <a:custGeom>
              <a:avLst/>
              <a:gdLst>
                <a:gd name="connsiteX0" fmla="*/ 644 w 60374"/>
                <a:gd name="connsiteY0" fmla="*/ 53593 h 58773"/>
                <a:gd name="connsiteX1" fmla="*/ 280 w 60374"/>
                <a:gd name="connsiteY1" fmla="*/ 55737 h 58773"/>
                <a:gd name="connsiteX2" fmla="*/ 3644 w 60374"/>
                <a:gd name="connsiteY2" fmla="*/ 58863 h 58773"/>
                <a:gd name="connsiteX3" fmla="*/ 8282 w 60374"/>
                <a:gd name="connsiteY3" fmla="*/ 54844 h 58773"/>
                <a:gd name="connsiteX4" fmla="*/ 10373 w 60374"/>
                <a:gd name="connsiteY4" fmla="*/ 46448 h 58773"/>
                <a:gd name="connsiteX5" fmla="*/ 12555 w 60374"/>
                <a:gd name="connsiteY5" fmla="*/ 37873 h 58773"/>
                <a:gd name="connsiteX6" fmla="*/ 23648 w 60374"/>
                <a:gd name="connsiteY6" fmla="*/ 40552 h 58773"/>
                <a:gd name="connsiteX7" fmla="*/ 38287 w 60374"/>
                <a:gd name="connsiteY7" fmla="*/ 33943 h 58773"/>
                <a:gd name="connsiteX8" fmla="*/ 49016 w 60374"/>
                <a:gd name="connsiteY8" fmla="*/ 40552 h 58773"/>
                <a:gd name="connsiteX9" fmla="*/ 57018 w 60374"/>
                <a:gd name="connsiteY9" fmla="*/ 35550 h 58773"/>
                <a:gd name="connsiteX10" fmla="*/ 60655 w 60374"/>
                <a:gd name="connsiteY10" fmla="*/ 26708 h 58773"/>
                <a:gd name="connsiteX11" fmla="*/ 58745 w 60374"/>
                <a:gd name="connsiteY11" fmla="*/ 25457 h 58773"/>
                <a:gd name="connsiteX12" fmla="*/ 56563 w 60374"/>
                <a:gd name="connsiteY12" fmla="*/ 27422 h 58773"/>
                <a:gd name="connsiteX13" fmla="*/ 49380 w 60374"/>
                <a:gd name="connsiteY13" fmla="*/ 37516 h 58773"/>
                <a:gd name="connsiteX14" fmla="*/ 45743 w 60374"/>
                <a:gd name="connsiteY14" fmla="*/ 32782 h 58773"/>
                <a:gd name="connsiteX15" fmla="*/ 52108 w 60374"/>
                <a:gd name="connsiteY15" fmla="*/ 6343 h 58773"/>
                <a:gd name="connsiteX16" fmla="*/ 52562 w 60374"/>
                <a:gd name="connsiteY16" fmla="*/ 4199 h 58773"/>
                <a:gd name="connsiteX17" fmla="*/ 49198 w 60374"/>
                <a:gd name="connsiteY17" fmla="*/ 1073 h 58773"/>
                <a:gd name="connsiteX18" fmla="*/ 44197 w 60374"/>
                <a:gd name="connsiteY18" fmla="*/ 6700 h 58773"/>
                <a:gd name="connsiteX19" fmla="*/ 42197 w 60374"/>
                <a:gd name="connsiteY19" fmla="*/ 14381 h 58773"/>
                <a:gd name="connsiteX20" fmla="*/ 39287 w 60374"/>
                <a:gd name="connsiteY20" fmla="*/ 25993 h 58773"/>
                <a:gd name="connsiteX21" fmla="*/ 37105 w 60374"/>
                <a:gd name="connsiteY21" fmla="*/ 30281 h 58773"/>
                <a:gd name="connsiteX22" fmla="*/ 24103 w 60374"/>
                <a:gd name="connsiteY22" fmla="*/ 37516 h 58773"/>
                <a:gd name="connsiteX23" fmla="*/ 15283 w 60374"/>
                <a:gd name="connsiteY23" fmla="*/ 29298 h 58773"/>
                <a:gd name="connsiteX24" fmla="*/ 16465 w 60374"/>
                <a:gd name="connsiteY24" fmla="*/ 22778 h 58773"/>
                <a:gd name="connsiteX25" fmla="*/ 18465 w 60374"/>
                <a:gd name="connsiteY25" fmla="*/ 14739 h 58773"/>
                <a:gd name="connsiteX26" fmla="*/ 20011 w 60374"/>
                <a:gd name="connsiteY26" fmla="*/ 8754 h 58773"/>
                <a:gd name="connsiteX27" fmla="*/ 21284 w 60374"/>
                <a:gd name="connsiteY27" fmla="*/ 3216 h 58773"/>
                <a:gd name="connsiteX28" fmla="*/ 17920 w 60374"/>
                <a:gd name="connsiteY28" fmla="*/ 90 h 58773"/>
                <a:gd name="connsiteX29" fmla="*/ 13192 w 60374"/>
                <a:gd name="connsiteY29" fmla="*/ 4467 h 58773"/>
                <a:gd name="connsiteX30" fmla="*/ 644 w 60374"/>
                <a:gd name="connsiteY30" fmla="*/ 53593 h 5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374" h="58773">
                  <a:moveTo>
                    <a:pt x="644" y="53593"/>
                  </a:moveTo>
                  <a:cubicBezTo>
                    <a:pt x="280" y="55022"/>
                    <a:pt x="280" y="55469"/>
                    <a:pt x="280" y="55737"/>
                  </a:cubicBezTo>
                  <a:cubicBezTo>
                    <a:pt x="280" y="57791"/>
                    <a:pt x="1917" y="58863"/>
                    <a:pt x="3644" y="58863"/>
                  </a:cubicBezTo>
                  <a:cubicBezTo>
                    <a:pt x="5554" y="58863"/>
                    <a:pt x="7463" y="57791"/>
                    <a:pt x="8282" y="54844"/>
                  </a:cubicBezTo>
                  <a:cubicBezTo>
                    <a:pt x="9827" y="49038"/>
                    <a:pt x="8918" y="52343"/>
                    <a:pt x="10373" y="46448"/>
                  </a:cubicBezTo>
                  <a:lnTo>
                    <a:pt x="12555" y="37873"/>
                  </a:lnTo>
                  <a:cubicBezTo>
                    <a:pt x="16101" y="40017"/>
                    <a:pt x="20375" y="40552"/>
                    <a:pt x="23648" y="40552"/>
                  </a:cubicBezTo>
                  <a:cubicBezTo>
                    <a:pt x="29467" y="40552"/>
                    <a:pt x="34286" y="37873"/>
                    <a:pt x="38287" y="33943"/>
                  </a:cubicBezTo>
                  <a:cubicBezTo>
                    <a:pt x="39924" y="39302"/>
                    <a:pt x="46016" y="40552"/>
                    <a:pt x="49016" y="40552"/>
                  </a:cubicBezTo>
                  <a:cubicBezTo>
                    <a:pt x="52653" y="40552"/>
                    <a:pt x="55108" y="38498"/>
                    <a:pt x="57018" y="35550"/>
                  </a:cubicBezTo>
                  <a:cubicBezTo>
                    <a:pt x="59382" y="32067"/>
                    <a:pt x="60655" y="27333"/>
                    <a:pt x="60655" y="26708"/>
                  </a:cubicBezTo>
                  <a:cubicBezTo>
                    <a:pt x="60655" y="25457"/>
                    <a:pt x="59109" y="25457"/>
                    <a:pt x="58745" y="25457"/>
                  </a:cubicBezTo>
                  <a:cubicBezTo>
                    <a:pt x="57109" y="25457"/>
                    <a:pt x="57018" y="25993"/>
                    <a:pt x="56563" y="27422"/>
                  </a:cubicBezTo>
                  <a:cubicBezTo>
                    <a:pt x="54926" y="34032"/>
                    <a:pt x="52562" y="37516"/>
                    <a:pt x="49380" y="37516"/>
                  </a:cubicBezTo>
                  <a:cubicBezTo>
                    <a:pt x="46834" y="37516"/>
                    <a:pt x="45743" y="35550"/>
                    <a:pt x="45743" y="32782"/>
                  </a:cubicBezTo>
                  <a:cubicBezTo>
                    <a:pt x="45743" y="30906"/>
                    <a:pt x="48562" y="20098"/>
                    <a:pt x="52108" y="6343"/>
                  </a:cubicBezTo>
                  <a:cubicBezTo>
                    <a:pt x="52562" y="4824"/>
                    <a:pt x="52562" y="4645"/>
                    <a:pt x="52562" y="4199"/>
                  </a:cubicBezTo>
                  <a:cubicBezTo>
                    <a:pt x="52562" y="2234"/>
                    <a:pt x="50926" y="1073"/>
                    <a:pt x="49198" y="1073"/>
                  </a:cubicBezTo>
                  <a:cubicBezTo>
                    <a:pt x="45561" y="1073"/>
                    <a:pt x="44834" y="4110"/>
                    <a:pt x="44197" y="6700"/>
                  </a:cubicBezTo>
                  <a:cubicBezTo>
                    <a:pt x="43106" y="10541"/>
                    <a:pt x="43106" y="10719"/>
                    <a:pt x="42197" y="14381"/>
                  </a:cubicBezTo>
                  <a:cubicBezTo>
                    <a:pt x="41197" y="18222"/>
                    <a:pt x="40015" y="22867"/>
                    <a:pt x="39287" y="25993"/>
                  </a:cubicBezTo>
                  <a:cubicBezTo>
                    <a:pt x="38651" y="28226"/>
                    <a:pt x="38651" y="28405"/>
                    <a:pt x="37105" y="30281"/>
                  </a:cubicBezTo>
                  <a:cubicBezTo>
                    <a:pt x="34195" y="33853"/>
                    <a:pt x="29831" y="37516"/>
                    <a:pt x="24103" y="37516"/>
                  </a:cubicBezTo>
                  <a:cubicBezTo>
                    <a:pt x="19193" y="37516"/>
                    <a:pt x="15283" y="35640"/>
                    <a:pt x="15283" y="29298"/>
                  </a:cubicBezTo>
                  <a:cubicBezTo>
                    <a:pt x="15283" y="27244"/>
                    <a:pt x="15737" y="25368"/>
                    <a:pt x="16465" y="22778"/>
                  </a:cubicBezTo>
                  <a:cubicBezTo>
                    <a:pt x="17374" y="18847"/>
                    <a:pt x="17556" y="18222"/>
                    <a:pt x="18465" y="14739"/>
                  </a:cubicBezTo>
                  <a:lnTo>
                    <a:pt x="20011" y="8754"/>
                  </a:lnTo>
                  <a:cubicBezTo>
                    <a:pt x="20466" y="6878"/>
                    <a:pt x="21284" y="3663"/>
                    <a:pt x="21284" y="3216"/>
                  </a:cubicBezTo>
                  <a:cubicBezTo>
                    <a:pt x="21284" y="1698"/>
                    <a:pt x="20102" y="90"/>
                    <a:pt x="17920" y="90"/>
                  </a:cubicBezTo>
                  <a:cubicBezTo>
                    <a:pt x="14283" y="90"/>
                    <a:pt x="13464" y="3395"/>
                    <a:pt x="13192" y="4467"/>
                  </a:cubicBezTo>
                  <a:lnTo>
                    <a:pt x="644" y="5359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0" name="Freeform: Shape 1189">
              <a:extLst>
                <a:ext uri="{FF2B5EF4-FFF2-40B4-BE49-F238E27FC236}">
                  <a16:creationId xmlns:a16="http://schemas.microsoft.com/office/drawing/2014/main" id="{534ED919-C637-D085-42C6-B51BBFEC42C2}"/>
                </a:ext>
              </a:extLst>
            </p:cNvPr>
            <p:cNvSpPr/>
            <p:nvPr>
              <p:custDataLst>
                <p:tags r:id="rId93"/>
              </p:custDataLst>
            </p:nvPr>
          </p:nvSpPr>
          <p:spPr>
            <a:xfrm>
              <a:off x="12228935" y="4429941"/>
              <a:ext cx="43007" cy="77887"/>
            </a:xfrm>
            <a:custGeom>
              <a:avLst/>
              <a:gdLst>
                <a:gd name="connsiteX0" fmla="*/ 43292 w 43007"/>
                <a:gd name="connsiteY0" fmla="*/ 3933 h 77887"/>
                <a:gd name="connsiteX1" fmla="*/ 39291 w 43007"/>
                <a:gd name="connsiteY1" fmla="*/ 92 h 77887"/>
                <a:gd name="connsiteX2" fmla="*/ 33654 w 43007"/>
                <a:gd name="connsiteY2" fmla="*/ 5451 h 77887"/>
                <a:gd name="connsiteX3" fmla="*/ 37655 w 43007"/>
                <a:gd name="connsiteY3" fmla="*/ 9292 h 77887"/>
                <a:gd name="connsiteX4" fmla="*/ 43292 w 43007"/>
                <a:gd name="connsiteY4" fmla="*/ 3933 h 77887"/>
                <a:gd name="connsiteX5" fmla="*/ 23470 w 43007"/>
                <a:gd name="connsiteY5" fmla="*/ 63688 h 77887"/>
                <a:gd name="connsiteX6" fmla="*/ 10468 w 43007"/>
                <a:gd name="connsiteY6" fmla="*/ 74943 h 77887"/>
                <a:gd name="connsiteX7" fmla="*/ 7195 w 43007"/>
                <a:gd name="connsiteY7" fmla="*/ 74496 h 77887"/>
                <a:gd name="connsiteX8" fmla="*/ 10013 w 43007"/>
                <a:gd name="connsiteY8" fmla="*/ 69762 h 77887"/>
                <a:gd name="connsiteX9" fmla="*/ 5922 w 43007"/>
                <a:gd name="connsiteY9" fmla="*/ 66100 h 77887"/>
                <a:gd name="connsiteX10" fmla="*/ 284 w 43007"/>
                <a:gd name="connsiteY10" fmla="*/ 71816 h 77887"/>
                <a:gd name="connsiteX11" fmla="*/ 10559 w 43007"/>
                <a:gd name="connsiteY11" fmla="*/ 77979 h 77887"/>
                <a:gd name="connsiteX12" fmla="*/ 31381 w 43007"/>
                <a:gd name="connsiteY12" fmla="*/ 63777 h 77887"/>
                <a:gd name="connsiteX13" fmla="*/ 39564 w 43007"/>
                <a:gd name="connsiteY13" fmla="*/ 31801 h 77887"/>
                <a:gd name="connsiteX14" fmla="*/ 40019 w 43007"/>
                <a:gd name="connsiteY14" fmla="*/ 28853 h 77887"/>
                <a:gd name="connsiteX15" fmla="*/ 28835 w 43007"/>
                <a:gd name="connsiteY15" fmla="*/ 20189 h 77887"/>
                <a:gd name="connsiteX16" fmla="*/ 11104 w 43007"/>
                <a:gd name="connsiteY16" fmla="*/ 34034 h 77887"/>
                <a:gd name="connsiteX17" fmla="*/ 13014 w 43007"/>
                <a:gd name="connsiteY17" fmla="*/ 35284 h 77887"/>
                <a:gd name="connsiteX18" fmla="*/ 15014 w 43007"/>
                <a:gd name="connsiteY18" fmla="*/ 34034 h 77887"/>
                <a:gd name="connsiteX19" fmla="*/ 28471 w 43007"/>
                <a:gd name="connsiteY19" fmla="*/ 23226 h 77887"/>
                <a:gd name="connsiteX20" fmla="*/ 32290 w 43007"/>
                <a:gd name="connsiteY20" fmla="*/ 27960 h 77887"/>
                <a:gd name="connsiteX21" fmla="*/ 32017 w 43007"/>
                <a:gd name="connsiteY21" fmla="*/ 30282 h 77887"/>
                <a:gd name="connsiteX22" fmla="*/ 23470 w 43007"/>
                <a:gd name="connsiteY22" fmla="*/ 63688 h 7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007" h="77887">
                  <a:moveTo>
                    <a:pt x="43292" y="3933"/>
                  </a:moveTo>
                  <a:cubicBezTo>
                    <a:pt x="43292" y="1878"/>
                    <a:pt x="41746" y="92"/>
                    <a:pt x="39291" y="92"/>
                  </a:cubicBezTo>
                  <a:cubicBezTo>
                    <a:pt x="36473" y="92"/>
                    <a:pt x="33654" y="2771"/>
                    <a:pt x="33654" y="5451"/>
                  </a:cubicBezTo>
                  <a:cubicBezTo>
                    <a:pt x="33654" y="7595"/>
                    <a:pt x="35382" y="9292"/>
                    <a:pt x="37655" y="9292"/>
                  </a:cubicBezTo>
                  <a:cubicBezTo>
                    <a:pt x="40746" y="9292"/>
                    <a:pt x="43292" y="6433"/>
                    <a:pt x="43292" y="3933"/>
                  </a:cubicBezTo>
                  <a:close/>
                  <a:moveTo>
                    <a:pt x="23470" y="63688"/>
                  </a:moveTo>
                  <a:cubicBezTo>
                    <a:pt x="21743" y="70476"/>
                    <a:pt x="16014" y="74943"/>
                    <a:pt x="10468" y="74943"/>
                  </a:cubicBezTo>
                  <a:cubicBezTo>
                    <a:pt x="8922" y="74943"/>
                    <a:pt x="7922" y="74675"/>
                    <a:pt x="7195" y="74496"/>
                  </a:cubicBezTo>
                  <a:cubicBezTo>
                    <a:pt x="9377" y="73245"/>
                    <a:pt x="10013" y="70923"/>
                    <a:pt x="10013" y="69762"/>
                  </a:cubicBezTo>
                  <a:cubicBezTo>
                    <a:pt x="10013" y="68243"/>
                    <a:pt x="8922" y="66100"/>
                    <a:pt x="5922" y="66100"/>
                  </a:cubicBezTo>
                  <a:cubicBezTo>
                    <a:pt x="2830" y="66100"/>
                    <a:pt x="284" y="68869"/>
                    <a:pt x="284" y="71816"/>
                  </a:cubicBezTo>
                  <a:cubicBezTo>
                    <a:pt x="284" y="75657"/>
                    <a:pt x="4376" y="77979"/>
                    <a:pt x="10559" y="77979"/>
                  </a:cubicBezTo>
                  <a:cubicBezTo>
                    <a:pt x="16742" y="77979"/>
                    <a:pt x="28562" y="74853"/>
                    <a:pt x="31381" y="63777"/>
                  </a:cubicBezTo>
                  <a:lnTo>
                    <a:pt x="39564" y="31801"/>
                  </a:lnTo>
                  <a:cubicBezTo>
                    <a:pt x="39746" y="30907"/>
                    <a:pt x="40019" y="30103"/>
                    <a:pt x="40019" y="28853"/>
                  </a:cubicBezTo>
                  <a:cubicBezTo>
                    <a:pt x="40019" y="23762"/>
                    <a:pt x="35200" y="20189"/>
                    <a:pt x="28835" y="20189"/>
                  </a:cubicBezTo>
                  <a:cubicBezTo>
                    <a:pt x="17833" y="20189"/>
                    <a:pt x="11104" y="32247"/>
                    <a:pt x="11104" y="34034"/>
                  </a:cubicBezTo>
                  <a:cubicBezTo>
                    <a:pt x="11104" y="35284"/>
                    <a:pt x="12559" y="35284"/>
                    <a:pt x="13014" y="35284"/>
                  </a:cubicBezTo>
                  <a:cubicBezTo>
                    <a:pt x="14378" y="35284"/>
                    <a:pt x="14560" y="34927"/>
                    <a:pt x="15014" y="34034"/>
                  </a:cubicBezTo>
                  <a:cubicBezTo>
                    <a:pt x="19197" y="25280"/>
                    <a:pt x="25380" y="23226"/>
                    <a:pt x="28471" y="23226"/>
                  </a:cubicBezTo>
                  <a:cubicBezTo>
                    <a:pt x="32108" y="23226"/>
                    <a:pt x="32290" y="26441"/>
                    <a:pt x="32290" y="27960"/>
                  </a:cubicBezTo>
                  <a:cubicBezTo>
                    <a:pt x="32290" y="29210"/>
                    <a:pt x="32199" y="29568"/>
                    <a:pt x="32017" y="30282"/>
                  </a:cubicBezTo>
                  <a:lnTo>
                    <a:pt x="23470" y="636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1" name="Freeform: Shape 1190">
              <a:extLst>
                <a:ext uri="{FF2B5EF4-FFF2-40B4-BE49-F238E27FC236}">
                  <a16:creationId xmlns:a16="http://schemas.microsoft.com/office/drawing/2014/main" id="{E7179FE4-A16B-1FE5-9C1D-69A4233F8F84}"/>
                </a:ext>
              </a:extLst>
            </p:cNvPr>
            <p:cNvSpPr/>
            <p:nvPr>
              <p:custDataLst>
                <p:tags r:id="rId94"/>
              </p:custDataLst>
            </p:nvPr>
          </p:nvSpPr>
          <p:spPr>
            <a:xfrm>
              <a:off x="11537204" y="4542449"/>
              <a:ext cx="857457" cy="7145"/>
            </a:xfrm>
            <a:custGeom>
              <a:avLst/>
              <a:gdLst>
                <a:gd name="connsiteX0" fmla="*/ 0 w 857457"/>
                <a:gd name="connsiteY0" fmla="*/ 0 h 7145"/>
                <a:gd name="connsiteX1" fmla="*/ 857458 w 857457"/>
                <a:gd name="connsiteY1" fmla="*/ 0 h 7145"/>
                <a:gd name="connsiteX2" fmla="*/ 857458 w 857457"/>
                <a:gd name="connsiteY2" fmla="*/ 7145 h 7145"/>
                <a:gd name="connsiteX3" fmla="*/ 0 w 857457"/>
                <a:gd name="connsiteY3" fmla="*/ 7145 h 7145"/>
              </a:gdLst>
              <a:ahLst/>
              <a:cxnLst>
                <a:cxn ang="0">
                  <a:pos x="connsiteX0" y="connsiteY0"/>
                </a:cxn>
                <a:cxn ang="0">
                  <a:pos x="connsiteX1" y="connsiteY1"/>
                </a:cxn>
                <a:cxn ang="0">
                  <a:pos x="connsiteX2" y="connsiteY2"/>
                </a:cxn>
                <a:cxn ang="0">
                  <a:pos x="connsiteX3" y="connsiteY3"/>
                </a:cxn>
              </a:cxnLst>
              <a:rect l="l" t="t" r="r" b="b"/>
              <a:pathLst>
                <a:path w="857457" h="7145">
                  <a:moveTo>
                    <a:pt x="0" y="0"/>
                  </a:moveTo>
                  <a:lnTo>
                    <a:pt x="857458" y="0"/>
                  </a:lnTo>
                  <a:lnTo>
                    <a:pt x="857458" y="7145"/>
                  </a:lnTo>
                  <a:lnTo>
                    <a:pt x="0" y="714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2" name="Freeform: Shape 1191">
              <a:extLst>
                <a:ext uri="{FF2B5EF4-FFF2-40B4-BE49-F238E27FC236}">
                  <a16:creationId xmlns:a16="http://schemas.microsoft.com/office/drawing/2014/main" id="{52F0AE5F-35AF-A897-07A2-590C2F531356}"/>
                </a:ext>
              </a:extLst>
            </p:cNvPr>
            <p:cNvSpPr/>
            <p:nvPr>
              <p:custDataLst>
                <p:tags r:id="rId95"/>
              </p:custDataLst>
            </p:nvPr>
          </p:nvSpPr>
          <p:spPr>
            <a:xfrm>
              <a:off x="11551079" y="4621627"/>
              <a:ext cx="46335" cy="83032"/>
            </a:xfrm>
            <a:custGeom>
              <a:avLst/>
              <a:gdLst>
                <a:gd name="connsiteX0" fmla="*/ 29015 w 46335"/>
                <a:gd name="connsiteY0" fmla="*/ 3605 h 83032"/>
                <a:gd name="connsiteX1" fmla="*/ 25197 w 46335"/>
                <a:gd name="connsiteY1" fmla="*/ 104 h 83032"/>
                <a:gd name="connsiteX2" fmla="*/ 247 w 46335"/>
                <a:gd name="connsiteY2" fmla="*/ 8107 h 83032"/>
                <a:gd name="connsiteX3" fmla="*/ 247 w 46335"/>
                <a:gd name="connsiteY3" fmla="*/ 12609 h 83032"/>
                <a:gd name="connsiteX4" fmla="*/ 18704 w 46335"/>
                <a:gd name="connsiteY4" fmla="*/ 9107 h 83032"/>
                <a:gd name="connsiteX5" fmla="*/ 18704 w 46335"/>
                <a:gd name="connsiteY5" fmla="*/ 72882 h 83032"/>
                <a:gd name="connsiteX6" fmla="*/ 5975 w 46335"/>
                <a:gd name="connsiteY6" fmla="*/ 78635 h 83032"/>
                <a:gd name="connsiteX7" fmla="*/ 1138 w 46335"/>
                <a:gd name="connsiteY7" fmla="*/ 78635 h 83032"/>
                <a:gd name="connsiteX8" fmla="*/ 1138 w 46335"/>
                <a:gd name="connsiteY8" fmla="*/ 83136 h 83032"/>
                <a:gd name="connsiteX9" fmla="*/ 23796 w 46335"/>
                <a:gd name="connsiteY9" fmla="*/ 82636 h 83032"/>
                <a:gd name="connsiteX10" fmla="*/ 46582 w 46335"/>
                <a:gd name="connsiteY10" fmla="*/ 83136 h 83032"/>
                <a:gd name="connsiteX11" fmla="*/ 46582 w 46335"/>
                <a:gd name="connsiteY11" fmla="*/ 78635 h 83032"/>
                <a:gd name="connsiteX12" fmla="*/ 41745 w 46335"/>
                <a:gd name="connsiteY12" fmla="*/ 78635 h 83032"/>
                <a:gd name="connsiteX13" fmla="*/ 29015 w 46335"/>
                <a:gd name="connsiteY13" fmla="*/ 72882 h 83032"/>
                <a:gd name="connsiteX14" fmla="*/ 29015 w 46335"/>
                <a:gd name="connsiteY14" fmla="*/ 3605 h 8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335" h="83032">
                  <a:moveTo>
                    <a:pt x="29015" y="3605"/>
                  </a:moveTo>
                  <a:cubicBezTo>
                    <a:pt x="29015" y="229"/>
                    <a:pt x="28761" y="104"/>
                    <a:pt x="25197" y="104"/>
                  </a:cubicBezTo>
                  <a:cubicBezTo>
                    <a:pt x="17050" y="7982"/>
                    <a:pt x="5466" y="8107"/>
                    <a:pt x="247" y="8107"/>
                  </a:cubicBezTo>
                  <a:lnTo>
                    <a:pt x="247" y="12609"/>
                  </a:lnTo>
                  <a:cubicBezTo>
                    <a:pt x="3302" y="12609"/>
                    <a:pt x="11703" y="12609"/>
                    <a:pt x="18704" y="9107"/>
                  </a:cubicBezTo>
                  <a:lnTo>
                    <a:pt x="18704" y="72882"/>
                  </a:lnTo>
                  <a:cubicBezTo>
                    <a:pt x="18704" y="77009"/>
                    <a:pt x="18704" y="78635"/>
                    <a:pt x="5975" y="78635"/>
                  </a:cubicBezTo>
                  <a:lnTo>
                    <a:pt x="1138" y="78635"/>
                  </a:lnTo>
                  <a:lnTo>
                    <a:pt x="1138" y="83136"/>
                  </a:lnTo>
                  <a:cubicBezTo>
                    <a:pt x="3429" y="83011"/>
                    <a:pt x="19086" y="82636"/>
                    <a:pt x="23796" y="82636"/>
                  </a:cubicBezTo>
                  <a:cubicBezTo>
                    <a:pt x="27742" y="82636"/>
                    <a:pt x="43782" y="83011"/>
                    <a:pt x="46582" y="83136"/>
                  </a:cubicBezTo>
                  <a:lnTo>
                    <a:pt x="46582" y="78635"/>
                  </a:lnTo>
                  <a:lnTo>
                    <a:pt x="41745" y="78635"/>
                  </a:lnTo>
                  <a:cubicBezTo>
                    <a:pt x="29015" y="78635"/>
                    <a:pt x="29015" y="77009"/>
                    <a:pt x="29015" y="72882"/>
                  </a:cubicBezTo>
                  <a:lnTo>
                    <a:pt x="29015" y="360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3" name="Freeform: Shape 1192">
              <a:extLst>
                <a:ext uri="{FF2B5EF4-FFF2-40B4-BE49-F238E27FC236}">
                  <a16:creationId xmlns:a16="http://schemas.microsoft.com/office/drawing/2014/main" id="{EB805C4C-3B00-0316-ABBF-4D440CB99BCE}"/>
                </a:ext>
              </a:extLst>
            </p:cNvPr>
            <p:cNvSpPr/>
            <p:nvPr>
              <p:custDataLst>
                <p:tags r:id="rId96"/>
              </p:custDataLst>
            </p:nvPr>
          </p:nvSpPr>
          <p:spPr>
            <a:xfrm>
              <a:off x="11618603" y="4627254"/>
              <a:ext cx="93689" cy="92161"/>
            </a:xfrm>
            <a:custGeom>
              <a:avLst/>
              <a:gdLst>
                <a:gd name="connsiteX0" fmla="*/ 50278 w 93689"/>
                <a:gd name="connsiteY0" fmla="*/ 49248 h 92161"/>
                <a:gd name="connsiteX1" fmla="*/ 89230 w 93689"/>
                <a:gd name="connsiteY1" fmla="*/ 49248 h 92161"/>
                <a:gd name="connsiteX2" fmla="*/ 93940 w 93689"/>
                <a:gd name="connsiteY2" fmla="*/ 46247 h 92161"/>
                <a:gd name="connsiteX3" fmla="*/ 89230 w 93689"/>
                <a:gd name="connsiteY3" fmla="*/ 43121 h 92161"/>
                <a:gd name="connsiteX4" fmla="*/ 50278 w 93689"/>
                <a:gd name="connsiteY4" fmla="*/ 43121 h 92161"/>
                <a:gd name="connsiteX5" fmla="*/ 50278 w 93689"/>
                <a:gd name="connsiteY5" fmla="*/ 4731 h 92161"/>
                <a:gd name="connsiteX6" fmla="*/ 47223 w 93689"/>
                <a:gd name="connsiteY6" fmla="*/ 104 h 92161"/>
                <a:gd name="connsiteX7" fmla="*/ 44040 w 93689"/>
                <a:gd name="connsiteY7" fmla="*/ 4731 h 92161"/>
                <a:gd name="connsiteX8" fmla="*/ 44040 w 93689"/>
                <a:gd name="connsiteY8" fmla="*/ 43121 h 92161"/>
                <a:gd name="connsiteX9" fmla="*/ 4961 w 93689"/>
                <a:gd name="connsiteY9" fmla="*/ 43121 h 92161"/>
                <a:gd name="connsiteX10" fmla="*/ 251 w 93689"/>
                <a:gd name="connsiteY10" fmla="*/ 46122 h 92161"/>
                <a:gd name="connsiteX11" fmla="*/ 4961 w 93689"/>
                <a:gd name="connsiteY11" fmla="*/ 49248 h 92161"/>
                <a:gd name="connsiteX12" fmla="*/ 44040 w 93689"/>
                <a:gd name="connsiteY12" fmla="*/ 49248 h 92161"/>
                <a:gd name="connsiteX13" fmla="*/ 44040 w 93689"/>
                <a:gd name="connsiteY13" fmla="*/ 87638 h 92161"/>
                <a:gd name="connsiteX14" fmla="*/ 47095 w 93689"/>
                <a:gd name="connsiteY14" fmla="*/ 92265 h 92161"/>
                <a:gd name="connsiteX15" fmla="*/ 50278 w 93689"/>
                <a:gd name="connsiteY15" fmla="*/ 87638 h 92161"/>
                <a:gd name="connsiteX16" fmla="*/ 50278 w 93689"/>
                <a:gd name="connsiteY16" fmla="*/ 49248 h 9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689" h="92161">
                  <a:moveTo>
                    <a:pt x="50278" y="49248"/>
                  </a:moveTo>
                  <a:lnTo>
                    <a:pt x="89230" y="49248"/>
                  </a:lnTo>
                  <a:cubicBezTo>
                    <a:pt x="90885" y="49248"/>
                    <a:pt x="93940" y="49248"/>
                    <a:pt x="93940" y="46247"/>
                  </a:cubicBezTo>
                  <a:cubicBezTo>
                    <a:pt x="93940" y="43121"/>
                    <a:pt x="91012" y="43121"/>
                    <a:pt x="89230" y="43121"/>
                  </a:cubicBezTo>
                  <a:lnTo>
                    <a:pt x="50278" y="43121"/>
                  </a:lnTo>
                  <a:lnTo>
                    <a:pt x="50278" y="4731"/>
                  </a:lnTo>
                  <a:cubicBezTo>
                    <a:pt x="50278" y="3105"/>
                    <a:pt x="50278" y="104"/>
                    <a:pt x="47223" y="104"/>
                  </a:cubicBezTo>
                  <a:cubicBezTo>
                    <a:pt x="44040" y="104"/>
                    <a:pt x="44040" y="2980"/>
                    <a:pt x="44040" y="4731"/>
                  </a:cubicBezTo>
                  <a:lnTo>
                    <a:pt x="44040" y="43121"/>
                  </a:lnTo>
                  <a:lnTo>
                    <a:pt x="4961" y="43121"/>
                  </a:lnTo>
                  <a:cubicBezTo>
                    <a:pt x="3306" y="43121"/>
                    <a:pt x="251" y="43121"/>
                    <a:pt x="251" y="46122"/>
                  </a:cubicBezTo>
                  <a:cubicBezTo>
                    <a:pt x="251" y="49248"/>
                    <a:pt x="3178" y="49248"/>
                    <a:pt x="4961" y="49248"/>
                  </a:cubicBezTo>
                  <a:lnTo>
                    <a:pt x="44040" y="49248"/>
                  </a:lnTo>
                  <a:lnTo>
                    <a:pt x="44040" y="87638"/>
                  </a:lnTo>
                  <a:cubicBezTo>
                    <a:pt x="44040" y="89264"/>
                    <a:pt x="44040" y="92265"/>
                    <a:pt x="47095" y="92265"/>
                  </a:cubicBezTo>
                  <a:cubicBezTo>
                    <a:pt x="50278" y="92265"/>
                    <a:pt x="50278" y="89389"/>
                    <a:pt x="50278" y="87638"/>
                  </a:cubicBezTo>
                  <a:lnTo>
                    <a:pt x="50278" y="4924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4" name="Freeform: Shape 1193">
              <a:extLst>
                <a:ext uri="{FF2B5EF4-FFF2-40B4-BE49-F238E27FC236}">
                  <a16:creationId xmlns:a16="http://schemas.microsoft.com/office/drawing/2014/main" id="{45FA2475-8382-6D53-291B-4DE8DF046188}"/>
                </a:ext>
              </a:extLst>
            </p:cNvPr>
            <p:cNvSpPr/>
            <p:nvPr>
              <p:custDataLst>
                <p:tags r:id="rId97"/>
              </p:custDataLst>
            </p:nvPr>
          </p:nvSpPr>
          <p:spPr>
            <a:xfrm>
              <a:off x="11729858" y="4649512"/>
              <a:ext cx="54482" cy="56397"/>
            </a:xfrm>
            <a:custGeom>
              <a:avLst/>
              <a:gdLst>
                <a:gd name="connsiteX0" fmla="*/ 20242 w 54482"/>
                <a:gd name="connsiteY0" fmla="*/ 26739 h 56397"/>
                <a:gd name="connsiteX1" fmla="*/ 40737 w 54482"/>
                <a:gd name="connsiteY1" fmla="*/ 24113 h 56397"/>
                <a:gd name="connsiteX2" fmla="*/ 51939 w 54482"/>
                <a:gd name="connsiteY2" fmla="*/ 11108 h 56397"/>
                <a:gd name="connsiteX3" fmla="*/ 36154 w 54482"/>
                <a:gd name="connsiteY3" fmla="*/ 104 h 56397"/>
                <a:gd name="connsiteX4" fmla="*/ 257 w 54482"/>
                <a:gd name="connsiteY4" fmla="*/ 32992 h 56397"/>
                <a:gd name="connsiteX5" fmla="*/ 23170 w 54482"/>
                <a:gd name="connsiteY5" fmla="*/ 56501 h 56397"/>
                <a:gd name="connsiteX6" fmla="*/ 54739 w 54482"/>
                <a:gd name="connsiteY6" fmla="*/ 42370 h 56397"/>
                <a:gd name="connsiteX7" fmla="*/ 52575 w 54482"/>
                <a:gd name="connsiteY7" fmla="*/ 40244 h 56397"/>
                <a:gd name="connsiteX8" fmla="*/ 50538 w 54482"/>
                <a:gd name="connsiteY8" fmla="*/ 41495 h 56397"/>
                <a:gd name="connsiteX9" fmla="*/ 23425 w 54482"/>
                <a:gd name="connsiteY9" fmla="*/ 52999 h 56397"/>
                <a:gd name="connsiteX10" fmla="*/ 10695 w 54482"/>
                <a:gd name="connsiteY10" fmla="*/ 37869 h 56397"/>
                <a:gd name="connsiteX11" fmla="*/ 12222 w 54482"/>
                <a:gd name="connsiteY11" fmla="*/ 26739 h 56397"/>
                <a:gd name="connsiteX12" fmla="*/ 20242 w 54482"/>
                <a:gd name="connsiteY12" fmla="*/ 26739 h 56397"/>
                <a:gd name="connsiteX13" fmla="*/ 13241 w 54482"/>
                <a:gd name="connsiteY13" fmla="*/ 23238 h 56397"/>
                <a:gd name="connsiteX14" fmla="*/ 36154 w 54482"/>
                <a:gd name="connsiteY14" fmla="*/ 3605 h 56397"/>
                <a:gd name="connsiteX15" fmla="*/ 46465 w 54482"/>
                <a:gd name="connsiteY15" fmla="*/ 11108 h 56397"/>
                <a:gd name="connsiteX16" fmla="*/ 19478 w 54482"/>
                <a:gd name="connsiteY16" fmla="*/ 23238 h 56397"/>
                <a:gd name="connsiteX17" fmla="*/ 13241 w 54482"/>
                <a:gd name="connsiteY17" fmla="*/ 23238 h 5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482" h="56397">
                  <a:moveTo>
                    <a:pt x="20242" y="26739"/>
                  </a:moveTo>
                  <a:cubicBezTo>
                    <a:pt x="23806" y="26739"/>
                    <a:pt x="33863" y="26489"/>
                    <a:pt x="40737" y="24113"/>
                  </a:cubicBezTo>
                  <a:cubicBezTo>
                    <a:pt x="50157" y="20862"/>
                    <a:pt x="51939" y="14860"/>
                    <a:pt x="51939" y="11108"/>
                  </a:cubicBezTo>
                  <a:cubicBezTo>
                    <a:pt x="51939" y="4230"/>
                    <a:pt x="44937" y="104"/>
                    <a:pt x="36154" y="104"/>
                  </a:cubicBezTo>
                  <a:cubicBezTo>
                    <a:pt x="20879" y="104"/>
                    <a:pt x="257" y="11608"/>
                    <a:pt x="257" y="32992"/>
                  </a:cubicBezTo>
                  <a:cubicBezTo>
                    <a:pt x="257" y="45622"/>
                    <a:pt x="8276" y="56501"/>
                    <a:pt x="23170" y="56501"/>
                  </a:cubicBezTo>
                  <a:cubicBezTo>
                    <a:pt x="44683" y="56501"/>
                    <a:pt x="54739" y="44121"/>
                    <a:pt x="54739" y="42370"/>
                  </a:cubicBezTo>
                  <a:cubicBezTo>
                    <a:pt x="54739" y="41620"/>
                    <a:pt x="53594" y="40244"/>
                    <a:pt x="52575" y="40244"/>
                  </a:cubicBezTo>
                  <a:cubicBezTo>
                    <a:pt x="51811" y="40244"/>
                    <a:pt x="51557" y="40495"/>
                    <a:pt x="50538" y="41495"/>
                  </a:cubicBezTo>
                  <a:cubicBezTo>
                    <a:pt x="40609" y="52999"/>
                    <a:pt x="25716" y="52999"/>
                    <a:pt x="23425" y="52999"/>
                  </a:cubicBezTo>
                  <a:cubicBezTo>
                    <a:pt x="15787" y="52999"/>
                    <a:pt x="10695" y="47998"/>
                    <a:pt x="10695" y="37869"/>
                  </a:cubicBezTo>
                  <a:cubicBezTo>
                    <a:pt x="10695" y="36118"/>
                    <a:pt x="10695" y="33617"/>
                    <a:pt x="12222" y="26739"/>
                  </a:cubicBezTo>
                  <a:lnTo>
                    <a:pt x="20242" y="26739"/>
                  </a:lnTo>
                  <a:close/>
                  <a:moveTo>
                    <a:pt x="13241" y="23238"/>
                  </a:moveTo>
                  <a:cubicBezTo>
                    <a:pt x="18460" y="5106"/>
                    <a:pt x="32590" y="3605"/>
                    <a:pt x="36154" y="3605"/>
                  </a:cubicBezTo>
                  <a:cubicBezTo>
                    <a:pt x="41755" y="3605"/>
                    <a:pt x="46465" y="6356"/>
                    <a:pt x="46465" y="11108"/>
                  </a:cubicBezTo>
                  <a:cubicBezTo>
                    <a:pt x="46465" y="23238"/>
                    <a:pt x="24952" y="23238"/>
                    <a:pt x="19478" y="23238"/>
                  </a:cubicBezTo>
                  <a:lnTo>
                    <a:pt x="13241" y="2323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5" name="Freeform: Shape 1194">
              <a:extLst>
                <a:ext uri="{FF2B5EF4-FFF2-40B4-BE49-F238E27FC236}">
                  <a16:creationId xmlns:a16="http://schemas.microsoft.com/office/drawing/2014/main" id="{CCE6337E-9AFC-68A9-12BF-EF1E5C6B2BB1}"/>
                </a:ext>
              </a:extLst>
            </p:cNvPr>
            <p:cNvSpPr/>
            <p:nvPr>
              <p:custDataLst>
                <p:tags r:id="rId98"/>
              </p:custDataLst>
            </p:nvPr>
          </p:nvSpPr>
          <p:spPr>
            <a:xfrm>
              <a:off x="11793872" y="4582186"/>
              <a:ext cx="71012" cy="80210"/>
            </a:xfrm>
            <a:custGeom>
              <a:avLst/>
              <a:gdLst>
                <a:gd name="connsiteX0" fmla="*/ 13172 w 71012"/>
                <a:gd name="connsiteY0" fmla="*/ 57623 h 80210"/>
                <a:gd name="connsiteX1" fmla="*/ 37267 w 71012"/>
                <a:gd name="connsiteY1" fmla="*/ 64411 h 80210"/>
                <a:gd name="connsiteX2" fmla="*/ 71091 w 71012"/>
                <a:gd name="connsiteY2" fmla="*/ 40027 h 80210"/>
                <a:gd name="connsiteX3" fmla="*/ 64181 w 71012"/>
                <a:gd name="connsiteY3" fmla="*/ 27433 h 80210"/>
                <a:gd name="connsiteX4" fmla="*/ 71273 w 71012"/>
                <a:gd name="connsiteY4" fmla="*/ 13588 h 80210"/>
                <a:gd name="connsiteX5" fmla="*/ 52543 w 71012"/>
                <a:gd name="connsiteY5" fmla="*/ 100 h 80210"/>
                <a:gd name="connsiteX6" fmla="*/ 14445 w 71012"/>
                <a:gd name="connsiteY6" fmla="*/ 22252 h 80210"/>
                <a:gd name="connsiteX7" fmla="*/ 624 w 71012"/>
                <a:gd name="connsiteY7" fmla="*/ 76470 h 80210"/>
                <a:gd name="connsiteX8" fmla="*/ 260 w 71012"/>
                <a:gd name="connsiteY8" fmla="*/ 78345 h 80210"/>
                <a:gd name="connsiteX9" fmla="*/ 4079 w 71012"/>
                <a:gd name="connsiteY9" fmla="*/ 80310 h 80210"/>
                <a:gd name="connsiteX10" fmla="*/ 7625 w 71012"/>
                <a:gd name="connsiteY10" fmla="*/ 79328 h 80210"/>
                <a:gd name="connsiteX11" fmla="*/ 13172 w 71012"/>
                <a:gd name="connsiteY11" fmla="*/ 57623 h 80210"/>
                <a:gd name="connsiteX12" fmla="*/ 17991 w 71012"/>
                <a:gd name="connsiteY12" fmla="*/ 38866 h 80210"/>
                <a:gd name="connsiteX13" fmla="*/ 22083 w 71012"/>
                <a:gd name="connsiteY13" fmla="*/ 22788 h 80210"/>
                <a:gd name="connsiteX14" fmla="*/ 52088 w 71012"/>
                <a:gd name="connsiteY14" fmla="*/ 5102 h 80210"/>
                <a:gd name="connsiteX15" fmla="*/ 60180 w 71012"/>
                <a:gd name="connsiteY15" fmla="*/ 10908 h 80210"/>
                <a:gd name="connsiteX16" fmla="*/ 55816 w 71012"/>
                <a:gd name="connsiteY16" fmla="*/ 24128 h 80210"/>
                <a:gd name="connsiteX17" fmla="*/ 45723 w 71012"/>
                <a:gd name="connsiteY17" fmla="*/ 23324 h 80210"/>
                <a:gd name="connsiteX18" fmla="*/ 30993 w 71012"/>
                <a:gd name="connsiteY18" fmla="*/ 28862 h 80210"/>
                <a:gd name="connsiteX19" fmla="*/ 43996 w 71012"/>
                <a:gd name="connsiteY19" fmla="*/ 33506 h 80210"/>
                <a:gd name="connsiteX20" fmla="*/ 56634 w 71012"/>
                <a:gd name="connsiteY20" fmla="*/ 31631 h 80210"/>
                <a:gd name="connsiteX21" fmla="*/ 58453 w 71012"/>
                <a:gd name="connsiteY21" fmla="*/ 36990 h 80210"/>
                <a:gd name="connsiteX22" fmla="*/ 52634 w 71012"/>
                <a:gd name="connsiteY22" fmla="*/ 53693 h 80210"/>
                <a:gd name="connsiteX23" fmla="*/ 37358 w 71012"/>
                <a:gd name="connsiteY23" fmla="*/ 59409 h 80210"/>
                <a:gd name="connsiteX24" fmla="*/ 16172 w 71012"/>
                <a:gd name="connsiteY24" fmla="*/ 47262 h 80210"/>
                <a:gd name="connsiteX25" fmla="*/ 17991 w 71012"/>
                <a:gd name="connsiteY25" fmla="*/ 38866 h 80210"/>
                <a:gd name="connsiteX26" fmla="*/ 42086 w 71012"/>
                <a:gd name="connsiteY26" fmla="*/ 28504 h 80210"/>
                <a:gd name="connsiteX27" fmla="*/ 46996 w 71012"/>
                <a:gd name="connsiteY27" fmla="*/ 28326 h 80210"/>
                <a:gd name="connsiteX28" fmla="*/ 46996 w 71012"/>
                <a:gd name="connsiteY28" fmla="*/ 28415 h 80210"/>
                <a:gd name="connsiteX29" fmla="*/ 42086 w 71012"/>
                <a:gd name="connsiteY29" fmla="*/ 28504 h 8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012" h="80210">
                  <a:moveTo>
                    <a:pt x="13172" y="57623"/>
                  </a:moveTo>
                  <a:cubicBezTo>
                    <a:pt x="19991" y="63429"/>
                    <a:pt x="30993" y="64411"/>
                    <a:pt x="37267" y="64411"/>
                  </a:cubicBezTo>
                  <a:cubicBezTo>
                    <a:pt x="60999" y="64411"/>
                    <a:pt x="71091" y="50209"/>
                    <a:pt x="71091" y="40027"/>
                  </a:cubicBezTo>
                  <a:cubicBezTo>
                    <a:pt x="71091" y="32167"/>
                    <a:pt x="65909" y="28594"/>
                    <a:pt x="64181" y="27433"/>
                  </a:cubicBezTo>
                  <a:cubicBezTo>
                    <a:pt x="66272" y="25468"/>
                    <a:pt x="71273" y="20734"/>
                    <a:pt x="71273" y="13588"/>
                  </a:cubicBezTo>
                  <a:cubicBezTo>
                    <a:pt x="71273" y="6889"/>
                    <a:pt x="66454" y="100"/>
                    <a:pt x="52543" y="100"/>
                  </a:cubicBezTo>
                  <a:cubicBezTo>
                    <a:pt x="33812" y="100"/>
                    <a:pt x="17536" y="10015"/>
                    <a:pt x="14445" y="22252"/>
                  </a:cubicBezTo>
                  <a:lnTo>
                    <a:pt x="624" y="76470"/>
                  </a:lnTo>
                  <a:cubicBezTo>
                    <a:pt x="260" y="77720"/>
                    <a:pt x="260" y="77899"/>
                    <a:pt x="260" y="78345"/>
                  </a:cubicBezTo>
                  <a:cubicBezTo>
                    <a:pt x="260" y="80310"/>
                    <a:pt x="2079" y="80310"/>
                    <a:pt x="4079" y="80310"/>
                  </a:cubicBezTo>
                  <a:cubicBezTo>
                    <a:pt x="6352" y="80310"/>
                    <a:pt x="7080" y="80310"/>
                    <a:pt x="7625" y="79328"/>
                  </a:cubicBezTo>
                  <a:cubicBezTo>
                    <a:pt x="7898" y="78792"/>
                    <a:pt x="12808" y="59499"/>
                    <a:pt x="13172" y="57623"/>
                  </a:cubicBezTo>
                  <a:close/>
                  <a:moveTo>
                    <a:pt x="17991" y="38866"/>
                  </a:moveTo>
                  <a:lnTo>
                    <a:pt x="22083" y="22788"/>
                  </a:lnTo>
                  <a:cubicBezTo>
                    <a:pt x="25538" y="11712"/>
                    <a:pt x="39995" y="5102"/>
                    <a:pt x="52088" y="5102"/>
                  </a:cubicBezTo>
                  <a:cubicBezTo>
                    <a:pt x="57544" y="5102"/>
                    <a:pt x="60180" y="6978"/>
                    <a:pt x="60180" y="10908"/>
                  </a:cubicBezTo>
                  <a:cubicBezTo>
                    <a:pt x="60180" y="12069"/>
                    <a:pt x="59180" y="20287"/>
                    <a:pt x="55816" y="24128"/>
                  </a:cubicBezTo>
                  <a:cubicBezTo>
                    <a:pt x="51633" y="23324"/>
                    <a:pt x="48087" y="23324"/>
                    <a:pt x="45723" y="23324"/>
                  </a:cubicBezTo>
                  <a:cubicBezTo>
                    <a:pt x="40450" y="23324"/>
                    <a:pt x="30993" y="23324"/>
                    <a:pt x="30993" y="28862"/>
                  </a:cubicBezTo>
                  <a:cubicBezTo>
                    <a:pt x="30993" y="33506"/>
                    <a:pt x="38813" y="33506"/>
                    <a:pt x="43996" y="33506"/>
                  </a:cubicBezTo>
                  <a:cubicBezTo>
                    <a:pt x="46723" y="33506"/>
                    <a:pt x="51724" y="33506"/>
                    <a:pt x="56634" y="31631"/>
                  </a:cubicBezTo>
                  <a:cubicBezTo>
                    <a:pt x="58089" y="33060"/>
                    <a:pt x="58453" y="35025"/>
                    <a:pt x="58453" y="36990"/>
                  </a:cubicBezTo>
                  <a:cubicBezTo>
                    <a:pt x="58453" y="40027"/>
                    <a:pt x="56816" y="49137"/>
                    <a:pt x="52634" y="53693"/>
                  </a:cubicBezTo>
                  <a:cubicBezTo>
                    <a:pt x="49633" y="56908"/>
                    <a:pt x="44814" y="59409"/>
                    <a:pt x="37358" y="59409"/>
                  </a:cubicBezTo>
                  <a:cubicBezTo>
                    <a:pt x="28629" y="59409"/>
                    <a:pt x="16172" y="56462"/>
                    <a:pt x="16172" y="47262"/>
                  </a:cubicBezTo>
                  <a:cubicBezTo>
                    <a:pt x="16172" y="45922"/>
                    <a:pt x="17264" y="41635"/>
                    <a:pt x="17991" y="38866"/>
                  </a:cubicBezTo>
                  <a:close/>
                  <a:moveTo>
                    <a:pt x="42086" y="28504"/>
                  </a:moveTo>
                  <a:cubicBezTo>
                    <a:pt x="43632" y="28326"/>
                    <a:pt x="45814" y="28326"/>
                    <a:pt x="46996" y="28326"/>
                  </a:cubicBezTo>
                  <a:lnTo>
                    <a:pt x="46996" y="28415"/>
                  </a:lnTo>
                  <a:cubicBezTo>
                    <a:pt x="46087" y="28504"/>
                    <a:pt x="43905" y="28504"/>
                    <a:pt x="42086" y="2850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6" name="Freeform: Shape 1195">
              <a:extLst>
                <a:ext uri="{FF2B5EF4-FFF2-40B4-BE49-F238E27FC236}">
                  <a16:creationId xmlns:a16="http://schemas.microsoft.com/office/drawing/2014/main" id="{9943B725-4350-3E9A-9DF6-73D73EC2A336}"/>
                </a:ext>
              </a:extLst>
            </p:cNvPr>
            <p:cNvSpPr/>
            <p:nvPr>
              <p:custDataLst>
                <p:tags r:id="rId99"/>
              </p:custDataLst>
            </p:nvPr>
          </p:nvSpPr>
          <p:spPr>
            <a:xfrm>
              <a:off x="11883840" y="4556779"/>
              <a:ext cx="75831" cy="61988"/>
            </a:xfrm>
            <a:custGeom>
              <a:avLst/>
              <a:gdLst>
                <a:gd name="connsiteX0" fmla="*/ 40727 w 75831"/>
                <a:gd name="connsiteY0" fmla="*/ 5101 h 61988"/>
                <a:gd name="connsiteX1" fmla="*/ 72187 w 75831"/>
                <a:gd name="connsiteY1" fmla="*/ 5101 h 61988"/>
                <a:gd name="connsiteX2" fmla="*/ 76097 w 75831"/>
                <a:gd name="connsiteY2" fmla="*/ 2600 h 61988"/>
                <a:gd name="connsiteX3" fmla="*/ 72187 w 75831"/>
                <a:gd name="connsiteY3" fmla="*/ 99 h 61988"/>
                <a:gd name="connsiteX4" fmla="*/ 4175 w 75831"/>
                <a:gd name="connsiteY4" fmla="*/ 99 h 61988"/>
                <a:gd name="connsiteX5" fmla="*/ 265 w 75831"/>
                <a:gd name="connsiteY5" fmla="*/ 2600 h 61988"/>
                <a:gd name="connsiteX6" fmla="*/ 4175 w 75831"/>
                <a:gd name="connsiteY6" fmla="*/ 5101 h 61988"/>
                <a:gd name="connsiteX7" fmla="*/ 35635 w 75831"/>
                <a:gd name="connsiteY7" fmla="*/ 5101 h 61988"/>
                <a:gd name="connsiteX8" fmla="*/ 35635 w 75831"/>
                <a:gd name="connsiteY8" fmla="*/ 58247 h 61988"/>
                <a:gd name="connsiteX9" fmla="*/ 38181 w 75831"/>
                <a:gd name="connsiteY9" fmla="*/ 62088 h 61988"/>
                <a:gd name="connsiteX10" fmla="*/ 40727 w 75831"/>
                <a:gd name="connsiteY10" fmla="*/ 58247 h 61988"/>
                <a:gd name="connsiteX11" fmla="*/ 40727 w 75831"/>
                <a:gd name="connsiteY11" fmla="*/ 5101 h 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831" h="61988">
                  <a:moveTo>
                    <a:pt x="40727" y="5101"/>
                  </a:moveTo>
                  <a:lnTo>
                    <a:pt x="72187" y="5101"/>
                  </a:lnTo>
                  <a:cubicBezTo>
                    <a:pt x="73642" y="5101"/>
                    <a:pt x="76097" y="5101"/>
                    <a:pt x="76097" y="2600"/>
                  </a:cubicBezTo>
                  <a:cubicBezTo>
                    <a:pt x="76097" y="99"/>
                    <a:pt x="73642" y="99"/>
                    <a:pt x="72187" y="99"/>
                  </a:cubicBezTo>
                  <a:lnTo>
                    <a:pt x="4175" y="99"/>
                  </a:lnTo>
                  <a:cubicBezTo>
                    <a:pt x="2811" y="99"/>
                    <a:pt x="265" y="99"/>
                    <a:pt x="265" y="2600"/>
                  </a:cubicBezTo>
                  <a:cubicBezTo>
                    <a:pt x="265" y="5101"/>
                    <a:pt x="2811" y="5101"/>
                    <a:pt x="4175" y="5101"/>
                  </a:cubicBezTo>
                  <a:lnTo>
                    <a:pt x="35635" y="5101"/>
                  </a:lnTo>
                  <a:lnTo>
                    <a:pt x="35635" y="58247"/>
                  </a:lnTo>
                  <a:cubicBezTo>
                    <a:pt x="35635" y="59587"/>
                    <a:pt x="35635" y="62088"/>
                    <a:pt x="38181" y="62088"/>
                  </a:cubicBezTo>
                  <a:cubicBezTo>
                    <a:pt x="40727" y="62088"/>
                    <a:pt x="40727" y="59676"/>
                    <a:pt x="40727" y="58247"/>
                  </a:cubicBezTo>
                  <a:lnTo>
                    <a:pt x="40727" y="510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7" name="Freeform: Shape 1196">
              <a:extLst>
                <a:ext uri="{FF2B5EF4-FFF2-40B4-BE49-F238E27FC236}">
                  <a16:creationId xmlns:a16="http://schemas.microsoft.com/office/drawing/2014/main" id="{5871FFF5-246B-907B-2416-7D45AB454654}"/>
                </a:ext>
              </a:extLst>
            </p:cNvPr>
            <p:cNvSpPr/>
            <p:nvPr>
              <p:custDataLst>
                <p:tags r:id="rId100"/>
              </p:custDataLst>
            </p:nvPr>
          </p:nvSpPr>
          <p:spPr>
            <a:xfrm>
              <a:off x="11985344" y="4605409"/>
              <a:ext cx="62102" cy="39658"/>
            </a:xfrm>
            <a:custGeom>
              <a:avLst/>
              <a:gdLst>
                <a:gd name="connsiteX0" fmla="*/ 37187 w 62102"/>
                <a:gd name="connsiteY0" fmla="*/ 18768 h 39658"/>
                <a:gd name="connsiteX1" fmla="*/ 51735 w 62102"/>
                <a:gd name="connsiteY1" fmla="*/ 6085 h 39658"/>
                <a:gd name="connsiteX2" fmla="*/ 60191 w 62102"/>
                <a:gd name="connsiteY2" fmla="*/ 6085 h 39658"/>
                <a:gd name="connsiteX3" fmla="*/ 60191 w 62102"/>
                <a:gd name="connsiteY3" fmla="*/ 100 h 39658"/>
                <a:gd name="connsiteX4" fmla="*/ 50098 w 62102"/>
                <a:gd name="connsiteY4" fmla="*/ 458 h 39658"/>
                <a:gd name="connsiteX5" fmla="*/ 38914 w 62102"/>
                <a:gd name="connsiteY5" fmla="*/ 100 h 39658"/>
                <a:gd name="connsiteX6" fmla="*/ 38914 w 62102"/>
                <a:gd name="connsiteY6" fmla="*/ 6085 h 39658"/>
                <a:gd name="connsiteX7" fmla="*/ 40369 w 62102"/>
                <a:gd name="connsiteY7" fmla="*/ 6085 h 39658"/>
                <a:gd name="connsiteX8" fmla="*/ 31549 w 62102"/>
                <a:gd name="connsiteY8" fmla="*/ 13856 h 39658"/>
                <a:gd name="connsiteX9" fmla="*/ 22729 w 62102"/>
                <a:gd name="connsiteY9" fmla="*/ 6174 h 39658"/>
                <a:gd name="connsiteX10" fmla="*/ 23821 w 62102"/>
                <a:gd name="connsiteY10" fmla="*/ 6085 h 39658"/>
                <a:gd name="connsiteX11" fmla="*/ 23821 w 62102"/>
                <a:gd name="connsiteY11" fmla="*/ 100 h 39658"/>
                <a:gd name="connsiteX12" fmla="*/ 11818 w 62102"/>
                <a:gd name="connsiteY12" fmla="*/ 458 h 39658"/>
                <a:gd name="connsiteX13" fmla="*/ 998 w 62102"/>
                <a:gd name="connsiteY13" fmla="*/ 100 h 39658"/>
                <a:gd name="connsiteX14" fmla="*/ 998 w 62102"/>
                <a:gd name="connsiteY14" fmla="*/ 6085 h 39658"/>
                <a:gd name="connsiteX15" fmla="*/ 9000 w 62102"/>
                <a:gd name="connsiteY15" fmla="*/ 6085 h 39658"/>
                <a:gd name="connsiteX16" fmla="*/ 24730 w 62102"/>
                <a:gd name="connsiteY16" fmla="*/ 19751 h 39658"/>
                <a:gd name="connsiteX17" fmla="*/ 8727 w 62102"/>
                <a:gd name="connsiteY17" fmla="*/ 33774 h 39658"/>
                <a:gd name="connsiteX18" fmla="*/ 271 w 62102"/>
                <a:gd name="connsiteY18" fmla="*/ 33774 h 39658"/>
                <a:gd name="connsiteX19" fmla="*/ 271 w 62102"/>
                <a:gd name="connsiteY19" fmla="*/ 39759 h 39658"/>
                <a:gd name="connsiteX20" fmla="*/ 10364 w 62102"/>
                <a:gd name="connsiteY20" fmla="*/ 39402 h 39658"/>
                <a:gd name="connsiteX21" fmla="*/ 21547 w 62102"/>
                <a:gd name="connsiteY21" fmla="*/ 39759 h 39658"/>
                <a:gd name="connsiteX22" fmla="*/ 21547 w 62102"/>
                <a:gd name="connsiteY22" fmla="*/ 33774 h 39658"/>
                <a:gd name="connsiteX23" fmla="*/ 20093 w 62102"/>
                <a:gd name="connsiteY23" fmla="*/ 33774 h 39658"/>
                <a:gd name="connsiteX24" fmla="*/ 30367 w 62102"/>
                <a:gd name="connsiteY24" fmla="*/ 24753 h 39658"/>
                <a:gd name="connsiteX25" fmla="*/ 40642 w 62102"/>
                <a:gd name="connsiteY25" fmla="*/ 33685 h 39658"/>
                <a:gd name="connsiteX26" fmla="*/ 39551 w 62102"/>
                <a:gd name="connsiteY26" fmla="*/ 33774 h 39658"/>
                <a:gd name="connsiteX27" fmla="*/ 39551 w 62102"/>
                <a:gd name="connsiteY27" fmla="*/ 39759 h 39658"/>
                <a:gd name="connsiteX28" fmla="*/ 51553 w 62102"/>
                <a:gd name="connsiteY28" fmla="*/ 39402 h 39658"/>
                <a:gd name="connsiteX29" fmla="*/ 62373 w 62102"/>
                <a:gd name="connsiteY29" fmla="*/ 39759 h 39658"/>
                <a:gd name="connsiteX30" fmla="*/ 62373 w 62102"/>
                <a:gd name="connsiteY30" fmla="*/ 33774 h 39658"/>
                <a:gd name="connsiteX31" fmla="*/ 54372 w 62102"/>
                <a:gd name="connsiteY31" fmla="*/ 33774 h 39658"/>
                <a:gd name="connsiteX32" fmla="*/ 37187 w 62102"/>
                <a:gd name="connsiteY32" fmla="*/ 18768 h 3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102" h="39658">
                  <a:moveTo>
                    <a:pt x="37187" y="18768"/>
                  </a:moveTo>
                  <a:lnTo>
                    <a:pt x="51735" y="6085"/>
                  </a:lnTo>
                  <a:lnTo>
                    <a:pt x="60191" y="6085"/>
                  </a:lnTo>
                  <a:lnTo>
                    <a:pt x="60191" y="100"/>
                  </a:lnTo>
                  <a:cubicBezTo>
                    <a:pt x="56372" y="458"/>
                    <a:pt x="53735" y="458"/>
                    <a:pt x="50098" y="458"/>
                  </a:cubicBezTo>
                  <a:cubicBezTo>
                    <a:pt x="46370" y="458"/>
                    <a:pt x="42642" y="368"/>
                    <a:pt x="38914" y="100"/>
                  </a:cubicBezTo>
                  <a:lnTo>
                    <a:pt x="38914" y="6085"/>
                  </a:lnTo>
                  <a:lnTo>
                    <a:pt x="40369" y="6085"/>
                  </a:lnTo>
                  <a:lnTo>
                    <a:pt x="31549" y="13856"/>
                  </a:lnTo>
                  <a:lnTo>
                    <a:pt x="22729" y="6174"/>
                  </a:lnTo>
                  <a:cubicBezTo>
                    <a:pt x="23184" y="6085"/>
                    <a:pt x="23366" y="6085"/>
                    <a:pt x="23821" y="6085"/>
                  </a:cubicBezTo>
                  <a:lnTo>
                    <a:pt x="23821" y="100"/>
                  </a:lnTo>
                  <a:cubicBezTo>
                    <a:pt x="19820" y="368"/>
                    <a:pt x="15819" y="458"/>
                    <a:pt x="11818" y="458"/>
                  </a:cubicBezTo>
                  <a:cubicBezTo>
                    <a:pt x="7818" y="458"/>
                    <a:pt x="5181" y="458"/>
                    <a:pt x="998" y="100"/>
                  </a:cubicBezTo>
                  <a:lnTo>
                    <a:pt x="998" y="6085"/>
                  </a:lnTo>
                  <a:lnTo>
                    <a:pt x="9000" y="6085"/>
                  </a:lnTo>
                  <a:lnTo>
                    <a:pt x="24730" y="19751"/>
                  </a:lnTo>
                  <a:lnTo>
                    <a:pt x="8727" y="33774"/>
                  </a:lnTo>
                  <a:lnTo>
                    <a:pt x="271" y="33774"/>
                  </a:lnTo>
                  <a:lnTo>
                    <a:pt x="271" y="39759"/>
                  </a:lnTo>
                  <a:cubicBezTo>
                    <a:pt x="4090" y="39402"/>
                    <a:pt x="6727" y="39402"/>
                    <a:pt x="10364" y="39402"/>
                  </a:cubicBezTo>
                  <a:cubicBezTo>
                    <a:pt x="14092" y="39402"/>
                    <a:pt x="17819" y="39491"/>
                    <a:pt x="21547" y="39759"/>
                  </a:cubicBezTo>
                  <a:lnTo>
                    <a:pt x="21547" y="33774"/>
                  </a:lnTo>
                  <a:lnTo>
                    <a:pt x="20093" y="33774"/>
                  </a:lnTo>
                  <a:lnTo>
                    <a:pt x="30367" y="24753"/>
                  </a:lnTo>
                  <a:lnTo>
                    <a:pt x="40642" y="33685"/>
                  </a:lnTo>
                  <a:cubicBezTo>
                    <a:pt x="40187" y="33774"/>
                    <a:pt x="40005" y="33774"/>
                    <a:pt x="39551" y="33774"/>
                  </a:cubicBezTo>
                  <a:lnTo>
                    <a:pt x="39551" y="39759"/>
                  </a:lnTo>
                  <a:cubicBezTo>
                    <a:pt x="43551" y="39491"/>
                    <a:pt x="47552" y="39402"/>
                    <a:pt x="51553" y="39402"/>
                  </a:cubicBezTo>
                  <a:cubicBezTo>
                    <a:pt x="55554" y="39402"/>
                    <a:pt x="58190" y="39402"/>
                    <a:pt x="62373" y="39759"/>
                  </a:cubicBezTo>
                  <a:lnTo>
                    <a:pt x="62373" y="33774"/>
                  </a:lnTo>
                  <a:lnTo>
                    <a:pt x="54372" y="33774"/>
                  </a:lnTo>
                  <a:lnTo>
                    <a:pt x="37187" y="1876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8" name="Freeform: Shape 1197">
              <a:extLst>
                <a:ext uri="{FF2B5EF4-FFF2-40B4-BE49-F238E27FC236}">
                  <a16:creationId xmlns:a16="http://schemas.microsoft.com/office/drawing/2014/main" id="{C259C2DA-0D54-F092-5FC2-38047ADA4F0F}"/>
                </a:ext>
              </a:extLst>
            </p:cNvPr>
            <p:cNvSpPr/>
            <p:nvPr>
              <p:custDataLst>
                <p:tags r:id="rId101"/>
              </p:custDataLst>
            </p:nvPr>
          </p:nvSpPr>
          <p:spPr>
            <a:xfrm>
              <a:off x="12060957" y="4623452"/>
              <a:ext cx="63647" cy="40462"/>
            </a:xfrm>
            <a:custGeom>
              <a:avLst/>
              <a:gdLst>
                <a:gd name="connsiteX0" fmla="*/ 9731 w 63647"/>
                <a:gd name="connsiteY0" fmla="*/ 30828 h 40462"/>
                <a:gd name="connsiteX1" fmla="*/ 8185 w 63647"/>
                <a:gd name="connsiteY1" fmla="*/ 37437 h 40462"/>
                <a:gd name="connsiteX2" fmla="*/ 11550 w 63647"/>
                <a:gd name="connsiteY2" fmla="*/ 40564 h 40462"/>
                <a:gd name="connsiteX3" fmla="*/ 15914 w 63647"/>
                <a:gd name="connsiteY3" fmla="*/ 37616 h 40462"/>
                <a:gd name="connsiteX4" fmla="*/ 17642 w 63647"/>
                <a:gd name="connsiteY4" fmla="*/ 30649 h 40462"/>
                <a:gd name="connsiteX5" fmla="*/ 20915 w 63647"/>
                <a:gd name="connsiteY5" fmla="*/ 18055 h 40462"/>
                <a:gd name="connsiteX6" fmla="*/ 39737 w 63647"/>
                <a:gd name="connsiteY6" fmla="*/ 3138 h 40462"/>
                <a:gd name="connsiteX7" fmla="*/ 46101 w 63647"/>
                <a:gd name="connsiteY7" fmla="*/ 9569 h 40462"/>
                <a:gd name="connsiteX8" fmla="*/ 40191 w 63647"/>
                <a:gd name="connsiteY8" fmla="*/ 28952 h 40462"/>
                <a:gd name="connsiteX9" fmla="*/ 39282 w 63647"/>
                <a:gd name="connsiteY9" fmla="*/ 32703 h 40462"/>
                <a:gd name="connsiteX10" fmla="*/ 49193 w 63647"/>
                <a:gd name="connsiteY10" fmla="*/ 40564 h 40462"/>
                <a:gd name="connsiteX11" fmla="*/ 63923 w 63647"/>
                <a:gd name="connsiteY11" fmla="*/ 26719 h 40462"/>
                <a:gd name="connsiteX12" fmla="*/ 62013 w 63647"/>
                <a:gd name="connsiteY12" fmla="*/ 25468 h 40462"/>
                <a:gd name="connsiteX13" fmla="*/ 59831 w 63647"/>
                <a:gd name="connsiteY13" fmla="*/ 27523 h 40462"/>
                <a:gd name="connsiteX14" fmla="*/ 49556 w 63647"/>
                <a:gd name="connsiteY14" fmla="*/ 37527 h 40462"/>
                <a:gd name="connsiteX15" fmla="*/ 46829 w 63647"/>
                <a:gd name="connsiteY15" fmla="*/ 34133 h 40462"/>
                <a:gd name="connsiteX16" fmla="*/ 48011 w 63647"/>
                <a:gd name="connsiteY16" fmla="*/ 29399 h 40462"/>
                <a:gd name="connsiteX17" fmla="*/ 53739 w 63647"/>
                <a:gd name="connsiteY17" fmla="*/ 10731 h 40462"/>
                <a:gd name="connsiteX18" fmla="*/ 40282 w 63647"/>
                <a:gd name="connsiteY18" fmla="*/ 101 h 40462"/>
                <a:gd name="connsiteX19" fmla="*/ 23097 w 63647"/>
                <a:gd name="connsiteY19" fmla="*/ 8944 h 40462"/>
                <a:gd name="connsiteX20" fmla="*/ 12004 w 63647"/>
                <a:gd name="connsiteY20" fmla="*/ 101 h 40462"/>
                <a:gd name="connsiteX21" fmla="*/ 275 w 63647"/>
                <a:gd name="connsiteY21" fmla="*/ 13946 h 40462"/>
                <a:gd name="connsiteX22" fmla="*/ 2184 w 63647"/>
                <a:gd name="connsiteY22" fmla="*/ 15197 h 40462"/>
                <a:gd name="connsiteX23" fmla="*/ 4276 w 63647"/>
                <a:gd name="connsiteY23" fmla="*/ 13500 h 40462"/>
                <a:gd name="connsiteX24" fmla="*/ 11550 w 63647"/>
                <a:gd name="connsiteY24" fmla="*/ 3138 h 40462"/>
                <a:gd name="connsiteX25" fmla="*/ 15278 w 63647"/>
                <a:gd name="connsiteY25" fmla="*/ 7872 h 40462"/>
                <a:gd name="connsiteX26" fmla="*/ 13823 w 63647"/>
                <a:gd name="connsiteY26" fmla="*/ 14839 h 40462"/>
                <a:gd name="connsiteX27" fmla="*/ 11822 w 63647"/>
                <a:gd name="connsiteY27" fmla="*/ 22878 h 40462"/>
                <a:gd name="connsiteX28" fmla="*/ 9731 w 63647"/>
                <a:gd name="connsiteY28" fmla="*/ 30828 h 4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647" h="40462">
                  <a:moveTo>
                    <a:pt x="9731" y="30828"/>
                  </a:moveTo>
                  <a:cubicBezTo>
                    <a:pt x="9186" y="33061"/>
                    <a:pt x="8185" y="36991"/>
                    <a:pt x="8185" y="37437"/>
                  </a:cubicBezTo>
                  <a:cubicBezTo>
                    <a:pt x="8185" y="39403"/>
                    <a:pt x="9822" y="40564"/>
                    <a:pt x="11550" y="40564"/>
                  </a:cubicBezTo>
                  <a:cubicBezTo>
                    <a:pt x="12913" y="40564"/>
                    <a:pt x="14914" y="39849"/>
                    <a:pt x="15914" y="37616"/>
                  </a:cubicBezTo>
                  <a:cubicBezTo>
                    <a:pt x="16005" y="37170"/>
                    <a:pt x="17096" y="32971"/>
                    <a:pt x="17642" y="30649"/>
                  </a:cubicBezTo>
                  <a:cubicBezTo>
                    <a:pt x="20733" y="18591"/>
                    <a:pt x="20733" y="18412"/>
                    <a:pt x="20915" y="18055"/>
                  </a:cubicBezTo>
                  <a:cubicBezTo>
                    <a:pt x="22097" y="15643"/>
                    <a:pt x="28644" y="3138"/>
                    <a:pt x="39737" y="3138"/>
                  </a:cubicBezTo>
                  <a:cubicBezTo>
                    <a:pt x="44192" y="3138"/>
                    <a:pt x="46101" y="5550"/>
                    <a:pt x="46101" y="9569"/>
                  </a:cubicBezTo>
                  <a:cubicBezTo>
                    <a:pt x="46101" y="14661"/>
                    <a:pt x="42282" y="23861"/>
                    <a:pt x="40191" y="28952"/>
                  </a:cubicBezTo>
                  <a:cubicBezTo>
                    <a:pt x="39737" y="30024"/>
                    <a:pt x="39282" y="31185"/>
                    <a:pt x="39282" y="32703"/>
                  </a:cubicBezTo>
                  <a:cubicBezTo>
                    <a:pt x="39282" y="37348"/>
                    <a:pt x="43828" y="40564"/>
                    <a:pt x="49193" y="40564"/>
                  </a:cubicBezTo>
                  <a:cubicBezTo>
                    <a:pt x="58922" y="40564"/>
                    <a:pt x="63923" y="28952"/>
                    <a:pt x="63923" y="26719"/>
                  </a:cubicBezTo>
                  <a:cubicBezTo>
                    <a:pt x="63923" y="25468"/>
                    <a:pt x="62377" y="25468"/>
                    <a:pt x="62013" y="25468"/>
                  </a:cubicBezTo>
                  <a:cubicBezTo>
                    <a:pt x="60468" y="25468"/>
                    <a:pt x="60377" y="25826"/>
                    <a:pt x="59831" y="27523"/>
                  </a:cubicBezTo>
                  <a:cubicBezTo>
                    <a:pt x="58103" y="32882"/>
                    <a:pt x="53921" y="37527"/>
                    <a:pt x="49556" y="37527"/>
                  </a:cubicBezTo>
                  <a:cubicBezTo>
                    <a:pt x="47465" y="37527"/>
                    <a:pt x="46829" y="36098"/>
                    <a:pt x="46829" y="34133"/>
                  </a:cubicBezTo>
                  <a:cubicBezTo>
                    <a:pt x="46829" y="32257"/>
                    <a:pt x="47192" y="31364"/>
                    <a:pt x="48011" y="29399"/>
                  </a:cubicBezTo>
                  <a:cubicBezTo>
                    <a:pt x="49556" y="25826"/>
                    <a:pt x="53739" y="15643"/>
                    <a:pt x="53739" y="10731"/>
                  </a:cubicBezTo>
                  <a:cubicBezTo>
                    <a:pt x="53739" y="4121"/>
                    <a:pt x="48920" y="101"/>
                    <a:pt x="40282" y="101"/>
                  </a:cubicBezTo>
                  <a:cubicBezTo>
                    <a:pt x="32008" y="101"/>
                    <a:pt x="26280" y="5014"/>
                    <a:pt x="23097" y="8944"/>
                  </a:cubicBezTo>
                  <a:cubicBezTo>
                    <a:pt x="22643" y="1620"/>
                    <a:pt x="15368" y="101"/>
                    <a:pt x="12004" y="101"/>
                  </a:cubicBezTo>
                  <a:cubicBezTo>
                    <a:pt x="2912" y="101"/>
                    <a:pt x="275" y="13767"/>
                    <a:pt x="275" y="13946"/>
                  </a:cubicBezTo>
                  <a:cubicBezTo>
                    <a:pt x="275" y="15197"/>
                    <a:pt x="1730" y="15197"/>
                    <a:pt x="2184" y="15197"/>
                  </a:cubicBezTo>
                  <a:cubicBezTo>
                    <a:pt x="3730" y="15197"/>
                    <a:pt x="3912" y="14661"/>
                    <a:pt x="4276" y="13500"/>
                  </a:cubicBezTo>
                  <a:cubicBezTo>
                    <a:pt x="5639" y="8319"/>
                    <a:pt x="7731" y="3138"/>
                    <a:pt x="11550" y="3138"/>
                  </a:cubicBezTo>
                  <a:cubicBezTo>
                    <a:pt x="14641" y="3138"/>
                    <a:pt x="15278" y="5997"/>
                    <a:pt x="15278" y="7872"/>
                  </a:cubicBezTo>
                  <a:cubicBezTo>
                    <a:pt x="15278" y="9123"/>
                    <a:pt x="14368" y="12517"/>
                    <a:pt x="13823" y="14839"/>
                  </a:cubicBezTo>
                  <a:cubicBezTo>
                    <a:pt x="13186" y="17251"/>
                    <a:pt x="12277" y="20913"/>
                    <a:pt x="11822" y="22878"/>
                  </a:cubicBezTo>
                  <a:lnTo>
                    <a:pt x="9731" y="3082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199" name="Freeform: Shape 1198">
              <a:extLst>
                <a:ext uri="{FF2B5EF4-FFF2-40B4-BE49-F238E27FC236}">
                  <a16:creationId xmlns:a16="http://schemas.microsoft.com/office/drawing/2014/main" id="{02146DEC-2091-0DB9-E436-170798AA960C}"/>
                </a:ext>
              </a:extLst>
            </p:cNvPr>
            <p:cNvSpPr/>
            <p:nvPr>
              <p:custDataLst>
                <p:tags r:id="rId102"/>
              </p:custDataLst>
            </p:nvPr>
          </p:nvSpPr>
          <p:spPr>
            <a:xfrm>
              <a:off x="12156411" y="4620237"/>
              <a:ext cx="69376" cy="5001"/>
            </a:xfrm>
            <a:custGeom>
              <a:avLst/>
              <a:gdLst>
                <a:gd name="connsiteX0" fmla="*/ 65746 w 69376"/>
                <a:gd name="connsiteY0" fmla="*/ 5102 h 5001"/>
                <a:gd name="connsiteX1" fmla="*/ 69656 w 69376"/>
                <a:gd name="connsiteY1" fmla="*/ 2601 h 5001"/>
                <a:gd name="connsiteX2" fmla="*/ 65746 w 69376"/>
                <a:gd name="connsiteY2" fmla="*/ 100 h 5001"/>
                <a:gd name="connsiteX3" fmla="*/ 4190 w 69376"/>
                <a:gd name="connsiteY3" fmla="*/ 100 h 5001"/>
                <a:gd name="connsiteX4" fmla="*/ 280 w 69376"/>
                <a:gd name="connsiteY4" fmla="*/ 2601 h 5001"/>
                <a:gd name="connsiteX5" fmla="*/ 4190 w 69376"/>
                <a:gd name="connsiteY5" fmla="*/ 5102 h 5001"/>
                <a:gd name="connsiteX6" fmla="*/ 65746 w 69376"/>
                <a:gd name="connsiteY6" fmla="*/ 5102 h 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376" h="5001">
                  <a:moveTo>
                    <a:pt x="65746" y="5102"/>
                  </a:moveTo>
                  <a:cubicBezTo>
                    <a:pt x="67201" y="5102"/>
                    <a:pt x="69656" y="5102"/>
                    <a:pt x="69656" y="2601"/>
                  </a:cubicBezTo>
                  <a:cubicBezTo>
                    <a:pt x="69656" y="100"/>
                    <a:pt x="67201" y="100"/>
                    <a:pt x="65746" y="100"/>
                  </a:cubicBezTo>
                  <a:lnTo>
                    <a:pt x="4190" y="100"/>
                  </a:lnTo>
                  <a:cubicBezTo>
                    <a:pt x="2735" y="100"/>
                    <a:pt x="280" y="100"/>
                    <a:pt x="280" y="2601"/>
                  </a:cubicBezTo>
                  <a:cubicBezTo>
                    <a:pt x="280" y="5102"/>
                    <a:pt x="2735" y="5102"/>
                    <a:pt x="4190" y="5102"/>
                  </a:cubicBezTo>
                  <a:lnTo>
                    <a:pt x="65746" y="510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200" name="Freeform: Shape 1199">
              <a:extLst>
                <a:ext uri="{FF2B5EF4-FFF2-40B4-BE49-F238E27FC236}">
                  <a16:creationId xmlns:a16="http://schemas.microsoft.com/office/drawing/2014/main" id="{94843142-0A88-F4CF-1ABC-50B4B3DFA36C}"/>
                </a:ext>
              </a:extLst>
            </p:cNvPr>
            <p:cNvSpPr/>
            <p:nvPr>
              <p:custDataLst>
                <p:tags r:id="rId103"/>
              </p:custDataLst>
            </p:nvPr>
          </p:nvSpPr>
          <p:spPr>
            <a:xfrm>
              <a:off x="12249005" y="4605588"/>
              <a:ext cx="60374" cy="58773"/>
            </a:xfrm>
            <a:custGeom>
              <a:avLst/>
              <a:gdLst>
                <a:gd name="connsiteX0" fmla="*/ 649 w 60374"/>
                <a:gd name="connsiteY0" fmla="*/ 53604 h 58773"/>
                <a:gd name="connsiteX1" fmla="*/ 285 w 60374"/>
                <a:gd name="connsiteY1" fmla="*/ 55747 h 58773"/>
                <a:gd name="connsiteX2" fmla="*/ 3649 w 60374"/>
                <a:gd name="connsiteY2" fmla="*/ 58873 h 58773"/>
                <a:gd name="connsiteX3" fmla="*/ 8287 w 60374"/>
                <a:gd name="connsiteY3" fmla="*/ 54854 h 58773"/>
                <a:gd name="connsiteX4" fmla="*/ 10378 w 60374"/>
                <a:gd name="connsiteY4" fmla="*/ 46458 h 58773"/>
                <a:gd name="connsiteX5" fmla="*/ 12560 w 60374"/>
                <a:gd name="connsiteY5" fmla="*/ 37883 h 58773"/>
                <a:gd name="connsiteX6" fmla="*/ 23653 w 60374"/>
                <a:gd name="connsiteY6" fmla="*/ 40563 h 58773"/>
                <a:gd name="connsiteX7" fmla="*/ 38292 w 60374"/>
                <a:gd name="connsiteY7" fmla="*/ 33953 h 58773"/>
                <a:gd name="connsiteX8" fmla="*/ 49021 w 60374"/>
                <a:gd name="connsiteY8" fmla="*/ 40563 h 58773"/>
                <a:gd name="connsiteX9" fmla="*/ 57023 w 60374"/>
                <a:gd name="connsiteY9" fmla="*/ 35561 h 58773"/>
                <a:gd name="connsiteX10" fmla="*/ 60660 w 60374"/>
                <a:gd name="connsiteY10" fmla="*/ 26718 h 58773"/>
                <a:gd name="connsiteX11" fmla="*/ 58750 w 60374"/>
                <a:gd name="connsiteY11" fmla="*/ 25467 h 58773"/>
                <a:gd name="connsiteX12" fmla="*/ 56568 w 60374"/>
                <a:gd name="connsiteY12" fmla="*/ 27433 h 58773"/>
                <a:gd name="connsiteX13" fmla="*/ 49385 w 60374"/>
                <a:gd name="connsiteY13" fmla="*/ 37526 h 58773"/>
                <a:gd name="connsiteX14" fmla="*/ 45748 w 60374"/>
                <a:gd name="connsiteY14" fmla="*/ 32792 h 58773"/>
                <a:gd name="connsiteX15" fmla="*/ 52113 w 60374"/>
                <a:gd name="connsiteY15" fmla="*/ 6353 h 58773"/>
                <a:gd name="connsiteX16" fmla="*/ 52567 w 60374"/>
                <a:gd name="connsiteY16" fmla="*/ 4209 h 58773"/>
                <a:gd name="connsiteX17" fmla="*/ 49203 w 60374"/>
                <a:gd name="connsiteY17" fmla="*/ 1083 h 58773"/>
                <a:gd name="connsiteX18" fmla="*/ 44202 w 60374"/>
                <a:gd name="connsiteY18" fmla="*/ 6710 h 58773"/>
                <a:gd name="connsiteX19" fmla="*/ 42202 w 60374"/>
                <a:gd name="connsiteY19" fmla="*/ 14392 h 58773"/>
                <a:gd name="connsiteX20" fmla="*/ 39292 w 60374"/>
                <a:gd name="connsiteY20" fmla="*/ 26003 h 58773"/>
                <a:gd name="connsiteX21" fmla="*/ 37110 w 60374"/>
                <a:gd name="connsiteY21" fmla="*/ 30291 h 58773"/>
                <a:gd name="connsiteX22" fmla="*/ 24108 w 60374"/>
                <a:gd name="connsiteY22" fmla="*/ 37526 h 58773"/>
                <a:gd name="connsiteX23" fmla="*/ 15288 w 60374"/>
                <a:gd name="connsiteY23" fmla="*/ 29308 h 58773"/>
                <a:gd name="connsiteX24" fmla="*/ 16470 w 60374"/>
                <a:gd name="connsiteY24" fmla="*/ 22788 h 58773"/>
                <a:gd name="connsiteX25" fmla="*/ 18470 w 60374"/>
                <a:gd name="connsiteY25" fmla="*/ 14749 h 58773"/>
                <a:gd name="connsiteX26" fmla="*/ 20016 w 60374"/>
                <a:gd name="connsiteY26" fmla="*/ 8765 h 58773"/>
                <a:gd name="connsiteX27" fmla="*/ 21289 w 60374"/>
                <a:gd name="connsiteY27" fmla="*/ 3227 h 58773"/>
                <a:gd name="connsiteX28" fmla="*/ 17925 w 60374"/>
                <a:gd name="connsiteY28" fmla="*/ 100 h 58773"/>
                <a:gd name="connsiteX29" fmla="*/ 13197 w 60374"/>
                <a:gd name="connsiteY29" fmla="*/ 4477 h 58773"/>
                <a:gd name="connsiteX30" fmla="*/ 649 w 60374"/>
                <a:gd name="connsiteY30" fmla="*/ 53604 h 5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374" h="58773">
                  <a:moveTo>
                    <a:pt x="649" y="53604"/>
                  </a:moveTo>
                  <a:cubicBezTo>
                    <a:pt x="285" y="55033"/>
                    <a:pt x="285" y="55479"/>
                    <a:pt x="285" y="55747"/>
                  </a:cubicBezTo>
                  <a:cubicBezTo>
                    <a:pt x="285" y="57802"/>
                    <a:pt x="1922" y="58873"/>
                    <a:pt x="3649" y="58873"/>
                  </a:cubicBezTo>
                  <a:cubicBezTo>
                    <a:pt x="5559" y="58873"/>
                    <a:pt x="7468" y="57802"/>
                    <a:pt x="8287" y="54854"/>
                  </a:cubicBezTo>
                  <a:cubicBezTo>
                    <a:pt x="9832" y="49048"/>
                    <a:pt x="8923" y="52353"/>
                    <a:pt x="10378" y="46458"/>
                  </a:cubicBezTo>
                  <a:lnTo>
                    <a:pt x="12560" y="37883"/>
                  </a:lnTo>
                  <a:cubicBezTo>
                    <a:pt x="16106" y="40027"/>
                    <a:pt x="20380" y="40563"/>
                    <a:pt x="23653" y="40563"/>
                  </a:cubicBezTo>
                  <a:cubicBezTo>
                    <a:pt x="29472" y="40563"/>
                    <a:pt x="34291" y="37883"/>
                    <a:pt x="38292" y="33953"/>
                  </a:cubicBezTo>
                  <a:cubicBezTo>
                    <a:pt x="39929" y="39312"/>
                    <a:pt x="46021" y="40563"/>
                    <a:pt x="49021" y="40563"/>
                  </a:cubicBezTo>
                  <a:cubicBezTo>
                    <a:pt x="52658" y="40563"/>
                    <a:pt x="55113" y="38508"/>
                    <a:pt x="57023" y="35561"/>
                  </a:cubicBezTo>
                  <a:cubicBezTo>
                    <a:pt x="59387" y="32077"/>
                    <a:pt x="60660" y="27343"/>
                    <a:pt x="60660" y="26718"/>
                  </a:cubicBezTo>
                  <a:cubicBezTo>
                    <a:pt x="60660" y="25467"/>
                    <a:pt x="59114" y="25467"/>
                    <a:pt x="58750" y="25467"/>
                  </a:cubicBezTo>
                  <a:cubicBezTo>
                    <a:pt x="57114" y="25467"/>
                    <a:pt x="57023" y="26003"/>
                    <a:pt x="56568" y="27433"/>
                  </a:cubicBezTo>
                  <a:cubicBezTo>
                    <a:pt x="54931" y="34042"/>
                    <a:pt x="52567" y="37526"/>
                    <a:pt x="49385" y="37526"/>
                  </a:cubicBezTo>
                  <a:cubicBezTo>
                    <a:pt x="46839" y="37526"/>
                    <a:pt x="45748" y="35561"/>
                    <a:pt x="45748" y="32792"/>
                  </a:cubicBezTo>
                  <a:cubicBezTo>
                    <a:pt x="45748" y="30916"/>
                    <a:pt x="48567" y="20108"/>
                    <a:pt x="52113" y="6353"/>
                  </a:cubicBezTo>
                  <a:cubicBezTo>
                    <a:pt x="52567" y="4834"/>
                    <a:pt x="52567" y="4656"/>
                    <a:pt x="52567" y="4209"/>
                  </a:cubicBezTo>
                  <a:cubicBezTo>
                    <a:pt x="52567" y="2244"/>
                    <a:pt x="50931" y="1083"/>
                    <a:pt x="49203" y="1083"/>
                  </a:cubicBezTo>
                  <a:cubicBezTo>
                    <a:pt x="45566" y="1083"/>
                    <a:pt x="44839" y="4120"/>
                    <a:pt x="44202" y="6710"/>
                  </a:cubicBezTo>
                  <a:cubicBezTo>
                    <a:pt x="43111" y="10551"/>
                    <a:pt x="43111" y="10730"/>
                    <a:pt x="42202" y="14392"/>
                  </a:cubicBezTo>
                  <a:cubicBezTo>
                    <a:pt x="41202" y="18233"/>
                    <a:pt x="40020" y="22877"/>
                    <a:pt x="39292" y="26003"/>
                  </a:cubicBezTo>
                  <a:cubicBezTo>
                    <a:pt x="38656" y="28236"/>
                    <a:pt x="38656" y="28415"/>
                    <a:pt x="37110" y="30291"/>
                  </a:cubicBezTo>
                  <a:cubicBezTo>
                    <a:pt x="34200" y="33864"/>
                    <a:pt x="29836" y="37526"/>
                    <a:pt x="24108" y="37526"/>
                  </a:cubicBezTo>
                  <a:cubicBezTo>
                    <a:pt x="19198" y="37526"/>
                    <a:pt x="15288" y="35650"/>
                    <a:pt x="15288" y="29308"/>
                  </a:cubicBezTo>
                  <a:cubicBezTo>
                    <a:pt x="15288" y="27254"/>
                    <a:pt x="15742" y="25378"/>
                    <a:pt x="16470" y="22788"/>
                  </a:cubicBezTo>
                  <a:cubicBezTo>
                    <a:pt x="17379" y="18858"/>
                    <a:pt x="17561" y="18233"/>
                    <a:pt x="18470" y="14749"/>
                  </a:cubicBezTo>
                  <a:lnTo>
                    <a:pt x="20016" y="8765"/>
                  </a:lnTo>
                  <a:cubicBezTo>
                    <a:pt x="20471" y="6889"/>
                    <a:pt x="21289" y="3673"/>
                    <a:pt x="21289" y="3227"/>
                  </a:cubicBezTo>
                  <a:cubicBezTo>
                    <a:pt x="21289" y="1708"/>
                    <a:pt x="20107" y="100"/>
                    <a:pt x="17925" y="100"/>
                  </a:cubicBezTo>
                  <a:cubicBezTo>
                    <a:pt x="14288" y="100"/>
                    <a:pt x="13469" y="3405"/>
                    <a:pt x="13197" y="4477"/>
                  </a:cubicBezTo>
                  <a:lnTo>
                    <a:pt x="649" y="5360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201" name="Freeform: Shape 1200">
              <a:extLst>
                <a:ext uri="{FF2B5EF4-FFF2-40B4-BE49-F238E27FC236}">
                  <a16:creationId xmlns:a16="http://schemas.microsoft.com/office/drawing/2014/main" id="{C4259D88-711C-D7B8-E18A-0DC610DA818F}"/>
                </a:ext>
              </a:extLst>
            </p:cNvPr>
            <p:cNvSpPr/>
            <p:nvPr>
              <p:custDataLst>
                <p:tags r:id="rId104"/>
              </p:custDataLst>
            </p:nvPr>
          </p:nvSpPr>
          <p:spPr>
            <a:xfrm>
              <a:off x="12320998" y="4614254"/>
              <a:ext cx="43007" cy="77887"/>
            </a:xfrm>
            <a:custGeom>
              <a:avLst/>
              <a:gdLst>
                <a:gd name="connsiteX0" fmla="*/ 43297 w 43007"/>
                <a:gd name="connsiteY0" fmla="*/ 3943 h 77887"/>
                <a:gd name="connsiteX1" fmla="*/ 39296 w 43007"/>
                <a:gd name="connsiteY1" fmla="*/ 102 h 77887"/>
                <a:gd name="connsiteX2" fmla="*/ 33659 w 43007"/>
                <a:gd name="connsiteY2" fmla="*/ 5461 h 77887"/>
                <a:gd name="connsiteX3" fmla="*/ 37660 w 43007"/>
                <a:gd name="connsiteY3" fmla="*/ 9302 h 77887"/>
                <a:gd name="connsiteX4" fmla="*/ 43297 w 43007"/>
                <a:gd name="connsiteY4" fmla="*/ 3943 h 77887"/>
                <a:gd name="connsiteX5" fmla="*/ 23475 w 43007"/>
                <a:gd name="connsiteY5" fmla="*/ 63698 h 77887"/>
                <a:gd name="connsiteX6" fmla="*/ 10473 w 43007"/>
                <a:gd name="connsiteY6" fmla="*/ 74953 h 77887"/>
                <a:gd name="connsiteX7" fmla="*/ 7200 w 43007"/>
                <a:gd name="connsiteY7" fmla="*/ 74506 h 77887"/>
                <a:gd name="connsiteX8" fmla="*/ 10018 w 43007"/>
                <a:gd name="connsiteY8" fmla="*/ 69772 h 77887"/>
                <a:gd name="connsiteX9" fmla="*/ 5927 w 43007"/>
                <a:gd name="connsiteY9" fmla="*/ 66110 h 77887"/>
                <a:gd name="connsiteX10" fmla="*/ 289 w 43007"/>
                <a:gd name="connsiteY10" fmla="*/ 71827 h 77887"/>
                <a:gd name="connsiteX11" fmla="*/ 10564 w 43007"/>
                <a:gd name="connsiteY11" fmla="*/ 77990 h 77887"/>
                <a:gd name="connsiteX12" fmla="*/ 31386 w 43007"/>
                <a:gd name="connsiteY12" fmla="*/ 63788 h 77887"/>
                <a:gd name="connsiteX13" fmla="*/ 39569 w 43007"/>
                <a:gd name="connsiteY13" fmla="*/ 31811 h 77887"/>
                <a:gd name="connsiteX14" fmla="*/ 40024 w 43007"/>
                <a:gd name="connsiteY14" fmla="*/ 28863 h 77887"/>
                <a:gd name="connsiteX15" fmla="*/ 28840 w 43007"/>
                <a:gd name="connsiteY15" fmla="*/ 20199 h 77887"/>
                <a:gd name="connsiteX16" fmla="*/ 11109 w 43007"/>
                <a:gd name="connsiteY16" fmla="*/ 34044 h 77887"/>
                <a:gd name="connsiteX17" fmla="*/ 13019 w 43007"/>
                <a:gd name="connsiteY17" fmla="*/ 35294 h 77887"/>
                <a:gd name="connsiteX18" fmla="*/ 15019 w 43007"/>
                <a:gd name="connsiteY18" fmla="*/ 34044 h 77887"/>
                <a:gd name="connsiteX19" fmla="*/ 28476 w 43007"/>
                <a:gd name="connsiteY19" fmla="*/ 23236 h 77887"/>
                <a:gd name="connsiteX20" fmla="*/ 32295 w 43007"/>
                <a:gd name="connsiteY20" fmla="*/ 27970 h 77887"/>
                <a:gd name="connsiteX21" fmla="*/ 32022 w 43007"/>
                <a:gd name="connsiteY21" fmla="*/ 30292 h 77887"/>
                <a:gd name="connsiteX22" fmla="*/ 23475 w 43007"/>
                <a:gd name="connsiteY22" fmla="*/ 63698 h 7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007" h="77887">
                  <a:moveTo>
                    <a:pt x="43297" y="3943"/>
                  </a:moveTo>
                  <a:cubicBezTo>
                    <a:pt x="43297" y="1888"/>
                    <a:pt x="41751" y="102"/>
                    <a:pt x="39296" y="102"/>
                  </a:cubicBezTo>
                  <a:cubicBezTo>
                    <a:pt x="36478" y="102"/>
                    <a:pt x="33659" y="2782"/>
                    <a:pt x="33659" y="5461"/>
                  </a:cubicBezTo>
                  <a:cubicBezTo>
                    <a:pt x="33659" y="7605"/>
                    <a:pt x="35387" y="9302"/>
                    <a:pt x="37660" y="9302"/>
                  </a:cubicBezTo>
                  <a:cubicBezTo>
                    <a:pt x="40751" y="9302"/>
                    <a:pt x="43297" y="6444"/>
                    <a:pt x="43297" y="3943"/>
                  </a:cubicBezTo>
                  <a:close/>
                  <a:moveTo>
                    <a:pt x="23475" y="63698"/>
                  </a:moveTo>
                  <a:cubicBezTo>
                    <a:pt x="21748" y="70487"/>
                    <a:pt x="16019" y="74953"/>
                    <a:pt x="10473" y="74953"/>
                  </a:cubicBezTo>
                  <a:cubicBezTo>
                    <a:pt x="8927" y="74953"/>
                    <a:pt x="7927" y="74685"/>
                    <a:pt x="7200" y="74506"/>
                  </a:cubicBezTo>
                  <a:cubicBezTo>
                    <a:pt x="9382" y="73256"/>
                    <a:pt x="10018" y="70933"/>
                    <a:pt x="10018" y="69772"/>
                  </a:cubicBezTo>
                  <a:cubicBezTo>
                    <a:pt x="10018" y="68254"/>
                    <a:pt x="8927" y="66110"/>
                    <a:pt x="5927" y="66110"/>
                  </a:cubicBezTo>
                  <a:cubicBezTo>
                    <a:pt x="2835" y="66110"/>
                    <a:pt x="289" y="68879"/>
                    <a:pt x="289" y="71827"/>
                  </a:cubicBezTo>
                  <a:cubicBezTo>
                    <a:pt x="289" y="75667"/>
                    <a:pt x="4381" y="77990"/>
                    <a:pt x="10564" y="77990"/>
                  </a:cubicBezTo>
                  <a:cubicBezTo>
                    <a:pt x="16747" y="77990"/>
                    <a:pt x="28567" y="74863"/>
                    <a:pt x="31386" y="63788"/>
                  </a:cubicBezTo>
                  <a:lnTo>
                    <a:pt x="39569" y="31811"/>
                  </a:lnTo>
                  <a:cubicBezTo>
                    <a:pt x="39751" y="30918"/>
                    <a:pt x="40024" y="30114"/>
                    <a:pt x="40024" y="28863"/>
                  </a:cubicBezTo>
                  <a:cubicBezTo>
                    <a:pt x="40024" y="23772"/>
                    <a:pt x="35205" y="20199"/>
                    <a:pt x="28840" y="20199"/>
                  </a:cubicBezTo>
                  <a:cubicBezTo>
                    <a:pt x="17838" y="20199"/>
                    <a:pt x="11109" y="32257"/>
                    <a:pt x="11109" y="34044"/>
                  </a:cubicBezTo>
                  <a:cubicBezTo>
                    <a:pt x="11109" y="35294"/>
                    <a:pt x="12564" y="35294"/>
                    <a:pt x="13019" y="35294"/>
                  </a:cubicBezTo>
                  <a:cubicBezTo>
                    <a:pt x="14383" y="35294"/>
                    <a:pt x="14565" y="34937"/>
                    <a:pt x="15019" y="34044"/>
                  </a:cubicBezTo>
                  <a:cubicBezTo>
                    <a:pt x="19202" y="25290"/>
                    <a:pt x="25385" y="23236"/>
                    <a:pt x="28476" y="23236"/>
                  </a:cubicBezTo>
                  <a:cubicBezTo>
                    <a:pt x="32113" y="23236"/>
                    <a:pt x="32295" y="26452"/>
                    <a:pt x="32295" y="27970"/>
                  </a:cubicBezTo>
                  <a:cubicBezTo>
                    <a:pt x="32295" y="29221"/>
                    <a:pt x="32204" y="29578"/>
                    <a:pt x="32022" y="30292"/>
                  </a:cubicBezTo>
                  <a:lnTo>
                    <a:pt x="23475" y="636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sp>
          <p:nvSpPr>
            <p:cNvPr id="1202" name="Freeform: Shape 1201">
              <a:extLst>
                <a:ext uri="{FF2B5EF4-FFF2-40B4-BE49-F238E27FC236}">
                  <a16:creationId xmlns:a16="http://schemas.microsoft.com/office/drawing/2014/main" id="{AD3E8FF1-5C98-D6C5-E28B-A429FCEC9E05}"/>
                </a:ext>
              </a:extLst>
            </p:cNvPr>
            <p:cNvSpPr/>
            <p:nvPr>
              <p:custDataLst>
                <p:tags r:id="rId105"/>
              </p:custDataLst>
            </p:nvPr>
          </p:nvSpPr>
          <p:spPr>
            <a:xfrm>
              <a:off x="12423031" y="4385243"/>
              <a:ext cx="69103" cy="321376"/>
            </a:xfrm>
            <a:custGeom>
              <a:avLst/>
              <a:gdLst>
                <a:gd name="connsiteX0" fmla="*/ 69398 w 69103"/>
                <a:gd name="connsiteY0" fmla="*/ 160685 h 321376"/>
                <a:gd name="connsiteX1" fmla="*/ 21389 w 69103"/>
                <a:gd name="connsiteY1" fmla="*/ 14735 h 321376"/>
                <a:gd name="connsiteX2" fmla="*/ 7751 w 69103"/>
                <a:gd name="connsiteY2" fmla="*/ 1158 h 321376"/>
                <a:gd name="connsiteX3" fmla="*/ 3750 w 69103"/>
                <a:gd name="connsiteY3" fmla="*/ 86 h 321376"/>
                <a:gd name="connsiteX4" fmla="*/ 295 w 69103"/>
                <a:gd name="connsiteY4" fmla="*/ 1873 h 321376"/>
                <a:gd name="connsiteX5" fmla="*/ 1386 w 69103"/>
                <a:gd name="connsiteY5" fmla="*/ 3659 h 321376"/>
                <a:gd name="connsiteX6" fmla="*/ 28664 w 69103"/>
                <a:gd name="connsiteY6" fmla="*/ 39387 h 321376"/>
                <a:gd name="connsiteX7" fmla="*/ 55577 w 69103"/>
                <a:gd name="connsiteY7" fmla="*/ 160685 h 321376"/>
                <a:gd name="connsiteX8" fmla="*/ 1022 w 69103"/>
                <a:gd name="connsiteY8" fmla="*/ 318247 h 321376"/>
                <a:gd name="connsiteX9" fmla="*/ 295 w 69103"/>
                <a:gd name="connsiteY9" fmla="*/ 319676 h 321376"/>
                <a:gd name="connsiteX10" fmla="*/ 3750 w 69103"/>
                <a:gd name="connsiteY10" fmla="*/ 321462 h 321376"/>
                <a:gd name="connsiteX11" fmla="*/ 8114 w 69103"/>
                <a:gd name="connsiteY11" fmla="*/ 320033 h 321376"/>
                <a:gd name="connsiteX12" fmla="*/ 57396 w 69103"/>
                <a:gd name="connsiteY12" fmla="*/ 242860 h 321376"/>
                <a:gd name="connsiteX13" fmla="*/ 69398 w 69103"/>
                <a:gd name="connsiteY13" fmla="*/ 160685 h 32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103" h="321376">
                  <a:moveTo>
                    <a:pt x="69398" y="160685"/>
                  </a:moveTo>
                  <a:cubicBezTo>
                    <a:pt x="69398" y="109415"/>
                    <a:pt x="57214" y="54929"/>
                    <a:pt x="21389" y="14735"/>
                  </a:cubicBezTo>
                  <a:cubicBezTo>
                    <a:pt x="18844" y="11877"/>
                    <a:pt x="12115" y="4910"/>
                    <a:pt x="7751" y="1158"/>
                  </a:cubicBezTo>
                  <a:cubicBezTo>
                    <a:pt x="6478" y="86"/>
                    <a:pt x="6114" y="86"/>
                    <a:pt x="3750" y="86"/>
                  </a:cubicBezTo>
                  <a:cubicBezTo>
                    <a:pt x="1931" y="86"/>
                    <a:pt x="295" y="86"/>
                    <a:pt x="295" y="1873"/>
                  </a:cubicBezTo>
                  <a:cubicBezTo>
                    <a:pt x="295" y="2587"/>
                    <a:pt x="1022" y="3302"/>
                    <a:pt x="1386" y="3659"/>
                  </a:cubicBezTo>
                  <a:cubicBezTo>
                    <a:pt x="7569" y="9912"/>
                    <a:pt x="17389" y="19737"/>
                    <a:pt x="28664" y="39387"/>
                  </a:cubicBezTo>
                  <a:cubicBezTo>
                    <a:pt x="48303" y="73687"/>
                    <a:pt x="55577" y="117811"/>
                    <a:pt x="55577" y="160685"/>
                  </a:cubicBezTo>
                  <a:cubicBezTo>
                    <a:pt x="55577" y="238216"/>
                    <a:pt x="33755" y="285556"/>
                    <a:pt x="1022" y="318247"/>
                  </a:cubicBezTo>
                  <a:cubicBezTo>
                    <a:pt x="658" y="318604"/>
                    <a:pt x="295" y="319140"/>
                    <a:pt x="295" y="319676"/>
                  </a:cubicBezTo>
                  <a:cubicBezTo>
                    <a:pt x="295" y="321462"/>
                    <a:pt x="1931" y="321462"/>
                    <a:pt x="3750" y="321462"/>
                  </a:cubicBezTo>
                  <a:cubicBezTo>
                    <a:pt x="6114" y="321462"/>
                    <a:pt x="6478" y="321462"/>
                    <a:pt x="8114" y="320033"/>
                  </a:cubicBezTo>
                  <a:cubicBezTo>
                    <a:pt x="25390" y="305385"/>
                    <a:pt x="44848" y="280554"/>
                    <a:pt x="57396" y="242860"/>
                  </a:cubicBezTo>
                  <a:cubicBezTo>
                    <a:pt x="65397" y="218386"/>
                    <a:pt x="69398" y="189446"/>
                    <a:pt x="69398" y="16068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p>
          </p:txBody>
        </p:sp>
      </p:grpSp>
      <p:grpSp>
        <p:nvGrpSpPr>
          <p:cNvPr id="284" name="Group 283" descr="\documentclass{article}&#10;\usepackage{amsmath}&#10;\pagestyle{empty}&#10;\begin{document}&#10;&#10;$$\text{Odds}(Y_n \le j) = \frac{1}{e^{(\boldsymbol{\beta}^\top \mathbf{x}_n - \mu_j)}}$$&#10;\end{document}" title="IguanaTex Shape Display">
            <a:extLst>
              <a:ext uri="{FF2B5EF4-FFF2-40B4-BE49-F238E27FC236}">
                <a16:creationId xmlns:a16="http://schemas.microsoft.com/office/drawing/2014/main" id="{C99D440E-DC51-351C-1EB0-7C40645F23D7}"/>
              </a:ext>
            </a:extLst>
          </p:cNvPr>
          <p:cNvGrpSpPr>
            <a:grpSpLocks noChangeAspect="1"/>
          </p:cNvGrpSpPr>
          <p:nvPr>
            <p:custDataLst>
              <p:tags r:id="rId7"/>
            </p:custDataLst>
          </p:nvPr>
        </p:nvGrpSpPr>
        <p:grpSpPr>
          <a:xfrm>
            <a:off x="7048500" y="3716020"/>
            <a:ext cx="2199243" cy="386012"/>
            <a:chOff x="10201438" y="4671422"/>
            <a:chExt cx="2199243" cy="386012"/>
          </a:xfrm>
        </p:grpSpPr>
        <p:sp>
          <p:nvSpPr>
            <p:cNvPr id="229" name="Freeform: Shape 228">
              <a:extLst>
                <a:ext uri="{FF2B5EF4-FFF2-40B4-BE49-F238E27FC236}">
                  <a16:creationId xmlns:a16="http://schemas.microsoft.com/office/drawing/2014/main" id="{1860150E-51D9-9AF3-CCAA-3C7FFFCD8443}"/>
                </a:ext>
              </a:extLst>
            </p:cNvPr>
            <p:cNvSpPr/>
            <p:nvPr>
              <p:custDataLst>
                <p:tags r:id="rId36"/>
              </p:custDataLst>
            </p:nvPr>
          </p:nvSpPr>
          <p:spPr>
            <a:xfrm>
              <a:off x="10201438" y="4786714"/>
              <a:ext cx="120759" cy="131475"/>
            </a:xfrm>
            <a:custGeom>
              <a:avLst/>
              <a:gdLst>
                <a:gd name="csX0" fmla="*/ 120932 w 120759"/>
                <a:gd name="csY0" fmla="*/ 66267 h 131475"/>
                <a:gd name="csX1" fmla="*/ 60462 w 120759"/>
                <a:gd name="csY1" fmla="*/ 77 h 131475"/>
                <a:gd name="csX2" fmla="*/ 172 w 120759"/>
                <a:gd name="csY2" fmla="*/ 66267 h 131475"/>
                <a:gd name="csX3" fmla="*/ 60462 w 120759"/>
                <a:gd name="csY3" fmla="*/ 131553 h 131475"/>
                <a:gd name="csX4" fmla="*/ 120932 w 120759"/>
                <a:gd name="csY4" fmla="*/ 66267 h 131475"/>
                <a:gd name="csX5" fmla="*/ 60643 w 120759"/>
                <a:gd name="csY5" fmla="*/ 126851 h 131475"/>
                <a:gd name="csX6" fmla="*/ 18877 w 120759"/>
                <a:gd name="csY6" fmla="*/ 63735 h 131475"/>
                <a:gd name="csX7" fmla="*/ 60462 w 120759"/>
                <a:gd name="csY7" fmla="*/ 4598 h 131475"/>
                <a:gd name="csX8" fmla="*/ 102228 w 120759"/>
                <a:gd name="csY8" fmla="*/ 63735 h 131475"/>
                <a:gd name="csX9" fmla="*/ 60643 w 120759"/>
                <a:gd name="csY9" fmla="*/ 126851 h 1314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20759" h="131475">
                  <a:moveTo>
                    <a:pt x="120932" y="66267"/>
                  </a:moveTo>
                  <a:cubicBezTo>
                    <a:pt x="120932" y="29374"/>
                    <a:pt x="93512" y="77"/>
                    <a:pt x="60462" y="77"/>
                  </a:cubicBezTo>
                  <a:cubicBezTo>
                    <a:pt x="27956" y="77"/>
                    <a:pt x="172" y="29012"/>
                    <a:pt x="172" y="66267"/>
                  </a:cubicBezTo>
                  <a:cubicBezTo>
                    <a:pt x="172" y="103341"/>
                    <a:pt x="28138" y="131553"/>
                    <a:pt x="60462" y="131553"/>
                  </a:cubicBezTo>
                  <a:cubicBezTo>
                    <a:pt x="93512" y="131553"/>
                    <a:pt x="120932" y="102798"/>
                    <a:pt x="120932" y="66267"/>
                  </a:cubicBezTo>
                  <a:close/>
                  <a:moveTo>
                    <a:pt x="60643" y="126851"/>
                  </a:moveTo>
                  <a:cubicBezTo>
                    <a:pt x="43210" y="126851"/>
                    <a:pt x="18877" y="110936"/>
                    <a:pt x="18877" y="63735"/>
                  </a:cubicBezTo>
                  <a:cubicBezTo>
                    <a:pt x="18877" y="16896"/>
                    <a:pt x="45389" y="4598"/>
                    <a:pt x="60462" y="4598"/>
                  </a:cubicBezTo>
                  <a:cubicBezTo>
                    <a:pt x="76260" y="4598"/>
                    <a:pt x="102228" y="17438"/>
                    <a:pt x="102228" y="63735"/>
                  </a:cubicBezTo>
                  <a:cubicBezTo>
                    <a:pt x="102228" y="111660"/>
                    <a:pt x="77350" y="126851"/>
                    <a:pt x="60643" y="126851"/>
                  </a:cubicBezTo>
                  <a:close/>
                </a:path>
              </a:pathLst>
            </a:custGeom>
            <a:solidFill>
              <a:srgbClr val="000000"/>
            </a:solidFill>
            <a:ln w="28498" cap="flat">
              <a:noFill/>
              <a:prstDash val="solid"/>
              <a:miter/>
            </a:ln>
          </p:spPr>
          <p:txBody>
            <a:bodyPr/>
            <a:lstStyle/>
            <a:p>
              <a:endParaRPr lang="en-US"/>
            </a:p>
          </p:txBody>
        </p:sp>
        <p:sp>
          <p:nvSpPr>
            <p:cNvPr id="230" name="Freeform: Shape 229">
              <a:extLst>
                <a:ext uri="{FF2B5EF4-FFF2-40B4-BE49-F238E27FC236}">
                  <a16:creationId xmlns:a16="http://schemas.microsoft.com/office/drawing/2014/main" id="{70061C73-9829-BAFE-CD89-CBDB59438774}"/>
                </a:ext>
              </a:extLst>
            </p:cNvPr>
            <p:cNvSpPr/>
            <p:nvPr>
              <p:custDataLst>
                <p:tags r:id="rId37"/>
              </p:custDataLst>
            </p:nvPr>
          </p:nvSpPr>
          <p:spPr>
            <a:xfrm>
              <a:off x="10338683" y="4788703"/>
              <a:ext cx="89525" cy="127497"/>
            </a:xfrm>
            <a:custGeom>
              <a:avLst/>
              <a:gdLst>
                <a:gd name="csX0" fmla="*/ 63012 w 89525"/>
                <a:gd name="csY0" fmla="*/ 115638 h 127497"/>
                <a:gd name="csX1" fmla="*/ 63012 w 89525"/>
                <a:gd name="csY1" fmla="*/ 127574 h 127497"/>
                <a:gd name="csX2" fmla="*/ 89706 w 89525"/>
                <a:gd name="csY2" fmla="*/ 125585 h 127497"/>
                <a:gd name="csX3" fmla="*/ 89706 w 89525"/>
                <a:gd name="csY3" fmla="*/ 119979 h 127497"/>
                <a:gd name="csX4" fmla="*/ 75542 w 89525"/>
                <a:gd name="csY4" fmla="*/ 109851 h 127497"/>
                <a:gd name="csX5" fmla="*/ 75542 w 89525"/>
                <a:gd name="csY5" fmla="*/ 77 h 127497"/>
                <a:gd name="csX6" fmla="*/ 49392 w 89525"/>
                <a:gd name="csY6" fmla="*/ 2066 h 127497"/>
                <a:gd name="csX7" fmla="*/ 49392 w 89525"/>
                <a:gd name="csY7" fmla="*/ 7672 h 127497"/>
                <a:gd name="csX8" fmla="*/ 63556 w 89525"/>
                <a:gd name="csY8" fmla="*/ 17800 h 127497"/>
                <a:gd name="csX9" fmla="*/ 63556 w 89525"/>
                <a:gd name="csY9" fmla="*/ 56863 h 127497"/>
                <a:gd name="csX10" fmla="*/ 40676 w 89525"/>
                <a:gd name="csY10" fmla="*/ 45650 h 127497"/>
                <a:gd name="csX11" fmla="*/ 180 w 89525"/>
                <a:gd name="csY11" fmla="*/ 86703 h 127497"/>
                <a:gd name="csX12" fmla="*/ 38678 w 89525"/>
                <a:gd name="csY12" fmla="*/ 127574 h 127497"/>
                <a:gd name="csX13" fmla="*/ 63012 w 89525"/>
                <a:gd name="csY13" fmla="*/ 115638 h 127497"/>
                <a:gd name="csX14" fmla="*/ 63012 w 89525"/>
                <a:gd name="csY14" fmla="*/ 67171 h 127497"/>
                <a:gd name="csX15" fmla="*/ 63012 w 89525"/>
                <a:gd name="csY15" fmla="*/ 104245 h 127497"/>
                <a:gd name="csX16" fmla="*/ 61014 w 89525"/>
                <a:gd name="csY16" fmla="*/ 110936 h 127497"/>
                <a:gd name="csX17" fmla="*/ 39586 w 89525"/>
                <a:gd name="csY17" fmla="*/ 123595 h 127497"/>
                <a:gd name="csX18" fmla="*/ 20519 w 89525"/>
                <a:gd name="csY18" fmla="*/ 112021 h 127497"/>
                <a:gd name="csX19" fmla="*/ 15252 w 89525"/>
                <a:gd name="csY19" fmla="*/ 86884 h 127497"/>
                <a:gd name="csX20" fmla="*/ 20882 w 89525"/>
                <a:gd name="csY20" fmla="*/ 61203 h 127497"/>
                <a:gd name="csX21" fmla="*/ 41402 w 89525"/>
                <a:gd name="csY21" fmla="*/ 49629 h 127497"/>
                <a:gd name="csX22" fmla="*/ 61014 w 89525"/>
                <a:gd name="csY22" fmla="*/ 60480 h 127497"/>
                <a:gd name="csX23" fmla="*/ 63012 w 89525"/>
                <a:gd name="csY23" fmla="*/ 67171 h 1274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89525" h="127497">
                  <a:moveTo>
                    <a:pt x="63012" y="115638"/>
                  </a:moveTo>
                  <a:lnTo>
                    <a:pt x="63012" y="127574"/>
                  </a:lnTo>
                  <a:lnTo>
                    <a:pt x="89706" y="125585"/>
                  </a:lnTo>
                  <a:lnTo>
                    <a:pt x="89706" y="119979"/>
                  </a:lnTo>
                  <a:cubicBezTo>
                    <a:pt x="76994" y="119979"/>
                    <a:pt x="75542" y="118713"/>
                    <a:pt x="75542" y="109851"/>
                  </a:cubicBezTo>
                  <a:lnTo>
                    <a:pt x="75542" y="77"/>
                  </a:lnTo>
                  <a:lnTo>
                    <a:pt x="49392" y="2066"/>
                  </a:lnTo>
                  <a:lnTo>
                    <a:pt x="49392" y="7672"/>
                  </a:lnTo>
                  <a:cubicBezTo>
                    <a:pt x="62104" y="7672"/>
                    <a:pt x="63556" y="8938"/>
                    <a:pt x="63556" y="17800"/>
                  </a:cubicBezTo>
                  <a:lnTo>
                    <a:pt x="63556" y="56863"/>
                  </a:lnTo>
                  <a:cubicBezTo>
                    <a:pt x="58290" y="50352"/>
                    <a:pt x="50482" y="45650"/>
                    <a:pt x="40676" y="45650"/>
                  </a:cubicBezTo>
                  <a:cubicBezTo>
                    <a:pt x="19247" y="45650"/>
                    <a:pt x="180" y="63373"/>
                    <a:pt x="180" y="86703"/>
                  </a:cubicBezTo>
                  <a:cubicBezTo>
                    <a:pt x="180" y="109670"/>
                    <a:pt x="17976" y="127574"/>
                    <a:pt x="38678" y="127574"/>
                  </a:cubicBezTo>
                  <a:cubicBezTo>
                    <a:pt x="50300" y="127574"/>
                    <a:pt x="58472" y="121425"/>
                    <a:pt x="63012" y="115638"/>
                  </a:cubicBezTo>
                  <a:close/>
                  <a:moveTo>
                    <a:pt x="63012" y="67171"/>
                  </a:moveTo>
                  <a:lnTo>
                    <a:pt x="63012" y="104245"/>
                  </a:lnTo>
                  <a:cubicBezTo>
                    <a:pt x="63012" y="107500"/>
                    <a:pt x="63012" y="107862"/>
                    <a:pt x="61014" y="110936"/>
                  </a:cubicBezTo>
                  <a:cubicBezTo>
                    <a:pt x="55566" y="119617"/>
                    <a:pt x="47395" y="123595"/>
                    <a:pt x="39586" y="123595"/>
                  </a:cubicBezTo>
                  <a:cubicBezTo>
                    <a:pt x="31414" y="123595"/>
                    <a:pt x="24877" y="118893"/>
                    <a:pt x="20519" y="112021"/>
                  </a:cubicBezTo>
                  <a:cubicBezTo>
                    <a:pt x="15797" y="104607"/>
                    <a:pt x="15252" y="94298"/>
                    <a:pt x="15252" y="86884"/>
                  </a:cubicBezTo>
                  <a:cubicBezTo>
                    <a:pt x="15252" y="80192"/>
                    <a:pt x="15616" y="69341"/>
                    <a:pt x="20882" y="61203"/>
                  </a:cubicBezTo>
                  <a:cubicBezTo>
                    <a:pt x="24695" y="55597"/>
                    <a:pt x="31596" y="49629"/>
                    <a:pt x="41402" y="49629"/>
                  </a:cubicBezTo>
                  <a:cubicBezTo>
                    <a:pt x="47758" y="49629"/>
                    <a:pt x="55385" y="52342"/>
                    <a:pt x="61014" y="60480"/>
                  </a:cubicBezTo>
                  <a:cubicBezTo>
                    <a:pt x="63012" y="63554"/>
                    <a:pt x="63012" y="63916"/>
                    <a:pt x="63012" y="67171"/>
                  </a:cubicBezTo>
                  <a:close/>
                </a:path>
              </a:pathLst>
            </a:custGeom>
            <a:solidFill>
              <a:srgbClr val="000000"/>
            </a:solidFill>
            <a:ln w="28498" cap="flat">
              <a:noFill/>
              <a:prstDash val="solid"/>
              <a:miter/>
            </a:ln>
          </p:spPr>
          <p:txBody>
            <a:bodyPr/>
            <a:lstStyle/>
            <a:p>
              <a:endParaRPr lang="en-US"/>
            </a:p>
          </p:txBody>
        </p:sp>
        <p:sp>
          <p:nvSpPr>
            <p:cNvPr id="231" name="Freeform: Shape 230">
              <a:extLst>
                <a:ext uri="{FF2B5EF4-FFF2-40B4-BE49-F238E27FC236}">
                  <a16:creationId xmlns:a16="http://schemas.microsoft.com/office/drawing/2014/main" id="{ED40F947-D8A8-FCAD-B0A3-8F287CCADCF1}"/>
                </a:ext>
              </a:extLst>
            </p:cNvPr>
            <p:cNvSpPr/>
            <p:nvPr>
              <p:custDataLst>
                <p:tags r:id="rId38"/>
              </p:custDataLst>
            </p:nvPr>
          </p:nvSpPr>
          <p:spPr>
            <a:xfrm>
              <a:off x="10439569" y="4788703"/>
              <a:ext cx="89525" cy="127497"/>
            </a:xfrm>
            <a:custGeom>
              <a:avLst/>
              <a:gdLst>
                <a:gd name="csX0" fmla="*/ 63017 w 89525"/>
                <a:gd name="csY0" fmla="*/ 115638 h 127497"/>
                <a:gd name="csX1" fmla="*/ 63017 w 89525"/>
                <a:gd name="csY1" fmla="*/ 127574 h 127497"/>
                <a:gd name="csX2" fmla="*/ 89711 w 89525"/>
                <a:gd name="csY2" fmla="*/ 125585 h 127497"/>
                <a:gd name="csX3" fmla="*/ 89711 w 89525"/>
                <a:gd name="csY3" fmla="*/ 119979 h 127497"/>
                <a:gd name="csX4" fmla="*/ 75547 w 89525"/>
                <a:gd name="csY4" fmla="*/ 109851 h 127497"/>
                <a:gd name="csX5" fmla="*/ 75547 w 89525"/>
                <a:gd name="csY5" fmla="*/ 77 h 127497"/>
                <a:gd name="csX6" fmla="*/ 49398 w 89525"/>
                <a:gd name="csY6" fmla="*/ 2066 h 127497"/>
                <a:gd name="csX7" fmla="*/ 49398 w 89525"/>
                <a:gd name="csY7" fmla="*/ 7672 h 127497"/>
                <a:gd name="csX8" fmla="*/ 63562 w 89525"/>
                <a:gd name="csY8" fmla="*/ 17800 h 127497"/>
                <a:gd name="csX9" fmla="*/ 63562 w 89525"/>
                <a:gd name="csY9" fmla="*/ 56863 h 127497"/>
                <a:gd name="csX10" fmla="*/ 40681 w 89525"/>
                <a:gd name="csY10" fmla="*/ 45650 h 127497"/>
                <a:gd name="csX11" fmla="*/ 186 w 89525"/>
                <a:gd name="csY11" fmla="*/ 86703 h 127497"/>
                <a:gd name="csX12" fmla="*/ 38684 w 89525"/>
                <a:gd name="csY12" fmla="*/ 127574 h 127497"/>
                <a:gd name="csX13" fmla="*/ 63017 w 89525"/>
                <a:gd name="csY13" fmla="*/ 115638 h 127497"/>
                <a:gd name="csX14" fmla="*/ 63017 w 89525"/>
                <a:gd name="csY14" fmla="*/ 67171 h 127497"/>
                <a:gd name="csX15" fmla="*/ 63017 w 89525"/>
                <a:gd name="csY15" fmla="*/ 104245 h 127497"/>
                <a:gd name="csX16" fmla="*/ 61020 w 89525"/>
                <a:gd name="csY16" fmla="*/ 110936 h 127497"/>
                <a:gd name="csX17" fmla="*/ 39592 w 89525"/>
                <a:gd name="csY17" fmla="*/ 123595 h 127497"/>
                <a:gd name="csX18" fmla="*/ 20524 w 89525"/>
                <a:gd name="csY18" fmla="*/ 112021 h 127497"/>
                <a:gd name="csX19" fmla="*/ 15258 w 89525"/>
                <a:gd name="csY19" fmla="*/ 86884 h 127497"/>
                <a:gd name="csX20" fmla="*/ 20887 w 89525"/>
                <a:gd name="csY20" fmla="*/ 61203 h 127497"/>
                <a:gd name="csX21" fmla="*/ 41407 w 89525"/>
                <a:gd name="csY21" fmla="*/ 49629 h 127497"/>
                <a:gd name="csX22" fmla="*/ 61020 w 89525"/>
                <a:gd name="csY22" fmla="*/ 60480 h 127497"/>
                <a:gd name="csX23" fmla="*/ 63017 w 89525"/>
                <a:gd name="csY23" fmla="*/ 67171 h 1274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89525" h="127497">
                  <a:moveTo>
                    <a:pt x="63017" y="115638"/>
                  </a:moveTo>
                  <a:lnTo>
                    <a:pt x="63017" y="127574"/>
                  </a:lnTo>
                  <a:lnTo>
                    <a:pt x="89711" y="125585"/>
                  </a:lnTo>
                  <a:lnTo>
                    <a:pt x="89711" y="119979"/>
                  </a:lnTo>
                  <a:cubicBezTo>
                    <a:pt x="77000" y="119979"/>
                    <a:pt x="75547" y="118713"/>
                    <a:pt x="75547" y="109851"/>
                  </a:cubicBezTo>
                  <a:lnTo>
                    <a:pt x="75547" y="77"/>
                  </a:lnTo>
                  <a:lnTo>
                    <a:pt x="49398" y="2066"/>
                  </a:lnTo>
                  <a:lnTo>
                    <a:pt x="49398" y="7672"/>
                  </a:lnTo>
                  <a:cubicBezTo>
                    <a:pt x="62109" y="7672"/>
                    <a:pt x="63562" y="8938"/>
                    <a:pt x="63562" y="17800"/>
                  </a:cubicBezTo>
                  <a:lnTo>
                    <a:pt x="63562" y="56863"/>
                  </a:lnTo>
                  <a:cubicBezTo>
                    <a:pt x="58296" y="50352"/>
                    <a:pt x="50487" y="45650"/>
                    <a:pt x="40681" y="45650"/>
                  </a:cubicBezTo>
                  <a:cubicBezTo>
                    <a:pt x="19253" y="45650"/>
                    <a:pt x="186" y="63373"/>
                    <a:pt x="186" y="86703"/>
                  </a:cubicBezTo>
                  <a:cubicBezTo>
                    <a:pt x="186" y="109670"/>
                    <a:pt x="17982" y="127574"/>
                    <a:pt x="38684" y="127574"/>
                  </a:cubicBezTo>
                  <a:cubicBezTo>
                    <a:pt x="50306" y="127574"/>
                    <a:pt x="58477" y="121425"/>
                    <a:pt x="63017" y="115638"/>
                  </a:cubicBezTo>
                  <a:close/>
                  <a:moveTo>
                    <a:pt x="63017" y="67171"/>
                  </a:moveTo>
                  <a:lnTo>
                    <a:pt x="63017" y="104245"/>
                  </a:lnTo>
                  <a:cubicBezTo>
                    <a:pt x="63017" y="107500"/>
                    <a:pt x="63017" y="107862"/>
                    <a:pt x="61020" y="110936"/>
                  </a:cubicBezTo>
                  <a:cubicBezTo>
                    <a:pt x="55572" y="119617"/>
                    <a:pt x="47400" y="123595"/>
                    <a:pt x="39592" y="123595"/>
                  </a:cubicBezTo>
                  <a:cubicBezTo>
                    <a:pt x="31420" y="123595"/>
                    <a:pt x="24882" y="118893"/>
                    <a:pt x="20524" y="112021"/>
                  </a:cubicBezTo>
                  <a:cubicBezTo>
                    <a:pt x="15803" y="104607"/>
                    <a:pt x="15258" y="94298"/>
                    <a:pt x="15258" y="86884"/>
                  </a:cubicBezTo>
                  <a:cubicBezTo>
                    <a:pt x="15258" y="80192"/>
                    <a:pt x="15621" y="69341"/>
                    <a:pt x="20887" y="61203"/>
                  </a:cubicBezTo>
                  <a:cubicBezTo>
                    <a:pt x="24701" y="55597"/>
                    <a:pt x="31601" y="49629"/>
                    <a:pt x="41407" y="49629"/>
                  </a:cubicBezTo>
                  <a:cubicBezTo>
                    <a:pt x="47763" y="49629"/>
                    <a:pt x="55390" y="52342"/>
                    <a:pt x="61020" y="60480"/>
                  </a:cubicBezTo>
                  <a:cubicBezTo>
                    <a:pt x="63017" y="63554"/>
                    <a:pt x="63017" y="63916"/>
                    <a:pt x="63017" y="67171"/>
                  </a:cubicBezTo>
                  <a:close/>
                </a:path>
              </a:pathLst>
            </a:custGeom>
            <a:solidFill>
              <a:srgbClr val="000000"/>
            </a:solidFill>
            <a:ln w="28498" cap="flat">
              <a:noFill/>
              <a:prstDash val="solid"/>
              <a:miter/>
            </a:ln>
          </p:spPr>
          <p:txBody>
            <a:bodyPr/>
            <a:lstStyle/>
            <a:p>
              <a:endParaRPr lang="en-US"/>
            </a:p>
          </p:txBody>
        </p:sp>
        <p:sp>
          <p:nvSpPr>
            <p:cNvPr id="232" name="Freeform: Shape 231">
              <a:extLst>
                <a:ext uri="{FF2B5EF4-FFF2-40B4-BE49-F238E27FC236}">
                  <a16:creationId xmlns:a16="http://schemas.microsoft.com/office/drawing/2014/main" id="{B2675F88-186B-4C7A-05B4-1298847C936F}"/>
                </a:ext>
              </a:extLst>
            </p:cNvPr>
            <p:cNvSpPr/>
            <p:nvPr>
              <p:custDataLst>
                <p:tags r:id="rId39"/>
              </p:custDataLst>
            </p:nvPr>
          </p:nvSpPr>
          <p:spPr>
            <a:xfrm>
              <a:off x="10540273" y="4833191"/>
              <a:ext cx="59381" cy="83008"/>
            </a:xfrm>
            <a:custGeom>
              <a:avLst/>
              <a:gdLst>
                <a:gd name="csX0" fmla="*/ 31970 w 59381"/>
                <a:gd name="csY0" fmla="*/ 46012 h 83008"/>
                <a:gd name="csX1" fmla="*/ 50856 w 59381"/>
                <a:gd name="csY1" fmla="*/ 62650 h 83008"/>
                <a:gd name="csX2" fmla="*/ 30336 w 59381"/>
                <a:gd name="csY2" fmla="*/ 79107 h 83008"/>
                <a:gd name="csX3" fmla="*/ 5094 w 59381"/>
                <a:gd name="csY3" fmla="*/ 53427 h 83008"/>
                <a:gd name="csX4" fmla="*/ 2552 w 59381"/>
                <a:gd name="csY4" fmla="*/ 50352 h 83008"/>
                <a:gd name="csX5" fmla="*/ 191 w 59381"/>
                <a:gd name="csY5" fmla="*/ 54874 h 83008"/>
                <a:gd name="csX6" fmla="*/ 191 w 59381"/>
                <a:gd name="csY6" fmla="*/ 78745 h 83008"/>
                <a:gd name="csX7" fmla="*/ 2189 w 59381"/>
                <a:gd name="csY7" fmla="*/ 83086 h 83008"/>
                <a:gd name="csX8" fmla="*/ 6729 w 59381"/>
                <a:gd name="csY8" fmla="*/ 79469 h 83008"/>
                <a:gd name="csX9" fmla="*/ 10360 w 59381"/>
                <a:gd name="csY9" fmla="*/ 75309 h 83008"/>
                <a:gd name="csX10" fmla="*/ 30336 w 59381"/>
                <a:gd name="csY10" fmla="*/ 83086 h 83008"/>
                <a:gd name="csX11" fmla="*/ 59572 w 59381"/>
                <a:gd name="csY11" fmla="*/ 57948 h 83008"/>
                <a:gd name="csX12" fmla="*/ 51945 w 59381"/>
                <a:gd name="csY12" fmla="*/ 40768 h 83008"/>
                <a:gd name="csX13" fmla="*/ 31244 w 59381"/>
                <a:gd name="csY13" fmla="*/ 32087 h 83008"/>
                <a:gd name="csX14" fmla="*/ 8908 w 59381"/>
                <a:gd name="csY14" fmla="*/ 17257 h 83008"/>
                <a:gd name="csX15" fmla="*/ 29246 w 59381"/>
                <a:gd name="csY15" fmla="*/ 3513 h 83008"/>
                <a:gd name="csX16" fmla="*/ 50493 w 59381"/>
                <a:gd name="csY16" fmla="*/ 25396 h 83008"/>
                <a:gd name="csX17" fmla="*/ 52672 w 59381"/>
                <a:gd name="csY17" fmla="*/ 27023 h 83008"/>
                <a:gd name="csX18" fmla="*/ 55033 w 59381"/>
                <a:gd name="csY18" fmla="*/ 22683 h 83008"/>
                <a:gd name="csX19" fmla="*/ 55033 w 59381"/>
                <a:gd name="csY19" fmla="*/ 4417 h 83008"/>
                <a:gd name="csX20" fmla="*/ 53035 w 59381"/>
                <a:gd name="csY20" fmla="*/ 77 h 83008"/>
                <a:gd name="csX21" fmla="*/ 49403 w 59381"/>
                <a:gd name="csY21" fmla="*/ 2247 h 83008"/>
                <a:gd name="csX22" fmla="*/ 46316 w 59381"/>
                <a:gd name="csY22" fmla="*/ 5141 h 83008"/>
                <a:gd name="csX23" fmla="*/ 29246 w 59381"/>
                <a:gd name="csY23" fmla="*/ 77 h 83008"/>
                <a:gd name="csX24" fmla="*/ 191 w 59381"/>
                <a:gd name="csY24" fmla="*/ 22321 h 83008"/>
                <a:gd name="csX25" fmla="*/ 8000 w 59381"/>
                <a:gd name="csY25" fmla="*/ 37693 h 83008"/>
                <a:gd name="csX26" fmla="*/ 31970 w 59381"/>
                <a:gd name="csY26" fmla="*/ 46012 h 83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59381" h="83008">
                  <a:moveTo>
                    <a:pt x="31970" y="46012"/>
                  </a:moveTo>
                  <a:cubicBezTo>
                    <a:pt x="35965" y="46735"/>
                    <a:pt x="50856" y="49629"/>
                    <a:pt x="50856" y="62650"/>
                  </a:cubicBezTo>
                  <a:cubicBezTo>
                    <a:pt x="50856" y="71873"/>
                    <a:pt x="44500" y="79107"/>
                    <a:pt x="30336" y="79107"/>
                  </a:cubicBezTo>
                  <a:cubicBezTo>
                    <a:pt x="15082" y="79107"/>
                    <a:pt x="8545" y="68799"/>
                    <a:pt x="5094" y="53427"/>
                  </a:cubicBezTo>
                  <a:cubicBezTo>
                    <a:pt x="4549" y="51076"/>
                    <a:pt x="4368" y="50352"/>
                    <a:pt x="2552" y="50352"/>
                  </a:cubicBezTo>
                  <a:cubicBezTo>
                    <a:pt x="191" y="50352"/>
                    <a:pt x="191" y="51618"/>
                    <a:pt x="191" y="54874"/>
                  </a:cubicBezTo>
                  <a:lnTo>
                    <a:pt x="191" y="78745"/>
                  </a:lnTo>
                  <a:cubicBezTo>
                    <a:pt x="191" y="81820"/>
                    <a:pt x="191" y="83086"/>
                    <a:pt x="2189" y="83086"/>
                  </a:cubicBezTo>
                  <a:cubicBezTo>
                    <a:pt x="3097" y="83086"/>
                    <a:pt x="3278" y="82905"/>
                    <a:pt x="6729" y="79469"/>
                  </a:cubicBezTo>
                  <a:cubicBezTo>
                    <a:pt x="7092" y="79107"/>
                    <a:pt x="7092" y="78745"/>
                    <a:pt x="10360" y="75309"/>
                  </a:cubicBezTo>
                  <a:cubicBezTo>
                    <a:pt x="18351" y="82905"/>
                    <a:pt x="26522" y="83086"/>
                    <a:pt x="30336" y="83086"/>
                  </a:cubicBezTo>
                  <a:cubicBezTo>
                    <a:pt x="51219" y="83086"/>
                    <a:pt x="59572" y="70969"/>
                    <a:pt x="59572" y="57948"/>
                  </a:cubicBezTo>
                  <a:cubicBezTo>
                    <a:pt x="59572" y="48363"/>
                    <a:pt x="54125" y="42938"/>
                    <a:pt x="51945" y="40768"/>
                  </a:cubicBezTo>
                  <a:cubicBezTo>
                    <a:pt x="45953" y="34980"/>
                    <a:pt x="38871" y="33534"/>
                    <a:pt x="31244" y="32087"/>
                  </a:cubicBezTo>
                  <a:cubicBezTo>
                    <a:pt x="21075" y="30098"/>
                    <a:pt x="8908" y="27747"/>
                    <a:pt x="8908" y="17257"/>
                  </a:cubicBezTo>
                  <a:cubicBezTo>
                    <a:pt x="8908" y="10928"/>
                    <a:pt x="13629" y="3513"/>
                    <a:pt x="29246" y="3513"/>
                  </a:cubicBezTo>
                  <a:cubicBezTo>
                    <a:pt x="49222" y="3513"/>
                    <a:pt x="50129" y="19789"/>
                    <a:pt x="50493" y="25396"/>
                  </a:cubicBezTo>
                  <a:cubicBezTo>
                    <a:pt x="50674" y="27023"/>
                    <a:pt x="52309" y="27023"/>
                    <a:pt x="52672" y="27023"/>
                  </a:cubicBezTo>
                  <a:cubicBezTo>
                    <a:pt x="55033" y="27023"/>
                    <a:pt x="55033" y="26119"/>
                    <a:pt x="55033" y="22683"/>
                  </a:cubicBezTo>
                  <a:lnTo>
                    <a:pt x="55033" y="4417"/>
                  </a:lnTo>
                  <a:cubicBezTo>
                    <a:pt x="55033" y="1343"/>
                    <a:pt x="55033" y="77"/>
                    <a:pt x="53035" y="77"/>
                  </a:cubicBezTo>
                  <a:cubicBezTo>
                    <a:pt x="52127" y="77"/>
                    <a:pt x="51764" y="77"/>
                    <a:pt x="49403" y="2247"/>
                  </a:cubicBezTo>
                  <a:cubicBezTo>
                    <a:pt x="48858" y="2970"/>
                    <a:pt x="47042" y="4598"/>
                    <a:pt x="46316" y="5141"/>
                  </a:cubicBezTo>
                  <a:cubicBezTo>
                    <a:pt x="39415" y="77"/>
                    <a:pt x="31970" y="77"/>
                    <a:pt x="29246" y="77"/>
                  </a:cubicBezTo>
                  <a:cubicBezTo>
                    <a:pt x="7092" y="77"/>
                    <a:pt x="191" y="12194"/>
                    <a:pt x="191" y="22321"/>
                  </a:cubicBezTo>
                  <a:cubicBezTo>
                    <a:pt x="191" y="28651"/>
                    <a:pt x="3097" y="33714"/>
                    <a:pt x="8000" y="37693"/>
                  </a:cubicBezTo>
                  <a:cubicBezTo>
                    <a:pt x="13811" y="42395"/>
                    <a:pt x="18895" y="43480"/>
                    <a:pt x="31970" y="46012"/>
                  </a:cubicBezTo>
                  <a:close/>
                </a:path>
              </a:pathLst>
            </a:custGeom>
            <a:solidFill>
              <a:srgbClr val="000000"/>
            </a:solidFill>
            <a:ln w="28498" cap="flat">
              <a:noFill/>
              <a:prstDash val="solid"/>
              <a:miter/>
            </a:ln>
          </p:spPr>
          <p:txBody>
            <a:bodyPr/>
            <a:lstStyle/>
            <a:p>
              <a:endParaRPr lang="en-US"/>
            </a:p>
          </p:txBody>
        </p:sp>
        <p:sp>
          <p:nvSpPr>
            <p:cNvPr id="233" name="Freeform: Shape 232">
              <a:extLst>
                <a:ext uri="{FF2B5EF4-FFF2-40B4-BE49-F238E27FC236}">
                  <a16:creationId xmlns:a16="http://schemas.microsoft.com/office/drawing/2014/main" id="{1208B2AC-B99E-505A-21D4-1422ED3D8C28}"/>
                </a:ext>
              </a:extLst>
            </p:cNvPr>
            <p:cNvSpPr/>
            <p:nvPr>
              <p:custDataLst>
                <p:tags r:id="rId40"/>
              </p:custDataLst>
            </p:nvPr>
          </p:nvSpPr>
          <p:spPr>
            <a:xfrm>
              <a:off x="10623887" y="4778576"/>
              <a:ext cx="42129" cy="180847"/>
            </a:xfrm>
            <a:custGeom>
              <a:avLst/>
              <a:gdLst>
                <a:gd name="csX0" fmla="*/ 42325 w 42129"/>
                <a:gd name="csY0" fmla="*/ 179116 h 180847"/>
                <a:gd name="csX1" fmla="*/ 39238 w 42129"/>
                <a:gd name="csY1" fmla="*/ 175137 h 180847"/>
                <a:gd name="csX2" fmla="*/ 10728 w 42129"/>
                <a:gd name="csY2" fmla="*/ 90500 h 180847"/>
                <a:gd name="csX3" fmla="*/ 39964 w 42129"/>
                <a:gd name="csY3" fmla="*/ 4960 h 180847"/>
                <a:gd name="csX4" fmla="*/ 42325 w 42129"/>
                <a:gd name="csY4" fmla="*/ 1885 h 180847"/>
                <a:gd name="csX5" fmla="*/ 40509 w 42129"/>
                <a:gd name="csY5" fmla="*/ 77 h 180847"/>
                <a:gd name="csX6" fmla="*/ 11636 w 42129"/>
                <a:gd name="csY6" fmla="*/ 35342 h 180847"/>
                <a:gd name="csX7" fmla="*/ 195 w 42129"/>
                <a:gd name="csY7" fmla="*/ 90500 h 180847"/>
                <a:gd name="csX8" fmla="*/ 12180 w 42129"/>
                <a:gd name="csY8" fmla="*/ 146925 h 180847"/>
                <a:gd name="csX9" fmla="*/ 40509 w 42129"/>
                <a:gd name="csY9" fmla="*/ 180924 h 180847"/>
                <a:gd name="csX10" fmla="*/ 42325 w 42129"/>
                <a:gd name="csY10" fmla="*/ 179116 h 1808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2129" h="180847">
                  <a:moveTo>
                    <a:pt x="42325" y="179116"/>
                  </a:moveTo>
                  <a:cubicBezTo>
                    <a:pt x="42325" y="178573"/>
                    <a:pt x="42325" y="178211"/>
                    <a:pt x="39238" y="175137"/>
                  </a:cubicBezTo>
                  <a:cubicBezTo>
                    <a:pt x="16539" y="152350"/>
                    <a:pt x="10728" y="118170"/>
                    <a:pt x="10728" y="90500"/>
                  </a:cubicBezTo>
                  <a:cubicBezTo>
                    <a:pt x="10728" y="59033"/>
                    <a:pt x="17628" y="27566"/>
                    <a:pt x="39964" y="4960"/>
                  </a:cubicBezTo>
                  <a:cubicBezTo>
                    <a:pt x="42325" y="2790"/>
                    <a:pt x="42325" y="2428"/>
                    <a:pt x="42325" y="1885"/>
                  </a:cubicBezTo>
                  <a:cubicBezTo>
                    <a:pt x="42325" y="619"/>
                    <a:pt x="41599" y="77"/>
                    <a:pt x="40509" y="77"/>
                  </a:cubicBezTo>
                  <a:cubicBezTo>
                    <a:pt x="38693" y="77"/>
                    <a:pt x="22350" y="12375"/>
                    <a:pt x="11636" y="35342"/>
                  </a:cubicBezTo>
                  <a:cubicBezTo>
                    <a:pt x="2374" y="55235"/>
                    <a:pt x="195" y="75309"/>
                    <a:pt x="195" y="90500"/>
                  </a:cubicBezTo>
                  <a:cubicBezTo>
                    <a:pt x="195" y="104607"/>
                    <a:pt x="2193" y="126489"/>
                    <a:pt x="12180" y="146925"/>
                  </a:cubicBezTo>
                  <a:cubicBezTo>
                    <a:pt x="23076" y="169169"/>
                    <a:pt x="38693" y="180924"/>
                    <a:pt x="40509" y="180924"/>
                  </a:cubicBezTo>
                  <a:cubicBezTo>
                    <a:pt x="41599" y="180924"/>
                    <a:pt x="42325" y="180381"/>
                    <a:pt x="42325" y="179116"/>
                  </a:cubicBezTo>
                  <a:close/>
                </a:path>
              </a:pathLst>
            </a:custGeom>
            <a:solidFill>
              <a:srgbClr val="000000"/>
            </a:solidFill>
            <a:ln w="28498" cap="flat">
              <a:noFill/>
              <a:prstDash val="solid"/>
              <a:miter/>
            </a:ln>
          </p:spPr>
          <p:txBody>
            <a:bodyPr/>
            <a:lstStyle/>
            <a:p>
              <a:endParaRPr lang="en-US"/>
            </a:p>
          </p:txBody>
        </p:sp>
        <p:sp>
          <p:nvSpPr>
            <p:cNvPr id="234" name="Freeform: Shape 233">
              <a:extLst>
                <a:ext uri="{FF2B5EF4-FFF2-40B4-BE49-F238E27FC236}">
                  <a16:creationId xmlns:a16="http://schemas.microsoft.com/office/drawing/2014/main" id="{70DBB4A9-53E6-652B-0EA9-5FF093D85CFA}"/>
                </a:ext>
              </a:extLst>
            </p:cNvPr>
            <p:cNvSpPr/>
            <p:nvPr>
              <p:custDataLst>
                <p:tags r:id="rId41"/>
              </p:custDataLst>
            </p:nvPr>
          </p:nvSpPr>
          <p:spPr>
            <a:xfrm>
              <a:off x="10682885" y="4790692"/>
              <a:ext cx="132018" cy="123518"/>
            </a:xfrm>
            <a:custGeom>
              <a:avLst/>
              <a:gdLst>
                <a:gd name="csX0" fmla="*/ 102255 w 132018"/>
                <a:gd name="csY0" fmla="*/ 20693 h 123518"/>
                <a:gd name="csX1" fmla="*/ 104797 w 132018"/>
                <a:gd name="csY1" fmla="*/ 18162 h 123518"/>
                <a:gd name="csX2" fmla="*/ 128586 w 132018"/>
                <a:gd name="csY2" fmla="*/ 5683 h 123518"/>
                <a:gd name="csX3" fmla="*/ 132218 w 132018"/>
                <a:gd name="csY3" fmla="*/ 2247 h 123518"/>
                <a:gd name="csX4" fmla="*/ 129857 w 132018"/>
                <a:gd name="csY4" fmla="*/ 77 h 123518"/>
                <a:gd name="csX5" fmla="*/ 114966 w 132018"/>
                <a:gd name="csY5" fmla="*/ 619 h 123518"/>
                <a:gd name="csX6" fmla="*/ 96807 w 132018"/>
                <a:gd name="csY6" fmla="*/ 77 h 123518"/>
                <a:gd name="csX7" fmla="*/ 93357 w 132018"/>
                <a:gd name="csY7" fmla="*/ 3513 h 123518"/>
                <a:gd name="csX8" fmla="*/ 96080 w 132018"/>
                <a:gd name="csY8" fmla="*/ 5683 h 123518"/>
                <a:gd name="csX9" fmla="*/ 102618 w 132018"/>
                <a:gd name="csY9" fmla="*/ 9843 h 123518"/>
                <a:gd name="csX10" fmla="*/ 97715 w 132018"/>
                <a:gd name="csY10" fmla="*/ 18523 h 123518"/>
                <a:gd name="csX11" fmla="*/ 55585 w 132018"/>
                <a:gd name="csY11" fmla="*/ 66809 h 123518"/>
                <a:gd name="csX12" fmla="*/ 35610 w 132018"/>
                <a:gd name="csY12" fmla="*/ 13098 h 123518"/>
                <a:gd name="csX13" fmla="*/ 34520 w 132018"/>
                <a:gd name="csY13" fmla="*/ 10024 h 123518"/>
                <a:gd name="csX14" fmla="*/ 45234 w 132018"/>
                <a:gd name="csY14" fmla="*/ 5683 h 123518"/>
                <a:gd name="csX15" fmla="*/ 49593 w 132018"/>
                <a:gd name="csY15" fmla="*/ 2066 h 123518"/>
                <a:gd name="csX16" fmla="*/ 46869 w 132018"/>
                <a:gd name="csY16" fmla="*/ 77 h 123518"/>
                <a:gd name="csX17" fmla="*/ 23988 w 132018"/>
                <a:gd name="csY17" fmla="*/ 619 h 123518"/>
                <a:gd name="csX18" fmla="*/ 3649 w 132018"/>
                <a:gd name="csY18" fmla="*/ 77 h 123518"/>
                <a:gd name="csX19" fmla="*/ 199 w 132018"/>
                <a:gd name="csY19" fmla="*/ 3694 h 123518"/>
                <a:gd name="csX20" fmla="*/ 4376 w 132018"/>
                <a:gd name="csY20" fmla="*/ 5683 h 123518"/>
                <a:gd name="csX21" fmla="*/ 17632 w 132018"/>
                <a:gd name="csY21" fmla="*/ 11832 h 123518"/>
                <a:gd name="csX22" fmla="*/ 39968 w 132018"/>
                <a:gd name="csY22" fmla="*/ 71331 h 123518"/>
                <a:gd name="csX23" fmla="*/ 40694 w 132018"/>
                <a:gd name="csY23" fmla="*/ 74405 h 123518"/>
                <a:gd name="csX24" fmla="*/ 32523 w 132018"/>
                <a:gd name="csY24" fmla="*/ 107319 h 123518"/>
                <a:gd name="csX25" fmla="*/ 15453 w 132018"/>
                <a:gd name="csY25" fmla="*/ 117989 h 123518"/>
                <a:gd name="csX26" fmla="*/ 10550 w 132018"/>
                <a:gd name="csY26" fmla="*/ 121606 h 123518"/>
                <a:gd name="csX27" fmla="*/ 13092 w 132018"/>
                <a:gd name="csY27" fmla="*/ 123595 h 123518"/>
                <a:gd name="csX28" fmla="*/ 35973 w 132018"/>
                <a:gd name="csY28" fmla="*/ 123053 h 123518"/>
                <a:gd name="csX29" fmla="*/ 59217 w 132018"/>
                <a:gd name="csY29" fmla="*/ 123595 h 123518"/>
                <a:gd name="csX30" fmla="*/ 62667 w 132018"/>
                <a:gd name="csY30" fmla="*/ 119979 h 123518"/>
                <a:gd name="csX31" fmla="*/ 57583 w 132018"/>
                <a:gd name="csY31" fmla="*/ 117989 h 123518"/>
                <a:gd name="csX32" fmla="*/ 50682 w 132018"/>
                <a:gd name="csY32" fmla="*/ 117628 h 123518"/>
                <a:gd name="csX33" fmla="*/ 45779 w 132018"/>
                <a:gd name="csY33" fmla="*/ 114734 h 123518"/>
                <a:gd name="csX34" fmla="*/ 48321 w 132018"/>
                <a:gd name="csY34" fmla="*/ 103341 h 123518"/>
                <a:gd name="csX35" fmla="*/ 54677 w 132018"/>
                <a:gd name="csY35" fmla="*/ 77841 h 123518"/>
                <a:gd name="csX36" fmla="*/ 57219 w 132018"/>
                <a:gd name="csY36" fmla="*/ 72235 h 123518"/>
                <a:gd name="csX37" fmla="*/ 102255 w 132018"/>
                <a:gd name="csY37" fmla="*/ 20693 h 1235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132018" h="123518">
                  <a:moveTo>
                    <a:pt x="102255" y="20693"/>
                  </a:moveTo>
                  <a:lnTo>
                    <a:pt x="104797" y="18162"/>
                  </a:lnTo>
                  <a:cubicBezTo>
                    <a:pt x="110245" y="12736"/>
                    <a:pt x="116237" y="6587"/>
                    <a:pt x="128586" y="5683"/>
                  </a:cubicBezTo>
                  <a:cubicBezTo>
                    <a:pt x="130583" y="5502"/>
                    <a:pt x="132218" y="5502"/>
                    <a:pt x="132218" y="2247"/>
                  </a:cubicBezTo>
                  <a:cubicBezTo>
                    <a:pt x="132218" y="800"/>
                    <a:pt x="131310" y="77"/>
                    <a:pt x="129857" y="77"/>
                  </a:cubicBezTo>
                  <a:cubicBezTo>
                    <a:pt x="125135" y="77"/>
                    <a:pt x="119869" y="619"/>
                    <a:pt x="114966" y="619"/>
                  </a:cubicBezTo>
                  <a:cubicBezTo>
                    <a:pt x="108974" y="619"/>
                    <a:pt x="102618" y="77"/>
                    <a:pt x="96807" y="77"/>
                  </a:cubicBezTo>
                  <a:cubicBezTo>
                    <a:pt x="95717" y="77"/>
                    <a:pt x="93357" y="77"/>
                    <a:pt x="93357" y="3513"/>
                  </a:cubicBezTo>
                  <a:cubicBezTo>
                    <a:pt x="93357" y="5502"/>
                    <a:pt x="95173" y="5683"/>
                    <a:pt x="96080" y="5683"/>
                  </a:cubicBezTo>
                  <a:cubicBezTo>
                    <a:pt x="97352" y="5683"/>
                    <a:pt x="102618" y="6045"/>
                    <a:pt x="102618" y="9843"/>
                  </a:cubicBezTo>
                  <a:cubicBezTo>
                    <a:pt x="102618" y="12917"/>
                    <a:pt x="98441" y="17619"/>
                    <a:pt x="97715" y="18523"/>
                  </a:cubicBezTo>
                  <a:lnTo>
                    <a:pt x="55585" y="66809"/>
                  </a:lnTo>
                  <a:lnTo>
                    <a:pt x="35610" y="13098"/>
                  </a:lnTo>
                  <a:cubicBezTo>
                    <a:pt x="34520" y="10566"/>
                    <a:pt x="34520" y="10204"/>
                    <a:pt x="34520" y="10024"/>
                  </a:cubicBezTo>
                  <a:cubicBezTo>
                    <a:pt x="34520" y="5683"/>
                    <a:pt x="43418" y="5683"/>
                    <a:pt x="45234" y="5683"/>
                  </a:cubicBezTo>
                  <a:cubicBezTo>
                    <a:pt x="47777" y="5683"/>
                    <a:pt x="49593" y="5683"/>
                    <a:pt x="49593" y="2066"/>
                  </a:cubicBezTo>
                  <a:cubicBezTo>
                    <a:pt x="49593" y="77"/>
                    <a:pt x="47413" y="77"/>
                    <a:pt x="46869" y="77"/>
                  </a:cubicBezTo>
                  <a:cubicBezTo>
                    <a:pt x="41784" y="77"/>
                    <a:pt x="29072" y="619"/>
                    <a:pt x="23988" y="619"/>
                  </a:cubicBezTo>
                  <a:cubicBezTo>
                    <a:pt x="19448" y="619"/>
                    <a:pt x="8189" y="77"/>
                    <a:pt x="3649" y="77"/>
                  </a:cubicBezTo>
                  <a:cubicBezTo>
                    <a:pt x="2560" y="77"/>
                    <a:pt x="199" y="77"/>
                    <a:pt x="199" y="3694"/>
                  </a:cubicBezTo>
                  <a:cubicBezTo>
                    <a:pt x="199" y="5683"/>
                    <a:pt x="2015" y="5683"/>
                    <a:pt x="4376" y="5683"/>
                  </a:cubicBezTo>
                  <a:cubicBezTo>
                    <a:pt x="15271" y="5683"/>
                    <a:pt x="15998" y="7311"/>
                    <a:pt x="17632" y="11832"/>
                  </a:cubicBezTo>
                  <a:lnTo>
                    <a:pt x="39968" y="71331"/>
                  </a:lnTo>
                  <a:cubicBezTo>
                    <a:pt x="40150" y="71873"/>
                    <a:pt x="40694" y="73863"/>
                    <a:pt x="40694" y="74405"/>
                  </a:cubicBezTo>
                  <a:cubicBezTo>
                    <a:pt x="40694" y="74948"/>
                    <a:pt x="33431" y="104064"/>
                    <a:pt x="32523" y="107319"/>
                  </a:cubicBezTo>
                  <a:cubicBezTo>
                    <a:pt x="30162" y="117266"/>
                    <a:pt x="29980" y="117808"/>
                    <a:pt x="15453" y="117989"/>
                  </a:cubicBezTo>
                  <a:cubicBezTo>
                    <a:pt x="12003" y="117989"/>
                    <a:pt x="10550" y="117989"/>
                    <a:pt x="10550" y="121606"/>
                  </a:cubicBezTo>
                  <a:cubicBezTo>
                    <a:pt x="10550" y="123595"/>
                    <a:pt x="12729" y="123595"/>
                    <a:pt x="13092" y="123595"/>
                  </a:cubicBezTo>
                  <a:cubicBezTo>
                    <a:pt x="18177" y="123595"/>
                    <a:pt x="30888" y="123053"/>
                    <a:pt x="35973" y="123053"/>
                  </a:cubicBezTo>
                  <a:cubicBezTo>
                    <a:pt x="41058" y="123053"/>
                    <a:pt x="54132" y="123595"/>
                    <a:pt x="59217" y="123595"/>
                  </a:cubicBezTo>
                  <a:cubicBezTo>
                    <a:pt x="60488" y="123595"/>
                    <a:pt x="62667" y="123595"/>
                    <a:pt x="62667" y="119979"/>
                  </a:cubicBezTo>
                  <a:cubicBezTo>
                    <a:pt x="62667" y="117989"/>
                    <a:pt x="61033" y="117989"/>
                    <a:pt x="57583" y="117989"/>
                  </a:cubicBezTo>
                  <a:cubicBezTo>
                    <a:pt x="57219" y="117989"/>
                    <a:pt x="53769" y="117989"/>
                    <a:pt x="50682" y="117628"/>
                  </a:cubicBezTo>
                  <a:cubicBezTo>
                    <a:pt x="46869" y="117266"/>
                    <a:pt x="45779" y="116904"/>
                    <a:pt x="45779" y="114734"/>
                  </a:cubicBezTo>
                  <a:cubicBezTo>
                    <a:pt x="45779" y="113468"/>
                    <a:pt x="47413" y="107138"/>
                    <a:pt x="48321" y="103341"/>
                  </a:cubicBezTo>
                  <a:lnTo>
                    <a:pt x="54677" y="77841"/>
                  </a:lnTo>
                  <a:cubicBezTo>
                    <a:pt x="55585" y="74405"/>
                    <a:pt x="55767" y="73863"/>
                    <a:pt x="57219" y="72235"/>
                  </a:cubicBezTo>
                  <a:lnTo>
                    <a:pt x="102255" y="20693"/>
                  </a:lnTo>
                  <a:close/>
                </a:path>
              </a:pathLst>
            </a:custGeom>
            <a:solidFill>
              <a:srgbClr val="000000"/>
            </a:solidFill>
            <a:ln w="28498" cap="flat">
              <a:noFill/>
              <a:prstDash val="solid"/>
              <a:miter/>
            </a:ln>
          </p:spPr>
          <p:txBody>
            <a:bodyPr/>
            <a:lstStyle/>
            <a:p>
              <a:endParaRPr lang="en-US"/>
            </a:p>
          </p:txBody>
        </p:sp>
        <p:sp>
          <p:nvSpPr>
            <p:cNvPr id="235" name="Freeform: Shape 234">
              <a:extLst>
                <a:ext uri="{FF2B5EF4-FFF2-40B4-BE49-F238E27FC236}">
                  <a16:creationId xmlns:a16="http://schemas.microsoft.com/office/drawing/2014/main" id="{79A36881-AC7C-76D0-B132-1157911D2EC6}"/>
                </a:ext>
              </a:extLst>
            </p:cNvPr>
            <p:cNvSpPr/>
            <p:nvPr>
              <p:custDataLst>
                <p:tags r:id="rId42"/>
              </p:custDataLst>
            </p:nvPr>
          </p:nvSpPr>
          <p:spPr>
            <a:xfrm>
              <a:off x="10787929" y="4885510"/>
              <a:ext cx="77667" cy="57093"/>
            </a:xfrm>
            <a:custGeom>
              <a:avLst/>
              <a:gdLst>
                <a:gd name="csX0" fmla="*/ 9738 w 77667"/>
                <a:gd name="csY0" fmla="*/ 47931 h 57093"/>
                <a:gd name="csX1" fmla="*/ 8467 w 77667"/>
                <a:gd name="csY1" fmla="*/ 53121 h 57093"/>
                <a:gd name="csX2" fmla="*/ 12789 w 77667"/>
                <a:gd name="csY2" fmla="*/ 57172 h 57093"/>
                <a:gd name="csX3" fmla="*/ 17747 w 77667"/>
                <a:gd name="csY3" fmla="*/ 54387 h 57093"/>
                <a:gd name="csX4" fmla="*/ 20035 w 77667"/>
                <a:gd name="csY4" fmla="*/ 46538 h 57093"/>
                <a:gd name="csX5" fmla="*/ 22831 w 77667"/>
                <a:gd name="csY5" fmla="*/ 35145 h 57093"/>
                <a:gd name="csX6" fmla="*/ 24992 w 77667"/>
                <a:gd name="csY6" fmla="*/ 26663 h 57093"/>
                <a:gd name="csX7" fmla="*/ 30331 w 77667"/>
                <a:gd name="csY7" fmla="*/ 15270 h 57093"/>
                <a:gd name="csX8" fmla="*/ 49399 w 77667"/>
                <a:gd name="csY8" fmla="*/ 3623 h 57093"/>
                <a:gd name="csX9" fmla="*/ 56898 w 77667"/>
                <a:gd name="csY9" fmla="*/ 12485 h 57093"/>
                <a:gd name="csX10" fmla="*/ 49399 w 77667"/>
                <a:gd name="csY10" fmla="*/ 39449 h 57093"/>
                <a:gd name="csX11" fmla="*/ 47492 w 77667"/>
                <a:gd name="csY11" fmla="*/ 46285 h 57093"/>
                <a:gd name="csX12" fmla="*/ 59568 w 77667"/>
                <a:gd name="csY12" fmla="*/ 57172 h 57093"/>
                <a:gd name="csX13" fmla="*/ 77872 w 77667"/>
                <a:gd name="csY13" fmla="*/ 37803 h 57093"/>
                <a:gd name="csX14" fmla="*/ 75839 w 77667"/>
                <a:gd name="csY14" fmla="*/ 36157 h 57093"/>
                <a:gd name="csX15" fmla="*/ 73423 w 77667"/>
                <a:gd name="csY15" fmla="*/ 38309 h 57093"/>
                <a:gd name="csX16" fmla="*/ 59949 w 77667"/>
                <a:gd name="csY16" fmla="*/ 53627 h 57093"/>
                <a:gd name="csX17" fmla="*/ 56771 w 77667"/>
                <a:gd name="csY17" fmla="*/ 49196 h 57093"/>
                <a:gd name="csX18" fmla="*/ 59695 w 77667"/>
                <a:gd name="csY18" fmla="*/ 38942 h 57093"/>
                <a:gd name="csX19" fmla="*/ 66432 w 77667"/>
                <a:gd name="csY19" fmla="*/ 14510 h 57093"/>
                <a:gd name="csX20" fmla="*/ 49907 w 77667"/>
                <a:gd name="csY20" fmla="*/ 78 h 57093"/>
                <a:gd name="csX21" fmla="*/ 28424 w 77667"/>
                <a:gd name="csY21" fmla="*/ 11598 h 57093"/>
                <a:gd name="csX22" fmla="*/ 14823 w 77667"/>
                <a:gd name="csY22" fmla="*/ 78 h 57093"/>
                <a:gd name="csX23" fmla="*/ 4781 w 77667"/>
                <a:gd name="csY23" fmla="*/ 6914 h 57093"/>
                <a:gd name="csX24" fmla="*/ 205 w 77667"/>
                <a:gd name="csY24" fmla="*/ 19447 h 57093"/>
                <a:gd name="csX25" fmla="*/ 2366 w 77667"/>
                <a:gd name="csY25" fmla="*/ 21093 h 57093"/>
                <a:gd name="csX26" fmla="*/ 5162 w 77667"/>
                <a:gd name="csY26" fmla="*/ 17295 h 57093"/>
                <a:gd name="csX27" fmla="*/ 14442 w 77667"/>
                <a:gd name="csY27" fmla="*/ 3623 h 57093"/>
                <a:gd name="csX28" fmla="*/ 18637 w 77667"/>
                <a:gd name="csY28" fmla="*/ 9826 h 57093"/>
                <a:gd name="csX29" fmla="*/ 16603 w 77667"/>
                <a:gd name="csY29" fmla="*/ 20333 h 57093"/>
                <a:gd name="csX30" fmla="*/ 13806 w 77667"/>
                <a:gd name="csY30" fmla="*/ 31727 h 57093"/>
                <a:gd name="csX31" fmla="*/ 9738 w 77667"/>
                <a:gd name="csY31" fmla="*/ 47931 h 570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77667" h="57093">
                  <a:moveTo>
                    <a:pt x="9738" y="47931"/>
                  </a:moveTo>
                  <a:cubicBezTo>
                    <a:pt x="9230" y="49576"/>
                    <a:pt x="8467" y="52741"/>
                    <a:pt x="8467" y="53121"/>
                  </a:cubicBezTo>
                  <a:cubicBezTo>
                    <a:pt x="8467" y="55906"/>
                    <a:pt x="10755" y="57172"/>
                    <a:pt x="12789" y="57172"/>
                  </a:cubicBezTo>
                  <a:cubicBezTo>
                    <a:pt x="15077" y="57172"/>
                    <a:pt x="17111" y="55526"/>
                    <a:pt x="17747" y="54387"/>
                  </a:cubicBezTo>
                  <a:cubicBezTo>
                    <a:pt x="18382" y="53247"/>
                    <a:pt x="19399" y="49196"/>
                    <a:pt x="20035" y="46538"/>
                  </a:cubicBezTo>
                  <a:cubicBezTo>
                    <a:pt x="20670" y="44133"/>
                    <a:pt x="22069" y="38309"/>
                    <a:pt x="22831" y="35145"/>
                  </a:cubicBezTo>
                  <a:cubicBezTo>
                    <a:pt x="23594" y="32360"/>
                    <a:pt x="24357" y="29575"/>
                    <a:pt x="24992" y="26663"/>
                  </a:cubicBezTo>
                  <a:cubicBezTo>
                    <a:pt x="26391" y="21473"/>
                    <a:pt x="26645" y="20460"/>
                    <a:pt x="30331" y="15270"/>
                  </a:cubicBezTo>
                  <a:cubicBezTo>
                    <a:pt x="33890" y="10206"/>
                    <a:pt x="39865" y="3623"/>
                    <a:pt x="49399" y="3623"/>
                  </a:cubicBezTo>
                  <a:cubicBezTo>
                    <a:pt x="56771" y="3623"/>
                    <a:pt x="56898" y="10079"/>
                    <a:pt x="56898" y="12485"/>
                  </a:cubicBezTo>
                  <a:cubicBezTo>
                    <a:pt x="56898" y="20080"/>
                    <a:pt x="51432" y="34132"/>
                    <a:pt x="49399" y="39449"/>
                  </a:cubicBezTo>
                  <a:cubicBezTo>
                    <a:pt x="48000" y="42993"/>
                    <a:pt x="47492" y="44133"/>
                    <a:pt x="47492" y="46285"/>
                  </a:cubicBezTo>
                  <a:cubicBezTo>
                    <a:pt x="47492" y="52994"/>
                    <a:pt x="53085" y="57172"/>
                    <a:pt x="59568" y="57172"/>
                  </a:cubicBezTo>
                  <a:cubicBezTo>
                    <a:pt x="72279" y="57172"/>
                    <a:pt x="77872" y="39702"/>
                    <a:pt x="77872" y="37803"/>
                  </a:cubicBezTo>
                  <a:cubicBezTo>
                    <a:pt x="77872" y="36157"/>
                    <a:pt x="76220" y="36157"/>
                    <a:pt x="75839" y="36157"/>
                  </a:cubicBezTo>
                  <a:cubicBezTo>
                    <a:pt x="74059" y="36157"/>
                    <a:pt x="73932" y="36917"/>
                    <a:pt x="73423" y="38309"/>
                  </a:cubicBezTo>
                  <a:cubicBezTo>
                    <a:pt x="70500" y="48437"/>
                    <a:pt x="65034" y="53627"/>
                    <a:pt x="59949" y="53627"/>
                  </a:cubicBezTo>
                  <a:cubicBezTo>
                    <a:pt x="57280" y="53627"/>
                    <a:pt x="56771" y="51855"/>
                    <a:pt x="56771" y="49196"/>
                  </a:cubicBezTo>
                  <a:cubicBezTo>
                    <a:pt x="56771" y="46285"/>
                    <a:pt x="57407" y="44639"/>
                    <a:pt x="59695" y="38942"/>
                  </a:cubicBezTo>
                  <a:cubicBezTo>
                    <a:pt x="61220" y="35018"/>
                    <a:pt x="66432" y="21599"/>
                    <a:pt x="66432" y="14510"/>
                  </a:cubicBezTo>
                  <a:cubicBezTo>
                    <a:pt x="66432" y="2230"/>
                    <a:pt x="56644" y="78"/>
                    <a:pt x="49907" y="78"/>
                  </a:cubicBezTo>
                  <a:cubicBezTo>
                    <a:pt x="39356" y="78"/>
                    <a:pt x="32238" y="6535"/>
                    <a:pt x="28424" y="11598"/>
                  </a:cubicBezTo>
                  <a:cubicBezTo>
                    <a:pt x="27535" y="2863"/>
                    <a:pt x="20035" y="78"/>
                    <a:pt x="14823" y="78"/>
                  </a:cubicBezTo>
                  <a:cubicBezTo>
                    <a:pt x="9357" y="78"/>
                    <a:pt x="6433" y="4003"/>
                    <a:pt x="4781" y="6914"/>
                  </a:cubicBezTo>
                  <a:cubicBezTo>
                    <a:pt x="1984" y="11598"/>
                    <a:pt x="205" y="18814"/>
                    <a:pt x="205" y="19447"/>
                  </a:cubicBezTo>
                  <a:cubicBezTo>
                    <a:pt x="205" y="21093"/>
                    <a:pt x="1984" y="21093"/>
                    <a:pt x="2366" y="21093"/>
                  </a:cubicBezTo>
                  <a:cubicBezTo>
                    <a:pt x="4145" y="21093"/>
                    <a:pt x="4273" y="20713"/>
                    <a:pt x="5162" y="17295"/>
                  </a:cubicBezTo>
                  <a:cubicBezTo>
                    <a:pt x="7069" y="9826"/>
                    <a:pt x="9484" y="3623"/>
                    <a:pt x="14442" y="3623"/>
                  </a:cubicBezTo>
                  <a:cubicBezTo>
                    <a:pt x="17747" y="3623"/>
                    <a:pt x="18637" y="6408"/>
                    <a:pt x="18637" y="9826"/>
                  </a:cubicBezTo>
                  <a:cubicBezTo>
                    <a:pt x="18637" y="12231"/>
                    <a:pt x="17493" y="16915"/>
                    <a:pt x="16603" y="20333"/>
                  </a:cubicBezTo>
                  <a:cubicBezTo>
                    <a:pt x="15713" y="23751"/>
                    <a:pt x="14442" y="28942"/>
                    <a:pt x="13806" y="31727"/>
                  </a:cubicBezTo>
                  <a:lnTo>
                    <a:pt x="9738" y="47931"/>
                  </a:lnTo>
                  <a:close/>
                </a:path>
              </a:pathLst>
            </a:custGeom>
            <a:solidFill>
              <a:srgbClr val="000000"/>
            </a:solidFill>
            <a:ln w="28498" cap="flat">
              <a:noFill/>
              <a:prstDash val="solid"/>
              <a:miter/>
            </a:ln>
          </p:spPr>
          <p:txBody>
            <a:bodyPr/>
            <a:lstStyle/>
            <a:p>
              <a:endParaRPr lang="en-US"/>
            </a:p>
          </p:txBody>
        </p:sp>
        <p:sp>
          <p:nvSpPr>
            <p:cNvPr id="236" name="Freeform: Shape 235">
              <a:extLst>
                <a:ext uri="{FF2B5EF4-FFF2-40B4-BE49-F238E27FC236}">
                  <a16:creationId xmlns:a16="http://schemas.microsoft.com/office/drawing/2014/main" id="{B8756E27-18EE-3DD7-60FD-F7FC762B688E}"/>
                </a:ext>
              </a:extLst>
            </p:cNvPr>
            <p:cNvSpPr/>
            <p:nvPr>
              <p:custDataLst>
                <p:tags r:id="rId43"/>
              </p:custDataLst>
            </p:nvPr>
          </p:nvSpPr>
          <p:spPr>
            <a:xfrm>
              <a:off x="10946315" y="4799192"/>
              <a:ext cx="110953" cy="139794"/>
            </a:xfrm>
            <a:custGeom>
              <a:avLst/>
              <a:gdLst>
                <a:gd name="csX0" fmla="*/ 107716 w 110953"/>
                <a:gd name="csY0" fmla="*/ 7672 h 139794"/>
                <a:gd name="csX1" fmla="*/ 111167 w 110953"/>
                <a:gd name="csY1" fmla="*/ 3694 h 139794"/>
                <a:gd name="csX2" fmla="*/ 107535 w 110953"/>
                <a:gd name="csY2" fmla="*/ 77 h 139794"/>
                <a:gd name="csX3" fmla="*/ 104266 w 110953"/>
                <a:gd name="csY3" fmla="*/ 1162 h 139794"/>
                <a:gd name="csX4" fmla="*/ 3845 w 110953"/>
                <a:gd name="csY4" fmla="*/ 48363 h 139794"/>
                <a:gd name="csX5" fmla="*/ 213 w 110953"/>
                <a:gd name="csY5" fmla="*/ 52523 h 139794"/>
                <a:gd name="csX6" fmla="*/ 3845 w 110953"/>
                <a:gd name="csY6" fmla="*/ 56501 h 139794"/>
                <a:gd name="csX7" fmla="*/ 104266 w 110953"/>
                <a:gd name="csY7" fmla="*/ 103521 h 139794"/>
                <a:gd name="csX8" fmla="*/ 107535 w 110953"/>
                <a:gd name="csY8" fmla="*/ 104787 h 139794"/>
                <a:gd name="csX9" fmla="*/ 111167 w 110953"/>
                <a:gd name="csY9" fmla="*/ 101170 h 139794"/>
                <a:gd name="csX10" fmla="*/ 107353 w 110953"/>
                <a:gd name="csY10" fmla="*/ 97011 h 139794"/>
                <a:gd name="csX11" fmla="*/ 12380 w 110953"/>
                <a:gd name="csY11" fmla="*/ 52523 h 139794"/>
                <a:gd name="csX12" fmla="*/ 107716 w 110953"/>
                <a:gd name="csY12" fmla="*/ 7672 h 139794"/>
                <a:gd name="csX13" fmla="*/ 104811 w 110953"/>
                <a:gd name="csY13" fmla="*/ 139872 h 139794"/>
                <a:gd name="csX14" fmla="*/ 111167 w 110953"/>
                <a:gd name="csY14" fmla="*/ 136255 h 139794"/>
                <a:gd name="csX15" fmla="*/ 104629 w 110953"/>
                <a:gd name="csY15" fmla="*/ 132638 h 139794"/>
                <a:gd name="csX16" fmla="*/ 6750 w 110953"/>
                <a:gd name="csY16" fmla="*/ 132638 h 139794"/>
                <a:gd name="csX17" fmla="*/ 213 w 110953"/>
                <a:gd name="csY17" fmla="*/ 136255 h 139794"/>
                <a:gd name="csX18" fmla="*/ 6569 w 110953"/>
                <a:gd name="csY18" fmla="*/ 139872 h 139794"/>
                <a:gd name="csX19" fmla="*/ 104811 w 110953"/>
                <a:gd name="csY19" fmla="*/ 139872 h 1397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10953" h="139794">
                  <a:moveTo>
                    <a:pt x="107716" y="7672"/>
                  </a:moveTo>
                  <a:cubicBezTo>
                    <a:pt x="109714" y="6768"/>
                    <a:pt x="111167" y="5864"/>
                    <a:pt x="111167" y="3694"/>
                  </a:cubicBezTo>
                  <a:cubicBezTo>
                    <a:pt x="111167" y="1705"/>
                    <a:pt x="109714" y="77"/>
                    <a:pt x="107535" y="77"/>
                  </a:cubicBezTo>
                  <a:cubicBezTo>
                    <a:pt x="106627" y="77"/>
                    <a:pt x="104993" y="800"/>
                    <a:pt x="104266" y="1162"/>
                  </a:cubicBezTo>
                  <a:lnTo>
                    <a:pt x="3845" y="48363"/>
                  </a:lnTo>
                  <a:cubicBezTo>
                    <a:pt x="758" y="49810"/>
                    <a:pt x="213" y="51076"/>
                    <a:pt x="213" y="52523"/>
                  </a:cubicBezTo>
                  <a:cubicBezTo>
                    <a:pt x="213" y="54150"/>
                    <a:pt x="1303" y="55416"/>
                    <a:pt x="3845" y="56501"/>
                  </a:cubicBezTo>
                  <a:lnTo>
                    <a:pt x="104266" y="103521"/>
                  </a:lnTo>
                  <a:cubicBezTo>
                    <a:pt x="106627" y="104787"/>
                    <a:pt x="106990" y="104787"/>
                    <a:pt x="107535" y="104787"/>
                  </a:cubicBezTo>
                  <a:cubicBezTo>
                    <a:pt x="109532" y="104787"/>
                    <a:pt x="111167" y="103160"/>
                    <a:pt x="111167" y="101170"/>
                  </a:cubicBezTo>
                  <a:cubicBezTo>
                    <a:pt x="111167" y="99543"/>
                    <a:pt x="110440" y="98458"/>
                    <a:pt x="107353" y="97011"/>
                  </a:cubicBezTo>
                  <a:lnTo>
                    <a:pt x="12380" y="52523"/>
                  </a:lnTo>
                  <a:lnTo>
                    <a:pt x="107716" y="7672"/>
                  </a:lnTo>
                  <a:close/>
                  <a:moveTo>
                    <a:pt x="104811" y="139872"/>
                  </a:moveTo>
                  <a:cubicBezTo>
                    <a:pt x="107898" y="139872"/>
                    <a:pt x="111167" y="139872"/>
                    <a:pt x="111167" y="136255"/>
                  </a:cubicBezTo>
                  <a:cubicBezTo>
                    <a:pt x="111167" y="132638"/>
                    <a:pt x="107353" y="132638"/>
                    <a:pt x="104629" y="132638"/>
                  </a:cubicBezTo>
                  <a:lnTo>
                    <a:pt x="6750" y="132638"/>
                  </a:lnTo>
                  <a:cubicBezTo>
                    <a:pt x="4026" y="132638"/>
                    <a:pt x="213" y="132638"/>
                    <a:pt x="213" y="136255"/>
                  </a:cubicBezTo>
                  <a:cubicBezTo>
                    <a:pt x="213" y="139872"/>
                    <a:pt x="3482" y="139872"/>
                    <a:pt x="6569" y="139872"/>
                  </a:cubicBezTo>
                  <a:lnTo>
                    <a:pt x="104811" y="139872"/>
                  </a:lnTo>
                  <a:close/>
                </a:path>
              </a:pathLst>
            </a:custGeom>
            <a:solidFill>
              <a:srgbClr val="000000"/>
            </a:solidFill>
            <a:ln w="28498" cap="flat">
              <a:noFill/>
              <a:prstDash val="solid"/>
              <a:miter/>
            </a:ln>
          </p:spPr>
          <p:txBody>
            <a:bodyPr/>
            <a:lstStyle/>
            <a:p>
              <a:endParaRPr lang="en-US"/>
            </a:p>
          </p:txBody>
        </p:sp>
        <p:sp>
          <p:nvSpPr>
            <p:cNvPr id="237" name="Freeform: Shape 236">
              <a:extLst>
                <a:ext uri="{FF2B5EF4-FFF2-40B4-BE49-F238E27FC236}">
                  <a16:creationId xmlns:a16="http://schemas.microsoft.com/office/drawing/2014/main" id="{E38DD47E-514D-1931-FC8C-28DBAA342D3C}"/>
                </a:ext>
              </a:extLst>
            </p:cNvPr>
            <p:cNvSpPr/>
            <p:nvPr>
              <p:custDataLst>
                <p:tags r:id="rId44"/>
              </p:custDataLst>
            </p:nvPr>
          </p:nvSpPr>
          <p:spPr>
            <a:xfrm>
              <a:off x="11120564" y="4794671"/>
              <a:ext cx="74453" cy="156613"/>
            </a:xfrm>
            <a:custGeom>
              <a:avLst/>
              <a:gdLst>
                <a:gd name="csX0" fmla="*/ 74677 w 74453"/>
                <a:gd name="csY0" fmla="*/ 6587 h 156613"/>
                <a:gd name="csX1" fmla="*/ 67776 w 74453"/>
                <a:gd name="csY1" fmla="*/ 77 h 156613"/>
                <a:gd name="csX2" fmla="*/ 58152 w 74453"/>
                <a:gd name="csY2" fmla="*/ 9662 h 156613"/>
                <a:gd name="csX3" fmla="*/ 64871 w 74453"/>
                <a:gd name="csY3" fmla="*/ 16172 h 156613"/>
                <a:gd name="csX4" fmla="*/ 74677 w 74453"/>
                <a:gd name="csY4" fmla="*/ 6587 h 156613"/>
                <a:gd name="csX5" fmla="*/ 38177 w 74453"/>
                <a:gd name="csY5" fmla="*/ 128659 h 156613"/>
                <a:gd name="csX6" fmla="*/ 15841 w 74453"/>
                <a:gd name="csY6" fmla="*/ 152712 h 156613"/>
                <a:gd name="csX7" fmla="*/ 8758 w 74453"/>
                <a:gd name="csY7" fmla="*/ 151084 h 156613"/>
                <a:gd name="csX8" fmla="*/ 16930 w 74453"/>
                <a:gd name="csY8" fmla="*/ 141499 h 156613"/>
                <a:gd name="csX9" fmla="*/ 10030 w 74453"/>
                <a:gd name="csY9" fmla="*/ 135170 h 156613"/>
                <a:gd name="csX10" fmla="*/ 224 w 74453"/>
                <a:gd name="csY10" fmla="*/ 145478 h 156613"/>
                <a:gd name="csX11" fmla="*/ 16204 w 74453"/>
                <a:gd name="csY11" fmla="*/ 156690 h 156613"/>
                <a:gd name="csX12" fmla="*/ 50343 w 74453"/>
                <a:gd name="csY12" fmla="*/ 129202 h 156613"/>
                <a:gd name="csX13" fmla="*/ 67050 w 74453"/>
                <a:gd name="csY13" fmla="*/ 63012 h 156613"/>
                <a:gd name="csX14" fmla="*/ 67958 w 74453"/>
                <a:gd name="csY14" fmla="*/ 56320 h 156613"/>
                <a:gd name="csX15" fmla="*/ 51251 w 74453"/>
                <a:gd name="csY15" fmla="*/ 39682 h 156613"/>
                <a:gd name="csX16" fmla="*/ 22378 w 74453"/>
                <a:gd name="csY16" fmla="*/ 67533 h 156613"/>
                <a:gd name="csX17" fmla="*/ 24557 w 74453"/>
                <a:gd name="csY17" fmla="*/ 69341 h 156613"/>
                <a:gd name="csX18" fmla="*/ 27826 w 74453"/>
                <a:gd name="csY18" fmla="*/ 65724 h 156613"/>
                <a:gd name="csX19" fmla="*/ 50707 w 74453"/>
                <a:gd name="csY19" fmla="*/ 43661 h 156613"/>
                <a:gd name="csX20" fmla="*/ 56518 w 74453"/>
                <a:gd name="csY20" fmla="*/ 51980 h 156613"/>
                <a:gd name="csX21" fmla="*/ 55246 w 74453"/>
                <a:gd name="csY21" fmla="*/ 61203 h 156613"/>
                <a:gd name="csX22" fmla="*/ 38177 w 74453"/>
                <a:gd name="csY22" fmla="*/ 128659 h 1566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74453" h="156613">
                  <a:moveTo>
                    <a:pt x="74677" y="6587"/>
                  </a:moveTo>
                  <a:cubicBezTo>
                    <a:pt x="74677" y="3151"/>
                    <a:pt x="72135" y="77"/>
                    <a:pt x="67776" y="77"/>
                  </a:cubicBezTo>
                  <a:cubicBezTo>
                    <a:pt x="63600" y="77"/>
                    <a:pt x="58152" y="4236"/>
                    <a:pt x="58152" y="9662"/>
                  </a:cubicBezTo>
                  <a:cubicBezTo>
                    <a:pt x="58152" y="13279"/>
                    <a:pt x="60694" y="16172"/>
                    <a:pt x="64871" y="16172"/>
                  </a:cubicBezTo>
                  <a:cubicBezTo>
                    <a:pt x="69774" y="16172"/>
                    <a:pt x="74677" y="11470"/>
                    <a:pt x="74677" y="6587"/>
                  </a:cubicBezTo>
                  <a:close/>
                  <a:moveTo>
                    <a:pt x="38177" y="128659"/>
                  </a:moveTo>
                  <a:cubicBezTo>
                    <a:pt x="34726" y="142404"/>
                    <a:pt x="26010" y="152712"/>
                    <a:pt x="15841" y="152712"/>
                  </a:cubicBezTo>
                  <a:cubicBezTo>
                    <a:pt x="14751" y="152712"/>
                    <a:pt x="12027" y="152712"/>
                    <a:pt x="8758" y="151084"/>
                  </a:cubicBezTo>
                  <a:cubicBezTo>
                    <a:pt x="14206" y="149818"/>
                    <a:pt x="16930" y="145116"/>
                    <a:pt x="16930" y="141499"/>
                  </a:cubicBezTo>
                  <a:cubicBezTo>
                    <a:pt x="16930" y="138606"/>
                    <a:pt x="14933" y="135170"/>
                    <a:pt x="10030" y="135170"/>
                  </a:cubicBezTo>
                  <a:cubicBezTo>
                    <a:pt x="5490" y="135170"/>
                    <a:pt x="224" y="138967"/>
                    <a:pt x="224" y="145478"/>
                  </a:cubicBezTo>
                  <a:cubicBezTo>
                    <a:pt x="224" y="152712"/>
                    <a:pt x="7487" y="156690"/>
                    <a:pt x="16204" y="156690"/>
                  </a:cubicBezTo>
                  <a:cubicBezTo>
                    <a:pt x="28915" y="156690"/>
                    <a:pt x="45804" y="147106"/>
                    <a:pt x="50343" y="129202"/>
                  </a:cubicBezTo>
                  <a:lnTo>
                    <a:pt x="67050" y="63012"/>
                  </a:lnTo>
                  <a:cubicBezTo>
                    <a:pt x="67958" y="59395"/>
                    <a:pt x="67958" y="56863"/>
                    <a:pt x="67958" y="56320"/>
                  </a:cubicBezTo>
                  <a:cubicBezTo>
                    <a:pt x="67958" y="46012"/>
                    <a:pt x="60331" y="39682"/>
                    <a:pt x="51251" y="39682"/>
                  </a:cubicBezTo>
                  <a:cubicBezTo>
                    <a:pt x="32729" y="39682"/>
                    <a:pt x="22378" y="65905"/>
                    <a:pt x="22378" y="67533"/>
                  </a:cubicBezTo>
                  <a:cubicBezTo>
                    <a:pt x="22378" y="69341"/>
                    <a:pt x="24194" y="69341"/>
                    <a:pt x="24557" y="69341"/>
                  </a:cubicBezTo>
                  <a:cubicBezTo>
                    <a:pt x="26191" y="69341"/>
                    <a:pt x="26373" y="69160"/>
                    <a:pt x="27826" y="65724"/>
                  </a:cubicBezTo>
                  <a:cubicBezTo>
                    <a:pt x="32366" y="54693"/>
                    <a:pt x="40719" y="43661"/>
                    <a:pt x="50707" y="43661"/>
                  </a:cubicBezTo>
                  <a:cubicBezTo>
                    <a:pt x="53249" y="43661"/>
                    <a:pt x="56518" y="44384"/>
                    <a:pt x="56518" y="51980"/>
                  </a:cubicBezTo>
                  <a:cubicBezTo>
                    <a:pt x="56518" y="56140"/>
                    <a:pt x="55973" y="58129"/>
                    <a:pt x="55246" y="61203"/>
                  </a:cubicBezTo>
                  <a:lnTo>
                    <a:pt x="38177" y="128659"/>
                  </a:lnTo>
                  <a:close/>
                </a:path>
              </a:pathLst>
            </a:custGeom>
            <a:solidFill>
              <a:srgbClr val="000000"/>
            </a:solidFill>
            <a:ln w="28498" cap="flat">
              <a:noFill/>
              <a:prstDash val="solid"/>
              <a:miter/>
            </a:ln>
          </p:spPr>
          <p:txBody>
            <a:bodyPr/>
            <a:lstStyle/>
            <a:p>
              <a:endParaRPr lang="en-US"/>
            </a:p>
          </p:txBody>
        </p:sp>
        <p:sp>
          <p:nvSpPr>
            <p:cNvPr id="240" name="Freeform: Shape 239">
              <a:extLst>
                <a:ext uri="{FF2B5EF4-FFF2-40B4-BE49-F238E27FC236}">
                  <a16:creationId xmlns:a16="http://schemas.microsoft.com/office/drawing/2014/main" id="{6D4069B0-D13F-D06E-E952-4C1C8B0E0C7A}"/>
                </a:ext>
              </a:extLst>
            </p:cNvPr>
            <p:cNvSpPr/>
            <p:nvPr>
              <p:custDataLst>
                <p:tags r:id="rId45"/>
              </p:custDataLst>
            </p:nvPr>
          </p:nvSpPr>
          <p:spPr>
            <a:xfrm>
              <a:off x="11218452" y="4778576"/>
              <a:ext cx="42129" cy="180847"/>
            </a:xfrm>
            <a:custGeom>
              <a:avLst/>
              <a:gdLst>
                <a:gd name="csX0" fmla="*/ 42358 w 42129"/>
                <a:gd name="csY0" fmla="*/ 90500 h 180847"/>
                <a:gd name="csX1" fmla="*/ 30373 w 42129"/>
                <a:gd name="csY1" fmla="*/ 34076 h 180847"/>
                <a:gd name="csX2" fmla="*/ 2044 w 42129"/>
                <a:gd name="csY2" fmla="*/ 77 h 180847"/>
                <a:gd name="csX3" fmla="*/ 228 w 42129"/>
                <a:gd name="csY3" fmla="*/ 1885 h 180847"/>
                <a:gd name="csX4" fmla="*/ 3678 w 42129"/>
                <a:gd name="csY4" fmla="*/ 6045 h 180847"/>
                <a:gd name="csX5" fmla="*/ 31826 w 42129"/>
                <a:gd name="csY5" fmla="*/ 90500 h 180847"/>
                <a:gd name="csX6" fmla="*/ 2589 w 42129"/>
                <a:gd name="csY6" fmla="*/ 176041 h 180847"/>
                <a:gd name="csX7" fmla="*/ 228 w 42129"/>
                <a:gd name="csY7" fmla="*/ 179116 h 180847"/>
                <a:gd name="csX8" fmla="*/ 2044 w 42129"/>
                <a:gd name="csY8" fmla="*/ 180924 h 180847"/>
                <a:gd name="csX9" fmla="*/ 30918 w 42129"/>
                <a:gd name="csY9" fmla="*/ 145659 h 180847"/>
                <a:gd name="csX10" fmla="*/ 42358 w 42129"/>
                <a:gd name="csY10" fmla="*/ 90500 h 1808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2129" h="180847">
                  <a:moveTo>
                    <a:pt x="42358" y="90500"/>
                  </a:moveTo>
                  <a:cubicBezTo>
                    <a:pt x="42358" y="76394"/>
                    <a:pt x="40360" y="54512"/>
                    <a:pt x="30373" y="34076"/>
                  </a:cubicBezTo>
                  <a:cubicBezTo>
                    <a:pt x="19477" y="11832"/>
                    <a:pt x="3860" y="77"/>
                    <a:pt x="2044" y="77"/>
                  </a:cubicBezTo>
                  <a:cubicBezTo>
                    <a:pt x="955" y="77"/>
                    <a:pt x="228" y="800"/>
                    <a:pt x="228" y="1885"/>
                  </a:cubicBezTo>
                  <a:cubicBezTo>
                    <a:pt x="228" y="2428"/>
                    <a:pt x="228" y="2790"/>
                    <a:pt x="3678" y="6045"/>
                  </a:cubicBezTo>
                  <a:cubicBezTo>
                    <a:pt x="21475" y="23949"/>
                    <a:pt x="31826" y="52703"/>
                    <a:pt x="31826" y="90500"/>
                  </a:cubicBezTo>
                  <a:cubicBezTo>
                    <a:pt x="31826" y="121425"/>
                    <a:pt x="25107" y="153254"/>
                    <a:pt x="2589" y="176041"/>
                  </a:cubicBezTo>
                  <a:cubicBezTo>
                    <a:pt x="228" y="178211"/>
                    <a:pt x="228" y="178573"/>
                    <a:pt x="228" y="179116"/>
                  </a:cubicBezTo>
                  <a:cubicBezTo>
                    <a:pt x="228" y="180201"/>
                    <a:pt x="955" y="180924"/>
                    <a:pt x="2044" y="180924"/>
                  </a:cubicBezTo>
                  <a:cubicBezTo>
                    <a:pt x="3860" y="180924"/>
                    <a:pt x="20204" y="168626"/>
                    <a:pt x="30918" y="145659"/>
                  </a:cubicBezTo>
                  <a:cubicBezTo>
                    <a:pt x="40179" y="125766"/>
                    <a:pt x="42358" y="105692"/>
                    <a:pt x="42358" y="90500"/>
                  </a:cubicBezTo>
                  <a:close/>
                </a:path>
              </a:pathLst>
            </a:custGeom>
            <a:solidFill>
              <a:srgbClr val="000000"/>
            </a:solidFill>
            <a:ln w="28498" cap="flat">
              <a:noFill/>
              <a:prstDash val="solid"/>
              <a:miter/>
            </a:ln>
          </p:spPr>
          <p:txBody>
            <a:bodyPr/>
            <a:lstStyle/>
            <a:p>
              <a:endParaRPr lang="en-US"/>
            </a:p>
          </p:txBody>
        </p:sp>
        <p:sp>
          <p:nvSpPr>
            <p:cNvPr id="271" name="Freeform: Shape 270">
              <a:extLst>
                <a:ext uri="{FF2B5EF4-FFF2-40B4-BE49-F238E27FC236}">
                  <a16:creationId xmlns:a16="http://schemas.microsoft.com/office/drawing/2014/main" id="{2A4C9B97-15FB-163F-622C-F8188FD11F97}"/>
                </a:ext>
              </a:extLst>
            </p:cNvPr>
            <p:cNvSpPr/>
            <p:nvPr>
              <p:custDataLst>
                <p:tags r:id="rId46"/>
              </p:custDataLst>
            </p:nvPr>
          </p:nvSpPr>
          <p:spPr>
            <a:xfrm>
              <a:off x="11339332" y="4847840"/>
              <a:ext cx="120759" cy="42318"/>
            </a:xfrm>
            <a:custGeom>
              <a:avLst/>
              <a:gdLst>
                <a:gd name="csX0" fmla="*/ 114820 w 120759"/>
                <a:gd name="csY0" fmla="*/ 7311 h 42318"/>
                <a:gd name="csX1" fmla="*/ 120995 w 120759"/>
                <a:gd name="csY1" fmla="*/ 3694 h 42318"/>
                <a:gd name="csX2" fmla="*/ 115002 w 120759"/>
                <a:gd name="csY2" fmla="*/ 77 h 42318"/>
                <a:gd name="csX3" fmla="*/ 6227 w 120759"/>
                <a:gd name="csY3" fmla="*/ 77 h 42318"/>
                <a:gd name="csX4" fmla="*/ 235 w 120759"/>
                <a:gd name="csY4" fmla="*/ 3694 h 42318"/>
                <a:gd name="csX5" fmla="*/ 6409 w 120759"/>
                <a:gd name="csY5" fmla="*/ 7311 h 42318"/>
                <a:gd name="csX6" fmla="*/ 114820 w 120759"/>
                <a:gd name="csY6" fmla="*/ 7311 h 42318"/>
                <a:gd name="csX7" fmla="*/ 115002 w 120759"/>
                <a:gd name="csY7" fmla="*/ 42395 h 42318"/>
                <a:gd name="csX8" fmla="*/ 120995 w 120759"/>
                <a:gd name="csY8" fmla="*/ 38778 h 42318"/>
                <a:gd name="csX9" fmla="*/ 114820 w 120759"/>
                <a:gd name="csY9" fmla="*/ 35161 h 42318"/>
                <a:gd name="csX10" fmla="*/ 6409 w 120759"/>
                <a:gd name="csY10" fmla="*/ 35161 h 42318"/>
                <a:gd name="csX11" fmla="*/ 235 w 120759"/>
                <a:gd name="csY11" fmla="*/ 38778 h 42318"/>
                <a:gd name="csX12" fmla="*/ 6227 w 120759"/>
                <a:gd name="csY12" fmla="*/ 42395 h 42318"/>
                <a:gd name="csX13" fmla="*/ 115002 w 120759"/>
                <a:gd name="csY13" fmla="*/ 42395 h 423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20759" h="42318">
                  <a:moveTo>
                    <a:pt x="114820" y="7311"/>
                  </a:moveTo>
                  <a:cubicBezTo>
                    <a:pt x="117544" y="7311"/>
                    <a:pt x="120995" y="7311"/>
                    <a:pt x="120995" y="3694"/>
                  </a:cubicBezTo>
                  <a:cubicBezTo>
                    <a:pt x="120995" y="77"/>
                    <a:pt x="117544" y="77"/>
                    <a:pt x="115002" y="77"/>
                  </a:cubicBezTo>
                  <a:lnTo>
                    <a:pt x="6227" y="77"/>
                  </a:lnTo>
                  <a:cubicBezTo>
                    <a:pt x="3685" y="77"/>
                    <a:pt x="235" y="77"/>
                    <a:pt x="235" y="3694"/>
                  </a:cubicBezTo>
                  <a:cubicBezTo>
                    <a:pt x="235" y="7311"/>
                    <a:pt x="3685" y="7311"/>
                    <a:pt x="6409" y="7311"/>
                  </a:cubicBezTo>
                  <a:lnTo>
                    <a:pt x="114820" y="7311"/>
                  </a:lnTo>
                  <a:close/>
                  <a:moveTo>
                    <a:pt x="115002" y="42395"/>
                  </a:moveTo>
                  <a:cubicBezTo>
                    <a:pt x="117544" y="42395"/>
                    <a:pt x="120995" y="42395"/>
                    <a:pt x="120995" y="38778"/>
                  </a:cubicBezTo>
                  <a:cubicBezTo>
                    <a:pt x="120995" y="35161"/>
                    <a:pt x="117544" y="35161"/>
                    <a:pt x="114820" y="35161"/>
                  </a:cubicBezTo>
                  <a:lnTo>
                    <a:pt x="6409" y="35161"/>
                  </a:lnTo>
                  <a:cubicBezTo>
                    <a:pt x="3685" y="35161"/>
                    <a:pt x="235" y="35161"/>
                    <a:pt x="235" y="38778"/>
                  </a:cubicBezTo>
                  <a:cubicBezTo>
                    <a:pt x="235" y="42395"/>
                    <a:pt x="3685" y="42395"/>
                    <a:pt x="6227" y="42395"/>
                  </a:cubicBezTo>
                  <a:lnTo>
                    <a:pt x="115002" y="42395"/>
                  </a:lnTo>
                  <a:close/>
                </a:path>
              </a:pathLst>
            </a:custGeom>
            <a:solidFill>
              <a:srgbClr val="000000"/>
            </a:solidFill>
            <a:ln w="28498" cap="flat">
              <a:noFill/>
              <a:prstDash val="solid"/>
              <a:miter/>
            </a:ln>
          </p:spPr>
          <p:txBody>
            <a:bodyPr/>
            <a:lstStyle/>
            <a:p>
              <a:endParaRPr lang="en-US"/>
            </a:p>
          </p:txBody>
        </p:sp>
        <p:sp>
          <p:nvSpPr>
            <p:cNvPr id="272" name="Freeform: Shape 271">
              <a:extLst>
                <a:ext uri="{FF2B5EF4-FFF2-40B4-BE49-F238E27FC236}">
                  <a16:creationId xmlns:a16="http://schemas.microsoft.com/office/drawing/2014/main" id="{C00FBD3E-DBD4-C255-2624-920A0AD409AC}"/>
                </a:ext>
              </a:extLst>
            </p:cNvPr>
            <p:cNvSpPr/>
            <p:nvPr>
              <p:custDataLst>
                <p:tags r:id="rId47"/>
              </p:custDataLst>
            </p:nvPr>
          </p:nvSpPr>
          <p:spPr>
            <a:xfrm>
              <a:off x="11942422" y="4671422"/>
              <a:ext cx="59925" cy="120444"/>
            </a:xfrm>
            <a:custGeom>
              <a:avLst/>
              <a:gdLst>
                <a:gd name="csX0" fmla="*/ 37494 w 59925"/>
                <a:gd name="csY0" fmla="*/ 4772 h 120444"/>
                <a:gd name="csX1" fmla="*/ 33318 w 59925"/>
                <a:gd name="csY1" fmla="*/ 70 h 120444"/>
                <a:gd name="csX2" fmla="*/ 268 w 59925"/>
                <a:gd name="csY2" fmla="*/ 11644 h 120444"/>
                <a:gd name="csX3" fmla="*/ 268 w 59925"/>
                <a:gd name="csY3" fmla="*/ 17251 h 120444"/>
                <a:gd name="csX4" fmla="*/ 24056 w 59925"/>
                <a:gd name="csY4" fmla="*/ 12549 h 120444"/>
                <a:gd name="csX5" fmla="*/ 24056 w 59925"/>
                <a:gd name="csY5" fmla="*/ 106227 h 120444"/>
                <a:gd name="csX6" fmla="*/ 7168 w 59925"/>
                <a:gd name="csY6" fmla="*/ 114908 h 120444"/>
                <a:gd name="csX7" fmla="*/ 1357 w 59925"/>
                <a:gd name="csY7" fmla="*/ 114908 h 120444"/>
                <a:gd name="csX8" fmla="*/ 1357 w 59925"/>
                <a:gd name="csY8" fmla="*/ 120514 h 120444"/>
                <a:gd name="csX9" fmla="*/ 30775 w 59925"/>
                <a:gd name="csY9" fmla="*/ 119972 h 120444"/>
                <a:gd name="csX10" fmla="*/ 60194 w 59925"/>
                <a:gd name="csY10" fmla="*/ 120514 h 120444"/>
                <a:gd name="csX11" fmla="*/ 60194 w 59925"/>
                <a:gd name="csY11" fmla="*/ 114908 h 120444"/>
                <a:gd name="csX12" fmla="*/ 54383 w 59925"/>
                <a:gd name="csY12" fmla="*/ 114908 h 120444"/>
                <a:gd name="csX13" fmla="*/ 37494 w 59925"/>
                <a:gd name="csY13" fmla="*/ 106227 h 120444"/>
                <a:gd name="csX14" fmla="*/ 37494 w 59925"/>
                <a:gd name="csY14" fmla="*/ 4772 h 1204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59925" h="120444">
                  <a:moveTo>
                    <a:pt x="37494" y="4772"/>
                  </a:moveTo>
                  <a:cubicBezTo>
                    <a:pt x="37494" y="432"/>
                    <a:pt x="37494" y="70"/>
                    <a:pt x="33318" y="70"/>
                  </a:cubicBezTo>
                  <a:cubicBezTo>
                    <a:pt x="22059" y="11644"/>
                    <a:pt x="6079" y="11644"/>
                    <a:pt x="268" y="11644"/>
                  </a:cubicBezTo>
                  <a:lnTo>
                    <a:pt x="268" y="17251"/>
                  </a:lnTo>
                  <a:cubicBezTo>
                    <a:pt x="3899" y="17251"/>
                    <a:pt x="14614" y="17251"/>
                    <a:pt x="24056" y="12549"/>
                  </a:cubicBezTo>
                  <a:lnTo>
                    <a:pt x="24056" y="106227"/>
                  </a:lnTo>
                  <a:cubicBezTo>
                    <a:pt x="24056" y="112738"/>
                    <a:pt x="23512" y="114908"/>
                    <a:pt x="7168" y="114908"/>
                  </a:cubicBezTo>
                  <a:lnTo>
                    <a:pt x="1357" y="114908"/>
                  </a:lnTo>
                  <a:lnTo>
                    <a:pt x="1357" y="120514"/>
                  </a:lnTo>
                  <a:cubicBezTo>
                    <a:pt x="7713" y="119972"/>
                    <a:pt x="23512" y="119972"/>
                    <a:pt x="30775" y="119972"/>
                  </a:cubicBezTo>
                  <a:cubicBezTo>
                    <a:pt x="38039" y="119972"/>
                    <a:pt x="53838" y="119972"/>
                    <a:pt x="60194" y="120514"/>
                  </a:cubicBezTo>
                  <a:lnTo>
                    <a:pt x="60194" y="114908"/>
                  </a:lnTo>
                  <a:lnTo>
                    <a:pt x="54383" y="114908"/>
                  </a:lnTo>
                  <a:cubicBezTo>
                    <a:pt x="38039" y="114908"/>
                    <a:pt x="37494" y="112919"/>
                    <a:pt x="37494" y="106227"/>
                  </a:cubicBezTo>
                  <a:lnTo>
                    <a:pt x="37494" y="4772"/>
                  </a:lnTo>
                  <a:close/>
                </a:path>
              </a:pathLst>
            </a:custGeom>
            <a:solidFill>
              <a:srgbClr val="000000"/>
            </a:solidFill>
            <a:ln w="28498" cap="flat">
              <a:noFill/>
              <a:prstDash val="solid"/>
              <a:miter/>
            </a:ln>
          </p:spPr>
          <p:txBody>
            <a:bodyPr/>
            <a:lstStyle/>
            <a:p>
              <a:endParaRPr lang="en-US"/>
            </a:p>
          </p:txBody>
        </p:sp>
        <p:sp>
          <p:nvSpPr>
            <p:cNvPr id="273" name="Rectangle 272">
              <a:extLst>
                <a:ext uri="{FF2B5EF4-FFF2-40B4-BE49-F238E27FC236}">
                  <a16:creationId xmlns:a16="http://schemas.microsoft.com/office/drawing/2014/main" id="{83D9A475-3834-2868-B76A-0D5AAA1A370A}"/>
                </a:ext>
              </a:extLst>
            </p:cNvPr>
            <p:cNvSpPr/>
            <p:nvPr>
              <p:custDataLst>
                <p:tags r:id="rId48"/>
              </p:custDataLst>
            </p:nvPr>
          </p:nvSpPr>
          <p:spPr>
            <a:xfrm>
              <a:off x="11542635" y="4865382"/>
              <a:ext cx="858046" cy="7233"/>
            </a:xfrm>
            <a:prstGeom prst="rect">
              <a:avLst/>
            </a:prstGeom>
            <a:solidFill>
              <a:srgbClr val="000000"/>
            </a:solidFill>
            <a:ln w="28498" cap="flat">
              <a:noFill/>
              <a:prstDash val="solid"/>
              <a:miter/>
            </a:ln>
          </p:spPr>
          <p:txBody>
            <a:bodyPr/>
            <a:lstStyle/>
            <a:p>
              <a:endParaRPr lang="en-US"/>
            </a:p>
          </p:txBody>
        </p:sp>
        <p:sp>
          <p:nvSpPr>
            <p:cNvPr id="274" name="Freeform: Shape 273">
              <a:extLst>
                <a:ext uri="{FF2B5EF4-FFF2-40B4-BE49-F238E27FC236}">
                  <a16:creationId xmlns:a16="http://schemas.microsoft.com/office/drawing/2014/main" id="{E85203B2-18A9-11BA-8735-D81D93EA9D63}"/>
                </a:ext>
              </a:extLst>
            </p:cNvPr>
            <p:cNvSpPr/>
            <p:nvPr>
              <p:custDataLst>
                <p:tags r:id="rId49"/>
              </p:custDataLst>
            </p:nvPr>
          </p:nvSpPr>
          <p:spPr>
            <a:xfrm>
              <a:off x="11550988" y="4975511"/>
              <a:ext cx="69731" cy="81923"/>
            </a:xfrm>
            <a:custGeom>
              <a:avLst/>
              <a:gdLst>
                <a:gd name="csX0" fmla="*/ 25851 w 69731"/>
                <a:gd name="csY0" fmla="*/ 38243 h 81923"/>
                <a:gd name="csX1" fmla="*/ 53635 w 69731"/>
                <a:gd name="csY1" fmla="*/ 34084 h 81923"/>
                <a:gd name="csX2" fmla="*/ 67255 w 69731"/>
                <a:gd name="csY2" fmla="*/ 15457 h 81923"/>
                <a:gd name="csX3" fmla="*/ 47824 w 69731"/>
                <a:gd name="csY3" fmla="*/ 85 h 81923"/>
                <a:gd name="csX4" fmla="*/ 247 w 69731"/>
                <a:gd name="csY4" fmla="*/ 49275 h 81923"/>
                <a:gd name="csX5" fmla="*/ 28757 w 69731"/>
                <a:gd name="csY5" fmla="*/ 82008 h 81923"/>
                <a:gd name="csX6" fmla="*/ 69979 w 69731"/>
                <a:gd name="csY6" fmla="*/ 60668 h 81923"/>
                <a:gd name="csX7" fmla="*/ 67799 w 69731"/>
                <a:gd name="csY7" fmla="*/ 58317 h 81923"/>
                <a:gd name="csX8" fmla="*/ 65439 w 69731"/>
                <a:gd name="csY8" fmla="*/ 60126 h 81923"/>
                <a:gd name="csX9" fmla="*/ 29120 w 69731"/>
                <a:gd name="csY9" fmla="*/ 78030 h 81923"/>
                <a:gd name="csX10" fmla="*/ 13321 w 69731"/>
                <a:gd name="csY10" fmla="*/ 57052 h 81923"/>
                <a:gd name="csX11" fmla="*/ 16227 w 69731"/>
                <a:gd name="csY11" fmla="*/ 38243 h 81923"/>
                <a:gd name="csX12" fmla="*/ 25851 w 69731"/>
                <a:gd name="csY12" fmla="*/ 38243 h 81923"/>
                <a:gd name="csX13" fmla="*/ 17316 w 69731"/>
                <a:gd name="csY13" fmla="*/ 34265 h 81923"/>
                <a:gd name="csX14" fmla="*/ 47824 w 69731"/>
                <a:gd name="csY14" fmla="*/ 4063 h 81923"/>
                <a:gd name="csX15" fmla="*/ 61262 w 69731"/>
                <a:gd name="csY15" fmla="*/ 15457 h 81923"/>
                <a:gd name="csX16" fmla="*/ 24762 w 69731"/>
                <a:gd name="csY16" fmla="*/ 34265 h 81923"/>
                <a:gd name="csX17" fmla="*/ 17316 w 69731"/>
                <a:gd name="csY17" fmla="*/ 34265 h 819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9731" h="81923">
                  <a:moveTo>
                    <a:pt x="25851" y="38243"/>
                  </a:moveTo>
                  <a:cubicBezTo>
                    <a:pt x="31117" y="38243"/>
                    <a:pt x="44555" y="37882"/>
                    <a:pt x="53635" y="34084"/>
                  </a:cubicBezTo>
                  <a:cubicBezTo>
                    <a:pt x="66347" y="28659"/>
                    <a:pt x="67255" y="17989"/>
                    <a:pt x="67255" y="15457"/>
                  </a:cubicBezTo>
                  <a:cubicBezTo>
                    <a:pt x="67255" y="7499"/>
                    <a:pt x="60354" y="85"/>
                    <a:pt x="47824" y="85"/>
                  </a:cubicBezTo>
                  <a:cubicBezTo>
                    <a:pt x="27667" y="85"/>
                    <a:pt x="247" y="17627"/>
                    <a:pt x="247" y="49275"/>
                  </a:cubicBezTo>
                  <a:cubicBezTo>
                    <a:pt x="247" y="67722"/>
                    <a:pt x="10961" y="82008"/>
                    <a:pt x="28757" y="82008"/>
                  </a:cubicBezTo>
                  <a:cubicBezTo>
                    <a:pt x="54725" y="82008"/>
                    <a:pt x="69979" y="62839"/>
                    <a:pt x="69979" y="60668"/>
                  </a:cubicBezTo>
                  <a:cubicBezTo>
                    <a:pt x="69979" y="59583"/>
                    <a:pt x="68889" y="58317"/>
                    <a:pt x="67799" y="58317"/>
                  </a:cubicBezTo>
                  <a:cubicBezTo>
                    <a:pt x="66891" y="58317"/>
                    <a:pt x="66528" y="58679"/>
                    <a:pt x="65439" y="60126"/>
                  </a:cubicBezTo>
                  <a:cubicBezTo>
                    <a:pt x="51093" y="78030"/>
                    <a:pt x="31299" y="78030"/>
                    <a:pt x="29120" y="78030"/>
                  </a:cubicBezTo>
                  <a:cubicBezTo>
                    <a:pt x="14956" y="78030"/>
                    <a:pt x="13321" y="62839"/>
                    <a:pt x="13321" y="57052"/>
                  </a:cubicBezTo>
                  <a:cubicBezTo>
                    <a:pt x="13321" y="54881"/>
                    <a:pt x="13503" y="49275"/>
                    <a:pt x="16227" y="38243"/>
                  </a:cubicBezTo>
                  <a:lnTo>
                    <a:pt x="25851" y="38243"/>
                  </a:lnTo>
                  <a:close/>
                  <a:moveTo>
                    <a:pt x="17316" y="34265"/>
                  </a:moveTo>
                  <a:cubicBezTo>
                    <a:pt x="24399" y="6776"/>
                    <a:pt x="43103" y="4063"/>
                    <a:pt x="47824" y="4063"/>
                  </a:cubicBezTo>
                  <a:cubicBezTo>
                    <a:pt x="56359" y="4063"/>
                    <a:pt x="61262" y="9308"/>
                    <a:pt x="61262" y="15457"/>
                  </a:cubicBezTo>
                  <a:cubicBezTo>
                    <a:pt x="61262" y="34265"/>
                    <a:pt x="32207" y="34265"/>
                    <a:pt x="24762" y="34265"/>
                  </a:cubicBezTo>
                  <a:lnTo>
                    <a:pt x="17316" y="34265"/>
                  </a:lnTo>
                  <a:close/>
                </a:path>
              </a:pathLst>
            </a:custGeom>
            <a:solidFill>
              <a:srgbClr val="000000"/>
            </a:solidFill>
            <a:ln w="28498" cap="flat">
              <a:noFill/>
              <a:prstDash val="solid"/>
              <a:miter/>
            </a:ln>
          </p:spPr>
          <p:txBody>
            <a:bodyPr/>
            <a:lstStyle/>
            <a:p>
              <a:endParaRPr lang="en-US"/>
            </a:p>
          </p:txBody>
        </p:sp>
        <p:sp>
          <p:nvSpPr>
            <p:cNvPr id="275" name="Freeform: Shape 274">
              <a:extLst>
                <a:ext uri="{FF2B5EF4-FFF2-40B4-BE49-F238E27FC236}">
                  <a16:creationId xmlns:a16="http://schemas.microsoft.com/office/drawing/2014/main" id="{AF7749EC-4DC4-05D8-62FC-902F330AC94A}"/>
                </a:ext>
              </a:extLst>
            </p:cNvPr>
            <p:cNvSpPr/>
            <p:nvPr>
              <p:custDataLst>
                <p:tags r:id="rId50"/>
              </p:custDataLst>
            </p:nvPr>
          </p:nvSpPr>
          <p:spPr>
            <a:xfrm>
              <a:off x="11641808" y="4905368"/>
              <a:ext cx="33050" cy="126466"/>
            </a:xfrm>
            <a:custGeom>
              <a:avLst/>
              <a:gdLst>
                <a:gd name="csX0" fmla="*/ 30759 w 33050"/>
                <a:gd name="csY0" fmla="*/ 82 h 126466"/>
                <a:gd name="csX1" fmla="*/ 251 w 33050"/>
                <a:gd name="csY1" fmla="*/ 63252 h 126466"/>
                <a:gd name="csX2" fmla="*/ 30759 w 33050"/>
                <a:gd name="csY2" fmla="*/ 126548 h 126466"/>
                <a:gd name="csX3" fmla="*/ 33301 w 33050"/>
                <a:gd name="csY3" fmla="*/ 125029 h 126466"/>
                <a:gd name="csX4" fmla="*/ 32030 w 33050"/>
                <a:gd name="csY4" fmla="*/ 123130 h 126466"/>
                <a:gd name="csX5" fmla="*/ 8895 w 33050"/>
                <a:gd name="csY5" fmla="*/ 63378 h 126466"/>
                <a:gd name="csX6" fmla="*/ 32411 w 33050"/>
                <a:gd name="csY6" fmla="*/ 3120 h 126466"/>
                <a:gd name="csX7" fmla="*/ 33301 w 33050"/>
                <a:gd name="csY7" fmla="*/ 1601 h 126466"/>
                <a:gd name="csX8" fmla="*/ 30759 w 33050"/>
                <a:gd name="csY8" fmla="*/ 82 h 126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33050" h="126466">
                  <a:moveTo>
                    <a:pt x="30759" y="82"/>
                  </a:moveTo>
                  <a:cubicBezTo>
                    <a:pt x="6607" y="17045"/>
                    <a:pt x="251" y="43883"/>
                    <a:pt x="251" y="63252"/>
                  </a:cubicBezTo>
                  <a:cubicBezTo>
                    <a:pt x="251" y="81101"/>
                    <a:pt x="5590" y="108825"/>
                    <a:pt x="30759" y="126548"/>
                  </a:cubicBezTo>
                  <a:cubicBezTo>
                    <a:pt x="31776" y="126548"/>
                    <a:pt x="33301" y="126548"/>
                    <a:pt x="33301" y="125029"/>
                  </a:cubicBezTo>
                  <a:cubicBezTo>
                    <a:pt x="33301" y="124269"/>
                    <a:pt x="32920" y="124016"/>
                    <a:pt x="32030" y="123130"/>
                  </a:cubicBezTo>
                  <a:cubicBezTo>
                    <a:pt x="15124" y="107939"/>
                    <a:pt x="8895" y="86418"/>
                    <a:pt x="8895" y="63378"/>
                  </a:cubicBezTo>
                  <a:cubicBezTo>
                    <a:pt x="8895" y="29198"/>
                    <a:pt x="21988" y="12488"/>
                    <a:pt x="32411" y="3120"/>
                  </a:cubicBezTo>
                  <a:cubicBezTo>
                    <a:pt x="32920" y="2614"/>
                    <a:pt x="33301" y="2234"/>
                    <a:pt x="33301" y="1601"/>
                  </a:cubicBezTo>
                  <a:cubicBezTo>
                    <a:pt x="33301" y="82"/>
                    <a:pt x="31776" y="82"/>
                    <a:pt x="30759" y="82"/>
                  </a:cubicBezTo>
                  <a:close/>
                </a:path>
              </a:pathLst>
            </a:custGeom>
            <a:solidFill>
              <a:srgbClr val="000000"/>
            </a:solidFill>
            <a:ln w="28498" cap="flat">
              <a:noFill/>
              <a:prstDash val="solid"/>
              <a:miter/>
            </a:ln>
          </p:spPr>
          <p:txBody>
            <a:bodyPr/>
            <a:lstStyle/>
            <a:p>
              <a:endParaRPr lang="en-US"/>
            </a:p>
          </p:txBody>
        </p:sp>
        <p:sp>
          <p:nvSpPr>
            <p:cNvPr id="276" name="Freeform: Shape 275">
              <a:extLst>
                <a:ext uri="{FF2B5EF4-FFF2-40B4-BE49-F238E27FC236}">
                  <a16:creationId xmlns:a16="http://schemas.microsoft.com/office/drawing/2014/main" id="{2FD6C2B5-F4E9-9F23-A6A2-7FB0C6126CE9}"/>
                </a:ext>
              </a:extLst>
            </p:cNvPr>
            <p:cNvSpPr/>
            <p:nvPr>
              <p:custDataLst>
                <p:tags r:id="rId51"/>
              </p:custDataLst>
            </p:nvPr>
          </p:nvSpPr>
          <p:spPr>
            <a:xfrm>
              <a:off x="11686608" y="4911444"/>
              <a:ext cx="88853" cy="113427"/>
            </a:xfrm>
            <a:custGeom>
              <a:avLst/>
              <a:gdLst>
                <a:gd name="csX0" fmla="*/ 8517 w 88853"/>
                <a:gd name="csY0" fmla="*/ 110724 h 113427"/>
                <a:gd name="csX1" fmla="*/ 16271 w 88853"/>
                <a:gd name="csY1" fmla="*/ 79455 h 113427"/>
                <a:gd name="csX2" fmla="*/ 45126 w 88853"/>
                <a:gd name="csY2" fmla="*/ 90596 h 113427"/>
                <a:gd name="csX3" fmla="*/ 88091 w 88853"/>
                <a:gd name="csY3" fmla="*/ 55403 h 113427"/>
                <a:gd name="csX4" fmla="*/ 79447 w 88853"/>
                <a:gd name="csY4" fmla="*/ 38186 h 113427"/>
                <a:gd name="csX5" fmla="*/ 89108 w 88853"/>
                <a:gd name="csY5" fmla="*/ 18058 h 113427"/>
                <a:gd name="csX6" fmla="*/ 66482 w 88853"/>
                <a:gd name="csY6" fmla="*/ 82 h 113427"/>
                <a:gd name="csX7" fmla="*/ 19957 w 88853"/>
                <a:gd name="csY7" fmla="*/ 32489 h 113427"/>
                <a:gd name="csX8" fmla="*/ 763 w 88853"/>
                <a:gd name="csY8" fmla="*/ 109078 h 113427"/>
                <a:gd name="csX9" fmla="*/ 254 w 88853"/>
                <a:gd name="csY9" fmla="*/ 111230 h 113427"/>
                <a:gd name="csX10" fmla="*/ 4322 w 88853"/>
                <a:gd name="csY10" fmla="*/ 113509 h 113427"/>
                <a:gd name="csX11" fmla="*/ 8517 w 88853"/>
                <a:gd name="csY11" fmla="*/ 110724 h 113427"/>
                <a:gd name="csX12" fmla="*/ 48304 w 88853"/>
                <a:gd name="csY12" fmla="*/ 39832 h 113427"/>
                <a:gd name="csX13" fmla="*/ 56821 w 88853"/>
                <a:gd name="csY13" fmla="*/ 38566 h 113427"/>
                <a:gd name="csX14" fmla="*/ 62795 w 88853"/>
                <a:gd name="csY14" fmla="*/ 39072 h 113427"/>
                <a:gd name="csX15" fmla="*/ 55041 w 88853"/>
                <a:gd name="csY15" fmla="*/ 40591 h 113427"/>
                <a:gd name="csX16" fmla="*/ 48304 w 88853"/>
                <a:gd name="csY16" fmla="*/ 39832 h 113427"/>
                <a:gd name="csX17" fmla="*/ 68897 w 88853"/>
                <a:gd name="csY17" fmla="*/ 33755 h 113427"/>
                <a:gd name="csX18" fmla="*/ 57202 w 88853"/>
                <a:gd name="csY18" fmla="*/ 32743 h 113427"/>
                <a:gd name="csX19" fmla="*/ 40169 w 88853"/>
                <a:gd name="csY19" fmla="*/ 40338 h 113427"/>
                <a:gd name="csX20" fmla="*/ 54787 w 88853"/>
                <a:gd name="csY20" fmla="*/ 46415 h 113427"/>
                <a:gd name="csX21" fmla="*/ 70422 w 88853"/>
                <a:gd name="csY21" fmla="*/ 43756 h 113427"/>
                <a:gd name="csX22" fmla="*/ 71947 w 88853"/>
                <a:gd name="csY22" fmla="*/ 50466 h 113427"/>
                <a:gd name="csX23" fmla="*/ 64448 w 88853"/>
                <a:gd name="csY23" fmla="*/ 75531 h 113427"/>
                <a:gd name="csX24" fmla="*/ 44999 w 88853"/>
                <a:gd name="csY24" fmla="*/ 84772 h 113427"/>
                <a:gd name="csX25" fmla="*/ 20084 w 88853"/>
                <a:gd name="csY25" fmla="*/ 66796 h 113427"/>
                <a:gd name="csX26" fmla="*/ 22372 w 88853"/>
                <a:gd name="csY26" fmla="*/ 55529 h 113427"/>
                <a:gd name="csX27" fmla="*/ 27330 w 88853"/>
                <a:gd name="csY27" fmla="*/ 35401 h 113427"/>
                <a:gd name="csX28" fmla="*/ 40804 w 88853"/>
                <a:gd name="csY28" fmla="*/ 14766 h 113427"/>
                <a:gd name="csX29" fmla="*/ 65846 w 88853"/>
                <a:gd name="csY29" fmla="*/ 5905 h 113427"/>
                <a:gd name="csX30" fmla="*/ 74490 w 88853"/>
                <a:gd name="csY30" fmla="*/ 13501 h 113427"/>
                <a:gd name="csX31" fmla="*/ 68897 w 88853"/>
                <a:gd name="csY31" fmla="*/ 33755 h 1134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88853" h="113427">
                  <a:moveTo>
                    <a:pt x="8517" y="110724"/>
                  </a:moveTo>
                  <a:lnTo>
                    <a:pt x="16271" y="79455"/>
                  </a:lnTo>
                  <a:cubicBezTo>
                    <a:pt x="18686" y="82620"/>
                    <a:pt x="27203" y="90596"/>
                    <a:pt x="45126" y="90596"/>
                  </a:cubicBezTo>
                  <a:cubicBezTo>
                    <a:pt x="73600" y="90596"/>
                    <a:pt x="88091" y="71353"/>
                    <a:pt x="88091" y="55403"/>
                  </a:cubicBezTo>
                  <a:cubicBezTo>
                    <a:pt x="88091" y="48060"/>
                    <a:pt x="85168" y="42237"/>
                    <a:pt x="79447" y="38186"/>
                  </a:cubicBezTo>
                  <a:cubicBezTo>
                    <a:pt x="85040" y="33629"/>
                    <a:pt x="89108" y="25527"/>
                    <a:pt x="89108" y="18058"/>
                  </a:cubicBezTo>
                  <a:cubicBezTo>
                    <a:pt x="89108" y="7804"/>
                    <a:pt x="81735" y="82"/>
                    <a:pt x="66482" y="82"/>
                  </a:cubicBezTo>
                  <a:cubicBezTo>
                    <a:pt x="47668" y="82"/>
                    <a:pt x="25042" y="11981"/>
                    <a:pt x="19957" y="32489"/>
                  </a:cubicBezTo>
                  <a:lnTo>
                    <a:pt x="763" y="109078"/>
                  </a:lnTo>
                  <a:cubicBezTo>
                    <a:pt x="254" y="110850"/>
                    <a:pt x="254" y="111104"/>
                    <a:pt x="254" y="111230"/>
                  </a:cubicBezTo>
                  <a:cubicBezTo>
                    <a:pt x="254" y="113509"/>
                    <a:pt x="2415" y="113509"/>
                    <a:pt x="4322" y="113509"/>
                  </a:cubicBezTo>
                  <a:cubicBezTo>
                    <a:pt x="6864" y="113509"/>
                    <a:pt x="7881" y="113509"/>
                    <a:pt x="8517" y="110724"/>
                  </a:cubicBezTo>
                  <a:close/>
                  <a:moveTo>
                    <a:pt x="48304" y="39832"/>
                  </a:moveTo>
                  <a:cubicBezTo>
                    <a:pt x="49956" y="39072"/>
                    <a:pt x="51101" y="38566"/>
                    <a:pt x="56821" y="38566"/>
                  </a:cubicBezTo>
                  <a:cubicBezTo>
                    <a:pt x="58855" y="38566"/>
                    <a:pt x="60507" y="38566"/>
                    <a:pt x="62795" y="39072"/>
                  </a:cubicBezTo>
                  <a:cubicBezTo>
                    <a:pt x="59999" y="40591"/>
                    <a:pt x="57329" y="40591"/>
                    <a:pt x="55041" y="40591"/>
                  </a:cubicBezTo>
                  <a:cubicBezTo>
                    <a:pt x="51228" y="40591"/>
                    <a:pt x="50846" y="40465"/>
                    <a:pt x="48304" y="39832"/>
                  </a:cubicBezTo>
                  <a:close/>
                  <a:moveTo>
                    <a:pt x="68897" y="33755"/>
                  </a:moveTo>
                  <a:cubicBezTo>
                    <a:pt x="64066" y="32743"/>
                    <a:pt x="59744" y="32743"/>
                    <a:pt x="57202" y="32743"/>
                  </a:cubicBezTo>
                  <a:cubicBezTo>
                    <a:pt x="51736" y="32743"/>
                    <a:pt x="40169" y="32743"/>
                    <a:pt x="40169" y="40338"/>
                  </a:cubicBezTo>
                  <a:cubicBezTo>
                    <a:pt x="40169" y="46288"/>
                    <a:pt x="48558" y="46415"/>
                    <a:pt x="54787" y="46415"/>
                  </a:cubicBezTo>
                  <a:cubicBezTo>
                    <a:pt x="58473" y="46415"/>
                    <a:pt x="63685" y="46415"/>
                    <a:pt x="70422" y="43756"/>
                  </a:cubicBezTo>
                  <a:cubicBezTo>
                    <a:pt x="71566" y="45529"/>
                    <a:pt x="71947" y="48187"/>
                    <a:pt x="71947" y="50466"/>
                  </a:cubicBezTo>
                  <a:cubicBezTo>
                    <a:pt x="71947" y="54896"/>
                    <a:pt x="69278" y="68822"/>
                    <a:pt x="64448" y="75531"/>
                  </a:cubicBezTo>
                  <a:cubicBezTo>
                    <a:pt x="59872" y="81734"/>
                    <a:pt x="52880" y="84772"/>
                    <a:pt x="44999" y="84772"/>
                  </a:cubicBezTo>
                  <a:cubicBezTo>
                    <a:pt x="34194" y="84772"/>
                    <a:pt x="20084" y="79835"/>
                    <a:pt x="20084" y="66796"/>
                  </a:cubicBezTo>
                  <a:cubicBezTo>
                    <a:pt x="20084" y="64391"/>
                    <a:pt x="21355" y="59201"/>
                    <a:pt x="22372" y="55529"/>
                  </a:cubicBezTo>
                  <a:cubicBezTo>
                    <a:pt x="23008" y="52744"/>
                    <a:pt x="27076" y="36540"/>
                    <a:pt x="27330" y="35401"/>
                  </a:cubicBezTo>
                  <a:cubicBezTo>
                    <a:pt x="28474" y="30970"/>
                    <a:pt x="30635" y="22362"/>
                    <a:pt x="40804" y="14766"/>
                  </a:cubicBezTo>
                  <a:cubicBezTo>
                    <a:pt x="51228" y="6918"/>
                    <a:pt x="61270" y="5905"/>
                    <a:pt x="65846" y="5905"/>
                  </a:cubicBezTo>
                  <a:cubicBezTo>
                    <a:pt x="74490" y="5905"/>
                    <a:pt x="74490" y="11475"/>
                    <a:pt x="74490" y="13501"/>
                  </a:cubicBezTo>
                  <a:cubicBezTo>
                    <a:pt x="74490" y="16539"/>
                    <a:pt x="72202" y="28059"/>
                    <a:pt x="68897" y="33755"/>
                  </a:cubicBezTo>
                  <a:close/>
                </a:path>
              </a:pathLst>
            </a:custGeom>
            <a:solidFill>
              <a:srgbClr val="000000"/>
            </a:solidFill>
            <a:ln w="28498" cap="flat">
              <a:noFill/>
              <a:prstDash val="solid"/>
              <a:miter/>
            </a:ln>
          </p:spPr>
          <p:txBody>
            <a:bodyPr/>
            <a:lstStyle/>
            <a:p>
              <a:endParaRPr lang="en-US"/>
            </a:p>
          </p:txBody>
        </p:sp>
        <p:sp>
          <p:nvSpPr>
            <p:cNvPr id="277" name="Freeform: Shape 276">
              <a:extLst>
                <a:ext uri="{FF2B5EF4-FFF2-40B4-BE49-F238E27FC236}">
                  <a16:creationId xmlns:a16="http://schemas.microsoft.com/office/drawing/2014/main" id="{A0C45F13-DA7C-43ED-B3AB-B1725E10DF9E}"/>
                </a:ext>
              </a:extLst>
            </p:cNvPr>
            <p:cNvSpPr/>
            <p:nvPr>
              <p:custDataLst>
                <p:tags r:id="rId52"/>
              </p:custDataLst>
            </p:nvPr>
          </p:nvSpPr>
          <p:spPr>
            <a:xfrm>
              <a:off x="11793286" y="4894356"/>
              <a:ext cx="75724" cy="62753"/>
            </a:xfrm>
            <a:custGeom>
              <a:avLst/>
              <a:gdLst>
                <a:gd name="csX0" fmla="*/ 40664 w 75724"/>
                <a:gd name="csY0" fmla="*/ 5143 h 62753"/>
                <a:gd name="csX1" fmla="*/ 72080 w 75724"/>
                <a:gd name="csY1" fmla="*/ 5143 h 62753"/>
                <a:gd name="csX2" fmla="*/ 75984 w 75724"/>
                <a:gd name="csY2" fmla="*/ 2611 h 62753"/>
                <a:gd name="csX3" fmla="*/ 72080 w 75724"/>
                <a:gd name="csY3" fmla="*/ 79 h 62753"/>
                <a:gd name="csX4" fmla="*/ 4164 w 75724"/>
                <a:gd name="csY4" fmla="*/ 79 h 62753"/>
                <a:gd name="csX5" fmla="*/ 260 w 75724"/>
                <a:gd name="csY5" fmla="*/ 2611 h 62753"/>
                <a:gd name="csX6" fmla="*/ 4164 w 75724"/>
                <a:gd name="csY6" fmla="*/ 5143 h 62753"/>
                <a:gd name="csX7" fmla="*/ 35580 w 75724"/>
                <a:gd name="csY7" fmla="*/ 5143 h 62753"/>
                <a:gd name="csX8" fmla="*/ 35580 w 75724"/>
                <a:gd name="csY8" fmla="*/ 58945 h 62753"/>
                <a:gd name="csX9" fmla="*/ 38122 w 75724"/>
                <a:gd name="csY9" fmla="*/ 62833 h 62753"/>
                <a:gd name="csX10" fmla="*/ 40664 w 75724"/>
                <a:gd name="csY10" fmla="*/ 58945 h 62753"/>
                <a:gd name="csX11" fmla="*/ 40664 w 75724"/>
                <a:gd name="csY11" fmla="*/ 5143 h 627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75724" h="62753">
                  <a:moveTo>
                    <a:pt x="40664" y="5143"/>
                  </a:moveTo>
                  <a:lnTo>
                    <a:pt x="72080" y="5143"/>
                  </a:lnTo>
                  <a:cubicBezTo>
                    <a:pt x="73533" y="5143"/>
                    <a:pt x="75984" y="5143"/>
                    <a:pt x="75984" y="2611"/>
                  </a:cubicBezTo>
                  <a:cubicBezTo>
                    <a:pt x="75984" y="79"/>
                    <a:pt x="73533" y="79"/>
                    <a:pt x="72080" y="79"/>
                  </a:cubicBezTo>
                  <a:lnTo>
                    <a:pt x="4164" y="79"/>
                  </a:lnTo>
                  <a:cubicBezTo>
                    <a:pt x="2802" y="79"/>
                    <a:pt x="260" y="79"/>
                    <a:pt x="260" y="2611"/>
                  </a:cubicBezTo>
                  <a:cubicBezTo>
                    <a:pt x="260" y="5143"/>
                    <a:pt x="2802" y="5143"/>
                    <a:pt x="4164" y="5143"/>
                  </a:cubicBezTo>
                  <a:lnTo>
                    <a:pt x="35580" y="5143"/>
                  </a:lnTo>
                  <a:lnTo>
                    <a:pt x="35580" y="58945"/>
                  </a:lnTo>
                  <a:cubicBezTo>
                    <a:pt x="35580" y="60301"/>
                    <a:pt x="35580" y="62833"/>
                    <a:pt x="38122" y="62833"/>
                  </a:cubicBezTo>
                  <a:cubicBezTo>
                    <a:pt x="40664" y="62833"/>
                    <a:pt x="40664" y="60392"/>
                    <a:pt x="40664" y="58945"/>
                  </a:cubicBezTo>
                  <a:lnTo>
                    <a:pt x="40664" y="5143"/>
                  </a:lnTo>
                  <a:close/>
                </a:path>
              </a:pathLst>
            </a:custGeom>
            <a:solidFill>
              <a:srgbClr val="000000"/>
            </a:solidFill>
            <a:ln w="28498" cap="flat">
              <a:noFill/>
              <a:prstDash val="solid"/>
              <a:miter/>
            </a:ln>
          </p:spPr>
          <p:txBody>
            <a:bodyPr/>
            <a:lstStyle/>
            <a:p>
              <a:endParaRPr lang="en-US"/>
            </a:p>
          </p:txBody>
        </p:sp>
        <p:sp>
          <p:nvSpPr>
            <p:cNvPr id="278" name="Freeform: Shape 277">
              <a:extLst>
                <a:ext uri="{FF2B5EF4-FFF2-40B4-BE49-F238E27FC236}">
                  <a16:creationId xmlns:a16="http://schemas.microsoft.com/office/drawing/2014/main" id="{823BAE3B-7F47-5E00-8738-70E4331C5E1F}"/>
                </a:ext>
              </a:extLst>
            </p:cNvPr>
            <p:cNvSpPr/>
            <p:nvPr>
              <p:custDataLst>
                <p:tags r:id="rId53"/>
              </p:custDataLst>
            </p:nvPr>
          </p:nvSpPr>
          <p:spPr>
            <a:xfrm>
              <a:off x="11893829" y="4944105"/>
              <a:ext cx="77921" cy="56207"/>
            </a:xfrm>
            <a:custGeom>
              <a:avLst/>
              <a:gdLst>
                <a:gd name="csX0" fmla="*/ 46027 w 77921"/>
                <a:gd name="csY0" fmla="*/ 25653 h 56207"/>
                <a:gd name="csX1" fmla="*/ 63569 w 77921"/>
                <a:gd name="csY1" fmla="*/ 8057 h 56207"/>
                <a:gd name="csX2" fmla="*/ 75391 w 77921"/>
                <a:gd name="csY2" fmla="*/ 7171 h 56207"/>
                <a:gd name="csX3" fmla="*/ 75391 w 77921"/>
                <a:gd name="csY3" fmla="*/ 82 h 56207"/>
                <a:gd name="csX4" fmla="*/ 63061 w 77921"/>
                <a:gd name="csY4" fmla="*/ 588 h 56207"/>
                <a:gd name="csX5" fmla="*/ 48951 w 77921"/>
                <a:gd name="csY5" fmla="*/ 82 h 56207"/>
                <a:gd name="csX6" fmla="*/ 48951 w 77921"/>
                <a:gd name="csY6" fmla="*/ 7171 h 56207"/>
                <a:gd name="csX7" fmla="*/ 52383 w 77921"/>
                <a:gd name="csY7" fmla="*/ 7930 h 56207"/>
                <a:gd name="csX8" fmla="*/ 40434 w 77921"/>
                <a:gd name="csY8" fmla="*/ 19957 h 56207"/>
                <a:gd name="csX9" fmla="*/ 28104 w 77921"/>
                <a:gd name="csY9" fmla="*/ 7171 h 56207"/>
                <a:gd name="csX10" fmla="*/ 31536 w 77921"/>
                <a:gd name="csY10" fmla="*/ 7171 h 56207"/>
                <a:gd name="csX11" fmla="*/ 31536 w 77921"/>
                <a:gd name="csY11" fmla="*/ 82 h 56207"/>
                <a:gd name="csX12" fmla="*/ 15392 w 77921"/>
                <a:gd name="csY12" fmla="*/ 588 h 56207"/>
                <a:gd name="csX13" fmla="*/ 1028 w 77921"/>
                <a:gd name="csY13" fmla="*/ 82 h 56207"/>
                <a:gd name="csX14" fmla="*/ 1028 w 77921"/>
                <a:gd name="csY14" fmla="*/ 7171 h 56207"/>
                <a:gd name="csX15" fmla="*/ 10562 w 77921"/>
                <a:gd name="csY15" fmla="*/ 7171 h 56207"/>
                <a:gd name="csX16" fmla="*/ 31409 w 77921"/>
                <a:gd name="csY16" fmla="*/ 28818 h 56207"/>
                <a:gd name="csX17" fmla="*/ 13104 w 77921"/>
                <a:gd name="csY17" fmla="*/ 47174 h 56207"/>
                <a:gd name="csX18" fmla="*/ 7384 w 77921"/>
                <a:gd name="csY18" fmla="*/ 49073 h 56207"/>
                <a:gd name="csX19" fmla="*/ 266 w 77921"/>
                <a:gd name="csY19" fmla="*/ 49200 h 56207"/>
                <a:gd name="csX20" fmla="*/ 266 w 77921"/>
                <a:gd name="csY20" fmla="*/ 56289 h 56207"/>
                <a:gd name="csX21" fmla="*/ 12596 w 77921"/>
                <a:gd name="csY21" fmla="*/ 55783 h 56207"/>
                <a:gd name="csX22" fmla="*/ 26706 w 77921"/>
                <a:gd name="csY22" fmla="*/ 56289 h 56207"/>
                <a:gd name="csX23" fmla="*/ 26706 w 77921"/>
                <a:gd name="csY23" fmla="*/ 49200 h 56207"/>
                <a:gd name="csX24" fmla="*/ 23273 w 77921"/>
                <a:gd name="csY24" fmla="*/ 48314 h 56207"/>
                <a:gd name="csX25" fmla="*/ 37002 w 77921"/>
                <a:gd name="csY25" fmla="*/ 34642 h 56207"/>
                <a:gd name="csX26" fmla="*/ 51112 w 77921"/>
                <a:gd name="csY26" fmla="*/ 49200 h 56207"/>
                <a:gd name="csX27" fmla="*/ 47807 w 77921"/>
                <a:gd name="csY27" fmla="*/ 49200 h 56207"/>
                <a:gd name="csX28" fmla="*/ 47807 w 77921"/>
                <a:gd name="csY28" fmla="*/ 56289 h 56207"/>
                <a:gd name="csX29" fmla="*/ 63950 w 77921"/>
                <a:gd name="csY29" fmla="*/ 55783 h 56207"/>
                <a:gd name="csX30" fmla="*/ 78187 w 77921"/>
                <a:gd name="csY30" fmla="*/ 56289 h 56207"/>
                <a:gd name="csX31" fmla="*/ 78187 w 77921"/>
                <a:gd name="csY31" fmla="*/ 49200 h 56207"/>
                <a:gd name="csX32" fmla="*/ 68781 w 77921"/>
                <a:gd name="csY32" fmla="*/ 49200 h 56207"/>
                <a:gd name="csX33" fmla="*/ 46027 w 77921"/>
                <a:gd name="csY33" fmla="*/ 25653 h 562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77921" h="56207">
                  <a:moveTo>
                    <a:pt x="46027" y="25653"/>
                  </a:moveTo>
                  <a:lnTo>
                    <a:pt x="63569" y="8057"/>
                  </a:lnTo>
                  <a:cubicBezTo>
                    <a:pt x="66620" y="7171"/>
                    <a:pt x="69925" y="7171"/>
                    <a:pt x="75391" y="7171"/>
                  </a:cubicBezTo>
                  <a:lnTo>
                    <a:pt x="75391" y="82"/>
                  </a:lnTo>
                  <a:cubicBezTo>
                    <a:pt x="71323" y="461"/>
                    <a:pt x="67128" y="588"/>
                    <a:pt x="63061" y="588"/>
                  </a:cubicBezTo>
                  <a:cubicBezTo>
                    <a:pt x="58739" y="588"/>
                    <a:pt x="49968" y="208"/>
                    <a:pt x="48951" y="82"/>
                  </a:cubicBezTo>
                  <a:lnTo>
                    <a:pt x="48951" y="7171"/>
                  </a:lnTo>
                  <a:cubicBezTo>
                    <a:pt x="50603" y="7171"/>
                    <a:pt x="51493" y="7424"/>
                    <a:pt x="52383" y="7930"/>
                  </a:cubicBezTo>
                  <a:lnTo>
                    <a:pt x="40434" y="19957"/>
                  </a:lnTo>
                  <a:lnTo>
                    <a:pt x="28104" y="7171"/>
                  </a:lnTo>
                  <a:lnTo>
                    <a:pt x="31536" y="7171"/>
                  </a:lnTo>
                  <a:lnTo>
                    <a:pt x="31536" y="82"/>
                  </a:lnTo>
                  <a:cubicBezTo>
                    <a:pt x="30773" y="82"/>
                    <a:pt x="20731" y="588"/>
                    <a:pt x="15392" y="588"/>
                  </a:cubicBezTo>
                  <a:cubicBezTo>
                    <a:pt x="10562" y="588"/>
                    <a:pt x="5859" y="461"/>
                    <a:pt x="1028" y="82"/>
                  </a:cubicBezTo>
                  <a:lnTo>
                    <a:pt x="1028" y="7171"/>
                  </a:lnTo>
                  <a:lnTo>
                    <a:pt x="10562" y="7171"/>
                  </a:lnTo>
                  <a:lnTo>
                    <a:pt x="31409" y="28818"/>
                  </a:lnTo>
                  <a:lnTo>
                    <a:pt x="13104" y="47174"/>
                  </a:lnTo>
                  <a:cubicBezTo>
                    <a:pt x="11452" y="48693"/>
                    <a:pt x="11325" y="48820"/>
                    <a:pt x="7384" y="49073"/>
                  </a:cubicBezTo>
                  <a:cubicBezTo>
                    <a:pt x="5350" y="49200"/>
                    <a:pt x="901" y="49200"/>
                    <a:pt x="266" y="49200"/>
                  </a:cubicBezTo>
                  <a:lnTo>
                    <a:pt x="266" y="56289"/>
                  </a:lnTo>
                  <a:cubicBezTo>
                    <a:pt x="4333" y="55909"/>
                    <a:pt x="8528" y="55783"/>
                    <a:pt x="12596" y="55783"/>
                  </a:cubicBezTo>
                  <a:cubicBezTo>
                    <a:pt x="16028" y="55783"/>
                    <a:pt x="25053" y="56162"/>
                    <a:pt x="26706" y="56289"/>
                  </a:cubicBezTo>
                  <a:lnTo>
                    <a:pt x="26706" y="49200"/>
                  </a:lnTo>
                  <a:cubicBezTo>
                    <a:pt x="24672" y="49200"/>
                    <a:pt x="24163" y="48947"/>
                    <a:pt x="23273" y="48314"/>
                  </a:cubicBezTo>
                  <a:lnTo>
                    <a:pt x="37002" y="34642"/>
                  </a:lnTo>
                  <a:lnTo>
                    <a:pt x="51112" y="49200"/>
                  </a:lnTo>
                  <a:lnTo>
                    <a:pt x="47807" y="49200"/>
                  </a:lnTo>
                  <a:lnTo>
                    <a:pt x="47807" y="56289"/>
                  </a:lnTo>
                  <a:cubicBezTo>
                    <a:pt x="47934" y="56289"/>
                    <a:pt x="58103" y="55783"/>
                    <a:pt x="63950" y="55783"/>
                  </a:cubicBezTo>
                  <a:cubicBezTo>
                    <a:pt x="68654" y="55783"/>
                    <a:pt x="73484" y="55909"/>
                    <a:pt x="78187" y="56289"/>
                  </a:cubicBezTo>
                  <a:lnTo>
                    <a:pt x="78187" y="49200"/>
                  </a:lnTo>
                  <a:lnTo>
                    <a:pt x="68781" y="49200"/>
                  </a:lnTo>
                  <a:lnTo>
                    <a:pt x="46027" y="25653"/>
                  </a:lnTo>
                  <a:close/>
                </a:path>
              </a:pathLst>
            </a:custGeom>
            <a:solidFill>
              <a:srgbClr val="000000"/>
            </a:solidFill>
            <a:ln w="28498" cap="flat">
              <a:noFill/>
              <a:prstDash val="solid"/>
              <a:miter/>
            </a:ln>
          </p:spPr>
          <p:txBody>
            <a:bodyPr/>
            <a:lstStyle/>
            <a:p>
              <a:endParaRPr lang="en-US"/>
            </a:p>
          </p:txBody>
        </p:sp>
        <p:sp>
          <p:nvSpPr>
            <p:cNvPr id="279" name="Freeform: Shape 278">
              <a:extLst>
                <a:ext uri="{FF2B5EF4-FFF2-40B4-BE49-F238E27FC236}">
                  <a16:creationId xmlns:a16="http://schemas.microsoft.com/office/drawing/2014/main" id="{E751DDC2-6144-355A-34AE-4084963E2BB6}"/>
                </a:ext>
              </a:extLst>
            </p:cNvPr>
            <p:cNvSpPr/>
            <p:nvPr>
              <p:custDataLst>
                <p:tags r:id="rId54"/>
              </p:custDataLst>
            </p:nvPr>
          </p:nvSpPr>
          <p:spPr>
            <a:xfrm>
              <a:off x="11984429" y="4978430"/>
              <a:ext cx="63557" cy="40961"/>
            </a:xfrm>
            <a:custGeom>
              <a:avLst/>
              <a:gdLst>
                <a:gd name="csX0" fmla="*/ 9713 w 63557"/>
                <a:gd name="csY0" fmla="*/ 31188 h 40961"/>
                <a:gd name="csX1" fmla="*/ 8170 w 63557"/>
                <a:gd name="csY1" fmla="*/ 37880 h 40961"/>
                <a:gd name="csX2" fmla="*/ 11529 w 63557"/>
                <a:gd name="csY2" fmla="*/ 41045 h 40961"/>
                <a:gd name="csX3" fmla="*/ 15887 w 63557"/>
                <a:gd name="csY3" fmla="*/ 38061 h 40961"/>
                <a:gd name="csX4" fmla="*/ 17613 w 63557"/>
                <a:gd name="csY4" fmla="*/ 31007 h 40961"/>
                <a:gd name="csX5" fmla="*/ 20881 w 63557"/>
                <a:gd name="csY5" fmla="*/ 18258 h 40961"/>
                <a:gd name="csX6" fmla="*/ 39676 w 63557"/>
                <a:gd name="csY6" fmla="*/ 3157 h 40961"/>
                <a:gd name="csX7" fmla="*/ 46032 w 63557"/>
                <a:gd name="csY7" fmla="*/ 9668 h 40961"/>
                <a:gd name="csX8" fmla="*/ 40130 w 63557"/>
                <a:gd name="csY8" fmla="*/ 29289 h 40961"/>
                <a:gd name="csX9" fmla="*/ 39222 w 63557"/>
                <a:gd name="csY9" fmla="*/ 33087 h 40961"/>
                <a:gd name="csX10" fmla="*/ 49119 w 63557"/>
                <a:gd name="csY10" fmla="*/ 41045 h 40961"/>
                <a:gd name="csX11" fmla="*/ 63828 w 63557"/>
                <a:gd name="csY11" fmla="*/ 27029 h 40961"/>
                <a:gd name="csX12" fmla="*/ 61921 w 63557"/>
                <a:gd name="csY12" fmla="*/ 25763 h 40961"/>
                <a:gd name="csX13" fmla="*/ 59742 w 63557"/>
                <a:gd name="csY13" fmla="*/ 27843 h 40961"/>
                <a:gd name="csX14" fmla="*/ 49482 w 63557"/>
                <a:gd name="csY14" fmla="*/ 37970 h 40961"/>
                <a:gd name="csX15" fmla="*/ 46758 w 63557"/>
                <a:gd name="csY15" fmla="*/ 34534 h 40961"/>
                <a:gd name="csX16" fmla="*/ 47939 w 63557"/>
                <a:gd name="csY16" fmla="*/ 29742 h 40961"/>
                <a:gd name="csX17" fmla="*/ 53659 w 63557"/>
                <a:gd name="csY17" fmla="*/ 10843 h 40961"/>
                <a:gd name="csX18" fmla="*/ 40221 w 63557"/>
                <a:gd name="csY18" fmla="*/ 83 h 40961"/>
                <a:gd name="csX19" fmla="*/ 23060 w 63557"/>
                <a:gd name="csY19" fmla="*/ 9035 h 40961"/>
                <a:gd name="csX20" fmla="*/ 11983 w 63557"/>
                <a:gd name="csY20" fmla="*/ 83 h 40961"/>
                <a:gd name="csX21" fmla="*/ 270 w 63557"/>
                <a:gd name="csY21" fmla="*/ 14098 h 40961"/>
                <a:gd name="csX22" fmla="*/ 2177 w 63557"/>
                <a:gd name="csY22" fmla="*/ 15364 h 40961"/>
                <a:gd name="csX23" fmla="*/ 4265 w 63557"/>
                <a:gd name="csY23" fmla="*/ 13646 h 40961"/>
                <a:gd name="csX24" fmla="*/ 11529 w 63557"/>
                <a:gd name="csY24" fmla="*/ 3157 h 40961"/>
                <a:gd name="csX25" fmla="*/ 15252 w 63557"/>
                <a:gd name="csY25" fmla="*/ 7949 h 40961"/>
                <a:gd name="csX26" fmla="*/ 13799 w 63557"/>
                <a:gd name="csY26" fmla="*/ 15003 h 40961"/>
                <a:gd name="csX27" fmla="*/ 11802 w 63557"/>
                <a:gd name="csY27" fmla="*/ 23141 h 40961"/>
                <a:gd name="csX28" fmla="*/ 9713 w 63557"/>
                <a:gd name="csY28" fmla="*/ 31188 h 409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63557" h="40961">
                  <a:moveTo>
                    <a:pt x="9713" y="31188"/>
                  </a:moveTo>
                  <a:cubicBezTo>
                    <a:pt x="9168" y="33449"/>
                    <a:pt x="8170" y="37428"/>
                    <a:pt x="8170" y="37880"/>
                  </a:cubicBezTo>
                  <a:cubicBezTo>
                    <a:pt x="8170" y="39869"/>
                    <a:pt x="9804" y="41045"/>
                    <a:pt x="11529" y="41045"/>
                  </a:cubicBezTo>
                  <a:cubicBezTo>
                    <a:pt x="12891" y="41045"/>
                    <a:pt x="14889" y="40321"/>
                    <a:pt x="15887" y="38061"/>
                  </a:cubicBezTo>
                  <a:cubicBezTo>
                    <a:pt x="15978" y="37608"/>
                    <a:pt x="17068" y="33359"/>
                    <a:pt x="17613" y="31007"/>
                  </a:cubicBezTo>
                  <a:cubicBezTo>
                    <a:pt x="20700" y="18800"/>
                    <a:pt x="20700" y="18619"/>
                    <a:pt x="20881" y="18258"/>
                  </a:cubicBezTo>
                  <a:cubicBezTo>
                    <a:pt x="22062" y="15816"/>
                    <a:pt x="28599" y="3157"/>
                    <a:pt x="39676" y="3157"/>
                  </a:cubicBezTo>
                  <a:cubicBezTo>
                    <a:pt x="44125" y="3157"/>
                    <a:pt x="46032" y="5598"/>
                    <a:pt x="46032" y="9668"/>
                  </a:cubicBezTo>
                  <a:cubicBezTo>
                    <a:pt x="46032" y="14822"/>
                    <a:pt x="42218" y="24135"/>
                    <a:pt x="40130" y="29289"/>
                  </a:cubicBezTo>
                  <a:cubicBezTo>
                    <a:pt x="39676" y="30375"/>
                    <a:pt x="39222" y="31550"/>
                    <a:pt x="39222" y="33087"/>
                  </a:cubicBezTo>
                  <a:cubicBezTo>
                    <a:pt x="39222" y="37789"/>
                    <a:pt x="43762" y="41045"/>
                    <a:pt x="49119" y="41045"/>
                  </a:cubicBezTo>
                  <a:cubicBezTo>
                    <a:pt x="58834" y="41045"/>
                    <a:pt x="63828" y="29289"/>
                    <a:pt x="63828" y="27029"/>
                  </a:cubicBezTo>
                  <a:cubicBezTo>
                    <a:pt x="63828" y="25763"/>
                    <a:pt x="62285" y="25763"/>
                    <a:pt x="61921" y="25763"/>
                  </a:cubicBezTo>
                  <a:cubicBezTo>
                    <a:pt x="60378" y="25763"/>
                    <a:pt x="60287" y="26125"/>
                    <a:pt x="59742" y="27843"/>
                  </a:cubicBezTo>
                  <a:cubicBezTo>
                    <a:pt x="58017" y="33268"/>
                    <a:pt x="53840" y="37970"/>
                    <a:pt x="49482" y="37970"/>
                  </a:cubicBezTo>
                  <a:cubicBezTo>
                    <a:pt x="47394" y="37970"/>
                    <a:pt x="46758" y="36523"/>
                    <a:pt x="46758" y="34534"/>
                  </a:cubicBezTo>
                  <a:cubicBezTo>
                    <a:pt x="46758" y="32635"/>
                    <a:pt x="47122" y="31731"/>
                    <a:pt x="47939" y="29742"/>
                  </a:cubicBezTo>
                  <a:cubicBezTo>
                    <a:pt x="49482" y="26125"/>
                    <a:pt x="53659" y="15816"/>
                    <a:pt x="53659" y="10843"/>
                  </a:cubicBezTo>
                  <a:cubicBezTo>
                    <a:pt x="53659" y="4152"/>
                    <a:pt x="48847" y="83"/>
                    <a:pt x="40221" y="83"/>
                  </a:cubicBezTo>
                  <a:cubicBezTo>
                    <a:pt x="31958" y="83"/>
                    <a:pt x="26238" y="5056"/>
                    <a:pt x="23060" y="9035"/>
                  </a:cubicBezTo>
                  <a:cubicBezTo>
                    <a:pt x="22606" y="1620"/>
                    <a:pt x="15343" y="83"/>
                    <a:pt x="11983" y="83"/>
                  </a:cubicBezTo>
                  <a:cubicBezTo>
                    <a:pt x="2903" y="83"/>
                    <a:pt x="270" y="13917"/>
                    <a:pt x="270" y="14098"/>
                  </a:cubicBezTo>
                  <a:cubicBezTo>
                    <a:pt x="270" y="15364"/>
                    <a:pt x="1723" y="15364"/>
                    <a:pt x="2177" y="15364"/>
                  </a:cubicBezTo>
                  <a:cubicBezTo>
                    <a:pt x="3721" y="15364"/>
                    <a:pt x="3902" y="14822"/>
                    <a:pt x="4265" y="13646"/>
                  </a:cubicBezTo>
                  <a:cubicBezTo>
                    <a:pt x="5627" y="8402"/>
                    <a:pt x="7716" y="3157"/>
                    <a:pt x="11529" y="3157"/>
                  </a:cubicBezTo>
                  <a:cubicBezTo>
                    <a:pt x="14616" y="3157"/>
                    <a:pt x="15252" y="6051"/>
                    <a:pt x="15252" y="7949"/>
                  </a:cubicBezTo>
                  <a:cubicBezTo>
                    <a:pt x="15252" y="9215"/>
                    <a:pt x="14344" y="12652"/>
                    <a:pt x="13799" y="15003"/>
                  </a:cubicBezTo>
                  <a:cubicBezTo>
                    <a:pt x="13164" y="17444"/>
                    <a:pt x="12256" y="21151"/>
                    <a:pt x="11802" y="23141"/>
                  </a:cubicBezTo>
                  <a:lnTo>
                    <a:pt x="9713" y="31188"/>
                  </a:lnTo>
                  <a:close/>
                </a:path>
              </a:pathLst>
            </a:custGeom>
            <a:solidFill>
              <a:srgbClr val="000000"/>
            </a:solidFill>
            <a:ln w="28498" cap="flat">
              <a:noFill/>
              <a:prstDash val="solid"/>
              <a:miter/>
            </a:ln>
          </p:spPr>
          <p:txBody>
            <a:bodyPr/>
            <a:lstStyle/>
            <a:p>
              <a:endParaRPr lang="en-US"/>
            </a:p>
          </p:txBody>
        </p:sp>
        <p:sp>
          <p:nvSpPr>
            <p:cNvPr id="280" name="Freeform: Shape 279">
              <a:extLst>
                <a:ext uri="{FF2B5EF4-FFF2-40B4-BE49-F238E27FC236}">
                  <a16:creationId xmlns:a16="http://schemas.microsoft.com/office/drawing/2014/main" id="{545D7718-5A16-FCE1-ACC7-82436C6FEEEA}"/>
                </a:ext>
              </a:extLst>
            </p:cNvPr>
            <p:cNvSpPr/>
            <p:nvPr>
              <p:custDataLst>
                <p:tags r:id="rId55"/>
              </p:custDataLst>
            </p:nvPr>
          </p:nvSpPr>
          <p:spPr>
            <a:xfrm>
              <a:off x="12078949" y="4965499"/>
              <a:ext cx="85930" cy="6203"/>
            </a:xfrm>
            <a:custGeom>
              <a:avLst/>
              <a:gdLst>
                <a:gd name="csX0" fmla="*/ 81121 w 85930"/>
                <a:gd name="csY0" fmla="*/ 6285 h 6203"/>
                <a:gd name="csX1" fmla="*/ 86205 w 85930"/>
                <a:gd name="csY1" fmla="*/ 3246 h 6203"/>
                <a:gd name="csX2" fmla="*/ 81121 w 85930"/>
                <a:gd name="csY2" fmla="*/ 82 h 6203"/>
                <a:gd name="csX3" fmla="*/ 5360 w 85930"/>
                <a:gd name="csY3" fmla="*/ 82 h 6203"/>
                <a:gd name="csX4" fmla="*/ 275 w 85930"/>
                <a:gd name="csY4" fmla="*/ 3120 h 6203"/>
                <a:gd name="csX5" fmla="*/ 5360 w 85930"/>
                <a:gd name="csY5" fmla="*/ 6285 h 6203"/>
                <a:gd name="csX6" fmla="*/ 81121 w 85930"/>
                <a:gd name="csY6" fmla="*/ 6285 h 620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85930" h="6203">
                  <a:moveTo>
                    <a:pt x="81121" y="6285"/>
                  </a:moveTo>
                  <a:cubicBezTo>
                    <a:pt x="83155" y="6285"/>
                    <a:pt x="86205" y="6285"/>
                    <a:pt x="86205" y="3246"/>
                  </a:cubicBezTo>
                  <a:cubicBezTo>
                    <a:pt x="86205" y="82"/>
                    <a:pt x="83282" y="82"/>
                    <a:pt x="81121" y="82"/>
                  </a:cubicBezTo>
                  <a:lnTo>
                    <a:pt x="5360" y="82"/>
                  </a:lnTo>
                  <a:cubicBezTo>
                    <a:pt x="3326" y="82"/>
                    <a:pt x="275" y="82"/>
                    <a:pt x="275" y="3120"/>
                  </a:cubicBezTo>
                  <a:cubicBezTo>
                    <a:pt x="275" y="6285"/>
                    <a:pt x="3199" y="6285"/>
                    <a:pt x="5360" y="6285"/>
                  </a:cubicBezTo>
                  <a:lnTo>
                    <a:pt x="81121" y="6285"/>
                  </a:lnTo>
                  <a:close/>
                </a:path>
              </a:pathLst>
            </a:custGeom>
            <a:solidFill>
              <a:srgbClr val="000000"/>
            </a:solidFill>
            <a:ln w="28498" cap="flat">
              <a:noFill/>
              <a:prstDash val="solid"/>
              <a:miter/>
            </a:ln>
          </p:spPr>
          <p:txBody>
            <a:bodyPr/>
            <a:lstStyle/>
            <a:p>
              <a:endParaRPr lang="en-US"/>
            </a:p>
          </p:txBody>
        </p:sp>
        <p:sp>
          <p:nvSpPr>
            <p:cNvPr id="281" name="Freeform: Shape 280">
              <a:extLst>
                <a:ext uri="{FF2B5EF4-FFF2-40B4-BE49-F238E27FC236}">
                  <a16:creationId xmlns:a16="http://schemas.microsoft.com/office/drawing/2014/main" id="{14E21318-01B5-D51A-61C9-8A334CF022A9}"/>
                </a:ext>
              </a:extLst>
            </p:cNvPr>
            <p:cNvSpPr/>
            <p:nvPr>
              <p:custDataLst>
                <p:tags r:id="rId56"/>
              </p:custDataLst>
            </p:nvPr>
          </p:nvSpPr>
          <p:spPr>
            <a:xfrm>
              <a:off x="12185073" y="4944485"/>
              <a:ext cx="75760" cy="82918"/>
            </a:xfrm>
            <a:custGeom>
              <a:avLst/>
              <a:gdLst>
                <a:gd name="csX0" fmla="*/ 790 w 75760"/>
                <a:gd name="csY0" fmla="*/ 76291 h 82918"/>
                <a:gd name="csX1" fmla="*/ 281 w 75760"/>
                <a:gd name="csY1" fmla="*/ 78949 h 82918"/>
                <a:gd name="csX2" fmla="*/ 4603 w 75760"/>
                <a:gd name="csY2" fmla="*/ 83000 h 82918"/>
                <a:gd name="csX3" fmla="*/ 10705 w 75760"/>
                <a:gd name="csY3" fmla="*/ 76670 h 82918"/>
                <a:gd name="csX4" fmla="*/ 16552 w 75760"/>
                <a:gd name="csY4" fmla="*/ 53504 h 82918"/>
                <a:gd name="csX5" fmla="*/ 30154 w 75760"/>
                <a:gd name="csY5" fmla="*/ 57175 h 82918"/>
                <a:gd name="csX6" fmla="*/ 48458 w 75760"/>
                <a:gd name="csY6" fmla="*/ 48060 h 82918"/>
                <a:gd name="csX7" fmla="*/ 61551 w 75760"/>
                <a:gd name="csY7" fmla="*/ 57175 h 82918"/>
                <a:gd name="csX8" fmla="*/ 71593 w 75760"/>
                <a:gd name="csY8" fmla="*/ 50466 h 82918"/>
                <a:gd name="csX9" fmla="*/ 76042 w 75760"/>
                <a:gd name="csY9" fmla="*/ 37806 h 82918"/>
                <a:gd name="csX10" fmla="*/ 74008 w 75760"/>
                <a:gd name="csY10" fmla="*/ 36161 h 82918"/>
                <a:gd name="csX11" fmla="*/ 71212 w 75760"/>
                <a:gd name="csY11" fmla="*/ 40085 h 82918"/>
                <a:gd name="csX12" fmla="*/ 61933 w 75760"/>
                <a:gd name="csY12" fmla="*/ 53630 h 82918"/>
                <a:gd name="csX13" fmla="*/ 57738 w 75760"/>
                <a:gd name="csY13" fmla="*/ 47427 h 82918"/>
                <a:gd name="csX14" fmla="*/ 59644 w 75760"/>
                <a:gd name="csY14" fmla="*/ 37427 h 82918"/>
                <a:gd name="csX15" fmla="*/ 62441 w 75760"/>
                <a:gd name="csY15" fmla="*/ 26033 h 82918"/>
                <a:gd name="csX16" fmla="*/ 65365 w 75760"/>
                <a:gd name="csY16" fmla="*/ 14766 h 82918"/>
                <a:gd name="csX17" fmla="*/ 67526 w 75760"/>
                <a:gd name="csY17" fmla="*/ 5399 h 82918"/>
                <a:gd name="csX18" fmla="*/ 63331 w 75760"/>
                <a:gd name="csY18" fmla="*/ 1348 h 82918"/>
                <a:gd name="csX19" fmla="*/ 58119 w 75760"/>
                <a:gd name="csY19" fmla="*/ 4386 h 82918"/>
                <a:gd name="csX20" fmla="*/ 56085 w 75760"/>
                <a:gd name="csY20" fmla="*/ 11728 h 82918"/>
                <a:gd name="csX21" fmla="*/ 53416 w 75760"/>
                <a:gd name="csY21" fmla="*/ 22235 h 82918"/>
                <a:gd name="csX22" fmla="*/ 49475 w 75760"/>
                <a:gd name="csY22" fmla="*/ 38060 h 82918"/>
                <a:gd name="csX23" fmla="*/ 47441 w 75760"/>
                <a:gd name="csY23" fmla="*/ 43123 h 82918"/>
                <a:gd name="csX24" fmla="*/ 30662 w 75760"/>
                <a:gd name="csY24" fmla="*/ 53630 h 82918"/>
                <a:gd name="csX25" fmla="*/ 20239 w 75760"/>
                <a:gd name="csY25" fmla="*/ 42364 h 82918"/>
                <a:gd name="csX26" fmla="*/ 22400 w 75760"/>
                <a:gd name="csY26" fmla="*/ 30591 h 82918"/>
                <a:gd name="csX27" fmla="*/ 25196 w 75760"/>
                <a:gd name="csY27" fmla="*/ 19197 h 82918"/>
                <a:gd name="csX28" fmla="*/ 26976 w 75760"/>
                <a:gd name="csY28" fmla="*/ 12108 h 82918"/>
                <a:gd name="csX29" fmla="*/ 28882 w 75760"/>
                <a:gd name="csY29" fmla="*/ 4133 h 82918"/>
                <a:gd name="csX30" fmla="*/ 24561 w 75760"/>
                <a:gd name="csY30" fmla="*/ 82 h 82918"/>
                <a:gd name="csX31" fmla="*/ 18459 w 75760"/>
                <a:gd name="csY31" fmla="*/ 6032 h 82918"/>
                <a:gd name="csX32" fmla="*/ 790 w 75760"/>
                <a:gd name="csY32" fmla="*/ 76291 h 829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75760" h="82918">
                  <a:moveTo>
                    <a:pt x="790" y="76291"/>
                  </a:moveTo>
                  <a:cubicBezTo>
                    <a:pt x="281" y="78190"/>
                    <a:pt x="281" y="78822"/>
                    <a:pt x="281" y="78949"/>
                  </a:cubicBezTo>
                  <a:cubicBezTo>
                    <a:pt x="281" y="81734"/>
                    <a:pt x="2570" y="83000"/>
                    <a:pt x="4603" y="83000"/>
                  </a:cubicBezTo>
                  <a:cubicBezTo>
                    <a:pt x="9180" y="83000"/>
                    <a:pt x="10196" y="78822"/>
                    <a:pt x="10705" y="76670"/>
                  </a:cubicBezTo>
                  <a:cubicBezTo>
                    <a:pt x="10959" y="76037"/>
                    <a:pt x="13501" y="65910"/>
                    <a:pt x="16552" y="53504"/>
                  </a:cubicBezTo>
                  <a:cubicBezTo>
                    <a:pt x="20493" y="56162"/>
                    <a:pt x="25577" y="57175"/>
                    <a:pt x="30154" y="57175"/>
                  </a:cubicBezTo>
                  <a:cubicBezTo>
                    <a:pt x="41086" y="57175"/>
                    <a:pt x="48204" y="48314"/>
                    <a:pt x="48458" y="48060"/>
                  </a:cubicBezTo>
                  <a:cubicBezTo>
                    <a:pt x="50873" y="56795"/>
                    <a:pt x="59644" y="57175"/>
                    <a:pt x="61551" y="57175"/>
                  </a:cubicBezTo>
                  <a:cubicBezTo>
                    <a:pt x="66127" y="57175"/>
                    <a:pt x="69305" y="54390"/>
                    <a:pt x="71593" y="50466"/>
                  </a:cubicBezTo>
                  <a:cubicBezTo>
                    <a:pt x="74390" y="45529"/>
                    <a:pt x="76042" y="38313"/>
                    <a:pt x="76042" y="37806"/>
                  </a:cubicBezTo>
                  <a:cubicBezTo>
                    <a:pt x="76042" y="36161"/>
                    <a:pt x="74390" y="36161"/>
                    <a:pt x="74008" y="36161"/>
                  </a:cubicBezTo>
                  <a:cubicBezTo>
                    <a:pt x="72229" y="36161"/>
                    <a:pt x="72102" y="36667"/>
                    <a:pt x="71212" y="40085"/>
                  </a:cubicBezTo>
                  <a:cubicBezTo>
                    <a:pt x="69687" y="46162"/>
                    <a:pt x="67271" y="53630"/>
                    <a:pt x="61933" y="53630"/>
                  </a:cubicBezTo>
                  <a:cubicBezTo>
                    <a:pt x="58628" y="53630"/>
                    <a:pt x="57738" y="50845"/>
                    <a:pt x="57738" y="47427"/>
                  </a:cubicBezTo>
                  <a:cubicBezTo>
                    <a:pt x="57738" y="45275"/>
                    <a:pt x="58755" y="40718"/>
                    <a:pt x="59644" y="37427"/>
                  </a:cubicBezTo>
                  <a:cubicBezTo>
                    <a:pt x="60534" y="34009"/>
                    <a:pt x="61805" y="28818"/>
                    <a:pt x="62441" y="26033"/>
                  </a:cubicBezTo>
                  <a:lnTo>
                    <a:pt x="65365" y="14766"/>
                  </a:lnTo>
                  <a:cubicBezTo>
                    <a:pt x="66127" y="11602"/>
                    <a:pt x="67526" y="6032"/>
                    <a:pt x="67526" y="5399"/>
                  </a:cubicBezTo>
                  <a:cubicBezTo>
                    <a:pt x="67526" y="2867"/>
                    <a:pt x="65492" y="1348"/>
                    <a:pt x="63331" y="1348"/>
                  </a:cubicBezTo>
                  <a:cubicBezTo>
                    <a:pt x="61933" y="1348"/>
                    <a:pt x="59517" y="1981"/>
                    <a:pt x="58119" y="4386"/>
                  </a:cubicBezTo>
                  <a:cubicBezTo>
                    <a:pt x="57738" y="5145"/>
                    <a:pt x="56721" y="9196"/>
                    <a:pt x="56085" y="11728"/>
                  </a:cubicBezTo>
                  <a:lnTo>
                    <a:pt x="53416" y="22235"/>
                  </a:lnTo>
                  <a:lnTo>
                    <a:pt x="49475" y="38060"/>
                  </a:lnTo>
                  <a:cubicBezTo>
                    <a:pt x="48585" y="41224"/>
                    <a:pt x="48585" y="41478"/>
                    <a:pt x="47441" y="43123"/>
                  </a:cubicBezTo>
                  <a:cubicBezTo>
                    <a:pt x="43501" y="48693"/>
                    <a:pt x="37908" y="53630"/>
                    <a:pt x="30662" y="53630"/>
                  </a:cubicBezTo>
                  <a:cubicBezTo>
                    <a:pt x="20239" y="53630"/>
                    <a:pt x="20239" y="44642"/>
                    <a:pt x="20239" y="42364"/>
                  </a:cubicBezTo>
                  <a:cubicBezTo>
                    <a:pt x="20239" y="39072"/>
                    <a:pt x="20620" y="37427"/>
                    <a:pt x="22400" y="30591"/>
                  </a:cubicBezTo>
                  <a:cubicBezTo>
                    <a:pt x="23671" y="25020"/>
                    <a:pt x="23925" y="24134"/>
                    <a:pt x="25196" y="19197"/>
                  </a:cubicBezTo>
                  <a:lnTo>
                    <a:pt x="26976" y="12108"/>
                  </a:lnTo>
                  <a:cubicBezTo>
                    <a:pt x="27611" y="9450"/>
                    <a:pt x="28882" y="4639"/>
                    <a:pt x="28882" y="4133"/>
                  </a:cubicBezTo>
                  <a:cubicBezTo>
                    <a:pt x="28882" y="1854"/>
                    <a:pt x="27103" y="82"/>
                    <a:pt x="24561" y="82"/>
                  </a:cubicBezTo>
                  <a:cubicBezTo>
                    <a:pt x="19984" y="82"/>
                    <a:pt x="18840" y="4512"/>
                    <a:pt x="18459" y="6032"/>
                  </a:cubicBezTo>
                  <a:lnTo>
                    <a:pt x="790" y="76291"/>
                  </a:lnTo>
                  <a:close/>
                </a:path>
              </a:pathLst>
            </a:custGeom>
            <a:solidFill>
              <a:srgbClr val="000000"/>
            </a:solidFill>
            <a:ln w="28498" cap="flat">
              <a:noFill/>
              <a:prstDash val="solid"/>
              <a:miter/>
            </a:ln>
          </p:spPr>
          <p:txBody>
            <a:bodyPr/>
            <a:lstStyle/>
            <a:p>
              <a:endParaRPr lang="en-US"/>
            </a:p>
          </p:txBody>
        </p:sp>
        <p:sp>
          <p:nvSpPr>
            <p:cNvPr id="282" name="Freeform: Shape 281">
              <a:extLst>
                <a:ext uri="{FF2B5EF4-FFF2-40B4-BE49-F238E27FC236}">
                  <a16:creationId xmlns:a16="http://schemas.microsoft.com/office/drawing/2014/main" id="{4F8AE9DB-BD8F-ED11-C84A-062B60724231}"/>
                </a:ext>
              </a:extLst>
            </p:cNvPr>
            <p:cNvSpPr/>
            <p:nvPr>
              <p:custDataLst>
                <p:tags r:id="rId57"/>
              </p:custDataLst>
            </p:nvPr>
          </p:nvSpPr>
          <p:spPr>
            <a:xfrm>
              <a:off x="12270373" y="4958084"/>
              <a:ext cx="42946" cy="78849"/>
            </a:xfrm>
            <a:custGeom>
              <a:avLst/>
              <a:gdLst>
                <a:gd name="csX0" fmla="*/ 43233 w 42946"/>
                <a:gd name="csY0" fmla="*/ 3971 h 78849"/>
                <a:gd name="csX1" fmla="*/ 39238 w 42946"/>
                <a:gd name="csY1" fmla="*/ 83 h 78849"/>
                <a:gd name="csX2" fmla="*/ 33609 w 42946"/>
                <a:gd name="csY2" fmla="*/ 5508 h 78849"/>
                <a:gd name="csX3" fmla="*/ 37604 w 42946"/>
                <a:gd name="csY3" fmla="*/ 9396 h 78849"/>
                <a:gd name="csX4" fmla="*/ 43233 w 42946"/>
                <a:gd name="csY4" fmla="*/ 3971 h 78849"/>
                <a:gd name="csX5" fmla="*/ 23439 w 42946"/>
                <a:gd name="csY5" fmla="*/ 64464 h 78849"/>
                <a:gd name="csX6" fmla="*/ 10456 w 42946"/>
                <a:gd name="csY6" fmla="*/ 75858 h 78849"/>
                <a:gd name="csX7" fmla="*/ 7187 w 42946"/>
                <a:gd name="csY7" fmla="*/ 75405 h 78849"/>
                <a:gd name="csX8" fmla="*/ 10002 w 42946"/>
                <a:gd name="csY8" fmla="*/ 70613 h 78849"/>
                <a:gd name="csX9" fmla="*/ 5916 w 42946"/>
                <a:gd name="csY9" fmla="*/ 66906 h 78849"/>
                <a:gd name="csX10" fmla="*/ 286 w 42946"/>
                <a:gd name="csY10" fmla="*/ 72693 h 78849"/>
                <a:gd name="csX11" fmla="*/ 10546 w 42946"/>
                <a:gd name="csY11" fmla="*/ 78932 h 78849"/>
                <a:gd name="csX12" fmla="*/ 31339 w 42946"/>
                <a:gd name="csY12" fmla="*/ 64555 h 78849"/>
                <a:gd name="csX13" fmla="*/ 39511 w 42946"/>
                <a:gd name="csY13" fmla="*/ 32183 h 78849"/>
                <a:gd name="csX14" fmla="*/ 39965 w 42946"/>
                <a:gd name="csY14" fmla="*/ 29199 h 78849"/>
                <a:gd name="csX15" fmla="*/ 28796 w 42946"/>
                <a:gd name="csY15" fmla="*/ 20428 h 78849"/>
                <a:gd name="csX16" fmla="*/ 11091 w 42946"/>
                <a:gd name="csY16" fmla="*/ 34444 h 78849"/>
                <a:gd name="csX17" fmla="*/ 12998 w 42946"/>
                <a:gd name="csY17" fmla="*/ 35710 h 78849"/>
                <a:gd name="csX18" fmla="*/ 14995 w 42946"/>
                <a:gd name="csY18" fmla="*/ 34444 h 78849"/>
                <a:gd name="csX19" fmla="*/ 28433 w 42946"/>
                <a:gd name="csY19" fmla="*/ 23502 h 78849"/>
                <a:gd name="csX20" fmla="*/ 32247 w 42946"/>
                <a:gd name="csY20" fmla="*/ 28295 h 78849"/>
                <a:gd name="csX21" fmla="*/ 31974 w 42946"/>
                <a:gd name="csY21" fmla="*/ 30646 h 78849"/>
                <a:gd name="csX22" fmla="*/ 23439 w 42946"/>
                <a:gd name="csY22" fmla="*/ 64464 h 788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2946" h="78849">
                  <a:moveTo>
                    <a:pt x="43233" y="3971"/>
                  </a:moveTo>
                  <a:cubicBezTo>
                    <a:pt x="43233" y="1891"/>
                    <a:pt x="41690" y="83"/>
                    <a:pt x="39238" y="83"/>
                  </a:cubicBezTo>
                  <a:cubicBezTo>
                    <a:pt x="36423" y="83"/>
                    <a:pt x="33609" y="2795"/>
                    <a:pt x="33609" y="5508"/>
                  </a:cubicBezTo>
                  <a:cubicBezTo>
                    <a:pt x="33609" y="7678"/>
                    <a:pt x="35334" y="9396"/>
                    <a:pt x="37604" y="9396"/>
                  </a:cubicBezTo>
                  <a:cubicBezTo>
                    <a:pt x="40691" y="9396"/>
                    <a:pt x="43233" y="6503"/>
                    <a:pt x="43233" y="3971"/>
                  </a:cubicBezTo>
                  <a:close/>
                  <a:moveTo>
                    <a:pt x="23439" y="64464"/>
                  </a:moveTo>
                  <a:cubicBezTo>
                    <a:pt x="21714" y="71336"/>
                    <a:pt x="15994" y="75858"/>
                    <a:pt x="10456" y="75858"/>
                  </a:cubicBezTo>
                  <a:cubicBezTo>
                    <a:pt x="8912" y="75858"/>
                    <a:pt x="7913" y="75586"/>
                    <a:pt x="7187" y="75405"/>
                  </a:cubicBezTo>
                  <a:cubicBezTo>
                    <a:pt x="9366" y="74140"/>
                    <a:pt x="10002" y="71789"/>
                    <a:pt x="10002" y="70613"/>
                  </a:cubicBezTo>
                  <a:cubicBezTo>
                    <a:pt x="10002" y="69076"/>
                    <a:pt x="8912" y="66906"/>
                    <a:pt x="5916" y="66906"/>
                  </a:cubicBezTo>
                  <a:cubicBezTo>
                    <a:pt x="2829" y="66906"/>
                    <a:pt x="286" y="69709"/>
                    <a:pt x="286" y="72693"/>
                  </a:cubicBezTo>
                  <a:cubicBezTo>
                    <a:pt x="286" y="76581"/>
                    <a:pt x="4372" y="78932"/>
                    <a:pt x="10546" y="78932"/>
                  </a:cubicBezTo>
                  <a:cubicBezTo>
                    <a:pt x="16721" y="78932"/>
                    <a:pt x="28524" y="75767"/>
                    <a:pt x="31339" y="64555"/>
                  </a:cubicBezTo>
                  <a:lnTo>
                    <a:pt x="39511" y="32183"/>
                  </a:lnTo>
                  <a:cubicBezTo>
                    <a:pt x="39692" y="31279"/>
                    <a:pt x="39965" y="30465"/>
                    <a:pt x="39965" y="29199"/>
                  </a:cubicBezTo>
                  <a:cubicBezTo>
                    <a:pt x="39965" y="24045"/>
                    <a:pt x="35152" y="20428"/>
                    <a:pt x="28796" y="20428"/>
                  </a:cubicBezTo>
                  <a:cubicBezTo>
                    <a:pt x="17810" y="20428"/>
                    <a:pt x="11091" y="32635"/>
                    <a:pt x="11091" y="34444"/>
                  </a:cubicBezTo>
                  <a:cubicBezTo>
                    <a:pt x="11091" y="35710"/>
                    <a:pt x="12544" y="35710"/>
                    <a:pt x="12998" y="35710"/>
                  </a:cubicBezTo>
                  <a:cubicBezTo>
                    <a:pt x="14360" y="35710"/>
                    <a:pt x="14541" y="35348"/>
                    <a:pt x="14995" y="34444"/>
                  </a:cubicBezTo>
                  <a:cubicBezTo>
                    <a:pt x="19172" y="25582"/>
                    <a:pt x="25346" y="23502"/>
                    <a:pt x="28433" y="23502"/>
                  </a:cubicBezTo>
                  <a:cubicBezTo>
                    <a:pt x="32065" y="23502"/>
                    <a:pt x="32247" y="26758"/>
                    <a:pt x="32247" y="28295"/>
                  </a:cubicBezTo>
                  <a:cubicBezTo>
                    <a:pt x="32247" y="29561"/>
                    <a:pt x="32156" y="29922"/>
                    <a:pt x="31974" y="30646"/>
                  </a:cubicBezTo>
                  <a:lnTo>
                    <a:pt x="23439" y="64464"/>
                  </a:lnTo>
                  <a:close/>
                </a:path>
              </a:pathLst>
            </a:custGeom>
            <a:solidFill>
              <a:srgbClr val="000000"/>
            </a:solidFill>
            <a:ln w="28498" cap="flat">
              <a:noFill/>
              <a:prstDash val="solid"/>
              <a:miter/>
            </a:ln>
          </p:spPr>
          <p:txBody>
            <a:bodyPr/>
            <a:lstStyle/>
            <a:p>
              <a:endParaRPr lang="en-US"/>
            </a:p>
          </p:txBody>
        </p:sp>
        <p:sp>
          <p:nvSpPr>
            <p:cNvPr id="283" name="Freeform: Shape 282">
              <a:extLst>
                <a:ext uri="{FF2B5EF4-FFF2-40B4-BE49-F238E27FC236}">
                  <a16:creationId xmlns:a16="http://schemas.microsoft.com/office/drawing/2014/main" id="{E7EFFA9D-2FD8-FE97-1691-7AE0AB6769BB}"/>
                </a:ext>
              </a:extLst>
            </p:cNvPr>
            <p:cNvSpPr/>
            <p:nvPr>
              <p:custDataLst>
                <p:tags r:id="rId58"/>
              </p:custDataLst>
            </p:nvPr>
          </p:nvSpPr>
          <p:spPr>
            <a:xfrm>
              <a:off x="12343879" y="4905368"/>
              <a:ext cx="32922" cy="126466"/>
            </a:xfrm>
            <a:custGeom>
              <a:avLst/>
              <a:gdLst>
                <a:gd name="csX0" fmla="*/ 2705 w 32922"/>
                <a:gd name="csY0" fmla="*/ 82 h 126466"/>
                <a:gd name="csX1" fmla="*/ 290 w 32922"/>
                <a:gd name="csY1" fmla="*/ 1601 h 126466"/>
                <a:gd name="csX2" fmla="*/ 1434 w 32922"/>
                <a:gd name="csY2" fmla="*/ 3500 h 126466"/>
                <a:gd name="csX3" fmla="*/ 24569 w 32922"/>
                <a:gd name="csY3" fmla="*/ 63252 h 126466"/>
                <a:gd name="csX4" fmla="*/ 2578 w 32922"/>
                <a:gd name="csY4" fmla="*/ 122117 h 126466"/>
                <a:gd name="csX5" fmla="*/ 290 w 32922"/>
                <a:gd name="csY5" fmla="*/ 125029 h 126466"/>
                <a:gd name="csX6" fmla="*/ 1943 w 32922"/>
                <a:gd name="csY6" fmla="*/ 126548 h 126466"/>
                <a:gd name="csX7" fmla="*/ 23934 w 32922"/>
                <a:gd name="csY7" fmla="*/ 102369 h 126466"/>
                <a:gd name="csX8" fmla="*/ 33213 w 32922"/>
                <a:gd name="csY8" fmla="*/ 63378 h 126466"/>
                <a:gd name="csX9" fmla="*/ 2705 w 32922"/>
                <a:gd name="csY9" fmla="*/ 82 h 1264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32922" h="126466">
                  <a:moveTo>
                    <a:pt x="2705" y="82"/>
                  </a:moveTo>
                  <a:cubicBezTo>
                    <a:pt x="1815" y="82"/>
                    <a:pt x="290" y="82"/>
                    <a:pt x="290" y="1601"/>
                  </a:cubicBezTo>
                  <a:cubicBezTo>
                    <a:pt x="290" y="2234"/>
                    <a:pt x="671" y="2614"/>
                    <a:pt x="1434" y="3500"/>
                  </a:cubicBezTo>
                  <a:cubicBezTo>
                    <a:pt x="12366" y="13501"/>
                    <a:pt x="24569" y="30591"/>
                    <a:pt x="24569" y="63252"/>
                  </a:cubicBezTo>
                  <a:cubicBezTo>
                    <a:pt x="24569" y="89709"/>
                    <a:pt x="16307" y="109711"/>
                    <a:pt x="2578" y="122117"/>
                  </a:cubicBezTo>
                  <a:cubicBezTo>
                    <a:pt x="417" y="124269"/>
                    <a:pt x="290" y="124396"/>
                    <a:pt x="290" y="125029"/>
                  </a:cubicBezTo>
                  <a:cubicBezTo>
                    <a:pt x="290" y="125662"/>
                    <a:pt x="671" y="126548"/>
                    <a:pt x="1943" y="126548"/>
                  </a:cubicBezTo>
                  <a:cubicBezTo>
                    <a:pt x="3468" y="126548"/>
                    <a:pt x="15544" y="118193"/>
                    <a:pt x="23934" y="102369"/>
                  </a:cubicBezTo>
                  <a:cubicBezTo>
                    <a:pt x="29527" y="91862"/>
                    <a:pt x="33213" y="78190"/>
                    <a:pt x="33213" y="63378"/>
                  </a:cubicBezTo>
                  <a:cubicBezTo>
                    <a:pt x="33213" y="45529"/>
                    <a:pt x="27874" y="17805"/>
                    <a:pt x="2705" y="82"/>
                  </a:cubicBezTo>
                  <a:close/>
                </a:path>
              </a:pathLst>
            </a:custGeom>
            <a:solidFill>
              <a:srgbClr val="000000"/>
            </a:solidFill>
            <a:ln w="28498" cap="flat">
              <a:noFill/>
              <a:prstDash val="solid"/>
              <a:miter/>
            </a:ln>
          </p:spPr>
          <p:txBody>
            <a:bodyPr/>
            <a:lstStyle/>
            <a:p>
              <a:endParaRPr lang="en-US"/>
            </a:p>
          </p:txBody>
        </p:sp>
      </p:grpSp>
      <p:sp>
        <p:nvSpPr>
          <p:cNvPr id="809" name="TextBox 808">
            <a:extLst>
              <a:ext uri="{FF2B5EF4-FFF2-40B4-BE49-F238E27FC236}">
                <a16:creationId xmlns:a16="http://schemas.microsoft.com/office/drawing/2014/main" id="{FE84B1EB-811D-D29F-A2CF-8B2E401233E6}"/>
              </a:ext>
            </a:extLst>
          </p:cNvPr>
          <p:cNvSpPr txBox="1"/>
          <p:nvPr/>
        </p:nvSpPr>
        <p:spPr>
          <a:xfrm>
            <a:off x="5493720" y="4336795"/>
            <a:ext cx="4953000" cy="461665"/>
          </a:xfrm>
          <a:prstGeom prst="rect">
            <a:avLst/>
          </a:prstGeom>
          <a:noFill/>
        </p:spPr>
        <p:txBody>
          <a:bodyPr wrap="square">
            <a:spAutoFit/>
          </a:bodyPr>
          <a:lstStyle/>
          <a:p>
            <a:r>
              <a:rPr lang="en-US" sz="1200"/>
              <a:t>By applying the natural logarithm to both sides of the equation, we obtain the log‑odds:</a:t>
            </a:r>
            <a:endParaRPr lang="en-GB" sz="1200" noProof="0"/>
          </a:p>
        </p:txBody>
      </p:sp>
      <p:grpSp>
        <p:nvGrpSpPr>
          <p:cNvPr id="1331" name="Group 1330" descr="\documentclass{article}&#10;\usepackage{amsmath}&#10;\pagestyle{empty}&#10;\begin{document}&#10;&#10;$$\ln\left( \frac{P(Y_n \le j)}{P(Y_n &gt; j)} \right) = \mu_j - \boldsymbol{\beta}^\top \mathbf{x}_n$$&#10;\end{document}" title="IguanaTex Shape Display">
            <a:extLst>
              <a:ext uri="{FF2B5EF4-FFF2-40B4-BE49-F238E27FC236}">
                <a16:creationId xmlns:a16="http://schemas.microsoft.com/office/drawing/2014/main" id="{04F28E0F-D13C-1327-AFA4-3E1CB765B1CF}"/>
              </a:ext>
            </a:extLst>
          </p:cNvPr>
          <p:cNvGrpSpPr>
            <a:grpSpLocks noChangeAspect="1"/>
          </p:cNvGrpSpPr>
          <p:nvPr>
            <p:custDataLst>
              <p:tags r:id="rId8"/>
            </p:custDataLst>
          </p:nvPr>
        </p:nvGrpSpPr>
        <p:grpSpPr>
          <a:xfrm>
            <a:off x="7277100" y="4902200"/>
            <a:ext cx="2383717" cy="433852"/>
            <a:chOff x="10321499" y="6212021"/>
            <a:chExt cx="2383717" cy="433852"/>
          </a:xfrm>
        </p:grpSpPr>
        <p:sp>
          <p:nvSpPr>
            <p:cNvPr id="1304" name="Freeform: Shape 1303">
              <a:extLst>
                <a:ext uri="{FF2B5EF4-FFF2-40B4-BE49-F238E27FC236}">
                  <a16:creationId xmlns:a16="http://schemas.microsoft.com/office/drawing/2014/main" id="{69AF1398-F126-E96A-CD37-5A363E14C09D}"/>
                </a:ext>
              </a:extLst>
            </p:cNvPr>
            <p:cNvSpPr/>
            <p:nvPr>
              <p:custDataLst>
                <p:tags r:id="rId9"/>
              </p:custDataLst>
            </p:nvPr>
          </p:nvSpPr>
          <p:spPr>
            <a:xfrm>
              <a:off x="10321499" y="6348744"/>
              <a:ext cx="40147" cy="125507"/>
            </a:xfrm>
            <a:custGeom>
              <a:avLst/>
              <a:gdLst>
                <a:gd name="connsiteX0" fmla="*/ 26209 w 40147"/>
                <a:gd name="connsiteY0" fmla="*/ 78 h 125507"/>
                <a:gd name="connsiteX1" fmla="*/ 167 w 40147"/>
                <a:gd name="connsiteY1" fmla="*/ 2068 h 125507"/>
                <a:gd name="connsiteX2" fmla="*/ 167 w 40147"/>
                <a:gd name="connsiteY2" fmla="*/ 7674 h 125507"/>
                <a:gd name="connsiteX3" fmla="*/ 14273 w 40147"/>
                <a:gd name="connsiteY3" fmla="*/ 17801 h 125507"/>
                <a:gd name="connsiteX4" fmla="*/ 14273 w 40147"/>
                <a:gd name="connsiteY4" fmla="*/ 111842 h 125507"/>
                <a:gd name="connsiteX5" fmla="*/ 167 w 40147"/>
                <a:gd name="connsiteY5" fmla="*/ 119980 h 125507"/>
                <a:gd name="connsiteX6" fmla="*/ 167 w 40147"/>
                <a:gd name="connsiteY6" fmla="*/ 125586 h 125507"/>
                <a:gd name="connsiteX7" fmla="*/ 20241 w 40147"/>
                <a:gd name="connsiteY7" fmla="*/ 125044 h 125507"/>
                <a:gd name="connsiteX8" fmla="*/ 40315 w 40147"/>
                <a:gd name="connsiteY8" fmla="*/ 125586 h 125507"/>
                <a:gd name="connsiteX9" fmla="*/ 40315 w 40147"/>
                <a:gd name="connsiteY9" fmla="*/ 119980 h 125507"/>
                <a:gd name="connsiteX10" fmla="*/ 26209 w 40147"/>
                <a:gd name="connsiteY10" fmla="*/ 111842 h 125507"/>
                <a:gd name="connsiteX11" fmla="*/ 26209 w 40147"/>
                <a:gd name="connsiteY11" fmla="*/ 78 h 12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147" h="125507">
                  <a:moveTo>
                    <a:pt x="26209" y="78"/>
                  </a:moveTo>
                  <a:lnTo>
                    <a:pt x="167" y="2068"/>
                  </a:lnTo>
                  <a:lnTo>
                    <a:pt x="167" y="7674"/>
                  </a:lnTo>
                  <a:cubicBezTo>
                    <a:pt x="12827" y="7674"/>
                    <a:pt x="14273" y="8940"/>
                    <a:pt x="14273" y="17801"/>
                  </a:cubicBezTo>
                  <a:lnTo>
                    <a:pt x="14273" y="111842"/>
                  </a:lnTo>
                  <a:cubicBezTo>
                    <a:pt x="14273" y="119980"/>
                    <a:pt x="12284" y="119980"/>
                    <a:pt x="167" y="119980"/>
                  </a:cubicBezTo>
                  <a:lnTo>
                    <a:pt x="167" y="125586"/>
                  </a:lnTo>
                  <a:cubicBezTo>
                    <a:pt x="6135" y="125405"/>
                    <a:pt x="15720" y="125044"/>
                    <a:pt x="20241" y="125044"/>
                  </a:cubicBezTo>
                  <a:cubicBezTo>
                    <a:pt x="24762" y="125044"/>
                    <a:pt x="33624" y="125405"/>
                    <a:pt x="40315" y="125586"/>
                  </a:cubicBezTo>
                  <a:lnTo>
                    <a:pt x="40315" y="119980"/>
                  </a:lnTo>
                  <a:cubicBezTo>
                    <a:pt x="28199" y="119980"/>
                    <a:pt x="26209" y="119980"/>
                    <a:pt x="26209" y="111842"/>
                  </a:cubicBezTo>
                  <a:lnTo>
                    <a:pt x="26209" y="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5" name="Freeform: Shape 1304">
              <a:extLst>
                <a:ext uri="{FF2B5EF4-FFF2-40B4-BE49-F238E27FC236}">
                  <a16:creationId xmlns:a16="http://schemas.microsoft.com/office/drawing/2014/main" id="{A14F7E1D-7D2D-2C56-F2D2-A16B925EA852}"/>
                </a:ext>
              </a:extLst>
            </p:cNvPr>
            <p:cNvSpPr/>
            <p:nvPr>
              <p:custDataLst>
                <p:tags r:id="rId10"/>
              </p:custDataLst>
            </p:nvPr>
          </p:nvSpPr>
          <p:spPr>
            <a:xfrm>
              <a:off x="10371554" y="6394318"/>
              <a:ext cx="90965" cy="79934"/>
            </a:xfrm>
            <a:custGeom>
              <a:avLst/>
              <a:gdLst>
                <a:gd name="connsiteX0" fmla="*/ 14276 w 90965"/>
                <a:gd name="connsiteY0" fmla="*/ 17801 h 79934"/>
                <a:gd name="connsiteX1" fmla="*/ 14276 w 90965"/>
                <a:gd name="connsiteY1" fmla="*/ 66268 h 79934"/>
                <a:gd name="connsiteX2" fmla="*/ 170 w 90965"/>
                <a:gd name="connsiteY2" fmla="*/ 74406 h 79934"/>
                <a:gd name="connsiteX3" fmla="*/ 170 w 90965"/>
                <a:gd name="connsiteY3" fmla="*/ 80013 h 79934"/>
                <a:gd name="connsiteX4" fmla="*/ 20606 w 90965"/>
                <a:gd name="connsiteY4" fmla="*/ 79470 h 79934"/>
                <a:gd name="connsiteX5" fmla="*/ 40861 w 90965"/>
                <a:gd name="connsiteY5" fmla="*/ 80013 h 79934"/>
                <a:gd name="connsiteX6" fmla="*/ 40861 w 90965"/>
                <a:gd name="connsiteY6" fmla="*/ 74406 h 79934"/>
                <a:gd name="connsiteX7" fmla="*/ 26755 w 90965"/>
                <a:gd name="connsiteY7" fmla="*/ 66268 h 79934"/>
                <a:gd name="connsiteX8" fmla="*/ 26755 w 90965"/>
                <a:gd name="connsiteY8" fmla="*/ 32992 h 79934"/>
                <a:gd name="connsiteX9" fmla="*/ 51169 w 90965"/>
                <a:gd name="connsiteY9" fmla="*/ 4057 h 79934"/>
                <a:gd name="connsiteX10" fmla="*/ 64551 w 90965"/>
                <a:gd name="connsiteY10" fmla="*/ 24131 h 79934"/>
                <a:gd name="connsiteX11" fmla="*/ 64551 w 90965"/>
                <a:gd name="connsiteY11" fmla="*/ 66268 h 79934"/>
                <a:gd name="connsiteX12" fmla="*/ 50445 w 90965"/>
                <a:gd name="connsiteY12" fmla="*/ 74406 h 79934"/>
                <a:gd name="connsiteX13" fmla="*/ 50445 w 90965"/>
                <a:gd name="connsiteY13" fmla="*/ 80013 h 79934"/>
                <a:gd name="connsiteX14" fmla="*/ 70881 w 90965"/>
                <a:gd name="connsiteY14" fmla="*/ 79470 h 79934"/>
                <a:gd name="connsiteX15" fmla="*/ 91136 w 90965"/>
                <a:gd name="connsiteY15" fmla="*/ 80013 h 79934"/>
                <a:gd name="connsiteX16" fmla="*/ 91136 w 90965"/>
                <a:gd name="connsiteY16" fmla="*/ 74406 h 79934"/>
                <a:gd name="connsiteX17" fmla="*/ 77030 w 90965"/>
                <a:gd name="connsiteY17" fmla="*/ 68981 h 79934"/>
                <a:gd name="connsiteX18" fmla="*/ 77030 w 90965"/>
                <a:gd name="connsiteY18" fmla="*/ 34439 h 79934"/>
                <a:gd name="connsiteX19" fmla="*/ 71424 w 90965"/>
                <a:gd name="connsiteY19" fmla="*/ 6770 h 79934"/>
                <a:gd name="connsiteX20" fmla="*/ 52435 w 90965"/>
                <a:gd name="connsiteY20" fmla="*/ 78 h 79934"/>
                <a:gd name="connsiteX21" fmla="*/ 25669 w 90965"/>
                <a:gd name="connsiteY21" fmla="*/ 19067 h 79934"/>
                <a:gd name="connsiteX22" fmla="*/ 25669 w 90965"/>
                <a:gd name="connsiteY22" fmla="*/ 78 h 79934"/>
                <a:gd name="connsiteX23" fmla="*/ 170 w 90965"/>
                <a:gd name="connsiteY23" fmla="*/ 2068 h 79934"/>
                <a:gd name="connsiteX24" fmla="*/ 170 w 90965"/>
                <a:gd name="connsiteY24" fmla="*/ 7674 h 79934"/>
                <a:gd name="connsiteX25" fmla="*/ 14276 w 90965"/>
                <a:gd name="connsiteY25" fmla="*/ 17801 h 79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0965" h="79934">
                  <a:moveTo>
                    <a:pt x="14276" y="17801"/>
                  </a:moveTo>
                  <a:lnTo>
                    <a:pt x="14276" y="66268"/>
                  </a:lnTo>
                  <a:cubicBezTo>
                    <a:pt x="14276" y="74406"/>
                    <a:pt x="12287" y="74406"/>
                    <a:pt x="170" y="74406"/>
                  </a:cubicBezTo>
                  <a:lnTo>
                    <a:pt x="170" y="80013"/>
                  </a:lnTo>
                  <a:cubicBezTo>
                    <a:pt x="6500" y="79832"/>
                    <a:pt x="15723" y="79470"/>
                    <a:pt x="20606" y="79470"/>
                  </a:cubicBezTo>
                  <a:cubicBezTo>
                    <a:pt x="25308" y="79470"/>
                    <a:pt x="34712" y="79832"/>
                    <a:pt x="40861" y="80013"/>
                  </a:cubicBezTo>
                  <a:lnTo>
                    <a:pt x="40861" y="74406"/>
                  </a:lnTo>
                  <a:cubicBezTo>
                    <a:pt x="28744" y="74406"/>
                    <a:pt x="26755" y="74406"/>
                    <a:pt x="26755" y="66268"/>
                  </a:cubicBezTo>
                  <a:lnTo>
                    <a:pt x="26755" y="32992"/>
                  </a:lnTo>
                  <a:cubicBezTo>
                    <a:pt x="26755" y="14184"/>
                    <a:pt x="39595" y="4057"/>
                    <a:pt x="51169" y="4057"/>
                  </a:cubicBezTo>
                  <a:cubicBezTo>
                    <a:pt x="62562" y="4057"/>
                    <a:pt x="64551" y="13823"/>
                    <a:pt x="64551" y="24131"/>
                  </a:cubicBezTo>
                  <a:lnTo>
                    <a:pt x="64551" y="66268"/>
                  </a:lnTo>
                  <a:cubicBezTo>
                    <a:pt x="64551" y="74406"/>
                    <a:pt x="62562" y="74406"/>
                    <a:pt x="50445" y="74406"/>
                  </a:cubicBezTo>
                  <a:lnTo>
                    <a:pt x="50445" y="80013"/>
                  </a:lnTo>
                  <a:cubicBezTo>
                    <a:pt x="56775" y="79832"/>
                    <a:pt x="65998" y="79470"/>
                    <a:pt x="70881" y="79470"/>
                  </a:cubicBezTo>
                  <a:cubicBezTo>
                    <a:pt x="75583" y="79470"/>
                    <a:pt x="84987" y="79832"/>
                    <a:pt x="91136" y="80013"/>
                  </a:cubicBezTo>
                  <a:lnTo>
                    <a:pt x="91136" y="74406"/>
                  </a:lnTo>
                  <a:cubicBezTo>
                    <a:pt x="81732" y="74406"/>
                    <a:pt x="77211" y="74406"/>
                    <a:pt x="77030" y="68981"/>
                  </a:cubicBezTo>
                  <a:lnTo>
                    <a:pt x="77030" y="34439"/>
                  </a:lnTo>
                  <a:cubicBezTo>
                    <a:pt x="77030" y="18886"/>
                    <a:pt x="77030" y="13280"/>
                    <a:pt x="71424" y="6770"/>
                  </a:cubicBezTo>
                  <a:cubicBezTo>
                    <a:pt x="68892" y="3695"/>
                    <a:pt x="62924" y="78"/>
                    <a:pt x="52435" y="78"/>
                  </a:cubicBezTo>
                  <a:cubicBezTo>
                    <a:pt x="39233" y="78"/>
                    <a:pt x="30733" y="7855"/>
                    <a:pt x="25669" y="19067"/>
                  </a:cubicBezTo>
                  <a:lnTo>
                    <a:pt x="25669" y="78"/>
                  </a:lnTo>
                  <a:lnTo>
                    <a:pt x="170" y="2068"/>
                  </a:lnTo>
                  <a:lnTo>
                    <a:pt x="170" y="7674"/>
                  </a:lnTo>
                  <a:cubicBezTo>
                    <a:pt x="12829" y="7674"/>
                    <a:pt x="14276" y="8940"/>
                    <a:pt x="14276" y="1780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6" name="Freeform: Shape 1305">
              <a:extLst>
                <a:ext uri="{FF2B5EF4-FFF2-40B4-BE49-F238E27FC236}">
                  <a16:creationId xmlns:a16="http://schemas.microsoft.com/office/drawing/2014/main" id="{B4D70C4D-42C4-9090-DE08-A6C09CA2FD71}"/>
                </a:ext>
              </a:extLst>
            </p:cNvPr>
            <p:cNvSpPr/>
            <p:nvPr>
              <p:custDataLst>
                <p:tags r:id="rId11"/>
              </p:custDataLst>
            </p:nvPr>
          </p:nvSpPr>
          <p:spPr>
            <a:xfrm>
              <a:off x="10533993" y="6212021"/>
              <a:ext cx="88976" cy="433852"/>
            </a:xfrm>
            <a:custGeom>
              <a:avLst/>
              <a:gdLst>
                <a:gd name="connsiteX0" fmla="*/ 89154 w 88976"/>
                <a:gd name="connsiteY0" fmla="*/ 432108 h 433852"/>
                <a:gd name="connsiteX1" fmla="*/ 88430 w 88976"/>
                <a:gd name="connsiteY1" fmla="*/ 430481 h 433852"/>
                <a:gd name="connsiteX2" fmla="*/ 57506 w 88976"/>
                <a:gd name="connsiteY2" fmla="*/ 392141 h 433852"/>
                <a:gd name="connsiteX3" fmla="*/ 15188 w 88976"/>
                <a:gd name="connsiteY3" fmla="*/ 217081 h 433852"/>
                <a:gd name="connsiteX4" fmla="*/ 51538 w 88976"/>
                <a:gd name="connsiteY4" fmla="*/ 51786 h 433852"/>
                <a:gd name="connsiteX5" fmla="*/ 88611 w 88976"/>
                <a:gd name="connsiteY5" fmla="*/ 3319 h 433852"/>
                <a:gd name="connsiteX6" fmla="*/ 89154 w 88976"/>
                <a:gd name="connsiteY6" fmla="*/ 1873 h 433852"/>
                <a:gd name="connsiteX7" fmla="*/ 85356 w 88976"/>
                <a:gd name="connsiteY7" fmla="*/ 64 h 433852"/>
                <a:gd name="connsiteX8" fmla="*/ 79750 w 88976"/>
                <a:gd name="connsiteY8" fmla="*/ 2777 h 433852"/>
                <a:gd name="connsiteX9" fmla="*/ 177 w 88976"/>
                <a:gd name="connsiteY9" fmla="*/ 216900 h 433852"/>
                <a:gd name="connsiteX10" fmla="*/ 62388 w 88976"/>
                <a:gd name="connsiteY10" fmla="*/ 413662 h 433852"/>
                <a:gd name="connsiteX11" fmla="*/ 80292 w 88976"/>
                <a:gd name="connsiteY11" fmla="*/ 431747 h 433852"/>
                <a:gd name="connsiteX12" fmla="*/ 85356 w 88976"/>
                <a:gd name="connsiteY12" fmla="*/ 433917 h 433852"/>
                <a:gd name="connsiteX13" fmla="*/ 89154 w 88976"/>
                <a:gd name="connsiteY13" fmla="*/ 432108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154" y="432108"/>
                  </a:moveTo>
                  <a:cubicBezTo>
                    <a:pt x="89154" y="431385"/>
                    <a:pt x="88792" y="431023"/>
                    <a:pt x="88430" y="430481"/>
                  </a:cubicBezTo>
                  <a:cubicBezTo>
                    <a:pt x="81739" y="423789"/>
                    <a:pt x="69622" y="411672"/>
                    <a:pt x="57506" y="392141"/>
                  </a:cubicBezTo>
                  <a:cubicBezTo>
                    <a:pt x="28389" y="345482"/>
                    <a:pt x="15188" y="286707"/>
                    <a:pt x="15188" y="217081"/>
                  </a:cubicBezTo>
                  <a:cubicBezTo>
                    <a:pt x="15188" y="168433"/>
                    <a:pt x="21698" y="105679"/>
                    <a:pt x="51538" y="51786"/>
                  </a:cubicBezTo>
                  <a:cubicBezTo>
                    <a:pt x="65825" y="26106"/>
                    <a:pt x="80654" y="11277"/>
                    <a:pt x="88611" y="3319"/>
                  </a:cubicBezTo>
                  <a:cubicBezTo>
                    <a:pt x="89154" y="2777"/>
                    <a:pt x="89154" y="2415"/>
                    <a:pt x="89154" y="1873"/>
                  </a:cubicBezTo>
                  <a:cubicBezTo>
                    <a:pt x="89154" y="64"/>
                    <a:pt x="87888" y="64"/>
                    <a:pt x="85356" y="64"/>
                  </a:cubicBezTo>
                  <a:cubicBezTo>
                    <a:pt x="82824" y="64"/>
                    <a:pt x="82462" y="64"/>
                    <a:pt x="79750" y="2777"/>
                  </a:cubicBezTo>
                  <a:cubicBezTo>
                    <a:pt x="19166" y="57935"/>
                    <a:pt x="177" y="140763"/>
                    <a:pt x="177" y="216900"/>
                  </a:cubicBezTo>
                  <a:cubicBezTo>
                    <a:pt x="177" y="287973"/>
                    <a:pt x="16454" y="359588"/>
                    <a:pt x="62388" y="413662"/>
                  </a:cubicBezTo>
                  <a:cubicBezTo>
                    <a:pt x="66005" y="417821"/>
                    <a:pt x="72878" y="425236"/>
                    <a:pt x="80292" y="431747"/>
                  </a:cubicBezTo>
                  <a:cubicBezTo>
                    <a:pt x="82462" y="433917"/>
                    <a:pt x="82824" y="433917"/>
                    <a:pt x="85356" y="433917"/>
                  </a:cubicBezTo>
                  <a:cubicBezTo>
                    <a:pt x="87888" y="433917"/>
                    <a:pt x="89154" y="433917"/>
                    <a:pt x="89154" y="43210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7" name="Freeform: Shape 1306">
              <a:extLst>
                <a:ext uri="{FF2B5EF4-FFF2-40B4-BE49-F238E27FC236}">
                  <a16:creationId xmlns:a16="http://schemas.microsoft.com/office/drawing/2014/main" id="{6B17AD6B-2E86-56F0-4904-F6092A859580}"/>
                </a:ext>
              </a:extLst>
            </p:cNvPr>
            <p:cNvSpPr/>
            <p:nvPr>
              <p:custDataLst>
                <p:tags r:id="rId12"/>
              </p:custDataLst>
            </p:nvPr>
          </p:nvSpPr>
          <p:spPr>
            <a:xfrm>
              <a:off x="10658436" y="6228389"/>
              <a:ext cx="129124" cy="123518"/>
            </a:xfrm>
            <a:custGeom>
              <a:avLst/>
              <a:gdLst>
                <a:gd name="connsiteX0" fmla="*/ 47748 w 129124"/>
                <a:gd name="connsiteY0" fmla="*/ 66442 h 123518"/>
                <a:gd name="connsiteX1" fmla="*/ 78492 w 129124"/>
                <a:gd name="connsiteY1" fmla="*/ 66442 h 123518"/>
                <a:gd name="connsiteX2" fmla="*/ 129310 w 129124"/>
                <a:gd name="connsiteY2" fmla="*/ 27379 h 123518"/>
                <a:gd name="connsiteX3" fmla="*/ 93683 w 129124"/>
                <a:gd name="connsiteY3" fmla="*/ 71 h 123518"/>
                <a:gd name="connsiteX4" fmla="*/ 35089 w 129124"/>
                <a:gd name="connsiteY4" fmla="*/ 71 h 123518"/>
                <a:gd name="connsiteX5" fmla="*/ 29664 w 129124"/>
                <a:gd name="connsiteY5" fmla="*/ 3508 h 123518"/>
                <a:gd name="connsiteX6" fmla="*/ 34908 w 129124"/>
                <a:gd name="connsiteY6" fmla="*/ 5678 h 123518"/>
                <a:gd name="connsiteX7" fmla="*/ 42685 w 129124"/>
                <a:gd name="connsiteY7" fmla="*/ 6039 h 123518"/>
                <a:gd name="connsiteX8" fmla="*/ 46663 w 129124"/>
                <a:gd name="connsiteY8" fmla="*/ 8933 h 123518"/>
                <a:gd name="connsiteX9" fmla="*/ 45940 w 129124"/>
                <a:gd name="connsiteY9" fmla="*/ 12369 h 123518"/>
                <a:gd name="connsiteX10" fmla="*/ 21707 w 129124"/>
                <a:gd name="connsiteY10" fmla="*/ 109484 h 123518"/>
                <a:gd name="connsiteX11" fmla="*/ 5250 w 129124"/>
                <a:gd name="connsiteY11" fmla="*/ 117984 h 123518"/>
                <a:gd name="connsiteX12" fmla="*/ 186 w 129124"/>
                <a:gd name="connsiteY12" fmla="*/ 121420 h 123518"/>
                <a:gd name="connsiteX13" fmla="*/ 2899 w 129124"/>
                <a:gd name="connsiteY13" fmla="*/ 123590 h 123518"/>
                <a:gd name="connsiteX14" fmla="*/ 25866 w 129124"/>
                <a:gd name="connsiteY14" fmla="*/ 123048 h 123518"/>
                <a:gd name="connsiteX15" fmla="*/ 37440 w 129124"/>
                <a:gd name="connsiteY15" fmla="*/ 123228 h 123518"/>
                <a:gd name="connsiteX16" fmla="*/ 49195 w 129124"/>
                <a:gd name="connsiteY16" fmla="*/ 123590 h 123518"/>
                <a:gd name="connsiteX17" fmla="*/ 52812 w 129124"/>
                <a:gd name="connsiteY17" fmla="*/ 119973 h 123518"/>
                <a:gd name="connsiteX18" fmla="*/ 47748 w 129124"/>
                <a:gd name="connsiteY18" fmla="*/ 117984 h 123518"/>
                <a:gd name="connsiteX19" fmla="*/ 35993 w 129124"/>
                <a:gd name="connsiteY19" fmla="*/ 114729 h 123518"/>
                <a:gd name="connsiteX20" fmla="*/ 36536 w 129124"/>
                <a:gd name="connsiteY20" fmla="*/ 111654 h 123518"/>
                <a:gd name="connsiteX21" fmla="*/ 47748 w 129124"/>
                <a:gd name="connsiteY21" fmla="*/ 66442 h 123518"/>
                <a:gd name="connsiteX22" fmla="*/ 60769 w 129124"/>
                <a:gd name="connsiteY22" fmla="*/ 12550 h 123518"/>
                <a:gd name="connsiteX23" fmla="*/ 70535 w 129124"/>
                <a:gd name="connsiteY23" fmla="*/ 5678 h 123518"/>
                <a:gd name="connsiteX24" fmla="*/ 87896 w 129124"/>
                <a:gd name="connsiteY24" fmla="*/ 5678 h 123518"/>
                <a:gd name="connsiteX25" fmla="*/ 112491 w 129124"/>
                <a:gd name="connsiteY25" fmla="*/ 23039 h 123518"/>
                <a:gd name="connsiteX26" fmla="*/ 101821 w 129124"/>
                <a:gd name="connsiteY26" fmla="*/ 52155 h 123518"/>
                <a:gd name="connsiteX27" fmla="*/ 73971 w 129124"/>
                <a:gd name="connsiteY27" fmla="*/ 61740 h 123518"/>
                <a:gd name="connsiteX28" fmla="*/ 48472 w 129124"/>
                <a:gd name="connsiteY28" fmla="*/ 61740 h 123518"/>
                <a:gd name="connsiteX29" fmla="*/ 60769 w 129124"/>
                <a:gd name="connsiteY29" fmla="*/ 12550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42"/>
                  </a:moveTo>
                  <a:lnTo>
                    <a:pt x="78492" y="66442"/>
                  </a:lnTo>
                  <a:cubicBezTo>
                    <a:pt x="104173" y="66442"/>
                    <a:pt x="129310" y="47634"/>
                    <a:pt x="129310" y="27379"/>
                  </a:cubicBezTo>
                  <a:cubicBezTo>
                    <a:pt x="129310" y="13454"/>
                    <a:pt x="117374" y="71"/>
                    <a:pt x="93683" y="71"/>
                  </a:cubicBezTo>
                  <a:lnTo>
                    <a:pt x="35089" y="71"/>
                  </a:lnTo>
                  <a:cubicBezTo>
                    <a:pt x="31653" y="71"/>
                    <a:pt x="29664" y="71"/>
                    <a:pt x="29664" y="3508"/>
                  </a:cubicBezTo>
                  <a:cubicBezTo>
                    <a:pt x="29664" y="5678"/>
                    <a:pt x="31291" y="5678"/>
                    <a:pt x="34908" y="5678"/>
                  </a:cubicBezTo>
                  <a:cubicBezTo>
                    <a:pt x="37259" y="5678"/>
                    <a:pt x="40515" y="5859"/>
                    <a:pt x="42685" y="6039"/>
                  </a:cubicBezTo>
                  <a:cubicBezTo>
                    <a:pt x="45578" y="6401"/>
                    <a:pt x="46663" y="6944"/>
                    <a:pt x="46663" y="8933"/>
                  </a:cubicBezTo>
                  <a:cubicBezTo>
                    <a:pt x="46663" y="9656"/>
                    <a:pt x="46483" y="10199"/>
                    <a:pt x="45940" y="12369"/>
                  </a:cubicBezTo>
                  <a:lnTo>
                    <a:pt x="21707" y="109484"/>
                  </a:lnTo>
                  <a:cubicBezTo>
                    <a:pt x="19898" y="116537"/>
                    <a:pt x="19536" y="117984"/>
                    <a:pt x="5250" y="117984"/>
                  </a:cubicBezTo>
                  <a:cubicBezTo>
                    <a:pt x="2175" y="117984"/>
                    <a:pt x="186" y="117984"/>
                    <a:pt x="186" y="121420"/>
                  </a:cubicBezTo>
                  <a:cubicBezTo>
                    <a:pt x="186" y="123590"/>
                    <a:pt x="2356" y="123590"/>
                    <a:pt x="2899" y="123590"/>
                  </a:cubicBezTo>
                  <a:cubicBezTo>
                    <a:pt x="7962" y="123590"/>
                    <a:pt x="20802" y="123048"/>
                    <a:pt x="25866" y="123048"/>
                  </a:cubicBezTo>
                  <a:cubicBezTo>
                    <a:pt x="29664" y="123048"/>
                    <a:pt x="33642" y="123228"/>
                    <a:pt x="37440" y="123228"/>
                  </a:cubicBezTo>
                  <a:cubicBezTo>
                    <a:pt x="41419" y="123228"/>
                    <a:pt x="45397" y="123590"/>
                    <a:pt x="49195" y="123590"/>
                  </a:cubicBezTo>
                  <a:cubicBezTo>
                    <a:pt x="50461" y="123590"/>
                    <a:pt x="52812" y="123590"/>
                    <a:pt x="52812" y="119973"/>
                  </a:cubicBezTo>
                  <a:cubicBezTo>
                    <a:pt x="52812" y="117984"/>
                    <a:pt x="51185" y="117984"/>
                    <a:pt x="47748" y="117984"/>
                  </a:cubicBezTo>
                  <a:cubicBezTo>
                    <a:pt x="41057" y="117984"/>
                    <a:pt x="35993" y="117984"/>
                    <a:pt x="35993" y="114729"/>
                  </a:cubicBezTo>
                  <a:cubicBezTo>
                    <a:pt x="35993" y="113644"/>
                    <a:pt x="36355" y="112739"/>
                    <a:pt x="36536" y="111654"/>
                  </a:cubicBezTo>
                  <a:lnTo>
                    <a:pt x="47748" y="66442"/>
                  </a:lnTo>
                  <a:close/>
                  <a:moveTo>
                    <a:pt x="60769" y="12550"/>
                  </a:moveTo>
                  <a:cubicBezTo>
                    <a:pt x="62397" y="6220"/>
                    <a:pt x="62759" y="5678"/>
                    <a:pt x="70535" y="5678"/>
                  </a:cubicBezTo>
                  <a:lnTo>
                    <a:pt x="87896" y="5678"/>
                  </a:lnTo>
                  <a:cubicBezTo>
                    <a:pt x="102907" y="5678"/>
                    <a:pt x="112491" y="10561"/>
                    <a:pt x="112491" y="23039"/>
                  </a:cubicBezTo>
                  <a:cubicBezTo>
                    <a:pt x="112491" y="30092"/>
                    <a:pt x="108874" y="45645"/>
                    <a:pt x="101821" y="52155"/>
                  </a:cubicBezTo>
                  <a:cubicBezTo>
                    <a:pt x="92779" y="60294"/>
                    <a:pt x="81928" y="61740"/>
                    <a:pt x="73971" y="61740"/>
                  </a:cubicBezTo>
                  <a:lnTo>
                    <a:pt x="48472" y="61740"/>
                  </a:lnTo>
                  <a:lnTo>
                    <a:pt x="60769" y="1255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8" name="Freeform: Shape 1307">
              <a:extLst>
                <a:ext uri="{FF2B5EF4-FFF2-40B4-BE49-F238E27FC236}">
                  <a16:creationId xmlns:a16="http://schemas.microsoft.com/office/drawing/2014/main" id="{21406D6D-4F38-35CE-8928-5653D0C92154}"/>
                </a:ext>
              </a:extLst>
            </p:cNvPr>
            <p:cNvSpPr/>
            <p:nvPr>
              <p:custDataLst>
                <p:tags r:id="rId13"/>
              </p:custDataLst>
            </p:nvPr>
          </p:nvSpPr>
          <p:spPr>
            <a:xfrm>
              <a:off x="10810330" y="6216272"/>
              <a:ext cx="41956" cy="180847"/>
            </a:xfrm>
            <a:custGeom>
              <a:avLst/>
              <a:gdLst>
                <a:gd name="connsiteX0" fmla="*/ 42150 w 41956"/>
                <a:gd name="connsiteY0" fmla="*/ 179110 h 180847"/>
                <a:gd name="connsiteX1" fmla="*/ 39076 w 41956"/>
                <a:gd name="connsiteY1" fmla="*/ 175132 h 180847"/>
                <a:gd name="connsiteX2" fmla="*/ 10683 w 41956"/>
                <a:gd name="connsiteY2" fmla="*/ 90495 h 180847"/>
                <a:gd name="connsiteX3" fmla="*/ 39799 w 41956"/>
                <a:gd name="connsiteY3" fmla="*/ 4954 h 180847"/>
                <a:gd name="connsiteX4" fmla="*/ 42150 w 41956"/>
                <a:gd name="connsiteY4" fmla="*/ 1880 h 180847"/>
                <a:gd name="connsiteX5" fmla="*/ 40342 w 41956"/>
                <a:gd name="connsiteY5" fmla="*/ 71 h 180847"/>
                <a:gd name="connsiteX6" fmla="*/ 11587 w 41956"/>
                <a:gd name="connsiteY6" fmla="*/ 35337 h 180847"/>
                <a:gd name="connsiteX7" fmla="*/ 194 w 41956"/>
                <a:gd name="connsiteY7" fmla="*/ 90495 h 180847"/>
                <a:gd name="connsiteX8" fmla="*/ 12130 w 41956"/>
                <a:gd name="connsiteY8" fmla="*/ 146919 h 180847"/>
                <a:gd name="connsiteX9" fmla="*/ 40342 w 41956"/>
                <a:gd name="connsiteY9" fmla="*/ 180919 h 180847"/>
                <a:gd name="connsiteX10" fmla="*/ 42150 w 41956"/>
                <a:gd name="connsiteY10" fmla="*/ 179110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10"/>
                  </a:moveTo>
                  <a:cubicBezTo>
                    <a:pt x="42150" y="178568"/>
                    <a:pt x="42150" y="178206"/>
                    <a:pt x="39076" y="175132"/>
                  </a:cubicBezTo>
                  <a:cubicBezTo>
                    <a:pt x="16470" y="152345"/>
                    <a:pt x="10683" y="118165"/>
                    <a:pt x="10683" y="90495"/>
                  </a:cubicBezTo>
                  <a:cubicBezTo>
                    <a:pt x="10683" y="59028"/>
                    <a:pt x="17555" y="27560"/>
                    <a:pt x="39799" y="4954"/>
                  </a:cubicBezTo>
                  <a:cubicBezTo>
                    <a:pt x="42150" y="2784"/>
                    <a:pt x="42150" y="2422"/>
                    <a:pt x="42150" y="1880"/>
                  </a:cubicBezTo>
                  <a:cubicBezTo>
                    <a:pt x="42150" y="614"/>
                    <a:pt x="41427" y="71"/>
                    <a:pt x="40342" y="71"/>
                  </a:cubicBezTo>
                  <a:cubicBezTo>
                    <a:pt x="38533" y="71"/>
                    <a:pt x="22257" y="12369"/>
                    <a:pt x="11587" y="35337"/>
                  </a:cubicBezTo>
                  <a:cubicBezTo>
                    <a:pt x="2364" y="55230"/>
                    <a:pt x="194" y="75304"/>
                    <a:pt x="194" y="90495"/>
                  </a:cubicBezTo>
                  <a:cubicBezTo>
                    <a:pt x="194" y="104601"/>
                    <a:pt x="2183" y="126484"/>
                    <a:pt x="12130" y="146919"/>
                  </a:cubicBezTo>
                  <a:cubicBezTo>
                    <a:pt x="22980" y="169164"/>
                    <a:pt x="38533" y="180919"/>
                    <a:pt x="40342" y="180919"/>
                  </a:cubicBezTo>
                  <a:cubicBezTo>
                    <a:pt x="41427" y="180919"/>
                    <a:pt x="42150" y="180376"/>
                    <a:pt x="42150" y="17911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9" name="Freeform: Shape 1308">
              <a:extLst>
                <a:ext uri="{FF2B5EF4-FFF2-40B4-BE49-F238E27FC236}">
                  <a16:creationId xmlns:a16="http://schemas.microsoft.com/office/drawing/2014/main" id="{0A4337D7-30F3-253C-DD7A-0ECCC6A1819F}"/>
                </a:ext>
              </a:extLst>
            </p:cNvPr>
            <p:cNvSpPr/>
            <p:nvPr>
              <p:custDataLst>
                <p:tags r:id="rId14"/>
              </p:custDataLst>
            </p:nvPr>
          </p:nvSpPr>
          <p:spPr>
            <a:xfrm>
              <a:off x="10869085" y="6228389"/>
              <a:ext cx="131475" cy="123518"/>
            </a:xfrm>
            <a:custGeom>
              <a:avLst/>
              <a:gdLst>
                <a:gd name="connsiteX0" fmla="*/ 101833 w 131475"/>
                <a:gd name="connsiteY0" fmla="*/ 20688 h 123518"/>
                <a:gd name="connsiteX1" fmla="*/ 104365 w 131475"/>
                <a:gd name="connsiteY1" fmla="*/ 18156 h 123518"/>
                <a:gd name="connsiteX2" fmla="*/ 128056 w 131475"/>
                <a:gd name="connsiteY2" fmla="*/ 5678 h 123518"/>
                <a:gd name="connsiteX3" fmla="*/ 131673 w 131475"/>
                <a:gd name="connsiteY3" fmla="*/ 2242 h 123518"/>
                <a:gd name="connsiteX4" fmla="*/ 129322 w 131475"/>
                <a:gd name="connsiteY4" fmla="*/ 71 h 123518"/>
                <a:gd name="connsiteX5" fmla="*/ 114492 w 131475"/>
                <a:gd name="connsiteY5" fmla="*/ 614 h 123518"/>
                <a:gd name="connsiteX6" fmla="*/ 96408 w 131475"/>
                <a:gd name="connsiteY6" fmla="*/ 71 h 123518"/>
                <a:gd name="connsiteX7" fmla="*/ 92972 w 131475"/>
                <a:gd name="connsiteY7" fmla="*/ 3508 h 123518"/>
                <a:gd name="connsiteX8" fmla="*/ 95684 w 131475"/>
                <a:gd name="connsiteY8" fmla="*/ 5678 h 123518"/>
                <a:gd name="connsiteX9" fmla="*/ 102195 w 131475"/>
                <a:gd name="connsiteY9" fmla="*/ 9837 h 123518"/>
                <a:gd name="connsiteX10" fmla="*/ 97312 w 131475"/>
                <a:gd name="connsiteY10" fmla="*/ 18518 h 123518"/>
                <a:gd name="connsiteX11" fmla="*/ 55356 w 131475"/>
                <a:gd name="connsiteY11" fmla="*/ 66804 h 123518"/>
                <a:gd name="connsiteX12" fmla="*/ 35463 w 131475"/>
                <a:gd name="connsiteY12" fmla="*/ 13092 h 123518"/>
                <a:gd name="connsiteX13" fmla="*/ 34377 w 131475"/>
                <a:gd name="connsiteY13" fmla="*/ 10018 h 123518"/>
                <a:gd name="connsiteX14" fmla="*/ 45047 w 131475"/>
                <a:gd name="connsiteY14" fmla="*/ 5678 h 123518"/>
                <a:gd name="connsiteX15" fmla="*/ 49388 w 131475"/>
                <a:gd name="connsiteY15" fmla="*/ 2061 h 123518"/>
                <a:gd name="connsiteX16" fmla="*/ 46675 w 131475"/>
                <a:gd name="connsiteY16" fmla="*/ 71 h 123518"/>
                <a:gd name="connsiteX17" fmla="*/ 23888 w 131475"/>
                <a:gd name="connsiteY17" fmla="*/ 614 h 123518"/>
                <a:gd name="connsiteX18" fmla="*/ 3634 w 131475"/>
                <a:gd name="connsiteY18" fmla="*/ 71 h 123518"/>
                <a:gd name="connsiteX19" fmla="*/ 198 w 131475"/>
                <a:gd name="connsiteY19" fmla="*/ 3688 h 123518"/>
                <a:gd name="connsiteX20" fmla="*/ 4357 w 131475"/>
                <a:gd name="connsiteY20" fmla="*/ 5678 h 123518"/>
                <a:gd name="connsiteX21" fmla="*/ 17559 w 131475"/>
                <a:gd name="connsiteY21" fmla="*/ 11827 h 123518"/>
                <a:gd name="connsiteX22" fmla="*/ 39803 w 131475"/>
                <a:gd name="connsiteY22" fmla="*/ 71325 h 123518"/>
                <a:gd name="connsiteX23" fmla="*/ 40526 w 131475"/>
                <a:gd name="connsiteY23" fmla="*/ 74400 h 123518"/>
                <a:gd name="connsiteX24" fmla="*/ 32388 w 131475"/>
                <a:gd name="connsiteY24" fmla="*/ 107314 h 123518"/>
                <a:gd name="connsiteX25" fmla="*/ 15389 w 131475"/>
                <a:gd name="connsiteY25" fmla="*/ 117984 h 123518"/>
                <a:gd name="connsiteX26" fmla="*/ 10506 w 131475"/>
                <a:gd name="connsiteY26" fmla="*/ 121601 h 123518"/>
                <a:gd name="connsiteX27" fmla="*/ 13038 w 131475"/>
                <a:gd name="connsiteY27" fmla="*/ 123590 h 123518"/>
                <a:gd name="connsiteX28" fmla="*/ 35824 w 131475"/>
                <a:gd name="connsiteY28" fmla="*/ 123048 h 123518"/>
                <a:gd name="connsiteX29" fmla="*/ 58973 w 131475"/>
                <a:gd name="connsiteY29" fmla="*/ 123590 h 123518"/>
                <a:gd name="connsiteX30" fmla="*/ 62409 w 131475"/>
                <a:gd name="connsiteY30" fmla="*/ 119973 h 123518"/>
                <a:gd name="connsiteX31" fmla="*/ 57345 w 131475"/>
                <a:gd name="connsiteY31" fmla="*/ 117984 h 123518"/>
                <a:gd name="connsiteX32" fmla="*/ 50473 w 131475"/>
                <a:gd name="connsiteY32" fmla="*/ 117622 h 123518"/>
                <a:gd name="connsiteX33" fmla="*/ 45590 w 131475"/>
                <a:gd name="connsiteY33" fmla="*/ 114729 h 123518"/>
                <a:gd name="connsiteX34" fmla="*/ 48122 w 131475"/>
                <a:gd name="connsiteY34" fmla="*/ 103335 h 123518"/>
                <a:gd name="connsiteX35" fmla="*/ 54451 w 131475"/>
                <a:gd name="connsiteY35" fmla="*/ 77836 h 123518"/>
                <a:gd name="connsiteX36" fmla="*/ 56983 w 131475"/>
                <a:gd name="connsiteY36" fmla="*/ 72230 h 123518"/>
                <a:gd name="connsiteX37" fmla="*/ 101833 w 131475"/>
                <a:gd name="connsiteY37" fmla="*/ 20688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688"/>
                  </a:moveTo>
                  <a:lnTo>
                    <a:pt x="104365" y="18156"/>
                  </a:lnTo>
                  <a:cubicBezTo>
                    <a:pt x="109790" y="12731"/>
                    <a:pt x="115758" y="6582"/>
                    <a:pt x="128056" y="5678"/>
                  </a:cubicBezTo>
                  <a:cubicBezTo>
                    <a:pt x="130045" y="5497"/>
                    <a:pt x="131673" y="5497"/>
                    <a:pt x="131673" y="2242"/>
                  </a:cubicBezTo>
                  <a:cubicBezTo>
                    <a:pt x="131673" y="795"/>
                    <a:pt x="130769" y="71"/>
                    <a:pt x="129322" y="71"/>
                  </a:cubicBezTo>
                  <a:cubicBezTo>
                    <a:pt x="124620" y="71"/>
                    <a:pt x="119375" y="614"/>
                    <a:pt x="114492" y="614"/>
                  </a:cubicBezTo>
                  <a:cubicBezTo>
                    <a:pt x="108524" y="614"/>
                    <a:pt x="102195" y="71"/>
                    <a:pt x="96408" y="71"/>
                  </a:cubicBezTo>
                  <a:cubicBezTo>
                    <a:pt x="95323" y="71"/>
                    <a:pt x="92972" y="71"/>
                    <a:pt x="92972" y="3508"/>
                  </a:cubicBezTo>
                  <a:cubicBezTo>
                    <a:pt x="92972" y="5497"/>
                    <a:pt x="94780" y="5678"/>
                    <a:pt x="95684" y="5678"/>
                  </a:cubicBezTo>
                  <a:cubicBezTo>
                    <a:pt x="96950" y="5678"/>
                    <a:pt x="102195" y="6039"/>
                    <a:pt x="102195" y="9837"/>
                  </a:cubicBezTo>
                  <a:cubicBezTo>
                    <a:pt x="102195" y="12912"/>
                    <a:pt x="98035" y="17614"/>
                    <a:pt x="97312" y="18518"/>
                  </a:cubicBezTo>
                  <a:lnTo>
                    <a:pt x="55356" y="66804"/>
                  </a:lnTo>
                  <a:lnTo>
                    <a:pt x="35463" y="13092"/>
                  </a:lnTo>
                  <a:cubicBezTo>
                    <a:pt x="34377" y="10561"/>
                    <a:pt x="34377" y="10199"/>
                    <a:pt x="34377" y="10018"/>
                  </a:cubicBezTo>
                  <a:cubicBezTo>
                    <a:pt x="34377" y="5678"/>
                    <a:pt x="43239" y="5678"/>
                    <a:pt x="45047" y="5678"/>
                  </a:cubicBezTo>
                  <a:cubicBezTo>
                    <a:pt x="47579" y="5678"/>
                    <a:pt x="49388" y="5678"/>
                    <a:pt x="49388" y="2061"/>
                  </a:cubicBezTo>
                  <a:cubicBezTo>
                    <a:pt x="49388" y="71"/>
                    <a:pt x="47218" y="71"/>
                    <a:pt x="46675" y="71"/>
                  </a:cubicBezTo>
                  <a:cubicBezTo>
                    <a:pt x="41611" y="71"/>
                    <a:pt x="28952" y="614"/>
                    <a:pt x="23888" y="614"/>
                  </a:cubicBezTo>
                  <a:cubicBezTo>
                    <a:pt x="19367" y="614"/>
                    <a:pt x="8155" y="71"/>
                    <a:pt x="3634" y="71"/>
                  </a:cubicBezTo>
                  <a:cubicBezTo>
                    <a:pt x="2549" y="71"/>
                    <a:pt x="198" y="71"/>
                    <a:pt x="198" y="3688"/>
                  </a:cubicBezTo>
                  <a:cubicBezTo>
                    <a:pt x="198" y="5678"/>
                    <a:pt x="2006" y="5678"/>
                    <a:pt x="4357" y="5678"/>
                  </a:cubicBezTo>
                  <a:cubicBezTo>
                    <a:pt x="15208" y="5678"/>
                    <a:pt x="15931" y="7305"/>
                    <a:pt x="17559" y="11827"/>
                  </a:cubicBezTo>
                  <a:lnTo>
                    <a:pt x="39803" y="71325"/>
                  </a:lnTo>
                  <a:cubicBezTo>
                    <a:pt x="39984" y="71868"/>
                    <a:pt x="40526" y="73857"/>
                    <a:pt x="40526" y="74400"/>
                  </a:cubicBezTo>
                  <a:cubicBezTo>
                    <a:pt x="40526" y="74942"/>
                    <a:pt x="33292" y="104059"/>
                    <a:pt x="32388" y="107314"/>
                  </a:cubicBezTo>
                  <a:cubicBezTo>
                    <a:pt x="30037" y="117260"/>
                    <a:pt x="29856" y="117803"/>
                    <a:pt x="15389" y="117984"/>
                  </a:cubicBezTo>
                  <a:cubicBezTo>
                    <a:pt x="11953" y="117984"/>
                    <a:pt x="10506" y="117984"/>
                    <a:pt x="10506" y="121601"/>
                  </a:cubicBezTo>
                  <a:cubicBezTo>
                    <a:pt x="10506" y="123590"/>
                    <a:pt x="12676" y="123590"/>
                    <a:pt x="13038" y="123590"/>
                  </a:cubicBezTo>
                  <a:cubicBezTo>
                    <a:pt x="18101" y="123590"/>
                    <a:pt x="30761" y="123048"/>
                    <a:pt x="35824" y="123048"/>
                  </a:cubicBezTo>
                  <a:cubicBezTo>
                    <a:pt x="40888" y="123048"/>
                    <a:pt x="53909" y="123590"/>
                    <a:pt x="58973" y="123590"/>
                  </a:cubicBezTo>
                  <a:cubicBezTo>
                    <a:pt x="60239" y="123590"/>
                    <a:pt x="62409" y="123590"/>
                    <a:pt x="62409" y="119973"/>
                  </a:cubicBezTo>
                  <a:cubicBezTo>
                    <a:pt x="62409" y="117984"/>
                    <a:pt x="60781" y="117984"/>
                    <a:pt x="57345" y="117984"/>
                  </a:cubicBezTo>
                  <a:cubicBezTo>
                    <a:pt x="56983" y="117984"/>
                    <a:pt x="53547" y="117984"/>
                    <a:pt x="50473" y="117622"/>
                  </a:cubicBezTo>
                  <a:cubicBezTo>
                    <a:pt x="46675" y="117260"/>
                    <a:pt x="45590" y="116899"/>
                    <a:pt x="45590" y="114729"/>
                  </a:cubicBezTo>
                  <a:cubicBezTo>
                    <a:pt x="45590" y="113463"/>
                    <a:pt x="47218" y="107133"/>
                    <a:pt x="48122" y="103335"/>
                  </a:cubicBezTo>
                  <a:lnTo>
                    <a:pt x="54451" y="77836"/>
                  </a:lnTo>
                  <a:cubicBezTo>
                    <a:pt x="55356" y="74400"/>
                    <a:pt x="55537" y="73857"/>
                    <a:pt x="56983" y="72230"/>
                  </a:cubicBezTo>
                  <a:lnTo>
                    <a:pt x="101833" y="206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0" name="Freeform: Shape 1309">
              <a:extLst>
                <a:ext uri="{FF2B5EF4-FFF2-40B4-BE49-F238E27FC236}">
                  <a16:creationId xmlns:a16="http://schemas.microsoft.com/office/drawing/2014/main" id="{C753D03E-F2B9-EB63-7C78-B8B6C4409769}"/>
                </a:ext>
              </a:extLst>
            </p:cNvPr>
            <p:cNvSpPr/>
            <p:nvPr>
              <p:custDataLst>
                <p:tags r:id="rId15"/>
              </p:custDataLst>
            </p:nvPr>
          </p:nvSpPr>
          <p:spPr>
            <a:xfrm>
              <a:off x="10973697" y="6323207"/>
              <a:ext cx="77347" cy="57093"/>
            </a:xfrm>
            <a:custGeom>
              <a:avLst/>
              <a:gdLst>
                <a:gd name="connsiteX0" fmla="*/ 9698 w 77347"/>
                <a:gd name="connsiteY0" fmla="*/ 47925 h 57093"/>
                <a:gd name="connsiteX1" fmla="*/ 8432 w 77347"/>
                <a:gd name="connsiteY1" fmla="*/ 53115 h 57093"/>
                <a:gd name="connsiteX2" fmla="*/ 12736 w 77347"/>
                <a:gd name="connsiteY2" fmla="*/ 57166 h 57093"/>
                <a:gd name="connsiteX3" fmla="*/ 17673 w 77347"/>
                <a:gd name="connsiteY3" fmla="*/ 54381 h 57093"/>
                <a:gd name="connsiteX4" fmla="*/ 19952 w 77347"/>
                <a:gd name="connsiteY4" fmla="*/ 46533 h 57093"/>
                <a:gd name="connsiteX5" fmla="*/ 22737 w 77347"/>
                <a:gd name="connsiteY5" fmla="*/ 35139 h 57093"/>
                <a:gd name="connsiteX6" fmla="*/ 24889 w 77347"/>
                <a:gd name="connsiteY6" fmla="*/ 26658 h 57093"/>
                <a:gd name="connsiteX7" fmla="*/ 30206 w 77347"/>
                <a:gd name="connsiteY7" fmla="*/ 15264 h 57093"/>
                <a:gd name="connsiteX8" fmla="*/ 49195 w 77347"/>
                <a:gd name="connsiteY8" fmla="*/ 3618 h 57093"/>
                <a:gd name="connsiteX9" fmla="*/ 56664 w 77347"/>
                <a:gd name="connsiteY9" fmla="*/ 12479 h 57093"/>
                <a:gd name="connsiteX10" fmla="*/ 49195 w 77347"/>
                <a:gd name="connsiteY10" fmla="*/ 39443 h 57093"/>
                <a:gd name="connsiteX11" fmla="*/ 47296 w 77347"/>
                <a:gd name="connsiteY11" fmla="*/ 46279 h 57093"/>
                <a:gd name="connsiteX12" fmla="*/ 59322 w 77347"/>
                <a:gd name="connsiteY12" fmla="*/ 57166 h 57093"/>
                <a:gd name="connsiteX13" fmla="*/ 77551 w 77347"/>
                <a:gd name="connsiteY13" fmla="*/ 37798 h 57093"/>
                <a:gd name="connsiteX14" fmla="*/ 75526 w 77347"/>
                <a:gd name="connsiteY14" fmla="*/ 36152 h 57093"/>
                <a:gd name="connsiteX15" fmla="*/ 73121 w 77347"/>
                <a:gd name="connsiteY15" fmla="*/ 38304 h 57093"/>
                <a:gd name="connsiteX16" fmla="*/ 59702 w 77347"/>
                <a:gd name="connsiteY16" fmla="*/ 53622 h 57093"/>
                <a:gd name="connsiteX17" fmla="*/ 56537 w 77347"/>
                <a:gd name="connsiteY17" fmla="*/ 49191 h 57093"/>
                <a:gd name="connsiteX18" fmla="*/ 59449 w 77347"/>
                <a:gd name="connsiteY18" fmla="*/ 38937 h 57093"/>
                <a:gd name="connsiteX19" fmla="*/ 66158 w 77347"/>
                <a:gd name="connsiteY19" fmla="*/ 14505 h 57093"/>
                <a:gd name="connsiteX20" fmla="*/ 49701 w 77347"/>
                <a:gd name="connsiteY20" fmla="*/ 73 h 57093"/>
                <a:gd name="connsiteX21" fmla="*/ 28307 w 77347"/>
                <a:gd name="connsiteY21" fmla="*/ 11593 h 57093"/>
                <a:gd name="connsiteX22" fmla="*/ 14761 w 77347"/>
                <a:gd name="connsiteY22" fmla="*/ 73 h 57093"/>
                <a:gd name="connsiteX23" fmla="*/ 4761 w 77347"/>
                <a:gd name="connsiteY23" fmla="*/ 6909 h 57093"/>
                <a:gd name="connsiteX24" fmla="*/ 203 w 77347"/>
                <a:gd name="connsiteY24" fmla="*/ 19442 h 57093"/>
                <a:gd name="connsiteX25" fmla="*/ 2355 w 77347"/>
                <a:gd name="connsiteY25" fmla="*/ 21087 h 57093"/>
                <a:gd name="connsiteX26" fmla="*/ 5140 w 77347"/>
                <a:gd name="connsiteY26" fmla="*/ 17290 h 57093"/>
                <a:gd name="connsiteX27" fmla="*/ 14382 w 77347"/>
                <a:gd name="connsiteY27" fmla="*/ 3618 h 57093"/>
                <a:gd name="connsiteX28" fmla="*/ 18559 w 77347"/>
                <a:gd name="connsiteY28" fmla="*/ 9821 h 57093"/>
                <a:gd name="connsiteX29" fmla="*/ 16534 w 77347"/>
                <a:gd name="connsiteY29" fmla="*/ 20328 h 57093"/>
                <a:gd name="connsiteX30" fmla="*/ 13749 w 77347"/>
                <a:gd name="connsiteY30" fmla="*/ 31721 h 57093"/>
                <a:gd name="connsiteX31" fmla="*/ 9698 w 77347"/>
                <a:gd name="connsiteY31" fmla="*/ 47925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25"/>
                  </a:moveTo>
                  <a:cubicBezTo>
                    <a:pt x="9191" y="49571"/>
                    <a:pt x="8432" y="52736"/>
                    <a:pt x="8432" y="53115"/>
                  </a:cubicBezTo>
                  <a:cubicBezTo>
                    <a:pt x="8432" y="55901"/>
                    <a:pt x="10710" y="57166"/>
                    <a:pt x="12736" y="57166"/>
                  </a:cubicBezTo>
                  <a:cubicBezTo>
                    <a:pt x="15015" y="57166"/>
                    <a:pt x="17040" y="55521"/>
                    <a:pt x="17673" y="54381"/>
                  </a:cubicBezTo>
                  <a:cubicBezTo>
                    <a:pt x="18306" y="53242"/>
                    <a:pt x="19319" y="49191"/>
                    <a:pt x="19952" y="46533"/>
                  </a:cubicBezTo>
                  <a:cubicBezTo>
                    <a:pt x="20585" y="44127"/>
                    <a:pt x="21977" y="38304"/>
                    <a:pt x="22737" y="35139"/>
                  </a:cubicBezTo>
                  <a:cubicBezTo>
                    <a:pt x="23496" y="32354"/>
                    <a:pt x="24256" y="29569"/>
                    <a:pt x="24889" y="26658"/>
                  </a:cubicBezTo>
                  <a:cubicBezTo>
                    <a:pt x="26281" y="21467"/>
                    <a:pt x="26535" y="20454"/>
                    <a:pt x="30206" y="15264"/>
                  </a:cubicBezTo>
                  <a:cubicBezTo>
                    <a:pt x="33750" y="10200"/>
                    <a:pt x="39700" y="3618"/>
                    <a:pt x="49195" y="3618"/>
                  </a:cubicBezTo>
                  <a:cubicBezTo>
                    <a:pt x="56537" y="3618"/>
                    <a:pt x="56664" y="10074"/>
                    <a:pt x="56664" y="12479"/>
                  </a:cubicBezTo>
                  <a:cubicBezTo>
                    <a:pt x="56664" y="20075"/>
                    <a:pt x="51220" y="34126"/>
                    <a:pt x="49195" y="39443"/>
                  </a:cubicBezTo>
                  <a:cubicBezTo>
                    <a:pt x="47802" y="42988"/>
                    <a:pt x="47296" y="44127"/>
                    <a:pt x="47296" y="46279"/>
                  </a:cubicBezTo>
                  <a:cubicBezTo>
                    <a:pt x="47296" y="52989"/>
                    <a:pt x="52866" y="57166"/>
                    <a:pt x="59322" y="57166"/>
                  </a:cubicBezTo>
                  <a:cubicBezTo>
                    <a:pt x="71981" y="57166"/>
                    <a:pt x="77551" y="39697"/>
                    <a:pt x="77551" y="37798"/>
                  </a:cubicBezTo>
                  <a:cubicBezTo>
                    <a:pt x="77551" y="36152"/>
                    <a:pt x="75906" y="36152"/>
                    <a:pt x="75526" y="36152"/>
                  </a:cubicBezTo>
                  <a:cubicBezTo>
                    <a:pt x="73754" y="36152"/>
                    <a:pt x="73627" y="36912"/>
                    <a:pt x="73121" y="38304"/>
                  </a:cubicBezTo>
                  <a:cubicBezTo>
                    <a:pt x="70209" y="48432"/>
                    <a:pt x="64765" y="53622"/>
                    <a:pt x="59702" y="53622"/>
                  </a:cubicBezTo>
                  <a:cubicBezTo>
                    <a:pt x="57043" y="53622"/>
                    <a:pt x="56537" y="51850"/>
                    <a:pt x="56537" y="49191"/>
                  </a:cubicBezTo>
                  <a:cubicBezTo>
                    <a:pt x="56537" y="46279"/>
                    <a:pt x="57170" y="44634"/>
                    <a:pt x="59449" y="38937"/>
                  </a:cubicBezTo>
                  <a:cubicBezTo>
                    <a:pt x="60968" y="35013"/>
                    <a:pt x="66158" y="21594"/>
                    <a:pt x="66158" y="14505"/>
                  </a:cubicBezTo>
                  <a:cubicBezTo>
                    <a:pt x="66158" y="2225"/>
                    <a:pt x="56410" y="73"/>
                    <a:pt x="49701" y="73"/>
                  </a:cubicBezTo>
                  <a:cubicBezTo>
                    <a:pt x="39194" y="73"/>
                    <a:pt x="32105" y="6529"/>
                    <a:pt x="28307" y="11593"/>
                  </a:cubicBezTo>
                  <a:cubicBezTo>
                    <a:pt x="27421" y="2858"/>
                    <a:pt x="19952" y="73"/>
                    <a:pt x="14761" y="73"/>
                  </a:cubicBezTo>
                  <a:cubicBezTo>
                    <a:pt x="9318" y="73"/>
                    <a:pt x="6406" y="3997"/>
                    <a:pt x="4761" y="6909"/>
                  </a:cubicBezTo>
                  <a:cubicBezTo>
                    <a:pt x="1976" y="11593"/>
                    <a:pt x="203" y="18809"/>
                    <a:pt x="203" y="19442"/>
                  </a:cubicBezTo>
                  <a:cubicBezTo>
                    <a:pt x="203" y="21087"/>
                    <a:pt x="1976" y="21087"/>
                    <a:pt x="2355" y="21087"/>
                  </a:cubicBezTo>
                  <a:cubicBezTo>
                    <a:pt x="4128" y="21087"/>
                    <a:pt x="4254" y="20708"/>
                    <a:pt x="5140" y="17290"/>
                  </a:cubicBezTo>
                  <a:cubicBezTo>
                    <a:pt x="7039" y="9821"/>
                    <a:pt x="9445" y="3618"/>
                    <a:pt x="14382" y="3618"/>
                  </a:cubicBezTo>
                  <a:cubicBezTo>
                    <a:pt x="17673" y="3618"/>
                    <a:pt x="18559" y="6403"/>
                    <a:pt x="18559" y="9821"/>
                  </a:cubicBezTo>
                  <a:cubicBezTo>
                    <a:pt x="18559" y="12226"/>
                    <a:pt x="17420" y="16910"/>
                    <a:pt x="16534" y="20328"/>
                  </a:cubicBezTo>
                  <a:cubicBezTo>
                    <a:pt x="15648" y="23746"/>
                    <a:pt x="14382" y="28936"/>
                    <a:pt x="13749" y="31721"/>
                  </a:cubicBezTo>
                  <a:lnTo>
                    <a:pt x="9698" y="4792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1" name="Freeform: Shape 1310">
              <a:extLst>
                <a:ext uri="{FF2B5EF4-FFF2-40B4-BE49-F238E27FC236}">
                  <a16:creationId xmlns:a16="http://schemas.microsoft.com/office/drawing/2014/main" id="{A579E8AF-25B7-8953-62B5-41452C34F951}"/>
                </a:ext>
              </a:extLst>
            </p:cNvPr>
            <p:cNvSpPr/>
            <p:nvPr>
              <p:custDataLst>
                <p:tags r:id="rId16"/>
              </p:custDataLst>
            </p:nvPr>
          </p:nvSpPr>
          <p:spPr>
            <a:xfrm>
              <a:off x="11131432" y="6236889"/>
              <a:ext cx="110497" cy="139794"/>
            </a:xfrm>
            <a:custGeom>
              <a:avLst/>
              <a:gdLst>
                <a:gd name="connsiteX0" fmla="*/ 107273 w 110497"/>
                <a:gd name="connsiteY0" fmla="*/ 7667 h 139794"/>
                <a:gd name="connsiteX1" fmla="*/ 110709 w 110497"/>
                <a:gd name="connsiteY1" fmla="*/ 3688 h 139794"/>
                <a:gd name="connsiteX2" fmla="*/ 107092 w 110497"/>
                <a:gd name="connsiteY2" fmla="*/ 71 h 139794"/>
                <a:gd name="connsiteX3" fmla="*/ 103836 w 110497"/>
                <a:gd name="connsiteY3" fmla="*/ 1157 h 139794"/>
                <a:gd name="connsiteX4" fmla="*/ 3828 w 110497"/>
                <a:gd name="connsiteY4" fmla="*/ 48358 h 139794"/>
                <a:gd name="connsiteX5" fmla="*/ 212 w 110497"/>
                <a:gd name="connsiteY5" fmla="*/ 52517 h 139794"/>
                <a:gd name="connsiteX6" fmla="*/ 3828 w 110497"/>
                <a:gd name="connsiteY6" fmla="*/ 56496 h 139794"/>
                <a:gd name="connsiteX7" fmla="*/ 103836 w 110497"/>
                <a:gd name="connsiteY7" fmla="*/ 103516 h 139794"/>
                <a:gd name="connsiteX8" fmla="*/ 107092 w 110497"/>
                <a:gd name="connsiteY8" fmla="*/ 104782 h 139794"/>
                <a:gd name="connsiteX9" fmla="*/ 110709 w 110497"/>
                <a:gd name="connsiteY9" fmla="*/ 101165 h 139794"/>
                <a:gd name="connsiteX10" fmla="*/ 106911 w 110497"/>
                <a:gd name="connsiteY10" fmla="*/ 97006 h 139794"/>
                <a:gd name="connsiteX11" fmla="*/ 12328 w 110497"/>
                <a:gd name="connsiteY11" fmla="*/ 52517 h 139794"/>
                <a:gd name="connsiteX12" fmla="*/ 107273 w 110497"/>
                <a:gd name="connsiteY12" fmla="*/ 7667 h 139794"/>
                <a:gd name="connsiteX13" fmla="*/ 104379 w 110497"/>
                <a:gd name="connsiteY13" fmla="*/ 139866 h 139794"/>
                <a:gd name="connsiteX14" fmla="*/ 110709 w 110497"/>
                <a:gd name="connsiteY14" fmla="*/ 136249 h 139794"/>
                <a:gd name="connsiteX15" fmla="*/ 104198 w 110497"/>
                <a:gd name="connsiteY15" fmla="*/ 132632 h 139794"/>
                <a:gd name="connsiteX16" fmla="*/ 6722 w 110497"/>
                <a:gd name="connsiteY16" fmla="*/ 132632 h 139794"/>
                <a:gd name="connsiteX17" fmla="*/ 212 w 110497"/>
                <a:gd name="connsiteY17" fmla="*/ 136249 h 139794"/>
                <a:gd name="connsiteX18" fmla="*/ 6541 w 110497"/>
                <a:gd name="connsiteY18" fmla="*/ 139866 h 139794"/>
                <a:gd name="connsiteX19" fmla="*/ 104379 w 110497"/>
                <a:gd name="connsiteY19" fmla="*/ 139866 h 13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97" h="139794">
                  <a:moveTo>
                    <a:pt x="107273" y="7667"/>
                  </a:moveTo>
                  <a:cubicBezTo>
                    <a:pt x="109262" y="6763"/>
                    <a:pt x="110709" y="5859"/>
                    <a:pt x="110709" y="3688"/>
                  </a:cubicBezTo>
                  <a:cubicBezTo>
                    <a:pt x="110709" y="1699"/>
                    <a:pt x="109262" y="71"/>
                    <a:pt x="107092" y="71"/>
                  </a:cubicBezTo>
                  <a:cubicBezTo>
                    <a:pt x="106187" y="71"/>
                    <a:pt x="104560" y="795"/>
                    <a:pt x="103836" y="1157"/>
                  </a:cubicBezTo>
                  <a:lnTo>
                    <a:pt x="3828" y="48358"/>
                  </a:lnTo>
                  <a:cubicBezTo>
                    <a:pt x="754" y="49804"/>
                    <a:pt x="212" y="51070"/>
                    <a:pt x="212" y="52517"/>
                  </a:cubicBezTo>
                  <a:cubicBezTo>
                    <a:pt x="212" y="54145"/>
                    <a:pt x="1297" y="55411"/>
                    <a:pt x="3828" y="56496"/>
                  </a:cubicBezTo>
                  <a:lnTo>
                    <a:pt x="103836" y="103516"/>
                  </a:lnTo>
                  <a:cubicBezTo>
                    <a:pt x="106187" y="104782"/>
                    <a:pt x="106549" y="104782"/>
                    <a:pt x="107092" y="104782"/>
                  </a:cubicBezTo>
                  <a:cubicBezTo>
                    <a:pt x="109081" y="104782"/>
                    <a:pt x="110709" y="103154"/>
                    <a:pt x="110709" y="101165"/>
                  </a:cubicBezTo>
                  <a:cubicBezTo>
                    <a:pt x="110709" y="99537"/>
                    <a:pt x="109985" y="98452"/>
                    <a:pt x="106911" y="97006"/>
                  </a:cubicBezTo>
                  <a:lnTo>
                    <a:pt x="12328" y="52517"/>
                  </a:lnTo>
                  <a:lnTo>
                    <a:pt x="107273" y="7667"/>
                  </a:lnTo>
                  <a:close/>
                  <a:moveTo>
                    <a:pt x="104379" y="139866"/>
                  </a:moveTo>
                  <a:cubicBezTo>
                    <a:pt x="107453" y="139866"/>
                    <a:pt x="110709" y="139866"/>
                    <a:pt x="110709" y="136249"/>
                  </a:cubicBezTo>
                  <a:cubicBezTo>
                    <a:pt x="110709" y="132632"/>
                    <a:pt x="106911" y="132632"/>
                    <a:pt x="104198" y="132632"/>
                  </a:cubicBezTo>
                  <a:lnTo>
                    <a:pt x="6722" y="132632"/>
                  </a:lnTo>
                  <a:cubicBezTo>
                    <a:pt x="4009" y="132632"/>
                    <a:pt x="212" y="132632"/>
                    <a:pt x="212" y="136249"/>
                  </a:cubicBezTo>
                  <a:cubicBezTo>
                    <a:pt x="212" y="139866"/>
                    <a:pt x="3467" y="139866"/>
                    <a:pt x="6541" y="139866"/>
                  </a:cubicBezTo>
                  <a:lnTo>
                    <a:pt x="104379" y="1398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2" name="Freeform: Shape 1311">
              <a:extLst>
                <a:ext uri="{FF2B5EF4-FFF2-40B4-BE49-F238E27FC236}">
                  <a16:creationId xmlns:a16="http://schemas.microsoft.com/office/drawing/2014/main" id="{335D09FA-7007-38FB-CCA6-F5D61C4CB6F4}"/>
                </a:ext>
              </a:extLst>
            </p:cNvPr>
            <p:cNvSpPr/>
            <p:nvPr>
              <p:custDataLst>
                <p:tags r:id="rId17"/>
              </p:custDataLst>
            </p:nvPr>
          </p:nvSpPr>
          <p:spPr>
            <a:xfrm>
              <a:off x="11304963" y="6232368"/>
              <a:ext cx="74146" cy="156613"/>
            </a:xfrm>
            <a:custGeom>
              <a:avLst/>
              <a:gdLst>
                <a:gd name="connsiteX0" fmla="*/ 74369 w 74146"/>
                <a:gd name="connsiteY0" fmla="*/ 6582 h 156613"/>
                <a:gd name="connsiteX1" fmla="*/ 67497 w 74146"/>
                <a:gd name="connsiteY1" fmla="*/ 71 h 156613"/>
                <a:gd name="connsiteX2" fmla="*/ 57912 w 74146"/>
                <a:gd name="connsiteY2" fmla="*/ 9656 h 156613"/>
                <a:gd name="connsiteX3" fmla="*/ 64603 w 74146"/>
                <a:gd name="connsiteY3" fmla="*/ 16167 h 156613"/>
                <a:gd name="connsiteX4" fmla="*/ 74369 w 74146"/>
                <a:gd name="connsiteY4" fmla="*/ 6582 h 156613"/>
                <a:gd name="connsiteX5" fmla="*/ 38019 w 74146"/>
                <a:gd name="connsiteY5" fmla="*/ 128654 h 156613"/>
                <a:gd name="connsiteX6" fmla="*/ 15775 w 74146"/>
                <a:gd name="connsiteY6" fmla="*/ 152707 h 156613"/>
                <a:gd name="connsiteX7" fmla="*/ 8722 w 74146"/>
                <a:gd name="connsiteY7" fmla="*/ 151079 h 156613"/>
                <a:gd name="connsiteX8" fmla="*/ 16860 w 74146"/>
                <a:gd name="connsiteY8" fmla="*/ 141494 h 156613"/>
                <a:gd name="connsiteX9" fmla="*/ 9988 w 74146"/>
                <a:gd name="connsiteY9" fmla="*/ 135164 h 156613"/>
                <a:gd name="connsiteX10" fmla="*/ 222 w 74146"/>
                <a:gd name="connsiteY10" fmla="*/ 145473 h 156613"/>
                <a:gd name="connsiteX11" fmla="*/ 16136 w 74146"/>
                <a:gd name="connsiteY11" fmla="*/ 156685 h 156613"/>
                <a:gd name="connsiteX12" fmla="*/ 50136 w 74146"/>
                <a:gd name="connsiteY12" fmla="*/ 129196 h 156613"/>
                <a:gd name="connsiteX13" fmla="*/ 66773 w 74146"/>
                <a:gd name="connsiteY13" fmla="*/ 63006 h 156613"/>
                <a:gd name="connsiteX14" fmla="*/ 67678 w 74146"/>
                <a:gd name="connsiteY14" fmla="*/ 56315 h 156613"/>
                <a:gd name="connsiteX15" fmla="*/ 51040 w 74146"/>
                <a:gd name="connsiteY15" fmla="*/ 39677 h 156613"/>
                <a:gd name="connsiteX16" fmla="*/ 22285 w 74146"/>
                <a:gd name="connsiteY16" fmla="*/ 67527 h 156613"/>
                <a:gd name="connsiteX17" fmla="*/ 24455 w 74146"/>
                <a:gd name="connsiteY17" fmla="*/ 69336 h 156613"/>
                <a:gd name="connsiteX18" fmla="*/ 27711 w 74146"/>
                <a:gd name="connsiteY18" fmla="*/ 65719 h 156613"/>
                <a:gd name="connsiteX19" fmla="*/ 50497 w 74146"/>
                <a:gd name="connsiteY19" fmla="*/ 43656 h 156613"/>
                <a:gd name="connsiteX20" fmla="*/ 56284 w 74146"/>
                <a:gd name="connsiteY20" fmla="*/ 51975 h 156613"/>
                <a:gd name="connsiteX21" fmla="*/ 55018 w 74146"/>
                <a:gd name="connsiteY21" fmla="*/ 61198 h 156613"/>
                <a:gd name="connsiteX22" fmla="*/ 38019 w 74146"/>
                <a:gd name="connsiteY22" fmla="*/ 128654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82"/>
                  </a:moveTo>
                  <a:cubicBezTo>
                    <a:pt x="74369" y="3146"/>
                    <a:pt x="71837" y="71"/>
                    <a:pt x="67497" y="71"/>
                  </a:cubicBezTo>
                  <a:cubicBezTo>
                    <a:pt x="63337" y="71"/>
                    <a:pt x="57912" y="4231"/>
                    <a:pt x="57912" y="9656"/>
                  </a:cubicBezTo>
                  <a:cubicBezTo>
                    <a:pt x="57912" y="13273"/>
                    <a:pt x="60444" y="16167"/>
                    <a:pt x="64603" y="16167"/>
                  </a:cubicBezTo>
                  <a:cubicBezTo>
                    <a:pt x="69486" y="16167"/>
                    <a:pt x="74369" y="11465"/>
                    <a:pt x="74369" y="6582"/>
                  </a:cubicBezTo>
                  <a:close/>
                  <a:moveTo>
                    <a:pt x="38019" y="128654"/>
                  </a:moveTo>
                  <a:cubicBezTo>
                    <a:pt x="34583" y="142398"/>
                    <a:pt x="25902" y="152707"/>
                    <a:pt x="15775" y="152707"/>
                  </a:cubicBezTo>
                  <a:cubicBezTo>
                    <a:pt x="14690" y="152707"/>
                    <a:pt x="11977" y="152707"/>
                    <a:pt x="8722" y="151079"/>
                  </a:cubicBezTo>
                  <a:cubicBezTo>
                    <a:pt x="14147" y="149813"/>
                    <a:pt x="16860" y="145111"/>
                    <a:pt x="16860" y="141494"/>
                  </a:cubicBezTo>
                  <a:cubicBezTo>
                    <a:pt x="16860" y="138600"/>
                    <a:pt x="14871" y="135164"/>
                    <a:pt x="9988" y="135164"/>
                  </a:cubicBezTo>
                  <a:cubicBezTo>
                    <a:pt x="5467" y="135164"/>
                    <a:pt x="222" y="138962"/>
                    <a:pt x="222" y="145473"/>
                  </a:cubicBezTo>
                  <a:cubicBezTo>
                    <a:pt x="222" y="152707"/>
                    <a:pt x="7456" y="156685"/>
                    <a:pt x="16136" y="156685"/>
                  </a:cubicBezTo>
                  <a:cubicBezTo>
                    <a:pt x="28796" y="156685"/>
                    <a:pt x="45614" y="147100"/>
                    <a:pt x="50136" y="129196"/>
                  </a:cubicBezTo>
                  <a:lnTo>
                    <a:pt x="66773" y="63006"/>
                  </a:lnTo>
                  <a:cubicBezTo>
                    <a:pt x="67678" y="59389"/>
                    <a:pt x="67678" y="56858"/>
                    <a:pt x="67678" y="56315"/>
                  </a:cubicBezTo>
                  <a:cubicBezTo>
                    <a:pt x="67678" y="46007"/>
                    <a:pt x="60082" y="39677"/>
                    <a:pt x="51040" y="39677"/>
                  </a:cubicBezTo>
                  <a:cubicBezTo>
                    <a:pt x="32593" y="39677"/>
                    <a:pt x="22285" y="65900"/>
                    <a:pt x="22285" y="67527"/>
                  </a:cubicBezTo>
                  <a:cubicBezTo>
                    <a:pt x="22285" y="69336"/>
                    <a:pt x="24094" y="69336"/>
                    <a:pt x="24455" y="69336"/>
                  </a:cubicBezTo>
                  <a:cubicBezTo>
                    <a:pt x="26083" y="69336"/>
                    <a:pt x="26264" y="69155"/>
                    <a:pt x="27711" y="65719"/>
                  </a:cubicBezTo>
                  <a:cubicBezTo>
                    <a:pt x="32232" y="54687"/>
                    <a:pt x="40551" y="43656"/>
                    <a:pt x="50497" y="43656"/>
                  </a:cubicBezTo>
                  <a:cubicBezTo>
                    <a:pt x="53029" y="43656"/>
                    <a:pt x="56284" y="44379"/>
                    <a:pt x="56284" y="51975"/>
                  </a:cubicBezTo>
                  <a:cubicBezTo>
                    <a:pt x="56284" y="56134"/>
                    <a:pt x="55742" y="58123"/>
                    <a:pt x="55018" y="61198"/>
                  </a:cubicBezTo>
                  <a:lnTo>
                    <a:pt x="38019" y="12865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3" name="Freeform: Shape 1312">
              <a:extLst>
                <a:ext uri="{FF2B5EF4-FFF2-40B4-BE49-F238E27FC236}">
                  <a16:creationId xmlns:a16="http://schemas.microsoft.com/office/drawing/2014/main" id="{2A4FAF81-50B1-687C-9765-7562C4F6EFFA}"/>
                </a:ext>
              </a:extLst>
            </p:cNvPr>
            <p:cNvSpPr/>
            <p:nvPr>
              <p:custDataLst>
                <p:tags r:id="rId18"/>
              </p:custDataLst>
            </p:nvPr>
          </p:nvSpPr>
          <p:spPr>
            <a:xfrm>
              <a:off x="11402448" y="6216272"/>
              <a:ext cx="41956" cy="180847"/>
            </a:xfrm>
            <a:custGeom>
              <a:avLst/>
              <a:gdLst>
                <a:gd name="connsiteX0" fmla="*/ 42183 w 41956"/>
                <a:gd name="connsiteY0" fmla="*/ 90495 h 180847"/>
                <a:gd name="connsiteX1" fmla="*/ 30247 w 41956"/>
                <a:gd name="connsiteY1" fmla="*/ 34071 h 180847"/>
                <a:gd name="connsiteX2" fmla="*/ 2035 w 41956"/>
                <a:gd name="connsiteY2" fmla="*/ 71 h 180847"/>
                <a:gd name="connsiteX3" fmla="*/ 227 w 41956"/>
                <a:gd name="connsiteY3" fmla="*/ 1880 h 180847"/>
                <a:gd name="connsiteX4" fmla="*/ 3663 w 41956"/>
                <a:gd name="connsiteY4" fmla="*/ 6039 h 180847"/>
                <a:gd name="connsiteX5" fmla="*/ 31694 w 41956"/>
                <a:gd name="connsiteY5" fmla="*/ 90495 h 180847"/>
                <a:gd name="connsiteX6" fmla="*/ 2578 w 41956"/>
                <a:gd name="connsiteY6" fmla="*/ 176036 h 180847"/>
                <a:gd name="connsiteX7" fmla="*/ 227 w 41956"/>
                <a:gd name="connsiteY7" fmla="*/ 179110 h 180847"/>
                <a:gd name="connsiteX8" fmla="*/ 2035 w 41956"/>
                <a:gd name="connsiteY8" fmla="*/ 180919 h 180847"/>
                <a:gd name="connsiteX9" fmla="*/ 30790 w 41956"/>
                <a:gd name="connsiteY9" fmla="*/ 145653 h 180847"/>
                <a:gd name="connsiteX10" fmla="*/ 42183 w 41956"/>
                <a:gd name="connsiteY10" fmla="*/ 90495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495"/>
                  </a:moveTo>
                  <a:cubicBezTo>
                    <a:pt x="42183" y="76389"/>
                    <a:pt x="40194" y="54506"/>
                    <a:pt x="30247" y="34071"/>
                  </a:cubicBezTo>
                  <a:cubicBezTo>
                    <a:pt x="19396" y="11827"/>
                    <a:pt x="3844" y="71"/>
                    <a:pt x="2035" y="71"/>
                  </a:cubicBezTo>
                  <a:cubicBezTo>
                    <a:pt x="950" y="71"/>
                    <a:pt x="227" y="795"/>
                    <a:pt x="227" y="1880"/>
                  </a:cubicBezTo>
                  <a:cubicBezTo>
                    <a:pt x="227" y="2422"/>
                    <a:pt x="227" y="2784"/>
                    <a:pt x="3663" y="6039"/>
                  </a:cubicBezTo>
                  <a:cubicBezTo>
                    <a:pt x="21386" y="23943"/>
                    <a:pt x="31694" y="52698"/>
                    <a:pt x="31694" y="90495"/>
                  </a:cubicBezTo>
                  <a:cubicBezTo>
                    <a:pt x="31694" y="121420"/>
                    <a:pt x="25003" y="153249"/>
                    <a:pt x="2578" y="176036"/>
                  </a:cubicBezTo>
                  <a:cubicBezTo>
                    <a:pt x="227" y="178206"/>
                    <a:pt x="227" y="178568"/>
                    <a:pt x="227" y="179110"/>
                  </a:cubicBezTo>
                  <a:cubicBezTo>
                    <a:pt x="227" y="180195"/>
                    <a:pt x="950" y="180919"/>
                    <a:pt x="2035" y="180919"/>
                  </a:cubicBezTo>
                  <a:cubicBezTo>
                    <a:pt x="3844" y="180919"/>
                    <a:pt x="20120" y="168621"/>
                    <a:pt x="30790" y="145653"/>
                  </a:cubicBezTo>
                  <a:cubicBezTo>
                    <a:pt x="40013" y="125760"/>
                    <a:pt x="42183" y="105686"/>
                    <a:pt x="42183" y="9049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4" name="Freeform: Shape 1313">
              <a:extLst>
                <a:ext uri="{FF2B5EF4-FFF2-40B4-BE49-F238E27FC236}">
                  <a16:creationId xmlns:a16="http://schemas.microsoft.com/office/drawing/2014/main" id="{21471ADC-A788-5C05-517C-C3F1D2E273DF}"/>
                </a:ext>
              </a:extLst>
            </p:cNvPr>
            <p:cNvSpPr/>
            <p:nvPr>
              <p:custDataLst>
                <p:tags r:id="rId19"/>
              </p:custDataLst>
            </p:nvPr>
          </p:nvSpPr>
          <p:spPr>
            <a:xfrm>
              <a:off x="10651203" y="6425424"/>
              <a:ext cx="811266" cy="7233"/>
            </a:xfrm>
            <a:custGeom>
              <a:avLst/>
              <a:gdLst>
                <a:gd name="connsiteX0" fmla="*/ 0 w 811266"/>
                <a:gd name="connsiteY0" fmla="*/ 0 h 7233"/>
                <a:gd name="connsiteX1" fmla="*/ 811266 w 811266"/>
                <a:gd name="connsiteY1" fmla="*/ 0 h 7233"/>
                <a:gd name="connsiteX2" fmla="*/ 811266 w 811266"/>
                <a:gd name="connsiteY2" fmla="*/ 7234 h 7233"/>
                <a:gd name="connsiteX3" fmla="*/ 0 w 811266"/>
                <a:gd name="connsiteY3" fmla="*/ 7234 h 7233"/>
              </a:gdLst>
              <a:ahLst/>
              <a:cxnLst>
                <a:cxn ang="0">
                  <a:pos x="connsiteX0" y="connsiteY0"/>
                </a:cxn>
                <a:cxn ang="0">
                  <a:pos x="connsiteX1" y="connsiteY1"/>
                </a:cxn>
                <a:cxn ang="0">
                  <a:pos x="connsiteX2" y="connsiteY2"/>
                </a:cxn>
                <a:cxn ang="0">
                  <a:pos x="connsiteX3" y="connsiteY3"/>
                </a:cxn>
              </a:cxnLst>
              <a:rect l="l" t="t" r="r" b="b"/>
              <a:pathLst>
                <a:path w="811266" h="7233">
                  <a:moveTo>
                    <a:pt x="0" y="0"/>
                  </a:moveTo>
                  <a:lnTo>
                    <a:pt x="811266" y="0"/>
                  </a:lnTo>
                  <a:lnTo>
                    <a:pt x="811266" y="7234"/>
                  </a:lnTo>
                  <a:lnTo>
                    <a:pt x="0" y="723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5" name="Freeform: Shape 1314">
              <a:extLst>
                <a:ext uri="{FF2B5EF4-FFF2-40B4-BE49-F238E27FC236}">
                  <a16:creationId xmlns:a16="http://schemas.microsoft.com/office/drawing/2014/main" id="{B2DBB075-E140-3B0B-8044-1FC35E9F56DE}"/>
                </a:ext>
              </a:extLst>
            </p:cNvPr>
            <p:cNvSpPr/>
            <p:nvPr>
              <p:custDataLst>
                <p:tags r:id="rId20"/>
              </p:custDataLst>
            </p:nvPr>
          </p:nvSpPr>
          <p:spPr>
            <a:xfrm>
              <a:off x="10658436" y="6474786"/>
              <a:ext cx="129124" cy="123518"/>
            </a:xfrm>
            <a:custGeom>
              <a:avLst/>
              <a:gdLst>
                <a:gd name="connsiteX0" fmla="*/ 47748 w 129124"/>
                <a:gd name="connsiteY0" fmla="*/ 66456 h 123518"/>
                <a:gd name="connsiteX1" fmla="*/ 78492 w 129124"/>
                <a:gd name="connsiteY1" fmla="*/ 66456 h 123518"/>
                <a:gd name="connsiteX2" fmla="*/ 129310 w 129124"/>
                <a:gd name="connsiteY2" fmla="*/ 27393 h 123518"/>
                <a:gd name="connsiteX3" fmla="*/ 93683 w 129124"/>
                <a:gd name="connsiteY3" fmla="*/ 85 h 123518"/>
                <a:gd name="connsiteX4" fmla="*/ 35089 w 129124"/>
                <a:gd name="connsiteY4" fmla="*/ 85 h 123518"/>
                <a:gd name="connsiteX5" fmla="*/ 29664 w 129124"/>
                <a:gd name="connsiteY5" fmla="*/ 3521 h 123518"/>
                <a:gd name="connsiteX6" fmla="*/ 34908 w 129124"/>
                <a:gd name="connsiteY6" fmla="*/ 5691 h 123518"/>
                <a:gd name="connsiteX7" fmla="*/ 42685 w 129124"/>
                <a:gd name="connsiteY7" fmla="*/ 6053 h 123518"/>
                <a:gd name="connsiteX8" fmla="*/ 46663 w 129124"/>
                <a:gd name="connsiteY8" fmla="*/ 8947 h 123518"/>
                <a:gd name="connsiteX9" fmla="*/ 45940 w 129124"/>
                <a:gd name="connsiteY9" fmla="*/ 12383 h 123518"/>
                <a:gd name="connsiteX10" fmla="*/ 21707 w 129124"/>
                <a:gd name="connsiteY10" fmla="*/ 109498 h 123518"/>
                <a:gd name="connsiteX11" fmla="*/ 5250 w 129124"/>
                <a:gd name="connsiteY11" fmla="*/ 117997 h 123518"/>
                <a:gd name="connsiteX12" fmla="*/ 186 w 129124"/>
                <a:gd name="connsiteY12" fmla="*/ 121434 h 123518"/>
                <a:gd name="connsiteX13" fmla="*/ 2899 w 129124"/>
                <a:gd name="connsiteY13" fmla="*/ 123604 h 123518"/>
                <a:gd name="connsiteX14" fmla="*/ 25866 w 129124"/>
                <a:gd name="connsiteY14" fmla="*/ 123061 h 123518"/>
                <a:gd name="connsiteX15" fmla="*/ 37440 w 129124"/>
                <a:gd name="connsiteY15" fmla="*/ 123242 h 123518"/>
                <a:gd name="connsiteX16" fmla="*/ 49195 w 129124"/>
                <a:gd name="connsiteY16" fmla="*/ 123604 h 123518"/>
                <a:gd name="connsiteX17" fmla="*/ 52812 w 129124"/>
                <a:gd name="connsiteY17" fmla="*/ 119987 h 123518"/>
                <a:gd name="connsiteX18" fmla="*/ 47748 w 129124"/>
                <a:gd name="connsiteY18" fmla="*/ 117997 h 123518"/>
                <a:gd name="connsiteX19" fmla="*/ 35993 w 129124"/>
                <a:gd name="connsiteY19" fmla="*/ 114742 h 123518"/>
                <a:gd name="connsiteX20" fmla="*/ 36536 w 129124"/>
                <a:gd name="connsiteY20" fmla="*/ 111668 h 123518"/>
                <a:gd name="connsiteX21" fmla="*/ 47748 w 129124"/>
                <a:gd name="connsiteY21" fmla="*/ 66456 h 123518"/>
                <a:gd name="connsiteX22" fmla="*/ 60769 w 129124"/>
                <a:gd name="connsiteY22" fmla="*/ 12563 h 123518"/>
                <a:gd name="connsiteX23" fmla="*/ 70535 w 129124"/>
                <a:gd name="connsiteY23" fmla="*/ 5691 h 123518"/>
                <a:gd name="connsiteX24" fmla="*/ 87896 w 129124"/>
                <a:gd name="connsiteY24" fmla="*/ 5691 h 123518"/>
                <a:gd name="connsiteX25" fmla="*/ 112491 w 129124"/>
                <a:gd name="connsiteY25" fmla="*/ 23053 h 123518"/>
                <a:gd name="connsiteX26" fmla="*/ 101821 w 129124"/>
                <a:gd name="connsiteY26" fmla="*/ 52169 h 123518"/>
                <a:gd name="connsiteX27" fmla="*/ 73971 w 129124"/>
                <a:gd name="connsiteY27" fmla="*/ 61754 h 123518"/>
                <a:gd name="connsiteX28" fmla="*/ 48472 w 129124"/>
                <a:gd name="connsiteY28" fmla="*/ 61754 h 123518"/>
                <a:gd name="connsiteX29" fmla="*/ 60769 w 129124"/>
                <a:gd name="connsiteY29" fmla="*/ 12563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56"/>
                  </a:moveTo>
                  <a:lnTo>
                    <a:pt x="78492" y="66456"/>
                  </a:lnTo>
                  <a:cubicBezTo>
                    <a:pt x="104173" y="66456"/>
                    <a:pt x="129310" y="47648"/>
                    <a:pt x="129310" y="27393"/>
                  </a:cubicBezTo>
                  <a:cubicBezTo>
                    <a:pt x="129310" y="13468"/>
                    <a:pt x="117374" y="85"/>
                    <a:pt x="93683" y="85"/>
                  </a:cubicBezTo>
                  <a:lnTo>
                    <a:pt x="35089" y="85"/>
                  </a:lnTo>
                  <a:cubicBezTo>
                    <a:pt x="31653" y="85"/>
                    <a:pt x="29664" y="85"/>
                    <a:pt x="29664" y="3521"/>
                  </a:cubicBezTo>
                  <a:cubicBezTo>
                    <a:pt x="29664" y="5691"/>
                    <a:pt x="31291" y="5691"/>
                    <a:pt x="34908" y="5691"/>
                  </a:cubicBezTo>
                  <a:cubicBezTo>
                    <a:pt x="37259" y="5691"/>
                    <a:pt x="40515" y="5872"/>
                    <a:pt x="42685" y="6053"/>
                  </a:cubicBezTo>
                  <a:cubicBezTo>
                    <a:pt x="45578" y="6415"/>
                    <a:pt x="46663" y="6957"/>
                    <a:pt x="46663" y="8947"/>
                  </a:cubicBezTo>
                  <a:cubicBezTo>
                    <a:pt x="46663" y="9670"/>
                    <a:pt x="46483" y="10212"/>
                    <a:pt x="45940" y="12383"/>
                  </a:cubicBezTo>
                  <a:lnTo>
                    <a:pt x="21707" y="109498"/>
                  </a:lnTo>
                  <a:cubicBezTo>
                    <a:pt x="19898" y="116551"/>
                    <a:pt x="19536" y="117997"/>
                    <a:pt x="5250" y="117997"/>
                  </a:cubicBezTo>
                  <a:cubicBezTo>
                    <a:pt x="2175" y="117997"/>
                    <a:pt x="186" y="117997"/>
                    <a:pt x="186" y="121434"/>
                  </a:cubicBezTo>
                  <a:cubicBezTo>
                    <a:pt x="186" y="123604"/>
                    <a:pt x="2356" y="123604"/>
                    <a:pt x="2899" y="123604"/>
                  </a:cubicBezTo>
                  <a:cubicBezTo>
                    <a:pt x="7962" y="123604"/>
                    <a:pt x="20802" y="123061"/>
                    <a:pt x="25866" y="123061"/>
                  </a:cubicBezTo>
                  <a:cubicBezTo>
                    <a:pt x="29664" y="123061"/>
                    <a:pt x="33642" y="123242"/>
                    <a:pt x="37440" y="123242"/>
                  </a:cubicBezTo>
                  <a:cubicBezTo>
                    <a:pt x="41419" y="123242"/>
                    <a:pt x="45397" y="123604"/>
                    <a:pt x="49195" y="123604"/>
                  </a:cubicBezTo>
                  <a:cubicBezTo>
                    <a:pt x="50461" y="123604"/>
                    <a:pt x="52812" y="123604"/>
                    <a:pt x="52812" y="119987"/>
                  </a:cubicBezTo>
                  <a:cubicBezTo>
                    <a:pt x="52812" y="117997"/>
                    <a:pt x="51185" y="117997"/>
                    <a:pt x="47748" y="117997"/>
                  </a:cubicBezTo>
                  <a:cubicBezTo>
                    <a:pt x="41057" y="117997"/>
                    <a:pt x="35993" y="117997"/>
                    <a:pt x="35993" y="114742"/>
                  </a:cubicBezTo>
                  <a:cubicBezTo>
                    <a:pt x="35993" y="113657"/>
                    <a:pt x="36355" y="112753"/>
                    <a:pt x="36536" y="111668"/>
                  </a:cubicBezTo>
                  <a:lnTo>
                    <a:pt x="47748" y="66456"/>
                  </a:lnTo>
                  <a:close/>
                  <a:moveTo>
                    <a:pt x="60769" y="12563"/>
                  </a:moveTo>
                  <a:cubicBezTo>
                    <a:pt x="62397" y="6234"/>
                    <a:pt x="62759" y="5691"/>
                    <a:pt x="70535" y="5691"/>
                  </a:cubicBezTo>
                  <a:lnTo>
                    <a:pt x="87896" y="5691"/>
                  </a:lnTo>
                  <a:cubicBezTo>
                    <a:pt x="102907" y="5691"/>
                    <a:pt x="112491" y="10574"/>
                    <a:pt x="112491" y="23053"/>
                  </a:cubicBezTo>
                  <a:cubicBezTo>
                    <a:pt x="112491" y="30106"/>
                    <a:pt x="108874" y="45659"/>
                    <a:pt x="101821" y="52169"/>
                  </a:cubicBezTo>
                  <a:cubicBezTo>
                    <a:pt x="92779" y="60307"/>
                    <a:pt x="81928" y="61754"/>
                    <a:pt x="73971" y="61754"/>
                  </a:cubicBezTo>
                  <a:lnTo>
                    <a:pt x="48472" y="61754"/>
                  </a:lnTo>
                  <a:lnTo>
                    <a:pt x="60769" y="1256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6" name="Freeform: Shape 1315">
              <a:extLst>
                <a:ext uri="{FF2B5EF4-FFF2-40B4-BE49-F238E27FC236}">
                  <a16:creationId xmlns:a16="http://schemas.microsoft.com/office/drawing/2014/main" id="{F90560C0-CB7E-B904-B9B2-5857A9C3BAB3}"/>
                </a:ext>
              </a:extLst>
            </p:cNvPr>
            <p:cNvSpPr/>
            <p:nvPr>
              <p:custDataLst>
                <p:tags r:id="rId21"/>
              </p:custDataLst>
            </p:nvPr>
          </p:nvSpPr>
          <p:spPr>
            <a:xfrm>
              <a:off x="10810330" y="6462669"/>
              <a:ext cx="41956" cy="180847"/>
            </a:xfrm>
            <a:custGeom>
              <a:avLst/>
              <a:gdLst>
                <a:gd name="connsiteX0" fmla="*/ 42150 w 41956"/>
                <a:gd name="connsiteY0" fmla="*/ 179124 h 180847"/>
                <a:gd name="connsiteX1" fmla="*/ 39076 w 41956"/>
                <a:gd name="connsiteY1" fmla="*/ 175145 h 180847"/>
                <a:gd name="connsiteX2" fmla="*/ 10683 w 41956"/>
                <a:gd name="connsiteY2" fmla="*/ 90509 h 180847"/>
                <a:gd name="connsiteX3" fmla="*/ 39799 w 41956"/>
                <a:gd name="connsiteY3" fmla="*/ 4968 h 180847"/>
                <a:gd name="connsiteX4" fmla="*/ 42150 w 41956"/>
                <a:gd name="connsiteY4" fmla="*/ 1894 h 180847"/>
                <a:gd name="connsiteX5" fmla="*/ 40342 w 41956"/>
                <a:gd name="connsiteY5" fmla="*/ 85 h 180847"/>
                <a:gd name="connsiteX6" fmla="*/ 11587 w 41956"/>
                <a:gd name="connsiteY6" fmla="*/ 35350 h 180847"/>
                <a:gd name="connsiteX7" fmla="*/ 194 w 41956"/>
                <a:gd name="connsiteY7" fmla="*/ 90509 h 180847"/>
                <a:gd name="connsiteX8" fmla="*/ 12130 w 41956"/>
                <a:gd name="connsiteY8" fmla="*/ 146933 h 180847"/>
                <a:gd name="connsiteX9" fmla="*/ 40342 w 41956"/>
                <a:gd name="connsiteY9" fmla="*/ 180932 h 180847"/>
                <a:gd name="connsiteX10" fmla="*/ 42150 w 41956"/>
                <a:gd name="connsiteY10" fmla="*/ 179124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24"/>
                  </a:moveTo>
                  <a:cubicBezTo>
                    <a:pt x="42150" y="178581"/>
                    <a:pt x="42150" y="178220"/>
                    <a:pt x="39076" y="175145"/>
                  </a:cubicBezTo>
                  <a:cubicBezTo>
                    <a:pt x="16470" y="152358"/>
                    <a:pt x="10683" y="118178"/>
                    <a:pt x="10683" y="90509"/>
                  </a:cubicBezTo>
                  <a:cubicBezTo>
                    <a:pt x="10683" y="59041"/>
                    <a:pt x="17555" y="27574"/>
                    <a:pt x="39799" y="4968"/>
                  </a:cubicBezTo>
                  <a:cubicBezTo>
                    <a:pt x="42150" y="2798"/>
                    <a:pt x="42150" y="2436"/>
                    <a:pt x="42150" y="1894"/>
                  </a:cubicBezTo>
                  <a:cubicBezTo>
                    <a:pt x="42150" y="628"/>
                    <a:pt x="41427" y="85"/>
                    <a:pt x="40342" y="85"/>
                  </a:cubicBezTo>
                  <a:cubicBezTo>
                    <a:pt x="38533" y="85"/>
                    <a:pt x="22257" y="12383"/>
                    <a:pt x="11587" y="35350"/>
                  </a:cubicBezTo>
                  <a:cubicBezTo>
                    <a:pt x="2364" y="55243"/>
                    <a:pt x="194" y="75317"/>
                    <a:pt x="194" y="90509"/>
                  </a:cubicBezTo>
                  <a:cubicBezTo>
                    <a:pt x="194" y="104615"/>
                    <a:pt x="2183" y="126497"/>
                    <a:pt x="12130" y="146933"/>
                  </a:cubicBezTo>
                  <a:cubicBezTo>
                    <a:pt x="22980" y="169177"/>
                    <a:pt x="38533" y="180932"/>
                    <a:pt x="40342" y="180932"/>
                  </a:cubicBezTo>
                  <a:cubicBezTo>
                    <a:pt x="41427" y="180932"/>
                    <a:pt x="42150" y="180390"/>
                    <a:pt x="42150" y="17912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7" name="Freeform: Shape 1316">
              <a:extLst>
                <a:ext uri="{FF2B5EF4-FFF2-40B4-BE49-F238E27FC236}">
                  <a16:creationId xmlns:a16="http://schemas.microsoft.com/office/drawing/2014/main" id="{6E24704A-E8CD-AE96-6451-FA893B462E5F}"/>
                </a:ext>
              </a:extLst>
            </p:cNvPr>
            <p:cNvSpPr/>
            <p:nvPr>
              <p:custDataLst>
                <p:tags r:id="rId22"/>
              </p:custDataLst>
            </p:nvPr>
          </p:nvSpPr>
          <p:spPr>
            <a:xfrm>
              <a:off x="10869085" y="6474786"/>
              <a:ext cx="131475" cy="123518"/>
            </a:xfrm>
            <a:custGeom>
              <a:avLst/>
              <a:gdLst>
                <a:gd name="connsiteX0" fmla="*/ 101833 w 131475"/>
                <a:gd name="connsiteY0" fmla="*/ 20702 h 123518"/>
                <a:gd name="connsiteX1" fmla="*/ 104365 w 131475"/>
                <a:gd name="connsiteY1" fmla="*/ 18170 h 123518"/>
                <a:gd name="connsiteX2" fmla="*/ 128056 w 131475"/>
                <a:gd name="connsiteY2" fmla="*/ 5691 h 123518"/>
                <a:gd name="connsiteX3" fmla="*/ 131673 w 131475"/>
                <a:gd name="connsiteY3" fmla="*/ 2255 h 123518"/>
                <a:gd name="connsiteX4" fmla="*/ 129322 w 131475"/>
                <a:gd name="connsiteY4" fmla="*/ 85 h 123518"/>
                <a:gd name="connsiteX5" fmla="*/ 114492 w 131475"/>
                <a:gd name="connsiteY5" fmla="*/ 628 h 123518"/>
                <a:gd name="connsiteX6" fmla="*/ 96408 w 131475"/>
                <a:gd name="connsiteY6" fmla="*/ 85 h 123518"/>
                <a:gd name="connsiteX7" fmla="*/ 92972 w 131475"/>
                <a:gd name="connsiteY7" fmla="*/ 3521 h 123518"/>
                <a:gd name="connsiteX8" fmla="*/ 95684 w 131475"/>
                <a:gd name="connsiteY8" fmla="*/ 5691 h 123518"/>
                <a:gd name="connsiteX9" fmla="*/ 102195 w 131475"/>
                <a:gd name="connsiteY9" fmla="*/ 9851 h 123518"/>
                <a:gd name="connsiteX10" fmla="*/ 97312 w 131475"/>
                <a:gd name="connsiteY10" fmla="*/ 18531 h 123518"/>
                <a:gd name="connsiteX11" fmla="*/ 55356 w 131475"/>
                <a:gd name="connsiteY11" fmla="*/ 66818 h 123518"/>
                <a:gd name="connsiteX12" fmla="*/ 35463 w 131475"/>
                <a:gd name="connsiteY12" fmla="*/ 13106 h 123518"/>
                <a:gd name="connsiteX13" fmla="*/ 34377 w 131475"/>
                <a:gd name="connsiteY13" fmla="*/ 10032 h 123518"/>
                <a:gd name="connsiteX14" fmla="*/ 45047 w 131475"/>
                <a:gd name="connsiteY14" fmla="*/ 5691 h 123518"/>
                <a:gd name="connsiteX15" fmla="*/ 49388 w 131475"/>
                <a:gd name="connsiteY15" fmla="*/ 2074 h 123518"/>
                <a:gd name="connsiteX16" fmla="*/ 46675 w 131475"/>
                <a:gd name="connsiteY16" fmla="*/ 85 h 123518"/>
                <a:gd name="connsiteX17" fmla="*/ 23888 w 131475"/>
                <a:gd name="connsiteY17" fmla="*/ 628 h 123518"/>
                <a:gd name="connsiteX18" fmla="*/ 3634 w 131475"/>
                <a:gd name="connsiteY18" fmla="*/ 85 h 123518"/>
                <a:gd name="connsiteX19" fmla="*/ 198 w 131475"/>
                <a:gd name="connsiteY19" fmla="*/ 3702 h 123518"/>
                <a:gd name="connsiteX20" fmla="*/ 4357 w 131475"/>
                <a:gd name="connsiteY20" fmla="*/ 5691 h 123518"/>
                <a:gd name="connsiteX21" fmla="*/ 17559 w 131475"/>
                <a:gd name="connsiteY21" fmla="*/ 11840 h 123518"/>
                <a:gd name="connsiteX22" fmla="*/ 39803 w 131475"/>
                <a:gd name="connsiteY22" fmla="*/ 71339 h 123518"/>
                <a:gd name="connsiteX23" fmla="*/ 40526 w 131475"/>
                <a:gd name="connsiteY23" fmla="*/ 74413 h 123518"/>
                <a:gd name="connsiteX24" fmla="*/ 32388 w 131475"/>
                <a:gd name="connsiteY24" fmla="*/ 107327 h 123518"/>
                <a:gd name="connsiteX25" fmla="*/ 15389 w 131475"/>
                <a:gd name="connsiteY25" fmla="*/ 117997 h 123518"/>
                <a:gd name="connsiteX26" fmla="*/ 10506 w 131475"/>
                <a:gd name="connsiteY26" fmla="*/ 121614 h 123518"/>
                <a:gd name="connsiteX27" fmla="*/ 13038 w 131475"/>
                <a:gd name="connsiteY27" fmla="*/ 123604 h 123518"/>
                <a:gd name="connsiteX28" fmla="*/ 35824 w 131475"/>
                <a:gd name="connsiteY28" fmla="*/ 123061 h 123518"/>
                <a:gd name="connsiteX29" fmla="*/ 58973 w 131475"/>
                <a:gd name="connsiteY29" fmla="*/ 123604 h 123518"/>
                <a:gd name="connsiteX30" fmla="*/ 62409 w 131475"/>
                <a:gd name="connsiteY30" fmla="*/ 119987 h 123518"/>
                <a:gd name="connsiteX31" fmla="*/ 57345 w 131475"/>
                <a:gd name="connsiteY31" fmla="*/ 117997 h 123518"/>
                <a:gd name="connsiteX32" fmla="*/ 50473 w 131475"/>
                <a:gd name="connsiteY32" fmla="*/ 117636 h 123518"/>
                <a:gd name="connsiteX33" fmla="*/ 45590 w 131475"/>
                <a:gd name="connsiteY33" fmla="*/ 114742 h 123518"/>
                <a:gd name="connsiteX34" fmla="*/ 48122 w 131475"/>
                <a:gd name="connsiteY34" fmla="*/ 103349 h 123518"/>
                <a:gd name="connsiteX35" fmla="*/ 54451 w 131475"/>
                <a:gd name="connsiteY35" fmla="*/ 77849 h 123518"/>
                <a:gd name="connsiteX36" fmla="*/ 56983 w 131475"/>
                <a:gd name="connsiteY36" fmla="*/ 72243 h 123518"/>
                <a:gd name="connsiteX37" fmla="*/ 101833 w 131475"/>
                <a:gd name="connsiteY37" fmla="*/ 20702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702"/>
                  </a:moveTo>
                  <a:lnTo>
                    <a:pt x="104365" y="18170"/>
                  </a:lnTo>
                  <a:cubicBezTo>
                    <a:pt x="109790" y="12744"/>
                    <a:pt x="115758" y="6596"/>
                    <a:pt x="128056" y="5691"/>
                  </a:cubicBezTo>
                  <a:cubicBezTo>
                    <a:pt x="130045" y="5510"/>
                    <a:pt x="131673" y="5510"/>
                    <a:pt x="131673" y="2255"/>
                  </a:cubicBezTo>
                  <a:cubicBezTo>
                    <a:pt x="131673" y="808"/>
                    <a:pt x="130769" y="85"/>
                    <a:pt x="129322" y="85"/>
                  </a:cubicBezTo>
                  <a:cubicBezTo>
                    <a:pt x="124620" y="85"/>
                    <a:pt x="119375" y="628"/>
                    <a:pt x="114492" y="628"/>
                  </a:cubicBezTo>
                  <a:cubicBezTo>
                    <a:pt x="108524" y="628"/>
                    <a:pt x="102195" y="85"/>
                    <a:pt x="96408" y="85"/>
                  </a:cubicBezTo>
                  <a:cubicBezTo>
                    <a:pt x="95323" y="85"/>
                    <a:pt x="92972" y="85"/>
                    <a:pt x="92972" y="3521"/>
                  </a:cubicBezTo>
                  <a:cubicBezTo>
                    <a:pt x="92972" y="5510"/>
                    <a:pt x="94780" y="5691"/>
                    <a:pt x="95684" y="5691"/>
                  </a:cubicBezTo>
                  <a:cubicBezTo>
                    <a:pt x="96950" y="5691"/>
                    <a:pt x="102195" y="6053"/>
                    <a:pt x="102195" y="9851"/>
                  </a:cubicBezTo>
                  <a:cubicBezTo>
                    <a:pt x="102195" y="12925"/>
                    <a:pt x="98035" y="17627"/>
                    <a:pt x="97312" y="18531"/>
                  </a:cubicBezTo>
                  <a:lnTo>
                    <a:pt x="55356" y="66818"/>
                  </a:lnTo>
                  <a:lnTo>
                    <a:pt x="35463" y="13106"/>
                  </a:lnTo>
                  <a:cubicBezTo>
                    <a:pt x="34377" y="10574"/>
                    <a:pt x="34377" y="10212"/>
                    <a:pt x="34377" y="10032"/>
                  </a:cubicBezTo>
                  <a:cubicBezTo>
                    <a:pt x="34377" y="5691"/>
                    <a:pt x="43239" y="5691"/>
                    <a:pt x="45047" y="5691"/>
                  </a:cubicBezTo>
                  <a:cubicBezTo>
                    <a:pt x="47579" y="5691"/>
                    <a:pt x="49388" y="5691"/>
                    <a:pt x="49388" y="2074"/>
                  </a:cubicBezTo>
                  <a:cubicBezTo>
                    <a:pt x="49388" y="85"/>
                    <a:pt x="47218" y="85"/>
                    <a:pt x="46675" y="85"/>
                  </a:cubicBezTo>
                  <a:cubicBezTo>
                    <a:pt x="41611" y="85"/>
                    <a:pt x="28952" y="628"/>
                    <a:pt x="23888" y="628"/>
                  </a:cubicBezTo>
                  <a:cubicBezTo>
                    <a:pt x="19367" y="628"/>
                    <a:pt x="8155" y="85"/>
                    <a:pt x="3634" y="85"/>
                  </a:cubicBezTo>
                  <a:cubicBezTo>
                    <a:pt x="2549" y="85"/>
                    <a:pt x="198" y="85"/>
                    <a:pt x="198" y="3702"/>
                  </a:cubicBezTo>
                  <a:cubicBezTo>
                    <a:pt x="198" y="5691"/>
                    <a:pt x="2006" y="5691"/>
                    <a:pt x="4357" y="5691"/>
                  </a:cubicBezTo>
                  <a:cubicBezTo>
                    <a:pt x="15208" y="5691"/>
                    <a:pt x="15931" y="7319"/>
                    <a:pt x="17559" y="11840"/>
                  </a:cubicBezTo>
                  <a:lnTo>
                    <a:pt x="39803" y="71339"/>
                  </a:lnTo>
                  <a:cubicBezTo>
                    <a:pt x="39984" y="71881"/>
                    <a:pt x="40526" y="73871"/>
                    <a:pt x="40526" y="74413"/>
                  </a:cubicBezTo>
                  <a:cubicBezTo>
                    <a:pt x="40526" y="74956"/>
                    <a:pt x="33292" y="104072"/>
                    <a:pt x="32388" y="107327"/>
                  </a:cubicBezTo>
                  <a:cubicBezTo>
                    <a:pt x="30037" y="117274"/>
                    <a:pt x="29856" y="117817"/>
                    <a:pt x="15389" y="117997"/>
                  </a:cubicBezTo>
                  <a:cubicBezTo>
                    <a:pt x="11953" y="117997"/>
                    <a:pt x="10506" y="117997"/>
                    <a:pt x="10506" y="121614"/>
                  </a:cubicBezTo>
                  <a:cubicBezTo>
                    <a:pt x="10506" y="123604"/>
                    <a:pt x="12676" y="123604"/>
                    <a:pt x="13038" y="123604"/>
                  </a:cubicBezTo>
                  <a:cubicBezTo>
                    <a:pt x="18101" y="123604"/>
                    <a:pt x="30761" y="123061"/>
                    <a:pt x="35824" y="123061"/>
                  </a:cubicBezTo>
                  <a:cubicBezTo>
                    <a:pt x="40888" y="123061"/>
                    <a:pt x="53909" y="123604"/>
                    <a:pt x="58973" y="123604"/>
                  </a:cubicBezTo>
                  <a:cubicBezTo>
                    <a:pt x="60239" y="123604"/>
                    <a:pt x="62409" y="123604"/>
                    <a:pt x="62409" y="119987"/>
                  </a:cubicBezTo>
                  <a:cubicBezTo>
                    <a:pt x="62409" y="117997"/>
                    <a:pt x="60781" y="117997"/>
                    <a:pt x="57345" y="117997"/>
                  </a:cubicBezTo>
                  <a:cubicBezTo>
                    <a:pt x="56983" y="117997"/>
                    <a:pt x="53547" y="117997"/>
                    <a:pt x="50473" y="117636"/>
                  </a:cubicBezTo>
                  <a:cubicBezTo>
                    <a:pt x="46675" y="117274"/>
                    <a:pt x="45590" y="116912"/>
                    <a:pt x="45590" y="114742"/>
                  </a:cubicBezTo>
                  <a:cubicBezTo>
                    <a:pt x="45590" y="113476"/>
                    <a:pt x="47218" y="107147"/>
                    <a:pt x="48122" y="103349"/>
                  </a:cubicBezTo>
                  <a:lnTo>
                    <a:pt x="54451" y="77849"/>
                  </a:lnTo>
                  <a:cubicBezTo>
                    <a:pt x="55356" y="74413"/>
                    <a:pt x="55537" y="73871"/>
                    <a:pt x="56983" y="72243"/>
                  </a:cubicBezTo>
                  <a:lnTo>
                    <a:pt x="101833" y="2070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8" name="Freeform: Shape 1317">
              <a:extLst>
                <a:ext uri="{FF2B5EF4-FFF2-40B4-BE49-F238E27FC236}">
                  <a16:creationId xmlns:a16="http://schemas.microsoft.com/office/drawing/2014/main" id="{7345114C-2779-7333-F9F7-2A8DBBA72061}"/>
                </a:ext>
              </a:extLst>
            </p:cNvPr>
            <p:cNvSpPr/>
            <p:nvPr>
              <p:custDataLst>
                <p:tags r:id="rId23"/>
              </p:custDataLst>
            </p:nvPr>
          </p:nvSpPr>
          <p:spPr>
            <a:xfrm>
              <a:off x="10973697" y="6569604"/>
              <a:ext cx="77347" cy="57093"/>
            </a:xfrm>
            <a:custGeom>
              <a:avLst/>
              <a:gdLst>
                <a:gd name="connsiteX0" fmla="*/ 9698 w 77347"/>
                <a:gd name="connsiteY0" fmla="*/ 47939 h 57093"/>
                <a:gd name="connsiteX1" fmla="*/ 8432 w 77347"/>
                <a:gd name="connsiteY1" fmla="*/ 53129 h 57093"/>
                <a:gd name="connsiteX2" fmla="*/ 12736 w 77347"/>
                <a:gd name="connsiteY2" fmla="*/ 57180 h 57093"/>
                <a:gd name="connsiteX3" fmla="*/ 17673 w 77347"/>
                <a:gd name="connsiteY3" fmla="*/ 54395 h 57093"/>
                <a:gd name="connsiteX4" fmla="*/ 19952 w 77347"/>
                <a:gd name="connsiteY4" fmla="*/ 46546 h 57093"/>
                <a:gd name="connsiteX5" fmla="*/ 22737 w 77347"/>
                <a:gd name="connsiteY5" fmla="*/ 35153 h 57093"/>
                <a:gd name="connsiteX6" fmla="*/ 24889 w 77347"/>
                <a:gd name="connsiteY6" fmla="*/ 26671 h 57093"/>
                <a:gd name="connsiteX7" fmla="*/ 30206 w 77347"/>
                <a:gd name="connsiteY7" fmla="*/ 15278 h 57093"/>
                <a:gd name="connsiteX8" fmla="*/ 49195 w 77347"/>
                <a:gd name="connsiteY8" fmla="*/ 3631 h 57093"/>
                <a:gd name="connsiteX9" fmla="*/ 56664 w 77347"/>
                <a:gd name="connsiteY9" fmla="*/ 12493 h 57093"/>
                <a:gd name="connsiteX10" fmla="*/ 49195 w 77347"/>
                <a:gd name="connsiteY10" fmla="*/ 39457 h 57093"/>
                <a:gd name="connsiteX11" fmla="*/ 47296 w 77347"/>
                <a:gd name="connsiteY11" fmla="*/ 46293 h 57093"/>
                <a:gd name="connsiteX12" fmla="*/ 59322 w 77347"/>
                <a:gd name="connsiteY12" fmla="*/ 57180 h 57093"/>
                <a:gd name="connsiteX13" fmla="*/ 77551 w 77347"/>
                <a:gd name="connsiteY13" fmla="*/ 37811 h 57093"/>
                <a:gd name="connsiteX14" fmla="*/ 75526 w 77347"/>
                <a:gd name="connsiteY14" fmla="*/ 36166 h 57093"/>
                <a:gd name="connsiteX15" fmla="*/ 73121 w 77347"/>
                <a:gd name="connsiteY15" fmla="*/ 38318 h 57093"/>
                <a:gd name="connsiteX16" fmla="*/ 59702 w 77347"/>
                <a:gd name="connsiteY16" fmla="*/ 53635 h 57093"/>
                <a:gd name="connsiteX17" fmla="*/ 56537 w 77347"/>
                <a:gd name="connsiteY17" fmla="*/ 49205 h 57093"/>
                <a:gd name="connsiteX18" fmla="*/ 59449 w 77347"/>
                <a:gd name="connsiteY18" fmla="*/ 38951 h 57093"/>
                <a:gd name="connsiteX19" fmla="*/ 66158 w 77347"/>
                <a:gd name="connsiteY19" fmla="*/ 14518 h 57093"/>
                <a:gd name="connsiteX20" fmla="*/ 49701 w 77347"/>
                <a:gd name="connsiteY20" fmla="*/ 87 h 57093"/>
                <a:gd name="connsiteX21" fmla="*/ 28307 w 77347"/>
                <a:gd name="connsiteY21" fmla="*/ 11607 h 57093"/>
                <a:gd name="connsiteX22" fmla="*/ 14761 w 77347"/>
                <a:gd name="connsiteY22" fmla="*/ 87 h 57093"/>
                <a:gd name="connsiteX23" fmla="*/ 4761 w 77347"/>
                <a:gd name="connsiteY23" fmla="*/ 6923 h 57093"/>
                <a:gd name="connsiteX24" fmla="*/ 203 w 77347"/>
                <a:gd name="connsiteY24" fmla="*/ 19455 h 57093"/>
                <a:gd name="connsiteX25" fmla="*/ 2355 w 77347"/>
                <a:gd name="connsiteY25" fmla="*/ 21101 h 57093"/>
                <a:gd name="connsiteX26" fmla="*/ 5140 w 77347"/>
                <a:gd name="connsiteY26" fmla="*/ 17303 h 57093"/>
                <a:gd name="connsiteX27" fmla="*/ 14382 w 77347"/>
                <a:gd name="connsiteY27" fmla="*/ 3631 h 57093"/>
                <a:gd name="connsiteX28" fmla="*/ 18559 w 77347"/>
                <a:gd name="connsiteY28" fmla="*/ 9834 h 57093"/>
                <a:gd name="connsiteX29" fmla="*/ 16534 w 77347"/>
                <a:gd name="connsiteY29" fmla="*/ 20341 h 57093"/>
                <a:gd name="connsiteX30" fmla="*/ 13749 w 77347"/>
                <a:gd name="connsiteY30" fmla="*/ 31735 h 57093"/>
                <a:gd name="connsiteX31" fmla="*/ 9698 w 77347"/>
                <a:gd name="connsiteY31" fmla="*/ 47939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39"/>
                  </a:moveTo>
                  <a:cubicBezTo>
                    <a:pt x="9191" y="49584"/>
                    <a:pt x="8432" y="52749"/>
                    <a:pt x="8432" y="53129"/>
                  </a:cubicBezTo>
                  <a:cubicBezTo>
                    <a:pt x="8432" y="55914"/>
                    <a:pt x="10710" y="57180"/>
                    <a:pt x="12736" y="57180"/>
                  </a:cubicBezTo>
                  <a:cubicBezTo>
                    <a:pt x="15015" y="57180"/>
                    <a:pt x="17040" y="55534"/>
                    <a:pt x="17673" y="54395"/>
                  </a:cubicBezTo>
                  <a:cubicBezTo>
                    <a:pt x="18306" y="53256"/>
                    <a:pt x="19319" y="49205"/>
                    <a:pt x="19952" y="46546"/>
                  </a:cubicBezTo>
                  <a:cubicBezTo>
                    <a:pt x="20585" y="44141"/>
                    <a:pt x="21977" y="38318"/>
                    <a:pt x="22737" y="35153"/>
                  </a:cubicBezTo>
                  <a:cubicBezTo>
                    <a:pt x="23496" y="32368"/>
                    <a:pt x="24256" y="29583"/>
                    <a:pt x="24889" y="26671"/>
                  </a:cubicBezTo>
                  <a:cubicBezTo>
                    <a:pt x="26281" y="21481"/>
                    <a:pt x="26535" y="20468"/>
                    <a:pt x="30206" y="15278"/>
                  </a:cubicBezTo>
                  <a:cubicBezTo>
                    <a:pt x="33750" y="10214"/>
                    <a:pt x="39700" y="3631"/>
                    <a:pt x="49195" y="3631"/>
                  </a:cubicBezTo>
                  <a:cubicBezTo>
                    <a:pt x="56537" y="3631"/>
                    <a:pt x="56664" y="10087"/>
                    <a:pt x="56664" y="12493"/>
                  </a:cubicBezTo>
                  <a:cubicBezTo>
                    <a:pt x="56664" y="20088"/>
                    <a:pt x="51220" y="34140"/>
                    <a:pt x="49195" y="39457"/>
                  </a:cubicBezTo>
                  <a:cubicBezTo>
                    <a:pt x="47802" y="43002"/>
                    <a:pt x="47296" y="44141"/>
                    <a:pt x="47296" y="46293"/>
                  </a:cubicBezTo>
                  <a:cubicBezTo>
                    <a:pt x="47296" y="53002"/>
                    <a:pt x="52866" y="57180"/>
                    <a:pt x="59322" y="57180"/>
                  </a:cubicBezTo>
                  <a:cubicBezTo>
                    <a:pt x="71981" y="57180"/>
                    <a:pt x="77551" y="39710"/>
                    <a:pt x="77551" y="37811"/>
                  </a:cubicBezTo>
                  <a:cubicBezTo>
                    <a:pt x="77551" y="36166"/>
                    <a:pt x="75906" y="36166"/>
                    <a:pt x="75526" y="36166"/>
                  </a:cubicBezTo>
                  <a:cubicBezTo>
                    <a:pt x="73754" y="36166"/>
                    <a:pt x="73627" y="36925"/>
                    <a:pt x="73121" y="38318"/>
                  </a:cubicBezTo>
                  <a:cubicBezTo>
                    <a:pt x="70209" y="48445"/>
                    <a:pt x="64765" y="53635"/>
                    <a:pt x="59702" y="53635"/>
                  </a:cubicBezTo>
                  <a:cubicBezTo>
                    <a:pt x="57043" y="53635"/>
                    <a:pt x="56537" y="51863"/>
                    <a:pt x="56537" y="49205"/>
                  </a:cubicBezTo>
                  <a:cubicBezTo>
                    <a:pt x="56537" y="46293"/>
                    <a:pt x="57170" y="44647"/>
                    <a:pt x="59449" y="38951"/>
                  </a:cubicBezTo>
                  <a:cubicBezTo>
                    <a:pt x="60968" y="35026"/>
                    <a:pt x="66158" y="21607"/>
                    <a:pt x="66158" y="14518"/>
                  </a:cubicBezTo>
                  <a:cubicBezTo>
                    <a:pt x="66158" y="2239"/>
                    <a:pt x="56410" y="87"/>
                    <a:pt x="49701" y="87"/>
                  </a:cubicBezTo>
                  <a:cubicBezTo>
                    <a:pt x="39194" y="87"/>
                    <a:pt x="32105" y="6543"/>
                    <a:pt x="28307" y="11607"/>
                  </a:cubicBezTo>
                  <a:cubicBezTo>
                    <a:pt x="27421" y="2872"/>
                    <a:pt x="19952" y="87"/>
                    <a:pt x="14761" y="87"/>
                  </a:cubicBezTo>
                  <a:cubicBezTo>
                    <a:pt x="9318" y="87"/>
                    <a:pt x="6406" y="4011"/>
                    <a:pt x="4761" y="6923"/>
                  </a:cubicBezTo>
                  <a:cubicBezTo>
                    <a:pt x="1976" y="11607"/>
                    <a:pt x="203" y="18822"/>
                    <a:pt x="203" y="19455"/>
                  </a:cubicBezTo>
                  <a:cubicBezTo>
                    <a:pt x="203" y="21101"/>
                    <a:pt x="1976" y="21101"/>
                    <a:pt x="2355" y="21101"/>
                  </a:cubicBezTo>
                  <a:cubicBezTo>
                    <a:pt x="4128" y="21101"/>
                    <a:pt x="4254" y="20721"/>
                    <a:pt x="5140" y="17303"/>
                  </a:cubicBezTo>
                  <a:cubicBezTo>
                    <a:pt x="7039" y="9834"/>
                    <a:pt x="9445" y="3631"/>
                    <a:pt x="14382" y="3631"/>
                  </a:cubicBezTo>
                  <a:cubicBezTo>
                    <a:pt x="17673" y="3631"/>
                    <a:pt x="18559" y="6416"/>
                    <a:pt x="18559" y="9834"/>
                  </a:cubicBezTo>
                  <a:cubicBezTo>
                    <a:pt x="18559" y="12239"/>
                    <a:pt x="17420" y="16923"/>
                    <a:pt x="16534" y="20341"/>
                  </a:cubicBezTo>
                  <a:cubicBezTo>
                    <a:pt x="15648" y="23759"/>
                    <a:pt x="14382" y="28950"/>
                    <a:pt x="13749" y="31735"/>
                  </a:cubicBezTo>
                  <a:lnTo>
                    <a:pt x="9698" y="4793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9" name="Freeform: Shape 1318">
              <a:extLst>
                <a:ext uri="{FF2B5EF4-FFF2-40B4-BE49-F238E27FC236}">
                  <a16:creationId xmlns:a16="http://schemas.microsoft.com/office/drawing/2014/main" id="{9B1A9639-19A1-96E9-8791-85642595A932}"/>
                </a:ext>
              </a:extLst>
            </p:cNvPr>
            <p:cNvSpPr/>
            <p:nvPr>
              <p:custDataLst>
                <p:tags r:id="rId24"/>
              </p:custDataLst>
            </p:nvPr>
          </p:nvSpPr>
          <p:spPr>
            <a:xfrm>
              <a:off x="11131432" y="6500647"/>
              <a:ext cx="110497" cy="104891"/>
            </a:xfrm>
            <a:custGeom>
              <a:avLst/>
              <a:gdLst>
                <a:gd name="connsiteX0" fmla="*/ 107273 w 110497"/>
                <a:gd name="connsiteY0" fmla="*/ 56509 h 104891"/>
                <a:gd name="connsiteX1" fmla="*/ 110709 w 110497"/>
                <a:gd name="connsiteY1" fmla="*/ 52531 h 104891"/>
                <a:gd name="connsiteX2" fmla="*/ 107273 w 110497"/>
                <a:gd name="connsiteY2" fmla="*/ 48552 h 104891"/>
                <a:gd name="connsiteX3" fmla="*/ 7084 w 110497"/>
                <a:gd name="connsiteY3" fmla="*/ 1351 h 104891"/>
                <a:gd name="connsiteX4" fmla="*/ 3828 w 110497"/>
                <a:gd name="connsiteY4" fmla="*/ 85 h 104891"/>
                <a:gd name="connsiteX5" fmla="*/ 212 w 110497"/>
                <a:gd name="connsiteY5" fmla="*/ 3702 h 104891"/>
                <a:gd name="connsiteX6" fmla="*/ 3648 w 110497"/>
                <a:gd name="connsiteY6" fmla="*/ 7681 h 104891"/>
                <a:gd name="connsiteX7" fmla="*/ 98592 w 110497"/>
                <a:gd name="connsiteY7" fmla="*/ 52531 h 104891"/>
                <a:gd name="connsiteX8" fmla="*/ 3648 w 110497"/>
                <a:gd name="connsiteY8" fmla="*/ 97381 h 104891"/>
                <a:gd name="connsiteX9" fmla="*/ 212 w 110497"/>
                <a:gd name="connsiteY9" fmla="*/ 101360 h 104891"/>
                <a:gd name="connsiteX10" fmla="*/ 3828 w 110497"/>
                <a:gd name="connsiteY10" fmla="*/ 104976 h 104891"/>
                <a:gd name="connsiteX11" fmla="*/ 7084 w 110497"/>
                <a:gd name="connsiteY11" fmla="*/ 103711 h 104891"/>
                <a:gd name="connsiteX12" fmla="*/ 107273 w 110497"/>
                <a:gd name="connsiteY12" fmla="*/ 56509 h 10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497" h="104891">
                  <a:moveTo>
                    <a:pt x="107273" y="56509"/>
                  </a:moveTo>
                  <a:cubicBezTo>
                    <a:pt x="109262" y="55605"/>
                    <a:pt x="110709" y="54701"/>
                    <a:pt x="110709" y="52531"/>
                  </a:cubicBezTo>
                  <a:cubicBezTo>
                    <a:pt x="110709" y="50361"/>
                    <a:pt x="109262" y="49456"/>
                    <a:pt x="107273" y="48552"/>
                  </a:cubicBezTo>
                  <a:lnTo>
                    <a:pt x="7084" y="1351"/>
                  </a:lnTo>
                  <a:cubicBezTo>
                    <a:pt x="4733" y="85"/>
                    <a:pt x="4371" y="85"/>
                    <a:pt x="3828" y="85"/>
                  </a:cubicBezTo>
                  <a:cubicBezTo>
                    <a:pt x="1839" y="85"/>
                    <a:pt x="212" y="1713"/>
                    <a:pt x="212" y="3702"/>
                  </a:cubicBezTo>
                  <a:cubicBezTo>
                    <a:pt x="212" y="5330"/>
                    <a:pt x="1116" y="6415"/>
                    <a:pt x="3648" y="7681"/>
                  </a:cubicBezTo>
                  <a:lnTo>
                    <a:pt x="98592" y="52531"/>
                  </a:lnTo>
                  <a:lnTo>
                    <a:pt x="3648" y="97381"/>
                  </a:lnTo>
                  <a:cubicBezTo>
                    <a:pt x="1116" y="98647"/>
                    <a:pt x="212" y="99732"/>
                    <a:pt x="212" y="101360"/>
                  </a:cubicBezTo>
                  <a:cubicBezTo>
                    <a:pt x="212" y="103349"/>
                    <a:pt x="1839" y="104976"/>
                    <a:pt x="3828" y="104976"/>
                  </a:cubicBezTo>
                  <a:cubicBezTo>
                    <a:pt x="4371" y="104976"/>
                    <a:pt x="4733" y="104976"/>
                    <a:pt x="7084" y="103711"/>
                  </a:cubicBezTo>
                  <a:lnTo>
                    <a:pt x="107273" y="5650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0" name="Freeform: Shape 1319">
              <a:extLst>
                <a:ext uri="{FF2B5EF4-FFF2-40B4-BE49-F238E27FC236}">
                  <a16:creationId xmlns:a16="http://schemas.microsoft.com/office/drawing/2014/main" id="{C1A71C6C-F6AE-4A67-4AA7-75F511A4FDC8}"/>
                </a:ext>
              </a:extLst>
            </p:cNvPr>
            <p:cNvSpPr/>
            <p:nvPr>
              <p:custDataLst>
                <p:tags r:id="rId25"/>
              </p:custDataLst>
            </p:nvPr>
          </p:nvSpPr>
          <p:spPr>
            <a:xfrm>
              <a:off x="11304963" y="6478764"/>
              <a:ext cx="74146" cy="156613"/>
            </a:xfrm>
            <a:custGeom>
              <a:avLst/>
              <a:gdLst>
                <a:gd name="connsiteX0" fmla="*/ 74369 w 74146"/>
                <a:gd name="connsiteY0" fmla="*/ 6596 h 156613"/>
                <a:gd name="connsiteX1" fmla="*/ 67497 w 74146"/>
                <a:gd name="connsiteY1" fmla="*/ 85 h 156613"/>
                <a:gd name="connsiteX2" fmla="*/ 57912 w 74146"/>
                <a:gd name="connsiteY2" fmla="*/ 9670 h 156613"/>
                <a:gd name="connsiteX3" fmla="*/ 64603 w 74146"/>
                <a:gd name="connsiteY3" fmla="*/ 16180 h 156613"/>
                <a:gd name="connsiteX4" fmla="*/ 74369 w 74146"/>
                <a:gd name="connsiteY4" fmla="*/ 6596 h 156613"/>
                <a:gd name="connsiteX5" fmla="*/ 38019 w 74146"/>
                <a:gd name="connsiteY5" fmla="*/ 128667 h 156613"/>
                <a:gd name="connsiteX6" fmla="*/ 15775 w 74146"/>
                <a:gd name="connsiteY6" fmla="*/ 152720 h 156613"/>
                <a:gd name="connsiteX7" fmla="*/ 8722 w 74146"/>
                <a:gd name="connsiteY7" fmla="*/ 151092 h 156613"/>
                <a:gd name="connsiteX8" fmla="*/ 16860 w 74146"/>
                <a:gd name="connsiteY8" fmla="*/ 141508 h 156613"/>
                <a:gd name="connsiteX9" fmla="*/ 9988 w 74146"/>
                <a:gd name="connsiteY9" fmla="*/ 135178 h 156613"/>
                <a:gd name="connsiteX10" fmla="*/ 222 w 74146"/>
                <a:gd name="connsiteY10" fmla="*/ 145486 h 156613"/>
                <a:gd name="connsiteX11" fmla="*/ 16136 w 74146"/>
                <a:gd name="connsiteY11" fmla="*/ 156699 h 156613"/>
                <a:gd name="connsiteX12" fmla="*/ 50136 w 74146"/>
                <a:gd name="connsiteY12" fmla="*/ 129210 h 156613"/>
                <a:gd name="connsiteX13" fmla="*/ 66773 w 74146"/>
                <a:gd name="connsiteY13" fmla="*/ 63020 h 156613"/>
                <a:gd name="connsiteX14" fmla="*/ 67678 w 74146"/>
                <a:gd name="connsiteY14" fmla="*/ 56329 h 156613"/>
                <a:gd name="connsiteX15" fmla="*/ 51040 w 74146"/>
                <a:gd name="connsiteY15" fmla="*/ 39691 h 156613"/>
                <a:gd name="connsiteX16" fmla="*/ 22285 w 74146"/>
                <a:gd name="connsiteY16" fmla="*/ 67541 h 156613"/>
                <a:gd name="connsiteX17" fmla="*/ 24455 w 74146"/>
                <a:gd name="connsiteY17" fmla="*/ 69350 h 156613"/>
                <a:gd name="connsiteX18" fmla="*/ 27711 w 74146"/>
                <a:gd name="connsiteY18" fmla="*/ 65733 h 156613"/>
                <a:gd name="connsiteX19" fmla="*/ 50497 w 74146"/>
                <a:gd name="connsiteY19" fmla="*/ 43669 h 156613"/>
                <a:gd name="connsiteX20" fmla="*/ 56284 w 74146"/>
                <a:gd name="connsiteY20" fmla="*/ 51988 h 156613"/>
                <a:gd name="connsiteX21" fmla="*/ 55018 w 74146"/>
                <a:gd name="connsiteY21" fmla="*/ 61211 h 156613"/>
                <a:gd name="connsiteX22" fmla="*/ 38019 w 74146"/>
                <a:gd name="connsiteY22" fmla="*/ 128667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96"/>
                  </a:moveTo>
                  <a:cubicBezTo>
                    <a:pt x="74369" y="3159"/>
                    <a:pt x="71837" y="85"/>
                    <a:pt x="67497" y="85"/>
                  </a:cubicBezTo>
                  <a:cubicBezTo>
                    <a:pt x="63337" y="85"/>
                    <a:pt x="57912" y="4245"/>
                    <a:pt x="57912" y="9670"/>
                  </a:cubicBezTo>
                  <a:cubicBezTo>
                    <a:pt x="57912" y="13287"/>
                    <a:pt x="60444" y="16180"/>
                    <a:pt x="64603" y="16180"/>
                  </a:cubicBezTo>
                  <a:cubicBezTo>
                    <a:pt x="69486" y="16180"/>
                    <a:pt x="74369" y="11478"/>
                    <a:pt x="74369" y="6596"/>
                  </a:cubicBezTo>
                  <a:close/>
                  <a:moveTo>
                    <a:pt x="38019" y="128667"/>
                  </a:moveTo>
                  <a:cubicBezTo>
                    <a:pt x="34583" y="142412"/>
                    <a:pt x="25902" y="152720"/>
                    <a:pt x="15775" y="152720"/>
                  </a:cubicBezTo>
                  <a:cubicBezTo>
                    <a:pt x="14690" y="152720"/>
                    <a:pt x="11977" y="152720"/>
                    <a:pt x="8722" y="151092"/>
                  </a:cubicBezTo>
                  <a:cubicBezTo>
                    <a:pt x="14147" y="149827"/>
                    <a:pt x="16860" y="145125"/>
                    <a:pt x="16860" y="141508"/>
                  </a:cubicBezTo>
                  <a:cubicBezTo>
                    <a:pt x="16860" y="138614"/>
                    <a:pt x="14871" y="135178"/>
                    <a:pt x="9988" y="135178"/>
                  </a:cubicBezTo>
                  <a:cubicBezTo>
                    <a:pt x="5467" y="135178"/>
                    <a:pt x="222" y="138976"/>
                    <a:pt x="222" y="145486"/>
                  </a:cubicBezTo>
                  <a:cubicBezTo>
                    <a:pt x="222" y="152720"/>
                    <a:pt x="7456" y="156699"/>
                    <a:pt x="16136" y="156699"/>
                  </a:cubicBezTo>
                  <a:cubicBezTo>
                    <a:pt x="28796" y="156699"/>
                    <a:pt x="45614" y="147114"/>
                    <a:pt x="50136" y="129210"/>
                  </a:cubicBezTo>
                  <a:lnTo>
                    <a:pt x="66773" y="63020"/>
                  </a:lnTo>
                  <a:cubicBezTo>
                    <a:pt x="67678" y="59403"/>
                    <a:pt x="67678" y="56871"/>
                    <a:pt x="67678" y="56329"/>
                  </a:cubicBezTo>
                  <a:cubicBezTo>
                    <a:pt x="67678" y="46020"/>
                    <a:pt x="60082" y="39691"/>
                    <a:pt x="51040" y="39691"/>
                  </a:cubicBezTo>
                  <a:cubicBezTo>
                    <a:pt x="32593" y="39691"/>
                    <a:pt x="22285" y="65913"/>
                    <a:pt x="22285" y="67541"/>
                  </a:cubicBezTo>
                  <a:cubicBezTo>
                    <a:pt x="22285" y="69350"/>
                    <a:pt x="24094" y="69350"/>
                    <a:pt x="24455" y="69350"/>
                  </a:cubicBezTo>
                  <a:cubicBezTo>
                    <a:pt x="26083" y="69350"/>
                    <a:pt x="26264" y="69169"/>
                    <a:pt x="27711" y="65733"/>
                  </a:cubicBezTo>
                  <a:cubicBezTo>
                    <a:pt x="32232" y="54701"/>
                    <a:pt x="40551" y="43669"/>
                    <a:pt x="50497" y="43669"/>
                  </a:cubicBezTo>
                  <a:cubicBezTo>
                    <a:pt x="53029" y="43669"/>
                    <a:pt x="56284" y="44393"/>
                    <a:pt x="56284" y="51988"/>
                  </a:cubicBezTo>
                  <a:cubicBezTo>
                    <a:pt x="56284" y="56148"/>
                    <a:pt x="55742" y="58137"/>
                    <a:pt x="55018" y="61211"/>
                  </a:cubicBezTo>
                  <a:lnTo>
                    <a:pt x="38019" y="12866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1" name="Freeform: Shape 1320">
              <a:extLst>
                <a:ext uri="{FF2B5EF4-FFF2-40B4-BE49-F238E27FC236}">
                  <a16:creationId xmlns:a16="http://schemas.microsoft.com/office/drawing/2014/main" id="{08765EB3-681A-4365-91AF-61EBBC6981B0}"/>
                </a:ext>
              </a:extLst>
            </p:cNvPr>
            <p:cNvSpPr/>
            <p:nvPr>
              <p:custDataLst>
                <p:tags r:id="rId26"/>
              </p:custDataLst>
            </p:nvPr>
          </p:nvSpPr>
          <p:spPr>
            <a:xfrm>
              <a:off x="11402448" y="6462669"/>
              <a:ext cx="41956" cy="180847"/>
            </a:xfrm>
            <a:custGeom>
              <a:avLst/>
              <a:gdLst>
                <a:gd name="connsiteX0" fmla="*/ 42183 w 41956"/>
                <a:gd name="connsiteY0" fmla="*/ 90509 h 180847"/>
                <a:gd name="connsiteX1" fmla="*/ 30247 w 41956"/>
                <a:gd name="connsiteY1" fmla="*/ 34084 h 180847"/>
                <a:gd name="connsiteX2" fmla="*/ 2035 w 41956"/>
                <a:gd name="connsiteY2" fmla="*/ 85 h 180847"/>
                <a:gd name="connsiteX3" fmla="*/ 227 w 41956"/>
                <a:gd name="connsiteY3" fmla="*/ 1894 h 180847"/>
                <a:gd name="connsiteX4" fmla="*/ 3663 w 41956"/>
                <a:gd name="connsiteY4" fmla="*/ 6053 h 180847"/>
                <a:gd name="connsiteX5" fmla="*/ 31694 w 41956"/>
                <a:gd name="connsiteY5" fmla="*/ 90509 h 180847"/>
                <a:gd name="connsiteX6" fmla="*/ 2578 w 41956"/>
                <a:gd name="connsiteY6" fmla="*/ 176049 h 180847"/>
                <a:gd name="connsiteX7" fmla="*/ 227 w 41956"/>
                <a:gd name="connsiteY7" fmla="*/ 179124 h 180847"/>
                <a:gd name="connsiteX8" fmla="*/ 2035 w 41956"/>
                <a:gd name="connsiteY8" fmla="*/ 180932 h 180847"/>
                <a:gd name="connsiteX9" fmla="*/ 30790 w 41956"/>
                <a:gd name="connsiteY9" fmla="*/ 145667 h 180847"/>
                <a:gd name="connsiteX10" fmla="*/ 42183 w 41956"/>
                <a:gd name="connsiteY10" fmla="*/ 90509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509"/>
                  </a:moveTo>
                  <a:cubicBezTo>
                    <a:pt x="42183" y="76403"/>
                    <a:pt x="40194" y="54520"/>
                    <a:pt x="30247" y="34084"/>
                  </a:cubicBezTo>
                  <a:cubicBezTo>
                    <a:pt x="19396" y="11840"/>
                    <a:pt x="3844" y="85"/>
                    <a:pt x="2035" y="85"/>
                  </a:cubicBezTo>
                  <a:cubicBezTo>
                    <a:pt x="950" y="85"/>
                    <a:pt x="227" y="808"/>
                    <a:pt x="227" y="1894"/>
                  </a:cubicBezTo>
                  <a:cubicBezTo>
                    <a:pt x="227" y="2436"/>
                    <a:pt x="227" y="2798"/>
                    <a:pt x="3663" y="6053"/>
                  </a:cubicBezTo>
                  <a:cubicBezTo>
                    <a:pt x="21386" y="23957"/>
                    <a:pt x="31694" y="52712"/>
                    <a:pt x="31694" y="90509"/>
                  </a:cubicBezTo>
                  <a:cubicBezTo>
                    <a:pt x="31694" y="121434"/>
                    <a:pt x="25003" y="153263"/>
                    <a:pt x="2578" y="176049"/>
                  </a:cubicBezTo>
                  <a:cubicBezTo>
                    <a:pt x="227" y="178220"/>
                    <a:pt x="227" y="178581"/>
                    <a:pt x="227" y="179124"/>
                  </a:cubicBezTo>
                  <a:cubicBezTo>
                    <a:pt x="227" y="180209"/>
                    <a:pt x="950" y="180932"/>
                    <a:pt x="2035" y="180932"/>
                  </a:cubicBezTo>
                  <a:cubicBezTo>
                    <a:pt x="3844" y="180932"/>
                    <a:pt x="20120" y="168635"/>
                    <a:pt x="30790" y="145667"/>
                  </a:cubicBezTo>
                  <a:cubicBezTo>
                    <a:pt x="40013" y="125774"/>
                    <a:pt x="42183" y="105700"/>
                    <a:pt x="42183" y="9050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2" name="Freeform: Shape 1321">
              <a:extLst>
                <a:ext uri="{FF2B5EF4-FFF2-40B4-BE49-F238E27FC236}">
                  <a16:creationId xmlns:a16="http://schemas.microsoft.com/office/drawing/2014/main" id="{F8162974-D294-CE53-E359-B10896DEF230}"/>
                </a:ext>
              </a:extLst>
            </p:cNvPr>
            <p:cNvSpPr/>
            <p:nvPr>
              <p:custDataLst>
                <p:tags r:id="rId27"/>
              </p:custDataLst>
            </p:nvPr>
          </p:nvSpPr>
          <p:spPr>
            <a:xfrm>
              <a:off x="11490500" y="6212021"/>
              <a:ext cx="88976" cy="433852"/>
            </a:xfrm>
            <a:custGeom>
              <a:avLst/>
              <a:gdLst>
                <a:gd name="connsiteX0" fmla="*/ 89208 w 88976"/>
                <a:gd name="connsiteY0" fmla="*/ 217081 h 433852"/>
                <a:gd name="connsiteX1" fmla="*/ 26997 w 88976"/>
                <a:gd name="connsiteY1" fmla="*/ 20319 h 433852"/>
                <a:gd name="connsiteX2" fmla="*/ 9093 w 88976"/>
                <a:gd name="connsiteY2" fmla="*/ 2234 h 433852"/>
                <a:gd name="connsiteX3" fmla="*/ 4030 w 88976"/>
                <a:gd name="connsiteY3" fmla="*/ 64 h 433852"/>
                <a:gd name="connsiteX4" fmla="*/ 232 w 88976"/>
                <a:gd name="connsiteY4" fmla="*/ 1873 h 433852"/>
                <a:gd name="connsiteX5" fmla="*/ 1317 w 88976"/>
                <a:gd name="connsiteY5" fmla="*/ 3681 h 433852"/>
                <a:gd name="connsiteX6" fmla="*/ 31880 w 88976"/>
                <a:gd name="connsiteY6" fmla="*/ 41840 h 433852"/>
                <a:gd name="connsiteX7" fmla="*/ 74198 w 88976"/>
                <a:gd name="connsiteY7" fmla="*/ 216900 h 433852"/>
                <a:gd name="connsiteX8" fmla="*/ 37848 w 88976"/>
                <a:gd name="connsiteY8" fmla="*/ 382194 h 433852"/>
                <a:gd name="connsiteX9" fmla="*/ 955 w 88976"/>
                <a:gd name="connsiteY9" fmla="*/ 430481 h 433852"/>
                <a:gd name="connsiteX10" fmla="*/ 232 w 88976"/>
                <a:gd name="connsiteY10" fmla="*/ 432108 h 433852"/>
                <a:gd name="connsiteX11" fmla="*/ 4030 w 88976"/>
                <a:gd name="connsiteY11" fmla="*/ 433917 h 433852"/>
                <a:gd name="connsiteX12" fmla="*/ 9636 w 88976"/>
                <a:gd name="connsiteY12" fmla="*/ 431204 h 433852"/>
                <a:gd name="connsiteX13" fmla="*/ 89208 w 88976"/>
                <a:gd name="connsiteY13" fmla="*/ 217081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208" y="217081"/>
                  </a:moveTo>
                  <a:cubicBezTo>
                    <a:pt x="89208" y="146008"/>
                    <a:pt x="72932" y="74392"/>
                    <a:pt x="26997" y="20319"/>
                  </a:cubicBezTo>
                  <a:cubicBezTo>
                    <a:pt x="23380" y="16160"/>
                    <a:pt x="16508" y="8745"/>
                    <a:pt x="9093" y="2234"/>
                  </a:cubicBezTo>
                  <a:cubicBezTo>
                    <a:pt x="6923" y="64"/>
                    <a:pt x="6561" y="64"/>
                    <a:pt x="4030" y="64"/>
                  </a:cubicBezTo>
                  <a:cubicBezTo>
                    <a:pt x="1859" y="64"/>
                    <a:pt x="232" y="64"/>
                    <a:pt x="232" y="1873"/>
                  </a:cubicBezTo>
                  <a:cubicBezTo>
                    <a:pt x="232" y="2596"/>
                    <a:pt x="955" y="3319"/>
                    <a:pt x="1317" y="3681"/>
                  </a:cubicBezTo>
                  <a:cubicBezTo>
                    <a:pt x="7646" y="10192"/>
                    <a:pt x="19763" y="22308"/>
                    <a:pt x="31880" y="41840"/>
                  </a:cubicBezTo>
                  <a:cubicBezTo>
                    <a:pt x="60996" y="88498"/>
                    <a:pt x="74198" y="147274"/>
                    <a:pt x="74198" y="216900"/>
                  </a:cubicBezTo>
                  <a:cubicBezTo>
                    <a:pt x="74198" y="265548"/>
                    <a:pt x="67687" y="328302"/>
                    <a:pt x="37848" y="382194"/>
                  </a:cubicBezTo>
                  <a:cubicBezTo>
                    <a:pt x="23561" y="407875"/>
                    <a:pt x="8551" y="422885"/>
                    <a:pt x="955" y="430481"/>
                  </a:cubicBezTo>
                  <a:cubicBezTo>
                    <a:pt x="593" y="431023"/>
                    <a:pt x="232" y="431566"/>
                    <a:pt x="232" y="432108"/>
                  </a:cubicBezTo>
                  <a:cubicBezTo>
                    <a:pt x="232" y="433917"/>
                    <a:pt x="1859" y="433917"/>
                    <a:pt x="4030" y="433917"/>
                  </a:cubicBezTo>
                  <a:cubicBezTo>
                    <a:pt x="6561" y="433917"/>
                    <a:pt x="6923" y="433917"/>
                    <a:pt x="9636" y="431204"/>
                  </a:cubicBezTo>
                  <a:cubicBezTo>
                    <a:pt x="70219" y="376046"/>
                    <a:pt x="89208" y="293218"/>
                    <a:pt x="89208" y="21708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3" name="Freeform: Shape 1322">
              <a:extLst>
                <a:ext uri="{FF2B5EF4-FFF2-40B4-BE49-F238E27FC236}">
                  <a16:creationId xmlns:a16="http://schemas.microsoft.com/office/drawing/2014/main" id="{934C7850-32B8-B3D0-63D9-4AE0F773AF38}"/>
                </a:ext>
              </a:extLst>
            </p:cNvPr>
            <p:cNvSpPr/>
            <p:nvPr>
              <p:custDataLst>
                <p:tags r:id="rId28"/>
              </p:custDataLst>
            </p:nvPr>
          </p:nvSpPr>
          <p:spPr>
            <a:xfrm>
              <a:off x="11677655" y="6407881"/>
              <a:ext cx="120262" cy="42318"/>
            </a:xfrm>
            <a:custGeom>
              <a:avLst/>
              <a:gdLst>
                <a:gd name="connsiteX0" fmla="*/ 114356 w 120262"/>
                <a:gd name="connsiteY0" fmla="*/ 7312 h 42318"/>
                <a:gd name="connsiteX1" fmla="*/ 120505 w 120262"/>
                <a:gd name="connsiteY1" fmla="*/ 3695 h 42318"/>
                <a:gd name="connsiteX2" fmla="*/ 114537 w 120262"/>
                <a:gd name="connsiteY2" fmla="*/ 78 h 42318"/>
                <a:gd name="connsiteX3" fmla="*/ 6210 w 120262"/>
                <a:gd name="connsiteY3" fmla="*/ 78 h 42318"/>
                <a:gd name="connsiteX4" fmla="*/ 242 w 120262"/>
                <a:gd name="connsiteY4" fmla="*/ 3695 h 42318"/>
                <a:gd name="connsiteX5" fmla="*/ 6391 w 120262"/>
                <a:gd name="connsiteY5" fmla="*/ 7312 h 42318"/>
                <a:gd name="connsiteX6" fmla="*/ 114356 w 120262"/>
                <a:gd name="connsiteY6" fmla="*/ 7312 h 42318"/>
                <a:gd name="connsiteX7" fmla="*/ 114537 w 120262"/>
                <a:gd name="connsiteY7" fmla="*/ 42396 h 42318"/>
                <a:gd name="connsiteX8" fmla="*/ 120505 w 120262"/>
                <a:gd name="connsiteY8" fmla="*/ 38780 h 42318"/>
                <a:gd name="connsiteX9" fmla="*/ 114356 w 120262"/>
                <a:gd name="connsiteY9" fmla="*/ 35163 h 42318"/>
                <a:gd name="connsiteX10" fmla="*/ 6391 w 120262"/>
                <a:gd name="connsiteY10" fmla="*/ 35163 h 42318"/>
                <a:gd name="connsiteX11" fmla="*/ 242 w 120262"/>
                <a:gd name="connsiteY11" fmla="*/ 38780 h 42318"/>
                <a:gd name="connsiteX12" fmla="*/ 6210 w 120262"/>
                <a:gd name="connsiteY12" fmla="*/ 42396 h 42318"/>
                <a:gd name="connsiteX13" fmla="*/ 114537 w 120262"/>
                <a:gd name="connsiteY13" fmla="*/ 42396 h 4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62" h="42318">
                  <a:moveTo>
                    <a:pt x="114356" y="7312"/>
                  </a:moveTo>
                  <a:cubicBezTo>
                    <a:pt x="117069" y="7312"/>
                    <a:pt x="120505" y="7312"/>
                    <a:pt x="120505" y="3695"/>
                  </a:cubicBezTo>
                  <a:cubicBezTo>
                    <a:pt x="120505" y="78"/>
                    <a:pt x="117069" y="78"/>
                    <a:pt x="114537" y="78"/>
                  </a:cubicBezTo>
                  <a:lnTo>
                    <a:pt x="6210" y="78"/>
                  </a:lnTo>
                  <a:cubicBezTo>
                    <a:pt x="3678" y="78"/>
                    <a:pt x="242" y="78"/>
                    <a:pt x="242" y="3695"/>
                  </a:cubicBezTo>
                  <a:cubicBezTo>
                    <a:pt x="242" y="7312"/>
                    <a:pt x="3678" y="7312"/>
                    <a:pt x="6391" y="7312"/>
                  </a:cubicBezTo>
                  <a:lnTo>
                    <a:pt x="114356" y="7312"/>
                  </a:lnTo>
                  <a:close/>
                  <a:moveTo>
                    <a:pt x="114537" y="42396"/>
                  </a:moveTo>
                  <a:cubicBezTo>
                    <a:pt x="117069" y="42396"/>
                    <a:pt x="120505" y="42396"/>
                    <a:pt x="120505" y="38780"/>
                  </a:cubicBezTo>
                  <a:cubicBezTo>
                    <a:pt x="120505" y="35163"/>
                    <a:pt x="117069" y="35163"/>
                    <a:pt x="114356" y="35163"/>
                  </a:cubicBezTo>
                  <a:lnTo>
                    <a:pt x="6391" y="35163"/>
                  </a:lnTo>
                  <a:cubicBezTo>
                    <a:pt x="3678" y="35163"/>
                    <a:pt x="242" y="35163"/>
                    <a:pt x="242" y="38780"/>
                  </a:cubicBezTo>
                  <a:cubicBezTo>
                    <a:pt x="242" y="42396"/>
                    <a:pt x="3678" y="42396"/>
                    <a:pt x="6210" y="42396"/>
                  </a:cubicBezTo>
                  <a:lnTo>
                    <a:pt x="114537" y="4239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4" name="Freeform: Shape 1323">
              <a:extLst>
                <a:ext uri="{FF2B5EF4-FFF2-40B4-BE49-F238E27FC236}">
                  <a16:creationId xmlns:a16="http://schemas.microsoft.com/office/drawing/2014/main" id="{ABBA272A-FD80-010B-FA71-A4319E4E1A3A}"/>
                </a:ext>
              </a:extLst>
            </p:cNvPr>
            <p:cNvSpPr/>
            <p:nvPr>
              <p:custDataLst>
                <p:tags r:id="rId29"/>
              </p:custDataLst>
            </p:nvPr>
          </p:nvSpPr>
          <p:spPr>
            <a:xfrm>
              <a:off x="11863846" y="6394318"/>
              <a:ext cx="98018" cy="118997"/>
            </a:xfrm>
            <a:custGeom>
              <a:avLst/>
              <a:gdLst>
                <a:gd name="connsiteX0" fmla="*/ 36602 w 98018"/>
                <a:gd name="connsiteY0" fmla="*/ 16535 h 118997"/>
                <a:gd name="connsiteX1" fmla="*/ 39315 w 98018"/>
                <a:gd name="connsiteY1" fmla="*/ 4961 h 118997"/>
                <a:gd name="connsiteX2" fmla="*/ 34071 w 98018"/>
                <a:gd name="connsiteY2" fmla="*/ 78 h 118997"/>
                <a:gd name="connsiteX3" fmla="*/ 26837 w 98018"/>
                <a:gd name="connsiteY3" fmla="*/ 6589 h 118997"/>
                <a:gd name="connsiteX4" fmla="*/ 795 w 98018"/>
                <a:gd name="connsiteY4" fmla="*/ 111299 h 118997"/>
                <a:gd name="connsiteX5" fmla="*/ 252 w 98018"/>
                <a:gd name="connsiteY5" fmla="*/ 114193 h 118997"/>
                <a:gd name="connsiteX6" fmla="*/ 5316 w 98018"/>
                <a:gd name="connsiteY6" fmla="*/ 119076 h 118997"/>
                <a:gd name="connsiteX7" fmla="*/ 11646 w 98018"/>
                <a:gd name="connsiteY7" fmla="*/ 115278 h 118997"/>
                <a:gd name="connsiteX8" fmla="*/ 21592 w 98018"/>
                <a:gd name="connsiteY8" fmla="*/ 76396 h 118997"/>
                <a:gd name="connsiteX9" fmla="*/ 39134 w 98018"/>
                <a:gd name="connsiteY9" fmla="*/ 82002 h 118997"/>
                <a:gd name="connsiteX10" fmla="*/ 63187 w 98018"/>
                <a:gd name="connsiteY10" fmla="*/ 68800 h 118997"/>
                <a:gd name="connsiteX11" fmla="*/ 79463 w 98018"/>
                <a:gd name="connsiteY11" fmla="*/ 82002 h 118997"/>
                <a:gd name="connsiteX12" fmla="*/ 92846 w 98018"/>
                <a:gd name="connsiteY12" fmla="*/ 72055 h 118997"/>
                <a:gd name="connsiteX13" fmla="*/ 98271 w 98018"/>
                <a:gd name="connsiteY13" fmla="*/ 54152 h 118997"/>
                <a:gd name="connsiteX14" fmla="*/ 96101 w 98018"/>
                <a:gd name="connsiteY14" fmla="*/ 52343 h 118997"/>
                <a:gd name="connsiteX15" fmla="*/ 93569 w 98018"/>
                <a:gd name="connsiteY15" fmla="*/ 55598 h 118997"/>
                <a:gd name="connsiteX16" fmla="*/ 79825 w 98018"/>
                <a:gd name="connsiteY16" fmla="*/ 78023 h 118997"/>
                <a:gd name="connsiteX17" fmla="*/ 74399 w 98018"/>
                <a:gd name="connsiteY17" fmla="*/ 69704 h 118997"/>
                <a:gd name="connsiteX18" fmla="*/ 78016 w 98018"/>
                <a:gd name="connsiteY18" fmla="*/ 50896 h 118997"/>
                <a:gd name="connsiteX19" fmla="*/ 83080 w 98018"/>
                <a:gd name="connsiteY19" fmla="*/ 31365 h 118997"/>
                <a:gd name="connsiteX20" fmla="*/ 86154 w 98018"/>
                <a:gd name="connsiteY20" fmla="*/ 19067 h 118997"/>
                <a:gd name="connsiteX21" fmla="*/ 88867 w 98018"/>
                <a:gd name="connsiteY21" fmla="*/ 6950 h 118997"/>
                <a:gd name="connsiteX22" fmla="*/ 83623 w 98018"/>
                <a:gd name="connsiteY22" fmla="*/ 2068 h 118997"/>
                <a:gd name="connsiteX23" fmla="*/ 76570 w 98018"/>
                <a:gd name="connsiteY23" fmla="*/ 8397 h 118997"/>
                <a:gd name="connsiteX24" fmla="*/ 68070 w 98018"/>
                <a:gd name="connsiteY24" fmla="*/ 42216 h 118997"/>
                <a:gd name="connsiteX25" fmla="*/ 63368 w 98018"/>
                <a:gd name="connsiteY25" fmla="*/ 60662 h 118997"/>
                <a:gd name="connsiteX26" fmla="*/ 39858 w 98018"/>
                <a:gd name="connsiteY26" fmla="*/ 78023 h 118997"/>
                <a:gd name="connsiteX27" fmla="*/ 26475 w 98018"/>
                <a:gd name="connsiteY27" fmla="*/ 62290 h 118997"/>
                <a:gd name="connsiteX28" fmla="*/ 29007 w 98018"/>
                <a:gd name="connsiteY28" fmla="*/ 46918 h 118997"/>
                <a:gd name="connsiteX29" fmla="*/ 36602 w 98018"/>
                <a:gd name="connsiteY29" fmla="*/ 16535 h 11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8018" h="118997">
                  <a:moveTo>
                    <a:pt x="36602" y="16535"/>
                  </a:moveTo>
                  <a:cubicBezTo>
                    <a:pt x="37507" y="12738"/>
                    <a:pt x="39315" y="5865"/>
                    <a:pt x="39315" y="4961"/>
                  </a:cubicBezTo>
                  <a:cubicBezTo>
                    <a:pt x="39315" y="1887"/>
                    <a:pt x="37145" y="78"/>
                    <a:pt x="34071" y="78"/>
                  </a:cubicBezTo>
                  <a:cubicBezTo>
                    <a:pt x="33528" y="78"/>
                    <a:pt x="28464" y="259"/>
                    <a:pt x="26837" y="6589"/>
                  </a:cubicBezTo>
                  <a:lnTo>
                    <a:pt x="795" y="111299"/>
                  </a:lnTo>
                  <a:cubicBezTo>
                    <a:pt x="252" y="113469"/>
                    <a:pt x="252" y="113831"/>
                    <a:pt x="252" y="114193"/>
                  </a:cubicBezTo>
                  <a:cubicBezTo>
                    <a:pt x="252" y="116906"/>
                    <a:pt x="2242" y="119076"/>
                    <a:pt x="5316" y="119076"/>
                  </a:cubicBezTo>
                  <a:cubicBezTo>
                    <a:pt x="9114" y="119076"/>
                    <a:pt x="11284" y="115820"/>
                    <a:pt x="11646" y="115278"/>
                  </a:cubicBezTo>
                  <a:cubicBezTo>
                    <a:pt x="12369" y="113650"/>
                    <a:pt x="14720" y="104246"/>
                    <a:pt x="21592" y="76396"/>
                  </a:cubicBezTo>
                  <a:cubicBezTo>
                    <a:pt x="27379" y="81279"/>
                    <a:pt x="35517" y="82002"/>
                    <a:pt x="39134" y="82002"/>
                  </a:cubicBezTo>
                  <a:cubicBezTo>
                    <a:pt x="51794" y="82002"/>
                    <a:pt x="58847" y="73864"/>
                    <a:pt x="63187" y="68800"/>
                  </a:cubicBezTo>
                  <a:cubicBezTo>
                    <a:pt x="64815" y="76938"/>
                    <a:pt x="71506" y="82002"/>
                    <a:pt x="79463" y="82002"/>
                  </a:cubicBezTo>
                  <a:cubicBezTo>
                    <a:pt x="85793" y="82002"/>
                    <a:pt x="89952" y="77843"/>
                    <a:pt x="92846" y="72055"/>
                  </a:cubicBezTo>
                  <a:cubicBezTo>
                    <a:pt x="95920" y="65545"/>
                    <a:pt x="98271" y="54513"/>
                    <a:pt x="98271" y="54152"/>
                  </a:cubicBezTo>
                  <a:cubicBezTo>
                    <a:pt x="98271" y="52343"/>
                    <a:pt x="96643" y="52343"/>
                    <a:pt x="96101" y="52343"/>
                  </a:cubicBezTo>
                  <a:cubicBezTo>
                    <a:pt x="94292" y="52343"/>
                    <a:pt x="94112" y="53066"/>
                    <a:pt x="93569" y="55598"/>
                  </a:cubicBezTo>
                  <a:cubicBezTo>
                    <a:pt x="90495" y="67353"/>
                    <a:pt x="87239" y="78023"/>
                    <a:pt x="79825" y="78023"/>
                  </a:cubicBezTo>
                  <a:cubicBezTo>
                    <a:pt x="74942" y="78023"/>
                    <a:pt x="74399" y="73321"/>
                    <a:pt x="74399" y="69704"/>
                  </a:cubicBezTo>
                  <a:cubicBezTo>
                    <a:pt x="74399" y="65726"/>
                    <a:pt x="76570" y="57226"/>
                    <a:pt x="78016" y="50896"/>
                  </a:cubicBezTo>
                  <a:lnTo>
                    <a:pt x="83080" y="31365"/>
                  </a:lnTo>
                  <a:cubicBezTo>
                    <a:pt x="83623" y="28652"/>
                    <a:pt x="85431" y="21780"/>
                    <a:pt x="86154" y="19067"/>
                  </a:cubicBezTo>
                  <a:cubicBezTo>
                    <a:pt x="87059" y="14908"/>
                    <a:pt x="88867" y="8035"/>
                    <a:pt x="88867" y="6950"/>
                  </a:cubicBezTo>
                  <a:cubicBezTo>
                    <a:pt x="88867" y="3695"/>
                    <a:pt x="86335" y="2068"/>
                    <a:pt x="83623" y="2068"/>
                  </a:cubicBezTo>
                  <a:cubicBezTo>
                    <a:pt x="82718" y="2068"/>
                    <a:pt x="78016" y="2248"/>
                    <a:pt x="76570" y="8397"/>
                  </a:cubicBezTo>
                  <a:lnTo>
                    <a:pt x="68070" y="42216"/>
                  </a:lnTo>
                  <a:cubicBezTo>
                    <a:pt x="65900" y="51258"/>
                    <a:pt x="63910" y="58854"/>
                    <a:pt x="63368" y="60662"/>
                  </a:cubicBezTo>
                  <a:cubicBezTo>
                    <a:pt x="63187" y="61566"/>
                    <a:pt x="54506" y="78023"/>
                    <a:pt x="39858" y="78023"/>
                  </a:cubicBezTo>
                  <a:cubicBezTo>
                    <a:pt x="30815" y="78023"/>
                    <a:pt x="26475" y="72055"/>
                    <a:pt x="26475" y="62290"/>
                  </a:cubicBezTo>
                  <a:cubicBezTo>
                    <a:pt x="26475" y="57045"/>
                    <a:pt x="27741" y="51981"/>
                    <a:pt x="29007" y="46918"/>
                  </a:cubicBezTo>
                  <a:lnTo>
                    <a:pt x="36602" y="165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5" name="Freeform: Shape 1324">
              <a:extLst>
                <a:ext uri="{FF2B5EF4-FFF2-40B4-BE49-F238E27FC236}">
                  <a16:creationId xmlns:a16="http://schemas.microsoft.com/office/drawing/2014/main" id="{5935AB34-8F52-8627-D1A7-A5EB6F39551C}"/>
                </a:ext>
              </a:extLst>
            </p:cNvPr>
            <p:cNvSpPr/>
            <p:nvPr>
              <p:custDataLst>
                <p:tags r:id="rId30"/>
              </p:custDataLst>
            </p:nvPr>
          </p:nvSpPr>
          <p:spPr>
            <a:xfrm>
              <a:off x="11967389" y="6417448"/>
              <a:ext cx="55574" cy="109756"/>
            </a:xfrm>
            <a:custGeom>
              <a:avLst/>
              <a:gdLst>
                <a:gd name="connsiteX0" fmla="*/ 55832 w 55574"/>
                <a:gd name="connsiteY0" fmla="*/ 4890 h 109756"/>
                <a:gd name="connsiteX1" fmla="*/ 50769 w 55574"/>
                <a:gd name="connsiteY1" fmla="*/ 80 h 109756"/>
                <a:gd name="connsiteX2" fmla="*/ 43680 w 55574"/>
                <a:gd name="connsiteY2" fmla="*/ 7042 h 109756"/>
                <a:gd name="connsiteX3" fmla="*/ 48743 w 55574"/>
                <a:gd name="connsiteY3" fmla="*/ 11853 h 109756"/>
                <a:gd name="connsiteX4" fmla="*/ 55832 w 55574"/>
                <a:gd name="connsiteY4" fmla="*/ 4890 h 109756"/>
                <a:gd name="connsiteX5" fmla="*/ 28995 w 55574"/>
                <a:gd name="connsiteY5" fmla="*/ 90214 h 109756"/>
                <a:gd name="connsiteX6" fmla="*/ 12664 w 55574"/>
                <a:gd name="connsiteY6" fmla="*/ 106291 h 109756"/>
                <a:gd name="connsiteX7" fmla="*/ 8107 w 55574"/>
                <a:gd name="connsiteY7" fmla="*/ 105532 h 109756"/>
                <a:gd name="connsiteX8" fmla="*/ 12411 w 55574"/>
                <a:gd name="connsiteY8" fmla="*/ 99075 h 109756"/>
                <a:gd name="connsiteX9" fmla="*/ 7474 w 55574"/>
                <a:gd name="connsiteY9" fmla="*/ 94392 h 109756"/>
                <a:gd name="connsiteX10" fmla="*/ 258 w 55574"/>
                <a:gd name="connsiteY10" fmla="*/ 101861 h 109756"/>
                <a:gd name="connsiteX11" fmla="*/ 12791 w 55574"/>
                <a:gd name="connsiteY11" fmla="*/ 109836 h 109756"/>
                <a:gd name="connsiteX12" fmla="*/ 39122 w 55574"/>
                <a:gd name="connsiteY12" fmla="*/ 89834 h 109756"/>
                <a:gd name="connsiteX13" fmla="*/ 50516 w 55574"/>
                <a:gd name="connsiteY13" fmla="*/ 44514 h 109756"/>
                <a:gd name="connsiteX14" fmla="*/ 51149 w 55574"/>
                <a:gd name="connsiteY14" fmla="*/ 40083 h 109756"/>
                <a:gd name="connsiteX15" fmla="*/ 37603 w 55574"/>
                <a:gd name="connsiteY15" fmla="*/ 28183 h 109756"/>
                <a:gd name="connsiteX16" fmla="*/ 15449 w 55574"/>
                <a:gd name="connsiteY16" fmla="*/ 47552 h 109756"/>
                <a:gd name="connsiteX17" fmla="*/ 17602 w 55574"/>
                <a:gd name="connsiteY17" fmla="*/ 49198 h 109756"/>
                <a:gd name="connsiteX18" fmla="*/ 20133 w 55574"/>
                <a:gd name="connsiteY18" fmla="*/ 46919 h 109756"/>
                <a:gd name="connsiteX19" fmla="*/ 37223 w 55574"/>
                <a:gd name="connsiteY19" fmla="*/ 31728 h 109756"/>
                <a:gd name="connsiteX20" fmla="*/ 41528 w 55574"/>
                <a:gd name="connsiteY20" fmla="*/ 37931 h 109756"/>
                <a:gd name="connsiteX21" fmla="*/ 41148 w 55574"/>
                <a:gd name="connsiteY21" fmla="*/ 41729 h 109756"/>
                <a:gd name="connsiteX22" fmla="*/ 28995 w 55574"/>
                <a:gd name="connsiteY22" fmla="*/ 90214 h 10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74" h="109756">
                  <a:moveTo>
                    <a:pt x="55832" y="4890"/>
                  </a:moveTo>
                  <a:cubicBezTo>
                    <a:pt x="55832" y="2738"/>
                    <a:pt x="54187" y="80"/>
                    <a:pt x="50769" y="80"/>
                  </a:cubicBezTo>
                  <a:cubicBezTo>
                    <a:pt x="47098" y="80"/>
                    <a:pt x="43680" y="3624"/>
                    <a:pt x="43680" y="7042"/>
                  </a:cubicBezTo>
                  <a:cubicBezTo>
                    <a:pt x="43680" y="9068"/>
                    <a:pt x="45199" y="11853"/>
                    <a:pt x="48743" y="11853"/>
                  </a:cubicBezTo>
                  <a:cubicBezTo>
                    <a:pt x="52161" y="11853"/>
                    <a:pt x="55832" y="8561"/>
                    <a:pt x="55832" y="4890"/>
                  </a:cubicBezTo>
                  <a:close/>
                  <a:moveTo>
                    <a:pt x="28995" y="90214"/>
                  </a:moveTo>
                  <a:cubicBezTo>
                    <a:pt x="26843" y="98949"/>
                    <a:pt x="20133" y="106291"/>
                    <a:pt x="12664" y="106291"/>
                  </a:cubicBezTo>
                  <a:cubicBezTo>
                    <a:pt x="11019" y="106291"/>
                    <a:pt x="9500" y="106038"/>
                    <a:pt x="8107" y="105532"/>
                  </a:cubicBezTo>
                  <a:cubicBezTo>
                    <a:pt x="11399" y="104013"/>
                    <a:pt x="12411" y="100974"/>
                    <a:pt x="12411" y="99075"/>
                  </a:cubicBezTo>
                  <a:cubicBezTo>
                    <a:pt x="12411" y="96037"/>
                    <a:pt x="10006" y="94392"/>
                    <a:pt x="7474" y="94392"/>
                  </a:cubicBezTo>
                  <a:cubicBezTo>
                    <a:pt x="3550" y="94392"/>
                    <a:pt x="258" y="97810"/>
                    <a:pt x="258" y="101861"/>
                  </a:cubicBezTo>
                  <a:cubicBezTo>
                    <a:pt x="258" y="106671"/>
                    <a:pt x="5195" y="109836"/>
                    <a:pt x="12791" y="109836"/>
                  </a:cubicBezTo>
                  <a:cubicBezTo>
                    <a:pt x="20387" y="109836"/>
                    <a:pt x="35198" y="105279"/>
                    <a:pt x="39122" y="89834"/>
                  </a:cubicBezTo>
                  <a:lnTo>
                    <a:pt x="50516" y="44514"/>
                  </a:lnTo>
                  <a:cubicBezTo>
                    <a:pt x="50895" y="43121"/>
                    <a:pt x="51149" y="41982"/>
                    <a:pt x="51149" y="40083"/>
                  </a:cubicBezTo>
                  <a:cubicBezTo>
                    <a:pt x="51149" y="33120"/>
                    <a:pt x="45199" y="28183"/>
                    <a:pt x="37603" y="28183"/>
                  </a:cubicBezTo>
                  <a:cubicBezTo>
                    <a:pt x="23551" y="28183"/>
                    <a:pt x="15449" y="45780"/>
                    <a:pt x="15449" y="47552"/>
                  </a:cubicBezTo>
                  <a:cubicBezTo>
                    <a:pt x="15449" y="49198"/>
                    <a:pt x="17222" y="49198"/>
                    <a:pt x="17602" y="49198"/>
                  </a:cubicBezTo>
                  <a:cubicBezTo>
                    <a:pt x="19121" y="49198"/>
                    <a:pt x="19247" y="48818"/>
                    <a:pt x="20133" y="46919"/>
                  </a:cubicBezTo>
                  <a:cubicBezTo>
                    <a:pt x="23298" y="39577"/>
                    <a:pt x="29881" y="31728"/>
                    <a:pt x="37223" y="31728"/>
                  </a:cubicBezTo>
                  <a:cubicBezTo>
                    <a:pt x="40388" y="31728"/>
                    <a:pt x="41528" y="33880"/>
                    <a:pt x="41528" y="37931"/>
                  </a:cubicBezTo>
                  <a:cubicBezTo>
                    <a:pt x="41528" y="39324"/>
                    <a:pt x="41274" y="41096"/>
                    <a:pt x="41148" y="41729"/>
                  </a:cubicBezTo>
                  <a:lnTo>
                    <a:pt x="28995" y="902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6" name="Freeform: Shape 1325">
              <a:extLst>
                <a:ext uri="{FF2B5EF4-FFF2-40B4-BE49-F238E27FC236}">
                  <a16:creationId xmlns:a16="http://schemas.microsoft.com/office/drawing/2014/main" id="{F43C3D4C-8A9D-8842-5F7A-6B6820201CFF}"/>
                </a:ext>
              </a:extLst>
            </p:cNvPr>
            <p:cNvSpPr/>
            <p:nvPr>
              <p:custDataLst>
                <p:tags r:id="rId31"/>
              </p:custDataLst>
            </p:nvPr>
          </p:nvSpPr>
          <p:spPr>
            <a:xfrm>
              <a:off x="12098787" y="6425423"/>
              <a:ext cx="110497" cy="7233"/>
            </a:xfrm>
            <a:custGeom>
              <a:avLst/>
              <a:gdLst>
                <a:gd name="connsiteX0" fmla="*/ 104432 w 110497"/>
                <a:gd name="connsiteY0" fmla="*/ 7312 h 7233"/>
                <a:gd name="connsiteX1" fmla="*/ 110762 w 110497"/>
                <a:gd name="connsiteY1" fmla="*/ 3695 h 7233"/>
                <a:gd name="connsiteX2" fmla="*/ 104432 w 110497"/>
                <a:gd name="connsiteY2" fmla="*/ 78 h 7233"/>
                <a:gd name="connsiteX3" fmla="*/ 6594 w 110497"/>
                <a:gd name="connsiteY3" fmla="*/ 78 h 7233"/>
                <a:gd name="connsiteX4" fmla="*/ 265 w 110497"/>
                <a:gd name="connsiteY4" fmla="*/ 3695 h 7233"/>
                <a:gd name="connsiteX5" fmla="*/ 6594 w 110497"/>
                <a:gd name="connsiteY5" fmla="*/ 7312 h 7233"/>
                <a:gd name="connsiteX6" fmla="*/ 104432 w 110497"/>
                <a:gd name="connsiteY6" fmla="*/ 7312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97" h="7233">
                  <a:moveTo>
                    <a:pt x="104432" y="7312"/>
                  </a:moveTo>
                  <a:cubicBezTo>
                    <a:pt x="107507" y="7312"/>
                    <a:pt x="110762" y="7312"/>
                    <a:pt x="110762" y="3695"/>
                  </a:cubicBezTo>
                  <a:cubicBezTo>
                    <a:pt x="110762" y="78"/>
                    <a:pt x="107507" y="78"/>
                    <a:pt x="104432" y="78"/>
                  </a:cubicBezTo>
                  <a:lnTo>
                    <a:pt x="6594" y="78"/>
                  </a:lnTo>
                  <a:cubicBezTo>
                    <a:pt x="3520" y="78"/>
                    <a:pt x="265" y="78"/>
                    <a:pt x="265" y="3695"/>
                  </a:cubicBezTo>
                  <a:cubicBezTo>
                    <a:pt x="265" y="7312"/>
                    <a:pt x="3520" y="7312"/>
                    <a:pt x="6594" y="7312"/>
                  </a:cubicBezTo>
                  <a:lnTo>
                    <a:pt x="104432" y="73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7" name="Freeform: Shape 1326">
              <a:extLst>
                <a:ext uri="{FF2B5EF4-FFF2-40B4-BE49-F238E27FC236}">
                  <a16:creationId xmlns:a16="http://schemas.microsoft.com/office/drawing/2014/main" id="{A6882466-D9F2-6C0B-7298-69E406575EB9}"/>
                </a:ext>
              </a:extLst>
            </p:cNvPr>
            <p:cNvSpPr/>
            <p:nvPr>
              <p:custDataLst>
                <p:tags r:id="rId32"/>
              </p:custDataLst>
            </p:nvPr>
          </p:nvSpPr>
          <p:spPr>
            <a:xfrm>
              <a:off x="12267516" y="6347298"/>
              <a:ext cx="115560" cy="162039"/>
            </a:xfrm>
            <a:custGeom>
              <a:avLst/>
              <a:gdLst>
                <a:gd name="connsiteX0" fmla="*/ 998 w 115560"/>
                <a:gd name="connsiteY0" fmla="*/ 156692 h 162039"/>
                <a:gd name="connsiteX1" fmla="*/ 275 w 115560"/>
                <a:gd name="connsiteY1" fmla="*/ 159585 h 162039"/>
                <a:gd name="connsiteX2" fmla="*/ 4615 w 115560"/>
                <a:gd name="connsiteY2" fmla="*/ 162117 h 162039"/>
                <a:gd name="connsiteX3" fmla="*/ 9317 w 115560"/>
                <a:gd name="connsiteY3" fmla="*/ 157958 h 162039"/>
                <a:gd name="connsiteX4" fmla="*/ 20891 w 115560"/>
                <a:gd name="connsiteY4" fmla="*/ 111299 h 162039"/>
                <a:gd name="connsiteX5" fmla="*/ 56880 w 115560"/>
                <a:gd name="connsiteY5" fmla="*/ 129203 h 162039"/>
                <a:gd name="connsiteX6" fmla="*/ 113485 w 115560"/>
                <a:gd name="connsiteY6" fmla="*/ 77843 h 162039"/>
                <a:gd name="connsiteX7" fmla="*/ 101910 w 115560"/>
                <a:gd name="connsiteY7" fmla="*/ 53790 h 162039"/>
                <a:gd name="connsiteX8" fmla="*/ 115836 w 115560"/>
                <a:gd name="connsiteY8" fmla="*/ 24131 h 162039"/>
                <a:gd name="connsiteX9" fmla="*/ 87624 w 115560"/>
                <a:gd name="connsiteY9" fmla="*/ 78 h 162039"/>
                <a:gd name="connsiteX10" fmla="*/ 28487 w 115560"/>
                <a:gd name="connsiteY10" fmla="*/ 46375 h 162039"/>
                <a:gd name="connsiteX11" fmla="*/ 998 w 115560"/>
                <a:gd name="connsiteY11" fmla="*/ 156692 h 162039"/>
                <a:gd name="connsiteX12" fmla="*/ 82922 w 115560"/>
                <a:gd name="connsiteY12" fmla="*/ 54513 h 162039"/>
                <a:gd name="connsiteX13" fmla="*/ 71528 w 115560"/>
                <a:gd name="connsiteY13" fmla="*/ 57588 h 162039"/>
                <a:gd name="connsiteX14" fmla="*/ 62848 w 115560"/>
                <a:gd name="connsiteY14" fmla="*/ 56141 h 162039"/>
                <a:gd name="connsiteX15" fmla="*/ 74060 w 115560"/>
                <a:gd name="connsiteY15" fmla="*/ 53247 h 162039"/>
                <a:gd name="connsiteX16" fmla="*/ 82922 w 115560"/>
                <a:gd name="connsiteY16" fmla="*/ 54513 h 162039"/>
                <a:gd name="connsiteX17" fmla="*/ 89070 w 115560"/>
                <a:gd name="connsiteY17" fmla="*/ 48184 h 162039"/>
                <a:gd name="connsiteX18" fmla="*/ 74603 w 115560"/>
                <a:gd name="connsiteY18" fmla="*/ 46737 h 162039"/>
                <a:gd name="connsiteX19" fmla="*/ 54167 w 115560"/>
                <a:gd name="connsiteY19" fmla="*/ 56503 h 162039"/>
                <a:gd name="connsiteX20" fmla="*/ 71347 w 115560"/>
                <a:gd name="connsiteY20" fmla="*/ 64098 h 162039"/>
                <a:gd name="connsiteX21" fmla="*/ 90698 w 115560"/>
                <a:gd name="connsiteY21" fmla="*/ 60662 h 162039"/>
                <a:gd name="connsiteX22" fmla="*/ 92687 w 115560"/>
                <a:gd name="connsiteY22" fmla="*/ 70066 h 162039"/>
                <a:gd name="connsiteX23" fmla="*/ 82379 w 115560"/>
                <a:gd name="connsiteY23" fmla="*/ 107863 h 162039"/>
                <a:gd name="connsiteX24" fmla="*/ 56518 w 115560"/>
                <a:gd name="connsiteY24" fmla="*/ 122693 h 162039"/>
                <a:gd name="connsiteX25" fmla="*/ 25593 w 115560"/>
                <a:gd name="connsiteY25" fmla="*/ 96289 h 162039"/>
                <a:gd name="connsiteX26" fmla="*/ 26859 w 115560"/>
                <a:gd name="connsiteY26" fmla="*/ 87066 h 162039"/>
                <a:gd name="connsiteX27" fmla="*/ 37529 w 115560"/>
                <a:gd name="connsiteY27" fmla="*/ 44747 h 162039"/>
                <a:gd name="connsiteX28" fmla="*/ 86719 w 115560"/>
                <a:gd name="connsiteY28" fmla="*/ 6589 h 162039"/>
                <a:gd name="connsiteX29" fmla="*/ 97389 w 115560"/>
                <a:gd name="connsiteY29" fmla="*/ 16897 h 162039"/>
                <a:gd name="connsiteX30" fmla="*/ 89070 w 115560"/>
                <a:gd name="connsiteY30" fmla="*/ 48184 h 16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5560" h="162039">
                  <a:moveTo>
                    <a:pt x="998" y="156692"/>
                  </a:moveTo>
                  <a:cubicBezTo>
                    <a:pt x="817" y="157054"/>
                    <a:pt x="275" y="159405"/>
                    <a:pt x="275" y="159585"/>
                  </a:cubicBezTo>
                  <a:cubicBezTo>
                    <a:pt x="275" y="162117"/>
                    <a:pt x="2987" y="162117"/>
                    <a:pt x="4615" y="162117"/>
                  </a:cubicBezTo>
                  <a:cubicBezTo>
                    <a:pt x="8232" y="162117"/>
                    <a:pt x="8232" y="161756"/>
                    <a:pt x="9317" y="157958"/>
                  </a:cubicBezTo>
                  <a:cubicBezTo>
                    <a:pt x="9860" y="155064"/>
                    <a:pt x="20710" y="111661"/>
                    <a:pt x="20891" y="111299"/>
                  </a:cubicBezTo>
                  <a:cubicBezTo>
                    <a:pt x="28487" y="123959"/>
                    <a:pt x="42412" y="129203"/>
                    <a:pt x="56880" y="129203"/>
                  </a:cubicBezTo>
                  <a:cubicBezTo>
                    <a:pt x="93230" y="129203"/>
                    <a:pt x="113485" y="101534"/>
                    <a:pt x="113485" y="77843"/>
                  </a:cubicBezTo>
                  <a:cubicBezTo>
                    <a:pt x="113485" y="65183"/>
                    <a:pt x="107878" y="58311"/>
                    <a:pt x="101910" y="53790"/>
                  </a:cubicBezTo>
                  <a:cubicBezTo>
                    <a:pt x="108421" y="48364"/>
                    <a:pt x="115836" y="36609"/>
                    <a:pt x="115836" y="24131"/>
                  </a:cubicBezTo>
                  <a:cubicBezTo>
                    <a:pt x="115836" y="8759"/>
                    <a:pt x="104623" y="78"/>
                    <a:pt x="87624" y="78"/>
                  </a:cubicBezTo>
                  <a:cubicBezTo>
                    <a:pt x="61763" y="78"/>
                    <a:pt x="34997" y="20152"/>
                    <a:pt x="28487" y="46375"/>
                  </a:cubicBezTo>
                  <a:lnTo>
                    <a:pt x="998" y="156692"/>
                  </a:lnTo>
                  <a:close/>
                  <a:moveTo>
                    <a:pt x="82922" y="54513"/>
                  </a:moveTo>
                  <a:cubicBezTo>
                    <a:pt x="78581" y="57588"/>
                    <a:pt x="74060" y="57588"/>
                    <a:pt x="71528" y="57588"/>
                  </a:cubicBezTo>
                  <a:cubicBezTo>
                    <a:pt x="70805" y="57588"/>
                    <a:pt x="62848" y="57588"/>
                    <a:pt x="62848" y="56141"/>
                  </a:cubicBezTo>
                  <a:cubicBezTo>
                    <a:pt x="62848" y="53247"/>
                    <a:pt x="71709" y="53247"/>
                    <a:pt x="74060" y="53247"/>
                  </a:cubicBezTo>
                  <a:cubicBezTo>
                    <a:pt x="77315" y="53247"/>
                    <a:pt x="79485" y="53247"/>
                    <a:pt x="82922" y="54513"/>
                  </a:cubicBezTo>
                  <a:close/>
                  <a:moveTo>
                    <a:pt x="89070" y="48184"/>
                  </a:moveTo>
                  <a:cubicBezTo>
                    <a:pt x="83102" y="46737"/>
                    <a:pt x="78039" y="46737"/>
                    <a:pt x="74603" y="46737"/>
                  </a:cubicBezTo>
                  <a:cubicBezTo>
                    <a:pt x="68816" y="46737"/>
                    <a:pt x="54167" y="46737"/>
                    <a:pt x="54167" y="56503"/>
                  </a:cubicBezTo>
                  <a:cubicBezTo>
                    <a:pt x="54167" y="64098"/>
                    <a:pt x="65018" y="64098"/>
                    <a:pt x="71347" y="64098"/>
                  </a:cubicBezTo>
                  <a:cubicBezTo>
                    <a:pt x="74422" y="64098"/>
                    <a:pt x="82560" y="64098"/>
                    <a:pt x="90698" y="60662"/>
                  </a:cubicBezTo>
                  <a:cubicBezTo>
                    <a:pt x="92145" y="63375"/>
                    <a:pt x="92687" y="66992"/>
                    <a:pt x="92687" y="70066"/>
                  </a:cubicBezTo>
                  <a:cubicBezTo>
                    <a:pt x="92687" y="76577"/>
                    <a:pt x="87985" y="98459"/>
                    <a:pt x="82379" y="107863"/>
                  </a:cubicBezTo>
                  <a:cubicBezTo>
                    <a:pt x="76773" y="116725"/>
                    <a:pt x="67911" y="122693"/>
                    <a:pt x="56518" y="122693"/>
                  </a:cubicBezTo>
                  <a:cubicBezTo>
                    <a:pt x="39699" y="122693"/>
                    <a:pt x="25593" y="112565"/>
                    <a:pt x="25593" y="96289"/>
                  </a:cubicBezTo>
                  <a:cubicBezTo>
                    <a:pt x="25593" y="92672"/>
                    <a:pt x="26497" y="88874"/>
                    <a:pt x="26859" y="87066"/>
                  </a:cubicBezTo>
                  <a:cubicBezTo>
                    <a:pt x="29572" y="76396"/>
                    <a:pt x="35359" y="52705"/>
                    <a:pt x="37529" y="44747"/>
                  </a:cubicBezTo>
                  <a:cubicBezTo>
                    <a:pt x="43316" y="25035"/>
                    <a:pt x="65199" y="6589"/>
                    <a:pt x="86719" y="6589"/>
                  </a:cubicBezTo>
                  <a:cubicBezTo>
                    <a:pt x="93411" y="6589"/>
                    <a:pt x="97389" y="9844"/>
                    <a:pt x="97389" y="16897"/>
                  </a:cubicBezTo>
                  <a:cubicBezTo>
                    <a:pt x="97389" y="22503"/>
                    <a:pt x="93049" y="41131"/>
                    <a:pt x="89070" y="4818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8" name="Freeform: Shape 1327">
              <a:extLst>
                <a:ext uri="{FF2B5EF4-FFF2-40B4-BE49-F238E27FC236}">
                  <a16:creationId xmlns:a16="http://schemas.microsoft.com/office/drawing/2014/main" id="{B526720A-2341-C6A8-1D71-13AE72D79A93}"/>
                </a:ext>
              </a:extLst>
            </p:cNvPr>
            <p:cNvSpPr/>
            <p:nvPr>
              <p:custDataLst>
                <p:tags r:id="rId33"/>
              </p:custDataLst>
            </p:nvPr>
          </p:nvSpPr>
          <p:spPr>
            <a:xfrm>
              <a:off x="12399832" y="6305517"/>
              <a:ext cx="93551" cy="87855"/>
            </a:xfrm>
            <a:custGeom>
              <a:avLst/>
              <a:gdLst>
                <a:gd name="connsiteX0" fmla="*/ 50159 w 93551"/>
                <a:gd name="connsiteY0" fmla="*/ 6277 h 87855"/>
                <a:gd name="connsiteX1" fmla="*/ 88770 w 93551"/>
                <a:gd name="connsiteY1" fmla="*/ 6277 h 87855"/>
                <a:gd name="connsiteX2" fmla="*/ 93833 w 93551"/>
                <a:gd name="connsiteY2" fmla="*/ 3239 h 87855"/>
                <a:gd name="connsiteX3" fmla="*/ 88770 w 93551"/>
                <a:gd name="connsiteY3" fmla="*/ 74 h 87855"/>
                <a:gd name="connsiteX4" fmla="*/ 5345 w 93551"/>
                <a:gd name="connsiteY4" fmla="*/ 74 h 87855"/>
                <a:gd name="connsiteX5" fmla="*/ 282 w 93551"/>
                <a:gd name="connsiteY5" fmla="*/ 3112 h 87855"/>
                <a:gd name="connsiteX6" fmla="*/ 5345 w 93551"/>
                <a:gd name="connsiteY6" fmla="*/ 6277 h 87855"/>
                <a:gd name="connsiteX7" fmla="*/ 43956 w 93551"/>
                <a:gd name="connsiteY7" fmla="*/ 6277 h 87855"/>
                <a:gd name="connsiteX8" fmla="*/ 43956 w 93551"/>
                <a:gd name="connsiteY8" fmla="*/ 82992 h 87855"/>
                <a:gd name="connsiteX9" fmla="*/ 47121 w 93551"/>
                <a:gd name="connsiteY9" fmla="*/ 87929 h 87855"/>
                <a:gd name="connsiteX10" fmla="*/ 50159 w 93551"/>
                <a:gd name="connsiteY10" fmla="*/ 82992 h 87855"/>
                <a:gd name="connsiteX11" fmla="*/ 50159 w 93551"/>
                <a:gd name="connsiteY11" fmla="*/ 6277 h 8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551" h="87855">
                  <a:moveTo>
                    <a:pt x="50159" y="6277"/>
                  </a:moveTo>
                  <a:lnTo>
                    <a:pt x="88770" y="6277"/>
                  </a:lnTo>
                  <a:cubicBezTo>
                    <a:pt x="90795" y="6277"/>
                    <a:pt x="93833" y="6277"/>
                    <a:pt x="93833" y="3239"/>
                  </a:cubicBezTo>
                  <a:cubicBezTo>
                    <a:pt x="93833" y="74"/>
                    <a:pt x="90922" y="74"/>
                    <a:pt x="88770" y="74"/>
                  </a:cubicBezTo>
                  <a:lnTo>
                    <a:pt x="5345" y="74"/>
                  </a:lnTo>
                  <a:cubicBezTo>
                    <a:pt x="3446" y="74"/>
                    <a:pt x="282" y="74"/>
                    <a:pt x="282" y="3112"/>
                  </a:cubicBezTo>
                  <a:cubicBezTo>
                    <a:pt x="282" y="6277"/>
                    <a:pt x="3193" y="6277"/>
                    <a:pt x="5345" y="6277"/>
                  </a:cubicBezTo>
                  <a:lnTo>
                    <a:pt x="43956" y="6277"/>
                  </a:lnTo>
                  <a:lnTo>
                    <a:pt x="43956" y="82992"/>
                  </a:lnTo>
                  <a:cubicBezTo>
                    <a:pt x="43956" y="85018"/>
                    <a:pt x="43956" y="87929"/>
                    <a:pt x="47121" y="87929"/>
                  </a:cubicBezTo>
                  <a:cubicBezTo>
                    <a:pt x="50159" y="87929"/>
                    <a:pt x="50159" y="84891"/>
                    <a:pt x="50159" y="82992"/>
                  </a:cubicBezTo>
                  <a:lnTo>
                    <a:pt x="50159" y="627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9" name="Freeform: Shape 1328">
              <a:extLst>
                <a:ext uri="{FF2B5EF4-FFF2-40B4-BE49-F238E27FC236}">
                  <a16:creationId xmlns:a16="http://schemas.microsoft.com/office/drawing/2014/main" id="{6DF9684B-68A5-A2CE-48B4-6EDB340F4889}"/>
                </a:ext>
              </a:extLst>
            </p:cNvPr>
            <p:cNvSpPr/>
            <p:nvPr>
              <p:custDataLst>
                <p:tags r:id="rId34"/>
              </p:custDataLst>
            </p:nvPr>
          </p:nvSpPr>
          <p:spPr>
            <a:xfrm>
              <a:off x="12516134" y="6393956"/>
              <a:ext cx="101816" cy="80296"/>
            </a:xfrm>
            <a:custGeom>
              <a:avLst/>
              <a:gdLst>
                <a:gd name="connsiteX0" fmla="*/ 58883 w 101816"/>
                <a:gd name="connsiteY0" fmla="*/ 35886 h 80296"/>
                <a:gd name="connsiteX1" fmla="*/ 80042 w 101816"/>
                <a:gd name="connsiteY1" fmla="*/ 12376 h 80296"/>
                <a:gd name="connsiteX2" fmla="*/ 98488 w 101816"/>
                <a:gd name="connsiteY2" fmla="*/ 8578 h 80296"/>
                <a:gd name="connsiteX3" fmla="*/ 98488 w 101816"/>
                <a:gd name="connsiteY3" fmla="*/ 78 h 80296"/>
                <a:gd name="connsiteX4" fmla="*/ 81850 w 101816"/>
                <a:gd name="connsiteY4" fmla="*/ 621 h 80296"/>
                <a:gd name="connsiteX5" fmla="*/ 63223 w 101816"/>
                <a:gd name="connsiteY5" fmla="*/ 78 h 80296"/>
                <a:gd name="connsiteX6" fmla="*/ 63223 w 101816"/>
                <a:gd name="connsiteY6" fmla="*/ 8578 h 80296"/>
                <a:gd name="connsiteX7" fmla="*/ 70095 w 101816"/>
                <a:gd name="connsiteY7" fmla="*/ 10206 h 80296"/>
                <a:gd name="connsiteX8" fmla="*/ 68648 w 101816"/>
                <a:gd name="connsiteY8" fmla="*/ 12376 h 80296"/>
                <a:gd name="connsiteX9" fmla="*/ 53457 w 101816"/>
                <a:gd name="connsiteY9" fmla="*/ 29375 h 80296"/>
                <a:gd name="connsiteX10" fmla="*/ 35734 w 101816"/>
                <a:gd name="connsiteY10" fmla="*/ 8578 h 80296"/>
                <a:gd name="connsiteX11" fmla="*/ 42968 w 101816"/>
                <a:gd name="connsiteY11" fmla="*/ 8578 h 80296"/>
                <a:gd name="connsiteX12" fmla="*/ 42968 w 101816"/>
                <a:gd name="connsiteY12" fmla="*/ 78 h 80296"/>
                <a:gd name="connsiteX13" fmla="*/ 21086 w 101816"/>
                <a:gd name="connsiteY13" fmla="*/ 621 h 80296"/>
                <a:gd name="connsiteX14" fmla="*/ 1193 w 101816"/>
                <a:gd name="connsiteY14" fmla="*/ 78 h 80296"/>
                <a:gd name="connsiteX15" fmla="*/ 1193 w 101816"/>
                <a:gd name="connsiteY15" fmla="*/ 8578 h 80296"/>
                <a:gd name="connsiteX16" fmla="*/ 14033 w 101816"/>
                <a:gd name="connsiteY16" fmla="*/ 8578 h 80296"/>
                <a:gd name="connsiteX17" fmla="*/ 42245 w 101816"/>
                <a:gd name="connsiteY17" fmla="*/ 41854 h 80296"/>
                <a:gd name="connsiteX18" fmla="*/ 18554 w 101816"/>
                <a:gd name="connsiteY18" fmla="*/ 68438 h 80296"/>
                <a:gd name="connsiteX19" fmla="*/ 288 w 101816"/>
                <a:gd name="connsiteY19" fmla="*/ 71875 h 80296"/>
                <a:gd name="connsiteX20" fmla="*/ 288 w 101816"/>
                <a:gd name="connsiteY20" fmla="*/ 80374 h 80296"/>
                <a:gd name="connsiteX21" fmla="*/ 16926 w 101816"/>
                <a:gd name="connsiteY21" fmla="*/ 79832 h 80296"/>
                <a:gd name="connsiteX22" fmla="*/ 35553 w 101816"/>
                <a:gd name="connsiteY22" fmla="*/ 80374 h 80296"/>
                <a:gd name="connsiteX23" fmla="*/ 35553 w 101816"/>
                <a:gd name="connsiteY23" fmla="*/ 71875 h 80296"/>
                <a:gd name="connsiteX24" fmla="*/ 28862 w 101816"/>
                <a:gd name="connsiteY24" fmla="*/ 69885 h 80296"/>
                <a:gd name="connsiteX25" fmla="*/ 30128 w 101816"/>
                <a:gd name="connsiteY25" fmla="*/ 68077 h 80296"/>
                <a:gd name="connsiteX26" fmla="*/ 47670 w 101816"/>
                <a:gd name="connsiteY26" fmla="*/ 48364 h 80296"/>
                <a:gd name="connsiteX27" fmla="*/ 67563 w 101816"/>
                <a:gd name="connsiteY27" fmla="*/ 71875 h 80296"/>
                <a:gd name="connsiteX28" fmla="*/ 60510 w 101816"/>
                <a:gd name="connsiteY28" fmla="*/ 71875 h 80296"/>
                <a:gd name="connsiteX29" fmla="*/ 60510 w 101816"/>
                <a:gd name="connsiteY29" fmla="*/ 80374 h 80296"/>
                <a:gd name="connsiteX30" fmla="*/ 82212 w 101816"/>
                <a:gd name="connsiteY30" fmla="*/ 79832 h 80296"/>
                <a:gd name="connsiteX31" fmla="*/ 102105 w 101816"/>
                <a:gd name="connsiteY31" fmla="*/ 80374 h 80296"/>
                <a:gd name="connsiteX32" fmla="*/ 102105 w 101816"/>
                <a:gd name="connsiteY32" fmla="*/ 71875 h 80296"/>
                <a:gd name="connsiteX33" fmla="*/ 89265 w 101816"/>
                <a:gd name="connsiteY33" fmla="*/ 71875 h 80296"/>
                <a:gd name="connsiteX34" fmla="*/ 58883 w 101816"/>
                <a:gd name="connsiteY34" fmla="*/ 35886 h 8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1816" h="80296">
                  <a:moveTo>
                    <a:pt x="58883" y="35886"/>
                  </a:moveTo>
                  <a:lnTo>
                    <a:pt x="80042" y="12376"/>
                  </a:lnTo>
                  <a:cubicBezTo>
                    <a:pt x="82393" y="9844"/>
                    <a:pt x="83478" y="8578"/>
                    <a:pt x="98488" y="8578"/>
                  </a:cubicBezTo>
                  <a:lnTo>
                    <a:pt x="98488" y="78"/>
                  </a:lnTo>
                  <a:cubicBezTo>
                    <a:pt x="92158" y="440"/>
                    <a:pt x="82754" y="621"/>
                    <a:pt x="81850" y="621"/>
                  </a:cubicBezTo>
                  <a:cubicBezTo>
                    <a:pt x="77329" y="621"/>
                    <a:pt x="68287" y="259"/>
                    <a:pt x="63223" y="78"/>
                  </a:cubicBezTo>
                  <a:lnTo>
                    <a:pt x="63223" y="8578"/>
                  </a:lnTo>
                  <a:cubicBezTo>
                    <a:pt x="65755" y="8578"/>
                    <a:pt x="67925" y="8940"/>
                    <a:pt x="70095" y="10206"/>
                  </a:cubicBezTo>
                  <a:cubicBezTo>
                    <a:pt x="69372" y="11291"/>
                    <a:pt x="69372" y="11652"/>
                    <a:pt x="68648" y="12376"/>
                  </a:cubicBezTo>
                  <a:lnTo>
                    <a:pt x="53457" y="29375"/>
                  </a:lnTo>
                  <a:lnTo>
                    <a:pt x="35734" y="8578"/>
                  </a:lnTo>
                  <a:lnTo>
                    <a:pt x="42968" y="8578"/>
                  </a:lnTo>
                  <a:lnTo>
                    <a:pt x="42968" y="78"/>
                  </a:lnTo>
                  <a:cubicBezTo>
                    <a:pt x="38266" y="259"/>
                    <a:pt x="26873" y="621"/>
                    <a:pt x="21086" y="621"/>
                  </a:cubicBezTo>
                  <a:cubicBezTo>
                    <a:pt x="15299" y="621"/>
                    <a:pt x="7161" y="259"/>
                    <a:pt x="1193" y="78"/>
                  </a:cubicBezTo>
                  <a:lnTo>
                    <a:pt x="1193" y="8578"/>
                  </a:lnTo>
                  <a:lnTo>
                    <a:pt x="14033" y="8578"/>
                  </a:lnTo>
                  <a:lnTo>
                    <a:pt x="42245" y="41854"/>
                  </a:lnTo>
                  <a:lnTo>
                    <a:pt x="18554" y="68438"/>
                  </a:lnTo>
                  <a:cubicBezTo>
                    <a:pt x="15479" y="71875"/>
                    <a:pt x="8969" y="71875"/>
                    <a:pt x="288" y="71875"/>
                  </a:cubicBezTo>
                  <a:lnTo>
                    <a:pt x="288" y="80374"/>
                  </a:lnTo>
                  <a:cubicBezTo>
                    <a:pt x="6618" y="80013"/>
                    <a:pt x="16022" y="79832"/>
                    <a:pt x="16926" y="79832"/>
                  </a:cubicBezTo>
                  <a:cubicBezTo>
                    <a:pt x="21447" y="79832"/>
                    <a:pt x="31936" y="80194"/>
                    <a:pt x="35553" y="80374"/>
                  </a:cubicBezTo>
                  <a:lnTo>
                    <a:pt x="35553" y="71875"/>
                  </a:lnTo>
                  <a:cubicBezTo>
                    <a:pt x="32298" y="71875"/>
                    <a:pt x="28862" y="70970"/>
                    <a:pt x="28862" y="69885"/>
                  </a:cubicBezTo>
                  <a:cubicBezTo>
                    <a:pt x="28862" y="69704"/>
                    <a:pt x="28862" y="69524"/>
                    <a:pt x="30128" y="68077"/>
                  </a:cubicBezTo>
                  <a:lnTo>
                    <a:pt x="47670" y="48364"/>
                  </a:lnTo>
                  <a:lnTo>
                    <a:pt x="67563" y="71875"/>
                  </a:lnTo>
                  <a:lnTo>
                    <a:pt x="60510" y="71875"/>
                  </a:lnTo>
                  <a:lnTo>
                    <a:pt x="60510" y="80374"/>
                  </a:lnTo>
                  <a:cubicBezTo>
                    <a:pt x="65212" y="80194"/>
                    <a:pt x="76244" y="79832"/>
                    <a:pt x="82212" y="79832"/>
                  </a:cubicBezTo>
                  <a:cubicBezTo>
                    <a:pt x="87999" y="79832"/>
                    <a:pt x="96137" y="80194"/>
                    <a:pt x="102105" y="80374"/>
                  </a:cubicBezTo>
                  <a:lnTo>
                    <a:pt x="102105" y="71875"/>
                  </a:lnTo>
                  <a:lnTo>
                    <a:pt x="89265" y="71875"/>
                  </a:lnTo>
                  <a:lnTo>
                    <a:pt x="58883" y="3588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30" name="Freeform: Shape 1329">
              <a:extLst>
                <a:ext uri="{FF2B5EF4-FFF2-40B4-BE49-F238E27FC236}">
                  <a16:creationId xmlns:a16="http://schemas.microsoft.com/office/drawing/2014/main" id="{69D68E57-A89A-21A2-1B01-24C195D07EAD}"/>
                </a:ext>
              </a:extLst>
            </p:cNvPr>
            <p:cNvSpPr/>
            <p:nvPr>
              <p:custDataLst>
                <p:tags r:id="rId35"/>
              </p:custDataLst>
            </p:nvPr>
          </p:nvSpPr>
          <p:spPr>
            <a:xfrm>
              <a:off x="12627869" y="6445552"/>
              <a:ext cx="77347" cy="57093"/>
            </a:xfrm>
            <a:custGeom>
              <a:avLst/>
              <a:gdLst>
                <a:gd name="connsiteX0" fmla="*/ 9789 w 77347"/>
                <a:gd name="connsiteY0" fmla="*/ 47932 h 57093"/>
                <a:gd name="connsiteX1" fmla="*/ 8523 w 77347"/>
                <a:gd name="connsiteY1" fmla="*/ 53122 h 57093"/>
                <a:gd name="connsiteX2" fmla="*/ 12827 w 77347"/>
                <a:gd name="connsiteY2" fmla="*/ 57173 h 57093"/>
                <a:gd name="connsiteX3" fmla="*/ 17764 w 77347"/>
                <a:gd name="connsiteY3" fmla="*/ 54388 h 57093"/>
                <a:gd name="connsiteX4" fmla="*/ 20043 w 77347"/>
                <a:gd name="connsiteY4" fmla="*/ 46539 h 57093"/>
                <a:gd name="connsiteX5" fmla="*/ 22828 w 77347"/>
                <a:gd name="connsiteY5" fmla="*/ 35146 h 57093"/>
                <a:gd name="connsiteX6" fmla="*/ 24980 w 77347"/>
                <a:gd name="connsiteY6" fmla="*/ 26664 h 57093"/>
                <a:gd name="connsiteX7" fmla="*/ 30297 w 77347"/>
                <a:gd name="connsiteY7" fmla="*/ 15271 h 57093"/>
                <a:gd name="connsiteX8" fmla="*/ 49286 w 77347"/>
                <a:gd name="connsiteY8" fmla="*/ 3624 h 57093"/>
                <a:gd name="connsiteX9" fmla="*/ 56755 w 77347"/>
                <a:gd name="connsiteY9" fmla="*/ 12486 h 57093"/>
                <a:gd name="connsiteX10" fmla="*/ 49286 w 77347"/>
                <a:gd name="connsiteY10" fmla="*/ 39450 h 57093"/>
                <a:gd name="connsiteX11" fmla="*/ 47387 w 77347"/>
                <a:gd name="connsiteY11" fmla="*/ 46286 h 57093"/>
                <a:gd name="connsiteX12" fmla="*/ 59413 w 77347"/>
                <a:gd name="connsiteY12" fmla="*/ 57173 h 57093"/>
                <a:gd name="connsiteX13" fmla="*/ 77642 w 77347"/>
                <a:gd name="connsiteY13" fmla="*/ 37804 h 57093"/>
                <a:gd name="connsiteX14" fmla="*/ 75617 w 77347"/>
                <a:gd name="connsiteY14" fmla="*/ 36159 h 57093"/>
                <a:gd name="connsiteX15" fmla="*/ 73212 w 77347"/>
                <a:gd name="connsiteY15" fmla="*/ 38311 h 57093"/>
                <a:gd name="connsiteX16" fmla="*/ 59793 w 77347"/>
                <a:gd name="connsiteY16" fmla="*/ 53629 h 57093"/>
                <a:gd name="connsiteX17" fmla="*/ 56628 w 77347"/>
                <a:gd name="connsiteY17" fmla="*/ 49198 h 57093"/>
                <a:gd name="connsiteX18" fmla="*/ 59540 w 77347"/>
                <a:gd name="connsiteY18" fmla="*/ 38944 h 57093"/>
                <a:gd name="connsiteX19" fmla="*/ 66249 w 77347"/>
                <a:gd name="connsiteY19" fmla="*/ 14511 h 57093"/>
                <a:gd name="connsiteX20" fmla="*/ 49792 w 77347"/>
                <a:gd name="connsiteY20" fmla="*/ 80 h 57093"/>
                <a:gd name="connsiteX21" fmla="*/ 28398 w 77347"/>
                <a:gd name="connsiteY21" fmla="*/ 11600 h 57093"/>
                <a:gd name="connsiteX22" fmla="*/ 14853 w 77347"/>
                <a:gd name="connsiteY22" fmla="*/ 80 h 57093"/>
                <a:gd name="connsiteX23" fmla="*/ 4852 w 77347"/>
                <a:gd name="connsiteY23" fmla="*/ 6916 h 57093"/>
                <a:gd name="connsiteX24" fmla="*/ 294 w 77347"/>
                <a:gd name="connsiteY24" fmla="*/ 19448 h 57093"/>
                <a:gd name="connsiteX25" fmla="*/ 2447 w 77347"/>
                <a:gd name="connsiteY25" fmla="*/ 21094 h 57093"/>
                <a:gd name="connsiteX26" fmla="*/ 5232 w 77347"/>
                <a:gd name="connsiteY26" fmla="*/ 17296 h 57093"/>
                <a:gd name="connsiteX27" fmla="*/ 14473 w 77347"/>
                <a:gd name="connsiteY27" fmla="*/ 3624 h 57093"/>
                <a:gd name="connsiteX28" fmla="*/ 18650 w 77347"/>
                <a:gd name="connsiteY28" fmla="*/ 9827 h 57093"/>
                <a:gd name="connsiteX29" fmla="*/ 16625 w 77347"/>
                <a:gd name="connsiteY29" fmla="*/ 20335 h 57093"/>
                <a:gd name="connsiteX30" fmla="*/ 13840 w 77347"/>
                <a:gd name="connsiteY30" fmla="*/ 31728 h 57093"/>
                <a:gd name="connsiteX31" fmla="*/ 9789 w 77347"/>
                <a:gd name="connsiteY31" fmla="*/ 47932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789" y="47932"/>
                  </a:moveTo>
                  <a:cubicBezTo>
                    <a:pt x="9282" y="49578"/>
                    <a:pt x="8523" y="52742"/>
                    <a:pt x="8523" y="53122"/>
                  </a:cubicBezTo>
                  <a:cubicBezTo>
                    <a:pt x="8523" y="55907"/>
                    <a:pt x="10802" y="57173"/>
                    <a:pt x="12827" y="57173"/>
                  </a:cubicBezTo>
                  <a:cubicBezTo>
                    <a:pt x="15106" y="57173"/>
                    <a:pt x="17131" y="55527"/>
                    <a:pt x="17764" y="54388"/>
                  </a:cubicBezTo>
                  <a:cubicBezTo>
                    <a:pt x="18397" y="53249"/>
                    <a:pt x="19410" y="49198"/>
                    <a:pt x="20043" y="46539"/>
                  </a:cubicBezTo>
                  <a:cubicBezTo>
                    <a:pt x="20676" y="44134"/>
                    <a:pt x="22068" y="38311"/>
                    <a:pt x="22828" y="35146"/>
                  </a:cubicBezTo>
                  <a:cubicBezTo>
                    <a:pt x="23587" y="32361"/>
                    <a:pt x="24347" y="29576"/>
                    <a:pt x="24980" y="26664"/>
                  </a:cubicBezTo>
                  <a:cubicBezTo>
                    <a:pt x="26372" y="21474"/>
                    <a:pt x="26626" y="20461"/>
                    <a:pt x="30297" y="15271"/>
                  </a:cubicBezTo>
                  <a:cubicBezTo>
                    <a:pt x="33841" y="10207"/>
                    <a:pt x="39791" y="3624"/>
                    <a:pt x="49286" y="3624"/>
                  </a:cubicBezTo>
                  <a:cubicBezTo>
                    <a:pt x="56628" y="3624"/>
                    <a:pt x="56755" y="10081"/>
                    <a:pt x="56755" y="12486"/>
                  </a:cubicBezTo>
                  <a:cubicBezTo>
                    <a:pt x="56755" y="20081"/>
                    <a:pt x="51311" y="34133"/>
                    <a:pt x="49286" y="39450"/>
                  </a:cubicBezTo>
                  <a:cubicBezTo>
                    <a:pt x="47893" y="42995"/>
                    <a:pt x="47387" y="44134"/>
                    <a:pt x="47387" y="46286"/>
                  </a:cubicBezTo>
                  <a:cubicBezTo>
                    <a:pt x="47387" y="52996"/>
                    <a:pt x="52957" y="57173"/>
                    <a:pt x="59413" y="57173"/>
                  </a:cubicBezTo>
                  <a:cubicBezTo>
                    <a:pt x="72072" y="57173"/>
                    <a:pt x="77642" y="39703"/>
                    <a:pt x="77642" y="37804"/>
                  </a:cubicBezTo>
                  <a:cubicBezTo>
                    <a:pt x="77642" y="36159"/>
                    <a:pt x="75997" y="36159"/>
                    <a:pt x="75617" y="36159"/>
                  </a:cubicBezTo>
                  <a:cubicBezTo>
                    <a:pt x="73845" y="36159"/>
                    <a:pt x="73718" y="36918"/>
                    <a:pt x="73212" y="38311"/>
                  </a:cubicBezTo>
                  <a:cubicBezTo>
                    <a:pt x="70300" y="48438"/>
                    <a:pt x="64857" y="53629"/>
                    <a:pt x="59793" y="53629"/>
                  </a:cubicBezTo>
                  <a:cubicBezTo>
                    <a:pt x="57134" y="53629"/>
                    <a:pt x="56628" y="51856"/>
                    <a:pt x="56628" y="49198"/>
                  </a:cubicBezTo>
                  <a:cubicBezTo>
                    <a:pt x="56628" y="46286"/>
                    <a:pt x="57261" y="44640"/>
                    <a:pt x="59540" y="38944"/>
                  </a:cubicBezTo>
                  <a:cubicBezTo>
                    <a:pt x="61059" y="35019"/>
                    <a:pt x="66249" y="21601"/>
                    <a:pt x="66249" y="14511"/>
                  </a:cubicBezTo>
                  <a:cubicBezTo>
                    <a:pt x="66249" y="2232"/>
                    <a:pt x="56501" y="80"/>
                    <a:pt x="49792" y="80"/>
                  </a:cubicBezTo>
                  <a:cubicBezTo>
                    <a:pt x="39285" y="80"/>
                    <a:pt x="32196" y="6536"/>
                    <a:pt x="28398" y="11600"/>
                  </a:cubicBezTo>
                  <a:cubicBezTo>
                    <a:pt x="27512" y="2865"/>
                    <a:pt x="20043" y="80"/>
                    <a:pt x="14853" y="80"/>
                  </a:cubicBezTo>
                  <a:cubicBezTo>
                    <a:pt x="9409" y="80"/>
                    <a:pt x="6497" y="4004"/>
                    <a:pt x="4852" y="6916"/>
                  </a:cubicBezTo>
                  <a:cubicBezTo>
                    <a:pt x="2067" y="11600"/>
                    <a:pt x="294" y="18815"/>
                    <a:pt x="294" y="19448"/>
                  </a:cubicBezTo>
                  <a:cubicBezTo>
                    <a:pt x="294" y="21094"/>
                    <a:pt x="2067" y="21094"/>
                    <a:pt x="2447" y="21094"/>
                  </a:cubicBezTo>
                  <a:cubicBezTo>
                    <a:pt x="4219" y="21094"/>
                    <a:pt x="4345" y="20714"/>
                    <a:pt x="5232" y="17296"/>
                  </a:cubicBezTo>
                  <a:cubicBezTo>
                    <a:pt x="7130" y="9827"/>
                    <a:pt x="9536" y="3624"/>
                    <a:pt x="14473" y="3624"/>
                  </a:cubicBezTo>
                  <a:cubicBezTo>
                    <a:pt x="17764" y="3624"/>
                    <a:pt x="18650" y="6409"/>
                    <a:pt x="18650" y="9827"/>
                  </a:cubicBezTo>
                  <a:cubicBezTo>
                    <a:pt x="18650" y="12233"/>
                    <a:pt x="17511" y="16917"/>
                    <a:pt x="16625" y="20335"/>
                  </a:cubicBezTo>
                  <a:cubicBezTo>
                    <a:pt x="15739" y="23753"/>
                    <a:pt x="14473" y="28943"/>
                    <a:pt x="13840" y="31728"/>
                  </a:cubicBezTo>
                  <a:lnTo>
                    <a:pt x="9789" y="479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p:sp>
        <p:nvSpPr>
          <p:cNvPr id="883" name="TextBox 882">
            <a:extLst>
              <a:ext uri="{FF2B5EF4-FFF2-40B4-BE49-F238E27FC236}">
                <a16:creationId xmlns:a16="http://schemas.microsoft.com/office/drawing/2014/main" id="{8B99C1F6-EB6D-558F-B6E5-F5A8FFE8D6D9}"/>
              </a:ext>
            </a:extLst>
          </p:cNvPr>
          <p:cNvSpPr txBox="1"/>
          <p:nvPr/>
        </p:nvSpPr>
        <p:spPr>
          <a:xfrm>
            <a:off x="5495447" y="5664175"/>
            <a:ext cx="6096000" cy="461665"/>
          </a:xfrm>
          <a:prstGeom prst="rect">
            <a:avLst/>
          </a:prstGeom>
          <a:noFill/>
        </p:spPr>
        <p:txBody>
          <a:bodyPr wrap="square">
            <a:spAutoFit/>
          </a:bodyPr>
          <a:lstStyle>
            <a:defPPr>
              <a:defRPr lang="en-US"/>
            </a:defPPr>
            <a:lvl1pPr>
              <a:defRPr sz="1200"/>
            </a:lvl1pPr>
          </a:lstStyle>
          <a:p>
            <a:r>
              <a:rPr lang="en-US"/>
              <a:t>This is the standard form of the </a:t>
            </a:r>
            <a:r>
              <a:rPr lang="en-US" b="1">
                <a:highlight>
                  <a:srgbClr val="FFC000"/>
                </a:highlight>
              </a:rPr>
              <a:t>Ordinal Logistic Model with Proportional Odds</a:t>
            </a:r>
            <a:r>
              <a:rPr lang="en-US"/>
              <a:t>, using the lower cumulative logit specification.</a:t>
            </a:r>
            <a:endParaRPr lang="en-GB" noProof="0"/>
          </a:p>
        </p:txBody>
      </p:sp>
    </p:spTree>
    <p:extLst>
      <p:ext uri="{BB962C8B-B14F-4D97-AF65-F5344CB8AC3E}">
        <p14:creationId xmlns:p14="http://schemas.microsoft.com/office/powerpoint/2010/main" val="336470389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10" presetClass="entr" presetSubtype="0" fill="hold" nodeType="withEffect">
                                  <p:stCondLst>
                                    <p:cond delay="0"/>
                                  </p:stCondLst>
                                  <p:childTnLst>
                                    <p:set>
                                      <p:cBhvr>
                                        <p:cTn id="9" dur="1" fill="hold">
                                          <p:stCondLst>
                                            <p:cond delay="0"/>
                                          </p:stCondLst>
                                        </p:cTn>
                                        <p:tgtEl>
                                          <p:spTgt spid="128"/>
                                        </p:tgtEl>
                                        <p:attrNameLst>
                                          <p:attrName>style.visibility</p:attrName>
                                        </p:attrNameLst>
                                      </p:cBhvr>
                                      <p:to>
                                        <p:strVal val="visible"/>
                                      </p:to>
                                    </p:set>
                                    <p:animEffect transition="in" filter="fade">
                                      <p:cBhvr>
                                        <p:cTn id="10" dur="500"/>
                                        <p:tgtEl>
                                          <p:spTgt spid="12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9"/>
                                        </p:tgtEl>
                                        <p:attrNameLst>
                                          <p:attrName>style.visibility</p:attrName>
                                        </p:attrNameLst>
                                      </p:cBhvr>
                                      <p:to>
                                        <p:strVal val="visible"/>
                                      </p:to>
                                    </p:set>
                                    <p:animEffect transition="in" filter="fade">
                                      <p:cBhvr>
                                        <p:cTn id="15" dur="500"/>
                                        <p:tgtEl>
                                          <p:spTgt spid="129"/>
                                        </p:tgtEl>
                                      </p:cBhvr>
                                    </p:animEffect>
                                  </p:childTnLst>
                                </p:cTn>
                              </p:par>
                              <p:par>
                                <p:cTn id="16" presetID="10" presetClass="entr" presetSubtype="0" fill="hold" nodeType="withEffect">
                                  <p:stCondLst>
                                    <p:cond delay="0"/>
                                  </p:stCondLst>
                                  <p:childTnLst>
                                    <p:set>
                                      <p:cBhvr>
                                        <p:cTn id="17" dur="1" fill="hold">
                                          <p:stCondLst>
                                            <p:cond delay="0"/>
                                          </p:stCondLst>
                                        </p:cTn>
                                        <p:tgtEl>
                                          <p:spTgt spid="180"/>
                                        </p:tgtEl>
                                        <p:attrNameLst>
                                          <p:attrName>style.visibility</p:attrName>
                                        </p:attrNameLst>
                                      </p:cBhvr>
                                      <p:to>
                                        <p:strVal val="visible"/>
                                      </p:to>
                                    </p:set>
                                    <p:animEffect transition="in" filter="fade">
                                      <p:cBhvr>
                                        <p:cTn id="18" dur="500"/>
                                        <p:tgtEl>
                                          <p:spTgt spid="18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16"/>
                                        </p:tgtEl>
                                        <p:attrNameLst>
                                          <p:attrName>style.visibility</p:attrName>
                                        </p:attrNameLst>
                                      </p:cBhvr>
                                      <p:to>
                                        <p:strVal val="visible"/>
                                      </p:to>
                                    </p:set>
                                    <p:animEffect transition="in" filter="fade">
                                      <p:cBhvr>
                                        <p:cTn id="23" dur="500"/>
                                        <p:tgtEl>
                                          <p:spTgt spid="216"/>
                                        </p:tgtEl>
                                      </p:cBhvr>
                                    </p:animEffect>
                                  </p:childTnLst>
                                </p:cTn>
                              </p:par>
                              <p:par>
                                <p:cTn id="24" presetID="10" presetClass="entr" presetSubtype="0" fill="hold" nodeType="withEffect">
                                  <p:stCondLst>
                                    <p:cond delay="0"/>
                                  </p:stCondLst>
                                  <p:childTnLst>
                                    <p:set>
                                      <p:cBhvr>
                                        <p:cTn id="25" dur="1" fill="hold">
                                          <p:stCondLst>
                                            <p:cond delay="0"/>
                                          </p:stCondLst>
                                        </p:cTn>
                                        <p:tgtEl>
                                          <p:spTgt spid="270"/>
                                        </p:tgtEl>
                                        <p:attrNameLst>
                                          <p:attrName>style.visibility</p:attrName>
                                        </p:attrNameLst>
                                      </p:cBhvr>
                                      <p:to>
                                        <p:strVal val="visible"/>
                                      </p:to>
                                    </p:set>
                                    <p:animEffect transition="in" filter="fade">
                                      <p:cBhvr>
                                        <p:cTn id="26" dur="500"/>
                                        <p:tgtEl>
                                          <p:spTgt spid="270"/>
                                        </p:tgtEl>
                                      </p:cBhvr>
                                    </p:animEffect>
                                  </p:childTnLst>
                                </p:cTn>
                              </p:par>
                              <p:par>
                                <p:cTn id="27" presetID="10" presetClass="entr" presetSubtype="0" fill="hold" nodeType="withEffect">
                                  <p:stCondLst>
                                    <p:cond delay="0"/>
                                  </p:stCondLst>
                                  <p:childTnLst>
                                    <p:set>
                                      <p:cBhvr>
                                        <p:cTn id="28" dur="1" fill="hold">
                                          <p:stCondLst>
                                            <p:cond delay="0"/>
                                          </p:stCondLst>
                                        </p:cTn>
                                        <p:tgtEl>
                                          <p:spTgt spid="429"/>
                                        </p:tgtEl>
                                        <p:attrNameLst>
                                          <p:attrName>style.visibility</p:attrName>
                                        </p:attrNameLst>
                                      </p:cBhvr>
                                      <p:to>
                                        <p:strVal val="visible"/>
                                      </p:to>
                                    </p:set>
                                    <p:animEffect transition="in" filter="fade">
                                      <p:cBhvr>
                                        <p:cTn id="29" dur="500"/>
                                        <p:tgtEl>
                                          <p:spTgt spid="429"/>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486"/>
                                        </p:tgtEl>
                                        <p:attrNameLst>
                                          <p:attrName>style.visibility</p:attrName>
                                        </p:attrNameLst>
                                      </p:cBhvr>
                                      <p:to>
                                        <p:strVal val="visible"/>
                                      </p:to>
                                    </p:set>
                                    <p:animEffect transition="in" filter="fade">
                                      <p:cBhvr>
                                        <p:cTn id="34" dur="500"/>
                                        <p:tgtEl>
                                          <p:spTgt spid="486"/>
                                        </p:tgtEl>
                                      </p:cBhvr>
                                    </p:animEffect>
                                  </p:childTnLst>
                                </p:cTn>
                              </p:par>
                              <p:par>
                                <p:cTn id="35" presetID="10" presetClass="entr" presetSubtype="0" fill="hold" nodeType="withEffect">
                                  <p:stCondLst>
                                    <p:cond delay="0"/>
                                  </p:stCondLst>
                                  <p:childTnLst>
                                    <p:set>
                                      <p:cBhvr>
                                        <p:cTn id="36" dur="1" fill="hold">
                                          <p:stCondLst>
                                            <p:cond delay="0"/>
                                          </p:stCondLst>
                                        </p:cTn>
                                        <p:tgtEl>
                                          <p:spTgt spid="915"/>
                                        </p:tgtEl>
                                        <p:attrNameLst>
                                          <p:attrName>style.visibility</p:attrName>
                                        </p:attrNameLst>
                                      </p:cBhvr>
                                      <p:to>
                                        <p:strVal val="visible"/>
                                      </p:to>
                                    </p:set>
                                    <p:animEffect transition="in" filter="fade">
                                      <p:cBhvr>
                                        <p:cTn id="37" dur="500"/>
                                        <p:tgtEl>
                                          <p:spTgt spid="91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81"/>
                                        </p:tgtEl>
                                        <p:attrNameLst>
                                          <p:attrName>style.visibility</p:attrName>
                                        </p:attrNameLst>
                                      </p:cBhvr>
                                      <p:to>
                                        <p:strVal val="visible"/>
                                      </p:to>
                                    </p:set>
                                    <p:animEffect transition="in" filter="fade">
                                      <p:cBhvr>
                                        <p:cTn id="42" dur="500"/>
                                        <p:tgtEl>
                                          <p:spTgt spid="581"/>
                                        </p:tgtEl>
                                      </p:cBhvr>
                                    </p:animEffect>
                                  </p:childTnLst>
                                </p:cTn>
                              </p:par>
                              <p:par>
                                <p:cTn id="43" presetID="10" presetClass="entr" presetSubtype="0" fill="hold" nodeType="withEffect">
                                  <p:stCondLst>
                                    <p:cond delay="0"/>
                                  </p:stCondLst>
                                  <p:childTnLst>
                                    <p:set>
                                      <p:cBhvr>
                                        <p:cTn id="44" dur="1" fill="hold">
                                          <p:stCondLst>
                                            <p:cond delay="0"/>
                                          </p:stCondLst>
                                        </p:cTn>
                                        <p:tgtEl>
                                          <p:spTgt spid="1203"/>
                                        </p:tgtEl>
                                        <p:attrNameLst>
                                          <p:attrName>style.visibility</p:attrName>
                                        </p:attrNameLst>
                                      </p:cBhvr>
                                      <p:to>
                                        <p:strVal val="visible"/>
                                      </p:to>
                                    </p:set>
                                    <p:animEffect transition="in" filter="fade">
                                      <p:cBhvr>
                                        <p:cTn id="45" dur="500"/>
                                        <p:tgtEl>
                                          <p:spTgt spid="1203"/>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284"/>
                                        </p:tgtEl>
                                        <p:attrNameLst>
                                          <p:attrName>style.visibility</p:attrName>
                                        </p:attrNameLst>
                                      </p:cBhvr>
                                      <p:to>
                                        <p:strVal val="visible"/>
                                      </p:to>
                                    </p:set>
                                    <p:animEffect transition="in" filter="fade">
                                      <p:cBhvr>
                                        <p:cTn id="50" dur="500"/>
                                        <p:tgtEl>
                                          <p:spTgt spid="284"/>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809"/>
                                        </p:tgtEl>
                                        <p:attrNameLst>
                                          <p:attrName>style.visibility</p:attrName>
                                        </p:attrNameLst>
                                      </p:cBhvr>
                                      <p:to>
                                        <p:strVal val="visible"/>
                                      </p:to>
                                    </p:set>
                                    <p:animEffect transition="in" filter="fade">
                                      <p:cBhvr>
                                        <p:cTn id="53" dur="500"/>
                                        <p:tgtEl>
                                          <p:spTgt spid="809"/>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881"/>
                                        </p:tgtEl>
                                        <p:attrNameLst>
                                          <p:attrName>style.visibility</p:attrName>
                                        </p:attrNameLst>
                                      </p:cBhvr>
                                      <p:to>
                                        <p:strVal val="visible"/>
                                      </p:to>
                                    </p:set>
                                    <p:animEffect transition="in" filter="fade">
                                      <p:cBhvr>
                                        <p:cTn id="58" dur="500"/>
                                        <p:tgtEl>
                                          <p:spTgt spid="881"/>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883"/>
                                        </p:tgtEl>
                                        <p:attrNameLst>
                                          <p:attrName>style.visibility</p:attrName>
                                        </p:attrNameLst>
                                      </p:cBhvr>
                                      <p:to>
                                        <p:strVal val="visible"/>
                                      </p:to>
                                    </p:set>
                                    <p:animEffect transition="in" filter="fade">
                                      <p:cBhvr>
                                        <p:cTn id="63" dur="500"/>
                                        <p:tgtEl>
                                          <p:spTgt spid="883"/>
                                        </p:tgtEl>
                                      </p:cBhvr>
                                    </p:animEffect>
                                  </p:childTnLst>
                                </p:cTn>
                              </p:par>
                              <p:par>
                                <p:cTn id="64" presetID="10" presetClass="entr" presetSubtype="0" fill="hold" nodeType="withEffect">
                                  <p:stCondLst>
                                    <p:cond delay="0"/>
                                  </p:stCondLst>
                                  <p:childTnLst>
                                    <p:set>
                                      <p:cBhvr>
                                        <p:cTn id="65" dur="1" fill="hold">
                                          <p:stCondLst>
                                            <p:cond delay="0"/>
                                          </p:stCondLst>
                                        </p:cTn>
                                        <p:tgtEl>
                                          <p:spTgt spid="1331"/>
                                        </p:tgtEl>
                                        <p:attrNameLst>
                                          <p:attrName>style.visibility</p:attrName>
                                        </p:attrNameLst>
                                      </p:cBhvr>
                                      <p:to>
                                        <p:strVal val="visible"/>
                                      </p:to>
                                    </p:set>
                                    <p:animEffect transition="in" filter="fade">
                                      <p:cBhvr>
                                        <p:cTn id="66" dur="500"/>
                                        <p:tgtEl>
                                          <p:spTgt spid="13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1" grpId="0" animBg="1"/>
      <p:bldP spid="14" grpId="0"/>
      <p:bldP spid="129" grpId="0"/>
      <p:bldP spid="216" grpId="0"/>
      <p:bldP spid="486" grpId="0"/>
      <p:bldP spid="581" grpId="0"/>
      <p:bldP spid="809" grpId="0"/>
      <p:bldP spid="883"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3F8903-CC6D-1909-10F0-F3F199275497}"/>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BD654280-466E-EF5C-6298-85EE54A5194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A16D3BB-2317-91E9-0EBF-5AFC51AFF94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15F8CF70-CCA1-0741-CBE4-A2EE4E614CD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2" name="Título 1">
            <a:extLst>
              <a:ext uri="{FF2B5EF4-FFF2-40B4-BE49-F238E27FC236}">
                <a16:creationId xmlns:a16="http://schemas.microsoft.com/office/drawing/2014/main" id="{83A556C8-890D-6480-76FB-1E967B8AFA95}"/>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4" name="TextBox 13">
            <a:extLst>
              <a:ext uri="{FF2B5EF4-FFF2-40B4-BE49-F238E27FC236}">
                <a16:creationId xmlns:a16="http://schemas.microsoft.com/office/drawing/2014/main" id="{B5F32F8E-5F26-22CF-FD52-9CDBB7C471A4}"/>
              </a:ext>
            </a:extLst>
          </p:cNvPr>
          <p:cNvSpPr txBox="1"/>
          <p:nvPr/>
        </p:nvSpPr>
        <p:spPr>
          <a:xfrm>
            <a:off x="891589" y="1196080"/>
            <a:ext cx="4027883"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Aptos" panose="020B0004020202020204"/>
                <a:ea typeface="+mn-ea"/>
                <a:cs typeface="+mn-cs"/>
              </a:rPr>
              <a:t>Assumption of Proportional Odds</a:t>
            </a:r>
          </a:p>
        </p:txBody>
      </p:sp>
      <mc:AlternateContent xmlns:mc="http://schemas.openxmlformats.org/markup-compatibility/2006" xmlns:a14="http://schemas.microsoft.com/office/drawing/2010/main">
        <mc:Choice Requires="a14">
          <p:sp>
            <p:nvSpPr>
              <p:cNvPr id="486" name="TextBox 485">
                <a:extLst>
                  <a:ext uri="{FF2B5EF4-FFF2-40B4-BE49-F238E27FC236}">
                    <a16:creationId xmlns:a16="http://schemas.microsoft.com/office/drawing/2014/main" id="{EF61F575-3FA9-321D-BC47-4B955D58DEB6}"/>
                  </a:ext>
                </a:extLst>
              </p:cNvPr>
              <p:cNvSpPr txBox="1"/>
              <p:nvPr/>
            </p:nvSpPr>
            <p:spPr>
              <a:xfrm>
                <a:off x="999038" y="2228933"/>
                <a:ext cx="4091652" cy="845873"/>
              </a:xfrm>
              <a:prstGeom prst="rect">
                <a:avLst/>
              </a:prstGeom>
              <a:noFill/>
            </p:spPr>
            <p:txBody>
              <a:bodyPr wrap="square">
                <a:spAutoFit/>
              </a:bodyPr>
              <a:lstStyle>
                <a:defPPr>
                  <a:defRPr lang="en-US"/>
                </a:defPPr>
                <a:lvl1pPr>
                  <a:defRPr sz="1200">
                    <a:solidFill>
                      <a:prstClr val="black"/>
                    </a:solidFill>
                    <a:latin typeface="Aptos" panose="020B0004020202020204"/>
                  </a:defRPr>
                </a:lvl1pPr>
              </a:lstStyle>
              <a:p>
                <a:r>
                  <a:rPr lang="en-US"/>
                  <a:t>This assumption states that the effect of any predictor variable (</a:t>
                </a:r>
                <a14:m>
                  <m:oMath xmlns:m="http://schemas.openxmlformats.org/officeDocument/2006/math">
                    <m:r>
                      <a:rPr lang="en-US" i="1" dirty="0" smtClean="0">
                        <a:latin typeface="Cambria Math" panose="02040503050406030204" pitchFamily="18" charset="0"/>
                      </a:rPr>
                      <m:t>𝑋</m:t>
                    </m:r>
                  </m:oMath>
                </a14:m>
                <a:r>
                  <a:rPr lang="en-US"/>
                  <a:t>) on the cumulative odds of obtaining a higher response (</a:t>
                </a:r>
                <a14:m>
                  <m:oMath xmlns:m="http://schemas.openxmlformats.org/officeDocument/2006/math">
                    <m:r>
                      <a:rPr lang="en-US" i="1" dirty="0" smtClean="0">
                        <a:latin typeface="Cambria Math" panose="02040503050406030204" pitchFamily="18" charset="0"/>
                      </a:rPr>
                      <m:t>𝑌</m:t>
                    </m:r>
                    <m:r>
                      <a:rPr lang="en-US" i="1" dirty="0" smtClean="0">
                        <a:latin typeface="Cambria Math" panose="02040503050406030204" pitchFamily="18" charset="0"/>
                      </a:rPr>
                      <m:t> &gt; </m:t>
                    </m:r>
                    <m:r>
                      <a:rPr lang="en-US" i="1" dirty="0" smtClean="0">
                        <a:latin typeface="Cambria Math" panose="02040503050406030204" pitchFamily="18" charset="0"/>
                      </a:rPr>
                      <m:t>𝑗</m:t>
                    </m:r>
                  </m:oMath>
                </a14:m>
                <a:r>
                  <a:rPr lang="en-US"/>
                  <a:t>) is the same for all threshold points (</a:t>
                </a:r>
                <a14:m>
                  <m:oMath xmlns:m="http://schemas.openxmlformats.org/officeDocument/2006/math">
                    <m:sSub>
                      <m:sSubPr>
                        <m:ctrlPr>
                          <a:rPr lang="en-US" i="1" dirty="0" smtClean="0">
                            <a:latin typeface="Cambria Math" panose="02040503050406030204" pitchFamily="18" charset="0"/>
                          </a:rPr>
                        </m:ctrlPr>
                      </m:sSubPr>
                      <m:e>
                        <m:r>
                          <a:rPr lang="en-US" i="1" dirty="0" smtClean="0">
                            <a:latin typeface="Cambria Math" panose="02040503050406030204" pitchFamily="18" charset="0"/>
                          </a:rPr>
                          <m:t>𝜇</m:t>
                        </m:r>
                      </m:e>
                      <m:sub>
                        <m:r>
                          <a:rPr lang="en-US" i="1" dirty="0" smtClean="0">
                            <a:latin typeface="Cambria Math" panose="02040503050406030204" pitchFamily="18" charset="0"/>
                          </a:rPr>
                          <m:t>𝑗</m:t>
                        </m:r>
                      </m:sub>
                    </m:sSub>
                  </m:oMath>
                </a14:m>
                <a:r>
                  <a:rPr lang="en-US"/>
                  <a:t>) that separate the categories.</a:t>
                </a:r>
                <a:endParaRPr lang="en-GB" noProof="0"/>
              </a:p>
            </p:txBody>
          </p:sp>
        </mc:Choice>
        <mc:Fallback xmlns="">
          <p:sp>
            <p:nvSpPr>
              <p:cNvPr id="486" name="TextBox 485">
                <a:extLst>
                  <a:ext uri="{FF2B5EF4-FFF2-40B4-BE49-F238E27FC236}">
                    <a16:creationId xmlns:a16="http://schemas.microsoft.com/office/drawing/2014/main" id="{EF61F575-3FA9-321D-BC47-4B955D58DEB6}"/>
                  </a:ext>
                </a:extLst>
              </p:cNvPr>
              <p:cNvSpPr txBox="1">
                <a:spLocks noRot="1" noChangeAspect="1" noMove="1" noResize="1" noEditPoints="1" noAdjustHandles="1" noChangeArrowheads="1" noChangeShapeType="1" noTextEdit="1"/>
              </p:cNvSpPr>
              <p:nvPr/>
            </p:nvSpPr>
            <p:spPr>
              <a:xfrm>
                <a:off x="999038" y="2228933"/>
                <a:ext cx="4091652" cy="845873"/>
              </a:xfrm>
              <a:prstGeom prst="rect">
                <a:avLst/>
              </a:prstGeom>
              <a:blipFill>
                <a:blip r:embed="rId31"/>
                <a:stretch>
                  <a:fillRect l="-149" t="-725" b="-5797"/>
                </a:stretch>
              </a:blipFill>
            </p:spPr>
            <p:txBody>
              <a:bodyPr/>
              <a:lstStyle/>
              <a:p>
                <a:r>
                  <a:rPr lang="en-US">
                    <a:noFill/>
                  </a:rPr>
                  <a:t> </a:t>
                </a:r>
              </a:p>
            </p:txBody>
          </p:sp>
        </mc:Fallback>
      </mc:AlternateContent>
      <p:grpSp>
        <p:nvGrpSpPr>
          <p:cNvPr id="1331" name="Group 1330" descr="\documentclass{article}&#10;\usepackage{amsmath}&#10;\pagestyle{empty}&#10;\begin{document}&#10;&#10;$$\ln\left( \frac{P(Y_n \le j)}{P(Y_n &gt; j)} \right) = \mu_j - \boldsymbol{\beta}^\top \mathbf{x}_n$$&#10;\end{document}" title="IguanaTex Shape Display">
            <a:extLst>
              <a:ext uri="{FF2B5EF4-FFF2-40B4-BE49-F238E27FC236}">
                <a16:creationId xmlns:a16="http://schemas.microsoft.com/office/drawing/2014/main" id="{04F28E0F-D13C-1327-AFA4-3E1CB765B1CF}"/>
              </a:ext>
            </a:extLst>
          </p:cNvPr>
          <p:cNvGrpSpPr>
            <a:grpSpLocks noChangeAspect="1"/>
          </p:cNvGrpSpPr>
          <p:nvPr>
            <p:custDataLst>
              <p:tags r:id="rId1"/>
            </p:custDataLst>
          </p:nvPr>
        </p:nvGrpSpPr>
        <p:grpSpPr>
          <a:xfrm>
            <a:off x="1656378" y="3347833"/>
            <a:ext cx="2383717" cy="433852"/>
            <a:chOff x="10321499" y="6212021"/>
            <a:chExt cx="2383717" cy="433852"/>
          </a:xfrm>
        </p:grpSpPr>
        <p:sp>
          <p:nvSpPr>
            <p:cNvPr id="1304" name="Freeform: Shape 1303">
              <a:extLst>
                <a:ext uri="{FF2B5EF4-FFF2-40B4-BE49-F238E27FC236}">
                  <a16:creationId xmlns:a16="http://schemas.microsoft.com/office/drawing/2014/main" id="{69AF1398-F126-E96A-CD37-5A363E14C09D}"/>
                </a:ext>
              </a:extLst>
            </p:cNvPr>
            <p:cNvSpPr/>
            <p:nvPr>
              <p:custDataLst>
                <p:tags r:id="rId2"/>
              </p:custDataLst>
            </p:nvPr>
          </p:nvSpPr>
          <p:spPr>
            <a:xfrm>
              <a:off x="10321499" y="6348744"/>
              <a:ext cx="40147" cy="125507"/>
            </a:xfrm>
            <a:custGeom>
              <a:avLst/>
              <a:gdLst>
                <a:gd name="connsiteX0" fmla="*/ 26209 w 40147"/>
                <a:gd name="connsiteY0" fmla="*/ 78 h 125507"/>
                <a:gd name="connsiteX1" fmla="*/ 167 w 40147"/>
                <a:gd name="connsiteY1" fmla="*/ 2068 h 125507"/>
                <a:gd name="connsiteX2" fmla="*/ 167 w 40147"/>
                <a:gd name="connsiteY2" fmla="*/ 7674 h 125507"/>
                <a:gd name="connsiteX3" fmla="*/ 14273 w 40147"/>
                <a:gd name="connsiteY3" fmla="*/ 17801 h 125507"/>
                <a:gd name="connsiteX4" fmla="*/ 14273 w 40147"/>
                <a:gd name="connsiteY4" fmla="*/ 111842 h 125507"/>
                <a:gd name="connsiteX5" fmla="*/ 167 w 40147"/>
                <a:gd name="connsiteY5" fmla="*/ 119980 h 125507"/>
                <a:gd name="connsiteX6" fmla="*/ 167 w 40147"/>
                <a:gd name="connsiteY6" fmla="*/ 125586 h 125507"/>
                <a:gd name="connsiteX7" fmla="*/ 20241 w 40147"/>
                <a:gd name="connsiteY7" fmla="*/ 125044 h 125507"/>
                <a:gd name="connsiteX8" fmla="*/ 40315 w 40147"/>
                <a:gd name="connsiteY8" fmla="*/ 125586 h 125507"/>
                <a:gd name="connsiteX9" fmla="*/ 40315 w 40147"/>
                <a:gd name="connsiteY9" fmla="*/ 119980 h 125507"/>
                <a:gd name="connsiteX10" fmla="*/ 26209 w 40147"/>
                <a:gd name="connsiteY10" fmla="*/ 111842 h 125507"/>
                <a:gd name="connsiteX11" fmla="*/ 26209 w 40147"/>
                <a:gd name="connsiteY11" fmla="*/ 78 h 12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147" h="125507">
                  <a:moveTo>
                    <a:pt x="26209" y="78"/>
                  </a:moveTo>
                  <a:lnTo>
                    <a:pt x="167" y="2068"/>
                  </a:lnTo>
                  <a:lnTo>
                    <a:pt x="167" y="7674"/>
                  </a:lnTo>
                  <a:cubicBezTo>
                    <a:pt x="12827" y="7674"/>
                    <a:pt x="14273" y="8940"/>
                    <a:pt x="14273" y="17801"/>
                  </a:cubicBezTo>
                  <a:lnTo>
                    <a:pt x="14273" y="111842"/>
                  </a:lnTo>
                  <a:cubicBezTo>
                    <a:pt x="14273" y="119980"/>
                    <a:pt x="12284" y="119980"/>
                    <a:pt x="167" y="119980"/>
                  </a:cubicBezTo>
                  <a:lnTo>
                    <a:pt x="167" y="125586"/>
                  </a:lnTo>
                  <a:cubicBezTo>
                    <a:pt x="6135" y="125405"/>
                    <a:pt x="15720" y="125044"/>
                    <a:pt x="20241" y="125044"/>
                  </a:cubicBezTo>
                  <a:cubicBezTo>
                    <a:pt x="24762" y="125044"/>
                    <a:pt x="33624" y="125405"/>
                    <a:pt x="40315" y="125586"/>
                  </a:cubicBezTo>
                  <a:lnTo>
                    <a:pt x="40315" y="119980"/>
                  </a:lnTo>
                  <a:cubicBezTo>
                    <a:pt x="28199" y="119980"/>
                    <a:pt x="26209" y="119980"/>
                    <a:pt x="26209" y="111842"/>
                  </a:cubicBezTo>
                  <a:lnTo>
                    <a:pt x="26209" y="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5" name="Freeform: Shape 1304">
              <a:extLst>
                <a:ext uri="{FF2B5EF4-FFF2-40B4-BE49-F238E27FC236}">
                  <a16:creationId xmlns:a16="http://schemas.microsoft.com/office/drawing/2014/main" id="{A14F7E1D-7D2D-2C56-F2D2-A16B925EA852}"/>
                </a:ext>
              </a:extLst>
            </p:cNvPr>
            <p:cNvSpPr/>
            <p:nvPr>
              <p:custDataLst>
                <p:tags r:id="rId3"/>
              </p:custDataLst>
            </p:nvPr>
          </p:nvSpPr>
          <p:spPr>
            <a:xfrm>
              <a:off x="10371554" y="6394318"/>
              <a:ext cx="90965" cy="79934"/>
            </a:xfrm>
            <a:custGeom>
              <a:avLst/>
              <a:gdLst>
                <a:gd name="connsiteX0" fmla="*/ 14276 w 90965"/>
                <a:gd name="connsiteY0" fmla="*/ 17801 h 79934"/>
                <a:gd name="connsiteX1" fmla="*/ 14276 w 90965"/>
                <a:gd name="connsiteY1" fmla="*/ 66268 h 79934"/>
                <a:gd name="connsiteX2" fmla="*/ 170 w 90965"/>
                <a:gd name="connsiteY2" fmla="*/ 74406 h 79934"/>
                <a:gd name="connsiteX3" fmla="*/ 170 w 90965"/>
                <a:gd name="connsiteY3" fmla="*/ 80013 h 79934"/>
                <a:gd name="connsiteX4" fmla="*/ 20606 w 90965"/>
                <a:gd name="connsiteY4" fmla="*/ 79470 h 79934"/>
                <a:gd name="connsiteX5" fmla="*/ 40861 w 90965"/>
                <a:gd name="connsiteY5" fmla="*/ 80013 h 79934"/>
                <a:gd name="connsiteX6" fmla="*/ 40861 w 90965"/>
                <a:gd name="connsiteY6" fmla="*/ 74406 h 79934"/>
                <a:gd name="connsiteX7" fmla="*/ 26755 w 90965"/>
                <a:gd name="connsiteY7" fmla="*/ 66268 h 79934"/>
                <a:gd name="connsiteX8" fmla="*/ 26755 w 90965"/>
                <a:gd name="connsiteY8" fmla="*/ 32992 h 79934"/>
                <a:gd name="connsiteX9" fmla="*/ 51169 w 90965"/>
                <a:gd name="connsiteY9" fmla="*/ 4057 h 79934"/>
                <a:gd name="connsiteX10" fmla="*/ 64551 w 90965"/>
                <a:gd name="connsiteY10" fmla="*/ 24131 h 79934"/>
                <a:gd name="connsiteX11" fmla="*/ 64551 w 90965"/>
                <a:gd name="connsiteY11" fmla="*/ 66268 h 79934"/>
                <a:gd name="connsiteX12" fmla="*/ 50445 w 90965"/>
                <a:gd name="connsiteY12" fmla="*/ 74406 h 79934"/>
                <a:gd name="connsiteX13" fmla="*/ 50445 w 90965"/>
                <a:gd name="connsiteY13" fmla="*/ 80013 h 79934"/>
                <a:gd name="connsiteX14" fmla="*/ 70881 w 90965"/>
                <a:gd name="connsiteY14" fmla="*/ 79470 h 79934"/>
                <a:gd name="connsiteX15" fmla="*/ 91136 w 90965"/>
                <a:gd name="connsiteY15" fmla="*/ 80013 h 79934"/>
                <a:gd name="connsiteX16" fmla="*/ 91136 w 90965"/>
                <a:gd name="connsiteY16" fmla="*/ 74406 h 79934"/>
                <a:gd name="connsiteX17" fmla="*/ 77030 w 90965"/>
                <a:gd name="connsiteY17" fmla="*/ 68981 h 79934"/>
                <a:gd name="connsiteX18" fmla="*/ 77030 w 90965"/>
                <a:gd name="connsiteY18" fmla="*/ 34439 h 79934"/>
                <a:gd name="connsiteX19" fmla="*/ 71424 w 90965"/>
                <a:gd name="connsiteY19" fmla="*/ 6770 h 79934"/>
                <a:gd name="connsiteX20" fmla="*/ 52435 w 90965"/>
                <a:gd name="connsiteY20" fmla="*/ 78 h 79934"/>
                <a:gd name="connsiteX21" fmla="*/ 25669 w 90965"/>
                <a:gd name="connsiteY21" fmla="*/ 19067 h 79934"/>
                <a:gd name="connsiteX22" fmla="*/ 25669 w 90965"/>
                <a:gd name="connsiteY22" fmla="*/ 78 h 79934"/>
                <a:gd name="connsiteX23" fmla="*/ 170 w 90965"/>
                <a:gd name="connsiteY23" fmla="*/ 2068 h 79934"/>
                <a:gd name="connsiteX24" fmla="*/ 170 w 90965"/>
                <a:gd name="connsiteY24" fmla="*/ 7674 h 79934"/>
                <a:gd name="connsiteX25" fmla="*/ 14276 w 90965"/>
                <a:gd name="connsiteY25" fmla="*/ 17801 h 79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0965" h="79934">
                  <a:moveTo>
                    <a:pt x="14276" y="17801"/>
                  </a:moveTo>
                  <a:lnTo>
                    <a:pt x="14276" y="66268"/>
                  </a:lnTo>
                  <a:cubicBezTo>
                    <a:pt x="14276" y="74406"/>
                    <a:pt x="12287" y="74406"/>
                    <a:pt x="170" y="74406"/>
                  </a:cubicBezTo>
                  <a:lnTo>
                    <a:pt x="170" y="80013"/>
                  </a:lnTo>
                  <a:cubicBezTo>
                    <a:pt x="6500" y="79832"/>
                    <a:pt x="15723" y="79470"/>
                    <a:pt x="20606" y="79470"/>
                  </a:cubicBezTo>
                  <a:cubicBezTo>
                    <a:pt x="25308" y="79470"/>
                    <a:pt x="34712" y="79832"/>
                    <a:pt x="40861" y="80013"/>
                  </a:cubicBezTo>
                  <a:lnTo>
                    <a:pt x="40861" y="74406"/>
                  </a:lnTo>
                  <a:cubicBezTo>
                    <a:pt x="28744" y="74406"/>
                    <a:pt x="26755" y="74406"/>
                    <a:pt x="26755" y="66268"/>
                  </a:cubicBezTo>
                  <a:lnTo>
                    <a:pt x="26755" y="32992"/>
                  </a:lnTo>
                  <a:cubicBezTo>
                    <a:pt x="26755" y="14184"/>
                    <a:pt x="39595" y="4057"/>
                    <a:pt x="51169" y="4057"/>
                  </a:cubicBezTo>
                  <a:cubicBezTo>
                    <a:pt x="62562" y="4057"/>
                    <a:pt x="64551" y="13823"/>
                    <a:pt x="64551" y="24131"/>
                  </a:cubicBezTo>
                  <a:lnTo>
                    <a:pt x="64551" y="66268"/>
                  </a:lnTo>
                  <a:cubicBezTo>
                    <a:pt x="64551" y="74406"/>
                    <a:pt x="62562" y="74406"/>
                    <a:pt x="50445" y="74406"/>
                  </a:cubicBezTo>
                  <a:lnTo>
                    <a:pt x="50445" y="80013"/>
                  </a:lnTo>
                  <a:cubicBezTo>
                    <a:pt x="56775" y="79832"/>
                    <a:pt x="65998" y="79470"/>
                    <a:pt x="70881" y="79470"/>
                  </a:cubicBezTo>
                  <a:cubicBezTo>
                    <a:pt x="75583" y="79470"/>
                    <a:pt x="84987" y="79832"/>
                    <a:pt x="91136" y="80013"/>
                  </a:cubicBezTo>
                  <a:lnTo>
                    <a:pt x="91136" y="74406"/>
                  </a:lnTo>
                  <a:cubicBezTo>
                    <a:pt x="81732" y="74406"/>
                    <a:pt x="77211" y="74406"/>
                    <a:pt x="77030" y="68981"/>
                  </a:cubicBezTo>
                  <a:lnTo>
                    <a:pt x="77030" y="34439"/>
                  </a:lnTo>
                  <a:cubicBezTo>
                    <a:pt x="77030" y="18886"/>
                    <a:pt x="77030" y="13280"/>
                    <a:pt x="71424" y="6770"/>
                  </a:cubicBezTo>
                  <a:cubicBezTo>
                    <a:pt x="68892" y="3695"/>
                    <a:pt x="62924" y="78"/>
                    <a:pt x="52435" y="78"/>
                  </a:cubicBezTo>
                  <a:cubicBezTo>
                    <a:pt x="39233" y="78"/>
                    <a:pt x="30733" y="7855"/>
                    <a:pt x="25669" y="19067"/>
                  </a:cubicBezTo>
                  <a:lnTo>
                    <a:pt x="25669" y="78"/>
                  </a:lnTo>
                  <a:lnTo>
                    <a:pt x="170" y="2068"/>
                  </a:lnTo>
                  <a:lnTo>
                    <a:pt x="170" y="7674"/>
                  </a:lnTo>
                  <a:cubicBezTo>
                    <a:pt x="12829" y="7674"/>
                    <a:pt x="14276" y="8940"/>
                    <a:pt x="14276" y="1780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6" name="Freeform: Shape 1305">
              <a:extLst>
                <a:ext uri="{FF2B5EF4-FFF2-40B4-BE49-F238E27FC236}">
                  <a16:creationId xmlns:a16="http://schemas.microsoft.com/office/drawing/2014/main" id="{B4D70C4D-42C4-9090-DE08-A6C09CA2FD71}"/>
                </a:ext>
              </a:extLst>
            </p:cNvPr>
            <p:cNvSpPr/>
            <p:nvPr>
              <p:custDataLst>
                <p:tags r:id="rId4"/>
              </p:custDataLst>
            </p:nvPr>
          </p:nvSpPr>
          <p:spPr>
            <a:xfrm>
              <a:off x="10533993" y="6212021"/>
              <a:ext cx="88976" cy="433852"/>
            </a:xfrm>
            <a:custGeom>
              <a:avLst/>
              <a:gdLst>
                <a:gd name="connsiteX0" fmla="*/ 89154 w 88976"/>
                <a:gd name="connsiteY0" fmla="*/ 432108 h 433852"/>
                <a:gd name="connsiteX1" fmla="*/ 88430 w 88976"/>
                <a:gd name="connsiteY1" fmla="*/ 430481 h 433852"/>
                <a:gd name="connsiteX2" fmla="*/ 57506 w 88976"/>
                <a:gd name="connsiteY2" fmla="*/ 392141 h 433852"/>
                <a:gd name="connsiteX3" fmla="*/ 15188 w 88976"/>
                <a:gd name="connsiteY3" fmla="*/ 217081 h 433852"/>
                <a:gd name="connsiteX4" fmla="*/ 51538 w 88976"/>
                <a:gd name="connsiteY4" fmla="*/ 51786 h 433852"/>
                <a:gd name="connsiteX5" fmla="*/ 88611 w 88976"/>
                <a:gd name="connsiteY5" fmla="*/ 3319 h 433852"/>
                <a:gd name="connsiteX6" fmla="*/ 89154 w 88976"/>
                <a:gd name="connsiteY6" fmla="*/ 1873 h 433852"/>
                <a:gd name="connsiteX7" fmla="*/ 85356 w 88976"/>
                <a:gd name="connsiteY7" fmla="*/ 64 h 433852"/>
                <a:gd name="connsiteX8" fmla="*/ 79750 w 88976"/>
                <a:gd name="connsiteY8" fmla="*/ 2777 h 433852"/>
                <a:gd name="connsiteX9" fmla="*/ 177 w 88976"/>
                <a:gd name="connsiteY9" fmla="*/ 216900 h 433852"/>
                <a:gd name="connsiteX10" fmla="*/ 62388 w 88976"/>
                <a:gd name="connsiteY10" fmla="*/ 413662 h 433852"/>
                <a:gd name="connsiteX11" fmla="*/ 80292 w 88976"/>
                <a:gd name="connsiteY11" fmla="*/ 431747 h 433852"/>
                <a:gd name="connsiteX12" fmla="*/ 85356 w 88976"/>
                <a:gd name="connsiteY12" fmla="*/ 433917 h 433852"/>
                <a:gd name="connsiteX13" fmla="*/ 89154 w 88976"/>
                <a:gd name="connsiteY13" fmla="*/ 432108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154" y="432108"/>
                  </a:moveTo>
                  <a:cubicBezTo>
                    <a:pt x="89154" y="431385"/>
                    <a:pt x="88792" y="431023"/>
                    <a:pt x="88430" y="430481"/>
                  </a:cubicBezTo>
                  <a:cubicBezTo>
                    <a:pt x="81739" y="423789"/>
                    <a:pt x="69622" y="411672"/>
                    <a:pt x="57506" y="392141"/>
                  </a:cubicBezTo>
                  <a:cubicBezTo>
                    <a:pt x="28389" y="345482"/>
                    <a:pt x="15188" y="286707"/>
                    <a:pt x="15188" y="217081"/>
                  </a:cubicBezTo>
                  <a:cubicBezTo>
                    <a:pt x="15188" y="168433"/>
                    <a:pt x="21698" y="105679"/>
                    <a:pt x="51538" y="51786"/>
                  </a:cubicBezTo>
                  <a:cubicBezTo>
                    <a:pt x="65825" y="26106"/>
                    <a:pt x="80654" y="11277"/>
                    <a:pt x="88611" y="3319"/>
                  </a:cubicBezTo>
                  <a:cubicBezTo>
                    <a:pt x="89154" y="2777"/>
                    <a:pt x="89154" y="2415"/>
                    <a:pt x="89154" y="1873"/>
                  </a:cubicBezTo>
                  <a:cubicBezTo>
                    <a:pt x="89154" y="64"/>
                    <a:pt x="87888" y="64"/>
                    <a:pt x="85356" y="64"/>
                  </a:cubicBezTo>
                  <a:cubicBezTo>
                    <a:pt x="82824" y="64"/>
                    <a:pt x="82462" y="64"/>
                    <a:pt x="79750" y="2777"/>
                  </a:cubicBezTo>
                  <a:cubicBezTo>
                    <a:pt x="19166" y="57935"/>
                    <a:pt x="177" y="140763"/>
                    <a:pt x="177" y="216900"/>
                  </a:cubicBezTo>
                  <a:cubicBezTo>
                    <a:pt x="177" y="287973"/>
                    <a:pt x="16454" y="359588"/>
                    <a:pt x="62388" y="413662"/>
                  </a:cubicBezTo>
                  <a:cubicBezTo>
                    <a:pt x="66005" y="417821"/>
                    <a:pt x="72878" y="425236"/>
                    <a:pt x="80292" y="431747"/>
                  </a:cubicBezTo>
                  <a:cubicBezTo>
                    <a:pt x="82462" y="433917"/>
                    <a:pt x="82824" y="433917"/>
                    <a:pt x="85356" y="433917"/>
                  </a:cubicBezTo>
                  <a:cubicBezTo>
                    <a:pt x="87888" y="433917"/>
                    <a:pt x="89154" y="433917"/>
                    <a:pt x="89154" y="43210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7" name="Freeform: Shape 1306">
              <a:extLst>
                <a:ext uri="{FF2B5EF4-FFF2-40B4-BE49-F238E27FC236}">
                  <a16:creationId xmlns:a16="http://schemas.microsoft.com/office/drawing/2014/main" id="{6B17AD6B-2E86-56F0-4904-F6092A859580}"/>
                </a:ext>
              </a:extLst>
            </p:cNvPr>
            <p:cNvSpPr/>
            <p:nvPr>
              <p:custDataLst>
                <p:tags r:id="rId5"/>
              </p:custDataLst>
            </p:nvPr>
          </p:nvSpPr>
          <p:spPr>
            <a:xfrm>
              <a:off x="10658436" y="6228389"/>
              <a:ext cx="129124" cy="123518"/>
            </a:xfrm>
            <a:custGeom>
              <a:avLst/>
              <a:gdLst>
                <a:gd name="connsiteX0" fmla="*/ 47748 w 129124"/>
                <a:gd name="connsiteY0" fmla="*/ 66442 h 123518"/>
                <a:gd name="connsiteX1" fmla="*/ 78492 w 129124"/>
                <a:gd name="connsiteY1" fmla="*/ 66442 h 123518"/>
                <a:gd name="connsiteX2" fmla="*/ 129310 w 129124"/>
                <a:gd name="connsiteY2" fmla="*/ 27379 h 123518"/>
                <a:gd name="connsiteX3" fmla="*/ 93683 w 129124"/>
                <a:gd name="connsiteY3" fmla="*/ 71 h 123518"/>
                <a:gd name="connsiteX4" fmla="*/ 35089 w 129124"/>
                <a:gd name="connsiteY4" fmla="*/ 71 h 123518"/>
                <a:gd name="connsiteX5" fmla="*/ 29664 w 129124"/>
                <a:gd name="connsiteY5" fmla="*/ 3508 h 123518"/>
                <a:gd name="connsiteX6" fmla="*/ 34908 w 129124"/>
                <a:gd name="connsiteY6" fmla="*/ 5678 h 123518"/>
                <a:gd name="connsiteX7" fmla="*/ 42685 w 129124"/>
                <a:gd name="connsiteY7" fmla="*/ 6039 h 123518"/>
                <a:gd name="connsiteX8" fmla="*/ 46663 w 129124"/>
                <a:gd name="connsiteY8" fmla="*/ 8933 h 123518"/>
                <a:gd name="connsiteX9" fmla="*/ 45940 w 129124"/>
                <a:gd name="connsiteY9" fmla="*/ 12369 h 123518"/>
                <a:gd name="connsiteX10" fmla="*/ 21707 w 129124"/>
                <a:gd name="connsiteY10" fmla="*/ 109484 h 123518"/>
                <a:gd name="connsiteX11" fmla="*/ 5250 w 129124"/>
                <a:gd name="connsiteY11" fmla="*/ 117984 h 123518"/>
                <a:gd name="connsiteX12" fmla="*/ 186 w 129124"/>
                <a:gd name="connsiteY12" fmla="*/ 121420 h 123518"/>
                <a:gd name="connsiteX13" fmla="*/ 2899 w 129124"/>
                <a:gd name="connsiteY13" fmla="*/ 123590 h 123518"/>
                <a:gd name="connsiteX14" fmla="*/ 25866 w 129124"/>
                <a:gd name="connsiteY14" fmla="*/ 123048 h 123518"/>
                <a:gd name="connsiteX15" fmla="*/ 37440 w 129124"/>
                <a:gd name="connsiteY15" fmla="*/ 123228 h 123518"/>
                <a:gd name="connsiteX16" fmla="*/ 49195 w 129124"/>
                <a:gd name="connsiteY16" fmla="*/ 123590 h 123518"/>
                <a:gd name="connsiteX17" fmla="*/ 52812 w 129124"/>
                <a:gd name="connsiteY17" fmla="*/ 119973 h 123518"/>
                <a:gd name="connsiteX18" fmla="*/ 47748 w 129124"/>
                <a:gd name="connsiteY18" fmla="*/ 117984 h 123518"/>
                <a:gd name="connsiteX19" fmla="*/ 35993 w 129124"/>
                <a:gd name="connsiteY19" fmla="*/ 114729 h 123518"/>
                <a:gd name="connsiteX20" fmla="*/ 36536 w 129124"/>
                <a:gd name="connsiteY20" fmla="*/ 111654 h 123518"/>
                <a:gd name="connsiteX21" fmla="*/ 47748 w 129124"/>
                <a:gd name="connsiteY21" fmla="*/ 66442 h 123518"/>
                <a:gd name="connsiteX22" fmla="*/ 60769 w 129124"/>
                <a:gd name="connsiteY22" fmla="*/ 12550 h 123518"/>
                <a:gd name="connsiteX23" fmla="*/ 70535 w 129124"/>
                <a:gd name="connsiteY23" fmla="*/ 5678 h 123518"/>
                <a:gd name="connsiteX24" fmla="*/ 87896 w 129124"/>
                <a:gd name="connsiteY24" fmla="*/ 5678 h 123518"/>
                <a:gd name="connsiteX25" fmla="*/ 112491 w 129124"/>
                <a:gd name="connsiteY25" fmla="*/ 23039 h 123518"/>
                <a:gd name="connsiteX26" fmla="*/ 101821 w 129124"/>
                <a:gd name="connsiteY26" fmla="*/ 52155 h 123518"/>
                <a:gd name="connsiteX27" fmla="*/ 73971 w 129124"/>
                <a:gd name="connsiteY27" fmla="*/ 61740 h 123518"/>
                <a:gd name="connsiteX28" fmla="*/ 48472 w 129124"/>
                <a:gd name="connsiteY28" fmla="*/ 61740 h 123518"/>
                <a:gd name="connsiteX29" fmla="*/ 60769 w 129124"/>
                <a:gd name="connsiteY29" fmla="*/ 12550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42"/>
                  </a:moveTo>
                  <a:lnTo>
                    <a:pt x="78492" y="66442"/>
                  </a:lnTo>
                  <a:cubicBezTo>
                    <a:pt x="104173" y="66442"/>
                    <a:pt x="129310" y="47634"/>
                    <a:pt x="129310" y="27379"/>
                  </a:cubicBezTo>
                  <a:cubicBezTo>
                    <a:pt x="129310" y="13454"/>
                    <a:pt x="117374" y="71"/>
                    <a:pt x="93683" y="71"/>
                  </a:cubicBezTo>
                  <a:lnTo>
                    <a:pt x="35089" y="71"/>
                  </a:lnTo>
                  <a:cubicBezTo>
                    <a:pt x="31653" y="71"/>
                    <a:pt x="29664" y="71"/>
                    <a:pt x="29664" y="3508"/>
                  </a:cubicBezTo>
                  <a:cubicBezTo>
                    <a:pt x="29664" y="5678"/>
                    <a:pt x="31291" y="5678"/>
                    <a:pt x="34908" y="5678"/>
                  </a:cubicBezTo>
                  <a:cubicBezTo>
                    <a:pt x="37259" y="5678"/>
                    <a:pt x="40515" y="5859"/>
                    <a:pt x="42685" y="6039"/>
                  </a:cubicBezTo>
                  <a:cubicBezTo>
                    <a:pt x="45578" y="6401"/>
                    <a:pt x="46663" y="6944"/>
                    <a:pt x="46663" y="8933"/>
                  </a:cubicBezTo>
                  <a:cubicBezTo>
                    <a:pt x="46663" y="9656"/>
                    <a:pt x="46483" y="10199"/>
                    <a:pt x="45940" y="12369"/>
                  </a:cubicBezTo>
                  <a:lnTo>
                    <a:pt x="21707" y="109484"/>
                  </a:lnTo>
                  <a:cubicBezTo>
                    <a:pt x="19898" y="116537"/>
                    <a:pt x="19536" y="117984"/>
                    <a:pt x="5250" y="117984"/>
                  </a:cubicBezTo>
                  <a:cubicBezTo>
                    <a:pt x="2175" y="117984"/>
                    <a:pt x="186" y="117984"/>
                    <a:pt x="186" y="121420"/>
                  </a:cubicBezTo>
                  <a:cubicBezTo>
                    <a:pt x="186" y="123590"/>
                    <a:pt x="2356" y="123590"/>
                    <a:pt x="2899" y="123590"/>
                  </a:cubicBezTo>
                  <a:cubicBezTo>
                    <a:pt x="7962" y="123590"/>
                    <a:pt x="20802" y="123048"/>
                    <a:pt x="25866" y="123048"/>
                  </a:cubicBezTo>
                  <a:cubicBezTo>
                    <a:pt x="29664" y="123048"/>
                    <a:pt x="33642" y="123228"/>
                    <a:pt x="37440" y="123228"/>
                  </a:cubicBezTo>
                  <a:cubicBezTo>
                    <a:pt x="41419" y="123228"/>
                    <a:pt x="45397" y="123590"/>
                    <a:pt x="49195" y="123590"/>
                  </a:cubicBezTo>
                  <a:cubicBezTo>
                    <a:pt x="50461" y="123590"/>
                    <a:pt x="52812" y="123590"/>
                    <a:pt x="52812" y="119973"/>
                  </a:cubicBezTo>
                  <a:cubicBezTo>
                    <a:pt x="52812" y="117984"/>
                    <a:pt x="51185" y="117984"/>
                    <a:pt x="47748" y="117984"/>
                  </a:cubicBezTo>
                  <a:cubicBezTo>
                    <a:pt x="41057" y="117984"/>
                    <a:pt x="35993" y="117984"/>
                    <a:pt x="35993" y="114729"/>
                  </a:cubicBezTo>
                  <a:cubicBezTo>
                    <a:pt x="35993" y="113644"/>
                    <a:pt x="36355" y="112739"/>
                    <a:pt x="36536" y="111654"/>
                  </a:cubicBezTo>
                  <a:lnTo>
                    <a:pt x="47748" y="66442"/>
                  </a:lnTo>
                  <a:close/>
                  <a:moveTo>
                    <a:pt x="60769" y="12550"/>
                  </a:moveTo>
                  <a:cubicBezTo>
                    <a:pt x="62397" y="6220"/>
                    <a:pt x="62759" y="5678"/>
                    <a:pt x="70535" y="5678"/>
                  </a:cubicBezTo>
                  <a:lnTo>
                    <a:pt x="87896" y="5678"/>
                  </a:lnTo>
                  <a:cubicBezTo>
                    <a:pt x="102907" y="5678"/>
                    <a:pt x="112491" y="10561"/>
                    <a:pt x="112491" y="23039"/>
                  </a:cubicBezTo>
                  <a:cubicBezTo>
                    <a:pt x="112491" y="30092"/>
                    <a:pt x="108874" y="45645"/>
                    <a:pt x="101821" y="52155"/>
                  </a:cubicBezTo>
                  <a:cubicBezTo>
                    <a:pt x="92779" y="60294"/>
                    <a:pt x="81928" y="61740"/>
                    <a:pt x="73971" y="61740"/>
                  </a:cubicBezTo>
                  <a:lnTo>
                    <a:pt x="48472" y="61740"/>
                  </a:lnTo>
                  <a:lnTo>
                    <a:pt x="60769" y="1255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8" name="Freeform: Shape 1307">
              <a:extLst>
                <a:ext uri="{FF2B5EF4-FFF2-40B4-BE49-F238E27FC236}">
                  <a16:creationId xmlns:a16="http://schemas.microsoft.com/office/drawing/2014/main" id="{21406D6D-4F38-35CE-8928-5653D0C92154}"/>
                </a:ext>
              </a:extLst>
            </p:cNvPr>
            <p:cNvSpPr/>
            <p:nvPr>
              <p:custDataLst>
                <p:tags r:id="rId6"/>
              </p:custDataLst>
            </p:nvPr>
          </p:nvSpPr>
          <p:spPr>
            <a:xfrm>
              <a:off x="10810330" y="6216272"/>
              <a:ext cx="41956" cy="180847"/>
            </a:xfrm>
            <a:custGeom>
              <a:avLst/>
              <a:gdLst>
                <a:gd name="connsiteX0" fmla="*/ 42150 w 41956"/>
                <a:gd name="connsiteY0" fmla="*/ 179110 h 180847"/>
                <a:gd name="connsiteX1" fmla="*/ 39076 w 41956"/>
                <a:gd name="connsiteY1" fmla="*/ 175132 h 180847"/>
                <a:gd name="connsiteX2" fmla="*/ 10683 w 41956"/>
                <a:gd name="connsiteY2" fmla="*/ 90495 h 180847"/>
                <a:gd name="connsiteX3" fmla="*/ 39799 w 41956"/>
                <a:gd name="connsiteY3" fmla="*/ 4954 h 180847"/>
                <a:gd name="connsiteX4" fmla="*/ 42150 w 41956"/>
                <a:gd name="connsiteY4" fmla="*/ 1880 h 180847"/>
                <a:gd name="connsiteX5" fmla="*/ 40342 w 41956"/>
                <a:gd name="connsiteY5" fmla="*/ 71 h 180847"/>
                <a:gd name="connsiteX6" fmla="*/ 11587 w 41956"/>
                <a:gd name="connsiteY6" fmla="*/ 35337 h 180847"/>
                <a:gd name="connsiteX7" fmla="*/ 194 w 41956"/>
                <a:gd name="connsiteY7" fmla="*/ 90495 h 180847"/>
                <a:gd name="connsiteX8" fmla="*/ 12130 w 41956"/>
                <a:gd name="connsiteY8" fmla="*/ 146919 h 180847"/>
                <a:gd name="connsiteX9" fmla="*/ 40342 w 41956"/>
                <a:gd name="connsiteY9" fmla="*/ 180919 h 180847"/>
                <a:gd name="connsiteX10" fmla="*/ 42150 w 41956"/>
                <a:gd name="connsiteY10" fmla="*/ 179110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10"/>
                  </a:moveTo>
                  <a:cubicBezTo>
                    <a:pt x="42150" y="178568"/>
                    <a:pt x="42150" y="178206"/>
                    <a:pt x="39076" y="175132"/>
                  </a:cubicBezTo>
                  <a:cubicBezTo>
                    <a:pt x="16470" y="152345"/>
                    <a:pt x="10683" y="118165"/>
                    <a:pt x="10683" y="90495"/>
                  </a:cubicBezTo>
                  <a:cubicBezTo>
                    <a:pt x="10683" y="59028"/>
                    <a:pt x="17555" y="27560"/>
                    <a:pt x="39799" y="4954"/>
                  </a:cubicBezTo>
                  <a:cubicBezTo>
                    <a:pt x="42150" y="2784"/>
                    <a:pt x="42150" y="2422"/>
                    <a:pt x="42150" y="1880"/>
                  </a:cubicBezTo>
                  <a:cubicBezTo>
                    <a:pt x="42150" y="614"/>
                    <a:pt x="41427" y="71"/>
                    <a:pt x="40342" y="71"/>
                  </a:cubicBezTo>
                  <a:cubicBezTo>
                    <a:pt x="38533" y="71"/>
                    <a:pt x="22257" y="12369"/>
                    <a:pt x="11587" y="35337"/>
                  </a:cubicBezTo>
                  <a:cubicBezTo>
                    <a:pt x="2364" y="55230"/>
                    <a:pt x="194" y="75304"/>
                    <a:pt x="194" y="90495"/>
                  </a:cubicBezTo>
                  <a:cubicBezTo>
                    <a:pt x="194" y="104601"/>
                    <a:pt x="2183" y="126484"/>
                    <a:pt x="12130" y="146919"/>
                  </a:cubicBezTo>
                  <a:cubicBezTo>
                    <a:pt x="22980" y="169164"/>
                    <a:pt x="38533" y="180919"/>
                    <a:pt x="40342" y="180919"/>
                  </a:cubicBezTo>
                  <a:cubicBezTo>
                    <a:pt x="41427" y="180919"/>
                    <a:pt x="42150" y="180376"/>
                    <a:pt x="42150" y="17911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09" name="Freeform: Shape 1308">
              <a:extLst>
                <a:ext uri="{FF2B5EF4-FFF2-40B4-BE49-F238E27FC236}">
                  <a16:creationId xmlns:a16="http://schemas.microsoft.com/office/drawing/2014/main" id="{0A4337D7-30F3-253C-DD7A-0ECCC6A1819F}"/>
                </a:ext>
              </a:extLst>
            </p:cNvPr>
            <p:cNvSpPr/>
            <p:nvPr>
              <p:custDataLst>
                <p:tags r:id="rId7"/>
              </p:custDataLst>
            </p:nvPr>
          </p:nvSpPr>
          <p:spPr>
            <a:xfrm>
              <a:off x="10869085" y="6228389"/>
              <a:ext cx="131475" cy="123518"/>
            </a:xfrm>
            <a:custGeom>
              <a:avLst/>
              <a:gdLst>
                <a:gd name="connsiteX0" fmla="*/ 101833 w 131475"/>
                <a:gd name="connsiteY0" fmla="*/ 20688 h 123518"/>
                <a:gd name="connsiteX1" fmla="*/ 104365 w 131475"/>
                <a:gd name="connsiteY1" fmla="*/ 18156 h 123518"/>
                <a:gd name="connsiteX2" fmla="*/ 128056 w 131475"/>
                <a:gd name="connsiteY2" fmla="*/ 5678 h 123518"/>
                <a:gd name="connsiteX3" fmla="*/ 131673 w 131475"/>
                <a:gd name="connsiteY3" fmla="*/ 2242 h 123518"/>
                <a:gd name="connsiteX4" fmla="*/ 129322 w 131475"/>
                <a:gd name="connsiteY4" fmla="*/ 71 h 123518"/>
                <a:gd name="connsiteX5" fmla="*/ 114492 w 131475"/>
                <a:gd name="connsiteY5" fmla="*/ 614 h 123518"/>
                <a:gd name="connsiteX6" fmla="*/ 96408 w 131475"/>
                <a:gd name="connsiteY6" fmla="*/ 71 h 123518"/>
                <a:gd name="connsiteX7" fmla="*/ 92972 w 131475"/>
                <a:gd name="connsiteY7" fmla="*/ 3508 h 123518"/>
                <a:gd name="connsiteX8" fmla="*/ 95684 w 131475"/>
                <a:gd name="connsiteY8" fmla="*/ 5678 h 123518"/>
                <a:gd name="connsiteX9" fmla="*/ 102195 w 131475"/>
                <a:gd name="connsiteY9" fmla="*/ 9837 h 123518"/>
                <a:gd name="connsiteX10" fmla="*/ 97312 w 131475"/>
                <a:gd name="connsiteY10" fmla="*/ 18518 h 123518"/>
                <a:gd name="connsiteX11" fmla="*/ 55356 w 131475"/>
                <a:gd name="connsiteY11" fmla="*/ 66804 h 123518"/>
                <a:gd name="connsiteX12" fmla="*/ 35463 w 131475"/>
                <a:gd name="connsiteY12" fmla="*/ 13092 h 123518"/>
                <a:gd name="connsiteX13" fmla="*/ 34377 w 131475"/>
                <a:gd name="connsiteY13" fmla="*/ 10018 h 123518"/>
                <a:gd name="connsiteX14" fmla="*/ 45047 w 131475"/>
                <a:gd name="connsiteY14" fmla="*/ 5678 h 123518"/>
                <a:gd name="connsiteX15" fmla="*/ 49388 w 131475"/>
                <a:gd name="connsiteY15" fmla="*/ 2061 h 123518"/>
                <a:gd name="connsiteX16" fmla="*/ 46675 w 131475"/>
                <a:gd name="connsiteY16" fmla="*/ 71 h 123518"/>
                <a:gd name="connsiteX17" fmla="*/ 23888 w 131475"/>
                <a:gd name="connsiteY17" fmla="*/ 614 h 123518"/>
                <a:gd name="connsiteX18" fmla="*/ 3634 w 131475"/>
                <a:gd name="connsiteY18" fmla="*/ 71 h 123518"/>
                <a:gd name="connsiteX19" fmla="*/ 198 w 131475"/>
                <a:gd name="connsiteY19" fmla="*/ 3688 h 123518"/>
                <a:gd name="connsiteX20" fmla="*/ 4357 w 131475"/>
                <a:gd name="connsiteY20" fmla="*/ 5678 h 123518"/>
                <a:gd name="connsiteX21" fmla="*/ 17559 w 131475"/>
                <a:gd name="connsiteY21" fmla="*/ 11827 h 123518"/>
                <a:gd name="connsiteX22" fmla="*/ 39803 w 131475"/>
                <a:gd name="connsiteY22" fmla="*/ 71325 h 123518"/>
                <a:gd name="connsiteX23" fmla="*/ 40526 w 131475"/>
                <a:gd name="connsiteY23" fmla="*/ 74400 h 123518"/>
                <a:gd name="connsiteX24" fmla="*/ 32388 w 131475"/>
                <a:gd name="connsiteY24" fmla="*/ 107314 h 123518"/>
                <a:gd name="connsiteX25" fmla="*/ 15389 w 131475"/>
                <a:gd name="connsiteY25" fmla="*/ 117984 h 123518"/>
                <a:gd name="connsiteX26" fmla="*/ 10506 w 131475"/>
                <a:gd name="connsiteY26" fmla="*/ 121601 h 123518"/>
                <a:gd name="connsiteX27" fmla="*/ 13038 w 131475"/>
                <a:gd name="connsiteY27" fmla="*/ 123590 h 123518"/>
                <a:gd name="connsiteX28" fmla="*/ 35824 w 131475"/>
                <a:gd name="connsiteY28" fmla="*/ 123048 h 123518"/>
                <a:gd name="connsiteX29" fmla="*/ 58973 w 131475"/>
                <a:gd name="connsiteY29" fmla="*/ 123590 h 123518"/>
                <a:gd name="connsiteX30" fmla="*/ 62409 w 131475"/>
                <a:gd name="connsiteY30" fmla="*/ 119973 h 123518"/>
                <a:gd name="connsiteX31" fmla="*/ 57345 w 131475"/>
                <a:gd name="connsiteY31" fmla="*/ 117984 h 123518"/>
                <a:gd name="connsiteX32" fmla="*/ 50473 w 131475"/>
                <a:gd name="connsiteY32" fmla="*/ 117622 h 123518"/>
                <a:gd name="connsiteX33" fmla="*/ 45590 w 131475"/>
                <a:gd name="connsiteY33" fmla="*/ 114729 h 123518"/>
                <a:gd name="connsiteX34" fmla="*/ 48122 w 131475"/>
                <a:gd name="connsiteY34" fmla="*/ 103335 h 123518"/>
                <a:gd name="connsiteX35" fmla="*/ 54451 w 131475"/>
                <a:gd name="connsiteY35" fmla="*/ 77836 h 123518"/>
                <a:gd name="connsiteX36" fmla="*/ 56983 w 131475"/>
                <a:gd name="connsiteY36" fmla="*/ 72230 h 123518"/>
                <a:gd name="connsiteX37" fmla="*/ 101833 w 131475"/>
                <a:gd name="connsiteY37" fmla="*/ 20688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688"/>
                  </a:moveTo>
                  <a:lnTo>
                    <a:pt x="104365" y="18156"/>
                  </a:lnTo>
                  <a:cubicBezTo>
                    <a:pt x="109790" y="12731"/>
                    <a:pt x="115758" y="6582"/>
                    <a:pt x="128056" y="5678"/>
                  </a:cubicBezTo>
                  <a:cubicBezTo>
                    <a:pt x="130045" y="5497"/>
                    <a:pt x="131673" y="5497"/>
                    <a:pt x="131673" y="2242"/>
                  </a:cubicBezTo>
                  <a:cubicBezTo>
                    <a:pt x="131673" y="795"/>
                    <a:pt x="130769" y="71"/>
                    <a:pt x="129322" y="71"/>
                  </a:cubicBezTo>
                  <a:cubicBezTo>
                    <a:pt x="124620" y="71"/>
                    <a:pt x="119375" y="614"/>
                    <a:pt x="114492" y="614"/>
                  </a:cubicBezTo>
                  <a:cubicBezTo>
                    <a:pt x="108524" y="614"/>
                    <a:pt x="102195" y="71"/>
                    <a:pt x="96408" y="71"/>
                  </a:cubicBezTo>
                  <a:cubicBezTo>
                    <a:pt x="95323" y="71"/>
                    <a:pt x="92972" y="71"/>
                    <a:pt x="92972" y="3508"/>
                  </a:cubicBezTo>
                  <a:cubicBezTo>
                    <a:pt x="92972" y="5497"/>
                    <a:pt x="94780" y="5678"/>
                    <a:pt x="95684" y="5678"/>
                  </a:cubicBezTo>
                  <a:cubicBezTo>
                    <a:pt x="96950" y="5678"/>
                    <a:pt x="102195" y="6039"/>
                    <a:pt x="102195" y="9837"/>
                  </a:cubicBezTo>
                  <a:cubicBezTo>
                    <a:pt x="102195" y="12912"/>
                    <a:pt x="98035" y="17614"/>
                    <a:pt x="97312" y="18518"/>
                  </a:cubicBezTo>
                  <a:lnTo>
                    <a:pt x="55356" y="66804"/>
                  </a:lnTo>
                  <a:lnTo>
                    <a:pt x="35463" y="13092"/>
                  </a:lnTo>
                  <a:cubicBezTo>
                    <a:pt x="34377" y="10561"/>
                    <a:pt x="34377" y="10199"/>
                    <a:pt x="34377" y="10018"/>
                  </a:cubicBezTo>
                  <a:cubicBezTo>
                    <a:pt x="34377" y="5678"/>
                    <a:pt x="43239" y="5678"/>
                    <a:pt x="45047" y="5678"/>
                  </a:cubicBezTo>
                  <a:cubicBezTo>
                    <a:pt x="47579" y="5678"/>
                    <a:pt x="49388" y="5678"/>
                    <a:pt x="49388" y="2061"/>
                  </a:cubicBezTo>
                  <a:cubicBezTo>
                    <a:pt x="49388" y="71"/>
                    <a:pt x="47218" y="71"/>
                    <a:pt x="46675" y="71"/>
                  </a:cubicBezTo>
                  <a:cubicBezTo>
                    <a:pt x="41611" y="71"/>
                    <a:pt x="28952" y="614"/>
                    <a:pt x="23888" y="614"/>
                  </a:cubicBezTo>
                  <a:cubicBezTo>
                    <a:pt x="19367" y="614"/>
                    <a:pt x="8155" y="71"/>
                    <a:pt x="3634" y="71"/>
                  </a:cubicBezTo>
                  <a:cubicBezTo>
                    <a:pt x="2549" y="71"/>
                    <a:pt x="198" y="71"/>
                    <a:pt x="198" y="3688"/>
                  </a:cubicBezTo>
                  <a:cubicBezTo>
                    <a:pt x="198" y="5678"/>
                    <a:pt x="2006" y="5678"/>
                    <a:pt x="4357" y="5678"/>
                  </a:cubicBezTo>
                  <a:cubicBezTo>
                    <a:pt x="15208" y="5678"/>
                    <a:pt x="15931" y="7305"/>
                    <a:pt x="17559" y="11827"/>
                  </a:cubicBezTo>
                  <a:lnTo>
                    <a:pt x="39803" y="71325"/>
                  </a:lnTo>
                  <a:cubicBezTo>
                    <a:pt x="39984" y="71868"/>
                    <a:pt x="40526" y="73857"/>
                    <a:pt x="40526" y="74400"/>
                  </a:cubicBezTo>
                  <a:cubicBezTo>
                    <a:pt x="40526" y="74942"/>
                    <a:pt x="33292" y="104059"/>
                    <a:pt x="32388" y="107314"/>
                  </a:cubicBezTo>
                  <a:cubicBezTo>
                    <a:pt x="30037" y="117260"/>
                    <a:pt x="29856" y="117803"/>
                    <a:pt x="15389" y="117984"/>
                  </a:cubicBezTo>
                  <a:cubicBezTo>
                    <a:pt x="11953" y="117984"/>
                    <a:pt x="10506" y="117984"/>
                    <a:pt x="10506" y="121601"/>
                  </a:cubicBezTo>
                  <a:cubicBezTo>
                    <a:pt x="10506" y="123590"/>
                    <a:pt x="12676" y="123590"/>
                    <a:pt x="13038" y="123590"/>
                  </a:cubicBezTo>
                  <a:cubicBezTo>
                    <a:pt x="18101" y="123590"/>
                    <a:pt x="30761" y="123048"/>
                    <a:pt x="35824" y="123048"/>
                  </a:cubicBezTo>
                  <a:cubicBezTo>
                    <a:pt x="40888" y="123048"/>
                    <a:pt x="53909" y="123590"/>
                    <a:pt x="58973" y="123590"/>
                  </a:cubicBezTo>
                  <a:cubicBezTo>
                    <a:pt x="60239" y="123590"/>
                    <a:pt x="62409" y="123590"/>
                    <a:pt x="62409" y="119973"/>
                  </a:cubicBezTo>
                  <a:cubicBezTo>
                    <a:pt x="62409" y="117984"/>
                    <a:pt x="60781" y="117984"/>
                    <a:pt x="57345" y="117984"/>
                  </a:cubicBezTo>
                  <a:cubicBezTo>
                    <a:pt x="56983" y="117984"/>
                    <a:pt x="53547" y="117984"/>
                    <a:pt x="50473" y="117622"/>
                  </a:cubicBezTo>
                  <a:cubicBezTo>
                    <a:pt x="46675" y="117260"/>
                    <a:pt x="45590" y="116899"/>
                    <a:pt x="45590" y="114729"/>
                  </a:cubicBezTo>
                  <a:cubicBezTo>
                    <a:pt x="45590" y="113463"/>
                    <a:pt x="47218" y="107133"/>
                    <a:pt x="48122" y="103335"/>
                  </a:cubicBezTo>
                  <a:lnTo>
                    <a:pt x="54451" y="77836"/>
                  </a:lnTo>
                  <a:cubicBezTo>
                    <a:pt x="55356" y="74400"/>
                    <a:pt x="55537" y="73857"/>
                    <a:pt x="56983" y="72230"/>
                  </a:cubicBezTo>
                  <a:lnTo>
                    <a:pt x="101833" y="206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0" name="Freeform: Shape 1309">
              <a:extLst>
                <a:ext uri="{FF2B5EF4-FFF2-40B4-BE49-F238E27FC236}">
                  <a16:creationId xmlns:a16="http://schemas.microsoft.com/office/drawing/2014/main" id="{C753D03E-F2B9-EB63-7C78-B8B6C4409769}"/>
                </a:ext>
              </a:extLst>
            </p:cNvPr>
            <p:cNvSpPr/>
            <p:nvPr>
              <p:custDataLst>
                <p:tags r:id="rId8"/>
              </p:custDataLst>
            </p:nvPr>
          </p:nvSpPr>
          <p:spPr>
            <a:xfrm>
              <a:off x="10973697" y="6323207"/>
              <a:ext cx="77347" cy="57093"/>
            </a:xfrm>
            <a:custGeom>
              <a:avLst/>
              <a:gdLst>
                <a:gd name="connsiteX0" fmla="*/ 9698 w 77347"/>
                <a:gd name="connsiteY0" fmla="*/ 47925 h 57093"/>
                <a:gd name="connsiteX1" fmla="*/ 8432 w 77347"/>
                <a:gd name="connsiteY1" fmla="*/ 53115 h 57093"/>
                <a:gd name="connsiteX2" fmla="*/ 12736 w 77347"/>
                <a:gd name="connsiteY2" fmla="*/ 57166 h 57093"/>
                <a:gd name="connsiteX3" fmla="*/ 17673 w 77347"/>
                <a:gd name="connsiteY3" fmla="*/ 54381 h 57093"/>
                <a:gd name="connsiteX4" fmla="*/ 19952 w 77347"/>
                <a:gd name="connsiteY4" fmla="*/ 46533 h 57093"/>
                <a:gd name="connsiteX5" fmla="*/ 22737 w 77347"/>
                <a:gd name="connsiteY5" fmla="*/ 35139 h 57093"/>
                <a:gd name="connsiteX6" fmla="*/ 24889 w 77347"/>
                <a:gd name="connsiteY6" fmla="*/ 26658 h 57093"/>
                <a:gd name="connsiteX7" fmla="*/ 30206 w 77347"/>
                <a:gd name="connsiteY7" fmla="*/ 15264 h 57093"/>
                <a:gd name="connsiteX8" fmla="*/ 49195 w 77347"/>
                <a:gd name="connsiteY8" fmla="*/ 3618 h 57093"/>
                <a:gd name="connsiteX9" fmla="*/ 56664 w 77347"/>
                <a:gd name="connsiteY9" fmla="*/ 12479 h 57093"/>
                <a:gd name="connsiteX10" fmla="*/ 49195 w 77347"/>
                <a:gd name="connsiteY10" fmla="*/ 39443 h 57093"/>
                <a:gd name="connsiteX11" fmla="*/ 47296 w 77347"/>
                <a:gd name="connsiteY11" fmla="*/ 46279 h 57093"/>
                <a:gd name="connsiteX12" fmla="*/ 59322 w 77347"/>
                <a:gd name="connsiteY12" fmla="*/ 57166 h 57093"/>
                <a:gd name="connsiteX13" fmla="*/ 77551 w 77347"/>
                <a:gd name="connsiteY13" fmla="*/ 37798 h 57093"/>
                <a:gd name="connsiteX14" fmla="*/ 75526 w 77347"/>
                <a:gd name="connsiteY14" fmla="*/ 36152 h 57093"/>
                <a:gd name="connsiteX15" fmla="*/ 73121 w 77347"/>
                <a:gd name="connsiteY15" fmla="*/ 38304 h 57093"/>
                <a:gd name="connsiteX16" fmla="*/ 59702 w 77347"/>
                <a:gd name="connsiteY16" fmla="*/ 53622 h 57093"/>
                <a:gd name="connsiteX17" fmla="*/ 56537 w 77347"/>
                <a:gd name="connsiteY17" fmla="*/ 49191 h 57093"/>
                <a:gd name="connsiteX18" fmla="*/ 59449 w 77347"/>
                <a:gd name="connsiteY18" fmla="*/ 38937 h 57093"/>
                <a:gd name="connsiteX19" fmla="*/ 66158 w 77347"/>
                <a:gd name="connsiteY19" fmla="*/ 14505 h 57093"/>
                <a:gd name="connsiteX20" fmla="*/ 49701 w 77347"/>
                <a:gd name="connsiteY20" fmla="*/ 73 h 57093"/>
                <a:gd name="connsiteX21" fmla="*/ 28307 w 77347"/>
                <a:gd name="connsiteY21" fmla="*/ 11593 h 57093"/>
                <a:gd name="connsiteX22" fmla="*/ 14761 w 77347"/>
                <a:gd name="connsiteY22" fmla="*/ 73 h 57093"/>
                <a:gd name="connsiteX23" fmla="*/ 4761 w 77347"/>
                <a:gd name="connsiteY23" fmla="*/ 6909 h 57093"/>
                <a:gd name="connsiteX24" fmla="*/ 203 w 77347"/>
                <a:gd name="connsiteY24" fmla="*/ 19442 h 57093"/>
                <a:gd name="connsiteX25" fmla="*/ 2355 w 77347"/>
                <a:gd name="connsiteY25" fmla="*/ 21087 h 57093"/>
                <a:gd name="connsiteX26" fmla="*/ 5140 w 77347"/>
                <a:gd name="connsiteY26" fmla="*/ 17290 h 57093"/>
                <a:gd name="connsiteX27" fmla="*/ 14382 w 77347"/>
                <a:gd name="connsiteY27" fmla="*/ 3618 h 57093"/>
                <a:gd name="connsiteX28" fmla="*/ 18559 w 77347"/>
                <a:gd name="connsiteY28" fmla="*/ 9821 h 57093"/>
                <a:gd name="connsiteX29" fmla="*/ 16534 w 77347"/>
                <a:gd name="connsiteY29" fmla="*/ 20328 h 57093"/>
                <a:gd name="connsiteX30" fmla="*/ 13749 w 77347"/>
                <a:gd name="connsiteY30" fmla="*/ 31721 h 57093"/>
                <a:gd name="connsiteX31" fmla="*/ 9698 w 77347"/>
                <a:gd name="connsiteY31" fmla="*/ 47925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25"/>
                  </a:moveTo>
                  <a:cubicBezTo>
                    <a:pt x="9191" y="49571"/>
                    <a:pt x="8432" y="52736"/>
                    <a:pt x="8432" y="53115"/>
                  </a:cubicBezTo>
                  <a:cubicBezTo>
                    <a:pt x="8432" y="55901"/>
                    <a:pt x="10710" y="57166"/>
                    <a:pt x="12736" y="57166"/>
                  </a:cubicBezTo>
                  <a:cubicBezTo>
                    <a:pt x="15015" y="57166"/>
                    <a:pt x="17040" y="55521"/>
                    <a:pt x="17673" y="54381"/>
                  </a:cubicBezTo>
                  <a:cubicBezTo>
                    <a:pt x="18306" y="53242"/>
                    <a:pt x="19319" y="49191"/>
                    <a:pt x="19952" y="46533"/>
                  </a:cubicBezTo>
                  <a:cubicBezTo>
                    <a:pt x="20585" y="44127"/>
                    <a:pt x="21977" y="38304"/>
                    <a:pt x="22737" y="35139"/>
                  </a:cubicBezTo>
                  <a:cubicBezTo>
                    <a:pt x="23496" y="32354"/>
                    <a:pt x="24256" y="29569"/>
                    <a:pt x="24889" y="26658"/>
                  </a:cubicBezTo>
                  <a:cubicBezTo>
                    <a:pt x="26281" y="21467"/>
                    <a:pt x="26535" y="20454"/>
                    <a:pt x="30206" y="15264"/>
                  </a:cubicBezTo>
                  <a:cubicBezTo>
                    <a:pt x="33750" y="10200"/>
                    <a:pt x="39700" y="3618"/>
                    <a:pt x="49195" y="3618"/>
                  </a:cubicBezTo>
                  <a:cubicBezTo>
                    <a:pt x="56537" y="3618"/>
                    <a:pt x="56664" y="10074"/>
                    <a:pt x="56664" y="12479"/>
                  </a:cubicBezTo>
                  <a:cubicBezTo>
                    <a:pt x="56664" y="20075"/>
                    <a:pt x="51220" y="34126"/>
                    <a:pt x="49195" y="39443"/>
                  </a:cubicBezTo>
                  <a:cubicBezTo>
                    <a:pt x="47802" y="42988"/>
                    <a:pt x="47296" y="44127"/>
                    <a:pt x="47296" y="46279"/>
                  </a:cubicBezTo>
                  <a:cubicBezTo>
                    <a:pt x="47296" y="52989"/>
                    <a:pt x="52866" y="57166"/>
                    <a:pt x="59322" y="57166"/>
                  </a:cubicBezTo>
                  <a:cubicBezTo>
                    <a:pt x="71981" y="57166"/>
                    <a:pt x="77551" y="39697"/>
                    <a:pt x="77551" y="37798"/>
                  </a:cubicBezTo>
                  <a:cubicBezTo>
                    <a:pt x="77551" y="36152"/>
                    <a:pt x="75906" y="36152"/>
                    <a:pt x="75526" y="36152"/>
                  </a:cubicBezTo>
                  <a:cubicBezTo>
                    <a:pt x="73754" y="36152"/>
                    <a:pt x="73627" y="36912"/>
                    <a:pt x="73121" y="38304"/>
                  </a:cubicBezTo>
                  <a:cubicBezTo>
                    <a:pt x="70209" y="48432"/>
                    <a:pt x="64765" y="53622"/>
                    <a:pt x="59702" y="53622"/>
                  </a:cubicBezTo>
                  <a:cubicBezTo>
                    <a:pt x="57043" y="53622"/>
                    <a:pt x="56537" y="51850"/>
                    <a:pt x="56537" y="49191"/>
                  </a:cubicBezTo>
                  <a:cubicBezTo>
                    <a:pt x="56537" y="46279"/>
                    <a:pt x="57170" y="44634"/>
                    <a:pt x="59449" y="38937"/>
                  </a:cubicBezTo>
                  <a:cubicBezTo>
                    <a:pt x="60968" y="35013"/>
                    <a:pt x="66158" y="21594"/>
                    <a:pt x="66158" y="14505"/>
                  </a:cubicBezTo>
                  <a:cubicBezTo>
                    <a:pt x="66158" y="2225"/>
                    <a:pt x="56410" y="73"/>
                    <a:pt x="49701" y="73"/>
                  </a:cubicBezTo>
                  <a:cubicBezTo>
                    <a:pt x="39194" y="73"/>
                    <a:pt x="32105" y="6529"/>
                    <a:pt x="28307" y="11593"/>
                  </a:cubicBezTo>
                  <a:cubicBezTo>
                    <a:pt x="27421" y="2858"/>
                    <a:pt x="19952" y="73"/>
                    <a:pt x="14761" y="73"/>
                  </a:cubicBezTo>
                  <a:cubicBezTo>
                    <a:pt x="9318" y="73"/>
                    <a:pt x="6406" y="3997"/>
                    <a:pt x="4761" y="6909"/>
                  </a:cubicBezTo>
                  <a:cubicBezTo>
                    <a:pt x="1976" y="11593"/>
                    <a:pt x="203" y="18809"/>
                    <a:pt x="203" y="19442"/>
                  </a:cubicBezTo>
                  <a:cubicBezTo>
                    <a:pt x="203" y="21087"/>
                    <a:pt x="1976" y="21087"/>
                    <a:pt x="2355" y="21087"/>
                  </a:cubicBezTo>
                  <a:cubicBezTo>
                    <a:pt x="4128" y="21087"/>
                    <a:pt x="4254" y="20708"/>
                    <a:pt x="5140" y="17290"/>
                  </a:cubicBezTo>
                  <a:cubicBezTo>
                    <a:pt x="7039" y="9821"/>
                    <a:pt x="9445" y="3618"/>
                    <a:pt x="14382" y="3618"/>
                  </a:cubicBezTo>
                  <a:cubicBezTo>
                    <a:pt x="17673" y="3618"/>
                    <a:pt x="18559" y="6403"/>
                    <a:pt x="18559" y="9821"/>
                  </a:cubicBezTo>
                  <a:cubicBezTo>
                    <a:pt x="18559" y="12226"/>
                    <a:pt x="17420" y="16910"/>
                    <a:pt x="16534" y="20328"/>
                  </a:cubicBezTo>
                  <a:cubicBezTo>
                    <a:pt x="15648" y="23746"/>
                    <a:pt x="14382" y="28936"/>
                    <a:pt x="13749" y="31721"/>
                  </a:cubicBezTo>
                  <a:lnTo>
                    <a:pt x="9698" y="4792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1" name="Freeform: Shape 1310">
              <a:extLst>
                <a:ext uri="{FF2B5EF4-FFF2-40B4-BE49-F238E27FC236}">
                  <a16:creationId xmlns:a16="http://schemas.microsoft.com/office/drawing/2014/main" id="{A579E8AF-25B7-8953-62B5-41452C34F951}"/>
                </a:ext>
              </a:extLst>
            </p:cNvPr>
            <p:cNvSpPr/>
            <p:nvPr>
              <p:custDataLst>
                <p:tags r:id="rId9"/>
              </p:custDataLst>
            </p:nvPr>
          </p:nvSpPr>
          <p:spPr>
            <a:xfrm>
              <a:off x="11131432" y="6236889"/>
              <a:ext cx="110497" cy="139794"/>
            </a:xfrm>
            <a:custGeom>
              <a:avLst/>
              <a:gdLst>
                <a:gd name="connsiteX0" fmla="*/ 107273 w 110497"/>
                <a:gd name="connsiteY0" fmla="*/ 7667 h 139794"/>
                <a:gd name="connsiteX1" fmla="*/ 110709 w 110497"/>
                <a:gd name="connsiteY1" fmla="*/ 3688 h 139794"/>
                <a:gd name="connsiteX2" fmla="*/ 107092 w 110497"/>
                <a:gd name="connsiteY2" fmla="*/ 71 h 139794"/>
                <a:gd name="connsiteX3" fmla="*/ 103836 w 110497"/>
                <a:gd name="connsiteY3" fmla="*/ 1157 h 139794"/>
                <a:gd name="connsiteX4" fmla="*/ 3828 w 110497"/>
                <a:gd name="connsiteY4" fmla="*/ 48358 h 139794"/>
                <a:gd name="connsiteX5" fmla="*/ 212 w 110497"/>
                <a:gd name="connsiteY5" fmla="*/ 52517 h 139794"/>
                <a:gd name="connsiteX6" fmla="*/ 3828 w 110497"/>
                <a:gd name="connsiteY6" fmla="*/ 56496 h 139794"/>
                <a:gd name="connsiteX7" fmla="*/ 103836 w 110497"/>
                <a:gd name="connsiteY7" fmla="*/ 103516 h 139794"/>
                <a:gd name="connsiteX8" fmla="*/ 107092 w 110497"/>
                <a:gd name="connsiteY8" fmla="*/ 104782 h 139794"/>
                <a:gd name="connsiteX9" fmla="*/ 110709 w 110497"/>
                <a:gd name="connsiteY9" fmla="*/ 101165 h 139794"/>
                <a:gd name="connsiteX10" fmla="*/ 106911 w 110497"/>
                <a:gd name="connsiteY10" fmla="*/ 97006 h 139794"/>
                <a:gd name="connsiteX11" fmla="*/ 12328 w 110497"/>
                <a:gd name="connsiteY11" fmla="*/ 52517 h 139794"/>
                <a:gd name="connsiteX12" fmla="*/ 107273 w 110497"/>
                <a:gd name="connsiteY12" fmla="*/ 7667 h 139794"/>
                <a:gd name="connsiteX13" fmla="*/ 104379 w 110497"/>
                <a:gd name="connsiteY13" fmla="*/ 139866 h 139794"/>
                <a:gd name="connsiteX14" fmla="*/ 110709 w 110497"/>
                <a:gd name="connsiteY14" fmla="*/ 136249 h 139794"/>
                <a:gd name="connsiteX15" fmla="*/ 104198 w 110497"/>
                <a:gd name="connsiteY15" fmla="*/ 132632 h 139794"/>
                <a:gd name="connsiteX16" fmla="*/ 6722 w 110497"/>
                <a:gd name="connsiteY16" fmla="*/ 132632 h 139794"/>
                <a:gd name="connsiteX17" fmla="*/ 212 w 110497"/>
                <a:gd name="connsiteY17" fmla="*/ 136249 h 139794"/>
                <a:gd name="connsiteX18" fmla="*/ 6541 w 110497"/>
                <a:gd name="connsiteY18" fmla="*/ 139866 h 139794"/>
                <a:gd name="connsiteX19" fmla="*/ 104379 w 110497"/>
                <a:gd name="connsiteY19" fmla="*/ 139866 h 13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97" h="139794">
                  <a:moveTo>
                    <a:pt x="107273" y="7667"/>
                  </a:moveTo>
                  <a:cubicBezTo>
                    <a:pt x="109262" y="6763"/>
                    <a:pt x="110709" y="5859"/>
                    <a:pt x="110709" y="3688"/>
                  </a:cubicBezTo>
                  <a:cubicBezTo>
                    <a:pt x="110709" y="1699"/>
                    <a:pt x="109262" y="71"/>
                    <a:pt x="107092" y="71"/>
                  </a:cubicBezTo>
                  <a:cubicBezTo>
                    <a:pt x="106187" y="71"/>
                    <a:pt x="104560" y="795"/>
                    <a:pt x="103836" y="1157"/>
                  </a:cubicBezTo>
                  <a:lnTo>
                    <a:pt x="3828" y="48358"/>
                  </a:lnTo>
                  <a:cubicBezTo>
                    <a:pt x="754" y="49804"/>
                    <a:pt x="212" y="51070"/>
                    <a:pt x="212" y="52517"/>
                  </a:cubicBezTo>
                  <a:cubicBezTo>
                    <a:pt x="212" y="54145"/>
                    <a:pt x="1297" y="55411"/>
                    <a:pt x="3828" y="56496"/>
                  </a:cubicBezTo>
                  <a:lnTo>
                    <a:pt x="103836" y="103516"/>
                  </a:lnTo>
                  <a:cubicBezTo>
                    <a:pt x="106187" y="104782"/>
                    <a:pt x="106549" y="104782"/>
                    <a:pt x="107092" y="104782"/>
                  </a:cubicBezTo>
                  <a:cubicBezTo>
                    <a:pt x="109081" y="104782"/>
                    <a:pt x="110709" y="103154"/>
                    <a:pt x="110709" y="101165"/>
                  </a:cubicBezTo>
                  <a:cubicBezTo>
                    <a:pt x="110709" y="99537"/>
                    <a:pt x="109985" y="98452"/>
                    <a:pt x="106911" y="97006"/>
                  </a:cubicBezTo>
                  <a:lnTo>
                    <a:pt x="12328" y="52517"/>
                  </a:lnTo>
                  <a:lnTo>
                    <a:pt x="107273" y="7667"/>
                  </a:lnTo>
                  <a:close/>
                  <a:moveTo>
                    <a:pt x="104379" y="139866"/>
                  </a:moveTo>
                  <a:cubicBezTo>
                    <a:pt x="107453" y="139866"/>
                    <a:pt x="110709" y="139866"/>
                    <a:pt x="110709" y="136249"/>
                  </a:cubicBezTo>
                  <a:cubicBezTo>
                    <a:pt x="110709" y="132632"/>
                    <a:pt x="106911" y="132632"/>
                    <a:pt x="104198" y="132632"/>
                  </a:cubicBezTo>
                  <a:lnTo>
                    <a:pt x="6722" y="132632"/>
                  </a:lnTo>
                  <a:cubicBezTo>
                    <a:pt x="4009" y="132632"/>
                    <a:pt x="212" y="132632"/>
                    <a:pt x="212" y="136249"/>
                  </a:cubicBezTo>
                  <a:cubicBezTo>
                    <a:pt x="212" y="139866"/>
                    <a:pt x="3467" y="139866"/>
                    <a:pt x="6541" y="139866"/>
                  </a:cubicBezTo>
                  <a:lnTo>
                    <a:pt x="104379" y="1398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2" name="Freeform: Shape 1311">
              <a:extLst>
                <a:ext uri="{FF2B5EF4-FFF2-40B4-BE49-F238E27FC236}">
                  <a16:creationId xmlns:a16="http://schemas.microsoft.com/office/drawing/2014/main" id="{335D09FA-7007-38FB-CCA6-F5D61C4CB6F4}"/>
                </a:ext>
              </a:extLst>
            </p:cNvPr>
            <p:cNvSpPr/>
            <p:nvPr>
              <p:custDataLst>
                <p:tags r:id="rId10"/>
              </p:custDataLst>
            </p:nvPr>
          </p:nvSpPr>
          <p:spPr>
            <a:xfrm>
              <a:off x="11304963" y="6232368"/>
              <a:ext cx="74146" cy="156613"/>
            </a:xfrm>
            <a:custGeom>
              <a:avLst/>
              <a:gdLst>
                <a:gd name="connsiteX0" fmla="*/ 74369 w 74146"/>
                <a:gd name="connsiteY0" fmla="*/ 6582 h 156613"/>
                <a:gd name="connsiteX1" fmla="*/ 67497 w 74146"/>
                <a:gd name="connsiteY1" fmla="*/ 71 h 156613"/>
                <a:gd name="connsiteX2" fmla="*/ 57912 w 74146"/>
                <a:gd name="connsiteY2" fmla="*/ 9656 h 156613"/>
                <a:gd name="connsiteX3" fmla="*/ 64603 w 74146"/>
                <a:gd name="connsiteY3" fmla="*/ 16167 h 156613"/>
                <a:gd name="connsiteX4" fmla="*/ 74369 w 74146"/>
                <a:gd name="connsiteY4" fmla="*/ 6582 h 156613"/>
                <a:gd name="connsiteX5" fmla="*/ 38019 w 74146"/>
                <a:gd name="connsiteY5" fmla="*/ 128654 h 156613"/>
                <a:gd name="connsiteX6" fmla="*/ 15775 w 74146"/>
                <a:gd name="connsiteY6" fmla="*/ 152707 h 156613"/>
                <a:gd name="connsiteX7" fmla="*/ 8722 w 74146"/>
                <a:gd name="connsiteY7" fmla="*/ 151079 h 156613"/>
                <a:gd name="connsiteX8" fmla="*/ 16860 w 74146"/>
                <a:gd name="connsiteY8" fmla="*/ 141494 h 156613"/>
                <a:gd name="connsiteX9" fmla="*/ 9988 w 74146"/>
                <a:gd name="connsiteY9" fmla="*/ 135164 h 156613"/>
                <a:gd name="connsiteX10" fmla="*/ 222 w 74146"/>
                <a:gd name="connsiteY10" fmla="*/ 145473 h 156613"/>
                <a:gd name="connsiteX11" fmla="*/ 16136 w 74146"/>
                <a:gd name="connsiteY11" fmla="*/ 156685 h 156613"/>
                <a:gd name="connsiteX12" fmla="*/ 50136 w 74146"/>
                <a:gd name="connsiteY12" fmla="*/ 129196 h 156613"/>
                <a:gd name="connsiteX13" fmla="*/ 66773 w 74146"/>
                <a:gd name="connsiteY13" fmla="*/ 63006 h 156613"/>
                <a:gd name="connsiteX14" fmla="*/ 67678 w 74146"/>
                <a:gd name="connsiteY14" fmla="*/ 56315 h 156613"/>
                <a:gd name="connsiteX15" fmla="*/ 51040 w 74146"/>
                <a:gd name="connsiteY15" fmla="*/ 39677 h 156613"/>
                <a:gd name="connsiteX16" fmla="*/ 22285 w 74146"/>
                <a:gd name="connsiteY16" fmla="*/ 67527 h 156613"/>
                <a:gd name="connsiteX17" fmla="*/ 24455 w 74146"/>
                <a:gd name="connsiteY17" fmla="*/ 69336 h 156613"/>
                <a:gd name="connsiteX18" fmla="*/ 27711 w 74146"/>
                <a:gd name="connsiteY18" fmla="*/ 65719 h 156613"/>
                <a:gd name="connsiteX19" fmla="*/ 50497 w 74146"/>
                <a:gd name="connsiteY19" fmla="*/ 43656 h 156613"/>
                <a:gd name="connsiteX20" fmla="*/ 56284 w 74146"/>
                <a:gd name="connsiteY20" fmla="*/ 51975 h 156613"/>
                <a:gd name="connsiteX21" fmla="*/ 55018 w 74146"/>
                <a:gd name="connsiteY21" fmla="*/ 61198 h 156613"/>
                <a:gd name="connsiteX22" fmla="*/ 38019 w 74146"/>
                <a:gd name="connsiteY22" fmla="*/ 128654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82"/>
                  </a:moveTo>
                  <a:cubicBezTo>
                    <a:pt x="74369" y="3146"/>
                    <a:pt x="71837" y="71"/>
                    <a:pt x="67497" y="71"/>
                  </a:cubicBezTo>
                  <a:cubicBezTo>
                    <a:pt x="63337" y="71"/>
                    <a:pt x="57912" y="4231"/>
                    <a:pt x="57912" y="9656"/>
                  </a:cubicBezTo>
                  <a:cubicBezTo>
                    <a:pt x="57912" y="13273"/>
                    <a:pt x="60444" y="16167"/>
                    <a:pt x="64603" y="16167"/>
                  </a:cubicBezTo>
                  <a:cubicBezTo>
                    <a:pt x="69486" y="16167"/>
                    <a:pt x="74369" y="11465"/>
                    <a:pt x="74369" y="6582"/>
                  </a:cubicBezTo>
                  <a:close/>
                  <a:moveTo>
                    <a:pt x="38019" y="128654"/>
                  </a:moveTo>
                  <a:cubicBezTo>
                    <a:pt x="34583" y="142398"/>
                    <a:pt x="25902" y="152707"/>
                    <a:pt x="15775" y="152707"/>
                  </a:cubicBezTo>
                  <a:cubicBezTo>
                    <a:pt x="14690" y="152707"/>
                    <a:pt x="11977" y="152707"/>
                    <a:pt x="8722" y="151079"/>
                  </a:cubicBezTo>
                  <a:cubicBezTo>
                    <a:pt x="14147" y="149813"/>
                    <a:pt x="16860" y="145111"/>
                    <a:pt x="16860" y="141494"/>
                  </a:cubicBezTo>
                  <a:cubicBezTo>
                    <a:pt x="16860" y="138600"/>
                    <a:pt x="14871" y="135164"/>
                    <a:pt x="9988" y="135164"/>
                  </a:cubicBezTo>
                  <a:cubicBezTo>
                    <a:pt x="5467" y="135164"/>
                    <a:pt x="222" y="138962"/>
                    <a:pt x="222" y="145473"/>
                  </a:cubicBezTo>
                  <a:cubicBezTo>
                    <a:pt x="222" y="152707"/>
                    <a:pt x="7456" y="156685"/>
                    <a:pt x="16136" y="156685"/>
                  </a:cubicBezTo>
                  <a:cubicBezTo>
                    <a:pt x="28796" y="156685"/>
                    <a:pt x="45614" y="147100"/>
                    <a:pt x="50136" y="129196"/>
                  </a:cubicBezTo>
                  <a:lnTo>
                    <a:pt x="66773" y="63006"/>
                  </a:lnTo>
                  <a:cubicBezTo>
                    <a:pt x="67678" y="59389"/>
                    <a:pt x="67678" y="56858"/>
                    <a:pt x="67678" y="56315"/>
                  </a:cubicBezTo>
                  <a:cubicBezTo>
                    <a:pt x="67678" y="46007"/>
                    <a:pt x="60082" y="39677"/>
                    <a:pt x="51040" y="39677"/>
                  </a:cubicBezTo>
                  <a:cubicBezTo>
                    <a:pt x="32593" y="39677"/>
                    <a:pt x="22285" y="65900"/>
                    <a:pt x="22285" y="67527"/>
                  </a:cubicBezTo>
                  <a:cubicBezTo>
                    <a:pt x="22285" y="69336"/>
                    <a:pt x="24094" y="69336"/>
                    <a:pt x="24455" y="69336"/>
                  </a:cubicBezTo>
                  <a:cubicBezTo>
                    <a:pt x="26083" y="69336"/>
                    <a:pt x="26264" y="69155"/>
                    <a:pt x="27711" y="65719"/>
                  </a:cubicBezTo>
                  <a:cubicBezTo>
                    <a:pt x="32232" y="54687"/>
                    <a:pt x="40551" y="43656"/>
                    <a:pt x="50497" y="43656"/>
                  </a:cubicBezTo>
                  <a:cubicBezTo>
                    <a:pt x="53029" y="43656"/>
                    <a:pt x="56284" y="44379"/>
                    <a:pt x="56284" y="51975"/>
                  </a:cubicBezTo>
                  <a:cubicBezTo>
                    <a:pt x="56284" y="56134"/>
                    <a:pt x="55742" y="58123"/>
                    <a:pt x="55018" y="61198"/>
                  </a:cubicBezTo>
                  <a:lnTo>
                    <a:pt x="38019" y="12865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3" name="Freeform: Shape 1312">
              <a:extLst>
                <a:ext uri="{FF2B5EF4-FFF2-40B4-BE49-F238E27FC236}">
                  <a16:creationId xmlns:a16="http://schemas.microsoft.com/office/drawing/2014/main" id="{2A4FAF81-50B1-687C-9765-7562C4F6EFFA}"/>
                </a:ext>
              </a:extLst>
            </p:cNvPr>
            <p:cNvSpPr/>
            <p:nvPr>
              <p:custDataLst>
                <p:tags r:id="rId11"/>
              </p:custDataLst>
            </p:nvPr>
          </p:nvSpPr>
          <p:spPr>
            <a:xfrm>
              <a:off x="11402448" y="6216272"/>
              <a:ext cx="41956" cy="180847"/>
            </a:xfrm>
            <a:custGeom>
              <a:avLst/>
              <a:gdLst>
                <a:gd name="connsiteX0" fmla="*/ 42183 w 41956"/>
                <a:gd name="connsiteY0" fmla="*/ 90495 h 180847"/>
                <a:gd name="connsiteX1" fmla="*/ 30247 w 41956"/>
                <a:gd name="connsiteY1" fmla="*/ 34071 h 180847"/>
                <a:gd name="connsiteX2" fmla="*/ 2035 w 41956"/>
                <a:gd name="connsiteY2" fmla="*/ 71 h 180847"/>
                <a:gd name="connsiteX3" fmla="*/ 227 w 41956"/>
                <a:gd name="connsiteY3" fmla="*/ 1880 h 180847"/>
                <a:gd name="connsiteX4" fmla="*/ 3663 w 41956"/>
                <a:gd name="connsiteY4" fmla="*/ 6039 h 180847"/>
                <a:gd name="connsiteX5" fmla="*/ 31694 w 41956"/>
                <a:gd name="connsiteY5" fmla="*/ 90495 h 180847"/>
                <a:gd name="connsiteX6" fmla="*/ 2578 w 41956"/>
                <a:gd name="connsiteY6" fmla="*/ 176036 h 180847"/>
                <a:gd name="connsiteX7" fmla="*/ 227 w 41956"/>
                <a:gd name="connsiteY7" fmla="*/ 179110 h 180847"/>
                <a:gd name="connsiteX8" fmla="*/ 2035 w 41956"/>
                <a:gd name="connsiteY8" fmla="*/ 180919 h 180847"/>
                <a:gd name="connsiteX9" fmla="*/ 30790 w 41956"/>
                <a:gd name="connsiteY9" fmla="*/ 145653 h 180847"/>
                <a:gd name="connsiteX10" fmla="*/ 42183 w 41956"/>
                <a:gd name="connsiteY10" fmla="*/ 90495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495"/>
                  </a:moveTo>
                  <a:cubicBezTo>
                    <a:pt x="42183" y="76389"/>
                    <a:pt x="40194" y="54506"/>
                    <a:pt x="30247" y="34071"/>
                  </a:cubicBezTo>
                  <a:cubicBezTo>
                    <a:pt x="19396" y="11827"/>
                    <a:pt x="3844" y="71"/>
                    <a:pt x="2035" y="71"/>
                  </a:cubicBezTo>
                  <a:cubicBezTo>
                    <a:pt x="950" y="71"/>
                    <a:pt x="227" y="795"/>
                    <a:pt x="227" y="1880"/>
                  </a:cubicBezTo>
                  <a:cubicBezTo>
                    <a:pt x="227" y="2422"/>
                    <a:pt x="227" y="2784"/>
                    <a:pt x="3663" y="6039"/>
                  </a:cubicBezTo>
                  <a:cubicBezTo>
                    <a:pt x="21386" y="23943"/>
                    <a:pt x="31694" y="52698"/>
                    <a:pt x="31694" y="90495"/>
                  </a:cubicBezTo>
                  <a:cubicBezTo>
                    <a:pt x="31694" y="121420"/>
                    <a:pt x="25003" y="153249"/>
                    <a:pt x="2578" y="176036"/>
                  </a:cubicBezTo>
                  <a:cubicBezTo>
                    <a:pt x="227" y="178206"/>
                    <a:pt x="227" y="178568"/>
                    <a:pt x="227" y="179110"/>
                  </a:cubicBezTo>
                  <a:cubicBezTo>
                    <a:pt x="227" y="180195"/>
                    <a:pt x="950" y="180919"/>
                    <a:pt x="2035" y="180919"/>
                  </a:cubicBezTo>
                  <a:cubicBezTo>
                    <a:pt x="3844" y="180919"/>
                    <a:pt x="20120" y="168621"/>
                    <a:pt x="30790" y="145653"/>
                  </a:cubicBezTo>
                  <a:cubicBezTo>
                    <a:pt x="40013" y="125760"/>
                    <a:pt x="42183" y="105686"/>
                    <a:pt x="42183" y="9049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4" name="Freeform: Shape 1313">
              <a:extLst>
                <a:ext uri="{FF2B5EF4-FFF2-40B4-BE49-F238E27FC236}">
                  <a16:creationId xmlns:a16="http://schemas.microsoft.com/office/drawing/2014/main" id="{21471ADC-A788-5C05-517C-C3F1D2E273DF}"/>
                </a:ext>
              </a:extLst>
            </p:cNvPr>
            <p:cNvSpPr/>
            <p:nvPr>
              <p:custDataLst>
                <p:tags r:id="rId12"/>
              </p:custDataLst>
            </p:nvPr>
          </p:nvSpPr>
          <p:spPr>
            <a:xfrm>
              <a:off x="10651203" y="6425424"/>
              <a:ext cx="811266" cy="7233"/>
            </a:xfrm>
            <a:custGeom>
              <a:avLst/>
              <a:gdLst>
                <a:gd name="connsiteX0" fmla="*/ 0 w 811266"/>
                <a:gd name="connsiteY0" fmla="*/ 0 h 7233"/>
                <a:gd name="connsiteX1" fmla="*/ 811266 w 811266"/>
                <a:gd name="connsiteY1" fmla="*/ 0 h 7233"/>
                <a:gd name="connsiteX2" fmla="*/ 811266 w 811266"/>
                <a:gd name="connsiteY2" fmla="*/ 7234 h 7233"/>
                <a:gd name="connsiteX3" fmla="*/ 0 w 811266"/>
                <a:gd name="connsiteY3" fmla="*/ 7234 h 7233"/>
              </a:gdLst>
              <a:ahLst/>
              <a:cxnLst>
                <a:cxn ang="0">
                  <a:pos x="connsiteX0" y="connsiteY0"/>
                </a:cxn>
                <a:cxn ang="0">
                  <a:pos x="connsiteX1" y="connsiteY1"/>
                </a:cxn>
                <a:cxn ang="0">
                  <a:pos x="connsiteX2" y="connsiteY2"/>
                </a:cxn>
                <a:cxn ang="0">
                  <a:pos x="connsiteX3" y="connsiteY3"/>
                </a:cxn>
              </a:cxnLst>
              <a:rect l="l" t="t" r="r" b="b"/>
              <a:pathLst>
                <a:path w="811266" h="7233">
                  <a:moveTo>
                    <a:pt x="0" y="0"/>
                  </a:moveTo>
                  <a:lnTo>
                    <a:pt x="811266" y="0"/>
                  </a:lnTo>
                  <a:lnTo>
                    <a:pt x="811266" y="7234"/>
                  </a:lnTo>
                  <a:lnTo>
                    <a:pt x="0" y="723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5" name="Freeform: Shape 1314">
              <a:extLst>
                <a:ext uri="{FF2B5EF4-FFF2-40B4-BE49-F238E27FC236}">
                  <a16:creationId xmlns:a16="http://schemas.microsoft.com/office/drawing/2014/main" id="{B2DBB075-E140-3B0B-8044-1FC35E9F56DE}"/>
                </a:ext>
              </a:extLst>
            </p:cNvPr>
            <p:cNvSpPr/>
            <p:nvPr>
              <p:custDataLst>
                <p:tags r:id="rId13"/>
              </p:custDataLst>
            </p:nvPr>
          </p:nvSpPr>
          <p:spPr>
            <a:xfrm>
              <a:off x="10658436" y="6474786"/>
              <a:ext cx="129124" cy="123518"/>
            </a:xfrm>
            <a:custGeom>
              <a:avLst/>
              <a:gdLst>
                <a:gd name="connsiteX0" fmla="*/ 47748 w 129124"/>
                <a:gd name="connsiteY0" fmla="*/ 66456 h 123518"/>
                <a:gd name="connsiteX1" fmla="*/ 78492 w 129124"/>
                <a:gd name="connsiteY1" fmla="*/ 66456 h 123518"/>
                <a:gd name="connsiteX2" fmla="*/ 129310 w 129124"/>
                <a:gd name="connsiteY2" fmla="*/ 27393 h 123518"/>
                <a:gd name="connsiteX3" fmla="*/ 93683 w 129124"/>
                <a:gd name="connsiteY3" fmla="*/ 85 h 123518"/>
                <a:gd name="connsiteX4" fmla="*/ 35089 w 129124"/>
                <a:gd name="connsiteY4" fmla="*/ 85 h 123518"/>
                <a:gd name="connsiteX5" fmla="*/ 29664 w 129124"/>
                <a:gd name="connsiteY5" fmla="*/ 3521 h 123518"/>
                <a:gd name="connsiteX6" fmla="*/ 34908 w 129124"/>
                <a:gd name="connsiteY6" fmla="*/ 5691 h 123518"/>
                <a:gd name="connsiteX7" fmla="*/ 42685 w 129124"/>
                <a:gd name="connsiteY7" fmla="*/ 6053 h 123518"/>
                <a:gd name="connsiteX8" fmla="*/ 46663 w 129124"/>
                <a:gd name="connsiteY8" fmla="*/ 8947 h 123518"/>
                <a:gd name="connsiteX9" fmla="*/ 45940 w 129124"/>
                <a:gd name="connsiteY9" fmla="*/ 12383 h 123518"/>
                <a:gd name="connsiteX10" fmla="*/ 21707 w 129124"/>
                <a:gd name="connsiteY10" fmla="*/ 109498 h 123518"/>
                <a:gd name="connsiteX11" fmla="*/ 5250 w 129124"/>
                <a:gd name="connsiteY11" fmla="*/ 117997 h 123518"/>
                <a:gd name="connsiteX12" fmla="*/ 186 w 129124"/>
                <a:gd name="connsiteY12" fmla="*/ 121434 h 123518"/>
                <a:gd name="connsiteX13" fmla="*/ 2899 w 129124"/>
                <a:gd name="connsiteY13" fmla="*/ 123604 h 123518"/>
                <a:gd name="connsiteX14" fmla="*/ 25866 w 129124"/>
                <a:gd name="connsiteY14" fmla="*/ 123061 h 123518"/>
                <a:gd name="connsiteX15" fmla="*/ 37440 w 129124"/>
                <a:gd name="connsiteY15" fmla="*/ 123242 h 123518"/>
                <a:gd name="connsiteX16" fmla="*/ 49195 w 129124"/>
                <a:gd name="connsiteY16" fmla="*/ 123604 h 123518"/>
                <a:gd name="connsiteX17" fmla="*/ 52812 w 129124"/>
                <a:gd name="connsiteY17" fmla="*/ 119987 h 123518"/>
                <a:gd name="connsiteX18" fmla="*/ 47748 w 129124"/>
                <a:gd name="connsiteY18" fmla="*/ 117997 h 123518"/>
                <a:gd name="connsiteX19" fmla="*/ 35993 w 129124"/>
                <a:gd name="connsiteY19" fmla="*/ 114742 h 123518"/>
                <a:gd name="connsiteX20" fmla="*/ 36536 w 129124"/>
                <a:gd name="connsiteY20" fmla="*/ 111668 h 123518"/>
                <a:gd name="connsiteX21" fmla="*/ 47748 w 129124"/>
                <a:gd name="connsiteY21" fmla="*/ 66456 h 123518"/>
                <a:gd name="connsiteX22" fmla="*/ 60769 w 129124"/>
                <a:gd name="connsiteY22" fmla="*/ 12563 h 123518"/>
                <a:gd name="connsiteX23" fmla="*/ 70535 w 129124"/>
                <a:gd name="connsiteY23" fmla="*/ 5691 h 123518"/>
                <a:gd name="connsiteX24" fmla="*/ 87896 w 129124"/>
                <a:gd name="connsiteY24" fmla="*/ 5691 h 123518"/>
                <a:gd name="connsiteX25" fmla="*/ 112491 w 129124"/>
                <a:gd name="connsiteY25" fmla="*/ 23053 h 123518"/>
                <a:gd name="connsiteX26" fmla="*/ 101821 w 129124"/>
                <a:gd name="connsiteY26" fmla="*/ 52169 h 123518"/>
                <a:gd name="connsiteX27" fmla="*/ 73971 w 129124"/>
                <a:gd name="connsiteY27" fmla="*/ 61754 h 123518"/>
                <a:gd name="connsiteX28" fmla="*/ 48472 w 129124"/>
                <a:gd name="connsiteY28" fmla="*/ 61754 h 123518"/>
                <a:gd name="connsiteX29" fmla="*/ 60769 w 129124"/>
                <a:gd name="connsiteY29" fmla="*/ 12563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56"/>
                  </a:moveTo>
                  <a:lnTo>
                    <a:pt x="78492" y="66456"/>
                  </a:lnTo>
                  <a:cubicBezTo>
                    <a:pt x="104173" y="66456"/>
                    <a:pt x="129310" y="47648"/>
                    <a:pt x="129310" y="27393"/>
                  </a:cubicBezTo>
                  <a:cubicBezTo>
                    <a:pt x="129310" y="13468"/>
                    <a:pt x="117374" y="85"/>
                    <a:pt x="93683" y="85"/>
                  </a:cubicBezTo>
                  <a:lnTo>
                    <a:pt x="35089" y="85"/>
                  </a:lnTo>
                  <a:cubicBezTo>
                    <a:pt x="31653" y="85"/>
                    <a:pt x="29664" y="85"/>
                    <a:pt x="29664" y="3521"/>
                  </a:cubicBezTo>
                  <a:cubicBezTo>
                    <a:pt x="29664" y="5691"/>
                    <a:pt x="31291" y="5691"/>
                    <a:pt x="34908" y="5691"/>
                  </a:cubicBezTo>
                  <a:cubicBezTo>
                    <a:pt x="37259" y="5691"/>
                    <a:pt x="40515" y="5872"/>
                    <a:pt x="42685" y="6053"/>
                  </a:cubicBezTo>
                  <a:cubicBezTo>
                    <a:pt x="45578" y="6415"/>
                    <a:pt x="46663" y="6957"/>
                    <a:pt x="46663" y="8947"/>
                  </a:cubicBezTo>
                  <a:cubicBezTo>
                    <a:pt x="46663" y="9670"/>
                    <a:pt x="46483" y="10212"/>
                    <a:pt x="45940" y="12383"/>
                  </a:cubicBezTo>
                  <a:lnTo>
                    <a:pt x="21707" y="109498"/>
                  </a:lnTo>
                  <a:cubicBezTo>
                    <a:pt x="19898" y="116551"/>
                    <a:pt x="19536" y="117997"/>
                    <a:pt x="5250" y="117997"/>
                  </a:cubicBezTo>
                  <a:cubicBezTo>
                    <a:pt x="2175" y="117997"/>
                    <a:pt x="186" y="117997"/>
                    <a:pt x="186" y="121434"/>
                  </a:cubicBezTo>
                  <a:cubicBezTo>
                    <a:pt x="186" y="123604"/>
                    <a:pt x="2356" y="123604"/>
                    <a:pt x="2899" y="123604"/>
                  </a:cubicBezTo>
                  <a:cubicBezTo>
                    <a:pt x="7962" y="123604"/>
                    <a:pt x="20802" y="123061"/>
                    <a:pt x="25866" y="123061"/>
                  </a:cubicBezTo>
                  <a:cubicBezTo>
                    <a:pt x="29664" y="123061"/>
                    <a:pt x="33642" y="123242"/>
                    <a:pt x="37440" y="123242"/>
                  </a:cubicBezTo>
                  <a:cubicBezTo>
                    <a:pt x="41419" y="123242"/>
                    <a:pt x="45397" y="123604"/>
                    <a:pt x="49195" y="123604"/>
                  </a:cubicBezTo>
                  <a:cubicBezTo>
                    <a:pt x="50461" y="123604"/>
                    <a:pt x="52812" y="123604"/>
                    <a:pt x="52812" y="119987"/>
                  </a:cubicBezTo>
                  <a:cubicBezTo>
                    <a:pt x="52812" y="117997"/>
                    <a:pt x="51185" y="117997"/>
                    <a:pt x="47748" y="117997"/>
                  </a:cubicBezTo>
                  <a:cubicBezTo>
                    <a:pt x="41057" y="117997"/>
                    <a:pt x="35993" y="117997"/>
                    <a:pt x="35993" y="114742"/>
                  </a:cubicBezTo>
                  <a:cubicBezTo>
                    <a:pt x="35993" y="113657"/>
                    <a:pt x="36355" y="112753"/>
                    <a:pt x="36536" y="111668"/>
                  </a:cubicBezTo>
                  <a:lnTo>
                    <a:pt x="47748" y="66456"/>
                  </a:lnTo>
                  <a:close/>
                  <a:moveTo>
                    <a:pt x="60769" y="12563"/>
                  </a:moveTo>
                  <a:cubicBezTo>
                    <a:pt x="62397" y="6234"/>
                    <a:pt x="62759" y="5691"/>
                    <a:pt x="70535" y="5691"/>
                  </a:cubicBezTo>
                  <a:lnTo>
                    <a:pt x="87896" y="5691"/>
                  </a:lnTo>
                  <a:cubicBezTo>
                    <a:pt x="102907" y="5691"/>
                    <a:pt x="112491" y="10574"/>
                    <a:pt x="112491" y="23053"/>
                  </a:cubicBezTo>
                  <a:cubicBezTo>
                    <a:pt x="112491" y="30106"/>
                    <a:pt x="108874" y="45659"/>
                    <a:pt x="101821" y="52169"/>
                  </a:cubicBezTo>
                  <a:cubicBezTo>
                    <a:pt x="92779" y="60307"/>
                    <a:pt x="81928" y="61754"/>
                    <a:pt x="73971" y="61754"/>
                  </a:cubicBezTo>
                  <a:lnTo>
                    <a:pt x="48472" y="61754"/>
                  </a:lnTo>
                  <a:lnTo>
                    <a:pt x="60769" y="1256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6" name="Freeform: Shape 1315">
              <a:extLst>
                <a:ext uri="{FF2B5EF4-FFF2-40B4-BE49-F238E27FC236}">
                  <a16:creationId xmlns:a16="http://schemas.microsoft.com/office/drawing/2014/main" id="{F90560C0-CB7E-B904-B9B2-5857A9C3BAB3}"/>
                </a:ext>
              </a:extLst>
            </p:cNvPr>
            <p:cNvSpPr/>
            <p:nvPr>
              <p:custDataLst>
                <p:tags r:id="rId14"/>
              </p:custDataLst>
            </p:nvPr>
          </p:nvSpPr>
          <p:spPr>
            <a:xfrm>
              <a:off x="10810330" y="6462669"/>
              <a:ext cx="41956" cy="180847"/>
            </a:xfrm>
            <a:custGeom>
              <a:avLst/>
              <a:gdLst>
                <a:gd name="connsiteX0" fmla="*/ 42150 w 41956"/>
                <a:gd name="connsiteY0" fmla="*/ 179124 h 180847"/>
                <a:gd name="connsiteX1" fmla="*/ 39076 w 41956"/>
                <a:gd name="connsiteY1" fmla="*/ 175145 h 180847"/>
                <a:gd name="connsiteX2" fmla="*/ 10683 w 41956"/>
                <a:gd name="connsiteY2" fmla="*/ 90509 h 180847"/>
                <a:gd name="connsiteX3" fmla="*/ 39799 w 41956"/>
                <a:gd name="connsiteY3" fmla="*/ 4968 h 180847"/>
                <a:gd name="connsiteX4" fmla="*/ 42150 w 41956"/>
                <a:gd name="connsiteY4" fmla="*/ 1894 h 180847"/>
                <a:gd name="connsiteX5" fmla="*/ 40342 w 41956"/>
                <a:gd name="connsiteY5" fmla="*/ 85 h 180847"/>
                <a:gd name="connsiteX6" fmla="*/ 11587 w 41956"/>
                <a:gd name="connsiteY6" fmla="*/ 35350 h 180847"/>
                <a:gd name="connsiteX7" fmla="*/ 194 w 41956"/>
                <a:gd name="connsiteY7" fmla="*/ 90509 h 180847"/>
                <a:gd name="connsiteX8" fmla="*/ 12130 w 41956"/>
                <a:gd name="connsiteY8" fmla="*/ 146933 h 180847"/>
                <a:gd name="connsiteX9" fmla="*/ 40342 w 41956"/>
                <a:gd name="connsiteY9" fmla="*/ 180932 h 180847"/>
                <a:gd name="connsiteX10" fmla="*/ 42150 w 41956"/>
                <a:gd name="connsiteY10" fmla="*/ 179124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24"/>
                  </a:moveTo>
                  <a:cubicBezTo>
                    <a:pt x="42150" y="178581"/>
                    <a:pt x="42150" y="178220"/>
                    <a:pt x="39076" y="175145"/>
                  </a:cubicBezTo>
                  <a:cubicBezTo>
                    <a:pt x="16470" y="152358"/>
                    <a:pt x="10683" y="118178"/>
                    <a:pt x="10683" y="90509"/>
                  </a:cubicBezTo>
                  <a:cubicBezTo>
                    <a:pt x="10683" y="59041"/>
                    <a:pt x="17555" y="27574"/>
                    <a:pt x="39799" y="4968"/>
                  </a:cubicBezTo>
                  <a:cubicBezTo>
                    <a:pt x="42150" y="2798"/>
                    <a:pt x="42150" y="2436"/>
                    <a:pt x="42150" y="1894"/>
                  </a:cubicBezTo>
                  <a:cubicBezTo>
                    <a:pt x="42150" y="628"/>
                    <a:pt x="41427" y="85"/>
                    <a:pt x="40342" y="85"/>
                  </a:cubicBezTo>
                  <a:cubicBezTo>
                    <a:pt x="38533" y="85"/>
                    <a:pt x="22257" y="12383"/>
                    <a:pt x="11587" y="35350"/>
                  </a:cubicBezTo>
                  <a:cubicBezTo>
                    <a:pt x="2364" y="55243"/>
                    <a:pt x="194" y="75317"/>
                    <a:pt x="194" y="90509"/>
                  </a:cubicBezTo>
                  <a:cubicBezTo>
                    <a:pt x="194" y="104615"/>
                    <a:pt x="2183" y="126497"/>
                    <a:pt x="12130" y="146933"/>
                  </a:cubicBezTo>
                  <a:cubicBezTo>
                    <a:pt x="22980" y="169177"/>
                    <a:pt x="38533" y="180932"/>
                    <a:pt x="40342" y="180932"/>
                  </a:cubicBezTo>
                  <a:cubicBezTo>
                    <a:pt x="41427" y="180932"/>
                    <a:pt x="42150" y="180390"/>
                    <a:pt x="42150" y="17912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7" name="Freeform: Shape 1316">
              <a:extLst>
                <a:ext uri="{FF2B5EF4-FFF2-40B4-BE49-F238E27FC236}">
                  <a16:creationId xmlns:a16="http://schemas.microsoft.com/office/drawing/2014/main" id="{6E24704A-E8CD-AE96-6451-FA893B462E5F}"/>
                </a:ext>
              </a:extLst>
            </p:cNvPr>
            <p:cNvSpPr/>
            <p:nvPr>
              <p:custDataLst>
                <p:tags r:id="rId15"/>
              </p:custDataLst>
            </p:nvPr>
          </p:nvSpPr>
          <p:spPr>
            <a:xfrm>
              <a:off x="10869085" y="6474786"/>
              <a:ext cx="131475" cy="123518"/>
            </a:xfrm>
            <a:custGeom>
              <a:avLst/>
              <a:gdLst>
                <a:gd name="connsiteX0" fmla="*/ 101833 w 131475"/>
                <a:gd name="connsiteY0" fmla="*/ 20702 h 123518"/>
                <a:gd name="connsiteX1" fmla="*/ 104365 w 131475"/>
                <a:gd name="connsiteY1" fmla="*/ 18170 h 123518"/>
                <a:gd name="connsiteX2" fmla="*/ 128056 w 131475"/>
                <a:gd name="connsiteY2" fmla="*/ 5691 h 123518"/>
                <a:gd name="connsiteX3" fmla="*/ 131673 w 131475"/>
                <a:gd name="connsiteY3" fmla="*/ 2255 h 123518"/>
                <a:gd name="connsiteX4" fmla="*/ 129322 w 131475"/>
                <a:gd name="connsiteY4" fmla="*/ 85 h 123518"/>
                <a:gd name="connsiteX5" fmla="*/ 114492 w 131475"/>
                <a:gd name="connsiteY5" fmla="*/ 628 h 123518"/>
                <a:gd name="connsiteX6" fmla="*/ 96408 w 131475"/>
                <a:gd name="connsiteY6" fmla="*/ 85 h 123518"/>
                <a:gd name="connsiteX7" fmla="*/ 92972 w 131475"/>
                <a:gd name="connsiteY7" fmla="*/ 3521 h 123518"/>
                <a:gd name="connsiteX8" fmla="*/ 95684 w 131475"/>
                <a:gd name="connsiteY8" fmla="*/ 5691 h 123518"/>
                <a:gd name="connsiteX9" fmla="*/ 102195 w 131475"/>
                <a:gd name="connsiteY9" fmla="*/ 9851 h 123518"/>
                <a:gd name="connsiteX10" fmla="*/ 97312 w 131475"/>
                <a:gd name="connsiteY10" fmla="*/ 18531 h 123518"/>
                <a:gd name="connsiteX11" fmla="*/ 55356 w 131475"/>
                <a:gd name="connsiteY11" fmla="*/ 66818 h 123518"/>
                <a:gd name="connsiteX12" fmla="*/ 35463 w 131475"/>
                <a:gd name="connsiteY12" fmla="*/ 13106 h 123518"/>
                <a:gd name="connsiteX13" fmla="*/ 34377 w 131475"/>
                <a:gd name="connsiteY13" fmla="*/ 10032 h 123518"/>
                <a:gd name="connsiteX14" fmla="*/ 45047 w 131475"/>
                <a:gd name="connsiteY14" fmla="*/ 5691 h 123518"/>
                <a:gd name="connsiteX15" fmla="*/ 49388 w 131475"/>
                <a:gd name="connsiteY15" fmla="*/ 2074 h 123518"/>
                <a:gd name="connsiteX16" fmla="*/ 46675 w 131475"/>
                <a:gd name="connsiteY16" fmla="*/ 85 h 123518"/>
                <a:gd name="connsiteX17" fmla="*/ 23888 w 131475"/>
                <a:gd name="connsiteY17" fmla="*/ 628 h 123518"/>
                <a:gd name="connsiteX18" fmla="*/ 3634 w 131475"/>
                <a:gd name="connsiteY18" fmla="*/ 85 h 123518"/>
                <a:gd name="connsiteX19" fmla="*/ 198 w 131475"/>
                <a:gd name="connsiteY19" fmla="*/ 3702 h 123518"/>
                <a:gd name="connsiteX20" fmla="*/ 4357 w 131475"/>
                <a:gd name="connsiteY20" fmla="*/ 5691 h 123518"/>
                <a:gd name="connsiteX21" fmla="*/ 17559 w 131475"/>
                <a:gd name="connsiteY21" fmla="*/ 11840 h 123518"/>
                <a:gd name="connsiteX22" fmla="*/ 39803 w 131475"/>
                <a:gd name="connsiteY22" fmla="*/ 71339 h 123518"/>
                <a:gd name="connsiteX23" fmla="*/ 40526 w 131475"/>
                <a:gd name="connsiteY23" fmla="*/ 74413 h 123518"/>
                <a:gd name="connsiteX24" fmla="*/ 32388 w 131475"/>
                <a:gd name="connsiteY24" fmla="*/ 107327 h 123518"/>
                <a:gd name="connsiteX25" fmla="*/ 15389 w 131475"/>
                <a:gd name="connsiteY25" fmla="*/ 117997 h 123518"/>
                <a:gd name="connsiteX26" fmla="*/ 10506 w 131475"/>
                <a:gd name="connsiteY26" fmla="*/ 121614 h 123518"/>
                <a:gd name="connsiteX27" fmla="*/ 13038 w 131475"/>
                <a:gd name="connsiteY27" fmla="*/ 123604 h 123518"/>
                <a:gd name="connsiteX28" fmla="*/ 35824 w 131475"/>
                <a:gd name="connsiteY28" fmla="*/ 123061 h 123518"/>
                <a:gd name="connsiteX29" fmla="*/ 58973 w 131475"/>
                <a:gd name="connsiteY29" fmla="*/ 123604 h 123518"/>
                <a:gd name="connsiteX30" fmla="*/ 62409 w 131475"/>
                <a:gd name="connsiteY30" fmla="*/ 119987 h 123518"/>
                <a:gd name="connsiteX31" fmla="*/ 57345 w 131475"/>
                <a:gd name="connsiteY31" fmla="*/ 117997 h 123518"/>
                <a:gd name="connsiteX32" fmla="*/ 50473 w 131475"/>
                <a:gd name="connsiteY32" fmla="*/ 117636 h 123518"/>
                <a:gd name="connsiteX33" fmla="*/ 45590 w 131475"/>
                <a:gd name="connsiteY33" fmla="*/ 114742 h 123518"/>
                <a:gd name="connsiteX34" fmla="*/ 48122 w 131475"/>
                <a:gd name="connsiteY34" fmla="*/ 103349 h 123518"/>
                <a:gd name="connsiteX35" fmla="*/ 54451 w 131475"/>
                <a:gd name="connsiteY35" fmla="*/ 77849 h 123518"/>
                <a:gd name="connsiteX36" fmla="*/ 56983 w 131475"/>
                <a:gd name="connsiteY36" fmla="*/ 72243 h 123518"/>
                <a:gd name="connsiteX37" fmla="*/ 101833 w 131475"/>
                <a:gd name="connsiteY37" fmla="*/ 20702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702"/>
                  </a:moveTo>
                  <a:lnTo>
                    <a:pt x="104365" y="18170"/>
                  </a:lnTo>
                  <a:cubicBezTo>
                    <a:pt x="109790" y="12744"/>
                    <a:pt x="115758" y="6596"/>
                    <a:pt x="128056" y="5691"/>
                  </a:cubicBezTo>
                  <a:cubicBezTo>
                    <a:pt x="130045" y="5510"/>
                    <a:pt x="131673" y="5510"/>
                    <a:pt x="131673" y="2255"/>
                  </a:cubicBezTo>
                  <a:cubicBezTo>
                    <a:pt x="131673" y="808"/>
                    <a:pt x="130769" y="85"/>
                    <a:pt x="129322" y="85"/>
                  </a:cubicBezTo>
                  <a:cubicBezTo>
                    <a:pt x="124620" y="85"/>
                    <a:pt x="119375" y="628"/>
                    <a:pt x="114492" y="628"/>
                  </a:cubicBezTo>
                  <a:cubicBezTo>
                    <a:pt x="108524" y="628"/>
                    <a:pt x="102195" y="85"/>
                    <a:pt x="96408" y="85"/>
                  </a:cubicBezTo>
                  <a:cubicBezTo>
                    <a:pt x="95323" y="85"/>
                    <a:pt x="92972" y="85"/>
                    <a:pt x="92972" y="3521"/>
                  </a:cubicBezTo>
                  <a:cubicBezTo>
                    <a:pt x="92972" y="5510"/>
                    <a:pt x="94780" y="5691"/>
                    <a:pt x="95684" y="5691"/>
                  </a:cubicBezTo>
                  <a:cubicBezTo>
                    <a:pt x="96950" y="5691"/>
                    <a:pt x="102195" y="6053"/>
                    <a:pt x="102195" y="9851"/>
                  </a:cubicBezTo>
                  <a:cubicBezTo>
                    <a:pt x="102195" y="12925"/>
                    <a:pt x="98035" y="17627"/>
                    <a:pt x="97312" y="18531"/>
                  </a:cubicBezTo>
                  <a:lnTo>
                    <a:pt x="55356" y="66818"/>
                  </a:lnTo>
                  <a:lnTo>
                    <a:pt x="35463" y="13106"/>
                  </a:lnTo>
                  <a:cubicBezTo>
                    <a:pt x="34377" y="10574"/>
                    <a:pt x="34377" y="10212"/>
                    <a:pt x="34377" y="10032"/>
                  </a:cubicBezTo>
                  <a:cubicBezTo>
                    <a:pt x="34377" y="5691"/>
                    <a:pt x="43239" y="5691"/>
                    <a:pt x="45047" y="5691"/>
                  </a:cubicBezTo>
                  <a:cubicBezTo>
                    <a:pt x="47579" y="5691"/>
                    <a:pt x="49388" y="5691"/>
                    <a:pt x="49388" y="2074"/>
                  </a:cubicBezTo>
                  <a:cubicBezTo>
                    <a:pt x="49388" y="85"/>
                    <a:pt x="47218" y="85"/>
                    <a:pt x="46675" y="85"/>
                  </a:cubicBezTo>
                  <a:cubicBezTo>
                    <a:pt x="41611" y="85"/>
                    <a:pt x="28952" y="628"/>
                    <a:pt x="23888" y="628"/>
                  </a:cubicBezTo>
                  <a:cubicBezTo>
                    <a:pt x="19367" y="628"/>
                    <a:pt x="8155" y="85"/>
                    <a:pt x="3634" y="85"/>
                  </a:cubicBezTo>
                  <a:cubicBezTo>
                    <a:pt x="2549" y="85"/>
                    <a:pt x="198" y="85"/>
                    <a:pt x="198" y="3702"/>
                  </a:cubicBezTo>
                  <a:cubicBezTo>
                    <a:pt x="198" y="5691"/>
                    <a:pt x="2006" y="5691"/>
                    <a:pt x="4357" y="5691"/>
                  </a:cubicBezTo>
                  <a:cubicBezTo>
                    <a:pt x="15208" y="5691"/>
                    <a:pt x="15931" y="7319"/>
                    <a:pt x="17559" y="11840"/>
                  </a:cubicBezTo>
                  <a:lnTo>
                    <a:pt x="39803" y="71339"/>
                  </a:lnTo>
                  <a:cubicBezTo>
                    <a:pt x="39984" y="71881"/>
                    <a:pt x="40526" y="73871"/>
                    <a:pt x="40526" y="74413"/>
                  </a:cubicBezTo>
                  <a:cubicBezTo>
                    <a:pt x="40526" y="74956"/>
                    <a:pt x="33292" y="104072"/>
                    <a:pt x="32388" y="107327"/>
                  </a:cubicBezTo>
                  <a:cubicBezTo>
                    <a:pt x="30037" y="117274"/>
                    <a:pt x="29856" y="117817"/>
                    <a:pt x="15389" y="117997"/>
                  </a:cubicBezTo>
                  <a:cubicBezTo>
                    <a:pt x="11953" y="117997"/>
                    <a:pt x="10506" y="117997"/>
                    <a:pt x="10506" y="121614"/>
                  </a:cubicBezTo>
                  <a:cubicBezTo>
                    <a:pt x="10506" y="123604"/>
                    <a:pt x="12676" y="123604"/>
                    <a:pt x="13038" y="123604"/>
                  </a:cubicBezTo>
                  <a:cubicBezTo>
                    <a:pt x="18101" y="123604"/>
                    <a:pt x="30761" y="123061"/>
                    <a:pt x="35824" y="123061"/>
                  </a:cubicBezTo>
                  <a:cubicBezTo>
                    <a:pt x="40888" y="123061"/>
                    <a:pt x="53909" y="123604"/>
                    <a:pt x="58973" y="123604"/>
                  </a:cubicBezTo>
                  <a:cubicBezTo>
                    <a:pt x="60239" y="123604"/>
                    <a:pt x="62409" y="123604"/>
                    <a:pt x="62409" y="119987"/>
                  </a:cubicBezTo>
                  <a:cubicBezTo>
                    <a:pt x="62409" y="117997"/>
                    <a:pt x="60781" y="117997"/>
                    <a:pt x="57345" y="117997"/>
                  </a:cubicBezTo>
                  <a:cubicBezTo>
                    <a:pt x="56983" y="117997"/>
                    <a:pt x="53547" y="117997"/>
                    <a:pt x="50473" y="117636"/>
                  </a:cubicBezTo>
                  <a:cubicBezTo>
                    <a:pt x="46675" y="117274"/>
                    <a:pt x="45590" y="116912"/>
                    <a:pt x="45590" y="114742"/>
                  </a:cubicBezTo>
                  <a:cubicBezTo>
                    <a:pt x="45590" y="113476"/>
                    <a:pt x="47218" y="107147"/>
                    <a:pt x="48122" y="103349"/>
                  </a:cubicBezTo>
                  <a:lnTo>
                    <a:pt x="54451" y="77849"/>
                  </a:lnTo>
                  <a:cubicBezTo>
                    <a:pt x="55356" y="74413"/>
                    <a:pt x="55537" y="73871"/>
                    <a:pt x="56983" y="72243"/>
                  </a:cubicBezTo>
                  <a:lnTo>
                    <a:pt x="101833" y="2070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8" name="Freeform: Shape 1317">
              <a:extLst>
                <a:ext uri="{FF2B5EF4-FFF2-40B4-BE49-F238E27FC236}">
                  <a16:creationId xmlns:a16="http://schemas.microsoft.com/office/drawing/2014/main" id="{7345114C-2779-7333-F9F7-2A8DBBA72061}"/>
                </a:ext>
              </a:extLst>
            </p:cNvPr>
            <p:cNvSpPr/>
            <p:nvPr>
              <p:custDataLst>
                <p:tags r:id="rId16"/>
              </p:custDataLst>
            </p:nvPr>
          </p:nvSpPr>
          <p:spPr>
            <a:xfrm>
              <a:off x="10973697" y="6569604"/>
              <a:ext cx="77347" cy="57093"/>
            </a:xfrm>
            <a:custGeom>
              <a:avLst/>
              <a:gdLst>
                <a:gd name="connsiteX0" fmla="*/ 9698 w 77347"/>
                <a:gd name="connsiteY0" fmla="*/ 47939 h 57093"/>
                <a:gd name="connsiteX1" fmla="*/ 8432 w 77347"/>
                <a:gd name="connsiteY1" fmla="*/ 53129 h 57093"/>
                <a:gd name="connsiteX2" fmla="*/ 12736 w 77347"/>
                <a:gd name="connsiteY2" fmla="*/ 57180 h 57093"/>
                <a:gd name="connsiteX3" fmla="*/ 17673 w 77347"/>
                <a:gd name="connsiteY3" fmla="*/ 54395 h 57093"/>
                <a:gd name="connsiteX4" fmla="*/ 19952 w 77347"/>
                <a:gd name="connsiteY4" fmla="*/ 46546 h 57093"/>
                <a:gd name="connsiteX5" fmla="*/ 22737 w 77347"/>
                <a:gd name="connsiteY5" fmla="*/ 35153 h 57093"/>
                <a:gd name="connsiteX6" fmla="*/ 24889 w 77347"/>
                <a:gd name="connsiteY6" fmla="*/ 26671 h 57093"/>
                <a:gd name="connsiteX7" fmla="*/ 30206 w 77347"/>
                <a:gd name="connsiteY7" fmla="*/ 15278 h 57093"/>
                <a:gd name="connsiteX8" fmla="*/ 49195 w 77347"/>
                <a:gd name="connsiteY8" fmla="*/ 3631 h 57093"/>
                <a:gd name="connsiteX9" fmla="*/ 56664 w 77347"/>
                <a:gd name="connsiteY9" fmla="*/ 12493 h 57093"/>
                <a:gd name="connsiteX10" fmla="*/ 49195 w 77347"/>
                <a:gd name="connsiteY10" fmla="*/ 39457 h 57093"/>
                <a:gd name="connsiteX11" fmla="*/ 47296 w 77347"/>
                <a:gd name="connsiteY11" fmla="*/ 46293 h 57093"/>
                <a:gd name="connsiteX12" fmla="*/ 59322 w 77347"/>
                <a:gd name="connsiteY12" fmla="*/ 57180 h 57093"/>
                <a:gd name="connsiteX13" fmla="*/ 77551 w 77347"/>
                <a:gd name="connsiteY13" fmla="*/ 37811 h 57093"/>
                <a:gd name="connsiteX14" fmla="*/ 75526 w 77347"/>
                <a:gd name="connsiteY14" fmla="*/ 36166 h 57093"/>
                <a:gd name="connsiteX15" fmla="*/ 73121 w 77347"/>
                <a:gd name="connsiteY15" fmla="*/ 38318 h 57093"/>
                <a:gd name="connsiteX16" fmla="*/ 59702 w 77347"/>
                <a:gd name="connsiteY16" fmla="*/ 53635 h 57093"/>
                <a:gd name="connsiteX17" fmla="*/ 56537 w 77347"/>
                <a:gd name="connsiteY17" fmla="*/ 49205 h 57093"/>
                <a:gd name="connsiteX18" fmla="*/ 59449 w 77347"/>
                <a:gd name="connsiteY18" fmla="*/ 38951 h 57093"/>
                <a:gd name="connsiteX19" fmla="*/ 66158 w 77347"/>
                <a:gd name="connsiteY19" fmla="*/ 14518 h 57093"/>
                <a:gd name="connsiteX20" fmla="*/ 49701 w 77347"/>
                <a:gd name="connsiteY20" fmla="*/ 87 h 57093"/>
                <a:gd name="connsiteX21" fmla="*/ 28307 w 77347"/>
                <a:gd name="connsiteY21" fmla="*/ 11607 h 57093"/>
                <a:gd name="connsiteX22" fmla="*/ 14761 w 77347"/>
                <a:gd name="connsiteY22" fmla="*/ 87 h 57093"/>
                <a:gd name="connsiteX23" fmla="*/ 4761 w 77347"/>
                <a:gd name="connsiteY23" fmla="*/ 6923 h 57093"/>
                <a:gd name="connsiteX24" fmla="*/ 203 w 77347"/>
                <a:gd name="connsiteY24" fmla="*/ 19455 h 57093"/>
                <a:gd name="connsiteX25" fmla="*/ 2355 w 77347"/>
                <a:gd name="connsiteY25" fmla="*/ 21101 h 57093"/>
                <a:gd name="connsiteX26" fmla="*/ 5140 w 77347"/>
                <a:gd name="connsiteY26" fmla="*/ 17303 h 57093"/>
                <a:gd name="connsiteX27" fmla="*/ 14382 w 77347"/>
                <a:gd name="connsiteY27" fmla="*/ 3631 h 57093"/>
                <a:gd name="connsiteX28" fmla="*/ 18559 w 77347"/>
                <a:gd name="connsiteY28" fmla="*/ 9834 h 57093"/>
                <a:gd name="connsiteX29" fmla="*/ 16534 w 77347"/>
                <a:gd name="connsiteY29" fmla="*/ 20341 h 57093"/>
                <a:gd name="connsiteX30" fmla="*/ 13749 w 77347"/>
                <a:gd name="connsiteY30" fmla="*/ 31735 h 57093"/>
                <a:gd name="connsiteX31" fmla="*/ 9698 w 77347"/>
                <a:gd name="connsiteY31" fmla="*/ 47939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39"/>
                  </a:moveTo>
                  <a:cubicBezTo>
                    <a:pt x="9191" y="49584"/>
                    <a:pt x="8432" y="52749"/>
                    <a:pt x="8432" y="53129"/>
                  </a:cubicBezTo>
                  <a:cubicBezTo>
                    <a:pt x="8432" y="55914"/>
                    <a:pt x="10710" y="57180"/>
                    <a:pt x="12736" y="57180"/>
                  </a:cubicBezTo>
                  <a:cubicBezTo>
                    <a:pt x="15015" y="57180"/>
                    <a:pt x="17040" y="55534"/>
                    <a:pt x="17673" y="54395"/>
                  </a:cubicBezTo>
                  <a:cubicBezTo>
                    <a:pt x="18306" y="53256"/>
                    <a:pt x="19319" y="49205"/>
                    <a:pt x="19952" y="46546"/>
                  </a:cubicBezTo>
                  <a:cubicBezTo>
                    <a:pt x="20585" y="44141"/>
                    <a:pt x="21977" y="38318"/>
                    <a:pt x="22737" y="35153"/>
                  </a:cubicBezTo>
                  <a:cubicBezTo>
                    <a:pt x="23496" y="32368"/>
                    <a:pt x="24256" y="29583"/>
                    <a:pt x="24889" y="26671"/>
                  </a:cubicBezTo>
                  <a:cubicBezTo>
                    <a:pt x="26281" y="21481"/>
                    <a:pt x="26535" y="20468"/>
                    <a:pt x="30206" y="15278"/>
                  </a:cubicBezTo>
                  <a:cubicBezTo>
                    <a:pt x="33750" y="10214"/>
                    <a:pt x="39700" y="3631"/>
                    <a:pt x="49195" y="3631"/>
                  </a:cubicBezTo>
                  <a:cubicBezTo>
                    <a:pt x="56537" y="3631"/>
                    <a:pt x="56664" y="10087"/>
                    <a:pt x="56664" y="12493"/>
                  </a:cubicBezTo>
                  <a:cubicBezTo>
                    <a:pt x="56664" y="20088"/>
                    <a:pt x="51220" y="34140"/>
                    <a:pt x="49195" y="39457"/>
                  </a:cubicBezTo>
                  <a:cubicBezTo>
                    <a:pt x="47802" y="43002"/>
                    <a:pt x="47296" y="44141"/>
                    <a:pt x="47296" y="46293"/>
                  </a:cubicBezTo>
                  <a:cubicBezTo>
                    <a:pt x="47296" y="53002"/>
                    <a:pt x="52866" y="57180"/>
                    <a:pt x="59322" y="57180"/>
                  </a:cubicBezTo>
                  <a:cubicBezTo>
                    <a:pt x="71981" y="57180"/>
                    <a:pt x="77551" y="39710"/>
                    <a:pt x="77551" y="37811"/>
                  </a:cubicBezTo>
                  <a:cubicBezTo>
                    <a:pt x="77551" y="36166"/>
                    <a:pt x="75906" y="36166"/>
                    <a:pt x="75526" y="36166"/>
                  </a:cubicBezTo>
                  <a:cubicBezTo>
                    <a:pt x="73754" y="36166"/>
                    <a:pt x="73627" y="36925"/>
                    <a:pt x="73121" y="38318"/>
                  </a:cubicBezTo>
                  <a:cubicBezTo>
                    <a:pt x="70209" y="48445"/>
                    <a:pt x="64765" y="53635"/>
                    <a:pt x="59702" y="53635"/>
                  </a:cubicBezTo>
                  <a:cubicBezTo>
                    <a:pt x="57043" y="53635"/>
                    <a:pt x="56537" y="51863"/>
                    <a:pt x="56537" y="49205"/>
                  </a:cubicBezTo>
                  <a:cubicBezTo>
                    <a:pt x="56537" y="46293"/>
                    <a:pt x="57170" y="44647"/>
                    <a:pt x="59449" y="38951"/>
                  </a:cubicBezTo>
                  <a:cubicBezTo>
                    <a:pt x="60968" y="35026"/>
                    <a:pt x="66158" y="21607"/>
                    <a:pt x="66158" y="14518"/>
                  </a:cubicBezTo>
                  <a:cubicBezTo>
                    <a:pt x="66158" y="2239"/>
                    <a:pt x="56410" y="87"/>
                    <a:pt x="49701" y="87"/>
                  </a:cubicBezTo>
                  <a:cubicBezTo>
                    <a:pt x="39194" y="87"/>
                    <a:pt x="32105" y="6543"/>
                    <a:pt x="28307" y="11607"/>
                  </a:cubicBezTo>
                  <a:cubicBezTo>
                    <a:pt x="27421" y="2872"/>
                    <a:pt x="19952" y="87"/>
                    <a:pt x="14761" y="87"/>
                  </a:cubicBezTo>
                  <a:cubicBezTo>
                    <a:pt x="9318" y="87"/>
                    <a:pt x="6406" y="4011"/>
                    <a:pt x="4761" y="6923"/>
                  </a:cubicBezTo>
                  <a:cubicBezTo>
                    <a:pt x="1976" y="11607"/>
                    <a:pt x="203" y="18822"/>
                    <a:pt x="203" y="19455"/>
                  </a:cubicBezTo>
                  <a:cubicBezTo>
                    <a:pt x="203" y="21101"/>
                    <a:pt x="1976" y="21101"/>
                    <a:pt x="2355" y="21101"/>
                  </a:cubicBezTo>
                  <a:cubicBezTo>
                    <a:pt x="4128" y="21101"/>
                    <a:pt x="4254" y="20721"/>
                    <a:pt x="5140" y="17303"/>
                  </a:cubicBezTo>
                  <a:cubicBezTo>
                    <a:pt x="7039" y="9834"/>
                    <a:pt x="9445" y="3631"/>
                    <a:pt x="14382" y="3631"/>
                  </a:cubicBezTo>
                  <a:cubicBezTo>
                    <a:pt x="17673" y="3631"/>
                    <a:pt x="18559" y="6416"/>
                    <a:pt x="18559" y="9834"/>
                  </a:cubicBezTo>
                  <a:cubicBezTo>
                    <a:pt x="18559" y="12239"/>
                    <a:pt x="17420" y="16923"/>
                    <a:pt x="16534" y="20341"/>
                  </a:cubicBezTo>
                  <a:cubicBezTo>
                    <a:pt x="15648" y="23759"/>
                    <a:pt x="14382" y="28950"/>
                    <a:pt x="13749" y="31735"/>
                  </a:cubicBezTo>
                  <a:lnTo>
                    <a:pt x="9698" y="4793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19" name="Freeform: Shape 1318">
              <a:extLst>
                <a:ext uri="{FF2B5EF4-FFF2-40B4-BE49-F238E27FC236}">
                  <a16:creationId xmlns:a16="http://schemas.microsoft.com/office/drawing/2014/main" id="{9B1A9639-19A1-96E9-8791-85642595A932}"/>
                </a:ext>
              </a:extLst>
            </p:cNvPr>
            <p:cNvSpPr/>
            <p:nvPr>
              <p:custDataLst>
                <p:tags r:id="rId17"/>
              </p:custDataLst>
            </p:nvPr>
          </p:nvSpPr>
          <p:spPr>
            <a:xfrm>
              <a:off x="11131432" y="6500647"/>
              <a:ext cx="110497" cy="104891"/>
            </a:xfrm>
            <a:custGeom>
              <a:avLst/>
              <a:gdLst>
                <a:gd name="connsiteX0" fmla="*/ 107273 w 110497"/>
                <a:gd name="connsiteY0" fmla="*/ 56509 h 104891"/>
                <a:gd name="connsiteX1" fmla="*/ 110709 w 110497"/>
                <a:gd name="connsiteY1" fmla="*/ 52531 h 104891"/>
                <a:gd name="connsiteX2" fmla="*/ 107273 w 110497"/>
                <a:gd name="connsiteY2" fmla="*/ 48552 h 104891"/>
                <a:gd name="connsiteX3" fmla="*/ 7084 w 110497"/>
                <a:gd name="connsiteY3" fmla="*/ 1351 h 104891"/>
                <a:gd name="connsiteX4" fmla="*/ 3828 w 110497"/>
                <a:gd name="connsiteY4" fmla="*/ 85 h 104891"/>
                <a:gd name="connsiteX5" fmla="*/ 212 w 110497"/>
                <a:gd name="connsiteY5" fmla="*/ 3702 h 104891"/>
                <a:gd name="connsiteX6" fmla="*/ 3648 w 110497"/>
                <a:gd name="connsiteY6" fmla="*/ 7681 h 104891"/>
                <a:gd name="connsiteX7" fmla="*/ 98592 w 110497"/>
                <a:gd name="connsiteY7" fmla="*/ 52531 h 104891"/>
                <a:gd name="connsiteX8" fmla="*/ 3648 w 110497"/>
                <a:gd name="connsiteY8" fmla="*/ 97381 h 104891"/>
                <a:gd name="connsiteX9" fmla="*/ 212 w 110497"/>
                <a:gd name="connsiteY9" fmla="*/ 101360 h 104891"/>
                <a:gd name="connsiteX10" fmla="*/ 3828 w 110497"/>
                <a:gd name="connsiteY10" fmla="*/ 104976 h 104891"/>
                <a:gd name="connsiteX11" fmla="*/ 7084 w 110497"/>
                <a:gd name="connsiteY11" fmla="*/ 103711 h 104891"/>
                <a:gd name="connsiteX12" fmla="*/ 107273 w 110497"/>
                <a:gd name="connsiteY12" fmla="*/ 56509 h 10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497" h="104891">
                  <a:moveTo>
                    <a:pt x="107273" y="56509"/>
                  </a:moveTo>
                  <a:cubicBezTo>
                    <a:pt x="109262" y="55605"/>
                    <a:pt x="110709" y="54701"/>
                    <a:pt x="110709" y="52531"/>
                  </a:cubicBezTo>
                  <a:cubicBezTo>
                    <a:pt x="110709" y="50361"/>
                    <a:pt x="109262" y="49456"/>
                    <a:pt x="107273" y="48552"/>
                  </a:cubicBezTo>
                  <a:lnTo>
                    <a:pt x="7084" y="1351"/>
                  </a:lnTo>
                  <a:cubicBezTo>
                    <a:pt x="4733" y="85"/>
                    <a:pt x="4371" y="85"/>
                    <a:pt x="3828" y="85"/>
                  </a:cubicBezTo>
                  <a:cubicBezTo>
                    <a:pt x="1839" y="85"/>
                    <a:pt x="212" y="1713"/>
                    <a:pt x="212" y="3702"/>
                  </a:cubicBezTo>
                  <a:cubicBezTo>
                    <a:pt x="212" y="5330"/>
                    <a:pt x="1116" y="6415"/>
                    <a:pt x="3648" y="7681"/>
                  </a:cubicBezTo>
                  <a:lnTo>
                    <a:pt x="98592" y="52531"/>
                  </a:lnTo>
                  <a:lnTo>
                    <a:pt x="3648" y="97381"/>
                  </a:lnTo>
                  <a:cubicBezTo>
                    <a:pt x="1116" y="98647"/>
                    <a:pt x="212" y="99732"/>
                    <a:pt x="212" y="101360"/>
                  </a:cubicBezTo>
                  <a:cubicBezTo>
                    <a:pt x="212" y="103349"/>
                    <a:pt x="1839" y="104976"/>
                    <a:pt x="3828" y="104976"/>
                  </a:cubicBezTo>
                  <a:cubicBezTo>
                    <a:pt x="4371" y="104976"/>
                    <a:pt x="4733" y="104976"/>
                    <a:pt x="7084" y="103711"/>
                  </a:cubicBezTo>
                  <a:lnTo>
                    <a:pt x="107273" y="5650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0" name="Freeform: Shape 1319">
              <a:extLst>
                <a:ext uri="{FF2B5EF4-FFF2-40B4-BE49-F238E27FC236}">
                  <a16:creationId xmlns:a16="http://schemas.microsoft.com/office/drawing/2014/main" id="{C1A71C6C-F6AE-4A67-4AA7-75F511A4FDC8}"/>
                </a:ext>
              </a:extLst>
            </p:cNvPr>
            <p:cNvSpPr/>
            <p:nvPr>
              <p:custDataLst>
                <p:tags r:id="rId18"/>
              </p:custDataLst>
            </p:nvPr>
          </p:nvSpPr>
          <p:spPr>
            <a:xfrm>
              <a:off x="11304963" y="6478764"/>
              <a:ext cx="74146" cy="156613"/>
            </a:xfrm>
            <a:custGeom>
              <a:avLst/>
              <a:gdLst>
                <a:gd name="connsiteX0" fmla="*/ 74369 w 74146"/>
                <a:gd name="connsiteY0" fmla="*/ 6596 h 156613"/>
                <a:gd name="connsiteX1" fmla="*/ 67497 w 74146"/>
                <a:gd name="connsiteY1" fmla="*/ 85 h 156613"/>
                <a:gd name="connsiteX2" fmla="*/ 57912 w 74146"/>
                <a:gd name="connsiteY2" fmla="*/ 9670 h 156613"/>
                <a:gd name="connsiteX3" fmla="*/ 64603 w 74146"/>
                <a:gd name="connsiteY3" fmla="*/ 16180 h 156613"/>
                <a:gd name="connsiteX4" fmla="*/ 74369 w 74146"/>
                <a:gd name="connsiteY4" fmla="*/ 6596 h 156613"/>
                <a:gd name="connsiteX5" fmla="*/ 38019 w 74146"/>
                <a:gd name="connsiteY5" fmla="*/ 128667 h 156613"/>
                <a:gd name="connsiteX6" fmla="*/ 15775 w 74146"/>
                <a:gd name="connsiteY6" fmla="*/ 152720 h 156613"/>
                <a:gd name="connsiteX7" fmla="*/ 8722 w 74146"/>
                <a:gd name="connsiteY7" fmla="*/ 151092 h 156613"/>
                <a:gd name="connsiteX8" fmla="*/ 16860 w 74146"/>
                <a:gd name="connsiteY8" fmla="*/ 141508 h 156613"/>
                <a:gd name="connsiteX9" fmla="*/ 9988 w 74146"/>
                <a:gd name="connsiteY9" fmla="*/ 135178 h 156613"/>
                <a:gd name="connsiteX10" fmla="*/ 222 w 74146"/>
                <a:gd name="connsiteY10" fmla="*/ 145486 h 156613"/>
                <a:gd name="connsiteX11" fmla="*/ 16136 w 74146"/>
                <a:gd name="connsiteY11" fmla="*/ 156699 h 156613"/>
                <a:gd name="connsiteX12" fmla="*/ 50136 w 74146"/>
                <a:gd name="connsiteY12" fmla="*/ 129210 h 156613"/>
                <a:gd name="connsiteX13" fmla="*/ 66773 w 74146"/>
                <a:gd name="connsiteY13" fmla="*/ 63020 h 156613"/>
                <a:gd name="connsiteX14" fmla="*/ 67678 w 74146"/>
                <a:gd name="connsiteY14" fmla="*/ 56329 h 156613"/>
                <a:gd name="connsiteX15" fmla="*/ 51040 w 74146"/>
                <a:gd name="connsiteY15" fmla="*/ 39691 h 156613"/>
                <a:gd name="connsiteX16" fmla="*/ 22285 w 74146"/>
                <a:gd name="connsiteY16" fmla="*/ 67541 h 156613"/>
                <a:gd name="connsiteX17" fmla="*/ 24455 w 74146"/>
                <a:gd name="connsiteY17" fmla="*/ 69350 h 156613"/>
                <a:gd name="connsiteX18" fmla="*/ 27711 w 74146"/>
                <a:gd name="connsiteY18" fmla="*/ 65733 h 156613"/>
                <a:gd name="connsiteX19" fmla="*/ 50497 w 74146"/>
                <a:gd name="connsiteY19" fmla="*/ 43669 h 156613"/>
                <a:gd name="connsiteX20" fmla="*/ 56284 w 74146"/>
                <a:gd name="connsiteY20" fmla="*/ 51988 h 156613"/>
                <a:gd name="connsiteX21" fmla="*/ 55018 w 74146"/>
                <a:gd name="connsiteY21" fmla="*/ 61211 h 156613"/>
                <a:gd name="connsiteX22" fmla="*/ 38019 w 74146"/>
                <a:gd name="connsiteY22" fmla="*/ 128667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96"/>
                  </a:moveTo>
                  <a:cubicBezTo>
                    <a:pt x="74369" y="3159"/>
                    <a:pt x="71837" y="85"/>
                    <a:pt x="67497" y="85"/>
                  </a:cubicBezTo>
                  <a:cubicBezTo>
                    <a:pt x="63337" y="85"/>
                    <a:pt x="57912" y="4245"/>
                    <a:pt x="57912" y="9670"/>
                  </a:cubicBezTo>
                  <a:cubicBezTo>
                    <a:pt x="57912" y="13287"/>
                    <a:pt x="60444" y="16180"/>
                    <a:pt x="64603" y="16180"/>
                  </a:cubicBezTo>
                  <a:cubicBezTo>
                    <a:pt x="69486" y="16180"/>
                    <a:pt x="74369" y="11478"/>
                    <a:pt x="74369" y="6596"/>
                  </a:cubicBezTo>
                  <a:close/>
                  <a:moveTo>
                    <a:pt x="38019" y="128667"/>
                  </a:moveTo>
                  <a:cubicBezTo>
                    <a:pt x="34583" y="142412"/>
                    <a:pt x="25902" y="152720"/>
                    <a:pt x="15775" y="152720"/>
                  </a:cubicBezTo>
                  <a:cubicBezTo>
                    <a:pt x="14690" y="152720"/>
                    <a:pt x="11977" y="152720"/>
                    <a:pt x="8722" y="151092"/>
                  </a:cubicBezTo>
                  <a:cubicBezTo>
                    <a:pt x="14147" y="149827"/>
                    <a:pt x="16860" y="145125"/>
                    <a:pt x="16860" y="141508"/>
                  </a:cubicBezTo>
                  <a:cubicBezTo>
                    <a:pt x="16860" y="138614"/>
                    <a:pt x="14871" y="135178"/>
                    <a:pt x="9988" y="135178"/>
                  </a:cubicBezTo>
                  <a:cubicBezTo>
                    <a:pt x="5467" y="135178"/>
                    <a:pt x="222" y="138976"/>
                    <a:pt x="222" y="145486"/>
                  </a:cubicBezTo>
                  <a:cubicBezTo>
                    <a:pt x="222" y="152720"/>
                    <a:pt x="7456" y="156699"/>
                    <a:pt x="16136" y="156699"/>
                  </a:cubicBezTo>
                  <a:cubicBezTo>
                    <a:pt x="28796" y="156699"/>
                    <a:pt x="45614" y="147114"/>
                    <a:pt x="50136" y="129210"/>
                  </a:cubicBezTo>
                  <a:lnTo>
                    <a:pt x="66773" y="63020"/>
                  </a:lnTo>
                  <a:cubicBezTo>
                    <a:pt x="67678" y="59403"/>
                    <a:pt x="67678" y="56871"/>
                    <a:pt x="67678" y="56329"/>
                  </a:cubicBezTo>
                  <a:cubicBezTo>
                    <a:pt x="67678" y="46020"/>
                    <a:pt x="60082" y="39691"/>
                    <a:pt x="51040" y="39691"/>
                  </a:cubicBezTo>
                  <a:cubicBezTo>
                    <a:pt x="32593" y="39691"/>
                    <a:pt x="22285" y="65913"/>
                    <a:pt x="22285" y="67541"/>
                  </a:cubicBezTo>
                  <a:cubicBezTo>
                    <a:pt x="22285" y="69350"/>
                    <a:pt x="24094" y="69350"/>
                    <a:pt x="24455" y="69350"/>
                  </a:cubicBezTo>
                  <a:cubicBezTo>
                    <a:pt x="26083" y="69350"/>
                    <a:pt x="26264" y="69169"/>
                    <a:pt x="27711" y="65733"/>
                  </a:cubicBezTo>
                  <a:cubicBezTo>
                    <a:pt x="32232" y="54701"/>
                    <a:pt x="40551" y="43669"/>
                    <a:pt x="50497" y="43669"/>
                  </a:cubicBezTo>
                  <a:cubicBezTo>
                    <a:pt x="53029" y="43669"/>
                    <a:pt x="56284" y="44393"/>
                    <a:pt x="56284" y="51988"/>
                  </a:cubicBezTo>
                  <a:cubicBezTo>
                    <a:pt x="56284" y="56148"/>
                    <a:pt x="55742" y="58137"/>
                    <a:pt x="55018" y="61211"/>
                  </a:cubicBezTo>
                  <a:lnTo>
                    <a:pt x="38019" y="12866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1" name="Freeform: Shape 1320">
              <a:extLst>
                <a:ext uri="{FF2B5EF4-FFF2-40B4-BE49-F238E27FC236}">
                  <a16:creationId xmlns:a16="http://schemas.microsoft.com/office/drawing/2014/main" id="{08765EB3-681A-4365-91AF-61EBBC6981B0}"/>
                </a:ext>
              </a:extLst>
            </p:cNvPr>
            <p:cNvSpPr/>
            <p:nvPr>
              <p:custDataLst>
                <p:tags r:id="rId19"/>
              </p:custDataLst>
            </p:nvPr>
          </p:nvSpPr>
          <p:spPr>
            <a:xfrm>
              <a:off x="11402448" y="6462669"/>
              <a:ext cx="41956" cy="180847"/>
            </a:xfrm>
            <a:custGeom>
              <a:avLst/>
              <a:gdLst>
                <a:gd name="connsiteX0" fmla="*/ 42183 w 41956"/>
                <a:gd name="connsiteY0" fmla="*/ 90509 h 180847"/>
                <a:gd name="connsiteX1" fmla="*/ 30247 w 41956"/>
                <a:gd name="connsiteY1" fmla="*/ 34084 h 180847"/>
                <a:gd name="connsiteX2" fmla="*/ 2035 w 41956"/>
                <a:gd name="connsiteY2" fmla="*/ 85 h 180847"/>
                <a:gd name="connsiteX3" fmla="*/ 227 w 41956"/>
                <a:gd name="connsiteY3" fmla="*/ 1894 h 180847"/>
                <a:gd name="connsiteX4" fmla="*/ 3663 w 41956"/>
                <a:gd name="connsiteY4" fmla="*/ 6053 h 180847"/>
                <a:gd name="connsiteX5" fmla="*/ 31694 w 41956"/>
                <a:gd name="connsiteY5" fmla="*/ 90509 h 180847"/>
                <a:gd name="connsiteX6" fmla="*/ 2578 w 41956"/>
                <a:gd name="connsiteY6" fmla="*/ 176049 h 180847"/>
                <a:gd name="connsiteX7" fmla="*/ 227 w 41956"/>
                <a:gd name="connsiteY7" fmla="*/ 179124 h 180847"/>
                <a:gd name="connsiteX8" fmla="*/ 2035 w 41956"/>
                <a:gd name="connsiteY8" fmla="*/ 180932 h 180847"/>
                <a:gd name="connsiteX9" fmla="*/ 30790 w 41956"/>
                <a:gd name="connsiteY9" fmla="*/ 145667 h 180847"/>
                <a:gd name="connsiteX10" fmla="*/ 42183 w 41956"/>
                <a:gd name="connsiteY10" fmla="*/ 90509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509"/>
                  </a:moveTo>
                  <a:cubicBezTo>
                    <a:pt x="42183" y="76403"/>
                    <a:pt x="40194" y="54520"/>
                    <a:pt x="30247" y="34084"/>
                  </a:cubicBezTo>
                  <a:cubicBezTo>
                    <a:pt x="19396" y="11840"/>
                    <a:pt x="3844" y="85"/>
                    <a:pt x="2035" y="85"/>
                  </a:cubicBezTo>
                  <a:cubicBezTo>
                    <a:pt x="950" y="85"/>
                    <a:pt x="227" y="808"/>
                    <a:pt x="227" y="1894"/>
                  </a:cubicBezTo>
                  <a:cubicBezTo>
                    <a:pt x="227" y="2436"/>
                    <a:pt x="227" y="2798"/>
                    <a:pt x="3663" y="6053"/>
                  </a:cubicBezTo>
                  <a:cubicBezTo>
                    <a:pt x="21386" y="23957"/>
                    <a:pt x="31694" y="52712"/>
                    <a:pt x="31694" y="90509"/>
                  </a:cubicBezTo>
                  <a:cubicBezTo>
                    <a:pt x="31694" y="121434"/>
                    <a:pt x="25003" y="153263"/>
                    <a:pt x="2578" y="176049"/>
                  </a:cubicBezTo>
                  <a:cubicBezTo>
                    <a:pt x="227" y="178220"/>
                    <a:pt x="227" y="178581"/>
                    <a:pt x="227" y="179124"/>
                  </a:cubicBezTo>
                  <a:cubicBezTo>
                    <a:pt x="227" y="180209"/>
                    <a:pt x="950" y="180932"/>
                    <a:pt x="2035" y="180932"/>
                  </a:cubicBezTo>
                  <a:cubicBezTo>
                    <a:pt x="3844" y="180932"/>
                    <a:pt x="20120" y="168635"/>
                    <a:pt x="30790" y="145667"/>
                  </a:cubicBezTo>
                  <a:cubicBezTo>
                    <a:pt x="40013" y="125774"/>
                    <a:pt x="42183" y="105700"/>
                    <a:pt x="42183" y="9050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2" name="Freeform: Shape 1321">
              <a:extLst>
                <a:ext uri="{FF2B5EF4-FFF2-40B4-BE49-F238E27FC236}">
                  <a16:creationId xmlns:a16="http://schemas.microsoft.com/office/drawing/2014/main" id="{F8162974-D294-CE53-E359-B10896DEF230}"/>
                </a:ext>
              </a:extLst>
            </p:cNvPr>
            <p:cNvSpPr/>
            <p:nvPr>
              <p:custDataLst>
                <p:tags r:id="rId20"/>
              </p:custDataLst>
            </p:nvPr>
          </p:nvSpPr>
          <p:spPr>
            <a:xfrm>
              <a:off x="11490500" y="6212021"/>
              <a:ext cx="88976" cy="433852"/>
            </a:xfrm>
            <a:custGeom>
              <a:avLst/>
              <a:gdLst>
                <a:gd name="connsiteX0" fmla="*/ 89208 w 88976"/>
                <a:gd name="connsiteY0" fmla="*/ 217081 h 433852"/>
                <a:gd name="connsiteX1" fmla="*/ 26997 w 88976"/>
                <a:gd name="connsiteY1" fmla="*/ 20319 h 433852"/>
                <a:gd name="connsiteX2" fmla="*/ 9093 w 88976"/>
                <a:gd name="connsiteY2" fmla="*/ 2234 h 433852"/>
                <a:gd name="connsiteX3" fmla="*/ 4030 w 88976"/>
                <a:gd name="connsiteY3" fmla="*/ 64 h 433852"/>
                <a:gd name="connsiteX4" fmla="*/ 232 w 88976"/>
                <a:gd name="connsiteY4" fmla="*/ 1873 h 433852"/>
                <a:gd name="connsiteX5" fmla="*/ 1317 w 88976"/>
                <a:gd name="connsiteY5" fmla="*/ 3681 h 433852"/>
                <a:gd name="connsiteX6" fmla="*/ 31880 w 88976"/>
                <a:gd name="connsiteY6" fmla="*/ 41840 h 433852"/>
                <a:gd name="connsiteX7" fmla="*/ 74198 w 88976"/>
                <a:gd name="connsiteY7" fmla="*/ 216900 h 433852"/>
                <a:gd name="connsiteX8" fmla="*/ 37848 w 88976"/>
                <a:gd name="connsiteY8" fmla="*/ 382194 h 433852"/>
                <a:gd name="connsiteX9" fmla="*/ 955 w 88976"/>
                <a:gd name="connsiteY9" fmla="*/ 430481 h 433852"/>
                <a:gd name="connsiteX10" fmla="*/ 232 w 88976"/>
                <a:gd name="connsiteY10" fmla="*/ 432108 h 433852"/>
                <a:gd name="connsiteX11" fmla="*/ 4030 w 88976"/>
                <a:gd name="connsiteY11" fmla="*/ 433917 h 433852"/>
                <a:gd name="connsiteX12" fmla="*/ 9636 w 88976"/>
                <a:gd name="connsiteY12" fmla="*/ 431204 h 433852"/>
                <a:gd name="connsiteX13" fmla="*/ 89208 w 88976"/>
                <a:gd name="connsiteY13" fmla="*/ 217081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208" y="217081"/>
                  </a:moveTo>
                  <a:cubicBezTo>
                    <a:pt x="89208" y="146008"/>
                    <a:pt x="72932" y="74392"/>
                    <a:pt x="26997" y="20319"/>
                  </a:cubicBezTo>
                  <a:cubicBezTo>
                    <a:pt x="23380" y="16160"/>
                    <a:pt x="16508" y="8745"/>
                    <a:pt x="9093" y="2234"/>
                  </a:cubicBezTo>
                  <a:cubicBezTo>
                    <a:pt x="6923" y="64"/>
                    <a:pt x="6561" y="64"/>
                    <a:pt x="4030" y="64"/>
                  </a:cubicBezTo>
                  <a:cubicBezTo>
                    <a:pt x="1859" y="64"/>
                    <a:pt x="232" y="64"/>
                    <a:pt x="232" y="1873"/>
                  </a:cubicBezTo>
                  <a:cubicBezTo>
                    <a:pt x="232" y="2596"/>
                    <a:pt x="955" y="3319"/>
                    <a:pt x="1317" y="3681"/>
                  </a:cubicBezTo>
                  <a:cubicBezTo>
                    <a:pt x="7646" y="10192"/>
                    <a:pt x="19763" y="22308"/>
                    <a:pt x="31880" y="41840"/>
                  </a:cubicBezTo>
                  <a:cubicBezTo>
                    <a:pt x="60996" y="88498"/>
                    <a:pt x="74198" y="147274"/>
                    <a:pt x="74198" y="216900"/>
                  </a:cubicBezTo>
                  <a:cubicBezTo>
                    <a:pt x="74198" y="265548"/>
                    <a:pt x="67687" y="328302"/>
                    <a:pt x="37848" y="382194"/>
                  </a:cubicBezTo>
                  <a:cubicBezTo>
                    <a:pt x="23561" y="407875"/>
                    <a:pt x="8551" y="422885"/>
                    <a:pt x="955" y="430481"/>
                  </a:cubicBezTo>
                  <a:cubicBezTo>
                    <a:pt x="593" y="431023"/>
                    <a:pt x="232" y="431566"/>
                    <a:pt x="232" y="432108"/>
                  </a:cubicBezTo>
                  <a:cubicBezTo>
                    <a:pt x="232" y="433917"/>
                    <a:pt x="1859" y="433917"/>
                    <a:pt x="4030" y="433917"/>
                  </a:cubicBezTo>
                  <a:cubicBezTo>
                    <a:pt x="6561" y="433917"/>
                    <a:pt x="6923" y="433917"/>
                    <a:pt x="9636" y="431204"/>
                  </a:cubicBezTo>
                  <a:cubicBezTo>
                    <a:pt x="70219" y="376046"/>
                    <a:pt x="89208" y="293218"/>
                    <a:pt x="89208" y="21708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3" name="Freeform: Shape 1322">
              <a:extLst>
                <a:ext uri="{FF2B5EF4-FFF2-40B4-BE49-F238E27FC236}">
                  <a16:creationId xmlns:a16="http://schemas.microsoft.com/office/drawing/2014/main" id="{934C7850-32B8-B3D0-63D9-4AE0F773AF38}"/>
                </a:ext>
              </a:extLst>
            </p:cNvPr>
            <p:cNvSpPr/>
            <p:nvPr>
              <p:custDataLst>
                <p:tags r:id="rId21"/>
              </p:custDataLst>
            </p:nvPr>
          </p:nvSpPr>
          <p:spPr>
            <a:xfrm>
              <a:off x="11677655" y="6407881"/>
              <a:ext cx="120262" cy="42318"/>
            </a:xfrm>
            <a:custGeom>
              <a:avLst/>
              <a:gdLst>
                <a:gd name="connsiteX0" fmla="*/ 114356 w 120262"/>
                <a:gd name="connsiteY0" fmla="*/ 7312 h 42318"/>
                <a:gd name="connsiteX1" fmla="*/ 120505 w 120262"/>
                <a:gd name="connsiteY1" fmla="*/ 3695 h 42318"/>
                <a:gd name="connsiteX2" fmla="*/ 114537 w 120262"/>
                <a:gd name="connsiteY2" fmla="*/ 78 h 42318"/>
                <a:gd name="connsiteX3" fmla="*/ 6210 w 120262"/>
                <a:gd name="connsiteY3" fmla="*/ 78 h 42318"/>
                <a:gd name="connsiteX4" fmla="*/ 242 w 120262"/>
                <a:gd name="connsiteY4" fmla="*/ 3695 h 42318"/>
                <a:gd name="connsiteX5" fmla="*/ 6391 w 120262"/>
                <a:gd name="connsiteY5" fmla="*/ 7312 h 42318"/>
                <a:gd name="connsiteX6" fmla="*/ 114356 w 120262"/>
                <a:gd name="connsiteY6" fmla="*/ 7312 h 42318"/>
                <a:gd name="connsiteX7" fmla="*/ 114537 w 120262"/>
                <a:gd name="connsiteY7" fmla="*/ 42396 h 42318"/>
                <a:gd name="connsiteX8" fmla="*/ 120505 w 120262"/>
                <a:gd name="connsiteY8" fmla="*/ 38780 h 42318"/>
                <a:gd name="connsiteX9" fmla="*/ 114356 w 120262"/>
                <a:gd name="connsiteY9" fmla="*/ 35163 h 42318"/>
                <a:gd name="connsiteX10" fmla="*/ 6391 w 120262"/>
                <a:gd name="connsiteY10" fmla="*/ 35163 h 42318"/>
                <a:gd name="connsiteX11" fmla="*/ 242 w 120262"/>
                <a:gd name="connsiteY11" fmla="*/ 38780 h 42318"/>
                <a:gd name="connsiteX12" fmla="*/ 6210 w 120262"/>
                <a:gd name="connsiteY12" fmla="*/ 42396 h 42318"/>
                <a:gd name="connsiteX13" fmla="*/ 114537 w 120262"/>
                <a:gd name="connsiteY13" fmla="*/ 42396 h 4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62" h="42318">
                  <a:moveTo>
                    <a:pt x="114356" y="7312"/>
                  </a:moveTo>
                  <a:cubicBezTo>
                    <a:pt x="117069" y="7312"/>
                    <a:pt x="120505" y="7312"/>
                    <a:pt x="120505" y="3695"/>
                  </a:cubicBezTo>
                  <a:cubicBezTo>
                    <a:pt x="120505" y="78"/>
                    <a:pt x="117069" y="78"/>
                    <a:pt x="114537" y="78"/>
                  </a:cubicBezTo>
                  <a:lnTo>
                    <a:pt x="6210" y="78"/>
                  </a:lnTo>
                  <a:cubicBezTo>
                    <a:pt x="3678" y="78"/>
                    <a:pt x="242" y="78"/>
                    <a:pt x="242" y="3695"/>
                  </a:cubicBezTo>
                  <a:cubicBezTo>
                    <a:pt x="242" y="7312"/>
                    <a:pt x="3678" y="7312"/>
                    <a:pt x="6391" y="7312"/>
                  </a:cubicBezTo>
                  <a:lnTo>
                    <a:pt x="114356" y="7312"/>
                  </a:lnTo>
                  <a:close/>
                  <a:moveTo>
                    <a:pt x="114537" y="42396"/>
                  </a:moveTo>
                  <a:cubicBezTo>
                    <a:pt x="117069" y="42396"/>
                    <a:pt x="120505" y="42396"/>
                    <a:pt x="120505" y="38780"/>
                  </a:cubicBezTo>
                  <a:cubicBezTo>
                    <a:pt x="120505" y="35163"/>
                    <a:pt x="117069" y="35163"/>
                    <a:pt x="114356" y="35163"/>
                  </a:cubicBezTo>
                  <a:lnTo>
                    <a:pt x="6391" y="35163"/>
                  </a:lnTo>
                  <a:cubicBezTo>
                    <a:pt x="3678" y="35163"/>
                    <a:pt x="242" y="35163"/>
                    <a:pt x="242" y="38780"/>
                  </a:cubicBezTo>
                  <a:cubicBezTo>
                    <a:pt x="242" y="42396"/>
                    <a:pt x="3678" y="42396"/>
                    <a:pt x="6210" y="42396"/>
                  </a:cubicBezTo>
                  <a:lnTo>
                    <a:pt x="114537" y="4239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4" name="Freeform: Shape 1323">
              <a:extLst>
                <a:ext uri="{FF2B5EF4-FFF2-40B4-BE49-F238E27FC236}">
                  <a16:creationId xmlns:a16="http://schemas.microsoft.com/office/drawing/2014/main" id="{ABBA272A-FD80-010B-FA71-A4319E4E1A3A}"/>
                </a:ext>
              </a:extLst>
            </p:cNvPr>
            <p:cNvSpPr/>
            <p:nvPr>
              <p:custDataLst>
                <p:tags r:id="rId22"/>
              </p:custDataLst>
            </p:nvPr>
          </p:nvSpPr>
          <p:spPr>
            <a:xfrm>
              <a:off x="11863846" y="6394318"/>
              <a:ext cx="98018" cy="118997"/>
            </a:xfrm>
            <a:custGeom>
              <a:avLst/>
              <a:gdLst>
                <a:gd name="connsiteX0" fmla="*/ 36602 w 98018"/>
                <a:gd name="connsiteY0" fmla="*/ 16535 h 118997"/>
                <a:gd name="connsiteX1" fmla="*/ 39315 w 98018"/>
                <a:gd name="connsiteY1" fmla="*/ 4961 h 118997"/>
                <a:gd name="connsiteX2" fmla="*/ 34071 w 98018"/>
                <a:gd name="connsiteY2" fmla="*/ 78 h 118997"/>
                <a:gd name="connsiteX3" fmla="*/ 26837 w 98018"/>
                <a:gd name="connsiteY3" fmla="*/ 6589 h 118997"/>
                <a:gd name="connsiteX4" fmla="*/ 795 w 98018"/>
                <a:gd name="connsiteY4" fmla="*/ 111299 h 118997"/>
                <a:gd name="connsiteX5" fmla="*/ 252 w 98018"/>
                <a:gd name="connsiteY5" fmla="*/ 114193 h 118997"/>
                <a:gd name="connsiteX6" fmla="*/ 5316 w 98018"/>
                <a:gd name="connsiteY6" fmla="*/ 119076 h 118997"/>
                <a:gd name="connsiteX7" fmla="*/ 11646 w 98018"/>
                <a:gd name="connsiteY7" fmla="*/ 115278 h 118997"/>
                <a:gd name="connsiteX8" fmla="*/ 21592 w 98018"/>
                <a:gd name="connsiteY8" fmla="*/ 76396 h 118997"/>
                <a:gd name="connsiteX9" fmla="*/ 39134 w 98018"/>
                <a:gd name="connsiteY9" fmla="*/ 82002 h 118997"/>
                <a:gd name="connsiteX10" fmla="*/ 63187 w 98018"/>
                <a:gd name="connsiteY10" fmla="*/ 68800 h 118997"/>
                <a:gd name="connsiteX11" fmla="*/ 79463 w 98018"/>
                <a:gd name="connsiteY11" fmla="*/ 82002 h 118997"/>
                <a:gd name="connsiteX12" fmla="*/ 92846 w 98018"/>
                <a:gd name="connsiteY12" fmla="*/ 72055 h 118997"/>
                <a:gd name="connsiteX13" fmla="*/ 98271 w 98018"/>
                <a:gd name="connsiteY13" fmla="*/ 54152 h 118997"/>
                <a:gd name="connsiteX14" fmla="*/ 96101 w 98018"/>
                <a:gd name="connsiteY14" fmla="*/ 52343 h 118997"/>
                <a:gd name="connsiteX15" fmla="*/ 93569 w 98018"/>
                <a:gd name="connsiteY15" fmla="*/ 55598 h 118997"/>
                <a:gd name="connsiteX16" fmla="*/ 79825 w 98018"/>
                <a:gd name="connsiteY16" fmla="*/ 78023 h 118997"/>
                <a:gd name="connsiteX17" fmla="*/ 74399 w 98018"/>
                <a:gd name="connsiteY17" fmla="*/ 69704 h 118997"/>
                <a:gd name="connsiteX18" fmla="*/ 78016 w 98018"/>
                <a:gd name="connsiteY18" fmla="*/ 50896 h 118997"/>
                <a:gd name="connsiteX19" fmla="*/ 83080 w 98018"/>
                <a:gd name="connsiteY19" fmla="*/ 31365 h 118997"/>
                <a:gd name="connsiteX20" fmla="*/ 86154 w 98018"/>
                <a:gd name="connsiteY20" fmla="*/ 19067 h 118997"/>
                <a:gd name="connsiteX21" fmla="*/ 88867 w 98018"/>
                <a:gd name="connsiteY21" fmla="*/ 6950 h 118997"/>
                <a:gd name="connsiteX22" fmla="*/ 83623 w 98018"/>
                <a:gd name="connsiteY22" fmla="*/ 2068 h 118997"/>
                <a:gd name="connsiteX23" fmla="*/ 76570 w 98018"/>
                <a:gd name="connsiteY23" fmla="*/ 8397 h 118997"/>
                <a:gd name="connsiteX24" fmla="*/ 68070 w 98018"/>
                <a:gd name="connsiteY24" fmla="*/ 42216 h 118997"/>
                <a:gd name="connsiteX25" fmla="*/ 63368 w 98018"/>
                <a:gd name="connsiteY25" fmla="*/ 60662 h 118997"/>
                <a:gd name="connsiteX26" fmla="*/ 39858 w 98018"/>
                <a:gd name="connsiteY26" fmla="*/ 78023 h 118997"/>
                <a:gd name="connsiteX27" fmla="*/ 26475 w 98018"/>
                <a:gd name="connsiteY27" fmla="*/ 62290 h 118997"/>
                <a:gd name="connsiteX28" fmla="*/ 29007 w 98018"/>
                <a:gd name="connsiteY28" fmla="*/ 46918 h 118997"/>
                <a:gd name="connsiteX29" fmla="*/ 36602 w 98018"/>
                <a:gd name="connsiteY29" fmla="*/ 16535 h 11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8018" h="118997">
                  <a:moveTo>
                    <a:pt x="36602" y="16535"/>
                  </a:moveTo>
                  <a:cubicBezTo>
                    <a:pt x="37507" y="12738"/>
                    <a:pt x="39315" y="5865"/>
                    <a:pt x="39315" y="4961"/>
                  </a:cubicBezTo>
                  <a:cubicBezTo>
                    <a:pt x="39315" y="1887"/>
                    <a:pt x="37145" y="78"/>
                    <a:pt x="34071" y="78"/>
                  </a:cubicBezTo>
                  <a:cubicBezTo>
                    <a:pt x="33528" y="78"/>
                    <a:pt x="28464" y="259"/>
                    <a:pt x="26837" y="6589"/>
                  </a:cubicBezTo>
                  <a:lnTo>
                    <a:pt x="795" y="111299"/>
                  </a:lnTo>
                  <a:cubicBezTo>
                    <a:pt x="252" y="113469"/>
                    <a:pt x="252" y="113831"/>
                    <a:pt x="252" y="114193"/>
                  </a:cubicBezTo>
                  <a:cubicBezTo>
                    <a:pt x="252" y="116906"/>
                    <a:pt x="2242" y="119076"/>
                    <a:pt x="5316" y="119076"/>
                  </a:cubicBezTo>
                  <a:cubicBezTo>
                    <a:pt x="9114" y="119076"/>
                    <a:pt x="11284" y="115820"/>
                    <a:pt x="11646" y="115278"/>
                  </a:cubicBezTo>
                  <a:cubicBezTo>
                    <a:pt x="12369" y="113650"/>
                    <a:pt x="14720" y="104246"/>
                    <a:pt x="21592" y="76396"/>
                  </a:cubicBezTo>
                  <a:cubicBezTo>
                    <a:pt x="27379" y="81279"/>
                    <a:pt x="35517" y="82002"/>
                    <a:pt x="39134" y="82002"/>
                  </a:cubicBezTo>
                  <a:cubicBezTo>
                    <a:pt x="51794" y="82002"/>
                    <a:pt x="58847" y="73864"/>
                    <a:pt x="63187" y="68800"/>
                  </a:cubicBezTo>
                  <a:cubicBezTo>
                    <a:pt x="64815" y="76938"/>
                    <a:pt x="71506" y="82002"/>
                    <a:pt x="79463" y="82002"/>
                  </a:cubicBezTo>
                  <a:cubicBezTo>
                    <a:pt x="85793" y="82002"/>
                    <a:pt x="89952" y="77843"/>
                    <a:pt x="92846" y="72055"/>
                  </a:cubicBezTo>
                  <a:cubicBezTo>
                    <a:pt x="95920" y="65545"/>
                    <a:pt x="98271" y="54513"/>
                    <a:pt x="98271" y="54152"/>
                  </a:cubicBezTo>
                  <a:cubicBezTo>
                    <a:pt x="98271" y="52343"/>
                    <a:pt x="96643" y="52343"/>
                    <a:pt x="96101" y="52343"/>
                  </a:cubicBezTo>
                  <a:cubicBezTo>
                    <a:pt x="94292" y="52343"/>
                    <a:pt x="94112" y="53066"/>
                    <a:pt x="93569" y="55598"/>
                  </a:cubicBezTo>
                  <a:cubicBezTo>
                    <a:pt x="90495" y="67353"/>
                    <a:pt x="87239" y="78023"/>
                    <a:pt x="79825" y="78023"/>
                  </a:cubicBezTo>
                  <a:cubicBezTo>
                    <a:pt x="74942" y="78023"/>
                    <a:pt x="74399" y="73321"/>
                    <a:pt x="74399" y="69704"/>
                  </a:cubicBezTo>
                  <a:cubicBezTo>
                    <a:pt x="74399" y="65726"/>
                    <a:pt x="76570" y="57226"/>
                    <a:pt x="78016" y="50896"/>
                  </a:cubicBezTo>
                  <a:lnTo>
                    <a:pt x="83080" y="31365"/>
                  </a:lnTo>
                  <a:cubicBezTo>
                    <a:pt x="83623" y="28652"/>
                    <a:pt x="85431" y="21780"/>
                    <a:pt x="86154" y="19067"/>
                  </a:cubicBezTo>
                  <a:cubicBezTo>
                    <a:pt x="87059" y="14908"/>
                    <a:pt x="88867" y="8035"/>
                    <a:pt x="88867" y="6950"/>
                  </a:cubicBezTo>
                  <a:cubicBezTo>
                    <a:pt x="88867" y="3695"/>
                    <a:pt x="86335" y="2068"/>
                    <a:pt x="83623" y="2068"/>
                  </a:cubicBezTo>
                  <a:cubicBezTo>
                    <a:pt x="82718" y="2068"/>
                    <a:pt x="78016" y="2248"/>
                    <a:pt x="76570" y="8397"/>
                  </a:cubicBezTo>
                  <a:lnTo>
                    <a:pt x="68070" y="42216"/>
                  </a:lnTo>
                  <a:cubicBezTo>
                    <a:pt x="65900" y="51258"/>
                    <a:pt x="63910" y="58854"/>
                    <a:pt x="63368" y="60662"/>
                  </a:cubicBezTo>
                  <a:cubicBezTo>
                    <a:pt x="63187" y="61566"/>
                    <a:pt x="54506" y="78023"/>
                    <a:pt x="39858" y="78023"/>
                  </a:cubicBezTo>
                  <a:cubicBezTo>
                    <a:pt x="30815" y="78023"/>
                    <a:pt x="26475" y="72055"/>
                    <a:pt x="26475" y="62290"/>
                  </a:cubicBezTo>
                  <a:cubicBezTo>
                    <a:pt x="26475" y="57045"/>
                    <a:pt x="27741" y="51981"/>
                    <a:pt x="29007" y="46918"/>
                  </a:cubicBezTo>
                  <a:lnTo>
                    <a:pt x="36602" y="165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5" name="Freeform: Shape 1324">
              <a:extLst>
                <a:ext uri="{FF2B5EF4-FFF2-40B4-BE49-F238E27FC236}">
                  <a16:creationId xmlns:a16="http://schemas.microsoft.com/office/drawing/2014/main" id="{5935AB34-8F52-8627-D1A7-A5EB6F39551C}"/>
                </a:ext>
              </a:extLst>
            </p:cNvPr>
            <p:cNvSpPr/>
            <p:nvPr>
              <p:custDataLst>
                <p:tags r:id="rId23"/>
              </p:custDataLst>
            </p:nvPr>
          </p:nvSpPr>
          <p:spPr>
            <a:xfrm>
              <a:off x="11967389" y="6417448"/>
              <a:ext cx="55574" cy="109756"/>
            </a:xfrm>
            <a:custGeom>
              <a:avLst/>
              <a:gdLst>
                <a:gd name="connsiteX0" fmla="*/ 55832 w 55574"/>
                <a:gd name="connsiteY0" fmla="*/ 4890 h 109756"/>
                <a:gd name="connsiteX1" fmla="*/ 50769 w 55574"/>
                <a:gd name="connsiteY1" fmla="*/ 80 h 109756"/>
                <a:gd name="connsiteX2" fmla="*/ 43680 w 55574"/>
                <a:gd name="connsiteY2" fmla="*/ 7042 h 109756"/>
                <a:gd name="connsiteX3" fmla="*/ 48743 w 55574"/>
                <a:gd name="connsiteY3" fmla="*/ 11853 h 109756"/>
                <a:gd name="connsiteX4" fmla="*/ 55832 w 55574"/>
                <a:gd name="connsiteY4" fmla="*/ 4890 h 109756"/>
                <a:gd name="connsiteX5" fmla="*/ 28995 w 55574"/>
                <a:gd name="connsiteY5" fmla="*/ 90214 h 109756"/>
                <a:gd name="connsiteX6" fmla="*/ 12664 w 55574"/>
                <a:gd name="connsiteY6" fmla="*/ 106291 h 109756"/>
                <a:gd name="connsiteX7" fmla="*/ 8107 w 55574"/>
                <a:gd name="connsiteY7" fmla="*/ 105532 h 109756"/>
                <a:gd name="connsiteX8" fmla="*/ 12411 w 55574"/>
                <a:gd name="connsiteY8" fmla="*/ 99075 h 109756"/>
                <a:gd name="connsiteX9" fmla="*/ 7474 w 55574"/>
                <a:gd name="connsiteY9" fmla="*/ 94392 h 109756"/>
                <a:gd name="connsiteX10" fmla="*/ 258 w 55574"/>
                <a:gd name="connsiteY10" fmla="*/ 101861 h 109756"/>
                <a:gd name="connsiteX11" fmla="*/ 12791 w 55574"/>
                <a:gd name="connsiteY11" fmla="*/ 109836 h 109756"/>
                <a:gd name="connsiteX12" fmla="*/ 39122 w 55574"/>
                <a:gd name="connsiteY12" fmla="*/ 89834 h 109756"/>
                <a:gd name="connsiteX13" fmla="*/ 50516 w 55574"/>
                <a:gd name="connsiteY13" fmla="*/ 44514 h 109756"/>
                <a:gd name="connsiteX14" fmla="*/ 51149 w 55574"/>
                <a:gd name="connsiteY14" fmla="*/ 40083 h 109756"/>
                <a:gd name="connsiteX15" fmla="*/ 37603 w 55574"/>
                <a:gd name="connsiteY15" fmla="*/ 28183 h 109756"/>
                <a:gd name="connsiteX16" fmla="*/ 15449 w 55574"/>
                <a:gd name="connsiteY16" fmla="*/ 47552 h 109756"/>
                <a:gd name="connsiteX17" fmla="*/ 17602 w 55574"/>
                <a:gd name="connsiteY17" fmla="*/ 49198 h 109756"/>
                <a:gd name="connsiteX18" fmla="*/ 20133 w 55574"/>
                <a:gd name="connsiteY18" fmla="*/ 46919 h 109756"/>
                <a:gd name="connsiteX19" fmla="*/ 37223 w 55574"/>
                <a:gd name="connsiteY19" fmla="*/ 31728 h 109756"/>
                <a:gd name="connsiteX20" fmla="*/ 41528 w 55574"/>
                <a:gd name="connsiteY20" fmla="*/ 37931 h 109756"/>
                <a:gd name="connsiteX21" fmla="*/ 41148 w 55574"/>
                <a:gd name="connsiteY21" fmla="*/ 41729 h 109756"/>
                <a:gd name="connsiteX22" fmla="*/ 28995 w 55574"/>
                <a:gd name="connsiteY22" fmla="*/ 90214 h 10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74" h="109756">
                  <a:moveTo>
                    <a:pt x="55832" y="4890"/>
                  </a:moveTo>
                  <a:cubicBezTo>
                    <a:pt x="55832" y="2738"/>
                    <a:pt x="54187" y="80"/>
                    <a:pt x="50769" y="80"/>
                  </a:cubicBezTo>
                  <a:cubicBezTo>
                    <a:pt x="47098" y="80"/>
                    <a:pt x="43680" y="3624"/>
                    <a:pt x="43680" y="7042"/>
                  </a:cubicBezTo>
                  <a:cubicBezTo>
                    <a:pt x="43680" y="9068"/>
                    <a:pt x="45199" y="11853"/>
                    <a:pt x="48743" y="11853"/>
                  </a:cubicBezTo>
                  <a:cubicBezTo>
                    <a:pt x="52161" y="11853"/>
                    <a:pt x="55832" y="8561"/>
                    <a:pt x="55832" y="4890"/>
                  </a:cubicBezTo>
                  <a:close/>
                  <a:moveTo>
                    <a:pt x="28995" y="90214"/>
                  </a:moveTo>
                  <a:cubicBezTo>
                    <a:pt x="26843" y="98949"/>
                    <a:pt x="20133" y="106291"/>
                    <a:pt x="12664" y="106291"/>
                  </a:cubicBezTo>
                  <a:cubicBezTo>
                    <a:pt x="11019" y="106291"/>
                    <a:pt x="9500" y="106038"/>
                    <a:pt x="8107" y="105532"/>
                  </a:cubicBezTo>
                  <a:cubicBezTo>
                    <a:pt x="11399" y="104013"/>
                    <a:pt x="12411" y="100974"/>
                    <a:pt x="12411" y="99075"/>
                  </a:cubicBezTo>
                  <a:cubicBezTo>
                    <a:pt x="12411" y="96037"/>
                    <a:pt x="10006" y="94392"/>
                    <a:pt x="7474" y="94392"/>
                  </a:cubicBezTo>
                  <a:cubicBezTo>
                    <a:pt x="3550" y="94392"/>
                    <a:pt x="258" y="97810"/>
                    <a:pt x="258" y="101861"/>
                  </a:cubicBezTo>
                  <a:cubicBezTo>
                    <a:pt x="258" y="106671"/>
                    <a:pt x="5195" y="109836"/>
                    <a:pt x="12791" y="109836"/>
                  </a:cubicBezTo>
                  <a:cubicBezTo>
                    <a:pt x="20387" y="109836"/>
                    <a:pt x="35198" y="105279"/>
                    <a:pt x="39122" y="89834"/>
                  </a:cubicBezTo>
                  <a:lnTo>
                    <a:pt x="50516" y="44514"/>
                  </a:lnTo>
                  <a:cubicBezTo>
                    <a:pt x="50895" y="43121"/>
                    <a:pt x="51149" y="41982"/>
                    <a:pt x="51149" y="40083"/>
                  </a:cubicBezTo>
                  <a:cubicBezTo>
                    <a:pt x="51149" y="33120"/>
                    <a:pt x="45199" y="28183"/>
                    <a:pt x="37603" y="28183"/>
                  </a:cubicBezTo>
                  <a:cubicBezTo>
                    <a:pt x="23551" y="28183"/>
                    <a:pt x="15449" y="45780"/>
                    <a:pt x="15449" y="47552"/>
                  </a:cubicBezTo>
                  <a:cubicBezTo>
                    <a:pt x="15449" y="49198"/>
                    <a:pt x="17222" y="49198"/>
                    <a:pt x="17602" y="49198"/>
                  </a:cubicBezTo>
                  <a:cubicBezTo>
                    <a:pt x="19121" y="49198"/>
                    <a:pt x="19247" y="48818"/>
                    <a:pt x="20133" y="46919"/>
                  </a:cubicBezTo>
                  <a:cubicBezTo>
                    <a:pt x="23298" y="39577"/>
                    <a:pt x="29881" y="31728"/>
                    <a:pt x="37223" y="31728"/>
                  </a:cubicBezTo>
                  <a:cubicBezTo>
                    <a:pt x="40388" y="31728"/>
                    <a:pt x="41528" y="33880"/>
                    <a:pt x="41528" y="37931"/>
                  </a:cubicBezTo>
                  <a:cubicBezTo>
                    <a:pt x="41528" y="39324"/>
                    <a:pt x="41274" y="41096"/>
                    <a:pt x="41148" y="41729"/>
                  </a:cubicBezTo>
                  <a:lnTo>
                    <a:pt x="28995" y="902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6" name="Freeform: Shape 1325">
              <a:extLst>
                <a:ext uri="{FF2B5EF4-FFF2-40B4-BE49-F238E27FC236}">
                  <a16:creationId xmlns:a16="http://schemas.microsoft.com/office/drawing/2014/main" id="{F43C3D4C-8A9D-8842-5F7A-6B6820201CFF}"/>
                </a:ext>
              </a:extLst>
            </p:cNvPr>
            <p:cNvSpPr/>
            <p:nvPr>
              <p:custDataLst>
                <p:tags r:id="rId24"/>
              </p:custDataLst>
            </p:nvPr>
          </p:nvSpPr>
          <p:spPr>
            <a:xfrm>
              <a:off x="12098787" y="6425423"/>
              <a:ext cx="110497" cy="7233"/>
            </a:xfrm>
            <a:custGeom>
              <a:avLst/>
              <a:gdLst>
                <a:gd name="connsiteX0" fmla="*/ 104432 w 110497"/>
                <a:gd name="connsiteY0" fmla="*/ 7312 h 7233"/>
                <a:gd name="connsiteX1" fmla="*/ 110762 w 110497"/>
                <a:gd name="connsiteY1" fmla="*/ 3695 h 7233"/>
                <a:gd name="connsiteX2" fmla="*/ 104432 w 110497"/>
                <a:gd name="connsiteY2" fmla="*/ 78 h 7233"/>
                <a:gd name="connsiteX3" fmla="*/ 6594 w 110497"/>
                <a:gd name="connsiteY3" fmla="*/ 78 h 7233"/>
                <a:gd name="connsiteX4" fmla="*/ 265 w 110497"/>
                <a:gd name="connsiteY4" fmla="*/ 3695 h 7233"/>
                <a:gd name="connsiteX5" fmla="*/ 6594 w 110497"/>
                <a:gd name="connsiteY5" fmla="*/ 7312 h 7233"/>
                <a:gd name="connsiteX6" fmla="*/ 104432 w 110497"/>
                <a:gd name="connsiteY6" fmla="*/ 7312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97" h="7233">
                  <a:moveTo>
                    <a:pt x="104432" y="7312"/>
                  </a:moveTo>
                  <a:cubicBezTo>
                    <a:pt x="107507" y="7312"/>
                    <a:pt x="110762" y="7312"/>
                    <a:pt x="110762" y="3695"/>
                  </a:cubicBezTo>
                  <a:cubicBezTo>
                    <a:pt x="110762" y="78"/>
                    <a:pt x="107507" y="78"/>
                    <a:pt x="104432" y="78"/>
                  </a:cubicBezTo>
                  <a:lnTo>
                    <a:pt x="6594" y="78"/>
                  </a:lnTo>
                  <a:cubicBezTo>
                    <a:pt x="3520" y="78"/>
                    <a:pt x="265" y="78"/>
                    <a:pt x="265" y="3695"/>
                  </a:cubicBezTo>
                  <a:cubicBezTo>
                    <a:pt x="265" y="7312"/>
                    <a:pt x="3520" y="7312"/>
                    <a:pt x="6594" y="7312"/>
                  </a:cubicBezTo>
                  <a:lnTo>
                    <a:pt x="104432" y="73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7" name="Freeform: Shape 1326">
              <a:extLst>
                <a:ext uri="{FF2B5EF4-FFF2-40B4-BE49-F238E27FC236}">
                  <a16:creationId xmlns:a16="http://schemas.microsoft.com/office/drawing/2014/main" id="{A6882466-D9F2-6C0B-7298-69E406575EB9}"/>
                </a:ext>
              </a:extLst>
            </p:cNvPr>
            <p:cNvSpPr/>
            <p:nvPr>
              <p:custDataLst>
                <p:tags r:id="rId25"/>
              </p:custDataLst>
            </p:nvPr>
          </p:nvSpPr>
          <p:spPr>
            <a:xfrm>
              <a:off x="12267516" y="6347298"/>
              <a:ext cx="115560" cy="162039"/>
            </a:xfrm>
            <a:custGeom>
              <a:avLst/>
              <a:gdLst>
                <a:gd name="connsiteX0" fmla="*/ 998 w 115560"/>
                <a:gd name="connsiteY0" fmla="*/ 156692 h 162039"/>
                <a:gd name="connsiteX1" fmla="*/ 275 w 115560"/>
                <a:gd name="connsiteY1" fmla="*/ 159585 h 162039"/>
                <a:gd name="connsiteX2" fmla="*/ 4615 w 115560"/>
                <a:gd name="connsiteY2" fmla="*/ 162117 h 162039"/>
                <a:gd name="connsiteX3" fmla="*/ 9317 w 115560"/>
                <a:gd name="connsiteY3" fmla="*/ 157958 h 162039"/>
                <a:gd name="connsiteX4" fmla="*/ 20891 w 115560"/>
                <a:gd name="connsiteY4" fmla="*/ 111299 h 162039"/>
                <a:gd name="connsiteX5" fmla="*/ 56880 w 115560"/>
                <a:gd name="connsiteY5" fmla="*/ 129203 h 162039"/>
                <a:gd name="connsiteX6" fmla="*/ 113485 w 115560"/>
                <a:gd name="connsiteY6" fmla="*/ 77843 h 162039"/>
                <a:gd name="connsiteX7" fmla="*/ 101910 w 115560"/>
                <a:gd name="connsiteY7" fmla="*/ 53790 h 162039"/>
                <a:gd name="connsiteX8" fmla="*/ 115836 w 115560"/>
                <a:gd name="connsiteY8" fmla="*/ 24131 h 162039"/>
                <a:gd name="connsiteX9" fmla="*/ 87624 w 115560"/>
                <a:gd name="connsiteY9" fmla="*/ 78 h 162039"/>
                <a:gd name="connsiteX10" fmla="*/ 28487 w 115560"/>
                <a:gd name="connsiteY10" fmla="*/ 46375 h 162039"/>
                <a:gd name="connsiteX11" fmla="*/ 998 w 115560"/>
                <a:gd name="connsiteY11" fmla="*/ 156692 h 162039"/>
                <a:gd name="connsiteX12" fmla="*/ 82922 w 115560"/>
                <a:gd name="connsiteY12" fmla="*/ 54513 h 162039"/>
                <a:gd name="connsiteX13" fmla="*/ 71528 w 115560"/>
                <a:gd name="connsiteY13" fmla="*/ 57588 h 162039"/>
                <a:gd name="connsiteX14" fmla="*/ 62848 w 115560"/>
                <a:gd name="connsiteY14" fmla="*/ 56141 h 162039"/>
                <a:gd name="connsiteX15" fmla="*/ 74060 w 115560"/>
                <a:gd name="connsiteY15" fmla="*/ 53247 h 162039"/>
                <a:gd name="connsiteX16" fmla="*/ 82922 w 115560"/>
                <a:gd name="connsiteY16" fmla="*/ 54513 h 162039"/>
                <a:gd name="connsiteX17" fmla="*/ 89070 w 115560"/>
                <a:gd name="connsiteY17" fmla="*/ 48184 h 162039"/>
                <a:gd name="connsiteX18" fmla="*/ 74603 w 115560"/>
                <a:gd name="connsiteY18" fmla="*/ 46737 h 162039"/>
                <a:gd name="connsiteX19" fmla="*/ 54167 w 115560"/>
                <a:gd name="connsiteY19" fmla="*/ 56503 h 162039"/>
                <a:gd name="connsiteX20" fmla="*/ 71347 w 115560"/>
                <a:gd name="connsiteY20" fmla="*/ 64098 h 162039"/>
                <a:gd name="connsiteX21" fmla="*/ 90698 w 115560"/>
                <a:gd name="connsiteY21" fmla="*/ 60662 h 162039"/>
                <a:gd name="connsiteX22" fmla="*/ 92687 w 115560"/>
                <a:gd name="connsiteY22" fmla="*/ 70066 h 162039"/>
                <a:gd name="connsiteX23" fmla="*/ 82379 w 115560"/>
                <a:gd name="connsiteY23" fmla="*/ 107863 h 162039"/>
                <a:gd name="connsiteX24" fmla="*/ 56518 w 115560"/>
                <a:gd name="connsiteY24" fmla="*/ 122693 h 162039"/>
                <a:gd name="connsiteX25" fmla="*/ 25593 w 115560"/>
                <a:gd name="connsiteY25" fmla="*/ 96289 h 162039"/>
                <a:gd name="connsiteX26" fmla="*/ 26859 w 115560"/>
                <a:gd name="connsiteY26" fmla="*/ 87066 h 162039"/>
                <a:gd name="connsiteX27" fmla="*/ 37529 w 115560"/>
                <a:gd name="connsiteY27" fmla="*/ 44747 h 162039"/>
                <a:gd name="connsiteX28" fmla="*/ 86719 w 115560"/>
                <a:gd name="connsiteY28" fmla="*/ 6589 h 162039"/>
                <a:gd name="connsiteX29" fmla="*/ 97389 w 115560"/>
                <a:gd name="connsiteY29" fmla="*/ 16897 h 162039"/>
                <a:gd name="connsiteX30" fmla="*/ 89070 w 115560"/>
                <a:gd name="connsiteY30" fmla="*/ 48184 h 16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5560" h="162039">
                  <a:moveTo>
                    <a:pt x="998" y="156692"/>
                  </a:moveTo>
                  <a:cubicBezTo>
                    <a:pt x="817" y="157054"/>
                    <a:pt x="275" y="159405"/>
                    <a:pt x="275" y="159585"/>
                  </a:cubicBezTo>
                  <a:cubicBezTo>
                    <a:pt x="275" y="162117"/>
                    <a:pt x="2987" y="162117"/>
                    <a:pt x="4615" y="162117"/>
                  </a:cubicBezTo>
                  <a:cubicBezTo>
                    <a:pt x="8232" y="162117"/>
                    <a:pt x="8232" y="161756"/>
                    <a:pt x="9317" y="157958"/>
                  </a:cubicBezTo>
                  <a:cubicBezTo>
                    <a:pt x="9860" y="155064"/>
                    <a:pt x="20710" y="111661"/>
                    <a:pt x="20891" y="111299"/>
                  </a:cubicBezTo>
                  <a:cubicBezTo>
                    <a:pt x="28487" y="123959"/>
                    <a:pt x="42412" y="129203"/>
                    <a:pt x="56880" y="129203"/>
                  </a:cubicBezTo>
                  <a:cubicBezTo>
                    <a:pt x="93230" y="129203"/>
                    <a:pt x="113485" y="101534"/>
                    <a:pt x="113485" y="77843"/>
                  </a:cubicBezTo>
                  <a:cubicBezTo>
                    <a:pt x="113485" y="65183"/>
                    <a:pt x="107878" y="58311"/>
                    <a:pt x="101910" y="53790"/>
                  </a:cubicBezTo>
                  <a:cubicBezTo>
                    <a:pt x="108421" y="48364"/>
                    <a:pt x="115836" y="36609"/>
                    <a:pt x="115836" y="24131"/>
                  </a:cubicBezTo>
                  <a:cubicBezTo>
                    <a:pt x="115836" y="8759"/>
                    <a:pt x="104623" y="78"/>
                    <a:pt x="87624" y="78"/>
                  </a:cubicBezTo>
                  <a:cubicBezTo>
                    <a:pt x="61763" y="78"/>
                    <a:pt x="34997" y="20152"/>
                    <a:pt x="28487" y="46375"/>
                  </a:cubicBezTo>
                  <a:lnTo>
                    <a:pt x="998" y="156692"/>
                  </a:lnTo>
                  <a:close/>
                  <a:moveTo>
                    <a:pt x="82922" y="54513"/>
                  </a:moveTo>
                  <a:cubicBezTo>
                    <a:pt x="78581" y="57588"/>
                    <a:pt x="74060" y="57588"/>
                    <a:pt x="71528" y="57588"/>
                  </a:cubicBezTo>
                  <a:cubicBezTo>
                    <a:pt x="70805" y="57588"/>
                    <a:pt x="62848" y="57588"/>
                    <a:pt x="62848" y="56141"/>
                  </a:cubicBezTo>
                  <a:cubicBezTo>
                    <a:pt x="62848" y="53247"/>
                    <a:pt x="71709" y="53247"/>
                    <a:pt x="74060" y="53247"/>
                  </a:cubicBezTo>
                  <a:cubicBezTo>
                    <a:pt x="77315" y="53247"/>
                    <a:pt x="79485" y="53247"/>
                    <a:pt x="82922" y="54513"/>
                  </a:cubicBezTo>
                  <a:close/>
                  <a:moveTo>
                    <a:pt x="89070" y="48184"/>
                  </a:moveTo>
                  <a:cubicBezTo>
                    <a:pt x="83102" y="46737"/>
                    <a:pt x="78039" y="46737"/>
                    <a:pt x="74603" y="46737"/>
                  </a:cubicBezTo>
                  <a:cubicBezTo>
                    <a:pt x="68816" y="46737"/>
                    <a:pt x="54167" y="46737"/>
                    <a:pt x="54167" y="56503"/>
                  </a:cubicBezTo>
                  <a:cubicBezTo>
                    <a:pt x="54167" y="64098"/>
                    <a:pt x="65018" y="64098"/>
                    <a:pt x="71347" y="64098"/>
                  </a:cubicBezTo>
                  <a:cubicBezTo>
                    <a:pt x="74422" y="64098"/>
                    <a:pt x="82560" y="64098"/>
                    <a:pt x="90698" y="60662"/>
                  </a:cubicBezTo>
                  <a:cubicBezTo>
                    <a:pt x="92145" y="63375"/>
                    <a:pt x="92687" y="66992"/>
                    <a:pt x="92687" y="70066"/>
                  </a:cubicBezTo>
                  <a:cubicBezTo>
                    <a:pt x="92687" y="76577"/>
                    <a:pt x="87985" y="98459"/>
                    <a:pt x="82379" y="107863"/>
                  </a:cubicBezTo>
                  <a:cubicBezTo>
                    <a:pt x="76773" y="116725"/>
                    <a:pt x="67911" y="122693"/>
                    <a:pt x="56518" y="122693"/>
                  </a:cubicBezTo>
                  <a:cubicBezTo>
                    <a:pt x="39699" y="122693"/>
                    <a:pt x="25593" y="112565"/>
                    <a:pt x="25593" y="96289"/>
                  </a:cubicBezTo>
                  <a:cubicBezTo>
                    <a:pt x="25593" y="92672"/>
                    <a:pt x="26497" y="88874"/>
                    <a:pt x="26859" y="87066"/>
                  </a:cubicBezTo>
                  <a:cubicBezTo>
                    <a:pt x="29572" y="76396"/>
                    <a:pt x="35359" y="52705"/>
                    <a:pt x="37529" y="44747"/>
                  </a:cubicBezTo>
                  <a:cubicBezTo>
                    <a:pt x="43316" y="25035"/>
                    <a:pt x="65199" y="6589"/>
                    <a:pt x="86719" y="6589"/>
                  </a:cubicBezTo>
                  <a:cubicBezTo>
                    <a:pt x="93411" y="6589"/>
                    <a:pt x="97389" y="9844"/>
                    <a:pt x="97389" y="16897"/>
                  </a:cubicBezTo>
                  <a:cubicBezTo>
                    <a:pt x="97389" y="22503"/>
                    <a:pt x="93049" y="41131"/>
                    <a:pt x="89070" y="4818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8" name="Freeform: Shape 1327">
              <a:extLst>
                <a:ext uri="{FF2B5EF4-FFF2-40B4-BE49-F238E27FC236}">
                  <a16:creationId xmlns:a16="http://schemas.microsoft.com/office/drawing/2014/main" id="{B526720A-2341-C6A8-1D71-13AE72D79A93}"/>
                </a:ext>
              </a:extLst>
            </p:cNvPr>
            <p:cNvSpPr/>
            <p:nvPr>
              <p:custDataLst>
                <p:tags r:id="rId26"/>
              </p:custDataLst>
            </p:nvPr>
          </p:nvSpPr>
          <p:spPr>
            <a:xfrm>
              <a:off x="12399832" y="6305517"/>
              <a:ext cx="93551" cy="87855"/>
            </a:xfrm>
            <a:custGeom>
              <a:avLst/>
              <a:gdLst>
                <a:gd name="connsiteX0" fmla="*/ 50159 w 93551"/>
                <a:gd name="connsiteY0" fmla="*/ 6277 h 87855"/>
                <a:gd name="connsiteX1" fmla="*/ 88770 w 93551"/>
                <a:gd name="connsiteY1" fmla="*/ 6277 h 87855"/>
                <a:gd name="connsiteX2" fmla="*/ 93833 w 93551"/>
                <a:gd name="connsiteY2" fmla="*/ 3239 h 87855"/>
                <a:gd name="connsiteX3" fmla="*/ 88770 w 93551"/>
                <a:gd name="connsiteY3" fmla="*/ 74 h 87855"/>
                <a:gd name="connsiteX4" fmla="*/ 5345 w 93551"/>
                <a:gd name="connsiteY4" fmla="*/ 74 h 87855"/>
                <a:gd name="connsiteX5" fmla="*/ 282 w 93551"/>
                <a:gd name="connsiteY5" fmla="*/ 3112 h 87855"/>
                <a:gd name="connsiteX6" fmla="*/ 5345 w 93551"/>
                <a:gd name="connsiteY6" fmla="*/ 6277 h 87855"/>
                <a:gd name="connsiteX7" fmla="*/ 43956 w 93551"/>
                <a:gd name="connsiteY7" fmla="*/ 6277 h 87855"/>
                <a:gd name="connsiteX8" fmla="*/ 43956 w 93551"/>
                <a:gd name="connsiteY8" fmla="*/ 82992 h 87855"/>
                <a:gd name="connsiteX9" fmla="*/ 47121 w 93551"/>
                <a:gd name="connsiteY9" fmla="*/ 87929 h 87855"/>
                <a:gd name="connsiteX10" fmla="*/ 50159 w 93551"/>
                <a:gd name="connsiteY10" fmla="*/ 82992 h 87855"/>
                <a:gd name="connsiteX11" fmla="*/ 50159 w 93551"/>
                <a:gd name="connsiteY11" fmla="*/ 6277 h 8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551" h="87855">
                  <a:moveTo>
                    <a:pt x="50159" y="6277"/>
                  </a:moveTo>
                  <a:lnTo>
                    <a:pt x="88770" y="6277"/>
                  </a:lnTo>
                  <a:cubicBezTo>
                    <a:pt x="90795" y="6277"/>
                    <a:pt x="93833" y="6277"/>
                    <a:pt x="93833" y="3239"/>
                  </a:cubicBezTo>
                  <a:cubicBezTo>
                    <a:pt x="93833" y="74"/>
                    <a:pt x="90922" y="74"/>
                    <a:pt x="88770" y="74"/>
                  </a:cubicBezTo>
                  <a:lnTo>
                    <a:pt x="5345" y="74"/>
                  </a:lnTo>
                  <a:cubicBezTo>
                    <a:pt x="3446" y="74"/>
                    <a:pt x="282" y="74"/>
                    <a:pt x="282" y="3112"/>
                  </a:cubicBezTo>
                  <a:cubicBezTo>
                    <a:pt x="282" y="6277"/>
                    <a:pt x="3193" y="6277"/>
                    <a:pt x="5345" y="6277"/>
                  </a:cubicBezTo>
                  <a:lnTo>
                    <a:pt x="43956" y="6277"/>
                  </a:lnTo>
                  <a:lnTo>
                    <a:pt x="43956" y="82992"/>
                  </a:lnTo>
                  <a:cubicBezTo>
                    <a:pt x="43956" y="85018"/>
                    <a:pt x="43956" y="87929"/>
                    <a:pt x="47121" y="87929"/>
                  </a:cubicBezTo>
                  <a:cubicBezTo>
                    <a:pt x="50159" y="87929"/>
                    <a:pt x="50159" y="84891"/>
                    <a:pt x="50159" y="82992"/>
                  </a:cubicBezTo>
                  <a:lnTo>
                    <a:pt x="50159" y="627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29" name="Freeform: Shape 1328">
              <a:extLst>
                <a:ext uri="{FF2B5EF4-FFF2-40B4-BE49-F238E27FC236}">
                  <a16:creationId xmlns:a16="http://schemas.microsoft.com/office/drawing/2014/main" id="{6DF9684B-68A5-A2CE-48B4-6EDB340F4889}"/>
                </a:ext>
              </a:extLst>
            </p:cNvPr>
            <p:cNvSpPr/>
            <p:nvPr>
              <p:custDataLst>
                <p:tags r:id="rId27"/>
              </p:custDataLst>
            </p:nvPr>
          </p:nvSpPr>
          <p:spPr>
            <a:xfrm>
              <a:off x="12516134" y="6393956"/>
              <a:ext cx="101816" cy="80296"/>
            </a:xfrm>
            <a:custGeom>
              <a:avLst/>
              <a:gdLst>
                <a:gd name="connsiteX0" fmla="*/ 58883 w 101816"/>
                <a:gd name="connsiteY0" fmla="*/ 35886 h 80296"/>
                <a:gd name="connsiteX1" fmla="*/ 80042 w 101816"/>
                <a:gd name="connsiteY1" fmla="*/ 12376 h 80296"/>
                <a:gd name="connsiteX2" fmla="*/ 98488 w 101816"/>
                <a:gd name="connsiteY2" fmla="*/ 8578 h 80296"/>
                <a:gd name="connsiteX3" fmla="*/ 98488 w 101816"/>
                <a:gd name="connsiteY3" fmla="*/ 78 h 80296"/>
                <a:gd name="connsiteX4" fmla="*/ 81850 w 101816"/>
                <a:gd name="connsiteY4" fmla="*/ 621 h 80296"/>
                <a:gd name="connsiteX5" fmla="*/ 63223 w 101816"/>
                <a:gd name="connsiteY5" fmla="*/ 78 h 80296"/>
                <a:gd name="connsiteX6" fmla="*/ 63223 w 101816"/>
                <a:gd name="connsiteY6" fmla="*/ 8578 h 80296"/>
                <a:gd name="connsiteX7" fmla="*/ 70095 w 101816"/>
                <a:gd name="connsiteY7" fmla="*/ 10206 h 80296"/>
                <a:gd name="connsiteX8" fmla="*/ 68648 w 101816"/>
                <a:gd name="connsiteY8" fmla="*/ 12376 h 80296"/>
                <a:gd name="connsiteX9" fmla="*/ 53457 w 101816"/>
                <a:gd name="connsiteY9" fmla="*/ 29375 h 80296"/>
                <a:gd name="connsiteX10" fmla="*/ 35734 w 101816"/>
                <a:gd name="connsiteY10" fmla="*/ 8578 h 80296"/>
                <a:gd name="connsiteX11" fmla="*/ 42968 w 101816"/>
                <a:gd name="connsiteY11" fmla="*/ 8578 h 80296"/>
                <a:gd name="connsiteX12" fmla="*/ 42968 w 101816"/>
                <a:gd name="connsiteY12" fmla="*/ 78 h 80296"/>
                <a:gd name="connsiteX13" fmla="*/ 21086 w 101816"/>
                <a:gd name="connsiteY13" fmla="*/ 621 h 80296"/>
                <a:gd name="connsiteX14" fmla="*/ 1193 w 101816"/>
                <a:gd name="connsiteY14" fmla="*/ 78 h 80296"/>
                <a:gd name="connsiteX15" fmla="*/ 1193 w 101816"/>
                <a:gd name="connsiteY15" fmla="*/ 8578 h 80296"/>
                <a:gd name="connsiteX16" fmla="*/ 14033 w 101816"/>
                <a:gd name="connsiteY16" fmla="*/ 8578 h 80296"/>
                <a:gd name="connsiteX17" fmla="*/ 42245 w 101816"/>
                <a:gd name="connsiteY17" fmla="*/ 41854 h 80296"/>
                <a:gd name="connsiteX18" fmla="*/ 18554 w 101816"/>
                <a:gd name="connsiteY18" fmla="*/ 68438 h 80296"/>
                <a:gd name="connsiteX19" fmla="*/ 288 w 101816"/>
                <a:gd name="connsiteY19" fmla="*/ 71875 h 80296"/>
                <a:gd name="connsiteX20" fmla="*/ 288 w 101816"/>
                <a:gd name="connsiteY20" fmla="*/ 80374 h 80296"/>
                <a:gd name="connsiteX21" fmla="*/ 16926 w 101816"/>
                <a:gd name="connsiteY21" fmla="*/ 79832 h 80296"/>
                <a:gd name="connsiteX22" fmla="*/ 35553 w 101816"/>
                <a:gd name="connsiteY22" fmla="*/ 80374 h 80296"/>
                <a:gd name="connsiteX23" fmla="*/ 35553 w 101816"/>
                <a:gd name="connsiteY23" fmla="*/ 71875 h 80296"/>
                <a:gd name="connsiteX24" fmla="*/ 28862 w 101816"/>
                <a:gd name="connsiteY24" fmla="*/ 69885 h 80296"/>
                <a:gd name="connsiteX25" fmla="*/ 30128 w 101816"/>
                <a:gd name="connsiteY25" fmla="*/ 68077 h 80296"/>
                <a:gd name="connsiteX26" fmla="*/ 47670 w 101816"/>
                <a:gd name="connsiteY26" fmla="*/ 48364 h 80296"/>
                <a:gd name="connsiteX27" fmla="*/ 67563 w 101816"/>
                <a:gd name="connsiteY27" fmla="*/ 71875 h 80296"/>
                <a:gd name="connsiteX28" fmla="*/ 60510 w 101816"/>
                <a:gd name="connsiteY28" fmla="*/ 71875 h 80296"/>
                <a:gd name="connsiteX29" fmla="*/ 60510 w 101816"/>
                <a:gd name="connsiteY29" fmla="*/ 80374 h 80296"/>
                <a:gd name="connsiteX30" fmla="*/ 82212 w 101816"/>
                <a:gd name="connsiteY30" fmla="*/ 79832 h 80296"/>
                <a:gd name="connsiteX31" fmla="*/ 102105 w 101816"/>
                <a:gd name="connsiteY31" fmla="*/ 80374 h 80296"/>
                <a:gd name="connsiteX32" fmla="*/ 102105 w 101816"/>
                <a:gd name="connsiteY32" fmla="*/ 71875 h 80296"/>
                <a:gd name="connsiteX33" fmla="*/ 89265 w 101816"/>
                <a:gd name="connsiteY33" fmla="*/ 71875 h 80296"/>
                <a:gd name="connsiteX34" fmla="*/ 58883 w 101816"/>
                <a:gd name="connsiteY34" fmla="*/ 35886 h 8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1816" h="80296">
                  <a:moveTo>
                    <a:pt x="58883" y="35886"/>
                  </a:moveTo>
                  <a:lnTo>
                    <a:pt x="80042" y="12376"/>
                  </a:lnTo>
                  <a:cubicBezTo>
                    <a:pt x="82393" y="9844"/>
                    <a:pt x="83478" y="8578"/>
                    <a:pt x="98488" y="8578"/>
                  </a:cubicBezTo>
                  <a:lnTo>
                    <a:pt x="98488" y="78"/>
                  </a:lnTo>
                  <a:cubicBezTo>
                    <a:pt x="92158" y="440"/>
                    <a:pt x="82754" y="621"/>
                    <a:pt x="81850" y="621"/>
                  </a:cubicBezTo>
                  <a:cubicBezTo>
                    <a:pt x="77329" y="621"/>
                    <a:pt x="68287" y="259"/>
                    <a:pt x="63223" y="78"/>
                  </a:cubicBezTo>
                  <a:lnTo>
                    <a:pt x="63223" y="8578"/>
                  </a:lnTo>
                  <a:cubicBezTo>
                    <a:pt x="65755" y="8578"/>
                    <a:pt x="67925" y="8940"/>
                    <a:pt x="70095" y="10206"/>
                  </a:cubicBezTo>
                  <a:cubicBezTo>
                    <a:pt x="69372" y="11291"/>
                    <a:pt x="69372" y="11652"/>
                    <a:pt x="68648" y="12376"/>
                  </a:cubicBezTo>
                  <a:lnTo>
                    <a:pt x="53457" y="29375"/>
                  </a:lnTo>
                  <a:lnTo>
                    <a:pt x="35734" y="8578"/>
                  </a:lnTo>
                  <a:lnTo>
                    <a:pt x="42968" y="8578"/>
                  </a:lnTo>
                  <a:lnTo>
                    <a:pt x="42968" y="78"/>
                  </a:lnTo>
                  <a:cubicBezTo>
                    <a:pt x="38266" y="259"/>
                    <a:pt x="26873" y="621"/>
                    <a:pt x="21086" y="621"/>
                  </a:cubicBezTo>
                  <a:cubicBezTo>
                    <a:pt x="15299" y="621"/>
                    <a:pt x="7161" y="259"/>
                    <a:pt x="1193" y="78"/>
                  </a:cubicBezTo>
                  <a:lnTo>
                    <a:pt x="1193" y="8578"/>
                  </a:lnTo>
                  <a:lnTo>
                    <a:pt x="14033" y="8578"/>
                  </a:lnTo>
                  <a:lnTo>
                    <a:pt x="42245" y="41854"/>
                  </a:lnTo>
                  <a:lnTo>
                    <a:pt x="18554" y="68438"/>
                  </a:lnTo>
                  <a:cubicBezTo>
                    <a:pt x="15479" y="71875"/>
                    <a:pt x="8969" y="71875"/>
                    <a:pt x="288" y="71875"/>
                  </a:cubicBezTo>
                  <a:lnTo>
                    <a:pt x="288" y="80374"/>
                  </a:lnTo>
                  <a:cubicBezTo>
                    <a:pt x="6618" y="80013"/>
                    <a:pt x="16022" y="79832"/>
                    <a:pt x="16926" y="79832"/>
                  </a:cubicBezTo>
                  <a:cubicBezTo>
                    <a:pt x="21447" y="79832"/>
                    <a:pt x="31936" y="80194"/>
                    <a:pt x="35553" y="80374"/>
                  </a:cubicBezTo>
                  <a:lnTo>
                    <a:pt x="35553" y="71875"/>
                  </a:lnTo>
                  <a:cubicBezTo>
                    <a:pt x="32298" y="71875"/>
                    <a:pt x="28862" y="70970"/>
                    <a:pt x="28862" y="69885"/>
                  </a:cubicBezTo>
                  <a:cubicBezTo>
                    <a:pt x="28862" y="69704"/>
                    <a:pt x="28862" y="69524"/>
                    <a:pt x="30128" y="68077"/>
                  </a:cubicBezTo>
                  <a:lnTo>
                    <a:pt x="47670" y="48364"/>
                  </a:lnTo>
                  <a:lnTo>
                    <a:pt x="67563" y="71875"/>
                  </a:lnTo>
                  <a:lnTo>
                    <a:pt x="60510" y="71875"/>
                  </a:lnTo>
                  <a:lnTo>
                    <a:pt x="60510" y="80374"/>
                  </a:lnTo>
                  <a:cubicBezTo>
                    <a:pt x="65212" y="80194"/>
                    <a:pt x="76244" y="79832"/>
                    <a:pt x="82212" y="79832"/>
                  </a:cubicBezTo>
                  <a:cubicBezTo>
                    <a:pt x="87999" y="79832"/>
                    <a:pt x="96137" y="80194"/>
                    <a:pt x="102105" y="80374"/>
                  </a:cubicBezTo>
                  <a:lnTo>
                    <a:pt x="102105" y="71875"/>
                  </a:lnTo>
                  <a:lnTo>
                    <a:pt x="89265" y="71875"/>
                  </a:lnTo>
                  <a:lnTo>
                    <a:pt x="58883" y="3588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330" name="Freeform: Shape 1329">
              <a:extLst>
                <a:ext uri="{FF2B5EF4-FFF2-40B4-BE49-F238E27FC236}">
                  <a16:creationId xmlns:a16="http://schemas.microsoft.com/office/drawing/2014/main" id="{69D68E57-A89A-21A2-1B01-24C195D07EAD}"/>
                </a:ext>
              </a:extLst>
            </p:cNvPr>
            <p:cNvSpPr/>
            <p:nvPr>
              <p:custDataLst>
                <p:tags r:id="rId28"/>
              </p:custDataLst>
            </p:nvPr>
          </p:nvSpPr>
          <p:spPr>
            <a:xfrm>
              <a:off x="12627869" y="6445552"/>
              <a:ext cx="77347" cy="57093"/>
            </a:xfrm>
            <a:custGeom>
              <a:avLst/>
              <a:gdLst>
                <a:gd name="connsiteX0" fmla="*/ 9789 w 77347"/>
                <a:gd name="connsiteY0" fmla="*/ 47932 h 57093"/>
                <a:gd name="connsiteX1" fmla="*/ 8523 w 77347"/>
                <a:gd name="connsiteY1" fmla="*/ 53122 h 57093"/>
                <a:gd name="connsiteX2" fmla="*/ 12827 w 77347"/>
                <a:gd name="connsiteY2" fmla="*/ 57173 h 57093"/>
                <a:gd name="connsiteX3" fmla="*/ 17764 w 77347"/>
                <a:gd name="connsiteY3" fmla="*/ 54388 h 57093"/>
                <a:gd name="connsiteX4" fmla="*/ 20043 w 77347"/>
                <a:gd name="connsiteY4" fmla="*/ 46539 h 57093"/>
                <a:gd name="connsiteX5" fmla="*/ 22828 w 77347"/>
                <a:gd name="connsiteY5" fmla="*/ 35146 h 57093"/>
                <a:gd name="connsiteX6" fmla="*/ 24980 w 77347"/>
                <a:gd name="connsiteY6" fmla="*/ 26664 h 57093"/>
                <a:gd name="connsiteX7" fmla="*/ 30297 w 77347"/>
                <a:gd name="connsiteY7" fmla="*/ 15271 h 57093"/>
                <a:gd name="connsiteX8" fmla="*/ 49286 w 77347"/>
                <a:gd name="connsiteY8" fmla="*/ 3624 h 57093"/>
                <a:gd name="connsiteX9" fmla="*/ 56755 w 77347"/>
                <a:gd name="connsiteY9" fmla="*/ 12486 h 57093"/>
                <a:gd name="connsiteX10" fmla="*/ 49286 w 77347"/>
                <a:gd name="connsiteY10" fmla="*/ 39450 h 57093"/>
                <a:gd name="connsiteX11" fmla="*/ 47387 w 77347"/>
                <a:gd name="connsiteY11" fmla="*/ 46286 h 57093"/>
                <a:gd name="connsiteX12" fmla="*/ 59413 w 77347"/>
                <a:gd name="connsiteY12" fmla="*/ 57173 h 57093"/>
                <a:gd name="connsiteX13" fmla="*/ 77642 w 77347"/>
                <a:gd name="connsiteY13" fmla="*/ 37804 h 57093"/>
                <a:gd name="connsiteX14" fmla="*/ 75617 w 77347"/>
                <a:gd name="connsiteY14" fmla="*/ 36159 h 57093"/>
                <a:gd name="connsiteX15" fmla="*/ 73212 w 77347"/>
                <a:gd name="connsiteY15" fmla="*/ 38311 h 57093"/>
                <a:gd name="connsiteX16" fmla="*/ 59793 w 77347"/>
                <a:gd name="connsiteY16" fmla="*/ 53629 h 57093"/>
                <a:gd name="connsiteX17" fmla="*/ 56628 w 77347"/>
                <a:gd name="connsiteY17" fmla="*/ 49198 h 57093"/>
                <a:gd name="connsiteX18" fmla="*/ 59540 w 77347"/>
                <a:gd name="connsiteY18" fmla="*/ 38944 h 57093"/>
                <a:gd name="connsiteX19" fmla="*/ 66249 w 77347"/>
                <a:gd name="connsiteY19" fmla="*/ 14511 h 57093"/>
                <a:gd name="connsiteX20" fmla="*/ 49792 w 77347"/>
                <a:gd name="connsiteY20" fmla="*/ 80 h 57093"/>
                <a:gd name="connsiteX21" fmla="*/ 28398 w 77347"/>
                <a:gd name="connsiteY21" fmla="*/ 11600 h 57093"/>
                <a:gd name="connsiteX22" fmla="*/ 14853 w 77347"/>
                <a:gd name="connsiteY22" fmla="*/ 80 h 57093"/>
                <a:gd name="connsiteX23" fmla="*/ 4852 w 77347"/>
                <a:gd name="connsiteY23" fmla="*/ 6916 h 57093"/>
                <a:gd name="connsiteX24" fmla="*/ 294 w 77347"/>
                <a:gd name="connsiteY24" fmla="*/ 19448 h 57093"/>
                <a:gd name="connsiteX25" fmla="*/ 2447 w 77347"/>
                <a:gd name="connsiteY25" fmla="*/ 21094 h 57093"/>
                <a:gd name="connsiteX26" fmla="*/ 5232 w 77347"/>
                <a:gd name="connsiteY26" fmla="*/ 17296 h 57093"/>
                <a:gd name="connsiteX27" fmla="*/ 14473 w 77347"/>
                <a:gd name="connsiteY27" fmla="*/ 3624 h 57093"/>
                <a:gd name="connsiteX28" fmla="*/ 18650 w 77347"/>
                <a:gd name="connsiteY28" fmla="*/ 9827 h 57093"/>
                <a:gd name="connsiteX29" fmla="*/ 16625 w 77347"/>
                <a:gd name="connsiteY29" fmla="*/ 20335 h 57093"/>
                <a:gd name="connsiteX30" fmla="*/ 13840 w 77347"/>
                <a:gd name="connsiteY30" fmla="*/ 31728 h 57093"/>
                <a:gd name="connsiteX31" fmla="*/ 9789 w 77347"/>
                <a:gd name="connsiteY31" fmla="*/ 47932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789" y="47932"/>
                  </a:moveTo>
                  <a:cubicBezTo>
                    <a:pt x="9282" y="49578"/>
                    <a:pt x="8523" y="52742"/>
                    <a:pt x="8523" y="53122"/>
                  </a:cubicBezTo>
                  <a:cubicBezTo>
                    <a:pt x="8523" y="55907"/>
                    <a:pt x="10802" y="57173"/>
                    <a:pt x="12827" y="57173"/>
                  </a:cubicBezTo>
                  <a:cubicBezTo>
                    <a:pt x="15106" y="57173"/>
                    <a:pt x="17131" y="55527"/>
                    <a:pt x="17764" y="54388"/>
                  </a:cubicBezTo>
                  <a:cubicBezTo>
                    <a:pt x="18397" y="53249"/>
                    <a:pt x="19410" y="49198"/>
                    <a:pt x="20043" y="46539"/>
                  </a:cubicBezTo>
                  <a:cubicBezTo>
                    <a:pt x="20676" y="44134"/>
                    <a:pt x="22068" y="38311"/>
                    <a:pt x="22828" y="35146"/>
                  </a:cubicBezTo>
                  <a:cubicBezTo>
                    <a:pt x="23587" y="32361"/>
                    <a:pt x="24347" y="29576"/>
                    <a:pt x="24980" y="26664"/>
                  </a:cubicBezTo>
                  <a:cubicBezTo>
                    <a:pt x="26372" y="21474"/>
                    <a:pt x="26626" y="20461"/>
                    <a:pt x="30297" y="15271"/>
                  </a:cubicBezTo>
                  <a:cubicBezTo>
                    <a:pt x="33841" y="10207"/>
                    <a:pt x="39791" y="3624"/>
                    <a:pt x="49286" y="3624"/>
                  </a:cubicBezTo>
                  <a:cubicBezTo>
                    <a:pt x="56628" y="3624"/>
                    <a:pt x="56755" y="10081"/>
                    <a:pt x="56755" y="12486"/>
                  </a:cubicBezTo>
                  <a:cubicBezTo>
                    <a:pt x="56755" y="20081"/>
                    <a:pt x="51311" y="34133"/>
                    <a:pt x="49286" y="39450"/>
                  </a:cubicBezTo>
                  <a:cubicBezTo>
                    <a:pt x="47893" y="42995"/>
                    <a:pt x="47387" y="44134"/>
                    <a:pt x="47387" y="46286"/>
                  </a:cubicBezTo>
                  <a:cubicBezTo>
                    <a:pt x="47387" y="52996"/>
                    <a:pt x="52957" y="57173"/>
                    <a:pt x="59413" y="57173"/>
                  </a:cubicBezTo>
                  <a:cubicBezTo>
                    <a:pt x="72072" y="57173"/>
                    <a:pt x="77642" y="39703"/>
                    <a:pt x="77642" y="37804"/>
                  </a:cubicBezTo>
                  <a:cubicBezTo>
                    <a:pt x="77642" y="36159"/>
                    <a:pt x="75997" y="36159"/>
                    <a:pt x="75617" y="36159"/>
                  </a:cubicBezTo>
                  <a:cubicBezTo>
                    <a:pt x="73845" y="36159"/>
                    <a:pt x="73718" y="36918"/>
                    <a:pt x="73212" y="38311"/>
                  </a:cubicBezTo>
                  <a:cubicBezTo>
                    <a:pt x="70300" y="48438"/>
                    <a:pt x="64857" y="53629"/>
                    <a:pt x="59793" y="53629"/>
                  </a:cubicBezTo>
                  <a:cubicBezTo>
                    <a:pt x="57134" y="53629"/>
                    <a:pt x="56628" y="51856"/>
                    <a:pt x="56628" y="49198"/>
                  </a:cubicBezTo>
                  <a:cubicBezTo>
                    <a:pt x="56628" y="46286"/>
                    <a:pt x="57261" y="44640"/>
                    <a:pt x="59540" y="38944"/>
                  </a:cubicBezTo>
                  <a:cubicBezTo>
                    <a:pt x="61059" y="35019"/>
                    <a:pt x="66249" y="21601"/>
                    <a:pt x="66249" y="14511"/>
                  </a:cubicBezTo>
                  <a:cubicBezTo>
                    <a:pt x="66249" y="2232"/>
                    <a:pt x="56501" y="80"/>
                    <a:pt x="49792" y="80"/>
                  </a:cubicBezTo>
                  <a:cubicBezTo>
                    <a:pt x="39285" y="80"/>
                    <a:pt x="32196" y="6536"/>
                    <a:pt x="28398" y="11600"/>
                  </a:cubicBezTo>
                  <a:cubicBezTo>
                    <a:pt x="27512" y="2865"/>
                    <a:pt x="20043" y="80"/>
                    <a:pt x="14853" y="80"/>
                  </a:cubicBezTo>
                  <a:cubicBezTo>
                    <a:pt x="9409" y="80"/>
                    <a:pt x="6497" y="4004"/>
                    <a:pt x="4852" y="6916"/>
                  </a:cubicBezTo>
                  <a:cubicBezTo>
                    <a:pt x="2067" y="11600"/>
                    <a:pt x="294" y="18815"/>
                    <a:pt x="294" y="19448"/>
                  </a:cubicBezTo>
                  <a:cubicBezTo>
                    <a:pt x="294" y="21094"/>
                    <a:pt x="2067" y="21094"/>
                    <a:pt x="2447" y="21094"/>
                  </a:cubicBezTo>
                  <a:cubicBezTo>
                    <a:pt x="4219" y="21094"/>
                    <a:pt x="4345" y="20714"/>
                    <a:pt x="5232" y="17296"/>
                  </a:cubicBezTo>
                  <a:cubicBezTo>
                    <a:pt x="7130" y="9827"/>
                    <a:pt x="9536" y="3624"/>
                    <a:pt x="14473" y="3624"/>
                  </a:cubicBezTo>
                  <a:cubicBezTo>
                    <a:pt x="17764" y="3624"/>
                    <a:pt x="18650" y="6409"/>
                    <a:pt x="18650" y="9827"/>
                  </a:cubicBezTo>
                  <a:cubicBezTo>
                    <a:pt x="18650" y="12233"/>
                    <a:pt x="17511" y="16917"/>
                    <a:pt x="16625" y="20335"/>
                  </a:cubicBezTo>
                  <a:cubicBezTo>
                    <a:pt x="15739" y="23753"/>
                    <a:pt x="14473" y="28943"/>
                    <a:pt x="13840" y="31728"/>
                  </a:cubicBezTo>
                  <a:lnTo>
                    <a:pt x="9789" y="479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mc:AlternateContent xmlns:mc="http://schemas.openxmlformats.org/markup-compatibility/2006" xmlns:a14="http://schemas.microsoft.com/office/drawing/2010/main">
        <mc:Choice Requires="a14">
          <p:sp>
            <p:nvSpPr>
              <p:cNvPr id="271" name="TextBox 270">
                <a:extLst>
                  <a:ext uri="{FF2B5EF4-FFF2-40B4-BE49-F238E27FC236}">
                    <a16:creationId xmlns:a16="http://schemas.microsoft.com/office/drawing/2014/main" id="{23755949-73BE-4C6C-B7FC-AD6D3F140B98}"/>
                  </a:ext>
                </a:extLst>
              </p:cNvPr>
              <p:cNvSpPr txBox="1"/>
              <p:nvPr/>
            </p:nvSpPr>
            <p:spPr>
              <a:xfrm>
                <a:off x="923236" y="4062233"/>
                <a:ext cx="4375355" cy="661207"/>
              </a:xfrm>
              <a:prstGeom prst="rect">
                <a:avLst/>
              </a:prstGeom>
              <a:noFill/>
            </p:spPr>
            <p:txBody>
              <a:bodyPr wrap="square">
                <a:spAutoFit/>
              </a:bodyPr>
              <a:lstStyle>
                <a:defPPr>
                  <a:defRPr lang="en-US"/>
                </a:defPPr>
                <a:lvl1pPr>
                  <a:defRPr sz="1200">
                    <a:solidFill>
                      <a:prstClr val="black"/>
                    </a:solidFill>
                    <a:latin typeface="Aptos" panose="020B0004020202020204"/>
                  </a:defRPr>
                </a:lvl1pPr>
              </a:lstStyle>
              <a:p>
                <a:r>
                  <a:rPr lang="en-US"/>
                  <a:t>In other words, the coefficient vector β is constant for all levels </a:t>
                </a:r>
                <a14:m>
                  <m:oMath xmlns:m="http://schemas.openxmlformats.org/officeDocument/2006/math">
                    <m:r>
                      <a:rPr lang="en-GB" i="1" dirty="0" smtClean="0">
                        <a:latin typeface="Cambria Math" panose="02040503050406030204" pitchFamily="18" charset="0"/>
                      </a:rPr>
                      <m:t>𝑗</m:t>
                    </m:r>
                    <m:r>
                      <a:rPr lang="en-GB" i="1" dirty="0" smtClean="0">
                        <a:latin typeface="Cambria Math" panose="02040503050406030204" pitchFamily="18" charset="0"/>
                      </a:rPr>
                      <m:t> = 1, 2, …, </m:t>
                    </m:r>
                    <m:r>
                      <a:rPr lang="en-GB" i="1" dirty="0" smtClean="0">
                        <a:latin typeface="Cambria Math" panose="02040503050406030204" pitchFamily="18" charset="0"/>
                      </a:rPr>
                      <m:t>𝑀</m:t>
                    </m:r>
                    <m:r>
                      <a:rPr lang="en-GB" i="1" dirty="0" smtClean="0">
                        <a:latin typeface="Cambria Math" panose="02040503050406030204" pitchFamily="18" charset="0"/>
                      </a:rPr>
                      <m:t>−1</m:t>
                    </m:r>
                  </m:oMath>
                </a14:m>
                <a:r>
                  <a:rPr lang="en-GB"/>
                  <a:t>. </a:t>
                </a:r>
                <a:r>
                  <a:rPr lang="en-US"/>
                  <a:t>he only term that varies across categories is the intercept (cut‑point)</a:t>
                </a:r>
                <a:r>
                  <a:rPr lang="en-GB"/>
                  <a:t> </a:t>
                </a:r>
                <a14:m>
                  <m:oMath xmlns:m="http://schemas.openxmlformats.org/officeDocument/2006/math">
                    <m:sSub>
                      <m:sSubPr>
                        <m:ctrlPr>
                          <a:rPr lang="en-GB" i="1" dirty="0" smtClean="0">
                            <a:latin typeface="Cambria Math" panose="02040503050406030204" pitchFamily="18" charset="0"/>
                          </a:rPr>
                        </m:ctrlPr>
                      </m:sSubPr>
                      <m:e>
                        <m:r>
                          <a:rPr lang="en-GB" i="1" dirty="0" smtClean="0">
                            <a:latin typeface="Cambria Math" panose="02040503050406030204" pitchFamily="18" charset="0"/>
                          </a:rPr>
                          <m:t>𝜇</m:t>
                        </m:r>
                      </m:e>
                      <m:sub>
                        <m:r>
                          <a:rPr lang="en-GB" i="1" dirty="0" smtClean="0">
                            <a:latin typeface="Cambria Math" panose="02040503050406030204" pitchFamily="18" charset="0"/>
                          </a:rPr>
                          <m:t>𝑗</m:t>
                        </m:r>
                      </m:sub>
                    </m:sSub>
                  </m:oMath>
                </a14:m>
                <a:r>
                  <a:rPr lang="en-GB"/>
                  <a:t>.</a:t>
                </a:r>
                <a:endParaRPr lang="en-GB" noProof="0"/>
              </a:p>
            </p:txBody>
          </p:sp>
        </mc:Choice>
        <mc:Fallback xmlns="">
          <p:sp>
            <p:nvSpPr>
              <p:cNvPr id="271" name="TextBox 270">
                <a:extLst>
                  <a:ext uri="{FF2B5EF4-FFF2-40B4-BE49-F238E27FC236}">
                    <a16:creationId xmlns:a16="http://schemas.microsoft.com/office/drawing/2014/main" id="{23755949-73BE-4C6C-B7FC-AD6D3F140B98}"/>
                  </a:ext>
                </a:extLst>
              </p:cNvPr>
              <p:cNvSpPr txBox="1">
                <a:spLocks noRot="1" noChangeAspect="1" noMove="1" noResize="1" noEditPoints="1" noAdjustHandles="1" noChangeArrowheads="1" noChangeShapeType="1" noTextEdit="1"/>
              </p:cNvSpPr>
              <p:nvPr/>
            </p:nvSpPr>
            <p:spPr>
              <a:xfrm>
                <a:off x="923236" y="4062233"/>
                <a:ext cx="4375355" cy="661207"/>
              </a:xfrm>
              <a:prstGeom prst="rect">
                <a:avLst/>
              </a:prstGeom>
              <a:blipFill>
                <a:blip r:embed="rId32"/>
                <a:stretch>
                  <a:fillRect b="-4587"/>
                </a:stretch>
              </a:blipFill>
            </p:spPr>
            <p:txBody>
              <a:bodyPr/>
              <a:lstStyle/>
              <a:p>
                <a:r>
                  <a:rPr lang="en-US">
                    <a:noFill/>
                  </a:rPr>
                  <a:t> </a:t>
                </a:r>
              </a:p>
            </p:txBody>
          </p:sp>
        </mc:Fallback>
      </mc:AlternateContent>
      <p:sp>
        <p:nvSpPr>
          <p:cNvPr id="496" name="Freeform: Shape 495">
            <a:extLst>
              <a:ext uri="{FF2B5EF4-FFF2-40B4-BE49-F238E27FC236}">
                <a16:creationId xmlns:a16="http://schemas.microsoft.com/office/drawing/2014/main" id="{A29DB6BD-7295-4899-8C67-D2133E8D5758}"/>
              </a:ext>
            </a:extLst>
          </p:cNvPr>
          <p:cNvSpPr/>
          <p:nvPr/>
        </p:nvSpPr>
        <p:spPr>
          <a:xfrm>
            <a:off x="5994381" y="5080578"/>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7" name="Freeform: Shape 496">
            <a:extLst>
              <a:ext uri="{FF2B5EF4-FFF2-40B4-BE49-F238E27FC236}">
                <a16:creationId xmlns:a16="http://schemas.microsoft.com/office/drawing/2014/main" id="{5061D845-BF34-49B1-B924-B331C7077863}"/>
              </a:ext>
            </a:extLst>
          </p:cNvPr>
          <p:cNvSpPr/>
          <p:nvPr/>
        </p:nvSpPr>
        <p:spPr>
          <a:xfrm>
            <a:off x="5994381" y="423192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8" name="Freeform: Shape 497">
            <a:extLst>
              <a:ext uri="{FF2B5EF4-FFF2-40B4-BE49-F238E27FC236}">
                <a16:creationId xmlns:a16="http://schemas.microsoft.com/office/drawing/2014/main" id="{A92B3857-C656-4F76-ABA7-730BF8CCEAE7}"/>
              </a:ext>
            </a:extLst>
          </p:cNvPr>
          <p:cNvSpPr/>
          <p:nvPr/>
        </p:nvSpPr>
        <p:spPr>
          <a:xfrm>
            <a:off x="5994381" y="3383221"/>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9" name="Freeform: Shape 498">
            <a:extLst>
              <a:ext uri="{FF2B5EF4-FFF2-40B4-BE49-F238E27FC236}">
                <a16:creationId xmlns:a16="http://schemas.microsoft.com/office/drawing/2014/main" id="{663F4DFA-85C6-47D3-A60C-66285EF8B519}"/>
              </a:ext>
            </a:extLst>
          </p:cNvPr>
          <p:cNvSpPr/>
          <p:nvPr/>
        </p:nvSpPr>
        <p:spPr>
          <a:xfrm>
            <a:off x="5994381" y="2534566"/>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500" name="Freeform: Shape 499">
            <a:extLst>
              <a:ext uri="{FF2B5EF4-FFF2-40B4-BE49-F238E27FC236}">
                <a16:creationId xmlns:a16="http://schemas.microsoft.com/office/drawing/2014/main" id="{DABAE99D-24EF-4227-8F8C-38490304FA72}"/>
              </a:ext>
            </a:extLst>
          </p:cNvPr>
          <p:cNvSpPr/>
          <p:nvPr/>
        </p:nvSpPr>
        <p:spPr>
          <a:xfrm>
            <a:off x="6167860"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1" name="Freeform: Shape 500">
            <a:extLst>
              <a:ext uri="{FF2B5EF4-FFF2-40B4-BE49-F238E27FC236}">
                <a16:creationId xmlns:a16="http://schemas.microsoft.com/office/drawing/2014/main" id="{9F162A4B-AD9B-459D-A0BA-10DDAC1A6896}"/>
              </a:ext>
            </a:extLst>
          </p:cNvPr>
          <p:cNvSpPr/>
          <p:nvPr/>
        </p:nvSpPr>
        <p:spPr>
          <a:xfrm>
            <a:off x="7324423"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2" name="Freeform: Shape 501">
            <a:extLst>
              <a:ext uri="{FF2B5EF4-FFF2-40B4-BE49-F238E27FC236}">
                <a16:creationId xmlns:a16="http://schemas.microsoft.com/office/drawing/2014/main" id="{1FCB0983-FA11-463A-8B7E-72B5C7277D36}"/>
              </a:ext>
            </a:extLst>
          </p:cNvPr>
          <p:cNvSpPr/>
          <p:nvPr/>
        </p:nvSpPr>
        <p:spPr>
          <a:xfrm>
            <a:off x="8480994"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3" name="Freeform: Shape 502">
            <a:extLst>
              <a:ext uri="{FF2B5EF4-FFF2-40B4-BE49-F238E27FC236}">
                <a16:creationId xmlns:a16="http://schemas.microsoft.com/office/drawing/2014/main" id="{E21525BC-0B2E-4675-8C1C-77EAAD9A4DE8}"/>
              </a:ext>
            </a:extLst>
          </p:cNvPr>
          <p:cNvSpPr/>
          <p:nvPr/>
        </p:nvSpPr>
        <p:spPr>
          <a:xfrm>
            <a:off x="9637521"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4" name="Freeform: Shape 503">
            <a:extLst>
              <a:ext uri="{FF2B5EF4-FFF2-40B4-BE49-F238E27FC236}">
                <a16:creationId xmlns:a16="http://schemas.microsoft.com/office/drawing/2014/main" id="{7A4294B8-9C46-46FF-9512-47536B5CFD29}"/>
              </a:ext>
            </a:extLst>
          </p:cNvPr>
          <p:cNvSpPr/>
          <p:nvPr/>
        </p:nvSpPr>
        <p:spPr>
          <a:xfrm>
            <a:off x="5994381" y="5504909"/>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5" name="Freeform: Shape 504">
            <a:extLst>
              <a:ext uri="{FF2B5EF4-FFF2-40B4-BE49-F238E27FC236}">
                <a16:creationId xmlns:a16="http://schemas.microsoft.com/office/drawing/2014/main" id="{253DBA54-82D9-4A47-836A-F5D9A3BBA5BF}"/>
              </a:ext>
            </a:extLst>
          </p:cNvPr>
          <p:cNvSpPr/>
          <p:nvPr/>
        </p:nvSpPr>
        <p:spPr>
          <a:xfrm>
            <a:off x="5994381" y="465624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6" name="Freeform: Shape 505">
            <a:extLst>
              <a:ext uri="{FF2B5EF4-FFF2-40B4-BE49-F238E27FC236}">
                <a16:creationId xmlns:a16="http://schemas.microsoft.com/office/drawing/2014/main" id="{61EEC9D6-A273-4F73-B46C-E0E220EA3F39}"/>
              </a:ext>
            </a:extLst>
          </p:cNvPr>
          <p:cNvSpPr/>
          <p:nvPr/>
        </p:nvSpPr>
        <p:spPr>
          <a:xfrm>
            <a:off x="5994381" y="3807552"/>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7" name="Freeform: Shape 506">
            <a:extLst>
              <a:ext uri="{FF2B5EF4-FFF2-40B4-BE49-F238E27FC236}">
                <a16:creationId xmlns:a16="http://schemas.microsoft.com/office/drawing/2014/main" id="{8680C819-F448-4B39-B056-A5FDA5A14C5A}"/>
              </a:ext>
            </a:extLst>
          </p:cNvPr>
          <p:cNvSpPr/>
          <p:nvPr/>
        </p:nvSpPr>
        <p:spPr>
          <a:xfrm>
            <a:off x="5994381" y="2958890"/>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8" name="Freeform: Shape 507">
            <a:extLst>
              <a:ext uri="{FF2B5EF4-FFF2-40B4-BE49-F238E27FC236}">
                <a16:creationId xmlns:a16="http://schemas.microsoft.com/office/drawing/2014/main" id="{E2E5D65C-6177-4292-9F96-FAC7CF0D8A75}"/>
              </a:ext>
            </a:extLst>
          </p:cNvPr>
          <p:cNvSpPr/>
          <p:nvPr/>
        </p:nvSpPr>
        <p:spPr>
          <a:xfrm>
            <a:off x="5994381" y="211023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9" name="Freeform: Shape 508">
            <a:extLst>
              <a:ext uri="{FF2B5EF4-FFF2-40B4-BE49-F238E27FC236}">
                <a16:creationId xmlns:a16="http://schemas.microsoft.com/office/drawing/2014/main" id="{FAA9227C-9308-4827-85A0-A0FB80342DC8}"/>
              </a:ext>
            </a:extLst>
          </p:cNvPr>
          <p:cNvSpPr/>
          <p:nvPr/>
        </p:nvSpPr>
        <p:spPr>
          <a:xfrm>
            <a:off x="674612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10" name="Freeform: Shape 509">
            <a:extLst>
              <a:ext uri="{FF2B5EF4-FFF2-40B4-BE49-F238E27FC236}">
                <a16:creationId xmlns:a16="http://schemas.microsoft.com/office/drawing/2014/main" id="{B891107E-545C-42AC-8542-1A3BC93032B3}"/>
              </a:ext>
            </a:extLst>
          </p:cNvPr>
          <p:cNvSpPr/>
          <p:nvPr/>
        </p:nvSpPr>
        <p:spPr>
          <a:xfrm>
            <a:off x="790268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11" name="Freeform: Shape 510">
            <a:extLst>
              <a:ext uri="{FF2B5EF4-FFF2-40B4-BE49-F238E27FC236}">
                <a16:creationId xmlns:a16="http://schemas.microsoft.com/office/drawing/2014/main" id="{2130FF85-ECB7-437C-899A-8F2B02A4F99A}"/>
              </a:ext>
            </a:extLst>
          </p:cNvPr>
          <p:cNvSpPr/>
          <p:nvPr/>
        </p:nvSpPr>
        <p:spPr>
          <a:xfrm>
            <a:off x="905925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76" name="Freeform: Shape 575">
            <a:extLst>
              <a:ext uri="{FF2B5EF4-FFF2-40B4-BE49-F238E27FC236}">
                <a16:creationId xmlns:a16="http://schemas.microsoft.com/office/drawing/2014/main" id="{083C4FD8-679B-4613-A8A6-0E52C692EC13}"/>
              </a:ext>
            </a:extLst>
          </p:cNvPr>
          <p:cNvSpPr/>
          <p:nvPr/>
        </p:nvSpPr>
        <p:spPr>
          <a:xfrm>
            <a:off x="6167860" y="3094684"/>
            <a:ext cx="3469660" cy="2444159"/>
          </a:xfrm>
          <a:custGeom>
            <a:avLst/>
            <a:gdLst>
              <a:gd name="connsiteX0" fmla="*/ 0 w 3469660"/>
              <a:gd name="connsiteY0" fmla="*/ 0 h 2444159"/>
              <a:gd name="connsiteX1" fmla="*/ 28913 w 3469660"/>
              <a:gd name="connsiteY1" fmla="*/ 20407 h 2444159"/>
              <a:gd name="connsiteX2" fmla="*/ 115652 w 3469660"/>
              <a:gd name="connsiteY2" fmla="*/ 81463 h 2444159"/>
              <a:gd name="connsiteX3" fmla="*/ 144565 w 3469660"/>
              <a:gd name="connsiteY3" fmla="*/ 101859 h 2444159"/>
              <a:gd name="connsiteX4" fmla="*/ 202392 w 3469660"/>
              <a:gd name="connsiteY4" fmla="*/ 142574 h 2444159"/>
              <a:gd name="connsiteX5" fmla="*/ 231304 w 3469660"/>
              <a:gd name="connsiteY5" fmla="*/ 162970 h 2444159"/>
              <a:gd name="connsiteX6" fmla="*/ 289131 w 3469660"/>
              <a:gd name="connsiteY6" fmla="*/ 203674 h 2444159"/>
              <a:gd name="connsiteX7" fmla="*/ 318043 w 3469660"/>
              <a:gd name="connsiteY7" fmla="*/ 224069 h 2444159"/>
              <a:gd name="connsiteX8" fmla="*/ 375869 w 3469660"/>
              <a:gd name="connsiteY8" fmla="*/ 264785 h 2444159"/>
              <a:gd name="connsiteX9" fmla="*/ 404778 w 3469660"/>
              <a:gd name="connsiteY9" fmla="*/ 285180 h 2444159"/>
              <a:gd name="connsiteX10" fmla="*/ 462608 w 3469660"/>
              <a:gd name="connsiteY10" fmla="*/ 325884 h 2444159"/>
              <a:gd name="connsiteX11" fmla="*/ 491528 w 3469660"/>
              <a:gd name="connsiteY11" fmla="*/ 346280 h 2444159"/>
              <a:gd name="connsiteX12" fmla="*/ 549346 w 3469660"/>
              <a:gd name="connsiteY12" fmla="*/ 386984 h 2444159"/>
              <a:gd name="connsiteX13" fmla="*/ 578267 w 3469660"/>
              <a:gd name="connsiteY13" fmla="*/ 407391 h 2444159"/>
              <a:gd name="connsiteX14" fmla="*/ 607176 w 3469660"/>
              <a:gd name="connsiteY14" fmla="*/ 427743 h 2444159"/>
              <a:gd name="connsiteX15" fmla="*/ 636129 w 3469660"/>
              <a:gd name="connsiteY15" fmla="*/ 448095 h 2444159"/>
              <a:gd name="connsiteX16" fmla="*/ 665039 w 3469660"/>
              <a:gd name="connsiteY16" fmla="*/ 468491 h 2444159"/>
              <a:gd name="connsiteX17" fmla="*/ 722868 w 3469660"/>
              <a:gd name="connsiteY17" fmla="*/ 509195 h 2444159"/>
              <a:gd name="connsiteX18" fmla="*/ 751788 w 3469660"/>
              <a:gd name="connsiteY18" fmla="*/ 529591 h 2444159"/>
              <a:gd name="connsiteX19" fmla="*/ 809607 w 3469660"/>
              <a:gd name="connsiteY19" fmla="*/ 570306 h 2444159"/>
              <a:gd name="connsiteX20" fmla="*/ 838527 w 3469660"/>
              <a:gd name="connsiteY20" fmla="*/ 590702 h 2444159"/>
              <a:gd name="connsiteX21" fmla="*/ 896346 w 3469660"/>
              <a:gd name="connsiteY21" fmla="*/ 631406 h 2444159"/>
              <a:gd name="connsiteX22" fmla="*/ 925266 w 3469660"/>
              <a:gd name="connsiteY22" fmla="*/ 651801 h 2444159"/>
              <a:gd name="connsiteX23" fmla="*/ 1012005 w 3469660"/>
              <a:gd name="connsiteY23" fmla="*/ 712869 h 2444159"/>
              <a:gd name="connsiteX24" fmla="*/ 1040915 w 3469660"/>
              <a:gd name="connsiteY24" fmla="*/ 733264 h 2444159"/>
              <a:gd name="connsiteX25" fmla="*/ 1098744 w 3469660"/>
              <a:gd name="connsiteY25" fmla="*/ 773969 h 2444159"/>
              <a:gd name="connsiteX26" fmla="*/ 1127654 w 3469660"/>
              <a:gd name="connsiteY26" fmla="*/ 794375 h 2444159"/>
              <a:gd name="connsiteX27" fmla="*/ 1185483 w 3469660"/>
              <a:gd name="connsiteY27" fmla="*/ 835079 h 2444159"/>
              <a:gd name="connsiteX28" fmla="*/ 1214393 w 3469660"/>
              <a:gd name="connsiteY28" fmla="*/ 855475 h 2444159"/>
              <a:gd name="connsiteX29" fmla="*/ 1272222 w 3469660"/>
              <a:gd name="connsiteY29" fmla="*/ 896179 h 2444159"/>
              <a:gd name="connsiteX30" fmla="*/ 1301132 w 3469660"/>
              <a:gd name="connsiteY30" fmla="*/ 916575 h 2444159"/>
              <a:gd name="connsiteX31" fmla="*/ 1358961 w 3469660"/>
              <a:gd name="connsiteY31" fmla="*/ 957290 h 2444159"/>
              <a:gd name="connsiteX32" fmla="*/ 1387871 w 3469660"/>
              <a:gd name="connsiteY32" fmla="*/ 977686 h 2444159"/>
              <a:gd name="connsiteX33" fmla="*/ 1445700 w 3469660"/>
              <a:gd name="connsiteY33" fmla="*/ 1018390 h 2444159"/>
              <a:gd name="connsiteX34" fmla="*/ 1474610 w 3469660"/>
              <a:gd name="connsiteY34" fmla="*/ 1038786 h 2444159"/>
              <a:gd name="connsiteX35" fmla="*/ 1532439 w 3469660"/>
              <a:gd name="connsiteY35" fmla="*/ 1079501 h 2444159"/>
              <a:gd name="connsiteX36" fmla="*/ 1561349 w 3469660"/>
              <a:gd name="connsiteY36" fmla="*/ 1099897 h 2444159"/>
              <a:gd name="connsiteX37" fmla="*/ 1619178 w 3469660"/>
              <a:gd name="connsiteY37" fmla="*/ 1140601 h 2444159"/>
              <a:gd name="connsiteX38" fmla="*/ 1648088 w 3469660"/>
              <a:gd name="connsiteY38" fmla="*/ 1160996 h 2444159"/>
              <a:gd name="connsiteX39" fmla="*/ 1705917 w 3469660"/>
              <a:gd name="connsiteY39" fmla="*/ 1201712 h 2444159"/>
              <a:gd name="connsiteX40" fmla="*/ 1734827 w 3469660"/>
              <a:gd name="connsiteY40" fmla="*/ 1222107 h 2444159"/>
              <a:gd name="connsiteX41" fmla="*/ 1792656 w 3469660"/>
              <a:gd name="connsiteY41" fmla="*/ 1262812 h 2444159"/>
              <a:gd name="connsiteX42" fmla="*/ 1821566 w 3469660"/>
              <a:gd name="connsiteY42" fmla="*/ 1283207 h 2444159"/>
              <a:gd name="connsiteX43" fmla="*/ 1908305 w 3469660"/>
              <a:gd name="connsiteY43" fmla="*/ 1344274 h 2444159"/>
              <a:gd name="connsiteX44" fmla="*/ 1937225 w 3469660"/>
              <a:gd name="connsiteY44" fmla="*/ 1364670 h 2444159"/>
              <a:gd name="connsiteX45" fmla="*/ 1995044 w 3469660"/>
              <a:gd name="connsiteY45" fmla="*/ 1405374 h 2444159"/>
              <a:gd name="connsiteX46" fmla="*/ 2023964 w 3469660"/>
              <a:gd name="connsiteY46" fmla="*/ 1425770 h 2444159"/>
              <a:gd name="connsiteX47" fmla="*/ 2081783 w 3469660"/>
              <a:gd name="connsiteY47" fmla="*/ 1466485 h 2444159"/>
              <a:gd name="connsiteX48" fmla="*/ 2110703 w 3469660"/>
              <a:gd name="connsiteY48" fmla="*/ 1486881 h 2444159"/>
              <a:gd name="connsiteX49" fmla="*/ 2168522 w 3469660"/>
              <a:gd name="connsiteY49" fmla="*/ 1527585 h 2444159"/>
              <a:gd name="connsiteX50" fmla="*/ 2197442 w 3469660"/>
              <a:gd name="connsiteY50" fmla="*/ 1547981 h 2444159"/>
              <a:gd name="connsiteX51" fmla="*/ 2255261 w 3469660"/>
              <a:gd name="connsiteY51" fmla="*/ 1588696 h 2444159"/>
              <a:gd name="connsiteX52" fmla="*/ 2284181 w 3469660"/>
              <a:gd name="connsiteY52" fmla="*/ 1609091 h 2444159"/>
              <a:gd name="connsiteX53" fmla="*/ 2313134 w 3469660"/>
              <a:gd name="connsiteY53" fmla="*/ 1629444 h 2444159"/>
              <a:gd name="connsiteX54" fmla="*/ 2342043 w 3469660"/>
              <a:gd name="connsiteY54" fmla="*/ 1649796 h 2444159"/>
              <a:gd name="connsiteX55" fmla="*/ 2370963 w 3469660"/>
              <a:gd name="connsiteY55" fmla="*/ 1670192 h 2444159"/>
              <a:gd name="connsiteX56" fmla="*/ 2428782 w 3469660"/>
              <a:gd name="connsiteY56" fmla="*/ 1710906 h 2444159"/>
              <a:gd name="connsiteX57" fmla="*/ 2457702 w 3469660"/>
              <a:gd name="connsiteY57" fmla="*/ 1731302 h 2444159"/>
              <a:gd name="connsiteX58" fmla="*/ 2515521 w 3469660"/>
              <a:gd name="connsiteY58" fmla="*/ 1772006 h 2444159"/>
              <a:gd name="connsiteX59" fmla="*/ 2544441 w 3469660"/>
              <a:gd name="connsiteY59" fmla="*/ 1792402 h 2444159"/>
              <a:gd name="connsiteX60" fmla="*/ 2602260 w 3469660"/>
              <a:gd name="connsiteY60" fmla="*/ 1833117 h 2444159"/>
              <a:gd name="connsiteX61" fmla="*/ 2631180 w 3469660"/>
              <a:gd name="connsiteY61" fmla="*/ 1853513 h 2444159"/>
              <a:gd name="connsiteX62" fmla="*/ 2688999 w 3469660"/>
              <a:gd name="connsiteY62" fmla="*/ 1894217 h 2444159"/>
              <a:gd name="connsiteX63" fmla="*/ 2717919 w 3469660"/>
              <a:gd name="connsiteY63" fmla="*/ 1914613 h 2444159"/>
              <a:gd name="connsiteX64" fmla="*/ 2804658 w 3469660"/>
              <a:gd name="connsiteY64" fmla="*/ 1975680 h 2444159"/>
              <a:gd name="connsiteX65" fmla="*/ 2833568 w 3469660"/>
              <a:gd name="connsiteY65" fmla="*/ 1996076 h 2444159"/>
              <a:gd name="connsiteX66" fmla="*/ 2891397 w 3469660"/>
              <a:gd name="connsiteY66" fmla="*/ 2036780 h 2444159"/>
              <a:gd name="connsiteX67" fmla="*/ 2920307 w 3469660"/>
              <a:gd name="connsiteY67" fmla="*/ 2057176 h 2444159"/>
              <a:gd name="connsiteX68" fmla="*/ 2978136 w 3469660"/>
              <a:gd name="connsiteY68" fmla="*/ 2097891 h 2444159"/>
              <a:gd name="connsiteX69" fmla="*/ 3007046 w 3469660"/>
              <a:gd name="connsiteY69" fmla="*/ 2118286 h 2444159"/>
              <a:gd name="connsiteX70" fmla="*/ 3064875 w 3469660"/>
              <a:gd name="connsiteY70" fmla="*/ 2158991 h 2444159"/>
              <a:gd name="connsiteX71" fmla="*/ 3093785 w 3469660"/>
              <a:gd name="connsiteY71" fmla="*/ 2179387 h 2444159"/>
              <a:gd name="connsiteX72" fmla="*/ 3151614 w 3469660"/>
              <a:gd name="connsiteY72" fmla="*/ 2220101 h 2444159"/>
              <a:gd name="connsiteX73" fmla="*/ 3180524 w 3469660"/>
              <a:gd name="connsiteY73" fmla="*/ 2240497 h 2444159"/>
              <a:gd name="connsiteX74" fmla="*/ 3238353 w 3469660"/>
              <a:gd name="connsiteY74" fmla="*/ 2281201 h 2444159"/>
              <a:gd name="connsiteX75" fmla="*/ 3267263 w 3469660"/>
              <a:gd name="connsiteY75" fmla="*/ 2301597 h 2444159"/>
              <a:gd name="connsiteX76" fmla="*/ 3325092 w 3469660"/>
              <a:gd name="connsiteY76" fmla="*/ 2342312 h 2444159"/>
              <a:gd name="connsiteX77" fmla="*/ 3354002 w 3469660"/>
              <a:gd name="connsiteY77" fmla="*/ 2362708 h 2444159"/>
              <a:gd name="connsiteX78" fmla="*/ 3411831 w 3469660"/>
              <a:gd name="connsiteY78" fmla="*/ 2403412 h 2444159"/>
              <a:gd name="connsiteX79" fmla="*/ 3440741 w 3469660"/>
              <a:gd name="connsiteY79" fmla="*/ 2423808 h 2444159"/>
              <a:gd name="connsiteX80" fmla="*/ 3469661 w 3469660"/>
              <a:gd name="connsiteY80" fmla="*/ 2444160 h 244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469660" h="2444159">
                <a:moveTo>
                  <a:pt x="0" y="0"/>
                </a:moveTo>
                <a:lnTo>
                  <a:pt x="28913" y="20407"/>
                </a:lnTo>
                <a:lnTo>
                  <a:pt x="115652" y="81463"/>
                </a:lnTo>
                <a:lnTo>
                  <a:pt x="144565" y="101859"/>
                </a:lnTo>
                <a:lnTo>
                  <a:pt x="202392" y="142574"/>
                </a:lnTo>
                <a:lnTo>
                  <a:pt x="231304" y="162970"/>
                </a:lnTo>
                <a:lnTo>
                  <a:pt x="289131" y="203674"/>
                </a:lnTo>
                <a:lnTo>
                  <a:pt x="318043" y="224069"/>
                </a:lnTo>
                <a:lnTo>
                  <a:pt x="375869" y="264785"/>
                </a:lnTo>
                <a:lnTo>
                  <a:pt x="404778" y="285180"/>
                </a:lnTo>
                <a:lnTo>
                  <a:pt x="462608" y="325884"/>
                </a:lnTo>
                <a:lnTo>
                  <a:pt x="491528" y="346280"/>
                </a:lnTo>
                <a:lnTo>
                  <a:pt x="549346" y="386984"/>
                </a:lnTo>
                <a:lnTo>
                  <a:pt x="578267" y="407391"/>
                </a:lnTo>
                <a:lnTo>
                  <a:pt x="607176" y="427743"/>
                </a:lnTo>
                <a:lnTo>
                  <a:pt x="636129" y="448095"/>
                </a:lnTo>
                <a:lnTo>
                  <a:pt x="665039" y="468491"/>
                </a:lnTo>
                <a:lnTo>
                  <a:pt x="722868" y="509195"/>
                </a:lnTo>
                <a:lnTo>
                  <a:pt x="751788" y="529591"/>
                </a:lnTo>
                <a:lnTo>
                  <a:pt x="809607" y="570306"/>
                </a:lnTo>
                <a:lnTo>
                  <a:pt x="838527" y="590702"/>
                </a:lnTo>
                <a:lnTo>
                  <a:pt x="896346" y="631406"/>
                </a:lnTo>
                <a:lnTo>
                  <a:pt x="925266" y="651801"/>
                </a:lnTo>
                <a:lnTo>
                  <a:pt x="1012005" y="712869"/>
                </a:lnTo>
                <a:lnTo>
                  <a:pt x="1040915" y="733264"/>
                </a:lnTo>
                <a:lnTo>
                  <a:pt x="1098744" y="773969"/>
                </a:lnTo>
                <a:lnTo>
                  <a:pt x="1127654" y="794375"/>
                </a:lnTo>
                <a:lnTo>
                  <a:pt x="1185483" y="835079"/>
                </a:lnTo>
                <a:lnTo>
                  <a:pt x="1214393" y="855475"/>
                </a:lnTo>
                <a:lnTo>
                  <a:pt x="1272222" y="896179"/>
                </a:lnTo>
                <a:lnTo>
                  <a:pt x="1301132" y="916575"/>
                </a:lnTo>
                <a:lnTo>
                  <a:pt x="1358961" y="957290"/>
                </a:lnTo>
                <a:lnTo>
                  <a:pt x="1387871" y="977686"/>
                </a:lnTo>
                <a:lnTo>
                  <a:pt x="1445700" y="1018390"/>
                </a:lnTo>
                <a:lnTo>
                  <a:pt x="1474610" y="1038786"/>
                </a:lnTo>
                <a:lnTo>
                  <a:pt x="1532439" y="1079501"/>
                </a:lnTo>
                <a:lnTo>
                  <a:pt x="1561349" y="1099897"/>
                </a:lnTo>
                <a:lnTo>
                  <a:pt x="1619178" y="1140601"/>
                </a:lnTo>
                <a:lnTo>
                  <a:pt x="1648088" y="1160996"/>
                </a:lnTo>
                <a:lnTo>
                  <a:pt x="1705917" y="1201712"/>
                </a:lnTo>
                <a:lnTo>
                  <a:pt x="1734827" y="1222107"/>
                </a:lnTo>
                <a:lnTo>
                  <a:pt x="1792656" y="1262812"/>
                </a:lnTo>
                <a:lnTo>
                  <a:pt x="1821566" y="1283207"/>
                </a:lnTo>
                <a:lnTo>
                  <a:pt x="1908305" y="1344274"/>
                </a:lnTo>
                <a:lnTo>
                  <a:pt x="1937225" y="1364670"/>
                </a:lnTo>
                <a:lnTo>
                  <a:pt x="1995044" y="1405374"/>
                </a:lnTo>
                <a:lnTo>
                  <a:pt x="2023964" y="1425770"/>
                </a:lnTo>
                <a:lnTo>
                  <a:pt x="2081783" y="1466485"/>
                </a:lnTo>
                <a:lnTo>
                  <a:pt x="2110703" y="1486881"/>
                </a:lnTo>
                <a:lnTo>
                  <a:pt x="2168522" y="1527585"/>
                </a:lnTo>
                <a:lnTo>
                  <a:pt x="2197442" y="1547981"/>
                </a:lnTo>
                <a:lnTo>
                  <a:pt x="2255261" y="1588696"/>
                </a:lnTo>
                <a:lnTo>
                  <a:pt x="2284181" y="1609091"/>
                </a:lnTo>
                <a:lnTo>
                  <a:pt x="2313134" y="1629444"/>
                </a:lnTo>
                <a:lnTo>
                  <a:pt x="2342043" y="1649796"/>
                </a:lnTo>
                <a:lnTo>
                  <a:pt x="2370963" y="1670192"/>
                </a:lnTo>
                <a:lnTo>
                  <a:pt x="2428782" y="1710906"/>
                </a:lnTo>
                <a:lnTo>
                  <a:pt x="2457702" y="1731302"/>
                </a:lnTo>
                <a:lnTo>
                  <a:pt x="2515521" y="1772006"/>
                </a:lnTo>
                <a:lnTo>
                  <a:pt x="2544441" y="1792402"/>
                </a:lnTo>
                <a:lnTo>
                  <a:pt x="2602260" y="1833117"/>
                </a:lnTo>
                <a:lnTo>
                  <a:pt x="2631180" y="1853513"/>
                </a:lnTo>
                <a:lnTo>
                  <a:pt x="2688999" y="1894217"/>
                </a:lnTo>
                <a:lnTo>
                  <a:pt x="2717919" y="1914613"/>
                </a:lnTo>
                <a:lnTo>
                  <a:pt x="2804658" y="1975680"/>
                </a:lnTo>
                <a:lnTo>
                  <a:pt x="2833568" y="1996076"/>
                </a:lnTo>
                <a:lnTo>
                  <a:pt x="2891397" y="2036780"/>
                </a:lnTo>
                <a:lnTo>
                  <a:pt x="2920307" y="2057176"/>
                </a:lnTo>
                <a:lnTo>
                  <a:pt x="2978136" y="2097891"/>
                </a:lnTo>
                <a:lnTo>
                  <a:pt x="3007046" y="2118286"/>
                </a:lnTo>
                <a:lnTo>
                  <a:pt x="3064875" y="2158991"/>
                </a:lnTo>
                <a:lnTo>
                  <a:pt x="3093785" y="2179387"/>
                </a:lnTo>
                <a:lnTo>
                  <a:pt x="3151614" y="2220101"/>
                </a:lnTo>
                <a:lnTo>
                  <a:pt x="3180524" y="2240497"/>
                </a:lnTo>
                <a:lnTo>
                  <a:pt x="3238353" y="2281201"/>
                </a:lnTo>
                <a:lnTo>
                  <a:pt x="3267263" y="2301597"/>
                </a:lnTo>
                <a:lnTo>
                  <a:pt x="3325092" y="2342312"/>
                </a:lnTo>
                <a:lnTo>
                  <a:pt x="3354002" y="2362708"/>
                </a:lnTo>
                <a:lnTo>
                  <a:pt x="3411831" y="2403412"/>
                </a:lnTo>
                <a:lnTo>
                  <a:pt x="3440741" y="2423808"/>
                </a:lnTo>
                <a:lnTo>
                  <a:pt x="3469661" y="2444160"/>
                </a:lnTo>
              </a:path>
            </a:pathLst>
          </a:custGeom>
          <a:noFill/>
          <a:ln w="27876" cap="flat">
            <a:solidFill>
              <a:srgbClr val="4B8BBE"/>
            </a:solidFill>
            <a:prstDash val="solid"/>
            <a:round/>
          </a:ln>
        </p:spPr>
        <p:txBody>
          <a:bodyPr rtlCol="0" anchor="ctr"/>
          <a:lstStyle/>
          <a:p>
            <a:endParaRPr lang="en-GB"/>
          </a:p>
        </p:txBody>
      </p:sp>
      <p:sp>
        <p:nvSpPr>
          <p:cNvPr id="577" name="Freeform: Shape 576">
            <a:extLst>
              <a:ext uri="{FF2B5EF4-FFF2-40B4-BE49-F238E27FC236}">
                <a16:creationId xmlns:a16="http://schemas.microsoft.com/office/drawing/2014/main" id="{10DD1C42-9801-44B0-AF86-9537FE030D59}"/>
              </a:ext>
            </a:extLst>
          </p:cNvPr>
          <p:cNvSpPr/>
          <p:nvPr/>
        </p:nvSpPr>
        <p:spPr>
          <a:xfrm>
            <a:off x="6167860" y="2246032"/>
            <a:ext cx="3469660" cy="2444160"/>
          </a:xfrm>
          <a:custGeom>
            <a:avLst/>
            <a:gdLst>
              <a:gd name="connsiteX0" fmla="*/ 0 w 3469660"/>
              <a:gd name="connsiteY0" fmla="*/ 0 h 2444160"/>
              <a:gd name="connsiteX1" fmla="*/ 28913 w 3469660"/>
              <a:gd name="connsiteY1" fmla="*/ 20354 h 2444160"/>
              <a:gd name="connsiteX2" fmla="*/ 57825 w 3469660"/>
              <a:gd name="connsiteY2" fmla="*/ 40751 h 2444160"/>
              <a:gd name="connsiteX3" fmla="*/ 115652 w 3469660"/>
              <a:gd name="connsiteY3" fmla="*/ 81459 h 2444160"/>
              <a:gd name="connsiteX4" fmla="*/ 144565 w 3469660"/>
              <a:gd name="connsiteY4" fmla="*/ 101855 h 2444160"/>
              <a:gd name="connsiteX5" fmla="*/ 202392 w 3469660"/>
              <a:gd name="connsiteY5" fmla="*/ 142564 h 2444160"/>
              <a:gd name="connsiteX6" fmla="*/ 231304 w 3469660"/>
              <a:gd name="connsiteY6" fmla="*/ 162961 h 2444160"/>
              <a:gd name="connsiteX7" fmla="*/ 289131 w 3469660"/>
              <a:gd name="connsiteY7" fmla="*/ 203669 h 2444160"/>
              <a:gd name="connsiteX8" fmla="*/ 318043 w 3469660"/>
              <a:gd name="connsiteY8" fmla="*/ 224066 h 2444160"/>
              <a:gd name="connsiteX9" fmla="*/ 375869 w 3469660"/>
              <a:gd name="connsiteY9" fmla="*/ 264774 h 2444160"/>
              <a:gd name="connsiteX10" fmla="*/ 404778 w 3469660"/>
              <a:gd name="connsiteY10" fmla="*/ 285170 h 2444160"/>
              <a:gd name="connsiteX11" fmla="*/ 462608 w 3469660"/>
              <a:gd name="connsiteY11" fmla="*/ 325879 h 2444160"/>
              <a:gd name="connsiteX12" fmla="*/ 491528 w 3469660"/>
              <a:gd name="connsiteY12" fmla="*/ 346276 h 2444160"/>
              <a:gd name="connsiteX13" fmla="*/ 549346 w 3469660"/>
              <a:gd name="connsiteY13" fmla="*/ 386985 h 2444160"/>
              <a:gd name="connsiteX14" fmla="*/ 578267 w 3469660"/>
              <a:gd name="connsiteY14" fmla="*/ 407381 h 2444160"/>
              <a:gd name="connsiteX15" fmla="*/ 607176 w 3469660"/>
              <a:gd name="connsiteY15" fmla="*/ 427733 h 2444160"/>
              <a:gd name="connsiteX16" fmla="*/ 636129 w 3469660"/>
              <a:gd name="connsiteY16" fmla="*/ 448085 h 2444160"/>
              <a:gd name="connsiteX17" fmla="*/ 665039 w 3469660"/>
              <a:gd name="connsiteY17" fmla="*/ 468448 h 2444160"/>
              <a:gd name="connsiteX18" fmla="*/ 693959 w 3469660"/>
              <a:gd name="connsiteY18" fmla="*/ 488844 h 2444160"/>
              <a:gd name="connsiteX19" fmla="*/ 751788 w 3469660"/>
              <a:gd name="connsiteY19" fmla="*/ 529548 h 2444160"/>
              <a:gd name="connsiteX20" fmla="*/ 780698 w 3469660"/>
              <a:gd name="connsiteY20" fmla="*/ 549944 h 2444160"/>
              <a:gd name="connsiteX21" fmla="*/ 838527 w 3469660"/>
              <a:gd name="connsiteY21" fmla="*/ 590648 h 2444160"/>
              <a:gd name="connsiteX22" fmla="*/ 867437 w 3469660"/>
              <a:gd name="connsiteY22" fmla="*/ 611055 h 2444160"/>
              <a:gd name="connsiteX23" fmla="*/ 925266 w 3469660"/>
              <a:gd name="connsiteY23" fmla="*/ 651759 h 2444160"/>
              <a:gd name="connsiteX24" fmla="*/ 954176 w 3469660"/>
              <a:gd name="connsiteY24" fmla="*/ 672155 h 2444160"/>
              <a:gd name="connsiteX25" fmla="*/ 1012005 w 3469660"/>
              <a:gd name="connsiteY25" fmla="*/ 712859 h 2444160"/>
              <a:gd name="connsiteX26" fmla="*/ 1040915 w 3469660"/>
              <a:gd name="connsiteY26" fmla="*/ 733265 h 2444160"/>
              <a:gd name="connsiteX27" fmla="*/ 1098744 w 3469660"/>
              <a:gd name="connsiteY27" fmla="*/ 773970 h 2444160"/>
              <a:gd name="connsiteX28" fmla="*/ 1127654 w 3469660"/>
              <a:gd name="connsiteY28" fmla="*/ 794365 h 2444160"/>
              <a:gd name="connsiteX29" fmla="*/ 1185483 w 3469660"/>
              <a:gd name="connsiteY29" fmla="*/ 835069 h 2444160"/>
              <a:gd name="connsiteX30" fmla="*/ 1214393 w 3469660"/>
              <a:gd name="connsiteY30" fmla="*/ 855465 h 2444160"/>
              <a:gd name="connsiteX31" fmla="*/ 1272222 w 3469660"/>
              <a:gd name="connsiteY31" fmla="*/ 896180 h 2444160"/>
              <a:gd name="connsiteX32" fmla="*/ 1301132 w 3469660"/>
              <a:gd name="connsiteY32" fmla="*/ 916576 h 2444160"/>
              <a:gd name="connsiteX33" fmla="*/ 1358961 w 3469660"/>
              <a:gd name="connsiteY33" fmla="*/ 957280 h 2444160"/>
              <a:gd name="connsiteX34" fmla="*/ 1387871 w 3469660"/>
              <a:gd name="connsiteY34" fmla="*/ 977676 h 2444160"/>
              <a:gd name="connsiteX35" fmla="*/ 1445700 w 3469660"/>
              <a:gd name="connsiteY35" fmla="*/ 1018391 h 2444160"/>
              <a:gd name="connsiteX36" fmla="*/ 1474610 w 3469660"/>
              <a:gd name="connsiteY36" fmla="*/ 1038787 h 2444160"/>
              <a:gd name="connsiteX37" fmla="*/ 1561349 w 3469660"/>
              <a:gd name="connsiteY37" fmla="*/ 1099843 h 2444160"/>
              <a:gd name="connsiteX38" fmla="*/ 1590258 w 3469660"/>
              <a:gd name="connsiteY38" fmla="*/ 1120250 h 2444160"/>
              <a:gd name="connsiteX39" fmla="*/ 1648088 w 3469660"/>
              <a:gd name="connsiteY39" fmla="*/ 1160954 h 2444160"/>
              <a:gd name="connsiteX40" fmla="*/ 1677008 w 3469660"/>
              <a:gd name="connsiteY40" fmla="*/ 1181350 h 2444160"/>
              <a:gd name="connsiteX41" fmla="*/ 1734827 w 3469660"/>
              <a:gd name="connsiteY41" fmla="*/ 1222054 h 2444160"/>
              <a:gd name="connsiteX42" fmla="*/ 1763747 w 3469660"/>
              <a:gd name="connsiteY42" fmla="*/ 1242449 h 2444160"/>
              <a:gd name="connsiteX43" fmla="*/ 1821566 w 3469660"/>
              <a:gd name="connsiteY43" fmla="*/ 1283165 h 2444160"/>
              <a:gd name="connsiteX44" fmla="*/ 1850486 w 3469660"/>
              <a:gd name="connsiteY44" fmla="*/ 1303560 h 2444160"/>
              <a:gd name="connsiteX45" fmla="*/ 1908305 w 3469660"/>
              <a:gd name="connsiteY45" fmla="*/ 1344265 h 2444160"/>
              <a:gd name="connsiteX46" fmla="*/ 1937225 w 3469660"/>
              <a:gd name="connsiteY46" fmla="*/ 1364660 h 2444160"/>
              <a:gd name="connsiteX47" fmla="*/ 1995044 w 3469660"/>
              <a:gd name="connsiteY47" fmla="*/ 1405375 h 2444160"/>
              <a:gd name="connsiteX48" fmla="*/ 2023964 w 3469660"/>
              <a:gd name="connsiteY48" fmla="*/ 1425771 h 2444160"/>
              <a:gd name="connsiteX49" fmla="*/ 2081783 w 3469660"/>
              <a:gd name="connsiteY49" fmla="*/ 1466475 h 2444160"/>
              <a:gd name="connsiteX50" fmla="*/ 2110703 w 3469660"/>
              <a:gd name="connsiteY50" fmla="*/ 1486871 h 2444160"/>
              <a:gd name="connsiteX51" fmla="*/ 2168522 w 3469660"/>
              <a:gd name="connsiteY51" fmla="*/ 1527586 h 2444160"/>
              <a:gd name="connsiteX52" fmla="*/ 2197442 w 3469660"/>
              <a:gd name="connsiteY52" fmla="*/ 1547982 h 2444160"/>
              <a:gd name="connsiteX53" fmla="*/ 2255261 w 3469660"/>
              <a:gd name="connsiteY53" fmla="*/ 1588686 h 2444160"/>
              <a:gd name="connsiteX54" fmla="*/ 2284181 w 3469660"/>
              <a:gd name="connsiteY54" fmla="*/ 1609082 h 2444160"/>
              <a:gd name="connsiteX55" fmla="*/ 2313134 w 3469660"/>
              <a:gd name="connsiteY55" fmla="*/ 1629434 h 2444160"/>
              <a:gd name="connsiteX56" fmla="*/ 2342043 w 3469660"/>
              <a:gd name="connsiteY56" fmla="*/ 1649797 h 2444160"/>
              <a:gd name="connsiteX57" fmla="*/ 2370963 w 3469660"/>
              <a:gd name="connsiteY57" fmla="*/ 1670192 h 2444160"/>
              <a:gd name="connsiteX58" fmla="*/ 2428782 w 3469660"/>
              <a:gd name="connsiteY58" fmla="*/ 1710897 h 2444160"/>
              <a:gd name="connsiteX59" fmla="*/ 2457702 w 3469660"/>
              <a:gd name="connsiteY59" fmla="*/ 1731292 h 2444160"/>
              <a:gd name="connsiteX60" fmla="*/ 2544441 w 3469660"/>
              <a:gd name="connsiteY60" fmla="*/ 1792360 h 2444160"/>
              <a:gd name="connsiteX61" fmla="*/ 2573351 w 3469660"/>
              <a:gd name="connsiteY61" fmla="*/ 1812755 h 2444160"/>
              <a:gd name="connsiteX62" fmla="*/ 2631180 w 3469660"/>
              <a:gd name="connsiteY62" fmla="*/ 1853460 h 2444160"/>
              <a:gd name="connsiteX63" fmla="*/ 2660090 w 3469660"/>
              <a:gd name="connsiteY63" fmla="*/ 1873855 h 2444160"/>
              <a:gd name="connsiteX64" fmla="*/ 2717919 w 3469660"/>
              <a:gd name="connsiteY64" fmla="*/ 1914570 h 2444160"/>
              <a:gd name="connsiteX65" fmla="*/ 2746829 w 3469660"/>
              <a:gd name="connsiteY65" fmla="*/ 1934966 h 2444160"/>
              <a:gd name="connsiteX66" fmla="*/ 2804658 w 3469660"/>
              <a:gd name="connsiteY66" fmla="*/ 1975670 h 2444160"/>
              <a:gd name="connsiteX67" fmla="*/ 2833568 w 3469660"/>
              <a:gd name="connsiteY67" fmla="*/ 1996066 h 2444160"/>
              <a:gd name="connsiteX68" fmla="*/ 2891397 w 3469660"/>
              <a:gd name="connsiteY68" fmla="*/ 2036781 h 2444160"/>
              <a:gd name="connsiteX69" fmla="*/ 2920307 w 3469660"/>
              <a:gd name="connsiteY69" fmla="*/ 2057177 h 2444160"/>
              <a:gd name="connsiteX70" fmla="*/ 2978136 w 3469660"/>
              <a:gd name="connsiteY70" fmla="*/ 2097881 h 2444160"/>
              <a:gd name="connsiteX71" fmla="*/ 3007046 w 3469660"/>
              <a:gd name="connsiteY71" fmla="*/ 2118277 h 2444160"/>
              <a:gd name="connsiteX72" fmla="*/ 3064875 w 3469660"/>
              <a:gd name="connsiteY72" fmla="*/ 2158992 h 2444160"/>
              <a:gd name="connsiteX73" fmla="*/ 3093785 w 3469660"/>
              <a:gd name="connsiteY73" fmla="*/ 2179387 h 2444160"/>
              <a:gd name="connsiteX74" fmla="*/ 3151614 w 3469660"/>
              <a:gd name="connsiteY74" fmla="*/ 2220092 h 2444160"/>
              <a:gd name="connsiteX75" fmla="*/ 3180524 w 3469660"/>
              <a:gd name="connsiteY75" fmla="*/ 2240487 h 2444160"/>
              <a:gd name="connsiteX76" fmla="*/ 3238353 w 3469660"/>
              <a:gd name="connsiteY76" fmla="*/ 2281202 h 2444160"/>
              <a:gd name="connsiteX77" fmla="*/ 3267263 w 3469660"/>
              <a:gd name="connsiteY77" fmla="*/ 2301598 h 2444160"/>
              <a:gd name="connsiteX78" fmla="*/ 3325092 w 3469660"/>
              <a:gd name="connsiteY78" fmla="*/ 2342302 h 2444160"/>
              <a:gd name="connsiteX79" fmla="*/ 3354002 w 3469660"/>
              <a:gd name="connsiteY79" fmla="*/ 2362698 h 2444160"/>
              <a:gd name="connsiteX80" fmla="*/ 3440741 w 3469660"/>
              <a:gd name="connsiteY80" fmla="*/ 2423765 h 2444160"/>
              <a:gd name="connsiteX81" fmla="*/ 3469661 w 3469660"/>
              <a:gd name="connsiteY81" fmla="*/ 2444161 h 2444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469660" h="2444160">
                <a:moveTo>
                  <a:pt x="0" y="0"/>
                </a:moveTo>
                <a:lnTo>
                  <a:pt x="28913" y="20354"/>
                </a:lnTo>
                <a:lnTo>
                  <a:pt x="57825" y="40751"/>
                </a:lnTo>
                <a:lnTo>
                  <a:pt x="115652" y="81459"/>
                </a:lnTo>
                <a:lnTo>
                  <a:pt x="144565" y="101855"/>
                </a:lnTo>
                <a:lnTo>
                  <a:pt x="202392" y="142564"/>
                </a:lnTo>
                <a:lnTo>
                  <a:pt x="231304" y="162961"/>
                </a:lnTo>
                <a:lnTo>
                  <a:pt x="289131" y="203669"/>
                </a:lnTo>
                <a:lnTo>
                  <a:pt x="318043" y="224066"/>
                </a:lnTo>
                <a:lnTo>
                  <a:pt x="375869" y="264774"/>
                </a:lnTo>
                <a:lnTo>
                  <a:pt x="404778" y="285170"/>
                </a:lnTo>
                <a:lnTo>
                  <a:pt x="462608" y="325879"/>
                </a:lnTo>
                <a:lnTo>
                  <a:pt x="491528" y="346276"/>
                </a:lnTo>
                <a:lnTo>
                  <a:pt x="549346" y="386985"/>
                </a:lnTo>
                <a:lnTo>
                  <a:pt x="578267" y="407381"/>
                </a:lnTo>
                <a:lnTo>
                  <a:pt x="607176" y="427733"/>
                </a:lnTo>
                <a:lnTo>
                  <a:pt x="636129" y="448085"/>
                </a:lnTo>
                <a:lnTo>
                  <a:pt x="665039" y="468448"/>
                </a:lnTo>
                <a:lnTo>
                  <a:pt x="693959" y="488844"/>
                </a:lnTo>
                <a:lnTo>
                  <a:pt x="751788" y="529548"/>
                </a:lnTo>
                <a:lnTo>
                  <a:pt x="780698" y="549944"/>
                </a:lnTo>
                <a:lnTo>
                  <a:pt x="838527" y="590648"/>
                </a:lnTo>
                <a:lnTo>
                  <a:pt x="867437" y="611055"/>
                </a:lnTo>
                <a:lnTo>
                  <a:pt x="925266" y="651759"/>
                </a:lnTo>
                <a:lnTo>
                  <a:pt x="954176" y="672155"/>
                </a:lnTo>
                <a:lnTo>
                  <a:pt x="1012005" y="712859"/>
                </a:lnTo>
                <a:lnTo>
                  <a:pt x="1040915" y="733265"/>
                </a:lnTo>
                <a:lnTo>
                  <a:pt x="1098744" y="773970"/>
                </a:lnTo>
                <a:lnTo>
                  <a:pt x="1127654" y="794365"/>
                </a:lnTo>
                <a:lnTo>
                  <a:pt x="1185483" y="835069"/>
                </a:lnTo>
                <a:lnTo>
                  <a:pt x="1214393" y="855465"/>
                </a:lnTo>
                <a:lnTo>
                  <a:pt x="1272222" y="896180"/>
                </a:lnTo>
                <a:lnTo>
                  <a:pt x="1301132" y="916576"/>
                </a:lnTo>
                <a:lnTo>
                  <a:pt x="1358961" y="957280"/>
                </a:lnTo>
                <a:lnTo>
                  <a:pt x="1387871" y="977676"/>
                </a:lnTo>
                <a:lnTo>
                  <a:pt x="1445700" y="1018391"/>
                </a:lnTo>
                <a:lnTo>
                  <a:pt x="1474610" y="1038787"/>
                </a:lnTo>
                <a:lnTo>
                  <a:pt x="1561349" y="1099843"/>
                </a:lnTo>
                <a:lnTo>
                  <a:pt x="1590258" y="1120250"/>
                </a:lnTo>
                <a:lnTo>
                  <a:pt x="1648088" y="1160954"/>
                </a:lnTo>
                <a:lnTo>
                  <a:pt x="1677008" y="1181350"/>
                </a:lnTo>
                <a:lnTo>
                  <a:pt x="1734827" y="1222054"/>
                </a:lnTo>
                <a:lnTo>
                  <a:pt x="1763747" y="1242449"/>
                </a:lnTo>
                <a:lnTo>
                  <a:pt x="1821566" y="1283165"/>
                </a:lnTo>
                <a:lnTo>
                  <a:pt x="1850486" y="1303560"/>
                </a:lnTo>
                <a:lnTo>
                  <a:pt x="1908305" y="1344265"/>
                </a:lnTo>
                <a:lnTo>
                  <a:pt x="1937225" y="1364660"/>
                </a:lnTo>
                <a:lnTo>
                  <a:pt x="1995044" y="1405375"/>
                </a:lnTo>
                <a:lnTo>
                  <a:pt x="2023964" y="1425771"/>
                </a:lnTo>
                <a:lnTo>
                  <a:pt x="2081783" y="1466475"/>
                </a:lnTo>
                <a:lnTo>
                  <a:pt x="2110703" y="1486871"/>
                </a:lnTo>
                <a:lnTo>
                  <a:pt x="2168522" y="1527586"/>
                </a:lnTo>
                <a:lnTo>
                  <a:pt x="2197442" y="1547982"/>
                </a:lnTo>
                <a:lnTo>
                  <a:pt x="2255261" y="1588686"/>
                </a:lnTo>
                <a:lnTo>
                  <a:pt x="2284181" y="1609082"/>
                </a:lnTo>
                <a:lnTo>
                  <a:pt x="2313134" y="1629434"/>
                </a:lnTo>
                <a:lnTo>
                  <a:pt x="2342043" y="1649797"/>
                </a:lnTo>
                <a:lnTo>
                  <a:pt x="2370963" y="1670192"/>
                </a:lnTo>
                <a:lnTo>
                  <a:pt x="2428782" y="1710897"/>
                </a:lnTo>
                <a:lnTo>
                  <a:pt x="2457702" y="1731292"/>
                </a:lnTo>
                <a:lnTo>
                  <a:pt x="2544441" y="1792360"/>
                </a:lnTo>
                <a:lnTo>
                  <a:pt x="2573351" y="1812755"/>
                </a:lnTo>
                <a:lnTo>
                  <a:pt x="2631180" y="1853460"/>
                </a:lnTo>
                <a:lnTo>
                  <a:pt x="2660090" y="1873855"/>
                </a:lnTo>
                <a:lnTo>
                  <a:pt x="2717919" y="1914570"/>
                </a:lnTo>
                <a:lnTo>
                  <a:pt x="2746829" y="1934966"/>
                </a:lnTo>
                <a:lnTo>
                  <a:pt x="2804658" y="1975670"/>
                </a:lnTo>
                <a:lnTo>
                  <a:pt x="2833568" y="1996066"/>
                </a:lnTo>
                <a:lnTo>
                  <a:pt x="2891397" y="2036781"/>
                </a:lnTo>
                <a:lnTo>
                  <a:pt x="2920307" y="2057177"/>
                </a:lnTo>
                <a:lnTo>
                  <a:pt x="2978136" y="2097881"/>
                </a:lnTo>
                <a:lnTo>
                  <a:pt x="3007046" y="2118277"/>
                </a:lnTo>
                <a:lnTo>
                  <a:pt x="3064875" y="2158992"/>
                </a:lnTo>
                <a:lnTo>
                  <a:pt x="3093785" y="2179387"/>
                </a:lnTo>
                <a:lnTo>
                  <a:pt x="3151614" y="2220092"/>
                </a:lnTo>
                <a:lnTo>
                  <a:pt x="3180524" y="2240487"/>
                </a:lnTo>
                <a:lnTo>
                  <a:pt x="3238353" y="2281202"/>
                </a:lnTo>
                <a:lnTo>
                  <a:pt x="3267263" y="2301598"/>
                </a:lnTo>
                <a:lnTo>
                  <a:pt x="3325092" y="2342302"/>
                </a:lnTo>
                <a:lnTo>
                  <a:pt x="3354002" y="2362698"/>
                </a:lnTo>
                <a:lnTo>
                  <a:pt x="3440741" y="2423765"/>
                </a:lnTo>
                <a:lnTo>
                  <a:pt x="3469661" y="2444161"/>
                </a:lnTo>
              </a:path>
            </a:pathLst>
          </a:custGeom>
          <a:solidFill>
            <a:srgbClr val="FF0000"/>
          </a:solidFill>
          <a:ln w="27876" cap="flat">
            <a:solidFill>
              <a:srgbClr val="FF0000"/>
            </a:solidFill>
            <a:prstDash val="solid"/>
            <a:round/>
          </a:ln>
        </p:spPr>
        <p:txBody>
          <a:bodyPr rtlCol="0" anchor="ctr"/>
          <a:lstStyle/>
          <a:p>
            <a:endParaRPr lang="en-GB"/>
          </a:p>
        </p:txBody>
      </p:sp>
      <p:sp>
        <p:nvSpPr>
          <p:cNvPr id="796" name="Freeform: Shape 795">
            <a:extLst>
              <a:ext uri="{FF2B5EF4-FFF2-40B4-BE49-F238E27FC236}">
                <a16:creationId xmlns:a16="http://schemas.microsoft.com/office/drawing/2014/main" id="{F0C8E6B0-7C8F-413A-8B8B-40B906F63473}"/>
              </a:ext>
            </a:extLst>
          </p:cNvPr>
          <p:cNvSpPr/>
          <p:nvPr/>
        </p:nvSpPr>
        <p:spPr>
          <a:xfrm>
            <a:off x="6910863" y="6165482"/>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4B8BBE"/>
            </a:solidFill>
            <a:prstDash val="solid"/>
            <a:round/>
          </a:ln>
        </p:spPr>
        <p:txBody>
          <a:bodyPr rtlCol="0" anchor="ctr"/>
          <a:lstStyle/>
          <a:p>
            <a:endParaRPr lang="en-GB"/>
          </a:p>
        </p:txBody>
      </p:sp>
      <p:sp>
        <p:nvSpPr>
          <p:cNvPr id="797" name="Freeform: Shape 796">
            <a:extLst>
              <a:ext uri="{FF2B5EF4-FFF2-40B4-BE49-F238E27FC236}">
                <a16:creationId xmlns:a16="http://schemas.microsoft.com/office/drawing/2014/main" id="{01A8E085-9759-40AB-B43D-17F30E4B047C}"/>
              </a:ext>
            </a:extLst>
          </p:cNvPr>
          <p:cNvSpPr/>
          <p:nvPr/>
        </p:nvSpPr>
        <p:spPr>
          <a:xfrm>
            <a:off x="8195840" y="6149983"/>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FF0000"/>
            </a:solidFill>
            <a:prstDash val="solid"/>
            <a:round/>
          </a:ln>
        </p:spPr>
        <p:txBody>
          <a:bodyPr rtlCol="0" anchor="ctr"/>
          <a:lstStyle/>
          <a:p>
            <a:endParaRPr lang="en-GB"/>
          </a:p>
        </p:txBody>
      </p:sp>
      <p:sp>
        <p:nvSpPr>
          <p:cNvPr id="751" name="TextBox 750">
            <a:extLst>
              <a:ext uri="{FF2B5EF4-FFF2-40B4-BE49-F238E27FC236}">
                <a16:creationId xmlns:a16="http://schemas.microsoft.com/office/drawing/2014/main" id="{7D844C1B-9FC2-4578-BED7-4275FC2EC08A}"/>
              </a:ext>
            </a:extLst>
          </p:cNvPr>
          <p:cNvSpPr txBox="1"/>
          <p:nvPr/>
        </p:nvSpPr>
        <p:spPr>
          <a:xfrm>
            <a:off x="5529311" y="1544387"/>
            <a:ext cx="4953000" cy="276999"/>
          </a:xfrm>
          <a:prstGeom prst="rect">
            <a:avLst/>
          </a:prstGeom>
          <a:noFill/>
        </p:spPr>
        <p:txBody>
          <a:bodyPr wrap="square">
            <a:spAutoFit/>
          </a:bodyPr>
          <a:lstStyle/>
          <a:p>
            <a:r>
              <a:rPr lang="en-US" sz="1200" b="1"/>
              <a:t>Visualizing the Proportional Odds Assumption</a:t>
            </a:r>
            <a:endParaRPr lang="en-GB" sz="1200" b="1" noProof="0"/>
          </a:p>
        </p:txBody>
      </p:sp>
      <mc:AlternateContent xmlns:mc="http://schemas.openxmlformats.org/markup-compatibility/2006" xmlns:a14="http://schemas.microsoft.com/office/drawing/2010/main">
        <mc:Choice Requires="a14">
          <p:sp>
            <p:nvSpPr>
              <p:cNvPr id="752" name="TextBox 751">
                <a:extLst>
                  <a:ext uri="{FF2B5EF4-FFF2-40B4-BE49-F238E27FC236}">
                    <a16:creationId xmlns:a16="http://schemas.microsoft.com/office/drawing/2014/main" id="{DB04E7F3-8EAC-4329-A609-D9D5CCA99AA9}"/>
                  </a:ext>
                </a:extLst>
              </p:cNvPr>
              <p:cNvSpPr txBox="1"/>
              <p:nvPr/>
            </p:nvSpPr>
            <p:spPr>
              <a:xfrm rot="16200000">
                <a:off x="3826151" y="3650880"/>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m:rPr>
                          <m:sty m:val="p"/>
                        </m:rPr>
                        <a:rPr lang="en-GB" sz="1050" b="1" i="1" dirty="0" smtClean="0">
                          <a:latin typeface="Cambria Math" panose="02040503050406030204" pitchFamily="18" charset="0"/>
                        </a:rPr>
                        <m:t>ln</m:t>
                      </m:r>
                      <m:r>
                        <a:rPr lang="en-GB" sz="1050" b="1" i="1" dirty="0" smtClean="0">
                          <a:latin typeface="Cambria Math" panose="02040503050406030204" pitchFamily="18" charset="0"/>
                        </a:rPr>
                        <m:t>⁡[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 /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 &gt;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m:t>
                      </m:r>
                    </m:oMath>
                  </m:oMathPara>
                </a14:m>
                <a:endParaRPr lang="en-GB" sz="1050" b="1" noProof="0"/>
              </a:p>
            </p:txBody>
          </p:sp>
        </mc:Choice>
        <mc:Fallback xmlns="">
          <p:sp>
            <p:nvSpPr>
              <p:cNvPr id="752" name="TextBox 751">
                <a:extLst>
                  <a:ext uri="{FF2B5EF4-FFF2-40B4-BE49-F238E27FC236}">
                    <a16:creationId xmlns:a16="http://schemas.microsoft.com/office/drawing/2014/main" id="{DB04E7F3-8EAC-4329-A609-D9D5CCA99AA9}"/>
                  </a:ext>
                </a:extLst>
              </p:cNvPr>
              <p:cNvSpPr txBox="1">
                <a:spLocks noRot="1" noChangeAspect="1" noMove="1" noResize="1" noEditPoints="1" noAdjustHandles="1" noChangeArrowheads="1" noChangeShapeType="1" noTextEdit="1"/>
              </p:cNvSpPr>
              <p:nvPr/>
            </p:nvSpPr>
            <p:spPr>
              <a:xfrm rot="16200000">
                <a:off x="3826151" y="3650880"/>
                <a:ext cx="3925501" cy="261610"/>
              </a:xfrm>
              <a:prstGeom prst="rect">
                <a:avLst/>
              </a:prstGeom>
              <a:blipFill>
                <a:blip r:embed="rId33"/>
                <a:stretch>
                  <a:fillRect r="-4651"/>
                </a:stretch>
              </a:blipFill>
            </p:spPr>
            <p:txBody>
              <a:bodyPr/>
              <a:lstStyle/>
              <a:p>
                <a:r>
                  <a:rPr lang="en-US">
                    <a:noFill/>
                  </a:rPr>
                  <a:t> </a:t>
                </a:r>
              </a:p>
            </p:txBody>
          </p:sp>
        </mc:Fallback>
      </mc:AlternateContent>
      <p:sp>
        <p:nvSpPr>
          <p:cNvPr id="754" name="TextBox 753">
            <a:extLst>
              <a:ext uri="{FF2B5EF4-FFF2-40B4-BE49-F238E27FC236}">
                <a16:creationId xmlns:a16="http://schemas.microsoft.com/office/drawing/2014/main" id="{FE89F4D5-9A8E-4933-88DC-D132D6D16DEA}"/>
              </a:ext>
            </a:extLst>
          </p:cNvPr>
          <p:cNvSpPr txBox="1"/>
          <p:nvPr/>
        </p:nvSpPr>
        <p:spPr>
          <a:xfrm>
            <a:off x="6196484" y="6023056"/>
            <a:ext cx="1075316" cy="276999"/>
          </a:xfrm>
          <a:prstGeom prst="rect">
            <a:avLst/>
          </a:prstGeom>
          <a:noFill/>
        </p:spPr>
        <p:txBody>
          <a:bodyPr wrap="square">
            <a:spAutoFit/>
          </a:bodyPr>
          <a:lstStyle/>
          <a:p>
            <a:r>
              <a:rPr lang="en-GB" sz="1200" b="1" noProof="0"/>
              <a:t>Umbral</a:t>
            </a:r>
          </a:p>
        </p:txBody>
      </p:sp>
      <mc:AlternateContent xmlns:mc="http://schemas.openxmlformats.org/markup-compatibility/2006" xmlns:a14="http://schemas.microsoft.com/office/drawing/2010/main">
        <mc:Choice Requires="a14">
          <p:sp>
            <p:nvSpPr>
              <p:cNvPr id="755" name="TextBox 754">
                <a:extLst>
                  <a:ext uri="{FF2B5EF4-FFF2-40B4-BE49-F238E27FC236}">
                    <a16:creationId xmlns:a16="http://schemas.microsoft.com/office/drawing/2014/main" id="{451BB85F-0FC7-4545-8861-2425EDD8D26C}"/>
                  </a:ext>
                </a:extLst>
              </p:cNvPr>
              <p:cNvSpPr txBox="1"/>
              <p:nvPr/>
            </p:nvSpPr>
            <p:spPr>
              <a:xfrm>
                <a:off x="7039830" y="6023056"/>
                <a:ext cx="1189687" cy="274755"/>
              </a:xfrm>
              <a:prstGeom prst="rect">
                <a:avLst/>
              </a:prstGeom>
              <a:noFill/>
            </p:spPr>
            <p:txBody>
              <a:bodyPr wrap="square">
                <a:spAutoFit/>
              </a:bodyPr>
              <a:lstStyle>
                <a:defPPr>
                  <a:defRPr lang="en-US"/>
                </a:defPPr>
                <a:lvl1pPr algn="ctr">
                  <a:defRPr sz="1050" b="0" i="1">
                    <a:latin typeface="Cambria Math" panose="02040503050406030204" pitchFamily="18" charset="0"/>
                  </a:defRPr>
                </a:lvl1p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𝜇</m:t>
                      </m:r>
                      <m:r>
                        <a:rPr lang="en-GB" dirty="0" smtClean="0">
                          <a:latin typeface="Cambria Math" panose="02040503050406030204" pitchFamily="18" charset="0"/>
                        </a:rPr>
                        <m:t>1 </m:t>
                      </m:r>
                      <m:d>
                        <m:dPr>
                          <m:ctrlPr>
                            <a:rPr lang="en-GB" i="1" dirty="0" smtClean="0">
                              <a:latin typeface="Cambria Math" panose="02040503050406030204" pitchFamily="18" charset="0"/>
                            </a:rPr>
                          </m:ctrlPr>
                        </m:dPr>
                        <m:e>
                          <m:r>
                            <a:rPr lang="en-GB" dirty="0" smtClean="0">
                              <a:latin typeface="Cambria Math" panose="02040503050406030204" pitchFamily="18" charset="0"/>
                            </a:rPr>
                            <m:t>𝑃</m:t>
                          </m:r>
                          <m:r>
                            <a:rPr lang="en-GB" dirty="0" smtClean="0">
                              <a:latin typeface="Cambria Math" panose="02040503050406030204" pitchFamily="18" charset="0"/>
                            </a:rPr>
                            <m:t> </m:t>
                          </m:r>
                          <m:d>
                            <m:dPr>
                              <m:ctrlPr>
                                <a:rPr lang="en-GB" i="1" dirty="0" smtClean="0">
                                  <a:latin typeface="Cambria Math" panose="02040503050406030204" pitchFamily="18" charset="0"/>
                                </a:rPr>
                              </m:ctrlPr>
                            </m:dPr>
                            <m:e>
                              <m:r>
                                <a:rPr lang="en-GB" dirty="0" smtClean="0">
                                  <a:latin typeface="Cambria Math" panose="02040503050406030204" pitchFamily="18" charset="0"/>
                                </a:rPr>
                                <m:t> </m:t>
                              </m:r>
                              <m:r>
                                <a:rPr lang="en-GB" dirty="0" smtClean="0">
                                  <a:latin typeface="Cambria Math" panose="02040503050406030204" pitchFamily="18" charset="0"/>
                                </a:rPr>
                                <m:t>𝑌</m:t>
                              </m:r>
                              <m:r>
                                <a:rPr lang="en-GB" dirty="0" smtClean="0">
                                  <a:latin typeface="Cambria Math" panose="02040503050406030204" pitchFamily="18" charset="0"/>
                                </a:rPr>
                                <m:t> ≤1</m:t>
                              </m:r>
                            </m:e>
                          </m:d>
                        </m:e>
                      </m:d>
                    </m:oMath>
                  </m:oMathPara>
                </a14:m>
                <a:endParaRPr lang="en-GB"/>
              </a:p>
            </p:txBody>
          </p:sp>
        </mc:Choice>
        <mc:Fallback xmlns="">
          <p:sp>
            <p:nvSpPr>
              <p:cNvPr id="755" name="TextBox 754">
                <a:extLst>
                  <a:ext uri="{FF2B5EF4-FFF2-40B4-BE49-F238E27FC236}">
                    <a16:creationId xmlns:a16="http://schemas.microsoft.com/office/drawing/2014/main" id="{451BB85F-0FC7-4545-8861-2425EDD8D26C}"/>
                  </a:ext>
                </a:extLst>
              </p:cNvPr>
              <p:cNvSpPr txBox="1">
                <a:spLocks noRot="1" noChangeAspect="1" noMove="1" noResize="1" noEditPoints="1" noAdjustHandles="1" noChangeArrowheads="1" noChangeShapeType="1" noTextEdit="1"/>
              </p:cNvSpPr>
              <p:nvPr/>
            </p:nvSpPr>
            <p:spPr>
              <a:xfrm>
                <a:off x="7039830" y="6023056"/>
                <a:ext cx="1189687" cy="274755"/>
              </a:xfrm>
              <a:prstGeom prst="rect">
                <a:avLst/>
              </a:prstGeom>
              <a:blipFill>
                <a:blip r:embed="rId34"/>
                <a:stretch>
                  <a:fillRect/>
                </a:stretch>
              </a:blipFill>
            </p:spPr>
            <p:txBody>
              <a:bodyPr/>
              <a:lstStyle/>
              <a:p>
                <a:r>
                  <a:rPr lang="en-US">
                    <a:noFill/>
                  </a:rPr>
                  <a:t> </a:t>
                </a:r>
              </a:p>
            </p:txBody>
          </p:sp>
        </mc:Fallback>
      </mc:AlternateContent>
      <p:sp>
        <p:nvSpPr>
          <p:cNvPr id="1210" name="Rectangle 1209">
            <a:extLst>
              <a:ext uri="{FF2B5EF4-FFF2-40B4-BE49-F238E27FC236}">
                <a16:creationId xmlns:a16="http://schemas.microsoft.com/office/drawing/2014/main" id="{7439E58F-D885-4E79-BEAC-EBA0BDF8695C}"/>
              </a:ext>
            </a:extLst>
          </p:cNvPr>
          <p:cNvSpPr/>
          <p:nvPr/>
        </p:nvSpPr>
        <p:spPr>
          <a:xfrm>
            <a:off x="8353698" y="6047909"/>
            <a:ext cx="1048685" cy="253916"/>
          </a:xfrm>
          <a:prstGeom prst="rect">
            <a:avLst/>
          </a:prstGeom>
          <a:noFill/>
        </p:spPr>
        <p:txBody>
          <a:bodyPr wrap="square">
            <a:spAutoFit/>
          </a:bodyPr>
          <a:lstStyle/>
          <a:p>
            <a:pPr algn="ctr"/>
            <a:r>
              <a:rPr lang="en-GB" sz="1050">
                <a:latin typeface="Cambria Math" panose="02040503050406030204" pitchFamily="18" charset="0"/>
              </a:rPr>
              <a:t>𝝁2 (𝑷 ( 𝒀 ≤2))</a:t>
            </a:r>
          </a:p>
        </p:txBody>
      </p:sp>
      <mc:AlternateContent xmlns:mc="http://schemas.openxmlformats.org/markup-compatibility/2006" xmlns:a14="http://schemas.microsoft.com/office/drawing/2010/main">
        <mc:Choice Requires="a14">
          <p:sp>
            <p:nvSpPr>
              <p:cNvPr id="758" name="TextBox 757">
                <a:extLst>
                  <a:ext uri="{FF2B5EF4-FFF2-40B4-BE49-F238E27FC236}">
                    <a16:creationId xmlns:a16="http://schemas.microsoft.com/office/drawing/2014/main" id="{6B60C5C9-E11C-4471-9D0E-209ABCAD1F41}"/>
                  </a:ext>
                </a:extLst>
              </p:cNvPr>
              <p:cNvSpPr txBox="1"/>
              <p:nvPr/>
            </p:nvSpPr>
            <p:spPr>
              <a:xfrm>
                <a:off x="5913681" y="5788782"/>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a:rPr lang="en-GB" sz="1050" b="1" i="1" dirty="0" smtClean="0">
                          <a:latin typeface="Cambria Math" panose="02040503050406030204" pitchFamily="18" charset="0"/>
                        </a:rPr>
                        <m:t>𝑿</m:t>
                      </m:r>
                    </m:oMath>
                  </m:oMathPara>
                </a14:m>
                <a:endParaRPr lang="en-GB" sz="1050" b="1" noProof="0"/>
              </a:p>
            </p:txBody>
          </p:sp>
        </mc:Choice>
        <mc:Fallback xmlns="">
          <p:sp>
            <p:nvSpPr>
              <p:cNvPr id="758" name="TextBox 757">
                <a:extLst>
                  <a:ext uri="{FF2B5EF4-FFF2-40B4-BE49-F238E27FC236}">
                    <a16:creationId xmlns:a16="http://schemas.microsoft.com/office/drawing/2014/main" id="{6B60C5C9-E11C-4471-9D0E-209ABCAD1F41}"/>
                  </a:ext>
                </a:extLst>
              </p:cNvPr>
              <p:cNvSpPr txBox="1">
                <a:spLocks noRot="1" noChangeAspect="1" noMove="1" noResize="1" noEditPoints="1" noAdjustHandles="1" noChangeArrowheads="1" noChangeShapeType="1" noTextEdit="1"/>
              </p:cNvSpPr>
              <p:nvPr/>
            </p:nvSpPr>
            <p:spPr>
              <a:xfrm>
                <a:off x="5913681" y="5788782"/>
                <a:ext cx="3925501" cy="261610"/>
              </a:xfrm>
              <a:prstGeom prst="rect">
                <a:avLst/>
              </a:prstGeom>
              <a:blipFill>
                <a:blip r:embed="rId35"/>
                <a:stretch>
                  <a:fillRect/>
                </a:stretch>
              </a:blipFill>
            </p:spPr>
            <p:txBody>
              <a:bodyPr/>
              <a:lstStyle/>
              <a:p>
                <a:r>
                  <a:rPr lang="en-US">
                    <a:noFill/>
                  </a:rPr>
                  <a:t> </a:t>
                </a:r>
              </a:p>
            </p:txBody>
          </p:sp>
        </mc:Fallback>
      </mc:AlternateContent>
    </p:spTree>
    <p:extLst>
      <p:ext uri="{BB962C8B-B14F-4D97-AF65-F5344CB8AC3E}">
        <p14:creationId xmlns:p14="http://schemas.microsoft.com/office/powerpoint/2010/main" val="252577338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86"/>
                                        </p:tgtEl>
                                        <p:attrNameLst>
                                          <p:attrName>style.visibility</p:attrName>
                                        </p:attrNameLst>
                                      </p:cBhvr>
                                      <p:to>
                                        <p:strVal val="visible"/>
                                      </p:to>
                                    </p:set>
                                    <p:animEffect transition="in" filter="fade">
                                      <p:cBhvr>
                                        <p:cTn id="7" dur="500"/>
                                        <p:tgtEl>
                                          <p:spTgt spid="486"/>
                                        </p:tgtEl>
                                      </p:cBhvr>
                                    </p:animEffect>
                                  </p:childTnLst>
                                </p:cTn>
                              </p:par>
                              <p:par>
                                <p:cTn id="8" presetID="10" presetClass="entr" presetSubtype="0" fill="hold" nodeType="withEffect">
                                  <p:stCondLst>
                                    <p:cond delay="0"/>
                                  </p:stCondLst>
                                  <p:childTnLst>
                                    <p:set>
                                      <p:cBhvr>
                                        <p:cTn id="9" dur="1" fill="hold">
                                          <p:stCondLst>
                                            <p:cond delay="0"/>
                                          </p:stCondLst>
                                        </p:cTn>
                                        <p:tgtEl>
                                          <p:spTgt spid="1331"/>
                                        </p:tgtEl>
                                        <p:attrNameLst>
                                          <p:attrName>style.visibility</p:attrName>
                                        </p:attrNameLst>
                                      </p:cBhvr>
                                      <p:to>
                                        <p:strVal val="visible"/>
                                      </p:to>
                                    </p:set>
                                    <p:animEffect transition="in" filter="fade">
                                      <p:cBhvr>
                                        <p:cTn id="10" dur="500"/>
                                        <p:tgtEl>
                                          <p:spTgt spid="133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71"/>
                                        </p:tgtEl>
                                        <p:attrNameLst>
                                          <p:attrName>style.visibility</p:attrName>
                                        </p:attrNameLst>
                                      </p:cBhvr>
                                      <p:to>
                                        <p:strVal val="visible"/>
                                      </p:to>
                                    </p:set>
                                    <p:animEffect transition="in" filter="fade">
                                      <p:cBhvr>
                                        <p:cTn id="13" dur="500"/>
                                        <p:tgtEl>
                                          <p:spTgt spid="271"/>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496"/>
                                        </p:tgtEl>
                                        <p:attrNameLst>
                                          <p:attrName>style.visibility</p:attrName>
                                        </p:attrNameLst>
                                      </p:cBhvr>
                                      <p:to>
                                        <p:strVal val="visible"/>
                                      </p:to>
                                    </p:set>
                                    <p:animEffect transition="in" filter="fade">
                                      <p:cBhvr>
                                        <p:cTn id="18" dur="500"/>
                                        <p:tgtEl>
                                          <p:spTgt spid="49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497"/>
                                        </p:tgtEl>
                                        <p:attrNameLst>
                                          <p:attrName>style.visibility</p:attrName>
                                        </p:attrNameLst>
                                      </p:cBhvr>
                                      <p:to>
                                        <p:strVal val="visible"/>
                                      </p:to>
                                    </p:set>
                                    <p:animEffect transition="in" filter="fade">
                                      <p:cBhvr>
                                        <p:cTn id="21" dur="500"/>
                                        <p:tgtEl>
                                          <p:spTgt spid="49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498"/>
                                        </p:tgtEl>
                                        <p:attrNameLst>
                                          <p:attrName>style.visibility</p:attrName>
                                        </p:attrNameLst>
                                      </p:cBhvr>
                                      <p:to>
                                        <p:strVal val="visible"/>
                                      </p:to>
                                    </p:set>
                                    <p:animEffect transition="in" filter="fade">
                                      <p:cBhvr>
                                        <p:cTn id="24" dur="500"/>
                                        <p:tgtEl>
                                          <p:spTgt spid="498"/>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499"/>
                                        </p:tgtEl>
                                        <p:attrNameLst>
                                          <p:attrName>style.visibility</p:attrName>
                                        </p:attrNameLst>
                                      </p:cBhvr>
                                      <p:to>
                                        <p:strVal val="visible"/>
                                      </p:to>
                                    </p:set>
                                    <p:animEffect transition="in" filter="fade">
                                      <p:cBhvr>
                                        <p:cTn id="27" dur="500"/>
                                        <p:tgtEl>
                                          <p:spTgt spid="499"/>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500"/>
                                        </p:tgtEl>
                                        <p:attrNameLst>
                                          <p:attrName>style.visibility</p:attrName>
                                        </p:attrNameLst>
                                      </p:cBhvr>
                                      <p:to>
                                        <p:strVal val="visible"/>
                                      </p:to>
                                    </p:set>
                                    <p:animEffect transition="in" filter="fade">
                                      <p:cBhvr>
                                        <p:cTn id="30" dur="500"/>
                                        <p:tgtEl>
                                          <p:spTgt spid="500"/>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501"/>
                                        </p:tgtEl>
                                        <p:attrNameLst>
                                          <p:attrName>style.visibility</p:attrName>
                                        </p:attrNameLst>
                                      </p:cBhvr>
                                      <p:to>
                                        <p:strVal val="visible"/>
                                      </p:to>
                                    </p:set>
                                    <p:animEffect transition="in" filter="fade">
                                      <p:cBhvr>
                                        <p:cTn id="33" dur="500"/>
                                        <p:tgtEl>
                                          <p:spTgt spid="501"/>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502"/>
                                        </p:tgtEl>
                                        <p:attrNameLst>
                                          <p:attrName>style.visibility</p:attrName>
                                        </p:attrNameLst>
                                      </p:cBhvr>
                                      <p:to>
                                        <p:strVal val="visible"/>
                                      </p:to>
                                    </p:set>
                                    <p:animEffect transition="in" filter="fade">
                                      <p:cBhvr>
                                        <p:cTn id="36" dur="500"/>
                                        <p:tgtEl>
                                          <p:spTgt spid="502"/>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503"/>
                                        </p:tgtEl>
                                        <p:attrNameLst>
                                          <p:attrName>style.visibility</p:attrName>
                                        </p:attrNameLst>
                                      </p:cBhvr>
                                      <p:to>
                                        <p:strVal val="visible"/>
                                      </p:to>
                                    </p:set>
                                    <p:animEffect transition="in" filter="fade">
                                      <p:cBhvr>
                                        <p:cTn id="39" dur="500"/>
                                        <p:tgtEl>
                                          <p:spTgt spid="503"/>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504"/>
                                        </p:tgtEl>
                                        <p:attrNameLst>
                                          <p:attrName>style.visibility</p:attrName>
                                        </p:attrNameLst>
                                      </p:cBhvr>
                                      <p:to>
                                        <p:strVal val="visible"/>
                                      </p:to>
                                    </p:set>
                                    <p:animEffect transition="in" filter="fade">
                                      <p:cBhvr>
                                        <p:cTn id="42" dur="500"/>
                                        <p:tgtEl>
                                          <p:spTgt spid="5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505"/>
                                        </p:tgtEl>
                                        <p:attrNameLst>
                                          <p:attrName>style.visibility</p:attrName>
                                        </p:attrNameLst>
                                      </p:cBhvr>
                                      <p:to>
                                        <p:strVal val="visible"/>
                                      </p:to>
                                    </p:set>
                                    <p:animEffect transition="in" filter="fade">
                                      <p:cBhvr>
                                        <p:cTn id="45" dur="500"/>
                                        <p:tgtEl>
                                          <p:spTgt spid="505"/>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506"/>
                                        </p:tgtEl>
                                        <p:attrNameLst>
                                          <p:attrName>style.visibility</p:attrName>
                                        </p:attrNameLst>
                                      </p:cBhvr>
                                      <p:to>
                                        <p:strVal val="visible"/>
                                      </p:to>
                                    </p:set>
                                    <p:animEffect transition="in" filter="fade">
                                      <p:cBhvr>
                                        <p:cTn id="48" dur="500"/>
                                        <p:tgtEl>
                                          <p:spTgt spid="506"/>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507"/>
                                        </p:tgtEl>
                                        <p:attrNameLst>
                                          <p:attrName>style.visibility</p:attrName>
                                        </p:attrNameLst>
                                      </p:cBhvr>
                                      <p:to>
                                        <p:strVal val="visible"/>
                                      </p:to>
                                    </p:set>
                                    <p:animEffect transition="in" filter="fade">
                                      <p:cBhvr>
                                        <p:cTn id="51" dur="500"/>
                                        <p:tgtEl>
                                          <p:spTgt spid="507"/>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508"/>
                                        </p:tgtEl>
                                        <p:attrNameLst>
                                          <p:attrName>style.visibility</p:attrName>
                                        </p:attrNameLst>
                                      </p:cBhvr>
                                      <p:to>
                                        <p:strVal val="visible"/>
                                      </p:to>
                                    </p:set>
                                    <p:animEffect transition="in" filter="fade">
                                      <p:cBhvr>
                                        <p:cTn id="54" dur="500"/>
                                        <p:tgtEl>
                                          <p:spTgt spid="508"/>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509"/>
                                        </p:tgtEl>
                                        <p:attrNameLst>
                                          <p:attrName>style.visibility</p:attrName>
                                        </p:attrNameLst>
                                      </p:cBhvr>
                                      <p:to>
                                        <p:strVal val="visible"/>
                                      </p:to>
                                    </p:set>
                                    <p:animEffect transition="in" filter="fade">
                                      <p:cBhvr>
                                        <p:cTn id="57" dur="500"/>
                                        <p:tgtEl>
                                          <p:spTgt spid="509"/>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510"/>
                                        </p:tgtEl>
                                        <p:attrNameLst>
                                          <p:attrName>style.visibility</p:attrName>
                                        </p:attrNameLst>
                                      </p:cBhvr>
                                      <p:to>
                                        <p:strVal val="visible"/>
                                      </p:to>
                                    </p:set>
                                    <p:animEffect transition="in" filter="fade">
                                      <p:cBhvr>
                                        <p:cTn id="60" dur="500"/>
                                        <p:tgtEl>
                                          <p:spTgt spid="510"/>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511"/>
                                        </p:tgtEl>
                                        <p:attrNameLst>
                                          <p:attrName>style.visibility</p:attrName>
                                        </p:attrNameLst>
                                      </p:cBhvr>
                                      <p:to>
                                        <p:strVal val="visible"/>
                                      </p:to>
                                    </p:set>
                                    <p:animEffect transition="in" filter="fade">
                                      <p:cBhvr>
                                        <p:cTn id="63" dur="500"/>
                                        <p:tgtEl>
                                          <p:spTgt spid="511"/>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576"/>
                                        </p:tgtEl>
                                        <p:attrNameLst>
                                          <p:attrName>style.visibility</p:attrName>
                                        </p:attrNameLst>
                                      </p:cBhvr>
                                      <p:to>
                                        <p:strVal val="visible"/>
                                      </p:to>
                                    </p:set>
                                    <p:animEffect transition="in" filter="fade">
                                      <p:cBhvr>
                                        <p:cTn id="66" dur="500"/>
                                        <p:tgtEl>
                                          <p:spTgt spid="576"/>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577"/>
                                        </p:tgtEl>
                                        <p:attrNameLst>
                                          <p:attrName>style.visibility</p:attrName>
                                        </p:attrNameLst>
                                      </p:cBhvr>
                                      <p:to>
                                        <p:strVal val="visible"/>
                                      </p:to>
                                    </p:set>
                                    <p:animEffect transition="in" filter="fade">
                                      <p:cBhvr>
                                        <p:cTn id="69" dur="500"/>
                                        <p:tgtEl>
                                          <p:spTgt spid="577"/>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796"/>
                                        </p:tgtEl>
                                        <p:attrNameLst>
                                          <p:attrName>style.visibility</p:attrName>
                                        </p:attrNameLst>
                                      </p:cBhvr>
                                      <p:to>
                                        <p:strVal val="visible"/>
                                      </p:to>
                                    </p:set>
                                    <p:animEffect transition="in" filter="fade">
                                      <p:cBhvr>
                                        <p:cTn id="72" dur="500"/>
                                        <p:tgtEl>
                                          <p:spTgt spid="796"/>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797"/>
                                        </p:tgtEl>
                                        <p:attrNameLst>
                                          <p:attrName>style.visibility</p:attrName>
                                        </p:attrNameLst>
                                      </p:cBhvr>
                                      <p:to>
                                        <p:strVal val="visible"/>
                                      </p:to>
                                    </p:set>
                                    <p:animEffect transition="in" filter="fade">
                                      <p:cBhvr>
                                        <p:cTn id="75" dur="500"/>
                                        <p:tgtEl>
                                          <p:spTgt spid="797"/>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751"/>
                                        </p:tgtEl>
                                        <p:attrNameLst>
                                          <p:attrName>style.visibility</p:attrName>
                                        </p:attrNameLst>
                                      </p:cBhvr>
                                      <p:to>
                                        <p:strVal val="visible"/>
                                      </p:to>
                                    </p:set>
                                    <p:animEffect transition="in" filter="fade">
                                      <p:cBhvr>
                                        <p:cTn id="78" dur="500"/>
                                        <p:tgtEl>
                                          <p:spTgt spid="751"/>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752"/>
                                        </p:tgtEl>
                                        <p:attrNameLst>
                                          <p:attrName>style.visibility</p:attrName>
                                        </p:attrNameLst>
                                      </p:cBhvr>
                                      <p:to>
                                        <p:strVal val="visible"/>
                                      </p:to>
                                    </p:set>
                                    <p:animEffect transition="in" filter="fade">
                                      <p:cBhvr>
                                        <p:cTn id="81" dur="500"/>
                                        <p:tgtEl>
                                          <p:spTgt spid="752"/>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754"/>
                                        </p:tgtEl>
                                        <p:attrNameLst>
                                          <p:attrName>style.visibility</p:attrName>
                                        </p:attrNameLst>
                                      </p:cBhvr>
                                      <p:to>
                                        <p:strVal val="visible"/>
                                      </p:to>
                                    </p:set>
                                    <p:animEffect transition="in" filter="fade">
                                      <p:cBhvr>
                                        <p:cTn id="84" dur="500"/>
                                        <p:tgtEl>
                                          <p:spTgt spid="754"/>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755"/>
                                        </p:tgtEl>
                                        <p:attrNameLst>
                                          <p:attrName>style.visibility</p:attrName>
                                        </p:attrNameLst>
                                      </p:cBhvr>
                                      <p:to>
                                        <p:strVal val="visible"/>
                                      </p:to>
                                    </p:set>
                                    <p:animEffect transition="in" filter="fade">
                                      <p:cBhvr>
                                        <p:cTn id="87" dur="500"/>
                                        <p:tgtEl>
                                          <p:spTgt spid="755"/>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1210"/>
                                        </p:tgtEl>
                                        <p:attrNameLst>
                                          <p:attrName>style.visibility</p:attrName>
                                        </p:attrNameLst>
                                      </p:cBhvr>
                                      <p:to>
                                        <p:strVal val="visible"/>
                                      </p:to>
                                    </p:set>
                                    <p:animEffect transition="in" filter="fade">
                                      <p:cBhvr>
                                        <p:cTn id="90" dur="500"/>
                                        <p:tgtEl>
                                          <p:spTgt spid="1210"/>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758"/>
                                        </p:tgtEl>
                                        <p:attrNameLst>
                                          <p:attrName>style.visibility</p:attrName>
                                        </p:attrNameLst>
                                      </p:cBhvr>
                                      <p:to>
                                        <p:strVal val="visible"/>
                                      </p:to>
                                    </p:set>
                                    <p:animEffect transition="in" filter="fade">
                                      <p:cBhvr>
                                        <p:cTn id="93" dur="500"/>
                                        <p:tgtEl>
                                          <p:spTgt spid="7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6" grpId="0"/>
      <p:bldP spid="271" grpId="0"/>
      <p:bldP spid="496" grpId="0" animBg="1"/>
      <p:bldP spid="497" grpId="0" animBg="1"/>
      <p:bldP spid="498" grpId="0" animBg="1"/>
      <p:bldP spid="499" grpId="0" animBg="1"/>
      <p:bldP spid="500" grpId="0" animBg="1"/>
      <p:bldP spid="501" grpId="0" animBg="1"/>
      <p:bldP spid="502" grpId="0" animBg="1"/>
      <p:bldP spid="503" grpId="0" animBg="1"/>
      <p:bldP spid="504" grpId="0" animBg="1"/>
      <p:bldP spid="505" grpId="0" animBg="1"/>
      <p:bldP spid="506" grpId="0" animBg="1"/>
      <p:bldP spid="507" grpId="0" animBg="1"/>
      <p:bldP spid="508" grpId="0" animBg="1"/>
      <p:bldP spid="509" grpId="0" animBg="1"/>
      <p:bldP spid="510" grpId="0" animBg="1"/>
      <p:bldP spid="511" grpId="0" animBg="1"/>
      <p:bldP spid="576" grpId="0" animBg="1"/>
      <p:bldP spid="577" grpId="0" animBg="1"/>
      <p:bldP spid="796" grpId="0" animBg="1"/>
      <p:bldP spid="797" grpId="0" animBg="1"/>
      <p:bldP spid="751" grpId="0"/>
      <p:bldP spid="752" grpId="0"/>
      <p:bldP spid="754" grpId="0"/>
      <p:bldP spid="755" grpId="0"/>
      <p:bldP spid="1210" grpId="0"/>
      <p:bldP spid="75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3F8903-CC6D-1909-10F0-F3F199275497}"/>
            </a:ext>
          </a:extLst>
        </p:cNvPr>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79" name="TextBox 78">
                <a:extLst>
                  <a:ext uri="{FF2B5EF4-FFF2-40B4-BE49-F238E27FC236}">
                    <a16:creationId xmlns:a16="http://schemas.microsoft.com/office/drawing/2014/main" id="{9D924B09-B400-43BD-8456-C8888DFE370F}"/>
                  </a:ext>
                </a:extLst>
              </p:cNvPr>
              <p:cNvSpPr txBox="1"/>
              <p:nvPr/>
            </p:nvSpPr>
            <p:spPr>
              <a:xfrm>
                <a:off x="5811668" y="3991731"/>
                <a:ext cx="5337840" cy="2031325"/>
              </a:xfrm>
              <a:prstGeom prst="rect">
                <a:avLst/>
              </a:prstGeom>
              <a:noFill/>
            </p:spPr>
            <p:txBody>
              <a:bodyPr wrap="square">
                <a:spAutoFit/>
              </a:bodyPr>
              <a:lstStyle/>
              <a:p>
                <a:pPr lvl="0">
                  <a:defRPr/>
                </a:pPr>
                <a:r>
                  <a:rPr lang="en-US" sz="1400">
                    <a:solidFill>
                      <a:prstClr val="black"/>
                    </a:solidFill>
                  </a:rPr>
                  <a:t>As X increases, the odds ratio:</a:t>
                </a:r>
                <a:endParaRPr lang="en-GB" sz="1400">
                  <a:solidFill>
                    <a:prstClr val="black"/>
                  </a:solidFill>
                </a:endParaRPr>
              </a:p>
              <a:p>
                <a:pPr lvl="0">
                  <a:defRPr/>
                </a:pPr>
                <a:endParaRPr lang="en-GB" sz="1400">
                  <a:solidFill>
                    <a:prstClr val="black"/>
                  </a:solidFill>
                </a:endParaRPr>
              </a:p>
              <a:p>
                <a:pPr lvl="0">
                  <a:defRPr/>
                </a:pPr>
                <a:endParaRPr lang="en-GB" sz="1400">
                  <a:solidFill>
                    <a:prstClr val="black"/>
                  </a:solidFill>
                </a:endParaRPr>
              </a:p>
              <a:p>
                <a:pPr lvl="0">
                  <a:defRPr/>
                </a:pPr>
                <a:endParaRPr lang="en-GB" sz="1400">
                  <a:solidFill>
                    <a:prstClr val="black"/>
                  </a:solidFill>
                </a:endParaRPr>
              </a:p>
              <a:p>
                <a:pPr lvl="0">
                  <a:defRPr/>
                </a:pPr>
                <a:endParaRPr lang="en-GB" sz="1400">
                  <a:solidFill>
                    <a:prstClr val="black"/>
                  </a:solidFill>
                </a:endParaRPr>
              </a:p>
              <a:p>
                <a:pPr lvl="0">
                  <a:defRPr/>
                </a:pPr>
                <a:r>
                  <a:rPr lang="en-US" sz="1400">
                    <a:solidFill>
                      <a:prstClr val="black"/>
                    </a:solidFill>
                  </a:rPr>
                  <a:t>Decreases (becoming smaller than 1), which means that the numerator </a:t>
                </a:r>
                <a:r>
                  <a:rPr lang="en-GB" sz="1400">
                    <a:solidFill>
                      <a:prstClr val="black"/>
                    </a:solidFill>
                  </a:rPr>
                  <a:t>(</a:t>
                </a:r>
                <a14:m>
                  <m:oMath xmlns:m="http://schemas.openxmlformats.org/officeDocument/2006/math">
                    <m:r>
                      <a:rPr lang="en-GB" sz="1400" i="1" dirty="0" smtClean="0">
                        <a:solidFill>
                          <a:prstClr val="black"/>
                        </a:solidFill>
                        <a:latin typeface="Cambria Math" panose="02040503050406030204" pitchFamily="18" charset="0"/>
                      </a:rPr>
                      <m:t>𝑃</m:t>
                    </m:r>
                    <m:d>
                      <m:dPr>
                        <m:ctrlPr>
                          <a:rPr lang="en-GB" sz="1400" i="1" dirty="0" smtClean="0">
                            <a:solidFill>
                              <a:prstClr val="black"/>
                            </a:solidFill>
                            <a:latin typeface="Cambria Math" panose="02040503050406030204" pitchFamily="18" charset="0"/>
                          </a:rPr>
                        </m:ctrlPr>
                      </m:dPr>
                      <m:e>
                        <m:r>
                          <a:rPr lang="en-GB" sz="1400" i="1" dirty="0" smtClean="0">
                            <a:solidFill>
                              <a:prstClr val="black"/>
                            </a:solidFill>
                            <a:latin typeface="Cambria Math" panose="02040503050406030204" pitchFamily="18" charset="0"/>
                          </a:rPr>
                          <m:t>𝑌</m:t>
                        </m:r>
                        <m:r>
                          <a:rPr lang="en-GB" sz="1400" i="1" dirty="0" smtClean="0">
                            <a:solidFill>
                              <a:prstClr val="black"/>
                            </a:solidFill>
                            <a:latin typeface="Cambria Math" panose="02040503050406030204" pitchFamily="18" charset="0"/>
                          </a:rPr>
                          <m:t> ≤</m:t>
                        </m:r>
                        <m:r>
                          <a:rPr lang="en-GB" sz="1400" i="1" dirty="0" smtClean="0">
                            <a:solidFill>
                              <a:prstClr val="black"/>
                            </a:solidFill>
                            <a:latin typeface="Cambria Math" panose="02040503050406030204" pitchFamily="18" charset="0"/>
                          </a:rPr>
                          <m:t>𝑗</m:t>
                        </m:r>
                      </m:e>
                    </m:d>
                  </m:oMath>
                </a14:m>
                <a:r>
                  <a:rPr lang="en-GB" sz="1400">
                    <a:solidFill>
                      <a:prstClr val="black"/>
                    </a:solidFill>
                  </a:rPr>
                  <a:t>) </a:t>
                </a:r>
                <a:r>
                  <a:rPr lang="en-US" sz="1400">
                    <a:solidFill>
                      <a:prstClr val="black"/>
                    </a:solidFill>
                  </a:rPr>
                  <a:t>falls relative to the denominator </a:t>
                </a:r>
                <a:r>
                  <a:rPr lang="en-GB" sz="1400">
                    <a:solidFill>
                      <a:prstClr val="black"/>
                    </a:solidFill>
                  </a:rPr>
                  <a:t>(</a:t>
                </a:r>
                <a14:m>
                  <m:oMath xmlns:m="http://schemas.openxmlformats.org/officeDocument/2006/math">
                    <m:r>
                      <a:rPr lang="en-GB" sz="1400" i="1" dirty="0" smtClean="0">
                        <a:solidFill>
                          <a:prstClr val="black"/>
                        </a:solidFill>
                        <a:latin typeface="Cambria Math" panose="02040503050406030204" pitchFamily="18" charset="0"/>
                      </a:rPr>
                      <m:t>𝑃</m:t>
                    </m:r>
                    <m:d>
                      <m:dPr>
                        <m:ctrlPr>
                          <a:rPr lang="en-GB" sz="1400" i="1" dirty="0" smtClean="0">
                            <a:solidFill>
                              <a:prstClr val="black"/>
                            </a:solidFill>
                            <a:latin typeface="Cambria Math" panose="02040503050406030204" pitchFamily="18" charset="0"/>
                          </a:rPr>
                        </m:ctrlPr>
                      </m:dPr>
                      <m:e>
                        <m:r>
                          <a:rPr lang="en-GB" sz="1400" i="1" dirty="0" smtClean="0">
                            <a:solidFill>
                              <a:prstClr val="black"/>
                            </a:solidFill>
                            <a:latin typeface="Cambria Math" panose="02040503050406030204" pitchFamily="18" charset="0"/>
                          </a:rPr>
                          <m:t>𝑌</m:t>
                        </m:r>
                        <m:r>
                          <a:rPr lang="en-GB" sz="1400" i="1" dirty="0" smtClean="0">
                            <a:solidFill>
                              <a:prstClr val="black"/>
                            </a:solidFill>
                            <a:latin typeface="Cambria Math" panose="02040503050406030204" pitchFamily="18" charset="0"/>
                          </a:rPr>
                          <m:t> &gt; </m:t>
                        </m:r>
                        <m:r>
                          <a:rPr lang="en-GB" sz="1400" i="1" dirty="0" smtClean="0">
                            <a:solidFill>
                              <a:prstClr val="black"/>
                            </a:solidFill>
                            <a:latin typeface="Cambria Math" panose="02040503050406030204" pitchFamily="18" charset="0"/>
                          </a:rPr>
                          <m:t>𝑗</m:t>
                        </m:r>
                      </m:e>
                    </m:d>
                  </m:oMath>
                </a14:m>
                <a:r>
                  <a:rPr lang="en-GB" sz="1400">
                    <a:solidFill>
                      <a:prstClr val="black"/>
                    </a:solidFill>
                  </a:rPr>
                  <a:t>): </a:t>
                </a:r>
                <a:r>
                  <a:rPr lang="en-US" sz="1400" b="1">
                    <a:solidFill>
                      <a:prstClr val="black"/>
                    </a:solidFill>
                    <a:highlight>
                      <a:srgbClr val="FFC000"/>
                    </a:highlight>
                  </a:rPr>
                  <a:t>This means that an increase in X reduces the odds of obtaining a lower category</a:t>
                </a:r>
                <a:r>
                  <a:rPr lang="en-GB" sz="1400" b="1">
                    <a:solidFill>
                      <a:prstClr val="black"/>
                    </a:solidFill>
                    <a:highlight>
                      <a:srgbClr val="FFC000"/>
                    </a:highlight>
                  </a:rPr>
                  <a:t>.</a:t>
                </a:r>
              </a:p>
            </p:txBody>
          </p:sp>
        </mc:Choice>
        <mc:Fallback xmlns="">
          <p:sp>
            <p:nvSpPr>
              <p:cNvPr id="79" name="TextBox 78">
                <a:extLst>
                  <a:ext uri="{FF2B5EF4-FFF2-40B4-BE49-F238E27FC236}">
                    <a16:creationId xmlns:a16="http://schemas.microsoft.com/office/drawing/2014/main" id="{9D924B09-B400-43BD-8456-C8888DFE370F}"/>
                  </a:ext>
                </a:extLst>
              </p:cNvPr>
              <p:cNvSpPr txBox="1">
                <a:spLocks noRot="1" noChangeAspect="1" noMove="1" noResize="1" noEditPoints="1" noAdjustHandles="1" noChangeArrowheads="1" noChangeShapeType="1" noTextEdit="1"/>
              </p:cNvSpPr>
              <p:nvPr/>
            </p:nvSpPr>
            <p:spPr>
              <a:xfrm>
                <a:off x="5811668" y="3991731"/>
                <a:ext cx="5337840" cy="2031325"/>
              </a:xfrm>
              <a:prstGeom prst="rect">
                <a:avLst/>
              </a:prstGeom>
              <a:blipFill>
                <a:blip r:embed="rId31"/>
                <a:stretch>
                  <a:fillRect l="-342" t="-601" r="-685"/>
                </a:stretch>
              </a:blipFill>
            </p:spPr>
            <p:txBody>
              <a:bodyPr/>
              <a:lstStyle/>
              <a:p>
                <a:r>
                  <a:rPr lang="en-US">
                    <a:noFill/>
                  </a:rPr>
                  <a:t> </a:t>
                </a:r>
              </a:p>
            </p:txBody>
          </p:sp>
        </mc:Fallback>
      </mc:AlternateContent>
      <p:sp>
        <p:nvSpPr>
          <p:cNvPr id="5" name="Slide Number Placeholder 2">
            <a:extLst>
              <a:ext uri="{FF2B5EF4-FFF2-40B4-BE49-F238E27FC236}">
                <a16:creationId xmlns:a16="http://schemas.microsoft.com/office/drawing/2014/main" id="{BD654280-466E-EF5C-6298-85EE54A5194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A16D3BB-2317-91E9-0EBF-5AFC51AFF94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15F8CF70-CCA1-0741-CBE4-A2EE4E614CD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2" name="Título 1">
            <a:extLst>
              <a:ext uri="{FF2B5EF4-FFF2-40B4-BE49-F238E27FC236}">
                <a16:creationId xmlns:a16="http://schemas.microsoft.com/office/drawing/2014/main" id="{83A556C8-890D-6480-76FB-1E967B8AFA95}"/>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4" name="TextBox 13">
            <a:extLst>
              <a:ext uri="{FF2B5EF4-FFF2-40B4-BE49-F238E27FC236}">
                <a16:creationId xmlns:a16="http://schemas.microsoft.com/office/drawing/2014/main" id="{B5F32F8E-5F26-22CF-FD52-9CDBB7C471A4}"/>
              </a:ext>
            </a:extLst>
          </p:cNvPr>
          <p:cNvSpPr txBox="1"/>
          <p:nvPr/>
        </p:nvSpPr>
        <p:spPr>
          <a:xfrm>
            <a:off x="891589" y="1196080"/>
            <a:ext cx="4310833"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Aptos" panose="020B0004020202020204"/>
                <a:ea typeface="+mn-ea"/>
                <a:cs typeface="+mn-cs"/>
              </a:rPr>
              <a:t>Assumption of Proportional Odds</a:t>
            </a:r>
          </a:p>
        </p:txBody>
      </p:sp>
      <p:grpSp>
        <p:nvGrpSpPr>
          <p:cNvPr id="2" name="Group 1">
            <a:extLst>
              <a:ext uri="{FF2B5EF4-FFF2-40B4-BE49-F238E27FC236}">
                <a16:creationId xmlns:a16="http://schemas.microsoft.com/office/drawing/2014/main" id="{9C1A7E97-6EAF-4A67-86E2-C5D92F7BC077}"/>
              </a:ext>
            </a:extLst>
          </p:cNvPr>
          <p:cNvGrpSpPr/>
          <p:nvPr/>
        </p:nvGrpSpPr>
        <p:grpSpPr>
          <a:xfrm>
            <a:off x="920735" y="1544387"/>
            <a:ext cx="4953000" cy="4757438"/>
            <a:chOff x="5529311" y="1544387"/>
            <a:chExt cx="4953000" cy="4757438"/>
          </a:xfrm>
        </p:grpSpPr>
        <p:sp>
          <p:nvSpPr>
            <p:cNvPr id="496" name="Freeform: Shape 495">
              <a:extLst>
                <a:ext uri="{FF2B5EF4-FFF2-40B4-BE49-F238E27FC236}">
                  <a16:creationId xmlns:a16="http://schemas.microsoft.com/office/drawing/2014/main" id="{A29DB6BD-7295-4899-8C67-D2133E8D5758}"/>
                </a:ext>
              </a:extLst>
            </p:cNvPr>
            <p:cNvSpPr/>
            <p:nvPr/>
          </p:nvSpPr>
          <p:spPr>
            <a:xfrm>
              <a:off x="5994381" y="5080578"/>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7" name="Freeform: Shape 496">
              <a:extLst>
                <a:ext uri="{FF2B5EF4-FFF2-40B4-BE49-F238E27FC236}">
                  <a16:creationId xmlns:a16="http://schemas.microsoft.com/office/drawing/2014/main" id="{5061D845-BF34-49B1-B924-B331C7077863}"/>
                </a:ext>
              </a:extLst>
            </p:cNvPr>
            <p:cNvSpPr/>
            <p:nvPr/>
          </p:nvSpPr>
          <p:spPr>
            <a:xfrm>
              <a:off x="5994381" y="423192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8" name="Freeform: Shape 497">
              <a:extLst>
                <a:ext uri="{FF2B5EF4-FFF2-40B4-BE49-F238E27FC236}">
                  <a16:creationId xmlns:a16="http://schemas.microsoft.com/office/drawing/2014/main" id="{A92B3857-C656-4F76-ABA7-730BF8CCEAE7}"/>
                </a:ext>
              </a:extLst>
            </p:cNvPr>
            <p:cNvSpPr/>
            <p:nvPr/>
          </p:nvSpPr>
          <p:spPr>
            <a:xfrm>
              <a:off x="5994381" y="3383221"/>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499" name="Freeform: Shape 498">
              <a:extLst>
                <a:ext uri="{FF2B5EF4-FFF2-40B4-BE49-F238E27FC236}">
                  <a16:creationId xmlns:a16="http://schemas.microsoft.com/office/drawing/2014/main" id="{663F4DFA-85C6-47D3-A60C-66285EF8B519}"/>
                </a:ext>
              </a:extLst>
            </p:cNvPr>
            <p:cNvSpPr/>
            <p:nvPr/>
          </p:nvSpPr>
          <p:spPr>
            <a:xfrm>
              <a:off x="5994381" y="2534566"/>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7391" cap="flat">
              <a:solidFill>
                <a:srgbClr val="EBEBEB"/>
              </a:solidFill>
              <a:prstDash val="solid"/>
              <a:round/>
            </a:ln>
          </p:spPr>
          <p:txBody>
            <a:bodyPr rtlCol="0" anchor="ctr"/>
            <a:lstStyle/>
            <a:p>
              <a:endParaRPr lang="en-GB"/>
            </a:p>
          </p:txBody>
        </p:sp>
        <p:sp>
          <p:nvSpPr>
            <p:cNvPr id="500" name="Freeform: Shape 499">
              <a:extLst>
                <a:ext uri="{FF2B5EF4-FFF2-40B4-BE49-F238E27FC236}">
                  <a16:creationId xmlns:a16="http://schemas.microsoft.com/office/drawing/2014/main" id="{DABAE99D-24EF-4227-8F8C-38490304FA72}"/>
                </a:ext>
              </a:extLst>
            </p:cNvPr>
            <p:cNvSpPr/>
            <p:nvPr/>
          </p:nvSpPr>
          <p:spPr>
            <a:xfrm>
              <a:off x="6167860"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1" name="Freeform: Shape 500">
              <a:extLst>
                <a:ext uri="{FF2B5EF4-FFF2-40B4-BE49-F238E27FC236}">
                  <a16:creationId xmlns:a16="http://schemas.microsoft.com/office/drawing/2014/main" id="{9F162A4B-AD9B-459D-A0BA-10DDAC1A6896}"/>
                </a:ext>
              </a:extLst>
            </p:cNvPr>
            <p:cNvSpPr/>
            <p:nvPr/>
          </p:nvSpPr>
          <p:spPr>
            <a:xfrm>
              <a:off x="7324423"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2" name="Freeform: Shape 501">
              <a:extLst>
                <a:ext uri="{FF2B5EF4-FFF2-40B4-BE49-F238E27FC236}">
                  <a16:creationId xmlns:a16="http://schemas.microsoft.com/office/drawing/2014/main" id="{1FCB0983-FA11-463A-8B7E-72B5C7277D36}"/>
                </a:ext>
              </a:extLst>
            </p:cNvPr>
            <p:cNvSpPr/>
            <p:nvPr/>
          </p:nvSpPr>
          <p:spPr>
            <a:xfrm>
              <a:off x="8480994"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3" name="Freeform: Shape 502">
              <a:extLst>
                <a:ext uri="{FF2B5EF4-FFF2-40B4-BE49-F238E27FC236}">
                  <a16:creationId xmlns:a16="http://schemas.microsoft.com/office/drawing/2014/main" id="{E21525BC-0B2E-4675-8C1C-77EAAD9A4DE8}"/>
                </a:ext>
              </a:extLst>
            </p:cNvPr>
            <p:cNvSpPr/>
            <p:nvPr/>
          </p:nvSpPr>
          <p:spPr>
            <a:xfrm>
              <a:off x="9637521"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7391" cap="flat">
              <a:solidFill>
                <a:srgbClr val="EBEBEB"/>
              </a:solidFill>
              <a:prstDash val="solid"/>
              <a:round/>
            </a:ln>
          </p:spPr>
          <p:txBody>
            <a:bodyPr rtlCol="0" anchor="ctr"/>
            <a:lstStyle/>
            <a:p>
              <a:endParaRPr lang="en-GB"/>
            </a:p>
          </p:txBody>
        </p:sp>
        <p:sp>
          <p:nvSpPr>
            <p:cNvPr id="504" name="Freeform: Shape 503">
              <a:extLst>
                <a:ext uri="{FF2B5EF4-FFF2-40B4-BE49-F238E27FC236}">
                  <a16:creationId xmlns:a16="http://schemas.microsoft.com/office/drawing/2014/main" id="{7A4294B8-9C46-46FF-9512-47536B5CFD29}"/>
                </a:ext>
              </a:extLst>
            </p:cNvPr>
            <p:cNvSpPr/>
            <p:nvPr/>
          </p:nvSpPr>
          <p:spPr>
            <a:xfrm>
              <a:off x="5994381" y="5504909"/>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5" name="Freeform: Shape 504">
              <a:extLst>
                <a:ext uri="{FF2B5EF4-FFF2-40B4-BE49-F238E27FC236}">
                  <a16:creationId xmlns:a16="http://schemas.microsoft.com/office/drawing/2014/main" id="{253DBA54-82D9-4A47-836A-F5D9A3BBA5BF}"/>
                </a:ext>
              </a:extLst>
            </p:cNvPr>
            <p:cNvSpPr/>
            <p:nvPr/>
          </p:nvSpPr>
          <p:spPr>
            <a:xfrm>
              <a:off x="5994381" y="465624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6" name="Freeform: Shape 505">
              <a:extLst>
                <a:ext uri="{FF2B5EF4-FFF2-40B4-BE49-F238E27FC236}">
                  <a16:creationId xmlns:a16="http://schemas.microsoft.com/office/drawing/2014/main" id="{61EEC9D6-A273-4F73-B46C-E0E220EA3F39}"/>
                </a:ext>
              </a:extLst>
            </p:cNvPr>
            <p:cNvSpPr/>
            <p:nvPr/>
          </p:nvSpPr>
          <p:spPr>
            <a:xfrm>
              <a:off x="5994381" y="3807552"/>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7" name="Freeform: Shape 506">
              <a:extLst>
                <a:ext uri="{FF2B5EF4-FFF2-40B4-BE49-F238E27FC236}">
                  <a16:creationId xmlns:a16="http://schemas.microsoft.com/office/drawing/2014/main" id="{8680C819-F448-4B39-B056-A5FDA5A14C5A}"/>
                </a:ext>
              </a:extLst>
            </p:cNvPr>
            <p:cNvSpPr/>
            <p:nvPr/>
          </p:nvSpPr>
          <p:spPr>
            <a:xfrm>
              <a:off x="5994381" y="2958890"/>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8" name="Freeform: Shape 507">
              <a:extLst>
                <a:ext uri="{FF2B5EF4-FFF2-40B4-BE49-F238E27FC236}">
                  <a16:creationId xmlns:a16="http://schemas.microsoft.com/office/drawing/2014/main" id="{E2E5D65C-6177-4292-9F96-FAC7CF0D8A75}"/>
                </a:ext>
              </a:extLst>
            </p:cNvPr>
            <p:cNvSpPr/>
            <p:nvPr/>
          </p:nvSpPr>
          <p:spPr>
            <a:xfrm>
              <a:off x="5994381" y="2110237"/>
              <a:ext cx="3816617" cy="10900"/>
            </a:xfrm>
            <a:custGeom>
              <a:avLst/>
              <a:gdLst>
                <a:gd name="connsiteX0" fmla="*/ 0 w 3816617"/>
                <a:gd name="connsiteY0" fmla="*/ 0 h 10900"/>
                <a:gd name="connsiteX1" fmla="*/ 3816618 w 3816617"/>
                <a:gd name="connsiteY1" fmla="*/ 0 h 10900"/>
              </a:gdLst>
              <a:ahLst/>
              <a:cxnLst>
                <a:cxn ang="0">
                  <a:pos x="connsiteX0" y="connsiteY0"/>
                </a:cxn>
                <a:cxn ang="0">
                  <a:pos x="connsiteX1" y="connsiteY1"/>
                </a:cxn>
              </a:cxnLst>
              <a:rect l="l" t="t" r="r" b="b"/>
              <a:pathLst>
                <a:path w="3816617" h="10900">
                  <a:moveTo>
                    <a:pt x="0" y="0"/>
                  </a:moveTo>
                  <a:lnTo>
                    <a:pt x="3816618" y="0"/>
                  </a:lnTo>
                </a:path>
              </a:pathLst>
            </a:custGeom>
            <a:noFill/>
            <a:ln w="14782" cap="flat">
              <a:solidFill>
                <a:srgbClr val="EBEBEB"/>
              </a:solidFill>
              <a:prstDash val="solid"/>
              <a:round/>
            </a:ln>
          </p:spPr>
          <p:txBody>
            <a:bodyPr rtlCol="0" anchor="ctr"/>
            <a:lstStyle/>
            <a:p>
              <a:endParaRPr lang="en-GB"/>
            </a:p>
          </p:txBody>
        </p:sp>
        <p:sp>
          <p:nvSpPr>
            <p:cNvPr id="509" name="Freeform: Shape 508">
              <a:extLst>
                <a:ext uri="{FF2B5EF4-FFF2-40B4-BE49-F238E27FC236}">
                  <a16:creationId xmlns:a16="http://schemas.microsoft.com/office/drawing/2014/main" id="{FAA9227C-9308-4827-85A0-A0FB80342DC8}"/>
                </a:ext>
              </a:extLst>
            </p:cNvPr>
            <p:cNvSpPr/>
            <p:nvPr/>
          </p:nvSpPr>
          <p:spPr>
            <a:xfrm>
              <a:off x="674612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10" name="Freeform: Shape 509">
              <a:extLst>
                <a:ext uri="{FF2B5EF4-FFF2-40B4-BE49-F238E27FC236}">
                  <a16:creationId xmlns:a16="http://schemas.microsoft.com/office/drawing/2014/main" id="{B891107E-545C-42AC-8542-1A3BC93032B3}"/>
                </a:ext>
              </a:extLst>
            </p:cNvPr>
            <p:cNvSpPr/>
            <p:nvPr/>
          </p:nvSpPr>
          <p:spPr>
            <a:xfrm>
              <a:off x="790268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11" name="Freeform: Shape 510">
              <a:extLst>
                <a:ext uri="{FF2B5EF4-FFF2-40B4-BE49-F238E27FC236}">
                  <a16:creationId xmlns:a16="http://schemas.microsoft.com/office/drawing/2014/main" id="{2130FF85-ECB7-437C-899A-8F2B02A4F99A}"/>
                </a:ext>
              </a:extLst>
            </p:cNvPr>
            <p:cNvSpPr/>
            <p:nvPr/>
          </p:nvSpPr>
          <p:spPr>
            <a:xfrm>
              <a:off x="9059257" y="2081410"/>
              <a:ext cx="10900" cy="3622060"/>
            </a:xfrm>
            <a:custGeom>
              <a:avLst/>
              <a:gdLst>
                <a:gd name="connsiteX0" fmla="*/ 0 w 10900"/>
                <a:gd name="connsiteY0" fmla="*/ 3622060 h 3622060"/>
                <a:gd name="connsiteX1" fmla="*/ 0 w 10900"/>
                <a:gd name="connsiteY1" fmla="*/ 0 h 3622060"/>
              </a:gdLst>
              <a:ahLst/>
              <a:cxnLst>
                <a:cxn ang="0">
                  <a:pos x="connsiteX0" y="connsiteY0"/>
                </a:cxn>
                <a:cxn ang="0">
                  <a:pos x="connsiteX1" y="connsiteY1"/>
                </a:cxn>
              </a:cxnLst>
              <a:rect l="l" t="t" r="r" b="b"/>
              <a:pathLst>
                <a:path w="10900" h="3622060">
                  <a:moveTo>
                    <a:pt x="0" y="3622060"/>
                  </a:moveTo>
                  <a:lnTo>
                    <a:pt x="0" y="0"/>
                  </a:lnTo>
                </a:path>
              </a:pathLst>
            </a:custGeom>
            <a:noFill/>
            <a:ln w="14782" cap="flat">
              <a:solidFill>
                <a:srgbClr val="EBEBEB"/>
              </a:solidFill>
              <a:prstDash val="solid"/>
              <a:round/>
            </a:ln>
          </p:spPr>
          <p:txBody>
            <a:bodyPr rtlCol="0" anchor="ctr"/>
            <a:lstStyle/>
            <a:p>
              <a:endParaRPr lang="en-GB"/>
            </a:p>
          </p:txBody>
        </p:sp>
        <p:sp>
          <p:nvSpPr>
            <p:cNvPr id="576" name="Freeform: Shape 575">
              <a:extLst>
                <a:ext uri="{FF2B5EF4-FFF2-40B4-BE49-F238E27FC236}">
                  <a16:creationId xmlns:a16="http://schemas.microsoft.com/office/drawing/2014/main" id="{083C4FD8-679B-4613-A8A6-0E52C692EC13}"/>
                </a:ext>
              </a:extLst>
            </p:cNvPr>
            <p:cNvSpPr/>
            <p:nvPr/>
          </p:nvSpPr>
          <p:spPr>
            <a:xfrm>
              <a:off x="6167860" y="3094684"/>
              <a:ext cx="3469660" cy="2444159"/>
            </a:xfrm>
            <a:custGeom>
              <a:avLst/>
              <a:gdLst>
                <a:gd name="connsiteX0" fmla="*/ 0 w 3469660"/>
                <a:gd name="connsiteY0" fmla="*/ 0 h 2444159"/>
                <a:gd name="connsiteX1" fmla="*/ 28913 w 3469660"/>
                <a:gd name="connsiteY1" fmla="*/ 20407 h 2444159"/>
                <a:gd name="connsiteX2" fmla="*/ 115652 w 3469660"/>
                <a:gd name="connsiteY2" fmla="*/ 81463 h 2444159"/>
                <a:gd name="connsiteX3" fmla="*/ 144565 w 3469660"/>
                <a:gd name="connsiteY3" fmla="*/ 101859 h 2444159"/>
                <a:gd name="connsiteX4" fmla="*/ 202392 w 3469660"/>
                <a:gd name="connsiteY4" fmla="*/ 142574 h 2444159"/>
                <a:gd name="connsiteX5" fmla="*/ 231304 w 3469660"/>
                <a:gd name="connsiteY5" fmla="*/ 162970 h 2444159"/>
                <a:gd name="connsiteX6" fmla="*/ 289131 w 3469660"/>
                <a:gd name="connsiteY6" fmla="*/ 203674 h 2444159"/>
                <a:gd name="connsiteX7" fmla="*/ 318043 w 3469660"/>
                <a:gd name="connsiteY7" fmla="*/ 224069 h 2444159"/>
                <a:gd name="connsiteX8" fmla="*/ 375869 w 3469660"/>
                <a:gd name="connsiteY8" fmla="*/ 264785 h 2444159"/>
                <a:gd name="connsiteX9" fmla="*/ 404778 w 3469660"/>
                <a:gd name="connsiteY9" fmla="*/ 285180 h 2444159"/>
                <a:gd name="connsiteX10" fmla="*/ 462608 w 3469660"/>
                <a:gd name="connsiteY10" fmla="*/ 325884 h 2444159"/>
                <a:gd name="connsiteX11" fmla="*/ 491528 w 3469660"/>
                <a:gd name="connsiteY11" fmla="*/ 346280 h 2444159"/>
                <a:gd name="connsiteX12" fmla="*/ 549346 w 3469660"/>
                <a:gd name="connsiteY12" fmla="*/ 386984 h 2444159"/>
                <a:gd name="connsiteX13" fmla="*/ 578267 w 3469660"/>
                <a:gd name="connsiteY13" fmla="*/ 407391 h 2444159"/>
                <a:gd name="connsiteX14" fmla="*/ 607176 w 3469660"/>
                <a:gd name="connsiteY14" fmla="*/ 427743 h 2444159"/>
                <a:gd name="connsiteX15" fmla="*/ 636129 w 3469660"/>
                <a:gd name="connsiteY15" fmla="*/ 448095 h 2444159"/>
                <a:gd name="connsiteX16" fmla="*/ 665039 w 3469660"/>
                <a:gd name="connsiteY16" fmla="*/ 468491 h 2444159"/>
                <a:gd name="connsiteX17" fmla="*/ 722868 w 3469660"/>
                <a:gd name="connsiteY17" fmla="*/ 509195 h 2444159"/>
                <a:gd name="connsiteX18" fmla="*/ 751788 w 3469660"/>
                <a:gd name="connsiteY18" fmla="*/ 529591 h 2444159"/>
                <a:gd name="connsiteX19" fmla="*/ 809607 w 3469660"/>
                <a:gd name="connsiteY19" fmla="*/ 570306 h 2444159"/>
                <a:gd name="connsiteX20" fmla="*/ 838527 w 3469660"/>
                <a:gd name="connsiteY20" fmla="*/ 590702 h 2444159"/>
                <a:gd name="connsiteX21" fmla="*/ 896346 w 3469660"/>
                <a:gd name="connsiteY21" fmla="*/ 631406 h 2444159"/>
                <a:gd name="connsiteX22" fmla="*/ 925266 w 3469660"/>
                <a:gd name="connsiteY22" fmla="*/ 651801 h 2444159"/>
                <a:gd name="connsiteX23" fmla="*/ 1012005 w 3469660"/>
                <a:gd name="connsiteY23" fmla="*/ 712869 h 2444159"/>
                <a:gd name="connsiteX24" fmla="*/ 1040915 w 3469660"/>
                <a:gd name="connsiteY24" fmla="*/ 733264 h 2444159"/>
                <a:gd name="connsiteX25" fmla="*/ 1098744 w 3469660"/>
                <a:gd name="connsiteY25" fmla="*/ 773969 h 2444159"/>
                <a:gd name="connsiteX26" fmla="*/ 1127654 w 3469660"/>
                <a:gd name="connsiteY26" fmla="*/ 794375 h 2444159"/>
                <a:gd name="connsiteX27" fmla="*/ 1185483 w 3469660"/>
                <a:gd name="connsiteY27" fmla="*/ 835079 h 2444159"/>
                <a:gd name="connsiteX28" fmla="*/ 1214393 w 3469660"/>
                <a:gd name="connsiteY28" fmla="*/ 855475 h 2444159"/>
                <a:gd name="connsiteX29" fmla="*/ 1272222 w 3469660"/>
                <a:gd name="connsiteY29" fmla="*/ 896179 h 2444159"/>
                <a:gd name="connsiteX30" fmla="*/ 1301132 w 3469660"/>
                <a:gd name="connsiteY30" fmla="*/ 916575 h 2444159"/>
                <a:gd name="connsiteX31" fmla="*/ 1358961 w 3469660"/>
                <a:gd name="connsiteY31" fmla="*/ 957290 h 2444159"/>
                <a:gd name="connsiteX32" fmla="*/ 1387871 w 3469660"/>
                <a:gd name="connsiteY32" fmla="*/ 977686 h 2444159"/>
                <a:gd name="connsiteX33" fmla="*/ 1445700 w 3469660"/>
                <a:gd name="connsiteY33" fmla="*/ 1018390 h 2444159"/>
                <a:gd name="connsiteX34" fmla="*/ 1474610 w 3469660"/>
                <a:gd name="connsiteY34" fmla="*/ 1038786 h 2444159"/>
                <a:gd name="connsiteX35" fmla="*/ 1532439 w 3469660"/>
                <a:gd name="connsiteY35" fmla="*/ 1079501 h 2444159"/>
                <a:gd name="connsiteX36" fmla="*/ 1561349 w 3469660"/>
                <a:gd name="connsiteY36" fmla="*/ 1099897 h 2444159"/>
                <a:gd name="connsiteX37" fmla="*/ 1619178 w 3469660"/>
                <a:gd name="connsiteY37" fmla="*/ 1140601 h 2444159"/>
                <a:gd name="connsiteX38" fmla="*/ 1648088 w 3469660"/>
                <a:gd name="connsiteY38" fmla="*/ 1160996 h 2444159"/>
                <a:gd name="connsiteX39" fmla="*/ 1705917 w 3469660"/>
                <a:gd name="connsiteY39" fmla="*/ 1201712 h 2444159"/>
                <a:gd name="connsiteX40" fmla="*/ 1734827 w 3469660"/>
                <a:gd name="connsiteY40" fmla="*/ 1222107 h 2444159"/>
                <a:gd name="connsiteX41" fmla="*/ 1792656 w 3469660"/>
                <a:gd name="connsiteY41" fmla="*/ 1262812 h 2444159"/>
                <a:gd name="connsiteX42" fmla="*/ 1821566 w 3469660"/>
                <a:gd name="connsiteY42" fmla="*/ 1283207 h 2444159"/>
                <a:gd name="connsiteX43" fmla="*/ 1908305 w 3469660"/>
                <a:gd name="connsiteY43" fmla="*/ 1344274 h 2444159"/>
                <a:gd name="connsiteX44" fmla="*/ 1937225 w 3469660"/>
                <a:gd name="connsiteY44" fmla="*/ 1364670 h 2444159"/>
                <a:gd name="connsiteX45" fmla="*/ 1995044 w 3469660"/>
                <a:gd name="connsiteY45" fmla="*/ 1405374 h 2444159"/>
                <a:gd name="connsiteX46" fmla="*/ 2023964 w 3469660"/>
                <a:gd name="connsiteY46" fmla="*/ 1425770 h 2444159"/>
                <a:gd name="connsiteX47" fmla="*/ 2081783 w 3469660"/>
                <a:gd name="connsiteY47" fmla="*/ 1466485 h 2444159"/>
                <a:gd name="connsiteX48" fmla="*/ 2110703 w 3469660"/>
                <a:gd name="connsiteY48" fmla="*/ 1486881 h 2444159"/>
                <a:gd name="connsiteX49" fmla="*/ 2168522 w 3469660"/>
                <a:gd name="connsiteY49" fmla="*/ 1527585 h 2444159"/>
                <a:gd name="connsiteX50" fmla="*/ 2197442 w 3469660"/>
                <a:gd name="connsiteY50" fmla="*/ 1547981 h 2444159"/>
                <a:gd name="connsiteX51" fmla="*/ 2255261 w 3469660"/>
                <a:gd name="connsiteY51" fmla="*/ 1588696 h 2444159"/>
                <a:gd name="connsiteX52" fmla="*/ 2284181 w 3469660"/>
                <a:gd name="connsiteY52" fmla="*/ 1609091 h 2444159"/>
                <a:gd name="connsiteX53" fmla="*/ 2313134 w 3469660"/>
                <a:gd name="connsiteY53" fmla="*/ 1629444 h 2444159"/>
                <a:gd name="connsiteX54" fmla="*/ 2342043 w 3469660"/>
                <a:gd name="connsiteY54" fmla="*/ 1649796 h 2444159"/>
                <a:gd name="connsiteX55" fmla="*/ 2370963 w 3469660"/>
                <a:gd name="connsiteY55" fmla="*/ 1670192 h 2444159"/>
                <a:gd name="connsiteX56" fmla="*/ 2428782 w 3469660"/>
                <a:gd name="connsiteY56" fmla="*/ 1710906 h 2444159"/>
                <a:gd name="connsiteX57" fmla="*/ 2457702 w 3469660"/>
                <a:gd name="connsiteY57" fmla="*/ 1731302 h 2444159"/>
                <a:gd name="connsiteX58" fmla="*/ 2515521 w 3469660"/>
                <a:gd name="connsiteY58" fmla="*/ 1772006 h 2444159"/>
                <a:gd name="connsiteX59" fmla="*/ 2544441 w 3469660"/>
                <a:gd name="connsiteY59" fmla="*/ 1792402 h 2444159"/>
                <a:gd name="connsiteX60" fmla="*/ 2602260 w 3469660"/>
                <a:gd name="connsiteY60" fmla="*/ 1833117 h 2444159"/>
                <a:gd name="connsiteX61" fmla="*/ 2631180 w 3469660"/>
                <a:gd name="connsiteY61" fmla="*/ 1853513 h 2444159"/>
                <a:gd name="connsiteX62" fmla="*/ 2688999 w 3469660"/>
                <a:gd name="connsiteY62" fmla="*/ 1894217 h 2444159"/>
                <a:gd name="connsiteX63" fmla="*/ 2717919 w 3469660"/>
                <a:gd name="connsiteY63" fmla="*/ 1914613 h 2444159"/>
                <a:gd name="connsiteX64" fmla="*/ 2804658 w 3469660"/>
                <a:gd name="connsiteY64" fmla="*/ 1975680 h 2444159"/>
                <a:gd name="connsiteX65" fmla="*/ 2833568 w 3469660"/>
                <a:gd name="connsiteY65" fmla="*/ 1996076 h 2444159"/>
                <a:gd name="connsiteX66" fmla="*/ 2891397 w 3469660"/>
                <a:gd name="connsiteY66" fmla="*/ 2036780 h 2444159"/>
                <a:gd name="connsiteX67" fmla="*/ 2920307 w 3469660"/>
                <a:gd name="connsiteY67" fmla="*/ 2057176 h 2444159"/>
                <a:gd name="connsiteX68" fmla="*/ 2978136 w 3469660"/>
                <a:gd name="connsiteY68" fmla="*/ 2097891 h 2444159"/>
                <a:gd name="connsiteX69" fmla="*/ 3007046 w 3469660"/>
                <a:gd name="connsiteY69" fmla="*/ 2118286 h 2444159"/>
                <a:gd name="connsiteX70" fmla="*/ 3064875 w 3469660"/>
                <a:gd name="connsiteY70" fmla="*/ 2158991 h 2444159"/>
                <a:gd name="connsiteX71" fmla="*/ 3093785 w 3469660"/>
                <a:gd name="connsiteY71" fmla="*/ 2179387 h 2444159"/>
                <a:gd name="connsiteX72" fmla="*/ 3151614 w 3469660"/>
                <a:gd name="connsiteY72" fmla="*/ 2220101 h 2444159"/>
                <a:gd name="connsiteX73" fmla="*/ 3180524 w 3469660"/>
                <a:gd name="connsiteY73" fmla="*/ 2240497 h 2444159"/>
                <a:gd name="connsiteX74" fmla="*/ 3238353 w 3469660"/>
                <a:gd name="connsiteY74" fmla="*/ 2281201 h 2444159"/>
                <a:gd name="connsiteX75" fmla="*/ 3267263 w 3469660"/>
                <a:gd name="connsiteY75" fmla="*/ 2301597 h 2444159"/>
                <a:gd name="connsiteX76" fmla="*/ 3325092 w 3469660"/>
                <a:gd name="connsiteY76" fmla="*/ 2342312 h 2444159"/>
                <a:gd name="connsiteX77" fmla="*/ 3354002 w 3469660"/>
                <a:gd name="connsiteY77" fmla="*/ 2362708 h 2444159"/>
                <a:gd name="connsiteX78" fmla="*/ 3411831 w 3469660"/>
                <a:gd name="connsiteY78" fmla="*/ 2403412 h 2444159"/>
                <a:gd name="connsiteX79" fmla="*/ 3440741 w 3469660"/>
                <a:gd name="connsiteY79" fmla="*/ 2423808 h 2444159"/>
                <a:gd name="connsiteX80" fmla="*/ 3469661 w 3469660"/>
                <a:gd name="connsiteY80" fmla="*/ 2444160 h 244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469660" h="2444159">
                  <a:moveTo>
                    <a:pt x="0" y="0"/>
                  </a:moveTo>
                  <a:lnTo>
                    <a:pt x="28913" y="20407"/>
                  </a:lnTo>
                  <a:lnTo>
                    <a:pt x="115652" y="81463"/>
                  </a:lnTo>
                  <a:lnTo>
                    <a:pt x="144565" y="101859"/>
                  </a:lnTo>
                  <a:lnTo>
                    <a:pt x="202392" y="142574"/>
                  </a:lnTo>
                  <a:lnTo>
                    <a:pt x="231304" y="162970"/>
                  </a:lnTo>
                  <a:lnTo>
                    <a:pt x="289131" y="203674"/>
                  </a:lnTo>
                  <a:lnTo>
                    <a:pt x="318043" y="224069"/>
                  </a:lnTo>
                  <a:lnTo>
                    <a:pt x="375869" y="264785"/>
                  </a:lnTo>
                  <a:lnTo>
                    <a:pt x="404778" y="285180"/>
                  </a:lnTo>
                  <a:lnTo>
                    <a:pt x="462608" y="325884"/>
                  </a:lnTo>
                  <a:lnTo>
                    <a:pt x="491528" y="346280"/>
                  </a:lnTo>
                  <a:lnTo>
                    <a:pt x="549346" y="386984"/>
                  </a:lnTo>
                  <a:lnTo>
                    <a:pt x="578267" y="407391"/>
                  </a:lnTo>
                  <a:lnTo>
                    <a:pt x="607176" y="427743"/>
                  </a:lnTo>
                  <a:lnTo>
                    <a:pt x="636129" y="448095"/>
                  </a:lnTo>
                  <a:lnTo>
                    <a:pt x="665039" y="468491"/>
                  </a:lnTo>
                  <a:lnTo>
                    <a:pt x="722868" y="509195"/>
                  </a:lnTo>
                  <a:lnTo>
                    <a:pt x="751788" y="529591"/>
                  </a:lnTo>
                  <a:lnTo>
                    <a:pt x="809607" y="570306"/>
                  </a:lnTo>
                  <a:lnTo>
                    <a:pt x="838527" y="590702"/>
                  </a:lnTo>
                  <a:lnTo>
                    <a:pt x="896346" y="631406"/>
                  </a:lnTo>
                  <a:lnTo>
                    <a:pt x="925266" y="651801"/>
                  </a:lnTo>
                  <a:lnTo>
                    <a:pt x="1012005" y="712869"/>
                  </a:lnTo>
                  <a:lnTo>
                    <a:pt x="1040915" y="733264"/>
                  </a:lnTo>
                  <a:lnTo>
                    <a:pt x="1098744" y="773969"/>
                  </a:lnTo>
                  <a:lnTo>
                    <a:pt x="1127654" y="794375"/>
                  </a:lnTo>
                  <a:lnTo>
                    <a:pt x="1185483" y="835079"/>
                  </a:lnTo>
                  <a:lnTo>
                    <a:pt x="1214393" y="855475"/>
                  </a:lnTo>
                  <a:lnTo>
                    <a:pt x="1272222" y="896179"/>
                  </a:lnTo>
                  <a:lnTo>
                    <a:pt x="1301132" y="916575"/>
                  </a:lnTo>
                  <a:lnTo>
                    <a:pt x="1358961" y="957290"/>
                  </a:lnTo>
                  <a:lnTo>
                    <a:pt x="1387871" y="977686"/>
                  </a:lnTo>
                  <a:lnTo>
                    <a:pt x="1445700" y="1018390"/>
                  </a:lnTo>
                  <a:lnTo>
                    <a:pt x="1474610" y="1038786"/>
                  </a:lnTo>
                  <a:lnTo>
                    <a:pt x="1532439" y="1079501"/>
                  </a:lnTo>
                  <a:lnTo>
                    <a:pt x="1561349" y="1099897"/>
                  </a:lnTo>
                  <a:lnTo>
                    <a:pt x="1619178" y="1140601"/>
                  </a:lnTo>
                  <a:lnTo>
                    <a:pt x="1648088" y="1160996"/>
                  </a:lnTo>
                  <a:lnTo>
                    <a:pt x="1705917" y="1201712"/>
                  </a:lnTo>
                  <a:lnTo>
                    <a:pt x="1734827" y="1222107"/>
                  </a:lnTo>
                  <a:lnTo>
                    <a:pt x="1792656" y="1262812"/>
                  </a:lnTo>
                  <a:lnTo>
                    <a:pt x="1821566" y="1283207"/>
                  </a:lnTo>
                  <a:lnTo>
                    <a:pt x="1908305" y="1344274"/>
                  </a:lnTo>
                  <a:lnTo>
                    <a:pt x="1937225" y="1364670"/>
                  </a:lnTo>
                  <a:lnTo>
                    <a:pt x="1995044" y="1405374"/>
                  </a:lnTo>
                  <a:lnTo>
                    <a:pt x="2023964" y="1425770"/>
                  </a:lnTo>
                  <a:lnTo>
                    <a:pt x="2081783" y="1466485"/>
                  </a:lnTo>
                  <a:lnTo>
                    <a:pt x="2110703" y="1486881"/>
                  </a:lnTo>
                  <a:lnTo>
                    <a:pt x="2168522" y="1527585"/>
                  </a:lnTo>
                  <a:lnTo>
                    <a:pt x="2197442" y="1547981"/>
                  </a:lnTo>
                  <a:lnTo>
                    <a:pt x="2255261" y="1588696"/>
                  </a:lnTo>
                  <a:lnTo>
                    <a:pt x="2284181" y="1609091"/>
                  </a:lnTo>
                  <a:lnTo>
                    <a:pt x="2313134" y="1629444"/>
                  </a:lnTo>
                  <a:lnTo>
                    <a:pt x="2342043" y="1649796"/>
                  </a:lnTo>
                  <a:lnTo>
                    <a:pt x="2370963" y="1670192"/>
                  </a:lnTo>
                  <a:lnTo>
                    <a:pt x="2428782" y="1710906"/>
                  </a:lnTo>
                  <a:lnTo>
                    <a:pt x="2457702" y="1731302"/>
                  </a:lnTo>
                  <a:lnTo>
                    <a:pt x="2515521" y="1772006"/>
                  </a:lnTo>
                  <a:lnTo>
                    <a:pt x="2544441" y="1792402"/>
                  </a:lnTo>
                  <a:lnTo>
                    <a:pt x="2602260" y="1833117"/>
                  </a:lnTo>
                  <a:lnTo>
                    <a:pt x="2631180" y="1853513"/>
                  </a:lnTo>
                  <a:lnTo>
                    <a:pt x="2688999" y="1894217"/>
                  </a:lnTo>
                  <a:lnTo>
                    <a:pt x="2717919" y="1914613"/>
                  </a:lnTo>
                  <a:lnTo>
                    <a:pt x="2804658" y="1975680"/>
                  </a:lnTo>
                  <a:lnTo>
                    <a:pt x="2833568" y="1996076"/>
                  </a:lnTo>
                  <a:lnTo>
                    <a:pt x="2891397" y="2036780"/>
                  </a:lnTo>
                  <a:lnTo>
                    <a:pt x="2920307" y="2057176"/>
                  </a:lnTo>
                  <a:lnTo>
                    <a:pt x="2978136" y="2097891"/>
                  </a:lnTo>
                  <a:lnTo>
                    <a:pt x="3007046" y="2118286"/>
                  </a:lnTo>
                  <a:lnTo>
                    <a:pt x="3064875" y="2158991"/>
                  </a:lnTo>
                  <a:lnTo>
                    <a:pt x="3093785" y="2179387"/>
                  </a:lnTo>
                  <a:lnTo>
                    <a:pt x="3151614" y="2220101"/>
                  </a:lnTo>
                  <a:lnTo>
                    <a:pt x="3180524" y="2240497"/>
                  </a:lnTo>
                  <a:lnTo>
                    <a:pt x="3238353" y="2281201"/>
                  </a:lnTo>
                  <a:lnTo>
                    <a:pt x="3267263" y="2301597"/>
                  </a:lnTo>
                  <a:lnTo>
                    <a:pt x="3325092" y="2342312"/>
                  </a:lnTo>
                  <a:lnTo>
                    <a:pt x="3354002" y="2362708"/>
                  </a:lnTo>
                  <a:lnTo>
                    <a:pt x="3411831" y="2403412"/>
                  </a:lnTo>
                  <a:lnTo>
                    <a:pt x="3440741" y="2423808"/>
                  </a:lnTo>
                  <a:lnTo>
                    <a:pt x="3469661" y="2444160"/>
                  </a:lnTo>
                </a:path>
              </a:pathLst>
            </a:custGeom>
            <a:noFill/>
            <a:ln w="27876" cap="flat">
              <a:solidFill>
                <a:srgbClr val="4B8BBE"/>
              </a:solidFill>
              <a:prstDash val="solid"/>
              <a:round/>
            </a:ln>
          </p:spPr>
          <p:txBody>
            <a:bodyPr rtlCol="0" anchor="ctr"/>
            <a:lstStyle/>
            <a:p>
              <a:endParaRPr lang="en-GB"/>
            </a:p>
          </p:txBody>
        </p:sp>
        <p:sp>
          <p:nvSpPr>
            <p:cNvPr id="577" name="Freeform: Shape 576">
              <a:extLst>
                <a:ext uri="{FF2B5EF4-FFF2-40B4-BE49-F238E27FC236}">
                  <a16:creationId xmlns:a16="http://schemas.microsoft.com/office/drawing/2014/main" id="{10DD1C42-9801-44B0-AF86-9537FE030D59}"/>
                </a:ext>
              </a:extLst>
            </p:cNvPr>
            <p:cNvSpPr/>
            <p:nvPr/>
          </p:nvSpPr>
          <p:spPr>
            <a:xfrm>
              <a:off x="6167860" y="2246032"/>
              <a:ext cx="3469660" cy="2444160"/>
            </a:xfrm>
            <a:custGeom>
              <a:avLst/>
              <a:gdLst>
                <a:gd name="connsiteX0" fmla="*/ 0 w 3469660"/>
                <a:gd name="connsiteY0" fmla="*/ 0 h 2444160"/>
                <a:gd name="connsiteX1" fmla="*/ 28913 w 3469660"/>
                <a:gd name="connsiteY1" fmla="*/ 20354 h 2444160"/>
                <a:gd name="connsiteX2" fmla="*/ 57825 w 3469660"/>
                <a:gd name="connsiteY2" fmla="*/ 40751 h 2444160"/>
                <a:gd name="connsiteX3" fmla="*/ 115652 w 3469660"/>
                <a:gd name="connsiteY3" fmla="*/ 81459 h 2444160"/>
                <a:gd name="connsiteX4" fmla="*/ 144565 w 3469660"/>
                <a:gd name="connsiteY4" fmla="*/ 101855 h 2444160"/>
                <a:gd name="connsiteX5" fmla="*/ 202392 w 3469660"/>
                <a:gd name="connsiteY5" fmla="*/ 142564 h 2444160"/>
                <a:gd name="connsiteX6" fmla="*/ 231304 w 3469660"/>
                <a:gd name="connsiteY6" fmla="*/ 162961 h 2444160"/>
                <a:gd name="connsiteX7" fmla="*/ 289131 w 3469660"/>
                <a:gd name="connsiteY7" fmla="*/ 203669 h 2444160"/>
                <a:gd name="connsiteX8" fmla="*/ 318043 w 3469660"/>
                <a:gd name="connsiteY8" fmla="*/ 224066 h 2444160"/>
                <a:gd name="connsiteX9" fmla="*/ 375869 w 3469660"/>
                <a:gd name="connsiteY9" fmla="*/ 264774 h 2444160"/>
                <a:gd name="connsiteX10" fmla="*/ 404778 w 3469660"/>
                <a:gd name="connsiteY10" fmla="*/ 285170 h 2444160"/>
                <a:gd name="connsiteX11" fmla="*/ 462608 w 3469660"/>
                <a:gd name="connsiteY11" fmla="*/ 325879 h 2444160"/>
                <a:gd name="connsiteX12" fmla="*/ 491528 w 3469660"/>
                <a:gd name="connsiteY12" fmla="*/ 346276 h 2444160"/>
                <a:gd name="connsiteX13" fmla="*/ 549346 w 3469660"/>
                <a:gd name="connsiteY13" fmla="*/ 386985 h 2444160"/>
                <a:gd name="connsiteX14" fmla="*/ 578267 w 3469660"/>
                <a:gd name="connsiteY14" fmla="*/ 407381 h 2444160"/>
                <a:gd name="connsiteX15" fmla="*/ 607176 w 3469660"/>
                <a:gd name="connsiteY15" fmla="*/ 427733 h 2444160"/>
                <a:gd name="connsiteX16" fmla="*/ 636129 w 3469660"/>
                <a:gd name="connsiteY16" fmla="*/ 448085 h 2444160"/>
                <a:gd name="connsiteX17" fmla="*/ 665039 w 3469660"/>
                <a:gd name="connsiteY17" fmla="*/ 468448 h 2444160"/>
                <a:gd name="connsiteX18" fmla="*/ 693959 w 3469660"/>
                <a:gd name="connsiteY18" fmla="*/ 488844 h 2444160"/>
                <a:gd name="connsiteX19" fmla="*/ 751788 w 3469660"/>
                <a:gd name="connsiteY19" fmla="*/ 529548 h 2444160"/>
                <a:gd name="connsiteX20" fmla="*/ 780698 w 3469660"/>
                <a:gd name="connsiteY20" fmla="*/ 549944 h 2444160"/>
                <a:gd name="connsiteX21" fmla="*/ 838527 w 3469660"/>
                <a:gd name="connsiteY21" fmla="*/ 590648 h 2444160"/>
                <a:gd name="connsiteX22" fmla="*/ 867437 w 3469660"/>
                <a:gd name="connsiteY22" fmla="*/ 611055 h 2444160"/>
                <a:gd name="connsiteX23" fmla="*/ 925266 w 3469660"/>
                <a:gd name="connsiteY23" fmla="*/ 651759 h 2444160"/>
                <a:gd name="connsiteX24" fmla="*/ 954176 w 3469660"/>
                <a:gd name="connsiteY24" fmla="*/ 672155 h 2444160"/>
                <a:gd name="connsiteX25" fmla="*/ 1012005 w 3469660"/>
                <a:gd name="connsiteY25" fmla="*/ 712859 h 2444160"/>
                <a:gd name="connsiteX26" fmla="*/ 1040915 w 3469660"/>
                <a:gd name="connsiteY26" fmla="*/ 733265 h 2444160"/>
                <a:gd name="connsiteX27" fmla="*/ 1098744 w 3469660"/>
                <a:gd name="connsiteY27" fmla="*/ 773970 h 2444160"/>
                <a:gd name="connsiteX28" fmla="*/ 1127654 w 3469660"/>
                <a:gd name="connsiteY28" fmla="*/ 794365 h 2444160"/>
                <a:gd name="connsiteX29" fmla="*/ 1185483 w 3469660"/>
                <a:gd name="connsiteY29" fmla="*/ 835069 h 2444160"/>
                <a:gd name="connsiteX30" fmla="*/ 1214393 w 3469660"/>
                <a:gd name="connsiteY30" fmla="*/ 855465 h 2444160"/>
                <a:gd name="connsiteX31" fmla="*/ 1272222 w 3469660"/>
                <a:gd name="connsiteY31" fmla="*/ 896180 h 2444160"/>
                <a:gd name="connsiteX32" fmla="*/ 1301132 w 3469660"/>
                <a:gd name="connsiteY32" fmla="*/ 916576 h 2444160"/>
                <a:gd name="connsiteX33" fmla="*/ 1358961 w 3469660"/>
                <a:gd name="connsiteY33" fmla="*/ 957280 h 2444160"/>
                <a:gd name="connsiteX34" fmla="*/ 1387871 w 3469660"/>
                <a:gd name="connsiteY34" fmla="*/ 977676 h 2444160"/>
                <a:gd name="connsiteX35" fmla="*/ 1445700 w 3469660"/>
                <a:gd name="connsiteY35" fmla="*/ 1018391 h 2444160"/>
                <a:gd name="connsiteX36" fmla="*/ 1474610 w 3469660"/>
                <a:gd name="connsiteY36" fmla="*/ 1038787 h 2444160"/>
                <a:gd name="connsiteX37" fmla="*/ 1561349 w 3469660"/>
                <a:gd name="connsiteY37" fmla="*/ 1099843 h 2444160"/>
                <a:gd name="connsiteX38" fmla="*/ 1590258 w 3469660"/>
                <a:gd name="connsiteY38" fmla="*/ 1120250 h 2444160"/>
                <a:gd name="connsiteX39" fmla="*/ 1648088 w 3469660"/>
                <a:gd name="connsiteY39" fmla="*/ 1160954 h 2444160"/>
                <a:gd name="connsiteX40" fmla="*/ 1677008 w 3469660"/>
                <a:gd name="connsiteY40" fmla="*/ 1181350 h 2444160"/>
                <a:gd name="connsiteX41" fmla="*/ 1734827 w 3469660"/>
                <a:gd name="connsiteY41" fmla="*/ 1222054 h 2444160"/>
                <a:gd name="connsiteX42" fmla="*/ 1763747 w 3469660"/>
                <a:gd name="connsiteY42" fmla="*/ 1242449 h 2444160"/>
                <a:gd name="connsiteX43" fmla="*/ 1821566 w 3469660"/>
                <a:gd name="connsiteY43" fmla="*/ 1283165 h 2444160"/>
                <a:gd name="connsiteX44" fmla="*/ 1850486 w 3469660"/>
                <a:gd name="connsiteY44" fmla="*/ 1303560 h 2444160"/>
                <a:gd name="connsiteX45" fmla="*/ 1908305 w 3469660"/>
                <a:gd name="connsiteY45" fmla="*/ 1344265 h 2444160"/>
                <a:gd name="connsiteX46" fmla="*/ 1937225 w 3469660"/>
                <a:gd name="connsiteY46" fmla="*/ 1364660 h 2444160"/>
                <a:gd name="connsiteX47" fmla="*/ 1995044 w 3469660"/>
                <a:gd name="connsiteY47" fmla="*/ 1405375 h 2444160"/>
                <a:gd name="connsiteX48" fmla="*/ 2023964 w 3469660"/>
                <a:gd name="connsiteY48" fmla="*/ 1425771 h 2444160"/>
                <a:gd name="connsiteX49" fmla="*/ 2081783 w 3469660"/>
                <a:gd name="connsiteY49" fmla="*/ 1466475 h 2444160"/>
                <a:gd name="connsiteX50" fmla="*/ 2110703 w 3469660"/>
                <a:gd name="connsiteY50" fmla="*/ 1486871 h 2444160"/>
                <a:gd name="connsiteX51" fmla="*/ 2168522 w 3469660"/>
                <a:gd name="connsiteY51" fmla="*/ 1527586 h 2444160"/>
                <a:gd name="connsiteX52" fmla="*/ 2197442 w 3469660"/>
                <a:gd name="connsiteY52" fmla="*/ 1547982 h 2444160"/>
                <a:gd name="connsiteX53" fmla="*/ 2255261 w 3469660"/>
                <a:gd name="connsiteY53" fmla="*/ 1588686 h 2444160"/>
                <a:gd name="connsiteX54" fmla="*/ 2284181 w 3469660"/>
                <a:gd name="connsiteY54" fmla="*/ 1609082 h 2444160"/>
                <a:gd name="connsiteX55" fmla="*/ 2313134 w 3469660"/>
                <a:gd name="connsiteY55" fmla="*/ 1629434 h 2444160"/>
                <a:gd name="connsiteX56" fmla="*/ 2342043 w 3469660"/>
                <a:gd name="connsiteY56" fmla="*/ 1649797 h 2444160"/>
                <a:gd name="connsiteX57" fmla="*/ 2370963 w 3469660"/>
                <a:gd name="connsiteY57" fmla="*/ 1670192 h 2444160"/>
                <a:gd name="connsiteX58" fmla="*/ 2428782 w 3469660"/>
                <a:gd name="connsiteY58" fmla="*/ 1710897 h 2444160"/>
                <a:gd name="connsiteX59" fmla="*/ 2457702 w 3469660"/>
                <a:gd name="connsiteY59" fmla="*/ 1731292 h 2444160"/>
                <a:gd name="connsiteX60" fmla="*/ 2544441 w 3469660"/>
                <a:gd name="connsiteY60" fmla="*/ 1792360 h 2444160"/>
                <a:gd name="connsiteX61" fmla="*/ 2573351 w 3469660"/>
                <a:gd name="connsiteY61" fmla="*/ 1812755 h 2444160"/>
                <a:gd name="connsiteX62" fmla="*/ 2631180 w 3469660"/>
                <a:gd name="connsiteY62" fmla="*/ 1853460 h 2444160"/>
                <a:gd name="connsiteX63" fmla="*/ 2660090 w 3469660"/>
                <a:gd name="connsiteY63" fmla="*/ 1873855 h 2444160"/>
                <a:gd name="connsiteX64" fmla="*/ 2717919 w 3469660"/>
                <a:gd name="connsiteY64" fmla="*/ 1914570 h 2444160"/>
                <a:gd name="connsiteX65" fmla="*/ 2746829 w 3469660"/>
                <a:gd name="connsiteY65" fmla="*/ 1934966 h 2444160"/>
                <a:gd name="connsiteX66" fmla="*/ 2804658 w 3469660"/>
                <a:gd name="connsiteY66" fmla="*/ 1975670 h 2444160"/>
                <a:gd name="connsiteX67" fmla="*/ 2833568 w 3469660"/>
                <a:gd name="connsiteY67" fmla="*/ 1996066 h 2444160"/>
                <a:gd name="connsiteX68" fmla="*/ 2891397 w 3469660"/>
                <a:gd name="connsiteY68" fmla="*/ 2036781 h 2444160"/>
                <a:gd name="connsiteX69" fmla="*/ 2920307 w 3469660"/>
                <a:gd name="connsiteY69" fmla="*/ 2057177 h 2444160"/>
                <a:gd name="connsiteX70" fmla="*/ 2978136 w 3469660"/>
                <a:gd name="connsiteY70" fmla="*/ 2097881 h 2444160"/>
                <a:gd name="connsiteX71" fmla="*/ 3007046 w 3469660"/>
                <a:gd name="connsiteY71" fmla="*/ 2118277 h 2444160"/>
                <a:gd name="connsiteX72" fmla="*/ 3064875 w 3469660"/>
                <a:gd name="connsiteY72" fmla="*/ 2158992 h 2444160"/>
                <a:gd name="connsiteX73" fmla="*/ 3093785 w 3469660"/>
                <a:gd name="connsiteY73" fmla="*/ 2179387 h 2444160"/>
                <a:gd name="connsiteX74" fmla="*/ 3151614 w 3469660"/>
                <a:gd name="connsiteY74" fmla="*/ 2220092 h 2444160"/>
                <a:gd name="connsiteX75" fmla="*/ 3180524 w 3469660"/>
                <a:gd name="connsiteY75" fmla="*/ 2240487 h 2444160"/>
                <a:gd name="connsiteX76" fmla="*/ 3238353 w 3469660"/>
                <a:gd name="connsiteY76" fmla="*/ 2281202 h 2444160"/>
                <a:gd name="connsiteX77" fmla="*/ 3267263 w 3469660"/>
                <a:gd name="connsiteY77" fmla="*/ 2301598 h 2444160"/>
                <a:gd name="connsiteX78" fmla="*/ 3325092 w 3469660"/>
                <a:gd name="connsiteY78" fmla="*/ 2342302 h 2444160"/>
                <a:gd name="connsiteX79" fmla="*/ 3354002 w 3469660"/>
                <a:gd name="connsiteY79" fmla="*/ 2362698 h 2444160"/>
                <a:gd name="connsiteX80" fmla="*/ 3440741 w 3469660"/>
                <a:gd name="connsiteY80" fmla="*/ 2423765 h 2444160"/>
                <a:gd name="connsiteX81" fmla="*/ 3469661 w 3469660"/>
                <a:gd name="connsiteY81" fmla="*/ 2444161 h 2444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469660" h="2444160">
                  <a:moveTo>
                    <a:pt x="0" y="0"/>
                  </a:moveTo>
                  <a:lnTo>
                    <a:pt x="28913" y="20354"/>
                  </a:lnTo>
                  <a:lnTo>
                    <a:pt x="57825" y="40751"/>
                  </a:lnTo>
                  <a:lnTo>
                    <a:pt x="115652" y="81459"/>
                  </a:lnTo>
                  <a:lnTo>
                    <a:pt x="144565" y="101855"/>
                  </a:lnTo>
                  <a:lnTo>
                    <a:pt x="202392" y="142564"/>
                  </a:lnTo>
                  <a:lnTo>
                    <a:pt x="231304" y="162961"/>
                  </a:lnTo>
                  <a:lnTo>
                    <a:pt x="289131" y="203669"/>
                  </a:lnTo>
                  <a:lnTo>
                    <a:pt x="318043" y="224066"/>
                  </a:lnTo>
                  <a:lnTo>
                    <a:pt x="375869" y="264774"/>
                  </a:lnTo>
                  <a:lnTo>
                    <a:pt x="404778" y="285170"/>
                  </a:lnTo>
                  <a:lnTo>
                    <a:pt x="462608" y="325879"/>
                  </a:lnTo>
                  <a:lnTo>
                    <a:pt x="491528" y="346276"/>
                  </a:lnTo>
                  <a:lnTo>
                    <a:pt x="549346" y="386985"/>
                  </a:lnTo>
                  <a:lnTo>
                    <a:pt x="578267" y="407381"/>
                  </a:lnTo>
                  <a:lnTo>
                    <a:pt x="607176" y="427733"/>
                  </a:lnTo>
                  <a:lnTo>
                    <a:pt x="636129" y="448085"/>
                  </a:lnTo>
                  <a:lnTo>
                    <a:pt x="665039" y="468448"/>
                  </a:lnTo>
                  <a:lnTo>
                    <a:pt x="693959" y="488844"/>
                  </a:lnTo>
                  <a:lnTo>
                    <a:pt x="751788" y="529548"/>
                  </a:lnTo>
                  <a:lnTo>
                    <a:pt x="780698" y="549944"/>
                  </a:lnTo>
                  <a:lnTo>
                    <a:pt x="838527" y="590648"/>
                  </a:lnTo>
                  <a:lnTo>
                    <a:pt x="867437" y="611055"/>
                  </a:lnTo>
                  <a:lnTo>
                    <a:pt x="925266" y="651759"/>
                  </a:lnTo>
                  <a:lnTo>
                    <a:pt x="954176" y="672155"/>
                  </a:lnTo>
                  <a:lnTo>
                    <a:pt x="1012005" y="712859"/>
                  </a:lnTo>
                  <a:lnTo>
                    <a:pt x="1040915" y="733265"/>
                  </a:lnTo>
                  <a:lnTo>
                    <a:pt x="1098744" y="773970"/>
                  </a:lnTo>
                  <a:lnTo>
                    <a:pt x="1127654" y="794365"/>
                  </a:lnTo>
                  <a:lnTo>
                    <a:pt x="1185483" y="835069"/>
                  </a:lnTo>
                  <a:lnTo>
                    <a:pt x="1214393" y="855465"/>
                  </a:lnTo>
                  <a:lnTo>
                    <a:pt x="1272222" y="896180"/>
                  </a:lnTo>
                  <a:lnTo>
                    <a:pt x="1301132" y="916576"/>
                  </a:lnTo>
                  <a:lnTo>
                    <a:pt x="1358961" y="957280"/>
                  </a:lnTo>
                  <a:lnTo>
                    <a:pt x="1387871" y="977676"/>
                  </a:lnTo>
                  <a:lnTo>
                    <a:pt x="1445700" y="1018391"/>
                  </a:lnTo>
                  <a:lnTo>
                    <a:pt x="1474610" y="1038787"/>
                  </a:lnTo>
                  <a:lnTo>
                    <a:pt x="1561349" y="1099843"/>
                  </a:lnTo>
                  <a:lnTo>
                    <a:pt x="1590258" y="1120250"/>
                  </a:lnTo>
                  <a:lnTo>
                    <a:pt x="1648088" y="1160954"/>
                  </a:lnTo>
                  <a:lnTo>
                    <a:pt x="1677008" y="1181350"/>
                  </a:lnTo>
                  <a:lnTo>
                    <a:pt x="1734827" y="1222054"/>
                  </a:lnTo>
                  <a:lnTo>
                    <a:pt x="1763747" y="1242449"/>
                  </a:lnTo>
                  <a:lnTo>
                    <a:pt x="1821566" y="1283165"/>
                  </a:lnTo>
                  <a:lnTo>
                    <a:pt x="1850486" y="1303560"/>
                  </a:lnTo>
                  <a:lnTo>
                    <a:pt x="1908305" y="1344265"/>
                  </a:lnTo>
                  <a:lnTo>
                    <a:pt x="1937225" y="1364660"/>
                  </a:lnTo>
                  <a:lnTo>
                    <a:pt x="1995044" y="1405375"/>
                  </a:lnTo>
                  <a:lnTo>
                    <a:pt x="2023964" y="1425771"/>
                  </a:lnTo>
                  <a:lnTo>
                    <a:pt x="2081783" y="1466475"/>
                  </a:lnTo>
                  <a:lnTo>
                    <a:pt x="2110703" y="1486871"/>
                  </a:lnTo>
                  <a:lnTo>
                    <a:pt x="2168522" y="1527586"/>
                  </a:lnTo>
                  <a:lnTo>
                    <a:pt x="2197442" y="1547982"/>
                  </a:lnTo>
                  <a:lnTo>
                    <a:pt x="2255261" y="1588686"/>
                  </a:lnTo>
                  <a:lnTo>
                    <a:pt x="2284181" y="1609082"/>
                  </a:lnTo>
                  <a:lnTo>
                    <a:pt x="2313134" y="1629434"/>
                  </a:lnTo>
                  <a:lnTo>
                    <a:pt x="2342043" y="1649797"/>
                  </a:lnTo>
                  <a:lnTo>
                    <a:pt x="2370963" y="1670192"/>
                  </a:lnTo>
                  <a:lnTo>
                    <a:pt x="2428782" y="1710897"/>
                  </a:lnTo>
                  <a:lnTo>
                    <a:pt x="2457702" y="1731292"/>
                  </a:lnTo>
                  <a:lnTo>
                    <a:pt x="2544441" y="1792360"/>
                  </a:lnTo>
                  <a:lnTo>
                    <a:pt x="2573351" y="1812755"/>
                  </a:lnTo>
                  <a:lnTo>
                    <a:pt x="2631180" y="1853460"/>
                  </a:lnTo>
                  <a:lnTo>
                    <a:pt x="2660090" y="1873855"/>
                  </a:lnTo>
                  <a:lnTo>
                    <a:pt x="2717919" y="1914570"/>
                  </a:lnTo>
                  <a:lnTo>
                    <a:pt x="2746829" y="1934966"/>
                  </a:lnTo>
                  <a:lnTo>
                    <a:pt x="2804658" y="1975670"/>
                  </a:lnTo>
                  <a:lnTo>
                    <a:pt x="2833568" y="1996066"/>
                  </a:lnTo>
                  <a:lnTo>
                    <a:pt x="2891397" y="2036781"/>
                  </a:lnTo>
                  <a:lnTo>
                    <a:pt x="2920307" y="2057177"/>
                  </a:lnTo>
                  <a:lnTo>
                    <a:pt x="2978136" y="2097881"/>
                  </a:lnTo>
                  <a:lnTo>
                    <a:pt x="3007046" y="2118277"/>
                  </a:lnTo>
                  <a:lnTo>
                    <a:pt x="3064875" y="2158992"/>
                  </a:lnTo>
                  <a:lnTo>
                    <a:pt x="3093785" y="2179387"/>
                  </a:lnTo>
                  <a:lnTo>
                    <a:pt x="3151614" y="2220092"/>
                  </a:lnTo>
                  <a:lnTo>
                    <a:pt x="3180524" y="2240487"/>
                  </a:lnTo>
                  <a:lnTo>
                    <a:pt x="3238353" y="2281202"/>
                  </a:lnTo>
                  <a:lnTo>
                    <a:pt x="3267263" y="2301598"/>
                  </a:lnTo>
                  <a:lnTo>
                    <a:pt x="3325092" y="2342302"/>
                  </a:lnTo>
                  <a:lnTo>
                    <a:pt x="3354002" y="2362698"/>
                  </a:lnTo>
                  <a:lnTo>
                    <a:pt x="3440741" y="2423765"/>
                  </a:lnTo>
                  <a:lnTo>
                    <a:pt x="3469661" y="2444161"/>
                  </a:lnTo>
                </a:path>
              </a:pathLst>
            </a:custGeom>
            <a:solidFill>
              <a:srgbClr val="FF0000"/>
            </a:solidFill>
            <a:ln w="27876" cap="flat">
              <a:solidFill>
                <a:srgbClr val="FF0000"/>
              </a:solidFill>
              <a:prstDash val="solid"/>
              <a:round/>
            </a:ln>
          </p:spPr>
          <p:txBody>
            <a:bodyPr rtlCol="0" anchor="ctr"/>
            <a:lstStyle/>
            <a:p>
              <a:endParaRPr lang="en-GB"/>
            </a:p>
          </p:txBody>
        </p:sp>
        <p:sp>
          <p:nvSpPr>
            <p:cNvPr id="796" name="Freeform: Shape 795">
              <a:extLst>
                <a:ext uri="{FF2B5EF4-FFF2-40B4-BE49-F238E27FC236}">
                  <a16:creationId xmlns:a16="http://schemas.microsoft.com/office/drawing/2014/main" id="{F0C8E6B0-7C8F-413A-8B8B-40B906F63473}"/>
                </a:ext>
              </a:extLst>
            </p:cNvPr>
            <p:cNvSpPr/>
            <p:nvPr/>
          </p:nvSpPr>
          <p:spPr>
            <a:xfrm>
              <a:off x="6910863" y="6165482"/>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4B8BBE"/>
              </a:solidFill>
              <a:prstDash val="solid"/>
              <a:round/>
            </a:ln>
          </p:spPr>
          <p:txBody>
            <a:bodyPr rtlCol="0" anchor="ctr"/>
            <a:lstStyle/>
            <a:p>
              <a:endParaRPr lang="en-GB"/>
            </a:p>
          </p:txBody>
        </p:sp>
        <p:sp>
          <p:nvSpPr>
            <p:cNvPr id="797" name="Freeform: Shape 796">
              <a:extLst>
                <a:ext uri="{FF2B5EF4-FFF2-40B4-BE49-F238E27FC236}">
                  <a16:creationId xmlns:a16="http://schemas.microsoft.com/office/drawing/2014/main" id="{01A8E085-9759-40AB-B43D-17F30E4B047C}"/>
                </a:ext>
              </a:extLst>
            </p:cNvPr>
            <p:cNvSpPr/>
            <p:nvPr/>
          </p:nvSpPr>
          <p:spPr>
            <a:xfrm>
              <a:off x="8195840" y="6149983"/>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FF0000"/>
              </a:solidFill>
              <a:prstDash val="solid"/>
              <a:round/>
            </a:ln>
          </p:spPr>
          <p:txBody>
            <a:bodyPr rtlCol="0" anchor="ctr"/>
            <a:lstStyle/>
            <a:p>
              <a:endParaRPr lang="en-GB"/>
            </a:p>
          </p:txBody>
        </p:sp>
        <p:sp>
          <p:nvSpPr>
            <p:cNvPr id="751" name="TextBox 750">
              <a:extLst>
                <a:ext uri="{FF2B5EF4-FFF2-40B4-BE49-F238E27FC236}">
                  <a16:creationId xmlns:a16="http://schemas.microsoft.com/office/drawing/2014/main" id="{7D844C1B-9FC2-4578-BED7-4275FC2EC08A}"/>
                </a:ext>
              </a:extLst>
            </p:cNvPr>
            <p:cNvSpPr txBox="1"/>
            <p:nvPr/>
          </p:nvSpPr>
          <p:spPr>
            <a:xfrm>
              <a:off x="5529311" y="1544387"/>
              <a:ext cx="4953000" cy="276999"/>
            </a:xfrm>
            <a:prstGeom prst="rect">
              <a:avLst/>
            </a:prstGeom>
            <a:noFill/>
          </p:spPr>
          <p:txBody>
            <a:bodyPr wrap="square">
              <a:spAutoFit/>
            </a:bodyPr>
            <a:lstStyle/>
            <a:p>
              <a:r>
                <a:rPr lang="en-US" sz="1200" b="1" noProof="0"/>
                <a:t>Visualizing the Proportional Odds Assumption</a:t>
              </a:r>
            </a:p>
          </p:txBody>
        </p:sp>
        <mc:AlternateContent xmlns:mc="http://schemas.openxmlformats.org/markup-compatibility/2006" xmlns:a14="http://schemas.microsoft.com/office/drawing/2010/main">
          <mc:Choice Requires="a14">
            <p:sp>
              <p:nvSpPr>
                <p:cNvPr id="752" name="TextBox 751">
                  <a:extLst>
                    <a:ext uri="{FF2B5EF4-FFF2-40B4-BE49-F238E27FC236}">
                      <a16:creationId xmlns:a16="http://schemas.microsoft.com/office/drawing/2014/main" id="{DB04E7F3-8EAC-4329-A609-D9D5CCA99AA9}"/>
                    </a:ext>
                  </a:extLst>
                </p:cNvPr>
                <p:cNvSpPr txBox="1"/>
                <p:nvPr/>
              </p:nvSpPr>
              <p:spPr>
                <a:xfrm rot="16200000">
                  <a:off x="3826151" y="3650880"/>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m:rPr>
                            <m:sty m:val="p"/>
                          </m:rPr>
                          <a:rPr lang="en-GB" sz="1050" b="1" i="1" dirty="0" smtClean="0">
                            <a:latin typeface="Cambria Math" panose="02040503050406030204" pitchFamily="18" charset="0"/>
                          </a:rPr>
                          <m:t>ln</m:t>
                        </m:r>
                        <m:r>
                          <a:rPr lang="en-GB" sz="1050" b="1" i="1" dirty="0" smtClean="0">
                            <a:latin typeface="Cambria Math" panose="02040503050406030204" pitchFamily="18" charset="0"/>
                          </a:rPr>
                          <m:t>⁡[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 /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 &gt;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m:t>
                        </m:r>
                      </m:oMath>
                    </m:oMathPara>
                  </a14:m>
                  <a:endParaRPr lang="en-GB" sz="1050" b="1" noProof="0"/>
                </a:p>
              </p:txBody>
            </p:sp>
          </mc:Choice>
          <mc:Fallback xmlns="">
            <p:sp>
              <p:nvSpPr>
                <p:cNvPr id="752" name="TextBox 751">
                  <a:extLst>
                    <a:ext uri="{FF2B5EF4-FFF2-40B4-BE49-F238E27FC236}">
                      <a16:creationId xmlns:a16="http://schemas.microsoft.com/office/drawing/2014/main" id="{DB04E7F3-8EAC-4329-A609-D9D5CCA99AA9}"/>
                    </a:ext>
                  </a:extLst>
                </p:cNvPr>
                <p:cNvSpPr txBox="1">
                  <a:spLocks noRot="1" noChangeAspect="1" noMove="1" noResize="1" noEditPoints="1" noAdjustHandles="1" noChangeArrowheads="1" noChangeShapeType="1" noTextEdit="1"/>
                </p:cNvSpPr>
                <p:nvPr/>
              </p:nvSpPr>
              <p:spPr>
                <a:xfrm rot="16200000">
                  <a:off x="3826151" y="3650880"/>
                  <a:ext cx="3925501" cy="261610"/>
                </a:xfrm>
                <a:prstGeom prst="rect">
                  <a:avLst/>
                </a:prstGeom>
                <a:blipFill>
                  <a:blip r:embed="rId32"/>
                  <a:stretch>
                    <a:fillRect r="-4651"/>
                  </a:stretch>
                </a:blipFill>
              </p:spPr>
              <p:txBody>
                <a:bodyPr/>
                <a:lstStyle/>
                <a:p>
                  <a:r>
                    <a:rPr lang="en-US">
                      <a:noFill/>
                    </a:rPr>
                    <a:t> </a:t>
                  </a:r>
                </a:p>
              </p:txBody>
            </p:sp>
          </mc:Fallback>
        </mc:AlternateContent>
        <p:sp>
          <p:nvSpPr>
            <p:cNvPr id="754" name="TextBox 753">
              <a:extLst>
                <a:ext uri="{FF2B5EF4-FFF2-40B4-BE49-F238E27FC236}">
                  <a16:creationId xmlns:a16="http://schemas.microsoft.com/office/drawing/2014/main" id="{FE89F4D5-9A8E-4933-88DC-D132D6D16DEA}"/>
                </a:ext>
              </a:extLst>
            </p:cNvPr>
            <p:cNvSpPr txBox="1"/>
            <p:nvPr/>
          </p:nvSpPr>
          <p:spPr>
            <a:xfrm>
              <a:off x="6196484" y="6023056"/>
              <a:ext cx="1075316" cy="276999"/>
            </a:xfrm>
            <a:prstGeom prst="rect">
              <a:avLst/>
            </a:prstGeom>
            <a:noFill/>
          </p:spPr>
          <p:txBody>
            <a:bodyPr wrap="square">
              <a:spAutoFit/>
            </a:bodyPr>
            <a:lstStyle/>
            <a:p>
              <a:r>
                <a:rPr lang="en-GB" sz="1200" b="1" noProof="0"/>
                <a:t>Umbral</a:t>
              </a:r>
            </a:p>
          </p:txBody>
        </p:sp>
        <mc:AlternateContent xmlns:mc="http://schemas.openxmlformats.org/markup-compatibility/2006" xmlns:a14="http://schemas.microsoft.com/office/drawing/2010/main">
          <mc:Choice Requires="a14">
            <p:sp>
              <p:nvSpPr>
                <p:cNvPr id="755" name="TextBox 754">
                  <a:extLst>
                    <a:ext uri="{FF2B5EF4-FFF2-40B4-BE49-F238E27FC236}">
                      <a16:creationId xmlns:a16="http://schemas.microsoft.com/office/drawing/2014/main" id="{451BB85F-0FC7-4545-8861-2425EDD8D26C}"/>
                    </a:ext>
                  </a:extLst>
                </p:cNvPr>
                <p:cNvSpPr txBox="1"/>
                <p:nvPr/>
              </p:nvSpPr>
              <p:spPr>
                <a:xfrm>
                  <a:off x="7039830" y="6023056"/>
                  <a:ext cx="1189687" cy="274755"/>
                </a:xfrm>
                <a:prstGeom prst="rect">
                  <a:avLst/>
                </a:prstGeom>
                <a:noFill/>
              </p:spPr>
              <p:txBody>
                <a:bodyPr wrap="square">
                  <a:spAutoFit/>
                </a:bodyPr>
                <a:lstStyle>
                  <a:defPPr>
                    <a:defRPr lang="en-US"/>
                  </a:defPPr>
                  <a:lvl1pPr algn="ctr">
                    <a:defRPr sz="1050" b="0" i="1">
                      <a:latin typeface="Cambria Math" panose="02040503050406030204" pitchFamily="18" charset="0"/>
                    </a:defRPr>
                  </a:lvl1p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𝜇</m:t>
                        </m:r>
                        <m:r>
                          <a:rPr lang="en-GB" dirty="0" smtClean="0">
                            <a:latin typeface="Cambria Math" panose="02040503050406030204" pitchFamily="18" charset="0"/>
                          </a:rPr>
                          <m:t>1 </m:t>
                        </m:r>
                        <m:d>
                          <m:dPr>
                            <m:ctrlPr>
                              <a:rPr lang="en-GB" i="1" dirty="0" smtClean="0">
                                <a:latin typeface="Cambria Math" panose="02040503050406030204" pitchFamily="18" charset="0"/>
                              </a:rPr>
                            </m:ctrlPr>
                          </m:dPr>
                          <m:e>
                            <m:r>
                              <a:rPr lang="en-GB" dirty="0" smtClean="0">
                                <a:latin typeface="Cambria Math" panose="02040503050406030204" pitchFamily="18" charset="0"/>
                              </a:rPr>
                              <m:t>𝑃</m:t>
                            </m:r>
                            <m:r>
                              <a:rPr lang="en-GB" dirty="0" smtClean="0">
                                <a:latin typeface="Cambria Math" panose="02040503050406030204" pitchFamily="18" charset="0"/>
                              </a:rPr>
                              <m:t> </m:t>
                            </m:r>
                            <m:d>
                              <m:dPr>
                                <m:ctrlPr>
                                  <a:rPr lang="en-GB" i="1" dirty="0" smtClean="0">
                                    <a:latin typeface="Cambria Math" panose="02040503050406030204" pitchFamily="18" charset="0"/>
                                  </a:rPr>
                                </m:ctrlPr>
                              </m:dPr>
                              <m:e>
                                <m:r>
                                  <a:rPr lang="en-GB" dirty="0" smtClean="0">
                                    <a:latin typeface="Cambria Math" panose="02040503050406030204" pitchFamily="18" charset="0"/>
                                  </a:rPr>
                                  <m:t> </m:t>
                                </m:r>
                                <m:r>
                                  <a:rPr lang="en-GB" dirty="0" smtClean="0">
                                    <a:latin typeface="Cambria Math" panose="02040503050406030204" pitchFamily="18" charset="0"/>
                                  </a:rPr>
                                  <m:t>𝑌</m:t>
                                </m:r>
                                <m:r>
                                  <a:rPr lang="en-GB" dirty="0" smtClean="0">
                                    <a:latin typeface="Cambria Math" panose="02040503050406030204" pitchFamily="18" charset="0"/>
                                  </a:rPr>
                                  <m:t> ≤1</m:t>
                                </m:r>
                              </m:e>
                            </m:d>
                          </m:e>
                        </m:d>
                      </m:oMath>
                    </m:oMathPara>
                  </a14:m>
                  <a:endParaRPr lang="en-GB"/>
                </a:p>
              </p:txBody>
            </p:sp>
          </mc:Choice>
          <mc:Fallback xmlns="">
            <p:sp>
              <p:nvSpPr>
                <p:cNvPr id="755" name="TextBox 754">
                  <a:extLst>
                    <a:ext uri="{FF2B5EF4-FFF2-40B4-BE49-F238E27FC236}">
                      <a16:creationId xmlns:a16="http://schemas.microsoft.com/office/drawing/2014/main" id="{451BB85F-0FC7-4545-8861-2425EDD8D26C}"/>
                    </a:ext>
                  </a:extLst>
                </p:cNvPr>
                <p:cNvSpPr txBox="1">
                  <a:spLocks noRot="1" noChangeAspect="1" noMove="1" noResize="1" noEditPoints="1" noAdjustHandles="1" noChangeArrowheads="1" noChangeShapeType="1" noTextEdit="1"/>
                </p:cNvSpPr>
                <p:nvPr/>
              </p:nvSpPr>
              <p:spPr>
                <a:xfrm>
                  <a:off x="7039830" y="6023056"/>
                  <a:ext cx="1189687" cy="274755"/>
                </a:xfrm>
                <a:prstGeom prst="rect">
                  <a:avLst/>
                </a:prstGeom>
                <a:blipFill>
                  <a:blip r:embed="rId33"/>
                  <a:stretch>
                    <a:fillRect/>
                  </a:stretch>
                </a:blipFill>
              </p:spPr>
              <p:txBody>
                <a:bodyPr/>
                <a:lstStyle/>
                <a:p>
                  <a:r>
                    <a:rPr lang="en-US">
                      <a:noFill/>
                    </a:rPr>
                    <a:t> </a:t>
                  </a:r>
                </a:p>
              </p:txBody>
            </p:sp>
          </mc:Fallback>
        </mc:AlternateContent>
        <p:sp>
          <p:nvSpPr>
            <p:cNvPr id="1210" name="Rectangle 1209">
              <a:extLst>
                <a:ext uri="{FF2B5EF4-FFF2-40B4-BE49-F238E27FC236}">
                  <a16:creationId xmlns:a16="http://schemas.microsoft.com/office/drawing/2014/main" id="{7439E58F-D885-4E79-BEAC-EBA0BDF8695C}"/>
                </a:ext>
              </a:extLst>
            </p:cNvPr>
            <p:cNvSpPr/>
            <p:nvPr/>
          </p:nvSpPr>
          <p:spPr>
            <a:xfrm>
              <a:off x="8353698" y="6047909"/>
              <a:ext cx="1048685" cy="253916"/>
            </a:xfrm>
            <a:prstGeom prst="rect">
              <a:avLst/>
            </a:prstGeom>
            <a:noFill/>
          </p:spPr>
          <p:txBody>
            <a:bodyPr wrap="square">
              <a:spAutoFit/>
            </a:bodyPr>
            <a:lstStyle/>
            <a:p>
              <a:pPr algn="ctr"/>
              <a:r>
                <a:rPr lang="en-GB" sz="1050">
                  <a:latin typeface="Cambria Math" panose="02040503050406030204" pitchFamily="18" charset="0"/>
                </a:rPr>
                <a:t>𝝁2 (𝑷 ( 𝒀 ≤2))</a:t>
              </a:r>
            </a:p>
          </p:txBody>
        </p:sp>
        <mc:AlternateContent xmlns:mc="http://schemas.openxmlformats.org/markup-compatibility/2006" xmlns:a14="http://schemas.microsoft.com/office/drawing/2010/main">
          <mc:Choice Requires="a14">
            <p:sp>
              <p:nvSpPr>
                <p:cNvPr id="758" name="TextBox 757">
                  <a:extLst>
                    <a:ext uri="{FF2B5EF4-FFF2-40B4-BE49-F238E27FC236}">
                      <a16:creationId xmlns:a16="http://schemas.microsoft.com/office/drawing/2014/main" id="{6B60C5C9-E11C-4471-9D0E-209ABCAD1F41}"/>
                    </a:ext>
                  </a:extLst>
                </p:cNvPr>
                <p:cNvSpPr txBox="1"/>
                <p:nvPr/>
              </p:nvSpPr>
              <p:spPr>
                <a:xfrm>
                  <a:off x="5913681" y="5788782"/>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a:rPr lang="en-GB" sz="1050" b="1" i="1" dirty="0" smtClean="0">
                            <a:latin typeface="Cambria Math" panose="02040503050406030204" pitchFamily="18" charset="0"/>
                          </a:rPr>
                          <m:t>𝑿</m:t>
                        </m:r>
                      </m:oMath>
                    </m:oMathPara>
                  </a14:m>
                  <a:endParaRPr lang="en-GB" sz="1050" b="1" noProof="0"/>
                </a:p>
              </p:txBody>
            </p:sp>
          </mc:Choice>
          <mc:Fallback xmlns="">
            <p:sp>
              <p:nvSpPr>
                <p:cNvPr id="758" name="TextBox 757">
                  <a:extLst>
                    <a:ext uri="{FF2B5EF4-FFF2-40B4-BE49-F238E27FC236}">
                      <a16:creationId xmlns:a16="http://schemas.microsoft.com/office/drawing/2014/main" id="{6B60C5C9-E11C-4471-9D0E-209ABCAD1F41}"/>
                    </a:ext>
                  </a:extLst>
                </p:cNvPr>
                <p:cNvSpPr txBox="1">
                  <a:spLocks noRot="1" noChangeAspect="1" noMove="1" noResize="1" noEditPoints="1" noAdjustHandles="1" noChangeArrowheads="1" noChangeShapeType="1" noTextEdit="1"/>
                </p:cNvSpPr>
                <p:nvPr/>
              </p:nvSpPr>
              <p:spPr>
                <a:xfrm>
                  <a:off x="5913681" y="5788782"/>
                  <a:ext cx="3925501" cy="261610"/>
                </a:xfrm>
                <a:prstGeom prst="rect">
                  <a:avLst/>
                </a:prstGeom>
                <a:blipFill>
                  <a:blip r:embed="rId34"/>
                  <a:stretch>
                    <a:fillRect/>
                  </a:stretch>
                </a:blipFill>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65" name="TextBox 64">
                <a:extLst>
                  <a:ext uri="{FF2B5EF4-FFF2-40B4-BE49-F238E27FC236}">
                    <a16:creationId xmlns:a16="http://schemas.microsoft.com/office/drawing/2014/main" id="{7948B60F-31E5-4DEA-9EB6-F0CE658D8DEC}"/>
                  </a:ext>
                </a:extLst>
              </p:cNvPr>
              <p:cNvSpPr txBox="1"/>
              <p:nvPr/>
            </p:nvSpPr>
            <p:spPr>
              <a:xfrm>
                <a:off x="5743634" y="2220226"/>
                <a:ext cx="5337840" cy="738664"/>
              </a:xfrm>
              <a:prstGeom prst="rect">
                <a:avLst/>
              </a:prstGeom>
              <a:noFill/>
            </p:spPr>
            <p:txBody>
              <a:bodyPr wrap="square">
                <a:spAutoFit/>
              </a:bodyPr>
              <a:lstStyle/>
              <a:p>
                <a:pPr lvl="0">
                  <a:defRPr/>
                </a:pPr>
                <a:r>
                  <a:rPr lang="en-US" sz="1400" b="1">
                    <a:solidFill>
                      <a:prstClr val="black"/>
                    </a:solidFill>
                  </a:rPr>
                  <a:t>The slope is the same for both thresholds: </a:t>
                </a:r>
                <a14:m>
                  <m:oMath xmlns:m="http://schemas.openxmlformats.org/officeDocument/2006/math">
                    <m:r>
                      <a:rPr kumimoji="0" lang="en-GB" sz="1400" b="1" i="1" u="none" strike="noStrike" kern="1200" cap="none" spc="0" normalizeH="0" baseline="0" noProof="0" dirty="0" smtClean="0">
                        <a:ln>
                          <a:noFill/>
                        </a:ln>
                        <a:solidFill>
                          <a:prstClr val="black"/>
                        </a:solidFill>
                        <a:effectLst/>
                        <a:uLnTx/>
                        <a:uFillTx/>
                        <a:latin typeface="Cambria Math" panose="02040503050406030204" pitchFamily="18" charset="0"/>
                      </a:rPr>
                      <m:t>−</m:t>
                    </m:r>
                    <m:r>
                      <a:rPr kumimoji="0" lang="en-GB" sz="1400" b="1" i="1" u="none" strike="noStrike" kern="1200" cap="none" spc="0" normalizeH="0" baseline="0" noProof="0" dirty="0" smtClean="0">
                        <a:ln>
                          <a:noFill/>
                        </a:ln>
                        <a:solidFill>
                          <a:prstClr val="black"/>
                        </a:solidFill>
                        <a:effectLst/>
                        <a:uLnTx/>
                        <a:uFillTx/>
                        <a:latin typeface="Cambria Math" panose="02040503050406030204" pitchFamily="18" charset="0"/>
                      </a:rPr>
                      <m:t>𝜷</m:t>
                    </m:r>
                    <m:r>
                      <a:rPr lang="en-GB" sz="1400" i="1" dirty="0" smtClean="0">
                        <a:solidFill>
                          <a:prstClr val="black"/>
                        </a:solidFill>
                        <a:latin typeface="Cambria Math" panose="02040503050406030204" pitchFamily="18" charset="0"/>
                      </a:rPr>
                      <m:t>= −1.2</m:t>
                    </m:r>
                  </m:oMath>
                </a14:m>
                <a:r>
                  <a:rPr lang="en-GB" sz="1400">
                    <a:solidFill>
                      <a:prstClr val="black"/>
                    </a:solidFill>
                  </a:rPr>
                  <a:t>. </a:t>
                </a:r>
              </a:p>
              <a:p>
                <a:pPr lvl="0">
                  <a:defRPr/>
                </a:pPr>
                <a:r>
                  <a:rPr lang="en-US" sz="1400">
                    <a:solidFill>
                      <a:prstClr val="black"/>
                    </a:solidFill>
                  </a:rPr>
                  <a:t>Since β is positive (1.2), the logit of </a:t>
                </a:r>
                <a14:m>
                  <m:oMath xmlns:m="http://schemas.openxmlformats.org/officeDocument/2006/math">
                    <m:r>
                      <a:rPr lang="en-GB" sz="1400" i="1" dirty="0" smtClean="0">
                        <a:solidFill>
                          <a:prstClr val="black"/>
                        </a:solidFill>
                        <a:latin typeface="Cambria Math" panose="02040503050406030204" pitchFamily="18" charset="0"/>
                      </a:rPr>
                      <m:t>𝑃</m:t>
                    </m:r>
                    <m:d>
                      <m:dPr>
                        <m:ctrlPr>
                          <a:rPr lang="en-GB" sz="1400" i="1" dirty="0" smtClean="0">
                            <a:solidFill>
                              <a:prstClr val="black"/>
                            </a:solidFill>
                            <a:latin typeface="Cambria Math" panose="02040503050406030204" pitchFamily="18" charset="0"/>
                          </a:rPr>
                        </m:ctrlPr>
                      </m:dPr>
                      <m:e>
                        <m:r>
                          <a:rPr lang="en-GB" sz="1400" i="1" dirty="0" smtClean="0">
                            <a:solidFill>
                              <a:prstClr val="black"/>
                            </a:solidFill>
                            <a:latin typeface="Cambria Math" panose="02040503050406030204" pitchFamily="18" charset="0"/>
                          </a:rPr>
                          <m:t>𝑌</m:t>
                        </m:r>
                        <m:r>
                          <a:rPr lang="en-GB" sz="1400" i="1" dirty="0" smtClean="0">
                            <a:solidFill>
                              <a:prstClr val="black"/>
                            </a:solidFill>
                            <a:latin typeface="Cambria Math" panose="02040503050406030204" pitchFamily="18" charset="0"/>
                          </a:rPr>
                          <m:t> ≤</m:t>
                        </m:r>
                        <m:r>
                          <a:rPr lang="en-GB" sz="1400" i="1" dirty="0" smtClean="0">
                            <a:solidFill>
                              <a:prstClr val="black"/>
                            </a:solidFill>
                            <a:latin typeface="Cambria Math" panose="02040503050406030204" pitchFamily="18" charset="0"/>
                          </a:rPr>
                          <m:t>𝑗</m:t>
                        </m:r>
                      </m:e>
                    </m:d>
                  </m:oMath>
                </a14:m>
                <a:r>
                  <a:rPr lang="en-GB" sz="1400">
                    <a:solidFill>
                      <a:prstClr val="black"/>
                    </a:solidFill>
                  </a:rPr>
                  <a:t> </a:t>
                </a:r>
                <a:r>
                  <a:rPr lang="en-US" sz="1400">
                    <a:solidFill>
                      <a:prstClr val="black"/>
                    </a:solidFill>
                  </a:rPr>
                  <a:t>is decreasing with respect to X.</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65" name="TextBox 64">
                <a:extLst>
                  <a:ext uri="{FF2B5EF4-FFF2-40B4-BE49-F238E27FC236}">
                    <a16:creationId xmlns:a16="http://schemas.microsoft.com/office/drawing/2014/main" id="{7948B60F-31E5-4DEA-9EB6-F0CE658D8DEC}"/>
                  </a:ext>
                </a:extLst>
              </p:cNvPr>
              <p:cNvSpPr txBox="1">
                <a:spLocks noRot="1" noChangeAspect="1" noMove="1" noResize="1" noEditPoints="1" noAdjustHandles="1" noChangeArrowheads="1" noChangeShapeType="1" noTextEdit="1"/>
              </p:cNvSpPr>
              <p:nvPr/>
            </p:nvSpPr>
            <p:spPr>
              <a:xfrm>
                <a:off x="5743634" y="2220226"/>
                <a:ext cx="5337840" cy="738664"/>
              </a:xfrm>
              <a:prstGeom prst="rect">
                <a:avLst/>
              </a:prstGeom>
              <a:blipFill>
                <a:blip r:embed="rId35"/>
                <a:stretch>
                  <a:fillRect l="-342" t="-1653" b="-8264"/>
                </a:stretch>
              </a:blipFill>
            </p:spPr>
            <p:txBody>
              <a:bodyPr/>
              <a:lstStyle/>
              <a:p>
                <a:r>
                  <a:rPr lang="en-US">
                    <a:noFill/>
                  </a:rPr>
                  <a:t> </a:t>
                </a:r>
              </a:p>
            </p:txBody>
          </p:sp>
        </mc:Fallback>
      </mc:AlternateContent>
      <p:cxnSp>
        <p:nvCxnSpPr>
          <p:cNvPr id="66" name="Connector: Elbow 65">
            <a:extLst>
              <a:ext uri="{FF2B5EF4-FFF2-40B4-BE49-F238E27FC236}">
                <a16:creationId xmlns:a16="http://schemas.microsoft.com/office/drawing/2014/main" id="{39D6FD1B-0DB6-4E2E-97B9-0D2215565341}"/>
              </a:ext>
            </a:extLst>
          </p:cNvPr>
          <p:cNvCxnSpPr>
            <a:cxnSpLocks/>
            <a:endCxn id="65" idx="1"/>
          </p:cNvCxnSpPr>
          <p:nvPr/>
        </p:nvCxnSpPr>
        <p:spPr>
          <a:xfrm rot="5400000" flipH="1" flipV="1">
            <a:off x="3966582" y="1099511"/>
            <a:ext cx="287005" cy="3267100"/>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76" name="TextBox 75">
            <a:extLst>
              <a:ext uri="{FF2B5EF4-FFF2-40B4-BE49-F238E27FC236}">
                <a16:creationId xmlns:a16="http://schemas.microsoft.com/office/drawing/2014/main" id="{9870914F-073B-4BC3-8EA5-FDBDE69E352A}"/>
              </a:ext>
            </a:extLst>
          </p:cNvPr>
          <p:cNvSpPr txBox="1"/>
          <p:nvPr/>
        </p:nvSpPr>
        <p:spPr>
          <a:xfrm>
            <a:off x="5771693" y="3051223"/>
            <a:ext cx="5337840" cy="738664"/>
          </a:xfrm>
          <a:prstGeom prst="rect">
            <a:avLst/>
          </a:prstGeom>
          <a:noFill/>
        </p:spPr>
        <p:txBody>
          <a:bodyPr wrap="square">
            <a:spAutoFit/>
          </a:bodyPr>
          <a:lstStyle/>
          <a:p>
            <a:pPr lvl="0">
              <a:defRPr/>
            </a:pPr>
            <a:r>
              <a:rPr lang="en-US" sz="1400">
                <a:solidFill>
                  <a:prstClr val="black"/>
                </a:solidFill>
              </a:rPr>
              <a:t>An increase in the predictor X (for example, higher GPA) shifts the probabilities towards higher categories, and this happens for both thresholds shown.</a:t>
            </a:r>
            <a:endParaRPr lang="en-GB" sz="1400">
              <a:solidFill>
                <a:prstClr val="black"/>
              </a:solidFill>
            </a:endParaRPr>
          </a:p>
        </p:txBody>
      </p:sp>
      <p:grpSp>
        <p:nvGrpSpPr>
          <p:cNvPr id="85" name="Group 84" descr="\documentclass{article}&#10;\usepackage{amsmath}&#10;\pagestyle{empty}&#10;\begin{document}&#10;&#10;$$\ln\left( \frac{P(Y_n \le j)}{P(Y_n &gt; j)} \right) = \mu_j - \boldsymbol{\beta}^\top \mathbf{x}_n$$&#10;\end{document}" title="IguanaTex Shape Display">
            <a:extLst>
              <a:ext uri="{FF2B5EF4-FFF2-40B4-BE49-F238E27FC236}">
                <a16:creationId xmlns:a16="http://schemas.microsoft.com/office/drawing/2014/main" id="{5CC81571-3448-474E-8A42-F39695139362}"/>
              </a:ext>
            </a:extLst>
          </p:cNvPr>
          <p:cNvGrpSpPr>
            <a:grpSpLocks noChangeAspect="1"/>
          </p:cNvGrpSpPr>
          <p:nvPr>
            <p:custDataLst>
              <p:tags r:id="rId1"/>
            </p:custDataLst>
          </p:nvPr>
        </p:nvGrpSpPr>
        <p:grpSpPr>
          <a:xfrm>
            <a:off x="7004170" y="4436569"/>
            <a:ext cx="2383717" cy="433852"/>
            <a:chOff x="10321499" y="6212021"/>
            <a:chExt cx="2383717" cy="433852"/>
          </a:xfrm>
        </p:grpSpPr>
        <p:sp>
          <p:nvSpPr>
            <p:cNvPr id="86" name="Freeform: Shape 85">
              <a:extLst>
                <a:ext uri="{FF2B5EF4-FFF2-40B4-BE49-F238E27FC236}">
                  <a16:creationId xmlns:a16="http://schemas.microsoft.com/office/drawing/2014/main" id="{72827639-D8C5-4714-8153-BCF1F32771B4}"/>
                </a:ext>
              </a:extLst>
            </p:cNvPr>
            <p:cNvSpPr/>
            <p:nvPr>
              <p:custDataLst>
                <p:tags r:id="rId2"/>
              </p:custDataLst>
            </p:nvPr>
          </p:nvSpPr>
          <p:spPr>
            <a:xfrm>
              <a:off x="10321499" y="6348744"/>
              <a:ext cx="40147" cy="125507"/>
            </a:xfrm>
            <a:custGeom>
              <a:avLst/>
              <a:gdLst>
                <a:gd name="connsiteX0" fmla="*/ 26209 w 40147"/>
                <a:gd name="connsiteY0" fmla="*/ 78 h 125507"/>
                <a:gd name="connsiteX1" fmla="*/ 167 w 40147"/>
                <a:gd name="connsiteY1" fmla="*/ 2068 h 125507"/>
                <a:gd name="connsiteX2" fmla="*/ 167 w 40147"/>
                <a:gd name="connsiteY2" fmla="*/ 7674 h 125507"/>
                <a:gd name="connsiteX3" fmla="*/ 14273 w 40147"/>
                <a:gd name="connsiteY3" fmla="*/ 17801 h 125507"/>
                <a:gd name="connsiteX4" fmla="*/ 14273 w 40147"/>
                <a:gd name="connsiteY4" fmla="*/ 111842 h 125507"/>
                <a:gd name="connsiteX5" fmla="*/ 167 w 40147"/>
                <a:gd name="connsiteY5" fmla="*/ 119980 h 125507"/>
                <a:gd name="connsiteX6" fmla="*/ 167 w 40147"/>
                <a:gd name="connsiteY6" fmla="*/ 125586 h 125507"/>
                <a:gd name="connsiteX7" fmla="*/ 20241 w 40147"/>
                <a:gd name="connsiteY7" fmla="*/ 125044 h 125507"/>
                <a:gd name="connsiteX8" fmla="*/ 40315 w 40147"/>
                <a:gd name="connsiteY8" fmla="*/ 125586 h 125507"/>
                <a:gd name="connsiteX9" fmla="*/ 40315 w 40147"/>
                <a:gd name="connsiteY9" fmla="*/ 119980 h 125507"/>
                <a:gd name="connsiteX10" fmla="*/ 26209 w 40147"/>
                <a:gd name="connsiteY10" fmla="*/ 111842 h 125507"/>
                <a:gd name="connsiteX11" fmla="*/ 26209 w 40147"/>
                <a:gd name="connsiteY11" fmla="*/ 78 h 12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147" h="125507">
                  <a:moveTo>
                    <a:pt x="26209" y="78"/>
                  </a:moveTo>
                  <a:lnTo>
                    <a:pt x="167" y="2068"/>
                  </a:lnTo>
                  <a:lnTo>
                    <a:pt x="167" y="7674"/>
                  </a:lnTo>
                  <a:cubicBezTo>
                    <a:pt x="12827" y="7674"/>
                    <a:pt x="14273" y="8940"/>
                    <a:pt x="14273" y="17801"/>
                  </a:cubicBezTo>
                  <a:lnTo>
                    <a:pt x="14273" y="111842"/>
                  </a:lnTo>
                  <a:cubicBezTo>
                    <a:pt x="14273" y="119980"/>
                    <a:pt x="12284" y="119980"/>
                    <a:pt x="167" y="119980"/>
                  </a:cubicBezTo>
                  <a:lnTo>
                    <a:pt x="167" y="125586"/>
                  </a:lnTo>
                  <a:cubicBezTo>
                    <a:pt x="6135" y="125405"/>
                    <a:pt x="15720" y="125044"/>
                    <a:pt x="20241" y="125044"/>
                  </a:cubicBezTo>
                  <a:cubicBezTo>
                    <a:pt x="24762" y="125044"/>
                    <a:pt x="33624" y="125405"/>
                    <a:pt x="40315" y="125586"/>
                  </a:cubicBezTo>
                  <a:lnTo>
                    <a:pt x="40315" y="119980"/>
                  </a:lnTo>
                  <a:cubicBezTo>
                    <a:pt x="28199" y="119980"/>
                    <a:pt x="26209" y="119980"/>
                    <a:pt x="26209" y="111842"/>
                  </a:cubicBezTo>
                  <a:lnTo>
                    <a:pt x="26209" y="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7" name="Freeform: Shape 86">
              <a:extLst>
                <a:ext uri="{FF2B5EF4-FFF2-40B4-BE49-F238E27FC236}">
                  <a16:creationId xmlns:a16="http://schemas.microsoft.com/office/drawing/2014/main" id="{5EC3D123-F109-4951-AE42-4C492783C2E1}"/>
                </a:ext>
              </a:extLst>
            </p:cNvPr>
            <p:cNvSpPr/>
            <p:nvPr>
              <p:custDataLst>
                <p:tags r:id="rId3"/>
              </p:custDataLst>
            </p:nvPr>
          </p:nvSpPr>
          <p:spPr>
            <a:xfrm>
              <a:off x="10371554" y="6394318"/>
              <a:ext cx="90965" cy="79934"/>
            </a:xfrm>
            <a:custGeom>
              <a:avLst/>
              <a:gdLst>
                <a:gd name="connsiteX0" fmla="*/ 14276 w 90965"/>
                <a:gd name="connsiteY0" fmla="*/ 17801 h 79934"/>
                <a:gd name="connsiteX1" fmla="*/ 14276 w 90965"/>
                <a:gd name="connsiteY1" fmla="*/ 66268 h 79934"/>
                <a:gd name="connsiteX2" fmla="*/ 170 w 90965"/>
                <a:gd name="connsiteY2" fmla="*/ 74406 h 79934"/>
                <a:gd name="connsiteX3" fmla="*/ 170 w 90965"/>
                <a:gd name="connsiteY3" fmla="*/ 80013 h 79934"/>
                <a:gd name="connsiteX4" fmla="*/ 20606 w 90965"/>
                <a:gd name="connsiteY4" fmla="*/ 79470 h 79934"/>
                <a:gd name="connsiteX5" fmla="*/ 40861 w 90965"/>
                <a:gd name="connsiteY5" fmla="*/ 80013 h 79934"/>
                <a:gd name="connsiteX6" fmla="*/ 40861 w 90965"/>
                <a:gd name="connsiteY6" fmla="*/ 74406 h 79934"/>
                <a:gd name="connsiteX7" fmla="*/ 26755 w 90965"/>
                <a:gd name="connsiteY7" fmla="*/ 66268 h 79934"/>
                <a:gd name="connsiteX8" fmla="*/ 26755 w 90965"/>
                <a:gd name="connsiteY8" fmla="*/ 32992 h 79934"/>
                <a:gd name="connsiteX9" fmla="*/ 51169 w 90965"/>
                <a:gd name="connsiteY9" fmla="*/ 4057 h 79934"/>
                <a:gd name="connsiteX10" fmla="*/ 64551 w 90965"/>
                <a:gd name="connsiteY10" fmla="*/ 24131 h 79934"/>
                <a:gd name="connsiteX11" fmla="*/ 64551 w 90965"/>
                <a:gd name="connsiteY11" fmla="*/ 66268 h 79934"/>
                <a:gd name="connsiteX12" fmla="*/ 50445 w 90965"/>
                <a:gd name="connsiteY12" fmla="*/ 74406 h 79934"/>
                <a:gd name="connsiteX13" fmla="*/ 50445 w 90965"/>
                <a:gd name="connsiteY13" fmla="*/ 80013 h 79934"/>
                <a:gd name="connsiteX14" fmla="*/ 70881 w 90965"/>
                <a:gd name="connsiteY14" fmla="*/ 79470 h 79934"/>
                <a:gd name="connsiteX15" fmla="*/ 91136 w 90965"/>
                <a:gd name="connsiteY15" fmla="*/ 80013 h 79934"/>
                <a:gd name="connsiteX16" fmla="*/ 91136 w 90965"/>
                <a:gd name="connsiteY16" fmla="*/ 74406 h 79934"/>
                <a:gd name="connsiteX17" fmla="*/ 77030 w 90965"/>
                <a:gd name="connsiteY17" fmla="*/ 68981 h 79934"/>
                <a:gd name="connsiteX18" fmla="*/ 77030 w 90965"/>
                <a:gd name="connsiteY18" fmla="*/ 34439 h 79934"/>
                <a:gd name="connsiteX19" fmla="*/ 71424 w 90965"/>
                <a:gd name="connsiteY19" fmla="*/ 6770 h 79934"/>
                <a:gd name="connsiteX20" fmla="*/ 52435 w 90965"/>
                <a:gd name="connsiteY20" fmla="*/ 78 h 79934"/>
                <a:gd name="connsiteX21" fmla="*/ 25669 w 90965"/>
                <a:gd name="connsiteY21" fmla="*/ 19067 h 79934"/>
                <a:gd name="connsiteX22" fmla="*/ 25669 w 90965"/>
                <a:gd name="connsiteY22" fmla="*/ 78 h 79934"/>
                <a:gd name="connsiteX23" fmla="*/ 170 w 90965"/>
                <a:gd name="connsiteY23" fmla="*/ 2068 h 79934"/>
                <a:gd name="connsiteX24" fmla="*/ 170 w 90965"/>
                <a:gd name="connsiteY24" fmla="*/ 7674 h 79934"/>
                <a:gd name="connsiteX25" fmla="*/ 14276 w 90965"/>
                <a:gd name="connsiteY25" fmla="*/ 17801 h 79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0965" h="79934">
                  <a:moveTo>
                    <a:pt x="14276" y="17801"/>
                  </a:moveTo>
                  <a:lnTo>
                    <a:pt x="14276" y="66268"/>
                  </a:lnTo>
                  <a:cubicBezTo>
                    <a:pt x="14276" y="74406"/>
                    <a:pt x="12287" y="74406"/>
                    <a:pt x="170" y="74406"/>
                  </a:cubicBezTo>
                  <a:lnTo>
                    <a:pt x="170" y="80013"/>
                  </a:lnTo>
                  <a:cubicBezTo>
                    <a:pt x="6500" y="79832"/>
                    <a:pt x="15723" y="79470"/>
                    <a:pt x="20606" y="79470"/>
                  </a:cubicBezTo>
                  <a:cubicBezTo>
                    <a:pt x="25308" y="79470"/>
                    <a:pt x="34712" y="79832"/>
                    <a:pt x="40861" y="80013"/>
                  </a:cubicBezTo>
                  <a:lnTo>
                    <a:pt x="40861" y="74406"/>
                  </a:lnTo>
                  <a:cubicBezTo>
                    <a:pt x="28744" y="74406"/>
                    <a:pt x="26755" y="74406"/>
                    <a:pt x="26755" y="66268"/>
                  </a:cubicBezTo>
                  <a:lnTo>
                    <a:pt x="26755" y="32992"/>
                  </a:lnTo>
                  <a:cubicBezTo>
                    <a:pt x="26755" y="14184"/>
                    <a:pt x="39595" y="4057"/>
                    <a:pt x="51169" y="4057"/>
                  </a:cubicBezTo>
                  <a:cubicBezTo>
                    <a:pt x="62562" y="4057"/>
                    <a:pt x="64551" y="13823"/>
                    <a:pt x="64551" y="24131"/>
                  </a:cubicBezTo>
                  <a:lnTo>
                    <a:pt x="64551" y="66268"/>
                  </a:lnTo>
                  <a:cubicBezTo>
                    <a:pt x="64551" y="74406"/>
                    <a:pt x="62562" y="74406"/>
                    <a:pt x="50445" y="74406"/>
                  </a:cubicBezTo>
                  <a:lnTo>
                    <a:pt x="50445" y="80013"/>
                  </a:lnTo>
                  <a:cubicBezTo>
                    <a:pt x="56775" y="79832"/>
                    <a:pt x="65998" y="79470"/>
                    <a:pt x="70881" y="79470"/>
                  </a:cubicBezTo>
                  <a:cubicBezTo>
                    <a:pt x="75583" y="79470"/>
                    <a:pt x="84987" y="79832"/>
                    <a:pt x="91136" y="80013"/>
                  </a:cubicBezTo>
                  <a:lnTo>
                    <a:pt x="91136" y="74406"/>
                  </a:lnTo>
                  <a:cubicBezTo>
                    <a:pt x="81732" y="74406"/>
                    <a:pt x="77211" y="74406"/>
                    <a:pt x="77030" y="68981"/>
                  </a:cubicBezTo>
                  <a:lnTo>
                    <a:pt x="77030" y="34439"/>
                  </a:lnTo>
                  <a:cubicBezTo>
                    <a:pt x="77030" y="18886"/>
                    <a:pt x="77030" y="13280"/>
                    <a:pt x="71424" y="6770"/>
                  </a:cubicBezTo>
                  <a:cubicBezTo>
                    <a:pt x="68892" y="3695"/>
                    <a:pt x="62924" y="78"/>
                    <a:pt x="52435" y="78"/>
                  </a:cubicBezTo>
                  <a:cubicBezTo>
                    <a:pt x="39233" y="78"/>
                    <a:pt x="30733" y="7855"/>
                    <a:pt x="25669" y="19067"/>
                  </a:cubicBezTo>
                  <a:lnTo>
                    <a:pt x="25669" y="78"/>
                  </a:lnTo>
                  <a:lnTo>
                    <a:pt x="170" y="2068"/>
                  </a:lnTo>
                  <a:lnTo>
                    <a:pt x="170" y="7674"/>
                  </a:lnTo>
                  <a:cubicBezTo>
                    <a:pt x="12829" y="7674"/>
                    <a:pt x="14276" y="8940"/>
                    <a:pt x="14276" y="1780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 name="Freeform: Shape 87">
              <a:extLst>
                <a:ext uri="{FF2B5EF4-FFF2-40B4-BE49-F238E27FC236}">
                  <a16:creationId xmlns:a16="http://schemas.microsoft.com/office/drawing/2014/main" id="{9C3444BE-70C5-4FD3-941B-FF0F6D3BEA62}"/>
                </a:ext>
              </a:extLst>
            </p:cNvPr>
            <p:cNvSpPr/>
            <p:nvPr>
              <p:custDataLst>
                <p:tags r:id="rId4"/>
              </p:custDataLst>
            </p:nvPr>
          </p:nvSpPr>
          <p:spPr>
            <a:xfrm>
              <a:off x="10533993" y="6212021"/>
              <a:ext cx="88976" cy="433852"/>
            </a:xfrm>
            <a:custGeom>
              <a:avLst/>
              <a:gdLst>
                <a:gd name="connsiteX0" fmla="*/ 89154 w 88976"/>
                <a:gd name="connsiteY0" fmla="*/ 432108 h 433852"/>
                <a:gd name="connsiteX1" fmla="*/ 88430 w 88976"/>
                <a:gd name="connsiteY1" fmla="*/ 430481 h 433852"/>
                <a:gd name="connsiteX2" fmla="*/ 57506 w 88976"/>
                <a:gd name="connsiteY2" fmla="*/ 392141 h 433852"/>
                <a:gd name="connsiteX3" fmla="*/ 15188 w 88976"/>
                <a:gd name="connsiteY3" fmla="*/ 217081 h 433852"/>
                <a:gd name="connsiteX4" fmla="*/ 51538 w 88976"/>
                <a:gd name="connsiteY4" fmla="*/ 51786 h 433852"/>
                <a:gd name="connsiteX5" fmla="*/ 88611 w 88976"/>
                <a:gd name="connsiteY5" fmla="*/ 3319 h 433852"/>
                <a:gd name="connsiteX6" fmla="*/ 89154 w 88976"/>
                <a:gd name="connsiteY6" fmla="*/ 1873 h 433852"/>
                <a:gd name="connsiteX7" fmla="*/ 85356 w 88976"/>
                <a:gd name="connsiteY7" fmla="*/ 64 h 433852"/>
                <a:gd name="connsiteX8" fmla="*/ 79750 w 88976"/>
                <a:gd name="connsiteY8" fmla="*/ 2777 h 433852"/>
                <a:gd name="connsiteX9" fmla="*/ 177 w 88976"/>
                <a:gd name="connsiteY9" fmla="*/ 216900 h 433852"/>
                <a:gd name="connsiteX10" fmla="*/ 62388 w 88976"/>
                <a:gd name="connsiteY10" fmla="*/ 413662 h 433852"/>
                <a:gd name="connsiteX11" fmla="*/ 80292 w 88976"/>
                <a:gd name="connsiteY11" fmla="*/ 431747 h 433852"/>
                <a:gd name="connsiteX12" fmla="*/ 85356 w 88976"/>
                <a:gd name="connsiteY12" fmla="*/ 433917 h 433852"/>
                <a:gd name="connsiteX13" fmla="*/ 89154 w 88976"/>
                <a:gd name="connsiteY13" fmla="*/ 432108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154" y="432108"/>
                  </a:moveTo>
                  <a:cubicBezTo>
                    <a:pt x="89154" y="431385"/>
                    <a:pt x="88792" y="431023"/>
                    <a:pt x="88430" y="430481"/>
                  </a:cubicBezTo>
                  <a:cubicBezTo>
                    <a:pt x="81739" y="423789"/>
                    <a:pt x="69622" y="411672"/>
                    <a:pt x="57506" y="392141"/>
                  </a:cubicBezTo>
                  <a:cubicBezTo>
                    <a:pt x="28389" y="345482"/>
                    <a:pt x="15188" y="286707"/>
                    <a:pt x="15188" y="217081"/>
                  </a:cubicBezTo>
                  <a:cubicBezTo>
                    <a:pt x="15188" y="168433"/>
                    <a:pt x="21698" y="105679"/>
                    <a:pt x="51538" y="51786"/>
                  </a:cubicBezTo>
                  <a:cubicBezTo>
                    <a:pt x="65825" y="26106"/>
                    <a:pt x="80654" y="11277"/>
                    <a:pt x="88611" y="3319"/>
                  </a:cubicBezTo>
                  <a:cubicBezTo>
                    <a:pt x="89154" y="2777"/>
                    <a:pt x="89154" y="2415"/>
                    <a:pt x="89154" y="1873"/>
                  </a:cubicBezTo>
                  <a:cubicBezTo>
                    <a:pt x="89154" y="64"/>
                    <a:pt x="87888" y="64"/>
                    <a:pt x="85356" y="64"/>
                  </a:cubicBezTo>
                  <a:cubicBezTo>
                    <a:pt x="82824" y="64"/>
                    <a:pt x="82462" y="64"/>
                    <a:pt x="79750" y="2777"/>
                  </a:cubicBezTo>
                  <a:cubicBezTo>
                    <a:pt x="19166" y="57935"/>
                    <a:pt x="177" y="140763"/>
                    <a:pt x="177" y="216900"/>
                  </a:cubicBezTo>
                  <a:cubicBezTo>
                    <a:pt x="177" y="287973"/>
                    <a:pt x="16454" y="359588"/>
                    <a:pt x="62388" y="413662"/>
                  </a:cubicBezTo>
                  <a:cubicBezTo>
                    <a:pt x="66005" y="417821"/>
                    <a:pt x="72878" y="425236"/>
                    <a:pt x="80292" y="431747"/>
                  </a:cubicBezTo>
                  <a:cubicBezTo>
                    <a:pt x="82462" y="433917"/>
                    <a:pt x="82824" y="433917"/>
                    <a:pt x="85356" y="433917"/>
                  </a:cubicBezTo>
                  <a:cubicBezTo>
                    <a:pt x="87888" y="433917"/>
                    <a:pt x="89154" y="433917"/>
                    <a:pt x="89154" y="432108"/>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 name="Freeform: Shape 88">
              <a:extLst>
                <a:ext uri="{FF2B5EF4-FFF2-40B4-BE49-F238E27FC236}">
                  <a16:creationId xmlns:a16="http://schemas.microsoft.com/office/drawing/2014/main" id="{6B902791-721B-4F39-A33C-42579DB3F051}"/>
                </a:ext>
              </a:extLst>
            </p:cNvPr>
            <p:cNvSpPr/>
            <p:nvPr>
              <p:custDataLst>
                <p:tags r:id="rId5"/>
              </p:custDataLst>
            </p:nvPr>
          </p:nvSpPr>
          <p:spPr>
            <a:xfrm>
              <a:off x="10658436" y="6228389"/>
              <a:ext cx="129124" cy="123518"/>
            </a:xfrm>
            <a:custGeom>
              <a:avLst/>
              <a:gdLst>
                <a:gd name="connsiteX0" fmla="*/ 47748 w 129124"/>
                <a:gd name="connsiteY0" fmla="*/ 66442 h 123518"/>
                <a:gd name="connsiteX1" fmla="*/ 78492 w 129124"/>
                <a:gd name="connsiteY1" fmla="*/ 66442 h 123518"/>
                <a:gd name="connsiteX2" fmla="*/ 129310 w 129124"/>
                <a:gd name="connsiteY2" fmla="*/ 27379 h 123518"/>
                <a:gd name="connsiteX3" fmla="*/ 93683 w 129124"/>
                <a:gd name="connsiteY3" fmla="*/ 71 h 123518"/>
                <a:gd name="connsiteX4" fmla="*/ 35089 w 129124"/>
                <a:gd name="connsiteY4" fmla="*/ 71 h 123518"/>
                <a:gd name="connsiteX5" fmla="*/ 29664 w 129124"/>
                <a:gd name="connsiteY5" fmla="*/ 3508 h 123518"/>
                <a:gd name="connsiteX6" fmla="*/ 34908 w 129124"/>
                <a:gd name="connsiteY6" fmla="*/ 5678 h 123518"/>
                <a:gd name="connsiteX7" fmla="*/ 42685 w 129124"/>
                <a:gd name="connsiteY7" fmla="*/ 6039 h 123518"/>
                <a:gd name="connsiteX8" fmla="*/ 46663 w 129124"/>
                <a:gd name="connsiteY8" fmla="*/ 8933 h 123518"/>
                <a:gd name="connsiteX9" fmla="*/ 45940 w 129124"/>
                <a:gd name="connsiteY9" fmla="*/ 12369 h 123518"/>
                <a:gd name="connsiteX10" fmla="*/ 21707 w 129124"/>
                <a:gd name="connsiteY10" fmla="*/ 109484 h 123518"/>
                <a:gd name="connsiteX11" fmla="*/ 5250 w 129124"/>
                <a:gd name="connsiteY11" fmla="*/ 117984 h 123518"/>
                <a:gd name="connsiteX12" fmla="*/ 186 w 129124"/>
                <a:gd name="connsiteY12" fmla="*/ 121420 h 123518"/>
                <a:gd name="connsiteX13" fmla="*/ 2899 w 129124"/>
                <a:gd name="connsiteY13" fmla="*/ 123590 h 123518"/>
                <a:gd name="connsiteX14" fmla="*/ 25866 w 129124"/>
                <a:gd name="connsiteY14" fmla="*/ 123048 h 123518"/>
                <a:gd name="connsiteX15" fmla="*/ 37440 w 129124"/>
                <a:gd name="connsiteY15" fmla="*/ 123228 h 123518"/>
                <a:gd name="connsiteX16" fmla="*/ 49195 w 129124"/>
                <a:gd name="connsiteY16" fmla="*/ 123590 h 123518"/>
                <a:gd name="connsiteX17" fmla="*/ 52812 w 129124"/>
                <a:gd name="connsiteY17" fmla="*/ 119973 h 123518"/>
                <a:gd name="connsiteX18" fmla="*/ 47748 w 129124"/>
                <a:gd name="connsiteY18" fmla="*/ 117984 h 123518"/>
                <a:gd name="connsiteX19" fmla="*/ 35993 w 129124"/>
                <a:gd name="connsiteY19" fmla="*/ 114729 h 123518"/>
                <a:gd name="connsiteX20" fmla="*/ 36536 w 129124"/>
                <a:gd name="connsiteY20" fmla="*/ 111654 h 123518"/>
                <a:gd name="connsiteX21" fmla="*/ 47748 w 129124"/>
                <a:gd name="connsiteY21" fmla="*/ 66442 h 123518"/>
                <a:gd name="connsiteX22" fmla="*/ 60769 w 129124"/>
                <a:gd name="connsiteY22" fmla="*/ 12550 h 123518"/>
                <a:gd name="connsiteX23" fmla="*/ 70535 w 129124"/>
                <a:gd name="connsiteY23" fmla="*/ 5678 h 123518"/>
                <a:gd name="connsiteX24" fmla="*/ 87896 w 129124"/>
                <a:gd name="connsiteY24" fmla="*/ 5678 h 123518"/>
                <a:gd name="connsiteX25" fmla="*/ 112491 w 129124"/>
                <a:gd name="connsiteY25" fmla="*/ 23039 h 123518"/>
                <a:gd name="connsiteX26" fmla="*/ 101821 w 129124"/>
                <a:gd name="connsiteY26" fmla="*/ 52155 h 123518"/>
                <a:gd name="connsiteX27" fmla="*/ 73971 w 129124"/>
                <a:gd name="connsiteY27" fmla="*/ 61740 h 123518"/>
                <a:gd name="connsiteX28" fmla="*/ 48472 w 129124"/>
                <a:gd name="connsiteY28" fmla="*/ 61740 h 123518"/>
                <a:gd name="connsiteX29" fmla="*/ 60769 w 129124"/>
                <a:gd name="connsiteY29" fmla="*/ 12550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42"/>
                  </a:moveTo>
                  <a:lnTo>
                    <a:pt x="78492" y="66442"/>
                  </a:lnTo>
                  <a:cubicBezTo>
                    <a:pt x="104173" y="66442"/>
                    <a:pt x="129310" y="47634"/>
                    <a:pt x="129310" y="27379"/>
                  </a:cubicBezTo>
                  <a:cubicBezTo>
                    <a:pt x="129310" y="13454"/>
                    <a:pt x="117374" y="71"/>
                    <a:pt x="93683" y="71"/>
                  </a:cubicBezTo>
                  <a:lnTo>
                    <a:pt x="35089" y="71"/>
                  </a:lnTo>
                  <a:cubicBezTo>
                    <a:pt x="31653" y="71"/>
                    <a:pt x="29664" y="71"/>
                    <a:pt x="29664" y="3508"/>
                  </a:cubicBezTo>
                  <a:cubicBezTo>
                    <a:pt x="29664" y="5678"/>
                    <a:pt x="31291" y="5678"/>
                    <a:pt x="34908" y="5678"/>
                  </a:cubicBezTo>
                  <a:cubicBezTo>
                    <a:pt x="37259" y="5678"/>
                    <a:pt x="40515" y="5859"/>
                    <a:pt x="42685" y="6039"/>
                  </a:cubicBezTo>
                  <a:cubicBezTo>
                    <a:pt x="45578" y="6401"/>
                    <a:pt x="46663" y="6944"/>
                    <a:pt x="46663" y="8933"/>
                  </a:cubicBezTo>
                  <a:cubicBezTo>
                    <a:pt x="46663" y="9656"/>
                    <a:pt x="46483" y="10199"/>
                    <a:pt x="45940" y="12369"/>
                  </a:cubicBezTo>
                  <a:lnTo>
                    <a:pt x="21707" y="109484"/>
                  </a:lnTo>
                  <a:cubicBezTo>
                    <a:pt x="19898" y="116537"/>
                    <a:pt x="19536" y="117984"/>
                    <a:pt x="5250" y="117984"/>
                  </a:cubicBezTo>
                  <a:cubicBezTo>
                    <a:pt x="2175" y="117984"/>
                    <a:pt x="186" y="117984"/>
                    <a:pt x="186" y="121420"/>
                  </a:cubicBezTo>
                  <a:cubicBezTo>
                    <a:pt x="186" y="123590"/>
                    <a:pt x="2356" y="123590"/>
                    <a:pt x="2899" y="123590"/>
                  </a:cubicBezTo>
                  <a:cubicBezTo>
                    <a:pt x="7962" y="123590"/>
                    <a:pt x="20802" y="123048"/>
                    <a:pt x="25866" y="123048"/>
                  </a:cubicBezTo>
                  <a:cubicBezTo>
                    <a:pt x="29664" y="123048"/>
                    <a:pt x="33642" y="123228"/>
                    <a:pt x="37440" y="123228"/>
                  </a:cubicBezTo>
                  <a:cubicBezTo>
                    <a:pt x="41419" y="123228"/>
                    <a:pt x="45397" y="123590"/>
                    <a:pt x="49195" y="123590"/>
                  </a:cubicBezTo>
                  <a:cubicBezTo>
                    <a:pt x="50461" y="123590"/>
                    <a:pt x="52812" y="123590"/>
                    <a:pt x="52812" y="119973"/>
                  </a:cubicBezTo>
                  <a:cubicBezTo>
                    <a:pt x="52812" y="117984"/>
                    <a:pt x="51185" y="117984"/>
                    <a:pt x="47748" y="117984"/>
                  </a:cubicBezTo>
                  <a:cubicBezTo>
                    <a:pt x="41057" y="117984"/>
                    <a:pt x="35993" y="117984"/>
                    <a:pt x="35993" y="114729"/>
                  </a:cubicBezTo>
                  <a:cubicBezTo>
                    <a:pt x="35993" y="113644"/>
                    <a:pt x="36355" y="112739"/>
                    <a:pt x="36536" y="111654"/>
                  </a:cubicBezTo>
                  <a:lnTo>
                    <a:pt x="47748" y="66442"/>
                  </a:lnTo>
                  <a:close/>
                  <a:moveTo>
                    <a:pt x="60769" y="12550"/>
                  </a:moveTo>
                  <a:cubicBezTo>
                    <a:pt x="62397" y="6220"/>
                    <a:pt x="62759" y="5678"/>
                    <a:pt x="70535" y="5678"/>
                  </a:cubicBezTo>
                  <a:lnTo>
                    <a:pt x="87896" y="5678"/>
                  </a:lnTo>
                  <a:cubicBezTo>
                    <a:pt x="102907" y="5678"/>
                    <a:pt x="112491" y="10561"/>
                    <a:pt x="112491" y="23039"/>
                  </a:cubicBezTo>
                  <a:cubicBezTo>
                    <a:pt x="112491" y="30092"/>
                    <a:pt x="108874" y="45645"/>
                    <a:pt x="101821" y="52155"/>
                  </a:cubicBezTo>
                  <a:cubicBezTo>
                    <a:pt x="92779" y="60294"/>
                    <a:pt x="81928" y="61740"/>
                    <a:pt x="73971" y="61740"/>
                  </a:cubicBezTo>
                  <a:lnTo>
                    <a:pt x="48472" y="61740"/>
                  </a:lnTo>
                  <a:lnTo>
                    <a:pt x="60769" y="1255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 name="Freeform: Shape 89">
              <a:extLst>
                <a:ext uri="{FF2B5EF4-FFF2-40B4-BE49-F238E27FC236}">
                  <a16:creationId xmlns:a16="http://schemas.microsoft.com/office/drawing/2014/main" id="{A529C96E-C3EF-42B8-882D-901B0F7AEEB3}"/>
                </a:ext>
              </a:extLst>
            </p:cNvPr>
            <p:cNvSpPr/>
            <p:nvPr>
              <p:custDataLst>
                <p:tags r:id="rId6"/>
              </p:custDataLst>
            </p:nvPr>
          </p:nvSpPr>
          <p:spPr>
            <a:xfrm>
              <a:off x="10810330" y="6216272"/>
              <a:ext cx="41956" cy="180847"/>
            </a:xfrm>
            <a:custGeom>
              <a:avLst/>
              <a:gdLst>
                <a:gd name="connsiteX0" fmla="*/ 42150 w 41956"/>
                <a:gd name="connsiteY0" fmla="*/ 179110 h 180847"/>
                <a:gd name="connsiteX1" fmla="*/ 39076 w 41956"/>
                <a:gd name="connsiteY1" fmla="*/ 175132 h 180847"/>
                <a:gd name="connsiteX2" fmla="*/ 10683 w 41956"/>
                <a:gd name="connsiteY2" fmla="*/ 90495 h 180847"/>
                <a:gd name="connsiteX3" fmla="*/ 39799 w 41956"/>
                <a:gd name="connsiteY3" fmla="*/ 4954 h 180847"/>
                <a:gd name="connsiteX4" fmla="*/ 42150 w 41956"/>
                <a:gd name="connsiteY4" fmla="*/ 1880 h 180847"/>
                <a:gd name="connsiteX5" fmla="*/ 40342 w 41956"/>
                <a:gd name="connsiteY5" fmla="*/ 71 h 180847"/>
                <a:gd name="connsiteX6" fmla="*/ 11587 w 41956"/>
                <a:gd name="connsiteY6" fmla="*/ 35337 h 180847"/>
                <a:gd name="connsiteX7" fmla="*/ 194 w 41956"/>
                <a:gd name="connsiteY7" fmla="*/ 90495 h 180847"/>
                <a:gd name="connsiteX8" fmla="*/ 12130 w 41956"/>
                <a:gd name="connsiteY8" fmla="*/ 146919 h 180847"/>
                <a:gd name="connsiteX9" fmla="*/ 40342 w 41956"/>
                <a:gd name="connsiteY9" fmla="*/ 180919 h 180847"/>
                <a:gd name="connsiteX10" fmla="*/ 42150 w 41956"/>
                <a:gd name="connsiteY10" fmla="*/ 179110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10"/>
                  </a:moveTo>
                  <a:cubicBezTo>
                    <a:pt x="42150" y="178568"/>
                    <a:pt x="42150" y="178206"/>
                    <a:pt x="39076" y="175132"/>
                  </a:cubicBezTo>
                  <a:cubicBezTo>
                    <a:pt x="16470" y="152345"/>
                    <a:pt x="10683" y="118165"/>
                    <a:pt x="10683" y="90495"/>
                  </a:cubicBezTo>
                  <a:cubicBezTo>
                    <a:pt x="10683" y="59028"/>
                    <a:pt x="17555" y="27560"/>
                    <a:pt x="39799" y="4954"/>
                  </a:cubicBezTo>
                  <a:cubicBezTo>
                    <a:pt x="42150" y="2784"/>
                    <a:pt x="42150" y="2422"/>
                    <a:pt x="42150" y="1880"/>
                  </a:cubicBezTo>
                  <a:cubicBezTo>
                    <a:pt x="42150" y="614"/>
                    <a:pt x="41427" y="71"/>
                    <a:pt x="40342" y="71"/>
                  </a:cubicBezTo>
                  <a:cubicBezTo>
                    <a:pt x="38533" y="71"/>
                    <a:pt x="22257" y="12369"/>
                    <a:pt x="11587" y="35337"/>
                  </a:cubicBezTo>
                  <a:cubicBezTo>
                    <a:pt x="2364" y="55230"/>
                    <a:pt x="194" y="75304"/>
                    <a:pt x="194" y="90495"/>
                  </a:cubicBezTo>
                  <a:cubicBezTo>
                    <a:pt x="194" y="104601"/>
                    <a:pt x="2183" y="126484"/>
                    <a:pt x="12130" y="146919"/>
                  </a:cubicBezTo>
                  <a:cubicBezTo>
                    <a:pt x="22980" y="169164"/>
                    <a:pt x="38533" y="180919"/>
                    <a:pt x="40342" y="180919"/>
                  </a:cubicBezTo>
                  <a:cubicBezTo>
                    <a:pt x="41427" y="180919"/>
                    <a:pt x="42150" y="180376"/>
                    <a:pt x="42150" y="17911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 name="Freeform: Shape 90">
              <a:extLst>
                <a:ext uri="{FF2B5EF4-FFF2-40B4-BE49-F238E27FC236}">
                  <a16:creationId xmlns:a16="http://schemas.microsoft.com/office/drawing/2014/main" id="{22A0EC68-C48A-4971-B932-611806C87457}"/>
                </a:ext>
              </a:extLst>
            </p:cNvPr>
            <p:cNvSpPr/>
            <p:nvPr>
              <p:custDataLst>
                <p:tags r:id="rId7"/>
              </p:custDataLst>
            </p:nvPr>
          </p:nvSpPr>
          <p:spPr>
            <a:xfrm>
              <a:off x="10869085" y="6228389"/>
              <a:ext cx="131475" cy="123518"/>
            </a:xfrm>
            <a:custGeom>
              <a:avLst/>
              <a:gdLst>
                <a:gd name="connsiteX0" fmla="*/ 101833 w 131475"/>
                <a:gd name="connsiteY0" fmla="*/ 20688 h 123518"/>
                <a:gd name="connsiteX1" fmla="*/ 104365 w 131475"/>
                <a:gd name="connsiteY1" fmla="*/ 18156 h 123518"/>
                <a:gd name="connsiteX2" fmla="*/ 128056 w 131475"/>
                <a:gd name="connsiteY2" fmla="*/ 5678 h 123518"/>
                <a:gd name="connsiteX3" fmla="*/ 131673 w 131475"/>
                <a:gd name="connsiteY3" fmla="*/ 2242 h 123518"/>
                <a:gd name="connsiteX4" fmla="*/ 129322 w 131475"/>
                <a:gd name="connsiteY4" fmla="*/ 71 h 123518"/>
                <a:gd name="connsiteX5" fmla="*/ 114492 w 131475"/>
                <a:gd name="connsiteY5" fmla="*/ 614 h 123518"/>
                <a:gd name="connsiteX6" fmla="*/ 96408 w 131475"/>
                <a:gd name="connsiteY6" fmla="*/ 71 h 123518"/>
                <a:gd name="connsiteX7" fmla="*/ 92972 w 131475"/>
                <a:gd name="connsiteY7" fmla="*/ 3508 h 123518"/>
                <a:gd name="connsiteX8" fmla="*/ 95684 w 131475"/>
                <a:gd name="connsiteY8" fmla="*/ 5678 h 123518"/>
                <a:gd name="connsiteX9" fmla="*/ 102195 w 131475"/>
                <a:gd name="connsiteY9" fmla="*/ 9837 h 123518"/>
                <a:gd name="connsiteX10" fmla="*/ 97312 w 131475"/>
                <a:gd name="connsiteY10" fmla="*/ 18518 h 123518"/>
                <a:gd name="connsiteX11" fmla="*/ 55356 w 131475"/>
                <a:gd name="connsiteY11" fmla="*/ 66804 h 123518"/>
                <a:gd name="connsiteX12" fmla="*/ 35463 w 131475"/>
                <a:gd name="connsiteY12" fmla="*/ 13092 h 123518"/>
                <a:gd name="connsiteX13" fmla="*/ 34377 w 131475"/>
                <a:gd name="connsiteY13" fmla="*/ 10018 h 123518"/>
                <a:gd name="connsiteX14" fmla="*/ 45047 w 131475"/>
                <a:gd name="connsiteY14" fmla="*/ 5678 h 123518"/>
                <a:gd name="connsiteX15" fmla="*/ 49388 w 131475"/>
                <a:gd name="connsiteY15" fmla="*/ 2061 h 123518"/>
                <a:gd name="connsiteX16" fmla="*/ 46675 w 131475"/>
                <a:gd name="connsiteY16" fmla="*/ 71 h 123518"/>
                <a:gd name="connsiteX17" fmla="*/ 23888 w 131475"/>
                <a:gd name="connsiteY17" fmla="*/ 614 h 123518"/>
                <a:gd name="connsiteX18" fmla="*/ 3634 w 131475"/>
                <a:gd name="connsiteY18" fmla="*/ 71 h 123518"/>
                <a:gd name="connsiteX19" fmla="*/ 198 w 131475"/>
                <a:gd name="connsiteY19" fmla="*/ 3688 h 123518"/>
                <a:gd name="connsiteX20" fmla="*/ 4357 w 131475"/>
                <a:gd name="connsiteY20" fmla="*/ 5678 h 123518"/>
                <a:gd name="connsiteX21" fmla="*/ 17559 w 131475"/>
                <a:gd name="connsiteY21" fmla="*/ 11827 h 123518"/>
                <a:gd name="connsiteX22" fmla="*/ 39803 w 131475"/>
                <a:gd name="connsiteY22" fmla="*/ 71325 h 123518"/>
                <a:gd name="connsiteX23" fmla="*/ 40526 w 131475"/>
                <a:gd name="connsiteY23" fmla="*/ 74400 h 123518"/>
                <a:gd name="connsiteX24" fmla="*/ 32388 w 131475"/>
                <a:gd name="connsiteY24" fmla="*/ 107314 h 123518"/>
                <a:gd name="connsiteX25" fmla="*/ 15389 w 131475"/>
                <a:gd name="connsiteY25" fmla="*/ 117984 h 123518"/>
                <a:gd name="connsiteX26" fmla="*/ 10506 w 131475"/>
                <a:gd name="connsiteY26" fmla="*/ 121601 h 123518"/>
                <a:gd name="connsiteX27" fmla="*/ 13038 w 131475"/>
                <a:gd name="connsiteY27" fmla="*/ 123590 h 123518"/>
                <a:gd name="connsiteX28" fmla="*/ 35824 w 131475"/>
                <a:gd name="connsiteY28" fmla="*/ 123048 h 123518"/>
                <a:gd name="connsiteX29" fmla="*/ 58973 w 131475"/>
                <a:gd name="connsiteY29" fmla="*/ 123590 h 123518"/>
                <a:gd name="connsiteX30" fmla="*/ 62409 w 131475"/>
                <a:gd name="connsiteY30" fmla="*/ 119973 h 123518"/>
                <a:gd name="connsiteX31" fmla="*/ 57345 w 131475"/>
                <a:gd name="connsiteY31" fmla="*/ 117984 h 123518"/>
                <a:gd name="connsiteX32" fmla="*/ 50473 w 131475"/>
                <a:gd name="connsiteY32" fmla="*/ 117622 h 123518"/>
                <a:gd name="connsiteX33" fmla="*/ 45590 w 131475"/>
                <a:gd name="connsiteY33" fmla="*/ 114729 h 123518"/>
                <a:gd name="connsiteX34" fmla="*/ 48122 w 131475"/>
                <a:gd name="connsiteY34" fmla="*/ 103335 h 123518"/>
                <a:gd name="connsiteX35" fmla="*/ 54451 w 131475"/>
                <a:gd name="connsiteY35" fmla="*/ 77836 h 123518"/>
                <a:gd name="connsiteX36" fmla="*/ 56983 w 131475"/>
                <a:gd name="connsiteY36" fmla="*/ 72230 h 123518"/>
                <a:gd name="connsiteX37" fmla="*/ 101833 w 131475"/>
                <a:gd name="connsiteY37" fmla="*/ 20688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688"/>
                  </a:moveTo>
                  <a:lnTo>
                    <a:pt x="104365" y="18156"/>
                  </a:lnTo>
                  <a:cubicBezTo>
                    <a:pt x="109790" y="12731"/>
                    <a:pt x="115758" y="6582"/>
                    <a:pt x="128056" y="5678"/>
                  </a:cubicBezTo>
                  <a:cubicBezTo>
                    <a:pt x="130045" y="5497"/>
                    <a:pt x="131673" y="5497"/>
                    <a:pt x="131673" y="2242"/>
                  </a:cubicBezTo>
                  <a:cubicBezTo>
                    <a:pt x="131673" y="795"/>
                    <a:pt x="130769" y="71"/>
                    <a:pt x="129322" y="71"/>
                  </a:cubicBezTo>
                  <a:cubicBezTo>
                    <a:pt x="124620" y="71"/>
                    <a:pt x="119375" y="614"/>
                    <a:pt x="114492" y="614"/>
                  </a:cubicBezTo>
                  <a:cubicBezTo>
                    <a:pt x="108524" y="614"/>
                    <a:pt x="102195" y="71"/>
                    <a:pt x="96408" y="71"/>
                  </a:cubicBezTo>
                  <a:cubicBezTo>
                    <a:pt x="95323" y="71"/>
                    <a:pt x="92972" y="71"/>
                    <a:pt x="92972" y="3508"/>
                  </a:cubicBezTo>
                  <a:cubicBezTo>
                    <a:pt x="92972" y="5497"/>
                    <a:pt x="94780" y="5678"/>
                    <a:pt x="95684" y="5678"/>
                  </a:cubicBezTo>
                  <a:cubicBezTo>
                    <a:pt x="96950" y="5678"/>
                    <a:pt x="102195" y="6039"/>
                    <a:pt x="102195" y="9837"/>
                  </a:cubicBezTo>
                  <a:cubicBezTo>
                    <a:pt x="102195" y="12912"/>
                    <a:pt x="98035" y="17614"/>
                    <a:pt x="97312" y="18518"/>
                  </a:cubicBezTo>
                  <a:lnTo>
                    <a:pt x="55356" y="66804"/>
                  </a:lnTo>
                  <a:lnTo>
                    <a:pt x="35463" y="13092"/>
                  </a:lnTo>
                  <a:cubicBezTo>
                    <a:pt x="34377" y="10561"/>
                    <a:pt x="34377" y="10199"/>
                    <a:pt x="34377" y="10018"/>
                  </a:cubicBezTo>
                  <a:cubicBezTo>
                    <a:pt x="34377" y="5678"/>
                    <a:pt x="43239" y="5678"/>
                    <a:pt x="45047" y="5678"/>
                  </a:cubicBezTo>
                  <a:cubicBezTo>
                    <a:pt x="47579" y="5678"/>
                    <a:pt x="49388" y="5678"/>
                    <a:pt x="49388" y="2061"/>
                  </a:cubicBezTo>
                  <a:cubicBezTo>
                    <a:pt x="49388" y="71"/>
                    <a:pt x="47218" y="71"/>
                    <a:pt x="46675" y="71"/>
                  </a:cubicBezTo>
                  <a:cubicBezTo>
                    <a:pt x="41611" y="71"/>
                    <a:pt x="28952" y="614"/>
                    <a:pt x="23888" y="614"/>
                  </a:cubicBezTo>
                  <a:cubicBezTo>
                    <a:pt x="19367" y="614"/>
                    <a:pt x="8155" y="71"/>
                    <a:pt x="3634" y="71"/>
                  </a:cubicBezTo>
                  <a:cubicBezTo>
                    <a:pt x="2549" y="71"/>
                    <a:pt x="198" y="71"/>
                    <a:pt x="198" y="3688"/>
                  </a:cubicBezTo>
                  <a:cubicBezTo>
                    <a:pt x="198" y="5678"/>
                    <a:pt x="2006" y="5678"/>
                    <a:pt x="4357" y="5678"/>
                  </a:cubicBezTo>
                  <a:cubicBezTo>
                    <a:pt x="15208" y="5678"/>
                    <a:pt x="15931" y="7305"/>
                    <a:pt x="17559" y="11827"/>
                  </a:cubicBezTo>
                  <a:lnTo>
                    <a:pt x="39803" y="71325"/>
                  </a:lnTo>
                  <a:cubicBezTo>
                    <a:pt x="39984" y="71868"/>
                    <a:pt x="40526" y="73857"/>
                    <a:pt x="40526" y="74400"/>
                  </a:cubicBezTo>
                  <a:cubicBezTo>
                    <a:pt x="40526" y="74942"/>
                    <a:pt x="33292" y="104059"/>
                    <a:pt x="32388" y="107314"/>
                  </a:cubicBezTo>
                  <a:cubicBezTo>
                    <a:pt x="30037" y="117260"/>
                    <a:pt x="29856" y="117803"/>
                    <a:pt x="15389" y="117984"/>
                  </a:cubicBezTo>
                  <a:cubicBezTo>
                    <a:pt x="11953" y="117984"/>
                    <a:pt x="10506" y="117984"/>
                    <a:pt x="10506" y="121601"/>
                  </a:cubicBezTo>
                  <a:cubicBezTo>
                    <a:pt x="10506" y="123590"/>
                    <a:pt x="12676" y="123590"/>
                    <a:pt x="13038" y="123590"/>
                  </a:cubicBezTo>
                  <a:cubicBezTo>
                    <a:pt x="18101" y="123590"/>
                    <a:pt x="30761" y="123048"/>
                    <a:pt x="35824" y="123048"/>
                  </a:cubicBezTo>
                  <a:cubicBezTo>
                    <a:pt x="40888" y="123048"/>
                    <a:pt x="53909" y="123590"/>
                    <a:pt x="58973" y="123590"/>
                  </a:cubicBezTo>
                  <a:cubicBezTo>
                    <a:pt x="60239" y="123590"/>
                    <a:pt x="62409" y="123590"/>
                    <a:pt x="62409" y="119973"/>
                  </a:cubicBezTo>
                  <a:cubicBezTo>
                    <a:pt x="62409" y="117984"/>
                    <a:pt x="60781" y="117984"/>
                    <a:pt x="57345" y="117984"/>
                  </a:cubicBezTo>
                  <a:cubicBezTo>
                    <a:pt x="56983" y="117984"/>
                    <a:pt x="53547" y="117984"/>
                    <a:pt x="50473" y="117622"/>
                  </a:cubicBezTo>
                  <a:cubicBezTo>
                    <a:pt x="46675" y="117260"/>
                    <a:pt x="45590" y="116899"/>
                    <a:pt x="45590" y="114729"/>
                  </a:cubicBezTo>
                  <a:cubicBezTo>
                    <a:pt x="45590" y="113463"/>
                    <a:pt x="47218" y="107133"/>
                    <a:pt x="48122" y="103335"/>
                  </a:cubicBezTo>
                  <a:lnTo>
                    <a:pt x="54451" y="77836"/>
                  </a:lnTo>
                  <a:cubicBezTo>
                    <a:pt x="55356" y="74400"/>
                    <a:pt x="55537" y="73857"/>
                    <a:pt x="56983" y="72230"/>
                  </a:cubicBezTo>
                  <a:lnTo>
                    <a:pt x="101833" y="2068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 name="Freeform: Shape 91">
              <a:extLst>
                <a:ext uri="{FF2B5EF4-FFF2-40B4-BE49-F238E27FC236}">
                  <a16:creationId xmlns:a16="http://schemas.microsoft.com/office/drawing/2014/main" id="{9384AD5D-B689-400A-A235-8C0A0E10224F}"/>
                </a:ext>
              </a:extLst>
            </p:cNvPr>
            <p:cNvSpPr/>
            <p:nvPr>
              <p:custDataLst>
                <p:tags r:id="rId8"/>
              </p:custDataLst>
            </p:nvPr>
          </p:nvSpPr>
          <p:spPr>
            <a:xfrm>
              <a:off x="10973697" y="6323207"/>
              <a:ext cx="77347" cy="57093"/>
            </a:xfrm>
            <a:custGeom>
              <a:avLst/>
              <a:gdLst>
                <a:gd name="connsiteX0" fmla="*/ 9698 w 77347"/>
                <a:gd name="connsiteY0" fmla="*/ 47925 h 57093"/>
                <a:gd name="connsiteX1" fmla="*/ 8432 w 77347"/>
                <a:gd name="connsiteY1" fmla="*/ 53115 h 57093"/>
                <a:gd name="connsiteX2" fmla="*/ 12736 w 77347"/>
                <a:gd name="connsiteY2" fmla="*/ 57166 h 57093"/>
                <a:gd name="connsiteX3" fmla="*/ 17673 w 77347"/>
                <a:gd name="connsiteY3" fmla="*/ 54381 h 57093"/>
                <a:gd name="connsiteX4" fmla="*/ 19952 w 77347"/>
                <a:gd name="connsiteY4" fmla="*/ 46533 h 57093"/>
                <a:gd name="connsiteX5" fmla="*/ 22737 w 77347"/>
                <a:gd name="connsiteY5" fmla="*/ 35139 h 57093"/>
                <a:gd name="connsiteX6" fmla="*/ 24889 w 77347"/>
                <a:gd name="connsiteY6" fmla="*/ 26658 h 57093"/>
                <a:gd name="connsiteX7" fmla="*/ 30206 w 77347"/>
                <a:gd name="connsiteY7" fmla="*/ 15264 h 57093"/>
                <a:gd name="connsiteX8" fmla="*/ 49195 w 77347"/>
                <a:gd name="connsiteY8" fmla="*/ 3618 h 57093"/>
                <a:gd name="connsiteX9" fmla="*/ 56664 w 77347"/>
                <a:gd name="connsiteY9" fmla="*/ 12479 h 57093"/>
                <a:gd name="connsiteX10" fmla="*/ 49195 w 77347"/>
                <a:gd name="connsiteY10" fmla="*/ 39443 h 57093"/>
                <a:gd name="connsiteX11" fmla="*/ 47296 w 77347"/>
                <a:gd name="connsiteY11" fmla="*/ 46279 h 57093"/>
                <a:gd name="connsiteX12" fmla="*/ 59322 w 77347"/>
                <a:gd name="connsiteY12" fmla="*/ 57166 h 57093"/>
                <a:gd name="connsiteX13" fmla="*/ 77551 w 77347"/>
                <a:gd name="connsiteY13" fmla="*/ 37798 h 57093"/>
                <a:gd name="connsiteX14" fmla="*/ 75526 w 77347"/>
                <a:gd name="connsiteY14" fmla="*/ 36152 h 57093"/>
                <a:gd name="connsiteX15" fmla="*/ 73121 w 77347"/>
                <a:gd name="connsiteY15" fmla="*/ 38304 h 57093"/>
                <a:gd name="connsiteX16" fmla="*/ 59702 w 77347"/>
                <a:gd name="connsiteY16" fmla="*/ 53622 h 57093"/>
                <a:gd name="connsiteX17" fmla="*/ 56537 w 77347"/>
                <a:gd name="connsiteY17" fmla="*/ 49191 h 57093"/>
                <a:gd name="connsiteX18" fmla="*/ 59449 w 77347"/>
                <a:gd name="connsiteY18" fmla="*/ 38937 h 57093"/>
                <a:gd name="connsiteX19" fmla="*/ 66158 w 77347"/>
                <a:gd name="connsiteY19" fmla="*/ 14505 h 57093"/>
                <a:gd name="connsiteX20" fmla="*/ 49701 w 77347"/>
                <a:gd name="connsiteY20" fmla="*/ 73 h 57093"/>
                <a:gd name="connsiteX21" fmla="*/ 28307 w 77347"/>
                <a:gd name="connsiteY21" fmla="*/ 11593 h 57093"/>
                <a:gd name="connsiteX22" fmla="*/ 14761 w 77347"/>
                <a:gd name="connsiteY22" fmla="*/ 73 h 57093"/>
                <a:gd name="connsiteX23" fmla="*/ 4761 w 77347"/>
                <a:gd name="connsiteY23" fmla="*/ 6909 h 57093"/>
                <a:gd name="connsiteX24" fmla="*/ 203 w 77347"/>
                <a:gd name="connsiteY24" fmla="*/ 19442 h 57093"/>
                <a:gd name="connsiteX25" fmla="*/ 2355 w 77347"/>
                <a:gd name="connsiteY25" fmla="*/ 21087 h 57093"/>
                <a:gd name="connsiteX26" fmla="*/ 5140 w 77347"/>
                <a:gd name="connsiteY26" fmla="*/ 17290 h 57093"/>
                <a:gd name="connsiteX27" fmla="*/ 14382 w 77347"/>
                <a:gd name="connsiteY27" fmla="*/ 3618 h 57093"/>
                <a:gd name="connsiteX28" fmla="*/ 18559 w 77347"/>
                <a:gd name="connsiteY28" fmla="*/ 9821 h 57093"/>
                <a:gd name="connsiteX29" fmla="*/ 16534 w 77347"/>
                <a:gd name="connsiteY29" fmla="*/ 20328 h 57093"/>
                <a:gd name="connsiteX30" fmla="*/ 13749 w 77347"/>
                <a:gd name="connsiteY30" fmla="*/ 31721 h 57093"/>
                <a:gd name="connsiteX31" fmla="*/ 9698 w 77347"/>
                <a:gd name="connsiteY31" fmla="*/ 47925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25"/>
                  </a:moveTo>
                  <a:cubicBezTo>
                    <a:pt x="9191" y="49571"/>
                    <a:pt x="8432" y="52736"/>
                    <a:pt x="8432" y="53115"/>
                  </a:cubicBezTo>
                  <a:cubicBezTo>
                    <a:pt x="8432" y="55901"/>
                    <a:pt x="10710" y="57166"/>
                    <a:pt x="12736" y="57166"/>
                  </a:cubicBezTo>
                  <a:cubicBezTo>
                    <a:pt x="15015" y="57166"/>
                    <a:pt x="17040" y="55521"/>
                    <a:pt x="17673" y="54381"/>
                  </a:cubicBezTo>
                  <a:cubicBezTo>
                    <a:pt x="18306" y="53242"/>
                    <a:pt x="19319" y="49191"/>
                    <a:pt x="19952" y="46533"/>
                  </a:cubicBezTo>
                  <a:cubicBezTo>
                    <a:pt x="20585" y="44127"/>
                    <a:pt x="21977" y="38304"/>
                    <a:pt x="22737" y="35139"/>
                  </a:cubicBezTo>
                  <a:cubicBezTo>
                    <a:pt x="23496" y="32354"/>
                    <a:pt x="24256" y="29569"/>
                    <a:pt x="24889" y="26658"/>
                  </a:cubicBezTo>
                  <a:cubicBezTo>
                    <a:pt x="26281" y="21467"/>
                    <a:pt x="26535" y="20454"/>
                    <a:pt x="30206" y="15264"/>
                  </a:cubicBezTo>
                  <a:cubicBezTo>
                    <a:pt x="33750" y="10200"/>
                    <a:pt x="39700" y="3618"/>
                    <a:pt x="49195" y="3618"/>
                  </a:cubicBezTo>
                  <a:cubicBezTo>
                    <a:pt x="56537" y="3618"/>
                    <a:pt x="56664" y="10074"/>
                    <a:pt x="56664" y="12479"/>
                  </a:cubicBezTo>
                  <a:cubicBezTo>
                    <a:pt x="56664" y="20075"/>
                    <a:pt x="51220" y="34126"/>
                    <a:pt x="49195" y="39443"/>
                  </a:cubicBezTo>
                  <a:cubicBezTo>
                    <a:pt x="47802" y="42988"/>
                    <a:pt x="47296" y="44127"/>
                    <a:pt x="47296" y="46279"/>
                  </a:cubicBezTo>
                  <a:cubicBezTo>
                    <a:pt x="47296" y="52989"/>
                    <a:pt x="52866" y="57166"/>
                    <a:pt x="59322" y="57166"/>
                  </a:cubicBezTo>
                  <a:cubicBezTo>
                    <a:pt x="71981" y="57166"/>
                    <a:pt x="77551" y="39697"/>
                    <a:pt x="77551" y="37798"/>
                  </a:cubicBezTo>
                  <a:cubicBezTo>
                    <a:pt x="77551" y="36152"/>
                    <a:pt x="75906" y="36152"/>
                    <a:pt x="75526" y="36152"/>
                  </a:cubicBezTo>
                  <a:cubicBezTo>
                    <a:pt x="73754" y="36152"/>
                    <a:pt x="73627" y="36912"/>
                    <a:pt x="73121" y="38304"/>
                  </a:cubicBezTo>
                  <a:cubicBezTo>
                    <a:pt x="70209" y="48432"/>
                    <a:pt x="64765" y="53622"/>
                    <a:pt x="59702" y="53622"/>
                  </a:cubicBezTo>
                  <a:cubicBezTo>
                    <a:pt x="57043" y="53622"/>
                    <a:pt x="56537" y="51850"/>
                    <a:pt x="56537" y="49191"/>
                  </a:cubicBezTo>
                  <a:cubicBezTo>
                    <a:pt x="56537" y="46279"/>
                    <a:pt x="57170" y="44634"/>
                    <a:pt x="59449" y="38937"/>
                  </a:cubicBezTo>
                  <a:cubicBezTo>
                    <a:pt x="60968" y="35013"/>
                    <a:pt x="66158" y="21594"/>
                    <a:pt x="66158" y="14505"/>
                  </a:cubicBezTo>
                  <a:cubicBezTo>
                    <a:pt x="66158" y="2225"/>
                    <a:pt x="56410" y="73"/>
                    <a:pt x="49701" y="73"/>
                  </a:cubicBezTo>
                  <a:cubicBezTo>
                    <a:pt x="39194" y="73"/>
                    <a:pt x="32105" y="6529"/>
                    <a:pt x="28307" y="11593"/>
                  </a:cubicBezTo>
                  <a:cubicBezTo>
                    <a:pt x="27421" y="2858"/>
                    <a:pt x="19952" y="73"/>
                    <a:pt x="14761" y="73"/>
                  </a:cubicBezTo>
                  <a:cubicBezTo>
                    <a:pt x="9318" y="73"/>
                    <a:pt x="6406" y="3997"/>
                    <a:pt x="4761" y="6909"/>
                  </a:cubicBezTo>
                  <a:cubicBezTo>
                    <a:pt x="1976" y="11593"/>
                    <a:pt x="203" y="18809"/>
                    <a:pt x="203" y="19442"/>
                  </a:cubicBezTo>
                  <a:cubicBezTo>
                    <a:pt x="203" y="21087"/>
                    <a:pt x="1976" y="21087"/>
                    <a:pt x="2355" y="21087"/>
                  </a:cubicBezTo>
                  <a:cubicBezTo>
                    <a:pt x="4128" y="21087"/>
                    <a:pt x="4254" y="20708"/>
                    <a:pt x="5140" y="17290"/>
                  </a:cubicBezTo>
                  <a:cubicBezTo>
                    <a:pt x="7039" y="9821"/>
                    <a:pt x="9445" y="3618"/>
                    <a:pt x="14382" y="3618"/>
                  </a:cubicBezTo>
                  <a:cubicBezTo>
                    <a:pt x="17673" y="3618"/>
                    <a:pt x="18559" y="6403"/>
                    <a:pt x="18559" y="9821"/>
                  </a:cubicBezTo>
                  <a:cubicBezTo>
                    <a:pt x="18559" y="12226"/>
                    <a:pt x="17420" y="16910"/>
                    <a:pt x="16534" y="20328"/>
                  </a:cubicBezTo>
                  <a:cubicBezTo>
                    <a:pt x="15648" y="23746"/>
                    <a:pt x="14382" y="28936"/>
                    <a:pt x="13749" y="31721"/>
                  </a:cubicBezTo>
                  <a:lnTo>
                    <a:pt x="9698" y="4792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 name="Freeform: Shape 92">
              <a:extLst>
                <a:ext uri="{FF2B5EF4-FFF2-40B4-BE49-F238E27FC236}">
                  <a16:creationId xmlns:a16="http://schemas.microsoft.com/office/drawing/2014/main" id="{7BF853F3-D3F1-4491-8448-9F335BA8B4E3}"/>
                </a:ext>
              </a:extLst>
            </p:cNvPr>
            <p:cNvSpPr/>
            <p:nvPr>
              <p:custDataLst>
                <p:tags r:id="rId9"/>
              </p:custDataLst>
            </p:nvPr>
          </p:nvSpPr>
          <p:spPr>
            <a:xfrm>
              <a:off x="11131432" y="6236889"/>
              <a:ext cx="110497" cy="139794"/>
            </a:xfrm>
            <a:custGeom>
              <a:avLst/>
              <a:gdLst>
                <a:gd name="connsiteX0" fmla="*/ 107273 w 110497"/>
                <a:gd name="connsiteY0" fmla="*/ 7667 h 139794"/>
                <a:gd name="connsiteX1" fmla="*/ 110709 w 110497"/>
                <a:gd name="connsiteY1" fmla="*/ 3688 h 139794"/>
                <a:gd name="connsiteX2" fmla="*/ 107092 w 110497"/>
                <a:gd name="connsiteY2" fmla="*/ 71 h 139794"/>
                <a:gd name="connsiteX3" fmla="*/ 103836 w 110497"/>
                <a:gd name="connsiteY3" fmla="*/ 1157 h 139794"/>
                <a:gd name="connsiteX4" fmla="*/ 3828 w 110497"/>
                <a:gd name="connsiteY4" fmla="*/ 48358 h 139794"/>
                <a:gd name="connsiteX5" fmla="*/ 212 w 110497"/>
                <a:gd name="connsiteY5" fmla="*/ 52517 h 139794"/>
                <a:gd name="connsiteX6" fmla="*/ 3828 w 110497"/>
                <a:gd name="connsiteY6" fmla="*/ 56496 h 139794"/>
                <a:gd name="connsiteX7" fmla="*/ 103836 w 110497"/>
                <a:gd name="connsiteY7" fmla="*/ 103516 h 139794"/>
                <a:gd name="connsiteX8" fmla="*/ 107092 w 110497"/>
                <a:gd name="connsiteY8" fmla="*/ 104782 h 139794"/>
                <a:gd name="connsiteX9" fmla="*/ 110709 w 110497"/>
                <a:gd name="connsiteY9" fmla="*/ 101165 h 139794"/>
                <a:gd name="connsiteX10" fmla="*/ 106911 w 110497"/>
                <a:gd name="connsiteY10" fmla="*/ 97006 h 139794"/>
                <a:gd name="connsiteX11" fmla="*/ 12328 w 110497"/>
                <a:gd name="connsiteY11" fmla="*/ 52517 h 139794"/>
                <a:gd name="connsiteX12" fmla="*/ 107273 w 110497"/>
                <a:gd name="connsiteY12" fmla="*/ 7667 h 139794"/>
                <a:gd name="connsiteX13" fmla="*/ 104379 w 110497"/>
                <a:gd name="connsiteY13" fmla="*/ 139866 h 139794"/>
                <a:gd name="connsiteX14" fmla="*/ 110709 w 110497"/>
                <a:gd name="connsiteY14" fmla="*/ 136249 h 139794"/>
                <a:gd name="connsiteX15" fmla="*/ 104198 w 110497"/>
                <a:gd name="connsiteY15" fmla="*/ 132632 h 139794"/>
                <a:gd name="connsiteX16" fmla="*/ 6722 w 110497"/>
                <a:gd name="connsiteY16" fmla="*/ 132632 h 139794"/>
                <a:gd name="connsiteX17" fmla="*/ 212 w 110497"/>
                <a:gd name="connsiteY17" fmla="*/ 136249 h 139794"/>
                <a:gd name="connsiteX18" fmla="*/ 6541 w 110497"/>
                <a:gd name="connsiteY18" fmla="*/ 139866 h 139794"/>
                <a:gd name="connsiteX19" fmla="*/ 104379 w 110497"/>
                <a:gd name="connsiteY19" fmla="*/ 139866 h 13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97" h="139794">
                  <a:moveTo>
                    <a:pt x="107273" y="7667"/>
                  </a:moveTo>
                  <a:cubicBezTo>
                    <a:pt x="109262" y="6763"/>
                    <a:pt x="110709" y="5859"/>
                    <a:pt x="110709" y="3688"/>
                  </a:cubicBezTo>
                  <a:cubicBezTo>
                    <a:pt x="110709" y="1699"/>
                    <a:pt x="109262" y="71"/>
                    <a:pt x="107092" y="71"/>
                  </a:cubicBezTo>
                  <a:cubicBezTo>
                    <a:pt x="106187" y="71"/>
                    <a:pt x="104560" y="795"/>
                    <a:pt x="103836" y="1157"/>
                  </a:cubicBezTo>
                  <a:lnTo>
                    <a:pt x="3828" y="48358"/>
                  </a:lnTo>
                  <a:cubicBezTo>
                    <a:pt x="754" y="49804"/>
                    <a:pt x="212" y="51070"/>
                    <a:pt x="212" y="52517"/>
                  </a:cubicBezTo>
                  <a:cubicBezTo>
                    <a:pt x="212" y="54145"/>
                    <a:pt x="1297" y="55411"/>
                    <a:pt x="3828" y="56496"/>
                  </a:cubicBezTo>
                  <a:lnTo>
                    <a:pt x="103836" y="103516"/>
                  </a:lnTo>
                  <a:cubicBezTo>
                    <a:pt x="106187" y="104782"/>
                    <a:pt x="106549" y="104782"/>
                    <a:pt x="107092" y="104782"/>
                  </a:cubicBezTo>
                  <a:cubicBezTo>
                    <a:pt x="109081" y="104782"/>
                    <a:pt x="110709" y="103154"/>
                    <a:pt x="110709" y="101165"/>
                  </a:cubicBezTo>
                  <a:cubicBezTo>
                    <a:pt x="110709" y="99537"/>
                    <a:pt x="109985" y="98452"/>
                    <a:pt x="106911" y="97006"/>
                  </a:cubicBezTo>
                  <a:lnTo>
                    <a:pt x="12328" y="52517"/>
                  </a:lnTo>
                  <a:lnTo>
                    <a:pt x="107273" y="7667"/>
                  </a:lnTo>
                  <a:close/>
                  <a:moveTo>
                    <a:pt x="104379" y="139866"/>
                  </a:moveTo>
                  <a:cubicBezTo>
                    <a:pt x="107453" y="139866"/>
                    <a:pt x="110709" y="139866"/>
                    <a:pt x="110709" y="136249"/>
                  </a:cubicBezTo>
                  <a:cubicBezTo>
                    <a:pt x="110709" y="132632"/>
                    <a:pt x="106911" y="132632"/>
                    <a:pt x="104198" y="132632"/>
                  </a:cubicBezTo>
                  <a:lnTo>
                    <a:pt x="6722" y="132632"/>
                  </a:lnTo>
                  <a:cubicBezTo>
                    <a:pt x="4009" y="132632"/>
                    <a:pt x="212" y="132632"/>
                    <a:pt x="212" y="136249"/>
                  </a:cubicBezTo>
                  <a:cubicBezTo>
                    <a:pt x="212" y="139866"/>
                    <a:pt x="3467" y="139866"/>
                    <a:pt x="6541" y="139866"/>
                  </a:cubicBezTo>
                  <a:lnTo>
                    <a:pt x="104379" y="1398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4" name="Freeform: Shape 93">
              <a:extLst>
                <a:ext uri="{FF2B5EF4-FFF2-40B4-BE49-F238E27FC236}">
                  <a16:creationId xmlns:a16="http://schemas.microsoft.com/office/drawing/2014/main" id="{23188837-F208-4577-B071-A7B882EF41EA}"/>
                </a:ext>
              </a:extLst>
            </p:cNvPr>
            <p:cNvSpPr/>
            <p:nvPr>
              <p:custDataLst>
                <p:tags r:id="rId10"/>
              </p:custDataLst>
            </p:nvPr>
          </p:nvSpPr>
          <p:spPr>
            <a:xfrm>
              <a:off x="11304963" y="6232368"/>
              <a:ext cx="74146" cy="156613"/>
            </a:xfrm>
            <a:custGeom>
              <a:avLst/>
              <a:gdLst>
                <a:gd name="connsiteX0" fmla="*/ 74369 w 74146"/>
                <a:gd name="connsiteY0" fmla="*/ 6582 h 156613"/>
                <a:gd name="connsiteX1" fmla="*/ 67497 w 74146"/>
                <a:gd name="connsiteY1" fmla="*/ 71 h 156613"/>
                <a:gd name="connsiteX2" fmla="*/ 57912 w 74146"/>
                <a:gd name="connsiteY2" fmla="*/ 9656 h 156613"/>
                <a:gd name="connsiteX3" fmla="*/ 64603 w 74146"/>
                <a:gd name="connsiteY3" fmla="*/ 16167 h 156613"/>
                <a:gd name="connsiteX4" fmla="*/ 74369 w 74146"/>
                <a:gd name="connsiteY4" fmla="*/ 6582 h 156613"/>
                <a:gd name="connsiteX5" fmla="*/ 38019 w 74146"/>
                <a:gd name="connsiteY5" fmla="*/ 128654 h 156613"/>
                <a:gd name="connsiteX6" fmla="*/ 15775 w 74146"/>
                <a:gd name="connsiteY6" fmla="*/ 152707 h 156613"/>
                <a:gd name="connsiteX7" fmla="*/ 8722 w 74146"/>
                <a:gd name="connsiteY7" fmla="*/ 151079 h 156613"/>
                <a:gd name="connsiteX8" fmla="*/ 16860 w 74146"/>
                <a:gd name="connsiteY8" fmla="*/ 141494 h 156613"/>
                <a:gd name="connsiteX9" fmla="*/ 9988 w 74146"/>
                <a:gd name="connsiteY9" fmla="*/ 135164 h 156613"/>
                <a:gd name="connsiteX10" fmla="*/ 222 w 74146"/>
                <a:gd name="connsiteY10" fmla="*/ 145473 h 156613"/>
                <a:gd name="connsiteX11" fmla="*/ 16136 w 74146"/>
                <a:gd name="connsiteY11" fmla="*/ 156685 h 156613"/>
                <a:gd name="connsiteX12" fmla="*/ 50136 w 74146"/>
                <a:gd name="connsiteY12" fmla="*/ 129196 h 156613"/>
                <a:gd name="connsiteX13" fmla="*/ 66773 w 74146"/>
                <a:gd name="connsiteY13" fmla="*/ 63006 h 156613"/>
                <a:gd name="connsiteX14" fmla="*/ 67678 w 74146"/>
                <a:gd name="connsiteY14" fmla="*/ 56315 h 156613"/>
                <a:gd name="connsiteX15" fmla="*/ 51040 w 74146"/>
                <a:gd name="connsiteY15" fmla="*/ 39677 h 156613"/>
                <a:gd name="connsiteX16" fmla="*/ 22285 w 74146"/>
                <a:gd name="connsiteY16" fmla="*/ 67527 h 156613"/>
                <a:gd name="connsiteX17" fmla="*/ 24455 w 74146"/>
                <a:gd name="connsiteY17" fmla="*/ 69336 h 156613"/>
                <a:gd name="connsiteX18" fmla="*/ 27711 w 74146"/>
                <a:gd name="connsiteY18" fmla="*/ 65719 h 156613"/>
                <a:gd name="connsiteX19" fmla="*/ 50497 w 74146"/>
                <a:gd name="connsiteY19" fmla="*/ 43656 h 156613"/>
                <a:gd name="connsiteX20" fmla="*/ 56284 w 74146"/>
                <a:gd name="connsiteY20" fmla="*/ 51975 h 156613"/>
                <a:gd name="connsiteX21" fmla="*/ 55018 w 74146"/>
                <a:gd name="connsiteY21" fmla="*/ 61198 h 156613"/>
                <a:gd name="connsiteX22" fmla="*/ 38019 w 74146"/>
                <a:gd name="connsiteY22" fmla="*/ 128654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82"/>
                  </a:moveTo>
                  <a:cubicBezTo>
                    <a:pt x="74369" y="3146"/>
                    <a:pt x="71837" y="71"/>
                    <a:pt x="67497" y="71"/>
                  </a:cubicBezTo>
                  <a:cubicBezTo>
                    <a:pt x="63337" y="71"/>
                    <a:pt x="57912" y="4231"/>
                    <a:pt x="57912" y="9656"/>
                  </a:cubicBezTo>
                  <a:cubicBezTo>
                    <a:pt x="57912" y="13273"/>
                    <a:pt x="60444" y="16167"/>
                    <a:pt x="64603" y="16167"/>
                  </a:cubicBezTo>
                  <a:cubicBezTo>
                    <a:pt x="69486" y="16167"/>
                    <a:pt x="74369" y="11465"/>
                    <a:pt x="74369" y="6582"/>
                  </a:cubicBezTo>
                  <a:close/>
                  <a:moveTo>
                    <a:pt x="38019" y="128654"/>
                  </a:moveTo>
                  <a:cubicBezTo>
                    <a:pt x="34583" y="142398"/>
                    <a:pt x="25902" y="152707"/>
                    <a:pt x="15775" y="152707"/>
                  </a:cubicBezTo>
                  <a:cubicBezTo>
                    <a:pt x="14690" y="152707"/>
                    <a:pt x="11977" y="152707"/>
                    <a:pt x="8722" y="151079"/>
                  </a:cubicBezTo>
                  <a:cubicBezTo>
                    <a:pt x="14147" y="149813"/>
                    <a:pt x="16860" y="145111"/>
                    <a:pt x="16860" y="141494"/>
                  </a:cubicBezTo>
                  <a:cubicBezTo>
                    <a:pt x="16860" y="138600"/>
                    <a:pt x="14871" y="135164"/>
                    <a:pt x="9988" y="135164"/>
                  </a:cubicBezTo>
                  <a:cubicBezTo>
                    <a:pt x="5467" y="135164"/>
                    <a:pt x="222" y="138962"/>
                    <a:pt x="222" y="145473"/>
                  </a:cubicBezTo>
                  <a:cubicBezTo>
                    <a:pt x="222" y="152707"/>
                    <a:pt x="7456" y="156685"/>
                    <a:pt x="16136" y="156685"/>
                  </a:cubicBezTo>
                  <a:cubicBezTo>
                    <a:pt x="28796" y="156685"/>
                    <a:pt x="45614" y="147100"/>
                    <a:pt x="50136" y="129196"/>
                  </a:cubicBezTo>
                  <a:lnTo>
                    <a:pt x="66773" y="63006"/>
                  </a:lnTo>
                  <a:cubicBezTo>
                    <a:pt x="67678" y="59389"/>
                    <a:pt x="67678" y="56858"/>
                    <a:pt x="67678" y="56315"/>
                  </a:cubicBezTo>
                  <a:cubicBezTo>
                    <a:pt x="67678" y="46007"/>
                    <a:pt x="60082" y="39677"/>
                    <a:pt x="51040" y="39677"/>
                  </a:cubicBezTo>
                  <a:cubicBezTo>
                    <a:pt x="32593" y="39677"/>
                    <a:pt x="22285" y="65900"/>
                    <a:pt x="22285" y="67527"/>
                  </a:cubicBezTo>
                  <a:cubicBezTo>
                    <a:pt x="22285" y="69336"/>
                    <a:pt x="24094" y="69336"/>
                    <a:pt x="24455" y="69336"/>
                  </a:cubicBezTo>
                  <a:cubicBezTo>
                    <a:pt x="26083" y="69336"/>
                    <a:pt x="26264" y="69155"/>
                    <a:pt x="27711" y="65719"/>
                  </a:cubicBezTo>
                  <a:cubicBezTo>
                    <a:pt x="32232" y="54687"/>
                    <a:pt x="40551" y="43656"/>
                    <a:pt x="50497" y="43656"/>
                  </a:cubicBezTo>
                  <a:cubicBezTo>
                    <a:pt x="53029" y="43656"/>
                    <a:pt x="56284" y="44379"/>
                    <a:pt x="56284" y="51975"/>
                  </a:cubicBezTo>
                  <a:cubicBezTo>
                    <a:pt x="56284" y="56134"/>
                    <a:pt x="55742" y="58123"/>
                    <a:pt x="55018" y="61198"/>
                  </a:cubicBezTo>
                  <a:lnTo>
                    <a:pt x="38019" y="12865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5" name="Freeform: Shape 94">
              <a:extLst>
                <a:ext uri="{FF2B5EF4-FFF2-40B4-BE49-F238E27FC236}">
                  <a16:creationId xmlns:a16="http://schemas.microsoft.com/office/drawing/2014/main" id="{B14F8B61-6A08-4388-96E9-FB0FF9C8D023}"/>
                </a:ext>
              </a:extLst>
            </p:cNvPr>
            <p:cNvSpPr/>
            <p:nvPr>
              <p:custDataLst>
                <p:tags r:id="rId11"/>
              </p:custDataLst>
            </p:nvPr>
          </p:nvSpPr>
          <p:spPr>
            <a:xfrm>
              <a:off x="11402448" y="6216272"/>
              <a:ext cx="41956" cy="180847"/>
            </a:xfrm>
            <a:custGeom>
              <a:avLst/>
              <a:gdLst>
                <a:gd name="connsiteX0" fmla="*/ 42183 w 41956"/>
                <a:gd name="connsiteY0" fmla="*/ 90495 h 180847"/>
                <a:gd name="connsiteX1" fmla="*/ 30247 w 41956"/>
                <a:gd name="connsiteY1" fmla="*/ 34071 h 180847"/>
                <a:gd name="connsiteX2" fmla="*/ 2035 w 41956"/>
                <a:gd name="connsiteY2" fmla="*/ 71 h 180847"/>
                <a:gd name="connsiteX3" fmla="*/ 227 w 41956"/>
                <a:gd name="connsiteY3" fmla="*/ 1880 h 180847"/>
                <a:gd name="connsiteX4" fmla="*/ 3663 w 41956"/>
                <a:gd name="connsiteY4" fmla="*/ 6039 h 180847"/>
                <a:gd name="connsiteX5" fmla="*/ 31694 w 41956"/>
                <a:gd name="connsiteY5" fmla="*/ 90495 h 180847"/>
                <a:gd name="connsiteX6" fmla="*/ 2578 w 41956"/>
                <a:gd name="connsiteY6" fmla="*/ 176036 h 180847"/>
                <a:gd name="connsiteX7" fmla="*/ 227 w 41956"/>
                <a:gd name="connsiteY7" fmla="*/ 179110 h 180847"/>
                <a:gd name="connsiteX8" fmla="*/ 2035 w 41956"/>
                <a:gd name="connsiteY8" fmla="*/ 180919 h 180847"/>
                <a:gd name="connsiteX9" fmla="*/ 30790 w 41956"/>
                <a:gd name="connsiteY9" fmla="*/ 145653 h 180847"/>
                <a:gd name="connsiteX10" fmla="*/ 42183 w 41956"/>
                <a:gd name="connsiteY10" fmla="*/ 90495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495"/>
                  </a:moveTo>
                  <a:cubicBezTo>
                    <a:pt x="42183" y="76389"/>
                    <a:pt x="40194" y="54506"/>
                    <a:pt x="30247" y="34071"/>
                  </a:cubicBezTo>
                  <a:cubicBezTo>
                    <a:pt x="19396" y="11827"/>
                    <a:pt x="3844" y="71"/>
                    <a:pt x="2035" y="71"/>
                  </a:cubicBezTo>
                  <a:cubicBezTo>
                    <a:pt x="950" y="71"/>
                    <a:pt x="227" y="795"/>
                    <a:pt x="227" y="1880"/>
                  </a:cubicBezTo>
                  <a:cubicBezTo>
                    <a:pt x="227" y="2422"/>
                    <a:pt x="227" y="2784"/>
                    <a:pt x="3663" y="6039"/>
                  </a:cubicBezTo>
                  <a:cubicBezTo>
                    <a:pt x="21386" y="23943"/>
                    <a:pt x="31694" y="52698"/>
                    <a:pt x="31694" y="90495"/>
                  </a:cubicBezTo>
                  <a:cubicBezTo>
                    <a:pt x="31694" y="121420"/>
                    <a:pt x="25003" y="153249"/>
                    <a:pt x="2578" y="176036"/>
                  </a:cubicBezTo>
                  <a:cubicBezTo>
                    <a:pt x="227" y="178206"/>
                    <a:pt x="227" y="178568"/>
                    <a:pt x="227" y="179110"/>
                  </a:cubicBezTo>
                  <a:cubicBezTo>
                    <a:pt x="227" y="180195"/>
                    <a:pt x="950" y="180919"/>
                    <a:pt x="2035" y="180919"/>
                  </a:cubicBezTo>
                  <a:cubicBezTo>
                    <a:pt x="3844" y="180919"/>
                    <a:pt x="20120" y="168621"/>
                    <a:pt x="30790" y="145653"/>
                  </a:cubicBezTo>
                  <a:cubicBezTo>
                    <a:pt x="40013" y="125760"/>
                    <a:pt x="42183" y="105686"/>
                    <a:pt x="42183" y="9049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6" name="Freeform: Shape 95">
              <a:extLst>
                <a:ext uri="{FF2B5EF4-FFF2-40B4-BE49-F238E27FC236}">
                  <a16:creationId xmlns:a16="http://schemas.microsoft.com/office/drawing/2014/main" id="{0B005A43-2BEC-48BC-9E97-043D93C805C0}"/>
                </a:ext>
              </a:extLst>
            </p:cNvPr>
            <p:cNvSpPr/>
            <p:nvPr>
              <p:custDataLst>
                <p:tags r:id="rId12"/>
              </p:custDataLst>
            </p:nvPr>
          </p:nvSpPr>
          <p:spPr>
            <a:xfrm>
              <a:off x="10651203" y="6425424"/>
              <a:ext cx="811266" cy="7233"/>
            </a:xfrm>
            <a:custGeom>
              <a:avLst/>
              <a:gdLst>
                <a:gd name="connsiteX0" fmla="*/ 0 w 811266"/>
                <a:gd name="connsiteY0" fmla="*/ 0 h 7233"/>
                <a:gd name="connsiteX1" fmla="*/ 811266 w 811266"/>
                <a:gd name="connsiteY1" fmla="*/ 0 h 7233"/>
                <a:gd name="connsiteX2" fmla="*/ 811266 w 811266"/>
                <a:gd name="connsiteY2" fmla="*/ 7234 h 7233"/>
                <a:gd name="connsiteX3" fmla="*/ 0 w 811266"/>
                <a:gd name="connsiteY3" fmla="*/ 7234 h 7233"/>
              </a:gdLst>
              <a:ahLst/>
              <a:cxnLst>
                <a:cxn ang="0">
                  <a:pos x="connsiteX0" y="connsiteY0"/>
                </a:cxn>
                <a:cxn ang="0">
                  <a:pos x="connsiteX1" y="connsiteY1"/>
                </a:cxn>
                <a:cxn ang="0">
                  <a:pos x="connsiteX2" y="connsiteY2"/>
                </a:cxn>
                <a:cxn ang="0">
                  <a:pos x="connsiteX3" y="connsiteY3"/>
                </a:cxn>
              </a:cxnLst>
              <a:rect l="l" t="t" r="r" b="b"/>
              <a:pathLst>
                <a:path w="811266" h="7233">
                  <a:moveTo>
                    <a:pt x="0" y="0"/>
                  </a:moveTo>
                  <a:lnTo>
                    <a:pt x="811266" y="0"/>
                  </a:lnTo>
                  <a:lnTo>
                    <a:pt x="811266" y="7234"/>
                  </a:lnTo>
                  <a:lnTo>
                    <a:pt x="0" y="723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7" name="Freeform: Shape 96">
              <a:extLst>
                <a:ext uri="{FF2B5EF4-FFF2-40B4-BE49-F238E27FC236}">
                  <a16:creationId xmlns:a16="http://schemas.microsoft.com/office/drawing/2014/main" id="{5C0C153F-7381-4CB9-B6B3-E6B95C732523}"/>
                </a:ext>
              </a:extLst>
            </p:cNvPr>
            <p:cNvSpPr/>
            <p:nvPr>
              <p:custDataLst>
                <p:tags r:id="rId13"/>
              </p:custDataLst>
            </p:nvPr>
          </p:nvSpPr>
          <p:spPr>
            <a:xfrm>
              <a:off x="10658436" y="6474786"/>
              <a:ext cx="129124" cy="123518"/>
            </a:xfrm>
            <a:custGeom>
              <a:avLst/>
              <a:gdLst>
                <a:gd name="connsiteX0" fmla="*/ 47748 w 129124"/>
                <a:gd name="connsiteY0" fmla="*/ 66456 h 123518"/>
                <a:gd name="connsiteX1" fmla="*/ 78492 w 129124"/>
                <a:gd name="connsiteY1" fmla="*/ 66456 h 123518"/>
                <a:gd name="connsiteX2" fmla="*/ 129310 w 129124"/>
                <a:gd name="connsiteY2" fmla="*/ 27393 h 123518"/>
                <a:gd name="connsiteX3" fmla="*/ 93683 w 129124"/>
                <a:gd name="connsiteY3" fmla="*/ 85 h 123518"/>
                <a:gd name="connsiteX4" fmla="*/ 35089 w 129124"/>
                <a:gd name="connsiteY4" fmla="*/ 85 h 123518"/>
                <a:gd name="connsiteX5" fmla="*/ 29664 w 129124"/>
                <a:gd name="connsiteY5" fmla="*/ 3521 h 123518"/>
                <a:gd name="connsiteX6" fmla="*/ 34908 w 129124"/>
                <a:gd name="connsiteY6" fmla="*/ 5691 h 123518"/>
                <a:gd name="connsiteX7" fmla="*/ 42685 w 129124"/>
                <a:gd name="connsiteY7" fmla="*/ 6053 h 123518"/>
                <a:gd name="connsiteX8" fmla="*/ 46663 w 129124"/>
                <a:gd name="connsiteY8" fmla="*/ 8947 h 123518"/>
                <a:gd name="connsiteX9" fmla="*/ 45940 w 129124"/>
                <a:gd name="connsiteY9" fmla="*/ 12383 h 123518"/>
                <a:gd name="connsiteX10" fmla="*/ 21707 w 129124"/>
                <a:gd name="connsiteY10" fmla="*/ 109498 h 123518"/>
                <a:gd name="connsiteX11" fmla="*/ 5250 w 129124"/>
                <a:gd name="connsiteY11" fmla="*/ 117997 h 123518"/>
                <a:gd name="connsiteX12" fmla="*/ 186 w 129124"/>
                <a:gd name="connsiteY12" fmla="*/ 121434 h 123518"/>
                <a:gd name="connsiteX13" fmla="*/ 2899 w 129124"/>
                <a:gd name="connsiteY13" fmla="*/ 123604 h 123518"/>
                <a:gd name="connsiteX14" fmla="*/ 25866 w 129124"/>
                <a:gd name="connsiteY14" fmla="*/ 123061 h 123518"/>
                <a:gd name="connsiteX15" fmla="*/ 37440 w 129124"/>
                <a:gd name="connsiteY15" fmla="*/ 123242 h 123518"/>
                <a:gd name="connsiteX16" fmla="*/ 49195 w 129124"/>
                <a:gd name="connsiteY16" fmla="*/ 123604 h 123518"/>
                <a:gd name="connsiteX17" fmla="*/ 52812 w 129124"/>
                <a:gd name="connsiteY17" fmla="*/ 119987 h 123518"/>
                <a:gd name="connsiteX18" fmla="*/ 47748 w 129124"/>
                <a:gd name="connsiteY18" fmla="*/ 117997 h 123518"/>
                <a:gd name="connsiteX19" fmla="*/ 35993 w 129124"/>
                <a:gd name="connsiteY19" fmla="*/ 114742 h 123518"/>
                <a:gd name="connsiteX20" fmla="*/ 36536 w 129124"/>
                <a:gd name="connsiteY20" fmla="*/ 111668 h 123518"/>
                <a:gd name="connsiteX21" fmla="*/ 47748 w 129124"/>
                <a:gd name="connsiteY21" fmla="*/ 66456 h 123518"/>
                <a:gd name="connsiteX22" fmla="*/ 60769 w 129124"/>
                <a:gd name="connsiteY22" fmla="*/ 12563 h 123518"/>
                <a:gd name="connsiteX23" fmla="*/ 70535 w 129124"/>
                <a:gd name="connsiteY23" fmla="*/ 5691 h 123518"/>
                <a:gd name="connsiteX24" fmla="*/ 87896 w 129124"/>
                <a:gd name="connsiteY24" fmla="*/ 5691 h 123518"/>
                <a:gd name="connsiteX25" fmla="*/ 112491 w 129124"/>
                <a:gd name="connsiteY25" fmla="*/ 23053 h 123518"/>
                <a:gd name="connsiteX26" fmla="*/ 101821 w 129124"/>
                <a:gd name="connsiteY26" fmla="*/ 52169 h 123518"/>
                <a:gd name="connsiteX27" fmla="*/ 73971 w 129124"/>
                <a:gd name="connsiteY27" fmla="*/ 61754 h 123518"/>
                <a:gd name="connsiteX28" fmla="*/ 48472 w 129124"/>
                <a:gd name="connsiteY28" fmla="*/ 61754 h 123518"/>
                <a:gd name="connsiteX29" fmla="*/ 60769 w 129124"/>
                <a:gd name="connsiteY29" fmla="*/ 12563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9124" h="123518">
                  <a:moveTo>
                    <a:pt x="47748" y="66456"/>
                  </a:moveTo>
                  <a:lnTo>
                    <a:pt x="78492" y="66456"/>
                  </a:lnTo>
                  <a:cubicBezTo>
                    <a:pt x="104173" y="66456"/>
                    <a:pt x="129310" y="47648"/>
                    <a:pt x="129310" y="27393"/>
                  </a:cubicBezTo>
                  <a:cubicBezTo>
                    <a:pt x="129310" y="13468"/>
                    <a:pt x="117374" y="85"/>
                    <a:pt x="93683" y="85"/>
                  </a:cubicBezTo>
                  <a:lnTo>
                    <a:pt x="35089" y="85"/>
                  </a:lnTo>
                  <a:cubicBezTo>
                    <a:pt x="31653" y="85"/>
                    <a:pt x="29664" y="85"/>
                    <a:pt x="29664" y="3521"/>
                  </a:cubicBezTo>
                  <a:cubicBezTo>
                    <a:pt x="29664" y="5691"/>
                    <a:pt x="31291" y="5691"/>
                    <a:pt x="34908" y="5691"/>
                  </a:cubicBezTo>
                  <a:cubicBezTo>
                    <a:pt x="37259" y="5691"/>
                    <a:pt x="40515" y="5872"/>
                    <a:pt x="42685" y="6053"/>
                  </a:cubicBezTo>
                  <a:cubicBezTo>
                    <a:pt x="45578" y="6415"/>
                    <a:pt x="46663" y="6957"/>
                    <a:pt x="46663" y="8947"/>
                  </a:cubicBezTo>
                  <a:cubicBezTo>
                    <a:pt x="46663" y="9670"/>
                    <a:pt x="46483" y="10212"/>
                    <a:pt x="45940" y="12383"/>
                  </a:cubicBezTo>
                  <a:lnTo>
                    <a:pt x="21707" y="109498"/>
                  </a:lnTo>
                  <a:cubicBezTo>
                    <a:pt x="19898" y="116551"/>
                    <a:pt x="19536" y="117997"/>
                    <a:pt x="5250" y="117997"/>
                  </a:cubicBezTo>
                  <a:cubicBezTo>
                    <a:pt x="2175" y="117997"/>
                    <a:pt x="186" y="117997"/>
                    <a:pt x="186" y="121434"/>
                  </a:cubicBezTo>
                  <a:cubicBezTo>
                    <a:pt x="186" y="123604"/>
                    <a:pt x="2356" y="123604"/>
                    <a:pt x="2899" y="123604"/>
                  </a:cubicBezTo>
                  <a:cubicBezTo>
                    <a:pt x="7962" y="123604"/>
                    <a:pt x="20802" y="123061"/>
                    <a:pt x="25866" y="123061"/>
                  </a:cubicBezTo>
                  <a:cubicBezTo>
                    <a:pt x="29664" y="123061"/>
                    <a:pt x="33642" y="123242"/>
                    <a:pt x="37440" y="123242"/>
                  </a:cubicBezTo>
                  <a:cubicBezTo>
                    <a:pt x="41419" y="123242"/>
                    <a:pt x="45397" y="123604"/>
                    <a:pt x="49195" y="123604"/>
                  </a:cubicBezTo>
                  <a:cubicBezTo>
                    <a:pt x="50461" y="123604"/>
                    <a:pt x="52812" y="123604"/>
                    <a:pt x="52812" y="119987"/>
                  </a:cubicBezTo>
                  <a:cubicBezTo>
                    <a:pt x="52812" y="117997"/>
                    <a:pt x="51185" y="117997"/>
                    <a:pt x="47748" y="117997"/>
                  </a:cubicBezTo>
                  <a:cubicBezTo>
                    <a:pt x="41057" y="117997"/>
                    <a:pt x="35993" y="117997"/>
                    <a:pt x="35993" y="114742"/>
                  </a:cubicBezTo>
                  <a:cubicBezTo>
                    <a:pt x="35993" y="113657"/>
                    <a:pt x="36355" y="112753"/>
                    <a:pt x="36536" y="111668"/>
                  </a:cubicBezTo>
                  <a:lnTo>
                    <a:pt x="47748" y="66456"/>
                  </a:lnTo>
                  <a:close/>
                  <a:moveTo>
                    <a:pt x="60769" y="12563"/>
                  </a:moveTo>
                  <a:cubicBezTo>
                    <a:pt x="62397" y="6234"/>
                    <a:pt x="62759" y="5691"/>
                    <a:pt x="70535" y="5691"/>
                  </a:cubicBezTo>
                  <a:lnTo>
                    <a:pt x="87896" y="5691"/>
                  </a:lnTo>
                  <a:cubicBezTo>
                    <a:pt x="102907" y="5691"/>
                    <a:pt x="112491" y="10574"/>
                    <a:pt x="112491" y="23053"/>
                  </a:cubicBezTo>
                  <a:cubicBezTo>
                    <a:pt x="112491" y="30106"/>
                    <a:pt x="108874" y="45659"/>
                    <a:pt x="101821" y="52169"/>
                  </a:cubicBezTo>
                  <a:cubicBezTo>
                    <a:pt x="92779" y="60307"/>
                    <a:pt x="81928" y="61754"/>
                    <a:pt x="73971" y="61754"/>
                  </a:cubicBezTo>
                  <a:lnTo>
                    <a:pt x="48472" y="61754"/>
                  </a:lnTo>
                  <a:lnTo>
                    <a:pt x="60769" y="1256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8" name="Freeform: Shape 97">
              <a:extLst>
                <a:ext uri="{FF2B5EF4-FFF2-40B4-BE49-F238E27FC236}">
                  <a16:creationId xmlns:a16="http://schemas.microsoft.com/office/drawing/2014/main" id="{4A9474C4-8BF5-4E55-85EC-F11974D97348}"/>
                </a:ext>
              </a:extLst>
            </p:cNvPr>
            <p:cNvSpPr/>
            <p:nvPr>
              <p:custDataLst>
                <p:tags r:id="rId14"/>
              </p:custDataLst>
            </p:nvPr>
          </p:nvSpPr>
          <p:spPr>
            <a:xfrm>
              <a:off x="10810330" y="6462669"/>
              <a:ext cx="41956" cy="180847"/>
            </a:xfrm>
            <a:custGeom>
              <a:avLst/>
              <a:gdLst>
                <a:gd name="connsiteX0" fmla="*/ 42150 w 41956"/>
                <a:gd name="connsiteY0" fmla="*/ 179124 h 180847"/>
                <a:gd name="connsiteX1" fmla="*/ 39076 w 41956"/>
                <a:gd name="connsiteY1" fmla="*/ 175145 h 180847"/>
                <a:gd name="connsiteX2" fmla="*/ 10683 w 41956"/>
                <a:gd name="connsiteY2" fmla="*/ 90509 h 180847"/>
                <a:gd name="connsiteX3" fmla="*/ 39799 w 41956"/>
                <a:gd name="connsiteY3" fmla="*/ 4968 h 180847"/>
                <a:gd name="connsiteX4" fmla="*/ 42150 w 41956"/>
                <a:gd name="connsiteY4" fmla="*/ 1894 h 180847"/>
                <a:gd name="connsiteX5" fmla="*/ 40342 w 41956"/>
                <a:gd name="connsiteY5" fmla="*/ 85 h 180847"/>
                <a:gd name="connsiteX6" fmla="*/ 11587 w 41956"/>
                <a:gd name="connsiteY6" fmla="*/ 35350 h 180847"/>
                <a:gd name="connsiteX7" fmla="*/ 194 w 41956"/>
                <a:gd name="connsiteY7" fmla="*/ 90509 h 180847"/>
                <a:gd name="connsiteX8" fmla="*/ 12130 w 41956"/>
                <a:gd name="connsiteY8" fmla="*/ 146933 h 180847"/>
                <a:gd name="connsiteX9" fmla="*/ 40342 w 41956"/>
                <a:gd name="connsiteY9" fmla="*/ 180932 h 180847"/>
                <a:gd name="connsiteX10" fmla="*/ 42150 w 41956"/>
                <a:gd name="connsiteY10" fmla="*/ 179124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50" y="179124"/>
                  </a:moveTo>
                  <a:cubicBezTo>
                    <a:pt x="42150" y="178581"/>
                    <a:pt x="42150" y="178220"/>
                    <a:pt x="39076" y="175145"/>
                  </a:cubicBezTo>
                  <a:cubicBezTo>
                    <a:pt x="16470" y="152358"/>
                    <a:pt x="10683" y="118178"/>
                    <a:pt x="10683" y="90509"/>
                  </a:cubicBezTo>
                  <a:cubicBezTo>
                    <a:pt x="10683" y="59041"/>
                    <a:pt x="17555" y="27574"/>
                    <a:pt x="39799" y="4968"/>
                  </a:cubicBezTo>
                  <a:cubicBezTo>
                    <a:pt x="42150" y="2798"/>
                    <a:pt x="42150" y="2436"/>
                    <a:pt x="42150" y="1894"/>
                  </a:cubicBezTo>
                  <a:cubicBezTo>
                    <a:pt x="42150" y="628"/>
                    <a:pt x="41427" y="85"/>
                    <a:pt x="40342" y="85"/>
                  </a:cubicBezTo>
                  <a:cubicBezTo>
                    <a:pt x="38533" y="85"/>
                    <a:pt x="22257" y="12383"/>
                    <a:pt x="11587" y="35350"/>
                  </a:cubicBezTo>
                  <a:cubicBezTo>
                    <a:pt x="2364" y="55243"/>
                    <a:pt x="194" y="75317"/>
                    <a:pt x="194" y="90509"/>
                  </a:cubicBezTo>
                  <a:cubicBezTo>
                    <a:pt x="194" y="104615"/>
                    <a:pt x="2183" y="126497"/>
                    <a:pt x="12130" y="146933"/>
                  </a:cubicBezTo>
                  <a:cubicBezTo>
                    <a:pt x="22980" y="169177"/>
                    <a:pt x="38533" y="180932"/>
                    <a:pt x="40342" y="180932"/>
                  </a:cubicBezTo>
                  <a:cubicBezTo>
                    <a:pt x="41427" y="180932"/>
                    <a:pt x="42150" y="180390"/>
                    <a:pt x="42150" y="17912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9" name="Freeform: Shape 98">
              <a:extLst>
                <a:ext uri="{FF2B5EF4-FFF2-40B4-BE49-F238E27FC236}">
                  <a16:creationId xmlns:a16="http://schemas.microsoft.com/office/drawing/2014/main" id="{B6FC9F72-4CDA-4C7F-B3E5-76D1D5BBF378}"/>
                </a:ext>
              </a:extLst>
            </p:cNvPr>
            <p:cNvSpPr/>
            <p:nvPr>
              <p:custDataLst>
                <p:tags r:id="rId15"/>
              </p:custDataLst>
            </p:nvPr>
          </p:nvSpPr>
          <p:spPr>
            <a:xfrm>
              <a:off x="10869085" y="6474786"/>
              <a:ext cx="131475" cy="123518"/>
            </a:xfrm>
            <a:custGeom>
              <a:avLst/>
              <a:gdLst>
                <a:gd name="connsiteX0" fmla="*/ 101833 w 131475"/>
                <a:gd name="connsiteY0" fmla="*/ 20702 h 123518"/>
                <a:gd name="connsiteX1" fmla="*/ 104365 w 131475"/>
                <a:gd name="connsiteY1" fmla="*/ 18170 h 123518"/>
                <a:gd name="connsiteX2" fmla="*/ 128056 w 131475"/>
                <a:gd name="connsiteY2" fmla="*/ 5691 h 123518"/>
                <a:gd name="connsiteX3" fmla="*/ 131673 w 131475"/>
                <a:gd name="connsiteY3" fmla="*/ 2255 h 123518"/>
                <a:gd name="connsiteX4" fmla="*/ 129322 w 131475"/>
                <a:gd name="connsiteY4" fmla="*/ 85 h 123518"/>
                <a:gd name="connsiteX5" fmla="*/ 114492 w 131475"/>
                <a:gd name="connsiteY5" fmla="*/ 628 h 123518"/>
                <a:gd name="connsiteX6" fmla="*/ 96408 w 131475"/>
                <a:gd name="connsiteY6" fmla="*/ 85 h 123518"/>
                <a:gd name="connsiteX7" fmla="*/ 92972 w 131475"/>
                <a:gd name="connsiteY7" fmla="*/ 3521 h 123518"/>
                <a:gd name="connsiteX8" fmla="*/ 95684 w 131475"/>
                <a:gd name="connsiteY8" fmla="*/ 5691 h 123518"/>
                <a:gd name="connsiteX9" fmla="*/ 102195 w 131475"/>
                <a:gd name="connsiteY9" fmla="*/ 9851 h 123518"/>
                <a:gd name="connsiteX10" fmla="*/ 97312 w 131475"/>
                <a:gd name="connsiteY10" fmla="*/ 18531 h 123518"/>
                <a:gd name="connsiteX11" fmla="*/ 55356 w 131475"/>
                <a:gd name="connsiteY11" fmla="*/ 66818 h 123518"/>
                <a:gd name="connsiteX12" fmla="*/ 35463 w 131475"/>
                <a:gd name="connsiteY12" fmla="*/ 13106 h 123518"/>
                <a:gd name="connsiteX13" fmla="*/ 34377 w 131475"/>
                <a:gd name="connsiteY13" fmla="*/ 10032 h 123518"/>
                <a:gd name="connsiteX14" fmla="*/ 45047 w 131475"/>
                <a:gd name="connsiteY14" fmla="*/ 5691 h 123518"/>
                <a:gd name="connsiteX15" fmla="*/ 49388 w 131475"/>
                <a:gd name="connsiteY15" fmla="*/ 2074 h 123518"/>
                <a:gd name="connsiteX16" fmla="*/ 46675 w 131475"/>
                <a:gd name="connsiteY16" fmla="*/ 85 h 123518"/>
                <a:gd name="connsiteX17" fmla="*/ 23888 w 131475"/>
                <a:gd name="connsiteY17" fmla="*/ 628 h 123518"/>
                <a:gd name="connsiteX18" fmla="*/ 3634 w 131475"/>
                <a:gd name="connsiteY18" fmla="*/ 85 h 123518"/>
                <a:gd name="connsiteX19" fmla="*/ 198 w 131475"/>
                <a:gd name="connsiteY19" fmla="*/ 3702 h 123518"/>
                <a:gd name="connsiteX20" fmla="*/ 4357 w 131475"/>
                <a:gd name="connsiteY20" fmla="*/ 5691 h 123518"/>
                <a:gd name="connsiteX21" fmla="*/ 17559 w 131475"/>
                <a:gd name="connsiteY21" fmla="*/ 11840 h 123518"/>
                <a:gd name="connsiteX22" fmla="*/ 39803 w 131475"/>
                <a:gd name="connsiteY22" fmla="*/ 71339 h 123518"/>
                <a:gd name="connsiteX23" fmla="*/ 40526 w 131475"/>
                <a:gd name="connsiteY23" fmla="*/ 74413 h 123518"/>
                <a:gd name="connsiteX24" fmla="*/ 32388 w 131475"/>
                <a:gd name="connsiteY24" fmla="*/ 107327 h 123518"/>
                <a:gd name="connsiteX25" fmla="*/ 15389 w 131475"/>
                <a:gd name="connsiteY25" fmla="*/ 117997 h 123518"/>
                <a:gd name="connsiteX26" fmla="*/ 10506 w 131475"/>
                <a:gd name="connsiteY26" fmla="*/ 121614 h 123518"/>
                <a:gd name="connsiteX27" fmla="*/ 13038 w 131475"/>
                <a:gd name="connsiteY27" fmla="*/ 123604 h 123518"/>
                <a:gd name="connsiteX28" fmla="*/ 35824 w 131475"/>
                <a:gd name="connsiteY28" fmla="*/ 123061 h 123518"/>
                <a:gd name="connsiteX29" fmla="*/ 58973 w 131475"/>
                <a:gd name="connsiteY29" fmla="*/ 123604 h 123518"/>
                <a:gd name="connsiteX30" fmla="*/ 62409 w 131475"/>
                <a:gd name="connsiteY30" fmla="*/ 119987 h 123518"/>
                <a:gd name="connsiteX31" fmla="*/ 57345 w 131475"/>
                <a:gd name="connsiteY31" fmla="*/ 117997 h 123518"/>
                <a:gd name="connsiteX32" fmla="*/ 50473 w 131475"/>
                <a:gd name="connsiteY32" fmla="*/ 117636 h 123518"/>
                <a:gd name="connsiteX33" fmla="*/ 45590 w 131475"/>
                <a:gd name="connsiteY33" fmla="*/ 114742 h 123518"/>
                <a:gd name="connsiteX34" fmla="*/ 48122 w 131475"/>
                <a:gd name="connsiteY34" fmla="*/ 103349 h 123518"/>
                <a:gd name="connsiteX35" fmla="*/ 54451 w 131475"/>
                <a:gd name="connsiteY35" fmla="*/ 77849 h 123518"/>
                <a:gd name="connsiteX36" fmla="*/ 56983 w 131475"/>
                <a:gd name="connsiteY36" fmla="*/ 72243 h 123518"/>
                <a:gd name="connsiteX37" fmla="*/ 101833 w 131475"/>
                <a:gd name="connsiteY37" fmla="*/ 20702 h 12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75" h="123518">
                  <a:moveTo>
                    <a:pt x="101833" y="20702"/>
                  </a:moveTo>
                  <a:lnTo>
                    <a:pt x="104365" y="18170"/>
                  </a:lnTo>
                  <a:cubicBezTo>
                    <a:pt x="109790" y="12744"/>
                    <a:pt x="115758" y="6596"/>
                    <a:pt x="128056" y="5691"/>
                  </a:cubicBezTo>
                  <a:cubicBezTo>
                    <a:pt x="130045" y="5510"/>
                    <a:pt x="131673" y="5510"/>
                    <a:pt x="131673" y="2255"/>
                  </a:cubicBezTo>
                  <a:cubicBezTo>
                    <a:pt x="131673" y="808"/>
                    <a:pt x="130769" y="85"/>
                    <a:pt x="129322" y="85"/>
                  </a:cubicBezTo>
                  <a:cubicBezTo>
                    <a:pt x="124620" y="85"/>
                    <a:pt x="119375" y="628"/>
                    <a:pt x="114492" y="628"/>
                  </a:cubicBezTo>
                  <a:cubicBezTo>
                    <a:pt x="108524" y="628"/>
                    <a:pt x="102195" y="85"/>
                    <a:pt x="96408" y="85"/>
                  </a:cubicBezTo>
                  <a:cubicBezTo>
                    <a:pt x="95323" y="85"/>
                    <a:pt x="92972" y="85"/>
                    <a:pt x="92972" y="3521"/>
                  </a:cubicBezTo>
                  <a:cubicBezTo>
                    <a:pt x="92972" y="5510"/>
                    <a:pt x="94780" y="5691"/>
                    <a:pt x="95684" y="5691"/>
                  </a:cubicBezTo>
                  <a:cubicBezTo>
                    <a:pt x="96950" y="5691"/>
                    <a:pt x="102195" y="6053"/>
                    <a:pt x="102195" y="9851"/>
                  </a:cubicBezTo>
                  <a:cubicBezTo>
                    <a:pt x="102195" y="12925"/>
                    <a:pt x="98035" y="17627"/>
                    <a:pt x="97312" y="18531"/>
                  </a:cubicBezTo>
                  <a:lnTo>
                    <a:pt x="55356" y="66818"/>
                  </a:lnTo>
                  <a:lnTo>
                    <a:pt x="35463" y="13106"/>
                  </a:lnTo>
                  <a:cubicBezTo>
                    <a:pt x="34377" y="10574"/>
                    <a:pt x="34377" y="10212"/>
                    <a:pt x="34377" y="10032"/>
                  </a:cubicBezTo>
                  <a:cubicBezTo>
                    <a:pt x="34377" y="5691"/>
                    <a:pt x="43239" y="5691"/>
                    <a:pt x="45047" y="5691"/>
                  </a:cubicBezTo>
                  <a:cubicBezTo>
                    <a:pt x="47579" y="5691"/>
                    <a:pt x="49388" y="5691"/>
                    <a:pt x="49388" y="2074"/>
                  </a:cubicBezTo>
                  <a:cubicBezTo>
                    <a:pt x="49388" y="85"/>
                    <a:pt x="47218" y="85"/>
                    <a:pt x="46675" y="85"/>
                  </a:cubicBezTo>
                  <a:cubicBezTo>
                    <a:pt x="41611" y="85"/>
                    <a:pt x="28952" y="628"/>
                    <a:pt x="23888" y="628"/>
                  </a:cubicBezTo>
                  <a:cubicBezTo>
                    <a:pt x="19367" y="628"/>
                    <a:pt x="8155" y="85"/>
                    <a:pt x="3634" y="85"/>
                  </a:cubicBezTo>
                  <a:cubicBezTo>
                    <a:pt x="2549" y="85"/>
                    <a:pt x="198" y="85"/>
                    <a:pt x="198" y="3702"/>
                  </a:cubicBezTo>
                  <a:cubicBezTo>
                    <a:pt x="198" y="5691"/>
                    <a:pt x="2006" y="5691"/>
                    <a:pt x="4357" y="5691"/>
                  </a:cubicBezTo>
                  <a:cubicBezTo>
                    <a:pt x="15208" y="5691"/>
                    <a:pt x="15931" y="7319"/>
                    <a:pt x="17559" y="11840"/>
                  </a:cubicBezTo>
                  <a:lnTo>
                    <a:pt x="39803" y="71339"/>
                  </a:lnTo>
                  <a:cubicBezTo>
                    <a:pt x="39984" y="71881"/>
                    <a:pt x="40526" y="73871"/>
                    <a:pt x="40526" y="74413"/>
                  </a:cubicBezTo>
                  <a:cubicBezTo>
                    <a:pt x="40526" y="74956"/>
                    <a:pt x="33292" y="104072"/>
                    <a:pt x="32388" y="107327"/>
                  </a:cubicBezTo>
                  <a:cubicBezTo>
                    <a:pt x="30037" y="117274"/>
                    <a:pt x="29856" y="117817"/>
                    <a:pt x="15389" y="117997"/>
                  </a:cubicBezTo>
                  <a:cubicBezTo>
                    <a:pt x="11953" y="117997"/>
                    <a:pt x="10506" y="117997"/>
                    <a:pt x="10506" y="121614"/>
                  </a:cubicBezTo>
                  <a:cubicBezTo>
                    <a:pt x="10506" y="123604"/>
                    <a:pt x="12676" y="123604"/>
                    <a:pt x="13038" y="123604"/>
                  </a:cubicBezTo>
                  <a:cubicBezTo>
                    <a:pt x="18101" y="123604"/>
                    <a:pt x="30761" y="123061"/>
                    <a:pt x="35824" y="123061"/>
                  </a:cubicBezTo>
                  <a:cubicBezTo>
                    <a:pt x="40888" y="123061"/>
                    <a:pt x="53909" y="123604"/>
                    <a:pt x="58973" y="123604"/>
                  </a:cubicBezTo>
                  <a:cubicBezTo>
                    <a:pt x="60239" y="123604"/>
                    <a:pt x="62409" y="123604"/>
                    <a:pt x="62409" y="119987"/>
                  </a:cubicBezTo>
                  <a:cubicBezTo>
                    <a:pt x="62409" y="117997"/>
                    <a:pt x="60781" y="117997"/>
                    <a:pt x="57345" y="117997"/>
                  </a:cubicBezTo>
                  <a:cubicBezTo>
                    <a:pt x="56983" y="117997"/>
                    <a:pt x="53547" y="117997"/>
                    <a:pt x="50473" y="117636"/>
                  </a:cubicBezTo>
                  <a:cubicBezTo>
                    <a:pt x="46675" y="117274"/>
                    <a:pt x="45590" y="116912"/>
                    <a:pt x="45590" y="114742"/>
                  </a:cubicBezTo>
                  <a:cubicBezTo>
                    <a:pt x="45590" y="113476"/>
                    <a:pt x="47218" y="107147"/>
                    <a:pt x="48122" y="103349"/>
                  </a:cubicBezTo>
                  <a:lnTo>
                    <a:pt x="54451" y="77849"/>
                  </a:lnTo>
                  <a:cubicBezTo>
                    <a:pt x="55356" y="74413"/>
                    <a:pt x="55537" y="73871"/>
                    <a:pt x="56983" y="72243"/>
                  </a:cubicBezTo>
                  <a:lnTo>
                    <a:pt x="101833" y="2070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0" name="Freeform: Shape 99">
              <a:extLst>
                <a:ext uri="{FF2B5EF4-FFF2-40B4-BE49-F238E27FC236}">
                  <a16:creationId xmlns:a16="http://schemas.microsoft.com/office/drawing/2014/main" id="{F9195AC2-8F9F-4FAB-8D71-E2F3BB8A34D3}"/>
                </a:ext>
              </a:extLst>
            </p:cNvPr>
            <p:cNvSpPr/>
            <p:nvPr>
              <p:custDataLst>
                <p:tags r:id="rId16"/>
              </p:custDataLst>
            </p:nvPr>
          </p:nvSpPr>
          <p:spPr>
            <a:xfrm>
              <a:off x="10973697" y="6569604"/>
              <a:ext cx="77347" cy="57093"/>
            </a:xfrm>
            <a:custGeom>
              <a:avLst/>
              <a:gdLst>
                <a:gd name="connsiteX0" fmla="*/ 9698 w 77347"/>
                <a:gd name="connsiteY0" fmla="*/ 47939 h 57093"/>
                <a:gd name="connsiteX1" fmla="*/ 8432 w 77347"/>
                <a:gd name="connsiteY1" fmla="*/ 53129 h 57093"/>
                <a:gd name="connsiteX2" fmla="*/ 12736 w 77347"/>
                <a:gd name="connsiteY2" fmla="*/ 57180 h 57093"/>
                <a:gd name="connsiteX3" fmla="*/ 17673 w 77347"/>
                <a:gd name="connsiteY3" fmla="*/ 54395 h 57093"/>
                <a:gd name="connsiteX4" fmla="*/ 19952 w 77347"/>
                <a:gd name="connsiteY4" fmla="*/ 46546 h 57093"/>
                <a:gd name="connsiteX5" fmla="*/ 22737 w 77347"/>
                <a:gd name="connsiteY5" fmla="*/ 35153 h 57093"/>
                <a:gd name="connsiteX6" fmla="*/ 24889 w 77347"/>
                <a:gd name="connsiteY6" fmla="*/ 26671 h 57093"/>
                <a:gd name="connsiteX7" fmla="*/ 30206 w 77347"/>
                <a:gd name="connsiteY7" fmla="*/ 15278 h 57093"/>
                <a:gd name="connsiteX8" fmla="*/ 49195 w 77347"/>
                <a:gd name="connsiteY8" fmla="*/ 3631 h 57093"/>
                <a:gd name="connsiteX9" fmla="*/ 56664 w 77347"/>
                <a:gd name="connsiteY9" fmla="*/ 12493 h 57093"/>
                <a:gd name="connsiteX10" fmla="*/ 49195 w 77347"/>
                <a:gd name="connsiteY10" fmla="*/ 39457 h 57093"/>
                <a:gd name="connsiteX11" fmla="*/ 47296 w 77347"/>
                <a:gd name="connsiteY11" fmla="*/ 46293 h 57093"/>
                <a:gd name="connsiteX12" fmla="*/ 59322 w 77347"/>
                <a:gd name="connsiteY12" fmla="*/ 57180 h 57093"/>
                <a:gd name="connsiteX13" fmla="*/ 77551 w 77347"/>
                <a:gd name="connsiteY13" fmla="*/ 37811 h 57093"/>
                <a:gd name="connsiteX14" fmla="*/ 75526 w 77347"/>
                <a:gd name="connsiteY14" fmla="*/ 36166 h 57093"/>
                <a:gd name="connsiteX15" fmla="*/ 73121 w 77347"/>
                <a:gd name="connsiteY15" fmla="*/ 38318 h 57093"/>
                <a:gd name="connsiteX16" fmla="*/ 59702 w 77347"/>
                <a:gd name="connsiteY16" fmla="*/ 53635 h 57093"/>
                <a:gd name="connsiteX17" fmla="*/ 56537 w 77347"/>
                <a:gd name="connsiteY17" fmla="*/ 49205 h 57093"/>
                <a:gd name="connsiteX18" fmla="*/ 59449 w 77347"/>
                <a:gd name="connsiteY18" fmla="*/ 38951 h 57093"/>
                <a:gd name="connsiteX19" fmla="*/ 66158 w 77347"/>
                <a:gd name="connsiteY19" fmla="*/ 14518 h 57093"/>
                <a:gd name="connsiteX20" fmla="*/ 49701 w 77347"/>
                <a:gd name="connsiteY20" fmla="*/ 87 h 57093"/>
                <a:gd name="connsiteX21" fmla="*/ 28307 w 77347"/>
                <a:gd name="connsiteY21" fmla="*/ 11607 h 57093"/>
                <a:gd name="connsiteX22" fmla="*/ 14761 w 77347"/>
                <a:gd name="connsiteY22" fmla="*/ 87 h 57093"/>
                <a:gd name="connsiteX23" fmla="*/ 4761 w 77347"/>
                <a:gd name="connsiteY23" fmla="*/ 6923 h 57093"/>
                <a:gd name="connsiteX24" fmla="*/ 203 w 77347"/>
                <a:gd name="connsiteY24" fmla="*/ 19455 h 57093"/>
                <a:gd name="connsiteX25" fmla="*/ 2355 w 77347"/>
                <a:gd name="connsiteY25" fmla="*/ 21101 h 57093"/>
                <a:gd name="connsiteX26" fmla="*/ 5140 w 77347"/>
                <a:gd name="connsiteY26" fmla="*/ 17303 h 57093"/>
                <a:gd name="connsiteX27" fmla="*/ 14382 w 77347"/>
                <a:gd name="connsiteY27" fmla="*/ 3631 h 57093"/>
                <a:gd name="connsiteX28" fmla="*/ 18559 w 77347"/>
                <a:gd name="connsiteY28" fmla="*/ 9834 h 57093"/>
                <a:gd name="connsiteX29" fmla="*/ 16534 w 77347"/>
                <a:gd name="connsiteY29" fmla="*/ 20341 h 57093"/>
                <a:gd name="connsiteX30" fmla="*/ 13749 w 77347"/>
                <a:gd name="connsiteY30" fmla="*/ 31735 h 57093"/>
                <a:gd name="connsiteX31" fmla="*/ 9698 w 77347"/>
                <a:gd name="connsiteY31" fmla="*/ 47939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698" y="47939"/>
                  </a:moveTo>
                  <a:cubicBezTo>
                    <a:pt x="9191" y="49584"/>
                    <a:pt x="8432" y="52749"/>
                    <a:pt x="8432" y="53129"/>
                  </a:cubicBezTo>
                  <a:cubicBezTo>
                    <a:pt x="8432" y="55914"/>
                    <a:pt x="10710" y="57180"/>
                    <a:pt x="12736" y="57180"/>
                  </a:cubicBezTo>
                  <a:cubicBezTo>
                    <a:pt x="15015" y="57180"/>
                    <a:pt x="17040" y="55534"/>
                    <a:pt x="17673" y="54395"/>
                  </a:cubicBezTo>
                  <a:cubicBezTo>
                    <a:pt x="18306" y="53256"/>
                    <a:pt x="19319" y="49205"/>
                    <a:pt x="19952" y="46546"/>
                  </a:cubicBezTo>
                  <a:cubicBezTo>
                    <a:pt x="20585" y="44141"/>
                    <a:pt x="21977" y="38318"/>
                    <a:pt x="22737" y="35153"/>
                  </a:cubicBezTo>
                  <a:cubicBezTo>
                    <a:pt x="23496" y="32368"/>
                    <a:pt x="24256" y="29583"/>
                    <a:pt x="24889" y="26671"/>
                  </a:cubicBezTo>
                  <a:cubicBezTo>
                    <a:pt x="26281" y="21481"/>
                    <a:pt x="26535" y="20468"/>
                    <a:pt x="30206" y="15278"/>
                  </a:cubicBezTo>
                  <a:cubicBezTo>
                    <a:pt x="33750" y="10214"/>
                    <a:pt x="39700" y="3631"/>
                    <a:pt x="49195" y="3631"/>
                  </a:cubicBezTo>
                  <a:cubicBezTo>
                    <a:pt x="56537" y="3631"/>
                    <a:pt x="56664" y="10087"/>
                    <a:pt x="56664" y="12493"/>
                  </a:cubicBezTo>
                  <a:cubicBezTo>
                    <a:pt x="56664" y="20088"/>
                    <a:pt x="51220" y="34140"/>
                    <a:pt x="49195" y="39457"/>
                  </a:cubicBezTo>
                  <a:cubicBezTo>
                    <a:pt x="47802" y="43002"/>
                    <a:pt x="47296" y="44141"/>
                    <a:pt x="47296" y="46293"/>
                  </a:cubicBezTo>
                  <a:cubicBezTo>
                    <a:pt x="47296" y="53002"/>
                    <a:pt x="52866" y="57180"/>
                    <a:pt x="59322" y="57180"/>
                  </a:cubicBezTo>
                  <a:cubicBezTo>
                    <a:pt x="71981" y="57180"/>
                    <a:pt x="77551" y="39710"/>
                    <a:pt x="77551" y="37811"/>
                  </a:cubicBezTo>
                  <a:cubicBezTo>
                    <a:pt x="77551" y="36166"/>
                    <a:pt x="75906" y="36166"/>
                    <a:pt x="75526" y="36166"/>
                  </a:cubicBezTo>
                  <a:cubicBezTo>
                    <a:pt x="73754" y="36166"/>
                    <a:pt x="73627" y="36925"/>
                    <a:pt x="73121" y="38318"/>
                  </a:cubicBezTo>
                  <a:cubicBezTo>
                    <a:pt x="70209" y="48445"/>
                    <a:pt x="64765" y="53635"/>
                    <a:pt x="59702" y="53635"/>
                  </a:cubicBezTo>
                  <a:cubicBezTo>
                    <a:pt x="57043" y="53635"/>
                    <a:pt x="56537" y="51863"/>
                    <a:pt x="56537" y="49205"/>
                  </a:cubicBezTo>
                  <a:cubicBezTo>
                    <a:pt x="56537" y="46293"/>
                    <a:pt x="57170" y="44647"/>
                    <a:pt x="59449" y="38951"/>
                  </a:cubicBezTo>
                  <a:cubicBezTo>
                    <a:pt x="60968" y="35026"/>
                    <a:pt x="66158" y="21607"/>
                    <a:pt x="66158" y="14518"/>
                  </a:cubicBezTo>
                  <a:cubicBezTo>
                    <a:pt x="66158" y="2239"/>
                    <a:pt x="56410" y="87"/>
                    <a:pt x="49701" y="87"/>
                  </a:cubicBezTo>
                  <a:cubicBezTo>
                    <a:pt x="39194" y="87"/>
                    <a:pt x="32105" y="6543"/>
                    <a:pt x="28307" y="11607"/>
                  </a:cubicBezTo>
                  <a:cubicBezTo>
                    <a:pt x="27421" y="2872"/>
                    <a:pt x="19952" y="87"/>
                    <a:pt x="14761" y="87"/>
                  </a:cubicBezTo>
                  <a:cubicBezTo>
                    <a:pt x="9318" y="87"/>
                    <a:pt x="6406" y="4011"/>
                    <a:pt x="4761" y="6923"/>
                  </a:cubicBezTo>
                  <a:cubicBezTo>
                    <a:pt x="1976" y="11607"/>
                    <a:pt x="203" y="18822"/>
                    <a:pt x="203" y="19455"/>
                  </a:cubicBezTo>
                  <a:cubicBezTo>
                    <a:pt x="203" y="21101"/>
                    <a:pt x="1976" y="21101"/>
                    <a:pt x="2355" y="21101"/>
                  </a:cubicBezTo>
                  <a:cubicBezTo>
                    <a:pt x="4128" y="21101"/>
                    <a:pt x="4254" y="20721"/>
                    <a:pt x="5140" y="17303"/>
                  </a:cubicBezTo>
                  <a:cubicBezTo>
                    <a:pt x="7039" y="9834"/>
                    <a:pt x="9445" y="3631"/>
                    <a:pt x="14382" y="3631"/>
                  </a:cubicBezTo>
                  <a:cubicBezTo>
                    <a:pt x="17673" y="3631"/>
                    <a:pt x="18559" y="6416"/>
                    <a:pt x="18559" y="9834"/>
                  </a:cubicBezTo>
                  <a:cubicBezTo>
                    <a:pt x="18559" y="12239"/>
                    <a:pt x="17420" y="16923"/>
                    <a:pt x="16534" y="20341"/>
                  </a:cubicBezTo>
                  <a:cubicBezTo>
                    <a:pt x="15648" y="23759"/>
                    <a:pt x="14382" y="28950"/>
                    <a:pt x="13749" y="31735"/>
                  </a:cubicBezTo>
                  <a:lnTo>
                    <a:pt x="9698" y="4793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1" name="Freeform: Shape 100">
              <a:extLst>
                <a:ext uri="{FF2B5EF4-FFF2-40B4-BE49-F238E27FC236}">
                  <a16:creationId xmlns:a16="http://schemas.microsoft.com/office/drawing/2014/main" id="{918C881A-1DD8-493D-9AF4-590F9A53B85F}"/>
                </a:ext>
              </a:extLst>
            </p:cNvPr>
            <p:cNvSpPr/>
            <p:nvPr>
              <p:custDataLst>
                <p:tags r:id="rId17"/>
              </p:custDataLst>
            </p:nvPr>
          </p:nvSpPr>
          <p:spPr>
            <a:xfrm>
              <a:off x="11131432" y="6500647"/>
              <a:ext cx="110497" cy="104891"/>
            </a:xfrm>
            <a:custGeom>
              <a:avLst/>
              <a:gdLst>
                <a:gd name="connsiteX0" fmla="*/ 107273 w 110497"/>
                <a:gd name="connsiteY0" fmla="*/ 56509 h 104891"/>
                <a:gd name="connsiteX1" fmla="*/ 110709 w 110497"/>
                <a:gd name="connsiteY1" fmla="*/ 52531 h 104891"/>
                <a:gd name="connsiteX2" fmla="*/ 107273 w 110497"/>
                <a:gd name="connsiteY2" fmla="*/ 48552 h 104891"/>
                <a:gd name="connsiteX3" fmla="*/ 7084 w 110497"/>
                <a:gd name="connsiteY3" fmla="*/ 1351 h 104891"/>
                <a:gd name="connsiteX4" fmla="*/ 3828 w 110497"/>
                <a:gd name="connsiteY4" fmla="*/ 85 h 104891"/>
                <a:gd name="connsiteX5" fmla="*/ 212 w 110497"/>
                <a:gd name="connsiteY5" fmla="*/ 3702 h 104891"/>
                <a:gd name="connsiteX6" fmla="*/ 3648 w 110497"/>
                <a:gd name="connsiteY6" fmla="*/ 7681 h 104891"/>
                <a:gd name="connsiteX7" fmla="*/ 98592 w 110497"/>
                <a:gd name="connsiteY7" fmla="*/ 52531 h 104891"/>
                <a:gd name="connsiteX8" fmla="*/ 3648 w 110497"/>
                <a:gd name="connsiteY8" fmla="*/ 97381 h 104891"/>
                <a:gd name="connsiteX9" fmla="*/ 212 w 110497"/>
                <a:gd name="connsiteY9" fmla="*/ 101360 h 104891"/>
                <a:gd name="connsiteX10" fmla="*/ 3828 w 110497"/>
                <a:gd name="connsiteY10" fmla="*/ 104976 h 104891"/>
                <a:gd name="connsiteX11" fmla="*/ 7084 w 110497"/>
                <a:gd name="connsiteY11" fmla="*/ 103711 h 104891"/>
                <a:gd name="connsiteX12" fmla="*/ 107273 w 110497"/>
                <a:gd name="connsiteY12" fmla="*/ 56509 h 10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497" h="104891">
                  <a:moveTo>
                    <a:pt x="107273" y="56509"/>
                  </a:moveTo>
                  <a:cubicBezTo>
                    <a:pt x="109262" y="55605"/>
                    <a:pt x="110709" y="54701"/>
                    <a:pt x="110709" y="52531"/>
                  </a:cubicBezTo>
                  <a:cubicBezTo>
                    <a:pt x="110709" y="50361"/>
                    <a:pt x="109262" y="49456"/>
                    <a:pt x="107273" y="48552"/>
                  </a:cubicBezTo>
                  <a:lnTo>
                    <a:pt x="7084" y="1351"/>
                  </a:lnTo>
                  <a:cubicBezTo>
                    <a:pt x="4733" y="85"/>
                    <a:pt x="4371" y="85"/>
                    <a:pt x="3828" y="85"/>
                  </a:cubicBezTo>
                  <a:cubicBezTo>
                    <a:pt x="1839" y="85"/>
                    <a:pt x="212" y="1713"/>
                    <a:pt x="212" y="3702"/>
                  </a:cubicBezTo>
                  <a:cubicBezTo>
                    <a:pt x="212" y="5330"/>
                    <a:pt x="1116" y="6415"/>
                    <a:pt x="3648" y="7681"/>
                  </a:cubicBezTo>
                  <a:lnTo>
                    <a:pt x="98592" y="52531"/>
                  </a:lnTo>
                  <a:lnTo>
                    <a:pt x="3648" y="97381"/>
                  </a:lnTo>
                  <a:cubicBezTo>
                    <a:pt x="1116" y="98647"/>
                    <a:pt x="212" y="99732"/>
                    <a:pt x="212" y="101360"/>
                  </a:cubicBezTo>
                  <a:cubicBezTo>
                    <a:pt x="212" y="103349"/>
                    <a:pt x="1839" y="104976"/>
                    <a:pt x="3828" y="104976"/>
                  </a:cubicBezTo>
                  <a:cubicBezTo>
                    <a:pt x="4371" y="104976"/>
                    <a:pt x="4733" y="104976"/>
                    <a:pt x="7084" y="103711"/>
                  </a:cubicBezTo>
                  <a:lnTo>
                    <a:pt x="107273" y="5650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2" name="Freeform: Shape 101">
              <a:extLst>
                <a:ext uri="{FF2B5EF4-FFF2-40B4-BE49-F238E27FC236}">
                  <a16:creationId xmlns:a16="http://schemas.microsoft.com/office/drawing/2014/main" id="{82435F22-49DC-4771-87A3-BA5E6241BB0E}"/>
                </a:ext>
              </a:extLst>
            </p:cNvPr>
            <p:cNvSpPr/>
            <p:nvPr>
              <p:custDataLst>
                <p:tags r:id="rId18"/>
              </p:custDataLst>
            </p:nvPr>
          </p:nvSpPr>
          <p:spPr>
            <a:xfrm>
              <a:off x="11304963" y="6478764"/>
              <a:ext cx="74146" cy="156613"/>
            </a:xfrm>
            <a:custGeom>
              <a:avLst/>
              <a:gdLst>
                <a:gd name="connsiteX0" fmla="*/ 74369 w 74146"/>
                <a:gd name="connsiteY0" fmla="*/ 6596 h 156613"/>
                <a:gd name="connsiteX1" fmla="*/ 67497 w 74146"/>
                <a:gd name="connsiteY1" fmla="*/ 85 h 156613"/>
                <a:gd name="connsiteX2" fmla="*/ 57912 w 74146"/>
                <a:gd name="connsiteY2" fmla="*/ 9670 h 156613"/>
                <a:gd name="connsiteX3" fmla="*/ 64603 w 74146"/>
                <a:gd name="connsiteY3" fmla="*/ 16180 h 156613"/>
                <a:gd name="connsiteX4" fmla="*/ 74369 w 74146"/>
                <a:gd name="connsiteY4" fmla="*/ 6596 h 156613"/>
                <a:gd name="connsiteX5" fmla="*/ 38019 w 74146"/>
                <a:gd name="connsiteY5" fmla="*/ 128667 h 156613"/>
                <a:gd name="connsiteX6" fmla="*/ 15775 w 74146"/>
                <a:gd name="connsiteY6" fmla="*/ 152720 h 156613"/>
                <a:gd name="connsiteX7" fmla="*/ 8722 w 74146"/>
                <a:gd name="connsiteY7" fmla="*/ 151092 h 156613"/>
                <a:gd name="connsiteX8" fmla="*/ 16860 w 74146"/>
                <a:gd name="connsiteY8" fmla="*/ 141508 h 156613"/>
                <a:gd name="connsiteX9" fmla="*/ 9988 w 74146"/>
                <a:gd name="connsiteY9" fmla="*/ 135178 h 156613"/>
                <a:gd name="connsiteX10" fmla="*/ 222 w 74146"/>
                <a:gd name="connsiteY10" fmla="*/ 145486 h 156613"/>
                <a:gd name="connsiteX11" fmla="*/ 16136 w 74146"/>
                <a:gd name="connsiteY11" fmla="*/ 156699 h 156613"/>
                <a:gd name="connsiteX12" fmla="*/ 50136 w 74146"/>
                <a:gd name="connsiteY12" fmla="*/ 129210 h 156613"/>
                <a:gd name="connsiteX13" fmla="*/ 66773 w 74146"/>
                <a:gd name="connsiteY13" fmla="*/ 63020 h 156613"/>
                <a:gd name="connsiteX14" fmla="*/ 67678 w 74146"/>
                <a:gd name="connsiteY14" fmla="*/ 56329 h 156613"/>
                <a:gd name="connsiteX15" fmla="*/ 51040 w 74146"/>
                <a:gd name="connsiteY15" fmla="*/ 39691 h 156613"/>
                <a:gd name="connsiteX16" fmla="*/ 22285 w 74146"/>
                <a:gd name="connsiteY16" fmla="*/ 67541 h 156613"/>
                <a:gd name="connsiteX17" fmla="*/ 24455 w 74146"/>
                <a:gd name="connsiteY17" fmla="*/ 69350 h 156613"/>
                <a:gd name="connsiteX18" fmla="*/ 27711 w 74146"/>
                <a:gd name="connsiteY18" fmla="*/ 65733 h 156613"/>
                <a:gd name="connsiteX19" fmla="*/ 50497 w 74146"/>
                <a:gd name="connsiteY19" fmla="*/ 43669 h 156613"/>
                <a:gd name="connsiteX20" fmla="*/ 56284 w 74146"/>
                <a:gd name="connsiteY20" fmla="*/ 51988 h 156613"/>
                <a:gd name="connsiteX21" fmla="*/ 55018 w 74146"/>
                <a:gd name="connsiteY21" fmla="*/ 61211 h 156613"/>
                <a:gd name="connsiteX22" fmla="*/ 38019 w 74146"/>
                <a:gd name="connsiteY22" fmla="*/ 128667 h 1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146" h="156613">
                  <a:moveTo>
                    <a:pt x="74369" y="6596"/>
                  </a:moveTo>
                  <a:cubicBezTo>
                    <a:pt x="74369" y="3159"/>
                    <a:pt x="71837" y="85"/>
                    <a:pt x="67497" y="85"/>
                  </a:cubicBezTo>
                  <a:cubicBezTo>
                    <a:pt x="63337" y="85"/>
                    <a:pt x="57912" y="4245"/>
                    <a:pt x="57912" y="9670"/>
                  </a:cubicBezTo>
                  <a:cubicBezTo>
                    <a:pt x="57912" y="13287"/>
                    <a:pt x="60444" y="16180"/>
                    <a:pt x="64603" y="16180"/>
                  </a:cubicBezTo>
                  <a:cubicBezTo>
                    <a:pt x="69486" y="16180"/>
                    <a:pt x="74369" y="11478"/>
                    <a:pt x="74369" y="6596"/>
                  </a:cubicBezTo>
                  <a:close/>
                  <a:moveTo>
                    <a:pt x="38019" y="128667"/>
                  </a:moveTo>
                  <a:cubicBezTo>
                    <a:pt x="34583" y="142412"/>
                    <a:pt x="25902" y="152720"/>
                    <a:pt x="15775" y="152720"/>
                  </a:cubicBezTo>
                  <a:cubicBezTo>
                    <a:pt x="14690" y="152720"/>
                    <a:pt x="11977" y="152720"/>
                    <a:pt x="8722" y="151092"/>
                  </a:cubicBezTo>
                  <a:cubicBezTo>
                    <a:pt x="14147" y="149827"/>
                    <a:pt x="16860" y="145125"/>
                    <a:pt x="16860" y="141508"/>
                  </a:cubicBezTo>
                  <a:cubicBezTo>
                    <a:pt x="16860" y="138614"/>
                    <a:pt x="14871" y="135178"/>
                    <a:pt x="9988" y="135178"/>
                  </a:cubicBezTo>
                  <a:cubicBezTo>
                    <a:pt x="5467" y="135178"/>
                    <a:pt x="222" y="138976"/>
                    <a:pt x="222" y="145486"/>
                  </a:cubicBezTo>
                  <a:cubicBezTo>
                    <a:pt x="222" y="152720"/>
                    <a:pt x="7456" y="156699"/>
                    <a:pt x="16136" y="156699"/>
                  </a:cubicBezTo>
                  <a:cubicBezTo>
                    <a:pt x="28796" y="156699"/>
                    <a:pt x="45614" y="147114"/>
                    <a:pt x="50136" y="129210"/>
                  </a:cubicBezTo>
                  <a:lnTo>
                    <a:pt x="66773" y="63020"/>
                  </a:lnTo>
                  <a:cubicBezTo>
                    <a:pt x="67678" y="59403"/>
                    <a:pt x="67678" y="56871"/>
                    <a:pt x="67678" y="56329"/>
                  </a:cubicBezTo>
                  <a:cubicBezTo>
                    <a:pt x="67678" y="46020"/>
                    <a:pt x="60082" y="39691"/>
                    <a:pt x="51040" y="39691"/>
                  </a:cubicBezTo>
                  <a:cubicBezTo>
                    <a:pt x="32593" y="39691"/>
                    <a:pt x="22285" y="65913"/>
                    <a:pt x="22285" y="67541"/>
                  </a:cubicBezTo>
                  <a:cubicBezTo>
                    <a:pt x="22285" y="69350"/>
                    <a:pt x="24094" y="69350"/>
                    <a:pt x="24455" y="69350"/>
                  </a:cubicBezTo>
                  <a:cubicBezTo>
                    <a:pt x="26083" y="69350"/>
                    <a:pt x="26264" y="69169"/>
                    <a:pt x="27711" y="65733"/>
                  </a:cubicBezTo>
                  <a:cubicBezTo>
                    <a:pt x="32232" y="54701"/>
                    <a:pt x="40551" y="43669"/>
                    <a:pt x="50497" y="43669"/>
                  </a:cubicBezTo>
                  <a:cubicBezTo>
                    <a:pt x="53029" y="43669"/>
                    <a:pt x="56284" y="44393"/>
                    <a:pt x="56284" y="51988"/>
                  </a:cubicBezTo>
                  <a:cubicBezTo>
                    <a:pt x="56284" y="56148"/>
                    <a:pt x="55742" y="58137"/>
                    <a:pt x="55018" y="61211"/>
                  </a:cubicBezTo>
                  <a:lnTo>
                    <a:pt x="38019" y="12866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3" name="Freeform: Shape 102">
              <a:extLst>
                <a:ext uri="{FF2B5EF4-FFF2-40B4-BE49-F238E27FC236}">
                  <a16:creationId xmlns:a16="http://schemas.microsoft.com/office/drawing/2014/main" id="{7AEEC8B8-2DD8-4260-8034-BADC167C51C3}"/>
                </a:ext>
              </a:extLst>
            </p:cNvPr>
            <p:cNvSpPr/>
            <p:nvPr>
              <p:custDataLst>
                <p:tags r:id="rId19"/>
              </p:custDataLst>
            </p:nvPr>
          </p:nvSpPr>
          <p:spPr>
            <a:xfrm>
              <a:off x="11402448" y="6462669"/>
              <a:ext cx="41956" cy="180847"/>
            </a:xfrm>
            <a:custGeom>
              <a:avLst/>
              <a:gdLst>
                <a:gd name="connsiteX0" fmla="*/ 42183 w 41956"/>
                <a:gd name="connsiteY0" fmla="*/ 90509 h 180847"/>
                <a:gd name="connsiteX1" fmla="*/ 30247 w 41956"/>
                <a:gd name="connsiteY1" fmla="*/ 34084 h 180847"/>
                <a:gd name="connsiteX2" fmla="*/ 2035 w 41956"/>
                <a:gd name="connsiteY2" fmla="*/ 85 h 180847"/>
                <a:gd name="connsiteX3" fmla="*/ 227 w 41956"/>
                <a:gd name="connsiteY3" fmla="*/ 1894 h 180847"/>
                <a:gd name="connsiteX4" fmla="*/ 3663 w 41956"/>
                <a:gd name="connsiteY4" fmla="*/ 6053 h 180847"/>
                <a:gd name="connsiteX5" fmla="*/ 31694 w 41956"/>
                <a:gd name="connsiteY5" fmla="*/ 90509 h 180847"/>
                <a:gd name="connsiteX6" fmla="*/ 2578 w 41956"/>
                <a:gd name="connsiteY6" fmla="*/ 176049 h 180847"/>
                <a:gd name="connsiteX7" fmla="*/ 227 w 41956"/>
                <a:gd name="connsiteY7" fmla="*/ 179124 h 180847"/>
                <a:gd name="connsiteX8" fmla="*/ 2035 w 41956"/>
                <a:gd name="connsiteY8" fmla="*/ 180932 h 180847"/>
                <a:gd name="connsiteX9" fmla="*/ 30790 w 41956"/>
                <a:gd name="connsiteY9" fmla="*/ 145667 h 180847"/>
                <a:gd name="connsiteX10" fmla="*/ 42183 w 41956"/>
                <a:gd name="connsiteY10" fmla="*/ 90509 h 1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6" h="180847">
                  <a:moveTo>
                    <a:pt x="42183" y="90509"/>
                  </a:moveTo>
                  <a:cubicBezTo>
                    <a:pt x="42183" y="76403"/>
                    <a:pt x="40194" y="54520"/>
                    <a:pt x="30247" y="34084"/>
                  </a:cubicBezTo>
                  <a:cubicBezTo>
                    <a:pt x="19396" y="11840"/>
                    <a:pt x="3844" y="85"/>
                    <a:pt x="2035" y="85"/>
                  </a:cubicBezTo>
                  <a:cubicBezTo>
                    <a:pt x="950" y="85"/>
                    <a:pt x="227" y="808"/>
                    <a:pt x="227" y="1894"/>
                  </a:cubicBezTo>
                  <a:cubicBezTo>
                    <a:pt x="227" y="2436"/>
                    <a:pt x="227" y="2798"/>
                    <a:pt x="3663" y="6053"/>
                  </a:cubicBezTo>
                  <a:cubicBezTo>
                    <a:pt x="21386" y="23957"/>
                    <a:pt x="31694" y="52712"/>
                    <a:pt x="31694" y="90509"/>
                  </a:cubicBezTo>
                  <a:cubicBezTo>
                    <a:pt x="31694" y="121434"/>
                    <a:pt x="25003" y="153263"/>
                    <a:pt x="2578" y="176049"/>
                  </a:cubicBezTo>
                  <a:cubicBezTo>
                    <a:pt x="227" y="178220"/>
                    <a:pt x="227" y="178581"/>
                    <a:pt x="227" y="179124"/>
                  </a:cubicBezTo>
                  <a:cubicBezTo>
                    <a:pt x="227" y="180209"/>
                    <a:pt x="950" y="180932"/>
                    <a:pt x="2035" y="180932"/>
                  </a:cubicBezTo>
                  <a:cubicBezTo>
                    <a:pt x="3844" y="180932"/>
                    <a:pt x="20120" y="168635"/>
                    <a:pt x="30790" y="145667"/>
                  </a:cubicBezTo>
                  <a:cubicBezTo>
                    <a:pt x="40013" y="125774"/>
                    <a:pt x="42183" y="105700"/>
                    <a:pt x="42183" y="9050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4" name="Freeform: Shape 103">
              <a:extLst>
                <a:ext uri="{FF2B5EF4-FFF2-40B4-BE49-F238E27FC236}">
                  <a16:creationId xmlns:a16="http://schemas.microsoft.com/office/drawing/2014/main" id="{33084A4C-7AFE-4801-BBD2-93F10782FA8B}"/>
                </a:ext>
              </a:extLst>
            </p:cNvPr>
            <p:cNvSpPr/>
            <p:nvPr>
              <p:custDataLst>
                <p:tags r:id="rId20"/>
              </p:custDataLst>
            </p:nvPr>
          </p:nvSpPr>
          <p:spPr>
            <a:xfrm>
              <a:off x="11490500" y="6212021"/>
              <a:ext cx="88976" cy="433852"/>
            </a:xfrm>
            <a:custGeom>
              <a:avLst/>
              <a:gdLst>
                <a:gd name="connsiteX0" fmla="*/ 89208 w 88976"/>
                <a:gd name="connsiteY0" fmla="*/ 217081 h 433852"/>
                <a:gd name="connsiteX1" fmla="*/ 26997 w 88976"/>
                <a:gd name="connsiteY1" fmla="*/ 20319 h 433852"/>
                <a:gd name="connsiteX2" fmla="*/ 9093 w 88976"/>
                <a:gd name="connsiteY2" fmla="*/ 2234 h 433852"/>
                <a:gd name="connsiteX3" fmla="*/ 4030 w 88976"/>
                <a:gd name="connsiteY3" fmla="*/ 64 h 433852"/>
                <a:gd name="connsiteX4" fmla="*/ 232 w 88976"/>
                <a:gd name="connsiteY4" fmla="*/ 1873 h 433852"/>
                <a:gd name="connsiteX5" fmla="*/ 1317 w 88976"/>
                <a:gd name="connsiteY5" fmla="*/ 3681 h 433852"/>
                <a:gd name="connsiteX6" fmla="*/ 31880 w 88976"/>
                <a:gd name="connsiteY6" fmla="*/ 41840 h 433852"/>
                <a:gd name="connsiteX7" fmla="*/ 74198 w 88976"/>
                <a:gd name="connsiteY7" fmla="*/ 216900 h 433852"/>
                <a:gd name="connsiteX8" fmla="*/ 37848 w 88976"/>
                <a:gd name="connsiteY8" fmla="*/ 382194 h 433852"/>
                <a:gd name="connsiteX9" fmla="*/ 955 w 88976"/>
                <a:gd name="connsiteY9" fmla="*/ 430481 h 433852"/>
                <a:gd name="connsiteX10" fmla="*/ 232 w 88976"/>
                <a:gd name="connsiteY10" fmla="*/ 432108 h 433852"/>
                <a:gd name="connsiteX11" fmla="*/ 4030 w 88976"/>
                <a:gd name="connsiteY11" fmla="*/ 433917 h 433852"/>
                <a:gd name="connsiteX12" fmla="*/ 9636 w 88976"/>
                <a:gd name="connsiteY12" fmla="*/ 431204 h 433852"/>
                <a:gd name="connsiteX13" fmla="*/ 89208 w 88976"/>
                <a:gd name="connsiteY13" fmla="*/ 217081 h 43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76" h="433852">
                  <a:moveTo>
                    <a:pt x="89208" y="217081"/>
                  </a:moveTo>
                  <a:cubicBezTo>
                    <a:pt x="89208" y="146008"/>
                    <a:pt x="72932" y="74392"/>
                    <a:pt x="26997" y="20319"/>
                  </a:cubicBezTo>
                  <a:cubicBezTo>
                    <a:pt x="23380" y="16160"/>
                    <a:pt x="16508" y="8745"/>
                    <a:pt x="9093" y="2234"/>
                  </a:cubicBezTo>
                  <a:cubicBezTo>
                    <a:pt x="6923" y="64"/>
                    <a:pt x="6561" y="64"/>
                    <a:pt x="4030" y="64"/>
                  </a:cubicBezTo>
                  <a:cubicBezTo>
                    <a:pt x="1859" y="64"/>
                    <a:pt x="232" y="64"/>
                    <a:pt x="232" y="1873"/>
                  </a:cubicBezTo>
                  <a:cubicBezTo>
                    <a:pt x="232" y="2596"/>
                    <a:pt x="955" y="3319"/>
                    <a:pt x="1317" y="3681"/>
                  </a:cubicBezTo>
                  <a:cubicBezTo>
                    <a:pt x="7646" y="10192"/>
                    <a:pt x="19763" y="22308"/>
                    <a:pt x="31880" y="41840"/>
                  </a:cubicBezTo>
                  <a:cubicBezTo>
                    <a:pt x="60996" y="88498"/>
                    <a:pt x="74198" y="147274"/>
                    <a:pt x="74198" y="216900"/>
                  </a:cubicBezTo>
                  <a:cubicBezTo>
                    <a:pt x="74198" y="265548"/>
                    <a:pt x="67687" y="328302"/>
                    <a:pt x="37848" y="382194"/>
                  </a:cubicBezTo>
                  <a:cubicBezTo>
                    <a:pt x="23561" y="407875"/>
                    <a:pt x="8551" y="422885"/>
                    <a:pt x="955" y="430481"/>
                  </a:cubicBezTo>
                  <a:cubicBezTo>
                    <a:pt x="593" y="431023"/>
                    <a:pt x="232" y="431566"/>
                    <a:pt x="232" y="432108"/>
                  </a:cubicBezTo>
                  <a:cubicBezTo>
                    <a:pt x="232" y="433917"/>
                    <a:pt x="1859" y="433917"/>
                    <a:pt x="4030" y="433917"/>
                  </a:cubicBezTo>
                  <a:cubicBezTo>
                    <a:pt x="6561" y="433917"/>
                    <a:pt x="6923" y="433917"/>
                    <a:pt x="9636" y="431204"/>
                  </a:cubicBezTo>
                  <a:cubicBezTo>
                    <a:pt x="70219" y="376046"/>
                    <a:pt x="89208" y="293218"/>
                    <a:pt x="89208" y="21708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5" name="Freeform: Shape 104">
              <a:extLst>
                <a:ext uri="{FF2B5EF4-FFF2-40B4-BE49-F238E27FC236}">
                  <a16:creationId xmlns:a16="http://schemas.microsoft.com/office/drawing/2014/main" id="{2AFFB228-4464-4E9B-9357-5BFA1686D2AD}"/>
                </a:ext>
              </a:extLst>
            </p:cNvPr>
            <p:cNvSpPr/>
            <p:nvPr>
              <p:custDataLst>
                <p:tags r:id="rId21"/>
              </p:custDataLst>
            </p:nvPr>
          </p:nvSpPr>
          <p:spPr>
            <a:xfrm>
              <a:off x="11677655" y="6407881"/>
              <a:ext cx="120262" cy="42318"/>
            </a:xfrm>
            <a:custGeom>
              <a:avLst/>
              <a:gdLst>
                <a:gd name="connsiteX0" fmla="*/ 114356 w 120262"/>
                <a:gd name="connsiteY0" fmla="*/ 7312 h 42318"/>
                <a:gd name="connsiteX1" fmla="*/ 120505 w 120262"/>
                <a:gd name="connsiteY1" fmla="*/ 3695 h 42318"/>
                <a:gd name="connsiteX2" fmla="*/ 114537 w 120262"/>
                <a:gd name="connsiteY2" fmla="*/ 78 h 42318"/>
                <a:gd name="connsiteX3" fmla="*/ 6210 w 120262"/>
                <a:gd name="connsiteY3" fmla="*/ 78 h 42318"/>
                <a:gd name="connsiteX4" fmla="*/ 242 w 120262"/>
                <a:gd name="connsiteY4" fmla="*/ 3695 h 42318"/>
                <a:gd name="connsiteX5" fmla="*/ 6391 w 120262"/>
                <a:gd name="connsiteY5" fmla="*/ 7312 h 42318"/>
                <a:gd name="connsiteX6" fmla="*/ 114356 w 120262"/>
                <a:gd name="connsiteY6" fmla="*/ 7312 h 42318"/>
                <a:gd name="connsiteX7" fmla="*/ 114537 w 120262"/>
                <a:gd name="connsiteY7" fmla="*/ 42396 h 42318"/>
                <a:gd name="connsiteX8" fmla="*/ 120505 w 120262"/>
                <a:gd name="connsiteY8" fmla="*/ 38780 h 42318"/>
                <a:gd name="connsiteX9" fmla="*/ 114356 w 120262"/>
                <a:gd name="connsiteY9" fmla="*/ 35163 h 42318"/>
                <a:gd name="connsiteX10" fmla="*/ 6391 w 120262"/>
                <a:gd name="connsiteY10" fmla="*/ 35163 h 42318"/>
                <a:gd name="connsiteX11" fmla="*/ 242 w 120262"/>
                <a:gd name="connsiteY11" fmla="*/ 38780 h 42318"/>
                <a:gd name="connsiteX12" fmla="*/ 6210 w 120262"/>
                <a:gd name="connsiteY12" fmla="*/ 42396 h 42318"/>
                <a:gd name="connsiteX13" fmla="*/ 114537 w 120262"/>
                <a:gd name="connsiteY13" fmla="*/ 42396 h 4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62" h="42318">
                  <a:moveTo>
                    <a:pt x="114356" y="7312"/>
                  </a:moveTo>
                  <a:cubicBezTo>
                    <a:pt x="117069" y="7312"/>
                    <a:pt x="120505" y="7312"/>
                    <a:pt x="120505" y="3695"/>
                  </a:cubicBezTo>
                  <a:cubicBezTo>
                    <a:pt x="120505" y="78"/>
                    <a:pt x="117069" y="78"/>
                    <a:pt x="114537" y="78"/>
                  </a:cubicBezTo>
                  <a:lnTo>
                    <a:pt x="6210" y="78"/>
                  </a:lnTo>
                  <a:cubicBezTo>
                    <a:pt x="3678" y="78"/>
                    <a:pt x="242" y="78"/>
                    <a:pt x="242" y="3695"/>
                  </a:cubicBezTo>
                  <a:cubicBezTo>
                    <a:pt x="242" y="7312"/>
                    <a:pt x="3678" y="7312"/>
                    <a:pt x="6391" y="7312"/>
                  </a:cubicBezTo>
                  <a:lnTo>
                    <a:pt x="114356" y="7312"/>
                  </a:lnTo>
                  <a:close/>
                  <a:moveTo>
                    <a:pt x="114537" y="42396"/>
                  </a:moveTo>
                  <a:cubicBezTo>
                    <a:pt x="117069" y="42396"/>
                    <a:pt x="120505" y="42396"/>
                    <a:pt x="120505" y="38780"/>
                  </a:cubicBezTo>
                  <a:cubicBezTo>
                    <a:pt x="120505" y="35163"/>
                    <a:pt x="117069" y="35163"/>
                    <a:pt x="114356" y="35163"/>
                  </a:cubicBezTo>
                  <a:lnTo>
                    <a:pt x="6391" y="35163"/>
                  </a:lnTo>
                  <a:cubicBezTo>
                    <a:pt x="3678" y="35163"/>
                    <a:pt x="242" y="35163"/>
                    <a:pt x="242" y="38780"/>
                  </a:cubicBezTo>
                  <a:cubicBezTo>
                    <a:pt x="242" y="42396"/>
                    <a:pt x="3678" y="42396"/>
                    <a:pt x="6210" y="42396"/>
                  </a:cubicBezTo>
                  <a:lnTo>
                    <a:pt x="114537" y="4239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6" name="Freeform: Shape 105">
              <a:extLst>
                <a:ext uri="{FF2B5EF4-FFF2-40B4-BE49-F238E27FC236}">
                  <a16:creationId xmlns:a16="http://schemas.microsoft.com/office/drawing/2014/main" id="{F15574DD-39B1-42E7-B4E0-95F52177E3BC}"/>
                </a:ext>
              </a:extLst>
            </p:cNvPr>
            <p:cNvSpPr/>
            <p:nvPr>
              <p:custDataLst>
                <p:tags r:id="rId22"/>
              </p:custDataLst>
            </p:nvPr>
          </p:nvSpPr>
          <p:spPr>
            <a:xfrm>
              <a:off x="11863846" y="6394318"/>
              <a:ext cx="98018" cy="118997"/>
            </a:xfrm>
            <a:custGeom>
              <a:avLst/>
              <a:gdLst>
                <a:gd name="connsiteX0" fmla="*/ 36602 w 98018"/>
                <a:gd name="connsiteY0" fmla="*/ 16535 h 118997"/>
                <a:gd name="connsiteX1" fmla="*/ 39315 w 98018"/>
                <a:gd name="connsiteY1" fmla="*/ 4961 h 118997"/>
                <a:gd name="connsiteX2" fmla="*/ 34071 w 98018"/>
                <a:gd name="connsiteY2" fmla="*/ 78 h 118997"/>
                <a:gd name="connsiteX3" fmla="*/ 26837 w 98018"/>
                <a:gd name="connsiteY3" fmla="*/ 6589 h 118997"/>
                <a:gd name="connsiteX4" fmla="*/ 795 w 98018"/>
                <a:gd name="connsiteY4" fmla="*/ 111299 h 118997"/>
                <a:gd name="connsiteX5" fmla="*/ 252 w 98018"/>
                <a:gd name="connsiteY5" fmla="*/ 114193 h 118997"/>
                <a:gd name="connsiteX6" fmla="*/ 5316 w 98018"/>
                <a:gd name="connsiteY6" fmla="*/ 119076 h 118997"/>
                <a:gd name="connsiteX7" fmla="*/ 11646 w 98018"/>
                <a:gd name="connsiteY7" fmla="*/ 115278 h 118997"/>
                <a:gd name="connsiteX8" fmla="*/ 21592 w 98018"/>
                <a:gd name="connsiteY8" fmla="*/ 76396 h 118997"/>
                <a:gd name="connsiteX9" fmla="*/ 39134 w 98018"/>
                <a:gd name="connsiteY9" fmla="*/ 82002 h 118997"/>
                <a:gd name="connsiteX10" fmla="*/ 63187 w 98018"/>
                <a:gd name="connsiteY10" fmla="*/ 68800 h 118997"/>
                <a:gd name="connsiteX11" fmla="*/ 79463 w 98018"/>
                <a:gd name="connsiteY11" fmla="*/ 82002 h 118997"/>
                <a:gd name="connsiteX12" fmla="*/ 92846 w 98018"/>
                <a:gd name="connsiteY12" fmla="*/ 72055 h 118997"/>
                <a:gd name="connsiteX13" fmla="*/ 98271 w 98018"/>
                <a:gd name="connsiteY13" fmla="*/ 54152 h 118997"/>
                <a:gd name="connsiteX14" fmla="*/ 96101 w 98018"/>
                <a:gd name="connsiteY14" fmla="*/ 52343 h 118997"/>
                <a:gd name="connsiteX15" fmla="*/ 93569 w 98018"/>
                <a:gd name="connsiteY15" fmla="*/ 55598 h 118997"/>
                <a:gd name="connsiteX16" fmla="*/ 79825 w 98018"/>
                <a:gd name="connsiteY16" fmla="*/ 78023 h 118997"/>
                <a:gd name="connsiteX17" fmla="*/ 74399 w 98018"/>
                <a:gd name="connsiteY17" fmla="*/ 69704 h 118997"/>
                <a:gd name="connsiteX18" fmla="*/ 78016 w 98018"/>
                <a:gd name="connsiteY18" fmla="*/ 50896 h 118997"/>
                <a:gd name="connsiteX19" fmla="*/ 83080 w 98018"/>
                <a:gd name="connsiteY19" fmla="*/ 31365 h 118997"/>
                <a:gd name="connsiteX20" fmla="*/ 86154 w 98018"/>
                <a:gd name="connsiteY20" fmla="*/ 19067 h 118997"/>
                <a:gd name="connsiteX21" fmla="*/ 88867 w 98018"/>
                <a:gd name="connsiteY21" fmla="*/ 6950 h 118997"/>
                <a:gd name="connsiteX22" fmla="*/ 83623 w 98018"/>
                <a:gd name="connsiteY22" fmla="*/ 2068 h 118997"/>
                <a:gd name="connsiteX23" fmla="*/ 76570 w 98018"/>
                <a:gd name="connsiteY23" fmla="*/ 8397 h 118997"/>
                <a:gd name="connsiteX24" fmla="*/ 68070 w 98018"/>
                <a:gd name="connsiteY24" fmla="*/ 42216 h 118997"/>
                <a:gd name="connsiteX25" fmla="*/ 63368 w 98018"/>
                <a:gd name="connsiteY25" fmla="*/ 60662 h 118997"/>
                <a:gd name="connsiteX26" fmla="*/ 39858 w 98018"/>
                <a:gd name="connsiteY26" fmla="*/ 78023 h 118997"/>
                <a:gd name="connsiteX27" fmla="*/ 26475 w 98018"/>
                <a:gd name="connsiteY27" fmla="*/ 62290 h 118997"/>
                <a:gd name="connsiteX28" fmla="*/ 29007 w 98018"/>
                <a:gd name="connsiteY28" fmla="*/ 46918 h 118997"/>
                <a:gd name="connsiteX29" fmla="*/ 36602 w 98018"/>
                <a:gd name="connsiteY29" fmla="*/ 16535 h 11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8018" h="118997">
                  <a:moveTo>
                    <a:pt x="36602" y="16535"/>
                  </a:moveTo>
                  <a:cubicBezTo>
                    <a:pt x="37507" y="12738"/>
                    <a:pt x="39315" y="5865"/>
                    <a:pt x="39315" y="4961"/>
                  </a:cubicBezTo>
                  <a:cubicBezTo>
                    <a:pt x="39315" y="1887"/>
                    <a:pt x="37145" y="78"/>
                    <a:pt x="34071" y="78"/>
                  </a:cubicBezTo>
                  <a:cubicBezTo>
                    <a:pt x="33528" y="78"/>
                    <a:pt x="28464" y="259"/>
                    <a:pt x="26837" y="6589"/>
                  </a:cubicBezTo>
                  <a:lnTo>
                    <a:pt x="795" y="111299"/>
                  </a:lnTo>
                  <a:cubicBezTo>
                    <a:pt x="252" y="113469"/>
                    <a:pt x="252" y="113831"/>
                    <a:pt x="252" y="114193"/>
                  </a:cubicBezTo>
                  <a:cubicBezTo>
                    <a:pt x="252" y="116906"/>
                    <a:pt x="2242" y="119076"/>
                    <a:pt x="5316" y="119076"/>
                  </a:cubicBezTo>
                  <a:cubicBezTo>
                    <a:pt x="9114" y="119076"/>
                    <a:pt x="11284" y="115820"/>
                    <a:pt x="11646" y="115278"/>
                  </a:cubicBezTo>
                  <a:cubicBezTo>
                    <a:pt x="12369" y="113650"/>
                    <a:pt x="14720" y="104246"/>
                    <a:pt x="21592" y="76396"/>
                  </a:cubicBezTo>
                  <a:cubicBezTo>
                    <a:pt x="27379" y="81279"/>
                    <a:pt x="35517" y="82002"/>
                    <a:pt x="39134" y="82002"/>
                  </a:cubicBezTo>
                  <a:cubicBezTo>
                    <a:pt x="51794" y="82002"/>
                    <a:pt x="58847" y="73864"/>
                    <a:pt x="63187" y="68800"/>
                  </a:cubicBezTo>
                  <a:cubicBezTo>
                    <a:pt x="64815" y="76938"/>
                    <a:pt x="71506" y="82002"/>
                    <a:pt x="79463" y="82002"/>
                  </a:cubicBezTo>
                  <a:cubicBezTo>
                    <a:pt x="85793" y="82002"/>
                    <a:pt x="89952" y="77843"/>
                    <a:pt x="92846" y="72055"/>
                  </a:cubicBezTo>
                  <a:cubicBezTo>
                    <a:pt x="95920" y="65545"/>
                    <a:pt x="98271" y="54513"/>
                    <a:pt x="98271" y="54152"/>
                  </a:cubicBezTo>
                  <a:cubicBezTo>
                    <a:pt x="98271" y="52343"/>
                    <a:pt x="96643" y="52343"/>
                    <a:pt x="96101" y="52343"/>
                  </a:cubicBezTo>
                  <a:cubicBezTo>
                    <a:pt x="94292" y="52343"/>
                    <a:pt x="94112" y="53066"/>
                    <a:pt x="93569" y="55598"/>
                  </a:cubicBezTo>
                  <a:cubicBezTo>
                    <a:pt x="90495" y="67353"/>
                    <a:pt x="87239" y="78023"/>
                    <a:pt x="79825" y="78023"/>
                  </a:cubicBezTo>
                  <a:cubicBezTo>
                    <a:pt x="74942" y="78023"/>
                    <a:pt x="74399" y="73321"/>
                    <a:pt x="74399" y="69704"/>
                  </a:cubicBezTo>
                  <a:cubicBezTo>
                    <a:pt x="74399" y="65726"/>
                    <a:pt x="76570" y="57226"/>
                    <a:pt x="78016" y="50896"/>
                  </a:cubicBezTo>
                  <a:lnTo>
                    <a:pt x="83080" y="31365"/>
                  </a:lnTo>
                  <a:cubicBezTo>
                    <a:pt x="83623" y="28652"/>
                    <a:pt x="85431" y="21780"/>
                    <a:pt x="86154" y="19067"/>
                  </a:cubicBezTo>
                  <a:cubicBezTo>
                    <a:pt x="87059" y="14908"/>
                    <a:pt x="88867" y="8035"/>
                    <a:pt x="88867" y="6950"/>
                  </a:cubicBezTo>
                  <a:cubicBezTo>
                    <a:pt x="88867" y="3695"/>
                    <a:pt x="86335" y="2068"/>
                    <a:pt x="83623" y="2068"/>
                  </a:cubicBezTo>
                  <a:cubicBezTo>
                    <a:pt x="82718" y="2068"/>
                    <a:pt x="78016" y="2248"/>
                    <a:pt x="76570" y="8397"/>
                  </a:cubicBezTo>
                  <a:lnTo>
                    <a:pt x="68070" y="42216"/>
                  </a:lnTo>
                  <a:cubicBezTo>
                    <a:pt x="65900" y="51258"/>
                    <a:pt x="63910" y="58854"/>
                    <a:pt x="63368" y="60662"/>
                  </a:cubicBezTo>
                  <a:cubicBezTo>
                    <a:pt x="63187" y="61566"/>
                    <a:pt x="54506" y="78023"/>
                    <a:pt x="39858" y="78023"/>
                  </a:cubicBezTo>
                  <a:cubicBezTo>
                    <a:pt x="30815" y="78023"/>
                    <a:pt x="26475" y="72055"/>
                    <a:pt x="26475" y="62290"/>
                  </a:cubicBezTo>
                  <a:cubicBezTo>
                    <a:pt x="26475" y="57045"/>
                    <a:pt x="27741" y="51981"/>
                    <a:pt x="29007" y="46918"/>
                  </a:cubicBezTo>
                  <a:lnTo>
                    <a:pt x="36602" y="1653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7" name="Freeform: Shape 106">
              <a:extLst>
                <a:ext uri="{FF2B5EF4-FFF2-40B4-BE49-F238E27FC236}">
                  <a16:creationId xmlns:a16="http://schemas.microsoft.com/office/drawing/2014/main" id="{164F9ED8-5E05-40A7-8373-5488EC0AC37F}"/>
                </a:ext>
              </a:extLst>
            </p:cNvPr>
            <p:cNvSpPr/>
            <p:nvPr>
              <p:custDataLst>
                <p:tags r:id="rId23"/>
              </p:custDataLst>
            </p:nvPr>
          </p:nvSpPr>
          <p:spPr>
            <a:xfrm>
              <a:off x="11967389" y="6417448"/>
              <a:ext cx="55574" cy="109756"/>
            </a:xfrm>
            <a:custGeom>
              <a:avLst/>
              <a:gdLst>
                <a:gd name="connsiteX0" fmla="*/ 55832 w 55574"/>
                <a:gd name="connsiteY0" fmla="*/ 4890 h 109756"/>
                <a:gd name="connsiteX1" fmla="*/ 50769 w 55574"/>
                <a:gd name="connsiteY1" fmla="*/ 80 h 109756"/>
                <a:gd name="connsiteX2" fmla="*/ 43680 w 55574"/>
                <a:gd name="connsiteY2" fmla="*/ 7042 h 109756"/>
                <a:gd name="connsiteX3" fmla="*/ 48743 w 55574"/>
                <a:gd name="connsiteY3" fmla="*/ 11853 h 109756"/>
                <a:gd name="connsiteX4" fmla="*/ 55832 w 55574"/>
                <a:gd name="connsiteY4" fmla="*/ 4890 h 109756"/>
                <a:gd name="connsiteX5" fmla="*/ 28995 w 55574"/>
                <a:gd name="connsiteY5" fmla="*/ 90214 h 109756"/>
                <a:gd name="connsiteX6" fmla="*/ 12664 w 55574"/>
                <a:gd name="connsiteY6" fmla="*/ 106291 h 109756"/>
                <a:gd name="connsiteX7" fmla="*/ 8107 w 55574"/>
                <a:gd name="connsiteY7" fmla="*/ 105532 h 109756"/>
                <a:gd name="connsiteX8" fmla="*/ 12411 w 55574"/>
                <a:gd name="connsiteY8" fmla="*/ 99075 h 109756"/>
                <a:gd name="connsiteX9" fmla="*/ 7474 w 55574"/>
                <a:gd name="connsiteY9" fmla="*/ 94392 h 109756"/>
                <a:gd name="connsiteX10" fmla="*/ 258 w 55574"/>
                <a:gd name="connsiteY10" fmla="*/ 101861 h 109756"/>
                <a:gd name="connsiteX11" fmla="*/ 12791 w 55574"/>
                <a:gd name="connsiteY11" fmla="*/ 109836 h 109756"/>
                <a:gd name="connsiteX12" fmla="*/ 39122 w 55574"/>
                <a:gd name="connsiteY12" fmla="*/ 89834 h 109756"/>
                <a:gd name="connsiteX13" fmla="*/ 50516 w 55574"/>
                <a:gd name="connsiteY13" fmla="*/ 44514 h 109756"/>
                <a:gd name="connsiteX14" fmla="*/ 51149 w 55574"/>
                <a:gd name="connsiteY14" fmla="*/ 40083 h 109756"/>
                <a:gd name="connsiteX15" fmla="*/ 37603 w 55574"/>
                <a:gd name="connsiteY15" fmla="*/ 28183 h 109756"/>
                <a:gd name="connsiteX16" fmla="*/ 15449 w 55574"/>
                <a:gd name="connsiteY16" fmla="*/ 47552 h 109756"/>
                <a:gd name="connsiteX17" fmla="*/ 17602 w 55574"/>
                <a:gd name="connsiteY17" fmla="*/ 49198 h 109756"/>
                <a:gd name="connsiteX18" fmla="*/ 20133 w 55574"/>
                <a:gd name="connsiteY18" fmla="*/ 46919 h 109756"/>
                <a:gd name="connsiteX19" fmla="*/ 37223 w 55574"/>
                <a:gd name="connsiteY19" fmla="*/ 31728 h 109756"/>
                <a:gd name="connsiteX20" fmla="*/ 41528 w 55574"/>
                <a:gd name="connsiteY20" fmla="*/ 37931 h 109756"/>
                <a:gd name="connsiteX21" fmla="*/ 41148 w 55574"/>
                <a:gd name="connsiteY21" fmla="*/ 41729 h 109756"/>
                <a:gd name="connsiteX22" fmla="*/ 28995 w 55574"/>
                <a:gd name="connsiteY22" fmla="*/ 90214 h 10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74" h="109756">
                  <a:moveTo>
                    <a:pt x="55832" y="4890"/>
                  </a:moveTo>
                  <a:cubicBezTo>
                    <a:pt x="55832" y="2738"/>
                    <a:pt x="54187" y="80"/>
                    <a:pt x="50769" y="80"/>
                  </a:cubicBezTo>
                  <a:cubicBezTo>
                    <a:pt x="47098" y="80"/>
                    <a:pt x="43680" y="3624"/>
                    <a:pt x="43680" y="7042"/>
                  </a:cubicBezTo>
                  <a:cubicBezTo>
                    <a:pt x="43680" y="9068"/>
                    <a:pt x="45199" y="11853"/>
                    <a:pt x="48743" y="11853"/>
                  </a:cubicBezTo>
                  <a:cubicBezTo>
                    <a:pt x="52161" y="11853"/>
                    <a:pt x="55832" y="8561"/>
                    <a:pt x="55832" y="4890"/>
                  </a:cubicBezTo>
                  <a:close/>
                  <a:moveTo>
                    <a:pt x="28995" y="90214"/>
                  </a:moveTo>
                  <a:cubicBezTo>
                    <a:pt x="26843" y="98949"/>
                    <a:pt x="20133" y="106291"/>
                    <a:pt x="12664" y="106291"/>
                  </a:cubicBezTo>
                  <a:cubicBezTo>
                    <a:pt x="11019" y="106291"/>
                    <a:pt x="9500" y="106038"/>
                    <a:pt x="8107" y="105532"/>
                  </a:cubicBezTo>
                  <a:cubicBezTo>
                    <a:pt x="11399" y="104013"/>
                    <a:pt x="12411" y="100974"/>
                    <a:pt x="12411" y="99075"/>
                  </a:cubicBezTo>
                  <a:cubicBezTo>
                    <a:pt x="12411" y="96037"/>
                    <a:pt x="10006" y="94392"/>
                    <a:pt x="7474" y="94392"/>
                  </a:cubicBezTo>
                  <a:cubicBezTo>
                    <a:pt x="3550" y="94392"/>
                    <a:pt x="258" y="97810"/>
                    <a:pt x="258" y="101861"/>
                  </a:cubicBezTo>
                  <a:cubicBezTo>
                    <a:pt x="258" y="106671"/>
                    <a:pt x="5195" y="109836"/>
                    <a:pt x="12791" y="109836"/>
                  </a:cubicBezTo>
                  <a:cubicBezTo>
                    <a:pt x="20387" y="109836"/>
                    <a:pt x="35198" y="105279"/>
                    <a:pt x="39122" y="89834"/>
                  </a:cubicBezTo>
                  <a:lnTo>
                    <a:pt x="50516" y="44514"/>
                  </a:lnTo>
                  <a:cubicBezTo>
                    <a:pt x="50895" y="43121"/>
                    <a:pt x="51149" y="41982"/>
                    <a:pt x="51149" y="40083"/>
                  </a:cubicBezTo>
                  <a:cubicBezTo>
                    <a:pt x="51149" y="33120"/>
                    <a:pt x="45199" y="28183"/>
                    <a:pt x="37603" y="28183"/>
                  </a:cubicBezTo>
                  <a:cubicBezTo>
                    <a:pt x="23551" y="28183"/>
                    <a:pt x="15449" y="45780"/>
                    <a:pt x="15449" y="47552"/>
                  </a:cubicBezTo>
                  <a:cubicBezTo>
                    <a:pt x="15449" y="49198"/>
                    <a:pt x="17222" y="49198"/>
                    <a:pt x="17602" y="49198"/>
                  </a:cubicBezTo>
                  <a:cubicBezTo>
                    <a:pt x="19121" y="49198"/>
                    <a:pt x="19247" y="48818"/>
                    <a:pt x="20133" y="46919"/>
                  </a:cubicBezTo>
                  <a:cubicBezTo>
                    <a:pt x="23298" y="39577"/>
                    <a:pt x="29881" y="31728"/>
                    <a:pt x="37223" y="31728"/>
                  </a:cubicBezTo>
                  <a:cubicBezTo>
                    <a:pt x="40388" y="31728"/>
                    <a:pt x="41528" y="33880"/>
                    <a:pt x="41528" y="37931"/>
                  </a:cubicBezTo>
                  <a:cubicBezTo>
                    <a:pt x="41528" y="39324"/>
                    <a:pt x="41274" y="41096"/>
                    <a:pt x="41148" y="41729"/>
                  </a:cubicBezTo>
                  <a:lnTo>
                    <a:pt x="28995" y="902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8" name="Freeform: Shape 107">
              <a:extLst>
                <a:ext uri="{FF2B5EF4-FFF2-40B4-BE49-F238E27FC236}">
                  <a16:creationId xmlns:a16="http://schemas.microsoft.com/office/drawing/2014/main" id="{64F510D6-DFA7-400C-BDAB-2D05409FC92C}"/>
                </a:ext>
              </a:extLst>
            </p:cNvPr>
            <p:cNvSpPr/>
            <p:nvPr>
              <p:custDataLst>
                <p:tags r:id="rId24"/>
              </p:custDataLst>
            </p:nvPr>
          </p:nvSpPr>
          <p:spPr>
            <a:xfrm>
              <a:off x="12098787" y="6425423"/>
              <a:ext cx="110497" cy="7233"/>
            </a:xfrm>
            <a:custGeom>
              <a:avLst/>
              <a:gdLst>
                <a:gd name="connsiteX0" fmla="*/ 104432 w 110497"/>
                <a:gd name="connsiteY0" fmla="*/ 7312 h 7233"/>
                <a:gd name="connsiteX1" fmla="*/ 110762 w 110497"/>
                <a:gd name="connsiteY1" fmla="*/ 3695 h 7233"/>
                <a:gd name="connsiteX2" fmla="*/ 104432 w 110497"/>
                <a:gd name="connsiteY2" fmla="*/ 78 h 7233"/>
                <a:gd name="connsiteX3" fmla="*/ 6594 w 110497"/>
                <a:gd name="connsiteY3" fmla="*/ 78 h 7233"/>
                <a:gd name="connsiteX4" fmla="*/ 265 w 110497"/>
                <a:gd name="connsiteY4" fmla="*/ 3695 h 7233"/>
                <a:gd name="connsiteX5" fmla="*/ 6594 w 110497"/>
                <a:gd name="connsiteY5" fmla="*/ 7312 h 7233"/>
                <a:gd name="connsiteX6" fmla="*/ 104432 w 110497"/>
                <a:gd name="connsiteY6" fmla="*/ 7312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97" h="7233">
                  <a:moveTo>
                    <a:pt x="104432" y="7312"/>
                  </a:moveTo>
                  <a:cubicBezTo>
                    <a:pt x="107507" y="7312"/>
                    <a:pt x="110762" y="7312"/>
                    <a:pt x="110762" y="3695"/>
                  </a:cubicBezTo>
                  <a:cubicBezTo>
                    <a:pt x="110762" y="78"/>
                    <a:pt x="107507" y="78"/>
                    <a:pt x="104432" y="78"/>
                  </a:cubicBezTo>
                  <a:lnTo>
                    <a:pt x="6594" y="78"/>
                  </a:lnTo>
                  <a:cubicBezTo>
                    <a:pt x="3520" y="78"/>
                    <a:pt x="265" y="78"/>
                    <a:pt x="265" y="3695"/>
                  </a:cubicBezTo>
                  <a:cubicBezTo>
                    <a:pt x="265" y="7312"/>
                    <a:pt x="3520" y="7312"/>
                    <a:pt x="6594" y="7312"/>
                  </a:cubicBezTo>
                  <a:lnTo>
                    <a:pt x="104432" y="73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09" name="Freeform: Shape 108">
              <a:extLst>
                <a:ext uri="{FF2B5EF4-FFF2-40B4-BE49-F238E27FC236}">
                  <a16:creationId xmlns:a16="http://schemas.microsoft.com/office/drawing/2014/main" id="{3FB3AE92-64F1-4CE6-BAA0-C3C7BD76403B}"/>
                </a:ext>
              </a:extLst>
            </p:cNvPr>
            <p:cNvSpPr/>
            <p:nvPr>
              <p:custDataLst>
                <p:tags r:id="rId25"/>
              </p:custDataLst>
            </p:nvPr>
          </p:nvSpPr>
          <p:spPr>
            <a:xfrm>
              <a:off x="12267516" y="6347298"/>
              <a:ext cx="115560" cy="162039"/>
            </a:xfrm>
            <a:custGeom>
              <a:avLst/>
              <a:gdLst>
                <a:gd name="connsiteX0" fmla="*/ 998 w 115560"/>
                <a:gd name="connsiteY0" fmla="*/ 156692 h 162039"/>
                <a:gd name="connsiteX1" fmla="*/ 275 w 115560"/>
                <a:gd name="connsiteY1" fmla="*/ 159585 h 162039"/>
                <a:gd name="connsiteX2" fmla="*/ 4615 w 115560"/>
                <a:gd name="connsiteY2" fmla="*/ 162117 h 162039"/>
                <a:gd name="connsiteX3" fmla="*/ 9317 w 115560"/>
                <a:gd name="connsiteY3" fmla="*/ 157958 h 162039"/>
                <a:gd name="connsiteX4" fmla="*/ 20891 w 115560"/>
                <a:gd name="connsiteY4" fmla="*/ 111299 h 162039"/>
                <a:gd name="connsiteX5" fmla="*/ 56880 w 115560"/>
                <a:gd name="connsiteY5" fmla="*/ 129203 h 162039"/>
                <a:gd name="connsiteX6" fmla="*/ 113485 w 115560"/>
                <a:gd name="connsiteY6" fmla="*/ 77843 h 162039"/>
                <a:gd name="connsiteX7" fmla="*/ 101910 w 115560"/>
                <a:gd name="connsiteY7" fmla="*/ 53790 h 162039"/>
                <a:gd name="connsiteX8" fmla="*/ 115836 w 115560"/>
                <a:gd name="connsiteY8" fmla="*/ 24131 h 162039"/>
                <a:gd name="connsiteX9" fmla="*/ 87624 w 115560"/>
                <a:gd name="connsiteY9" fmla="*/ 78 h 162039"/>
                <a:gd name="connsiteX10" fmla="*/ 28487 w 115560"/>
                <a:gd name="connsiteY10" fmla="*/ 46375 h 162039"/>
                <a:gd name="connsiteX11" fmla="*/ 998 w 115560"/>
                <a:gd name="connsiteY11" fmla="*/ 156692 h 162039"/>
                <a:gd name="connsiteX12" fmla="*/ 82922 w 115560"/>
                <a:gd name="connsiteY12" fmla="*/ 54513 h 162039"/>
                <a:gd name="connsiteX13" fmla="*/ 71528 w 115560"/>
                <a:gd name="connsiteY13" fmla="*/ 57588 h 162039"/>
                <a:gd name="connsiteX14" fmla="*/ 62848 w 115560"/>
                <a:gd name="connsiteY14" fmla="*/ 56141 h 162039"/>
                <a:gd name="connsiteX15" fmla="*/ 74060 w 115560"/>
                <a:gd name="connsiteY15" fmla="*/ 53247 h 162039"/>
                <a:gd name="connsiteX16" fmla="*/ 82922 w 115560"/>
                <a:gd name="connsiteY16" fmla="*/ 54513 h 162039"/>
                <a:gd name="connsiteX17" fmla="*/ 89070 w 115560"/>
                <a:gd name="connsiteY17" fmla="*/ 48184 h 162039"/>
                <a:gd name="connsiteX18" fmla="*/ 74603 w 115560"/>
                <a:gd name="connsiteY18" fmla="*/ 46737 h 162039"/>
                <a:gd name="connsiteX19" fmla="*/ 54167 w 115560"/>
                <a:gd name="connsiteY19" fmla="*/ 56503 h 162039"/>
                <a:gd name="connsiteX20" fmla="*/ 71347 w 115560"/>
                <a:gd name="connsiteY20" fmla="*/ 64098 h 162039"/>
                <a:gd name="connsiteX21" fmla="*/ 90698 w 115560"/>
                <a:gd name="connsiteY21" fmla="*/ 60662 h 162039"/>
                <a:gd name="connsiteX22" fmla="*/ 92687 w 115560"/>
                <a:gd name="connsiteY22" fmla="*/ 70066 h 162039"/>
                <a:gd name="connsiteX23" fmla="*/ 82379 w 115560"/>
                <a:gd name="connsiteY23" fmla="*/ 107863 h 162039"/>
                <a:gd name="connsiteX24" fmla="*/ 56518 w 115560"/>
                <a:gd name="connsiteY24" fmla="*/ 122693 h 162039"/>
                <a:gd name="connsiteX25" fmla="*/ 25593 w 115560"/>
                <a:gd name="connsiteY25" fmla="*/ 96289 h 162039"/>
                <a:gd name="connsiteX26" fmla="*/ 26859 w 115560"/>
                <a:gd name="connsiteY26" fmla="*/ 87066 h 162039"/>
                <a:gd name="connsiteX27" fmla="*/ 37529 w 115560"/>
                <a:gd name="connsiteY27" fmla="*/ 44747 h 162039"/>
                <a:gd name="connsiteX28" fmla="*/ 86719 w 115560"/>
                <a:gd name="connsiteY28" fmla="*/ 6589 h 162039"/>
                <a:gd name="connsiteX29" fmla="*/ 97389 w 115560"/>
                <a:gd name="connsiteY29" fmla="*/ 16897 h 162039"/>
                <a:gd name="connsiteX30" fmla="*/ 89070 w 115560"/>
                <a:gd name="connsiteY30" fmla="*/ 48184 h 16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5560" h="162039">
                  <a:moveTo>
                    <a:pt x="998" y="156692"/>
                  </a:moveTo>
                  <a:cubicBezTo>
                    <a:pt x="817" y="157054"/>
                    <a:pt x="275" y="159405"/>
                    <a:pt x="275" y="159585"/>
                  </a:cubicBezTo>
                  <a:cubicBezTo>
                    <a:pt x="275" y="162117"/>
                    <a:pt x="2987" y="162117"/>
                    <a:pt x="4615" y="162117"/>
                  </a:cubicBezTo>
                  <a:cubicBezTo>
                    <a:pt x="8232" y="162117"/>
                    <a:pt x="8232" y="161756"/>
                    <a:pt x="9317" y="157958"/>
                  </a:cubicBezTo>
                  <a:cubicBezTo>
                    <a:pt x="9860" y="155064"/>
                    <a:pt x="20710" y="111661"/>
                    <a:pt x="20891" y="111299"/>
                  </a:cubicBezTo>
                  <a:cubicBezTo>
                    <a:pt x="28487" y="123959"/>
                    <a:pt x="42412" y="129203"/>
                    <a:pt x="56880" y="129203"/>
                  </a:cubicBezTo>
                  <a:cubicBezTo>
                    <a:pt x="93230" y="129203"/>
                    <a:pt x="113485" y="101534"/>
                    <a:pt x="113485" y="77843"/>
                  </a:cubicBezTo>
                  <a:cubicBezTo>
                    <a:pt x="113485" y="65183"/>
                    <a:pt x="107878" y="58311"/>
                    <a:pt x="101910" y="53790"/>
                  </a:cubicBezTo>
                  <a:cubicBezTo>
                    <a:pt x="108421" y="48364"/>
                    <a:pt x="115836" y="36609"/>
                    <a:pt x="115836" y="24131"/>
                  </a:cubicBezTo>
                  <a:cubicBezTo>
                    <a:pt x="115836" y="8759"/>
                    <a:pt x="104623" y="78"/>
                    <a:pt x="87624" y="78"/>
                  </a:cubicBezTo>
                  <a:cubicBezTo>
                    <a:pt x="61763" y="78"/>
                    <a:pt x="34997" y="20152"/>
                    <a:pt x="28487" y="46375"/>
                  </a:cubicBezTo>
                  <a:lnTo>
                    <a:pt x="998" y="156692"/>
                  </a:lnTo>
                  <a:close/>
                  <a:moveTo>
                    <a:pt x="82922" y="54513"/>
                  </a:moveTo>
                  <a:cubicBezTo>
                    <a:pt x="78581" y="57588"/>
                    <a:pt x="74060" y="57588"/>
                    <a:pt x="71528" y="57588"/>
                  </a:cubicBezTo>
                  <a:cubicBezTo>
                    <a:pt x="70805" y="57588"/>
                    <a:pt x="62848" y="57588"/>
                    <a:pt x="62848" y="56141"/>
                  </a:cubicBezTo>
                  <a:cubicBezTo>
                    <a:pt x="62848" y="53247"/>
                    <a:pt x="71709" y="53247"/>
                    <a:pt x="74060" y="53247"/>
                  </a:cubicBezTo>
                  <a:cubicBezTo>
                    <a:pt x="77315" y="53247"/>
                    <a:pt x="79485" y="53247"/>
                    <a:pt x="82922" y="54513"/>
                  </a:cubicBezTo>
                  <a:close/>
                  <a:moveTo>
                    <a:pt x="89070" y="48184"/>
                  </a:moveTo>
                  <a:cubicBezTo>
                    <a:pt x="83102" y="46737"/>
                    <a:pt x="78039" y="46737"/>
                    <a:pt x="74603" y="46737"/>
                  </a:cubicBezTo>
                  <a:cubicBezTo>
                    <a:pt x="68816" y="46737"/>
                    <a:pt x="54167" y="46737"/>
                    <a:pt x="54167" y="56503"/>
                  </a:cubicBezTo>
                  <a:cubicBezTo>
                    <a:pt x="54167" y="64098"/>
                    <a:pt x="65018" y="64098"/>
                    <a:pt x="71347" y="64098"/>
                  </a:cubicBezTo>
                  <a:cubicBezTo>
                    <a:pt x="74422" y="64098"/>
                    <a:pt x="82560" y="64098"/>
                    <a:pt x="90698" y="60662"/>
                  </a:cubicBezTo>
                  <a:cubicBezTo>
                    <a:pt x="92145" y="63375"/>
                    <a:pt x="92687" y="66992"/>
                    <a:pt x="92687" y="70066"/>
                  </a:cubicBezTo>
                  <a:cubicBezTo>
                    <a:pt x="92687" y="76577"/>
                    <a:pt x="87985" y="98459"/>
                    <a:pt x="82379" y="107863"/>
                  </a:cubicBezTo>
                  <a:cubicBezTo>
                    <a:pt x="76773" y="116725"/>
                    <a:pt x="67911" y="122693"/>
                    <a:pt x="56518" y="122693"/>
                  </a:cubicBezTo>
                  <a:cubicBezTo>
                    <a:pt x="39699" y="122693"/>
                    <a:pt x="25593" y="112565"/>
                    <a:pt x="25593" y="96289"/>
                  </a:cubicBezTo>
                  <a:cubicBezTo>
                    <a:pt x="25593" y="92672"/>
                    <a:pt x="26497" y="88874"/>
                    <a:pt x="26859" y="87066"/>
                  </a:cubicBezTo>
                  <a:cubicBezTo>
                    <a:pt x="29572" y="76396"/>
                    <a:pt x="35359" y="52705"/>
                    <a:pt x="37529" y="44747"/>
                  </a:cubicBezTo>
                  <a:cubicBezTo>
                    <a:pt x="43316" y="25035"/>
                    <a:pt x="65199" y="6589"/>
                    <a:pt x="86719" y="6589"/>
                  </a:cubicBezTo>
                  <a:cubicBezTo>
                    <a:pt x="93411" y="6589"/>
                    <a:pt x="97389" y="9844"/>
                    <a:pt x="97389" y="16897"/>
                  </a:cubicBezTo>
                  <a:cubicBezTo>
                    <a:pt x="97389" y="22503"/>
                    <a:pt x="93049" y="41131"/>
                    <a:pt x="89070" y="4818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10" name="Freeform: Shape 109">
              <a:extLst>
                <a:ext uri="{FF2B5EF4-FFF2-40B4-BE49-F238E27FC236}">
                  <a16:creationId xmlns:a16="http://schemas.microsoft.com/office/drawing/2014/main" id="{F7176975-D360-417A-8DAE-2B3EB0939FC7}"/>
                </a:ext>
              </a:extLst>
            </p:cNvPr>
            <p:cNvSpPr/>
            <p:nvPr>
              <p:custDataLst>
                <p:tags r:id="rId26"/>
              </p:custDataLst>
            </p:nvPr>
          </p:nvSpPr>
          <p:spPr>
            <a:xfrm>
              <a:off x="12399832" y="6305517"/>
              <a:ext cx="93551" cy="87855"/>
            </a:xfrm>
            <a:custGeom>
              <a:avLst/>
              <a:gdLst>
                <a:gd name="connsiteX0" fmla="*/ 50159 w 93551"/>
                <a:gd name="connsiteY0" fmla="*/ 6277 h 87855"/>
                <a:gd name="connsiteX1" fmla="*/ 88770 w 93551"/>
                <a:gd name="connsiteY1" fmla="*/ 6277 h 87855"/>
                <a:gd name="connsiteX2" fmla="*/ 93833 w 93551"/>
                <a:gd name="connsiteY2" fmla="*/ 3239 h 87855"/>
                <a:gd name="connsiteX3" fmla="*/ 88770 w 93551"/>
                <a:gd name="connsiteY3" fmla="*/ 74 h 87855"/>
                <a:gd name="connsiteX4" fmla="*/ 5345 w 93551"/>
                <a:gd name="connsiteY4" fmla="*/ 74 h 87855"/>
                <a:gd name="connsiteX5" fmla="*/ 282 w 93551"/>
                <a:gd name="connsiteY5" fmla="*/ 3112 h 87855"/>
                <a:gd name="connsiteX6" fmla="*/ 5345 w 93551"/>
                <a:gd name="connsiteY6" fmla="*/ 6277 h 87855"/>
                <a:gd name="connsiteX7" fmla="*/ 43956 w 93551"/>
                <a:gd name="connsiteY7" fmla="*/ 6277 h 87855"/>
                <a:gd name="connsiteX8" fmla="*/ 43956 w 93551"/>
                <a:gd name="connsiteY8" fmla="*/ 82992 h 87855"/>
                <a:gd name="connsiteX9" fmla="*/ 47121 w 93551"/>
                <a:gd name="connsiteY9" fmla="*/ 87929 h 87855"/>
                <a:gd name="connsiteX10" fmla="*/ 50159 w 93551"/>
                <a:gd name="connsiteY10" fmla="*/ 82992 h 87855"/>
                <a:gd name="connsiteX11" fmla="*/ 50159 w 93551"/>
                <a:gd name="connsiteY11" fmla="*/ 6277 h 8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551" h="87855">
                  <a:moveTo>
                    <a:pt x="50159" y="6277"/>
                  </a:moveTo>
                  <a:lnTo>
                    <a:pt x="88770" y="6277"/>
                  </a:lnTo>
                  <a:cubicBezTo>
                    <a:pt x="90795" y="6277"/>
                    <a:pt x="93833" y="6277"/>
                    <a:pt x="93833" y="3239"/>
                  </a:cubicBezTo>
                  <a:cubicBezTo>
                    <a:pt x="93833" y="74"/>
                    <a:pt x="90922" y="74"/>
                    <a:pt x="88770" y="74"/>
                  </a:cubicBezTo>
                  <a:lnTo>
                    <a:pt x="5345" y="74"/>
                  </a:lnTo>
                  <a:cubicBezTo>
                    <a:pt x="3446" y="74"/>
                    <a:pt x="282" y="74"/>
                    <a:pt x="282" y="3112"/>
                  </a:cubicBezTo>
                  <a:cubicBezTo>
                    <a:pt x="282" y="6277"/>
                    <a:pt x="3193" y="6277"/>
                    <a:pt x="5345" y="6277"/>
                  </a:cubicBezTo>
                  <a:lnTo>
                    <a:pt x="43956" y="6277"/>
                  </a:lnTo>
                  <a:lnTo>
                    <a:pt x="43956" y="82992"/>
                  </a:lnTo>
                  <a:cubicBezTo>
                    <a:pt x="43956" y="85018"/>
                    <a:pt x="43956" y="87929"/>
                    <a:pt x="47121" y="87929"/>
                  </a:cubicBezTo>
                  <a:cubicBezTo>
                    <a:pt x="50159" y="87929"/>
                    <a:pt x="50159" y="84891"/>
                    <a:pt x="50159" y="82992"/>
                  </a:cubicBezTo>
                  <a:lnTo>
                    <a:pt x="50159" y="627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11" name="Freeform: Shape 110">
              <a:extLst>
                <a:ext uri="{FF2B5EF4-FFF2-40B4-BE49-F238E27FC236}">
                  <a16:creationId xmlns:a16="http://schemas.microsoft.com/office/drawing/2014/main" id="{8B3AC898-BDC0-4D5F-BBE4-24D600CC402D}"/>
                </a:ext>
              </a:extLst>
            </p:cNvPr>
            <p:cNvSpPr/>
            <p:nvPr>
              <p:custDataLst>
                <p:tags r:id="rId27"/>
              </p:custDataLst>
            </p:nvPr>
          </p:nvSpPr>
          <p:spPr>
            <a:xfrm>
              <a:off x="12516134" y="6393956"/>
              <a:ext cx="101816" cy="80296"/>
            </a:xfrm>
            <a:custGeom>
              <a:avLst/>
              <a:gdLst>
                <a:gd name="connsiteX0" fmla="*/ 58883 w 101816"/>
                <a:gd name="connsiteY0" fmla="*/ 35886 h 80296"/>
                <a:gd name="connsiteX1" fmla="*/ 80042 w 101816"/>
                <a:gd name="connsiteY1" fmla="*/ 12376 h 80296"/>
                <a:gd name="connsiteX2" fmla="*/ 98488 w 101816"/>
                <a:gd name="connsiteY2" fmla="*/ 8578 h 80296"/>
                <a:gd name="connsiteX3" fmla="*/ 98488 w 101816"/>
                <a:gd name="connsiteY3" fmla="*/ 78 h 80296"/>
                <a:gd name="connsiteX4" fmla="*/ 81850 w 101816"/>
                <a:gd name="connsiteY4" fmla="*/ 621 h 80296"/>
                <a:gd name="connsiteX5" fmla="*/ 63223 w 101816"/>
                <a:gd name="connsiteY5" fmla="*/ 78 h 80296"/>
                <a:gd name="connsiteX6" fmla="*/ 63223 w 101816"/>
                <a:gd name="connsiteY6" fmla="*/ 8578 h 80296"/>
                <a:gd name="connsiteX7" fmla="*/ 70095 w 101816"/>
                <a:gd name="connsiteY7" fmla="*/ 10206 h 80296"/>
                <a:gd name="connsiteX8" fmla="*/ 68648 w 101816"/>
                <a:gd name="connsiteY8" fmla="*/ 12376 h 80296"/>
                <a:gd name="connsiteX9" fmla="*/ 53457 w 101816"/>
                <a:gd name="connsiteY9" fmla="*/ 29375 h 80296"/>
                <a:gd name="connsiteX10" fmla="*/ 35734 w 101816"/>
                <a:gd name="connsiteY10" fmla="*/ 8578 h 80296"/>
                <a:gd name="connsiteX11" fmla="*/ 42968 w 101816"/>
                <a:gd name="connsiteY11" fmla="*/ 8578 h 80296"/>
                <a:gd name="connsiteX12" fmla="*/ 42968 w 101816"/>
                <a:gd name="connsiteY12" fmla="*/ 78 h 80296"/>
                <a:gd name="connsiteX13" fmla="*/ 21086 w 101816"/>
                <a:gd name="connsiteY13" fmla="*/ 621 h 80296"/>
                <a:gd name="connsiteX14" fmla="*/ 1193 w 101816"/>
                <a:gd name="connsiteY14" fmla="*/ 78 h 80296"/>
                <a:gd name="connsiteX15" fmla="*/ 1193 w 101816"/>
                <a:gd name="connsiteY15" fmla="*/ 8578 h 80296"/>
                <a:gd name="connsiteX16" fmla="*/ 14033 w 101816"/>
                <a:gd name="connsiteY16" fmla="*/ 8578 h 80296"/>
                <a:gd name="connsiteX17" fmla="*/ 42245 w 101816"/>
                <a:gd name="connsiteY17" fmla="*/ 41854 h 80296"/>
                <a:gd name="connsiteX18" fmla="*/ 18554 w 101816"/>
                <a:gd name="connsiteY18" fmla="*/ 68438 h 80296"/>
                <a:gd name="connsiteX19" fmla="*/ 288 w 101816"/>
                <a:gd name="connsiteY19" fmla="*/ 71875 h 80296"/>
                <a:gd name="connsiteX20" fmla="*/ 288 w 101816"/>
                <a:gd name="connsiteY20" fmla="*/ 80374 h 80296"/>
                <a:gd name="connsiteX21" fmla="*/ 16926 w 101816"/>
                <a:gd name="connsiteY21" fmla="*/ 79832 h 80296"/>
                <a:gd name="connsiteX22" fmla="*/ 35553 w 101816"/>
                <a:gd name="connsiteY22" fmla="*/ 80374 h 80296"/>
                <a:gd name="connsiteX23" fmla="*/ 35553 w 101816"/>
                <a:gd name="connsiteY23" fmla="*/ 71875 h 80296"/>
                <a:gd name="connsiteX24" fmla="*/ 28862 w 101816"/>
                <a:gd name="connsiteY24" fmla="*/ 69885 h 80296"/>
                <a:gd name="connsiteX25" fmla="*/ 30128 w 101816"/>
                <a:gd name="connsiteY25" fmla="*/ 68077 h 80296"/>
                <a:gd name="connsiteX26" fmla="*/ 47670 w 101816"/>
                <a:gd name="connsiteY26" fmla="*/ 48364 h 80296"/>
                <a:gd name="connsiteX27" fmla="*/ 67563 w 101816"/>
                <a:gd name="connsiteY27" fmla="*/ 71875 h 80296"/>
                <a:gd name="connsiteX28" fmla="*/ 60510 w 101816"/>
                <a:gd name="connsiteY28" fmla="*/ 71875 h 80296"/>
                <a:gd name="connsiteX29" fmla="*/ 60510 w 101816"/>
                <a:gd name="connsiteY29" fmla="*/ 80374 h 80296"/>
                <a:gd name="connsiteX30" fmla="*/ 82212 w 101816"/>
                <a:gd name="connsiteY30" fmla="*/ 79832 h 80296"/>
                <a:gd name="connsiteX31" fmla="*/ 102105 w 101816"/>
                <a:gd name="connsiteY31" fmla="*/ 80374 h 80296"/>
                <a:gd name="connsiteX32" fmla="*/ 102105 w 101816"/>
                <a:gd name="connsiteY32" fmla="*/ 71875 h 80296"/>
                <a:gd name="connsiteX33" fmla="*/ 89265 w 101816"/>
                <a:gd name="connsiteY33" fmla="*/ 71875 h 80296"/>
                <a:gd name="connsiteX34" fmla="*/ 58883 w 101816"/>
                <a:gd name="connsiteY34" fmla="*/ 35886 h 80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1816" h="80296">
                  <a:moveTo>
                    <a:pt x="58883" y="35886"/>
                  </a:moveTo>
                  <a:lnTo>
                    <a:pt x="80042" y="12376"/>
                  </a:lnTo>
                  <a:cubicBezTo>
                    <a:pt x="82393" y="9844"/>
                    <a:pt x="83478" y="8578"/>
                    <a:pt x="98488" y="8578"/>
                  </a:cubicBezTo>
                  <a:lnTo>
                    <a:pt x="98488" y="78"/>
                  </a:lnTo>
                  <a:cubicBezTo>
                    <a:pt x="92158" y="440"/>
                    <a:pt x="82754" y="621"/>
                    <a:pt x="81850" y="621"/>
                  </a:cubicBezTo>
                  <a:cubicBezTo>
                    <a:pt x="77329" y="621"/>
                    <a:pt x="68287" y="259"/>
                    <a:pt x="63223" y="78"/>
                  </a:cubicBezTo>
                  <a:lnTo>
                    <a:pt x="63223" y="8578"/>
                  </a:lnTo>
                  <a:cubicBezTo>
                    <a:pt x="65755" y="8578"/>
                    <a:pt x="67925" y="8940"/>
                    <a:pt x="70095" y="10206"/>
                  </a:cubicBezTo>
                  <a:cubicBezTo>
                    <a:pt x="69372" y="11291"/>
                    <a:pt x="69372" y="11652"/>
                    <a:pt x="68648" y="12376"/>
                  </a:cubicBezTo>
                  <a:lnTo>
                    <a:pt x="53457" y="29375"/>
                  </a:lnTo>
                  <a:lnTo>
                    <a:pt x="35734" y="8578"/>
                  </a:lnTo>
                  <a:lnTo>
                    <a:pt x="42968" y="8578"/>
                  </a:lnTo>
                  <a:lnTo>
                    <a:pt x="42968" y="78"/>
                  </a:lnTo>
                  <a:cubicBezTo>
                    <a:pt x="38266" y="259"/>
                    <a:pt x="26873" y="621"/>
                    <a:pt x="21086" y="621"/>
                  </a:cubicBezTo>
                  <a:cubicBezTo>
                    <a:pt x="15299" y="621"/>
                    <a:pt x="7161" y="259"/>
                    <a:pt x="1193" y="78"/>
                  </a:cubicBezTo>
                  <a:lnTo>
                    <a:pt x="1193" y="8578"/>
                  </a:lnTo>
                  <a:lnTo>
                    <a:pt x="14033" y="8578"/>
                  </a:lnTo>
                  <a:lnTo>
                    <a:pt x="42245" y="41854"/>
                  </a:lnTo>
                  <a:lnTo>
                    <a:pt x="18554" y="68438"/>
                  </a:lnTo>
                  <a:cubicBezTo>
                    <a:pt x="15479" y="71875"/>
                    <a:pt x="8969" y="71875"/>
                    <a:pt x="288" y="71875"/>
                  </a:cubicBezTo>
                  <a:lnTo>
                    <a:pt x="288" y="80374"/>
                  </a:lnTo>
                  <a:cubicBezTo>
                    <a:pt x="6618" y="80013"/>
                    <a:pt x="16022" y="79832"/>
                    <a:pt x="16926" y="79832"/>
                  </a:cubicBezTo>
                  <a:cubicBezTo>
                    <a:pt x="21447" y="79832"/>
                    <a:pt x="31936" y="80194"/>
                    <a:pt x="35553" y="80374"/>
                  </a:cubicBezTo>
                  <a:lnTo>
                    <a:pt x="35553" y="71875"/>
                  </a:lnTo>
                  <a:cubicBezTo>
                    <a:pt x="32298" y="71875"/>
                    <a:pt x="28862" y="70970"/>
                    <a:pt x="28862" y="69885"/>
                  </a:cubicBezTo>
                  <a:cubicBezTo>
                    <a:pt x="28862" y="69704"/>
                    <a:pt x="28862" y="69524"/>
                    <a:pt x="30128" y="68077"/>
                  </a:cubicBezTo>
                  <a:lnTo>
                    <a:pt x="47670" y="48364"/>
                  </a:lnTo>
                  <a:lnTo>
                    <a:pt x="67563" y="71875"/>
                  </a:lnTo>
                  <a:lnTo>
                    <a:pt x="60510" y="71875"/>
                  </a:lnTo>
                  <a:lnTo>
                    <a:pt x="60510" y="80374"/>
                  </a:lnTo>
                  <a:cubicBezTo>
                    <a:pt x="65212" y="80194"/>
                    <a:pt x="76244" y="79832"/>
                    <a:pt x="82212" y="79832"/>
                  </a:cubicBezTo>
                  <a:cubicBezTo>
                    <a:pt x="87999" y="79832"/>
                    <a:pt x="96137" y="80194"/>
                    <a:pt x="102105" y="80374"/>
                  </a:cubicBezTo>
                  <a:lnTo>
                    <a:pt x="102105" y="71875"/>
                  </a:lnTo>
                  <a:lnTo>
                    <a:pt x="89265" y="71875"/>
                  </a:lnTo>
                  <a:lnTo>
                    <a:pt x="58883" y="3588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12" name="Freeform: Shape 111">
              <a:extLst>
                <a:ext uri="{FF2B5EF4-FFF2-40B4-BE49-F238E27FC236}">
                  <a16:creationId xmlns:a16="http://schemas.microsoft.com/office/drawing/2014/main" id="{CD94EC1E-490B-4381-A5C9-838CE670D08B}"/>
                </a:ext>
              </a:extLst>
            </p:cNvPr>
            <p:cNvSpPr/>
            <p:nvPr>
              <p:custDataLst>
                <p:tags r:id="rId28"/>
              </p:custDataLst>
            </p:nvPr>
          </p:nvSpPr>
          <p:spPr>
            <a:xfrm>
              <a:off x="12627869" y="6445552"/>
              <a:ext cx="77347" cy="57093"/>
            </a:xfrm>
            <a:custGeom>
              <a:avLst/>
              <a:gdLst>
                <a:gd name="connsiteX0" fmla="*/ 9789 w 77347"/>
                <a:gd name="connsiteY0" fmla="*/ 47932 h 57093"/>
                <a:gd name="connsiteX1" fmla="*/ 8523 w 77347"/>
                <a:gd name="connsiteY1" fmla="*/ 53122 h 57093"/>
                <a:gd name="connsiteX2" fmla="*/ 12827 w 77347"/>
                <a:gd name="connsiteY2" fmla="*/ 57173 h 57093"/>
                <a:gd name="connsiteX3" fmla="*/ 17764 w 77347"/>
                <a:gd name="connsiteY3" fmla="*/ 54388 h 57093"/>
                <a:gd name="connsiteX4" fmla="*/ 20043 w 77347"/>
                <a:gd name="connsiteY4" fmla="*/ 46539 h 57093"/>
                <a:gd name="connsiteX5" fmla="*/ 22828 w 77347"/>
                <a:gd name="connsiteY5" fmla="*/ 35146 h 57093"/>
                <a:gd name="connsiteX6" fmla="*/ 24980 w 77347"/>
                <a:gd name="connsiteY6" fmla="*/ 26664 h 57093"/>
                <a:gd name="connsiteX7" fmla="*/ 30297 w 77347"/>
                <a:gd name="connsiteY7" fmla="*/ 15271 h 57093"/>
                <a:gd name="connsiteX8" fmla="*/ 49286 w 77347"/>
                <a:gd name="connsiteY8" fmla="*/ 3624 h 57093"/>
                <a:gd name="connsiteX9" fmla="*/ 56755 w 77347"/>
                <a:gd name="connsiteY9" fmla="*/ 12486 h 57093"/>
                <a:gd name="connsiteX10" fmla="*/ 49286 w 77347"/>
                <a:gd name="connsiteY10" fmla="*/ 39450 h 57093"/>
                <a:gd name="connsiteX11" fmla="*/ 47387 w 77347"/>
                <a:gd name="connsiteY11" fmla="*/ 46286 h 57093"/>
                <a:gd name="connsiteX12" fmla="*/ 59413 w 77347"/>
                <a:gd name="connsiteY12" fmla="*/ 57173 h 57093"/>
                <a:gd name="connsiteX13" fmla="*/ 77642 w 77347"/>
                <a:gd name="connsiteY13" fmla="*/ 37804 h 57093"/>
                <a:gd name="connsiteX14" fmla="*/ 75617 w 77347"/>
                <a:gd name="connsiteY14" fmla="*/ 36159 h 57093"/>
                <a:gd name="connsiteX15" fmla="*/ 73212 w 77347"/>
                <a:gd name="connsiteY15" fmla="*/ 38311 h 57093"/>
                <a:gd name="connsiteX16" fmla="*/ 59793 w 77347"/>
                <a:gd name="connsiteY16" fmla="*/ 53629 h 57093"/>
                <a:gd name="connsiteX17" fmla="*/ 56628 w 77347"/>
                <a:gd name="connsiteY17" fmla="*/ 49198 h 57093"/>
                <a:gd name="connsiteX18" fmla="*/ 59540 w 77347"/>
                <a:gd name="connsiteY18" fmla="*/ 38944 h 57093"/>
                <a:gd name="connsiteX19" fmla="*/ 66249 w 77347"/>
                <a:gd name="connsiteY19" fmla="*/ 14511 h 57093"/>
                <a:gd name="connsiteX20" fmla="*/ 49792 w 77347"/>
                <a:gd name="connsiteY20" fmla="*/ 80 h 57093"/>
                <a:gd name="connsiteX21" fmla="*/ 28398 w 77347"/>
                <a:gd name="connsiteY21" fmla="*/ 11600 h 57093"/>
                <a:gd name="connsiteX22" fmla="*/ 14853 w 77347"/>
                <a:gd name="connsiteY22" fmla="*/ 80 h 57093"/>
                <a:gd name="connsiteX23" fmla="*/ 4852 w 77347"/>
                <a:gd name="connsiteY23" fmla="*/ 6916 h 57093"/>
                <a:gd name="connsiteX24" fmla="*/ 294 w 77347"/>
                <a:gd name="connsiteY24" fmla="*/ 19448 h 57093"/>
                <a:gd name="connsiteX25" fmla="*/ 2447 w 77347"/>
                <a:gd name="connsiteY25" fmla="*/ 21094 h 57093"/>
                <a:gd name="connsiteX26" fmla="*/ 5232 w 77347"/>
                <a:gd name="connsiteY26" fmla="*/ 17296 h 57093"/>
                <a:gd name="connsiteX27" fmla="*/ 14473 w 77347"/>
                <a:gd name="connsiteY27" fmla="*/ 3624 h 57093"/>
                <a:gd name="connsiteX28" fmla="*/ 18650 w 77347"/>
                <a:gd name="connsiteY28" fmla="*/ 9827 h 57093"/>
                <a:gd name="connsiteX29" fmla="*/ 16625 w 77347"/>
                <a:gd name="connsiteY29" fmla="*/ 20335 h 57093"/>
                <a:gd name="connsiteX30" fmla="*/ 13840 w 77347"/>
                <a:gd name="connsiteY30" fmla="*/ 31728 h 57093"/>
                <a:gd name="connsiteX31" fmla="*/ 9789 w 77347"/>
                <a:gd name="connsiteY31" fmla="*/ 47932 h 57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347" h="57093">
                  <a:moveTo>
                    <a:pt x="9789" y="47932"/>
                  </a:moveTo>
                  <a:cubicBezTo>
                    <a:pt x="9282" y="49578"/>
                    <a:pt x="8523" y="52742"/>
                    <a:pt x="8523" y="53122"/>
                  </a:cubicBezTo>
                  <a:cubicBezTo>
                    <a:pt x="8523" y="55907"/>
                    <a:pt x="10802" y="57173"/>
                    <a:pt x="12827" y="57173"/>
                  </a:cubicBezTo>
                  <a:cubicBezTo>
                    <a:pt x="15106" y="57173"/>
                    <a:pt x="17131" y="55527"/>
                    <a:pt x="17764" y="54388"/>
                  </a:cubicBezTo>
                  <a:cubicBezTo>
                    <a:pt x="18397" y="53249"/>
                    <a:pt x="19410" y="49198"/>
                    <a:pt x="20043" y="46539"/>
                  </a:cubicBezTo>
                  <a:cubicBezTo>
                    <a:pt x="20676" y="44134"/>
                    <a:pt x="22068" y="38311"/>
                    <a:pt x="22828" y="35146"/>
                  </a:cubicBezTo>
                  <a:cubicBezTo>
                    <a:pt x="23587" y="32361"/>
                    <a:pt x="24347" y="29576"/>
                    <a:pt x="24980" y="26664"/>
                  </a:cubicBezTo>
                  <a:cubicBezTo>
                    <a:pt x="26372" y="21474"/>
                    <a:pt x="26626" y="20461"/>
                    <a:pt x="30297" y="15271"/>
                  </a:cubicBezTo>
                  <a:cubicBezTo>
                    <a:pt x="33841" y="10207"/>
                    <a:pt x="39791" y="3624"/>
                    <a:pt x="49286" y="3624"/>
                  </a:cubicBezTo>
                  <a:cubicBezTo>
                    <a:pt x="56628" y="3624"/>
                    <a:pt x="56755" y="10081"/>
                    <a:pt x="56755" y="12486"/>
                  </a:cubicBezTo>
                  <a:cubicBezTo>
                    <a:pt x="56755" y="20081"/>
                    <a:pt x="51311" y="34133"/>
                    <a:pt x="49286" y="39450"/>
                  </a:cubicBezTo>
                  <a:cubicBezTo>
                    <a:pt x="47893" y="42995"/>
                    <a:pt x="47387" y="44134"/>
                    <a:pt x="47387" y="46286"/>
                  </a:cubicBezTo>
                  <a:cubicBezTo>
                    <a:pt x="47387" y="52996"/>
                    <a:pt x="52957" y="57173"/>
                    <a:pt x="59413" y="57173"/>
                  </a:cubicBezTo>
                  <a:cubicBezTo>
                    <a:pt x="72072" y="57173"/>
                    <a:pt x="77642" y="39703"/>
                    <a:pt x="77642" y="37804"/>
                  </a:cubicBezTo>
                  <a:cubicBezTo>
                    <a:pt x="77642" y="36159"/>
                    <a:pt x="75997" y="36159"/>
                    <a:pt x="75617" y="36159"/>
                  </a:cubicBezTo>
                  <a:cubicBezTo>
                    <a:pt x="73845" y="36159"/>
                    <a:pt x="73718" y="36918"/>
                    <a:pt x="73212" y="38311"/>
                  </a:cubicBezTo>
                  <a:cubicBezTo>
                    <a:pt x="70300" y="48438"/>
                    <a:pt x="64857" y="53629"/>
                    <a:pt x="59793" y="53629"/>
                  </a:cubicBezTo>
                  <a:cubicBezTo>
                    <a:pt x="57134" y="53629"/>
                    <a:pt x="56628" y="51856"/>
                    <a:pt x="56628" y="49198"/>
                  </a:cubicBezTo>
                  <a:cubicBezTo>
                    <a:pt x="56628" y="46286"/>
                    <a:pt x="57261" y="44640"/>
                    <a:pt x="59540" y="38944"/>
                  </a:cubicBezTo>
                  <a:cubicBezTo>
                    <a:pt x="61059" y="35019"/>
                    <a:pt x="66249" y="21601"/>
                    <a:pt x="66249" y="14511"/>
                  </a:cubicBezTo>
                  <a:cubicBezTo>
                    <a:pt x="66249" y="2232"/>
                    <a:pt x="56501" y="80"/>
                    <a:pt x="49792" y="80"/>
                  </a:cubicBezTo>
                  <a:cubicBezTo>
                    <a:pt x="39285" y="80"/>
                    <a:pt x="32196" y="6536"/>
                    <a:pt x="28398" y="11600"/>
                  </a:cubicBezTo>
                  <a:cubicBezTo>
                    <a:pt x="27512" y="2865"/>
                    <a:pt x="20043" y="80"/>
                    <a:pt x="14853" y="80"/>
                  </a:cubicBezTo>
                  <a:cubicBezTo>
                    <a:pt x="9409" y="80"/>
                    <a:pt x="6497" y="4004"/>
                    <a:pt x="4852" y="6916"/>
                  </a:cubicBezTo>
                  <a:cubicBezTo>
                    <a:pt x="2067" y="11600"/>
                    <a:pt x="294" y="18815"/>
                    <a:pt x="294" y="19448"/>
                  </a:cubicBezTo>
                  <a:cubicBezTo>
                    <a:pt x="294" y="21094"/>
                    <a:pt x="2067" y="21094"/>
                    <a:pt x="2447" y="21094"/>
                  </a:cubicBezTo>
                  <a:cubicBezTo>
                    <a:pt x="4219" y="21094"/>
                    <a:pt x="4345" y="20714"/>
                    <a:pt x="5232" y="17296"/>
                  </a:cubicBezTo>
                  <a:cubicBezTo>
                    <a:pt x="7130" y="9827"/>
                    <a:pt x="9536" y="3624"/>
                    <a:pt x="14473" y="3624"/>
                  </a:cubicBezTo>
                  <a:cubicBezTo>
                    <a:pt x="17764" y="3624"/>
                    <a:pt x="18650" y="6409"/>
                    <a:pt x="18650" y="9827"/>
                  </a:cubicBezTo>
                  <a:cubicBezTo>
                    <a:pt x="18650" y="12233"/>
                    <a:pt x="17511" y="16917"/>
                    <a:pt x="16625" y="20335"/>
                  </a:cubicBezTo>
                  <a:cubicBezTo>
                    <a:pt x="15739" y="23753"/>
                    <a:pt x="14473" y="28943"/>
                    <a:pt x="13840" y="31728"/>
                  </a:cubicBezTo>
                  <a:lnTo>
                    <a:pt x="9789" y="4793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p:spTree>
    <p:extLst>
      <p:ext uri="{BB962C8B-B14F-4D97-AF65-F5344CB8AC3E}">
        <p14:creationId xmlns:p14="http://schemas.microsoft.com/office/powerpoint/2010/main" val="354518383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fade">
                                      <p:cBhvr>
                                        <p:cTn id="7" dur="500"/>
                                        <p:tgtEl>
                                          <p:spTgt spid="6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5"/>
                                        </p:tgtEl>
                                        <p:attrNameLst>
                                          <p:attrName>style.visibility</p:attrName>
                                        </p:attrNameLst>
                                      </p:cBhvr>
                                      <p:to>
                                        <p:strVal val="visible"/>
                                      </p:to>
                                    </p:set>
                                    <p:animEffect transition="in" filter="fade">
                                      <p:cBhvr>
                                        <p:cTn id="10" dur="500"/>
                                        <p:tgtEl>
                                          <p:spTgt spid="6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79"/>
                                        </p:tgtEl>
                                        <p:attrNameLst>
                                          <p:attrName>style.visibility</p:attrName>
                                        </p:attrNameLst>
                                      </p:cBhvr>
                                      <p:to>
                                        <p:strVal val="visible"/>
                                      </p:to>
                                    </p:set>
                                    <p:animEffect transition="in" filter="fade">
                                      <p:cBhvr>
                                        <p:cTn id="15" dur="500"/>
                                        <p:tgtEl>
                                          <p:spTgt spid="7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76"/>
                                        </p:tgtEl>
                                        <p:attrNameLst>
                                          <p:attrName>style.visibility</p:attrName>
                                        </p:attrNameLst>
                                      </p:cBhvr>
                                      <p:to>
                                        <p:strVal val="visible"/>
                                      </p:to>
                                    </p:set>
                                    <p:animEffect transition="in" filter="fade">
                                      <p:cBhvr>
                                        <p:cTn id="18"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65" grpId="0"/>
      <p:bldP spid="76"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3F8903-CC6D-1909-10F0-F3F199275497}"/>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BD654280-466E-EF5C-6298-85EE54A5194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A16D3BB-2317-91E9-0EBF-5AFC51AFF94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15F8CF70-CCA1-0741-CBE4-A2EE4E614CD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65" name="TextBox 64">
                <a:extLst>
                  <a:ext uri="{FF2B5EF4-FFF2-40B4-BE49-F238E27FC236}">
                    <a16:creationId xmlns:a16="http://schemas.microsoft.com/office/drawing/2014/main" id="{7948B60F-31E5-4DEA-9EB6-F0CE658D8DEC}"/>
                  </a:ext>
                </a:extLst>
              </p:cNvPr>
              <p:cNvSpPr txBox="1"/>
              <p:nvPr/>
            </p:nvSpPr>
            <p:spPr>
              <a:xfrm>
                <a:off x="5637685" y="1221170"/>
                <a:ext cx="5337840" cy="1585049"/>
              </a:xfrm>
              <a:prstGeom prst="rect">
                <a:avLst/>
              </a:prstGeom>
              <a:noFill/>
            </p:spPr>
            <p:txBody>
              <a:bodyPr wrap="square">
                <a:spAutoFit/>
              </a:bodyPr>
              <a:lstStyle/>
              <a:p>
                <a:pPr lvl="0">
                  <a:defRPr/>
                </a:pPr>
                <a:r>
                  <a:rPr lang="en-US" sz="1400" b="1">
                    <a:solidFill>
                      <a:prstClr val="black"/>
                    </a:solidFill>
                    <a:highlight>
                      <a:srgbClr val="FFC000"/>
                    </a:highlight>
                  </a:rPr>
                  <a:t>The slope is not the same across thresholds:</a:t>
                </a:r>
              </a:p>
              <a:p>
                <a:pPr marL="285750" lvl="0" indent="-285750">
                  <a:buFont typeface="Arial" panose="020B0604020202020204" pitchFamily="34" charset="0"/>
                  <a:buChar char="•"/>
                  <a:defRPr/>
                </a:pPr>
                <a:r>
                  <a:rPr lang="en-US" sz="1400" b="1">
                    <a:solidFill>
                      <a:prstClr val="black"/>
                    </a:solidFill>
                  </a:rPr>
                  <a:t>For threshold μ2: </a:t>
                </a:r>
                <a14:m>
                  <m:oMath xmlns:m="http://schemas.openxmlformats.org/officeDocument/2006/math">
                    <m:r>
                      <a:rPr kumimoji="0" lang="en-GB" sz="1400" b="1" i="1" u="none" strike="noStrike" kern="1200" cap="none" spc="0" normalizeH="0" baseline="0" noProof="0" dirty="0" smtClean="0">
                        <a:ln>
                          <a:noFill/>
                        </a:ln>
                        <a:solidFill>
                          <a:prstClr val="black"/>
                        </a:solidFill>
                        <a:effectLst/>
                        <a:uLnTx/>
                        <a:uFillTx/>
                        <a:latin typeface="Cambria Math" panose="02040503050406030204" pitchFamily="18" charset="0"/>
                      </a:rPr>
                      <m:t>−</m:t>
                    </m:r>
                    <m:r>
                      <a:rPr kumimoji="0" lang="en-GB" sz="1400" b="1" i="1" u="none" strike="noStrike" kern="1200" cap="none" spc="0" normalizeH="0" baseline="0" noProof="0" dirty="0" smtClean="0">
                        <a:ln>
                          <a:noFill/>
                        </a:ln>
                        <a:solidFill>
                          <a:prstClr val="black"/>
                        </a:solidFill>
                        <a:effectLst/>
                        <a:uLnTx/>
                        <a:uFillTx/>
                        <a:latin typeface="Cambria Math" panose="02040503050406030204" pitchFamily="18" charset="0"/>
                      </a:rPr>
                      <m:t>𝜷</m:t>
                    </m:r>
                    <m:r>
                      <a:rPr lang="en-GB" sz="1400" i="1" dirty="0" smtClean="0">
                        <a:solidFill>
                          <a:prstClr val="black"/>
                        </a:solidFill>
                        <a:latin typeface="Cambria Math" panose="02040503050406030204" pitchFamily="18" charset="0"/>
                      </a:rPr>
                      <m:t>= −1.2</m:t>
                    </m:r>
                  </m:oMath>
                </a14:m>
                <a:endParaRPr lang="en-US" sz="1400">
                  <a:solidFill>
                    <a:prstClr val="black"/>
                  </a:solidFill>
                </a:endParaRPr>
              </a:p>
              <a:p>
                <a:pPr marL="285750" lvl="0" indent="-285750">
                  <a:buFont typeface="Arial" panose="020B0604020202020204" pitchFamily="34" charset="0"/>
                  <a:buChar char="•"/>
                  <a:defRPr/>
                </a:pPr>
                <a:r>
                  <a:rPr lang="en-US" sz="1400" b="1">
                    <a:solidFill>
                      <a:prstClr val="black"/>
                    </a:solidFill>
                  </a:rPr>
                  <a:t>For threshold μ1:</a:t>
                </a:r>
                <a:r>
                  <a:rPr lang="en-GB" sz="1400">
                    <a:solidFill>
                      <a:prstClr val="black"/>
                    </a:solidFill>
                  </a:rPr>
                  <a:t> </a:t>
                </a:r>
                <a14:m>
                  <m:oMath xmlns:m="http://schemas.openxmlformats.org/officeDocument/2006/math">
                    <m:r>
                      <a:rPr lang="en-GB" sz="1400" b="1" i="1" dirty="0" smtClean="0">
                        <a:solidFill>
                          <a:prstClr val="black"/>
                        </a:solidFill>
                        <a:latin typeface="Cambria Math" panose="02040503050406030204" pitchFamily="18" charset="0"/>
                      </a:rPr>
                      <m:t>−</m:t>
                    </m:r>
                    <m:r>
                      <a:rPr lang="en-GB" sz="1400" b="1" i="1" dirty="0" smtClean="0">
                        <a:solidFill>
                          <a:prstClr val="black"/>
                        </a:solidFill>
                        <a:latin typeface="Cambria Math" panose="02040503050406030204" pitchFamily="18" charset="0"/>
                      </a:rPr>
                      <m:t>𝜷</m:t>
                    </m:r>
                    <m:r>
                      <a:rPr lang="en-GB" sz="1400" i="1" dirty="0" smtClean="0">
                        <a:solidFill>
                          <a:prstClr val="black"/>
                        </a:solidFill>
                        <a:latin typeface="Cambria Math" panose="02040503050406030204" pitchFamily="18" charset="0"/>
                      </a:rPr>
                      <m:t>=</m:t>
                    </m:r>
                    <m:r>
                      <a:rPr lang="en-GB" sz="1400" b="0" i="1" dirty="0" smtClean="0">
                        <a:solidFill>
                          <a:prstClr val="black"/>
                        </a:solidFill>
                        <a:latin typeface="Cambria Math" panose="02040503050406030204" pitchFamily="18" charset="0"/>
                      </a:rPr>
                      <m:t>2.5</m:t>
                    </m:r>
                  </m:oMath>
                </a14:m>
                <a:endParaRPr lang="en-GB" sz="1400">
                  <a:solidFill>
                    <a:prstClr val="black"/>
                  </a:solidFill>
                </a:endParaRPr>
              </a:p>
              <a:p>
                <a:pPr lvl="0">
                  <a:defRPr/>
                </a:pPr>
                <a:endParaRPr lang="en-GB" sz="1100">
                  <a:solidFill>
                    <a:schemeClr val="bg1">
                      <a:lumMod val="75000"/>
                    </a:schemeClr>
                  </a:solidFill>
                </a:endParaRPr>
              </a:p>
              <a:p>
                <a:pPr marL="285750" lvl="0" indent="-285750">
                  <a:buFont typeface="Arial" panose="020B0604020202020204" pitchFamily="34" charset="0"/>
                  <a:buChar char="•"/>
                  <a:defRPr/>
                </a:pPr>
                <a:r>
                  <a:rPr lang="en-US" sz="1100">
                    <a:solidFill>
                      <a:schemeClr val="bg1">
                        <a:lumMod val="75000"/>
                      </a:schemeClr>
                    </a:solidFill>
                  </a:rPr>
                  <a:t>Since β for threshold 1 is positive (1.2), the logit of P(</a:t>
                </a:r>
                <a:r>
                  <a:rPr lang="en-US" sz="1100" err="1">
                    <a:solidFill>
                      <a:schemeClr val="bg1">
                        <a:lumMod val="75000"/>
                      </a:schemeClr>
                    </a:solidFill>
                  </a:rPr>
                  <a:t>Y≤j</a:t>
                </a:r>
                <a:r>
                  <a:rPr lang="en-US" sz="1100">
                    <a:solidFill>
                      <a:schemeClr val="bg1">
                        <a:lumMod val="75000"/>
                      </a:schemeClr>
                    </a:solidFill>
                  </a:rPr>
                  <a:t>) is decreasing with respect to X. </a:t>
                </a:r>
              </a:p>
              <a:p>
                <a:pPr marL="285750" lvl="0" indent="-285750">
                  <a:buFont typeface="Arial" panose="020B0604020202020204" pitchFamily="34" charset="0"/>
                  <a:buChar char="•"/>
                  <a:defRPr/>
                </a:pPr>
                <a:r>
                  <a:rPr lang="en-US" sz="1100">
                    <a:solidFill>
                      <a:schemeClr val="bg1">
                        <a:lumMod val="75000"/>
                      </a:schemeClr>
                    </a:solidFill>
                  </a:rPr>
                  <a:t>However, in this case, the slope at threshold 2 is positive (+2.5), indicating that the logit of P(</a:t>
                </a:r>
                <a:r>
                  <a:rPr lang="en-US" sz="1100" err="1">
                    <a:solidFill>
                      <a:schemeClr val="bg1">
                        <a:lumMod val="75000"/>
                      </a:schemeClr>
                    </a:solidFill>
                  </a:rPr>
                  <a:t>Y≤j</a:t>
                </a:r>
                <a:r>
                  <a:rPr lang="en-US" sz="1100">
                    <a:solidFill>
                      <a:schemeClr val="bg1">
                        <a:lumMod val="75000"/>
                      </a:schemeClr>
                    </a:solidFill>
                  </a:rPr>
                  <a:t>) behaves differently across thresholds.</a:t>
                </a:r>
              </a:p>
            </p:txBody>
          </p:sp>
        </mc:Choice>
        <mc:Fallback xmlns="">
          <p:sp>
            <p:nvSpPr>
              <p:cNvPr id="65" name="TextBox 64">
                <a:extLst>
                  <a:ext uri="{FF2B5EF4-FFF2-40B4-BE49-F238E27FC236}">
                    <a16:creationId xmlns:a16="http://schemas.microsoft.com/office/drawing/2014/main" id="{7948B60F-31E5-4DEA-9EB6-F0CE658D8DEC}"/>
                  </a:ext>
                </a:extLst>
              </p:cNvPr>
              <p:cNvSpPr txBox="1">
                <a:spLocks noRot="1" noChangeAspect="1" noMove="1" noResize="1" noEditPoints="1" noAdjustHandles="1" noChangeArrowheads="1" noChangeShapeType="1" noTextEdit="1"/>
              </p:cNvSpPr>
              <p:nvPr/>
            </p:nvSpPr>
            <p:spPr>
              <a:xfrm>
                <a:off x="5637685" y="1221170"/>
                <a:ext cx="5337840" cy="1585049"/>
              </a:xfrm>
              <a:prstGeom prst="rect">
                <a:avLst/>
              </a:prstGeom>
              <a:blipFill>
                <a:blip r:embed="rId3"/>
                <a:stretch>
                  <a:fillRect l="-343" t="-385" r="-343" b="-1538"/>
                </a:stretch>
              </a:blipFill>
            </p:spPr>
            <p:txBody>
              <a:bodyPr/>
              <a:lstStyle/>
              <a:p>
                <a:r>
                  <a:rPr lang="en-US">
                    <a:noFill/>
                  </a:rPr>
                  <a:t> </a:t>
                </a:r>
              </a:p>
            </p:txBody>
          </p:sp>
        </mc:Fallback>
      </mc:AlternateContent>
      <p:sp>
        <p:nvSpPr>
          <p:cNvPr id="76" name="TextBox 75">
            <a:extLst>
              <a:ext uri="{FF2B5EF4-FFF2-40B4-BE49-F238E27FC236}">
                <a16:creationId xmlns:a16="http://schemas.microsoft.com/office/drawing/2014/main" id="{9870914F-073B-4BC3-8EA5-FDBDE69E352A}"/>
              </a:ext>
            </a:extLst>
          </p:cNvPr>
          <p:cNvSpPr txBox="1"/>
          <p:nvPr/>
        </p:nvSpPr>
        <p:spPr>
          <a:xfrm>
            <a:off x="5637685" y="2867326"/>
            <a:ext cx="5337840" cy="2031325"/>
          </a:xfrm>
          <a:prstGeom prst="rect">
            <a:avLst/>
          </a:prstGeom>
          <a:noFill/>
        </p:spPr>
        <p:txBody>
          <a:bodyPr wrap="square">
            <a:spAutoFit/>
          </a:bodyPr>
          <a:lstStyle/>
          <a:p>
            <a:pPr lvl="0">
              <a:defRPr/>
            </a:pPr>
            <a:r>
              <a:rPr lang="en-US" sz="1400">
                <a:solidFill>
                  <a:prstClr val="black"/>
                </a:solidFill>
              </a:rPr>
              <a:t>In this situation, the ordered logit model is not suitable for studying the dependent variable, because the model estimates a single coefficient β for all cut‑points.</a:t>
            </a:r>
          </a:p>
          <a:p>
            <a:pPr lvl="0">
              <a:defRPr/>
            </a:pPr>
            <a:endParaRPr lang="en-US" sz="1400" b="1">
              <a:solidFill>
                <a:prstClr val="black"/>
              </a:solidFill>
              <a:highlight>
                <a:srgbClr val="FFC000"/>
              </a:highlight>
            </a:endParaRPr>
          </a:p>
          <a:p>
            <a:pPr lvl="0">
              <a:defRPr/>
            </a:pPr>
            <a:r>
              <a:rPr lang="en-US" sz="1400" b="1">
                <a:solidFill>
                  <a:prstClr val="black"/>
                </a:solidFill>
                <a:highlight>
                  <a:srgbClr val="FFC000"/>
                </a:highlight>
              </a:rPr>
              <a:t>If the true slopes differ, the single estimated slope becomes an average that fits poorly at the extremes of the ordinal scale.</a:t>
            </a:r>
          </a:p>
          <a:p>
            <a:pPr lvl="0">
              <a:defRPr/>
            </a:pPr>
            <a:endParaRPr lang="en-GB" sz="1400">
              <a:solidFill>
                <a:prstClr val="black"/>
              </a:solidFill>
            </a:endParaRPr>
          </a:p>
          <a:p>
            <a:pPr lvl="0">
              <a:defRPr/>
            </a:pPr>
            <a:r>
              <a:rPr lang="en-US" sz="1400">
                <a:solidFill>
                  <a:prstClr val="black"/>
                </a:solidFill>
              </a:rPr>
              <a:t>When this happens, one must make decisions about the model's application:</a:t>
            </a:r>
          </a:p>
        </p:txBody>
      </p:sp>
      <p:grpSp>
        <p:nvGrpSpPr>
          <p:cNvPr id="723" name="Group 722">
            <a:extLst>
              <a:ext uri="{FF2B5EF4-FFF2-40B4-BE49-F238E27FC236}">
                <a16:creationId xmlns:a16="http://schemas.microsoft.com/office/drawing/2014/main" id="{45F5799F-38BD-4178-B3F1-17E1F1400576}"/>
              </a:ext>
            </a:extLst>
          </p:cNvPr>
          <p:cNvGrpSpPr/>
          <p:nvPr/>
        </p:nvGrpSpPr>
        <p:grpSpPr>
          <a:xfrm>
            <a:off x="920735" y="1544387"/>
            <a:ext cx="4953000" cy="4757438"/>
            <a:chOff x="920735" y="1544387"/>
            <a:chExt cx="4953000" cy="4757438"/>
          </a:xfrm>
        </p:grpSpPr>
        <p:sp>
          <p:nvSpPr>
            <p:cNvPr id="796" name="Freeform: Shape 795">
              <a:extLst>
                <a:ext uri="{FF2B5EF4-FFF2-40B4-BE49-F238E27FC236}">
                  <a16:creationId xmlns:a16="http://schemas.microsoft.com/office/drawing/2014/main" id="{F0C8E6B0-7C8F-413A-8B8B-40B906F63473}"/>
                </a:ext>
              </a:extLst>
            </p:cNvPr>
            <p:cNvSpPr/>
            <p:nvPr/>
          </p:nvSpPr>
          <p:spPr>
            <a:xfrm>
              <a:off x="2302287" y="6165482"/>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4B8BBE"/>
              </a:solidFill>
              <a:prstDash val="solid"/>
              <a:round/>
            </a:ln>
          </p:spPr>
          <p:txBody>
            <a:bodyPr rtlCol="0" anchor="ctr"/>
            <a:lstStyle/>
            <a:p>
              <a:endParaRPr lang="en-GB"/>
            </a:p>
          </p:txBody>
        </p:sp>
        <p:sp>
          <p:nvSpPr>
            <p:cNvPr id="797" name="Freeform: Shape 796">
              <a:extLst>
                <a:ext uri="{FF2B5EF4-FFF2-40B4-BE49-F238E27FC236}">
                  <a16:creationId xmlns:a16="http://schemas.microsoft.com/office/drawing/2014/main" id="{01A8E085-9759-40AB-B43D-17F30E4B047C}"/>
                </a:ext>
              </a:extLst>
            </p:cNvPr>
            <p:cNvSpPr/>
            <p:nvPr/>
          </p:nvSpPr>
          <p:spPr>
            <a:xfrm>
              <a:off x="3587264" y="6149983"/>
              <a:ext cx="150694" cy="10900"/>
            </a:xfrm>
            <a:custGeom>
              <a:avLst/>
              <a:gdLst>
                <a:gd name="connsiteX0" fmla="*/ 0 w 150694"/>
                <a:gd name="connsiteY0" fmla="*/ 0 h 10900"/>
                <a:gd name="connsiteX1" fmla="*/ 150695 w 150694"/>
                <a:gd name="connsiteY1" fmla="*/ 0 h 10900"/>
              </a:gdLst>
              <a:ahLst/>
              <a:cxnLst>
                <a:cxn ang="0">
                  <a:pos x="connsiteX0" y="connsiteY0"/>
                </a:cxn>
                <a:cxn ang="0">
                  <a:pos x="connsiteX1" y="connsiteY1"/>
                </a:cxn>
              </a:cxnLst>
              <a:rect l="l" t="t" r="r" b="b"/>
              <a:pathLst>
                <a:path w="150694" h="10900">
                  <a:moveTo>
                    <a:pt x="0" y="0"/>
                  </a:moveTo>
                  <a:lnTo>
                    <a:pt x="150695" y="0"/>
                  </a:lnTo>
                </a:path>
              </a:pathLst>
            </a:custGeom>
            <a:noFill/>
            <a:ln w="27876" cap="flat">
              <a:solidFill>
                <a:srgbClr val="FF0000"/>
              </a:solidFill>
              <a:prstDash val="solid"/>
              <a:round/>
            </a:ln>
          </p:spPr>
          <p:txBody>
            <a:bodyPr rtlCol="0" anchor="ctr"/>
            <a:lstStyle/>
            <a:p>
              <a:endParaRPr lang="en-GB"/>
            </a:p>
          </p:txBody>
        </p:sp>
        <p:sp>
          <p:nvSpPr>
            <p:cNvPr id="751" name="TextBox 750">
              <a:extLst>
                <a:ext uri="{FF2B5EF4-FFF2-40B4-BE49-F238E27FC236}">
                  <a16:creationId xmlns:a16="http://schemas.microsoft.com/office/drawing/2014/main" id="{7D844C1B-9FC2-4578-BED7-4275FC2EC08A}"/>
                </a:ext>
              </a:extLst>
            </p:cNvPr>
            <p:cNvSpPr txBox="1"/>
            <p:nvPr/>
          </p:nvSpPr>
          <p:spPr>
            <a:xfrm>
              <a:off x="920735" y="1544387"/>
              <a:ext cx="4953000" cy="276999"/>
            </a:xfrm>
            <a:prstGeom prst="rect">
              <a:avLst/>
            </a:prstGeom>
            <a:noFill/>
          </p:spPr>
          <p:txBody>
            <a:bodyPr wrap="square">
              <a:spAutoFit/>
            </a:bodyPr>
            <a:lstStyle/>
            <a:p>
              <a:r>
                <a:rPr lang="en-US" sz="1200" b="1" noProof="0"/>
                <a:t>Visualizing the Proportional Odds Assumption</a:t>
              </a:r>
            </a:p>
          </p:txBody>
        </p:sp>
        <mc:AlternateContent xmlns:mc="http://schemas.openxmlformats.org/markup-compatibility/2006" xmlns:a14="http://schemas.microsoft.com/office/drawing/2010/main">
          <mc:Choice Requires="a14">
            <p:sp>
              <p:nvSpPr>
                <p:cNvPr id="752" name="TextBox 751">
                  <a:extLst>
                    <a:ext uri="{FF2B5EF4-FFF2-40B4-BE49-F238E27FC236}">
                      <a16:creationId xmlns:a16="http://schemas.microsoft.com/office/drawing/2014/main" id="{DB04E7F3-8EAC-4329-A609-D9D5CCA99AA9}"/>
                    </a:ext>
                  </a:extLst>
                </p:cNvPr>
                <p:cNvSpPr txBox="1"/>
                <p:nvPr/>
              </p:nvSpPr>
              <p:spPr>
                <a:xfrm rot="16200000">
                  <a:off x="-782425" y="3650880"/>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m:rPr>
                            <m:sty m:val="p"/>
                          </m:rPr>
                          <a:rPr lang="en-GB" sz="1050" b="1" i="1" dirty="0" smtClean="0">
                            <a:latin typeface="Cambria Math" panose="02040503050406030204" pitchFamily="18" charset="0"/>
                          </a:rPr>
                          <m:t>ln</m:t>
                        </m:r>
                        <m:r>
                          <a:rPr lang="en-GB" sz="1050" b="1" i="1" dirty="0" smtClean="0">
                            <a:latin typeface="Cambria Math" panose="02040503050406030204" pitchFamily="18" charset="0"/>
                          </a:rPr>
                          <m:t>⁡[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 / (</m:t>
                        </m:r>
                        <m:r>
                          <a:rPr lang="en-GB" sz="1050" b="1" i="1" dirty="0" smtClean="0">
                            <a:latin typeface="Cambria Math" panose="02040503050406030204" pitchFamily="18" charset="0"/>
                          </a:rPr>
                          <m:t>𝑷</m:t>
                        </m:r>
                        <m:r>
                          <a:rPr lang="en-GB" sz="1050" b="1" i="1" dirty="0" smtClean="0">
                            <a:latin typeface="Cambria Math" panose="02040503050406030204" pitchFamily="18" charset="0"/>
                          </a:rPr>
                          <m:t> </m:t>
                        </m:r>
                        <m:d>
                          <m:dPr>
                            <m:ctrlPr>
                              <a:rPr lang="en-GB" sz="1050" b="1" i="1" dirty="0" smtClean="0">
                                <a:latin typeface="Cambria Math" panose="02040503050406030204" pitchFamily="18" charset="0"/>
                              </a:rPr>
                            </m:ctrlPr>
                          </m:dPr>
                          <m:e>
                            <m:r>
                              <a:rPr lang="en-GB" sz="1050" b="1" i="1" dirty="0" smtClean="0">
                                <a:latin typeface="Cambria Math" panose="02040503050406030204" pitchFamily="18" charset="0"/>
                              </a:rPr>
                              <m:t>𝒀</m:t>
                            </m:r>
                            <m:r>
                              <a:rPr lang="en-GB" sz="1050" b="1" i="1" dirty="0" smtClean="0">
                                <a:latin typeface="Cambria Math" panose="02040503050406030204" pitchFamily="18" charset="0"/>
                              </a:rPr>
                              <m:t> &gt;</m:t>
                            </m:r>
                            <m:r>
                              <a:rPr lang="en-GB" sz="1050" b="1" i="1" dirty="0" smtClean="0">
                                <a:latin typeface="Cambria Math" panose="02040503050406030204" pitchFamily="18" charset="0"/>
                              </a:rPr>
                              <m:t>𝒋</m:t>
                            </m:r>
                          </m:e>
                        </m:d>
                        <m:r>
                          <a:rPr lang="en-GB" sz="1050" b="1" i="1" dirty="0" smtClean="0">
                            <a:latin typeface="Cambria Math" panose="02040503050406030204" pitchFamily="18" charset="0"/>
                          </a:rPr>
                          <m:t>)</m:t>
                        </m:r>
                      </m:oMath>
                    </m:oMathPara>
                  </a14:m>
                  <a:endParaRPr lang="en-GB" sz="1050" b="1" noProof="0"/>
                </a:p>
              </p:txBody>
            </p:sp>
          </mc:Choice>
          <mc:Fallback xmlns="">
            <p:sp>
              <p:nvSpPr>
                <p:cNvPr id="752" name="TextBox 751">
                  <a:extLst>
                    <a:ext uri="{FF2B5EF4-FFF2-40B4-BE49-F238E27FC236}">
                      <a16:creationId xmlns:a16="http://schemas.microsoft.com/office/drawing/2014/main" id="{DB04E7F3-8EAC-4329-A609-D9D5CCA99AA9}"/>
                    </a:ext>
                  </a:extLst>
                </p:cNvPr>
                <p:cNvSpPr txBox="1">
                  <a:spLocks noRot="1" noChangeAspect="1" noMove="1" noResize="1" noEditPoints="1" noAdjustHandles="1" noChangeArrowheads="1" noChangeShapeType="1" noTextEdit="1"/>
                </p:cNvSpPr>
                <p:nvPr/>
              </p:nvSpPr>
              <p:spPr>
                <a:xfrm rot="16200000">
                  <a:off x="-782425" y="3650880"/>
                  <a:ext cx="3925501" cy="261610"/>
                </a:xfrm>
                <a:prstGeom prst="rect">
                  <a:avLst/>
                </a:prstGeom>
                <a:blipFill>
                  <a:blip r:embed="rId4"/>
                  <a:stretch>
                    <a:fillRect r="-4651"/>
                  </a:stretch>
                </a:blipFill>
              </p:spPr>
              <p:txBody>
                <a:bodyPr/>
                <a:lstStyle/>
                <a:p>
                  <a:r>
                    <a:rPr lang="en-US">
                      <a:noFill/>
                    </a:rPr>
                    <a:t> </a:t>
                  </a:r>
                </a:p>
              </p:txBody>
            </p:sp>
          </mc:Fallback>
        </mc:AlternateContent>
        <p:sp>
          <p:nvSpPr>
            <p:cNvPr id="754" name="TextBox 753">
              <a:extLst>
                <a:ext uri="{FF2B5EF4-FFF2-40B4-BE49-F238E27FC236}">
                  <a16:creationId xmlns:a16="http://schemas.microsoft.com/office/drawing/2014/main" id="{FE89F4D5-9A8E-4933-88DC-D132D6D16DEA}"/>
                </a:ext>
              </a:extLst>
            </p:cNvPr>
            <p:cNvSpPr txBox="1"/>
            <p:nvPr/>
          </p:nvSpPr>
          <p:spPr>
            <a:xfrm>
              <a:off x="1587908" y="6023056"/>
              <a:ext cx="1075316" cy="276999"/>
            </a:xfrm>
            <a:prstGeom prst="rect">
              <a:avLst/>
            </a:prstGeom>
            <a:noFill/>
          </p:spPr>
          <p:txBody>
            <a:bodyPr wrap="square">
              <a:spAutoFit/>
            </a:bodyPr>
            <a:lstStyle/>
            <a:p>
              <a:r>
                <a:rPr lang="en-GB" sz="1200" b="1" noProof="0"/>
                <a:t>Umbral</a:t>
              </a:r>
            </a:p>
          </p:txBody>
        </p:sp>
        <mc:AlternateContent xmlns:mc="http://schemas.openxmlformats.org/markup-compatibility/2006" xmlns:a14="http://schemas.microsoft.com/office/drawing/2010/main">
          <mc:Choice Requires="a14">
            <p:sp>
              <p:nvSpPr>
                <p:cNvPr id="755" name="TextBox 754">
                  <a:extLst>
                    <a:ext uri="{FF2B5EF4-FFF2-40B4-BE49-F238E27FC236}">
                      <a16:creationId xmlns:a16="http://schemas.microsoft.com/office/drawing/2014/main" id="{451BB85F-0FC7-4545-8861-2425EDD8D26C}"/>
                    </a:ext>
                  </a:extLst>
                </p:cNvPr>
                <p:cNvSpPr txBox="1"/>
                <p:nvPr/>
              </p:nvSpPr>
              <p:spPr>
                <a:xfrm>
                  <a:off x="2431254" y="6023056"/>
                  <a:ext cx="1189687" cy="274755"/>
                </a:xfrm>
                <a:prstGeom prst="rect">
                  <a:avLst/>
                </a:prstGeom>
                <a:noFill/>
              </p:spPr>
              <p:txBody>
                <a:bodyPr wrap="square">
                  <a:spAutoFit/>
                </a:bodyPr>
                <a:lstStyle>
                  <a:defPPr>
                    <a:defRPr lang="en-US"/>
                  </a:defPPr>
                  <a:lvl1pPr algn="ctr">
                    <a:defRPr sz="1050" b="0" i="1">
                      <a:latin typeface="Cambria Math" panose="02040503050406030204" pitchFamily="18" charset="0"/>
                    </a:defRPr>
                  </a:lvl1p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𝜇</m:t>
                        </m:r>
                        <m:r>
                          <a:rPr lang="en-GB" dirty="0" smtClean="0">
                            <a:latin typeface="Cambria Math" panose="02040503050406030204" pitchFamily="18" charset="0"/>
                          </a:rPr>
                          <m:t>1 </m:t>
                        </m:r>
                        <m:d>
                          <m:dPr>
                            <m:ctrlPr>
                              <a:rPr lang="en-GB" i="1" dirty="0" smtClean="0">
                                <a:latin typeface="Cambria Math" panose="02040503050406030204" pitchFamily="18" charset="0"/>
                              </a:rPr>
                            </m:ctrlPr>
                          </m:dPr>
                          <m:e>
                            <m:r>
                              <a:rPr lang="en-GB" dirty="0" smtClean="0">
                                <a:latin typeface="Cambria Math" panose="02040503050406030204" pitchFamily="18" charset="0"/>
                              </a:rPr>
                              <m:t>𝑃</m:t>
                            </m:r>
                            <m:r>
                              <a:rPr lang="en-GB" dirty="0" smtClean="0">
                                <a:latin typeface="Cambria Math" panose="02040503050406030204" pitchFamily="18" charset="0"/>
                              </a:rPr>
                              <m:t> </m:t>
                            </m:r>
                            <m:d>
                              <m:dPr>
                                <m:ctrlPr>
                                  <a:rPr lang="en-GB" i="1" dirty="0" smtClean="0">
                                    <a:latin typeface="Cambria Math" panose="02040503050406030204" pitchFamily="18" charset="0"/>
                                  </a:rPr>
                                </m:ctrlPr>
                              </m:dPr>
                              <m:e>
                                <m:r>
                                  <a:rPr lang="en-GB" dirty="0" smtClean="0">
                                    <a:latin typeface="Cambria Math" panose="02040503050406030204" pitchFamily="18" charset="0"/>
                                  </a:rPr>
                                  <m:t> </m:t>
                                </m:r>
                                <m:r>
                                  <a:rPr lang="en-GB" dirty="0" smtClean="0">
                                    <a:latin typeface="Cambria Math" panose="02040503050406030204" pitchFamily="18" charset="0"/>
                                  </a:rPr>
                                  <m:t>𝑌</m:t>
                                </m:r>
                                <m:r>
                                  <a:rPr lang="en-GB" dirty="0" smtClean="0">
                                    <a:latin typeface="Cambria Math" panose="02040503050406030204" pitchFamily="18" charset="0"/>
                                  </a:rPr>
                                  <m:t> ≤1</m:t>
                                </m:r>
                              </m:e>
                            </m:d>
                          </m:e>
                        </m:d>
                      </m:oMath>
                    </m:oMathPara>
                  </a14:m>
                  <a:endParaRPr lang="en-GB"/>
                </a:p>
              </p:txBody>
            </p:sp>
          </mc:Choice>
          <mc:Fallback xmlns="">
            <p:sp>
              <p:nvSpPr>
                <p:cNvPr id="755" name="TextBox 754">
                  <a:extLst>
                    <a:ext uri="{FF2B5EF4-FFF2-40B4-BE49-F238E27FC236}">
                      <a16:creationId xmlns:a16="http://schemas.microsoft.com/office/drawing/2014/main" id="{451BB85F-0FC7-4545-8861-2425EDD8D26C}"/>
                    </a:ext>
                  </a:extLst>
                </p:cNvPr>
                <p:cNvSpPr txBox="1">
                  <a:spLocks noRot="1" noChangeAspect="1" noMove="1" noResize="1" noEditPoints="1" noAdjustHandles="1" noChangeArrowheads="1" noChangeShapeType="1" noTextEdit="1"/>
                </p:cNvSpPr>
                <p:nvPr/>
              </p:nvSpPr>
              <p:spPr>
                <a:xfrm>
                  <a:off x="2431254" y="6023056"/>
                  <a:ext cx="1189687" cy="274755"/>
                </a:xfrm>
                <a:prstGeom prst="rect">
                  <a:avLst/>
                </a:prstGeom>
                <a:blipFill>
                  <a:blip r:embed="rId5"/>
                  <a:stretch>
                    <a:fillRect/>
                  </a:stretch>
                </a:blipFill>
              </p:spPr>
              <p:txBody>
                <a:bodyPr/>
                <a:lstStyle/>
                <a:p>
                  <a:r>
                    <a:rPr lang="en-US">
                      <a:noFill/>
                    </a:rPr>
                    <a:t> </a:t>
                  </a:r>
                </a:p>
              </p:txBody>
            </p:sp>
          </mc:Fallback>
        </mc:AlternateContent>
        <p:sp>
          <p:nvSpPr>
            <p:cNvPr id="1210" name="Rectangle 1209">
              <a:extLst>
                <a:ext uri="{FF2B5EF4-FFF2-40B4-BE49-F238E27FC236}">
                  <a16:creationId xmlns:a16="http://schemas.microsoft.com/office/drawing/2014/main" id="{7439E58F-D885-4E79-BEAC-EBA0BDF8695C}"/>
                </a:ext>
              </a:extLst>
            </p:cNvPr>
            <p:cNvSpPr/>
            <p:nvPr/>
          </p:nvSpPr>
          <p:spPr>
            <a:xfrm>
              <a:off x="3745122" y="6047909"/>
              <a:ext cx="1048685" cy="253916"/>
            </a:xfrm>
            <a:prstGeom prst="rect">
              <a:avLst/>
            </a:prstGeom>
            <a:noFill/>
          </p:spPr>
          <p:txBody>
            <a:bodyPr wrap="square">
              <a:spAutoFit/>
            </a:bodyPr>
            <a:lstStyle/>
            <a:p>
              <a:pPr algn="ctr"/>
              <a:r>
                <a:rPr lang="en-GB" sz="1050">
                  <a:latin typeface="Cambria Math" panose="02040503050406030204" pitchFamily="18" charset="0"/>
                </a:rPr>
                <a:t>𝝁2 (𝑷 ( 𝒀 ≤2))</a:t>
              </a:r>
            </a:p>
          </p:txBody>
        </p:sp>
        <mc:AlternateContent xmlns:mc="http://schemas.openxmlformats.org/markup-compatibility/2006" xmlns:a14="http://schemas.microsoft.com/office/drawing/2010/main">
          <mc:Choice Requires="a14">
            <p:sp>
              <p:nvSpPr>
                <p:cNvPr id="758" name="TextBox 757">
                  <a:extLst>
                    <a:ext uri="{FF2B5EF4-FFF2-40B4-BE49-F238E27FC236}">
                      <a16:creationId xmlns:a16="http://schemas.microsoft.com/office/drawing/2014/main" id="{6B60C5C9-E11C-4471-9D0E-209ABCAD1F41}"/>
                    </a:ext>
                  </a:extLst>
                </p:cNvPr>
                <p:cNvSpPr txBox="1"/>
                <p:nvPr/>
              </p:nvSpPr>
              <p:spPr>
                <a:xfrm>
                  <a:off x="1305105" y="5788782"/>
                  <a:ext cx="3925501" cy="261610"/>
                </a:xfrm>
                <a:prstGeom prst="rect">
                  <a:avLst/>
                </a:prstGeom>
                <a:noFill/>
              </p:spPr>
              <p:txBody>
                <a:bodyPr wrap="square">
                  <a:spAutoFit/>
                </a:bodyPr>
                <a:lstStyle/>
                <a:p>
                  <a:pPr algn="ctr"/>
                  <a14:m>
                    <m:oMathPara xmlns:m="http://schemas.openxmlformats.org/officeDocument/2006/math">
                      <m:oMathParaPr>
                        <m:jc m:val="centerGroup"/>
                      </m:oMathParaPr>
                      <m:oMath xmlns:m="http://schemas.openxmlformats.org/officeDocument/2006/math">
                        <m:r>
                          <a:rPr lang="en-GB" sz="1050" b="1" i="1" dirty="0" smtClean="0">
                            <a:latin typeface="Cambria Math" panose="02040503050406030204" pitchFamily="18" charset="0"/>
                          </a:rPr>
                          <m:t>𝑿</m:t>
                        </m:r>
                      </m:oMath>
                    </m:oMathPara>
                  </a14:m>
                  <a:endParaRPr lang="en-GB" sz="1050" b="1" noProof="0"/>
                </a:p>
              </p:txBody>
            </p:sp>
          </mc:Choice>
          <mc:Fallback xmlns="">
            <p:sp>
              <p:nvSpPr>
                <p:cNvPr id="758" name="TextBox 757">
                  <a:extLst>
                    <a:ext uri="{FF2B5EF4-FFF2-40B4-BE49-F238E27FC236}">
                      <a16:creationId xmlns:a16="http://schemas.microsoft.com/office/drawing/2014/main" id="{6B60C5C9-E11C-4471-9D0E-209ABCAD1F41}"/>
                    </a:ext>
                  </a:extLst>
                </p:cNvPr>
                <p:cNvSpPr txBox="1">
                  <a:spLocks noRot="1" noChangeAspect="1" noMove="1" noResize="1" noEditPoints="1" noAdjustHandles="1" noChangeArrowheads="1" noChangeShapeType="1" noTextEdit="1"/>
                </p:cNvSpPr>
                <p:nvPr/>
              </p:nvSpPr>
              <p:spPr>
                <a:xfrm>
                  <a:off x="1305105" y="5788782"/>
                  <a:ext cx="3925501" cy="261610"/>
                </a:xfrm>
                <a:prstGeom prst="rect">
                  <a:avLst/>
                </a:prstGeom>
                <a:blipFill>
                  <a:blip r:embed="rId6"/>
                  <a:stretch>
                    <a:fillRect/>
                  </a:stretch>
                </a:blipFill>
              </p:spPr>
              <p:txBody>
                <a:bodyPr/>
                <a:lstStyle/>
                <a:p>
                  <a:r>
                    <a:rPr lang="en-US">
                      <a:noFill/>
                    </a:rPr>
                    <a:t> </a:t>
                  </a:r>
                </a:p>
              </p:txBody>
            </p:sp>
          </mc:Fallback>
        </mc:AlternateContent>
        <p:sp>
          <p:nvSpPr>
            <p:cNvPr id="9" name="Freeform: Shape 8">
              <a:extLst>
                <a:ext uri="{FF2B5EF4-FFF2-40B4-BE49-F238E27FC236}">
                  <a16:creationId xmlns:a16="http://schemas.microsoft.com/office/drawing/2014/main" id="{8DE30765-0EF6-401D-A1DB-42B6AA78F118}"/>
                </a:ext>
              </a:extLst>
            </p:cNvPr>
            <p:cNvSpPr/>
            <p:nvPr/>
          </p:nvSpPr>
          <p:spPr>
            <a:xfrm>
              <a:off x="1496105" y="5210552"/>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6467" cap="flat">
              <a:solidFill>
                <a:srgbClr val="EBEBEB"/>
              </a:solidFill>
              <a:prstDash val="solid"/>
              <a:round/>
            </a:ln>
          </p:spPr>
          <p:txBody>
            <a:bodyPr rtlCol="0" anchor="ctr"/>
            <a:lstStyle/>
            <a:p>
              <a:endParaRPr lang="en-GB"/>
            </a:p>
          </p:txBody>
        </p:sp>
        <p:sp>
          <p:nvSpPr>
            <p:cNvPr id="13" name="Freeform: Shape 12">
              <a:extLst>
                <a:ext uri="{FF2B5EF4-FFF2-40B4-BE49-F238E27FC236}">
                  <a16:creationId xmlns:a16="http://schemas.microsoft.com/office/drawing/2014/main" id="{3431329D-4F86-45C1-B622-FA53D7F221D2}"/>
                </a:ext>
              </a:extLst>
            </p:cNvPr>
            <p:cNvSpPr/>
            <p:nvPr/>
          </p:nvSpPr>
          <p:spPr>
            <a:xfrm>
              <a:off x="1496105" y="4348206"/>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6467" cap="flat">
              <a:solidFill>
                <a:srgbClr val="EBEBEB"/>
              </a:solidFill>
              <a:prstDash val="solid"/>
              <a:round/>
            </a:ln>
          </p:spPr>
          <p:txBody>
            <a:bodyPr rtlCol="0" anchor="ctr"/>
            <a:lstStyle/>
            <a:p>
              <a:endParaRPr lang="en-GB"/>
            </a:p>
          </p:txBody>
        </p:sp>
        <p:sp>
          <p:nvSpPr>
            <p:cNvPr id="15" name="Freeform: Shape 14">
              <a:extLst>
                <a:ext uri="{FF2B5EF4-FFF2-40B4-BE49-F238E27FC236}">
                  <a16:creationId xmlns:a16="http://schemas.microsoft.com/office/drawing/2014/main" id="{7F3ECCF1-FF21-4425-BB1E-5B313130A402}"/>
                </a:ext>
              </a:extLst>
            </p:cNvPr>
            <p:cNvSpPr/>
            <p:nvPr/>
          </p:nvSpPr>
          <p:spPr>
            <a:xfrm>
              <a:off x="1496105" y="3485850"/>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6467" cap="flat">
              <a:solidFill>
                <a:srgbClr val="EBEBEB"/>
              </a:solidFill>
              <a:prstDash val="solid"/>
              <a:round/>
            </a:ln>
          </p:spPr>
          <p:txBody>
            <a:bodyPr rtlCol="0" anchor="ctr"/>
            <a:lstStyle/>
            <a:p>
              <a:endParaRPr lang="en-GB"/>
            </a:p>
          </p:txBody>
        </p:sp>
        <p:sp>
          <p:nvSpPr>
            <p:cNvPr id="16" name="Freeform: Shape 15">
              <a:extLst>
                <a:ext uri="{FF2B5EF4-FFF2-40B4-BE49-F238E27FC236}">
                  <a16:creationId xmlns:a16="http://schemas.microsoft.com/office/drawing/2014/main" id="{2D4647D2-5840-4D9C-BA6E-1A033255259E}"/>
                </a:ext>
              </a:extLst>
            </p:cNvPr>
            <p:cNvSpPr/>
            <p:nvPr/>
          </p:nvSpPr>
          <p:spPr>
            <a:xfrm>
              <a:off x="1496105" y="2623505"/>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6467" cap="flat">
              <a:solidFill>
                <a:srgbClr val="EBEBEB"/>
              </a:solidFill>
              <a:prstDash val="solid"/>
              <a:round/>
            </a:ln>
          </p:spPr>
          <p:txBody>
            <a:bodyPr rtlCol="0" anchor="ctr"/>
            <a:lstStyle/>
            <a:p>
              <a:endParaRPr lang="en-GB"/>
            </a:p>
          </p:txBody>
        </p:sp>
        <p:sp>
          <p:nvSpPr>
            <p:cNvPr id="17" name="Freeform: Shape 16">
              <a:extLst>
                <a:ext uri="{FF2B5EF4-FFF2-40B4-BE49-F238E27FC236}">
                  <a16:creationId xmlns:a16="http://schemas.microsoft.com/office/drawing/2014/main" id="{C2EB8964-6C59-4FBA-8E8A-A37E9A30D71B}"/>
                </a:ext>
              </a:extLst>
            </p:cNvPr>
            <p:cNvSpPr/>
            <p:nvPr/>
          </p:nvSpPr>
          <p:spPr>
            <a:xfrm>
              <a:off x="2089110"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6467" cap="flat">
              <a:solidFill>
                <a:srgbClr val="EBEBEB"/>
              </a:solidFill>
              <a:prstDash val="solid"/>
              <a:round/>
            </a:ln>
          </p:spPr>
          <p:txBody>
            <a:bodyPr rtlCol="0" anchor="ctr"/>
            <a:lstStyle/>
            <a:p>
              <a:endParaRPr lang="en-GB"/>
            </a:p>
          </p:txBody>
        </p:sp>
        <p:sp>
          <p:nvSpPr>
            <p:cNvPr id="18" name="Freeform: Shape 17">
              <a:extLst>
                <a:ext uri="{FF2B5EF4-FFF2-40B4-BE49-F238E27FC236}">
                  <a16:creationId xmlns:a16="http://schemas.microsoft.com/office/drawing/2014/main" id="{A7B463A0-A9E4-4862-9D0C-522861ECAE4C}"/>
                </a:ext>
              </a:extLst>
            </p:cNvPr>
            <p:cNvSpPr/>
            <p:nvPr/>
          </p:nvSpPr>
          <p:spPr>
            <a:xfrm>
              <a:off x="2936273"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6467" cap="flat">
              <a:solidFill>
                <a:srgbClr val="EBEBEB"/>
              </a:solidFill>
              <a:prstDash val="solid"/>
              <a:round/>
            </a:ln>
          </p:spPr>
          <p:txBody>
            <a:bodyPr rtlCol="0" anchor="ctr"/>
            <a:lstStyle/>
            <a:p>
              <a:endParaRPr lang="en-GB"/>
            </a:p>
          </p:txBody>
        </p:sp>
        <p:sp>
          <p:nvSpPr>
            <p:cNvPr id="19" name="Freeform: Shape 18">
              <a:extLst>
                <a:ext uri="{FF2B5EF4-FFF2-40B4-BE49-F238E27FC236}">
                  <a16:creationId xmlns:a16="http://schemas.microsoft.com/office/drawing/2014/main" id="{D5ABAA4C-3C06-492A-A53E-BBA45E875452}"/>
                </a:ext>
              </a:extLst>
            </p:cNvPr>
            <p:cNvSpPr/>
            <p:nvPr/>
          </p:nvSpPr>
          <p:spPr>
            <a:xfrm>
              <a:off x="3783445"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6467" cap="flat">
              <a:solidFill>
                <a:srgbClr val="EBEBEB"/>
              </a:solidFill>
              <a:prstDash val="solid"/>
              <a:round/>
            </a:ln>
          </p:spPr>
          <p:txBody>
            <a:bodyPr rtlCol="0" anchor="ctr"/>
            <a:lstStyle/>
            <a:p>
              <a:endParaRPr lang="en-GB"/>
            </a:p>
          </p:txBody>
        </p:sp>
        <p:sp>
          <p:nvSpPr>
            <p:cNvPr id="20" name="Freeform: Shape 19">
              <a:extLst>
                <a:ext uri="{FF2B5EF4-FFF2-40B4-BE49-F238E27FC236}">
                  <a16:creationId xmlns:a16="http://schemas.microsoft.com/office/drawing/2014/main" id="{816BDA2F-9A29-4E0A-B130-C00BC7968FB4}"/>
                </a:ext>
              </a:extLst>
            </p:cNvPr>
            <p:cNvSpPr/>
            <p:nvPr/>
          </p:nvSpPr>
          <p:spPr>
            <a:xfrm>
              <a:off x="4630608"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6467" cap="flat">
              <a:solidFill>
                <a:srgbClr val="EBEBEB"/>
              </a:solidFill>
              <a:prstDash val="solid"/>
              <a:round/>
            </a:ln>
          </p:spPr>
          <p:txBody>
            <a:bodyPr rtlCol="0" anchor="ctr"/>
            <a:lstStyle/>
            <a:p>
              <a:endParaRPr lang="en-GB"/>
            </a:p>
          </p:txBody>
        </p:sp>
        <p:sp>
          <p:nvSpPr>
            <p:cNvPr id="21" name="Freeform: Shape 20">
              <a:extLst>
                <a:ext uri="{FF2B5EF4-FFF2-40B4-BE49-F238E27FC236}">
                  <a16:creationId xmlns:a16="http://schemas.microsoft.com/office/drawing/2014/main" id="{A62632BD-B3B2-47EA-8F28-8F82039ED595}"/>
                </a:ext>
              </a:extLst>
            </p:cNvPr>
            <p:cNvSpPr/>
            <p:nvPr/>
          </p:nvSpPr>
          <p:spPr>
            <a:xfrm>
              <a:off x="1496105" y="5641739"/>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12935" cap="flat">
              <a:solidFill>
                <a:srgbClr val="EBEBEB"/>
              </a:solidFill>
              <a:prstDash val="solid"/>
              <a:round/>
            </a:ln>
          </p:spPr>
          <p:txBody>
            <a:bodyPr rtlCol="0" anchor="ctr"/>
            <a:lstStyle/>
            <a:p>
              <a:endParaRPr lang="en-GB"/>
            </a:p>
          </p:txBody>
        </p:sp>
        <p:sp>
          <p:nvSpPr>
            <p:cNvPr id="22" name="Freeform: Shape 21">
              <a:extLst>
                <a:ext uri="{FF2B5EF4-FFF2-40B4-BE49-F238E27FC236}">
                  <a16:creationId xmlns:a16="http://schemas.microsoft.com/office/drawing/2014/main" id="{ED0ACCFF-766E-406B-A580-C42C33DAF9D7}"/>
                </a:ext>
              </a:extLst>
            </p:cNvPr>
            <p:cNvSpPr/>
            <p:nvPr/>
          </p:nvSpPr>
          <p:spPr>
            <a:xfrm>
              <a:off x="1496105" y="4779393"/>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12935" cap="flat">
              <a:solidFill>
                <a:srgbClr val="EBEBEB"/>
              </a:solidFill>
              <a:prstDash val="solid"/>
              <a:round/>
            </a:ln>
          </p:spPr>
          <p:txBody>
            <a:bodyPr rtlCol="0" anchor="ctr"/>
            <a:lstStyle/>
            <a:p>
              <a:endParaRPr lang="en-GB"/>
            </a:p>
          </p:txBody>
        </p:sp>
        <p:sp>
          <p:nvSpPr>
            <p:cNvPr id="23" name="Freeform: Shape 22">
              <a:extLst>
                <a:ext uri="{FF2B5EF4-FFF2-40B4-BE49-F238E27FC236}">
                  <a16:creationId xmlns:a16="http://schemas.microsoft.com/office/drawing/2014/main" id="{A7277EBD-3C9F-45F2-A878-E935FA6D03AE}"/>
                </a:ext>
              </a:extLst>
            </p:cNvPr>
            <p:cNvSpPr/>
            <p:nvPr/>
          </p:nvSpPr>
          <p:spPr>
            <a:xfrm>
              <a:off x="1496105" y="3917009"/>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12935" cap="flat">
              <a:solidFill>
                <a:srgbClr val="EBEBEB"/>
              </a:solidFill>
              <a:prstDash val="solid"/>
              <a:round/>
            </a:ln>
          </p:spPr>
          <p:txBody>
            <a:bodyPr rtlCol="0" anchor="ctr"/>
            <a:lstStyle/>
            <a:p>
              <a:endParaRPr lang="en-GB"/>
            </a:p>
          </p:txBody>
        </p:sp>
        <p:sp>
          <p:nvSpPr>
            <p:cNvPr id="24" name="Freeform: Shape 23">
              <a:extLst>
                <a:ext uri="{FF2B5EF4-FFF2-40B4-BE49-F238E27FC236}">
                  <a16:creationId xmlns:a16="http://schemas.microsoft.com/office/drawing/2014/main" id="{2D03A3D6-73E8-4E1D-A593-84E5480E6556}"/>
                </a:ext>
              </a:extLst>
            </p:cNvPr>
            <p:cNvSpPr/>
            <p:nvPr/>
          </p:nvSpPr>
          <p:spPr>
            <a:xfrm>
              <a:off x="1496105" y="3054663"/>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12935" cap="flat">
              <a:solidFill>
                <a:srgbClr val="EBEBEB"/>
              </a:solidFill>
              <a:prstDash val="solid"/>
              <a:round/>
            </a:ln>
          </p:spPr>
          <p:txBody>
            <a:bodyPr rtlCol="0" anchor="ctr"/>
            <a:lstStyle/>
            <a:p>
              <a:endParaRPr lang="en-GB"/>
            </a:p>
          </p:txBody>
        </p:sp>
        <p:sp>
          <p:nvSpPr>
            <p:cNvPr id="25" name="Freeform: Shape 24">
              <a:extLst>
                <a:ext uri="{FF2B5EF4-FFF2-40B4-BE49-F238E27FC236}">
                  <a16:creationId xmlns:a16="http://schemas.microsoft.com/office/drawing/2014/main" id="{93A6818A-4A2E-4338-BAAB-E9C3C31EE1CE}"/>
                </a:ext>
              </a:extLst>
            </p:cNvPr>
            <p:cNvSpPr/>
            <p:nvPr/>
          </p:nvSpPr>
          <p:spPr>
            <a:xfrm>
              <a:off x="1496105" y="2192315"/>
              <a:ext cx="3727548" cy="9525"/>
            </a:xfrm>
            <a:custGeom>
              <a:avLst/>
              <a:gdLst>
                <a:gd name="connsiteX0" fmla="*/ 0 w 3727548"/>
                <a:gd name="connsiteY0" fmla="*/ 0 h 9525"/>
                <a:gd name="connsiteX1" fmla="*/ 3727549 w 3727548"/>
                <a:gd name="connsiteY1" fmla="*/ 0 h 9525"/>
              </a:gdLst>
              <a:ahLst/>
              <a:cxnLst>
                <a:cxn ang="0">
                  <a:pos x="connsiteX0" y="connsiteY0"/>
                </a:cxn>
                <a:cxn ang="0">
                  <a:pos x="connsiteX1" y="connsiteY1"/>
                </a:cxn>
              </a:cxnLst>
              <a:rect l="l" t="t" r="r" b="b"/>
              <a:pathLst>
                <a:path w="3727548" h="9525">
                  <a:moveTo>
                    <a:pt x="0" y="0"/>
                  </a:moveTo>
                  <a:lnTo>
                    <a:pt x="3727549" y="0"/>
                  </a:lnTo>
                </a:path>
              </a:pathLst>
            </a:custGeom>
            <a:noFill/>
            <a:ln w="12935" cap="flat">
              <a:solidFill>
                <a:srgbClr val="EBEBEB"/>
              </a:solidFill>
              <a:prstDash val="solid"/>
              <a:round/>
            </a:ln>
          </p:spPr>
          <p:txBody>
            <a:bodyPr rtlCol="0" anchor="ctr"/>
            <a:lstStyle/>
            <a:p>
              <a:endParaRPr lang="en-GB"/>
            </a:p>
          </p:txBody>
        </p:sp>
        <p:sp>
          <p:nvSpPr>
            <p:cNvPr id="26" name="Freeform: Shape 25">
              <a:extLst>
                <a:ext uri="{FF2B5EF4-FFF2-40B4-BE49-F238E27FC236}">
                  <a16:creationId xmlns:a16="http://schemas.microsoft.com/office/drawing/2014/main" id="{72465028-4FFC-428A-89E5-2AA56F4636F8}"/>
                </a:ext>
              </a:extLst>
            </p:cNvPr>
            <p:cNvSpPr/>
            <p:nvPr/>
          </p:nvSpPr>
          <p:spPr>
            <a:xfrm>
              <a:off x="1665545"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12935" cap="flat">
              <a:solidFill>
                <a:srgbClr val="EBEBEB"/>
              </a:solidFill>
              <a:prstDash val="solid"/>
              <a:round/>
            </a:ln>
          </p:spPr>
          <p:txBody>
            <a:bodyPr rtlCol="0" anchor="ctr"/>
            <a:lstStyle/>
            <a:p>
              <a:endParaRPr lang="en-GB"/>
            </a:p>
          </p:txBody>
        </p:sp>
        <p:sp>
          <p:nvSpPr>
            <p:cNvPr id="27" name="Freeform: Shape 26">
              <a:extLst>
                <a:ext uri="{FF2B5EF4-FFF2-40B4-BE49-F238E27FC236}">
                  <a16:creationId xmlns:a16="http://schemas.microsoft.com/office/drawing/2014/main" id="{97986FA4-D033-4391-AADF-BBB1380DCADC}"/>
                </a:ext>
              </a:extLst>
            </p:cNvPr>
            <p:cNvSpPr/>
            <p:nvPr/>
          </p:nvSpPr>
          <p:spPr>
            <a:xfrm>
              <a:off x="2512715"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12935" cap="flat">
              <a:solidFill>
                <a:srgbClr val="EBEBEB"/>
              </a:solidFill>
              <a:prstDash val="solid"/>
              <a:round/>
            </a:ln>
          </p:spPr>
          <p:txBody>
            <a:bodyPr rtlCol="0" anchor="ctr"/>
            <a:lstStyle/>
            <a:p>
              <a:endParaRPr lang="en-GB"/>
            </a:p>
          </p:txBody>
        </p:sp>
        <p:sp>
          <p:nvSpPr>
            <p:cNvPr id="28" name="Freeform: Shape 27">
              <a:extLst>
                <a:ext uri="{FF2B5EF4-FFF2-40B4-BE49-F238E27FC236}">
                  <a16:creationId xmlns:a16="http://schemas.microsoft.com/office/drawing/2014/main" id="{AAA39F22-4FB6-449F-9CD8-DB66C83805EC}"/>
                </a:ext>
              </a:extLst>
            </p:cNvPr>
            <p:cNvSpPr/>
            <p:nvPr/>
          </p:nvSpPr>
          <p:spPr>
            <a:xfrm>
              <a:off x="3359878"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12935" cap="flat">
              <a:solidFill>
                <a:srgbClr val="EBEBEB"/>
              </a:solidFill>
              <a:prstDash val="solid"/>
              <a:round/>
            </a:ln>
          </p:spPr>
          <p:txBody>
            <a:bodyPr rtlCol="0" anchor="ctr"/>
            <a:lstStyle/>
            <a:p>
              <a:endParaRPr lang="en-GB"/>
            </a:p>
          </p:txBody>
        </p:sp>
        <p:sp>
          <p:nvSpPr>
            <p:cNvPr id="29" name="Freeform: Shape 28">
              <a:extLst>
                <a:ext uri="{FF2B5EF4-FFF2-40B4-BE49-F238E27FC236}">
                  <a16:creationId xmlns:a16="http://schemas.microsoft.com/office/drawing/2014/main" id="{B88635AE-A8A1-4AE4-9E34-9999EB03DB59}"/>
                </a:ext>
              </a:extLst>
            </p:cNvPr>
            <p:cNvSpPr/>
            <p:nvPr/>
          </p:nvSpPr>
          <p:spPr>
            <a:xfrm>
              <a:off x="4207051"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12935" cap="flat">
              <a:solidFill>
                <a:srgbClr val="EBEBEB"/>
              </a:solidFill>
              <a:prstDash val="solid"/>
              <a:round/>
            </a:ln>
          </p:spPr>
          <p:txBody>
            <a:bodyPr rtlCol="0" anchor="ctr"/>
            <a:lstStyle/>
            <a:p>
              <a:endParaRPr lang="en-GB"/>
            </a:p>
          </p:txBody>
        </p:sp>
        <p:sp>
          <p:nvSpPr>
            <p:cNvPr id="30" name="Freeform: Shape 29">
              <a:extLst>
                <a:ext uri="{FF2B5EF4-FFF2-40B4-BE49-F238E27FC236}">
                  <a16:creationId xmlns:a16="http://schemas.microsoft.com/office/drawing/2014/main" id="{4FF5C9E3-15BF-48D7-939F-4CCED42C62F2}"/>
                </a:ext>
              </a:extLst>
            </p:cNvPr>
            <p:cNvSpPr/>
            <p:nvPr/>
          </p:nvSpPr>
          <p:spPr>
            <a:xfrm>
              <a:off x="5054214" y="2019861"/>
              <a:ext cx="9525" cy="3794337"/>
            </a:xfrm>
            <a:custGeom>
              <a:avLst/>
              <a:gdLst>
                <a:gd name="connsiteX0" fmla="*/ 0 w 9525"/>
                <a:gd name="connsiteY0" fmla="*/ 3794338 h 3794337"/>
                <a:gd name="connsiteX1" fmla="*/ 0 w 9525"/>
                <a:gd name="connsiteY1" fmla="*/ 0 h 3794337"/>
              </a:gdLst>
              <a:ahLst/>
              <a:cxnLst>
                <a:cxn ang="0">
                  <a:pos x="connsiteX0" y="connsiteY0"/>
                </a:cxn>
                <a:cxn ang="0">
                  <a:pos x="connsiteX1" y="connsiteY1"/>
                </a:cxn>
              </a:cxnLst>
              <a:rect l="l" t="t" r="r" b="b"/>
              <a:pathLst>
                <a:path w="9525" h="3794337">
                  <a:moveTo>
                    <a:pt x="0" y="3794338"/>
                  </a:moveTo>
                  <a:lnTo>
                    <a:pt x="0" y="0"/>
                  </a:lnTo>
                </a:path>
              </a:pathLst>
            </a:custGeom>
            <a:noFill/>
            <a:ln w="12935" cap="flat">
              <a:solidFill>
                <a:srgbClr val="EBEBEB"/>
              </a:solidFill>
              <a:prstDash val="solid"/>
              <a:round/>
            </a:ln>
          </p:spPr>
          <p:txBody>
            <a:bodyPr rtlCol="0" anchor="ctr"/>
            <a:lstStyle/>
            <a:p>
              <a:endParaRPr lang="en-GB"/>
            </a:p>
          </p:txBody>
        </p:sp>
        <p:sp>
          <p:nvSpPr>
            <p:cNvPr id="31" name="Freeform: Shape 30">
              <a:extLst>
                <a:ext uri="{FF2B5EF4-FFF2-40B4-BE49-F238E27FC236}">
                  <a16:creationId xmlns:a16="http://schemas.microsoft.com/office/drawing/2014/main" id="{140D1807-9456-41DB-A786-65CC8A2F7246}"/>
                </a:ext>
              </a:extLst>
            </p:cNvPr>
            <p:cNvSpPr/>
            <p:nvPr/>
          </p:nvSpPr>
          <p:spPr>
            <a:xfrm>
              <a:off x="1665545" y="2744205"/>
              <a:ext cx="3388668" cy="1655749"/>
            </a:xfrm>
            <a:custGeom>
              <a:avLst/>
              <a:gdLst>
                <a:gd name="connsiteX0" fmla="*/ 0 w 3388668"/>
                <a:gd name="connsiteY0" fmla="*/ 0 h 1655749"/>
                <a:gd name="connsiteX1" fmla="*/ 21171 w 3388668"/>
                <a:gd name="connsiteY1" fmla="*/ 10382 h 1655749"/>
                <a:gd name="connsiteX2" fmla="*/ 84683 w 3388668"/>
                <a:gd name="connsiteY2" fmla="*/ 41415 h 1655749"/>
                <a:gd name="connsiteX3" fmla="*/ 105891 w 3388668"/>
                <a:gd name="connsiteY3" fmla="*/ 51759 h 1655749"/>
                <a:gd name="connsiteX4" fmla="*/ 169404 w 3388668"/>
                <a:gd name="connsiteY4" fmla="*/ 82791 h 1655749"/>
                <a:gd name="connsiteX5" fmla="*/ 190611 w 3388668"/>
                <a:gd name="connsiteY5" fmla="*/ 93164 h 1655749"/>
                <a:gd name="connsiteX6" fmla="*/ 275295 w 3388668"/>
                <a:gd name="connsiteY6" fmla="*/ 134541 h 1655749"/>
                <a:gd name="connsiteX7" fmla="*/ 296503 w 3388668"/>
                <a:gd name="connsiteY7" fmla="*/ 144885 h 1655749"/>
                <a:gd name="connsiteX8" fmla="*/ 338844 w 3388668"/>
                <a:gd name="connsiteY8" fmla="*/ 165573 h 1655749"/>
                <a:gd name="connsiteX9" fmla="*/ 360014 w 3388668"/>
                <a:gd name="connsiteY9" fmla="*/ 175955 h 1655749"/>
                <a:gd name="connsiteX10" fmla="*/ 381226 w 3388668"/>
                <a:gd name="connsiteY10" fmla="*/ 186299 h 1655749"/>
                <a:gd name="connsiteX11" fmla="*/ 444738 w 3388668"/>
                <a:gd name="connsiteY11" fmla="*/ 217332 h 1655749"/>
                <a:gd name="connsiteX12" fmla="*/ 465941 w 3388668"/>
                <a:gd name="connsiteY12" fmla="*/ 227676 h 1655749"/>
                <a:gd name="connsiteX13" fmla="*/ 487115 w 3388668"/>
                <a:gd name="connsiteY13" fmla="*/ 238011 h 1655749"/>
                <a:gd name="connsiteX14" fmla="*/ 508289 w 3388668"/>
                <a:gd name="connsiteY14" fmla="*/ 248393 h 1655749"/>
                <a:gd name="connsiteX15" fmla="*/ 550628 w 3388668"/>
                <a:gd name="connsiteY15" fmla="*/ 269081 h 1655749"/>
                <a:gd name="connsiteX16" fmla="*/ 571831 w 3388668"/>
                <a:gd name="connsiteY16" fmla="*/ 279425 h 1655749"/>
                <a:gd name="connsiteX17" fmla="*/ 635343 w 3388668"/>
                <a:gd name="connsiteY17" fmla="*/ 310458 h 1655749"/>
                <a:gd name="connsiteX18" fmla="*/ 656555 w 3388668"/>
                <a:gd name="connsiteY18" fmla="*/ 320802 h 1655749"/>
                <a:gd name="connsiteX19" fmla="*/ 677730 w 3388668"/>
                <a:gd name="connsiteY19" fmla="*/ 331184 h 1655749"/>
                <a:gd name="connsiteX20" fmla="*/ 741242 w 3388668"/>
                <a:gd name="connsiteY20" fmla="*/ 362217 h 1655749"/>
                <a:gd name="connsiteX21" fmla="*/ 762445 w 3388668"/>
                <a:gd name="connsiteY21" fmla="*/ 372551 h 1655749"/>
                <a:gd name="connsiteX22" fmla="*/ 825958 w 3388668"/>
                <a:gd name="connsiteY22" fmla="*/ 403584 h 1655749"/>
                <a:gd name="connsiteX23" fmla="*/ 847170 w 3388668"/>
                <a:gd name="connsiteY23" fmla="*/ 413966 h 1655749"/>
                <a:gd name="connsiteX24" fmla="*/ 910682 w 3388668"/>
                <a:gd name="connsiteY24" fmla="*/ 444999 h 1655749"/>
                <a:gd name="connsiteX25" fmla="*/ 931885 w 3388668"/>
                <a:gd name="connsiteY25" fmla="*/ 455343 h 1655749"/>
                <a:gd name="connsiteX26" fmla="*/ 995398 w 3388668"/>
                <a:gd name="connsiteY26" fmla="*/ 486375 h 1655749"/>
                <a:gd name="connsiteX27" fmla="*/ 1016572 w 3388668"/>
                <a:gd name="connsiteY27" fmla="*/ 496757 h 1655749"/>
                <a:gd name="connsiteX28" fmla="*/ 1037774 w 3388668"/>
                <a:gd name="connsiteY28" fmla="*/ 507092 h 1655749"/>
                <a:gd name="connsiteX29" fmla="*/ 1101287 w 3388668"/>
                <a:gd name="connsiteY29" fmla="*/ 538125 h 1655749"/>
                <a:gd name="connsiteX30" fmla="*/ 1122499 w 3388668"/>
                <a:gd name="connsiteY30" fmla="*/ 548469 h 1655749"/>
                <a:gd name="connsiteX31" fmla="*/ 1164838 w 3388668"/>
                <a:gd name="connsiteY31" fmla="*/ 569157 h 1655749"/>
                <a:gd name="connsiteX32" fmla="*/ 1186012 w 3388668"/>
                <a:gd name="connsiteY32" fmla="*/ 579539 h 1655749"/>
                <a:gd name="connsiteX33" fmla="*/ 1207186 w 3388668"/>
                <a:gd name="connsiteY33" fmla="*/ 589883 h 1655749"/>
                <a:gd name="connsiteX34" fmla="*/ 1228389 w 3388668"/>
                <a:gd name="connsiteY34" fmla="*/ 600227 h 1655749"/>
                <a:gd name="connsiteX35" fmla="*/ 1291902 w 3388668"/>
                <a:gd name="connsiteY35" fmla="*/ 631260 h 1655749"/>
                <a:gd name="connsiteX36" fmla="*/ 1313114 w 3388668"/>
                <a:gd name="connsiteY36" fmla="*/ 641604 h 1655749"/>
                <a:gd name="connsiteX37" fmla="*/ 1334278 w 3388668"/>
                <a:gd name="connsiteY37" fmla="*/ 651948 h 1655749"/>
                <a:gd name="connsiteX38" fmla="*/ 1355452 w 3388668"/>
                <a:gd name="connsiteY38" fmla="*/ 662321 h 1655749"/>
                <a:gd name="connsiteX39" fmla="*/ 1376626 w 3388668"/>
                <a:gd name="connsiteY39" fmla="*/ 672665 h 1655749"/>
                <a:gd name="connsiteX40" fmla="*/ 1397829 w 3388668"/>
                <a:gd name="connsiteY40" fmla="*/ 683009 h 1655749"/>
                <a:gd name="connsiteX41" fmla="*/ 1482516 w 3388668"/>
                <a:gd name="connsiteY41" fmla="*/ 724386 h 1655749"/>
                <a:gd name="connsiteX42" fmla="*/ 1503718 w 3388668"/>
                <a:gd name="connsiteY42" fmla="*/ 734730 h 1655749"/>
                <a:gd name="connsiteX43" fmla="*/ 1524893 w 3388668"/>
                <a:gd name="connsiteY43" fmla="*/ 745112 h 1655749"/>
                <a:gd name="connsiteX44" fmla="*/ 1567231 w 3388668"/>
                <a:gd name="connsiteY44" fmla="*/ 765801 h 1655749"/>
                <a:gd name="connsiteX45" fmla="*/ 1588443 w 3388668"/>
                <a:gd name="connsiteY45" fmla="*/ 776145 h 1655749"/>
                <a:gd name="connsiteX46" fmla="*/ 1673130 w 3388668"/>
                <a:gd name="connsiteY46" fmla="*/ 817512 h 1655749"/>
                <a:gd name="connsiteX47" fmla="*/ 1694333 w 3388668"/>
                <a:gd name="connsiteY47" fmla="*/ 827894 h 1655749"/>
                <a:gd name="connsiteX48" fmla="*/ 1757846 w 3388668"/>
                <a:gd name="connsiteY48" fmla="*/ 858926 h 1655749"/>
                <a:gd name="connsiteX49" fmla="*/ 1779058 w 3388668"/>
                <a:gd name="connsiteY49" fmla="*/ 869271 h 1655749"/>
                <a:gd name="connsiteX50" fmla="*/ 1842570 w 3388668"/>
                <a:gd name="connsiteY50" fmla="*/ 900303 h 1655749"/>
                <a:gd name="connsiteX51" fmla="*/ 1863735 w 3388668"/>
                <a:gd name="connsiteY51" fmla="*/ 910685 h 1655749"/>
                <a:gd name="connsiteX52" fmla="*/ 1884947 w 3388668"/>
                <a:gd name="connsiteY52" fmla="*/ 921029 h 1655749"/>
                <a:gd name="connsiteX53" fmla="*/ 1948460 w 3388668"/>
                <a:gd name="connsiteY53" fmla="*/ 952052 h 1655749"/>
                <a:gd name="connsiteX54" fmla="*/ 1969663 w 3388668"/>
                <a:gd name="connsiteY54" fmla="*/ 962397 h 1655749"/>
                <a:gd name="connsiteX55" fmla="*/ 2012011 w 3388668"/>
                <a:gd name="connsiteY55" fmla="*/ 983085 h 1655749"/>
                <a:gd name="connsiteX56" fmla="*/ 2033175 w 3388668"/>
                <a:gd name="connsiteY56" fmla="*/ 993467 h 1655749"/>
                <a:gd name="connsiteX57" fmla="*/ 2054387 w 3388668"/>
                <a:gd name="connsiteY57" fmla="*/ 1003811 h 1655749"/>
                <a:gd name="connsiteX58" fmla="*/ 2139074 w 3388668"/>
                <a:gd name="connsiteY58" fmla="*/ 1045188 h 1655749"/>
                <a:gd name="connsiteX59" fmla="*/ 2160277 w 3388668"/>
                <a:gd name="connsiteY59" fmla="*/ 1055532 h 1655749"/>
                <a:gd name="connsiteX60" fmla="*/ 2181451 w 3388668"/>
                <a:gd name="connsiteY60" fmla="*/ 1065876 h 1655749"/>
                <a:gd name="connsiteX61" fmla="*/ 2202616 w 3388668"/>
                <a:gd name="connsiteY61" fmla="*/ 1076249 h 1655749"/>
                <a:gd name="connsiteX62" fmla="*/ 2223790 w 3388668"/>
                <a:gd name="connsiteY62" fmla="*/ 1086593 h 1655749"/>
                <a:gd name="connsiteX63" fmla="*/ 2245002 w 3388668"/>
                <a:gd name="connsiteY63" fmla="*/ 1096937 h 1655749"/>
                <a:gd name="connsiteX64" fmla="*/ 2329679 w 3388668"/>
                <a:gd name="connsiteY64" fmla="*/ 1138314 h 1655749"/>
                <a:gd name="connsiteX65" fmla="*/ 2350891 w 3388668"/>
                <a:gd name="connsiteY65" fmla="*/ 1148696 h 1655749"/>
                <a:gd name="connsiteX66" fmla="*/ 2414404 w 3388668"/>
                <a:gd name="connsiteY66" fmla="*/ 1179729 h 1655749"/>
                <a:gd name="connsiteX67" fmla="*/ 2435607 w 3388668"/>
                <a:gd name="connsiteY67" fmla="*/ 1190073 h 1655749"/>
                <a:gd name="connsiteX68" fmla="*/ 2499119 w 3388668"/>
                <a:gd name="connsiteY68" fmla="*/ 1221096 h 1655749"/>
                <a:gd name="connsiteX69" fmla="*/ 2520331 w 3388668"/>
                <a:gd name="connsiteY69" fmla="*/ 1231478 h 1655749"/>
                <a:gd name="connsiteX70" fmla="*/ 2605018 w 3388668"/>
                <a:gd name="connsiteY70" fmla="*/ 1272854 h 1655749"/>
                <a:gd name="connsiteX71" fmla="*/ 2626221 w 3388668"/>
                <a:gd name="connsiteY71" fmla="*/ 1283199 h 1655749"/>
                <a:gd name="connsiteX72" fmla="*/ 2668559 w 3388668"/>
                <a:gd name="connsiteY72" fmla="*/ 1303887 h 1655749"/>
                <a:gd name="connsiteX73" fmla="*/ 2689733 w 3388668"/>
                <a:gd name="connsiteY73" fmla="*/ 1314269 h 1655749"/>
                <a:gd name="connsiteX74" fmla="*/ 2710946 w 3388668"/>
                <a:gd name="connsiteY74" fmla="*/ 1324613 h 1655749"/>
                <a:gd name="connsiteX75" fmla="*/ 2795623 w 3388668"/>
                <a:gd name="connsiteY75" fmla="*/ 1365980 h 1655749"/>
                <a:gd name="connsiteX76" fmla="*/ 2816835 w 3388668"/>
                <a:gd name="connsiteY76" fmla="*/ 1376325 h 1655749"/>
                <a:gd name="connsiteX77" fmla="*/ 2838000 w 3388668"/>
                <a:gd name="connsiteY77" fmla="*/ 1386669 h 1655749"/>
                <a:gd name="connsiteX78" fmla="*/ 2859174 w 3388668"/>
                <a:gd name="connsiteY78" fmla="*/ 1397051 h 1655749"/>
                <a:gd name="connsiteX79" fmla="*/ 2880348 w 3388668"/>
                <a:gd name="connsiteY79" fmla="*/ 1407395 h 1655749"/>
                <a:gd name="connsiteX80" fmla="*/ 2901550 w 3388668"/>
                <a:gd name="connsiteY80" fmla="*/ 1417739 h 1655749"/>
                <a:gd name="connsiteX81" fmla="*/ 2965063 w 3388668"/>
                <a:gd name="connsiteY81" fmla="*/ 1448772 h 1655749"/>
                <a:gd name="connsiteX82" fmla="*/ 2986275 w 3388668"/>
                <a:gd name="connsiteY82" fmla="*/ 1459116 h 1655749"/>
                <a:gd name="connsiteX83" fmla="*/ 3007449 w 3388668"/>
                <a:gd name="connsiteY83" fmla="*/ 1469460 h 1655749"/>
                <a:gd name="connsiteX84" fmla="*/ 3028614 w 3388668"/>
                <a:gd name="connsiteY84" fmla="*/ 1479833 h 1655749"/>
                <a:gd name="connsiteX85" fmla="*/ 3070953 w 3388668"/>
                <a:gd name="connsiteY85" fmla="*/ 1500521 h 1655749"/>
                <a:gd name="connsiteX86" fmla="*/ 3092165 w 3388668"/>
                <a:gd name="connsiteY86" fmla="*/ 1510865 h 1655749"/>
                <a:gd name="connsiteX87" fmla="*/ 3155677 w 3388668"/>
                <a:gd name="connsiteY87" fmla="*/ 1541898 h 1655749"/>
                <a:gd name="connsiteX88" fmla="*/ 3176889 w 3388668"/>
                <a:gd name="connsiteY88" fmla="*/ 1552242 h 1655749"/>
                <a:gd name="connsiteX89" fmla="*/ 3198054 w 3388668"/>
                <a:gd name="connsiteY89" fmla="*/ 1562624 h 1655749"/>
                <a:gd name="connsiteX90" fmla="*/ 3261567 w 3388668"/>
                <a:gd name="connsiteY90" fmla="*/ 1593656 h 1655749"/>
                <a:gd name="connsiteX91" fmla="*/ 3282779 w 3388668"/>
                <a:gd name="connsiteY91" fmla="*/ 1604000 h 1655749"/>
                <a:gd name="connsiteX92" fmla="*/ 3346292 w 3388668"/>
                <a:gd name="connsiteY92" fmla="*/ 1635024 h 1655749"/>
                <a:gd name="connsiteX93" fmla="*/ 3367494 w 3388668"/>
                <a:gd name="connsiteY93" fmla="*/ 1645406 h 1655749"/>
                <a:gd name="connsiteX94" fmla="*/ 3388668 w 3388668"/>
                <a:gd name="connsiteY94" fmla="*/ 1655750 h 1655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3388668" h="1655749">
                  <a:moveTo>
                    <a:pt x="0" y="0"/>
                  </a:moveTo>
                  <a:lnTo>
                    <a:pt x="21171" y="10382"/>
                  </a:lnTo>
                  <a:lnTo>
                    <a:pt x="84683" y="41415"/>
                  </a:lnTo>
                  <a:lnTo>
                    <a:pt x="105891" y="51759"/>
                  </a:lnTo>
                  <a:lnTo>
                    <a:pt x="169404" y="82791"/>
                  </a:lnTo>
                  <a:lnTo>
                    <a:pt x="190611" y="93164"/>
                  </a:lnTo>
                  <a:lnTo>
                    <a:pt x="275295" y="134541"/>
                  </a:lnTo>
                  <a:lnTo>
                    <a:pt x="296503" y="144885"/>
                  </a:lnTo>
                  <a:lnTo>
                    <a:pt x="338844" y="165573"/>
                  </a:lnTo>
                  <a:lnTo>
                    <a:pt x="360014" y="175955"/>
                  </a:lnTo>
                  <a:lnTo>
                    <a:pt x="381226" y="186299"/>
                  </a:lnTo>
                  <a:lnTo>
                    <a:pt x="444738" y="217332"/>
                  </a:lnTo>
                  <a:lnTo>
                    <a:pt x="465941" y="227676"/>
                  </a:lnTo>
                  <a:lnTo>
                    <a:pt x="487115" y="238011"/>
                  </a:lnTo>
                  <a:lnTo>
                    <a:pt x="508289" y="248393"/>
                  </a:lnTo>
                  <a:lnTo>
                    <a:pt x="550628" y="269081"/>
                  </a:lnTo>
                  <a:lnTo>
                    <a:pt x="571831" y="279425"/>
                  </a:lnTo>
                  <a:lnTo>
                    <a:pt x="635343" y="310458"/>
                  </a:lnTo>
                  <a:lnTo>
                    <a:pt x="656555" y="320802"/>
                  </a:lnTo>
                  <a:lnTo>
                    <a:pt x="677730" y="331184"/>
                  </a:lnTo>
                  <a:lnTo>
                    <a:pt x="741242" y="362217"/>
                  </a:lnTo>
                  <a:lnTo>
                    <a:pt x="762445" y="372551"/>
                  </a:lnTo>
                  <a:lnTo>
                    <a:pt x="825958" y="403584"/>
                  </a:lnTo>
                  <a:lnTo>
                    <a:pt x="847170" y="413966"/>
                  </a:lnTo>
                  <a:lnTo>
                    <a:pt x="910682" y="444999"/>
                  </a:lnTo>
                  <a:lnTo>
                    <a:pt x="931885" y="455343"/>
                  </a:lnTo>
                  <a:lnTo>
                    <a:pt x="995398" y="486375"/>
                  </a:lnTo>
                  <a:lnTo>
                    <a:pt x="1016572" y="496757"/>
                  </a:lnTo>
                  <a:lnTo>
                    <a:pt x="1037774" y="507092"/>
                  </a:lnTo>
                  <a:lnTo>
                    <a:pt x="1101287" y="538125"/>
                  </a:lnTo>
                  <a:lnTo>
                    <a:pt x="1122499" y="548469"/>
                  </a:lnTo>
                  <a:lnTo>
                    <a:pt x="1164838" y="569157"/>
                  </a:lnTo>
                  <a:lnTo>
                    <a:pt x="1186012" y="579539"/>
                  </a:lnTo>
                  <a:lnTo>
                    <a:pt x="1207186" y="589883"/>
                  </a:lnTo>
                  <a:lnTo>
                    <a:pt x="1228389" y="600227"/>
                  </a:lnTo>
                  <a:lnTo>
                    <a:pt x="1291902" y="631260"/>
                  </a:lnTo>
                  <a:lnTo>
                    <a:pt x="1313114" y="641604"/>
                  </a:lnTo>
                  <a:lnTo>
                    <a:pt x="1334278" y="651948"/>
                  </a:lnTo>
                  <a:lnTo>
                    <a:pt x="1355452" y="662321"/>
                  </a:lnTo>
                  <a:lnTo>
                    <a:pt x="1376626" y="672665"/>
                  </a:lnTo>
                  <a:lnTo>
                    <a:pt x="1397829" y="683009"/>
                  </a:lnTo>
                  <a:lnTo>
                    <a:pt x="1482516" y="724386"/>
                  </a:lnTo>
                  <a:lnTo>
                    <a:pt x="1503718" y="734730"/>
                  </a:lnTo>
                  <a:lnTo>
                    <a:pt x="1524893" y="745112"/>
                  </a:lnTo>
                  <a:lnTo>
                    <a:pt x="1567231" y="765801"/>
                  </a:lnTo>
                  <a:lnTo>
                    <a:pt x="1588443" y="776145"/>
                  </a:lnTo>
                  <a:lnTo>
                    <a:pt x="1673130" y="817512"/>
                  </a:lnTo>
                  <a:lnTo>
                    <a:pt x="1694333" y="827894"/>
                  </a:lnTo>
                  <a:lnTo>
                    <a:pt x="1757846" y="858926"/>
                  </a:lnTo>
                  <a:lnTo>
                    <a:pt x="1779058" y="869271"/>
                  </a:lnTo>
                  <a:lnTo>
                    <a:pt x="1842570" y="900303"/>
                  </a:lnTo>
                  <a:lnTo>
                    <a:pt x="1863735" y="910685"/>
                  </a:lnTo>
                  <a:lnTo>
                    <a:pt x="1884947" y="921029"/>
                  </a:lnTo>
                  <a:lnTo>
                    <a:pt x="1948460" y="952052"/>
                  </a:lnTo>
                  <a:lnTo>
                    <a:pt x="1969663" y="962397"/>
                  </a:lnTo>
                  <a:lnTo>
                    <a:pt x="2012011" y="983085"/>
                  </a:lnTo>
                  <a:lnTo>
                    <a:pt x="2033175" y="993467"/>
                  </a:lnTo>
                  <a:lnTo>
                    <a:pt x="2054387" y="1003811"/>
                  </a:lnTo>
                  <a:lnTo>
                    <a:pt x="2139074" y="1045188"/>
                  </a:lnTo>
                  <a:lnTo>
                    <a:pt x="2160277" y="1055532"/>
                  </a:lnTo>
                  <a:lnTo>
                    <a:pt x="2181451" y="1065876"/>
                  </a:lnTo>
                  <a:lnTo>
                    <a:pt x="2202616" y="1076249"/>
                  </a:lnTo>
                  <a:lnTo>
                    <a:pt x="2223790" y="1086593"/>
                  </a:lnTo>
                  <a:lnTo>
                    <a:pt x="2245002" y="1096937"/>
                  </a:lnTo>
                  <a:lnTo>
                    <a:pt x="2329679" y="1138314"/>
                  </a:lnTo>
                  <a:lnTo>
                    <a:pt x="2350891" y="1148696"/>
                  </a:lnTo>
                  <a:lnTo>
                    <a:pt x="2414404" y="1179729"/>
                  </a:lnTo>
                  <a:lnTo>
                    <a:pt x="2435607" y="1190073"/>
                  </a:lnTo>
                  <a:lnTo>
                    <a:pt x="2499119" y="1221096"/>
                  </a:lnTo>
                  <a:lnTo>
                    <a:pt x="2520331" y="1231478"/>
                  </a:lnTo>
                  <a:lnTo>
                    <a:pt x="2605018" y="1272854"/>
                  </a:lnTo>
                  <a:lnTo>
                    <a:pt x="2626221" y="1283199"/>
                  </a:lnTo>
                  <a:lnTo>
                    <a:pt x="2668559" y="1303887"/>
                  </a:lnTo>
                  <a:lnTo>
                    <a:pt x="2689733" y="1314269"/>
                  </a:lnTo>
                  <a:lnTo>
                    <a:pt x="2710946" y="1324613"/>
                  </a:lnTo>
                  <a:lnTo>
                    <a:pt x="2795623" y="1365980"/>
                  </a:lnTo>
                  <a:lnTo>
                    <a:pt x="2816835" y="1376325"/>
                  </a:lnTo>
                  <a:lnTo>
                    <a:pt x="2838000" y="1386669"/>
                  </a:lnTo>
                  <a:lnTo>
                    <a:pt x="2859174" y="1397051"/>
                  </a:lnTo>
                  <a:lnTo>
                    <a:pt x="2880348" y="1407395"/>
                  </a:lnTo>
                  <a:lnTo>
                    <a:pt x="2901550" y="1417739"/>
                  </a:lnTo>
                  <a:lnTo>
                    <a:pt x="2965063" y="1448772"/>
                  </a:lnTo>
                  <a:lnTo>
                    <a:pt x="2986275" y="1459116"/>
                  </a:lnTo>
                  <a:lnTo>
                    <a:pt x="3007449" y="1469460"/>
                  </a:lnTo>
                  <a:lnTo>
                    <a:pt x="3028614" y="1479833"/>
                  </a:lnTo>
                  <a:lnTo>
                    <a:pt x="3070953" y="1500521"/>
                  </a:lnTo>
                  <a:lnTo>
                    <a:pt x="3092165" y="1510865"/>
                  </a:lnTo>
                  <a:lnTo>
                    <a:pt x="3155677" y="1541898"/>
                  </a:lnTo>
                  <a:lnTo>
                    <a:pt x="3176889" y="1552242"/>
                  </a:lnTo>
                  <a:lnTo>
                    <a:pt x="3198054" y="1562624"/>
                  </a:lnTo>
                  <a:lnTo>
                    <a:pt x="3261567" y="1593656"/>
                  </a:lnTo>
                  <a:lnTo>
                    <a:pt x="3282779" y="1604000"/>
                  </a:lnTo>
                  <a:lnTo>
                    <a:pt x="3346292" y="1635024"/>
                  </a:lnTo>
                  <a:lnTo>
                    <a:pt x="3367494" y="1645406"/>
                  </a:lnTo>
                  <a:lnTo>
                    <a:pt x="3388668" y="1655750"/>
                  </a:lnTo>
                </a:path>
              </a:pathLst>
            </a:custGeom>
            <a:noFill/>
            <a:ln w="24391" cap="flat">
              <a:solidFill>
                <a:srgbClr val="FF0000"/>
              </a:solidFill>
              <a:prstDash val="solid"/>
              <a:round/>
            </a:ln>
          </p:spPr>
          <p:txBody>
            <a:bodyPr rtlCol="0" anchor="ctr"/>
            <a:lstStyle/>
            <a:p>
              <a:endParaRPr lang="en-GB"/>
            </a:p>
          </p:txBody>
        </p:sp>
        <p:sp>
          <p:nvSpPr>
            <p:cNvPr id="32" name="Freeform: Shape 31">
              <a:extLst>
                <a:ext uri="{FF2B5EF4-FFF2-40B4-BE49-F238E27FC236}">
                  <a16:creationId xmlns:a16="http://schemas.microsoft.com/office/drawing/2014/main" id="{EDFBE855-6003-490D-866C-6357E06C934B}"/>
                </a:ext>
              </a:extLst>
            </p:cNvPr>
            <p:cNvSpPr/>
            <p:nvPr/>
          </p:nvSpPr>
          <p:spPr>
            <a:xfrm>
              <a:off x="1665545" y="2192315"/>
              <a:ext cx="3388668" cy="3449423"/>
            </a:xfrm>
            <a:custGeom>
              <a:avLst/>
              <a:gdLst>
                <a:gd name="connsiteX0" fmla="*/ 0 w 3388668"/>
                <a:gd name="connsiteY0" fmla="*/ 3449424 h 3449423"/>
                <a:gd name="connsiteX1" fmla="*/ 21171 w 3388668"/>
                <a:gd name="connsiteY1" fmla="*/ 3427849 h 3449423"/>
                <a:gd name="connsiteX2" fmla="*/ 63513 w 3388668"/>
                <a:gd name="connsiteY2" fmla="*/ 3384758 h 3449423"/>
                <a:gd name="connsiteX3" fmla="*/ 84683 w 3388668"/>
                <a:gd name="connsiteY3" fmla="*/ 3363184 h 3449423"/>
                <a:gd name="connsiteX4" fmla="*/ 105891 w 3388668"/>
                <a:gd name="connsiteY4" fmla="*/ 3341639 h 3449423"/>
                <a:gd name="connsiteX5" fmla="*/ 127063 w 3388668"/>
                <a:gd name="connsiteY5" fmla="*/ 3320055 h 3449423"/>
                <a:gd name="connsiteX6" fmla="*/ 148233 w 3388668"/>
                <a:gd name="connsiteY6" fmla="*/ 3298519 h 3449423"/>
                <a:gd name="connsiteX7" fmla="*/ 169404 w 3388668"/>
                <a:gd name="connsiteY7" fmla="*/ 3276935 h 3449423"/>
                <a:gd name="connsiteX8" fmla="*/ 190611 w 3388668"/>
                <a:gd name="connsiteY8" fmla="*/ 3255390 h 3449423"/>
                <a:gd name="connsiteX9" fmla="*/ 211783 w 3388668"/>
                <a:gd name="connsiteY9" fmla="*/ 3233854 h 3449423"/>
                <a:gd name="connsiteX10" fmla="*/ 232953 w 3388668"/>
                <a:gd name="connsiteY10" fmla="*/ 3212270 h 3449423"/>
                <a:gd name="connsiteX11" fmla="*/ 254124 w 3388668"/>
                <a:gd name="connsiteY11" fmla="*/ 3190725 h 3449423"/>
                <a:gd name="connsiteX12" fmla="*/ 275295 w 3388668"/>
                <a:gd name="connsiteY12" fmla="*/ 3169150 h 3449423"/>
                <a:gd name="connsiteX13" fmla="*/ 296503 w 3388668"/>
                <a:gd name="connsiteY13" fmla="*/ 3147605 h 3449423"/>
                <a:gd name="connsiteX14" fmla="*/ 317674 w 3388668"/>
                <a:gd name="connsiteY14" fmla="*/ 3126021 h 3449423"/>
                <a:gd name="connsiteX15" fmla="*/ 360014 w 3388668"/>
                <a:gd name="connsiteY15" fmla="*/ 3082940 h 3449423"/>
                <a:gd name="connsiteX16" fmla="*/ 381226 w 3388668"/>
                <a:gd name="connsiteY16" fmla="*/ 3061356 h 3449423"/>
                <a:gd name="connsiteX17" fmla="*/ 402390 w 3388668"/>
                <a:gd name="connsiteY17" fmla="*/ 3039811 h 3449423"/>
                <a:gd name="connsiteX18" fmla="*/ 423564 w 3388668"/>
                <a:gd name="connsiteY18" fmla="*/ 3018236 h 3449423"/>
                <a:gd name="connsiteX19" fmla="*/ 444738 w 3388668"/>
                <a:gd name="connsiteY19" fmla="*/ 2996691 h 3449423"/>
                <a:gd name="connsiteX20" fmla="*/ 465941 w 3388668"/>
                <a:gd name="connsiteY20" fmla="*/ 2975107 h 3449423"/>
                <a:gd name="connsiteX21" fmla="*/ 508289 w 3388668"/>
                <a:gd name="connsiteY21" fmla="*/ 2932026 h 3449423"/>
                <a:gd name="connsiteX22" fmla="*/ 529454 w 3388668"/>
                <a:gd name="connsiteY22" fmla="*/ 2910442 h 3449423"/>
                <a:gd name="connsiteX23" fmla="*/ 550628 w 3388668"/>
                <a:gd name="connsiteY23" fmla="*/ 2888906 h 3449423"/>
                <a:gd name="connsiteX24" fmla="*/ 571831 w 3388668"/>
                <a:gd name="connsiteY24" fmla="*/ 2867322 h 3449423"/>
                <a:gd name="connsiteX25" fmla="*/ 593005 w 3388668"/>
                <a:gd name="connsiteY25" fmla="*/ 2845777 h 3449423"/>
                <a:gd name="connsiteX26" fmla="*/ 614179 w 3388668"/>
                <a:gd name="connsiteY26" fmla="*/ 2824203 h 3449423"/>
                <a:gd name="connsiteX27" fmla="*/ 635343 w 3388668"/>
                <a:gd name="connsiteY27" fmla="*/ 2802657 h 3449423"/>
                <a:gd name="connsiteX28" fmla="*/ 656555 w 3388668"/>
                <a:gd name="connsiteY28" fmla="*/ 2781112 h 3449423"/>
                <a:gd name="connsiteX29" fmla="*/ 677730 w 3388668"/>
                <a:gd name="connsiteY29" fmla="*/ 2759537 h 3449423"/>
                <a:gd name="connsiteX30" fmla="*/ 698894 w 3388668"/>
                <a:gd name="connsiteY30" fmla="*/ 2737992 h 3449423"/>
                <a:gd name="connsiteX31" fmla="*/ 720068 w 3388668"/>
                <a:gd name="connsiteY31" fmla="*/ 2716408 h 3449423"/>
                <a:gd name="connsiteX32" fmla="*/ 741242 w 3388668"/>
                <a:gd name="connsiteY32" fmla="*/ 2694872 h 3449423"/>
                <a:gd name="connsiteX33" fmla="*/ 762445 w 3388668"/>
                <a:gd name="connsiteY33" fmla="*/ 2673289 h 3449423"/>
                <a:gd name="connsiteX34" fmla="*/ 804793 w 3388668"/>
                <a:gd name="connsiteY34" fmla="*/ 2630207 h 3449423"/>
                <a:gd name="connsiteX35" fmla="*/ 825958 w 3388668"/>
                <a:gd name="connsiteY35" fmla="*/ 2608623 h 3449423"/>
                <a:gd name="connsiteX36" fmla="*/ 847170 w 3388668"/>
                <a:gd name="connsiteY36" fmla="*/ 2587078 h 3449423"/>
                <a:gd name="connsiteX37" fmla="*/ 868334 w 3388668"/>
                <a:gd name="connsiteY37" fmla="*/ 2565504 h 3449423"/>
                <a:gd name="connsiteX38" fmla="*/ 889508 w 3388668"/>
                <a:gd name="connsiteY38" fmla="*/ 2543958 h 3449423"/>
                <a:gd name="connsiteX39" fmla="*/ 910682 w 3388668"/>
                <a:gd name="connsiteY39" fmla="*/ 2522375 h 3449423"/>
                <a:gd name="connsiteX40" fmla="*/ 931885 w 3388668"/>
                <a:gd name="connsiteY40" fmla="*/ 2500829 h 3449423"/>
                <a:gd name="connsiteX41" fmla="*/ 953059 w 3388668"/>
                <a:gd name="connsiteY41" fmla="*/ 2479293 h 3449423"/>
                <a:gd name="connsiteX42" fmla="*/ 974233 w 3388668"/>
                <a:gd name="connsiteY42" fmla="*/ 2457709 h 3449423"/>
                <a:gd name="connsiteX43" fmla="*/ 995398 w 3388668"/>
                <a:gd name="connsiteY43" fmla="*/ 2436164 h 3449423"/>
                <a:gd name="connsiteX44" fmla="*/ 1016572 w 3388668"/>
                <a:gd name="connsiteY44" fmla="*/ 2414590 h 3449423"/>
                <a:gd name="connsiteX45" fmla="*/ 1037774 w 3388668"/>
                <a:gd name="connsiteY45" fmla="*/ 2393044 h 3449423"/>
                <a:gd name="connsiteX46" fmla="*/ 1058949 w 3388668"/>
                <a:gd name="connsiteY46" fmla="*/ 2371460 h 3449423"/>
                <a:gd name="connsiteX47" fmla="*/ 1101287 w 3388668"/>
                <a:gd name="connsiteY47" fmla="*/ 2328379 h 3449423"/>
                <a:gd name="connsiteX48" fmla="*/ 1122499 w 3388668"/>
                <a:gd name="connsiteY48" fmla="*/ 2306795 h 3449423"/>
                <a:gd name="connsiteX49" fmla="*/ 1143674 w 3388668"/>
                <a:gd name="connsiteY49" fmla="*/ 2285259 h 3449423"/>
                <a:gd name="connsiteX50" fmla="*/ 1164838 w 3388668"/>
                <a:gd name="connsiteY50" fmla="*/ 2263675 h 3449423"/>
                <a:gd name="connsiteX51" fmla="*/ 1186012 w 3388668"/>
                <a:gd name="connsiteY51" fmla="*/ 2242130 h 3449423"/>
                <a:gd name="connsiteX52" fmla="*/ 1207186 w 3388668"/>
                <a:gd name="connsiteY52" fmla="*/ 2220556 h 3449423"/>
                <a:gd name="connsiteX53" fmla="*/ 1228389 w 3388668"/>
                <a:gd name="connsiteY53" fmla="*/ 2199010 h 3449423"/>
                <a:gd name="connsiteX54" fmla="*/ 1249563 w 3388668"/>
                <a:gd name="connsiteY54" fmla="*/ 2177427 h 3449423"/>
                <a:gd name="connsiteX55" fmla="*/ 1291902 w 3388668"/>
                <a:gd name="connsiteY55" fmla="*/ 2134345 h 3449423"/>
                <a:gd name="connsiteX56" fmla="*/ 1313114 w 3388668"/>
                <a:gd name="connsiteY56" fmla="*/ 2112761 h 3449423"/>
                <a:gd name="connsiteX57" fmla="*/ 1334278 w 3388668"/>
                <a:gd name="connsiteY57" fmla="*/ 2091225 h 3449423"/>
                <a:gd name="connsiteX58" fmla="*/ 1355452 w 3388668"/>
                <a:gd name="connsiteY58" fmla="*/ 2069642 h 3449423"/>
                <a:gd name="connsiteX59" fmla="*/ 1376626 w 3388668"/>
                <a:gd name="connsiteY59" fmla="*/ 2048096 h 3449423"/>
                <a:gd name="connsiteX60" fmla="*/ 1397829 w 3388668"/>
                <a:gd name="connsiteY60" fmla="*/ 2026522 h 3449423"/>
                <a:gd name="connsiteX61" fmla="*/ 1440177 w 3388668"/>
                <a:gd name="connsiteY61" fmla="*/ 1983431 h 3449423"/>
                <a:gd name="connsiteX62" fmla="*/ 1461342 w 3388668"/>
                <a:gd name="connsiteY62" fmla="*/ 1961857 h 3449423"/>
                <a:gd name="connsiteX63" fmla="*/ 1482516 w 3388668"/>
                <a:gd name="connsiteY63" fmla="*/ 1940311 h 3449423"/>
                <a:gd name="connsiteX64" fmla="*/ 1503718 w 3388668"/>
                <a:gd name="connsiteY64" fmla="*/ 1918728 h 3449423"/>
                <a:gd name="connsiteX65" fmla="*/ 1524893 w 3388668"/>
                <a:gd name="connsiteY65" fmla="*/ 1897182 h 3449423"/>
                <a:gd name="connsiteX66" fmla="*/ 1546067 w 3388668"/>
                <a:gd name="connsiteY66" fmla="*/ 1875608 h 3449423"/>
                <a:gd name="connsiteX67" fmla="*/ 1567231 w 3388668"/>
                <a:gd name="connsiteY67" fmla="*/ 1854062 h 3449423"/>
                <a:gd name="connsiteX68" fmla="*/ 1588443 w 3388668"/>
                <a:gd name="connsiteY68" fmla="*/ 1832517 h 3449423"/>
                <a:gd name="connsiteX69" fmla="*/ 1609618 w 3388668"/>
                <a:gd name="connsiteY69" fmla="*/ 1810943 h 3449423"/>
                <a:gd name="connsiteX70" fmla="*/ 1630782 w 3388668"/>
                <a:gd name="connsiteY70" fmla="*/ 1789397 h 3449423"/>
                <a:gd name="connsiteX71" fmla="*/ 1651956 w 3388668"/>
                <a:gd name="connsiteY71" fmla="*/ 1767813 h 3449423"/>
                <a:gd name="connsiteX72" fmla="*/ 1673130 w 3388668"/>
                <a:gd name="connsiteY72" fmla="*/ 1746277 h 3449423"/>
                <a:gd name="connsiteX73" fmla="*/ 1694333 w 3388668"/>
                <a:gd name="connsiteY73" fmla="*/ 1724694 h 3449423"/>
                <a:gd name="connsiteX74" fmla="*/ 1736671 w 3388668"/>
                <a:gd name="connsiteY74" fmla="*/ 1681612 h 3449423"/>
                <a:gd name="connsiteX75" fmla="*/ 1757846 w 3388668"/>
                <a:gd name="connsiteY75" fmla="*/ 1660029 h 3449423"/>
                <a:gd name="connsiteX76" fmla="*/ 1779058 w 3388668"/>
                <a:gd name="connsiteY76" fmla="*/ 1638483 h 3449423"/>
                <a:gd name="connsiteX77" fmla="*/ 1800222 w 3388668"/>
                <a:gd name="connsiteY77" fmla="*/ 1616909 h 3449423"/>
                <a:gd name="connsiteX78" fmla="*/ 1821396 w 3388668"/>
                <a:gd name="connsiteY78" fmla="*/ 1595363 h 3449423"/>
                <a:gd name="connsiteX79" fmla="*/ 1842570 w 3388668"/>
                <a:gd name="connsiteY79" fmla="*/ 1573780 h 3449423"/>
                <a:gd name="connsiteX80" fmla="*/ 1863735 w 3388668"/>
                <a:gd name="connsiteY80" fmla="*/ 1552244 h 3449423"/>
                <a:gd name="connsiteX81" fmla="*/ 1884947 w 3388668"/>
                <a:gd name="connsiteY81" fmla="*/ 1530698 h 3449423"/>
                <a:gd name="connsiteX82" fmla="*/ 1906121 w 3388668"/>
                <a:gd name="connsiteY82" fmla="*/ 1509114 h 3449423"/>
                <a:gd name="connsiteX83" fmla="*/ 1927286 w 3388668"/>
                <a:gd name="connsiteY83" fmla="*/ 1487578 h 3449423"/>
                <a:gd name="connsiteX84" fmla="*/ 1948460 w 3388668"/>
                <a:gd name="connsiteY84" fmla="*/ 1465995 h 3449423"/>
                <a:gd name="connsiteX85" fmla="*/ 1969663 w 3388668"/>
                <a:gd name="connsiteY85" fmla="*/ 1444449 h 3449423"/>
                <a:gd name="connsiteX86" fmla="*/ 1990837 w 3388668"/>
                <a:gd name="connsiteY86" fmla="*/ 1422875 h 3449423"/>
                <a:gd name="connsiteX87" fmla="*/ 2033175 w 3388668"/>
                <a:gd name="connsiteY87" fmla="*/ 1379784 h 3449423"/>
                <a:gd name="connsiteX88" fmla="*/ 2054387 w 3388668"/>
                <a:gd name="connsiteY88" fmla="*/ 1358210 h 3449423"/>
                <a:gd name="connsiteX89" fmla="*/ 2075561 w 3388668"/>
                <a:gd name="connsiteY89" fmla="*/ 1336664 h 3449423"/>
                <a:gd name="connsiteX90" fmla="*/ 2096726 w 3388668"/>
                <a:gd name="connsiteY90" fmla="*/ 1315081 h 3449423"/>
                <a:gd name="connsiteX91" fmla="*/ 2117900 w 3388668"/>
                <a:gd name="connsiteY91" fmla="*/ 1293535 h 3449423"/>
                <a:gd name="connsiteX92" fmla="*/ 2139074 w 3388668"/>
                <a:gd name="connsiteY92" fmla="*/ 1271961 h 3449423"/>
                <a:gd name="connsiteX93" fmla="*/ 2160277 w 3388668"/>
                <a:gd name="connsiteY93" fmla="*/ 1250415 h 3449423"/>
                <a:gd name="connsiteX94" fmla="*/ 2181451 w 3388668"/>
                <a:gd name="connsiteY94" fmla="*/ 1228870 h 3449423"/>
                <a:gd name="connsiteX95" fmla="*/ 2202616 w 3388668"/>
                <a:gd name="connsiteY95" fmla="*/ 1207296 h 3449423"/>
                <a:gd name="connsiteX96" fmla="*/ 2223790 w 3388668"/>
                <a:gd name="connsiteY96" fmla="*/ 1185750 h 3449423"/>
                <a:gd name="connsiteX97" fmla="*/ 2245002 w 3388668"/>
                <a:gd name="connsiteY97" fmla="*/ 1164167 h 3449423"/>
                <a:gd name="connsiteX98" fmla="*/ 2266166 w 3388668"/>
                <a:gd name="connsiteY98" fmla="*/ 1142630 h 3449423"/>
                <a:gd name="connsiteX99" fmla="*/ 2287340 w 3388668"/>
                <a:gd name="connsiteY99" fmla="*/ 1121047 h 3449423"/>
                <a:gd name="connsiteX100" fmla="*/ 2329679 w 3388668"/>
                <a:gd name="connsiteY100" fmla="*/ 1077965 h 3449423"/>
                <a:gd name="connsiteX101" fmla="*/ 2350891 w 3388668"/>
                <a:gd name="connsiteY101" fmla="*/ 1056382 h 3449423"/>
                <a:gd name="connsiteX102" fmla="*/ 2372056 w 3388668"/>
                <a:gd name="connsiteY102" fmla="*/ 1034836 h 3449423"/>
                <a:gd name="connsiteX103" fmla="*/ 2393230 w 3388668"/>
                <a:gd name="connsiteY103" fmla="*/ 1013262 h 3449423"/>
                <a:gd name="connsiteX104" fmla="*/ 2414404 w 3388668"/>
                <a:gd name="connsiteY104" fmla="*/ 991716 h 3449423"/>
                <a:gd name="connsiteX105" fmla="*/ 2435607 w 3388668"/>
                <a:gd name="connsiteY105" fmla="*/ 970133 h 3449423"/>
                <a:gd name="connsiteX106" fmla="*/ 2477955 w 3388668"/>
                <a:gd name="connsiteY106" fmla="*/ 927051 h 3449423"/>
                <a:gd name="connsiteX107" fmla="*/ 2499119 w 3388668"/>
                <a:gd name="connsiteY107" fmla="*/ 905468 h 3449423"/>
                <a:gd name="connsiteX108" fmla="*/ 2520331 w 3388668"/>
                <a:gd name="connsiteY108" fmla="*/ 883932 h 3449423"/>
                <a:gd name="connsiteX109" fmla="*/ 2541505 w 3388668"/>
                <a:gd name="connsiteY109" fmla="*/ 862348 h 3449423"/>
                <a:gd name="connsiteX110" fmla="*/ 2562670 w 3388668"/>
                <a:gd name="connsiteY110" fmla="*/ 840802 h 3449423"/>
                <a:gd name="connsiteX111" fmla="*/ 2583844 w 3388668"/>
                <a:gd name="connsiteY111" fmla="*/ 819228 h 3449423"/>
                <a:gd name="connsiteX112" fmla="*/ 2605018 w 3388668"/>
                <a:gd name="connsiteY112" fmla="*/ 797683 h 3449423"/>
                <a:gd name="connsiteX113" fmla="*/ 2626221 w 3388668"/>
                <a:gd name="connsiteY113" fmla="*/ 776137 h 3449423"/>
                <a:gd name="connsiteX114" fmla="*/ 2647395 w 3388668"/>
                <a:gd name="connsiteY114" fmla="*/ 754563 h 3449423"/>
                <a:gd name="connsiteX115" fmla="*/ 2668559 w 3388668"/>
                <a:gd name="connsiteY115" fmla="*/ 733017 h 3449423"/>
                <a:gd name="connsiteX116" fmla="*/ 2689733 w 3388668"/>
                <a:gd name="connsiteY116" fmla="*/ 711434 h 3449423"/>
                <a:gd name="connsiteX117" fmla="*/ 2710946 w 3388668"/>
                <a:gd name="connsiteY117" fmla="*/ 689888 h 3449423"/>
                <a:gd name="connsiteX118" fmla="*/ 2732110 w 3388668"/>
                <a:gd name="connsiteY118" fmla="*/ 668314 h 3449423"/>
                <a:gd name="connsiteX119" fmla="*/ 2774458 w 3388668"/>
                <a:gd name="connsiteY119" fmla="*/ 625223 h 3449423"/>
                <a:gd name="connsiteX120" fmla="*/ 2795623 w 3388668"/>
                <a:gd name="connsiteY120" fmla="*/ 603649 h 3449423"/>
                <a:gd name="connsiteX121" fmla="*/ 2816835 w 3388668"/>
                <a:gd name="connsiteY121" fmla="*/ 582103 h 3449423"/>
                <a:gd name="connsiteX122" fmla="*/ 2838000 w 3388668"/>
                <a:gd name="connsiteY122" fmla="*/ 560520 h 3449423"/>
                <a:gd name="connsiteX123" fmla="*/ 2859174 w 3388668"/>
                <a:gd name="connsiteY123" fmla="*/ 538984 h 3449423"/>
                <a:gd name="connsiteX124" fmla="*/ 2880348 w 3388668"/>
                <a:gd name="connsiteY124" fmla="*/ 517400 h 3449423"/>
                <a:gd name="connsiteX125" fmla="*/ 2901550 w 3388668"/>
                <a:gd name="connsiteY125" fmla="*/ 495854 h 3449423"/>
                <a:gd name="connsiteX126" fmla="*/ 2922724 w 3388668"/>
                <a:gd name="connsiteY126" fmla="*/ 474318 h 3449423"/>
                <a:gd name="connsiteX127" fmla="*/ 2943898 w 3388668"/>
                <a:gd name="connsiteY127" fmla="*/ 452735 h 3449423"/>
                <a:gd name="connsiteX128" fmla="*/ 2965063 w 3388668"/>
                <a:gd name="connsiteY128" fmla="*/ 431189 h 3449423"/>
                <a:gd name="connsiteX129" fmla="*/ 2986275 w 3388668"/>
                <a:gd name="connsiteY129" fmla="*/ 409615 h 3449423"/>
                <a:gd name="connsiteX130" fmla="*/ 3007449 w 3388668"/>
                <a:gd name="connsiteY130" fmla="*/ 388069 h 3449423"/>
                <a:gd name="connsiteX131" fmla="*/ 3028614 w 3388668"/>
                <a:gd name="connsiteY131" fmla="*/ 366486 h 3449423"/>
                <a:gd name="connsiteX132" fmla="*/ 3070953 w 3388668"/>
                <a:gd name="connsiteY132" fmla="*/ 323404 h 3449423"/>
                <a:gd name="connsiteX133" fmla="*/ 3092165 w 3388668"/>
                <a:gd name="connsiteY133" fmla="*/ 301821 h 3449423"/>
                <a:gd name="connsiteX134" fmla="*/ 3113339 w 3388668"/>
                <a:gd name="connsiteY134" fmla="*/ 280281 h 3449423"/>
                <a:gd name="connsiteX135" fmla="*/ 3134503 w 3388668"/>
                <a:gd name="connsiteY135" fmla="*/ 258700 h 3449423"/>
                <a:gd name="connsiteX136" fmla="*/ 3155677 w 3388668"/>
                <a:gd name="connsiteY136" fmla="*/ 237157 h 3449423"/>
                <a:gd name="connsiteX137" fmla="*/ 3176889 w 3388668"/>
                <a:gd name="connsiteY137" fmla="*/ 215577 h 3449423"/>
                <a:gd name="connsiteX138" fmla="*/ 3198054 w 3388668"/>
                <a:gd name="connsiteY138" fmla="*/ 194035 h 3449423"/>
                <a:gd name="connsiteX139" fmla="*/ 3219228 w 3388668"/>
                <a:gd name="connsiteY139" fmla="*/ 172455 h 3449423"/>
                <a:gd name="connsiteX140" fmla="*/ 3261567 w 3388668"/>
                <a:gd name="connsiteY140" fmla="*/ 129369 h 3449423"/>
                <a:gd name="connsiteX141" fmla="*/ 3282779 w 3388668"/>
                <a:gd name="connsiteY141" fmla="*/ 107789 h 3449423"/>
                <a:gd name="connsiteX142" fmla="*/ 3303944 w 3388668"/>
                <a:gd name="connsiteY142" fmla="*/ 86246 h 3449423"/>
                <a:gd name="connsiteX143" fmla="*/ 3325118 w 3388668"/>
                <a:gd name="connsiteY143" fmla="*/ 64665 h 3449423"/>
                <a:gd name="connsiteX144" fmla="*/ 3346292 w 3388668"/>
                <a:gd name="connsiteY144" fmla="*/ 43123 h 3449423"/>
                <a:gd name="connsiteX145" fmla="*/ 3367494 w 3388668"/>
                <a:gd name="connsiteY145" fmla="*/ 21543 h 3449423"/>
                <a:gd name="connsiteX146" fmla="*/ 3388668 w 3388668"/>
                <a:gd name="connsiteY146" fmla="*/ 0 h 34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3388668" h="3449423">
                  <a:moveTo>
                    <a:pt x="0" y="3449424"/>
                  </a:moveTo>
                  <a:lnTo>
                    <a:pt x="21171" y="3427849"/>
                  </a:lnTo>
                  <a:lnTo>
                    <a:pt x="63513" y="3384758"/>
                  </a:lnTo>
                  <a:lnTo>
                    <a:pt x="84683" y="3363184"/>
                  </a:lnTo>
                  <a:lnTo>
                    <a:pt x="105891" y="3341639"/>
                  </a:lnTo>
                  <a:lnTo>
                    <a:pt x="127063" y="3320055"/>
                  </a:lnTo>
                  <a:lnTo>
                    <a:pt x="148233" y="3298519"/>
                  </a:lnTo>
                  <a:lnTo>
                    <a:pt x="169404" y="3276935"/>
                  </a:lnTo>
                  <a:lnTo>
                    <a:pt x="190611" y="3255390"/>
                  </a:lnTo>
                  <a:lnTo>
                    <a:pt x="211783" y="3233854"/>
                  </a:lnTo>
                  <a:lnTo>
                    <a:pt x="232953" y="3212270"/>
                  </a:lnTo>
                  <a:lnTo>
                    <a:pt x="254124" y="3190725"/>
                  </a:lnTo>
                  <a:lnTo>
                    <a:pt x="275295" y="3169150"/>
                  </a:lnTo>
                  <a:lnTo>
                    <a:pt x="296503" y="3147605"/>
                  </a:lnTo>
                  <a:lnTo>
                    <a:pt x="317674" y="3126021"/>
                  </a:lnTo>
                  <a:lnTo>
                    <a:pt x="360014" y="3082940"/>
                  </a:lnTo>
                  <a:lnTo>
                    <a:pt x="381226" y="3061356"/>
                  </a:lnTo>
                  <a:lnTo>
                    <a:pt x="402390" y="3039811"/>
                  </a:lnTo>
                  <a:lnTo>
                    <a:pt x="423564" y="3018236"/>
                  </a:lnTo>
                  <a:lnTo>
                    <a:pt x="444738" y="2996691"/>
                  </a:lnTo>
                  <a:lnTo>
                    <a:pt x="465941" y="2975107"/>
                  </a:lnTo>
                  <a:lnTo>
                    <a:pt x="508289" y="2932026"/>
                  </a:lnTo>
                  <a:lnTo>
                    <a:pt x="529454" y="2910442"/>
                  </a:lnTo>
                  <a:lnTo>
                    <a:pt x="550628" y="2888906"/>
                  </a:lnTo>
                  <a:lnTo>
                    <a:pt x="571831" y="2867322"/>
                  </a:lnTo>
                  <a:lnTo>
                    <a:pt x="593005" y="2845777"/>
                  </a:lnTo>
                  <a:lnTo>
                    <a:pt x="614179" y="2824203"/>
                  </a:lnTo>
                  <a:lnTo>
                    <a:pt x="635343" y="2802657"/>
                  </a:lnTo>
                  <a:lnTo>
                    <a:pt x="656555" y="2781112"/>
                  </a:lnTo>
                  <a:lnTo>
                    <a:pt x="677730" y="2759537"/>
                  </a:lnTo>
                  <a:lnTo>
                    <a:pt x="698894" y="2737992"/>
                  </a:lnTo>
                  <a:lnTo>
                    <a:pt x="720068" y="2716408"/>
                  </a:lnTo>
                  <a:lnTo>
                    <a:pt x="741242" y="2694872"/>
                  </a:lnTo>
                  <a:lnTo>
                    <a:pt x="762445" y="2673289"/>
                  </a:lnTo>
                  <a:lnTo>
                    <a:pt x="804793" y="2630207"/>
                  </a:lnTo>
                  <a:lnTo>
                    <a:pt x="825958" y="2608623"/>
                  </a:lnTo>
                  <a:lnTo>
                    <a:pt x="847170" y="2587078"/>
                  </a:lnTo>
                  <a:lnTo>
                    <a:pt x="868334" y="2565504"/>
                  </a:lnTo>
                  <a:lnTo>
                    <a:pt x="889508" y="2543958"/>
                  </a:lnTo>
                  <a:lnTo>
                    <a:pt x="910682" y="2522375"/>
                  </a:lnTo>
                  <a:lnTo>
                    <a:pt x="931885" y="2500829"/>
                  </a:lnTo>
                  <a:lnTo>
                    <a:pt x="953059" y="2479293"/>
                  </a:lnTo>
                  <a:lnTo>
                    <a:pt x="974233" y="2457709"/>
                  </a:lnTo>
                  <a:lnTo>
                    <a:pt x="995398" y="2436164"/>
                  </a:lnTo>
                  <a:lnTo>
                    <a:pt x="1016572" y="2414590"/>
                  </a:lnTo>
                  <a:lnTo>
                    <a:pt x="1037774" y="2393044"/>
                  </a:lnTo>
                  <a:lnTo>
                    <a:pt x="1058949" y="2371460"/>
                  </a:lnTo>
                  <a:lnTo>
                    <a:pt x="1101287" y="2328379"/>
                  </a:lnTo>
                  <a:lnTo>
                    <a:pt x="1122499" y="2306795"/>
                  </a:lnTo>
                  <a:lnTo>
                    <a:pt x="1143674" y="2285259"/>
                  </a:lnTo>
                  <a:lnTo>
                    <a:pt x="1164838" y="2263675"/>
                  </a:lnTo>
                  <a:lnTo>
                    <a:pt x="1186012" y="2242130"/>
                  </a:lnTo>
                  <a:lnTo>
                    <a:pt x="1207186" y="2220556"/>
                  </a:lnTo>
                  <a:lnTo>
                    <a:pt x="1228389" y="2199010"/>
                  </a:lnTo>
                  <a:lnTo>
                    <a:pt x="1249563" y="2177427"/>
                  </a:lnTo>
                  <a:lnTo>
                    <a:pt x="1291902" y="2134345"/>
                  </a:lnTo>
                  <a:lnTo>
                    <a:pt x="1313114" y="2112761"/>
                  </a:lnTo>
                  <a:lnTo>
                    <a:pt x="1334278" y="2091225"/>
                  </a:lnTo>
                  <a:lnTo>
                    <a:pt x="1355452" y="2069642"/>
                  </a:lnTo>
                  <a:lnTo>
                    <a:pt x="1376626" y="2048096"/>
                  </a:lnTo>
                  <a:lnTo>
                    <a:pt x="1397829" y="2026522"/>
                  </a:lnTo>
                  <a:lnTo>
                    <a:pt x="1440177" y="1983431"/>
                  </a:lnTo>
                  <a:lnTo>
                    <a:pt x="1461342" y="1961857"/>
                  </a:lnTo>
                  <a:lnTo>
                    <a:pt x="1482516" y="1940311"/>
                  </a:lnTo>
                  <a:lnTo>
                    <a:pt x="1503718" y="1918728"/>
                  </a:lnTo>
                  <a:lnTo>
                    <a:pt x="1524893" y="1897182"/>
                  </a:lnTo>
                  <a:lnTo>
                    <a:pt x="1546067" y="1875608"/>
                  </a:lnTo>
                  <a:lnTo>
                    <a:pt x="1567231" y="1854062"/>
                  </a:lnTo>
                  <a:lnTo>
                    <a:pt x="1588443" y="1832517"/>
                  </a:lnTo>
                  <a:lnTo>
                    <a:pt x="1609618" y="1810943"/>
                  </a:lnTo>
                  <a:lnTo>
                    <a:pt x="1630782" y="1789397"/>
                  </a:lnTo>
                  <a:lnTo>
                    <a:pt x="1651956" y="1767813"/>
                  </a:lnTo>
                  <a:lnTo>
                    <a:pt x="1673130" y="1746277"/>
                  </a:lnTo>
                  <a:lnTo>
                    <a:pt x="1694333" y="1724694"/>
                  </a:lnTo>
                  <a:lnTo>
                    <a:pt x="1736671" y="1681612"/>
                  </a:lnTo>
                  <a:lnTo>
                    <a:pt x="1757846" y="1660029"/>
                  </a:lnTo>
                  <a:lnTo>
                    <a:pt x="1779058" y="1638483"/>
                  </a:lnTo>
                  <a:lnTo>
                    <a:pt x="1800222" y="1616909"/>
                  </a:lnTo>
                  <a:lnTo>
                    <a:pt x="1821396" y="1595363"/>
                  </a:lnTo>
                  <a:lnTo>
                    <a:pt x="1842570" y="1573780"/>
                  </a:lnTo>
                  <a:lnTo>
                    <a:pt x="1863735" y="1552244"/>
                  </a:lnTo>
                  <a:lnTo>
                    <a:pt x="1884947" y="1530698"/>
                  </a:lnTo>
                  <a:lnTo>
                    <a:pt x="1906121" y="1509114"/>
                  </a:lnTo>
                  <a:lnTo>
                    <a:pt x="1927286" y="1487578"/>
                  </a:lnTo>
                  <a:lnTo>
                    <a:pt x="1948460" y="1465995"/>
                  </a:lnTo>
                  <a:lnTo>
                    <a:pt x="1969663" y="1444449"/>
                  </a:lnTo>
                  <a:lnTo>
                    <a:pt x="1990837" y="1422875"/>
                  </a:lnTo>
                  <a:lnTo>
                    <a:pt x="2033175" y="1379784"/>
                  </a:lnTo>
                  <a:lnTo>
                    <a:pt x="2054387" y="1358210"/>
                  </a:lnTo>
                  <a:lnTo>
                    <a:pt x="2075561" y="1336664"/>
                  </a:lnTo>
                  <a:lnTo>
                    <a:pt x="2096726" y="1315081"/>
                  </a:lnTo>
                  <a:lnTo>
                    <a:pt x="2117900" y="1293535"/>
                  </a:lnTo>
                  <a:lnTo>
                    <a:pt x="2139074" y="1271961"/>
                  </a:lnTo>
                  <a:lnTo>
                    <a:pt x="2160277" y="1250415"/>
                  </a:lnTo>
                  <a:lnTo>
                    <a:pt x="2181451" y="1228870"/>
                  </a:lnTo>
                  <a:lnTo>
                    <a:pt x="2202616" y="1207296"/>
                  </a:lnTo>
                  <a:lnTo>
                    <a:pt x="2223790" y="1185750"/>
                  </a:lnTo>
                  <a:lnTo>
                    <a:pt x="2245002" y="1164167"/>
                  </a:lnTo>
                  <a:lnTo>
                    <a:pt x="2266166" y="1142630"/>
                  </a:lnTo>
                  <a:lnTo>
                    <a:pt x="2287340" y="1121047"/>
                  </a:lnTo>
                  <a:lnTo>
                    <a:pt x="2329679" y="1077965"/>
                  </a:lnTo>
                  <a:lnTo>
                    <a:pt x="2350891" y="1056382"/>
                  </a:lnTo>
                  <a:lnTo>
                    <a:pt x="2372056" y="1034836"/>
                  </a:lnTo>
                  <a:lnTo>
                    <a:pt x="2393230" y="1013262"/>
                  </a:lnTo>
                  <a:lnTo>
                    <a:pt x="2414404" y="991716"/>
                  </a:lnTo>
                  <a:lnTo>
                    <a:pt x="2435607" y="970133"/>
                  </a:lnTo>
                  <a:lnTo>
                    <a:pt x="2477955" y="927051"/>
                  </a:lnTo>
                  <a:lnTo>
                    <a:pt x="2499119" y="905468"/>
                  </a:lnTo>
                  <a:lnTo>
                    <a:pt x="2520331" y="883932"/>
                  </a:lnTo>
                  <a:lnTo>
                    <a:pt x="2541505" y="862348"/>
                  </a:lnTo>
                  <a:lnTo>
                    <a:pt x="2562670" y="840802"/>
                  </a:lnTo>
                  <a:lnTo>
                    <a:pt x="2583844" y="819228"/>
                  </a:lnTo>
                  <a:lnTo>
                    <a:pt x="2605018" y="797683"/>
                  </a:lnTo>
                  <a:lnTo>
                    <a:pt x="2626221" y="776137"/>
                  </a:lnTo>
                  <a:lnTo>
                    <a:pt x="2647395" y="754563"/>
                  </a:lnTo>
                  <a:lnTo>
                    <a:pt x="2668559" y="733017"/>
                  </a:lnTo>
                  <a:lnTo>
                    <a:pt x="2689733" y="711434"/>
                  </a:lnTo>
                  <a:lnTo>
                    <a:pt x="2710946" y="689888"/>
                  </a:lnTo>
                  <a:lnTo>
                    <a:pt x="2732110" y="668314"/>
                  </a:lnTo>
                  <a:lnTo>
                    <a:pt x="2774458" y="625223"/>
                  </a:lnTo>
                  <a:lnTo>
                    <a:pt x="2795623" y="603649"/>
                  </a:lnTo>
                  <a:lnTo>
                    <a:pt x="2816835" y="582103"/>
                  </a:lnTo>
                  <a:lnTo>
                    <a:pt x="2838000" y="560520"/>
                  </a:lnTo>
                  <a:lnTo>
                    <a:pt x="2859174" y="538984"/>
                  </a:lnTo>
                  <a:lnTo>
                    <a:pt x="2880348" y="517400"/>
                  </a:lnTo>
                  <a:lnTo>
                    <a:pt x="2901550" y="495854"/>
                  </a:lnTo>
                  <a:lnTo>
                    <a:pt x="2922724" y="474318"/>
                  </a:lnTo>
                  <a:lnTo>
                    <a:pt x="2943898" y="452735"/>
                  </a:lnTo>
                  <a:lnTo>
                    <a:pt x="2965063" y="431189"/>
                  </a:lnTo>
                  <a:lnTo>
                    <a:pt x="2986275" y="409615"/>
                  </a:lnTo>
                  <a:lnTo>
                    <a:pt x="3007449" y="388069"/>
                  </a:lnTo>
                  <a:lnTo>
                    <a:pt x="3028614" y="366486"/>
                  </a:lnTo>
                  <a:lnTo>
                    <a:pt x="3070953" y="323404"/>
                  </a:lnTo>
                  <a:lnTo>
                    <a:pt x="3092165" y="301821"/>
                  </a:lnTo>
                  <a:lnTo>
                    <a:pt x="3113339" y="280281"/>
                  </a:lnTo>
                  <a:lnTo>
                    <a:pt x="3134503" y="258700"/>
                  </a:lnTo>
                  <a:lnTo>
                    <a:pt x="3155677" y="237157"/>
                  </a:lnTo>
                  <a:lnTo>
                    <a:pt x="3176889" y="215577"/>
                  </a:lnTo>
                  <a:lnTo>
                    <a:pt x="3198054" y="194035"/>
                  </a:lnTo>
                  <a:lnTo>
                    <a:pt x="3219228" y="172455"/>
                  </a:lnTo>
                  <a:lnTo>
                    <a:pt x="3261567" y="129369"/>
                  </a:lnTo>
                  <a:lnTo>
                    <a:pt x="3282779" y="107789"/>
                  </a:lnTo>
                  <a:lnTo>
                    <a:pt x="3303944" y="86246"/>
                  </a:lnTo>
                  <a:lnTo>
                    <a:pt x="3325118" y="64665"/>
                  </a:lnTo>
                  <a:lnTo>
                    <a:pt x="3346292" y="43123"/>
                  </a:lnTo>
                  <a:lnTo>
                    <a:pt x="3367494" y="21543"/>
                  </a:lnTo>
                  <a:lnTo>
                    <a:pt x="3388668" y="0"/>
                  </a:lnTo>
                </a:path>
              </a:pathLst>
            </a:custGeom>
            <a:noFill/>
            <a:ln w="24391" cap="flat">
              <a:solidFill>
                <a:srgbClr val="0070C0"/>
              </a:solidFill>
              <a:prstDash val="solid"/>
              <a:round/>
            </a:ln>
          </p:spPr>
          <p:txBody>
            <a:bodyPr rtlCol="0" anchor="ctr"/>
            <a:lstStyle/>
            <a:p>
              <a:endParaRPr lang="en-GB"/>
            </a:p>
          </p:txBody>
        </p:sp>
      </p:grpSp>
      <p:sp>
        <p:nvSpPr>
          <p:cNvPr id="3" name="TextBox 2">
            <a:extLst>
              <a:ext uri="{FF2B5EF4-FFF2-40B4-BE49-F238E27FC236}">
                <a16:creationId xmlns:a16="http://schemas.microsoft.com/office/drawing/2014/main" id="{616E24D3-B469-C3DD-3D74-26111E74EFC2}"/>
              </a:ext>
            </a:extLst>
          </p:cNvPr>
          <p:cNvSpPr txBox="1"/>
          <p:nvPr/>
        </p:nvSpPr>
        <p:spPr>
          <a:xfrm>
            <a:off x="891589" y="1196080"/>
            <a:ext cx="4310833"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Aptos" panose="020B0004020202020204"/>
                <a:ea typeface="+mn-ea"/>
                <a:cs typeface="+mn-cs"/>
              </a:rPr>
              <a:t>Assumption of Proportional Odds</a:t>
            </a:r>
          </a:p>
        </p:txBody>
      </p:sp>
      <p:sp>
        <p:nvSpPr>
          <p:cNvPr id="6" name="Título 1">
            <a:extLst>
              <a:ext uri="{FF2B5EF4-FFF2-40B4-BE49-F238E27FC236}">
                <a16:creationId xmlns:a16="http://schemas.microsoft.com/office/drawing/2014/main" id="{989FF647-6E7D-BA6C-8FCF-0D9CE9164E9A}"/>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33" name="Freeform: Shape 32">
            <a:extLst>
              <a:ext uri="{FF2B5EF4-FFF2-40B4-BE49-F238E27FC236}">
                <a16:creationId xmlns:a16="http://schemas.microsoft.com/office/drawing/2014/main" id="{5D21C20A-5909-A4E4-108E-65AC0BFD2264}"/>
              </a:ext>
            </a:extLst>
          </p:cNvPr>
          <p:cNvSpPr/>
          <p:nvPr/>
        </p:nvSpPr>
        <p:spPr>
          <a:xfrm>
            <a:off x="5855647" y="5050532"/>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sz="1400"/>
          </a:p>
        </p:txBody>
      </p:sp>
      <p:sp>
        <p:nvSpPr>
          <p:cNvPr id="34" name="TextBox 33">
            <a:extLst>
              <a:ext uri="{FF2B5EF4-FFF2-40B4-BE49-F238E27FC236}">
                <a16:creationId xmlns:a16="http://schemas.microsoft.com/office/drawing/2014/main" id="{4EF11A14-CDD8-3E75-D652-B0D0AC9305D7}"/>
              </a:ext>
            </a:extLst>
          </p:cNvPr>
          <p:cNvSpPr txBox="1"/>
          <p:nvPr/>
        </p:nvSpPr>
        <p:spPr>
          <a:xfrm>
            <a:off x="6096000" y="4960738"/>
            <a:ext cx="4515268" cy="430887"/>
          </a:xfrm>
          <a:prstGeom prst="rect">
            <a:avLst/>
          </a:prstGeom>
          <a:noFill/>
        </p:spPr>
        <p:txBody>
          <a:bodyPr wrap="square">
            <a:spAutoFit/>
          </a:bodyPr>
          <a:lstStyle/>
          <a:p>
            <a:pPr lvl="0">
              <a:defRPr/>
            </a:pPr>
            <a:r>
              <a:rPr lang="en-US" sz="1100">
                <a:solidFill>
                  <a:schemeClr val="bg1">
                    <a:lumMod val="75000"/>
                  </a:schemeClr>
                </a:solidFill>
              </a:rPr>
              <a:t>Re‑</a:t>
            </a:r>
            <a:r>
              <a:rPr lang="en-US" sz="1100" err="1">
                <a:solidFill>
                  <a:schemeClr val="bg1">
                    <a:lumMod val="75000"/>
                  </a:schemeClr>
                </a:solidFill>
              </a:rPr>
              <a:t>categorise</a:t>
            </a:r>
            <a:r>
              <a:rPr lang="en-US" sz="1100">
                <a:solidFill>
                  <a:schemeClr val="bg1">
                    <a:lumMod val="75000"/>
                  </a:schemeClr>
                </a:solidFill>
              </a:rPr>
              <a:t> the variable, if theoretically justified, and fit a new ordered logit model, or a binary logit based on the new </a:t>
            </a:r>
            <a:r>
              <a:rPr lang="en-US" sz="1100" err="1">
                <a:solidFill>
                  <a:schemeClr val="bg1">
                    <a:lumMod val="75000"/>
                  </a:schemeClr>
                </a:solidFill>
              </a:rPr>
              <a:t>categorisation</a:t>
            </a:r>
            <a:r>
              <a:rPr lang="en-US" sz="1100">
                <a:solidFill>
                  <a:schemeClr val="bg1">
                    <a:lumMod val="75000"/>
                  </a:schemeClr>
                </a:solidFill>
              </a:rPr>
              <a:t>.</a:t>
            </a:r>
          </a:p>
        </p:txBody>
      </p:sp>
      <p:sp>
        <p:nvSpPr>
          <p:cNvPr id="35" name="Freeform: Shape 34">
            <a:extLst>
              <a:ext uri="{FF2B5EF4-FFF2-40B4-BE49-F238E27FC236}">
                <a16:creationId xmlns:a16="http://schemas.microsoft.com/office/drawing/2014/main" id="{482DD183-6599-1A11-E883-620D4815D7AB}"/>
              </a:ext>
            </a:extLst>
          </p:cNvPr>
          <p:cNvSpPr/>
          <p:nvPr/>
        </p:nvSpPr>
        <p:spPr>
          <a:xfrm>
            <a:off x="5873735" y="5487995"/>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sz="1400"/>
          </a:p>
        </p:txBody>
      </p:sp>
      <p:sp>
        <p:nvSpPr>
          <p:cNvPr id="36" name="TextBox 35">
            <a:extLst>
              <a:ext uri="{FF2B5EF4-FFF2-40B4-BE49-F238E27FC236}">
                <a16:creationId xmlns:a16="http://schemas.microsoft.com/office/drawing/2014/main" id="{0BCA6A08-CDAE-FF87-C569-ABDC48C5E1D4}"/>
              </a:ext>
            </a:extLst>
          </p:cNvPr>
          <p:cNvSpPr txBox="1"/>
          <p:nvPr/>
        </p:nvSpPr>
        <p:spPr>
          <a:xfrm>
            <a:off x="6114088" y="5398201"/>
            <a:ext cx="2227907" cy="430887"/>
          </a:xfrm>
          <a:prstGeom prst="rect">
            <a:avLst/>
          </a:prstGeom>
          <a:noFill/>
        </p:spPr>
        <p:txBody>
          <a:bodyPr wrap="square">
            <a:spAutoFit/>
          </a:bodyPr>
          <a:lstStyle/>
          <a:p>
            <a:pPr lvl="0">
              <a:defRPr/>
            </a:pPr>
            <a:r>
              <a:rPr lang="en-US" sz="1100">
                <a:solidFill>
                  <a:schemeClr val="bg1">
                    <a:lumMod val="75000"/>
                  </a:schemeClr>
                </a:solidFill>
              </a:rPr>
              <a:t>If theoretically justified, fit a multinomial logit model.</a:t>
            </a:r>
          </a:p>
        </p:txBody>
      </p:sp>
      <p:sp>
        <p:nvSpPr>
          <p:cNvPr id="37" name="Freeform: Shape 36">
            <a:extLst>
              <a:ext uri="{FF2B5EF4-FFF2-40B4-BE49-F238E27FC236}">
                <a16:creationId xmlns:a16="http://schemas.microsoft.com/office/drawing/2014/main" id="{9C7266CC-459F-00A1-EEAC-750BD4FA8117}"/>
              </a:ext>
            </a:extLst>
          </p:cNvPr>
          <p:cNvSpPr/>
          <p:nvPr/>
        </p:nvSpPr>
        <p:spPr>
          <a:xfrm>
            <a:off x="5873735" y="5908459"/>
            <a:ext cx="230827" cy="230827"/>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sz="1400"/>
          </a:p>
        </p:txBody>
      </p:sp>
      <p:sp>
        <p:nvSpPr>
          <p:cNvPr id="38" name="TextBox 37">
            <a:extLst>
              <a:ext uri="{FF2B5EF4-FFF2-40B4-BE49-F238E27FC236}">
                <a16:creationId xmlns:a16="http://schemas.microsoft.com/office/drawing/2014/main" id="{1D67B3D1-E1E4-C22B-DE0F-17820228FD01}"/>
              </a:ext>
            </a:extLst>
          </p:cNvPr>
          <p:cNvSpPr txBox="1"/>
          <p:nvPr/>
        </p:nvSpPr>
        <p:spPr>
          <a:xfrm>
            <a:off x="6114088" y="5818665"/>
            <a:ext cx="3205172" cy="430887"/>
          </a:xfrm>
          <a:prstGeom prst="rect">
            <a:avLst/>
          </a:prstGeom>
          <a:noFill/>
        </p:spPr>
        <p:txBody>
          <a:bodyPr wrap="square">
            <a:spAutoFit/>
          </a:bodyPr>
          <a:lstStyle/>
          <a:p>
            <a:pPr lvl="0">
              <a:defRPr/>
            </a:pPr>
            <a:r>
              <a:rPr lang="en-US" sz="1100">
                <a:solidFill>
                  <a:schemeClr val="bg1">
                    <a:lumMod val="75000"/>
                  </a:schemeClr>
                </a:solidFill>
              </a:rPr>
              <a:t>Fit a partial proportional odds logit model, which relaxes the proportional‑odds assumption.</a:t>
            </a:r>
          </a:p>
        </p:txBody>
      </p:sp>
    </p:spTree>
    <p:extLst>
      <p:ext uri="{BB962C8B-B14F-4D97-AF65-F5344CB8AC3E}">
        <p14:creationId xmlns:p14="http://schemas.microsoft.com/office/powerpoint/2010/main" val="253782240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fad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6"/>
                                        </p:tgtEl>
                                        <p:attrNameLst>
                                          <p:attrName>style.visibility</p:attrName>
                                        </p:attrNameLst>
                                      </p:cBhvr>
                                      <p:to>
                                        <p:strVal val="visible"/>
                                      </p:to>
                                    </p:set>
                                    <p:animEffect transition="in" filter="fade">
                                      <p:cBhvr>
                                        <p:cTn id="12"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76"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D842D9-F3B5-6D78-7BA7-1FA526E6DD28}"/>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57E86466-B05E-75BE-F6C1-78ED5BAF560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F908661B-750E-093B-AD2D-C396E4B2B41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E345D44F-7149-0C36-74CE-D81F19559AF6}"/>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D57A8743-089B-12F7-C56A-C3683744F61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7D6D6AD5-1BC8-1F64-7BEF-7DCFB9368472}"/>
                  </a:ext>
                </a:extLst>
              </p:cNvPr>
              <p:cNvSpPr txBox="1"/>
              <p:nvPr/>
            </p:nvSpPr>
            <p:spPr>
              <a:xfrm>
                <a:off x="891589" y="1148031"/>
                <a:ext cx="5204411" cy="181588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A researcher is interested in how variables such as grade point average (GPA), the prestige of the undergraduate institution, the type of institution, and parents’ education </a:t>
                </a:r>
                <a:r>
                  <a:rPr lang="en-US" sz="1400" b="1">
                    <a:solidFill>
                      <a:prstClr val="black"/>
                    </a:solidFill>
                    <a:highlight>
                      <a:srgbClr val="FFC000"/>
                    </a:highlight>
                  </a:rPr>
                  <a:t>influence the decision to apply to a postgraduate programme.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The response variable is </a:t>
                </a:r>
                <a:r>
                  <a:rPr kumimoji="0" lang="en-US" sz="14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ordinal</a:t>
                </a:r>
                <a: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t>: </a:t>
                </a:r>
                <a:br>
                  <a:rPr kumimoji="0" lang="en-US" sz="1400" b="0" i="0" u="none" strike="noStrike" kern="1200" cap="none" spc="0" normalizeH="0" baseline="0" noProof="0">
                    <a:ln>
                      <a:noFill/>
                    </a:ln>
                    <a:solidFill>
                      <a:prstClr val="black"/>
                    </a:solidFill>
                    <a:effectLst/>
                    <a:uLnTx/>
                    <a:uFillTx/>
                    <a:latin typeface="Aptos" panose="020B0004020202020204"/>
                    <a:ea typeface="+mn-ea"/>
                    <a:cs typeface="+mn-cs"/>
                  </a:rPr>
                </a:br>
                <a:endParaRPr kumimoji="0" lang="en-US" sz="1400" b="0" i="0" u="none" strike="noStrike" kern="1200" cap="none" spc="0" normalizeH="0" baseline="0" noProof="0">
                  <a:ln>
                    <a:noFill/>
                  </a:ln>
                  <a:solidFill>
                    <a:prstClr val="black"/>
                  </a:solidFill>
                  <a:effectLst/>
                  <a:uLnTx/>
                  <a:uFillTx/>
                  <a:latin typeface="Aptos" panose="020B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u="none" strike="noStrike" kern="1200" cap="none" spc="0" normalizeH="0" baseline="0" noProof="0">
                    <a:ln>
                      <a:noFill/>
                    </a:ln>
                    <a:solidFill>
                      <a:prstClr val="black"/>
                    </a:solidFill>
                    <a:effectLst/>
                    <a:uLnTx/>
                    <a:uFillTx/>
                    <a:ea typeface="+mn-ea"/>
                    <a:cs typeface="+mn-cs"/>
                  </a:rPr>
                  <a:t>Apply:</a:t>
                </a:r>
                <a:r>
                  <a:rPr kumimoji="0" lang="en-US" sz="1400" b="0" u="none" strike="noStrike" kern="1200" cap="none" spc="0" normalizeH="0" noProof="0">
                    <a:ln>
                      <a:noFill/>
                    </a:ln>
                    <a:solidFill>
                      <a:prstClr val="black"/>
                    </a:solidFill>
                    <a:effectLst/>
                    <a:uLnTx/>
                    <a:uFillTx/>
                    <a:ea typeface="+mn-ea"/>
                    <a:cs typeface="+mn-cs"/>
                  </a:rPr>
                  <a:t> {</a:t>
                </a:r>
                <a14:m>
                  <m:oMath xmlns:m="http://schemas.openxmlformats.org/officeDocument/2006/math">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𝑛𝑜𝑡</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 </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𝑙𝑖𝑘𝑒𝑙𝑦</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 &lt; </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𝑠𝑜𝑚𝑒𝑤h𝑎𝑡</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 </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𝑙𝑖𝑘𝑒𝑙𝑦</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&lt; </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𝑣𝑒𝑟𝑦</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 </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𝑙𝑖𝑘𝑒𝑙𝑦</m:t>
                    </m:r>
                    <m:r>
                      <a:rPr kumimoji="0" lang="en-US" sz="1400" b="0" i="1" u="none" strike="noStrike" kern="1200" cap="none" spc="0" normalizeH="0" baseline="0" noProof="0" dirty="0" smtClean="0">
                        <a:ln>
                          <a:noFill/>
                        </a:ln>
                        <a:solidFill>
                          <a:prstClr val="black"/>
                        </a:solidFill>
                        <a:effectLst/>
                        <a:uLnTx/>
                        <a:uFillTx/>
                        <a:latin typeface="Cambria Math" panose="02040503050406030204" pitchFamily="18" charset="0"/>
                        <a:ea typeface="+mn-ea"/>
                        <a:cs typeface="+mn-cs"/>
                      </a:rPr>
                      <m:t>}</m:t>
                    </m:r>
                  </m:oMath>
                </a14:m>
                <a:endParaRPr kumimoji="0" lang="en-US" sz="1400" b="0" u="none" strike="noStrike" kern="1200" cap="none" spc="0" normalizeH="0" noProof="0">
                  <a:ln>
                    <a:noFill/>
                  </a:ln>
                  <a:solidFill>
                    <a:prstClr val="black"/>
                  </a:solidFill>
                  <a:effectLst/>
                  <a:uLnTx/>
                  <a:uFillTx/>
                  <a:ea typeface="+mn-ea"/>
                  <a:cs typeface="+mn-cs"/>
                </a:endParaRPr>
              </a:p>
            </p:txBody>
          </p:sp>
        </mc:Choice>
        <mc:Fallback xmlns="">
          <p:sp>
            <p:nvSpPr>
              <p:cNvPr id="6" name="TextBox 5">
                <a:extLst>
                  <a:ext uri="{FF2B5EF4-FFF2-40B4-BE49-F238E27FC236}">
                    <a16:creationId xmlns:a16="http://schemas.microsoft.com/office/drawing/2014/main" id="{7D6D6AD5-1BC8-1F64-7BEF-7DCFB9368472}"/>
                  </a:ext>
                </a:extLst>
              </p:cNvPr>
              <p:cNvSpPr txBox="1">
                <a:spLocks noRot="1" noChangeAspect="1" noMove="1" noResize="1" noEditPoints="1" noAdjustHandles="1" noChangeArrowheads="1" noChangeShapeType="1" noTextEdit="1"/>
              </p:cNvSpPr>
              <p:nvPr/>
            </p:nvSpPr>
            <p:spPr>
              <a:xfrm>
                <a:off x="891589" y="1148031"/>
                <a:ext cx="5204411" cy="1815882"/>
              </a:xfrm>
              <a:prstGeom prst="rect">
                <a:avLst/>
              </a:prstGeom>
              <a:blipFill>
                <a:blip r:embed="rId3"/>
                <a:stretch>
                  <a:fillRect l="-351" t="-336" b="-2685"/>
                </a:stretch>
              </a:blipFill>
            </p:spPr>
            <p:txBody>
              <a:bodyPr/>
              <a:lstStyle/>
              <a:p>
                <a:r>
                  <a:rPr lang="en-US">
                    <a:noFill/>
                  </a:rPr>
                  <a:t> </a:t>
                </a:r>
              </a:p>
            </p:txBody>
          </p:sp>
        </mc:Fallback>
      </mc:AlternateContent>
      <p:sp>
        <p:nvSpPr>
          <p:cNvPr id="11" name="TextBox 10">
            <a:extLst>
              <a:ext uri="{FF2B5EF4-FFF2-40B4-BE49-F238E27FC236}">
                <a16:creationId xmlns:a16="http://schemas.microsoft.com/office/drawing/2014/main" id="{8E63F7E1-A18D-FE9A-2D0A-7BAF3FE94F49}"/>
              </a:ext>
            </a:extLst>
          </p:cNvPr>
          <p:cNvSpPr txBox="1"/>
          <p:nvPr/>
        </p:nvSpPr>
        <p:spPr>
          <a:xfrm>
            <a:off x="5819600" y="3263556"/>
            <a:ext cx="5422121" cy="2123658"/>
          </a:xfrm>
          <a:prstGeom prst="rect">
            <a:avLst/>
          </a:prstGeom>
          <a:noFill/>
        </p:spPr>
        <p:txBody>
          <a:bodyPr wrap="square">
            <a:spAutoFit/>
          </a:bodyPr>
          <a:lstStyle>
            <a:defPPr>
              <a:defRPr lang="en-US"/>
            </a:defPPr>
            <a:lvl1pPr>
              <a:defRPr sz="1400" b="0"/>
            </a:lvl1pPr>
          </a:lstStyle>
          <a:p>
            <a:pPr marL="285750" lvl="0" indent="-285750">
              <a:spcBef>
                <a:spcPts val="600"/>
              </a:spcBef>
              <a:spcAft>
                <a:spcPts val="600"/>
              </a:spcAft>
              <a:buFont typeface="Arial" panose="020B0604020202020204" pitchFamily="34" charset="0"/>
              <a:buChar char="•"/>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Apply. </a:t>
            </a:r>
            <a:r>
              <a:rPr lang="en-US">
                <a:solidFill>
                  <a:prstClr val="black"/>
                </a:solidFill>
              </a:rPr>
              <a:t>Decision to apply to a postgraduate programme</a:t>
            </a:r>
          </a:p>
          <a:p>
            <a:pPr marL="285750" lvl="0" indent="-285750">
              <a:spcBef>
                <a:spcPts val="600"/>
              </a:spcBef>
              <a:spcAft>
                <a:spcPts val="600"/>
              </a:spcAft>
              <a:buFont typeface="Arial" panose="020B0604020202020204" pitchFamily="34" charset="0"/>
              <a:buChar char="•"/>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Pared. </a:t>
            </a:r>
            <a:r>
              <a:rPr lang="en-US">
                <a:solidFill>
                  <a:prstClr val="black"/>
                </a:solidFill>
              </a:rPr>
              <a:t>Indicator variable specifying whether the student’s parents hold an undergraduate degree.</a:t>
            </a:r>
          </a:p>
          <a:p>
            <a:pPr marL="285750" lvl="0" indent="-285750">
              <a:spcBef>
                <a:spcPts val="600"/>
              </a:spcBef>
              <a:spcAft>
                <a:spcPts val="600"/>
              </a:spcAft>
              <a:buFont typeface="Arial" panose="020B0604020202020204" pitchFamily="34" charset="0"/>
              <a:buChar char="•"/>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Public. </a:t>
            </a:r>
            <a:r>
              <a:rPr lang="en-US">
                <a:solidFill>
                  <a:prstClr val="black"/>
                </a:solidFill>
              </a:rPr>
              <a:t>Indicator variable denoting whether the student completed their undergraduate studies at a public university.</a:t>
            </a:r>
          </a:p>
          <a:p>
            <a:pPr marL="285750" lvl="0" indent="-285750">
              <a:spcBef>
                <a:spcPts val="600"/>
              </a:spcBef>
              <a:spcAft>
                <a:spcPts val="600"/>
              </a:spcAft>
              <a:buFont typeface="Arial" panose="020B0604020202020204" pitchFamily="34" charset="0"/>
              <a:buChar char="•"/>
              <a:defRPr/>
            </a:pPr>
            <a:r>
              <a:rPr lang="en-GB" b="1">
                <a:solidFill>
                  <a:prstClr val="black"/>
                </a:solidFill>
              </a:rPr>
              <a:t>GPA. </a:t>
            </a:r>
            <a:r>
              <a:rPr lang="en-US">
                <a:solidFill>
                  <a:prstClr val="black"/>
                </a:solidFill>
              </a:rPr>
              <a:t>Independent numerical variable describing the student’s cumulative academic average (Grade Point Average).</a:t>
            </a:r>
            <a:endParaRPr lang="en-GB">
              <a:solidFill>
                <a:prstClr val="black"/>
              </a:solidFill>
            </a:endParaRPr>
          </a:p>
        </p:txBody>
      </p:sp>
      <p:sp>
        <p:nvSpPr>
          <p:cNvPr id="15" name="Oval 14">
            <a:extLst>
              <a:ext uri="{FF2B5EF4-FFF2-40B4-BE49-F238E27FC236}">
                <a16:creationId xmlns:a16="http://schemas.microsoft.com/office/drawing/2014/main" id="{8191DE8F-CBDB-F059-6CFE-9E7E2D9BE121}"/>
              </a:ext>
            </a:extLst>
          </p:cNvPr>
          <p:cNvSpPr/>
          <p:nvPr/>
        </p:nvSpPr>
        <p:spPr>
          <a:xfrm>
            <a:off x="1729774" y="312626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7" name="Oval 16">
            <a:extLst>
              <a:ext uri="{FF2B5EF4-FFF2-40B4-BE49-F238E27FC236}">
                <a16:creationId xmlns:a16="http://schemas.microsoft.com/office/drawing/2014/main" id="{2A1D82AA-0366-6FA7-9AF0-DAA41372ED3B}"/>
              </a:ext>
            </a:extLst>
          </p:cNvPr>
          <p:cNvSpPr/>
          <p:nvPr/>
        </p:nvSpPr>
        <p:spPr>
          <a:xfrm>
            <a:off x="2449052" y="312626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8" name="Oval 17">
            <a:extLst>
              <a:ext uri="{FF2B5EF4-FFF2-40B4-BE49-F238E27FC236}">
                <a16:creationId xmlns:a16="http://schemas.microsoft.com/office/drawing/2014/main" id="{90B2F7BE-0341-F3C6-0261-B3BD24362295}"/>
              </a:ext>
            </a:extLst>
          </p:cNvPr>
          <p:cNvSpPr/>
          <p:nvPr/>
        </p:nvSpPr>
        <p:spPr>
          <a:xfrm>
            <a:off x="3123599" y="3131066"/>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20" name="Oval 19">
            <a:extLst>
              <a:ext uri="{FF2B5EF4-FFF2-40B4-BE49-F238E27FC236}">
                <a16:creationId xmlns:a16="http://schemas.microsoft.com/office/drawing/2014/main" id="{11D71B10-1472-03B7-7D93-759F217EE832}"/>
              </a:ext>
            </a:extLst>
          </p:cNvPr>
          <p:cNvSpPr/>
          <p:nvPr/>
        </p:nvSpPr>
        <p:spPr>
          <a:xfrm>
            <a:off x="4209337" y="3121455"/>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23" name="Oval 22">
            <a:extLst>
              <a:ext uri="{FF2B5EF4-FFF2-40B4-BE49-F238E27FC236}">
                <a16:creationId xmlns:a16="http://schemas.microsoft.com/office/drawing/2014/main" id="{53C9AA22-575A-B4B2-54E8-FC981857169C}"/>
              </a:ext>
            </a:extLst>
          </p:cNvPr>
          <p:cNvSpPr/>
          <p:nvPr/>
        </p:nvSpPr>
        <p:spPr>
          <a:xfrm>
            <a:off x="5727562" y="2892939"/>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7" name="Oval 66">
            <a:extLst>
              <a:ext uri="{FF2B5EF4-FFF2-40B4-BE49-F238E27FC236}">
                <a16:creationId xmlns:a16="http://schemas.microsoft.com/office/drawing/2014/main" id="{551B81E9-1C57-C4FD-66B5-1DE976BFCB64}"/>
              </a:ext>
            </a:extLst>
          </p:cNvPr>
          <p:cNvSpPr/>
          <p:nvPr/>
        </p:nvSpPr>
        <p:spPr>
          <a:xfrm>
            <a:off x="5703399" y="297935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8" name="Oval 67">
            <a:extLst>
              <a:ext uri="{FF2B5EF4-FFF2-40B4-BE49-F238E27FC236}">
                <a16:creationId xmlns:a16="http://schemas.microsoft.com/office/drawing/2014/main" id="{FA98077B-B6BB-7803-6C81-29A8582A33E3}"/>
              </a:ext>
            </a:extLst>
          </p:cNvPr>
          <p:cNvSpPr/>
          <p:nvPr/>
        </p:nvSpPr>
        <p:spPr>
          <a:xfrm>
            <a:off x="5693479" y="3551830"/>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69" name="Oval 68">
            <a:extLst>
              <a:ext uri="{FF2B5EF4-FFF2-40B4-BE49-F238E27FC236}">
                <a16:creationId xmlns:a16="http://schemas.microsoft.com/office/drawing/2014/main" id="{57D24B8F-1072-054D-18BF-D30F16123EC3}"/>
              </a:ext>
            </a:extLst>
          </p:cNvPr>
          <p:cNvSpPr/>
          <p:nvPr/>
        </p:nvSpPr>
        <p:spPr>
          <a:xfrm flipV="1">
            <a:off x="5721384" y="4204737"/>
            <a:ext cx="228395" cy="130682"/>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7" name="Picture 6">
            <a:extLst>
              <a:ext uri="{FF2B5EF4-FFF2-40B4-BE49-F238E27FC236}">
                <a16:creationId xmlns:a16="http://schemas.microsoft.com/office/drawing/2014/main" id="{787B4B8E-7215-91C2-EDC6-7272AD3932E2}"/>
              </a:ext>
            </a:extLst>
          </p:cNvPr>
          <p:cNvPicPr>
            <a:picLocks noChangeAspect="1"/>
          </p:cNvPicPr>
          <p:nvPr/>
        </p:nvPicPr>
        <p:blipFill>
          <a:blip r:embed="rId4"/>
          <a:stretch>
            <a:fillRect/>
          </a:stretch>
        </p:blipFill>
        <p:spPr>
          <a:xfrm>
            <a:off x="1051710" y="3162861"/>
            <a:ext cx="3789532" cy="2277547"/>
          </a:xfrm>
          <a:prstGeom prst="rect">
            <a:avLst/>
          </a:prstGeom>
          <a:effectLst>
            <a:outerShdw blurRad="50800" dist="38100" dir="2700000" algn="tl" rotWithShape="0">
              <a:prstClr val="black">
                <a:alpha val="40000"/>
              </a:prstClr>
            </a:outerShdw>
          </a:effectLst>
        </p:spPr>
      </p:pic>
      <p:sp>
        <p:nvSpPr>
          <p:cNvPr id="13" name="Oval 12">
            <a:extLst>
              <a:ext uri="{FF2B5EF4-FFF2-40B4-BE49-F238E27FC236}">
                <a16:creationId xmlns:a16="http://schemas.microsoft.com/office/drawing/2014/main" id="{A338D9CE-95E2-ED44-8130-C437B6C40413}"/>
              </a:ext>
            </a:extLst>
          </p:cNvPr>
          <p:cNvSpPr/>
          <p:nvPr/>
        </p:nvSpPr>
        <p:spPr>
          <a:xfrm>
            <a:off x="5739368" y="2981442"/>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4" name="Oval 13">
            <a:extLst>
              <a:ext uri="{FF2B5EF4-FFF2-40B4-BE49-F238E27FC236}">
                <a16:creationId xmlns:a16="http://schemas.microsoft.com/office/drawing/2014/main" id="{497959A4-9680-883E-876D-4D7E6A963C8A}"/>
              </a:ext>
            </a:extLst>
          </p:cNvPr>
          <p:cNvSpPr/>
          <p:nvPr/>
        </p:nvSpPr>
        <p:spPr>
          <a:xfrm>
            <a:off x="2807543" y="3162861"/>
            <a:ext cx="284206" cy="284206"/>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Tree>
    <p:extLst>
      <p:ext uri="{BB962C8B-B14F-4D97-AF65-F5344CB8AC3E}">
        <p14:creationId xmlns:p14="http://schemas.microsoft.com/office/powerpoint/2010/main" val="330648464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nodePh="1">
                                  <p:stCondLst>
                                    <p:cond delay="0"/>
                                  </p:stCondLst>
                                  <p:endCondLst>
                                    <p:cond evt="begin" delay="0">
                                      <p:tn val="8"/>
                                    </p:cond>
                                  </p:end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par>
                                <p:cTn id="11" presetID="10" presetClass="entr" presetSubtype="0" fill="hold" grpId="0" nodeType="withEffect" nodePh="1">
                                  <p:stCondLst>
                                    <p:cond delay="0"/>
                                  </p:stCondLst>
                                  <p:endCondLst>
                                    <p:cond evt="begin" delay="0">
                                      <p:tn val="11"/>
                                    </p:cond>
                                  </p:end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grpId="0" nodeType="withEffect" nodePh="1">
                                  <p:stCondLst>
                                    <p:cond delay="0"/>
                                  </p:stCondLst>
                                  <p:endCondLst>
                                    <p:cond evt="begin" delay="0">
                                      <p:tn val="14"/>
                                    </p:cond>
                                  </p:endCondLst>
                                  <p:childTnLst>
                                    <p:set>
                                      <p:cBhvr>
                                        <p:cTn id="15" dur="1" fill="hold">
                                          <p:stCondLst>
                                            <p:cond delay="0"/>
                                          </p:stCondLst>
                                        </p:cTn>
                                        <p:tgtEl>
                                          <p:spTgt spid="18"/>
                                        </p:tgtEl>
                                        <p:attrNameLst>
                                          <p:attrName>style.visibility</p:attrName>
                                        </p:attrNameLst>
                                      </p:cBhvr>
                                      <p:to>
                                        <p:strVal val="visible"/>
                                      </p:to>
                                    </p:set>
                                    <p:animEffect transition="in" filter="fade">
                                      <p:cBhvr>
                                        <p:cTn id="16" dur="500"/>
                                        <p:tgtEl>
                                          <p:spTgt spid="18"/>
                                        </p:tgtEl>
                                      </p:cBhvr>
                                    </p:animEffect>
                                  </p:childTnLst>
                                </p:cTn>
                              </p:par>
                              <p:par>
                                <p:cTn id="17" presetID="10" presetClass="entr" presetSubtype="0" fill="hold" grpId="0" nodeType="withEffect" nodePh="1">
                                  <p:stCondLst>
                                    <p:cond delay="0"/>
                                  </p:stCondLst>
                                  <p:endCondLst>
                                    <p:cond evt="begin" delay="0">
                                      <p:tn val="17"/>
                                    </p:cond>
                                  </p:end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grpId="0" nodeType="withEffect" nodePh="1">
                                  <p:stCondLst>
                                    <p:cond delay="0"/>
                                  </p:stCondLst>
                                  <p:endCondLst>
                                    <p:cond evt="begin" delay="0">
                                      <p:tn val="20"/>
                                    </p:cond>
                                  </p:end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par>
                                <p:cTn id="23" presetID="10" presetClass="entr" presetSubtype="0" fill="hold" grpId="0" nodeType="withEffect" nodePh="1">
                                  <p:stCondLst>
                                    <p:cond delay="0"/>
                                  </p:stCondLst>
                                  <p:endCondLst>
                                    <p:cond evt="begin" delay="0">
                                      <p:tn val="23"/>
                                    </p:cond>
                                  </p:endCondLst>
                                  <p:childTnLst>
                                    <p:set>
                                      <p:cBhvr>
                                        <p:cTn id="24" dur="1" fill="hold">
                                          <p:stCondLst>
                                            <p:cond delay="0"/>
                                          </p:stCondLst>
                                        </p:cTn>
                                        <p:tgtEl>
                                          <p:spTgt spid="67"/>
                                        </p:tgtEl>
                                        <p:attrNameLst>
                                          <p:attrName>style.visibility</p:attrName>
                                        </p:attrNameLst>
                                      </p:cBhvr>
                                      <p:to>
                                        <p:strVal val="visible"/>
                                      </p:to>
                                    </p:set>
                                    <p:animEffect transition="in" filter="fade">
                                      <p:cBhvr>
                                        <p:cTn id="25" dur="500"/>
                                        <p:tgtEl>
                                          <p:spTgt spid="67"/>
                                        </p:tgtEl>
                                      </p:cBhvr>
                                    </p:animEffect>
                                  </p:childTnLst>
                                </p:cTn>
                              </p:par>
                              <p:par>
                                <p:cTn id="26" presetID="10" presetClass="entr" presetSubtype="0" fill="hold" grpId="0" nodeType="withEffect" nodePh="1">
                                  <p:stCondLst>
                                    <p:cond delay="0"/>
                                  </p:stCondLst>
                                  <p:endCondLst>
                                    <p:cond evt="begin" delay="0">
                                      <p:tn val="26"/>
                                    </p:cond>
                                  </p:endCondLst>
                                  <p:childTnLst>
                                    <p:set>
                                      <p:cBhvr>
                                        <p:cTn id="27" dur="1" fill="hold">
                                          <p:stCondLst>
                                            <p:cond delay="0"/>
                                          </p:stCondLst>
                                        </p:cTn>
                                        <p:tgtEl>
                                          <p:spTgt spid="68"/>
                                        </p:tgtEl>
                                        <p:attrNameLst>
                                          <p:attrName>style.visibility</p:attrName>
                                        </p:attrNameLst>
                                      </p:cBhvr>
                                      <p:to>
                                        <p:strVal val="visible"/>
                                      </p:to>
                                    </p:set>
                                    <p:animEffect transition="in" filter="fade">
                                      <p:cBhvr>
                                        <p:cTn id="28" dur="500"/>
                                        <p:tgtEl>
                                          <p:spTgt spid="68"/>
                                        </p:tgtEl>
                                      </p:cBhvr>
                                    </p:animEffect>
                                  </p:childTnLst>
                                </p:cTn>
                              </p:par>
                              <p:par>
                                <p:cTn id="29" presetID="10" presetClass="entr" presetSubtype="0" fill="hold" grpId="0" nodeType="withEffect" nodePh="1">
                                  <p:stCondLst>
                                    <p:cond delay="0"/>
                                  </p:stCondLst>
                                  <p:endCondLst>
                                    <p:cond evt="begin" delay="0">
                                      <p:tn val="29"/>
                                    </p:cond>
                                  </p:endCondLst>
                                  <p:childTnLst>
                                    <p:set>
                                      <p:cBhvr>
                                        <p:cTn id="30" dur="1" fill="hold">
                                          <p:stCondLst>
                                            <p:cond delay="0"/>
                                          </p:stCondLst>
                                        </p:cTn>
                                        <p:tgtEl>
                                          <p:spTgt spid="69"/>
                                        </p:tgtEl>
                                        <p:attrNameLst>
                                          <p:attrName>style.visibility</p:attrName>
                                        </p:attrNameLst>
                                      </p:cBhvr>
                                      <p:to>
                                        <p:strVal val="visible"/>
                                      </p:to>
                                    </p:set>
                                    <p:animEffect transition="in" filter="fade">
                                      <p:cBhvr>
                                        <p:cTn id="31" dur="500"/>
                                        <p:tgtEl>
                                          <p:spTgt spid="69"/>
                                        </p:tgtEl>
                                      </p:cBhvr>
                                    </p:animEffect>
                                  </p:childTnLst>
                                </p:cTn>
                              </p:par>
                              <p:par>
                                <p:cTn id="32" presetID="10" presetClass="entr" presetSubtype="0" fill="hold" nodeType="with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fade">
                                      <p:cBhvr>
                                        <p:cTn id="34" dur="500"/>
                                        <p:tgtEl>
                                          <p:spTgt spid="7"/>
                                        </p:tgtEl>
                                      </p:cBhvr>
                                    </p:animEffect>
                                  </p:childTnLst>
                                </p:cTn>
                              </p:par>
                              <p:par>
                                <p:cTn id="35" presetID="10" presetClass="entr" presetSubtype="0" fill="hold" grpId="0" nodeType="withEffect" nodePh="1">
                                  <p:stCondLst>
                                    <p:cond delay="0"/>
                                  </p:stCondLst>
                                  <p:endCondLst>
                                    <p:cond evt="begin" delay="0">
                                      <p:tn val="35"/>
                                    </p:cond>
                                  </p:end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par>
                                <p:cTn id="38" presetID="10" presetClass="entr" presetSubtype="0" fill="hold" grpId="0" nodeType="withEffect" nodePh="1">
                                  <p:stCondLst>
                                    <p:cond delay="0"/>
                                  </p:stCondLst>
                                  <p:endCondLst>
                                    <p:cond evt="begin" delay="0">
                                      <p:tn val="38"/>
                                    </p:cond>
                                  </p:endCondLst>
                                  <p:childTnLst>
                                    <p:set>
                                      <p:cBhvr>
                                        <p:cTn id="39" dur="1" fill="hold">
                                          <p:stCondLst>
                                            <p:cond delay="0"/>
                                          </p:stCondLst>
                                        </p:cTn>
                                        <p:tgtEl>
                                          <p:spTgt spid="14"/>
                                        </p:tgtEl>
                                        <p:attrNameLst>
                                          <p:attrName>style.visibility</p:attrName>
                                        </p:attrNameLst>
                                      </p:cBhvr>
                                      <p:to>
                                        <p:strVal val="visible"/>
                                      </p:to>
                                    </p:set>
                                    <p:animEffect transition="in" filter="fade">
                                      <p:cBhvr>
                                        <p:cTn id="4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5" grpId="0"/>
      <p:bldP spid="17" grpId="0"/>
      <p:bldP spid="18" grpId="0"/>
      <p:bldP spid="20" grpId="0"/>
      <p:bldP spid="23" grpId="0"/>
      <p:bldP spid="67" grpId="0"/>
      <p:bldP spid="68" grpId="0"/>
      <p:bldP spid="69" grpId="0"/>
      <p:bldP spid="13" grpId="0"/>
      <p:bldP spid="14"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D842D9-F3B5-6D78-7BA7-1FA526E6DD28}"/>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57E86466-B05E-75BE-F6C1-78ED5BAF560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F908661B-750E-093B-AD2D-C396E4B2B41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E345D44F-7149-0C36-74CE-D81F19559AF6}"/>
              </a:ext>
            </a:extLst>
          </p:cNvPr>
          <p:cNvSpPr txBox="1">
            <a:spLocks/>
          </p:cNvSpPr>
          <p:nvPr/>
        </p:nvSpPr>
        <p:spPr>
          <a:xfrm>
            <a:off x="891589" y="501651"/>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D57A8743-089B-12F7-C56A-C3683744F61E}"/>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60" name="TextBox 859">
            <a:extLst>
              <a:ext uri="{FF2B5EF4-FFF2-40B4-BE49-F238E27FC236}">
                <a16:creationId xmlns:a16="http://schemas.microsoft.com/office/drawing/2014/main" id="{4031A4D1-1D36-4ED1-9C7B-92C30EF517C4}"/>
              </a:ext>
            </a:extLst>
          </p:cNvPr>
          <p:cNvSpPr txBox="1"/>
          <p:nvPr/>
        </p:nvSpPr>
        <p:spPr>
          <a:xfrm>
            <a:off x="6891095" y="1422251"/>
            <a:ext cx="2568639" cy="276999"/>
          </a:xfrm>
          <a:prstGeom prst="rect">
            <a:avLst/>
          </a:prstGeom>
          <a:noFill/>
        </p:spPr>
        <p:txBody>
          <a:bodyPr wrap="square">
            <a:spAutoFit/>
          </a:bodyPr>
          <a:lstStyle/>
          <a:p>
            <a:r>
              <a:rPr lang="en-GB" sz="1200" b="1" noProof="0"/>
              <a:t>Relative frequencies table</a:t>
            </a:r>
          </a:p>
        </p:txBody>
      </p:sp>
      <p:graphicFrame>
        <p:nvGraphicFramePr>
          <p:cNvPr id="2" name="Table 1">
            <a:extLst>
              <a:ext uri="{FF2B5EF4-FFF2-40B4-BE49-F238E27FC236}">
                <a16:creationId xmlns:a16="http://schemas.microsoft.com/office/drawing/2014/main" id="{F96B0217-3A88-2E61-5458-5725F9EB07EB}"/>
              </a:ext>
            </a:extLst>
          </p:cNvPr>
          <p:cNvGraphicFramePr>
            <a:graphicFrameLocks noGrp="1"/>
          </p:cNvGraphicFramePr>
          <p:nvPr>
            <p:extLst>
              <p:ext uri="{D42A27DB-BD31-4B8C-83A1-F6EECF244321}">
                <p14:modId xmlns:p14="http://schemas.microsoft.com/office/powerpoint/2010/main" val="375712373"/>
              </p:ext>
            </p:extLst>
          </p:nvPr>
        </p:nvGraphicFramePr>
        <p:xfrm>
          <a:off x="6952055" y="1753612"/>
          <a:ext cx="3299408" cy="2278955"/>
        </p:xfrm>
        <a:graphic>
          <a:graphicData uri="http://schemas.openxmlformats.org/drawingml/2006/table">
            <a:tbl>
              <a:tblPr firstRow="1" bandRow="1">
                <a:tableStyleId>{5C22544A-7EE6-4342-B048-85BDC9FD1C3A}</a:tableStyleId>
              </a:tblPr>
              <a:tblGrid>
                <a:gridCol w="824852">
                  <a:extLst>
                    <a:ext uri="{9D8B030D-6E8A-4147-A177-3AD203B41FA5}">
                      <a16:colId xmlns:a16="http://schemas.microsoft.com/office/drawing/2014/main" val="3111877885"/>
                    </a:ext>
                  </a:extLst>
                </a:gridCol>
                <a:gridCol w="824852">
                  <a:extLst>
                    <a:ext uri="{9D8B030D-6E8A-4147-A177-3AD203B41FA5}">
                      <a16:colId xmlns:a16="http://schemas.microsoft.com/office/drawing/2014/main" val="3783711840"/>
                    </a:ext>
                  </a:extLst>
                </a:gridCol>
                <a:gridCol w="824852">
                  <a:extLst>
                    <a:ext uri="{9D8B030D-6E8A-4147-A177-3AD203B41FA5}">
                      <a16:colId xmlns:a16="http://schemas.microsoft.com/office/drawing/2014/main" val="1237268405"/>
                    </a:ext>
                  </a:extLst>
                </a:gridCol>
                <a:gridCol w="824852">
                  <a:extLst>
                    <a:ext uri="{9D8B030D-6E8A-4147-A177-3AD203B41FA5}">
                      <a16:colId xmlns:a16="http://schemas.microsoft.com/office/drawing/2014/main" val="3448739718"/>
                    </a:ext>
                  </a:extLst>
                </a:gridCol>
              </a:tblGrid>
              <a:tr h="156769">
                <a:tc>
                  <a:txBody>
                    <a:bodyPr/>
                    <a:lstStyle/>
                    <a:p>
                      <a:r>
                        <a:rPr lang="en-US" sz="900" b="1" kern="1200">
                          <a:solidFill>
                            <a:schemeClr val="tx2"/>
                          </a:solidFill>
                          <a:latin typeface="+mn-lt"/>
                          <a:ea typeface="+mn-ea"/>
                          <a:cs typeface="+mn-cs"/>
                        </a:rPr>
                        <a:t>Category</a:t>
                      </a:r>
                    </a:p>
                  </a:txBody>
                  <a:tcPr>
                    <a:lnL w="12700" cmpd="sng">
                      <a:noFill/>
                    </a:lnL>
                    <a:lnR w="12700" cmpd="sng">
                      <a:noFill/>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sz="900" b="1" kern="1200">
                          <a:solidFill>
                            <a:schemeClr val="tx2"/>
                          </a:solidFill>
                          <a:latin typeface="+mn-lt"/>
                          <a:ea typeface="+mn-ea"/>
                          <a:cs typeface="+mn-cs"/>
                        </a:rPr>
                        <a:t>Level</a:t>
                      </a:r>
                    </a:p>
                  </a:txBody>
                  <a:tcPr>
                    <a:lnL>
                      <a:noFill/>
                    </a:lnL>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r>
                        <a:rPr lang="en-US" sz="900" b="1" kern="1200">
                          <a:solidFill>
                            <a:schemeClr val="tx2"/>
                          </a:solidFill>
                          <a:latin typeface="+mn-lt"/>
                          <a:ea typeface="+mn-ea"/>
                          <a:cs typeface="+mn-cs"/>
                        </a:rPr>
                        <a:t>Frequency</a:t>
                      </a:r>
                    </a:p>
                  </a:txBody>
                  <a:tcP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tc>
                  <a:txBody>
                    <a:bodyPr/>
                    <a:lstStyle/>
                    <a:p>
                      <a:r>
                        <a:rPr lang="en-US" sz="900" b="1" kern="1200">
                          <a:solidFill>
                            <a:schemeClr val="tx2"/>
                          </a:solidFill>
                          <a:latin typeface="+mn-lt"/>
                          <a:ea typeface="+mn-ea"/>
                          <a:cs typeface="+mn-cs"/>
                        </a:rPr>
                        <a:t>R frequency</a:t>
                      </a:r>
                    </a:p>
                  </a:txBody>
                  <a:tcP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3724433"/>
                  </a:ext>
                </a:extLst>
              </a:tr>
              <a:tr h="156769">
                <a:tc gridSpan="4">
                  <a:txBody>
                    <a:bodyPr/>
                    <a:lstStyle/>
                    <a:p>
                      <a:pPr marL="0" algn="l" defTabSz="914400" rtl="0" eaLnBrk="1" latinLnBrk="0" hangingPunct="1"/>
                      <a:r>
                        <a:rPr lang="en-US" sz="900" b="1" kern="1200">
                          <a:solidFill>
                            <a:schemeClr val="tx2"/>
                          </a:solidFill>
                          <a:latin typeface="+mn-lt"/>
                          <a:ea typeface="+mn-ea"/>
                          <a:cs typeface="+mn-cs"/>
                        </a:rPr>
                        <a:t>A. Intention to Apply (apply)</a:t>
                      </a:r>
                    </a:p>
                  </a:txBody>
                  <a:tcPr>
                    <a:lnL w="12700" cmpd="sng">
                      <a:noFill/>
                    </a:lnL>
                    <a:lnR w="12700" cmpd="sng">
                      <a:noFill/>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a:endParaRPr lang="en-US">
                        <a:solidFill>
                          <a:schemeClr val="tx2"/>
                        </a:solidFill>
                      </a:endParaRPr>
                    </a:p>
                  </a:txBody>
                  <a:tcPr>
                    <a:solidFill>
                      <a:schemeClr val="bg1"/>
                    </a:solidFill>
                  </a:tcPr>
                </a:tc>
                <a:tc hMerge="1">
                  <a:txBody>
                    <a:bodyPr/>
                    <a:lstStyle/>
                    <a:p>
                      <a:pPr algn="ctr"/>
                      <a:endParaRPr lang="en-US">
                        <a:solidFill>
                          <a:schemeClr val="tx2"/>
                        </a:solidFill>
                      </a:endParaRPr>
                    </a:p>
                  </a:txBody>
                  <a:tcPr>
                    <a:lnL w="12700" cmpd="sng">
                      <a:noFill/>
                    </a:lnL>
                    <a:solidFill>
                      <a:schemeClr val="bg1"/>
                    </a:solidFill>
                  </a:tcPr>
                </a:tc>
                <a:tc hMerge="1">
                  <a:txBody>
                    <a:bodyPr/>
                    <a:lstStyle/>
                    <a:p>
                      <a:pPr algn="ctr"/>
                      <a:endParaRPr lang="en-US">
                        <a:solidFill>
                          <a:schemeClr val="tx2"/>
                        </a:solidFill>
                      </a:endParaRPr>
                    </a:p>
                  </a:txBody>
                  <a:tcPr>
                    <a:solidFill>
                      <a:schemeClr val="bg1"/>
                    </a:solidFill>
                  </a:tcPr>
                </a:tc>
                <a:extLst>
                  <a:ext uri="{0D108BD9-81ED-4DB2-BD59-A6C34878D82A}">
                    <a16:rowId xmlns:a16="http://schemas.microsoft.com/office/drawing/2014/main" val="3560542551"/>
                  </a:ext>
                </a:extLst>
              </a:tr>
              <a:tr h="0">
                <a:tc>
                  <a:txBody>
                    <a:bodyPr/>
                    <a:lstStyle/>
                    <a:p>
                      <a:pPr>
                        <a:lnSpc>
                          <a:spcPts val="600"/>
                        </a:lnSpc>
                        <a:buNone/>
                      </a:pPr>
                      <a:r>
                        <a:rPr lang="en-US" sz="700" b="0">
                          <a:effectLst/>
                        </a:rPr>
                        <a:t>Not likely</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pPr>
                      <a:r>
                        <a:rPr lang="en-US" sz="700" b="0"/>
                        <a:t>1</a:t>
                      </a:r>
                    </a:p>
                  </a:txBody>
                  <a:tcP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220</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55%</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76074118"/>
                  </a:ext>
                </a:extLst>
              </a:tr>
              <a:tr h="0">
                <a:tc>
                  <a:txBody>
                    <a:bodyPr/>
                    <a:lstStyle/>
                    <a:p>
                      <a:pPr>
                        <a:lnSpc>
                          <a:spcPts val="600"/>
                        </a:lnSpc>
                        <a:buNone/>
                      </a:pPr>
                      <a:r>
                        <a:rPr lang="en-US" sz="700" b="0">
                          <a:effectLst/>
                        </a:rPr>
                        <a:t>Somewhat likely</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2</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140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35%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38794987"/>
                  </a:ext>
                </a:extLst>
              </a:tr>
              <a:tr h="0">
                <a:tc>
                  <a:txBody>
                    <a:bodyPr/>
                    <a:lstStyle/>
                    <a:p>
                      <a:pPr>
                        <a:lnSpc>
                          <a:spcPts val="600"/>
                        </a:lnSpc>
                        <a:buNone/>
                      </a:pPr>
                      <a:r>
                        <a:rPr lang="en-US" sz="700" b="0">
                          <a:effectLst/>
                        </a:rPr>
                        <a:t>Very likely</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3</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40</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ts val="600"/>
                        </a:lnSpc>
                        <a:buNone/>
                      </a:pPr>
                      <a:r>
                        <a:rPr lang="en-US" sz="700" b="0">
                          <a:effectLst/>
                        </a:rPr>
                        <a:t>10%</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91519501"/>
                  </a:ext>
                </a:extLst>
              </a:tr>
              <a:tr h="156769">
                <a:tc gridSpan="4">
                  <a:txBody>
                    <a:bodyPr/>
                    <a:lstStyle/>
                    <a:p>
                      <a:pPr marL="0" algn="l" defTabSz="914400" rtl="0" eaLnBrk="1" latinLnBrk="0" hangingPunct="1"/>
                      <a:r>
                        <a:rPr lang="en-US" sz="900" b="1" kern="1200">
                          <a:solidFill>
                            <a:schemeClr val="tx2"/>
                          </a:solidFill>
                          <a:latin typeface="+mn-lt"/>
                          <a:ea typeface="+mn-ea"/>
                          <a:cs typeface="+mn-cs"/>
                        </a:rPr>
                        <a:t>B. Parents’ Higher Education (pared)</a:t>
                      </a:r>
                    </a:p>
                  </a:txBody>
                  <a:tcPr>
                    <a:lnL w="12700" cmpd="sng">
                      <a:noFill/>
                    </a:lnL>
                    <a:lnR w="12700" cmpd="sng">
                      <a:noFill/>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a:endParaRPr lang="en-US">
                        <a:solidFill>
                          <a:schemeClr val="tx2"/>
                        </a:solidFill>
                      </a:endParaRPr>
                    </a:p>
                  </a:txBody>
                  <a:tcPr>
                    <a:solidFill>
                      <a:schemeClr val="bg1"/>
                    </a:solidFill>
                  </a:tcPr>
                </a:tc>
                <a:tc hMerge="1">
                  <a:txBody>
                    <a:bodyPr/>
                    <a:lstStyle/>
                    <a:p>
                      <a:pPr algn="ctr"/>
                      <a:endParaRPr lang="en-US">
                        <a:solidFill>
                          <a:schemeClr val="tx2"/>
                        </a:solidFill>
                      </a:endParaRPr>
                    </a:p>
                  </a:txBody>
                  <a:tcPr>
                    <a:lnL w="12700" cmpd="sng">
                      <a:noFill/>
                    </a:lnL>
                    <a:lnT w="12700" cmpd="sng">
                      <a:noFill/>
                    </a:lnT>
                    <a:solidFill>
                      <a:schemeClr val="bg1"/>
                    </a:solidFill>
                  </a:tcPr>
                </a:tc>
                <a:tc hMerge="1">
                  <a:txBody>
                    <a:bodyPr/>
                    <a:lstStyle/>
                    <a:p>
                      <a:pPr algn="ctr"/>
                      <a:endParaRPr lang="en-US">
                        <a:solidFill>
                          <a:schemeClr val="tx2"/>
                        </a:solidFill>
                      </a:endParaRPr>
                    </a:p>
                  </a:txBody>
                  <a:tcPr>
                    <a:solidFill>
                      <a:schemeClr val="bg1"/>
                    </a:solidFill>
                  </a:tcPr>
                </a:tc>
                <a:extLst>
                  <a:ext uri="{0D108BD9-81ED-4DB2-BD59-A6C34878D82A}">
                    <a16:rowId xmlns:a16="http://schemas.microsoft.com/office/drawing/2014/main" val="4122660843"/>
                  </a:ext>
                </a:extLst>
              </a:tr>
              <a:tr h="0">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No Higher Education</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0</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337</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84.25%</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03187231"/>
                  </a:ext>
                </a:extLst>
              </a:tr>
              <a:tr h="0">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With Higher Education</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1</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63</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15.75%</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66137477"/>
                  </a:ext>
                </a:extLst>
              </a:tr>
              <a:tr h="156769">
                <a:tc gridSpan="4">
                  <a:txBody>
                    <a:bodyPr/>
                    <a:lstStyle/>
                    <a:p>
                      <a:pPr marL="0" algn="l" defTabSz="914400" rtl="0" eaLnBrk="1" latinLnBrk="0" hangingPunct="1"/>
                      <a:r>
                        <a:rPr lang="en-US" sz="900" b="1" kern="1200">
                          <a:solidFill>
                            <a:schemeClr val="tx2"/>
                          </a:solidFill>
                          <a:latin typeface="+mn-lt"/>
                          <a:ea typeface="+mn-ea"/>
                          <a:cs typeface="+mn-cs"/>
                        </a:rPr>
                        <a:t>C. Type of University (public)</a:t>
                      </a:r>
                    </a:p>
                  </a:txBody>
                  <a:tcPr>
                    <a:lnL w="12700" cmpd="sng">
                      <a:noFill/>
                    </a:lnL>
                    <a:lnR w="12700" cmpd="sng">
                      <a:noFill/>
                    </a:lnR>
                    <a:lnT w="6350" cap="flat" cmpd="sng" algn="ctr">
                      <a:solidFill>
                        <a:schemeClr val="bg1">
                          <a:lumMod val="65000"/>
                        </a:schemeClr>
                      </a:solidFill>
                      <a:prstDash val="solid"/>
                      <a:round/>
                      <a:headEnd type="none" w="med" len="med"/>
                      <a:tailEnd type="none" w="med" len="med"/>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a:endParaRPr lang="en-US">
                        <a:solidFill>
                          <a:schemeClr val="tx2"/>
                        </a:solidFill>
                      </a:endParaRPr>
                    </a:p>
                  </a:txBody>
                  <a:tcPr>
                    <a:solidFill>
                      <a:schemeClr val="bg1"/>
                    </a:solidFill>
                  </a:tcPr>
                </a:tc>
                <a:tc hMerge="1">
                  <a:txBody>
                    <a:bodyPr/>
                    <a:lstStyle/>
                    <a:p>
                      <a:pPr algn="ctr"/>
                      <a:endParaRPr lang="en-US">
                        <a:solidFill>
                          <a:schemeClr val="tx2"/>
                        </a:solidFill>
                      </a:endParaRPr>
                    </a:p>
                  </a:txBody>
                  <a:tcPr>
                    <a:lnL w="12700" cmpd="sng">
                      <a:noFill/>
                    </a:lnL>
                    <a:lnT w="12700" cmpd="sng">
                      <a:noFill/>
                    </a:lnT>
                    <a:solidFill>
                      <a:schemeClr val="bg1"/>
                    </a:solidFill>
                  </a:tcPr>
                </a:tc>
                <a:tc hMerge="1">
                  <a:txBody>
                    <a:bodyPr/>
                    <a:lstStyle/>
                    <a:p>
                      <a:pPr algn="ctr"/>
                      <a:endParaRPr lang="en-US">
                        <a:solidFill>
                          <a:schemeClr val="tx2"/>
                        </a:solidFill>
                      </a:endParaRPr>
                    </a:p>
                  </a:txBody>
                  <a:tcPr>
                    <a:solidFill>
                      <a:schemeClr val="bg1"/>
                    </a:solidFill>
                  </a:tcPr>
                </a:tc>
                <a:extLst>
                  <a:ext uri="{0D108BD9-81ED-4DB2-BD59-A6C34878D82A}">
                    <a16:rowId xmlns:a16="http://schemas.microsoft.com/office/drawing/2014/main" val="3698149850"/>
                  </a:ext>
                </a:extLst>
              </a:tr>
              <a:tr h="0">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Private</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0</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343</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85.75%</a:t>
                      </a:r>
                    </a:p>
                  </a:txBody>
                  <a:tcPr anchor="ctr">
                    <a:lnL w="12700" cmpd="sng">
                      <a:noFill/>
                    </a:lnL>
                    <a:lnR w="12700" cmpd="sng">
                      <a:noFill/>
                    </a:lnR>
                    <a:lnT w="635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23219099"/>
                  </a:ext>
                </a:extLst>
              </a:tr>
              <a:tr h="0">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Public</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1</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57</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ts val="600"/>
                        </a:lnSpc>
                        <a:buNone/>
                      </a:pPr>
                      <a:r>
                        <a:rPr lang="en-US" sz="700" b="0" kern="1200">
                          <a:solidFill>
                            <a:schemeClr val="dk1"/>
                          </a:solidFill>
                          <a:effectLst/>
                          <a:latin typeface="+mn-lt"/>
                          <a:ea typeface="+mn-ea"/>
                          <a:cs typeface="+mn-cs"/>
                        </a:rPr>
                        <a:t>14,25%</a:t>
                      </a:r>
                    </a:p>
                  </a:txBody>
                  <a:tcPr anchor="ctr">
                    <a:lnL w="12700" cmpd="sng">
                      <a:noFill/>
                    </a:lnL>
                    <a:lnR w="12700" cmpd="sng">
                      <a:noFill/>
                    </a:lnR>
                    <a:lnT w="12700" cmpd="sng">
                      <a:noFill/>
                    </a:lnT>
                    <a:lnB w="635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87658129"/>
                  </a:ext>
                </a:extLst>
              </a:tr>
            </a:tbl>
          </a:graphicData>
        </a:graphic>
      </p:graphicFrame>
      <p:grpSp>
        <p:nvGrpSpPr>
          <p:cNvPr id="21" name="Group 20">
            <a:extLst>
              <a:ext uri="{FF2B5EF4-FFF2-40B4-BE49-F238E27FC236}">
                <a16:creationId xmlns:a16="http://schemas.microsoft.com/office/drawing/2014/main" id="{29F598D6-AD9E-5813-5E1A-0DC402DE9F8B}"/>
              </a:ext>
            </a:extLst>
          </p:cNvPr>
          <p:cNvGrpSpPr/>
          <p:nvPr/>
        </p:nvGrpSpPr>
        <p:grpSpPr>
          <a:xfrm>
            <a:off x="1009809" y="1696914"/>
            <a:ext cx="5244743" cy="4196679"/>
            <a:chOff x="1009809" y="1696914"/>
            <a:chExt cx="5244743" cy="4196679"/>
          </a:xfrm>
        </p:grpSpPr>
        <p:pic>
          <p:nvPicPr>
            <p:cNvPr id="857" name="Graphic 856">
              <a:extLst>
                <a:ext uri="{FF2B5EF4-FFF2-40B4-BE49-F238E27FC236}">
                  <a16:creationId xmlns:a16="http://schemas.microsoft.com/office/drawing/2014/main" id="{0A750D0B-661E-4048-AAF1-B9FFFACA528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rcRect b="19751"/>
            <a:stretch>
              <a:fillRect/>
            </a:stretch>
          </p:blipFill>
          <p:spPr>
            <a:xfrm>
              <a:off x="1068619" y="1713623"/>
              <a:ext cx="5185933" cy="3518777"/>
            </a:xfrm>
            <a:prstGeom prst="rect">
              <a:avLst/>
            </a:prstGeom>
          </p:spPr>
        </p:pic>
        <p:sp>
          <p:nvSpPr>
            <p:cNvPr id="6" name="TextBox 5">
              <a:extLst>
                <a:ext uri="{FF2B5EF4-FFF2-40B4-BE49-F238E27FC236}">
                  <a16:creationId xmlns:a16="http://schemas.microsoft.com/office/drawing/2014/main" id="{758AC3DF-0A12-5029-790C-E680779A4C78}"/>
                </a:ext>
              </a:extLst>
            </p:cNvPr>
            <p:cNvSpPr txBox="1"/>
            <p:nvPr/>
          </p:nvSpPr>
          <p:spPr>
            <a:xfrm rot="18918780">
              <a:off x="1365250" y="5348562"/>
              <a:ext cx="654050" cy="178447"/>
            </a:xfrm>
            <a:prstGeom prst="rect">
              <a:avLst/>
            </a:prstGeom>
            <a:solidFill>
              <a:schemeClr val="bg1"/>
            </a:solidFill>
          </p:spPr>
          <p:txBody>
            <a:bodyPr wrap="square">
              <a:spAutoFit/>
            </a:bodyPr>
            <a:lstStyle/>
            <a:p>
              <a:pPr>
                <a:lnSpc>
                  <a:spcPts val="600"/>
                </a:lnSpc>
                <a:buNone/>
              </a:pPr>
              <a:r>
                <a:rPr lang="en-US" sz="800" b="0">
                  <a:effectLst/>
                </a:rPr>
                <a:t>Not likely</a:t>
              </a:r>
            </a:p>
          </p:txBody>
        </p:sp>
        <p:sp>
          <p:nvSpPr>
            <p:cNvPr id="7" name="TextBox 6">
              <a:extLst>
                <a:ext uri="{FF2B5EF4-FFF2-40B4-BE49-F238E27FC236}">
                  <a16:creationId xmlns:a16="http://schemas.microsoft.com/office/drawing/2014/main" id="{92C541B8-BB48-AD0D-F289-7F0D78799139}"/>
                </a:ext>
              </a:extLst>
            </p:cNvPr>
            <p:cNvSpPr txBox="1"/>
            <p:nvPr/>
          </p:nvSpPr>
          <p:spPr>
            <a:xfrm rot="18918780">
              <a:off x="2063750" y="5337443"/>
              <a:ext cx="654050" cy="255391"/>
            </a:xfrm>
            <a:prstGeom prst="rect">
              <a:avLst/>
            </a:prstGeom>
            <a:solidFill>
              <a:schemeClr val="bg1"/>
            </a:solidFill>
          </p:spPr>
          <p:txBody>
            <a:bodyPr wrap="square">
              <a:spAutoFit/>
            </a:bodyPr>
            <a:lstStyle/>
            <a:p>
              <a:pPr algn="ctr">
                <a:lnSpc>
                  <a:spcPts val="600"/>
                </a:lnSpc>
                <a:buNone/>
              </a:pPr>
              <a:r>
                <a:rPr lang="en-US" sz="800" b="0">
                  <a:effectLst/>
                </a:rPr>
                <a:t>Somewhat likely</a:t>
              </a:r>
            </a:p>
          </p:txBody>
        </p:sp>
        <p:sp>
          <p:nvSpPr>
            <p:cNvPr id="11" name="TextBox 10">
              <a:extLst>
                <a:ext uri="{FF2B5EF4-FFF2-40B4-BE49-F238E27FC236}">
                  <a16:creationId xmlns:a16="http://schemas.microsoft.com/office/drawing/2014/main" id="{B993D382-1627-AAF0-2344-E83152AAB05F}"/>
                </a:ext>
              </a:extLst>
            </p:cNvPr>
            <p:cNvSpPr txBox="1"/>
            <p:nvPr/>
          </p:nvSpPr>
          <p:spPr>
            <a:xfrm rot="18918780">
              <a:off x="2789304" y="5375914"/>
              <a:ext cx="654050" cy="178447"/>
            </a:xfrm>
            <a:prstGeom prst="rect">
              <a:avLst/>
            </a:prstGeom>
            <a:solidFill>
              <a:schemeClr val="bg1"/>
            </a:solidFill>
          </p:spPr>
          <p:txBody>
            <a:bodyPr wrap="square">
              <a:spAutoFit/>
            </a:bodyPr>
            <a:lstStyle/>
            <a:p>
              <a:pPr algn="ctr">
                <a:lnSpc>
                  <a:spcPts val="600"/>
                </a:lnSpc>
                <a:buNone/>
              </a:pPr>
              <a:r>
                <a:rPr lang="en-US" sz="800" b="0">
                  <a:effectLst/>
                </a:rPr>
                <a:t>Very likely</a:t>
              </a:r>
            </a:p>
          </p:txBody>
        </p:sp>
        <p:sp>
          <p:nvSpPr>
            <p:cNvPr id="12" name="TextBox 11">
              <a:extLst>
                <a:ext uri="{FF2B5EF4-FFF2-40B4-BE49-F238E27FC236}">
                  <a16:creationId xmlns:a16="http://schemas.microsoft.com/office/drawing/2014/main" id="{08429333-152C-73BF-E001-EBA1C57BB3F5}"/>
                </a:ext>
              </a:extLst>
            </p:cNvPr>
            <p:cNvSpPr txBox="1"/>
            <p:nvPr/>
          </p:nvSpPr>
          <p:spPr>
            <a:xfrm rot="18918780">
              <a:off x="3708178" y="5321208"/>
              <a:ext cx="654050" cy="178447"/>
            </a:xfrm>
            <a:prstGeom prst="rect">
              <a:avLst/>
            </a:prstGeom>
            <a:solidFill>
              <a:schemeClr val="bg1"/>
            </a:solidFill>
          </p:spPr>
          <p:txBody>
            <a:bodyPr wrap="square">
              <a:spAutoFit/>
            </a:bodyPr>
            <a:lstStyle/>
            <a:p>
              <a:pPr>
                <a:lnSpc>
                  <a:spcPts val="600"/>
                </a:lnSpc>
                <a:buNone/>
              </a:pPr>
              <a:r>
                <a:rPr lang="en-US" sz="800" b="0">
                  <a:effectLst/>
                </a:rPr>
                <a:t>Not likely</a:t>
              </a:r>
            </a:p>
          </p:txBody>
        </p:sp>
        <p:sp>
          <p:nvSpPr>
            <p:cNvPr id="13" name="TextBox 12">
              <a:extLst>
                <a:ext uri="{FF2B5EF4-FFF2-40B4-BE49-F238E27FC236}">
                  <a16:creationId xmlns:a16="http://schemas.microsoft.com/office/drawing/2014/main" id="{A10F97E9-B161-CF03-3646-1922B44E5EA3}"/>
                </a:ext>
              </a:extLst>
            </p:cNvPr>
            <p:cNvSpPr txBox="1"/>
            <p:nvPr/>
          </p:nvSpPr>
          <p:spPr>
            <a:xfrm rot="18918780">
              <a:off x="4406678" y="5310089"/>
              <a:ext cx="654050" cy="255391"/>
            </a:xfrm>
            <a:prstGeom prst="rect">
              <a:avLst/>
            </a:prstGeom>
            <a:solidFill>
              <a:schemeClr val="bg1"/>
            </a:solidFill>
          </p:spPr>
          <p:txBody>
            <a:bodyPr wrap="square">
              <a:spAutoFit/>
            </a:bodyPr>
            <a:lstStyle/>
            <a:p>
              <a:pPr algn="ctr">
                <a:lnSpc>
                  <a:spcPts val="600"/>
                </a:lnSpc>
                <a:buNone/>
              </a:pPr>
              <a:r>
                <a:rPr lang="en-US" sz="800" b="0">
                  <a:effectLst/>
                </a:rPr>
                <a:t>Somewhat likely</a:t>
              </a:r>
            </a:p>
          </p:txBody>
        </p:sp>
        <p:sp>
          <p:nvSpPr>
            <p:cNvPr id="14" name="TextBox 13">
              <a:extLst>
                <a:ext uri="{FF2B5EF4-FFF2-40B4-BE49-F238E27FC236}">
                  <a16:creationId xmlns:a16="http://schemas.microsoft.com/office/drawing/2014/main" id="{BE5F463A-A898-201D-9DF4-CEEF8FFFA8EC}"/>
                </a:ext>
              </a:extLst>
            </p:cNvPr>
            <p:cNvSpPr txBox="1"/>
            <p:nvPr/>
          </p:nvSpPr>
          <p:spPr>
            <a:xfrm rot="18918780">
              <a:off x="5132232" y="5348560"/>
              <a:ext cx="654050" cy="178447"/>
            </a:xfrm>
            <a:prstGeom prst="rect">
              <a:avLst/>
            </a:prstGeom>
            <a:solidFill>
              <a:schemeClr val="bg1"/>
            </a:solidFill>
          </p:spPr>
          <p:txBody>
            <a:bodyPr wrap="square">
              <a:spAutoFit/>
            </a:bodyPr>
            <a:lstStyle/>
            <a:p>
              <a:pPr algn="ctr">
                <a:lnSpc>
                  <a:spcPts val="600"/>
                </a:lnSpc>
                <a:buNone/>
              </a:pPr>
              <a:r>
                <a:rPr lang="en-US" sz="800" b="0">
                  <a:effectLst/>
                </a:rPr>
                <a:t>Very likely</a:t>
              </a:r>
            </a:p>
          </p:txBody>
        </p:sp>
        <p:sp>
          <p:nvSpPr>
            <p:cNvPr id="15" name="TextBox 14">
              <a:extLst>
                <a:ext uri="{FF2B5EF4-FFF2-40B4-BE49-F238E27FC236}">
                  <a16:creationId xmlns:a16="http://schemas.microsoft.com/office/drawing/2014/main" id="{B5180B9D-EEB8-7DF3-3C1A-F1B50A1BA8A4}"/>
                </a:ext>
              </a:extLst>
            </p:cNvPr>
            <p:cNvSpPr txBox="1"/>
            <p:nvPr/>
          </p:nvSpPr>
          <p:spPr>
            <a:xfrm>
              <a:off x="2121158" y="5715146"/>
              <a:ext cx="3237595" cy="178447"/>
            </a:xfrm>
            <a:prstGeom prst="rect">
              <a:avLst/>
            </a:prstGeom>
            <a:solidFill>
              <a:schemeClr val="bg1"/>
            </a:solidFill>
          </p:spPr>
          <p:txBody>
            <a:bodyPr wrap="square">
              <a:spAutoFit/>
            </a:bodyPr>
            <a:lstStyle/>
            <a:p>
              <a:pPr algn="ctr">
                <a:lnSpc>
                  <a:spcPts val="600"/>
                </a:lnSpc>
                <a:buNone/>
              </a:pPr>
              <a:r>
                <a:rPr lang="en-US" sz="800" b="1">
                  <a:solidFill>
                    <a:prstClr val="black"/>
                  </a:solidFill>
                </a:rPr>
                <a:t>Decision to apply to a postgraduate programme</a:t>
              </a:r>
              <a:endParaRPr lang="en-US" sz="800" b="1">
                <a:effectLst/>
              </a:endParaRPr>
            </a:p>
          </p:txBody>
        </p:sp>
        <p:sp>
          <p:nvSpPr>
            <p:cNvPr id="16" name="TextBox 15">
              <a:extLst>
                <a:ext uri="{FF2B5EF4-FFF2-40B4-BE49-F238E27FC236}">
                  <a16:creationId xmlns:a16="http://schemas.microsoft.com/office/drawing/2014/main" id="{5C051E19-E84C-A568-2E13-1B3340A5D858}"/>
                </a:ext>
              </a:extLst>
            </p:cNvPr>
            <p:cNvSpPr txBox="1"/>
            <p:nvPr/>
          </p:nvSpPr>
          <p:spPr>
            <a:xfrm rot="5400000">
              <a:off x="5388509" y="2562958"/>
              <a:ext cx="1476694" cy="255391"/>
            </a:xfrm>
            <a:prstGeom prst="rect">
              <a:avLst/>
            </a:prstGeom>
            <a:solidFill>
              <a:schemeClr val="bg1"/>
            </a:solidFill>
          </p:spPr>
          <p:txBody>
            <a:bodyPr wrap="square">
              <a:spAutoFit/>
            </a:bodyPr>
            <a:lstStyle/>
            <a:p>
              <a:pPr algn="ctr">
                <a:lnSpc>
                  <a:spcPts val="600"/>
                </a:lnSpc>
              </a:pPr>
              <a:r>
                <a:rPr lang="en-US" sz="800" b="0">
                  <a:effectLst/>
                </a:rPr>
                <a:t>Pared: </a:t>
              </a:r>
              <a:r>
                <a:rPr lang="en-US" sz="800">
                  <a:solidFill>
                    <a:schemeClr val="dk1"/>
                  </a:solidFill>
                </a:rPr>
                <a:t>No Higher Education</a:t>
              </a:r>
            </a:p>
            <a:p>
              <a:pPr algn="ctr">
                <a:lnSpc>
                  <a:spcPts val="600"/>
                </a:lnSpc>
                <a:buNone/>
              </a:pPr>
              <a:endParaRPr lang="en-US" sz="800" b="0">
                <a:effectLst/>
              </a:endParaRPr>
            </a:p>
          </p:txBody>
        </p:sp>
        <p:sp>
          <p:nvSpPr>
            <p:cNvPr id="17" name="TextBox 16">
              <a:extLst>
                <a:ext uri="{FF2B5EF4-FFF2-40B4-BE49-F238E27FC236}">
                  <a16:creationId xmlns:a16="http://schemas.microsoft.com/office/drawing/2014/main" id="{5AEF80C5-20FD-FF37-2668-2F212DA5C5F4}"/>
                </a:ext>
              </a:extLst>
            </p:cNvPr>
            <p:cNvSpPr txBox="1"/>
            <p:nvPr/>
          </p:nvSpPr>
          <p:spPr>
            <a:xfrm rot="5400000">
              <a:off x="5388508" y="4203005"/>
              <a:ext cx="1476694" cy="255391"/>
            </a:xfrm>
            <a:prstGeom prst="rect">
              <a:avLst/>
            </a:prstGeom>
            <a:solidFill>
              <a:schemeClr val="bg1"/>
            </a:solidFill>
          </p:spPr>
          <p:txBody>
            <a:bodyPr wrap="square">
              <a:spAutoFit/>
            </a:bodyPr>
            <a:lstStyle/>
            <a:p>
              <a:pPr algn="ctr">
                <a:lnSpc>
                  <a:spcPts val="600"/>
                </a:lnSpc>
              </a:pPr>
              <a:r>
                <a:rPr lang="en-US" sz="800" b="0">
                  <a:effectLst/>
                </a:rPr>
                <a:t>Pared: </a:t>
              </a:r>
              <a:r>
                <a:rPr lang="en-US" sz="800">
                  <a:solidFill>
                    <a:schemeClr val="dk1"/>
                  </a:solidFill>
                </a:rPr>
                <a:t>Higher Education</a:t>
              </a:r>
            </a:p>
            <a:p>
              <a:pPr algn="ctr">
                <a:lnSpc>
                  <a:spcPts val="600"/>
                </a:lnSpc>
                <a:buNone/>
              </a:pPr>
              <a:endParaRPr lang="en-US" sz="800" b="0">
                <a:effectLst/>
              </a:endParaRPr>
            </a:p>
          </p:txBody>
        </p:sp>
        <p:sp>
          <p:nvSpPr>
            <p:cNvPr id="18" name="TextBox 17">
              <a:extLst>
                <a:ext uri="{FF2B5EF4-FFF2-40B4-BE49-F238E27FC236}">
                  <a16:creationId xmlns:a16="http://schemas.microsoft.com/office/drawing/2014/main" id="{D903C740-E161-91C5-0195-25B8C8F772A1}"/>
                </a:ext>
              </a:extLst>
            </p:cNvPr>
            <p:cNvSpPr txBox="1"/>
            <p:nvPr/>
          </p:nvSpPr>
          <p:spPr>
            <a:xfrm>
              <a:off x="4183713" y="1696915"/>
              <a:ext cx="1476694" cy="255391"/>
            </a:xfrm>
            <a:prstGeom prst="rect">
              <a:avLst/>
            </a:prstGeom>
            <a:solidFill>
              <a:schemeClr val="bg1"/>
            </a:solidFill>
          </p:spPr>
          <p:txBody>
            <a:bodyPr wrap="square">
              <a:spAutoFit/>
            </a:bodyPr>
            <a:lstStyle/>
            <a:p>
              <a:pPr algn="ctr">
                <a:lnSpc>
                  <a:spcPts val="600"/>
                </a:lnSpc>
              </a:pPr>
              <a:r>
                <a:rPr lang="en-US" sz="800" b="0">
                  <a:effectLst/>
                </a:rPr>
                <a:t>Private University</a:t>
              </a:r>
              <a:endParaRPr lang="en-US" sz="800">
                <a:solidFill>
                  <a:schemeClr val="dk1"/>
                </a:solidFill>
              </a:endParaRPr>
            </a:p>
            <a:p>
              <a:pPr algn="ctr">
                <a:lnSpc>
                  <a:spcPts val="600"/>
                </a:lnSpc>
                <a:buNone/>
              </a:pPr>
              <a:endParaRPr lang="en-US" sz="800" b="0">
                <a:effectLst/>
              </a:endParaRPr>
            </a:p>
          </p:txBody>
        </p:sp>
        <p:sp>
          <p:nvSpPr>
            <p:cNvPr id="19" name="TextBox 18">
              <a:extLst>
                <a:ext uri="{FF2B5EF4-FFF2-40B4-BE49-F238E27FC236}">
                  <a16:creationId xmlns:a16="http://schemas.microsoft.com/office/drawing/2014/main" id="{9F80A076-3B76-2351-4515-AF1C7A2A5AD2}"/>
                </a:ext>
              </a:extLst>
            </p:cNvPr>
            <p:cNvSpPr txBox="1"/>
            <p:nvPr/>
          </p:nvSpPr>
          <p:spPr>
            <a:xfrm>
              <a:off x="1887819" y="1696914"/>
              <a:ext cx="1476694" cy="178447"/>
            </a:xfrm>
            <a:prstGeom prst="rect">
              <a:avLst/>
            </a:prstGeom>
            <a:solidFill>
              <a:schemeClr val="bg1"/>
            </a:solidFill>
          </p:spPr>
          <p:txBody>
            <a:bodyPr wrap="square">
              <a:spAutoFit/>
            </a:bodyPr>
            <a:lstStyle/>
            <a:p>
              <a:pPr algn="ctr">
                <a:lnSpc>
                  <a:spcPts val="600"/>
                </a:lnSpc>
              </a:pPr>
              <a:r>
                <a:rPr lang="en-US" sz="800"/>
                <a:t>Public University</a:t>
              </a:r>
              <a:endParaRPr lang="en-US" sz="800">
                <a:solidFill>
                  <a:schemeClr val="dk1"/>
                </a:solidFill>
              </a:endParaRPr>
            </a:p>
          </p:txBody>
        </p:sp>
        <p:sp>
          <p:nvSpPr>
            <p:cNvPr id="20" name="TextBox 19">
              <a:extLst>
                <a:ext uri="{FF2B5EF4-FFF2-40B4-BE49-F238E27FC236}">
                  <a16:creationId xmlns:a16="http://schemas.microsoft.com/office/drawing/2014/main" id="{935BAC09-3DA4-D8F1-3A90-784FD3A1B96C}"/>
                </a:ext>
              </a:extLst>
            </p:cNvPr>
            <p:cNvSpPr txBox="1"/>
            <p:nvPr/>
          </p:nvSpPr>
          <p:spPr>
            <a:xfrm rot="16200000">
              <a:off x="271805" y="3472669"/>
              <a:ext cx="1654456" cy="178447"/>
            </a:xfrm>
            <a:prstGeom prst="rect">
              <a:avLst/>
            </a:prstGeom>
            <a:solidFill>
              <a:schemeClr val="bg1"/>
            </a:solidFill>
          </p:spPr>
          <p:txBody>
            <a:bodyPr wrap="square">
              <a:spAutoFit/>
            </a:bodyPr>
            <a:lstStyle/>
            <a:p>
              <a:pPr algn="ctr">
                <a:lnSpc>
                  <a:spcPts val="600"/>
                </a:lnSpc>
              </a:pPr>
              <a:r>
                <a:rPr lang="en-US" sz="800"/>
                <a:t>GPA</a:t>
              </a:r>
              <a:endParaRPr lang="en-US" sz="800">
                <a:solidFill>
                  <a:schemeClr val="dk1"/>
                </a:solidFill>
              </a:endParaRPr>
            </a:p>
          </p:txBody>
        </p:sp>
      </p:grpSp>
      <p:sp>
        <p:nvSpPr>
          <p:cNvPr id="22" name="TextBox 21">
            <a:extLst>
              <a:ext uri="{FF2B5EF4-FFF2-40B4-BE49-F238E27FC236}">
                <a16:creationId xmlns:a16="http://schemas.microsoft.com/office/drawing/2014/main" id="{69F0A5C2-FD52-A6F3-1ABB-96CE302EA88F}"/>
              </a:ext>
            </a:extLst>
          </p:cNvPr>
          <p:cNvSpPr txBox="1"/>
          <p:nvPr/>
        </p:nvSpPr>
        <p:spPr>
          <a:xfrm>
            <a:off x="1068619" y="1419914"/>
            <a:ext cx="2568639" cy="276999"/>
          </a:xfrm>
          <a:prstGeom prst="rect">
            <a:avLst/>
          </a:prstGeom>
          <a:noFill/>
        </p:spPr>
        <p:txBody>
          <a:bodyPr wrap="square">
            <a:spAutoFit/>
          </a:bodyPr>
          <a:lstStyle/>
          <a:p>
            <a:r>
              <a:rPr lang="en-GB" sz="1200" b="1" noProof="0"/>
              <a:t>Stratified Boxplot</a:t>
            </a:r>
          </a:p>
        </p:txBody>
      </p:sp>
    </p:spTree>
    <p:extLst>
      <p:ext uri="{BB962C8B-B14F-4D97-AF65-F5344CB8AC3E}">
        <p14:creationId xmlns:p14="http://schemas.microsoft.com/office/powerpoint/2010/main" val="142232430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60"/>
                                        </p:tgtEl>
                                        <p:attrNameLst>
                                          <p:attrName>style.visibility</p:attrName>
                                        </p:attrNameLst>
                                      </p:cBhvr>
                                      <p:to>
                                        <p:strVal val="visible"/>
                                      </p:to>
                                    </p:set>
                                    <p:animEffect transition="in" filter="fade">
                                      <p:cBhvr>
                                        <p:cTn id="7" dur="500"/>
                                        <p:tgtEl>
                                          <p:spTgt spid="86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0" grpId="0"/>
      <p:bldP spid="22"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DA6657-97B9-FB3B-EE2F-0FF0AC3BDD9E}"/>
            </a:ext>
          </a:extLst>
        </p:cNvPr>
        <p:cNvGrpSpPr/>
        <p:nvPr/>
      </p:nvGrpSpPr>
      <p:grpSpPr>
        <a:xfrm>
          <a:off x="0" y="0"/>
          <a:ext cx="0" cy="0"/>
          <a:chOff x="0" y="0"/>
          <a:chExt cx="0" cy="0"/>
        </a:xfrm>
      </p:grpSpPr>
      <p:pic>
        <p:nvPicPr>
          <p:cNvPr id="8" name="Picture 7">
            <a:extLst>
              <a:ext uri="{FF2B5EF4-FFF2-40B4-BE49-F238E27FC236}">
                <a16:creationId xmlns:a16="http://schemas.microsoft.com/office/drawing/2014/main" id="{83EDCCBC-D1E9-C327-B311-DC33B9841486}"/>
              </a:ext>
            </a:extLst>
          </p:cNvPr>
          <p:cNvPicPr>
            <a:picLocks noChangeAspect="1"/>
          </p:cNvPicPr>
          <p:nvPr/>
        </p:nvPicPr>
        <p:blipFill>
          <a:blip r:embed="rId3"/>
          <a:stretch>
            <a:fillRect/>
          </a:stretch>
        </p:blipFill>
        <p:spPr>
          <a:xfrm>
            <a:off x="3687290" y="2170656"/>
            <a:ext cx="4972091" cy="2671280"/>
          </a:xfrm>
          <a:prstGeom prst="rect">
            <a:avLst/>
          </a:prstGeom>
          <a:effectLst>
            <a:outerShdw blurRad="50800" dist="38100" dir="2700000" algn="tl" rotWithShape="0">
              <a:prstClr val="black">
                <a:alpha val="40000"/>
              </a:prstClr>
            </a:outerShdw>
          </a:effectLst>
        </p:spPr>
      </p:pic>
      <p:sp>
        <p:nvSpPr>
          <p:cNvPr id="5" name="Slide Number Placeholder 2">
            <a:extLst>
              <a:ext uri="{FF2B5EF4-FFF2-40B4-BE49-F238E27FC236}">
                <a16:creationId xmlns:a16="http://schemas.microsoft.com/office/drawing/2014/main" id="{D83330FD-0D8F-4332-E032-1030EA4D178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37A398DD-CB46-6140-E0A8-4FED8365DF8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B4B3507-B1F7-F315-EE68-DBA7F93A728F}"/>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657DCF73-720B-6B3B-8A08-782D46944703}"/>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6" name="TextBox 5">
            <a:extLst>
              <a:ext uri="{FF2B5EF4-FFF2-40B4-BE49-F238E27FC236}">
                <a16:creationId xmlns:a16="http://schemas.microsoft.com/office/drawing/2014/main" id="{CBEBA4B9-1065-094B-8FD0-EAE664663D3A}"/>
              </a:ext>
            </a:extLst>
          </p:cNvPr>
          <p:cNvSpPr txBox="1"/>
          <p:nvPr/>
        </p:nvSpPr>
        <p:spPr>
          <a:xfrm>
            <a:off x="896087" y="969309"/>
            <a:ext cx="4298249"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Aptos" panose="020B0004020202020204"/>
                <a:ea typeface="+mn-ea"/>
                <a:cs typeface="+mn-cs"/>
              </a:rPr>
              <a:t>When estimating the model, we obtain:</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5" name="TextBox 14">
            <a:extLst>
              <a:ext uri="{FF2B5EF4-FFF2-40B4-BE49-F238E27FC236}">
                <a16:creationId xmlns:a16="http://schemas.microsoft.com/office/drawing/2014/main" id="{DD8D6EBE-7C72-8ED5-5DA3-19060E61B655}"/>
              </a:ext>
            </a:extLst>
          </p:cNvPr>
          <p:cNvSpPr txBox="1"/>
          <p:nvPr/>
        </p:nvSpPr>
        <p:spPr>
          <a:xfrm>
            <a:off x="5207837" y="1444663"/>
            <a:ext cx="1318054" cy="430887"/>
          </a:xfrm>
          <a:prstGeom prst="rect">
            <a:avLst/>
          </a:prstGeom>
          <a:noFill/>
        </p:spPr>
        <p:txBody>
          <a:bodyPr wrap="square">
            <a:spAutoFit/>
          </a:bodyPr>
          <a:lstStyle/>
          <a:p>
            <a:pPr lvl="0">
              <a:defRPr/>
            </a:pPr>
            <a:r>
              <a:rPr lang="en-GB" sz="1100">
                <a:solidFill>
                  <a:prstClr val="black"/>
                </a:solidFill>
              </a:rPr>
              <a:t>Dependent variable</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17" name="Connector: Elbow 16">
            <a:extLst>
              <a:ext uri="{FF2B5EF4-FFF2-40B4-BE49-F238E27FC236}">
                <a16:creationId xmlns:a16="http://schemas.microsoft.com/office/drawing/2014/main" id="{20623228-0DCB-0DC7-296B-8AED42262D2F}"/>
              </a:ext>
            </a:extLst>
          </p:cNvPr>
          <p:cNvCxnSpPr>
            <a:cxnSpLocks/>
            <a:endCxn id="15" idx="1"/>
          </p:cNvCxnSpPr>
          <p:nvPr/>
        </p:nvCxnSpPr>
        <p:spPr>
          <a:xfrm rot="16200000" flipV="1">
            <a:off x="5055472" y="1812473"/>
            <a:ext cx="604485" cy="299754"/>
          </a:xfrm>
          <a:prstGeom prst="bentConnector4">
            <a:avLst>
              <a:gd name="adj1" fmla="val 32180"/>
              <a:gd name="adj2" fmla="val 176263"/>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26" name="Left Brace 25">
            <a:extLst>
              <a:ext uri="{FF2B5EF4-FFF2-40B4-BE49-F238E27FC236}">
                <a16:creationId xmlns:a16="http://schemas.microsoft.com/office/drawing/2014/main" id="{A1462BF4-EDCB-7544-DDE3-0E2AAACEFD27}"/>
              </a:ext>
            </a:extLst>
          </p:cNvPr>
          <p:cNvSpPr/>
          <p:nvPr/>
        </p:nvSpPr>
        <p:spPr>
          <a:xfrm rot="5400000">
            <a:off x="6448372" y="1338485"/>
            <a:ext cx="435614" cy="1470140"/>
          </a:xfrm>
          <a:prstGeom prst="leftBrace">
            <a:avLst>
              <a:gd name="adj1" fmla="val 46839"/>
              <a:gd name="adj2" fmla="val 24703"/>
            </a:avLst>
          </a:prstGeom>
          <a:ln>
            <a:solidFill>
              <a:srgbClr val="FF0000"/>
            </a:solidFill>
            <a:headEnd type="none" w="med" len="med"/>
            <a:tailEnd type="none" w="med" len="med"/>
          </a:ln>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29" name="TextBox 28">
            <a:extLst>
              <a:ext uri="{FF2B5EF4-FFF2-40B4-BE49-F238E27FC236}">
                <a16:creationId xmlns:a16="http://schemas.microsoft.com/office/drawing/2014/main" id="{59113964-3E27-9C7D-1904-D3DFC5889FB0}"/>
              </a:ext>
            </a:extLst>
          </p:cNvPr>
          <p:cNvSpPr txBox="1"/>
          <p:nvPr/>
        </p:nvSpPr>
        <p:spPr>
          <a:xfrm>
            <a:off x="6585964" y="1454249"/>
            <a:ext cx="1204790" cy="430887"/>
          </a:xfrm>
          <a:prstGeom prst="rect">
            <a:avLst/>
          </a:prstGeom>
          <a:noFill/>
        </p:spPr>
        <p:txBody>
          <a:bodyPr wrap="square">
            <a:spAutoFit/>
          </a:bodyPr>
          <a:lstStyle/>
          <a:p>
            <a:pPr lvl="0">
              <a:defRPr/>
            </a:pPr>
            <a:r>
              <a:rPr lang="en-GB" sz="1100">
                <a:solidFill>
                  <a:prstClr val="black"/>
                </a:solidFill>
              </a:rPr>
              <a:t>Independent variables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30" name="Connector: Elbow 29">
            <a:extLst>
              <a:ext uri="{FF2B5EF4-FFF2-40B4-BE49-F238E27FC236}">
                <a16:creationId xmlns:a16="http://schemas.microsoft.com/office/drawing/2014/main" id="{51C95360-84AE-8ABD-201C-4A2110F71AD5}"/>
              </a:ext>
            </a:extLst>
          </p:cNvPr>
          <p:cNvCxnSpPr>
            <a:cxnSpLocks/>
            <a:endCxn id="33" idx="1"/>
          </p:cNvCxnSpPr>
          <p:nvPr/>
        </p:nvCxnSpPr>
        <p:spPr>
          <a:xfrm rot="5400000" flipH="1" flipV="1">
            <a:off x="8044820" y="1889432"/>
            <a:ext cx="541843" cy="170979"/>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2B966D7A-DC5C-B8E9-0AAD-F16C294FE91E}"/>
              </a:ext>
            </a:extLst>
          </p:cNvPr>
          <p:cNvSpPr txBox="1"/>
          <p:nvPr/>
        </p:nvSpPr>
        <p:spPr>
          <a:xfrm>
            <a:off x="8401231" y="1488555"/>
            <a:ext cx="2016162" cy="430887"/>
          </a:xfrm>
          <a:prstGeom prst="rect">
            <a:avLst/>
          </a:prstGeom>
          <a:noFill/>
        </p:spPr>
        <p:txBody>
          <a:bodyPr wrap="square">
            <a:spAutoFit/>
          </a:bodyPr>
          <a:lstStyle/>
          <a:p>
            <a:pPr lvl="0">
              <a:defRPr/>
            </a:pPr>
            <a:r>
              <a:rPr lang="en-US" sz="1100">
                <a:solidFill>
                  <a:prstClr val="black"/>
                </a:solidFill>
              </a:rPr>
              <a:t>Reference to the table containing the variables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50" name="Connector: Elbow 49">
            <a:extLst>
              <a:ext uri="{FF2B5EF4-FFF2-40B4-BE49-F238E27FC236}">
                <a16:creationId xmlns:a16="http://schemas.microsoft.com/office/drawing/2014/main" id="{E068C22B-3820-6D7E-B7BE-968D6F3EC5D7}"/>
              </a:ext>
            </a:extLst>
          </p:cNvPr>
          <p:cNvCxnSpPr>
            <a:cxnSpLocks/>
            <a:endCxn id="51" idx="3"/>
          </p:cNvCxnSpPr>
          <p:nvPr/>
        </p:nvCxnSpPr>
        <p:spPr>
          <a:xfrm rot="10800000">
            <a:off x="2473564" y="1735245"/>
            <a:ext cx="1261575" cy="510598"/>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51" name="TextBox 50">
            <a:extLst>
              <a:ext uri="{FF2B5EF4-FFF2-40B4-BE49-F238E27FC236}">
                <a16:creationId xmlns:a16="http://schemas.microsoft.com/office/drawing/2014/main" id="{9B96F334-5F29-0A0B-A9D9-1A8057E9E17F}"/>
              </a:ext>
            </a:extLst>
          </p:cNvPr>
          <p:cNvSpPr txBox="1"/>
          <p:nvPr/>
        </p:nvSpPr>
        <p:spPr>
          <a:xfrm>
            <a:off x="954240" y="1519801"/>
            <a:ext cx="1519323" cy="430887"/>
          </a:xfrm>
          <a:prstGeom prst="rect">
            <a:avLst/>
          </a:prstGeom>
          <a:noFill/>
        </p:spPr>
        <p:txBody>
          <a:bodyPr wrap="square">
            <a:spAutoFit/>
          </a:bodyPr>
          <a:lstStyle/>
          <a:p>
            <a:pPr lvl="0">
              <a:defRPr/>
            </a:pPr>
            <a:r>
              <a:rPr lang="en-GB" sz="1100">
                <a:solidFill>
                  <a:prstClr val="black"/>
                </a:solidFill>
              </a:rPr>
              <a:t>Regression function used</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59" name="TextBox 58">
            <a:extLst>
              <a:ext uri="{FF2B5EF4-FFF2-40B4-BE49-F238E27FC236}">
                <a16:creationId xmlns:a16="http://schemas.microsoft.com/office/drawing/2014/main" id="{EDEB6A7E-DBA0-FF4A-6C8E-01976514A564}"/>
              </a:ext>
            </a:extLst>
          </p:cNvPr>
          <p:cNvSpPr txBox="1"/>
          <p:nvPr/>
        </p:nvSpPr>
        <p:spPr>
          <a:xfrm>
            <a:off x="8833291" y="2135912"/>
            <a:ext cx="2627483" cy="1446550"/>
          </a:xfrm>
          <a:prstGeom prst="rect">
            <a:avLst/>
          </a:prstGeom>
          <a:noFill/>
        </p:spPr>
        <p:txBody>
          <a:bodyPr wrap="square">
            <a:spAutoFit/>
          </a:bodyPr>
          <a:lstStyle/>
          <a:p>
            <a:pPr lvl="0">
              <a:defRPr/>
            </a:pPr>
            <a:r>
              <a:rPr lang="en-US" sz="1100" b="1">
                <a:solidFill>
                  <a:prstClr val="black"/>
                </a:solidFill>
                <a:highlight>
                  <a:srgbClr val="FFC000"/>
                </a:highlight>
              </a:rPr>
              <a:t>Test statistic. </a:t>
            </a:r>
            <a:r>
              <a:rPr lang="en-US" sz="1100">
                <a:solidFill>
                  <a:prstClr val="black"/>
                </a:solidFill>
              </a:rPr>
              <a:t>Evaluates whether each coefficient differs significantly from zero. </a:t>
            </a:r>
            <a:br>
              <a:rPr lang="en-US" sz="1100">
                <a:solidFill>
                  <a:prstClr val="black"/>
                </a:solidFill>
              </a:rPr>
            </a:br>
            <a:r>
              <a:rPr lang="en-US" sz="1100">
                <a:solidFill>
                  <a:prstClr val="black"/>
                </a:solidFill>
              </a:rPr>
              <a:t>To reject the null hypothesis associated with a coefficient, the value of the statistic must exceed the critical value corresponding to the chosen significance level α (1.96 when α = 0.05).</a:t>
            </a:r>
            <a:endParaRPr kumimoji="0" lang="en-GB" sz="1100" i="0" u="none" strike="noStrike" kern="1200" cap="none" spc="0" normalizeH="0" baseline="0" noProof="0">
              <a:ln>
                <a:noFill/>
              </a:ln>
              <a:solidFill>
                <a:prstClr val="black"/>
              </a:solidFill>
              <a:effectLst/>
              <a:uLnTx/>
              <a:uFillTx/>
              <a:latin typeface="Aptos" panose="020B0004020202020204"/>
            </a:endParaRPr>
          </a:p>
        </p:txBody>
      </p:sp>
      <p:cxnSp>
        <p:nvCxnSpPr>
          <p:cNvPr id="60" name="Connector: Elbow 59">
            <a:extLst>
              <a:ext uri="{FF2B5EF4-FFF2-40B4-BE49-F238E27FC236}">
                <a16:creationId xmlns:a16="http://schemas.microsoft.com/office/drawing/2014/main" id="{27AA3E21-CAAC-9049-E3A0-623750242F7D}"/>
              </a:ext>
            </a:extLst>
          </p:cNvPr>
          <p:cNvCxnSpPr>
            <a:cxnSpLocks/>
            <a:endCxn id="59" idx="1"/>
          </p:cNvCxnSpPr>
          <p:nvPr/>
        </p:nvCxnSpPr>
        <p:spPr>
          <a:xfrm flipV="1">
            <a:off x="6352227" y="2859187"/>
            <a:ext cx="2481064" cy="185192"/>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76" name="Left Brace 75">
            <a:extLst>
              <a:ext uri="{FF2B5EF4-FFF2-40B4-BE49-F238E27FC236}">
                <a16:creationId xmlns:a16="http://schemas.microsoft.com/office/drawing/2014/main" id="{6F67F33E-F090-4D9B-77DA-2C7B93EAF745}"/>
              </a:ext>
            </a:extLst>
          </p:cNvPr>
          <p:cNvSpPr/>
          <p:nvPr/>
        </p:nvSpPr>
        <p:spPr>
          <a:xfrm>
            <a:off x="3450932" y="2724238"/>
            <a:ext cx="284206" cy="936572"/>
          </a:xfrm>
          <a:prstGeom prst="leftBrace">
            <a:avLst>
              <a:gd name="adj1" fmla="val 46839"/>
              <a:gd name="adj2" fmla="val 38747"/>
            </a:avLst>
          </a:prstGeom>
          <a:ln>
            <a:solidFill>
              <a:srgbClr val="FF0000"/>
            </a:solidFill>
            <a:headEnd type="none" w="med" len="med"/>
            <a:tailEnd type="none" w="med" len="med"/>
          </a:ln>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0" name="TextBox 89">
            <a:extLst>
              <a:ext uri="{FF2B5EF4-FFF2-40B4-BE49-F238E27FC236}">
                <a16:creationId xmlns:a16="http://schemas.microsoft.com/office/drawing/2014/main" id="{A041478B-058C-56A6-A0CD-66FC9C0E0F35}"/>
              </a:ext>
            </a:extLst>
          </p:cNvPr>
          <p:cNvSpPr txBox="1"/>
          <p:nvPr/>
        </p:nvSpPr>
        <p:spPr>
          <a:xfrm>
            <a:off x="833843" y="2558809"/>
            <a:ext cx="2627483" cy="1446550"/>
          </a:xfrm>
          <a:prstGeom prst="rect">
            <a:avLst/>
          </a:prstGeom>
          <a:noFill/>
        </p:spPr>
        <p:txBody>
          <a:bodyPr wrap="square">
            <a:spAutoFit/>
          </a:bodyPr>
          <a:lstStyle/>
          <a:p>
            <a:pPr lvl="0">
              <a:defRPr/>
            </a:pPr>
            <a:r>
              <a:rPr lang="en-US" sz="1100" b="1">
                <a:solidFill>
                  <a:prstClr val="black"/>
                </a:solidFill>
                <a:highlight>
                  <a:srgbClr val="FFC000"/>
                </a:highlight>
              </a:rPr>
              <a:t>Estimated coefficients of the ordinal logit model</a:t>
            </a:r>
            <a:r>
              <a:rPr kumimoji="0" lang="en-GB" sz="1100" b="0" i="0" u="none" strike="noStrike" kern="1200" cap="none" spc="0" normalizeH="0" baseline="0" noProof="0">
                <a:ln>
                  <a:noFill/>
                </a:ln>
                <a:solidFill>
                  <a:prstClr val="black"/>
                </a:solidFill>
                <a:effectLst/>
                <a:uLnTx/>
                <a:uFillTx/>
                <a:latin typeface="Aptos" panose="020B0004020202020204"/>
                <a:ea typeface="+mn-ea"/>
                <a:cs typeface="+mn-cs"/>
              </a:rPr>
              <a:t>. </a:t>
            </a:r>
            <a:r>
              <a:rPr lang="en-US" sz="1100">
                <a:solidFill>
                  <a:prstClr val="black"/>
                </a:solidFill>
              </a:rPr>
              <a:t>Their scale is in log‑odds, which means they cannot be interpreted in the same way as coefficients from an OLS regression. To interpret them correctly, researchers must:</a:t>
            </a:r>
          </a:p>
          <a:p>
            <a:pPr marL="171450" lvl="0" indent="-171450">
              <a:buFont typeface="Arial" panose="020B0604020202020204" pitchFamily="34" charset="0"/>
              <a:buChar char="•"/>
              <a:defRPr/>
            </a:pPr>
            <a:r>
              <a:rPr lang="en-GB" sz="1100">
                <a:solidFill>
                  <a:prstClr val="black"/>
                </a:solidFill>
              </a:rPr>
              <a:t>compute odds ratios, and</a:t>
            </a:r>
            <a:endParaRPr kumimoji="0" lang="en-GB" sz="1100" i="0" u="none" strike="noStrike" kern="1200" cap="none" spc="0" normalizeH="0" baseline="0" noProof="0">
              <a:ln>
                <a:noFill/>
              </a:ln>
              <a:solidFill>
                <a:prstClr val="black"/>
              </a:solidFill>
              <a:effectLst/>
              <a:uLnTx/>
              <a:uFillTx/>
              <a:latin typeface="Aptos" panose="020B0004020202020204"/>
            </a:endParaRPr>
          </a:p>
          <a:p>
            <a:pPr marL="171450" lvl="0" indent="-171450">
              <a:buFont typeface="Arial" panose="020B0604020202020204" pitchFamily="34" charset="0"/>
              <a:buChar char="•"/>
              <a:defRPr/>
            </a:pPr>
            <a:r>
              <a:rPr lang="en-GB" sz="1100">
                <a:solidFill>
                  <a:prstClr val="black"/>
                </a:solidFill>
              </a:rPr>
              <a:t>evaluate predicted probabilities.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2" name="Connector: Elbow 1">
            <a:extLst>
              <a:ext uri="{FF2B5EF4-FFF2-40B4-BE49-F238E27FC236}">
                <a16:creationId xmlns:a16="http://schemas.microsoft.com/office/drawing/2014/main" id="{DD07A9B8-CADC-6012-6B4F-79F537E29270}"/>
              </a:ext>
            </a:extLst>
          </p:cNvPr>
          <p:cNvCxnSpPr>
            <a:cxnSpLocks/>
            <a:endCxn id="7" idx="3"/>
          </p:cNvCxnSpPr>
          <p:nvPr/>
        </p:nvCxnSpPr>
        <p:spPr>
          <a:xfrm rot="10800000" flipV="1">
            <a:off x="3101232" y="4586468"/>
            <a:ext cx="633911" cy="285853"/>
          </a:xfrm>
          <a:prstGeom prst="bentConnector3">
            <a:avLst>
              <a:gd name="adj1" fmla="val 50000"/>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7" name="TextBox 6">
            <a:extLst>
              <a:ext uri="{FF2B5EF4-FFF2-40B4-BE49-F238E27FC236}">
                <a16:creationId xmlns:a16="http://schemas.microsoft.com/office/drawing/2014/main" id="{0AC8C384-FAF9-6A76-2956-3AB238D9B4E6}"/>
              </a:ext>
            </a:extLst>
          </p:cNvPr>
          <p:cNvSpPr txBox="1"/>
          <p:nvPr/>
        </p:nvSpPr>
        <p:spPr>
          <a:xfrm>
            <a:off x="873855" y="4318324"/>
            <a:ext cx="2227376" cy="1107996"/>
          </a:xfrm>
          <a:prstGeom prst="rect">
            <a:avLst/>
          </a:prstGeom>
          <a:noFill/>
        </p:spPr>
        <p:txBody>
          <a:bodyPr wrap="square">
            <a:spAutoFit/>
          </a:bodyPr>
          <a:lstStyle/>
          <a:p>
            <a:pPr lvl="0">
              <a:defRPr/>
            </a:pPr>
            <a:r>
              <a:rPr lang="en-US" sz="1100" b="1">
                <a:solidFill>
                  <a:prstClr val="black"/>
                </a:solidFill>
                <a:highlight>
                  <a:srgbClr val="FFC000"/>
                </a:highlight>
              </a:rPr>
              <a:t>Null deviance (model without predictors). </a:t>
            </a:r>
            <a:r>
              <a:rPr lang="en-US" sz="1100">
                <a:solidFill>
                  <a:prstClr val="black"/>
                </a:solidFill>
              </a:rPr>
              <a:t>Indicates how well (or poorly) the model predicts the response variable when no control variables are included. Higher values imply a poorer fit.</a:t>
            </a:r>
            <a:endParaRPr kumimoji="0" lang="en-GB" sz="1100" i="0" u="none" strike="noStrike" kern="1200" cap="none" spc="0" normalizeH="0" baseline="0" noProof="0">
              <a:ln>
                <a:noFill/>
              </a:ln>
              <a:solidFill>
                <a:prstClr val="black"/>
              </a:solidFill>
              <a:effectLst/>
              <a:uLnTx/>
              <a:uFillTx/>
              <a:latin typeface="Aptos" panose="020B0004020202020204"/>
            </a:endParaRPr>
          </a:p>
        </p:txBody>
      </p:sp>
      <p:sp>
        <p:nvSpPr>
          <p:cNvPr id="57" name="TextBox 56">
            <a:extLst>
              <a:ext uri="{FF2B5EF4-FFF2-40B4-BE49-F238E27FC236}">
                <a16:creationId xmlns:a16="http://schemas.microsoft.com/office/drawing/2014/main" id="{5A85DB56-1610-1B8E-D46C-9BC36C480797}"/>
              </a:ext>
            </a:extLst>
          </p:cNvPr>
          <p:cNvSpPr txBox="1"/>
          <p:nvPr/>
        </p:nvSpPr>
        <p:spPr>
          <a:xfrm>
            <a:off x="5376851" y="5291364"/>
            <a:ext cx="3399478" cy="769441"/>
          </a:xfrm>
          <a:prstGeom prst="rect">
            <a:avLst/>
          </a:prstGeom>
          <a:noFill/>
        </p:spPr>
        <p:txBody>
          <a:bodyPr wrap="square">
            <a:spAutoFit/>
          </a:bodyPr>
          <a:lstStyle/>
          <a:p>
            <a:pPr lvl="0">
              <a:defRPr/>
            </a:pPr>
            <a:r>
              <a:rPr lang="en-GB" sz="1100" b="1">
                <a:solidFill>
                  <a:prstClr val="black"/>
                </a:solidFill>
                <a:highlight>
                  <a:srgbClr val="FFC000"/>
                </a:highlight>
              </a:rPr>
              <a:t>Akaike Information Criterion (AIC).</a:t>
            </a:r>
            <a:br>
              <a:rPr lang="en-GB" sz="1100" b="1">
                <a:solidFill>
                  <a:prstClr val="black"/>
                </a:solidFill>
              </a:rPr>
            </a:br>
            <a:r>
              <a:rPr lang="en-US" sz="1100" err="1">
                <a:solidFill>
                  <a:prstClr val="black"/>
                </a:solidFill>
              </a:rPr>
              <a:t>Penalises</a:t>
            </a:r>
            <a:r>
              <a:rPr lang="en-US" sz="1100">
                <a:solidFill>
                  <a:prstClr val="black"/>
                </a:solidFill>
              </a:rPr>
              <a:t> model complexity. A lower AIC reflects a better balance between goodness‑of‑fit and parsimony.</a:t>
            </a:r>
            <a:endParaRPr kumimoji="0" lang="en-GB" sz="1100" i="0" u="none" strike="noStrike" kern="1200" cap="none" spc="0" normalizeH="0" baseline="0" noProof="0">
              <a:ln>
                <a:noFill/>
              </a:ln>
              <a:solidFill>
                <a:prstClr val="black"/>
              </a:solidFill>
              <a:effectLst/>
              <a:uLnTx/>
              <a:uFillTx/>
              <a:latin typeface="Aptos" panose="020B0004020202020204"/>
            </a:endParaRPr>
          </a:p>
        </p:txBody>
      </p:sp>
      <p:cxnSp>
        <p:nvCxnSpPr>
          <p:cNvPr id="61" name="Connector: Elbow 60">
            <a:extLst>
              <a:ext uri="{FF2B5EF4-FFF2-40B4-BE49-F238E27FC236}">
                <a16:creationId xmlns:a16="http://schemas.microsoft.com/office/drawing/2014/main" id="{57ACCBE2-B690-12D3-5601-CB6DC93A3796}"/>
              </a:ext>
            </a:extLst>
          </p:cNvPr>
          <p:cNvCxnSpPr>
            <a:cxnSpLocks/>
            <a:endCxn id="57" idx="0"/>
          </p:cNvCxnSpPr>
          <p:nvPr/>
        </p:nvCxnSpPr>
        <p:spPr>
          <a:xfrm>
            <a:off x="4815281" y="4707399"/>
            <a:ext cx="2261309" cy="583965"/>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77" name="TextBox 76">
            <a:extLst>
              <a:ext uri="{FF2B5EF4-FFF2-40B4-BE49-F238E27FC236}">
                <a16:creationId xmlns:a16="http://schemas.microsoft.com/office/drawing/2014/main" id="{7D20969A-05B3-B76C-471F-A063261D71E2}"/>
              </a:ext>
            </a:extLst>
          </p:cNvPr>
          <p:cNvSpPr txBox="1"/>
          <p:nvPr/>
        </p:nvSpPr>
        <p:spPr>
          <a:xfrm>
            <a:off x="8833291" y="4107002"/>
            <a:ext cx="2853447" cy="1954381"/>
          </a:xfrm>
          <a:prstGeom prst="rect">
            <a:avLst/>
          </a:prstGeom>
          <a:noFill/>
        </p:spPr>
        <p:txBody>
          <a:bodyPr wrap="square">
            <a:spAutoFit/>
          </a:bodyPr>
          <a:lstStyle/>
          <a:p>
            <a:pPr lvl="0">
              <a:defRPr/>
            </a:pPr>
            <a:r>
              <a:rPr lang="en-US" sz="1100" b="1">
                <a:solidFill>
                  <a:prstClr val="black"/>
                </a:solidFill>
                <a:highlight>
                  <a:srgbClr val="FFC000"/>
                </a:highlight>
              </a:rPr>
              <a:t>Intercepts (cut‑points) of the model.</a:t>
            </a:r>
            <a:r>
              <a:rPr lang="en-US" sz="1100" b="1">
                <a:solidFill>
                  <a:prstClr val="black"/>
                </a:solidFill>
              </a:rPr>
              <a:t> </a:t>
            </a:r>
            <a:r>
              <a:rPr lang="en-US" sz="1100">
                <a:solidFill>
                  <a:prstClr val="black"/>
                </a:solidFill>
              </a:rPr>
              <a:t>These are not direct probabilities. Instead, they correspond to the threshold parameters (μₖ) on the latent, underlying continuous scale (Y*), expressed on the logit scale.</a:t>
            </a:r>
            <a:br>
              <a:rPr lang="en-US" sz="1100">
                <a:solidFill>
                  <a:prstClr val="black"/>
                </a:solidFill>
              </a:rPr>
            </a:br>
            <a:br>
              <a:rPr lang="en-US" sz="1100">
                <a:solidFill>
                  <a:prstClr val="black"/>
                </a:solidFill>
              </a:rPr>
            </a:br>
            <a:r>
              <a:rPr lang="en-US" sz="1100">
                <a:solidFill>
                  <a:prstClr val="black"/>
                </a:solidFill>
              </a:rPr>
              <a:t>These cut‑points determine where, along the linear predictor, </a:t>
            </a:r>
            <a:r>
              <a:rPr lang="en-US" sz="1100" b="1">
                <a:solidFill>
                  <a:prstClr val="black"/>
                </a:solidFill>
              </a:rPr>
              <a:t>the cumulative probabilities transition from one category to the next.</a:t>
            </a:r>
            <a:endParaRPr kumimoji="0" lang="en-GB" sz="1100" b="1" i="0" u="none" strike="noStrike" kern="1200" cap="none" spc="0" normalizeH="0" baseline="0" noProof="0">
              <a:ln>
                <a:noFill/>
              </a:ln>
              <a:solidFill>
                <a:prstClr val="black"/>
              </a:solidFill>
              <a:effectLst/>
              <a:uLnTx/>
              <a:uFillTx/>
              <a:latin typeface="Aptos" panose="020B0004020202020204"/>
            </a:endParaRPr>
          </a:p>
        </p:txBody>
      </p:sp>
      <p:cxnSp>
        <p:nvCxnSpPr>
          <p:cNvPr id="40" name="Connector: Elbow 39">
            <a:extLst>
              <a:ext uri="{FF2B5EF4-FFF2-40B4-BE49-F238E27FC236}">
                <a16:creationId xmlns:a16="http://schemas.microsoft.com/office/drawing/2014/main" id="{F72E380C-377F-6604-49A1-97FFD8476DEA}"/>
              </a:ext>
            </a:extLst>
          </p:cNvPr>
          <p:cNvCxnSpPr>
            <a:cxnSpLocks/>
            <a:endCxn id="77" idx="0"/>
          </p:cNvCxnSpPr>
          <p:nvPr/>
        </p:nvCxnSpPr>
        <p:spPr>
          <a:xfrm>
            <a:off x="4675053" y="3833676"/>
            <a:ext cx="5584962" cy="273326"/>
          </a:xfrm>
          <a:prstGeom prst="bentConnector2">
            <a:avLst/>
          </a:prstGeom>
          <a:ln>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5805968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0"/>
                                        </p:tgtEl>
                                        <p:attrNameLst>
                                          <p:attrName>style.visibility</p:attrName>
                                        </p:attrNameLst>
                                      </p:cBhvr>
                                      <p:to>
                                        <p:strVal val="visible"/>
                                      </p:to>
                                    </p:set>
                                    <p:animEffect transition="in" filter="fade">
                                      <p:cBhvr>
                                        <p:cTn id="12" dur="500"/>
                                        <p:tgtEl>
                                          <p:spTgt spid="50"/>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Effect transition="in" filter="fade">
                                      <p:cBhvr>
                                        <p:cTn id="15" dur="500"/>
                                        <p:tgtEl>
                                          <p:spTgt spid="5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6"/>
                                        </p:tgtEl>
                                        <p:attrNameLst>
                                          <p:attrName>style.visibility</p:attrName>
                                        </p:attrNameLst>
                                      </p:cBhvr>
                                      <p:to>
                                        <p:strVal val="visible"/>
                                      </p:to>
                                    </p:set>
                                    <p:animEffect transition="in" filter="fade">
                                      <p:cBhvr>
                                        <p:cTn id="28" dur="500"/>
                                        <p:tgtEl>
                                          <p:spTgt spid="26"/>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500"/>
                                        <p:tgtEl>
                                          <p:spTgt spid="2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fade">
                                      <p:cBhvr>
                                        <p:cTn id="36" dur="500"/>
                                        <p:tgtEl>
                                          <p:spTgt spid="30"/>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3"/>
                                        </p:tgtEl>
                                        <p:attrNameLst>
                                          <p:attrName>style.visibility</p:attrName>
                                        </p:attrNameLst>
                                      </p:cBhvr>
                                      <p:to>
                                        <p:strVal val="visible"/>
                                      </p:to>
                                    </p:set>
                                    <p:animEffect transition="in" filter="fade">
                                      <p:cBhvr>
                                        <p:cTn id="39" dur="500"/>
                                        <p:tgtEl>
                                          <p:spTgt spid="3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76"/>
                                        </p:tgtEl>
                                        <p:attrNameLst>
                                          <p:attrName>style.visibility</p:attrName>
                                        </p:attrNameLst>
                                      </p:cBhvr>
                                      <p:to>
                                        <p:strVal val="visible"/>
                                      </p:to>
                                    </p:set>
                                    <p:animEffect transition="in" filter="fade">
                                      <p:cBhvr>
                                        <p:cTn id="44" dur="500"/>
                                        <p:tgtEl>
                                          <p:spTgt spid="76"/>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90"/>
                                        </p:tgtEl>
                                        <p:attrNameLst>
                                          <p:attrName>style.visibility</p:attrName>
                                        </p:attrNameLst>
                                      </p:cBhvr>
                                      <p:to>
                                        <p:strVal val="visible"/>
                                      </p:to>
                                    </p:set>
                                    <p:animEffect transition="in" filter="fade">
                                      <p:cBhvr>
                                        <p:cTn id="47" dur="500"/>
                                        <p:tgtEl>
                                          <p:spTgt spid="90"/>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2"/>
                                        </p:tgtEl>
                                        <p:attrNameLst>
                                          <p:attrName>style.visibility</p:attrName>
                                        </p:attrNameLst>
                                      </p:cBhvr>
                                      <p:to>
                                        <p:strVal val="visible"/>
                                      </p:to>
                                    </p:set>
                                    <p:animEffect transition="in" filter="fade">
                                      <p:cBhvr>
                                        <p:cTn id="52" dur="500"/>
                                        <p:tgtEl>
                                          <p:spTgt spid="2"/>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7"/>
                                        </p:tgtEl>
                                        <p:attrNameLst>
                                          <p:attrName>style.visibility</p:attrName>
                                        </p:attrNameLst>
                                      </p:cBhvr>
                                      <p:to>
                                        <p:strVal val="visible"/>
                                      </p:to>
                                    </p:set>
                                    <p:animEffect transition="in" filter="fade">
                                      <p:cBhvr>
                                        <p:cTn id="55" dur="500"/>
                                        <p:tgtEl>
                                          <p:spTgt spid="7"/>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nodeType="clickEffect">
                                  <p:stCondLst>
                                    <p:cond delay="0"/>
                                  </p:stCondLst>
                                  <p:childTnLst>
                                    <p:set>
                                      <p:cBhvr>
                                        <p:cTn id="59" dur="1" fill="hold">
                                          <p:stCondLst>
                                            <p:cond delay="0"/>
                                          </p:stCondLst>
                                        </p:cTn>
                                        <p:tgtEl>
                                          <p:spTgt spid="61"/>
                                        </p:tgtEl>
                                        <p:attrNameLst>
                                          <p:attrName>style.visibility</p:attrName>
                                        </p:attrNameLst>
                                      </p:cBhvr>
                                      <p:to>
                                        <p:strVal val="visible"/>
                                      </p:to>
                                    </p:set>
                                    <p:animEffect transition="in" filter="fade">
                                      <p:cBhvr>
                                        <p:cTn id="60" dur="500"/>
                                        <p:tgtEl>
                                          <p:spTgt spid="61"/>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57"/>
                                        </p:tgtEl>
                                        <p:attrNameLst>
                                          <p:attrName>style.visibility</p:attrName>
                                        </p:attrNameLst>
                                      </p:cBhvr>
                                      <p:to>
                                        <p:strVal val="visible"/>
                                      </p:to>
                                    </p:set>
                                    <p:animEffect transition="in" filter="fade">
                                      <p:cBhvr>
                                        <p:cTn id="63" dur="500"/>
                                        <p:tgtEl>
                                          <p:spTgt spid="57"/>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nodeType="clickEffect">
                                  <p:stCondLst>
                                    <p:cond delay="0"/>
                                  </p:stCondLst>
                                  <p:childTnLst>
                                    <p:set>
                                      <p:cBhvr>
                                        <p:cTn id="67" dur="1" fill="hold">
                                          <p:stCondLst>
                                            <p:cond delay="0"/>
                                          </p:stCondLst>
                                        </p:cTn>
                                        <p:tgtEl>
                                          <p:spTgt spid="40"/>
                                        </p:tgtEl>
                                        <p:attrNameLst>
                                          <p:attrName>style.visibility</p:attrName>
                                        </p:attrNameLst>
                                      </p:cBhvr>
                                      <p:to>
                                        <p:strVal val="visible"/>
                                      </p:to>
                                    </p:set>
                                    <p:animEffect transition="in" filter="fade">
                                      <p:cBhvr>
                                        <p:cTn id="68" dur="500"/>
                                        <p:tgtEl>
                                          <p:spTgt spid="40"/>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77"/>
                                        </p:tgtEl>
                                        <p:attrNameLst>
                                          <p:attrName>style.visibility</p:attrName>
                                        </p:attrNameLst>
                                      </p:cBhvr>
                                      <p:to>
                                        <p:strVal val="visible"/>
                                      </p:to>
                                    </p:set>
                                    <p:animEffect transition="in" filter="fade">
                                      <p:cBhvr>
                                        <p:cTn id="71" dur="500"/>
                                        <p:tgtEl>
                                          <p:spTgt spid="7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nodeType="clickEffect">
                                  <p:stCondLst>
                                    <p:cond delay="0"/>
                                  </p:stCondLst>
                                  <p:childTnLst>
                                    <p:set>
                                      <p:cBhvr>
                                        <p:cTn id="75" dur="1" fill="hold">
                                          <p:stCondLst>
                                            <p:cond delay="0"/>
                                          </p:stCondLst>
                                        </p:cTn>
                                        <p:tgtEl>
                                          <p:spTgt spid="60"/>
                                        </p:tgtEl>
                                        <p:attrNameLst>
                                          <p:attrName>style.visibility</p:attrName>
                                        </p:attrNameLst>
                                      </p:cBhvr>
                                      <p:to>
                                        <p:strVal val="visible"/>
                                      </p:to>
                                    </p:set>
                                    <p:animEffect transition="in" filter="fade">
                                      <p:cBhvr>
                                        <p:cTn id="76" dur="500"/>
                                        <p:tgtEl>
                                          <p:spTgt spid="60"/>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59"/>
                                        </p:tgtEl>
                                        <p:attrNameLst>
                                          <p:attrName>style.visibility</p:attrName>
                                        </p:attrNameLst>
                                      </p:cBhvr>
                                      <p:to>
                                        <p:strVal val="visible"/>
                                      </p:to>
                                    </p:set>
                                    <p:animEffect transition="in" filter="fade">
                                      <p:cBhvr>
                                        <p:cTn id="79"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6" grpId="0" animBg="1"/>
      <p:bldP spid="29" grpId="0"/>
      <p:bldP spid="33" grpId="0"/>
      <p:bldP spid="51" grpId="0"/>
      <p:bldP spid="59" grpId="0"/>
      <p:bldP spid="76" grpId="0" animBg="1"/>
      <p:bldP spid="90" grpId="0"/>
      <p:bldP spid="7" grpId="0"/>
      <p:bldP spid="57" grpId="0"/>
      <p:bldP spid="77"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DA6657-97B9-FB3B-EE2F-0FF0AC3BDD9E}"/>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D83330FD-0D8F-4332-E032-1030EA4D178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37A398DD-CB46-6140-E0A8-4FED8365DF8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B4B3507-B1F7-F315-EE68-DBA7F93A728F}"/>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657DCF73-720B-6B3B-8A08-782D46944703}"/>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6" name="TextBox 5">
            <a:extLst>
              <a:ext uri="{FF2B5EF4-FFF2-40B4-BE49-F238E27FC236}">
                <a16:creationId xmlns:a16="http://schemas.microsoft.com/office/drawing/2014/main" id="{CBEBA4B9-1065-094B-8FD0-EAE664663D3A}"/>
              </a:ext>
            </a:extLst>
          </p:cNvPr>
          <p:cNvSpPr txBox="1"/>
          <p:nvPr/>
        </p:nvSpPr>
        <p:spPr>
          <a:xfrm>
            <a:off x="2245983" y="1711200"/>
            <a:ext cx="1344468" cy="307777"/>
          </a:xfrm>
          <a:prstGeom prst="rect">
            <a:avLst/>
          </a:prstGeom>
          <a:noFill/>
        </p:spPr>
        <p:txBody>
          <a:bodyPr wrap="square">
            <a:spAutoFit/>
          </a:bodyPr>
          <a:lstStyle/>
          <a:p>
            <a:pPr lvl="0">
              <a:defRPr/>
            </a:pPr>
            <a:r>
              <a:rPr lang="en-GB" sz="1400">
                <a:solidFill>
                  <a:prstClr val="black"/>
                </a:solidFill>
              </a:rPr>
              <a:t>Not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 name="Freeform: Shape 31">
            <a:extLst>
              <a:ext uri="{FF2B5EF4-FFF2-40B4-BE49-F238E27FC236}">
                <a16:creationId xmlns:a16="http://schemas.microsoft.com/office/drawing/2014/main" id="{86A9D02B-CBB8-4151-BCDF-0FB74ED7CAC3}"/>
              </a:ext>
            </a:extLst>
          </p:cNvPr>
          <p:cNvSpPr/>
          <p:nvPr/>
        </p:nvSpPr>
        <p:spPr>
          <a:xfrm>
            <a:off x="2928162" y="3252756"/>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34" name="Freeform: Shape 33">
            <a:extLst>
              <a:ext uri="{FF2B5EF4-FFF2-40B4-BE49-F238E27FC236}">
                <a16:creationId xmlns:a16="http://schemas.microsoft.com/office/drawing/2014/main" id="{50572846-642B-4674-9F7D-579B3E8067B0}"/>
              </a:ext>
            </a:extLst>
          </p:cNvPr>
          <p:cNvSpPr/>
          <p:nvPr/>
        </p:nvSpPr>
        <p:spPr>
          <a:xfrm>
            <a:off x="4171552" y="4190518"/>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38" name="Freeform: Shape 37">
            <a:extLst>
              <a:ext uri="{FF2B5EF4-FFF2-40B4-BE49-F238E27FC236}">
                <a16:creationId xmlns:a16="http://schemas.microsoft.com/office/drawing/2014/main" id="{012C870A-1211-4F14-ADE9-E6E0ED8286DF}"/>
              </a:ext>
            </a:extLst>
          </p:cNvPr>
          <p:cNvSpPr/>
          <p:nvPr/>
        </p:nvSpPr>
        <p:spPr>
          <a:xfrm>
            <a:off x="1063141" y="4208102"/>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63" name="Freeform: Shape 62">
            <a:extLst>
              <a:ext uri="{FF2B5EF4-FFF2-40B4-BE49-F238E27FC236}">
                <a16:creationId xmlns:a16="http://schemas.microsoft.com/office/drawing/2014/main" id="{427CED9A-1861-4954-A053-5F89A9FD7B84}"/>
              </a:ext>
            </a:extLst>
          </p:cNvPr>
          <p:cNvSpPr/>
          <p:nvPr/>
        </p:nvSpPr>
        <p:spPr>
          <a:xfrm>
            <a:off x="5219544" y="3252731"/>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64" name="Freeform: Shape 63">
            <a:extLst>
              <a:ext uri="{FF2B5EF4-FFF2-40B4-BE49-F238E27FC236}">
                <a16:creationId xmlns:a16="http://schemas.microsoft.com/office/drawing/2014/main" id="{308D4C6F-21BD-4BB1-8C57-EA40A74B8C2F}"/>
              </a:ext>
            </a:extLst>
          </p:cNvPr>
          <p:cNvSpPr/>
          <p:nvPr/>
        </p:nvSpPr>
        <p:spPr>
          <a:xfrm>
            <a:off x="6462934" y="4180868"/>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66" name="Freeform: Shape 65">
            <a:extLst>
              <a:ext uri="{FF2B5EF4-FFF2-40B4-BE49-F238E27FC236}">
                <a16:creationId xmlns:a16="http://schemas.microsoft.com/office/drawing/2014/main" id="{B3FCC812-BEF5-4502-AD7C-584CFD9B95BC}"/>
              </a:ext>
            </a:extLst>
          </p:cNvPr>
          <p:cNvSpPr/>
          <p:nvPr/>
        </p:nvSpPr>
        <p:spPr>
          <a:xfrm>
            <a:off x="3354523" y="4190493"/>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70" name="Freeform: Shape 69">
            <a:extLst>
              <a:ext uri="{FF2B5EF4-FFF2-40B4-BE49-F238E27FC236}">
                <a16:creationId xmlns:a16="http://schemas.microsoft.com/office/drawing/2014/main" id="{1CA93B2C-9A0B-4CC7-A441-8D4B02D533AD}"/>
              </a:ext>
            </a:extLst>
          </p:cNvPr>
          <p:cNvSpPr/>
          <p:nvPr/>
        </p:nvSpPr>
        <p:spPr>
          <a:xfrm>
            <a:off x="7663357" y="3237327"/>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71" name="Freeform: Shape 70">
            <a:extLst>
              <a:ext uri="{FF2B5EF4-FFF2-40B4-BE49-F238E27FC236}">
                <a16:creationId xmlns:a16="http://schemas.microsoft.com/office/drawing/2014/main" id="{2E6CAB80-229E-48F2-ACC6-D124B702F0EE}"/>
              </a:ext>
            </a:extLst>
          </p:cNvPr>
          <p:cNvSpPr/>
          <p:nvPr/>
        </p:nvSpPr>
        <p:spPr>
          <a:xfrm>
            <a:off x="8909128" y="4192673"/>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73" name="Freeform: Shape 72">
            <a:extLst>
              <a:ext uri="{FF2B5EF4-FFF2-40B4-BE49-F238E27FC236}">
                <a16:creationId xmlns:a16="http://schemas.microsoft.com/office/drawing/2014/main" id="{6752DB09-2992-4818-B5B6-5532A54BA336}"/>
              </a:ext>
            </a:extLst>
          </p:cNvPr>
          <p:cNvSpPr/>
          <p:nvPr/>
        </p:nvSpPr>
        <p:spPr>
          <a:xfrm>
            <a:off x="5800717" y="4175089"/>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cxnSp>
        <p:nvCxnSpPr>
          <p:cNvPr id="78" name="Straight Connector 77">
            <a:extLst>
              <a:ext uri="{FF2B5EF4-FFF2-40B4-BE49-F238E27FC236}">
                <a16:creationId xmlns:a16="http://schemas.microsoft.com/office/drawing/2014/main" id="{0E20D3B3-AAFC-48B4-AEA1-C4962749C171}"/>
              </a:ext>
            </a:extLst>
          </p:cNvPr>
          <p:cNvCxnSpPr>
            <a:cxnSpLocks/>
          </p:cNvCxnSpPr>
          <p:nvPr/>
        </p:nvCxnSpPr>
        <p:spPr>
          <a:xfrm>
            <a:off x="1028820" y="2120629"/>
            <a:ext cx="9616721" cy="0"/>
          </a:xfrm>
          <a:prstGeom prst="line">
            <a:avLst/>
          </a:prstGeom>
          <a:ln w="19050">
            <a:solidFill>
              <a:srgbClr val="DF102C"/>
            </a:solidFill>
            <a:headEnd type="arrow" w="sm" len="sm"/>
            <a:tailEnd type="arrow" w="sm" len="sm"/>
          </a:ln>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EBA2A36A-056A-4950-BE4B-4C28ACF06B19}"/>
              </a:ext>
            </a:extLst>
          </p:cNvPr>
          <p:cNvCxnSpPr>
            <a:cxnSpLocks/>
          </p:cNvCxnSpPr>
          <p:nvPr/>
        </p:nvCxnSpPr>
        <p:spPr>
          <a:xfrm>
            <a:off x="1069778" y="5625829"/>
            <a:ext cx="9816395" cy="8817"/>
          </a:xfrm>
          <a:prstGeom prst="line">
            <a:avLst/>
          </a:prstGeom>
          <a:ln w="19050">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A35F64B4-C221-4094-9580-7346C302B268}"/>
              </a:ext>
            </a:extLst>
          </p:cNvPr>
          <p:cNvCxnSpPr>
            <a:cxnSpLocks/>
          </p:cNvCxnSpPr>
          <p:nvPr/>
        </p:nvCxnSpPr>
        <p:spPr>
          <a:xfrm>
            <a:off x="4695692" y="1828799"/>
            <a:ext cx="0" cy="2897204"/>
          </a:xfrm>
          <a:prstGeom prst="line">
            <a:avLst/>
          </a:prstGeom>
          <a:ln w="19050">
            <a:solidFill>
              <a:schemeClr val="tx2">
                <a:lumMod val="50000"/>
                <a:lumOff val="50000"/>
              </a:schemeClr>
            </a:solidFill>
            <a:headEnd type="none" w="sm" len="sm"/>
            <a:tailEnd type="arrow" w="sm" len="sm"/>
          </a:ln>
        </p:spPr>
        <p:style>
          <a:lnRef idx="2">
            <a:schemeClr val="accent1"/>
          </a:lnRef>
          <a:fillRef idx="0">
            <a:schemeClr val="accent1"/>
          </a:fillRef>
          <a:effectRef idx="1">
            <a:schemeClr val="accent1"/>
          </a:effectRef>
          <a:fontRef idx="minor">
            <a:schemeClr val="tx1"/>
          </a:fontRef>
        </p:style>
      </p:cxnSp>
      <p:cxnSp>
        <p:nvCxnSpPr>
          <p:cNvPr id="85" name="Straight Connector 84">
            <a:extLst>
              <a:ext uri="{FF2B5EF4-FFF2-40B4-BE49-F238E27FC236}">
                <a16:creationId xmlns:a16="http://schemas.microsoft.com/office/drawing/2014/main" id="{0B8CA55F-05E8-4F4B-9F32-864632559E31}"/>
              </a:ext>
            </a:extLst>
          </p:cNvPr>
          <p:cNvCxnSpPr>
            <a:cxnSpLocks/>
          </p:cNvCxnSpPr>
          <p:nvPr/>
        </p:nvCxnSpPr>
        <p:spPr>
          <a:xfrm>
            <a:off x="7071528" y="1828799"/>
            <a:ext cx="0" cy="2897204"/>
          </a:xfrm>
          <a:prstGeom prst="line">
            <a:avLst/>
          </a:prstGeom>
          <a:ln w="19050">
            <a:solidFill>
              <a:schemeClr val="tx2">
                <a:lumMod val="50000"/>
                <a:lumOff val="50000"/>
              </a:schemeClr>
            </a:solidFill>
            <a:headEnd type="none" w="sm" len="sm"/>
            <a:tailEnd type="arrow" w="sm" len="sm"/>
          </a:ln>
        </p:spPr>
        <p:style>
          <a:lnRef idx="2">
            <a:schemeClr val="accent1"/>
          </a:lnRef>
          <a:fillRef idx="0">
            <a:schemeClr val="accent1"/>
          </a:fillRef>
          <a:effectRef idx="1">
            <a:schemeClr val="accent1"/>
          </a:effectRef>
          <a:fontRef idx="minor">
            <a:schemeClr val="tx1"/>
          </a:fontRef>
        </p:style>
      </p:cxnSp>
      <p:sp>
        <p:nvSpPr>
          <p:cNvPr id="86" name="TextBox 85">
            <a:extLst>
              <a:ext uri="{FF2B5EF4-FFF2-40B4-BE49-F238E27FC236}">
                <a16:creationId xmlns:a16="http://schemas.microsoft.com/office/drawing/2014/main" id="{3C22C04D-AFFD-4570-9045-54E5C12AB4B2}"/>
              </a:ext>
            </a:extLst>
          </p:cNvPr>
          <p:cNvSpPr txBox="1"/>
          <p:nvPr/>
        </p:nvSpPr>
        <p:spPr>
          <a:xfrm>
            <a:off x="1028820" y="993638"/>
            <a:ext cx="4310833" cy="369332"/>
          </a:xfrm>
          <a:prstGeom prst="rect">
            <a:avLst/>
          </a:prstGeom>
          <a:noFill/>
        </p:spPr>
        <p:txBody>
          <a:bodyPr wrap="square">
            <a:spAutoFit/>
          </a:bodyPr>
          <a:lstStyle/>
          <a:p>
            <a:pPr lvl="0">
              <a:defRPr/>
            </a:pPr>
            <a:r>
              <a:rPr lang="en-GB" b="1">
                <a:solidFill>
                  <a:prstClr val="black"/>
                </a:solidFill>
              </a:rPr>
              <a:t>Estimated Intercepts (Cut‑points)</a:t>
            </a:r>
          </a:p>
        </p:txBody>
      </p:sp>
      <p:sp>
        <p:nvSpPr>
          <p:cNvPr id="87" name="TextBox 86">
            <a:extLst>
              <a:ext uri="{FF2B5EF4-FFF2-40B4-BE49-F238E27FC236}">
                <a16:creationId xmlns:a16="http://schemas.microsoft.com/office/drawing/2014/main" id="{1ADEB592-B14B-429D-A6DE-B506FB0D50AE}"/>
              </a:ext>
            </a:extLst>
          </p:cNvPr>
          <p:cNvSpPr txBox="1"/>
          <p:nvPr/>
        </p:nvSpPr>
        <p:spPr>
          <a:xfrm>
            <a:off x="5209598" y="1707327"/>
            <a:ext cx="1686147" cy="307777"/>
          </a:xfrm>
          <a:prstGeom prst="rect">
            <a:avLst/>
          </a:prstGeom>
          <a:noFill/>
        </p:spPr>
        <p:txBody>
          <a:bodyPr wrap="square">
            <a:spAutoFit/>
          </a:bodyPr>
          <a:lstStyle/>
          <a:p>
            <a:pPr lvl="0">
              <a:defRPr/>
            </a:pPr>
            <a:r>
              <a:rPr lang="en-GB" sz="1400">
                <a:solidFill>
                  <a:prstClr val="black"/>
                </a:solidFill>
              </a:rPr>
              <a:t>Somewhat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8" name="TextBox 87">
            <a:extLst>
              <a:ext uri="{FF2B5EF4-FFF2-40B4-BE49-F238E27FC236}">
                <a16:creationId xmlns:a16="http://schemas.microsoft.com/office/drawing/2014/main" id="{99A1CA02-AB9E-4270-A613-42C6DE0BDC74}"/>
              </a:ext>
            </a:extLst>
          </p:cNvPr>
          <p:cNvSpPr txBox="1"/>
          <p:nvPr/>
        </p:nvSpPr>
        <p:spPr>
          <a:xfrm>
            <a:off x="7929317" y="1707326"/>
            <a:ext cx="1344468" cy="307777"/>
          </a:xfrm>
          <a:prstGeom prst="rect">
            <a:avLst/>
          </a:prstGeom>
          <a:noFill/>
        </p:spPr>
        <p:txBody>
          <a:bodyPr wrap="square">
            <a:spAutoFit/>
          </a:bodyPr>
          <a:lstStyle/>
          <a:p>
            <a:pPr lvl="0">
              <a:defRPr/>
            </a:pPr>
            <a:r>
              <a:rPr lang="en-GB" sz="1400">
                <a:solidFill>
                  <a:prstClr val="black"/>
                </a:solidFill>
              </a:rPr>
              <a:t>Very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7" name="TextBox 96">
            <a:extLst>
              <a:ext uri="{FF2B5EF4-FFF2-40B4-BE49-F238E27FC236}">
                <a16:creationId xmlns:a16="http://schemas.microsoft.com/office/drawing/2014/main" id="{78235ABD-088D-4ADF-8182-B71067888BBB}"/>
              </a:ext>
            </a:extLst>
          </p:cNvPr>
          <p:cNvSpPr txBox="1"/>
          <p:nvPr/>
        </p:nvSpPr>
        <p:spPr>
          <a:xfrm>
            <a:off x="9384633" y="2157360"/>
            <a:ext cx="2329312"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Ordered variable</a:t>
            </a:r>
            <a:r>
              <a:rPr kumimoji="0" lang="en-GB" sz="1400" b="1" i="0" u="none" strike="noStrike" kern="1200" cap="none" spc="0" normalizeH="0" noProof="0">
                <a:ln>
                  <a:noFill/>
                </a:ln>
                <a:solidFill>
                  <a:prstClr val="black"/>
                </a:solidFill>
                <a:effectLst/>
                <a:uLnTx/>
                <a:uFillTx/>
                <a:latin typeface="Aptos" panose="020B0004020202020204"/>
                <a:ea typeface="+mn-ea"/>
                <a:cs typeface="+mn-cs"/>
              </a:rPr>
              <a:t> categories</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8" name="TextBox 97">
            <a:extLst>
              <a:ext uri="{FF2B5EF4-FFF2-40B4-BE49-F238E27FC236}">
                <a16:creationId xmlns:a16="http://schemas.microsoft.com/office/drawing/2014/main" id="{46EFE06A-6613-4FC7-8D6B-D02C9E6D336E}"/>
              </a:ext>
            </a:extLst>
          </p:cNvPr>
          <p:cNvSpPr txBox="1"/>
          <p:nvPr/>
        </p:nvSpPr>
        <p:spPr>
          <a:xfrm>
            <a:off x="9134910" y="5718458"/>
            <a:ext cx="2427487" cy="523220"/>
          </a:xfrm>
          <a:prstGeom prst="rect">
            <a:avLst/>
          </a:prstGeom>
          <a:noFill/>
        </p:spPr>
        <p:txBody>
          <a:bodyPr wrap="square">
            <a:spAutoFit/>
          </a:bodyPr>
          <a:lstStyle/>
          <a:p>
            <a:pPr lvl="0">
              <a:defRPr/>
            </a:pPr>
            <a:r>
              <a:rPr lang="en-US" sz="1400" b="1">
                <a:solidFill>
                  <a:prstClr val="black"/>
                </a:solidFill>
              </a:rPr>
              <a:t>Cumulative probability of selecting a higher category </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9" name="TextBox 98">
            <a:extLst>
              <a:ext uri="{FF2B5EF4-FFF2-40B4-BE49-F238E27FC236}">
                <a16:creationId xmlns:a16="http://schemas.microsoft.com/office/drawing/2014/main" id="{FF622795-FEA0-47F4-9F65-6C9EECDC7AC4}"/>
              </a:ext>
            </a:extLst>
          </p:cNvPr>
          <p:cNvSpPr txBox="1"/>
          <p:nvPr/>
        </p:nvSpPr>
        <p:spPr>
          <a:xfrm>
            <a:off x="4086191" y="2659183"/>
            <a:ext cx="1238418" cy="307777"/>
          </a:xfrm>
          <a:prstGeom prst="rect">
            <a:avLst/>
          </a:prstGeom>
          <a:solidFill>
            <a:schemeClr val="bg1"/>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a:solidFill>
                  <a:prstClr val="black"/>
                </a:solidFill>
                <a:latin typeface="Aptos" panose="020B0004020202020204"/>
              </a:rPr>
              <a:t>2.2</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0" name="TextBox 99">
            <a:extLst>
              <a:ext uri="{FF2B5EF4-FFF2-40B4-BE49-F238E27FC236}">
                <a16:creationId xmlns:a16="http://schemas.microsoft.com/office/drawing/2014/main" id="{11A3A3E7-AE52-47C5-92EB-DC25B635FA1B}"/>
              </a:ext>
            </a:extLst>
          </p:cNvPr>
          <p:cNvSpPr txBox="1"/>
          <p:nvPr/>
        </p:nvSpPr>
        <p:spPr>
          <a:xfrm>
            <a:off x="6452319" y="2656239"/>
            <a:ext cx="1238418" cy="307777"/>
          </a:xfrm>
          <a:prstGeom prst="rect">
            <a:avLst/>
          </a:prstGeom>
          <a:solidFill>
            <a:schemeClr val="bg1"/>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a:solidFill>
                  <a:prstClr val="black"/>
                </a:solidFill>
                <a:latin typeface="Aptos" panose="020B0004020202020204"/>
              </a:rPr>
              <a:t>4.3</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1" name="TextBox 100">
            <a:extLst>
              <a:ext uri="{FF2B5EF4-FFF2-40B4-BE49-F238E27FC236}">
                <a16:creationId xmlns:a16="http://schemas.microsoft.com/office/drawing/2014/main" id="{BAD214F5-CB03-452D-AA38-0E80650284E8}"/>
              </a:ext>
            </a:extLst>
          </p:cNvPr>
          <p:cNvSpPr txBox="1"/>
          <p:nvPr/>
        </p:nvSpPr>
        <p:spPr>
          <a:xfrm>
            <a:off x="2826416" y="4632584"/>
            <a:ext cx="1344468" cy="307777"/>
          </a:xfrm>
          <a:prstGeom prst="rect">
            <a:avLst/>
          </a:prstGeom>
          <a:noFill/>
        </p:spPr>
        <p:txBody>
          <a:bodyPr wrap="square">
            <a:spAutoFit/>
          </a:bodyPr>
          <a:lstStyle/>
          <a:p>
            <a:pPr lvl="0">
              <a:defRPr/>
            </a:pPr>
            <a:r>
              <a:rPr lang="en-GB" sz="1400">
                <a:solidFill>
                  <a:prstClr val="black"/>
                </a:solidFill>
              </a:rPr>
              <a:t>Not likely</a:t>
            </a:r>
          </a:p>
        </p:txBody>
      </p:sp>
      <p:sp>
        <p:nvSpPr>
          <p:cNvPr id="102" name="TextBox 101">
            <a:extLst>
              <a:ext uri="{FF2B5EF4-FFF2-40B4-BE49-F238E27FC236}">
                <a16:creationId xmlns:a16="http://schemas.microsoft.com/office/drawing/2014/main" id="{E3B773F2-20B1-4B97-859B-58A1532BDD92}"/>
              </a:ext>
            </a:extLst>
          </p:cNvPr>
          <p:cNvSpPr txBox="1"/>
          <p:nvPr/>
        </p:nvSpPr>
        <p:spPr>
          <a:xfrm>
            <a:off x="5226571" y="4592442"/>
            <a:ext cx="1344468" cy="523220"/>
          </a:xfrm>
          <a:prstGeom prst="rect">
            <a:avLst/>
          </a:prstGeom>
          <a:noFill/>
        </p:spPr>
        <p:txBody>
          <a:bodyPr wrap="square">
            <a:spAutoFit/>
          </a:bodyPr>
          <a:lstStyle/>
          <a:p>
            <a:pPr lvl="0" algn="ctr">
              <a:defRPr/>
            </a:pPr>
            <a:r>
              <a:rPr lang="en-GB" sz="1400">
                <a:solidFill>
                  <a:prstClr val="black"/>
                </a:solidFill>
              </a:rPr>
              <a:t>Somewhat likely</a:t>
            </a:r>
          </a:p>
        </p:txBody>
      </p:sp>
      <p:sp>
        <p:nvSpPr>
          <p:cNvPr id="103" name="TextBox 102">
            <a:extLst>
              <a:ext uri="{FF2B5EF4-FFF2-40B4-BE49-F238E27FC236}">
                <a16:creationId xmlns:a16="http://schemas.microsoft.com/office/drawing/2014/main" id="{EC70596D-0118-47F3-8C08-028850B90A87}"/>
              </a:ext>
            </a:extLst>
          </p:cNvPr>
          <p:cNvSpPr txBox="1"/>
          <p:nvPr/>
        </p:nvSpPr>
        <p:spPr>
          <a:xfrm>
            <a:off x="7718017" y="4627769"/>
            <a:ext cx="1344468" cy="307777"/>
          </a:xfrm>
          <a:prstGeom prst="rect">
            <a:avLst/>
          </a:prstGeom>
          <a:noFill/>
        </p:spPr>
        <p:txBody>
          <a:bodyPr wrap="square">
            <a:spAutoFit/>
          </a:bodyPr>
          <a:lstStyle/>
          <a:p>
            <a:pPr lvl="0">
              <a:defRPr/>
            </a:pPr>
            <a:r>
              <a:rPr lang="en-GB" sz="1400">
                <a:solidFill>
                  <a:prstClr val="black"/>
                </a:solidFill>
              </a:rPr>
              <a:t>Very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Tree>
    <p:extLst>
      <p:ext uri="{BB962C8B-B14F-4D97-AF65-F5344CB8AC3E}">
        <p14:creationId xmlns:p14="http://schemas.microsoft.com/office/powerpoint/2010/main" val="363833067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8"/>
                                        </p:tgtEl>
                                        <p:attrNameLst>
                                          <p:attrName>style.visibility</p:attrName>
                                        </p:attrNameLst>
                                      </p:cBhvr>
                                      <p:to>
                                        <p:strVal val="visible"/>
                                      </p:to>
                                    </p:set>
                                    <p:animEffect transition="in" filter="fade">
                                      <p:cBhvr>
                                        <p:cTn id="12" dur="500"/>
                                        <p:tgtEl>
                                          <p:spTgt spid="38"/>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fade">
                                      <p:cBhvr>
                                        <p:cTn id="15" dur="500"/>
                                        <p:tgtEl>
                                          <p:spTgt spid="3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4"/>
                                        </p:tgtEl>
                                        <p:attrNameLst>
                                          <p:attrName>style.visibility</p:attrName>
                                        </p:attrNameLst>
                                      </p:cBhvr>
                                      <p:to>
                                        <p:strVal val="visible"/>
                                      </p:to>
                                    </p:set>
                                    <p:animEffect transition="in" filter="fade">
                                      <p:cBhvr>
                                        <p:cTn id="18" dur="500"/>
                                        <p:tgtEl>
                                          <p:spTgt spid="3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01"/>
                                        </p:tgtEl>
                                        <p:attrNameLst>
                                          <p:attrName>style.visibility</p:attrName>
                                        </p:attrNameLst>
                                      </p:cBhvr>
                                      <p:to>
                                        <p:strVal val="visible"/>
                                      </p:to>
                                    </p:set>
                                    <p:animEffect transition="in" filter="fade">
                                      <p:cBhvr>
                                        <p:cTn id="21" dur="500"/>
                                        <p:tgtEl>
                                          <p:spTgt spid="10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66"/>
                                        </p:tgtEl>
                                        <p:attrNameLst>
                                          <p:attrName>style.visibility</p:attrName>
                                        </p:attrNameLst>
                                      </p:cBhvr>
                                      <p:to>
                                        <p:strVal val="visible"/>
                                      </p:to>
                                    </p:set>
                                    <p:animEffect transition="in" filter="fade">
                                      <p:cBhvr>
                                        <p:cTn id="26" dur="500"/>
                                        <p:tgtEl>
                                          <p:spTgt spid="66"/>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02"/>
                                        </p:tgtEl>
                                        <p:attrNameLst>
                                          <p:attrName>style.visibility</p:attrName>
                                        </p:attrNameLst>
                                      </p:cBhvr>
                                      <p:to>
                                        <p:strVal val="visible"/>
                                      </p:to>
                                    </p:set>
                                    <p:animEffect transition="in" filter="fade">
                                      <p:cBhvr>
                                        <p:cTn id="29" dur="500"/>
                                        <p:tgtEl>
                                          <p:spTgt spid="102"/>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63"/>
                                        </p:tgtEl>
                                        <p:attrNameLst>
                                          <p:attrName>style.visibility</p:attrName>
                                        </p:attrNameLst>
                                      </p:cBhvr>
                                      <p:to>
                                        <p:strVal val="visible"/>
                                      </p:to>
                                    </p:set>
                                    <p:animEffect transition="in" filter="fade">
                                      <p:cBhvr>
                                        <p:cTn id="32" dur="500"/>
                                        <p:tgtEl>
                                          <p:spTgt spid="63"/>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64"/>
                                        </p:tgtEl>
                                        <p:attrNameLst>
                                          <p:attrName>style.visibility</p:attrName>
                                        </p:attrNameLst>
                                      </p:cBhvr>
                                      <p:to>
                                        <p:strVal val="visible"/>
                                      </p:to>
                                    </p:set>
                                    <p:animEffect transition="in" filter="fade">
                                      <p:cBhvr>
                                        <p:cTn id="35" dur="500"/>
                                        <p:tgtEl>
                                          <p:spTgt spid="64"/>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73"/>
                                        </p:tgtEl>
                                        <p:attrNameLst>
                                          <p:attrName>style.visibility</p:attrName>
                                        </p:attrNameLst>
                                      </p:cBhvr>
                                      <p:to>
                                        <p:strVal val="visible"/>
                                      </p:to>
                                    </p:set>
                                    <p:animEffect transition="in" filter="fade">
                                      <p:cBhvr>
                                        <p:cTn id="40" dur="500"/>
                                        <p:tgtEl>
                                          <p:spTgt spid="73"/>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70"/>
                                        </p:tgtEl>
                                        <p:attrNameLst>
                                          <p:attrName>style.visibility</p:attrName>
                                        </p:attrNameLst>
                                      </p:cBhvr>
                                      <p:to>
                                        <p:strVal val="visible"/>
                                      </p:to>
                                    </p:set>
                                    <p:animEffect transition="in" filter="fade">
                                      <p:cBhvr>
                                        <p:cTn id="43" dur="500"/>
                                        <p:tgtEl>
                                          <p:spTgt spid="70"/>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71"/>
                                        </p:tgtEl>
                                        <p:attrNameLst>
                                          <p:attrName>style.visibility</p:attrName>
                                        </p:attrNameLst>
                                      </p:cBhvr>
                                      <p:to>
                                        <p:strVal val="visible"/>
                                      </p:to>
                                    </p:set>
                                    <p:animEffect transition="in" filter="fade">
                                      <p:cBhvr>
                                        <p:cTn id="46" dur="500"/>
                                        <p:tgtEl>
                                          <p:spTgt spid="71"/>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03"/>
                                        </p:tgtEl>
                                        <p:attrNameLst>
                                          <p:attrName>style.visibility</p:attrName>
                                        </p:attrNameLst>
                                      </p:cBhvr>
                                      <p:to>
                                        <p:strVal val="visible"/>
                                      </p:to>
                                    </p:set>
                                    <p:animEffect transition="in" filter="fade">
                                      <p:cBhvr>
                                        <p:cTn id="49" dur="500"/>
                                        <p:tgtEl>
                                          <p:spTgt spid="103"/>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98"/>
                                        </p:tgtEl>
                                        <p:attrNameLst>
                                          <p:attrName>style.visibility</p:attrName>
                                        </p:attrNameLst>
                                      </p:cBhvr>
                                      <p:to>
                                        <p:strVal val="visible"/>
                                      </p:to>
                                    </p:set>
                                    <p:animEffect transition="in" filter="fade">
                                      <p:cBhvr>
                                        <p:cTn id="54" dur="500"/>
                                        <p:tgtEl>
                                          <p:spTgt spid="98"/>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nodeType="clickEffect">
                                  <p:stCondLst>
                                    <p:cond delay="0"/>
                                  </p:stCondLst>
                                  <p:childTnLst>
                                    <p:set>
                                      <p:cBhvr>
                                        <p:cTn id="58" dur="1" fill="hold">
                                          <p:stCondLst>
                                            <p:cond delay="0"/>
                                          </p:stCondLst>
                                        </p:cTn>
                                        <p:tgtEl>
                                          <p:spTgt spid="78"/>
                                        </p:tgtEl>
                                        <p:attrNameLst>
                                          <p:attrName>style.visibility</p:attrName>
                                        </p:attrNameLst>
                                      </p:cBhvr>
                                      <p:to>
                                        <p:strVal val="visible"/>
                                      </p:to>
                                    </p:set>
                                    <p:animEffect transition="in" filter="fade">
                                      <p:cBhvr>
                                        <p:cTn id="59" dur="500"/>
                                        <p:tgtEl>
                                          <p:spTgt spid="78"/>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6"/>
                                        </p:tgtEl>
                                        <p:attrNameLst>
                                          <p:attrName>style.visibility</p:attrName>
                                        </p:attrNameLst>
                                      </p:cBhvr>
                                      <p:to>
                                        <p:strVal val="visible"/>
                                      </p:to>
                                    </p:set>
                                    <p:animEffect transition="in" filter="fade">
                                      <p:cBhvr>
                                        <p:cTn id="64" dur="500"/>
                                        <p:tgtEl>
                                          <p:spTgt spid="6"/>
                                        </p:tgtEl>
                                      </p:cBhvr>
                                    </p:animEffect>
                                  </p:childTnLst>
                                </p:cTn>
                              </p:par>
                              <p:par>
                                <p:cTn id="65" presetID="10" presetClass="entr" presetSubtype="0" fill="hold" nodeType="withEffect">
                                  <p:stCondLst>
                                    <p:cond delay="0"/>
                                  </p:stCondLst>
                                  <p:childTnLst>
                                    <p:set>
                                      <p:cBhvr>
                                        <p:cTn id="66" dur="1" fill="hold">
                                          <p:stCondLst>
                                            <p:cond delay="0"/>
                                          </p:stCondLst>
                                        </p:cTn>
                                        <p:tgtEl>
                                          <p:spTgt spid="79"/>
                                        </p:tgtEl>
                                        <p:attrNameLst>
                                          <p:attrName>style.visibility</p:attrName>
                                        </p:attrNameLst>
                                      </p:cBhvr>
                                      <p:to>
                                        <p:strVal val="visible"/>
                                      </p:to>
                                    </p:set>
                                    <p:animEffect transition="in" filter="fade">
                                      <p:cBhvr>
                                        <p:cTn id="67" dur="500"/>
                                        <p:tgtEl>
                                          <p:spTgt spid="79"/>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87"/>
                                        </p:tgtEl>
                                        <p:attrNameLst>
                                          <p:attrName>style.visibility</p:attrName>
                                        </p:attrNameLst>
                                      </p:cBhvr>
                                      <p:to>
                                        <p:strVal val="visible"/>
                                      </p:to>
                                    </p:set>
                                    <p:animEffect transition="in" filter="fade">
                                      <p:cBhvr>
                                        <p:cTn id="72" dur="500"/>
                                        <p:tgtEl>
                                          <p:spTgt spid="87"/>
                                        </p:tgtEl>
                                      </p:cBhvr>
                                    </p:animEffect>
                                  </p:childTnLst>
                                </p:cTn>
                              </p:par>
                              <p:par>
                                <p:cTn id="73" presetID="10" presetClass="entr" presetSubtype="0" fill="hold" nodeType="withEffect">
                                  <p:stCondLst>
                                    <p:cond delay="0"/>
                                  </p:stCondLst>
                                  <p:childTnLst>
                                    <p:set>
                                      <p:cBhvr>
                                        <p:cTn id="74" dur="1" fill="hold">
                                          <p:stCondLst>
                                            <p:cond delay="0"/>
                                          </p:stCondLst>
                                        </p:cTn>
                                        <p:tgtEl>
                                          <p:spTgt spid="85"/>
                                        </p:tgtEl>
                                        <p:attrNameLst>
                                          <p:attrName>style.visibility</p:attrName>
                                        </p:attrNameLst>
                                      </p:cBhvr>
                                      <p:to>
                                        <p:strVal val="visible"/>
                                      </p:to>
                                    </p:set>
                                    <p:animEffect transition="in" filter="fade">
                                      <p:cBhvr>
                                        <p:cTn id="75" dur="500"/>
                                        <p:tgtEl>
                                          <p:spTgt spid="85"/>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88"/>
                                        </p:tgtEl>
                                        <p:attrNameLst>
                                          <p:attrName>style.visibility</p:attrName>
                                        </p:attrNameLst>
                                      </p:cBhvr>
                                      <p:to>
                                        <p:strVal val="visible"/>
                                      </p:to>
                                    </p:set>
                                    <p:animEffect transition="in" filter="fade">
                                      <p:cBhvr>
                                        <p:cTn id="80" dur="500"/>
                                        <p:tgtEl>
                                          <p:spTgt spid="88"/>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97"/>
                                        </p:tgtEl>
                                        <p:attrNameLst>
                                          <p:attrName>style.visibility</p:attrName>
                                        </p:attrNameLst>
                                      </p:cBhvr>
                                      <p:to>
                                        <p:strVal val="visible"/>
                                      </p:to>
                                    </p:set>
                                    <p:animEffect transition="in" filter="fade">
                                      <p:cBhvr>
                                        <p:cTn id="85" dur="500"/>
                                        <p:tgtEl>
                                          <p:spTgt spid="97"/>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99"/>
                                        </p:tgtEl>
                                        <p:attrNameLst>
                                          <p:attrName>style.visibility</p:attrName>
                                        </p:attrNameLst>
                                      </p:cBhvr>
                                      <p:to>
                                        <p:strVal val="visible"/>
                                      </p:to>
                                    </p:set>
                                    <p:animEffect transition="in" filter="fade">
                                      <p:cBhvr>
                                        <p:cTn id="90" dur="500"/>
                                        <p:tgtEl>
                                          <p:spTgt spid="99"/>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100"/>
                                        </p:tgtEl>
                                        <p:attrNameLst>
                                          <p:attrName>style.visibility</p:attrName>
                                        </p:attrNameLst>
                                      </p:cBhvr>
                                      <p:to>
                                        <p:strVal val="visible"/>
                                      </p:to>
                                    </p:set>
                                    <p:animEffect transition="in" filter="fade">
                                      <p:cBhvr>
                                        <p:cTn id="93"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32" grpId="0" animBg="1"/>
      <p:bldP spid="34" grpId="0" animBg="1"/>
      <p:bldP spid="38" grpId="0" animBg="1"/>
      <p:bldP spid="63" grpId="0" animBg="1"/>
      <p:bldP spid="64" grpId="0" animBg="1"/>
      <p:bldP spid="66" grpId="0" animBg="1"/>
      <p:bldP spid="70" grpId="0" animBg="1"/>
      <p:bldP spid="71" grpId="0" animBg="1"/>
      <p:bldP spid="73" grpId="0" animBg="1"/>
      <p:bldP spid="87" grpId="0"/>
      <p:bldP spid="88" grpId="0"/>
      <p:bldP spid="97" grpId="0"/>
      <p:bldP spid="98" grpId="0"/>
      <p:bldP spid="99" grpId="0" animBg="1"/>
      <p:bldP spid="100" grpId="0" animBg="1"/>
      <p:bldP spid="101" grpId="0"/>
      <p:bldP spid="102" grpId="0"/>
      <p:bldP spid="10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5B1DE4-501A-9AFE-F8D5-9CA6B0C907C3}"/>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C96FA0F6-E978-D8CA-F6E7-F5EA1C36E44C}"/>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ECA5CF8B-E2A0-BFE0-097F-A497609CC6B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133D9481-7EA2-D3C5-B3A5-F450C0CBE467}"/>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09323FC1-70D0-0ED1-B120-3A8544DDA5AC}"/>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6" name="TextBox 5">
            <a:extLst>
              <a:ext uri="{FF2B5EF4-FFF2-40B4-BE49-F238E27FC236}">
                <a16:creationId xmlns:a16="http://schemas.microsoft.com/office/drawing/2014/main" id="{1C253A92-2E59-DBFD-26C2-F8A06B7FA722}"/>
              </a:ext>
            </a:extLst>
          </p:cNvPr>
          <p:cNvSpPr txBox="1"/>
          <p:nvPr/>
        </p:nvSpPr>
        <p:spPr>
          <a:xfrm>
            <a:off x="2245983" y="2927605"/>
            <a:ext cx="1344468" cy="307777"/>
          </a:xfrm>
          <a:prstGeom prst="rect">
            <a:avLst/>
          </a:prstGeom>
          <a:noFill/>
        </p:spPr>
        <p:txBody>
          <a:bodyPr wrap="square">
            <a:spAutoFit/>
          </a:bodyPr>
          <a:lstStyle/>
          <a:p>
            <a:pPr lvl="0">
              <a:defRPr/>
            </a:pPr>
            <a:r>
              <a:rPr lang="en-GB" sz="1400">
                <a:solidFill>
                  <a:prstClr val="black"/>
                </a:solidFill>
              </a:rPr>
              <a:t>Not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32" name="Freeform: Shape 31">
            <a:extLst>
              <a:ext uri="{FF2B5EF4-FFF2-40B4-BE49-F238E27FC236}">
                <a16:creationId xmlns:a16="http://schemas.microsoft.com/office/drawing/2014/main" id="{9BC2AAAF-DAC8-0B97-5C5B-5DEF5B8249E7}"/>
              </a:ext>
            </a:extLst>
          </p:cNvPr>
          <p:cNvSpPr/>
          <p:nvPr/>
        </p:nvSpPr>
        <p:spPr>
          <a:xfrm>
            <a:off x="2928162" y="3445703"/>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34" name="Freeform: Shape 33">
            <a:extLst>
              <a:ext uri="{FF2B5EF4-FFF2-40B4-BE49-F238E27FC236}">
                <a16:creationId xmlns:a16="http://schemas.microsoft.com/office/drawing/2014/main" id="{8CA0E319-C6D9-318B-5D6C-90D4F64ADD6F}"/>
              </a:ext>
            </a:extLst>
          </p:cNvPr>
          <p:cNvSpPr/>
          <p:nvPr/>
        </p:nvSpPr>
        <p:spPr>
          <a:xfrm>
            <a:off x="4171552" y="4383465"/>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38" name="Freeform: Shape 37">
            <a:extLst>
              <a:ext uri="{FF2B5EF4-FFF2-40B4-BE49-F238E27FC236}">
                <a16:creationId xmlns:a16="http://schemas.microsoft.com/office/drawing/2014/main" id="{D0689BD4-F100-8F37-AA04-A0E1324367F9}"/>
              </a:ext>
            </a:extLst>
          </p:cNvPr>
          <p:cNvSpPr/>
          <p:nvPr/>
        </p:nvSpPr>
        <p:spPr>
          <a:xfrm>
            <a:off x="1063141" y="4401049"/>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63" name="Freeform: Shape 62">
            <a:extLst>
              <a:ext uri="{FF2B5EF4-FFF2-40B4-BE49-F238E27FC236}">
                <a16:creationId xmlns:a16="http://schemas.microsoft.com/office/drawing/2014/main" id="{C1EBC7BE-40F4-2F6C-29D4-66D6535A9E73}"/>
              </a:ext>
            </a:extLst>
          </p:cNvPr>
          <p:cNvSpPr/>
          <p:nvPr/>
        </p:nvSpPr>
        <p:spPr>
          <a:xfrm>
            <a:off x="5219544" y="3445678"/>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64" name="Freeform: Shape 63">
            <a:extLst>
              <a:ext uri="{FF2B5EF4-FFF2-40B4-BE49-F238E27FC236}">
                <a16:creationId xmlns:a16="http://schemas.microsoft.com/office/drawing/2014/main" id="{6E961AD1-D509-5F5C-C9FE-6EE4E19E07A5}"/>
              </a:ext>
            </a:extLst>
          </p:cNvPr>
          <p:cNvSpPr/>
          <p:nvPr/>
        </p:nvSpPr>
        <p:spPr>
          <a:xfrm>
            <a:off x="6462934" y="4373815"/>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66" name="Freeform: Shape 65">
            <a:extLst>
              <a:ext uri="{FF2B5EF4-FFF2-40B4-BE49-F238E27FC236}">
                <a16:creationId xmlns:a16="http://schemas.microsoft.com/office/drawing/2014/main" id="{1B3FA43F-4247-E003-0F27-9AE0E8A35AC4}"/>
              </a:ext>
            </a:extLst>
          </p:cNvPr>
          <p:cNvSpPr/>
          <p:nvPr/>
        </p:nvSpPr>
        <p:spPr>
          <a:xfrm>
            <a:off x="3354523" y="4383440"/>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sp>
        <p:nvSpPr>
          <p:cNvPr id="70" name="Freeform: Shape 69">
            <a:extLst>
              <a:ext uri="{FF2B5EF4-FFF2-40B4-BE49-F238E27FC236}">
                <a16:creationId xmlns:a16="http://schemas.microsoft.com/office/drawing/2014/main" id="{5D3E3A62-2BCE-DD71-88D8-F599AE4831AB}"/>
              </a:ext>
            </a:extLst>
          </p:cNvPr>
          <p:cNvSpPr/>
          <p:nvPr/>
        </p:nvSpPr>
        <p:spPr>
          <a:xfrm>
            <a:off x="7663357" y="3430274"/>
            <a:ext cx="1238417" cy="926278"/>
          </a:xfrm>
          <a:custGeom>
            <a:avLst/>
            <a:gdLst>
              <a:gd name="connsiteX0" fmla="*/ 0 w 1088335"/>
              <a:gd name="connsiteY0" fmla="*/ 1133047 h 1133046"/>
              <a:gd name="connsiteX1" fmla="*/ 1462 w 1088335"/>
              <a:gd name="connsiteY1" fmla="*/ 1128372 h 1133046"/>
              <a:gd name="connsiteX2" fmla="*/ 2931 w 1088335"/>
              <a:gd name="connsiteY2" fmla="*/ 1123674 h 1133046"/>
              <a:gd name="connsiteX3" fmla="*/ 4393 w 1088335"/>
              <a:gd name="connsiteY3" fmla="*/ 1118999 h 1133046"/>
              <a:gd name="connsiteX4" fmla="*/ 5832 w 1088335"/>
              <a:gd name="connsiteY4" fmla="*/ 1114293 h 1133046"/>
              <a:gd name="connsiteX5" fmla="*/ 8763 w 1088335"/>
              <a:gd name="connsiteY5" fmla="*/ 1104951 h 1133046"/>
              <a:gd name="connsiteX6" fmla="*/ 10194 w 1088335"/>
              <a:gd name="connsiteY6" fmla="*/ 1100245 h 1133046"/>
              <a:gd name="connsiteX7" fmla="*/ 14595 w 1088335"/>
              <a:gd name="connsiteY7" fmla="*/ 1086237 h 1133046"/>
              <a:gd name="connsiteX8" fmla="*/ 16026 w 1088335"/>
              <a:gd name="connsiteY8" fmla="*/ 1081531 h 1133046"/>
              <a:gd name="connsiteX9" fmla="*/ 18957 w 1088335"/>
              <a:gd name="connsiteY9" fmla="*/ 1072189 h 1133046"/>
              <a:gd name="connsiteX10" fmla="*/ 20395 w 1088335"/>
              <a:gd name="connsiteY10" fmla="*/ 1067514 h 1133046"/>
              <a:gd name="connsiteX11" fmla="*/ 23327 w 1088335"/>
              <a:gd name="connsiteY11" fmla="*/ 1058173 h 1133046"/>
              <a:gd name="connsiteX12" fmla="*/ 24796 w 1088335"/>
              <a:gd name="connsiteY12" fmla="*/ 1053467 h 1133046"/>
              <a:gd name="connsiteX13" fmla="*/ 26227 w 1088335"/>
              <a:gd name="connsiteY13" fmla="*/ 1048792 h 1133046"/>
              <a:gd name="connsiteX14" fmla="*/ 27697 w 1088335"/>
              <a:gd name="connsiteY14" fmla="*/ 1044156 h 1133046"/>
              <a:gd name="connsiteX15" fmla="*/ 29158 w 1088335"/>
              <a:gd name="connsiteY15" fmla="*/ 1039482 h 1133046"/>
              <a:gd name="connsiteX16" fmla="*/ 30597 w 1088335"/>
              <a:gd name="connsiteY16" fmla="*/ 1034807 h 1133046"/>
              <a:gd name="connsiteX17" fmla="*/ 34990 w 1088335"/>
              <a:gd name="connsiteY17" fmla="*/ 1020791 h 1133046"/>
              <a:gd name="connsiteX18" fmla="*/ 36428 w 1088335"/>
              <a:gd name="connsiteY18" fmla="*/ 1016155 h 1133046"/>
              <a:gd name="connsiteX19" fmla="*/ 37890 w 1088335"/>
              <a:gd name="connsiteY19" fmla="*/ 1011480 h 1133046"/>
              <a:gd name="connsiteX20" fmla="*/ 39360 w 1088335"/>
              <a:gd name="connsiteY20" fmla="*/ 1006837 h 1133046"/>
              <a:gd name="connsiteX21" fmla="*/ 40791 w 1088335"/>
              <a:gd name="connsiteY21" fmla="*/ 1002170 h 1133046"/>
              <a:gd name="connsiteX22" fmla="*/ 42260 w 1088335"/>
              <a:gd name="connsiteY22" fmla="*/ 997526 h 1133046"/>
              <a:gd name="connsiteX23" fmla="*/ 43722 w 1088335"/>
              <a:gd name="connsiteY23" fmla="*/ 992852 h 1133046"/>
              <a:gd name="connsiteX24" fmla="*/ 45192 w 1088335"/>
              <a:gd name="connsiteY24" fmla="*/ 988208 h 1133046"/>
              <a:gd name="connsiteX25" fmla="*/ 46630 w 1088335"/>
              <a:gd name="connsiteY25" fmla="*/ 983573 h 1133046"/>
              <a:gd name="connsiteX26" fmla="*/ 49554 w 1088335"/>
              <a:gd name="connsiteY26" fmla="*/ 974286 h 1133046"/>
              <a:gd name="connsiteX27" fmla="*/ 50992 w 1088335"/>
              <a:gd name="connsiteY27" fmla="*/ 969642 h 1133046"/>
              <a:gd name="connsiteX28" fmla="*/ 53924 w 1088335"/>
              <a:gd name="connsiteY28" fmla="*/ 960363 h 1133046"/>
              <a:gd name="connsiteX29" fmla="*/ 55362 w 1088335"/>
              <a:gd name="connsiteY29" fmla="*/ 955720 h 1133046"/>
              <a:gd name="connsiteX30" fmla="*/ 56824 w 1088335"/>
              <a:gd name="connsiteY30" fmla="*/ 951108 h 1133046"/>
              <a:gd name="connsiteX31" fmla="*/ 58293 w 1088335"/>
              <a:gd name="connsiteY31" fmla="*/ 946472 h 1133046"/>
              <a:gd name="connsiteX32" fmla="*/ 59755 w 1088335"/>
              <a:gd name="connsiteY32" fmla="*/ 941860 h 1133046"/>
              <a:gd name="connsiteX33" fmla="*/ 61194 w 1088335"/>
              <a:gd name="connsiteY33" fmla="*/ 937216 h 1133046"/>
              <a:gd name="connsiteX34" fmla="*/ 64125 w 1088335"/>
              <a:gd name="connsiteY34" fmla="*/ 927992 h 1133046"/>
              <a:gd name="connsiteX35" fmla="*/ 65556 w 1088335"/>
              <a:gd name="connsiteY35" fmla="*/ 923380 h 1133046"/>
              <a:gd name="connsiteX36" fmla="*/ 68487 w 1088335"/>
              <a:gd name="connsiteY36" fmla="*/ 914163 h 1133046"/>
              <a:gd name="connsiteX37" fmla="*/ 69957 w 1088335"/>
              <a:gd name="connsiteY37" fmla="*/ 909582 h 1133046"/>
              <a:gd name="connsiteX38" fmla="*/ 71387 w 1088335"/>
              <a:gd name="connsiteY38" fmla="*/ 904970 h 1133046"/>
              <a:gd name="connsiteX39" fmla="*/ 72857 w 1088335"/>
              <a:gd name="connsiteY39" fmla="*/ 900389 h 1133046"/>
              <a:gd name="connsiteX40" fmla="*/ 74319 w 1088335"/>
              <a:gd name="connsiteY40" fmla="*/ 895777 h 1133046"/>
              <a:gd name="connsiteX41" fmla="*/ 75757 w 1088335"/>
              <a:gd name="connsiteY41" fmla="*/ 891196 h 1133046"/>
              <a:gd name="connsiteX42" fmla="*/ 80158 w 1088335"/>
              <a:gd name="connsiteY42" fmla="*/ 877453 h 1133046"/>
              <a:gd name="connsiteX43" fmla="*/ 81589 w 1088335"/>
              <a:gd name="connsiteY43" fmla="*/ 872880 h 1133046"/>
              <a:gd name="connsiteX44" fmla="*/ 83058 w 1088335"/>
              <a:gd name="connsiteY44" fmla="*/ 868323 h 1133046"/>
              <a:gd name="connsiteX45" fmla="*/ 84520 w 1088335"/>
              <a:gd name="connsiteY45" fmla="*/ 863750 h 1133046"/>
              <a:gd name="connsiteX46" fmla="*/ 85959 w 1088335"/>
              <a:gd name="connsiteY46" fmla="*/ 859200 h 1133046"/>
              <a:gd name="connsiteX47" fmla="*/ 90352 w 1088335"/>
              <a:gd name="connsiteY47" fmla="*/ 845543 h 1133046"/>
              <a:gd name="connsiteX48" fmla="*/ 91790 w 1088335"/>
              <a:gd name="connsiteY48" fmla="*/ 840994 h 1133046"/>
              <a:gd name="connsiteX49" fmla="*/ 93252 w 1088335"/>
              <a:gd name="connsiteY49" fmla="*/ 836475 h 1133046"/>
              <a:gd name="connsiteX50" fmla="*/ 94722 w 1088335"/>
              <a:gd name="connsiteY50" fmla="*/ 831926 h 1133046"/>
              <a:gd name="connsiteX51" fmla="*/ 96152 w 1088335"/>
              <a:gd name="connsiteY51" fmla="*/ 827407 h 1133046"/>
              <a:gd name="connsiteX52" fmla="*/ 100554 w 1088335"/>
              <a:gd name="connsiteY52" fmla="*/ 813852 h 1133046"/>
              <a:gd name="connsiteX53" fmla="*/ 101992 w 1088335"/>
              <a:gd name="connsiteY53" fmla="*/ 809334 h 1133046"/>
              <a:gd name="connsiteX54" fmla="*/ 103454 w 1088335"/>
              <a:gd name="connsiteY54" fmla="*/ 804839 h 1133046"/>
              <a:gd name="connsiteX55" fmla="*/ 104923 w 1088335"/>
              <a:gd name="connsiteY55" fmla="*/ 800320 h 1133046"/>
              <a:gd name="connsiteX56" fmla="*/ 106354 w 1088335"/>
              <a:gd name="connsiteY56" fmla="*/ 795833 h 1133046"/>
              <a:gd name="connsiteX57" fmla="*/ 109285 w 1088335"/>
              <a:gd name="connsiteY57" fmla="*/ 786859 h 1133046"/>
              <a:gd name="connsiteX58" fmla="*/ 110755 w 1088335"/>
              <a:gd name="connsiteY58" fmla="*/ 782395 h 1133046"/>
              <a:gd name="connsiteX59" fmla="*/ 112186 w 1088335"/>
              <a:gd name="connsiteY59" fmla="*/ 777908 h 1133046"/>
              <a:gd name="connsiteX60" fmla="*/ 115117 w 1088335"/>
              <a:gd name="connsiteY60" fmla="*/ 768989 h 1133046"/>
              <a:gd name="connsiteX61" fmla="*/ 116555 w 1088335"/>
              <a:gd name="connsiteY61" fmla="*/ 764533 h 1133046"/>
              <a:gd name="connsiteX62" fmla="*/ 118017 w 1088335"/>
              <a:gd name="connsiteY62" fmla="*/ 760077 h 1133046"/>
              <a:gd name="connsiteX63" fmla="*/ 119487 w 1088335"/>
              <a:gd name="connsiteY63" fmla="*/ 755645 h 1133046"/>
              <a:gd name="connsiteX64" fmla="*/ 120918 w 1088335"/>
              <a:gd name="connsiteY64" fmla="*/ 751220 h 1133046"/>
              <a:gd name="connsiteX65" fmla="*/ 125319 w 1088335"/>
              <a:gd name="connsiteY65" fmla="*/ 737939 h 1133046"/>
              <a:gd name="connsiteX66" fmla="*/ 126757 w 1088335"/>
              <a:gd name="connsiteY66" fmla="*/ 733538 h 1133046"/>
              <a:gd name="connsiteX67" fmla="*/ 128219 w 1088335"/>
              <a:gd name="connsiteY67" fmla="*/ 729113 h 1133046"/>
              <a:gd name="connsiteX68" fmla="*/ 129681 w 1088335"/>
              <a:gd name="connsiteY68" fmla="*/ 724712 h 1133046"/>
              <a:gd name="connsiteX69" fmla="*/ 131119 w 1088335"/>
              <a:gd name="connsiteY69" fmla="*/ 720319 h 1133046"/>
              <a:gd name="connsiteX70" fmla="*/ 134051 w 1088335"/>
              <a:gd name="connsiteY70" fmla="*/ 711587 h 1133046"/>
              <a:gd name="connsiteX71" fmla="*/ 135520 w 1088335"/>
              <a:gd name="connsiteY71" fmla="*/ 707186 h 1133046"/>
              <a:gd name="connsiteX72" fmla="*/ 136951 w 1088335"/>
              <a:gd name="connsiteY72" fmla="*/ 702824 h 1133046"/>
              <a:gd name="connsiteX73" fmla="*/ 138420 w 1088335"/>
              <a:gd name="connsiteY73" fmla="*/ 698485 h 1133046"/>
              <a:gd name="connsiteX74" fmla="*/ 139882 w 1088335"/>
              <a:gd name="connsiteY74" fmla="*/ 694115 h 1133046"/>
              <a:gd name="connsiteX75" fmla="*/ 141321 w 1088335"/>
              <a:gd name="connsiteY75" fmla="*/ 689784 h 1133046"/>
              <a:gd name="connsiteX76" fmla="*/ 144252 w 1088335"/>
              <a:gd name="connsiteY76" fmla="*/ 681107 h 1133046"/>
              <a:gd name="connsiteX77" fmla="*/ 145714 w 1088335"/>
              <a:gd name="connsiteY77" fmla="*/ 676800 h 1133046"/>
              <a:gd name="connsiteX78" fmla="*/ 147152 w 1088335"/>
              <a:gd name="connsiteY78" fmla="*/ 672469 h 1133046"/>
              <a:gd name="connsiteX79" fmla="*/ 150084 w 1088335"/>
              <a:gd name="connsiteY79" fmla="*/ 663854 h 1133046"/>
              <a:gd name="connsiteX80" fmla="*/ 151514 w 1088335"/>
              <a:gd name="connsiteY80" fmla="*/ 659578 h 1133046"/>
              <a:gd name="connsiteX81" fmla="*/ 152984 w 1088335"/>
              <a:gd name="connsiteY81" fmla="*/ 655279 h 1133046"/>
              <a:gd name="connsiteX82" fmla="*/ 154446 w 1088335"/>
              <a:gd name="connsiteY82" fmla="*/ 651003 h 1133046"/>
              <a:gd name="connsiteX83" fmla="*/ 155915 w 1088335"/>
              <a:gd name="connsiteY83" fmla="*/ 646758 h 1133046"/>
              <a:gd name="connsiteX84" fmla="*/ 157354 w 1088335"/>
              <a:gd name="connsiteY84" fmla="*/ 642482 h 1133046"/>
              <a:gd name="connsiteX85" fmla="*/ 160285 w 1088335"/>
              <a:gd name="connsiteY85" fmla="*/ 633993 h 1133046"/>
              <a:gd name="connsiteX86" fmla="*/ 161716 w 1088335"/>
              <a:gd name="connsiteY86" fmla="*/ 629748 h 1133046"/>
              <a:gd name="connsiteX87" fmla="*/ 163185 w 1088335"/>
              <a:gd name="connsiteY87" fmla="*/ 625503 h 1133046"/>
              <a:gd name="connsiteX88" fmla="*/ 166117 w 1088335"/>
              <a:gd name="connsiteY88" fmla="*/ 617076 h 1133046"/>
              <a:gd name="connsiteX89" fmla="*/ 167548 w 1088335"/>
              <a:gd name="connsiteY89" fmla="*/ 612894 h 1133046"/>
              <a:gd name="connsiteX90" fmla="*/ 169017 w 1088335"/>
              <a:gd name="connsiteY90" fmla="*/ 608680 h 1133046"/>
              <a:gd name="connsiteX91" fmla="*/ 170479 w 1088335"/>
              <a:gd name="connsiteY91" fmla="*/ 604490 h 1133046"/>
              <a:gd name="connsiteX92" fmla="*/ 171917 w 1088335"/>
              <a:gd name="connsiteY92" fmla="*/ 600308 h 1133046"/>
              <a:gd name="connsiteX93" fmla="*/ 173379 w 1088335"/>
              <a:gd name="connsiteY93" fmla="*/ 596157 h 1133046"/>
              <a:gd name="connsiteX94" fmla="*/ 174849 w 1088335"/>
              <a:gd name="connsiteY94" fmla="*/ 591974 h 1133046"/>
              <a:gd name="connsiteX95" fmla="*/ 176279 w 1088335"/>
              <a:gd name="connsiteY95" fmla="*/ 587821 h 1133046"/>
              <a:gd name="connsiteX96" fmla="*/ 177749 w 1088335"/>
              <a:gd name="connsiteY96" fmla="*/ 583699 h 1133046"/>
              <a:gd name="connsiteX97" fmla="*/ 179211 w 1088335"/>
              <a:gd name="connsiteY97" fmla="*/ 579546 h 1133046"/>
              <a:gd name="connsiteX98" fmla="*/ 180680 w 1088335"/>
              <a:gd name="connsiteY98" fmla="*/ 575424 h 1133046"/>
              <a:gd name="connsiteX99" fmla="*/ 182119 w 1088335"/>
              <a:gd name="connsiteY99" fmla="*/ 571332 h 1133046"/>
              <a:gd name="connsiteX100" fmla="*/ 183581 w 1088335"/>
              <a:gd name="connsiteY100" fmla="*/ 567210 h 1133046"/>
              <a:gd name="connsiteX101" fmla="*/ 185050 w 1088335"/>
              <a:gd name="connsiteY101" fmla="*/ 563117 h 1133046"/>
              <a:gd name="connsiteX102" fmla="*/ 186481 w 1088335"/>
              <a:gd name="connsiteY102" fmla="*/ 559026 h 1133046"/>
              <a:gd name="connsiteX103" fmla="*/ 187950 w 1088335"/>
              <a:gd name="connsiteY103" fmla="*/ 554934 h 1133046"/>
              <a:gd name="connsiteX104" fmla="*/ 190882 w 1088335"/>
              <a:gd name="connsiteY104" fmla="*/ 546811 h 1133046"/>
              <a:gd name="connsiteX105" fmla="*/ 192313 w 1088335"/>
              <a:gd name="connsiteY105" fmla="*/ 542750 h 1133046"/>
              <a:gd name="connsiteX106" fmla="*/ 193782 w 1088335"/>
              <a:gd name="connsiteY106" fmla="*/ 538719 h 1133046"/>
              <a:gd name="connsiteX107" fmla="*/ 195244 w 1088335"/>
              <a:gd name="connsiteY107" fmla="*/ 534719 h 1133046"/>
              <a:gd name="connsiteX108" fmla="*/ 196682 w 1088335"/>
              <a:gd name="connsiteY108" fmla="*/ 530688 h 1133046"/>
              <a:gd name="connsiteX109" fmla="*/ 201076 w 1088335"/>
              <a:gd name="connsiteY109" fmla="*/ 518687 h 1133046"/>
              <a:gd name="connsiteX110" fmla="*/ 202514 w 1088335"/>
              <a:gd name="connsiteY110" fmla="*/ 514718 h 1133046"/>
              <a:gd name="connsiteX111" fmla="*/ 205446 w 1088335"/>
              <a:gd name="connsiteY111" fmla="*/ 506778 h 1133046"/>
              <a:gd name="connsiteX112" fmla="*/ 206884 w 1088335"/>
              <a:gd name="connsiteY112" fmla="*/ 502839 h 1133046"/>
              <a:gd name="connsiteX113" fmla="*/ 209808 w 1088335"/>
              <a:gd name="connsiteY113" fmla="*/ 494961 h 1133046"/>
              <a:gd name="connsiteX114" fmla="*/ 211277 w 1088335"/>
              <a:gd name="connsiteY114" fmla="*/ 491052 h 1133046"/>
              <a:gd name="connsiteX115" fmla="*/ 212716 w 1088335"/>
              <a:gd name="connsiteY115" fmla="*/ 487144 h 1133046"/>
              <a:gd name="connsiteX116" fmla="*/ 214177 w 1088335"/>
              <a:gd name="connsiteY116" fmla="*/ 483235 h 1133046"/>
              <a:gd name="connsiteX117" fmla="*/ 215647 w 1088335"/>
              <a:gd name="connsiteY117" fmla="*/ 479357 h 1133046"/>
              <a:gd name="connsiteX118" fmla="*/ 217078 w 1088335"/>
              <a:gd name="connsiteY118" fmla="*/ 475509 h 1133046"/>
              <a:gd name="connsiteX119" fmla="*/ 218547 w 1088335"/>
              <a:gd name="connsiteY119" fmla="*/ 471631 h 1133046"/>
              <a:gd name="connsiteX120" fmla="*/ 221479 w 1088335"/>
              <a:gd name="connsiteY120" fmla="*/ 463936 h 1133046"/>
              <a:gd name="connsiteX121" fmla="*/ 222909 w 1088335"/>
              <a:gd name="connsiteY121" fmla="*/ 460119 h 1133046"/>
              <a:gd name="connsiteX122" fmla="*/ 225841 w 1088335"/>
              <a:gd name="connsiteY122" fmla="*/ 452485 h 1133046"/>
              <a:gd name="connsiteX123" fmla="*/ 227279 w 1088335"/>
              <a:gd name="connsiteY123" fmla="*/ 448698 h 1133046"/>
              <a:gd name="connsiteX124" fmla="*/ 228741 w 1088335"/>
              <a:gd name="connsiteY124" fmla="*/ 444912 h 1133046"/>
              <a:gd name="connsiteX125" fmla="*/ 230211 w 1088335"/>
              <a:gd name="connsiteY125" fmla="*/ 441156 h 1133046"/>
              <a:gd name="connsiteX126" fmla="*/ 231673 w 1088335"/>
              <a:gd name="connsiteY126" fmla="*/ 437370 h 1133046"/>
              <a:gd name="connsiteX127" fmla="*/ 233111 w 1088335"/>
              <a:gd name="connsiteY127" fmla="*/ 433644 h 1133046"/>
              <a:gd name="connsiteX128" fmla="*/ 234573 w 1088335"/>
              <a:gd name="connsiteY128" fmla="*/ 429919 h 1133046"/>
              <a:gd name="connsiteX129" fmla="*/ 236042 w 1088335"/>
              <a:gd name="connsiteY129" fmla="*/ 426163 h 1133046"/>
              <a:gd name="connsiteX130" fmla="*/ 237481 w 1088335"/>
              <a:gd name="connsiteY130" fmla="*/ 422468 h 1133046"/>
              <a:gd name="connsiteX131" fmla="*/ 240412 w 1088335"/>
              <a:gd name="connsiteY131" fmla="*/ 415078 h 1133046"/>
              <a:gd name="connsiteX132" fmla="*/ 241843 w 1088335"/>
              <a:gd name="connsiteY132" fmla="*/ 411414 h 1133046"/>
              <a:gd name="connsiteX133" fmla="*/ 244774 w 1088335"/>
              <a:gd name="connsiteY133" fmla="*/ 404085 h 1133046"/>
              <a:gd name="connsiteX134" fmla="*/ 246244 w 1088335"/>
              <a:gd name="connsiteY134" fmla="*/ 400451 h 1133046"/>
              <a:gd name="connsiteX135" fmla="*/ 247674 w 1088335"/>
              <a:gd name="connsiteY135" fmla="*/ 396818 h 1133046"/>
              <a:gd name="connsiteX136" fmla="*/ 250606 w 1088335"/>
              <a:gd name="connsiteY136" fmla="*/ 389611 h 1133046"/>
              <a:gd name="connsiteX137" fmla="*/ 252044 w 1088335"/>
              <a:gd name="connsiteY137" fmla="*/ 386038 h 1133046"/>
              <a:gd name="connsiteX138" fmla="*/ 253506 w 1088335"/>
              <a:gd name="connsiteY138" fmla="*/ 382435 h 1133046"/>
              <a:gd name="connsiteX139" fmla="*/ 256438 w 1088335"/>
              <a:gd name="connsiteY139" fmla="*/ 375351 h 1133046"/>
              <a:gd name="connsiteX140" fmla="*/ 257876 w 1088335"/>
              <a:gd name="connsiteY140" fmla="*/ 371778 h 1133046"/>
              <a:gd name="connsiteX141" fmla="*/ 259338 w 1088335"/>
              <a:gd name="connsiteY141" fmla="*/ 368297 h 1133046"/>
              <a:gd name="connsiteX142" fmla="*/ 260807 w 1088335"/>
              <a:gd name="connsiteY142" fmla="*/ 364785 h 1133046"/>
              <a:gd name="connsiteX143" fmla="*/ 262246 w 1088335"/>
              <a:gd name="connsiteY143" fmla="*/ 361273 h 1133046"/>
              <a:gd name="connsiteX144" fmla="*/ 265177 w 1088335"/>
              <a:gd name="connsiteY144" fmla="*/ 354311 h 1133046"/>
              <a:gd name="connsiteX145" fmla="*/ 266639 w 1088335"/>
              <a:gd name="connsiteY145" fmla="*/ 350861 h 1133046"/>
              <a:gd name="connsiteX146" fmla="*/ 268077 w 1088335"/>
              <a:gd name="connsiteY146" fmla="*/ 347410 h 1133046"/>
              <a:gd name="connsiteX147" fmla="*/ 271009 w 1088335"/>
              <a:gd name="connsiteY147" fmla="*/ 340570 h 1133046"/>
              <a:gd name="connsiteX148" fmla="*/ 272440 w 1088335"/>
              <a:gd name="connsiteY148" fmla="*/ 337180 h 1133046"/>
              <a:gd name="connsiteX149" fmla="*/ 275371 w 1088335"/>
              <a:gd name="connsiteY149" fmla="*/ 330401 h 1133046"/>
              <a:gd name="connsiteX150" fmla="*/ 276841 w 1088335"/>
              <a:gd name="connsiteY150" fmla="*/ 327042 h 1133046"/>
              <a:gd name="connsiteX151" fmla="*/ 278271 w 1088335"/>
              <a:gd name="connsiteY151" fmla="*/ 323683 h 1133046"/>
              <a:gd name="connsiteX152" fmla="*/ 281203 w 1088335"/>
              <a:gd name="connsiteY152" fmla="*/ 317027 h 1133046"/>
              <a:gd name="connsiteX153" fmla="*/ 282641 w 1088335"/>
              <a:gd name="connsiteY153" fmla="*/ 313729 h 1133046"/>
              <a:gd name="connsiteX154" fmla="*/ 284103 w 1088335"/>
              <a:gd name="connsiteY154" fmla="*/ 310431 h 1133046"/>
              <a:gd name="connsiteX155" fmla="*/ 287034 w 1088335"/>
              <a:gd name="connsiteY155" fmla="*/ 303896 h 1133046"/>
              <a:gd name="connsiteX156" fmla="*/ 288473 w 1088335"/>
              <a:gd name="connsiteY156" fmla="*/ 300628 h 1133046"/>
              <a:gd name="connsiteX157" fmla="*/ 289935 w 1088335"/>
              <a:gd name="connsiteY157" fmla="*/ 297422 h 1133046"/>
              <a:gd name="connsiteX158" fmla="*/ 291404 w 1088335"/>
              <a:gd name="connsiteY158" fmla="*/ 294185 h 1133046"/>
              <a:gd name="connsiteX159" fmla="*/ 292842 w 1088335"/>
              <a:gd name="connsiteY159" fmla="*/ 290979 h 1133046"/>
              <a:gd name="connsiteX160" fmla="*/ 297236 w 1088335"/>
              <a:gd name="connsiteY160" fmla="*/ 281452 h 1133046"/>
              <a:gd name="connsiteX161" fmla="*/ 298674 w 1088335"/>
              <a:gd name="connsiteY161" fmla="*/ 278306 h 1133046"/>
              <a:gd name="connsiteX162" fmla="*/ 300136 w 1088335"/>
              <a:gd name="connsiteY162" fmla="*/ 275192 h 1133046"/>
              <a:gd name="connsiteX163" fmla="*/ 301606 w 1088335"/>
              <a:gd name="connsiteY163" fmla="*/ 272047 h 1133046"/>
              <a:gd name="connsiteX164" fmla="*/ 303036 w 1088335"/>
              <a:gd name="connsiteY164" fmla="*/ 268962 h 1133046"/>
              <a:gd name="connsiteX165" fmla="*/ 305968 w 1088335"/>
              <a:gd name="connsiteY165" fmla="*/ 262794 h 1133046"/>
              <a:gd name="connsiteX166" fmla="*/ 307406 w 1088335"/>
              <a:gd name="connsiteY166" fmla="*/ 259740 h 1133046"/>
              <a:gd name="connsiteX167" fmla="*/ 308868 w 1088335"/>
              <a:gd name="connsiteY167" fmla="*/ 256717 h 1133046"/>
              <a:gd name="connsiteX168" fmla="*/ 310338 w 1088335"/>
              <a:gd name="connsiteY168" fmla="*/ 253664 h 1133046"/>
              <a:gd name="connsiteX169" fmla="*/ 311799 w 1088335"/>
              <a:gd name="connsiteY169" fmla="*/ 250671 h 1133046"/>
              <a:gd name="connsiteX170" fmla="*/ 313238 w 1088335"/>
              <a:gd name="connsiteY170" fmla="*/ 247679 h 1133046"/>
              <a:gd name="connsiteX171" fmla="*/ 314700 w 1088335"/>
              <a:gd name="connsiteY171" fmla="*/ 244687 h 1133046"/>
              <a:gd name="connsiteX172" fmla="*/ 316169 w 1088335"/>
              <a:gd name="connsiteY172" fmla="*/ 241724 h 1133046"/>
              <a:gd name="connsiteX173" fmla="*/ 317608 w 1088335"/>
              <a:gd name="connsiteY173" fmla="*/ 238792 h 1133046"/>
              <a:gd name="connsiteX174" fmla="*/ 319069 w 1088335"/>
              <a:gd name="connsiteY174" fmla="*/ 235830 h 1133046"/>
              <a:gd name="connsiteX175" fmla="*/ 322001 w 1088335"/>
              <a:gd name="connsiteY175" fmla="*/ 230029 h 1133046"/>
              <a:gd name="connsiteX176" fmla="*/ 323439 w 1088335"/>
              <a:gd name="connsiteY176" fmla="*/ 227128 h 1133046"/>
              <a:gd name="connsiteX177" fmla="*/ 324901 w 1088335"/>
              <a:gd name="connsiteY177" fmla="*/ 224288 h 1133046"/>
              <a:gd name="connsiteX178" fmla="*/ 326371 w 1088335"/>
              <a:gd name="connsiteY178" fmla="*/ 221418 h 1133046"/>
              <a:gd name="connsiteX179" fmla="*/ 327801 w 1088335"/>
              <a:gd name="connsiteY179" fmla="*/ 218578 h 1133046"/>
              <a:gd name="connsiteX180" fmla="*/ 332202 w 1088335"/>
              <a:gd name="connsiteY180" fmla="*/ 210150 h 1133046"/>
              <a:gd name="connsiteX181" fmla="*/ 333633 w 1088335"/>
              <a:gd name="connsiteY181" fmla="*/ 207401 h 1133046"/>
              <a:gd name="connsiteX182" fmla="*/ 335103 w 1088335"/>
              <a:gd name="connsiteY182" fmla="*/ 204623 h 1133046"/>
              <a:gd name="connsiteX183" fmla="*/ 336565 w 1088335"/>
              <a:gd name="connsiteY183" fmla="*/ 201875 h 1133046"/>
              <a:gd name="connsiteX184" fmla="*/ 338003 w 1088335"/>
              <a:gd name="connsiteY184" fmla="*/ 199156 h 1133046"/>
              <a:gd name="connsiteX185" fmla="*/ 339465 w 1088335"/>
              <a:gd name="connsiteY185" fmla="*/ 196470 h 1133046"/>
              <a:gd name="connsiteX186" fmla="*/ 340934 w 1088335"/>
              <a:gd name="connsiteY186" fmla="*/ 193752 h 1133046"/>
              <a:gd name="connsiteX187" fmla="*/ 342396 w 1088335"/>
              <a:gd name="connsiteY187" fmla="*/ 191095 h 1133046"/>
              <a:gd name="connsiteX188" fmla="*/ 343835 w 1088335"/>
              <a:gd name="connsiteY188" fmla="*/ 188438 h 1133046"/>
              <a:gd name="connsiteX189" fmla="*/ 345304 w 1088335"/>
              <a:gd name="connsiteY189" fmla="*/ 185782 h 1133046"/>
              <a:gd name="connsiteX190" fmla="*/ 346766 w 1088335"/>
              <a:gd name="connsiteY190" fmla="*/ 183187 h 1133046"/>
              <a:gd name="connsiteX191" fmla="*/ 348204 w 1088335"/>
              <a:gd name="connsiteY191" fmla="*/ 180560 h 1133046"/>
              <a:gd name="connsiteX192" fmla="*/ 349666 w 1088335"/>
              <a:gd name="connsiteY192" fmla="*/ 177965 h 1133046"/>
              <a:gd name="connsiteX193" fmla="*/ 352598 w 1088335"/>
              <a:gd name="connsiteY193" fmla="*/ 172835 h 1133046"/>
              <a:gd name="connsiteX194" fmla="*/ 354036 w 1088335"/>
              <a:gd name="connsiteY194" fmla="*/ 170300 h 1133046"/>
              <a:gd name="connsiteX195" fmla="*/ 355498 w 1088335"/>
              <a:gd name="connsiteY195" fmla="*/ 167766 h 1133046"/>
              <a:gd name="connsiteX196" fmla="*/ 356968 w 1088335"/>
              <a:gd name="connsiteY196" fmla="*/ 165262 h 1133046"/>
              <a:gd name="connsiteX197" fmla="*/ 358398 w 1088335"/>
              <a:gd name="connsiteY197" fmla="*/ 162758 h 1133046"/>
              <a:gd name="connsiteX198" fmla="*/ 361330 w 1088335"/>
              <a:gd name="connsiteY198" fmla="*/ 157872 h 1133046"/>
              <a:gd name="connsiteX199" fmla="*/ 362768 w 1088335"/>
              <a:gd name="connsiteY199" fmla="*/ 155399 h 1133046"/>
              <a:gd name="connsiteX200" fmla="*/ 364230 w 1088335"/>
              <a:gd name="connsiteY200" fmla="*/ 152986 h 1133046"/>
              <a:gd name="connsiteX201" fmla="*/ 365699 w 1088335"/>
              <a:gd name="connsiteY201" fmla="*/ 150604 h 1133046"/>
              <a:gd name="connsiteX202" fmla="*/ 367161 w 1088335"/>
              <a:gd name="connsiteY202" fmla="*/ 148192 h 1133046"/>
              <a:gd name="connsiteX203" fmla="*/ 368600 w 1088335"/>
              <a:gd name="connsiteY203" fmla="*/ 145840 h 1133046"/>
              <a:gd name="connsiteX204" fmla="*/ 371531 w 1088335"/>
              <a:gd name="connsiteY204" fmla="*/ 141138 h 1133046"/>
              <a:gd name="connsiteX205" fmla="*/ 372969 w 1088335"/>
              <a:gd name="connsiteY205" fmla="*/ 138848 h 1133046"/>
              <a:gd name="connsiteX206" fmla="*/ 375901 w 1088335"/>
              <a:gd name="connsiteY206" fmla="*/ 134268 h 1133046"/>
              <a:gd name="connsiteX207" fmla="*/ 377363 w 1088335"/>
              <a:gd name="connsiteY207" fmla="*/ 132008 h 1133046"/>
              <a:gd name="connsiteX208" fmla="*/ 378801 w 1088335"/>
              <a:gd name="connsiteY208" fmla="*/ 129778 h 1133046"/>
              <a:gd name="connsiteX209" fmla="*/ 380263 w 1088335"/>
              <a:gd name="connsiteY209" fmla="*/ 127519 h 1133046"/>
              <a:gd name="connsiteX210" fmla="*/ 381733 w 1088335"/>
              <a:gd name="connsiteY210" fmla="*/ 125320 h 1133046"/>
              <a:gd name="connsiteX211" fmla="*/ 383163 w 1088335"/>
              <a:gd name="connsiteY211" fmla="*/ 123152 h 1133046"/>
              <a:gd name="connsiteX212" fmla="*/ 384633 w 1088335"/>
              <a:gd name="connsiteY212" fmla="*/ 120953 h 1133046"/>
              <a:gd name="connsiteX213" fmla="*/ 387564 w 1088335"/>
              <a:gd name="connsiteY213" fmla="*/ 116679 h 1133046"/>
              <a:gd name="connsiteX214" fmla="*/ 388995 w 1088335"/>
              <a:gd name="connsiteY214" fmla="*/ 114541 h 1133046"/>
              <a:gd name="connsiteX215" fmla="*/ 391926 w 1088335"/>
              <a:gd name="connsiteY215" fmla="*/ 110388 h 1133046"/>
              <a:gd name="connsiteX216" fmla="*/ 393365 w 1088335"/>
              <a:gd name="connsiteY216" fmla="*/ 108311 h 1133046"/>
              <a:gd name="connsiteX217" fmla="*/ 394827 w 1088335"/>
              <a:gd name="connsiteY217" fmla="*/ 106266 h 1133046"/>
              <a:gd name="connsiteX218" fmla="*/ 397758 w 1088335"/>
              <a:gd name="connsiteY218" fmla="*/ 102235 h 1133046"/>
              <a:gd name="connsiteX219" fmla="*/ 399196 w 1088335"/>
              <a:gd name="connsiteY219" fmla="*/ 100250 h 1133046"/>
              <a:gd name="connsiteX220" fmla="*/ 400666 w 1088335"/>
              <a:gd name="connsiteY220" fmla="*/ 98296 h 1133046"/>
              <a:gd name="connsiteX221" fmla="*/ 402128 w 1088335"/>
              <a:gd name="connsiteY221" fmla="*/ 96311 h 1133046"/>
              <a:gd name="connsiteX222" fmla="*/ 403566 w 1088335"/>
              <a:gd name="connsiteY222" fmla="*/ 94387 h 1133046"/>
              <a:gd name="connsiteX223" fmla="*/ 405028 w 1088335"/>
              <a:gd name="connsiteY223" fmla="*/ 92494 h 1133046"/>
              <a:gd name="connsiteX224" fmla="*/ 406498 w 1088335"/>
              <a:gd name="connsiteY224" fmla="*/ 90570 h 1133046"/>
              <a:gd name="connsiteX225" fmla="*/ 407960 w 1088335"/>
              <a:gd name="connsiteY225" fmla="*/ 88707 h 1133046"/>
              <a:gd name="connsiteX226" fmla="*/ 409398 w 1088335"/>
              <a:gd name="connsiteY226" fmla="*/ 86845 h 1133046"/>
              <a:gd name="connsiteX227" fmla="*/ 410860 w 1088335"/>
              <a:gd name="connsiteY227" fmla="*/ 84982 h 1133046"/>
              <a:gd name="connsiteX228" fmla="*/ 412329 w 1088335"/>
              <a:gd name="connsiteY228" fmla="*/ 83180 h 1133046"/>
              <a:gd name="connsiteX229" fmla="*/ 413760 w 1088335"/>
              <a:gd name="connsiteY229" fmla="*/ 81378 h 1133046"/>
              <a:gd name="connsiteX230" fmla="*/ 415230 w 1088335"/>
              <a:gd name="connsiteY230" fmla="*/ 79577 h 1133046"/>
              <a:gd name="connsiteX231" fmla="*/ 418161 w 1088335"/>
              <a:gd name="connsiteY231" fmla="*/ 76096 h 1133046"/>
              <a:gd name="connsiteX232" fmla="*/ 419592 w 1088335"/>
              <a:gd name="connsiteY232" fmla="*/ 74355 h 1133046"/>
              <a:gd name="connsiteX233" fmla="*/ 421061 w 1088335"/>
              <a:gd name="connsiteY233" fmla="*/ 72645 h 1133046"/>
              <a:gd name="connsiteX234" fmla="*/ 422523 w 1088335"/>
              <a:gd name="connsiteY234" fmla="*/ 70966 h 1133046"/>
              <a:gd name="connsiteX235" fmla="*/ 423962 w 1088335"/>
              <a:gd name="connsiteY235" fmla="*/ 69287 h 1133046"/>
              <a:gd name="connsiteX236" fmla="*/ 425431 w 1088335"/>
              <a:gd name="connsiteY236" fmla="*/ 67637 h 1133046"/>
              <a:gd name="connsiteX237" fmla="*/ 426893 w 1088335"/>
              <a:gd name="connsiteY237" fmla="*/ 66019 h 1133046"/>
              <a:gd name="connsiteX238" fmla="*/ 428331 w 1088335"/>
              <a:gd name="connsiteY238" fmla="*/ 64401 h 1133046"/>
              <a:gd name="connsiteX239" fmla="*/ 429793 w 1088335"/>
              <a:gd name="connsiteY239" fmla="*/ 62812 h 1133046"/>
              <a:gd name="connsiteX240" fmla="*/ 431263 w 1088335"/>
              <a:gd name="connsiteY240" fmla="*/ 61255 h 1133046"/>
              <a:gd name="connsiteX241" fmla="*/ 432725 w 1088335"/>
              <a:gd name="connsiteY241" fmla="*/ 59668 h 1133046"/>
              <a:gd name="connsiteX242" fmla="*/ 434163 w 1088335"/>
              <a:gd name="connsiteY242" fmla="*/ 58141 h 1133046"/>
              <a:gd name="connsiteX243" fmla="*/ 435625 w 1088335"/>
              <a:gd name="connsiteY243" fmla="*/ 56645 h 1133046"/>
              <a:gd name="connsiteX244" fmla="*/ 437094 w 1088335"/>
              <a:gd name="connsiteY244" fmla="*/ 55118 h 1133046"/>
              <a:gd name="connsiteX245" fmla="*/ 438525 w 1088335"/>
              <a:gd name="connsiteY245" fmla="*/ 53652 h 1133046"/>
              <a:gd name="connsiteX246" fmla="*/ 439995 w 1088335"/>
              <a:gd name="connsiteY246" fmla="*/ 52217 h 1133046"/>
              <a:gd name="connsiteX247" fmla="*/ 441457 w 1088335"/>
              <a:gd name="connsiteY247" fmla="*/ 50751 h 1133046"/>
              <a:gd name="connsiteX248" fmla="*/ 442926 w 1088335"/>
              <a:gd name="connsiteY248" fmla="*/ 49346 h 1133046"/>
              <a:gd name="connsiteX249" fmla="*/ 444357 w 1088335"/>
              <a:gd name="connsiteY249" fmla="*/ 47942 h 1133046"/>
              <a:gd name="connsiteX250" fmla="*/ 445826 w 1088335"/>
              <a:gd name="connsiteY250" fmla="*/ 46567 h 1133046"/>
              <a:gd name="connsiteX251" fmla="*/ 447288 w 1088335"/>
              <a:gd name="connsiteY251" fmla="*/ 45224 h 1133046"/>
              <a:gd name="connsiteX252" fmla="*/ 448727 w 1088335"/>
              <a:gd name="connsiteY252" fmla="*/ 43881 h 1133046"/>
              <a:gd name="connsiteX253" fmla="*/ 450189 w 1088335"/>
              <a:gd name="connsiteY253" fmla="*/ 42537 h 1133046"/>
              <a:gd name="connsiteX254" fmla="*/ 453128 w 1088335"/>
              <a:gd name="connsiteY254" fmla="*/ 39972 h 1133046"/>
              <a:gd name="connsiteX255" fmla="*/ 454558 w 1088335"/>
              <a:gd name="connsiteY255" fmla="*/ 38689 h 1133046"/>
              <a:gd name="connsiteX256" fmla="*/ 457490 w 1088335"/>
              <a:gd name="connsiteY256" fmla="*/ 36246 h 1133046"/>
              <a:gd name="connsiteX257" fmla="*/ 458928 w 1088335"/>
              <a:gd name="connsiteY257" fmla="*/ 35024 h 1133046"/>
              <a:gd name="connsiteX258" fmla="*/ 463321 w 1088335"/>
              <a:gd name="connsiteY258" fmla="*/ 31543 h 1133046"/>
              <a:gd name="connsiteX259" fmla="*/ 464760 w 1088335"/>
              <a:gd name="connsiteY259" fmla="*/ 30444 h 1133046"/>
              <a:gd name="connsiteX260" fmla="*/ 467691 w 1088335"/>
              <a:gd name="connsiteY260" fmla="*/ 28246 h 1133046"/>
              <a:gd name="connsiteX261" fmla="*/ 469122 w 1088335"/>
              <a:gd name="connsiteY261" fmla="*/ 27207 h 1133046"/>
              <a:gd name="connsiteX262" fmla="*/ 472053 w 1088335"/>
              <a:gd name="connsiteY262" fmla="*/ 25131 h 1133046"/>
              <a:gd name="connsiteX263" fmla="*/ 473523 w 1088335"/>
              <a:gd name="connsiteY263" fmla="*/ 24123 h 1133046"/>
              <a:gd name="connsiteX264" fmla="*/ 474954 w 1088335"/>
              <a:gd name="connsiteY264" fmla="*/ 23146 h 1133046"/>
              <a:gd name="connsiteX265" fmla="*/ 476423 w 1088335"/>
              <a:gd name="connsiteY265" fmla="*/ 22169 h 1133046"/>
              <a:gd name="connsiteX266" fmla="*/ 477885 w 1088335"/>
              <a:gd name="connsiteY266" fmla="*/ 21253 h 1133046"/>
              <a:gd name="connsiteX267" fmla="*/ 479323 w 1088335"/>
              <a:gd name="connsiteY267" fmla="*/ 20337 h 1133046"/>
              <a:gd name="connsiteX268" fmla="*/ 480793 w 1088335"/>
              <a:gd name="connsiteY268" fmla="*/ 19421 h 1133046"/>
              <a:gd name="connsiteX269" fmla="*/ 482255 w 1088335"/>
              <a:gd name="connsiteY269" fmla="*/ 18536 h 1133046"/>
              <a:gd name="connsiteX270" fmla="*/ 483724 w 1088335"/>
              <a:gd name="connsiteY270" fmla="*/ 17680 h 1133046"/>
              <a:gd name="connsiteX271" fmla="*/ 485155 w 1088335"/>
              <a:gd name="connsiteY271" fmla="*/ 16825 h 1133046"/>
              <a:gd name="connsiteX272" fmla="*/ 488087 w 1088335"/>
              <a:gd name="connsiteY272" fmla="*/ 15237 h 1133046"/>
              <a:gd name="connsiteX273" fmla="*/ 489525 w 1088335"/>
              <a:gd name="connsiteY273" fmla="*/ 14443 h 1133046"/>
              <a:gd name="connsiteX274" fmla="*/ 490987 w 1088335"/>
              <a:gd name="connsiteY274" fmla="*/ 13680 h 1133046"/>
              <a:gd name="connsiteX275" fmla="*/ 492456 w 1088335"/>
              <a:gd name="connsiteY275" fmla="*/ 12947 h 1133046"/>
              <a:gd name="connsiteX276" fmla="*/ 493887 w 1088335"/>
              <a:gd name="connsiteY276" fmla="*/ 12214 h 1133046"/>
              <a:gd name="connsiteX277" fmla="*/ 496818 w 1088335"/>
              <a:gd name="connsiteY277" fmla="*/ 10871 h 1133046"/>
              <a:gd name="connsiteX278" fmla="*/ 498288 w 1088335"/>
              <a:gd name="connsiteY278" fmla="*/ 10169 h 1133046"/>
              <a:gd name="connsiteX279" fmla="*/ 499719 w 1088335"/>
              <a:gd name="connsiteY279" fmla="*/ 9557 h 1133046"/>
              <a:gd name="connsiteX280" fmla="*/ 502650 w 1088335"/>
              <a:gd name="connsiteY280" fmla="*/ 8336 h 1133046"/>
              <a:gd name="connsiteX281" fmla="*/ 504088 w 1088335"/>
              <a:gd name="connsiteY281" fmla="*/ 7787 h 1133046"/>
              <a:gd name="connsiteX282" fmla="*/ 505558 w 1088335"/>
              <a:gd name="connsiteY282" fmla="*/ 7206 h 1133046"/>
              <a:gd name="connsiteX283" fmla="*/ 507020 w 1088335"/>
              <a:gd name="connsiteY283" fmla="*/ 6656 h 1133046"/>
              <a:gd name="connsiteX284" fmla="*/ 508489 w 1088335"/>
              <a:gd name="connsiteY284" fmla="*/ 6168 h 1133046"/>
              <a:gd name="connsiteX285" fmla="*/ 509920 w 1088335"/>
              <a:gd name="connsiteY285" fmla="*/ 5679 h 1133046"/>
              <a:gd name="connsiteX286" fmla="*/ 511390 w 1088335"/>
              <a:gd name="connsiteY286" fmla="*/ 5191 h 1133046"/>
              <a:gd name="connsiteX287" fmla="*/ 512852 w 1088335"/>
              <a:gd name="connsiteY287" fmla="*/ 4764 h 1133046"/>
              <a:gd name="connsiteX288" fmla="*/ 514290 w 1088335"/>
              <a:gd name="connsiteY288" fmla="*/ 4336 h 1133046"/>
              <a:gd name="connsiteX289" fmla="*/ 515752 w 1088335"/>
              <a:gd name="connsiteY289" fmla="*/ 3878 h 1133046"/>
              <a:gd name="connsiteX290" fmla="*/ 518683 w 1088335"/>
              <a:gd name="connsiteY290" fmla="*/ 3145 h 1133046"/>
              <a:gd name="connsiteX291" fmla="*/ 520122 w 1088335"/>
              <a:gd name="connsiteY291" fmla="*/ 2778 h 1133046"/>
              <a:gd name="connsiteX292" fmla="*/ 523053 w 1088335"/>
              <a:gd name="connsiteY292" fmla="*/ 2168 h 1133046"/>
              <a:gd name="connsiteX293" fmla="*/ 524484 w 1088335"/>
              <a:gd name="connsiteY293" fmla="*/ 1863 h 1133046"/>
              <a:gd name="connsiteX294" fmla="*/ 525953 w 1088335"/>
              <a:gd name="connsiteY294" fmla="*/ 1588 h 1133046"/>
              <a:gd name="connsiteX295" fmla="*/ 528885 w 1088335"/>
              <a:gd name="connsiteY295" fmla="*/ 1099 h 1133046"/>
              <a:gd name="connsiteX296" fmla="*/ 530315 w 1088335"/>
              <a:gd name="connsiteY296" fmla="*/ 916 h 1133046"/>
              <a:gd name="connsiteX297" fmla="*/ 533255 w 1088335"/>
              <a:gd name="connsiteY297" fmla="*/ 550 h 1133046"/>
              <a:gd name="connsiteX298" fmla="*/ 534685 w 1088335"/>
              <a:gd name="connsiteY298" fmla="*/ 428 h 1133046"/>
              <a:gd name="connsiteX299" fmla="*/ 537617 w 1088335"/>
              <a:gd name="connsiteY299" fmla="*/ 183 h 1133046"/>
              <a:gd name="connsiteX300" fmla="*/ 539086 w 1088335"/>
              <a:gd name="connsiteY300" fmla="*/ 122 h 1133046"/>
              <a:gd name="connsiteX301" fmla="*/ 540517 w 1088335"/>
              <a:gd name="connsiteY301" fmla="*/ 61 h 1133046"/>
              <a:gd name="connsiteX302" fmla="*/ 541987 w 1088335"/>
              <a:gd name="connsiteY302" fmla="*/ 0 h 1133046"/>
              <a:gd name="connsiteX303" fmla="*/ 546349 w 1088335"/>
              <a:gd name="connsiteY303" fmla="*/ 0 h 1133046"/>
              <a:gd name="connsiteX304" fmla="*/ 547818 w 1088335"/>
              <a:gd name="connsiteY304" fmla="*/ 61 h 1133046"/>
              <a:gd name="connsiteX305" fmla="*/ 549249 w 1088335"/>
              <a:gd name="connsiteY305" fmla="*/ 122 h 1133046"/>
              <a:gd name="connsiteX306" fmla="*/ 550718 w 1088335"/>
              <a:gd name="connsiteY306" fmla="*/ 183 h 1133046"/>
              <a:gd name="connsiteX307" fmla="*/ 553650 w 1088335"/>
              <a:gd name="connsiteY307" fmla="*/ 428 h 1133046"/>
              <a:gd name="connsiteX308" fmla="*/ 555081 w 1088335"/>
              <a:gd name="connsiteY308" fmla="*/ 550 h 1133046"/>
              <a:gd name="connsiteX309" fmla="*/ 558012 w 1088335"/>
              <a:gd name="connsiteY309" fmla="*/ 916 h 1133046"/>
              <a:gd name="connsiteX310" fmla="*/ 559450 w 1088335"/>
              <a:gd name="connsiteY310" fmla="*/ 1099 h 1133046"/>
              <a:gd name="connsiteX311" fmla="*/ 562382 w 1088335"/>
              <a:gd name="connsiteY311" fmla="*/ 1588 h 1133046"/>
              <a:gd name="connsiteX312" fmla="*/ 563851 w 1088335"/>
              <a:gd name="connsiteY312" fmla="*/ 1863 h 1133046"/>
              <a:gd name="connsiteX313" fmla="*/ 565282 w 1088335"/>
              <a:gd name="connsiteY313" fmla="*/ 2168 h 1133046"/>
              <a:gd name="connsiteX314" fmla="*/ 568214 w 1088335"/>
              <a:gd name="connsiteY314" fmla="*/ 2778 h 1133046"/>
              <a:gd name="connsiteX315" fmla="*/ 569652 w 1088335"/>
              <a:gd name="connsiteY315" fmla="*/ 3145 h 1133046"/>
              <a:gd name="connsiteX316" fmla="*/ 572583 w 1088335"/>
              <a:gd name="connsiteY316" fmla="*/ 3878 h 1133046"/>
              <a:gd name="connsiteX317" fmla="*/ 574045 w 1088335"/>
              <a:gd name="connsiteY317" fmla="*/ 4336 h 1133046"/>
              <a:gd name="connsiteX318" fmla="*/ 575484 w 1088335"/>
              <a:gd name="connsiteY318" fmla="*/ 4764 h 1133046"/>
              <a:gd name="connsiteX319" fmla="*/ 576945 w 1088335"/>
              <a:gd name="connsiteY319" fmla="*/ 5191 h 1133046"/>
              <a:gd name="connsiteX320" fmla="*/ 578415 w 1088335"/>
              <a:gd name="connsiteY320" fmla="*/ 5679 h 1133046"/>
              <a:gd name="connsiteX321" fmla="*/ 579846 w 1088335"/>
              <a:gd name="connsiteY321" fmla="*/ 6168 h 1133046"/>
              <a:gd name="connsiteX322" fmla="*/ 581315 w 1088335"/>
              <a:gd name="connsiteY322" fmla="*/ 6656 h 1133046"/>
              <a:gd name="connsiteX323" fmla="*/ 582777 w 1088335"/>
              <a:gd name="connsiteY323" fmla="*/ 7206 h 1133046"/>
              <a:gd name="connsiteX324" fmla="*/ 584247 w 1088335"/>
              <a:gd name="connsiteY324" fmla="*/ 7787 h 1133046"/>
              <a:gd name="connsiteX325" fmla="*/ 585685 w 1088335"/>
              <a:gd name="connsiteY325" fmla="*/ 8336 h 1133046"/>
              <a:gd name="connsiteX326" fmla="*/ 588616 w 1088335"/>
              <a:gd name="connsiteY326" fmla="*/ 9557 h 1133046"/>
              <a:gd name="connsiteX327" fmla="*/ 590047 w 1088335"/>
              <a:gd name="connsiteY327" fmla="*/ 10169 h 1133046"/>
              <a:gd name="connsiteX328" fmla="*/ 591517 w 1088335"/>
              <a:gd name="connsiteY328" fmla="*/ 10871 h 1133046"/>
              <a:gd name="connsiteX329" fmla="*/ 594448 w 1088335"/>
              <a:gd name="connsiteY329" fmla="*/ 12214 h 1133046"/>
              <a:gd name="connsiteX330" fmla="*/ 595879 w 1088335"/>
              <a:gd name="connsiteY330" fmla="*/ 12947 h 1133046"/>
              <a:gd name="connsiteX331" fmla="*/ 597348 w 1088335"/>
              <a:gd name="connsiteY331" fmla="*/ 13680 h 1133046"/>
              <a:gd name="connsiteX332" fmla="*/ 598810 w 1088335"/>
              <a:gd name="connsiteY332" fmla="*/ 14443 h 1133046"/>
              <a:gd name="connsiteX333" fmla="*/ 600249 w 1088335"/>
              <a:gd name="connsiteY333" fmla="*/ 15237 h 1133046"/>
              <a:gd name="connsiteX334" fmla="*/ 603180 w 1088335"/>
              <a:gd name="connsiteY334" fmla="*/ 16825 h 1133046"/>
              <a:gd name="connsiteX335" fmla="*/ 604642 w 1088335"/>
              <a:gd name="connsiteY335" fmla="*/ 17680 h 1133046"/>
              <a:gd name="connsiteX336" fmla="*/ 606080 w 1088335"/>
              <a:gd name="connsiteY336" fmla="*/ 18536 h 1133046"/>
              <a:gd name="connsiteX337" fmla="*/ 607542 w 1088335"/>
              <a:gd name="connsiteY337" fmla="*/ 19421 h 1133046"/>
              <a:gd name="connsiteX338" fmla="*/ 609012 w 1088335"/>
              <a:gd name="connsiteY338" fmla="*/ 20337 h 1133046"/>
              <a:gd name="connsiteX339" fmla="*/ 610442 w 1088335"/>
              <a:gd name="connsiteY339" fmla="*/ 21253 h 1133046"/>
              <a:gd name="connsiteX340" fmla="*/ 611912 w 1088335"/>
              <a:gd name="connsiteY340" fmla="*/ 22169 h 1133046"/>
              <a:gd name="connsiteX341" fmla="*/ 613382 w 1088335"/>
              <a:gd name="connsiteY341" fmla="*/ 23146 h 1133046"/>
              <a:gd name="connsiteX342" fmla="*/ 614812 w 1088335"/>
              <a:gd name="connsiteY342" fmla="*/ 24123 h 1133046"/>
              <a:gd name="connsiteX343" fmla="*/ 616282 w 1088335"/>
              <a:gd name="connsiteY343" fmla="*/ 25131 h 1133046"/>
              <a:gd name="connsiteX344" fmla="*/ 619213 w 1088335"/>
              <a:gd name="connsiteY344" fmla="*/ 27207 h 1133046"/>
              <a:gd name="connsiteX345" fmla="*/ 620644 w 1088335"/>
              <a:gd name="connsiteY345" fmla="*/ 28246 h 1133046"/>
              <a:gd name="connsiteX346" fmla="*/ 623575 w 1088335"/>
              <a:gd name="connsiteY346" fmla="*/ 30444 h 1133046"/>
              <a:gd name="connsiteX347" fmla="*/ 625014 w 1088335"/>
              <a:gd name="connsiteY347" fmla="*/ 31543 h 1133046"/>
              <a:gd name="connsiteX348" fmla="*/ 629407 w 1088335"/>
              <a:gd name="connsiteY348" fmla="*/ 35024 h 1133046"/>
              <a:gd name="connsiteX349" fmla="*/ 630845 w 1088335"/>
              <a:gd name="connsiteY349" fmla="*/ 36246 h 1133046"/>
              <a:gd name="connsiteX350" fmla="*/ 633777 w 1088335"/>
              <a:gd name="connsiteY350" fmla="*/ 38689 h 1133046"/>
              <a:gd name="connsiteX351" fmla="*/ 635208 w 1088335"/>
              <a:gd name="connsiteY351" fmla="*/ 39972 h 1133046"/>
              <a:gd name="connsiteX352" fmla="*/ 638139 w 1088335"/>
              <a:gd name="connsiteY352" fmla="*/ 42537 h 1133046"/>
              <a:gd name="connsiteX353" fmla="*/ 639609 w 1088335"/>
              <a:gd name="connsiteY353" fmla="*/ 43881 h 1133046"/>
              <a:gd name="connsiteX354" fmla="*/ 641047 w 1088335"/>
              <a:gd name="connsiteY354" fmla="*/ 45224 h 1133046"/>
              <a:gd name="connsiteX355" fmla="*/ 642509 w 1088335"/>
              <a:gd name="connsiteY355" fmla="*/ 46567 h 1133046"/>
              <a:gd name="connsiteX356" fmla="*/ 643978 w 1088335"/>
              <a:gd name="connsiteY356" fmla="*/ 47942 h 1133046"/>
              <a:gd name="connsiteX357" fmla="*/ 645409 w 1088335"/>
              <a:gd name="connsiteY357" fmla="*/ 49346 h 1133046"/>
              <a:gd name="connsiteX358" fmla="*/ 646879 w 1088335"/>
              <a:gd name="connsiteY358" fmla="*/ 50751 h 1133046"/>
              <a:gd name="connsiteX359" fmla="*/ 648340 w 1088335"/>
              <a:gd name="connsiteY359" fmla="*/ 52217 h 1133046"/>
              <a:gd name="connsiteX360" fmla="*/ 649810 w 1088335"/>
              <a:gd name="connsiteY360" fmla="*/ 53652 h 1133046"/>
              <a:gd name="connsiteX361" fmla="*/ 651241 w 1088335"/>
              <a:gd name="connsiteY361" fmla="*/ 55118 h 1133046"/>
              <a:gd name="connsiteX362" fmla="*/ 652710 w 1088335"/>
              <a:gd name="connsiteY362" fmla="*/ 56645 h 1133046"/>
              <a:gd name="connsiteX363" fmla="*/ 654172 w 1088335"/>
              <a:gd name="connsiteY363" fmla="*/ 58141 h 1133046"/>
              <a:gd name="connsiteX364" fmla="*/ 655610 w 1088335"/>
              <a:gd name="connsiteY364" fmla="*/ 59668 h 1133046"/>
              <a:gd name="connsiteX365" fmla="*/ 657072 w 1088335"/>
              <a:gd name="connsiteY365" fmla="*/ 61255 h 1133046"/>
              <a:gd name="connsiteX366" fmla="*/ 658542 w 1088335"/>
              <a:gd name="connsiteY366" fmla="*/ 62812 h 1133046"/>
              <a:gd name="connsiteX367" fmla="*/ 660004 w 1088335"/>
              <a:gd name="connsiteY367" fmla="*/ 64401 h 1133046"/>
              <a:gd name="connsiteX368" fmla="*/ 661442 w 1088335"/>
              <a:gd name="connsiteY368" fmla="*/ 66019 h 1133046"/>
              <a:gd name="connsiteX369" fmla="*/ 662904 w 1088335"/>
              <a:gd name="connsiteY369" fmla="*/ 67637 h 1133046"/>
              <a:gd name="connsiteX370" fmla="*/ 664374 w 1088335"/>
              <a:gd name="connsiteY370" fmla="*/ 69287 h 1133046"/>
              <a:gd name="connsiteX371" fmla="*/ 665812 w 1088335"/>
              <a:gd name="connsiteY371" fmla="*/ 70966 h 1133046"/>
              <a:gd name="connsiteX372" fmla="*/ 667274 w 1088335"/>
              <a:gd name="connsiteY372" fmla="*/ 72645 h 1133046"/>
              <a:gd name="connsiteX373" fmla="*/ 668743 w 1088335"/>
              <a:gd name="connsiteY373" fmla="*/ 74355 h 1133046"/>
              <a:gd name="connsiteX374" fmla="*/ 670174 w 1088335"/>
              <a:gd name="connsiteY374" fmla="*/ 76096 h 1133046"/>
              <a:gd name="connsiteX375" fmla="*/ 673106 w 1088335"/>
              <a:gd name="connsiteY375" fmla="*/ 79577 h 1133046"/>
              <a:gd name="connsiteX376" fmla="*/ 674575 w 1088335"/>
              <a:gd name="connsiteY376" fmla="*/ 81378 h 1133046"/>
              <a:gd name="connsiteX377" fmla="*/ 676006 w 1088335"/>
              <a:gd name="connsiteY377" fmla="*/ 83180 h 1133046"/>
              <a:gd name="connsiteX378" fmla="*/ 677475 w 1088335"/>
              <a:gd name="connsiteY378" fmla="*/ 84982 h 1133046"/>
              <a:gd name="connsiteX379" fmla="*/ 678937 w 1088335"/>
              <a:gd name="connsiteY379" fmla="*/ 86845 h 1133046"/>
              <a:gd name="connsiteX380" fmla="*/ 680376 w 1088335"/>
              <a:gd name="connsiteY380" fmla="*/ 88707 h 1133046"/>
              <a:gd name="connsiteX381" fmla="*/ 681837 w 1088335"/>
              <a:gd name="connsiteY381" fmla="*/ 90570 h 1133046"/>
              <a:gd name="connsiteX382" fmla="*/ 683307 w 1088335"/>
              <a:gd name="connsiteY382" fmla="*/ 92494 h 1133046"/>
              <a:gd name="connsiteX383" fmla="*/ 684769 w 1088335"/>
              <a:gd name="connsiteY383" fmla="*/ 94387 h 1133046"/>
              <a:gd name="connsiteX384" fmla="*/ 686207 w 1088335"/>
              <a:gd name="connsiteY384" fmla="*/ 96311 h 1133046"/>
              <a:gd name="connsiteX385" fmla="*/ 687669 w 1088335"/>
              <a:gd name="connsiteY385" fmla="*/ 98296 h 1133046"/>
              <a:gd name="connsiteX386" fmla="*/ 689139 w 1088335"/>
              <a:gd name="connsiteY386" fmla="*/ 100250 h 1133046"/>
              <a:gd name="connsiteX387" fmla="*/ 690569 w 1088335"/>
              <a:gd name="connsiteY387" fmla="*/ 102235 h 1133046"/>
              <a:gd name="connsiteX388" fmla="*/ 693508 w 1088335"/>
              <a:gd name="connsiteY388" fmla="*/ 106266 h 1133046"/>
              <a:gd name="connsiteX389" fmla="*/ 694970 w 1088335"/>
              <a:gd name="connsiteY389" fmla="*/ 108311 h 1133046"/>
              <a:gd name="connsiteX390" fmla="*/ 696409 w 1088335"/>
              <a:gd name="connsiteY390" fmla="*/ 110388 h 1133046"/>
              <a:gd name="connsiteX391" fmla="*/ 699340 w 1088335"/>
              <a:gd name="connsiteY391" fmla="*/ 114541 h 1133046"/>
              <a:gd name="connsiteX392" fmla="*/ 700771 w 1088335"/>
              <a:gd name="connsiteY392" fmla="*/ 116679 h 1133046"/>
              <a:gd name="connsiteX393" fmla="*/ 703702 w 1088335"/>
              <a:gd name="connsiteY393" fmla="*/ 120953 h 1133046"/>
              <a:gd name="connsiteX394" fmla="*/ 705172 w 1088335"/>
              <a:gd name="connsiteY394" fmla="*/ 123152 h 1133046"/>
              <a:gd name="connsiteX395" fmla="*/ 706603 w 1088335"/>
              <a:gd name="connsiteY395" fmla="*/ 125320 h 1133046"/>
              <a:gd name="connsiteX396" fmla="*/ 708072 w 1088335"/>
              <a:gd name="connsiteY396" fmla="*/ 127519 h 1133046"/>
              <a:gd name="connsiteX397" fmla="*/ 709534 w 1088335"/>
              <a:gd name="connsiteY397" fmla="*/ 129778 h 1133046"/>
              <a:gd name="connsiteX398" fmla="*/ 710972 w 1088335"/>
              <a:gd name="connsiteY398" fmla="*/ 132008 h 1133046"/>
              <a:gd name="connsiteX399" fmla="*/ 712434 w 1088335"/>
              <a:gd name="connsiteY399" fmla="*/ 134268 h 1133046"/>
              <a:gd name="connsiteX400" fmla="*/ 715366 w 1088335"/>
              <a:gd name="connsiteY400" fmla="*/ 138848 h 1133046"/>
              <a:gd name="connsiteX401" fmla="*/ 716804 w 1088335"/>
              <a:gd name="connsiteY401" fmla="*/ 141138 h 1133046"/>
              <a:gd name="connsiteX402" fmla="*/ 719735 w 1088335"/>
              <a:gd name="connsiteY402" fmla="*/ 145840 h 1133046"/>
              <a:gd name="connsiteX403" fmla="*/ 721174 w 1088335"/>
              <a:gd name="connsiteY403" fmla="*/ 148192 h 1133046"/>
              <a:gd name="connsiteX404" fmla="*/ 722636 w 1088335"/>
              <a:gd name="connsiteY404" fmla="*/ 150604 h 1133046"/>
              <a:gd name="connsiteX405" fmla="*/ 724105 w 1088335"/>
              <a:gd name="connsiteY405" fmla="*/ 152986 h 1133046"/>
              <a:gd name="connsiteX406" fmla="*/ 725567 w 1088335"/>
              <a:gd name="connsiteY406" fmla="*/ 155399 h 1133046"/>
              <a:gd name="connsiteX407" fmla="*/ 727005 w 1088335"/>
              <a:gd name="connsiteY407" fmla="*/ 157872 h 1133046"/>
              <a:gd name="connsiteX408" fmla="*/ 729937 w 1088335"/>
              <a:gd name="connsiteY408" fmla="*/ 162758 h 1133046"/>
              <a:gd name="connsiteX409" fmla="*/ 731368 w 1088335"/>
              <a:gd name="connsiteY409" fmla="*/ 165262 h 1133046"/>
              <a:gd name="connsiteX410" fmla="*/ 732837 w 1088335"/>
              <a:gd name="connsiteY410" fmla="*/ 167766 h 1133046"/>
              <a:gd name="connsiteX411" fmla="*/ 734299 w 1088335"/>
              <a:gd name="connsiteY411" fmla="*/ 170300 h 1133046"/>
              <a:gd name="connsiteX412" fmla="*/ 735737 w 1088335"/>
              <a:gd name="connsiteY412" fmla="*/ 172835 h 1133046"/>
              <a:gd name="connsiteX413" fmla="*/ 738669 w 1088335"/>
              <a:gd name="connsiteY413" fmla="*/ 177965 h 1133046"/>
              <a:gd name="connsiteX414" fmla="*/ 740131 w 1088335"/>
              <a:gd name="connsiteY414" fmla="*/ 180560 h 1133046"/>
              <a:gd name="connsiteX415" fmla="*/ 741569 w 1088335"/>
              <a:gd name="connsiteY415" fmla="*/ 183187 h 1133046"/>
              <a:gd name="connsiteX416" fmla="*/ 743031 w 1088335"/>
              <a:gd name="connsiteY416" fmla="*/ 185782 h 1133046"/>
              <a:gd name="connsiteX417" fmla="*/ 744501 w 1088335"/>
              <a:gd name="connsiteY417" fmla="*/ 188438 h 1133046"/>
              <a:gd name="connsiteX418" fmla="*/ 745939 w 1088335"/>
              <a:gd name="connsiteY418" fmla="*/ 191095 h 1133046"/>
              <a:gd name="connsiteX419" fmla="*/ 747401 w 1088335"/>
              <a:gd name="connsiteY419" fmla="*/ 193752 h 1133046"/>
              <a:gd name="connsiteX420" fmla="*/ 748870 w 1088335"/>
              <a:gd name="connsiteY420" fmla="*/ 196470 h 1133046"/>
              <a:gd name="connsiteX421" fmla="*/ 750332 w 1088335"/>
              <a:gd name="connsiteY421" fmla="*/ 199156 h 1133046"/>
              <a:gd name="connsiteX422" fmla="*/ 751771 w 1088335"/>
              <a:gd name="connsiteY422" fmla="*/ 201875 h 1133046"/>
              <a:gd name="connsiteX423" fmla="*/ 753232 w 1088335"/>
              <a:gd name="connsiteY423" fmla="*/ 204623 h 1133046"/>
              <a:gd name="connsiteX424" fmla="*/ 754702 w 1088335"/>
              <a:gd name="connsiteY424" fmla="*/ 207401 h 1133046"/>
              <a:gd name="connsiteX425" fmla="*/ 756133 w 1088335"/>
              <a:gd name="connsiteY425" fmla="*/ 210150 h 1133046"/>
              <a:gd name="connsiteX426" fmla="*/ 760534 w 1088335"/>
              <a:gd name="connsiteY426" fmla="*/ 218578 h 1133046"/>
              <a:gd name="connsiteX427" fmla="*/ 761964 w 1088335"/>
              <a:gd name="connsiteY427" fmla="*/ 221418 h 1133046"/>
              <a:gd name="connsiteX428" fmla="*/ 763434 w 1088335"/>
              <a:gd name="connsiteY428" fmla="*/ 224288 h 1133046"/>
              <a:gd name="connsiteX429" fmla="*/ 764896 w 1088335"/>
              <a:gd name="connsiteY429" fmla="*/ 227128 h 1133046"/>
              <a:gd name="connsiteX430" fmla="*/ 766334 w 1088335"/>
              <a:gd name="connsiteY430" fmla="*/ 230029 h 1133046"/>
              <a:gd name="connsiteX431" fmla="*/ 769266 w 1088335"/>
              <a:gd name="connsiteY431" fmla="*/ 235830 h 1133046"/>
              <a:gd name="connsiteX432" fmla="*/ 770728 w 1088335"/>
              <a:gd name="connsiteY432" fmla="*/ 238792 h 1133046"/>
              <a:gd name="connsiteX433" fmla="*/ 772166 w 1088335"/>
              <a:gd name="connsiteY433" fmla="*/ 241724 h 1133046"/>
              <a:gd name="connsiteX434" fmla="*/ 773635 w 1088335"/>
              <a:gd name="connsiteY434" fmla="*/ 244687 h 1133046"/>
              <a:gd name="connsiteX435" fmla="*/ 775097 w 1088335"/>
              <a:gd name="connsiteY435" fmla="*/ 247679 h 1133046"/>
              <a:gd name="connsiteX436" fmla="*/ 776536 w 1088335"/>
              <a:gd name="connsiteY436" fmla="*/ 250671 h 1133046"/>
              <a:gd name="connsiteX437" fmla="*/ 777998 w 1088335"/>
              <a:gd name="connsiteY437" fmla="*/ 253664 h 1133046"/>
              <a:gd name="connsiteX438" fmla="*/ 779467 w 1088335"/>
              <a:gd name="connsiteY438" fmla="*/ 256717 h 1133046"/>
              <a:gd name="connsiteX439" fmla="*/ 780929 w 1088335"/>
              <a:gd name="connsiteY439" fmla="*/ 259740 h 1133046"/>
              <a:gd name="connsiteX440" fmla="*/ 782367 w 1088335"/>
              <a:gd name="connsiteY440" fmla="*/ 262794 h 1133046"/>
              <a:gd name="connsiteX441" fmla="*/ 785299 w 1088335"/>
              <a:gd name="connsiteY441" fmla="*/ 268962 h 1133046"/>
              <a:gd name="connsiteX442" fmla="*/ 786729 w 1088335"/>
              <a:gd name="connsiteY442" fmla="*/ 272047 h 1133046"/>
              <a:gd name="connsiteX443" fmla="*/ 788199 w 1088335"/>
              <a:gd name="connsiteY443" fmla="*/ 275192 h 1133046"/>
              <a:gd name="connsiteX444" fmla="*/ 789661 w 1088335"/>
              <a:gd name="connsiteY444" fmla="*/ 278306 h 1133046"/>
              <a:gd name="connsiteX445" fmla="*/ 791131 w 1088335"/>
              <a:gd name="connsiteY445" fmla="*/ 281452 h 1133046"/>
              <a:gd name="connsiteX446" fmla="*/ 792561 w 1088335"/>
              <a:gd name="connsiteY446" fmla="*/ 284627 h 1133046"/>
              <a:gd name="connsiteX447" fmla="*/ 795493 w 1088335"/>
              <a:gd name="connsiteY447" fmla="*/ 290979 h 1133046"/>
              <a:gd name="connsiteX448" fmla="*/ 796931 w 1088335"/>
              <a:gd name="connsiteY448" fmla="*/ 294185 h 1133046"/>
              <a:gd name="connsiteX449" fmla="*/ 798393 w 1088335"/>
              <a:gd name="connsiteY449" fmla="*/ 297422 h 1133046"/>
              <a:gd name="connsiteX450" fmla="*/ 799862 w 1088335"/>
              <a:gd name="connsiteY450" fmla="*/ 300628 h 1133046"/>
              <a:gd name="connsiteX451" fmla="*/ 801301 w 1088335"/>
              <a:gd name="connsiteY451" fmla="*/ 303896 h 1133046"/>
              <a:gd name="connsiteX452" fmla="*/ 804232 w 1088335"/>
              <a:gd name="connsiteY452" fmla="*/ 310431 h 1133046"/>
              <a:gd name="connsiteX453" fmla="*/ 805694 w 1088335"/>
              <a:gd name="connsiteY453" fmla="*/ 313729 h 1133046"/>
              <a:gd name="connsiteX454" fmla="*/ 807132 w 1088335"/>
              <a:gd name="connsiteY454" fmla="*/ 317027 h 1133046"/>
              <a:gd name="connsiteX455" fmla="*/ 810064 w 1088335"/>
              <a:gd name="connsiteY455" fmla="*/ 323683 h 1133046"/>
              <a:gd name="connsiteX456" fmla="*/ 811495 w 1088335"/>
              <a:gd name="connsiteY456" fmla="*/ 327042 h 1133046"/>
              <a:gd name="connsiteX457" fmla="*/ 812964 w 1088335"/>
              <a:gd name="connsiteY457" fmla="*/ 330401 h 1133046"/>
              <a:gd name="connsiteX458" fmla="*/ 815896 w 1088335"/>
              <a:gd name="connsiteY458" fmla="*/ 337180 h 1133046"/>
              <a:gd name="connsiteX459" fmla="*/ 817326 w 1088335"/>
              <a:gd name="connsiteY459" fmla="*/ 340570 h 1133046"/>
              <a:gd name="connsiteX460" fmla="*/ 820258 w 1088335"/>
              <a:gd name="connsiteY460" fmla="*/ 347410 h 1133046"/>
              <a:gd name="connsiteX461" fmla="*/ 821696 w 1088335"/>
              <a:gd name="connsiteY461" fmla="*/ 350861 h 1133046"/>
              <a:gd name="connsiteX462" fmla="*/ 823158 w 1088335"/>
              <a:gd name="connsiteY462" fmla="*/ 354311 h 1133046"/>
              <a:gd name="connsiteX463" fmla="*/ 826089 w 1088335"/>
              <a:gd name="connsiteY463" fmla="*/ 361273 h 1133046"/>
              <a:gd name="connsiteX464" fmla="*/ 827528 w 1088335"/>
              <a:gd name="connsiteY464" fmla="*/ 364785 h 1133046"/>
              <a:gd name="connsiteX465" fmla="*/ 828997 w 1088335"/>
              <a:gd name="connsiteY465" fmla="*/ 368297 h 1133046"/>
              <a:gd name="connsiteX466" fmla="*/ 830459 w 1088335"/>
              <a:gd name="connsiteY466" fmla="*/ 371778 h 1133046"/>
              <a:gd name="connsiteX467" fmla="*/ 831898 w 1088335"/>
              <a:gd name="connsiteY467" fmla="*/ 375351 h 1133046"/>
              <a:gd name="connsiteX468" fmla="*/ 834829 w 1088335"/>
              <a:gd name="connsiteY468" fmla="*/ 382435 h 1133046"/>
              <a:gd name="connsiteX469" fmla="*/ 836291 w 1088335"/>
              <a:gd name="connsiteY469" fmla="*/ 386038 h 1133046"/>
              <a:gd name="connsiteX470" fmla="*/ 837729 w 1088335"/>
              <a:gd name="connsiteY470" fmla="*/ 389611 h 1133046"/>
              <a:gd name="connsiteX471" fmla="*/ 840661 w 1088335"/>
              <a:gd name="connsiteY471" fmla="*/ 396818 h 1133046"/>
              <a:gd name="connsiteX472" fmla="*/ 842091 w 1088335"/>
              <a:gd name="connsiteY472" fmla="*/ 400451 h 1133046"/>
              <a:gd name="connsiteX473" fmla="*/ 843561 w 1088335"/>
              <a:gd name="connsiteY473" fmla="*/ 404085 h 1133046"/>
              <a:gd name="connsiteX474" fmla="*/ 846492 w 1088335"/>
              <a:gd name="connsiteY474" fmla="*/ 411414 h 1133046"/>
              <a:gd name="connsiteX475" fmla="*/ 847923 w 1088335"/>
              <a:gd name="connsiteY475" fmla="*/ 415078 h 1133046"/>
              <a:gd name="connsiteX476" fmla="*/ 850855 w 1088335"/>
              <a:gd name="connsiteY476" fmla="*/ 422468 h 1133046"/>
              <a:gd name="connsiteX477" fmla="*/ 852293 w 1088335"/>
              <a:gd name="connsiteY477" fmla="*/ 426163 h 1133046"/>
              <a:gd name="connsiteX478" fmla="*/ 853762 w 1088335"/>
              <a:gd name="connsiteY478" fmla="*/ 429919 h 1133046"/>
              <a:gd name="connsiteX479" fmla="*/ 855224 w 1088335"/>
              <a:gd name="connsiteY479" fmla="*/ 433644 h 1133046"/>
              <a:gd name="connsiteX480" fmla="*/ 856663 w 1088335"/>
              <a:gd name="connsiteY480" fmla="*/ 437370 h 1133046"/>
              <a:gd name="connsiteX481" fmla="*/ 858125 w 1088335"/>
              <a:gd name="connsiteY481" fmla="*/ 441156 h 1133046"/>
              <a:gd name="connsiteX482" fmla="*/ 859594 w 1088335"/>
              <a:gd name="connsiteY482" fmla="*/ 444912 h 1133046"/>
              <a:gd name="connsiteX483" fmla="*/ 861056 w 1088335"/>
              <a:gd name="connsiteY483" fmla="*/ 448698 h 1133046"/>
              <a:gd name="connsiteX484" fmla="*/ 862494 w 1088335"/>
              <a:gd name="connsiteY484" fmla="*/ 452485 h 1133046"/>
              <a:gd name="connsiteX485" fmla="*/ 865426 w 1088335"/>
              <a:gd name="connsiteY485" fmla="*/ 460119 h 1133046"/>
              <a:gd name="connsiteX486" fmla="*/ 866856 w 1088335"/>
              <a:gd name="connsiteY486" fmla="*/ 463936 h 1133046"/>
              <a:gd name="connsiteX487" fmla="*/ 869788 w 1088335"/>
              <a:gd name="connsiteY487" fmla="*/ 471631 h 1133046"/>
              <a:gd name="connsiteX488" fmla="*/ 871257 w 1088335"/>
              <a:gd name="connsiteY488" fmla="*/ 475509 h 1133046"/>
              <a:gd name="connsiteX489" fmla="*/ 872688 w 1088335"/>
              <a:gd name="connsiteY489" fmla="*/ 479357 h 1133046"/>
              <a:gd name="connsiteX490" fmla="*/ 874158 w 1088335"/>
              <a:gd name="connsiteY490" fmla="*/ 483235 h 1133046"/>
              <a:gd name="connsiteX491" fmla="*/ 875620 w 1088335"/>
              <a:gd name="connsiteY491" fmla="*/ 487144 h 1133046"/>
              <a:gd name="connsiteX492" fmla="*/ 877058 w 1088335"/>
              <a:gd name="connsiteY492" fmla="*/ 491052 h 1133046"/>
              <a:gd name="connsiteX493" fmla="*/ 878520 w 1088335"/>
              <a:gd name="connsiteY493" fmla="*/ 494961 h 1133046"/>
              <a:gd name="connsiteX494" fmla="*/ 881451 w 1088335"/>
              <a:gd name="connsiteY494" fmla="*/ 502839 h 1133046"/>
              <a:gd name="connsiteX495" fmla="*/ 882890 w 1088335"/>
              <a:gd name="connsiteY495" fmla="*/ 506778 h 1133046"/>
              <a:gd name="connsiteX496" fmla="*/ 885821 w 1088335"/>
              <a:gd name="connsiteY496" fmla="*/ 514718 h 1133046"/>
              <a:gd name="connsiteX497" fmla="*/ 887259 w 1088335"/>
              <a:gd name="connsiteY497" fmla="*/ 518687 h 1133046"/>
              <a:gd name="connsiteX498" fmla="*/ 891653 w 1088335"/>
              <a:gd name="connsiteY498" fmla="*/ 530688 h 1133046"/>
              <a:gd name="connsiteX499" fmla="*/ 893091 w 1088335"/>
              <a:gd name="connsiteY499" fmla="*/ 534719 h 1133046"/>
              <a:gd name="connsiteX500" fmla="*/ 894553 w 1088335"/>
              <a:gd name="connsiteY500" fmla="*/ 538719 h 1133046"/>
              <a:gd name="connsiteX501" fmla="*/ 896023 w 1088335"/>
              <a:gd name="connsiteY501" fmla="*/ 542750 h 1133046"/>
              <a:gd name="connsiteX502" fmla="*/ 897453 w 1088335"/>
              <a:gd name="connsiteY502" fmla="*/ 546811 h 1133046"/>
              <a:gd name="connsiteX503" fmla="*/ 900385 w 1088335"/>
              <a:gd name="connsiteY503" fmla="*/ 554934 h 1133046"/>
              <a:gd name="connsiteX504" fmla="*/ 901854 w 1088335"/>
              <a:gd name="connsiteY504" fmla="*/ 559026 h 1133046"/>
              <a:gd name="connsiteX505" fmla="*/ 903285 w 1088335"/>
              <a:gd name="connsiteY505" fmla="*/ 563117 h 1133046"/>
              <a:gd name="connsiteX506" fmla="*/ 904754 w 1088335"/>
              <a:gd name="connsiteY506" fmla="*/ 567210 h 1133046"/>
              <a:gd name="connsiteX507" fmla="*/ 906216 w 1088335"/>
              <a:gd name="connsiteY507" fmla="*/ 571332 h 1133046"/>
              <a:gd name="connsiteX508" fmla="*/ 907655 w 1088335"/>
              <a:gd name="connsiteY508" fmla="*/ 575424 h 1133046"/>
              <a:gd name="connsiteX509" fmla="*/ 909124 w 1088335"/>
              <a:gd name="connsiteY509" fmla="*/ 579546 h 1133046"/>
              <a:gd name="connsiteX510" fmla="*/ 910586 w 1088335"/>
              <a:gd name="connsiteY510" fmla="*/ 583699 h 1133046"/>
              <a:gd name="connsiteX511" fmla="*/ 912056 w 1088335"/>
              <a:gd name="connsiteY511" fmla="*/ 587821 h 1133046"/>
              <a:gd name="connsiteX512" fmla="*/ 913486 w 1088335"/>
              <a:gd name="connsiteY512" fmla="*/ 591974 h 1133046"/>
              <a:gd name="connsiteX513" fmla="*/ 914956 w 1088335"/>
              <a:gd name="connsiteY513" fmla="*/ 596157 h 1133046"/>
              <a:gd name="connsiteX514" fmla="*/ 916418 w 1088335"/>
              <a:gd name="connsiteY514" fmla="*/ 600308 h 1133046"/>
              <a:gd name="connsiteX515" fmla="*/ 917856 w 1088335"/>
              <a:gd name="connsiteY515" fmla="*/ 604490 h 1133046"/>
              <a:gd name="connsiteX516" fmla="*/ 919318 w 1088335"/>
              <a:gd name="connsiteY516" fmla="*/ 608680 h 1133046"/>
              <a:gd name="connsiteX517" fmla="*/ 920788 w 1088335"/>
              <a:gd name="connsiteY517" fmla="*/ 612894 h 1133046"/>
              <a:gd name="connsiteX518" fmla="*/ 922218 w 1088335"/>
              <a:gd name="connsiteY518" fmla="*/ 617076 h 1133046"/>
              <a:gd name="connsiteX519" fmla="*/ 925150 w 1088335"/>
              <a:gd name="connsiteY519" fmla="*/ 625503 h 1133046"/>
              <a:gd name="connsiteX520" fmla="*/ 926619 w 1088335"/>
              <a:gd name="connsiteY520" fmla="*/ 629748 h 1133046"/>
              <a:gd name="connsiteX521" fmla="*/ 928050 w 1088335"/>
              <a:gd name="connsiteY521" fmla="*/ 633993 h 1133046"/>
              <a:gd name="connsiteX522" fmla="*/ 930981 w 1088335"/>
              <a:gd name="connsiteY522" fmla="*/ 642482 h 1133046"/>
              <a:gd name="connsiteX523" fmla="*/ 932420 w 1088335"/>
              <a:gd name="connsiteY523" fmla="*/ 646758 h 1133046"/>
              <a:gd name="connsiteX524" fmla="*/ 933889 w 1088335"/>
              <a:gd name="connsiteY524" fmla="*/ 651003 h 1133046"/>
              <a:gd name="connsiteX525" fmla="*/ 935351 w 1088335"/>
              <a:gd name="connsiteY525" fmla="*/ 655279 h 1133046"/>
              <a:gd name="connsiteX526" fmla="*/ 936813 w 1088335"/>
              <a:gd name="connsiteY526" fmla="*/ 659578 h 1133046"/>
              <a:gd name="connsiteX527" fmla="*/ 938251 w 1088335"/>
              <a:gd name="connsiteY527" fmla="*/ 663854 h 1133046"/>
              <a:gd name="connsiteX528" fmla="*/ 941183 w 1088335"/>
              <a:gd name="connsiteY528" fmla="*/ 672469 h 1133046"/>
              <a:gd name="connsiteX529" fmla="*/ 942621 w 1088335"/>
              <a:gd name="connsiteY529" fmla="*/ 676800 h 1133046"/>
              <a:gd name="connsiteX530" fmla="*/ 944083 w 1088335"/>
              <a:gd name="connsiteY530" fmla="*/ 681107 h 1133046"/>
              <a:gd name="connsiteX531" fmla="*/ 947015 w 1088335"/>
              <a:gd name="connsiteY531" fmla="*/ 689784 h 1133046"/>
              <a:gd name="connsiteX532" fmla="*/ 948453 w 1088335"/>
              <a:gd name="connsiteY532" fmla="*/ 694115 h 1133046"/>
              <a:gd name="connsiteX533" fmla="*/ 949915 w 1088335"/>
              <a:gd name="connsiteY533" fmla="*/ 698485 h 1133046"/>
              <a:gd name="connsiteX534" fmla="*/ 951384 w 1088335"/>
              <a:gd name="connsiteY534" fmla="*/ 702824 h 1133046"/>
              <a:gd name="connsiteX535" fmla="*/ 952815 w 1088335"/>
              <a:gd name="connsiteY535" fmla="*/ 707186 h 1133046"/>
              <a:gd name="connsiteX536" fmla="*/ 954285 w 1088335"/>
              <a:gd name="connsiteY536" fmla="*/ 711587 h 1133046"/>
              <a:gd name="connsiteX537" fmla="*/ 957216 w 1088335"/>
              <a:gd name="connsiteY537" fmla="*/ 720319 h 1133046"/>
              <a:gd name="connsiteX538" fmla="*/ 958647 w 1088335"/>
              <a:gd name="connsiteY538" fmla="*/ 724712 h 1133046"/>
              <a:gd name="connsiteX539" fmla="*/ 960116 w 1088335"/>
              <a:gd name="connsiteY539" fmla="*/ 729113 h 1133046"/>
              <a:gd name="connsiteX540" fmla="*/ 961578 w 1088335"/>
              <a:gd name="connsiteY540" fmla="*/ 733538 h 1133046"/>
              <a:gd name="connsiteX541" fmla="*/ 963017 w 1088335"/>
              <a:gd name="connsiteY541" fmla="*/ 737939 h 1133046"/>
              <a:gd name="connsiteX542" fmla="*/ 967418 w 1088335"/>
              <a:gd name="connsiteY542" fmla="*/ 751220 h 1133046"/>
              <a:gd name="connsiteX543" fmla="*/ 968848 w 1088335"/>
              <a:gd name="connsiteY543" fmla="*/ 755645 h 1133046"/>
              <a:gd name="connsiteX544" fmla="*/ 970318 w 1088335"/>
              <a:gd name="connsiteY544" fmla="*/ 760077 h 1133046"/>
              <a:gd name="connsiteX545" fmla="*/ 971780 w 1088335"/>
              <a:gd name="connsiteY545" fmla="*/ 764533 h 1133046"/>
              <a:gd name="connsiteX546" fmla="*/ 973218 w 1088335"/>
              <a:gd name="connsiteY546" fmla="*/ 768989 h 1133046"/>
              <a:gd name="connsiteX547" fmla="*/ 976149 w 1088335"/>
              <a:gd name="connsiteY547" fmla="*/ 777908 h 1133046"/>
              <a:gd name="connsiteX548" fmla="*/ 977611 w 1088335"/>
              <a:gd name="connsiteY548" fmla="*/ 782395 h 1133046"/>
              <a:gd name="connsiteX549" fmla="*/ 979050 w 1088335"/>
              <a:gd name="connsiteY549" fmla="*/ 786859 h 1133046"/>
              <a:gd name="connsiteX550" fmla="*/ 981981 w 1088335"/>
              <a:gd name="connsiteY550" fmla="*/ 795833 h 1133046"/>
              <a:gd name="connsiteX551" fmla="*/ 983412 w 1088335"/>
              <a:gd name="connsiteY551" fmla="*/ 800320 h 1133046"/>
              <a:gd name="connsiteX552" fmla="*/ 984881 w 1088335"/>
              <a:gd name="connsiteY552" fmla="*/ 804839 h 1133046"/>
              <a:gd name="connsiteX553" fmla="*/ 986343 w 1088335"/>
              <a:gd name="connsiteY553" fmla="*/ 809334 h 1133046"/>
              <a:gd name="connsiteX554" fmla="*/ 987782 w 1088335"/>
              <a:gd name="connsiteY554" fmla="*/ 813852 h 1133046"/>
              <a:gd name="connsiteX555" fmla="*/ 992183 w 1088335"/>
              <a:gd name="connsiteY555" fmla="*/ 827407 h 1133046"/>
              <a:gd name="connsiteX556" fmla="*/ 993613 w 1088335"/>
              <a:gd name="connsiteY556" fmla="*/ 831926 h 1133046"/>
              <a:gd name="connsiteX557" fmla="*/ 995083 w 1088335"/>
              <a:gd name="connsiteY557" fmla="*/ 836475 h 1133046"/>
              <a:gd name="connsiteX558" fmla="*/ 996545 w 1088335"/>
              <a:gd name="connsiteY558" fmla="*/ 840994 h 1133046"/>
              <a:gd name="connsiteX559" fmla="*/ 997983 w 1088335"/>
              <a:gd name="connsiteY559" fmla="*/ 845543 h 1133046"/>
              <a:gd name="connsiteX560" fmla="*/ 1002376 w 1088335"/>
              <a:gd name="connsiteY560" fmla="*/ 859200 h 1133046"/>
              <a:gd name="connsiteX561" fmla="*/ 1003815 w 1088335"/>
              <a:gd name="connsiteY561" fmla="*/ 863750 h 1133046"/>
              <a:gd name="connsiteX562" fmla="*/ 1005277 w 1088335"/>
              <a:gd name="connsiteY562" fmla="*/ 868323 h 1133046"/>
              <a:gd name="connsiteX563" fmla="*/ 1006746 w 1088335"/>
              <a:gd name="connsiteY563" fmla="*/ 872880 h 1133046"/>
              <a:gd name="connsiteX564" fmla="*/ 1008177 w 1088335"/>
              <a:gd name="connsiteY564" fmla="*/ 877453 h 1133046"/>
              <a:gd name="connsiteX565" fmla="*/ 1012578 w 1088335"/>
              <a:gd name="connsiteY565" fmla="*/ 891196 h 1133046"/>
              <a:gd name="connsiteX566" fmla="*/ 1014016 w 1088335"/>
              <a:gd name="connsiteY566" fmla="*/ 895777 h 1133046"/>
              <a:gd name="connsiteX567" fmla="*/ 1015478 w 1088335"/>
              <a:gd name="connsiteY567" fmla="*/ 900389 h 1133046"/>
              <a:gd name="connsiteX568" fmla="*/ 1016940 w 1088335"/>
              <a:gd name="connsiteY568" fmla="*/ 904970 h 1133046"/>
              <a:gd name="connsiteX569" fmla="*/ 1018378 w 1088335"/>
              <a:gd name="connsiteY569" fmla="*/ 909582 h 1133046"/>
              <a:gd name="connsiteX570" fmla="*/ 1019848 w 1088335"/>
              <a:gd name="connsiteY570" fmla="*/ 914163 h 1133046"/>
              <a:gd name="connsiteX571" fmla="*/ 1022779 w 1088335"/>
              <a:gd name="connsiteY571" fmla="*/ 923380 h 1133046"/>
              <a:gd name="connsiteX572" fmla="*/ 1024210 w 1088335"/>
              <a:gd name="connsiteY572" fmla="*/ 927992 h 1133046"/>
              <a:gd name="connsiteX573" fmla="*/ 1027142 w 1088335"/>
              <a:gd name="connsiteY573" fmla="*/ 937216 h 1133046"/>
              <a:gd name="connsiteX574" fmla="*/ 1028580 w 1088335"/>
              <a:gd name="connsiteY574" fmla="*/ 941860 h 1133046"/>
              <a:gd name="connsiteX575" fmla="*/ 1030042 w 1088335"/>
              <a:gd name="connsiteY575" fmla="*/ 946472 h 1133046"/>
              <a:gd name="connsiteX576" fmla="*/ 1031511 w 1088335"/>
              <a:gd name="connsiteY576" fmla="*/ 951108 h 1133046"/>
              <a:gd name="connsiteX577" fmla="*/ 1032973 w 1088335"/>
              <a:gd name="connsiteY577" fmla="*/ 955720 h 1133046"/>
              <a:gd name="connsiteX578" fmla="*/ 1034412 w 1088335"/>
              <a:gd name="connsiteY578" fmla="*/ 960363 h 1133046"/>
              <a:gd name="connsiteX579" fmla="*/ 1037343 w 1088335"/>
              <a:gd name="connsiteY579" fmla="*/ 969642 h 1133046"/>
              <a:gd name="connsiteX580" fmla="*/ 1038774 w 1088335"/>
              <a:gd name="connsiteY580" fmla="*/ 974286 h 1133046"/>
              <a:gd name="connsiteX581" fmla="*/ 1041705 w 1088335"/>
              <a:gd name="connsiteY581" fmla="*/ 983573 h 1133046"/>
              <a:gd name="connsiteX582" fmla="*/ 1043143 w 1088335"/>
              <a:gd name="connsiteY582" fmla="*/ 988208 h 1133046"/>
              <a:gd name="connsiteX583" fmla="*/ 1044613 w 1088335"/>
              <a:gd name="connsiteY583" fmla="*/ 992852 h 1133046"/>
              <a:gd name="connsiteX584" fmla="*/ 1046075 w 1088335"/>
              <a:gd name="connsiteY584" fmla="*/ 997526 h 1133046"/>
              <a:gd name="connsiteX585" fmla="*/ 1047545 w 1088335"/>
              <a:gd name="connsiteY585" fmla="*/ 1002170 h 1133046"/>
              <a:gd name="connsiteX586" fmla="*/ 1048975 w 1088335"/>
              <a:gd name="connsiteY586" fmla="*/ 1006837 h 1133046"/>
              <a:gd name="connsiteX587" fmla="*/ 1050445 w 1088335"/>
              <a:gd name="connsiteY587" fmla="*/ 1011480 h 1133046"/>
              <a:gd name="connsiteX588" fmla="*/ 1051907 w 1088335"/>
              <a:gd name="connsiteY588" fmla="*/ 1016155 h 1133046"/>
              <a:gd name="connsiteX589" fmla="*/ 1053345 w 1088335"/>
              <a:gd name="connsiteY589" fmla="*/ 1020791 h 1133046"/>
              <a:gd name="connsiteX590" fmla="*/ 1057738 w 1088335"/>
              <a:gd name="connsiteY590" fmla="*/ 1034807 h 1133046"/>
              <a:gd name="connsiteX591" fmla="*/ 1059177 w 1088335"/>
              <a:gd name="connsiteY591" fmla="*/ 1039482 h 1133046"/>
              <a:gd name="connsiteX592" fmla="*/ 1060639 w 1088335"/>
              <a:gd name="connsiteY592" fmla="*/ 1044156 h 1133046"/>
              <a:gd name="connsiteX593" fmla="*/ 1062108 w 1088335"/>
              <a:gd name="connsiteY593" fmla="*/ 1048792 h 1133046"/>
              <a:gd name="connsiteX594" fmla="*/ 1063539 w 1088335"/>
              <a:gd name="connsiteY594" fmla="*/ 1053467 h 1133046"/>
              <a:gd name="connsiteX595" fmla="*/ 1065008 w 1088335"/>
              <a:gd name="connsiteY595" fmla="*/ 1058173 h 1133046"/>
              <a:gd name="connsiteX596" fmla="*/ 1067940 w 1088335"/>
              <a:gd name="connsiteY596" fmla="*/ 1067514 h 1133046"/>
              <a:gd name="connsiteX597" fmla="*/ 1069378 w 1088335"/>
              <a:gd name="connsiteY597" fmla="*/ 1072189 h 1133046"/>
              <a:gd name="connsiteX598" fmla="*/ 1072310 w 1088335"/>
              <a:gd name="connsiteY598" fmla="*/ 1081531 h 1133046"/>
              <a:gd name="connsiteX599" fmla="*/ 1073740 w 1088335"/>
              <a:gd name="connsiteY599" fmla="*/ 1086237 h 1133046"/>
              <a:gd name="connsiteX600" fmla="*/ 1078141 w 1088335"/>
              <a:gd name="connsiteY600" fmla="*/ 1100245 h 1133046"/>
              <a:gd name="connsiteX601" fmla="*/ 1079572 w 1088335"/>
              <a:gd name="connsiteY601" fmla="*/ 1104951 h 1133046"/>
              <a:gd name="connsiteX602" fmla="*/ 1082503 w 1088335"/>
              <a:gd name="connsiteY602" fmla="*/ 1114293 h 1133046"/>
              <a:gd name="connsiteX603" fmla="*/ 1083942 w 1088335"/>
              <a:gd name="connsiteY603" fmla="*/ 1118999 h 1133046"/>
              <a:gd name="connsiteX604" fmla="*/ 1085404 w 1088335"/>
              <a:gd name="connsiteY604" fmla="*/ 1123674 h 1133046"/>
              <a:gd name="connsiteX605" fmla="*/ 1086873 w 1088335"/>
              <a:gd name="connsiteY605" fmla="*/ 1128372 h 1133046"/>
              <a:gd name="connsiteX606" fmla="*/ 1088335 w 1088335"/>
              <a:gd name="connsiteY606" fmla="*/ 1133047 h 1133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1088335" h="1133046">
                <a:moveTo>
                  <a:pt x="0" y="1133047"/>
                </a:moveTo>
                <a:lnTo>
                  <a:pt x="1462" y="1128372"/>
                </a:lnTo>
                <a:lnTo>
                  <a:pt x="2931" y="1123674"/>
                </a:lnTo>
                <a:lnTo>
                  <a:pt x="4393" y="1118999"/>
                </a:lnTo>
                <a:lnTo>
                  <a:pt x="5832" y="1114293"/>
                </a:lnTo>
                <a:lnTo>
                  <a:pt x="8763" y="1104951"/>
                </a:lnTo>
                <a:lnTo>
                  <a:pt x="10194" y="1100245"/>
                </a:lnTo>
                <a:lnTo>
                  <a:pt x="14595" y="1086237"/>
                </a:lnTo>
                <a:lnTo>
                  <a:pt x="16026" y="1081531"/>
                </a:lnTo>
                <a:lnTo>
                  <a:pt x="18957" y="1072189"/>
                </a:lnTo>
                <a:lnTo>
                  <a:pt x="20395" y="1067514"/>
                </a:lnTo>
                <a:lnTo>
                  <a:pt x="23327" y="1058173"/>
                </a:lnTo>
                <a:lnTo>
                  <a:pt x="24796" y="1053467"/>
                </a:lnTo>
                <a:lnTo>
                  <a:pt x="26227" y="1048792"/>
                </a:lnTo>
                <a:lnTo>
                  <a:pt x="27697" y="1044156"/>
                </a:lnTo>
                <a:lnTo>
                  <a:pt x="29158" y="1039482"/>
                </a:lnTo>
                <a:lnTo>
                  <a:pt x="30597" y="1034807"/>
                </a:lnTo>
                <a:lnTo>
                  <a:pt x="34990" y="1020791"/>
                </a:lnTo>
                <a:lnTo>
                  <a:pt x="36428" y="1016155"/>
                </a:lnTo>
                <a:lnTo>
                  <a:pt x="37890" y="1011480"/>
                </a:lnTo>
                <a:lnTo>
                  <a:pt x="39360" y="1006837"/>
                </a:lnTo>
                <a:lnTo>
                  <a:pt x="40791" y="1002170"/>
                </a:lnTo>
                <a:lnTo>
                  <a:pt x="42260" y="997526"/>
                </a:lnTo>
                <a:lnTo>
                  <a:pt x="43722" y="992852"/>
                </a:lnTo>
                <a:lnTo>
                  <a:pt x="45192" y="988208"/>
                </a:lnTo>
                <a:lnTo>
                  <a:pt x="46630" y="983573"/>
                </a:lnTo>
                <a:lnTo>
                  <a:pt x="49554" y="974286"/>
                </a:lnTo>
                <a:lnTo>
                  <a:pt x="50992" y="969642"/>
                </a:lnTo>
                <a:lnTo>
                  <a:pt x="53924" y="960363"/>
                </a:lnTo>
                <a:lnTo>
                  <a:pt x="55362" y="955720"/>
                </a:lnTo>
                <a:lnTo>
                  <a:pt x="56824" y="951108"/>
                </a:lnTo>
                <a:lnTo>
                  <a:pt x="58293" y="946472"/>
                </a:lnTo>
                <a:lnTo>
                  <a:pt x="59755" y="941860"/>
                </a:lnTo>
                <a:lnTo>
                  <a:pt x="61194" y="937216"/>
                </a:lnTo>
                <a:lnTo>
                  <a:pt x="64125" y="927992"/>
                </a:lnTo>
                <a:lnTo>
                  <a:pt x="65556" y="923380"/>
                </a:lnTo>
                <a:lnTo>
                  <a:pt x="68487" y="914163"/>
                </a:lnTo>
                <a:lnTo>
                  <a:pt x="69957" y="909582"/>
                </a:lnTo>
                <a:lnTo>
                  <a:pt x="71387" y="904970"/>
                </a:lnTo>
                <a:lnTo>
                  <a:pt x="72857" y="900389"/>
                </a:lnTo>
                <a:lnTo>
                  <a:pt x="74319" y="895777"/>
                </a:lnTo>
                <a:lnTo>
                  <a:pt x="75757" y="891196"/>
                </a:lnTo>
                <a:lnTo>
                  <a:pt x="80158" y="877453"/>
                </a:lnTo>
                <a:lnTo>
                  <a:pt x="81589" y="872880"/>
                </a:lnTo>
                <a:lnTo>
                  <a:pt x="83058" y="868323"/>
                </a:lnTo>
                <a:lnTo>
                  <a:pt x="84520" y="863750"/>
                </a:lnTo>
                <a:lnTo>
                  <a:pt x="85959" y="859200"/>
                </a:lnTo>
                <a:lnTo>
                  <a:pt x="90352" y="845543"/>
                </a:lnTo>
                <a:lnTo>
                  <a:pt x="91790" y="840994"/>
                </a:lnTo>
                <a:lnTo>
                  <a:pt x="93252" y="836475"/>
                </a:lnTo>
                <a:lnTo>
                  <a:pt x="94722" y="831926"/>
                </a:lnTo>
                <a:lnTo>
                  <a:pt x="96152" y="827407"/>
                </a:lnTo>
                <a:lnTo>
                  <a:pt x="100554" y="813852"/>
                </a:lnTo>
                <a:lnTo>
                  <a:pt x="101992" y="809334"/>
                </a:lnTo>
                <a:lnTo>
                  <a:pt x="103454" y="804839"/>
                </a:lnTo>
                <a:lnTo>
                  <a:pt x="104923" y="800320"/>
                </a:lnTo>
                <a:lnTo>
                  <a:pt x="106354" y="795833"/>
                </a:lnTo>
                <a:lnTo>
                  <a:pt x="109285" y="786859"/>
                </a:lnTo>
                <a:lnTo>
                  <a:pt x="110755" y="782395"/>
                </a:lnTo>
                <a:lnTo>
                  <a:pt x="112186" y="777908"/>
                </a:lnTo>
                <a:lnTo>
                  <a:pt x="115117" y="768989"/>
                </a:lnTo>
                <a:lnTo>
                  <a:pt x="116555" y="764533"/>
                </a:lnTo>
                <a:lnTo>
                  <a:pt x="118017" y="760077"/>
                </a:lnTo>
                <a:lnTo>
                  <a:pt x="119487" y="755645"/>
                </a:lnTo>
                <a:lnTo>
                  <a:pt x="120918" y="751220"/>
                </a:lnTo>
                <a:lnTo>
                  <a:pt x="125319" y="737939"/>
                </a:lnTo>
                <a:lnTo>
                  <a:pt x="126757" y="733538"/>
                </a:lnTo>
                <a:lnTo>
                  <a:pt x="128219" y="729113"/>
                </a:lnTo>
                <a:lnTo>
                  <a:pt x="129681" y="724712"/>
                </a:lnTo>
                <a:lnTo>
                  <a:pt x="131119" y="720319"/>
                </a:lnTo>
                <a:lnTo>
                  <a:pt x="134051" y="711587"/>
                </a:lnTo>
                <a:lnTo>
                  <a:pt x="135520" y="707186"/>
                </a:lnTo>
                <a:lnTo>
                  <a:pt x="136951" y="702824"/>
                </a:lnTo>
                <a:lnTo>
                  <a:pt x="138420" y="698485"/>
                </a:lnTo>
                <a:lnTo>
                  <a:pt x="139882" y="694115"/>
                </a:lnTo>
                <a:lnTo>
                  <a:pt x="141321" y="689784"/>
                </a:lnTo>
                <a:lnTo>
                  <a:pt x="144252" y="681107"/>
                </a:lnTo>
                <a:lnTo>
                  <a:pt x="145714" y="676800"/>
                </a:lnTo>
                <a:lnTo>
                  <a:pt x="147152" y="672469"/>
                </a:lnTo>
                <a:lnTo>
                  <a:pt x="150084" y="663854"/>
                </a:lnTo>
                <a:lnTo>
                  <a:pt x="151514" y="659578"/>
                </a:lnTo>
                <a:lnTo>
                  <a:pt x="152984" y="655279"/>
                </a:lnTo>
                <a:lnTo>
                  <a:pt x="154446" y="651003"/>
                </a:lnTo>
                <a:lnTo>
                  <a:pt x="155915" y="646758"/>
                </a:lnTo>
                <a:lnTo>
                  <a:pt x="157354" y="642482"/>
                </a:lnTo>
                <a:lnTo>
                  <a:pt x="160285" y="633993"/>
                </a:lnTo>
                <a:lnTo>
                  <a:pt x="161716" y="629748"/>
                </a:lnTo>
                <a:lnTo>
                  <a:pt x="163185" y="625503"/>
                </a:lnTo>
                <a:lnTo>
                  <a:pt x="166117" y="617076"/>
                </a:lnTo>
                <a:lnTo>
                  <a:pt x="167548" y="612894"/>
                </a:lnTo>
                <a:lnTo>
                  <a:pt x="169017" y="608680"/>
                </a:lnTo>
                <a:lnTo>
                  <a:pt x="170479" y="604490"/>
                </a:lnTo>
                <a:lnTo>
                  <a:pt x="171917" y="600308"/>
                </a:lnTo>
                <a:lnTo>
                  <a:pt x="173379" y="596157"/>
                </a:lnTo>
                <a:lnTo>
                  <a:pt x="174849" y="591974"/>
                </a:lnTo>
                <a:lnTo>
                  <a:pt x="176279" y="587821"/>
                </a:lnTo>
                <a:lnTo>
                  <a:pt x="177749" y="583699"/>
                </a:lnTo>
                <a:lnTo>
                  <a:pt x="179211" y="579546"/>
                </a:lnTo>
                <a:lnTo>
                  <a:pt x="180680" y="575424"/>
                </a:lnTo>
                <a:lnTo>
                  <a:pt x="182119" y="571332"/>
                </a:lnTo>
                <a:lnTo>
                  <a:pt x="183581" y="567210"/>
                </a:lnTo>
                <a:lnTo>
                  <a:pt x="185050" y="563117"/>
                </a:lnTo>
                <a:lnTo>
                  <a:pt x="186481" y="559026"/>
                </a:lnTo>
                <a:lnTo>
                  <a:pt x="187950" y="554934"/>
                </a:lnTo>
                <a:lnTo>
                  <a:pt x="190882" y="546811"/>
                </a:lnTo>
                <a:lnTo>
                  <a:pt x="192313" y="542750"/>
                </a:lnTo>
                <a:lnTo>
                  <a:pt x="193782" y="538719"/>
                </a:lnTo>
                <a:lnTo>
                  <a:pt x="195244" y="534719"/>
                </a:lnTo>
                <a:lnTo>
                  <a:pt x="196682" y="530688"/>
                </a:lnTo>
                <a:lnTo>
                  <a:pt x="201076" y="518687"/>
                </a:lnTo>
                <a:lnTo>
                  <a:pt x="202514" y="514718"/>
                </a:lnTo>
                <a:lnTo>
                  <a:pt x="205446" y="506778"/>
                </a:lnTo>
                <a:lnTo>
                  <a:pt x="206884" y="502839"/>
                </a:lnTo>
                <a:lnTo>
                  <a:pt x="209808" y="494961"/>
                </a:lnTo>
                <a:lnTo>
                  <a:pt x="211277" y="491052"/>
                </a:lnTo>
                <a:lnTo>
                  <a:pt x="212716" y="487144"/>
                </a:lnTo>
                <a:lnTo>
                  <a:pt x="214177" y="483235"/>
                </a:lnTo>
                <a:lnTo>
                  <a:pt x="215647" y="479357"/>
                </a:lnTo>
                <a:lnTo>
                  <a:pt x="217078" y="475509"/>
                </a:lnTo>
                <a:lnTo>
                  <a:pt x="218547" y="471631"/>
                </a:lnTo>
                <a:lnTo>
                  <a:pt x="221479" y="463936"/>
                </a:lnTo>
                <a:lnTo>
                  <a:pt x="222909" y="460119"/>
                </a:lnTo>
                <a:lnTo>
                  <a:pt x="225841" y="452485"/>
                </a:lnTo>
                <a:lnTo>
                  <a:pt x="227279" y="448698"/>
                </a:lnTo>
                <a:lnTo>
                  <a:pt x="228741" y="444912"/>
                </a:lnTo>
                <a:lnTo>
                  <a:pt x="230211" y="441156"/>
                </a:lnTo>
                <a:lnTo>
                  <a:pt x="231673" y="437370"/>
                </a:lnTo>
                <a:lnTo>
                  <a:pt x="233111" y="433644"/>
                </a:lnTo>
                <a:lnTo>
                  <a:pt x="234573" y="429919"/>
                </a:lnTo>
                <a:lnTo>
                  <a:pt x="236042" y="426163"/>
                </a:lnTo>
                <a:lnTo>
                  <a:pt x="237481" y="422468"/>
                </a:lnTo>
                <a:lnTo>
                  <a:pt x="240412" y="415078"/>
                </a:lnTo>
                <a:lnTo>
                  <a:pt x="241843" y="411414"/>
                </a:lnTo>
                <a:lnTo>
                  <a:pt x="244774" y="404085"/>
                </a:lnTo>
                <a:lnTo>
                  <a:pt x="246244" y="400451"/>
                </a:lnTo>
                <a:lnTo>
                  <a:pt x="247674" y="396818"/>
                </a:lnTo>
                <a:lnTo>
                  <a:pt x="250606" y="389611"/>
                </a:lnTo>
                <a:lnTo>
                  <a:pt x="252044" y="386038"/>
                </a:lnTo>
                <a:lnTo>
                  <a:pt x="253506" y="382435"/>
                </a:lnTo>
                <a:lnTo>
                  <a:pt x="256438" y="375351"/>
                </a:lnTo>
                <a:lnTo>
                  <a:pt x="257876" y="371778"/>
                </a:lnTo>
                <a:lnTo>
                  <a:pt x="259338" y="368297"/>
                </a:lnTo>
                <a:lnTo>
                  <a:pt x="260807" y="364785"/>
                </a:lnTo>
                <a:lnTo>
                  <a:pt x="262246" y="361273"/>
                </a:lnTo>
                <a:lnTo>
                  <a:pt x="265177" y="354311"/>
                </a:lnTo>
                <a:lnTo>
                  <a:pt x="266639" y="350861"/>
                </a:lnTo>
                <a:lnTo>
                  <a:pt x="268077" y="347410"/>
                </a:lnTo>
                <a:lnTo>
                  <a:pt x="271009" y="340570"/>
                </a:lnTo>
                <a:lnTo>
                  <a:pt x="272440" y="337180"/>
                </a:lnTo>
                <a:lnTo>
                  <a:pt x="275371" y="330401"/>
                </a:lnTo>
                <a:lnTo>
                  <a:pt x="276841" y="327042"/>
                </a:lnTo>
                <a:lnTo>
                  <a:pt x="278271" y="323683"/>
                </a:lnTo>
                <a:lnTo>
                  <a:pt x="281203" y="317027"/>
                </a:lnTo>
                <a:lnTo>
                  <a:pt x="282641" y="313729"/>
                </a:lnTo>
                <a:lnTo>
                  <a:pt x="284103" y="310431"/>
                </a:lnTo>
                <a:lnTo>
                  <a:pt x="287034" y="303896"/>
                </a:lnTo>
                <a:lnTo>
                  <a:pt x="288473" y="300628"/>
                </a:lnTo>
                <a:lnTo>
                  <a:pt x="289935" y="297422"/>
                </a:lnTo>
                <a:lnTo>
                  <a:pt x="291404" y="294185"/>
                </a:lnTo>
                <a:lnTo>
                  <a:pt x="292842" y="290979"/>
                </a:lnTo>
                <a:lnTo>
                  <a:pt x="297236" y="281452"/>
                </a:lnTo>
                <a:lnTo>
                  <a:pt x="298674" y="278306"/>
                </a:lnTo>
                <a:lnTo>
                  <a:pt x="300136" y="275192"/>
                </a:lnTo>
                <a:lnTo>
                  <a:pt x="301606" y="272047"/>
                </a:lnTo>
                <a:lnTo>
                  <a:pt x="303036" y="268962"/>
                </a:lnTo>
                <a:lnTo>
                  <a:pt x="305968" y="262794"/>
                </a:lnTo>
                <a:lnTo>
                  <a:pt x="307406" y="259740"/>
                </a:lnTo>
                <a:lnTo>
                  <a:pt x="308868" y="256717"/>
                </a:lnTo>
                <a:lnTo>
                  <a:pt x="310338" y="253664"/>
                </a:lnTo>
                <a:lnTo>
                  <a:pt x="311799" y="250671"/>
                </a:lnTo>
                <a:lnTo>
                  <a:pt x="313238" y="247679"/>
                </a:lnTo>
                <a:lnTo>
                  <a:pt x="314700" y="244687"/>
                </a:lnTo>
                <a:lnTo>
                  <a:pt x="316169" y="241724"/>
                </a:lnTo>
                <a:lnTo>
                  <a:pt x="317608" y="238792"/>
                </a:lnTo>
                <a:lnTo>
                  <a:pt x="319069" y="235830"/>
                </a:lnTo>
                <a:lnTo>
                  <a:pt x="322001" y="230029"/>
                </a:lnTo>
                <a:lnTo>
                  <a:pt x="323439" y="227128"/>
                </a:lnTo>
                <a:lnTo>
                  <a:pt x="324901" y="224288"/>
                </a:lnTo>
                <a:lnTo>
                  <a:pt x="326371" y="221418"/>
                </a:lnTo>
                <a:lnTo>
                  <a:pt x="327801" y="218578"/>
                </a:lnTo>
                <a:lnTo>
                  <a:pt x="332202" y="210150"/>
                </a:lnTo>
                <a:lnTo>
                  <a:pt x="333633" y="207401"/>
                </a:lnTo>
                <a:lnTo>
                  <a:pt x="335103" y="204623"/>
                </a:lnTo>
                <a:lnTo>
                  <a:pt x="336565" y="201875"/>
                </a:lnTo>
                <a:lnTo>
                  <a:pt x="338003" y="199156"/>
                </a:lnTo>
                <a:lnTo>
                  <a:pt x="339465" y="196470"/>
                </a:lnTo>
                <a:lnTo>
                  <a:pt x="340934" y="193752"/>
                </a:lnTo>
                <a:lnTo>
                  <a:pt x="342396" y="191095"/>
                </a:lnTo>
                <a:lnTo>
                  <a:pt x="343835" y="188438"/>
                </a:lnTo>
                <a:lnTo>
                  <a:pt x="345304" y="185782"/>
                </a:lnTo>
                <a:lnTo>
                  <a:pt x="346766" y="183187"/>
                </a:lnTo>
                <a:lnTo>
                  <a:pt x="348204" y="180560"/>
                </a:lnTo>
                <a:lnTo>
                  <a:pt x="349666" y="177965"/>
                </a:lnTo>
                <a:lnTo>
                  <a:pt x="352598" y="172835"/>
                </a:lnTo>
                <a:lnTo>
                  <a:pt x="354036" y="170300"/>
                </a:lnTo>
                <a:lnTo>
                  <a:pt x="355498" y="167766"/>
                </a:lnTo>
                <a:lnTo>
                  <a:pt x="356968" y="165262"/>
                </a:lnTo>
                <a:lnTo>
                  <a:pt x="358398" y="162758"/>
                </a:lnTo>
                <a:lnTo>
                  <a:pt x="361330" y="157872"/>
                </a:lnTo>
                <a:lnTo>
                  <a:pt x="362768" y="155399"/>
                </a:lnTo>
                <a:lnTo>
                  <a:pt x="364230" y="152986"/>
                </a:lnTo>
                <a:lnTo>
                  <a:pt x="365699" y="150604"/>
                </a:lnTo>
                <a:lnTo>
                  <a:pt x="367161" y="148192"/>
                </a:lnTo>
                <a:lnTo>
                  <a:pt x="368600" y="145840"/>
                </a:lnTo>
                <a:lnTo>
                  <a:pt x="371531" y="141138"/>
                </a:lnTo>
                <a:lnTo>
                  <a:pt x="372969" y="138848"/>
                </a:lnTo>
                <a:lnTo>
                  <a:pt x="375901" y="134268"/>
                </a:lnTo>
                <a:lnTo>
                  <a:pt x="377363" y="132008"/>
                </a:lnTo>
                <a:lnTo>
                  <a:pt x="378801" y="129778"/>
                </a:lnTo>
                <a:lnTo>
                  <a:pt x="380263" y="127519"/>
                </a:lnTo>
                <a:lnTo>
                  <a:pt x="381733" y="125320"/>
                </a:lnTo>
                <a:lnTo>
                  <a:pt x="383163" y="123152"/>
                </a:lnTo>
                <a:lnTo>
                  <a:pt x="384633" y="120953"/>
                </a:lnTo>
                <a:lnTo>
                  <a:pt x="387564" y="116679"/>
                </a:lnTo>
                <a:lnTo>
                  <a:pt x="388995" y="114541"/>
                </a:lnTo>
                <a:lnTo>
                  <a:pt x="391926" y="110388"/>
                </a:lnTo>
                <a:lnTo>
                  <a:pt x="393365" y="108311"/>
                </a:lnTo>
                <a:lnTo>
                  <a:pt x="394827" y="106266"/>
                </a:lnTo>
                <a:lnTo>
                  <a:pt x="397758" y="102235"/>
                </a:lnTo>
                <a:lnTo>
                  <a:pt x="399196" y="100250"/>
                </a:lnTo>
                <a:lnTo>
                  <a:pt x="400666" y="98296"/>
                </a:lnTo>
                <a:lnTo>
                  <a:pt x="402128" y="96311"/>
                </a:lnTo>
                <a:lnTo>
                  <a:pt x="403566" y="94387"/>
                </a:lnTo>
                <a:lnTo>
                  <a:pt x="405028" y="92494"/>
                </a:lnTo>
                <a:lnTo>
                  <a:pt x="406498" y="90570"/>
                </a:lnTo>
                <a:lnTo>
                  <a:pt x="407960" y="88707"/>
                </a:lnTo>
                <a:lnTo>
                  <a:pt x="409398" y="86845"/>
                </a:lnTo>
                <a:lnTo>
                  <a:pt x="410860" y="84982"/>
                </a:lnTo>
                <a:lnTo>
                  <a:pt x="412329" y="83180"/>
                </a:lnTo>
                <a:lnTo>
                  <a:pt x="413760" y="81378"/>
                </a:lnTo>
                <a:lnTo>
                  <a:pt x="415230" y="79577"/>
                </a:lnTo>
                <a:lnTo>
                  <a:pt x="418161" y="76096"/>
                </a:lnTo>
                <a:lnTo>
                  <a:pt x="419592" y="74355"/>
                </a:lnTo>
                <a:lnTo>
                  <a:pt x="421061" y="72645"/>
                </a:lnTo>
                <a:lnTo>
                  <a:pt x="422523" y="70966"/>
                </a:lnTo>
                <a:lnTo>
                  <a:pt x="423962" y="69287"/>
                </a:lnTo>
                <a:lnTo>
                  <a:pt x="425431" y="67637"/>
                </a:lnTo>
                <a:lnTo>
                  <a:pt x="426893" y="66019"/>
                </a:lnTo>
                <a:lnTo>
                  <a:pt x="428331" y="64401"/>
                </a:lnTo>
                <a:lnTo>
                  <a:pt x="429793" y="62812"/>
                </a:lnTo>
                <a:lnTo>
                  <a:pt x="431263" y="61255"/>
                </a:lnTo>
                <a:lnTo>
                  <a:pt x="432725" y="59668"/>
                </a:lnTo>
                <a:lnTo>
                  <a:pt x="434163" y="58141"/>
                </a:lnTo>
                <a:lnTo>
                  <a:pt x="435625" y="56645"/>
                </a:lnTo>
                <a:lnTo>
                  <a:pt x="437094" y="55118"/>
                </a:lnTo>
                <a:lnTo>
                  <a:pt x="438525" y="53652"/>
                </a:lnTo>
                <a:lnTo>
                  <a:pt x="439995" y="52217"/>
                </a:lnTo>
                <a:lnTo>
                  <a:pt x="441457" y="50751"/>
                </a:lnTo>
                <a:lnTo>
                  <a:pt x="442926" y="49346"/>
                </a:lnTo>
                <a:lnTo>
                  <a:pt x="444357" y="47942"/>
                </a:lnTo>
                <a:lnTo>
                  <a:pt x="445826" y="46567"/>
                </a:lnTo>
                <a:lnTo>
                  <a:pt x="447288" y="45224"/>
                </a:lnTo>
                <a:lnTo>
                  <a:pt x="448727" y="43881"/>
                </a:lnTo>
                <a:lnTo>
                  <a:pt x="450189" y="42537"/>
                </a:lnTo>
                <a:lnTo>
                  <a:pt x="453128" y="39972"/>
                </a:lnTo>
                <a:lnTo>
                  <a:pt x="454558" y="38689"/>
                </a:lnTo>
                <a:lnTo>
                  <a:pt x="457490" y="36246"/>
                </a:lnTo>
                <a:lnTo>
                  <a:pt x="458928" y="35024"/>
                </a:lnTo>
                <a:lnTo>
                  <a:pt x="463321" y="31543"/>
                </a:lnTo>
                <a:lnTo>
                  <a:pt x="464760" y="30444"/>
                </a:lnTo>
                <a:lnTo>
                  <a:pt x="467691" y="28246"/>
                </a:lnTo>
                <a:lnTo>
                  <a:pt x="469122" y="27207"/>
                </a:lnTo>
                <a:lnTo>
                  <a:pt x="472053" y="25131"/>
                </a:lnTo>
                <a:lnTo>
                  <a:pt x="473523" y="24123"/>
                </a:lnTo>
                <a:lnTo>
                  <a:pt x="474954" y="23146"/>
                </a:lnTo>
                <a:lnTo>
                  <a:pt x="476423" y="22169"/>
                </a:lnTo>
                <a:lnTo>
                  <a:pt x="477885" y="21253"/>
                </a:lnTo>
                <a:lnTo>
                  <a:pt x="479323" y="20337"/>
                </a:lnTo>
                <a:lnTo>
                  <a:pt x="480793" y="19421"/>
                </a:lnTo>
                <a:lnTo>
                  <a:pt x="482255" y="18536"/>
                </a:lnTo>
                <a:lnTo>
                  <a:pt x="483724" y="17680"/>
                </a:lnTo>
                <a:lnTo>
                  <a:pt x="485155" y="16825"/>
                </a:lnTo>
                <a:lnTo>
                  <a:pt x="488087" y="15237"/>
                </a:lnTo>
                <a:lnTo>
                  <a:pt x="489525" y="14443"/>
                </a:lnTo>
                <a:lnTo>
                  <a:pt x="490987" y="13680"/>
                </a:lnTo>
                <a:lnTo>
                  <a:pt x="492456" y="12947"/>
                </a:lnTo>
                <a:lnTo>
                  <a:pt x="493887" y="12214"/>
                </a:lnTo>
                <a:lnTo>
                  <a:pt x="496818" y="10871"/>
                </a:lnTo>
                <a:lnTo>
                  <a:pt x="498288" y="10169"/>
                </a:lnTo>
                <a:lnTo>
                  <a:pt x="499719" y="9557"/>
                </a:lnTo>
                <a:lnTo>
                  <a:pt x="502650" y="8336"/>
                </a:lnTo>
                <a:lnTo>
                  <a:pt x="504088" y="7787"/>
                </a:lnTo>
                <a:lnTo>
                  <a:pt x="505558" y="7206"/>
                </a:lnTo>
                <a:lnTo>
                  <a:pt x="507020" y="6656"/>
                </a:lnTo>
                <a:lnTo>
                  <a:pt x="508489" y="6168"/>
                </a:lnTo>
                <a:lnTo>
                  <a:pt x="509920" y="5679"/>
                </a:lnTo>
                <a:lnTo>
                  <a:pt x="511390" y="5191"/>
                </a:lnTo>
                <a:lnTo>
                  <a:pt x="512852" y="4764"/>
                </a:lnTo>
                <a:lnTo>
                  <a:pt x="514290" y="4336"/>
                </a:lnTo>
                <a:lnTo>
                  <a:pt x="515752" y="3878"/>
                </a:lnTo>
                <a:lnTo>
                  <a:pt x="518683" y="3145"/>
                </a:lnTo>
                <a:lnTo>
                  <a:pt x="520122" y="2778"/>
                </a:lnTo>
                <a:lnTo>
                  <a:pt x="523053" y="2168"/>
                </a:lnTo>
                <a:lnTo>
                  <a:pt x="524484" y="1863"/>
                </a:lnTo>
                <a:lnTo>
                  <a:pt x="525953" y="1588"/>
                </a:lnTo>
                <a:lnTo>
                  <a:pt x="528885" y="1099"/>
                </a:lnTo>
                <a:lnTo>
                  <a:pt x="530315" y="916"/>
                </a:lnTo>
                <a:lnTo>
                  <a:pt x="533255" y="550"/>
                </a:lnTo>
                <a:lnTo>
                  <a:pt x="534685" y="428"/>
                </a:lnTo>
                <a:lnTo>
                  <a:pt x="537617" y="183"/>
                </a:lnTo>
                <a:lnTo>
                  <a:pt x="539086" y="122"/>
                </a:lnTo>
                <a:lnTo>
                  <a:pt x="540517" y="61"/>
                </a:lnTo>
                <a:lnTo>
                  <a:pt x="541987" y="0"/>
                </a:lnTo>
                <a:lnTo>
                  <a:pt x="546349" y="0"/>
                </a:lnTo>
                <a:lnTo>
                  <a:pt x="547818" y="61"/>
                </a:lnTo>
                <a:lnTo>
                  <a:pt x="549249" y="122"/>
                </a:lnTo>
                <a:lnTo>
                  <a:pt x="550718" y="183"/>
                </a:lnTo>
                <a:lnTo>
                  <a:pt x="553650" y="428"/>
                </a:lnTo>
                <a:lnTo>
                  <a:pt x="555081" y="550"/>
                </a:lnTo>
                <a:lnTo>
                  <a:pt x="558012" y="916"/>
                </a:lnTo>
                <a:lnTo>
                  <a:pt x="559450" y="1099"/>
                </a:lnTo>
                <a:lnTo>
                  <a:pt x="562382" y="1588"/>
                </a:lnTo>
                <a:lnTo>
                  <a:pt x="563851" y="1863"/>
                </a:lnTo>
                <a:lnTo>
                  <a:pt x="565282" y="2168"/>
                </a:lnTo>
                <a:lnTo>
                  <a:pt x="568214" y="2778"/>
                </a:lnTo>
                <a:lnTo>
                  <a:pt x="569652" y="3145"/>
                </a:lnTo>
                <a:lnTo>
                  <a:pt x="572583" y="3878"/>
                </a:lnTo>
                <a:lnTo>
                  <a:pt x="574045" y="4336"/>
                </a:lnTo>
                <a:lnTo>
                  <a:pt x="575484" y="4764"/>
                </a:lnTo>
                <a:lnTo>
                  <a:pt x="576945" y="5191"/>
                </a:lnTo>
                <a:lnTo>
                  <a:pt x="578415" y="5679"/>
                </a:lnTo>
                <a:lnTo>
                  <a:pt x="579846" y="6168"/>
                </a:lnTo>
                <a:lnTo>
                  <a:pt x="581315" y="6656"/>
                </a:lnTo>
                <a:lnTo>
                  <a:pt x="582777" y="7206"/>
                </a:lnTo>
                <a:lnTo>
                  <a:pt x="584247" y="7787"/>
                </a:lnTo>
                <a:lnTo>
                  <a:pt x="585685" y="8336"/>
                </a:lnTo>
                <a:lnTo>
                  <a:pt x="588616" y="9557"/>
                </a:lnTo>
                <a:lnTo>
                  <a:pt x="590047" y="10169"/>
                </a:lnTo>
                <a:lnTo>
                  <a:pt x="591517" y="10871"/>
                </a:lnTo>
                <a:lnTo>
                  <a:pt x="594448" y="12214"/>
                </a:lnTo>
                <a:lnTo>
                  <a:pt x="595879" y="12947"/>
                </a:lnTo>
                <a:lnTo>
                  <a:pt x="597348" y="13680"/>
                </a:lnTo>
                <a:lnTo>
                  <a:pt x="598810" y="14443"/>
                </a:lnTo>
                <a:lnTo>
                  <a:pt x="600249" y="15237"/>
                </a:lnTo>
                <a:lnTo>
                  <a:pt x="603180" y="16825"/>
                </a:lnTo>
                <a:lnTo>
                  <a:pt x="604642" y="17680"/>
                </a:lnTo>
                <a:lnTo>
                  <a:pt x="606080" y="18536"/>
                </a:lnTo>
                <a:lnTo>
                  <a:pt x="607542" y="19421"/>
                </a:lnTo>
                <a:lnTo>
                  <a:pt x="609012" y="20337"/>
                </a:lnTo>
                <a:lnTo>
                  <a:pt x="610442" y="21253"/>
                </a:lnTo>
                <a:lnTo>
                  <a:pt x="611912" y="22169"/>
                </a:lnTo>
                <a:lnTo>
                  <a:pt x="613382" y="23146"/>
                </a:lnTo>
                <a:lnTo>
                  <a:pt x="614812" y="24123"/>
                </a:lnTo>
                <a:lnTo>
                  <a:pt x="616282" y="25131"/>
                </a:lnTo>
                <a:lnTo>
                  <a:pt x="619213" y="27207"/>
                </a:lnTo>
                <a:lnTo>
                  <a:pt x="620644" y="28246"/>
                </a:lnTo>
                <a:lnTo>
                  <a:pt x="623575" y="30444"/>
                </a:lnTo>
                <a:lnTo>
                  <a:pt x="625014" y="31543"/>
                </a:lnTo>
                <a:lnTo>
                  <a:pt x="629407" y="35024"/>
                </a:lnTo>
                <a:lnTo>
                  <a:pt x="630845" y="36246"/>
                </a:lnTo>
                <a:lnTo>
                  <a:pt x="633777" y="38689"/>
                </a:lnTo>
                <a:lnTo>
                  <a:pt x="635208" y="39972"/>
                </a:lnTo>
                <a:lnTo>
                  <a:pt x="638139" y="42537"/>
                </a:lnTo>
                <a:lnTo>
                  <a:pt x="639609" y="43881"/>
                </a:lnTo>
                <a:lnTo>
                  <a:pt x="641047" y="45224"/>
                </a:lnTo>
                <a:lnTo>
                  <a:pt x="642509" y="46567"/>
                </a:lnTo>
                <a:lnTo>
                  <a:pt x="643978" y="47942"/>
                </a:lnTo>
                <a:lnTo>
                  <a:pt x="645409" y="49346"/>
                </a:lnTo>
                <a:lnTo>
                  <a:pt x="646879" y="50751"/>
                </a:lnTo>
                <a:lnTo>
                  <a:pt x="648340" y="52217"/>
                </a:lnTo>
                <a:lnTo>
                  <a:pt x="649810" y="53652"/>
                </a:lnTo>
                <a:lnTo>
                  <a:pt x="651241" y="55118"/>
                </a:lnTo>
                <a:lnTo>
                  <a:pt x="652710" y="56645"/>
                </a:lnTo>
                <a:lnTo>
                  <a:pt x="654172" y="58141"/>
                </a:lnTo>
                <a:lnTo>
                  <a:pt x="655610" y="59668"/>
                </a:lnTo>
                <a:lnTo>
                  <a:pt x="657072" y="61255"/>
                </a:lnTo>
                <a:lnTo>
                  <a:pt x="658542" y="62812"/>
                </a:lnTo>
                <a:lnTo>
                  <a:pt x="660004" y="64401"/>
                </a:lnTo>
                <a:lnTo>
                  <a:pt x="661442" y="66019"/>
                </a:lnTo>
                <a:lnTo>
                  <a:pt x="662904" y="67637"/>
                </a:lnTo>
                <a:lnTo>
                  <a:pt x="664374" y="69287"/>
                </a:lnTo>
                <a:lnTo>
                  <a:pt x="665812" y="70966"/>
                </a:lnTo>
                <a:lnTo>
                  <a:pt x="667274" y="72645"/>
                </a:lnTo>
                <a:lnTo>
                  <a:pt x="668743" y="74355"/>
                </a:lnTo>
                <a:lnTo>
                  <a:pt x="670174" y="76096"/>
                </a:lnTo>
                <a:lnTo>
                  <a:pt x="673106" y="79577"/>
                </a:lnTo>
                <a:lnTo>
                  <a:pt x="674575" y="81378"/>
                </a:lnTo>
                <a:lnTo>
                  <a:pt x="676006" y="83180"/>
                </a:lnTo>
                <a:lnTo>
                  <a:pt x="677475" y="84982"/>
                </a:lnTo>
                <a:lnTo>
                  <a:pt x="678937" y="86845"/>
                </a:lnTo>
                <a:lnTo>
                  <a:pt x="680376" y="88707"/>
                </a:lnTo>
                <a:lnTo>
                  <a:pt x="681837" y="90570"/>
                </a:lnTo>
                <a:lnTo>
                  <a:pt x="683307" y="92494"/>
                </a:lnTo>
                <a:lnTo>
                  <a:pt x="684769" y="94387"/>
                </a:lnTo>
                <a:lnTo>
                  <a:pt x="686207" y="96311"/>
                </a:lnTo>
                <a:lnTo>
                  <a:pt x="687669" y="98296"/>
                </a:lnTo>
                <a:lnTo>
                  <a:pt x="689139" y="100250"/>
                </a:lnTo>
                <a:lnTo>
                  <a:pt x="690569" y="102235"/>
                </a:lnTo>
                <a:lnTo>
                  <a:pt x="693508" y="106266"/>
                </a:lnTo>
                <a:lnTo>
                  <a:pt x="694970" y="108311"/>
                </a:lnTo>
                <a:lnTo>
                  <a:pt x="696409" y="110388"/>
                </a:lnTo>
                <a:lnTo>
                  <a:pt x="699340" y="114541"/>
                </a:lnTo>
                <a:lnTo>
                  <a:pt x="700771" y="116679"/>
                </a:lnTo>
                <a:lnTo>
                  <a:pt x="703702" y="120953"/>
                </a:lnTo>
                <a:lnTo>
                  <a:pt x="705172" y="123152"/>
                </a:lnTo>
                <a:lnTo>
                  <a:pt x="706603" y="125320"/>
                </a:lnTo>
                <a:lnTo>
                  <a:pt x="708072" y="127519"/>
                </a:lnTo>
                <a:lnTo>
                  <a:pt x="709534" y="129778"/>
                </a:lnTo>
                <a:lnTo>
                  <a:pt x="710972" y="132008"/>
                </a:lnTo>
                <a:lnTo>
                  <a:pt x="712434" y="134268"/>
                </a:lnTo>
                <a:lnTo>
                  <a:pt x="715366" y="138848"/>
                </a:lnTo>
                <a:lnTo>
                  <a:pt x="716804" y="141138"/>
                </a:lnTo>
                <a:lnTo>
                  <a:pt x="719735" y="145840"/>
                </a:lnTo>
                <a:lnTo>
                  <a:pt x="721174" y="148192"/>
                </a:lnTo>
                <a:lnTo>
                  <a:pt x="722636" y="150604"/>
                </a:lnTo>
                <a:lnTo>
                  <a:pt x="724105" y="152986"/>
                </a:lnTo>
                <a:lnTo>
                  <a:pt x="725567" y="155399"/>
                </a:lnTo>
                <a:lnTo>
                  <a:pt x="727005" y="157872"/>
                </a:lnTo>
                <a:lnTo>
                  <a:pt x="729937" y="162758"/>
                </a:lnTo>
                <a:lnTo>
                  <a:pt x="731368" y="165262"/>
                </a:lnTo>
                <a:lnTo>
                  <a:pt x="732837" y="167766"/>
                </a:lnTo>
                <a:lnTo>
                  <a:pt x="734299" y="170300"/>
                </a:lnTo>
                <a:lnTo>
                  <a:pt x="735737" y="172835"/>
                </a:lnTo>
                <a:lnTo>
                  <a:pt x="738669" y="177965"/>
                </a:lnTo>
                <a:lnTo>
                  <a:pt x="740131" y="180560"/>
                </a:lnTo>
                <a:lnTo>
                  <a:pt x="741569" y="183187"/>
                </a:lnTo>
                <a:lnTo>
                  <a:pt x="743031" y="185782"/>
                </a:lnTo>
                <a:lnTo>
                  <a:pt x="744501" y="188438"/>
                </a:lnTo>
                <a:lnTo>
                  <a:pt x="745939" y="191095"/>
                </a:lnTo>
                <a:lnTo>
                  <a:pt x="747401" y="193752"/>
                </a:lnTo>
                <a:lnTo>
                  <a:pt x="748870" y="196470"/>
                </a:lnTo>
                <a:lnTo>
                  <a:pt x="750332" y="199156"/>
                </a:lnTo>
                <a:lnTo>
                  <a:pt x="751771" y="201875"/>
                </a:lnTo>
                <a:lnTo>
                  <a:pt x="753232" y="204623"/>
                </a:lnTo>
                <a:lnTo>
                  <a:pt x="754702" y="207401"/>
                </a:lnTo>
                <a:lnTo>
                  <a:pt x="756133" y="210150"/>
                </a:lnTo>
                <a:lnTo>
                  <a:pt x="760534" y="218578"/>
                </a:lnTo>
                <a:lnTo>
                  <a:pt x="761964" y="221418"/>
                </a:lnTo>
                <a:lnTo>
                  <a:pt x="763434" y="224288"/>
                </a:lnTo>
                <a:lnTo>
                  <a:pt x="764896" y="227128"/>
                </a:lnTo>
                <a:lnTo>
                  <a:pt x="766334" y="230029"/>
                </a:lnTo>
                <a:lnTo>
                  <a:pt x="769266" y="235830"/>
                </a:lnTo>
                <a:lnTo>
                  <a:pt x="770728" y="238792"/>
                </a:lnTo>
                <a:lnTo>
                  <a:pt x="772166" y="241724"/>
                </a:lnTo>
                <a:lnTo>
                  <a:pt x="773635" y="244687"/>
                </a:lnTo>
                <a:lnTo>
                  <a:pt x="775097" y="247679"/>
                </a:lnTo>
                <a:lnTo>
                  <a:pt x="776536" y="250671"/>
                </a:lnTo>
                <a:lnTo>
                  <a:pt x="777998" y="253664"/>
                </a:lnTo>
                <a:lnTo>
                  <a:pt x="779467" y="256717"/>
                </a:lnTo>
                <a:lnTo>
                  <a:pt x="780929" y="259740"/>
                </a:lnTo>
                <a:lnTo>
                  <a:pt x="782367" y="262794"/>
                </a:lnTo>
                <a:lnTo>
                  <a:pt x="785299" y="268962"/>
                </a:lnTo>
                <a:lnTo>
                  <a:pt x="786729" y="272047"/>
                </a:lnTo>
                <a:lnTo>
                  <a:pt x="788199" y="275192"/>
                </a:lnTo>
                <a:lnTo>
                  <a:pt x="789661" y="278306"/>
                </a:lnTo>
                <a:lnTo>
                  <a:pt x="791131" y="281452"/>
                </a:lnTo>
                <a:lnTo>
                  <a:pt x="792561" y="284627"/>
                </a:lnTo>
                <a:lnTo>
                  <a:pt x="795493" y="290979"/>
                </a:lnTo>
                <a:lnTo>
                  <a:pt x="796931" y="294185"/>
                </a:lnTo>
                <a:lnTo>
                  <a:pt x="798393" y="297422"/>
                </a:lnTo>
                <a:lnTo>
                  <a:pt x="799862" y="300628"/>
                </a:lnTo>
                <a:lnTo>
                  <a:pt x="801301" y="303896"/>
                </a:lnTo>
                <a:lnTo>
                  <a:pt x="804232" y="310431"/>
                </a:lnTo>
                <a:lnTo>
                  <a:pt x="805694" y="313729"/>
                </a:lnTo>
                <a:lnTo>
                  <a:pt x="807132" y="317027"/>
                </a:lnTo>
                <a:lnTo>
                  <a:pt x="810064" y="323683"/>
                </a:lnTo>
                <a:lnTo>
                  <a:pt x="811495" y="327042"/>
                </a:lnTo>
                <a:lnTo>
                  <a:pt x="812964" y="330401"/>
                </a:lnTo>
                <a:lnTo>
                  <a:pt x="815896" y="337180"/>
                </a:lnTo>
                <a:lnTo>
                  <a:pt x="817326" y="340570"/>
                </a:lnTo>
                <a:lnTo>
                  <a:pt x="820258" y="347410"/>
                </a:lnTo>
                <a:lnTo>
                  <a:pt x="821696" y="350861"/>
                </a:lnTo>
                <a:lnTo>
                  <a:pt x="823158" y="354311"/>
                </a:lnTo>
                <a:lnTo>
                  <a:pt x="826089" y="361273"/>
                </a:lnTo>
                <a:lnTo>
                  <a:pt x="827528" y="364785"/>
                </a:lnTo>
                <a:lnTo>
                  <a:pt x="828997" y="368297"/>
                </a:lnTo>
                <a:lnTo>
                  <a:pt x="830459" y="371778"/>
                </a:lnTo>
                <a:lnTo>
                  <a:pt x="831898" y="375351"/>
                </a:lnTo>
                <a:lnTo>
                  <a:pt x="834829" y="382435"/>
                </a:lnTo>
                <a:lnTo>
                  <a:pt x="836291" y="386038"/>
                </a:lnTo>
                <a:lnTo>
                  <a:pt x="837729" y="389611"/>
                </a:lnTo>
                <a:lnTo>
                  <a:pt x="840661" y="396818"/>
                </a:lnTo>
                <a:lnTo>
                  <a:pt x="842091" y="400451"/>
                </a:lnTo>
                <a:lnTo>
                  <a:pt x="843561" y="404085"/>
                </a:lnTo>
                <a:lnTo>
                  <a:pt x="846492" y="411414"/>
                </a:lnTo>
                <a:lnTo>
                  <a:pt x="847923" y="415078"/>
                </a:lnTo>
                <a:lnTo>
                  <a:pt x="850855" y="422468"/>
                </a:lnTo>
                <a:lnTo>
                  <a:pt x="852293" y="426163"/>
                </a:lnTo>
                <a:lnTo>
                  <a:pt x="853762" y="429919"/>
                </a:lnTo>
                <a:lnTo>
                  <a:pt x="855224" y="433644"/>
                </a:lnTo>
                <a:lnTo>
                  <a:pt x="856663" y="437370"/>
                </a:lnTo>
                <a:lnTo>
                  <a:pt x="858125" y="441156"/>
                </a:lnTo>
                <a:lnTo>
                  <a:pt x="859594" y="444912"/>
                </a:lnTo>
                <a:lnTo>
                  <a:pt x="861056" y="448698"/>
                </a:lnTo>
                <a:lnTo>
                  <a:pt x="862494" y="452485"/>
                </a:lnTo>
                <a:lnTo>
                  <a:pt x="865426" y="460119"/>
                </a:lnTo>
                <a:lnTo>
                  <a:pt x="866856" y="463936"/>
                </a:lnTo>
                <a:lnTo>
                  <a:pt x="869788" y="471631"/>
                </a:lnTo>
                <a:lnTo>
                  <a:pt x="871257" y="475509"/>
                </a:lnTo>
                <a:lnTo>
                  <a:pt x="872688" y="479357"/>
                </a:lnTo>
                <a:lnTo>
                  <a:pt x="874158" y="483235"/>
                </a:lnTo>
                <a:lnTo>
                  <a:pt x="875620" y="487144"/>
                </a:lnTo>
                <a:lnTo>
                  <a:pt x="877058" y="491052"/>
                </a:lnTo>
                <a:lnTo>
                  <a:pt x="878520" y="494961"/>
                </a:lnTo>
                <a:lnTo>
                  <a:pt x="881451" y="502839"/>
                </a:lnTo>
                <a:lnTo>
                  <a:pt x="882890" y="506778"/>
                </a:lnTo>
                <a:lnTo>
                  <a:pt x="885821" y="514718"/>
                </a:lnTo>
                <a:lnTo>
                  <a:pt x="887259" y="518687"/>
                </a:lnTo>
                <a:lnTo>
                  <a:pt x="891653" y="530688"/>
                </a:lnTo>
                <a:lnTo>
                  <a:pt x="893091" y="534719"/>
                </a:lnTo>
                <a:lnTo>
                  <a:pt x="894553" y="538719"/>
                </a:lnTo>
                <a:lnTo>
                  <a:pt x="896023" y="542750"/>
                </a:lnTo>
                <a:lnTo>
                  <a:pt x="897453" y="546811"/>
                </a:lnTo>
                <a:lnTo>
                  <a:pt x="900385" y="554934"/>
                </a:lnTo>
                <a:lnTo>
                  <a:pt x="901854" y="559026"/>
                </a:lnTo>
                <a:lnTo>
                  <a:pt x="903285" y="563117"/>
                </a:lnTo>
                <a:lnTo>
                  <a:pt x="904754" y="567210"/>
                </a:lnTo>
                <a:lnTo>
                  <a:pt x="906216" y="571332"/>
                </a:lnTo>
                <a:lnTo>
                  <a:pt x="907655" y="575424"/>
                </a:lnTo>
                <a:lnTo>
                  <a:pt x="909124" y="579546"/>
                </a:lnTo>
                <a:lnTo>
                  <a:pt x="910586" y="583699"/>
                </a:lnTo>
                <a:lnTo>
                  <a:pt x="912056" y="587821"/>
                </a:lnTo>
                <a:lnTo>
                  <a:pt x="913486" y="591974"/>
                </a:lnTo>
                <a:lnTo>
                  <a:pt x="914956" y="596157"/>
                </a:lnTo>
                <a:lnTo>
                  <a:pt x="916418" y="600308"/>
                </a:lnTo>
                <a:lnTo>
                  <a:pt x="917856" y="604490"/>
                </a:lnTo>
                <a:lnTo>
                  <a:pt x="919318" y="608680"/>
                </a:lnTo>
                <a:lnTo>
                  <a:pt x="920788" y="612894"/>
                </a:lnTo>
                <a:lnTo>
                  <a:pt x="922218" y="617076"/>
                </a:lnTo>
                <a:lnTo>
                  <a:pt x="925150" y="625503"/>
                </a:lnTo>
                <a:lnTo>
                  <a:pt x="926619" y="629748"/>
                </a:lnTo>
                <a:lnTo>
                  <a:pt x="928050" y="633993"/>
                </a:lnTo>
                <a:lnTo>
                  <a:pt x="930981" y="642482"/>
                </a:lnTo>
                <a:lnTo>
                  <a:pt x="932420" y="646758"/>
                </a:lnTo>
                <a:lnTo>
                  <a:pt x="933889" y="651003"/>
                </a:lnTo>
                <a:lnTo>
                  <a:pt x="935351" y="655279"/>
                </a:lnTo>
                <a:lnTo>
                  <a:pt x="936813" y="659578"/>
                </a:lnTo>
                <a:lnTo>
                  <a:pt x="938251" y="663854"/>
                </a:lnTo>
                <a:lnTo>
                  <a:pt x="941183" y="672469"/>
                </a:lnTo>
                <a:lnTo>
                  <a:pt x="942621" y="676800"/>
                </a:lnTo>
                <a:lnTo>
                  <a:pt x="944083" y="681107"/>
                </a:lnTo>
                <a:lnTo>
                  <a:pt x="947015" y="689784"/>
                </a:lnTo>
                <a:lnTo>
                  <a:pt x="948453" y="694115"/>
                </a:lnTo>
                <a:lnTo>
                  <a:pt x="949915" y="698485"/>
                </a:lnTo>
                <a:lnTo>
                  <a:pt x="951384" y="702824"/>
                </a:lnTo>
                <a:lnTo>
                  <a:pt x="952815" y="707186"/>
                </a:lnTo>
                <a:lnTo>
                  <a:pt x="954285" y="711587"/>
                </a:lnTo>
                <a:lnTo>
                  <a:pt x="957216" y="720319"/>
                </a:lnTo>
                <a:lnTo>
                  <a:pt x="958647" y="724712"/>
                </a:lnTo>
                <a:lnTo>
                  <a:pt x="960116" y="729113"/>
                </a:lnTo>
                <a:lnTo>
                  <a:pt x="961578" y="733538"/>
                </a:lnTo>
                <a:lnTo>
                  <a:pt x="963017" y="737939"/>
                </a:lnTo>
                <a:lnTo>
                  <a:pt x="967418" y="751220"/>
                </a:lnTo>
                <a:lnTo>
                  <a:pt x="968848" y="755645"/>
                </a:lnTo>
                <a:lnTo>
                  <a:pt x="970318" y="760077"/>
                </a:lnTo>
                <a:lnTo>
                  <a:pt x="971780" y="764533"/>
                </a:lnTo>
                <a:lnTo>
                  <a:pt x="973218" y="768989"/>
                </a:lnTo>
                <a:lnTo>
                  <a:pt x="976149" y="777908"/>
                </a:lnTo>
                <a:lnTo>
                  <a:pt x="977611" y="782395"/>
                </a:lnTo>
                <a:lnTo>
                  <a:pt x="979050" y="786859"/>
                </a:lnTo>
                <a:lnTo>
                  <a:pt x="981981" y="795833"/>
                </a:lnTo>
                <a:lnTo>
                  <a:pt x="983412" y="800320"/>
                </a:lnTo>
                <a:lnTo>
                  <a:pt x="984881" y="804839"/>
                </a:lnTo>
                <a:lnTo>
                  <a:pt x="986343" y="809334"/>
                </a:lnTo>
                <a:lnTo>
                  <a:pt x="987782" y="813852"/>
                </a:lnTo>
                <a:lnTo>
                  <a:pt x="992183" y="827407"/>
                </a:lnTo>
                <a:lnTo>
                  <a:pt x="993613" y="831926"/>
                </a:lnTo>
                <a:lnTo>
                  <a:pt x="995083" y="836475"/>
                </a:lnTo>
                <a:lnTo>
                  <a:pt x="996545" y="840994"/>
                </a:lnTo>
                <a:lnTo>
                  <a:pt x="997983" y="845543"/>
                </a:lnTo>
                <a:lnTo>
                  <a:pt x="1002376" y="859200"/>
                </a:lnTo>
                <a:lnTo>
                  <a:pt x="1003815" y="863750"/>
                </a:lnTo>
                <a:lnTo>
                  <a:pt x="1005277" y="868323"/>
                </a:lnTo>
                <a:lnTo>
                  <a:pt x="1006746" y="872880"/>
                </a:lnTo>
                <a:lnTo>
                  <a:pt x="1008177" y="877453"/>
                </a:lnTo>
                <a:lnTo>
                  <a:pt x="1012578" y="891196"/>
                </a:lnTo>
                <a:lnTo>
                  <a:pt x="1014016" y="895777"/>
                </a:lnTo>
                <a:lnTo>
                  <a:pt x="1015478" y="900389"/>
                </a:lnTo>
                <a:lnTo>
                  <a:pt x="1016940" y="904970"/>
                </a:lnTo>
                <a:lnTo>
                  <a:pt x="1018378" y="909582"/>
                </a:lnTo>
                <a:lnTo>
                  <a:pt x="1019848" y="914163"/>
                </a:lnTo>
                <a:lnTo>
                  <a:pt x="1022779" y="923380"/>
                </a:lnTo>
                <a:lnTo>
                  <a:pt x="1024210" y="927992"/>
                </a:lnTo>
                <a:lnTo>
                  <a:pt x="1027142" y="937216"/>
                </a:lnTo>
                <a:lnTo>
                  <a:pt x="1028580" y="941860"/>
                </a:lnTo>
                <a:lnTo>
                  <a:pt x="1030042" y="946472"/>
                </a:lnTo>
                <a:lnTo>
                  <a:pt x="1031511" y="951108"/>
                </a:lnTo>
                <a:lnTo>
                  <a:pt x="1032973" y="955720"/>
                </a:lnTo>
                <a:lnTo>
                  <a:pt x="1034412" y="960363"/>
                </a:lnTo>
                <a:lnTo>
                  <a:pt x="1037343" y="969642"/>
                </a:lnTo>
                <a:lnTo>
                  <a:pt x="1038774" y="974286"/>
                </a:lnTo>
                <a:lnTo>
                  <a:pt x="1041705" y="983573"/>
                </a:lnTo>
                <a:lnTo>
                  <a:pt x="1043143" y="988208"/>
                </a:lnTo>
                <a:lnTo>
                  <a:pt x="1044613" y="992852"/>
                </a:lnTo>
                <a:lnTo>
                  <a:pt x="1046075" y="997526"/>
                </a:lnTo>
                <a:lnTo>
                  <a:pt x="1047545" y="1002170"/>
                </a:lnTo>
                <a:lnTo>
                  <a:pt x="1048975" y="1006837"/>
                </a:lnTo>
                <a:lnTo>
                  <a:pt x="1050445" y="1011480"/>
                </a:lnTo>
                <a:lnTo>
                  <a:pt x="1051907" y="1016155"/>
                </a:lnTo>
                <a:lnTo>
                  <a:pt x="1053345" y="1020791"/>
                </a:lnTo>
                <a:lnTo>
                  <a:pt x="1057738" y="1034807"/>
                </a:lnTo>
                <a:lnTo>
                  <a:pt x="1059177" y="1039482"/>
                </a:lnTo>
                <a:lnTo>
                  <a:pt x="1060639" y="1044156"/>
                </a:lnTo>
                <a:lnTo>
                  <a:pt x="1062108" y="1048792"/>
                </a:lnTo>
                <a:lnTo>
                  <a:pt x="1063539" y="1053467"/>
                </a:lnTo>
                <a:lnTo>
                  <a:pt x="1065008" y="1058173"/>
                </a:lnTo>
                <a:lnTo>
                  <a:pt x="1067940" y="1067514"/>
                </a:lnTo>
                <a:lnTo>
                  <a:pt x="1069378" y="1072189"/>
                </a:lnTo>
                <a:lnTo>
                  <a:pt x="1072310" y="1081531"/>
                </a:lnTo>
                <a:lnTo>
                  <a:pt x="1073740" y="1086237"/>
                </a:lnTo>
                <a:lnTo>
                  <a:pt x="1078141" y="1100245"/>
                </a:lnTo>
                <a:lnTo>
                  <a:pt x="1079572" y="1104951"/>
                </a:lnTo>
                <a:lnTo>
                  <a:pt x="1082503" y="1114293"/>
                </a:lnTo>
                <a:lnTo>
                  <a:pt x="1083942" y="1118999"/>
                </a:lnTo>
                <a:lnTo>
                  <a:pt x="1085404" y="1123674"/>
                </a:lnTo>
                <a:lnTo>
                  <a:pt x="1086873" y="1128372"/>
                </a:lnTo>
                <a:lnTo>
                  <a:pt x="1088335" y="1133047"/>
                </a:lnTo>
              </a:path>
            </a:pathLst>
          </a:custGeom>
          <a:noFill/>
          <a:ln w="8331" cap="flat">
            <a:solidFill>
              <a:srgbClr val="000000"/>
            </a:solidFill>
            <a:prstDash val="solid"/>
            <a:round/>
          </a:ln>
        </p:spPr>
        <p:txBody>
          <a:bodyPr rtlCol="0" anchor="ctr"/>
          <a:lstStyle/>
          <a:p>
            <a:endParaRPr lang="en-GB" noProof="0"/>
          </a:p>
        </p:txBody>
      </p:sp>
      <p:sp>
        <p:nvSpPr>
          <p:cNvPr id="71" name="Freeform: Shape 70">
            <a:extLst>
              <a:ext uri="{FF2B5EF4-FFF2-40B4-BE49-F238E27FC236}">
                <a16:creationId xmlns:a16="http://schemas.microsoft.com/office/drawing/2014/main" id="{12435D48-DA53-D0B6-952F-8BCFC25F5D4D}"/>
              </a:ext>
            </a:extLst>
          </p:cNvPr>
          <p:cNvSpPr/>
          <p:nvPr/>
        </p:nvSpPr>
        <p:spPr>
          <a:xfrm>
            <a:off x="8909128" y="4385620"/>
            <a:ext cx="1860044" cy="1426544"/>
          </a:xfrm>
          <a:custGeom>
            <a:avLst/>
            <a:gdLst>
              <a:gd name="connsiteX0" fmla="*/ 0 w 1634628"/>
              <a:gd name="connsiteY0" fmla="*/ 0 h 1744984"/>
              <a:gd name="connsiteX1" fmla="*/ 1438 w 1634628"/>
              <a:gd name="connsiteY1" fmla="*/ 4667 h 1744984"/>
              <a:gd name="connsiteX2" fmla="*/ 2900 w 1634628"/>
              <a:gd name="connsiteY2" fmla="*/ 9373 h 1744984"/>
              <a:gd name="connsiteX3" fmla="*/ 4362 w 1634628"/>
              <a:gd name="connsiteY3" fmla="*/ 14048 h 1744984"/>
              <a:gd name="connsiteX4" fmla="*/ 5832 w 1634628"/>
              <a:gd name="connsiteY4" fmla="*/ 18746 h 1744984"/>
              <a:gd name="connsiteX5" fmla="*/ 7270 w 1634628"/>
              <a:gd name="connsiteY5" fmla="*/ 23420 h 1744984"/>
              <a:gd name="connsiteX6" fmla="*/ 8732 w 1634628"/>
              <a:gd name="connsiteY6" fmla="*/ 28087 h 1744984"/>
              <a:gd name="connsiteX7" fmla="*/ 10201 w 1634628"/>
              <a:gd name="connsiteY7" fmla="*/ 32793 h 1744984"/>
              <a:gd name="connsiteX8" fmla="*/ 11632 w 1634628"/>
              <a:gd name="connsiteY8" fmla="*/ 37468 h 1744984"/>
              <a:gd name="connsiteX9" fmla="*/ 14564 w 1634628"/>
              <a:gd name="connsiteY9" fmla="*/ 46810 h 1744984"/>
              <a:gd name="connsiteX10" fmla="*/ 16002 w 1634628"/>
              <a:gd name="connsiteY10" fmla="*/ 51508 h 1744984"/>
              <a:gd name="connsiteX11" fmla="*/ 20395 w 1634628"/>
              <a:gd name="connsiteY11" fmla="*/ 65524 h 1744984"/>
              <a:gd name="connsiteX12" fmla="*/ 21834 w 1634628"/>
              <a:gd name="connsiteY12" fmla="*/ 70199 h 1744984"/>
              <a:gd name="connsiteX13" fmla="*/ 24765 w 1634628"/>
              <a:gd name="connsiteY13" fmla="*/ 79541 h 1744984"/>
              <a:gd name="connsiteX14" fmla="*/ 26196 w 1634628"/>
              <a:gd name="connsiteY14" fmla="*/ 84215 h 1744984"/>
              <a:gd name="connsiteX15" fmla="*/ 30597 w 1634628"/>
              <a:gd name="connsiteY15" fmla="*/ 98232 h 1744984"/>
              <a:gd name="connsiteX16" fmla="*/ 32035 w 1634628"/>
              <a:gd name="connsiteY16" fmla="*/ 102906 h 1744984"/>
              <a:gd name="connsiteX17" fmla="*/ 33497 w 1634628"/>
              <a:gd name="connsiteY17" fmla="*/ 107573 h 1744984"/>
              <a:gd name="connsiteX18" fmla="*/ 34967 w 1634628"/>
              <a:gd name="connsiteY18" fmla="*/ 112217 h 1744984"/>
              <a:gd name="connsiteX19" fmla="*/ 36397 w 1634628"/>
              <a:gd name="connsiteY19" fmla="*/ 116891 h 1744984"/>
              <a:gd name="connsiteX20" fmla="*/ 37867 w 1634628"/>
              <a:gd name="connsiteY20" fmla="*/ 121535 h 1744984"/>
              <a:gd name="connsiteX21" fmla="*/ 39329 w 1634628"/>
              <a:gd name="connsiteY21" fmla="*/ 126202 h 1744984"/>
              <a:gd name="connsiteX22" fmla="*/ 40798 w 1634628"/>
              <a:gd name="connsiteY22" fmla="*/ 130845 h 1744984"/>
              <a:gd name="connsiteX23" fmla="*/ 42229 w 1634628"/>
              <a:gd name="connsiteY23" fmla="*/ 135520 h 1744984"/>
              <a:gd name="connsiteX24" fmla="*/ 43698 w 1634628"/>
              <a:gd name="connsiteY24" fmla="*/ 140156 h 1744984"/>
              <a:gd name="connsiteX25" fmla="*/ 45160 w 1634628"/>
              <a:gd name="connsiteY25" fmla="*/ 144830 h 1744984"/>
              <a:gd name="connsiteX26" fmla="*/ 46599 w 1634628"/>
              <a:gd name="connsiteY26" fmla="*/ 149474 h 1744984"/>
              <a:gd name="connsiteX27" fmla="*/ 50992 w 1634628"/>
              <a:gd name="connsiteY27" fmla="*/ 163396 h 1744984"/>
              <a:gd name="connsiteX28" fmla="*/ 52430 w 1634628"/>
              <a:gd name="connsiteY28" fmla="*/ 168040 h 1744984"/>
              <a:gd name="connsiteX29" fmla="*/ 53892 w 1634628"/>
              <a:gd name="connsiteY29" fmla="*/ 172675 h 1744984"/>
              <a:gd name="connsiteX30" fmla="*/ 55362 w 1634628"/>
              <a:gd name="connsiteY30" fmla="*/ 177288 h 1744984"/>
              <a:gd name="connsiteX31" fmla="*/ 56800 w 1634628"/>
              <a:gd name="connsiteY31" fmla="*/ 181931 h 1744984"/>
              <a:gd name="connsiteX32" fmla="*/ 58262 w 1634628"/>
              <a:gd name="connsiteY32" fmla="*/ 186575 h 1744984"/>
              <a:gd name="connsiteX33" fmla="*/ 59732 w 1634628"/>
              <a:gd name="connsiteY33" fmla="*/ 191187 h 1744984"/>
              <a:gd name="connsiteX34" fmla="*/ 61194 w 1634628"/>
              <a:gd name="connsiteY34" fmla="*/ 195822 h 1744984"/>
              <a:gd name="connsiteX35" fmla="*/ 62632 w 1634628"/>
              <a:gd name="connsiteY35" fmla="*/ 200435 h 1744984"/>
              <a:gd name="connsiteX36" fmla="*/ 65563 w 1634628"/>
              <a:gd name="connsiteY36" fmla="*/ 209659 h 1744984"/>
              <a:gd name="connsiteX37" fmla="*/ 66994 w 1634628"/>
              <a:gd name="connsiteY37" fmla="*/ 214271 h 1744984"/>
              <a:gd name="connsiteX38" fmla="*/ 71395 w 1634628"/>
              <a:gd name="connsiteY38" fmla="*/ 228100 h 1744984"/>
              <a:gd name="connsiteX39" fmla="*/ 72826 w 1634628"/>
              <a:gd name="connsiteY39" fmla="*/ 232712 h 1744984"/>
              <a:gd name="connsiteX40" fmla="*/ 74295 w 1634628"/>
              <a:gd name="connsiteY40" fmla="*/ 237293 h 1744984"/>
              <a:gd name="connsiteX41" fmla="*/ 75757 w 1634628"/>
              <a:gd name="connsiteY41" fmla="*/ 241905 h 1744984"/>
              <a:gd name="connsiteX42" fmla="*/ 77195 w 1634628"/>
              <a:gd name="connsiteY42" fmla="*/ 246486 h 1744984"/>
              <a:gd name="connsiteX43" fmla="*/ 80127 w 1634628"/>
              <a:gd name="connsiteY43" fmla="*/ 255648 h 1744984"/>
              <a:gd name="connsiteX44" fmla="*/ 81565 w 1634628"/>
              <a:gd name="connsiteY44" fmla="*/ 260229 h 1744984"/>
              <a:gd name="connsiteX45" fmla="*/ 85959 w 1634628"/>
              <a:gd name="connsiteY45" fmla="*/ 273972 h 1744984"/>
              <a:gd name="connsiteX46" fmla="*/ 87397 w 1634628"/>
              <a:gd name="connsiteY46" fmla="*/ 278521 h 1744984"/>
              <a:gd name="connsiteX47" fmla="*/ 88859 w 1634628"/>
              <a:gd name="connsiteY47" fmla="*/ 283071 h 1744984"/>
              <a:gd name="connsiteX48" fmla="*/ 90328 w 1634628"/>
              <a:gd name="connsiteY48" fmla="*/ 287652 h 1744984"/>
              <a:gd name="connsiteX49" fmla="*/ 91759 w 1634628"/>
              <a:gd name="connsiteY49" fmla="*/ 292201 h 1744984"/>
              <a:gd name="connsiteX50" fmla="*/ 96160 w 1634628"/>
              <a:gd name="connsiteY50" fmla="*/ 305850 h 1744984"/>
              <a:gd name="connsiteX51" fmla="*/ 97591 w 1634628"/>
              <a:gd name="connsiteY51" fmla="*/ 310369 h 1744984"/>
              <a:gd name="connsiteX52" fmla="*/ 99060 w 1634628"/>
              <a:gd name="connsiteY52" fmla="*/ 314918 h 1744984"/>
              <a:gd name="connsiteX53" fmla="*/ 100522 w 1634628"/>
              <a:gd name="connsiteY53" fmla="*/ 319437 h 1744984"/>
              <a:gd name="connsiteX54" fmla="*/ 101961 w 1634628"/>
              <a:gd name="connsiteY54" fmla="*/ 323955 h 1744984"/>
              <a:gd name="connsiteX55" fmla="*/ 106354 w 1634628"/>
              <a:gd name="connsiteY55" fmla="*/ 337510 h 1744984"/>
              <a:gd name="connsiteX56" fmla="*/ 107792 w 1634628"/>
              <a:gd name="connsiteY56" fmla="*/ 342036 h 1744984"/>
              <a:gd name="connsiteX57" fmla="*/ 109254 w 1634628"/>
              <a:gd name="connsiteY57" fmla="*/ 346524 h 1744984"/>
              <a:gd name="connsiteX58" fmla="*/ 110724 w 1634628"/>
              <a:gd name="connsiteY58" fmla="*/ 351042 h 1744984"/>
              <a:gd name="connsiteX59" fmla="*/ 112162 w 1634628"/>
              <a:gd name="connsiteY59" fmla="*/ 355529 h 1744984"/>
              <a:gd name="connsiteX60" fmla="*/ 116555 w 1634628"/>
              <a:gd name="connsiteY60" fmla="*/ 368998 h 1744984"/>
              <a:gd name="connsiteX61" fmla="*/ 117994 w 1634628"/>
              <a:gd name="connsiteY61" fmla="*/ 373454 h 1744984"/>
              <a:gd name="connsiteX62" fmla="*/ 119456 w 1634628"/>
              <a:gd name="connsiteY62" fmla="*/ 377941 h 1744984"/>
              <a:gd name="connsiteX63" fmla="*/ 120925 w 1634628"/>
              <a:gd name="connsiteY63" fmla="*/ 382405 h 1744984"/>
              <a:gd name="connsiteX64" fmla="*/ 122356 w 1634628"/>
              <a:gd name="connsiteY64" fmla="*/ 386861 h 1744984"/>
              <a:gd name="connsiteX65" fmla="*/ 126757 w 1634628"/>
              <a:gd name="connsiteY65" fmla="*/ 400236 h 1744984"/>
              <a:gd name="connsiteX66" fmla="*/ 128188 w 1634628"/>
              <a:gd name="connsiteY66" fmla="*/ 404661 h 1744984"/>
              <a:gd name="connsiteX67" fmla="*/ 131119 w 1634628"/>
              <a:gd name="connsiteY67" fmla="*/ 413518 h 1744984"/>
              <a:gd name="connsiteX68" fmla="*/ 132557 w 1634628"/>
              <a:gd name="connsiteY68" fmla="*/ 417950 h 1744984"/>
              <a:gd name="connsiteX69" fmla="*/ 135489 w 1634628"/>
              <a:gd name="connsiteY69" fmla="*/ 426799 h 1744984"/>
              <a:gd name="connsiteX70" fmla="*/ 136927 w 1634628"/>
              <a:gd name="connsiteY70" fmla="*/ 431200 h 1744984"/>
              <a:gd name="connsiteX71" fmla="*/ 138389 w 1634628"/>
              <a:gd name="connsiteY71" fmla="*/ 435594 h 1744984"/>
              <a:gd name="connsiteX72" fmla="*/ 139859 w 1634628"/>
              <a:gd name="connsiteY72" fmla="*/ 440026 h 1744984"/>
              <a:gd name="connsiteX73" fmla="*/ 141321 w 1634628"/>
              <a:gd name="connsiteY73" fmla="*/ 444388 h 1744984"/>
              <a:gd name="connsiteX74" fmla="*/ 142759 w 1634628"/>
              <a:gd name="connsiteY74" fmla="*/ 448789 h 1744984"/>
              <a:gd name="connsiteX75" fmla="*/ 144221 w 1634628"/>
              <a:gd name="connsiteY75" fmla="*/ 453182 h 1744984"/>
              <a:gd name="connsiteX76" fmla="*/ 145690 w 1634628"/>
              <a:gd name="connsiteY76" fmla="*/ 457552 h 1744984"/>
              <a:gd name="connsiteX77" fmla="*/ 147121 w 1634628"/>
              <a:gd name="connsiteY77" fmla="*/ 461914 h 1744984"/>
              <a:gd name="connsiteX78" fmla="*/ 150052 w 1634628"/>
              <a:gd name="connsiteY78" fmla="*/ 470654 h 1744984"/>
              <a:gd name="connsiteX79" fmla="*/ 151522 w 1634628"/>
              <a:gd name="connsiteY79" fmla="*/ 474985 h 1744984"/>
              <a:gd name="connsiteX80" fmla="*/ 152953 w 1634628"/>
              <a:gd name="connsiteY80" fmla="*/ 479354 h 1744984"/>
              <a:gd name="connsiteX81" fmla="*/ 155884 w 1634628"/>
              <a:gd name="connsiteY81" fmla="*/ 488024 h 1744984"/>
              <a:gd name="connsiteX82" fmla="*/ 157322 w 1634628"/>
              <a:gd name="connsiteY82" fmla="*/ 492362 h 1744984"/>
              <a:gd name="connsiteX83" fmla="*/ 158784 w 1634628"/>
              <a:gd name="connsiteY83" fmla="*/ 496670 h 1744984"/>
              <a:gd name="connsiteX84" fmla="*/ 160254 w 1634628"/>
              <a:gd name="connsiteY84" fmla="*/ 501000 h 1744984"/>
              <a:gd name="connsiteX85" fmla="*/ 161716 w 1634628"/>
              <a:gd name="connsiteY85" fmla="*/ 505308 h 1744984"/>
              <a:gd name="connsiteX86" fmla="*/ 163154 w 1634628"/>
              <a:gd name="connsiteY86" fmla="*/ 509615 h 1744984"/>
              <a:gd name="connsiteX87" fmla="*/ 166086 w 1634628"/>
              <a:gd name="connsiteY87" fmla="*/ 518230 h 1744984"/>
              <a:gd name="connsiteX88" fmla="*/ 167524 w 1634628"/>
              <a:gd name="connsiteY88" fmla="*/ 522498 h 1744984"/>
              <a:gd name="connsiteX89" fmla="*/ 171917 w 1634628"/>
              <a:gd name="connsiteY89" fmla="*/ 535326 h 1744984"/>
              <a:gd name="connsiteX90" fmla="*/ 173356 w 1634628"/>
              <a:gd name="connsiteY90" fmla="*/ 539602 h 1744984"/>
              <a:gd name="connsiteX91" fmla="*/ 176287 w 1634628"/>
              <a:gd name="connsiteY91" fmla="*/ 548092 h 1744984"/>
              <a:gd name="connsiteX92" fmla="*/ 177718 w 1634628"/>
              <a:gd name="connsiteY92" fmla="*/ 552336 h 1744984"/>
              <a:gd name="connsiteX93" fmla="*/ 179187 w 1634628"/>
              <a:gd name="connsiteY93" fmla="*/ 556581 h 1744984"/>
              <a:gd name="connsiteX94" fmla="*/ 180649 w 1634628"/>
              <a:gd name="connsiteY94" fmla="*/ 560795 h 1744984"/>
              <a:gd name="connsiteX95" fmla="*/ 182119 w 1634628"/>
              <a:gd name="connsiteY95" fmla="*/ 565039 h 1744984"/>
              <a:gd name="connsiteX96" fmla="*/ 183549 w 1634628"/>
              <a:gd name="connsiteY96" fmla="*/ 569253 h 1744984"/>
              <a:gd name="connsiteX97" fmla="*/ 185019 w 1634628"/>
              <a:gd name="connsiteY97" fmla="*/ 573467 h 1744984"/>
              <a:gd name="connsiteX98" fmla="*/ 186481 w 1634628"/>
              <a:gd name="connsiteY98" fmla="*/ 577649 h 1744984"/>
              <a:gd name="connsiteX99" fmla="*/ 187919 w 1634628"/>
              <a:gd name="connsiteY99" fmla="*/ 581862 h 1744984"/>
              <a:gd name="connsiteX100" fmla="*/ 192313 w 1634628"/>
              <a:gd name="connsiteY100" fmla="*/ 594417 h 1744984"/>
              <a:gd name="connsiteX101" fmla="*/ 193751 w 1634628"/>
              <a:gd name="connsiteY101" fmla="*/ 598568 h 1744984"/>
              <a:gd name="connsiteX102" fmla="*/ 195220 w 1634628"/>
              <a:gd name="connsiteY102" fmla="*/ 602719 h 1744984"/>
              <a:gd name="connsiteX103" fmla="*/ 196682 w 1634628"/>
              <a:gd name="connsiteY103" fmla="*/ 606901 h 1744984"/>
              <a:gd name="connsiteX104" fmla="*/ 198121 w 1634628"/>
              <a:gd name="connsiteY104" fmla="*/ 611028 h 1744984"/>
              <a:gd name="connsiteX105" fmla="*/ 199583 w 1634628"/>
              <a:gd name="connsiteY105" fmla="*/ 615179 h 1744984"/>
              <a:gd name="connsiteX106" fmla="*/ 201052 w 1634628"/>
              <a:gd name="connsiteY106" fmla="*/ 619299 h 1744984"/>
              <a:gd name="connsiteX107" fmla="*/ 202483 w 1634628"/>
              <a:gd name="connsiteY107" fmla="*/ 623427 h 1744984"/>
              <a:gd name="connsiteX108" fmla="*/ 205414 w 1634628"/>
              <a:gd name="connsiteY108" fmla="*/ 631666 h 1744984"/>
              <a:gd name="connsiteX109" fmla="*/ 206884 w 1634628"/>
              <a:gd name="connsiteY109" fmla="*/ 635762 h 1744984"/>
              <a:gd name="connsiteX110" fmla="*/ 208315 w 1634628"/>
              <a:gd name="connsiteY110" fmla="*/ 639882 h 1744984"/>
              <a:gd name="connsiteX111" fmla="*/ 209784 w 1634628"/>
              <a:gd name="connsiteY111" fmla="*/ 643978 h 1744984"/>
              <a:gd name="connsiteX112" fmla="*/ 211246 w 1634628"/>
              <a:gd name="connsiteY112" fmla="*/ 648035 h 1744984"/>
              <a:gd name="connsiteX113" fmla="*/ 212684 w 1634628"/>
              <a:gd name="connsiteY113" fmla="*/ 652132 h 1744984"/>
              <a:gd name="connsiteX114" fmla="*/ 217078 w 1634628"/>
              <a:gd name="connsiteY114" fmla="*/ 664311 h 1744984"/>
              <a:gd name="connsiteX115" fmla="*/ 218516 w 1634628"/>
              <a:gd name="connsiteY115" fmla="*/ 668345 h 1744984"/>
              <a:gd name="connsiteX116" fmla="*/ 219986 w 1634628"/>
              <a:gd name="connsiteY116" fmla="*/ 672371 h 1744984"/>
              <a:gd name="connsiteX117" fmla="*/ 221447 w 1634628"/>
              <a:gd name="connsiteY117" fmla="*/ 676435 h 1744984"/>
              <a:gd name="connsiteX118" fmla="*/ 222886 w 1634628"/>
              <a:gd name="connsiteY118" fmla="*/ 680469 h 1744984"/>
              <a:gd name="connsiteX119" fmla="*/ 227279 w 1634628"/>
              <a:gd name="connsiteY119" fmla="*/ 692469 h 1744984"/>
              <a:gd name="connsiteX120" fmla="*/ 228717 w 1634628"/>
              <a:gd name="connsiteY120" fmla="*/ 696463 h 1744984"/>
              <a:gd name="connsiteX121" fmla="*/ 230179 w 1634628"/>
              <a:gd name="connsiteY121" fmla="*/ 700435 h 1744984"/>
              <a:gd name="connsiteX122" fmla="*/ 231649 w 1634628"/>
              <a:gd name="connsiteY122" fmla="*/ 704437 h 1744984"/>
              <a:gd name="connsiteX123" fmla="*/ 233080 w 1634628"/>
              <a:gd name="connsiteY123" fmla="*/ 708408 h 1744984"/>
              <a:gd name="connsiteX124" fmla="*/ 234549 w 1634628"/>
              <a:gd name="connsiteY124" fmla="*/ 712348 h 1744984"/>
              <a:gd name="connsiteX125" fmla="*/ 236011 w 1634628"/>
              <a:gd name="connsiteY125" fmla="*/ 716311 h 1744984"/>
              <a:gd name="connsiteX126" fmla="*/ 237481 w 1634628"/>
              <a:gd name="connsiteY126" fmla="*/ 720251 h 1744984"/>
              <a:gd name="connsiteX127" fmla="*/ 238911 w 1634628"/>
              <a:gd name="connsiteY127" fmla="*/ 724191 h 1744984"/>
              <a:gd name="connsiteX128" fmla="*/ 240381 w 1634628"/>
              <a:gd name="connsiteY128" fmla="*/ 728131 h 1744984"/>
              <a:gd name="connsiteX129" fmla="*/ 241843 w 1634628"/>
              <a:gd name="connsiteY129" fmla="*/ 732040 h 1744984"/>
              <a:gd name="connsiteX130" fmla="*/ 243281 w 1634628"/>
              <a:gd name="connsiteY130" fmla="*/ 735980 h 1744984"/>
              <a:gd name="connsiteX131" fmla="*/ 244743 w 1634628"/>
              <a:gd name="connsiteY131" fmla="*/ 739888 h 1744984"/>
              <a:gd name="connsiteX132" fmla="*/ 246213 w 1634628"/>
              <a:gd name="connsiteY132" fmla="*/ 743766 h 1744984"/>
              <a:gd name="connsiteX133" fmla="*/ 247682 w 1634628"/>
              <a:gd name="connsiteY133" fmla="*/ 747674 h 1744984"/>
              <a:gd name="connsiteX134" fmla="*/ 249113 w 1634628"/>
              <a:gd name="connsiteY134" fmla="*/ 751552 h 1744984"/>
              <a:gd name="connsiteX135" fmla="*/ 250582 w 1634628"/>
              <a:gd name="connsiteY135" fmla="*/ 755429 h 1744984"/>
              <a:gd name="connsiteX136" fmla="*/ 252044 w 1634628"/>
              <a:gd name="connsiteY136" fmla="*/ 759283 h 1744984"/>
              <a:gd name="connsiteX137" fmla="*/ 253483 w 1634628"/>
              <a:gd name="connsiteY137" fmla="*/ 763160 h 1744984"/>
              <a:gd name="connsiteX138" fmla="*/ 256414 w 1634628"/>
              <a:gd name="connsiteY138" fmla="*/ 770852 h 1744984"/>
              <a:gd name="connsiteX139" fmla="*/ 257845 w 1634628"/>
              <a:gd name="connsiteY139" fmla="*/ 774699 h 1744984"/>
              <a:gd name="connsiteX140" fmla="*/ 262246 w 1634628"/>
              <a:gd name="connsiteY140" fmla="*/ 786151 h 1744984"/>
              <a:gd name="connsiteX141" fmla="*/ 263676 w 1634628"/>
              <a:gd name="connsiteY141" fmla="*/ 789934 h 1744984"/>
              <a:gd name="connsiteX142" fmla="*/ 266608 w 1634628"/>
              <a:gd name="connsiteY142" fmla="*/ 797509 h 1744984"/>
              <a:gd name="connsiteX143" fmla="*/ 268046 w 1634628"/>
              <a:gd name="connsiteY143" fmla="*/ 801301 h 1744984"/>
              <a:gd name="connsiteX144" fmla="*/ 269508 w 1634628"/>
              <a:gd name="connsiteY144" fmla="*/ 805053 h 1744984"/>
              <a:gd name="connsiteX145" fmla="*/ 270978 w 1634628"/>
              <a:gd name="connsiteY145" fmla="*/ 808837 h 1744984"/>
              <a:gd name="connsiteX146" fmla="*/ 272440 w 1634628"/>
              <a:gd name="connsiteY146" fmla="*/ 812565 h 1744984"/>
              <a:gd name="connsiteX147" fmla="*/ 273878 w 1634628"/>
              <a:gd name="connsiteY147" fmla="*/ 816318 h 1744984"/>
              <a:gd name="connsiteX148" fmla="*/ 276809 w 1634628"/>
              <a:gd name="connsiteY148" fmla="*/ 823775 h 1744984"/>
              <a:gd name="connsiteX149" fmla="*/ 278248 w 1634628"/>
              <a:gd name="connsiteY149" fmla="*/ 827496 h 1744984"/>
              <a:gd name="connsiteX150" fmla="*/ 279710 w 1634628"/>
              <a:gd name="connsiteY150" fmla="*/ 831225 h 1744984"/>
              <a:gd name="connsiteX151" fmla="*/ 282641 w 1634628"/>
              <a:gd name="connsiteY151" fmla="*/ 838612 h 1744984"/>
              <a:gd name="connsiteX152" fmla="*/ 284079 w 1634628"/>
              <a:gd name="connsiteY152" fmla="*/ 842279 h 1744984"/>
              <a:gd name="connsiteX153" fmla="*/ 285541 w 1634628"/>
              <a:gd name="connsiteY153" fmla="*/ 845969 h 1744984"/>
              <a:gd name="connsiteX154" fmla="*/ 287011 w 1634628"/>
              <a:gd name="connsiteY154" fmla="*/ 849635 h 1744984"/>
              <a:gd name="connsiteX155" fmla="*/ 288441 w 1634628"/>
              <a:gd name="connsiteY155" fmla="*/ 853301 h 1744984"/>
              <a:gd name="connsiteX156" fmla="*/ 292842 w 1634628"/>
              <a:gd name="connsiteY156" fmla="*/ 864198 h 1744984"/>
              <a:gd name="connsiteX157" fmla="*/ 294273 w 1634628"/>
              <a:gd name="connsiteY157" fmla="*/ 867833 h 1744984"/>
              <a:gd name="connsiteX158" fmla="*/ 295743 w 1634628"/>
              <a:gd name="connsiteY158" fmla="*/ 871437 h 1744984"/>
              <a:gd name="connsiteX159" fmla="*/ 297205 w 1634628"/>
              <a:gd name="connsiteY159" fmla="*/ 875072 h 1744984"/>
              <a:gd name="connsiteX160" fmla="*/ 298643 w 1634628"/>
              <a:gd name="connsiteY160" fmla="*/ 878645 h 1744984"/>
              <a:gd name="connsiteX161" fmla="*/ 300112 w 1634628"/>
              <a:gd name="connsiteY161" fmla="*/ 882248 h 1744984"/>
              <a:gd name="connsiteX162" fmla="*/ 303044 w 1634628"/>
              <a:gd name="connsiteY162" fmla="*/ 889393 h 1744984"/>
              <a:gd name="connsiteX163" fmla="*/ 304475 w 1634628"/>
              <a:gd name="connsiteY163" fmla="*/ 892966 h 1744984"/>
              <a:gd name="connsiteX164" fmla="*/ 307406 w 1634628"/>
              <a:gd name="connsiteY164" fmla="*/ 900048 h 1744984"/>
              <a:gd name="connsiteX165" fmla="*/ 308844 w 1634628"/>
              <a:gd name="connsiteY165" fmla="*/ 903590 h 1744984"/>
              <a:gd name="connsiteX166" fmla="*/ 310306 w 1634628"/>
              <a:gd name="connsiteY166" fmla="*/ 907138 h 1744984"/>
              <a:gd name="connsiteX167" fmla="*/ 313238 w 1634628"/>
              <a:gd name="connsiteY167" fmla="*/ 914158 h 1744984"/>
              <a:gd name="connsiteX168" fmla="*/ 314676 w 1634628"/>
              <a:gd name="connsiteY168" fmla="*/ 917668 h 1744984"/>
              <a:gd name="connsiteX169" fmla="*/ 317608 w 1634628"/>
              <a:gd name="connsiteY169" fmla="*/ 924634 h 1744984"/>
              <a:gd name="connsiteX170" fmla="*/ 319038 w 1634628"/>
              <a:gd name="connsiteY170" fmla="*/ 928112 h 1744984"/>
              <a:gd name="connsiteX171" fmla="*/ 321970 w 1634628"/>
              <a:gd name="connsiteY171" fmla="*/ 935015 h 1744984"/>
              <a:gd name="connsiteX172" fmla="*/ 323408 w 1634628"/>
              <a:gd name="connsiteY172" fmla="*/ 938494 h 1744984"/>
              <a:gd name="connsiteX173" fmla="*/ 327809 w 1634628"/>
              <a:gd name="connsiteY173" fmla="*/ 948758 h 1744984"/>
              <a:gd name="connsiteX174" fmla="*/ 329240 w 1634628"/>
              <a:gd name="connsiteY174" fmla="*/ 952174 h 1744984"/>
              <a:gd name="connsiteX175" fmla="*/ 330709 w 1634628"/>
              <a:gd name="connsiteY175" fmla="*/ 955566 h 1744984"/>
              <a:gd name="connsiteX176" fmla="*/ 332171 w 1634628"/>
              <a:gd name="connsiteY176" fmla="*/ 958983 h 1744984"/>
              <a:gd name="connsiteX177" fmla="*/ 333609 w 1634628"/>
              <a:gd name="connsiteY177" fmla="*/ 962344 h 1744984"/>
              <a:gd name="connsiteX178" fmla="*/ 336541 w 1634628"/>
              <a:gd name="connsiteY178" fmla="*/ 969122 h 1744984"/>
              <a:gd name="connsiteX179" fmla="*/ 338003 w 1634628"/>
              <a:gd name="connsiteY179" fmla="*/ 972452 h 1744984"/>
              <a:gd name="connsiteX180" fmla="*/ 339441 w 1634628"/>
              <a:gd name="connsiteY180" fmla="*/ 975813 h 1744984"/>
              <a:gd name="connsiteX181" fmla="*/ 340903 w 1634628"/>
              <a:gd name="connsiteY181" fmla="*/ 979167 h 1744984"/>
              <a:gd name="connsiteX182" fmla="*/ 342373 w 1634628"/>
              <a:gd name="connsiteY182" fmla="*/ 982466 h 1744984"/>
              <a:gd name="connsiteX183" fmla="*/ 343803 w 1634628"/>
              <a:gd name="connsiteY183" fmla="*/ 985796 h 1744984"/>
              <a:gd name="connsiteX184" fmla="*/ 345273 w 1634628"/>
              <a:gd name="connsiteY184" fmla="*/ 989126 h 1744984"/>
              <a:gd name="connsiteX185" fmla="*/ 348204 w 1634628"/>
              <a:gd name="connsiteY185" fmla="*/ 995724 h 1744984"/>
              <a:gd name="connsiteX186" fmla="*/ 349635 w 1634628"/>
              <a:gd name="connsiteY186" fmla="*/ 999023 h 1744984"/>
              <a:gd name="connsiteX187" fmla="*/ 352566 w 1634628"/>
              <a:gd name="connsiteY187" fmla="*/ 1005550 h 1744984"/>
              <a:gd name="connsiteX188" fmla="*/ 354005 w 1634628"/>
              <a:gd name="connsiteY188" fmla="*/ 1008818 h 1744984"/>
              <a:gd name="connsiteX189" fmla="*/ 358406 w 1634628"/>
              <a:gd name="connsiteY189" fmla="*/ 1018534 h 1744984"/>
              <a:gd name="connsiteX190" fmla="*/ 359836 w 1634628"/>
              <a:gd name="connsiteY190" fmla="*/ 1021740 h 1744984"/>
              <a:gd name="connsiteX191" fmla="*/ 361306 w 1634628"/>
              <a:gd name="connsiteY191" fmla="*/ 1024945 h 1744984"/>
              <a:gd name="connsiteX192" fmla="*/ 362768 w 1634628"/>
              <a:gd name="connsiteY192" fmla="*/ 1028181 h 1744984"/>
              <a:gd name="connsiteX193" fmla="*/ 364206 w 1634628"/>
              <a:gd name="connsiteY193" fmla="*/ 1031355 h 1744984"/>
              <a:gd name="connsiteX194" fmla="*/ 365668 w 1634628"/>
              <a:gd name="connsiteY194" fmla="*/ 1034529 h 1744984"/>
              <a:gd name="connsiteX195" fmla="*/ 367138 w 1634628"/>
              <a:gd name="connsiteY195" fmla="*/ 1037741 h 1744984"/>
              <a:gd name="connsiteX196" fmla="*/ 368600 w 1634628"/>
              <a:gd name="connsiteY196" fmla="*/ 1040884 h 1744984"/>
              <a:gd name="connsiteX197" fmla="*/ 370038 w 1634628"/>
              <a:gd name="connsiteY197" fmla="*/ 1044027 h 1744984"/>
              <a:gd name="connsiteX198" fmla="*/ 371500 w 1634628"/>
              <a:gd name="connsiteY198" fmla="*/ 1047208 h 1744984"/>
              <a:gd name="connsiteX199" fmla="*/ 372969 w 1634628"/>
              <a:gd name="connsiteY199" fmla="*/ 1050320 h 1744984"/>
              <a:gd name="connsiteX200" fmla="*/ 374400 w 1634628"/>
              <a:gd name="connsiteY200" fmla="*/ 1053462 h 1744984"/>
              <a:gd name="connsiteX201" fmla="*/ 378801 w 1634628"/>
              <a:gd name="connsiteY201" fmla="*/ 1062811 h 1744984"/>
              <a:gd name="connsiteX202" fmla="*/ 380239 w 1634628"/>
              <a:gd name="connsiteY202" fmla="*/ 1065892 h 1744984"/>
              <a:gd name="connsiteX203" fmla="*/ 383171 w 1634628"/>
              <a:gd name="connsiteY203" fmla="*/ 1072059 h 1744984"/>
              <a:gd name="connsiteX204" fmla="*/ 384602 w 1634628"/>
              <a:gd name="connsiteY204" fmla="*/ 1075116 h 1744984"/>
              <a:gd name="connsiteX205" fmla="*/ 387533 w 1634628"/>
              <a:gd name="connsiteY205" fmla="*/ 1081221 h 1744984"/>
              <a:gd name="connsiteX206" fmla="*/ 388971 w 1634628"/>
              <a:gd name="connsiteY206" fmla="*/ 1084278 h 1744984"/>
              <a:gd name="connsiteX207" fmla="*/ 391903 w 1634628"/>
              <a:gd name="connsiteY207" fmla="*/ 1090321 h 1744984"/>
              <a:gd name="connsiteX208" fmla="*/ 393365 w 1634628"/>
              <a:gd name="connsiteY208" fmla="*/ 1093315 h 1744984"/>
              <a:gd name="connsiteX209" fmla="*/ 394803 w 1634628"/>
              <a:gd name="connsiteY209" fmla="*/ 1096308 h 1744984"/>
              <a:gd name="connsiteX210" fmla="*/ 397735 w 1634628"/>
              <a:gd name="connsiteY210" fmla="*/ 1102289 h 1744984"/>
              <a:gd name="connsiteX211" fmla="*/ 399165 w 1634628"/>
              <a:gd name="connsiteY211" fmla="*/ 1105283 h 1744984"/>
              <a:gd name="connsiteX212" fmla="*/ 402097 w 1634628"/>
              <a:gd name="connsiteY212" fmla="*/ 1111208 h 1744984"/>
              <a:gd name="connsiteX213" fmla="*/ 403566 w 1634628"/>
              <a:gd name="connsiteY213" fmla="*/ 1114140 h 1744984"/>
              <a:gd name="connsiteX214" fmla="*/ 404997 w 1634628"/>
              <a:gd name="connsiteY214" fmla="*/ 1117071 h 1744984"/>
              <a:gd name="connsiteX215" fmla="*/ 407936 w 1634628"/>
              <a:gd name="connsiteY215" fmla="*/ 1122934 h 1744984"/>
              <a:gd name="connsiteX216" fmla="*/ 409367 w 1634628"/>
              <a:gd name="connsiteY216" fmla="*/ 1125834 h 1744984"/>
              <a:gd name="connsiteX217" fmla="*/ 412298 w 1634628"/>
              <a:gd name="connsiteY217" fmla="*/ 1131635 h 1744984"/>
              <a:gd name="connsiteX218" fmla="*/ 413768 w 1634628"/>
              <a:gd name="connsiteY218" fmla="*/ 1134511 h 1744984"/>
              <a:gd name="connsiteX219" fmla="*/ 415198 w 1634628"/>
              <a:gd name="connsiteY219" fmla="*/ 1137380 h 1744984"/>
              <a:gd name="connsiteX220" fmla="*/ 416668 w 1634628"/>
              <a:gd name="connsiteY220" fmla="*/ 1140249 h 1744984"/>
              <a:gd name="connsiteX221" fmla="*/ 418130 w 1634628"/>
              <a:gd name="connsiteY221" fmla="*/ 1143087 h 1744984"/>
              <a:gd name="connsiteX222" fmla="*/ 419568 w 1634628"/>
              <a:gd name="connsiteY222" fmla="*/ 1145956 h 1744984"/>
              <a:gd name="connsiteX223" fmla="*/ 421030 w 1634628"/>
              <a:gd name="connsiteY223" fmla="*/ 1148770 h 1744984"/>
              <a:gd name="connsiteX224" fmla="*/ 423962 w 1634628"/>
              <a:gd name="connsiteY224" fmla="*/ 1154446 h 1744984"/>
              <a:gd name="connsiteX225" fmla="*/ 425400 w 1634628"/>
              <a:gd name="connsiteY225" fmla="*/ 1157228 h 1744984"/>
              <a:gd name="connsiteX226" fmla="*/ 428331 w 1634628"/>
              <a:gd name="connsiteY226" fmla="*/ 1162849 h 1744984"/>
              <a:gd name="connsiteX227" fmla="*/ 429762 w 1634628"/>
              <a:gd name="connsiteY227" fmla="*/ 1165593 h 1744984"/>
              <a:gd name="connsiteX228" fmla="*/ 432693 w 1634628"/>
              <a:gd name="connsiteY228" fmla="*/ 1171151 h 1744984"/>
              <a:gd name="connsiteX229" fmla="*/ 434163 w 1634628"/>
              <a:gd name="connsiteY229" fmla="*/ 1173903 h 1744984"/>
              <a:gd name="connsiteX230" fmla="*/ 435601 w 1634628"/>
              <a:gd name="connsiteY230" fmla="*/ 1176647 h 1744984"/>
              <a:gd name="connsiteX231" fmla="*/ 437063 w 1634628"/>
              <a:gd name="connsiteY231" fmla="*/ 1179398 h 1744984"/>
              <a:gd name="connsiteX232" fmla="*/ 438533 w 1634628"/>
              <a:gd name="connsiteY232" fmla="*/ 1182111 h 1744984"/>
              <a:gd name="connsiteX233" fmla="*/ 439963 w 1634628"/>
              <a:gd name="connsiteY233" fmla="*/ 1184831 h 1744984"/>
              <a:gd name="connsiteX234" fmla="*/ 441433 w 1634628"/>
              <a:gd name="connsiteY234" fmla="*/ 1187552 h 1744984"/>
              <a:gd name="connsiteX235" fmla="*/ 442895 w 1634628"/>
              <a:gd name="connsiteY235" fmla="*/ 1190233 h 1744984"/>
              <a:gd name="connsiteX236" fmla="*/ 444333 w 1634628"/>
              <a:gd name="connsiteY236" fmla="*/ 1192922 h 1744984"/>
              <a:gd name="connsiteX237" fmla="*/ 445795 w 1634628"/>
              <a:gd name="connsiteY237" fmla="*/ 1195611 h 1744984"/>
              <a:gd name="connsiteX238" fmla="*/ 448727 w 1634628"/>
              <a:gd name="connsiteY238" fmla="*/ 1200927 h 1744984"/>
              <a:gd name="connsiteX239" fmla="*/ 450165 w 1634628"/>
              <a:gd name="connsiteY239" fmla="*/ 1203608 h 1744984"/>
              <a:gd name="connsiteX240" fmla="*/ 453096 w 1634628"/>
              <a:gd name="connsiteY240" fmla="*/ 1208862 h 1744984"/>
              <a:gd name="connsiteX241" fmla="*/ 454527 w 1634628"/>
              <a:gd name="connsiteY241" fmla="*/ 1211488 h 1744984"/>
              <a:gd name="connsiteX242" fmla="*/ 455997 w 1634628"/>
              <a:gd name="connsiteY242" fmla="*/ 1214115 h 1744984"/>
              <a:gd name="connsiteX243" fmla="*/ 457459 w 1634628"/>
              <a:gd name="connsiteY243" fmla="*/ 1216710 h 1744984"/>
              <a:gd name="connsiteX244" fmla="*/ 458928 w 1634628"/>
              <a:gd name="connsiteY244" fmla="*/ 1219337 h 1744984"/>
              <a:gd name="connsiteX245" fmla="*/ 460366 w 1634628"/>
              <a:gd name="connsiteY245" fmla="*/ 1221901 h 1744984"/>
              <a:gd name="connsiteX246" fmla="*/ 461828 w 1634628"/>
              <a:gd name="connsiteY246" fmla="*/ 1224496 h 1744984"/>
              <a:gd name="connsiteX247" fmla="*/ 463298 w 1634628"/>
              <a:gd name="connsiteY247" fmla="*/ 1227060 h 1744984"/>
              <a:gd name="connsiteX248" fmla="*/ 464729 w 1634628"/>
              <a:gd name="connsiteY248" fmla="*/ 1229632 h 1744984"/>
              <a:gd name="connsiteX249" fmla="*/ 466198 w 1634628"/>
              <a:gd name="connsiteY249" fmla="*/ 1232196 h 1744984"/>
              <a:gd name="connsiteX250" fmla="*/ 469130 w 1634628"/>
              <a:gd name="connsiteY250" fmla="*/ 1237262 h 1744984"/>
              <a:gd name="connsiteX251" fmla="*/ 470560 w 1634628"/>
              <a:gd name="connsiteY251" fmla="*/ 1239794 h 1744984"/>
              <a:gd name="connsiteX252" fmla="*/ 472030 w 1634628"/>
              <a:gd name="connsiteY252" fmla="*/ 1242335 h 1744984"/>
              <a:gd name="connsiteX253" fmla="*/ 473492 w 1634628"/>
              <a:gd name="connsiteY253" fmla="*/ 1244805 h 1744984"/>
              <a:gd name="connsiteX254" fmla="*/ 474930 w 1634628"/>
              <a:gd name="connsiteY254" fmla="*/ 1247307 h 1744984"/>
              <a:gd name="connsiteX255" fmla="*/ 476392 w 1634628"/>
              <a:gd name="connsiteY255" fmla="*/ 1249816 h 1744984"/>
              <a:gd name="connsiteX256" fmla="*/ 479323 w 1634628"/>
              <a:gd name="connsiteY256" fmla="*/ 1254757 h 1744984"/>
              <a:gd name="connsiteX257" fmla="*/ 480762 w 1634628"/>
              <a:gd name="connsiteY257" fmla="*/ 1257235 h 1744984"/>
              <a:gd name="connsiteX258" fmla="*/ 483693 w 1634628"/>
              <a:gd name="connsiteY258" fmla="*/ 1262120 h 1744984"/>
              <a:gd name="connsiteX259" fmla="*/ 485124 w 1634628"/>
              <a:gd name="connsiteY259" fmla="*/ 1264591 h 1744984"/>
              <a:gd name="connsiteX260" fmla="*/ 489525 w 1634628"/>
              <a:gd name="connsiteY260" fmla="*/ 1271829 h 1744984"/>
              <a:gd name="connsiteX261" fmla="*/ 490963 w 1634628"/>
              <a:gd name="connsiteY261" fmla="*/ 1274245 h 1744984"/>
              <a:gd name="connsiteX262" fmla="*/ 492425 w 1634628"/>
              <a:gd name="connsiteY262" fmla="*/ 1276622 h 1744984"/>
              <a:gd name="connsiteX263" fmla="*/ 493895 w 1634628"/>
              <a:gd name="connsiteY263" fmla="*/ 1279037 h 1744984"/>
              <a:gd name="connsiteX264" fmla="*/ 495325 w 1634628"/>
              <a:gd name="connsiteY264" fmla="*/ 1281390 h 1744984"/>
              <a:gd name="connsiteX265" fmla="*/ 496795 w 1634628"/>
              <a:gd name="connsiteY265" fmla="*/ 1283767 h 1744984"/>
              <a:gd name="connsiteX266" fmla="*/ 499726 w 1634628"/>
              <a:gd name="connsiteY266" fmla="*/ 1288472 h 1744984"/>
              <a:gd name="connsiteX267" fmla="*/ 501157 w 1634628"/>
              <a:gd name="connsiteY267" fmla="*/ 1290794 h 1744984"/>
              <a:gd name="connsiteX268" fmla="*/ 502627 w 1634628"/>
              <a:gd name="connsiteY268" fmla="*/ 1293147 h 1744984"/>
              <a:gd name="connsiteX269" fmla="*/ 504088 w 1634628"/>
              <a:gd name="connsiteY269" fmla="*/ 1295461 h 1744984"/>
              <a:gd name="connsiteX270" fmla="*/ 505527 w 1634628"/>
              <a:gd name="connsiteY270" fmla="*/ 1297783 h 1744984"/>
              <a:gd name="connsiteX271" fmla="*/ 506989 w 1634628"/>
              <a:gd name="connsiteY271" fmla="*/ 1300105 h 1744984"/>
              <a:gd name="connsiteX272" fmla="*/ 508458 w 1634628"/>
              <a:gd name="connsiteY272" fmla="*/ 1302364 h 1744984"/>
              <a:gd name="connsiteX273" fmla="*/ 509889 w 1634628"/>
              <a:gd name="connsiteY273" fmla="*/ 1304654 h 1744984"/>
              <a:gd name="connsiteX274" fmla="*/ 511358 w 1634628"/>
              <a:gd name="connsiteY274" fmla="*/ 1306945 h 1744984"/>
              <a:gd name="connsiteX275" fmla="*/ 512820 w 1634628"/>
              <a:gd name="connsiteY275" fmla="*/ 1309204 h 1744984"/>
              <a:gd name="connsiteX276" fmla="*/ 514290 w 1634628"/>
              <a:gd name="connsiteY276" fmla="*/ 1311494 h 1744984"/>
              <a:gd name="connsiteX277" fmla="*/ 515728 w 1634628"/>
              <a:gd name="connsiteY277" fmla="*/ 1313754 h 1744984"/>
              <a:gd name="connsiteX278" fmla="*/ 518660 w 1634628"/>
              <a:gd name="connsiteY278" fmla="*/ 1318217 h 1744984"/>
              <a:gd name="connsiteX279" fmla="*/ 520090 w 1634628"/>
              <a:gd name="connsiteY279" fmla="*/ 1320445 h 1744984"/>
              <a:gd name="connsiteX280" fmla="*/ 521560 w 1634628"/>
              <a:gd name="connsiteY280" fmla="*/ 1322673 h 1744984"/>
              <a:gd name="connsiteX281" fmla="*/ 523022 w 1634628"/>
              <a:gd name="connsiteY281" fmla="*/ 1324870 h 1744984"/>
              <a:gd name="connsiteX282" fmla="*/ 524491 w 1634628"/>
              <a:gd name="connsiteY282" fmla="*/ 1327098 h 1744984"/>
              <a:gd name="connsiteX283" fmla="*/ 525922 w 1634628"/>
              <a:gd name="connsiteY283" fmla="*/ 1329271 h 1744984"/>
              <a:gd name="connsiteX284" fmla="*/ 527392 w 1634628"/>
              <a:gd name="connsiteY284" fmla="*/ 1331467 h 1744984"/>
              <a:gd name="connsiteX285" fmla="*/ 528854 w 1634628"/>
              <a:gd name="connsiteY285" fmla="*/ 1333633 h 1744984"/>
              <a:gd name="connsiteX286" fmla="*/ 530292 w 1634628"/>
              <a:gd name="connsiteY286" fmla="*/ 1335806 h 1744984"/>
              <a:gd name="connsiteX287" fmla="*/ 533223 w 1634628"/>
              <a:gd name="connsiteY287" fmla="*/ 1340137 h 1744984"/>
              <a:gd name="connsiteX288" fmla="*/ 534685 w 1634628"/>
              <a:gd name="connsiteY288" fmla="*/ 1342247 h 1744984"/>
              <a:gd name="connsiteX289" fmla="*/ 536124 w 1634628"/>
              <a:gd name="connsiteY289" fmla="*/ 1344382 h 1744984"/>
              <a:gd name="connsiteX290" fmla="*/ 537585 w 1634628"/>
              <a:gd name="connsiteY290" fmla="*/ 1346523 h 1744984"/>
              <a:gd name="connsiteX291" fmla="*/ 539055 w 1634628"/>
              <a:gd name="connsiteY291" fmla="*/ 1348626 h 1744984"/>
              <a:gd name="connsiteX292" fmla="*/ 540493 w 1634628"/>
              <a:gd name="connsiteY292" fmla="*/ 1350737 h 1744984"/>
              <a:gd name="connsiteX293" fmla="*/ 543425 w 1634628"/>
              <a:gd name="connsiteY293" fmla="*/ 1354950 h 1744984"/>
              <a:gd name="connsiteX294" fmla="*/ 544887 w 1634628"/>
              <a:gd name="connsiteY294" fmla="*/ 1357022 h 1744984"/>
              <a:gd name="connsiteX295" fmla="*/ 546325 w 1634628"/>
              <a:gd name="connsiteY295" fmla="*/ 1359101 h 1744984"/>
              <a:gd name="connsiteX296" fmla="*/ 547787 w 1634628"/>
              <a:gd name="connsiteY296" fmla="*/ 1361181 h 1744984"/>
              <a:gd name="connsiteX297" fmla="*/ 549257 w 1634628"/>
              <a:gd name="connsiteY297" fmla="*/ 1363221 h 1744984"/>
              <a:gd name="connsiteX298" fmla="*/ 550687 w 1634628"/>
              <a:gd name="connsiteY298" fmla="*/ 1365269 h 1744984"/>
              <a:gd name="connsiteX299" fmla="*/ 553619 w 1634628"/>
              <a:gd name="connsiteY299" fmla="*/ 1369365 h 1744984"/>
              <a:gd name="connsiteX300" fmla="*/ 555088 w 1634628"/>
              <a:gd name="connsiteY300" fmla="*/ 1371375 h 1744984"/>
              <a:gd name="connsiteX301" fmla="*/ 556519 w 1634628"/>
              <a:gd name="connsiteY301" fmla="*/ 1373391 h 1744984"/>
              <a:gd name="connsiteX302" fmla="*/ 559450 w 1634628"/>
              <a:gd name="connsiteY302" fmla="*/ 1377425 h 1744984"/>
              <a:gd name="connsiteX303" fmla="*/ 560889 w 1634628"/>
              <a:gd name="connsiteY303" fmla="*/ 1379411 h 1744984"/>
              <a:gd name="connsiteX304" fmla="*/ 563820 w 1634628"/>
              <a:gd name="connsiteY304" fmla="*/ 1383382 h 1744984"/>
              <a:gd name="connsiteX305" fmla="*/ 565282 w 1634628"/>
              <a:gd name="connsiteY305" fmla="*/ 1385336 h 1744984"/>
              <a:gd name="connsiteX306" fmla="*/ 566720 w 1634628"/>
              <a:gd name="connsiteY306" fmla="*/ 1387290 h 1744984"/>
              <a:gd name="connsiteX307" fmla="*/ 569652 w 1634628"/>
              <a:gd name="connsiteY307" fmla="*/ 1391199 h 1744984"/>
              <a:gd name="connsiteX308" fmla="*/ 571090 w 1634628"/>
              <a:gd name="connsiteY308" fmla="*/ 1393122 h 1744984"/>
              <a:gd name="connsiteX309" fmla="*/ 572552 w 1634628"/>
              <a:gd name="connsiteY309" fmla="*/ 1395076 h 1744984"/>
              <a:gd name="connsiteX310" fmla="*/ 574022 w 1634628"/>
              <a:gd name="connsiteY310" fmla="*/ 1396968 h 1744984"/>
              <a:gd name="connsiteX311" fmla="*/ 575452 w 1634628"/>
              <a:gd name="connsiteY311" fmla="*/ 1398891 h 1744984"/>
              <a:gd name="connsiteX312" fmla="*/ 579853 w 1634628"/>
              <a:gd name="connsiteY312" fmla="*/ 1404567 h 1744984"/>
              <a:gd name="connsiteX313" fmla="*/ 581284 w 1634628"/>
              <a:gd name="connsiteY313" fmla="*/ 1406466 h 1744984"/>
              <a:gd name="connsiteX314" fmla="*/ 584215 w 1634628"/>
              <a:gd name="connsiteY314" fmla="*/ 1410187 h 1744984"/>
              <a:gd name="connsiteX315" fmla="*/ 585654 w 1634628"/>
              <a:gd name="connsiteY315" fmla="*/ 1412048 h 1744984"/>
              <a:gd name="connsiteX316" fmla="*/ 587116 w 1634628"/>
              <a:gd name="connsiteY316" fmla="*/ 1413885 h 1744984"/>
              <a:gd name="connsiteX317" fmla="*/ 588585 w 1634628"/>
              <a:gd name="connsiteY317" fmla="*/ 1415745 h 1744984"/>
              <a:gd name="connsiteX318" fmla="*/ 590047 w 1634628"/>
              <a:gd name="connsiteY318" fmla="*/ 1417575 h 1744984"/>
              <a:gd name="connsiteX319" fmla="*/ 591485 w 1634628"/>
              <a:gd name="connsiteY319" fmla="*/ 1419380 h 1744984"/>
              <a:gd name="connsiteX320" fmla="*/ 592947 w 1634628"/>
              <a:gd name="connsiteY320" fmla="*/ 1421210 h 1744984"/>
              <a:gd name="connsiteX321" fmla="*/ 594417 w 1634628"/>
              <a:gd name="connsiteY321" fmla="*/ 1423015 h 1744984"/>
              <a:gd name="connsiteX322" fmla="*/ 595855 w 1634628"/>
              <a:gd name="connsiteY322" fmla="*/ 1424813 h 1744984"/>
              <a:gd name="connsiteX323" fmla="*/ 598787 w 1634628"/>
              <a:gd name="connsiteY323" fmla="*/ 1428417 h 1744984"/>
              <a:gd name="connsiteX324" fmla="*/ 600249 w 1634628"/>
              <a:gd name="connsiteY324" fmla="*/ 1430160 h 1744984"/>
              <a:gd name="connsiteX325" fmla="*/ 601687 w 1634628"/>
              <a:gd name="connsiteY325" fmla="*/ 1431927 h 1744984"/>
              <a:gd name="connsiteX326" fmla="*/ 604618 w 1634628"/>
              <a:gd name="connsiteY326" fmla="*/ 1435476 h 1744984"/>
              <a:gd name="connsiteX327" fmla="*/ 606049 w 1634628"/>
              <a:gd name="connsiteY327" fmla="*/ 1437212 h 1744984"/>
              <a:gd name="connsiteX328" fmla="*/ 608981 w 1634628"/>
              <a:gd name="connsiteY328" fmla="*/ 1440698 h 1744984"/>
              <a:gd name="connsiteX329" fmla="*/ 610450 w 1634628"/>
              <a:gd name="connsiteY329" fmla="*/ 1442402 h 1744984"/>
              <a:gd name="connsiteX330" fmla="*/ 611881 w 1634628"/>
              <a:gd name="connsiteY330" fmla="*/ 1444114 h 1744984"/>
              <a:gd name="connsiteX331" fmla="*/ 614812 w 1634628"/>
              <a:gd name="connsiteY331" fmla="*/ 1447538 h 1744984"/>
              <a:gd name="connsiteX332" fmla="*/ 616251 w 1634628"/>
              <a:gd name="connsiteY332" fmla="*/ 1449242 h 1744984"/>
              <a:gd name="connsiteX333" fmla="*/ 620644 w 1634628"/>
              <a:gd name="connsiteY333" fmla="*/ 1454284 h 1744984"/>
              <a:gd name="connsiteX334" fmla="*/ 622082 w 1634628"/>
              <a:gd name="connsiteY334" fmla="*/ 1455934 h 1744984"/>
              <a:gd name="connsiteX335" fmla="*/ 625014 w 1634628"/>
              <a:gd name="connsiteY335" fmla="*/ 1459233 h 1744984"/>
              <a:gd name="connsiteX336" fmla="*/ 626452 w 1634628"/>
              <a:gd name="connsiteY336" fmla="*/ 1460882 h 1744984"/>
              <a:gd name="connsiteX337" fmla="*/ 627914 w 1634628"/>
              <a:gd name="connsiteY337" fmla="*/ 1462500 h 1744984"/>
              <a:gd name="connsiteX338" fmla="*/ 629383 w 1634628"/>
              <a:gd name="connsiteY338" fmla="*/ 1464150 h 1744984"/>
              <a:gd name="connsiteX339" fmla="*/ 630814 w 1634628"/>
              <a:gd name="connsiteY339" fmla="*/ 1465768 h 1744984"/>
              <a:gd name="connsiteX340" fmla="*/ 632284 w 1634628"/>
              <a:gd name="connsiteY340" fmla="*/ 1467386 h 1744984"/>
              <a:gd name="connsiteX341" fmla="*/ 633746 w 1634628"/>
              <a:gd name="connsiteY341" fmla="*/ 1468973 h 1744984"/>
              <a:gd name="connsiteX342" fmla="*/ 635215 w 1634628"/>
              <a:gd name="connsiteY342" fmla="*/ 1470591 h 1744984"/>
              <a:gd name="connsiteX343" fmla="*/ 636646 w 1634628"/>
              <a:gd name="connsiteY343" fmla="*/ 1472178 h 1744984"/>
              <a:gd name="connsiteX344" fmla="*/ 638115 w 1634628"/>
              <a:gd name="connsiteY344" fmla="*/ 1473765 h 1744984"/>
              <a:gd name="connsiteX345" fmla="*/ 639577 w 1634628"/>
              <a:gd name="connsiteY345" fmla="*/ 1475321 h 1744984"/>
              <a:gd name="connsiteX346" fmla="*/ 641016 w 1634628"/>
              <a:gd name="connsiteY346" fmla="*/ 1476876 h 1744984"/>
              <a:gd name="connsiteX347" fmla="*/ 642478 w 1634628"/>
              <a:gd name="connsiteY347" fmla="*/ 1478471 h 1744984"/>
              <a:gd name="connsiteX348" fmla="*/ 643947 w 1634628"/>
              <a:gd name="connsiteY348" fmla="*/ 1480027 h 1744984"/>
              <a:gd name="connsiteX349" fmla="*/ 645409 w 1634628"/>
              <a:gd name="connsiteY349" fmla="*/ 1481551 h 1744984"/>
              <a:gd name="connsiteX350" fmla="*/ 646847 w 1634628"/>
              <a:gd name="connsiteY350" fmla="*/ 1483107 h 1744984"/>
              <a:gd name="connsiteX351" fmla="*/ 649779 w 1634628"/>
              <a:gd name="connsiteY351" fmla="*/ 1486163 h 1744984"/>
              <a:gd name="connsiteX352" fmla="*/ 651217 w 1634628"/>
              <a:gd name="connsiteY352" fmla="*/ 1487688 h 1744984"/>
              <a:gd name="connsiteX353" fmla="*/ 654149 w 1634628"/>
              <a:gd name="connsiteY353" fmla="*/ 1490682 h 1744984"/>
              <a:gd name="connsiteX354" fmla="*/ 655610 w 1634628"/>
              <a:gd name="connsiteY354" fmla="*/ 1492206 h 1744984"/>
              <a:gd name="connsiteX355" fmla="*/ 657049 w 1634628"/>
              <a:gd name="connsiteY355" fmla="*/ 1493676 h 1744984"/>
              <a:gd name="connsiteX356" fmla="*/ 658511 w 1634628"/>
              <a:gd name="connsiteY356" fmla="*/ 1495169 h 1744984"/>
              <a:gd name="connsiteX357" fmla="*/ 659980 w 1634628"/>
              <a:gd name="connsiteY357" fmla="*/ 1496638 h 1744984"/>
              <a:gd name="connsiteX358" fmla="*/ 661411 w 1634628"/>
              <a:gd name="connsiteY358" fmla="*/ 1498100 h 1744984"/>
              <a:gd name="connsiteX359" fmla="*/ 664342 w 1634628"/>
              <a:gd name="connsiteY359" fmla="*/ 1501032 h 1744984"/>
              <a:gd name="connsiteX360" fmla="*/ 665812 w 1634628"/>
              <a:gd name="connsiteY360" fmla="*/ 1502470 h 1744984"/>
              <a:gd name="connsiteX361" fmla="*/ 667243 w 1634628"/>
              <a:gd name="connsiteY361" fmla="*/ 1503932 h 1744984"/>
              <a:gd name="connsiteX362" fmla="*/ 668712 w 1634628"/>
              <a:gd name="connsiteY362" fmla="*/ 1505370 h 1744984"/>
              <a:gd name="connsiteX363" fmla="*/ 670174 w 1634628"/>
              <a:gd name="connsiteY363" fmla="*/ 1506777 h 1744984"/>
              <a:gd name="connsiteX364" fmla="*/ 671612 w 1634628"/>
              <a:gd name="connsiteY364" fmla="*/ 1508208 h 1744984"/>
              <a:gd name="connsiteX365" fmla="*/ 673074 w 1634628"/>
              <a:gd name="connsiteY365" fmla="*/ 1509646 h 1744984"/>
              <a:gd name="connsiteX366" fmla="*/ 674544 w 1634628"/>
              <a:gd name="connsiteY366" fmla="*/ 1511053 h 1744984"/>
              <a:gd name="connsiteX367" fmla="*/ 676006 w 1634628"/>
              <a:gd name="connsiteY367" fmla="*/ 1512421 h 1744984"/>
              <a:gd name="connsiteX368" fmla="*/ 677444 w 1634628"/>
              <a:gd name="connsiteY368" fmla="*/ 1513828 h 1744984"/>
              <a:gd name="connsiteX369" fmla="*/ 678914 w 1634628"/>
              <a:gd name="connsiteY369" fmla="*/ 1515236 h 1744984"/>
              <a:gd name="connsiteX370" fmla="*/ 680376 w 1634628"/>
              <a:gd name="connsiteY370" fmla="*/ 1516604 h 1744984"/>
              <a:gd name="connsiteX371" fmla="*/ 681814 w 1634628"/>
              <a:gd name="connsiteY371" fmla="*/ 1517980 h 1744984"/>
              <a:gd name="connsiteX372" fmla="*/ 683276 w 1634628"/>
              <a:gd name="connsiteY372" fmla="*/ 1519355 h 1744984"/>
              <a:gd name="connsiteX373" fmla="*/ 684745 w 1634628"/>
              <a:gd name="connsiteY373" fmla="*/ 1520700 h 1744984"/>
              <a:gd name="connsiteX374" fmla="*/ 686207 w 1634628"/>
              <a:gd name="connsiteY374" fmla="*/ 1522076 h 1744984"/>
              <a:gd name="connsiteX375" fmla="*/ 687646 w 1634628"/>
              <a:gd name="connsiteY375" fmla="*/ 1523420 h 1744984"/>
              <a:gd name="connsiteX376" fmla="*/ 690577 w 1634628"/>
              <a:gd name="connsiteY376" fmla="*/ 1526102 h 1744984"/>
              <a:gd name="connsiteX377" fmla="*/ 692008 w 1634628"/>
              <a:gd name="connsiteY377" fmla="*/ 1527415 h 1744984"/>
              <a:gd name="connsiteX378" fmla="*/ 693477 w 1634628"/>
              <a:gd name="connsiteY378" fmla="*/ 1528728 h 1744984"/>
              <a:gd name="connsiteX379" fmla="*/ 694939 w 1634628"/>
              <a:gd name="connsiteY379" fmla="*/ 1530073 h 1744984"/>
              <a:gd name="connsiteX380" fmla="*/ 696377 w 1634628"/>
              <a:gd name="connsiteY380" fmla="*/ 1531355 h 1744984"/>
              <a:gd name="connsiteX381" fmla="*/ 699309 w 1634628"/>
              <a:gd name="connsiteY381" fmla="*/ 1533981 h 1744984"/>
              <a:gd name="connsiteX382" fmla="*/ 700771 w 1634628"/>
              <a:gd name="connsiteY382" fmla="*/ 1535263 h 1744984"/>
              <a:gd name="connsiteX383" fmla="*/ 702209 w 1634628"/>
              <a:gd name="connsiteY383" fmla="*/ 1536546 h 1744984"/>
              <a:gd name="connsiteX384" fmla="*/ 703679 w 1634628"/>
              <a:gd name="connsiteY384" fmla="*/ 1537828 h 1744984"/>
              <a:gd name="connsiteX385" fmla="*/ 705141 w 1634628"/>
              <a:gd name="connsiteY385" fmla="*/ 1539078 h 1744984"/>
              <a:gd name="connsiteX386" fmla="*/ 706579 w 1634628"/>
              <a:gd name="connsiteY386" fmla="*/ 1540368 h 1744984"/>
              <a:gd name="connsiteX387" fmla="*/ 710972 w 1634628"/>
              <a:gd name="connsiteY387" fmla="*/ 1544120 h 1744984"/>
              <a:gd name="connsiteX388" fmla="*/ 712411 w 1634628"/>
              <a:gd name="connsiteY388" fmla="*/ 1545371 h 1744984"/>
              <a:gd name="connsiteX389" fmla="*/ 715342 w 1634628"/>
              <a:gd name="connsiteY389" fmla="*/ 1547818 h 1744984"/>
              <a:gd name="connsiteX390" fmla="*/ 716773 w 1634628"/>
              <a:gd name="connsiteY390" fmla="*/ 1549037 h 1744984"/>
              <a:gd name="connsiteX391" fmla="*/ 719704 w 1634628"/>
              <a:gd name="connsiteY391" fmla="*/ 1551477 h 1744984"/>
              <a:gd name="connsiteX392" fmla="*/ 721174 w 1634628"/>
              <a:gd name="connsiteY392" fmla="*/ 1552672 h 1744984"/>
              <a:gd name="connsiteX393" fmla="*/ 722604 w 1634628"/>
              <a:gd name="connsiteY393" fmla="*/ 1553861 h 1744984"/>
              <a:gd name="connsiteX394" fmla="*/ 725536 w 1634628"/>
              <a:gd name="connsiteY394" fmla="*/ 1556245 h 1744984"/>
              <a:gd name="connsiteX395" fmla="*/ 726974 w 1634628"/>
              <a:gd name="connsiteY395" fmla="*/ 1557433 h 1744984"/>
              <a:gd name="connsiteX396" fmla="*/ 731368 w 1634628"/>
              <a:gd name="connsiteY396" fmla="*/ 1560912 h 1744984"/>
              <a:gd name="connsiteX397" fmla="*/ 732806 w 1634628"/>
              <a:gd name="connsiteY397" fmla="*/ 1562077 h 1744984"/>
              <a:gd name="connsiteX398" fmla="*/ 734275 w 1634628"/>
              <a:gd name="connsiteY398" fmla="*/ 1563234 h 1744984"/>
              <a:gd name="connsiteX399" fmla="*/ 735737 w 1634628"/>
              <a:gd name="connsiteY399" fmla="*/ 1564367 h 1744984"/>
              <a:gd name="connsiteX400" fmla="*/ 737176 w 1634628"/>
              <a:gd name="connsiteY400" fmla="*/ 1565493 h 1744984"/>
              <a:gd name="connsiteX401" fmla="*/ 738638 w 1634628"/>
              <a:gd name="connsiteY401" fmla="*/ 1566658 h 1744984"/>
              <a:gd name="connsiteX402" fmla="*/ 740107 w 1634628"/>
              <a:gd name="connsiteY402" fmla="*/ 1567752 h 1744984"/>
              <a:gd name="connsiteX403" fmla="*/ 741569 w 1634628"/>
              <a:gd name="connsiteY403" fmla="*/ 1568885 h 1744984"/>
              <a:gd name="connsiteX404" fmla="*/ 743007 w 1634628"/>
              <a:gd name="connsiteY404" fmla="*/ 1570011 h 1744984"/>
              <a:gd name="connsiteX405" fmla="*/ 745939 w 1634628"/>
              <a:gd name="connsiteY405" fmla="*/ 1572216 h 1744984"/>
              <a:gd name="connsiteX406" fmla="*/ 747370 w 1634628"/>
              <a:gd name="connsiteY406" fmla="*/ 1573310 h 1744984"/>
              <a:gd name="connsiteX407" fmla="*/ 748839 w 1634628"/>
              <a:gd name="connsiteY407" fmla="*/ 1574412 h 1744984"/>
              <a:gd name="connsiteX408" fmla="*/ 750301 w 1634628"/>
              <a:gd name="connsiteY408" fmla="*/ 1575483 h 1744984"/>
              <a:gd name="connsiteX409" fmla="*/ 751771 w 1634628"/>
              <a:gd name="connsiteY409" fmla="*/ 1576578 h 1744984"/>
              <a:gd name="connsiteX410" fmla="*/ 753201 w 1634628"/>
              <a:gd name="connsiteY410" fmla="*/ 1577649 h 1744984"/>
              <a:gd name="connsiteX411" fmla="*/ 756133 w 1634628"/>
              <a:gd name="connsiteY411" fmla="*/ 1579783 h 1744984"/>
              <a:gd name="connsiteX412" fmla="*/ 757571 w 1634628"/>
              <a:gd name="connsiteY412" fmla="*/ 1580822 h 1744984"/>
              <a:gd name="connsiteX413" fmla="*/ 759041 w 1634628"/>
              <a:gd name="connsiteY413" fmla="*/ 1581893 h 1744984"/>
              <a:gd name="connsiteX414" fmla="*/ 760502 w 1634628"/>
              <a:gd name="connsiteY414" fmla="*/ 1582933 h 1744984"/>
              <a:gd name="connsiteX415" fmla="*/ 761941 w 1634628"/>
              <a:gd name="connsiteY415" fmla="*/ 1583973 h 1744984"/>
              <a:gd name="connsiteX416" fmla="*/ 764872 w 1634628"/>
              <a:gd name="connsiteY416" fmla="*/ 1586044 h 1744984"/>
              <a:gd name="connsiteX417" fmla="*/ 766334 w 1634628"/>
              <a:gd name="connsiteY417" fmla="*/ 1587053 h 1744984"/>
              <a:gd name="connsiteX418" fmla="*/ 767772 w 1634628"/>
              <a:gd name="connsiteY418" fmla="*/ 1588092 h 1744984"/>
              <a:gd name="connsiteX419" fmla="*/ 770704 w 1634628"/>
              <a:gd name="connsiteY419" fmla="*/ 1590109 h 1744984"/>
              <a:gd name="connsiteX420" fmla="*/ 772134 w 1634628"/>
              <a:gd name="connsiteY420" fmla="*/ 1591118 h 1744984"/>
              <a:gd name="connsiteX421" fmla="*/ 773604 w 1634628"/>
              <a:gd name="connsiteY421" fmla="*/ 1592095 h 1744984"/>
              <a:gd name="connsiteX422" fmla="*/ 775066 w 1634628"/>
              <a:gd name="connsiteY422" fmla="*/ 1593103 h 1744984"/>
              <a:gd name="connsiteX423" fmla="*/ 776536 w 1634628"/>
              <a:gd name="connsiteY423" fmla="*/ 1594080 h 1744984"/>
              <a:gd name="connsiteX424" fmla="*/ 777966 w 1634628"/>
              <a:gd name="connsiteY424" fmla="*/ 1595058 h 1744984"/>
              <a:gd name="connsiteX425" fmla="*/ 780898 w 1634628"/>
              <a:gd name="connsiteY425" fmla="*/ 1597012 h 1744984"/>
              <a:gd name="connsiteX426" fmla="*/ 782336 w 1634628"/>
              <a:gd name="connsiteY426" fmla="*/ 1597989 h 1744984"/>
              <a:gd name="connsiteX427" fmla="*/ 785267 w 1634628"/>
              <a:gd name="connsiteY427" fmla="*/ 1599881 h 1744984"/>
              <a:gd name="connsiteX428" fmla="*/ 786737 w 1634628"/>
              <a:gd name="connsiteY428" fmla="*/ 1600858 h 1744984"/>
              <a:gd name="connsiteX429" fmla="*/ 788168 w 1634628"/>
              <a:gd name="connsiteY429" fmla="*/ 1601773 h 1744984"/>
              <a:gd name="connsiteX430" fmla="*/ 791099 w 1634628"/>
              <a:gd name="connsiteY430" fmla="*/ 1603665 h 1744984"/>
              <a:gd name="connsiteX431" fmla="*/ 792538 w 1634628"/>
              <a:gd name="connsiteY431" fmla="*/ 1604579 h 1744984"/>
              <a:gd name="connsiteX432" fmla="*/ 793999 w 1634628"/>
              <a:gd name="connsiteY432" fmla="*/ 1605525 h 1744984"/>
              <a:gd name="connsiteX433" fmla="*/ 796931 w 1634628"/>
              <a:gd name="connsiteY433" fmla="*/ 1607362 h 1744984"/>
              <a:gd name="connsiteX434" fmla="*/ 798369 w 1634628"/>
              <a:gd name="connsiteY434" fmla="*/ 1608245 h 1744984"/>
              <a:gd name="connsiteX435" fmla="*/ 801301 w 1634628"/>
              <a:gd name="connsiteY435" fmla="*/ 1610082 h 1744984"/>
              <a:gd name="connsiteX436" fmla="*/ 802731 w 1634628"/>
              <a:gd name="connsiteY436" fmla="*/ 1610966 h 1744984"/>
              <a:gd name="connsiteX437" fmla="*/ 807133 w 1634628"/>
              <a:gd name="connsiteY437" fmla="*/ 1613624 h 1744984"/>
              <a:gd name="connsiteX438" fmla="*/ 808571 w 1634628"/>
              <a:gd name="connsiteY438" fmla="*/ 1614507 h 1744984"/>
              <a:gd name="connsiteX439" fmla="*/ 811495 w 1634628"/>
              <a:gd name="connsiteY439" fmla="*/ 1616219 h 1744984"/>
              <a:gd name="connsiteX440" fmla="*/ 812933 w 1634628"/>
              <a:gd name="connsiteY440" fmla="*/ 1617102 h 1744984"/>
              <a:gd name="connsiteX441" fmla="*/ 814403 w 1634628"/>
              <a:gd name="connsiteY441" fmla="*/ 1617923 h 1744984"/>
              <a:gd name="connsiteX442" fmla="*/ 815864 w 1634628"/>
              <a:gd name="connsiteY442" fmla="*/ 1618783 h 1744984"/>
              <a:gd name="connsiteX443" fmla="*/ 817303 w 1634628"/>
              <a:gd name="connsiteY443" fmla="*/ 1619635 h 1744984"/>
              <a:gd name="connsiteX444" fmla="*/ 818765 w 1634628"/>
              <a:gd name="connsiteY444" fmla="*/ 1620495 h 1744984"/>
              <a:gd name="connsiteX445" fmla="*/ 821696 w 1634628"/>
              <a:gd name="connsiteY445" fmla="*/ 1622137 h 1744984"/>
              <a:gd name="connsiteX446" fmla="*/ 823135 w 1634628"/>
              <a:gd name="connsiteY446" fmla="*/ 1622965 h 1744984"/>
              <a:gd name="connsiteX447" fmla="*/ 826066 w 1634628"/>
              <a:gd name="connsiteY447" fmla="*/ 1624615 h 1744984"/>
              <a:gd name="connsiteX448" fmla="*/ 827496 w 1634628"/>
              <a:gd name="connsiteY448" fmla="*/ 1625436 h 1744984"/>
              <a:gd name="connsiteX449" fmla="*/ 828966 w 1634628"/>
              <a:gd name="connsiteY449" fmla="*/ 1626233 h 1744984"/>
              <a:gd name="connsiteX450" fmla="*/ 830428 w 1634628"/>
              <a:gd name="connsiteY450" fmla="*/ 1627054 h 1744984"/>
              <a:gd name="connsiteX451" fmla="*/ 831898 w 1634628"/>
              <a:gd name="connsiteY451" fmla="*/ 1627851 h 1744984"/>
              <a:gd name="connsiteX452" fmla="*/ 833328 w 1634628"/>
              <a:gd name="connsiteY452" fmla="*/ 1628641 h 1744984"/>
              <a:gd name="connsiteX453" fmla="*/ 834798 w 1634628"/>
              <a:gd name="connsiteY453" fmla="*/ 1629438 h 1744984"/>
              <a:gd name="connsiteX454" fmla="*/ 836259 w 1634628"/>
              <a:gd name="connsiteY454" fmla="*/ 1630204 h 1744984"/>
              <a:gd name="connsiteX455" fmla="*/ 837698 w 1634628"/>
              <a:gd name="connsiteY455" fmla="*/ 1630994 h 1744984"/>
              <a:gd name="connsiteX456" fmla="*/ 839168 w 1634628"/>
              <a:gd name="connsiteY456" fmla="*/ 1631791 h 1744984"/>
              <a:gd name="connsiteX457" fmla="*/ 842099 w 1634628"/>
              <a:gd name="connsiteY457" fmla="*/ 1633315 h 1744984"/>
              <a:gd name="connsiteX458" fmla="*/ 843529 w 1634628"/>
              <a:gd name="connsiteY458" fmla="*/ 1634081 h 1744984"/>
              <a:gd name="connsiteX459" fmla="*/ 846461 w 1634628"/>
              <a:gd name="connsiteY459" fmla="*/ 1635606 h 1744984"/>
              <a:gd name="connsiteX460" fmla="*/ 847899 w 1634628"/>
              <a:gd name="connsiteY460" fmla="*/ 1636341 h 1744984"/>
              <a:gd name="connsiteX461" fmla="*/ 849361 w 1634628"/>
              <a:gd name="connsiteY461" fmla="*/ 1637107 h 1744984"/>
              <a:gd name="connsiteX462" fmla="*/ 852293 w 1634628"/>
              <a:gd name="connsiteY462" fmla="*/ 1638569 h 1744984"/>
              <a:gd name="connsiteX463" fmla="*/ 853731 w 1634628"/>
              <a:gd name="connsiteY463" fmla="*/ 1639303 h 1744984"/>
              <a:gd name="connsiteX464" fmla="*/ 856663 w 1634628"/>
              <a:gd name="connsiteY464" fmla="*/ 1640765 h 1744984"/>
              <a:gd name="connsiteX465" fmla="*/ 858093 w 1634628"/>
              <a:gd name="connsiteY465" fmla="*/ 1641469 h 1744984"/>
              <a:gd name="connsiteX466" fmla="*/ 859563 w 1634628"/>
              <a:gd name="connsiteY466" fmla="*/ 1642204 h 1744984"/>
              <a:gd name="connsiteX467" fmla="*/ 862494 w 1634628"/>
              <a:gd name="connsiteY467" fmla="*/ 1643611 h 1744984"/>
              <a:gd name="connsiteX468" fmla="*/ 863933 w 1634628"/>
              <a:gd name="connsiteY468" fmla="*/ 1644306 h 1744984"/>
              <a:gd name="connsiteX469" fmla="*/ 866864 w 1634628"/>
              <a:gd name="connsiteY469" fmla="*/ 1645714 h 1744984"/>
              <a:gd name="connsiteX470" fmla="*/ 868295 w 1634628"/>
              <a:gd name="connsiteY470" fmla="*/ 1646417 h 1744984"/>
              <a:gd name="connsiteX471" fmla="*/ 869764 w 1634628"/>
              <a:gd name="connsiteY471" fmla="*/ 1647089 h 1744984"/>
              <a:gd name="connsiteX472" fmla="*/ 871226 w 1634628"/>
              <a:gd name="connsiteY472" fmla="*/ 1647793 h 1744984"/>
              <a:gd name="connsiteX473" fmla="*/ 872696 w 1634628"/>
              <a:gd name="connsiteY473" fmla="*/ 1648465 h 1744984"/>
              <a:gd name="connsiteX474" fmla="*/ 874126 w 1634628"/>
              <a:gd name="connsiteY474" fmla="*/ 1649137 h 1744984"/>
              <a:gd name="connsiteX475" fmla="*/ 877058 w 1634628"/>
              <a:gd name="connsiteY475" fmla="*/ 1650474 h 1744984"/>
              <a:gd name="connsiteX476" fmla="*/ 878496 w 1634628"/>
              <a:gd name="connsiteY476" fmla="*/ 1651147 h 1744984"/>
              <a:gd name="connsiteX477" fmla="*/ 879958 w 1634628"/>
              <a:gd name="connsiteY477" fmla="*/ 1651788 h 1744984"/>
              <a:gd name="connsiteX478" fmla="*/ 881428 w 1634628"/>
              <a:gd name="connsiteY478" fmla="*/ 1652460 h 1744984"/>
              <a:gd name="connsiteX479" fmla="*/ 882858 w 1634628"/>
              <a:gd name="connsiteY479" fmla="*/ 1653101 h 1744984"/>
              <a:gd name="connsiteX480" fmla="*/ 887260 w 1634628"/>
              <a:gd name="connsiteY480" fmla="*/ 1655032 h 1744984"/>
              <a:gd name="connsiteX481" fmla="*/ 888698 w 1634628"/>
              <a:gd name="connsiteY481" fmla="*/ 1655673 h 1744984"/>
              <a:gd name="connsiteX482" fmla="*/ 891622 w 1634628"/>
              <a:gd name="connsiteY482" fmla="*/ 1656955 h 1744984"/>
              <a:gd name="connsiteX483" fmla="*/ 893060 w 1634628"/>
              <a:gd name="connsiteY483" fmla="*/ 1657564 h 1744984"/>
              <a:gd name="connsiteX484" fmla="*/ 894530 w 1634628"/>
              <a:gd name="connsiteY484" fmla="*/ 1658174 h 1744984"/>
              <a:gd name="connsiteX485" fmla="*/ 895991 w 1634628"/>
              <a:gd name="connsiteY485" fmla="*/ 1658815 h 1744984"/>
              <a:gd name="connsiteX486" fmla="*/ 897461 w 1634628"/>
              <a:gd name="connsiteY486" fmla="*/ 1659425 h 1744984"/>
              <a:gd name="connsiteX487" fmla="*/ 898892 w 1634628"/>
              <a:gd name="connsiteY487" fmla="*/ 1660035 h 1744984"/>
              <a:gd name="connsiteX488" fmla="*/ 900361 w 1634628"/>
              <a:gd name="connsiteY488" fmla="*/ 1660645 h 1744984"/>
              <a:gd name="connsiteX489" fmla="*/ 901823 w 1634628"/>
              <a:gd name="connsiteY489" fmla="*/ 1661223 h 1744984"/>
              <a:gd name="connsiteX490" fmla="*/ 903262 w 1634628"/>
              <a:gd name="connsiteY490" fmla="*/ 1661840 h 1744984"/>
              <a:gd name="connsiteX491" fmla="*/ 904723 w 1634628"/>
              <a:gd name="connsiteY491" fmla="*/ 1662450 h 1744984"/>
              <a:gd name="connsiteX492" fmla="*/ 907654 w 1634628"/>
              <a:gd name="connsiteY492" fmla="*/ 1663607 h 1744984"/>
              <a:gd name="connsiteX493" fmla="*/ 909093 w 1634628"/>
              <a:gd name="connsiteY493" fmla="*/ 1664186 h 1744984"/>
              <a:gd name="connsiteX494" fmla="*/ 912024 w 1634628"/>
              <a:gd name="connsiteY494" fmla="*/ 1665350 h 1744984"/>
              <a:gd name="connsiteX495" fmla="*/ 913455 w 1634628"/>
              <a:gd name="connsiteY495" fmla="*/ 1665929 h 1744984"/>
              <a:gd name="connsiteX496" fmla="*/ 914925 w 1634628"/>
              <a:gd name="connsiteY496" fmla="*/ 1666507 h 1744984"/>
              <a:gd name="connsiteX497" fmla="*/ 916386 w 1634628"/>
              <a:gd name="connsiteY497" fmla="*/ 1667062 h 1744984"/>
              <a:gd name="connsiteX498" fmla="*/ 917856 w 1634628"/>
              <a:gd name="connsiteY498" fmla="*/ 1667641 h 1744984"/>
              <a:gd name="connsiteX499" fmla="*/ 919294 w 1634628"/>
              <a:gd name="connsiteY499" fmla="*/ 1668188 h 1744984"/>
              <a:gd name="connsiteX500" fmla="*/ 922226 w 1634628"/>
              <a:gd name="connsiteY500" fmla="*/ 1669290 h 1744984"/>
              <a:gd name="connsiteX501" fmla="*/ 923656 w 1634628"/>
              <a:gd name="connsiteY501" fmla="*/ 1669838 h 1744984"/>
              <a:gd name="connsiteX502" fmla="*/ 928058 w 1634628"/>
              <a:gd name="connsiteY502" fmla="*/ 1671487 h 1744984"/>
              <a:gd name="connsiteX503" fmla="*/ 929488 w 1634628"/>
              <a:gd name="connsiteY503" fmla="*/ 1672003 h 1744984"/>
              <a:gd name="connsiteX504" fmla="*/ 930958 w 1634628"/>
              <a:gd name="connsiteY504" fmla="*/ 1672558 h 1744984"/>
              <a:gd name="connsiteX505" fmla="*/ 932420 w 1634628"/>
              <a:gd name="connsiteY505" fmla="*/ 1673074 h 1744984"/>
              <a:gd name="connsiteX506" fmla="*/ 933858 w 1634628"/>
              <a:gd name="connsiteY506" fmla="*/ 1673590 h 1744984"/>
              <a:gd name="connsiteX507" fmla="*/ 936790 w 1634628"/>
              <a:gd name="connsiteY507" fmla="*/ 1674630 h 1744984"/>
              <a:gd name="connsiteX508" fmla="*/ 938220 w 1634628"/>
              <a:gd name="connsiteY508" fmla="*/ 1675153 h 1744984"/>
              <a:gd name="connsiteX509" fmla="*/ 941152 w 1634628"/>
              <a:gd name="connsiteY509" fmla="*/ 1676193 h 1744984"/>
              <a:gd name="connsiteX510" fmla="*/ 942621 w 1634628"/>
              <a:gd name="connsiteY510" fmla="*/ 1676678 h 1744984"/>
              <a:gd name="connsiteX511" fmla="*/ 944060 w 1634628"/>
              <a:gd name="connsiteY511" fmla="*/ 1677194 h 1744984"/>
              <a:gd name="connsiteX512" fmla="*/ 945521 w 1634628"/>
              <a:gd name="connsiteY512" fmla="*/ 1677686 h 1744984"/>
              <a:gd name="connsiteX513" fmla="*/ 946991 w 1634628"/>
              <a:gd name="connsiteY513" fmla="*/ 1678202 h 1744984"/>
              <a:gd name="connsiteX514" fmla="*/ 948422 w 1634628"/>
              <a:gd name="connsiteY514" fmla="*/ 1678695 h 1744984"/>
              <a:gd name="connsiteX515" fmla="*/ 952823 w 1634628"/>
              <a:gd name="connsiteY515" fmla="*/ 1680156 h 1744984"/>
              <a:gd name="connsiteX516" fmla="*/ 954253 w 1634628"/>
              <a:gd name="connsiteY516" fmla="*/ 1680618 h 1744984"/>
              <a:gd name="connsiteX517" fmla="*/ 957185 w 1634628"/>
              <a:gd name="connsiteY517" fmla="*/ 1681595 h 1744984"/>
              <a:gd name="connsiteX518" fmla="*/ 958623 w 1634628"/>
              <a:gd name="connsiteY518" fmla="*/ 1682056 h 1744984"/>
              <a:gd name="connsiteX519" fmla="*/ 960085 w 1634628"/>
              <a:gd name="connsiteY519" fmla="*/ 1682541 h 1744984"/>
              <a:gd name="connsiteX520" fmla="*/ 963017 w 1634628"/>
              <a:gd name="connsiteY520" fmla="*/ 1683455 h 1744984"/>
              <a:gd name="connsiteX521" fmla="*/ 964455 w 1634628"/>
              <a:gd name="connsiteY521" fmla="*/ 1683916 h 1744984"/>
              <a:gd name="connsiteX522" fmla="*/ 967387 w 1634628"/>
              <a:gd name="connsiteY522" fmla="*/ 1684831 h 1744984"/>
              <a:gd name="connsiteX523" fmla="*/ 968825 w 1634628"/>
              <a:gd name="connsiteY523" fmla="*/ 1685292 h 1744984"/>
              <a:gd name="connsiteX524" fmla="*/ 970287 w 1634628"/>
              <a:gd name="connsiteY524" fmla="*/ 1685746 h 1744984"/>
              <a:gd name="connsiteX525" fmla="*/ 971748 w 1634628"/>
              <a:gd name="connsiteY525" fmla="*/ 1686176 h 1744984"/>
              <a:gd name="connsiteX526" fmla="*/ 973218 w 1634628"/>
              <a:gd name="connsiteY526" fmla="*/ 1686629 h 1744984"/>
              <a:gd name="connsiteX527" fmla="*/ 974657 w 1634628"/>
              <a:gd name="connsiteY527" fmla="*/ 1687059 h 1744984"/>
              <a:gd name="connsiteX528" fmla="*/ 976118 w 1634628"/>
              <a:gd name="connsiteY528" fmla="*/ 1687489 h 1744984"/>
              <a:gd name="connsiteX529" fmla="*/ 977588 w 1634628"/>
              <a:gd name="connsiteY529" fmla="*/ 1687942 h 1744984"/>
              <a:gd name="connsiteX530" fmla="*/ 979018 w 1634628"/>
              <a:gd name="connsiteY530" fmla="*/ 1688372 h 1744984"/>
              <a:gd name="connsiteX531" fmla="*/ 983419 w 1634628"/>
              <a:gd name="connsiteY531" fmla="*/ 1689654 h 1744984"/>
              <a:gd name="connsiteX532" fmla="*/ 984850 w 1634628"/>
              <a:gd name="connsiteY532" fmla="*/ 1690053 h 1744984"/>
              <a:gd name="connsiteX533" fmla="*/ 987781 w 1634628"/>
              <a:gd name="connsiteY533" fmla="*/ 1690905 h 1744984"/>
              <a:gd name="connsiteX534" fmla="*/ 989220 w 1634628"/>
              <a:gd name="connsiteY534" fmla="*/ 1691304 h 1744984"/>
              <a:gd name="connsiteX535" fmla="*/ 990682 w 1634628"/>
              <a:gd name="connsiteY535" fmla="*/ 1691734 h 1744984"/>
              <a:gd name="connsiteX536" fmla="*/ 993613 w 1634628"/>
              <a:gd name="connsiteY536" fmla="*/ 1692523 h 1744984"/>
              <a:gd name="connsiteX537" fmla="*/ 995052 w 1634628"/>
              <a:gd name="connsiteY537" fmla="*/ 1692922 h 1744984"/>
              <a:gd name="connsiteX538" fmla="*/ 997983 w 1634628"/>
              <a:gd name="connsiteY538" fmla="*/ 1693719 h 1744984"/>
              <a:gd name="connsiteX539" fmla="*/ 999421 w 1634628"/>
              <a:gd name="connsiteY539" fmla="*/ 1694118 h 1744984"/>
              <a:gd name="connsiteX540" fmla="*/ 1002353 w 1634628"/>
              <a:gd name="connsiteY540" fmla="*/ 1694908 h 1744984"/>
              <a:gd name="connsiteX541" fmla="*/ 1003783 w 1634628"/>
              <a:gd name="connsiteY541" fmla="*/ 1695275 h 1744984"/>
              <a:gd name="connsiteX542" fmla="*/ 1005253 w 1634628"/>
              <a:gd name="connsiteY542" fmla="*/ 1695674 h 1744984"/>
              <a:gd name="connsiteX543" fmla="*/ 1006715 w 1634628"/>
              <a:gd name="connsiteY543" fmla="*/ 1696041 h 1744984"/>
              <a:gd name="connsiteX544" fmla="*/ 1008185 w 1634628"/>
              <a:gd name="connsiteY544" fmla="*/ 1696432 h 1744984"/>
              <a:gd name="connsiteX545" fmla="*/ 1009615 w 1634628"/>
              <a:gd name="connsiteY545" fmla="*/ 1696799 h 1744984"/>
              <a:gd name="connsiteX546" fmla="*/ 1012547 w 1634628"/>
              <a:gd name="connsiteY546" fmla="*/ 1697534 h 1744984"/>
              <a:gd name="connsiteX547" fmla="*/ 1013985 w 1634628"/>
              <a:gd name="connsiteY547" fmla="*/ 1697933 h 1744984"/>
              <a:gd name="connsiteX548" fmla="*/ 1015447 w 1634628"/>
              <a:gd name="connsiteY548" fmla="*/ 1698300 h 1744984"/>
              <a:gd name="connsiteX549" fmla="*/ 1016917 w 1634628"/>
              <a:gd name="connsiteY549" fmla="*/ 1698636 h 1744984"/>
              <a:gd name="connsiteX550" fmla="*/ 1018378 w 1634628"/>
              <a:gd name="connsiteY550" fmla="*/ 1698996 h 1744984"/>
              <a:gd name="connsiteX551" fmla="*/ 1019817 w 1634628"/>
              <a:gd name="connsiteY551" fmla="*/ 1699363 h 1744984"/>
              <a:gd name="connsiteX552" fmla="*/ 1021279 w 1634628"/>
              <a:gd name="connsiteY552" fmla="*/ 1699731 h 1744984"/>
              <a:gd name="connsiteX553" fmla="*/ 1022748 w 1634628"/>
              <a:gd name="connsiteY553" fmla="*/ 1700067 h 1744984"/>
              <a:gd name="connsiteX554" fmla="*/ 1024187 w 1634628"/>
              <a:gd name="connsiteY554" fmla="*/ 1700434 h 1744984"/>
              <a:gd name="connsiteX555" fmla="*/ 1025648 w 1634628"/>
              <a:gd name="connsiteY555" fmla="*/ 1700771 h 1744984"/>
              <a:gd name="connsiteX556" fmla="*/ 1027118 w 1634628"/>
              <a:gd name="connsiteY556" fmla="*/ 1701138 h 1744984"/>
              <a:gd name="connsiteX557" fmla="*/ 1028580 w 1634628"/>
              <a:gd name="connsiteY557" fmla="*/ 1701474 h 1744984"/>
              <a:gd name="connsiteX558" fmla="*/ 1030018 w 1634628"/>
              <a:gd name="connsiteY558" fmla="*/ 1701810 h 1744984"/>
              <a:gd name="connsiteX559" fmla="*/ 1032950 w 1634628"/>
              <a:gd name="connsiteY559" fmla="*/ 1702482 h 1744984"/>
              <a:gd name="connsiteX560" fmla="*/ 1034380 w 1634628"/>
              <a:gd name="connsiteY560" fmla="*/ 1702819 h 1744984"/>
              <a:gd name="connsiteX561" fmla="*/ 1038782 w 1634628"/>
              <a:gd name="connsiteY561" fmla="*/ 1703827 h 1744984"/>
              <a:gd name="connsiteX562" fmla="*/ 1040212 w 1634628"/>
              <a:gd name="connsiteY562" fmla="*/ 1704132 h 1744984"/>
              <a:gd name="connsiteX563" fmla="*/ 1041682 w 1634628"/>
              <a:gd name="connsiteY563" fmla="*/ 1704468 h 1744984"/>
              <a:gd name="connsiteX564" fmla="*/ 1043143 w 1634628"/>
              <a:gd name="connsiteY564" fmla="*/ 1704773 h 1744984"/>
              <a:gd name="connsiteX565" fmla="*/ 1044582 w 1634628"/>
              <a:gd name="connsiteY565" fmla="*/ 1705109 h 1744984"/>
              <a:gd name="connsiteX566" fmla="*/ 1046043 w 1634628"/>
              <a:gd name="connsiteY566" fmla="*/ 1705414 h 1744984"/>
              <a:gd name="connsiteX567" fmla="*/ 1047513 w 1634628"/>
              <a:gd name="connsiteY567" fmla="*/ 1705750 h 1744984"/>
              <a:gd name="connsiteX568" fmla="*/ 1048975 w 1634628"/>
              <a:gd name="connsiteY568" fmla="*/ 1706055 h 1744984"/>
              <a:gd name="connsiteX569" fmla="*/ 1050414 w 1634628"/>
              <a:gd name="connsiteY569" fmla="*/ 1706360 h 1744984"/>
              <a:gd name="connsiteX570" fmla="*/ 1053345 w 1634628"/>
              <a:gd name="connsiteY570" fmla="*/ 1706970 h 1744984"/>
              <a:gd name="connsiteX571" fmla="*/ 1054784 w 1634628"/>
              <a:gd name="connsiteY571" fmla="*/ 1707274 h 1744984"/>
              <a:gd name="connsiteX572" fmla="*/ 1059176 w 1634628"/>
              <a:gd name="connsiteY572" fmla="*/ 1708189 h 1744984"/>
              <a:gd name="connsiteX573" fmla="*/ 1060615 w 1634628"/>
              <a:gd name="connsiteY573" fmla="*/ 1708463 h 1744984"/>
              <a:gd name="connsiteX574" fmla="*/ 1063546 w 1634628"/>
              <a:gd name="connsiteY574" fmla="*/ 1709080 h 1744984"/>
              <a:gd name="connsiteX575" fmla="*/ 1064977 w 1634628"/>
              <a:gd name="connsiteY575" fmla="*/ 1709354 h 1744984"/>
              <a:gd name="connsiteX576" fmla="*/ 1066447 w 1634628"/>
              <a:gd name="connsiteY576" fmla="*/ 1709659 h 1744984"/>
              <a:gd name="connsiteX577" fmla="*/ 1067908 w 1634628"/>
              <a:gd name="connsiteY577" fmla="*/ 1709932 h 1744984"/>
              <a:gd name="connsiteX578" fmla="*/ 1069347 w 1634628"/>
              <a:gd name="connsiteY578" fmla="*/ 1710206 h 1744984"/>
              <a:gd name="connsiteX579" fmla="*/ 1070809 w 1634628"/>
              <a:gd name="connsiteY579" fmla="*/ 1710480 h 1744984"/>
              <a:gd name="connsiteX580" fmla="*/ 1072278 w 1634628"/>
              <a:gd name="connsiteY580" fmla="*/ 1710784 h 1744984"/>
              <a:gd name="connsiteX581" fmla="*/ 1073740 w 1634628"/>
              <a:gd name="connsiteY581" fmla="*/ 1711058 h 1744984"/>
              <a:gd name="connsiteX582" fmla="*/ 1075179 w 1634628"/>
              <a:gd name="connsiteY582" fmla="*/ 1711339 h 1744984"/>
              <a:gd name="connsiteX583" fmla="*/ 1078110 w 1634628"/>
              <a:gd name="connsiteY583" fmla="*/ 1711887 h 1744984"/>
              <a:gd name="connsiteX584" fmla="*/ 1079548 w 1634628"/>
              <a:gd name="connsiteY584" fmla="*/ 1712129 h 1744984"/>
              <a:gd name="connsiteX585" fmla="*/ 1083942 w 1634628"/>
              <a:gd name="connsiteY585" fmla="*/ 1712958 h 1744984"/>
              <a:gd name="connsiteX586" fmla="*/ 1085380 w 1634628"/>
              <a:gd name="connsiteY586" fmla="*/ 1713200 h 1744984"/>
              <a:gd name="connsiteX587" fmla="*/ 1086842 w 1634628"/>
              <a:gd name="connsiteY587" fmla="*/ 1713474 h 1744984"/>
              <a:gd name="connsiteX588" fmla="*/ 1088312 w 1634628"/>
              <a:gd name="connsiteY588" fmla="*/ 1713716 h 1744984"/>
              <a:gd name="connsiteX589" fmla="*/ 1089742 w 1634628"/>
              <a:gd name="connsiteY589" fmla="*/ 1713990 h 1744984"/>
              <a:gd name="connsiteX590" fmla="*/ 1092674 w 1634628"/>
              <a:gd name="connsiteY590" fmla="*/ 1714482 h 1744984"/>
              <a:gd name="connsiteX591" fmla="*/ 1094143 w 1634628"/>
              <a:gd name="connsiteY591" fmla="*/ 1714756 h 1744984"/>
              <a:gd name="connsiteX592" fmla="*/ 1095574 w 1634628"/>
              <a:gd name="connsiteY592" fmla="*/ 1714998 h 1744984"/>
              <a:gd name="connsiteX593" fmla="*/ 1098505 w 1634628"/>
              <a:gd name="connsiteY593" fmla="*/ 1715490 h 1744984"/>
              <a:gd name="connsiteX594" fmla="*/ 1099944 w 1634628"/>
              <a:gd name="connsiteY594" fmla="*/ 1715733 h 1744984"/>
              <a:gd name="connsiteX595" fmla="*/ 1104337 w 1634628"/>
              <a:gd name="connsiteY595" fmla="*/ 1716468 h 1744984"/>
              <a:gd name="connsiteX596" fmla="*/ 1105775 w 1634628"/>
              <a:gd name="connsiteY596" fmla="*/ 1716679 h 1744984"/>
              <a:gd name="connsiteX597" fmla="*/ 1108707 w 1634628"/>
              <a:gd name="connsiteY597" fmla="*/ 1717171 h 1744984"/>
              <a:gd name="connsiteX598" fmla="*/ 1110145 w 1634628"/>
              <a:gd name="connsiteY598" fmla="*/ 1717382 h 1744984"/>
              <a:gd name="connsiteX599" fmla="*/ 1111607 w 1634628"/>
              <a:gd name="connsiteY599" fmla="*/ 1717625 h 1744984"/>
              <a:gd name="connsiteX600" fmla="*/ 1113077 w 1634628"/>
              <a:gd name="connsiteY600" fmla="*/ 1717843 h 1744984"/>
              <a:gd name="connsiteX601" fmla="*/ 1114539 w 1634628"/>
              <a:gd name="connsiteY601" fmla="*/ 1718086 h 1744984"/>
              <a:gd name="connsiteX602" fmla="*/ 1115977 w 1634628"/>
              <a:gd name="connsiteY602" fmla="*/ 1718297 h 1744984"/>
              <a:gd name="connsiteX603" fmla="*/ 1117439 w 1634628"/>
              <a:gd name="connsiteY603" fmla="*/ 1718539 h 1744984"/>
              <a:gd name="connsiteX604" fmla="*/ 1118909 w 1634628"/>
              <a:gd name="connsiteY604" fmla="*/ 1718758 h 1744984"/>
              <a:gd name="connsiteX605" fmla="*/ 1120339 w 1634628"/>
              <a:gd name="connsiteY605" fmla="*/ 1718969 h 1744984"/>
              <a:gd name="connsiteX606" fmla="*/ 1121809 w 1634628"/>
              <a:gd name="connsiteY606" fmla="*/ 1719188 h 1744984"/>
              <a:gd name="connsiteX607" fmla="*/ 1123270 w 1634628"/>
              <a:gd name="connsiteY607" fmla="*/ 1719430 h 1744984"/>
              <a:gd name="connsiteX608" fmla="*/ 1124709 w 1634628"/>
              <a:gd name="connsiteY608" fmla="*/ 1719641 h 1744984"/>
              <a:gd name="connsiteX609" fmla="*/ 1129102 w 1634628"/>
              <a:gd name="connsiteY609" fmla="*/ 1720282 h 1744984"/>
              <a:gd name="connsiteX610" fmla="*/ 1130540 w 1634628"/>
              <a:gd name="connsiteY610" fmla="*/ 1720470 h 1744984"/>
              <a:gd name="connsiteX611" fmla="*/ 1133472 w 1634628"/>
              <a:gd name="connsiteY611" fmla="*/ 1720892 h 1744984"/>
              <a:gd name="connsiteX612" fmla="*/ 1134910 w 1634628"/>
              <a:gd name="connsiteY612" fmla="*/ 1721111 h 1744984"/>
              <a:gd name="connsiteX613" fmla="*/ 1136372 w 1634628"/>
              <a:gd name="connsiteY613" fmla="*/ 1721291 h 1744984"/>
              <a:gd name="connsiteX614" fmla="*/ 1139303 w 1634628"/>
              <a:gd name="connsiteY614" fmla="*/ 1721721 h 1744984"/>
              <a:gd name="connsiteX615" fmla="*/ 1140742 w 1634628"/>
              <a:gd name="connsiteY615" fmla="*/ 1721901 h 1744984"/>
              <a:gd name="connsiteX616" fmla="*/ 1142204 w 1634628"/>
              <a:gd name="connsiteY616" fmla="*/ 1722119 h 1744984"/>
              <a:gd name="connsiteX617" fmla="*/ 1143673 w 1634628"/>
              <a:gd name="connsiteY617" fmla="*/ 1722299 h 1744984"/>
              <a:gd name="connsiteX618" fmla="*/ 1145104 w 1634628"/>
              <a:gd name="connsiteY618" fmla="*/ 1722510 h 1744984"/>
              <a:gd name="connsiteX619" fmla="*/ 1149505 w 1634628"/>
              <a:gd name="connsiteY619" fmla="*/ 1723065 h 1744984"/>
              <a:gd name="connsiteX620" fmla="*/ 1150936 w 1634628"/>
              <a:gd name="connsiteY620" fmla="*/ 1723276 h 1744984"/>
              <a:gd name="connsiteX621" fmla="*/ 1153867 w 1634628"/>
              <a:gd name="connsiteY621" fmla="*/ 1723644 h 1744984"/>
              <a:gd name="connsiteX622" fmla="*/ 1155306 w 1634628"/>
              <a:gd name="connsiteY622" fmla="*/ 1723824 h 1744984"/>
              <a:gd name="connsiteX623" fmla="*/ 1159699 w 1634628"/>
              <a:gd name="connsiteY623" fmla="*/ 1724379 h 1744984"/>
              <a:gd name="connsiteX624" fmla="*/ 1161137 w 1634628"/>
              <a:gd name="connsiteY624" fmla="*/ 1724558 h 1744984"/>
              <a:gd name="connsiteX625" fmla="*/ 1162607 w 1634628"/>
              <a:gd name="connsiteY625" fmla="*/ 1724738 h 1744984"/>
              <a:gd name="connsiteX626" fmla="*/ 1164069 w 1634628"/>
              <a:gd name="connsiteY626" fmla="*/ 1724895 h 1744984"/>
              <a:gd name="connsiteX627" fmla="*/ 1165507 w 1634628"/>
              <a:gd name="connsiteY627" fmla="*/ 1725074 h 1744984"/>
              <a:gd name="connsiteX628" fmla="*/ 1166969 w 1634628"/>
              <a:gd name="connsiteY628" fmla="*/ 1725262 h 1744984"/>
              <a:gd name="connsiteX629" fmla="*/ 1168439 w 1634628"/>
              <a:gd name="connsiteY629" fmla="*/ 1725411 h 1744984"/>
              <a:gd name="connsiteX630" fmla="*/ 1169900 w 1634628"/>
              <a:gd name="connsiteY630" fmla="*/ 1725598 h 1744984"/>
              <a:gd name="connsiteX631" fmla="*/ 1171339 w 1634628"/>
              <a:gd name="connsiteY631" fmla="*/ 1725778 h 1744984"/>
              <a:gd name="connsiteX632" fmla="*/ 1172801 w 1634628"/>
              <a:gd name="connsiteY632" fmla="*/ 1725934 h 1744984"/>
              <a:gd name="connsiteX633" fmla="*/ 1174270 w 1634628"/>
              <a:gd name="connsiteY633" fmla="*/ 1726114 h 1744984"/>
              <a:gd name="connsiteX634" fmla="*/ 1175701 w 1634628"/>
              <a:gd name="connsiteY634" fmla="*/ 1726270 h 1744984"/>
              <a:gd name="connsiteX635" fmla="*/ 1177171 w 1634628"/>
              <a:gd name="connsiteY635" fmla="*/ 1726450 h 1744984"/>
              <a:gd name="connsiteX636" fmla="*/ 1180102 w 1634628"/>
              <a:gd name="connsiteY636" fmla="*/ 1726755 h 1744984"/>
              <a:gd name="connsiteX637" fmla="*/ 1181533 w 1634628"/>
              <a:gd name="connsiteY637" fmla="*/ 1726943 h 1744984"/>
              <a:gd name="connsiteX638" fmla="*/ 1184464 w 1634628"/>
              <a:gd name="connsiteY638" fmla="*/ 1727248 h 1744984"/>
              <a:gd name="connsiteX639" fmla="*/ 1185902 w 1634628"/>
              <a:gd name="connsiteY639" fmla="*/ 1727396 h 1744984"/>
              <a:gd name="connsiteX640" fmla="*/ 1187372 w 1634628"/>
              <a:gd name="connsiteY640" fmla="*/ 1727552 h 1744984"/>
              <a:gd name="connsiteX641" fmla="*/ 1188834 w 1634628"/>
              <a:gd name="connsiteY641" fmla="*/ 1727732 h 1744984"/>
              <a:gd name="connsiteX642" fmla="*/ 1190272 w 1634628"/>
              <a:gd name="connsiteY642" fmla="*/ 1727889 h 1744984"/>
              <a:gd name="connsiteX643" fmla="*/ 1193204 w 1634628"/>
              <a:gd name="connsiteY643" fmla="*/ 1728193 h 1744984"/>
              <a:gd name="connsiteX644" fmla="*/ 1194665 w 1634628"/>
              <a:gd name="connsiteY644" fmla="*/ 1728311 h 1744984"/>
              <a:gd name="connsiteX645" fmla="*/ 1196104 w 1634628"/>
              <a:gd name="connsiteY645" fmla="*/ 1728467 h 1744984"/>
              <a:gd name="connsiteX646" fmla="*/ 1199035 w 1634628"/>
              <a:gd name="connsiteY646" fmla="*/ 1728772 h 1744984"/>
              <a:gd name="connsiteX647" fmla="*/ 1200466 w 1634628"/>
              <a:gd name="connsiteY647" fmla="*/ 1728928 h 1744984"/>
              <a:gd name="connsiteX648" fmla="*/ 1201935 w 1634628"/>
              <a:gd name="connsiteY648" fmla="*/ 1729077 h 1744984"/>
              <a:gd name="connsiteX649" fmla="*/ 1203397 w 1634628"/>
              <a:gd name="connsiteY649" fmla="*/ 1729202 h 1744984"/>
              <a:gd name="connsiteX650" fmla="*/ 1204867 w 1634628"/>
              <a:gd name="connsiteY650" fmla="*/ 1729350 h 1744984"/>
              <a:gd name="connsiteX651" fmla="*/ 1206297 w 1634628"/>
              <a:gd name="connsiteY651" fmla="*/ 1729507 h 1744984"/>
              <a:gd name="connsiteX652" fmla="*/ 1207767 w 1634628"/>
              <a:gd name="connsiteY652" fmla="*/ 1729624 h 1744984"/>
              <a:gd name="connsiteX653" fmla="*/ 1209229 w 1634628"/>
              <a:gd name="connsiteY653" fmla="*/ 1729780 h 1744984"/>
              <a:gd name="connsiteX654" fmla="*/ 1210667 w 1634628"/>
              <a:gd name="connsiteY654" fmla="*/ 1729905 h 1744984"/>
              <a:gd name="connsiteX655" fmla="*/ 1212129 w 1634628"/>
              <a:gd name="connsiteY655" fmla="*/ 1730054 h 1744984"/>
              <a:gd name="connsiteX656" fmla="*/ 1213599 w 1634628"/>
              <a:gd name="connsiteY656" fmla="*/ 1730179 h 1744984"/>
              <a:gd name="connsiteX657" fmla="*/ 1215068 w 1634628"/>
              <a:gd name="connsiteY657" fmla="*/ 1730328 h 1744984"/>
              <a:gd name="connsiteX658" fmla="*/ 1216499 w 1634628"/>
              <a:gd name="connsiteY658" fmla="*/ 1730453 h 1744984"/>
              <a:gd name="connsiteX659" fmla="*/ 1217969 w 1634628"/>
              <a:gd name="connsiteY659" fmla="*/ 1730601 h 1744984"/>
              <a:gd name="connsiteX660" fmla="*/ 1219430 w 1634628"/>
              <a:gd name="connsiteY660" fmla="*/ 1730726 h 1744984"/>
              <a:gd name="connsiteX661" fmla="*/ 1220869 w 1634628"/>
              <a:gd name="connsiteY661" fmla="*/ 1730851 h 1744984"/>
              <a:gd name="connsiteX662" fmla="*/ 1222331 w 1634628"/>
              <a:gd name="connsiteY662" fmla="*/ 1730969 h 1744984"/>
              <a:gd name="connsiteX663" fmla="*/ 1223800 w 1634628"/>
              <a:gd name="connsiteY663" fmla="*/ 1731125 h 1744984"/>
              <a:gd name="connsiteX664" fmla="*/ 1225262 w 1634628"/>
              <a:gd name="connsiteY664" fmla="*/ 1731250 h 1744984"/>
              <a:gd name="connsiteX665" fmla="*/ 1226701 w 1634628"/>
              <a:gd name="connsiteY665" fmla="*/ 1731367 h 1744984"/>
              <a:gd name="connsiteX666" fmla="*/ 1229632 w 1634628"/>
              <a:gd name="connsiteY666" fmla="*/ 1731610 h 1744984"/>
              <a:gd name="connsiteX667" fmla="*/ 1231063 w 1634628"/>
              <a:gd name="connsiteY667" fmla="*/ 1731735 h 1744984"/>
              <a:gd name="connsiteX668" fmla="*/ 1235464 w 1634628"/>
              <a:gd name="connsiteY668" fmla="*/ 1732102 h 1744984"/>
              <a:gd name="connsiteX669" fmla="*/ 1236894 w 1634628"/>
              <a:gd name="connsiteY669" fmla="*/ 1732219 h 1744984"/>
              <a:gd name="connsiteX670" fmla="*/ 1239826 w 1634628"/>
              <a:gd name="connsiteY670" fmla="*/ 1732469 h 1744984"/>
              <a:gd name="connsiteX671" fmla="*/ 1241264 w 1634628"/>
              <a:gd name="connsiteY671" fmla="*/ 1732587 h 1744984"/>
              <a:gd name="connsiteX672" fmla="*/ 1244196 w 1634628"/>
              <a:gd name="connsiteY672" fmla="*/ 1732837 h 1744984"/>
              <a:gd name="connsiteX673" fmla="*/ 1245665 w 1634628"/>
              <a:gd name="connsiteY673" fmla="*/ 1732923 h 1744984"/>
              <a:gd name="connsiteX674" fmla="*/ 1247096 w 1634628"/>
              <a:gd name="connsiteY674" fmla="*/ 1733048 h 1744984"/>
              <a:gd name="connsiteX675" fmla="*/ 1248566 w 1634628"/>
              <a:gd name="connsiteY675" fmla="*/ 1733173 h 1744984"/>
              <a:gd name="connsiteX676" fmla="*/ 1250027 w 1634628"/>
              <a:gd name="connsiteY676" fmla="*/ 1733259 h 1744984"/>
              <a:gd name="connsiteX677" fmla="*/ 1251466 w 1634628"/>
              <a:gd name="connsiteY677" fmla="*/ 1733384 h 1744984"/>
              <a:gd name="connsiteX678" fmla="*/ 1252928 w 1634628"/>
              <a:gd name="connsiteY678" fmla="*/ 1733509 h 1744984"/>
              <a:gd name="connsiteX679" fmla="*/ 1254397 w 1634628"/>
              <a:gd name="connsiteY679" fmla="*/ 1733595 h 1744984"/>
              <a:gd name="connsiteX680" fmla="*/ 1255828 w 1634628"/>
              <a:gd name="connsiteY680" fmla="*/ 1733720 h 1744984"/>
              <a:gd name="connsiteX681" fmla="*/ 1257298 w 1634628"/>
              <a:gd name="connsiteY681" fmla="*/ 1733814 h 1744984"/>
              <a:gd name="connsiteX682" fmla="*/ 1258759 w 1634628"/>
              <a:gd name="connsiteY682" fmla="*/ 1733931 h 1744984"/>
              <a:gd name="connsiteX683" fmla="*/ 1260229 w 1634628"/>
              <a:gd name="connsiteY683" fmla="*/ 1734025 h 1744984"/>
              <a:gd name="connsiteX684" fmla="*/ 1261659 w 1634628"/>
              <a:gd name="connsiteY684" fmla="*/ 1734150 h 1744984"/>
              <a:gd name="connsiteX685" fmla="*/ 1263129 w 1634628"/>
              <a:gd name="connsiteY685" fmla="*/ 1734236 h 1744984"/>
              <a:gd name="connsiteX686" fmla="*/ 1264591 w 1634628"/>
              <a:gd name="connsiteY686" fmla="*/ 1734361 h 1744984"/>
              <a:gd name="connsiteX687" fmla="*/ 1266029 w 1634628"/>
              <a:gd name="connsiteY687" fmla="*/ 1734455 h 1744984"/>
              <a:gd name="connsiteX688" fmla="*/ 1267499 w 1634628"/>
              <a:gd name="connsiteY688" fmla="*/ 1734541 h 1744984"/>
              <a:gd name="connsiteX689" fmla="*/ 1268960 w 1634628"/>
              <a:gd name="connsiteY689" fmla="*/ 1734666 h 1744984"/>
              <a:gd name="connsiteX690" fmla="*/ 1270431 w 1634628"/>
              <a:gd name="connsiteY690" fmla="*/ 1734760 h 1744984"/>
              <a:gd name="connsiteX691" fmla="*/ 1271861 w 1634628"/>
              <a:gd name="connsiteY691" fmla="*/ 1734846 h 1744984"/>
              <a:gd name="connsiteX692" fmla="*/ 1274792 w 1634628"/>
              <a:gd name="connsiteY692" fmla="*/ 1735034 h 1744984"/>
              <a:gd name="connsiteX693" fmla="*/ 1276231 w 1634628"/>
              <a:gd name="connsiteY693" fmla="*/ 1735159 h 1744984"/>
              <a:gd name="connsiteX694" fmla="*/ 1280624 w 1634628"/>
              <a:gd name="connsiteY694" fmla="*/ 1735432 h 1744984"/>
              <a:gd name="connsiteX695" fmla="*/ 1282062 w 1634628"/>
              <a:gd name="connsiteY695" fmla="*/ 1735518 h 1744984"/>
              <a:gd name="connsiteX696" fmla="*/ 1284994 w 1634628"/>
              <a:gd name="connsiteY696" fmla="*/ 1735706 h 1744984"/>
              <a:gd name="connsiteX697" fmla="*/ 1286424 w 1634628"/>
              <a:gd name="connsiteY697" fmla="*/ 1735800 h 1744984"/>
              <a:gd name="connsiteX698" fmla="*/ 1290826 w 1634628"/>
              <a:gd name="connsiteY698" fmla="*/ 1736073 h 1744984"/>
              <a:gd name="connsiteX699" fmla="*/ 1292256 w 1634628"/>
              <a:gd name="connsiteY699" fmla="*/ 1736159 h 1744984"/>
              <a:gd name="connsiteX700" fmla="*/ 1295195 w 1634628"/>
              <a:gd name="connsiteY700" fmla="*/ 1736347 h 1744984"/>
              <a:gd name="connsiteX701" fmla="*/ 1296626 w 1634628"/>
              <a:gd name="connsiteY701" fmla="*/ 1736409 h 1744984"/>
              <a:gd name="connsiteX702" fmla="*/ 1301027 w 1634628"/>
              <a:gd name="connsiteY702" fmla="*/ 1736683 h 1744984"/>
              <a:gd name="connsiteX703" fmla="*/ 1302458 w 1634628"/>
              <a:gd name="connsiteY703" fmla="*/ 1736777 h 1744984"/>
              <a:gd name="connsiteX704" fmla="*/ 1303927 w 1634628"/>
              <a:gd name="connsiteY704" fmla="*/ 1736832 h 1744984"/>
              <a:gd name="connsiteX705" fmla="*/ 1305389 w 1634628"/>
              <a:gd name="connsiteY705" fmla="*/ 1736925 h 1744984"/>
              <a:gd name="connsiteX706" fmla="*/ 1306828 w 1634628"/>
              <a:gd name="connsiteY706" fmla="*/ 1737019 h 1744984"/>
              <a:gd name="connsiteX707" fmla="*/ 1308289 w 1634628"/>
              <a:gd name="connsiteY707" fmla="*/ 1737082 h 1744984"/>
              <a:gd name="connsiteX708" fmla="*/ 1309759 w 1634628"/>
              <a:gd name="connsiteY708" fmla="*/ 1737168 h 1744984"/>
              <a:gd name="connsiteX709" fmla="*/ 1311190 w 1634628"/>
              <a:gd name="connsiteY709" fmla="*/ 1737261 h 1744984"/>
              <a:gd name="connsiteX710" fmla="*/ 1312659 w 1634628"/>
              <a:gd name="connsiteY710" fmla="*/ 1737324 h 1744984"/>
              <a:gd name="connsiteX711" fmla="*/ 1314121 w 1634628"/>
              <a:gd name="connsiteY711" fmla="*/ 1737418 h 1744984"/>
              <a:gd name="connsiteX712" fmla="*/ 1315591 w 1634628"/>
              <a:gd name="connsiteY712" fmla="*/ 1737473 h 1744984"/>
              <a:gd name="connsiteX713" fmla="*/ 1317021 w 1634628"/>
              <a:gd name="connsiteY713" fmla="*/ 1737566 h 1744984"/>
              <a:gd name="connsiteX714" fmla="*/ 1318491 w 1634628"/>
              <a:gd name="connsiteY714" fmla="*/ 1737629 h 1744984"/>
              <a:gd name="connsiteX715" fmla="*/ 1319953 w 1634628"/>
              <a:gd name="connsiteY715" fmla="*/ 1737723 h 1744984"/>
              <a:gd name="connsiteX716" fmla="*/ 1321391 w 1634628"/>
              <a:gd name="connsiteY716" fmla="*/ 1737778 h 1744984"/>
              <a:gd name="connsiteX717" fmla="*/ 1322861 w 1634628"/>
              <a:gd name="connsiteY717" fmla="*/ 1737871 h 1744984"/>
              <a:gd name="connsiteX718" fmla="*/ 1325792 w 1634628"/>
              <a:gd name="connsiteY718" fmla="*/ 1737996 h 1744984"/>
              <a:gd name="connsiteX719" fmla="*/ 1327223 w 1634628"/>
              <a:gd name="connsiteY719" fmla="*/ 1738082 h 1744984"/>
              <a:gd name="connsiteX720" fmla="*/ 1328693 w 1634628"/>
              <a:gd name="connsiteY720" fmla="*/ 1738145 h 1744984"/>
              <a:gd name="connsiteX721" fmla="*/ 1330154 w 1634628"/>
              <a:gd name="connsiteY721" fmla="*/ 1738239 h 1744984"/>
              <a:gd name="connsiteX722" fmla="*/ 1331593 w 1634628"/>
              <a:gd name="connsiteY722" fmla="*/ 1738301 h 1744984"/>
              <a:gd name="connsiteX723" fmla="*/ 1334524 w 1634628"/>
              <a:gd name="connsiteY723" fmla="*/ 1738419 h 1744984"/>
              <a:gd name="connsiteX724" fmla="*/ 1335986 w 1634628"/>
              <a:gd name="connsiteY724" fmla="*/ 1738512 h 1744984"/>
              <a:gd name="connsiteX725" fmla="*/ 1337425 w 1634628"/>
              <a:gd name="connsiteY725" fmla="*/ 1738575 h 1744984"/>
              <a:gd name="connsiteX726" fmla="*/ 1340356 w 1634628"/>
              <a:gd name="connsiteY726" fmla="*/ 1738700 h 1744984"/>
              <a:gd name="connsiteX727" fmla="*/ 1341786 w 1634628"/>
              <a:gd name="connsiteY727" fmla="*/ 1738786 h 1744984"/>
              <a:gd name="connsiteX728" fmla="*/ 1346187 w 1634628"/>
              <a:gd name="connsiteY728" fmla="*/ 1738973 h 1744984"/>
              <a:gd name="connsiteX729" fmla="*/ 1347626 w 1634628"/>
              <a:gd name="connsiteY729" fmla="*/ 1739036 h 1744984"/>
              <a:gd name="connsiteX730" fmla="*/ 1350557 w 1634628"/>
              <a:gd name="connsiteY730" fmla="*/ 1739153 h 1744984"/>
              <a:gd name="connsiteX731" fmla="*/ 1351988 w 1634628"/>
              <a:gd name="connsiteY731" fmla="*/ 1739216 h 1744984"/>
              <a:gd name="connsiteX732" fmla="*/ 1356389 w 1634628"/>
              <a:gd name="connsiteY732" fmla="*/ 1739396 h 1744984"/>
              <a:gd name="connsiteX733" fmla="*/ 1357819 w 1634628"/>
              <a:gd name="connsiteY733" fmla="*/ 1739458 h 1744984"/>
              <a:gd name="connsiteX734" fmla="*/ 1360751 w 1634628"/>
              <a:gd name="connsiteY734" fmla="*/ 1739583 h 1744984"/>
              <a:gd name="connsiteX735" fmla="*/ 1362189 w 1634628"/>
              <a:gd name="connsiteY735" fmla="*/ 1739646 h 1744984"/>
              <a:gd name="connsiteX736" fmla="*/ 1366583 w 1634628"/>
              <a:gd name="connsiteY736" fmla="*/ 1739826 h 1744984"/>
              <a:gd name="connsiteX737" fmla="*/ 1368021 w 1634628"/>
              <a:gd name="connsiteY737" fmla="*/ 1739888 h 1744984"/>
              <a:gd name="connsiteX738" fmla="*/ 1370953 w 1634628"/>
              <a:gd name="connsiteY738" fmla="*/ 1740013 h 1744984"/>
              <a:gd name="connsiteX739" fmla="*/ 1372383 w 1634628"/>
              <a:gd name="connsiteY739" fmla="*/ 1740037 h 1744984"/>
              <a:gd name="connsiteX740" fmla="*/ 1375322 w 1634628"/>
              <a:gd name="connsiteY740" fmla="*/ 1740162 h 1744984"/>
              <a:gd name="connsiteX741" fmla="*/ 1376753 w 1634628"/>
              <a:gd name="connsiteY741" fmla="*/ 1740224 h 1744984"/>
              <a:gd name="connsiteX742" fmla="*/ 1378223 w 1634628"/>
              <a:gd name="connsiteY742" fmla="*/ 1740287 h 1744984"/>
              <a:gd name="connsiteX743" fmla="*/ 1379684 w 1634628"/>
              <a:gd name="connsiteY743" fmla="*/ 1740318 h 1744984"/>
              <a:gd name="connsiteX744" fmla="*/ 1381154 w 1634628"/>
              <a:gd name="connsiteY744" fmla="*/ 1740373 h 1744984"/>
              <a:gd name="connsiteX745" fmla="*/ 1382585 w 1634628"/>
              <a:gd name="connsiteY745" fmla="*/ 1740435 h 1744984"/>
              <a:gd name="connsiteX746" fmla="*/ 1384054 w 1634628"/>
              <a:gd name="connsiteY746" fmla="*/ 1740467 h 1744984"/>
              <a:gd name="connsiteX747" fmla="*/ 1385516 w 1634628"/>
              <a:gd name="connsiteY747" fmla="*/ 1740529 h 1744984"/>
              <a:gd name="connsiteX748" fmla="*/ 1386955 w 1634628"/>
              <a:gd name="connsiteY748" fmla="*/ 1740592 h 1744984"/>
              <a:gd name="connsiteX749" fmla="*/ 1388416 w 1634628"/>
              <a:gd name="connsiteY749" fmla="*/ 1740623 h 1744984"/>
              <a:gd name="connsiteX750" fmla="*/ 1391348 w 1634628"/>
              <a:gd name="connsiteY750" fmla="*/ 1740740 h 1744984"/>
              <a:gd name="connsiteX751" fmla="*/ 1392786 w 1634628"/>
              <a:gd name="connsiteY751" fmla="*/ 1740771 h 1744984"/>
              <a:gd name="connsiteX752" fmla="*/ 1395718 w 1634628"/>
              <a:gd name="connsiteY752" fmla="*/ 1740896 h 1744984"/>
              <a:gd name="connsiteX753" fmla="*/ 1397148 w 1634628"/>
              <a:gd name="connsiteY753" fmla="*/ 1740928 h 1744984"/>
              <a:gd name="connsiteX754" fmla="*/ 1398618 w 1634628"/>
              <a:gd name="connsiteY754" fmla="*/ 1740990 h 1744984"/>
              <a:gd name="connsiteX755" fmla="*/ 1400080 w 1634628"/>
              <a:gd name="connsiteY755" fmla="*/ 1741021 h 1744984"/>
              <a:gd name="connsiteX756" fmla="*/ 1401550 w 1634628"/>
              <a:gd name="connsiteY756" fmla="*/ 1741076 h 1744984"/>
              <a:gd name="connsiteX757" fmla="*/ 1402988 w 1634628"/>
              <a:gd name="connsiteY757" fmla="*/ 1741108 h 1744984"/>
              <a:gd name="connsiteX758" fmla="*/ 1404450 w 1634628"/>
              <a:gd name="connsiteY758" fmla="*/ 1741170 h 1744984"/>
              <a:gd name="connsiteX759" fmla="*/ 1405919 w 1634628"/>
              <a:gd name="connsiteY759" fmla="*/ 1741201 h 1744984"/>
              <a:gd name="connsiteX760" fmla="*/ 1407350 w 1634628"/>
              <a:gd name="connsiteY760" fmla="*/ 1741264 h 1744984"/>
              <a:gd name="connsiteX761" fmla="*/ 1408820 w 1634628"/>
              <a:gd name="connsiteY761" fmla="*/ 1741295 h 1744984"/>
              <a:gd name="connsiteX762" fmla="*/ 1410281 w 1634628"/>
              <a:gd name="connsiteY762" fmla="*/ 1741350 h 1744984"/>
              <a:gd name="connsiteX763" fmla="*/ 1411751 w 1634628"/>
              <a:gd name="connsiteY763" fmla="*/ 1741381 h 1744984"/>
              <a:gd name="connsiteX764" fmla="*/ 1413181 w 1634628"/>
              <a:gd name="connsiteY764" fmla="*/ 1741444 h 1744984"/>
              <a:gd name="connsiteX765" fmla="*/ 1416113 w 1634628"/>
              <a:gd name="connsiteY765" fmla="*/ 1741506 h 1744984"/>
              <a:gd name="connsiteX766" fmla="*/ 1417551 w 1634628"/>
              <a:gd name="connsiteY766" fmla="*/ 1741569 h 1744984"/>
              <a:gd name="connsiteX767" fmla="*/ 1419013 w 1634628"/>
              <a:gd name="connsiteY767" fmla="*/ 1741600 h 1744984"/>
              <a:gd name="connsiteX768" fmla="*/ 1420483 w 1634628"/>
              <a:gd name="connsiteY768" fmla="*/ 1741663 h 1744984"/>
              <a:gd name="connsiteX769" fmla="*/ 1421944 w 1634628"/>
              <a:gd name="connsiteY769" fmla="*/ 1741686 h 1744984"/>
              <a:gd name="connsiteX770" fmla="*/ 1423383 w 1634628"/>
              <a:gd name="connsiteY770" fmla="*/ 1741717 h 1744984"/>
              <a:gd name="connsiteX771" fmla="*/ 1424845 w 1634628"/>
              <a:gd name="connsiteY771" fmla="*/ 1741780 h 1744984"/>
              <a:gd name="connsiteX772" fmla="*/ 1426314 w 1634628"/>
              <a:gd name="connsiteY772" fmla="*/ 1741811 h 1744984"/>
              <a:gd name="connsiteX773" fmla="*/ 1427753 w 1634628"/>
              <a:gd name="connsiteY773" fmla="*/ 1741842 h 1744984"/>
              <a:gd name="connsiteX774" fmla="*/ 1429214 w 1634628"/>
              <a:gd name="connsiteY774" fmla="*/ 1741874 h 1744984"/>
              <a:gd name="connsiteX775" fmla="*/ 1430684 w 1634628"/>
              <a:gd name="connsiteY775" fmla="*/ 1741936 h 1744984"/>
              <a:gd name="connsiteX776" fmla="*/ 1432146 w 1634628"/>
              <a:gd name="connsiteY776" fmla="*/ 1741967 h 1744984"/>
              <a:gd name="connsiteX777" fmla="*/ 1433584 w 1634628"/>
              <a:gd name="connsiteY777" fmla="*/ 1741991 h 1744984"/>
              <a:gd name="connsiteX778" fmla="*/ 1435046 w 1634628"/>
              <a:gd name="connsiteY778" fmla="*/ 1742054 h 1744984"/>
              <a:gd name="connsiteX779" fmla="*/ 1436516 w 1634628"/>
              <a:gd name="connsiteY779" fmla="*/ 1742085 h 1744984"/>
              <a:gd name="connsiteX780" fmla="*/ 1437946 w 1634628"/>
              <a:gd name="connsiteY780" fmla="*/ 1742116 h 1744984"/>
              <a:gd name="connsiteX781" fmla="*/ 1440878 w 1634628"/>
              <a:gd name="connsiteY781" fmla="*/ 1742179 h 1744984"/>
              <a:gd name="connsiteX782" fmla="*/ 1442316 w 1634628"/>
              <a:gd name="connsiteY782" fmla="*/ 1742241 h 1744984"/>
              <a:gd name="connsiteX783" fmla="*/ 1446710 w 1634628"/>
              <a:gd name="connsiteY783" fmla="*/ 1742327 h 1744984"/>
              <a:gd name="connsiteX784" fmla="*/ 1448148 w 1634628"/>
              <a:gd name="connsiteY784" fmla="*/ 1742358 h 1744984"/>
              <a:gd name="connsiteX785" fmla="*/ 1449610 w 1634628"/>
              <a:gd name="connsiteY785" fmla="*/ 1742390 h 1744984"/>
              <a:gd name="connsiteX786" fmla="*/ 1451080 w 1634628"/>
              <a:gd name="connsiteY786" fmla="*/ 1742452 h 1744984"/>
              <a:gd name="connsiteX787" fmla="*/ 1452510 w 1634628"/>
              <a:gd name="connsiteY787" fmla="*/ 1742483 h 1744984"/>
              <a:gd name="connsiteX788" fmla="*/ 1456911 w 1634628"/>
              <a:gd name="connsiteY788" fmla="*/ 1742577 h 1744984"/>
              <a:gd name="connsiteX789" fmla="*/ 1458350 w 1634628"/>
              <a:gd name="connsiteY789" fmla="*/ 1742608 h 1744984"/>
              <a:gd name="connsiteX790" fmla="*/ 1461281 w 1634628"/>
              <a:gd name="connsiteY790" fmla="*/ 1742663 h 1744984"/>
              <a:gd name="connsiteX791" fmla="*/ 1462712 w 1634628"/>
              <a:gd name="connsiteY791" fmla="*/ 1742695 h 1744984"/>
              <a:gd name="connsiteX792" fmla="*/ 1467113 w 1634628"/>
              <a:gd name="connsiteY792" fmla="*/ 1742788 h 1744984"/>
              <a:gd name="connsiteX793" fmla="*/ 1468543 w 1634628"/>
              <a:gd name="connsiteY793" fmla="*/ 1742820 h 1744984"/>
              <a:gd name="connsiteX794" fmla="*/ 1471475 w 1634628"/>
              <a:gd name="connsiteY794" fmla="*/ 1742882 h 1744984"/>
              <a:gd name="connsiteX795" fmla="*/ 1472913 w 1634628"/>
              <a:gd name="connsiteY795" fmla="*/ 1742913 h 1744984"/>
              <a:gd name="connsiteX796" fmla="*/ 1477306 w 1634628"/>
              <a:gd name="connsiteY796" fmla="*/ 1742999 h 1744984"/>
              <a:gd name="connsiteX797" fmla="*/ 1478745 w 1634628"/>
              <a:gd name="connsiteY797" fmla="*/ 1743031 h 1744984"/>
              <a:gd name="connsiteX798" fmla="*/ 1481677 w 1634628"/>
              <a:gd name="connsiteY798" fmla="*/ 1743093 h 1744984"/>
              <a:gd name="connsiteX799" fmla="*/ 1483115 w 1634628"/>
              <a:gd name="connsiteY799" fmla="*/ 1743124 h 1744984"/>
              <a:gd name="connsiteX800" fmla="*/ 1487508 w 1634628"/>
              <a:gd name="connsiteY800" fmla="*/ 1743218 h 1744984"/>
              <a:gd name="connsiteX801" fmla="*/ 1488946 w 1634628"/>
              <a:gd name="connsiteY801" fmla="*/ 1743249 h 1744984"/>
              <a:gd name="connsiteX802" fmla="*/ 1490408 w 1634628"/>
              <a:gd name="connsiteY802" fmla="*/ 1743281 h 1744984"/>
              <a:gd name="connsiteX803" fmla="*/ 1491878 w 1634628"/>
              <a:gd name="connsiteY803" fmla="*/ 1743281 h 1744984"/>
              <a:gd name="connsiteX804" fmla="*/ 1493308 w 1634628"/>
              <a:gd name="connsiteY804" fmla="*/ 1743304 h 1744984"/>
              <a:gd name="connsiteX805" fmla="*/ 1496240 w 1634628"/>
              <a:gd name="connsiteY805" fmla="*/ 1743367 h 1744984"/>
              <a:gd name="connsiteX806" fmla="*/ 1497678 w 1634628"/>
              <a:gd name="connsiteY806" fmla="*/ 1743398 h 1744984"/>
              <a:gd name="connsiteX807" fmla="*/ 1500610 w 1634628"/>
              <a:gd name="connsiteY807" fmla="*/ 1743461 h 1744984"/>
              <a:gd name="connsiteX808" fmla="*/ 1502071 w 1634628"/>
              <a:gd name="connsiteY808" fmla="*/ 1743461 h 1744984"/>
              <a:gd name="connsiteX809" fmla="*/ 1503510 w 1634628"/>
              <a:gd name="connsiteY809" fmla="*/ 1743492 h 1744984"/>
              <a:gd name="connsiteX810" fmla="*/ 1506441 w 1634628"/>
              <a:gd name="connsiteY810" fmla="*/ 1743554 h 1744984"/>
              <a:gd name="connsiteX811" fmla="*/ 1507880 w 1634628"/>
              <a:gd name="connsiteY811" fmla="*/ 1743586 h 1744984"/>
              <a:gd name="connsiteX812" fmla="*/ 1509341 w 1634628"/>
              <a:gd name="connsiteY812" fmla="*/ 1743586 h 1744984"/>
              <a:gd name="connsiteX813" fmla="*/ 1512273 w 1634628"/>
              <a:gd name="connsiteY813" fmla="*/ 1743640 h 1744984"/>
              <a:gd name="connsiteX814" fmla="*/ 1513711 w 1634628"/>
              <a:gd name="connsiteY814" fmla="*/ 1743672 h 1744984"/>
              <a:gd name="connsiteX815" fmla="*/ 1515173 w 1634628"/>
              <a:gd name="connsiteY815" fmla="*/ 1743672 h 1744984"/>
              <a:gd name="connsiteX816" fmla="*/ 1516643 w 1634628"/>
              <a:gd name="connsiteY816" fmla="*/ 1743703 h 1744984"/>
              <a:gd name="connsiteX817" fmla="*/ 1518073 w 1634628"/>
              <a:gd name="connsiteY817" fmla="*/ 1743734 h 1744984"/>
              <a:gd name="connsiteX818" fmla="*/ 1519543 w 1634628"/>
              <a:gd name="connsiteY818" fmla="*/ 1743765 h 1744984"/>
              <a:gd name="connsiteX819" fmla="*/ 1521005 w 1634628"/>
              <a:gd name="connsiteY819" fmla="*/ 1743765 h 1744984"/>
              <a:gd name="connsiteX820" fmla="*/ 1522475 w 1634628"/>
              <a:gd name="connsiteY820" fmla="*/ 1743797 h 1744984"/>
              <a:gd name="connsiteX821" fmla="*/ 1523905 w 1634628"/>
              <a:gd name="connsiteY821" fmla="*/ 1743828 h 1744984"/>
              <a:gd name="connsiteX822" fmla="*/ 1525375 w 1634628"/>
              <a:gd name="connsiteY822" fmla="*/ 1743859 h 1744984"/>
              <a:gd name="connsiteX823" fmla="*/ 1526837 w 1634628"/>
              <a:gd name="connsiteY823" fmla="*/ 1743859 h 1744984"/>
              <a:gd name="connsiteX824" fmla="*/ 1528275 w 1634628"/>
              <a:gd name="connsiteY824" fmla="*/ 1743890 h 1744984"/>
              <a:gd name="connsiteX825" fmla="*/ 1529737 w 1634628"/>
              <a:gd name="connsiteY825" fmla="*/ 1743922 h 1744984"/>
              <a:gd name="connsiteX826" fmla="*/ 1531207 w 1634628"/>
              <a:gd name="connsiteY826" fmla="*/ 1743922 h 1744984"/>
              <a:gd name="connsiteX827" fmla="*/ 1532668 w 1634628"/>
              <a:gd name="connsiteY827" fmla="*/ 1743945 h 1744984"/>
              <a:gd name="connsiteX828" fmla="*/ 1534107 w 1634628"/>
              <a:gd name="connsiteY828" fmla="*/ 1743977 h 1744984"/>
              <a:gd name="connsiteX829" fmla="*/ 1535576 w 1634628"/>
              <a:gd name="connsiteY829" fmla="*/ 1743977 h 1744984"/>
              <a:gd name="connsiteX830" fmla="*/ 1537038 w 1634628"/>
              <a:gd name="connsiteY830" fmla="*/ 1744008 h 1744984"/>
              <a:gd name="connsiteX831" fmla="*/ 1538477 w 1634628"/>
              <a:gd name="connsiteY831" fmla="*/ 1744039 h 1744984"/>
              <a:gd name="connsiteX832" fmla="*/ 1539938 w 1634628"/>
              <a:gd name="connsiteY832" fmla="*/ 1744039 h 1744984"/>
              <a:gd name="connsiteX833" fmla="*/ 1542870 w 1634628"/>
              <a:gd name="connsiteY833" fmla="*/ 1744102 h 1744984"/>
              <a:gd name="connsiteX834" fmla="*/ 1544308 w 1634628"/>
              <a:gd name="connsiteY834" fmla="*/ 1744102 h 1744984"/>
              <a:gd name="connsiteX835" fmla="*/ 1545770 w 1634628"/>
              <a:gd name="connsiteY835" fmla="*/ 1744133 h 1744984"/>
              <a:gd name="connsiteX836" fmla="*/ 1547240 w 1634628"/>
              <a:gd name="connsiteY836" fmla="*/ 1744133 h 1744984"/>
              <a:gd name="connsiteX837" fmla="*/ 1548670 w 1634628"/>
              <a:gd name="connsiteY837" fmla="*/ 1744164 h 1744984"/>
              <a:gd name="connsiteX838" fmla="*/ 1550140 w 1634628"/>
              <a:gd name="connsiteY838" fmla="*/ 1744195 h 1744984"/>
              <a:gd name="connsiteX839" fmla="*/ 1551601 w 1634628"/>
              <a:gd name="connsiteY839" fmla="*/ 1744195 h 1744984"/>
              <a:gd name="connsiteX840" fmla="*/ 1553072 w 1634628"/>
              <a:gd name="connsiteY840" fmla="*/ 1744227 h 1744984"/>
              <a:gd name="connsiteX841" fmla="*/ 1554502 w 1634628"/>
              <a:gd name="connsiteY841" fmla="*/ 1744227 h 1744984"/>
              <a:gd name="connsiteX842" fmla="*/ 1557433 w 1634628"/>
              <a:gd name="connsiteY842" fmla="*/ 1744281 h 1744984"/>
              <a:gd name="connsiteX843" fmla="*/ 1558872 w 1634628"/>
              <a:gd name="connsiteY843" fmla="*/ 1744281 h 1744984"/>
              <a:gd name="connsiteX844" fmla="*/ 1560333 w 1634628"/>
              <a:gd name="connsiteY844" fmla="*/ 1744313 h 1744984"/>
              <a:gd name="connsiteX845" fmla="*/ 1561803 w 1634628"/>
              <a:gd name="connsiteY845" fmla="*/ 1744313 h 1744984"/>
              <a:gd name="connsiteX846" fmla="*/ 1563242 w 1634628"/>
              <a:gd name="connsiteY846" fmla="*/ 1744344 h 1744984"/>
              <a:gd name="connsiteX847" fmla="*/ 1564703 w 1634628"/>
              <a:gd name="connsiteY847" fmla="*/ 1744344 h 1744984"/>
              <a:gd name="connsiteX848" fmla="*/ 1566173 w 1634628"/>
              <a:gd name="connsiteY848" fmla="*/ 1744375 h 1744984"/>
              <a:gd name="connsiteX849" fmla="*/ 1567635 w 1634628"/>
              <a:gd name="connsiteY849" fmla="*/ 1744375 h 1744984"/>
              <a:gd name="connsiteX850" fmla="*/ 1569073 w 1634628"/>
              <a:gd name="connsiteY850" fmla="*/ 1744406 h 1744984"/>
              <a:gd name="connsiteX851" fmla="*/ 1570535 w 1634628"/>
              <a:gd name="connsiteY851" fmla="*/ 1744406 h 1744984"/>
              <a:gd name="connsiteX852" fmla="*/ 1572005 w 1634628"/>
              <a:gd name="connsiteY852" fmla="*/ 1744438 h 1744984"/>
              <a:gd name="connsiteX853" fmla="*/ 1573435 w 1634628"/>
              <a:gd name="connsiteY853" fmla="*/ 1744438 h 1744984"/>
              <a:gd name="connsiteX854" fmla="*/ 1574905 w 1634628"/>
              <a:gd name="connsiteY854" fmla="*/ 1744469 h 1744984"/>
              <a:gd name="connsiteX855" fmla="*/ 1576367 w 1634628"/>
              <a:gd name="connsiteY855" fmla="*/ 1744469 h 1744984"/>
              <a:gd name="connsiteX856" fmla="*/ 1577836 w 1634628"/>
              <a:gd name="connsiteY856" fmla="*/ 1744500 h 1744984"/>
              <a:gd name="connsiteX857" fmla="*/ 1579267 w 1634628"/>
              <a:gd name="connsiteY857" fmla="*/ 1744500 h 1744984"/>
              <a:gd name="connsiteX858" fmla="*/ 1580737 w 1634628"/>
              <a:gd name="connsiteY858" fmla="*/ 1744531 h 1744984"/>
              <a:gd name="connsiteX859" fmla="*/ 1582198 w 1634628"/>
              <a:gd name="connsiteY859" fmla="*/ 1744531 h 1744984"/>
              <a:gd name="connsiteX860" fmla="*/ 1583637 w 1634628"/>
              <a:gd name="connsiteY860" fmla="*/ 1744563 h 1744984"/>
              <a:gd name="connsiteX861" fmla="*/ 1585099 w 1634628"/>
              <a:gd name="connsiteY861" fmla="*/ 1744563 h 1744984"/>
              <a:gd name="connsiteX862" fmla="*/ 1586568 w 1634628"/>
              <a:gd name="connsiteY862" fmla="*/ 1744594 h 1744984"/>
              <a:gd name="connsiteX863" fmla="*/ 1588030 w 1634628"/>
              <a:gd name="connsiteY863" fmla="*/ 1744594 h 1744984"/>
              <a:gd name="connsiteX864" fmla="*/ 1589468 w 1634628"/>
              <a:gd name="connsiteY864" fmla="*/ 1744618 h 1744984"/>
              <a:gd name="connsiteX865" fmla="*/ 1590938 w 1634628"/>
              <a:gd name="connsiteY865" fmla="*/ 1744618 h 1744984"/>
              <a:gd name="connsiteX866" fmla="*/ 1592400 w 1634628"/>
              <a:gd name="connsiteY866" fmla="*/ 1744649 h 1744984"/>
              <a:gd name="connsiteX867" fmla="*/ 1593838 w 1634628"/>
              <a:gd name="connsiteY867" fmla="*/ 1744649 h 1744984"/>
              <a:gd name="connsiteX868" fmla="*/ 1595300 w 1634628"/>
              <a:gd name="connsiteY868" fmla="*/ 1744680 h 1744984"/>
              <a:gd name="connsiteX869" fmla="*/ 1596770 w 1634628"/>
              <a:gd name="connsiteY869" fmla="*/ 1744680 h 1744984"/>
              <a:gd name="connsiteX870" fmla="*/ 1598232 w 1634628"/>
              <a:gd name="connsiteY870" fmla="*/ 1744711 h 1744984"/>
              <a:gd name="connsiteX871" fmla="*/ 1601132 w 1634628"/>
              <a:gd name="connsiteY871" fmla="*/ 1744711 h 1744984"/>
              <a:gd name="connsiteX872" fmla="*/ 1602602 w 1634628"/>
              <a:gd name="connsiteY872" fmla="*/ 1744743 h 1744984"/>
              <a:gd name="connsiteX873" fmla="*/ 1604032 w 1634628"/>
              <a:gd name="connsiteY873" fmla="*/ 1744743 h 1744984"/>
              <a:gd name="connsiteX874" fmla="*/ 1605502 w 1634628"/>
              <a:gd name="connsiteY874" fmla="*/ 1744774 h 1744984"/>
              <a:gd name="connsiteX875" fmla="*/ 1608433 w 1634628"/>
              <a:gd name="connsiteY875" fmla="*/ 1744774 h 1744984"/>
              <a:gd name="connsiteX876" fmla="*/ 1609864 w 1634628"/>
              <a:gd name="connsiteY876" fmla="*/ 1744805 h 1744984"/>
              <a:gd name="connsiteX877" fmla="*/ 1611334 w 1634628"/>
              <a:gd name="connsiteY877" fmla="*/ 1744805 h 1744984"/>
              <a:gd name="connsiteX878" fmla="*/ 1612795 w 1634628"/>
              <a:gd name="connsiteY878" fmla="*/ 1744836 h 1744984"/>
              <a:gd name="connsiteX879" fmla="*/ 1615703 w 1634628"/>
              <a:gd name="connsiteY879" fmla="*/ 1744836 h 1744984"/>
              <a:gd name="connsiteX880" fmla="*/ 1617165 w 1634628"/>
              <a:gd name="connsiteY880" fmla="*/ 1744868 h 1744984"/>
              <a:gd name="connsiteX881" fmla="*/ 1618604 w 1634628"/>
              <a:gd name="connsiteY881" fmla="*/ 1744868 h 1744984"/>
              <a:gd name="connsiteX882" fmla="*/ 1620065 w 1634628"/>
              <a:gd name="connsiteY882" fmla="*/ 1744899 h 1744984"/>
              <a:gd name="connsiteX883" fmla="*/ 1622997 w 1634628"/>
              <a:gd name="connsiteY883" fmla="*/ 1744899 h 1744984"/>
              <a:gd name="connsiteX884" fmla="*/ 1624435 w 1634628"/>
              <a:gd name="connsiteY884" fmla="*/ 1744930 h 1744984"/>
              <a:gd name="connsiteX885" fmla="*/ 1627367 w 1634628"/>
              <a:gd name="connsiteY885" fmla="*/ 1744930 h 1744984"/>
              <a:gd name="connsiteX886" fmla="*/ 1628797 w 1634628"/>
              <a:gd name="connsiteY886" fmla="*/ 1744954 h 1744984"/>
              <a:gd name="connsiteX887" fmla="*/ 1631728 w 1634628"/>
              <a:gd name="connsiteY887" fmla="*/ 1744954 h 1744984"/>
              <a:gd name="connsiteX888" fmla="*/ 1633198 w 1634628"/>
              <a:gd name="connsiteY888" fmla="*/ 1744985 h 1744984"/>
              <a:gd name="connsiteX889" fmla="*/ 1634629 w 1634628"/>
              <a:gd name="connsiteY889" fmla="*/ 1744985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Lst>
            <a:rect l="l" t="t" r="r" b="b"/>
            <a:pathLst>
              <a:path w="1634628" h="1744984">
                <a:moveTo>
                  <a:pt x="0" y="0"/>
                </a:moveTo>
                <a:lnTo>
                  <a:pt x="1438" y="4667"/>
                </a:lnTo>
                <a:lnTo>
                  <a:pt x="2900" y="9373"/>
                </a:lnTo>
                <a:lnTo>
                  <a:pt x="4362" y="14048"/>
                </a:lnTo>
                <a:lnTo>
                  <a:pt x="5832" y="18746"/>
                </a:lnTo>
                <a:lnTo>
                  <a:pt x="7270" y="23420"/>
                </a:lnTo>
                <a:lnTo>
                  <a:pt x="8732" y="28087"/>
                </a:lnTo>
                <a:lnTo>
                  <a:pt x="10201" y="32793"/>
                </a:lnTo>
                <a:lnTo>
                  <a:pt x="11632" y="37468"/>
                </a:lnTo>
                <a:lnTo>
                  <a:pt x="14564" y="46810"/>
                </a:lnTo>
                <a:lnTo>
                  <a:pt x="16002" y="51508"/>
                </a:lnTo>
                <a:lnTo>
                  <a:pt x="20395" y="65524"/>
                </a:lnTo>
                <a:lnTo>
                  <a:pt x="21834" y="70199"/>
                </a:lnTo>
                <a:lnTo>
                  <a:pt x="24765" y="79541"/>
                </a:lnTo>
                <a:lnTo>
                  <a:pt x="26196" y="84215"/>
                </a:lnTo>
                <a:lnTo>
                  <a:pt x="30597" y="98232"/>
                </a:lnTo>
                <a:lnTo>
                  <a:pt x="32035" y="102906"/>
                </a:lnTo>
                <a:lnTo>
                  <a:pt x="33497" y="107573"/>
                </a:lnTo>
                <a:lnTo>
                  <a:pt x="34967" y="112217"/>
                </a:lnTo>
                <a:lnTo>
                  <a:pt x="36397" y="116891"/>
                </a:lnTo>
                <a:lnTo>
                  <a:pt x="37867" y="121535"/>
                </a:lnTo>
                <a:lnTo>
                  <a:pt x="39329" y="126202"/>
                </a:lnTo>
                <a:lnTo>
                  <a:pt x="40798" y="130845"/>
                </a:lnTo>
                <a:lnTo>
                  <a:pt x="42229" y="135520"/>
                </a:lnTo>
                <a:lnTo>
                  <a:pt x="43698" y="140156"/>
                </a:lnTo>
                <a:lnTo>
                  <a:pt x="45160" y="144830"/>
                </a:lnTo>
                <a:lnTo>
                  <a:pt x="46599" y="149474"/>
                </a:lnTo>
                <a:lnTo>
                  <a:pt x="50992" y="163396"/>
                </a:lnTo>
                <a:lnTo>
                  <a:pt x="52430" y="168040"/>
                </a:lnTo>
                <a:lnTo>
                  <a:pt x="53892" y="172675"/>
                </a:lnTo>
                <a:lnTo>
                  <a:pt x="55362" y="177288"/>
                </a:lnTo>
                <a:lnTo>
                  <a:pt x="56800" y="181931"/>
                </a:lnTo>
                <a:lnTo>
                  <a:pt x="58262" y="186575"/>
                </a:lnTo>
                <a:lnTo>
                  <a:pt x="59732" y="191187"/>
                </a:lnTo>
                <a:lnTo>
                  <a:pt x="61194" y="195822"/>
                </a:lnTo>
                <a:lnTo>
                  <a:pt x="62632" y="200435"/>
                </a:lnTo>
                <a:lnTo>
                  <a:pt x="65563" y="209659"/>
                </a:lnTo>
                <a:lnTo>
                  <a:pt x="66994" y="214271"/>
                </a:lnTo>
                <a:lnTo>
                  <a:pt x="71395" y="228100"/>
                </a:lnTo>
                <a:lnTo>
                  <a:pt x="72826" y="232712"/>
                </a:lnTo>
                <a:lnTo>
                  <a:pt x="74295" y="237293"/>
                </a:lnTo>
                <a:lnTo>
                  <a:pt x="75757" y="241905"/>
                </a:lnTo>
                <a:lnTo>
                  <a:pt x="77195" y="246486"/>
                </a:lnTo>
                <a:lnTo>
                  <a:pt x="80127" y="255648"/>
                </a:lnTo>
                <a:lnTo>
                  <a:pt x="81565" y="260229"/>
                </a:lnTo>
                <a:lnTo>
                  <a:pt x="85959" y="273972"/>
                </a:lnTo>
                <a:lnTo>
                  <a:pt x="87397" y="278521"/>
                </a:lnTo>
                <a:lnTo>
                  <a:pt x="88859" y="283071"/>
                </a:lnTo>
                <a:lnTo>
                  <a:pt x="90328" y="287652"/>
                </a:lnTo>
                <a:lnTo>
                  <a:pt x="91759" y="292201"/>
                </a:lnTo>
                <a:lnTo>
                  <a:pt x="96160" y="305850"/>
                </a:lnTo>
                <a:lnTo>
                  <a:pt x="97591" y="310369"/>
                </a:lnTo>
                <a:lnTo>
                  <a:pt x="99060" y="314918"/>
                </a:lnTo>
                <a:lnTo>
                  <a:pt x="100522" y="319437"/>
                </a:lnTo>
                <a:lnTo>
                  <a:pt x="101961" y="323955"/>
                </a:lnTo>
                <a:lnTo>
                  <a:pt x="106354" y="337510"/>
                </a:lnTo>
                <a:lnTo>
                  <a:pt x="107792" y="342036"/>
                </a:lnTo>
                <a:lnTo>
                  <a:pt x="109254" y="346524"/>
                </a:lnTo>
                <a:lnTo>
                  <a:pt x="110724" y="351042"/>
                </a:lnTo>
                <a:lnTo>
                  <a:pt x="112162" y="355529"/>
                </a:lnTo>
                <a:lnTo>
                  <a:pt x="116555" y="368998"/>
                </a:lnTo>
                <a:lnTo>
                  <a:pt x="117994" y="373454"/>
                </a:lnTo>
                <a:lnTo>
                  <a:pt x="119456" y="377941"/>
                </a:lnTo>
                <a:lnTo>
                  <a:pt x="120925" y="382405"/>
                </a:lnTo>
                <a:lnTo>
                  <a:pt x="122356" y="386861"/>
                </a:lnTo>
                <a:lnTo>
                  <a:pt x="126757" y="400236"/>
                </a:lnTo>
                <a:lnTo>
                  <a:pt x="128188" y="404661"/>
                </a:lnTo>
                <a:lnTo>
                  <a:pt x="131119" y="413518"/>
                </a:lnTo>
                <a:lnTo>
                  <a:pt x="132557" y="417950"/>
                </a:lnTo>
                <a:lnTo>
                  <a:pt x="135489" y="426799"/>
                </a:lnTo>
                <a:lnTo>
                  <a:pt x="136927" y="431200"/>
                </a:lnTo>
                <a:lnTo>
                  <a:pt x="138389" y="435594"/>
                </a:lnTo>
                <a:lnTo>
                  <a:pt x="139859" y="440026"/>
                </a:lnTo>
                <a:lnTo>
                  <a:pt x="141321" y="444388"/>
                </a:lnTo>
                <a:lnTo>
                  <a:pt x="142759" y="448789"/>
                </a:lnTo>
                <a:lnTo>
                  <a:pt x="144221" y="453182"/>
                </a:lnTo>
                <a:lnTo>
                  <a:pt x="145690" y="457552"/>
                </a:lnTo>
                <a:lnTo>
                  <a:pt x="147121" y="461914"/>
                </a:lnTo>
                <a:lnTo>
                  <a:pt x="150052" y="470654"/>
                </a:lnTo>
                <a:lnTo>
                  <a:pt x="151522" y="474985"/>
                </a:lnTo>
                <a:lnTo>
                  <a:pt x="152953" y="479354"/>
                </a:lnTo>
                <a:lnTo>
                  <a:pt x="155884" y="488024"/>
                </a:lnTo>
                <a:lnTo>
                  <a:pt x="157322" y="492362"/>
                </a:lnTo>
                <a:lnTo>
                  <a:pt x="158784" y="496670"/>
                </a:lnTo>
                <a:lnTo>
                  <a:pt x="160254" y="501000"/>
                </a:lnTo>
                <a:lnTo>
                  <a:pt x="161716" y="505308"/>
                </a:lnTo>
                <a:lnTo>
                  <a:pt x="163154" y="509615"/>
                </a:lnTo>
                <a:lnTo>
                  <a:pt x="166086" y="518230"/>
                </a:lnTo>
                <a:lnTo>
                  <a:pt x="167524" y="522498"/>
                </a:lnTo>
                <a:lnTo>
                  <a:pt x="171917" y="535326"/>
                </a:lnTo>
                <a:lnTo>
                  <a:pt x="173356" y="539602"/>
                </a:lnTo>
                <a:lnTo>
                  <a:pt x="176287" y="548092"/>
                </a:lnTo>
                <a:lnTo>
                  <a:pt x="177718" y="552336"/>
                </a:lnTo>
                <a:lnTo>
                  <a:pt x="179187" y="556581"/>
                </a:lnTo>
                <a:lnTo>
                  <a:pt x="180649" y="560795"/>
                </a:lnTo>
                <a:lnTo>
                  <a:pt x="182119" y="565039"/>
                </a:lnTo>
                <a:lnTo>
                  <a:pt x="183549" y="569253"/>
                </a:lnTo>
                <a:lnTo>
                  <a:pt x="185019" y="573467"/>
                </a:lnTo>
                <a:lnTo>
                  <a:pt x="186481" y="577649"/>
                </a:lnTo>
                <a:lnTo>
                  <a:pt x="187919" y="581862"/>
                </a:lnTo>
                <a:lnTo>
                  <a:pt x="192313" y="594417"/>
                </a:lnTo>
                <a:lnTo>
                  <a:pt x="193751" y="598568"/>
                </a:lnTo>
                <a:lnTo>
                  <a:pt x="195220" y="602719"/>
                </a:lnTo>
                <a:lnTo>
                  <a:pt x="196682" y="606901"/>
                </a:lnTo>
                <a:lnTo>
                  <a:pt x="198121" y="611028"/>
                </a:lnTo>
                <a:lnTo>
                  <a:pt x="199583" y="615179"/>
                </a:lnTo>
                <a:lnTo>
                  <a:pt x="201052" y="619299"/>
                </a:lnTo>
                <a:lnTo>
                  <a:pt x="202483" y="623427"/>
                </a:lnTo>
                <a:lnTo>
                  <a:pt x="205414" y="631666"/>
                </a:lnTo>
                <a:lnTo>
                  <a:pt x="206884" y="635762"/>
                </a:lnTo>
                <a:lnTo>
                  <a:pt x="208315" y="639882"/>
                </a:lnTo>
                <a:lnTo>
                  <a:pt x="209784" y="643978"/>
                </a:lnTo>
                <a:lnTo>
                  <a:pt x="211246" y="648035"/>
                </a:lnTo>
                <a:lnTo>
                  <a:pt x="212684" y="652132"/>
                </a:lnTo>
                <a:lnTo>
                  <a:pt x="217078" y="664311"/>
                </a:lnTo>
                <a:lnTo>
                  <a:pt x="218516" y="668345"/>
                </a:lnTo>
                <a:lnTo>
                  <a:pt x="219986" y="672371"/>
                </a:lnTo>
                <a:lnTo>
                  <a:pt x="221447" y="676435"/>
                </a:lnTo>
                <a:lnTo>
                  <a:pt x="222886" y="680469"/>
                </a:lnTo>
                <a:lnTo>
                  <a:pt x="227279" y="692469"/>
                </a:lnTo>
                <a:lnTo>
                  <a:pt x="228717" y="696463"/>
                </a:lnTo>
                <a:lnTo>
                  <a:pt x="230179" y="700435"/>
                </a:lnTo>
                <a:lnTo>
                  <a:pt x="231649" y="704437"/>
                </a:lnTo>
                <a:lnTo>
                  <a:pt x="233080" y="708408"/>
                </a:lnTo>
                <a:lnTo>
                  <a:pt x="234549" y="712348"/>
                </a:lnTo>
                <a:lnTo>
                  <a:pt x="236011" y="716311"/>
                </a:lnTo>
                <a:lnTo>
                  <a:pt x="237481" y="720251"/>
                </a:lnTo>
                <a:lnTo>
                  <a:pt x="238911" y="724191"/>
                </a:lnTo>
                <a:lnTo>
                  <a:pt x="240381" y="728131"/>
                </a:lnTo>
                <a:lnTo>
                  <a:pt x="241843" y="732040"/>
                </a:lnTo>
                <a:lnTo>
                  <a:pt x="243281" y="735980"/>
                </a:lnTo>
                <a:lnTo>
                  <a:pt x="244743" y="739888"/>
                </a:lnTo>
                <a:lnTo>
                  <a:pt x="246213" y="743766"/>
                </a:lnTo>
                <a:lnTo>
                  <a:pt x="247682" y="747674"/>
                </a:lnTo>
                <a:lnTo>
                  <a:pt x="249113" y="751552"/>
                </a:lnTo>
                <a:lnTo>
                  <a:pt x="250582" y="755429"/>
                </a:lnTo>
                <a:lnTo>
                  <a:pt x="252044" y="759283"/>
                </a:lnTo>
                <a:lnTo>
                  <a:pt x="253483" y="763160"/>
                </a:lnTo>
                <a:lnTo>
                  <a:pt x="256414" y="770852"/>
                </a:lnTo>
                <a:lnTo>
                  <a:pt x="257845" y="774699"/>
                </a:lnTo>
                <a:lnTo>
                  <a:pt x="262246" y="786151"/>
                </a:lnTo>
                <a:lnTo>
                  <a:pt x="263676" y="789934"/>
                </a:lnTo>
                <a:lnTo>
                  <a:pt x="266608" y="797509"/>
                </a:lnTo>
                <a:lnTo>
                  <a:pt x="268046" y="801301"/>
                </a:lnTo>
                <a:lnTo>
                  <a:pt x="269508" y="805053"/>
                </a:lnTo>
                <a:lnTo>
                  <a:pt x="270978" y="808837"/>
                </a:lnTo>
                <a:lnTo>
                  <a:pt x="272440" y="812565"/>
                </a:lnTo>
                <a:lnTo>
                  <a:pt x="273878" y="816318"/>
                </a:lnTo>
                <a:lnTo>
                  <a:pt x="276809" y="823775"/>
                </a:lnTo>
                <a:lnTo>
                  <a:pt x="278248" y="827496"/>
                </a:lnTo>
                <a:lnTo>
                  <a:pt x="279710" y="831225"/>
                </a:lnTo>
                <a:lnTo>
                  <a:pt x="282641" y="838612"/>
                </a:lnTo>
                <a:lnTo>
                  <a:pt x="284079" y="842279"/>
                </a:lnTo>
                <a:lnTo>
                  <a:pt x="285541" y="845969"/>
                </a:lnTo>
                <a:lnTo>
                  <a:pt x="287011" y="849635"/>
                </a:lnTo>
                <a:lnTo>
                  <a:pt x="288441" y="853301"/>
                </a:lnTo>
                <a:lnTo>
                  <a:pt x="292842" y="864198"/>
                </a:lnTo>
                <a:lnTo>
                  <a:pt x="294273" y="867833"/>
                </a:lnTo>
                <a:lnTo>
                  <a:pt x="295743" y="871437"/>
                </a:lnTo>
                <a:lnTo>
                  <a:pt x="297205" y="875072"/>
                </a:lnTo>
                <a:lnTo>
                  <a:pt x="298643" y="878645"/>
                </a:lnTo>
                <a:lnTo>
                  <a:pt x="300112" y="882248"/>
                </a:lnTo>
                <a:lnTo>
                  <a:pt x="303044" y="889393"/>
                </a:lnTo>
                <a:lnTo>
                  <a:pt x="304475" y="892966"/>
                </a:lnTo>
                <a:lnTo>
                  <a:pt x="307406" y="900048"/>
                </a:lnTo>
                <a:lnTo>
                  <a:pt x="308844" y="903590"/>
                </a:lnTo>
                <a:lnTo>
                  <a:pt x="310306" y="907138"/>
                </a:lnTo>
                <a:lnTo>
                  <a:pt x="313238" y="914158"/>
                </a:lnTo>
                <a:lnTo>
                  <a:pt x="314676" y="917668"/>
                </a:lnTo>
                <a:lnTo>
                  <a:pt x="317608" y="924634"/>
                </a:lnTo>
                <a:lnTo>
                  <a:pt x="319038" y="928112"/>
                </a:lnTo>
                <a:lnTo>
                  <a:pt x="321970" y="935015"/>
                </a:lnTo>
                <a:lnTo>
                  <a:pt x="323408" y="938494"/>
                </a:lnTo>
                <a:lnTo>
                  <a:pt x="327809" y="948758"/>
                </a:lnTo>
                <a:lnTo>
                  <a:pt x="329240" y="952174"/>
                </a:lnTo>
                <a:lnTo>
                  <a:pt x="330709" y="955566"/>
                </a:lnTo>
                <a:lnTo>
                  <a:pt x="332171" y="958983"/>
                </a:lnTo>
                <a:lnTo>
                  <a:pt x="333609" y="962344"/>
                </a:lnTo>
                <a:lnTo>
                  <a:pt x="336541" y="969122"/>
                </a:lnTo>
                <a:lnTo>
                  <a:pt x="338003" y="972452"/>
                </a:lnTo>
                <a:lnTo>
                  <a:pt x="339441" y="975813"/>
                </a:lnTo>
                <a:lnTo>
                  <a:pt x="340903" y="979167"/>
                </a:lnTo>
                <a:lnTo>
                  <a:pt x="342373" y="982466"/>
                </a:lnTo>
                <a:lnTo>
                  <a:pt x="343803" y="985796"/>
                </a:lnTo>
                <a:lnTo>
                  <a:pt x="345273" y="989126"/>
                </a:lnTo>
                <a:lnTo>
                  <a:pt x="348204" y="995724"/>
                </a:lnTo>
                <a:lnTo>
                  <a:pt x="349635" y="999023"/>
                </a:lnTo>
                <a:lnTo>
                  <a:pt x="352566" y="1005550"/>
                </a:lnTo>
                <a:lnTo>
                  <a:pt x="354005" y="1008818"/>
                </a:lnTo>
                <a:lnTo>
                  <a:pt x="358406" y="1018534"/>
                </a:lnTo>
                <a:lnTo>
                  <a:pt x="359836" y="1021740"/>
                </a:lnTo>
                <a:lnTo>
                  <a:pt x="361306" y="1024945"/>
                </a:lnTo>
                <a:lnTo>
                  <a:pt x="362768" y="1028181"/>
                </a:lnTo>
                <a:lnTo>
                  <a:pt x="364206" y="1031355"/>
                </a:lnTo>
                <a:lnTo>
                  <a:pt x="365668" y="1034529"/>
                </a:lnTo>
                <a:lnTo>
                  <a:pt x="367138" y="1037741"/>
                </a:lnTo>
                <a:lnTo>
                  <a:pt x="368600" y="1040884"/>
                </a:lnTo>
                <a:lnTo>
                  <a:pt x="370038" y="1044027"/>
                </a:lnTo>
                <a:lnTo>
                  <a:pt x="371500" y="1047208"/>
                </a:lnTo>
                <a:lnTo>
                  <a:pt x="372969" y="1050320"/>
                </a:lnTo>
                <a:lnTo>
                  <a:pt x="374400" y="1053462"/>
                </a:lnTo>
                <a:lnTo>
                  <a:pt x="378801" y="1062811"/>
                </a:lnTo>
                <a:lnTo>
                  <a:pt x="380239" y="1065892"/>
                </a:lnTo>
                <a:lnTo>
                  <a:pt x="383171" y="1072059"/>
                </a:lnTo>
                <a:lnTo>
                  <a:pt x="384602" y="1075116"/>
                </a:lnTo>
                <a:lnTo>
                  <a:pt x="387533" y="1081221"/>
                </a:lnTo>
                <a:lnTo>
                  <a:pt x="388971" y="1084278"/>
                </a:lnTo>
                <a:lnTo>
                  <a:pt x="391903" y="1090321"/>
                </a:lnTo>
                <a:lnTo>
                  <a:pt x="393365" y="1093315"/>
                </a:lnTo>
                <a:lnTo>
                  <a:pt x="394803" y="1096308"/>
                </a:lnTo>
                <a:lnTo>
                  <a:pt x="397735" y="1102289"/>
                </a:lnTo>
                <a:lnTo>
                  <a:pt x="399165" y="1105283"/>
                </a:lnTo>
                <a:lnTo>
                  <a:pt x="402097" y="1111208"/>
                </a:lnTo>
                <a:lnTo>
                  <a:pt x="403566" y="1114140"/>
                </a:lnTo>
                <a:lnTo>
                  <a:pt x="404997" y="1117071"/>
                </a:lnTo>
                <a:lnTo>
                  <a:pt x="407936" y="1122934"/>
                </a:lnTo>
                <a:lnTo>
                  <a:pt x="409367" y="1125834"/>
                </a:lnTo>
                <a:lnTo>
                  <a:pt x="412298" y="1131635"/>
                </a:lnTo>
                <a:lnTo>
                  <a:pt x="413768" y="1134511"/>
                </a:lnTo>
                <a:lnTo>
                  <a:pt x="415198" y="1137380"/>
                </a:lnTo>
                <a:lnTo>
                  <a:pt x="416668" y="1140249"/>
                </a:lnTo>
                <a:lnTo>
                  <a:pt x="418130" y="1143087"/>
                </a:lnTo>
                <a:lnTo>
                  <a:pt x="419568" y="1145956"/>
                </a:lnTo>
                <a:lnTo>
                  <a:pt x="421030" y="1148770"/>
                </a:lnTo>
                <a:lnTo>
                  <a:pt x="423962" y="1154446"/>
                </a:lnTo>
                <a:lnTo>
                  <a:pt x="425400" y="1157228"/>
                </a:lnTo>
                <a:lnTo>
                  <a:pt x="428331" y="1162849"/>
                </a:lnTo>
                <a:lnTo>
                  <a:pt x="429762" y="1165593"/>
                </a:lnTo>
                <a:lnTo>
                  <a:pt x="432693" y="1171151"/>
                </a:lnTo>
                <a:lnTo>
                  <a:pt x="434163" y="1173903"/>
                </a:lnTo>
                <a:lnTo>
                  <a:pt x="435601" y="1176647"/>
                </a:lnTo>
                <a:lnTo>
                  <a:pt x="437063" y="1179398"/>
                </a:lnTo>
                <a:lnTo>
                  <a:pt x="438533" y="1182111"/>
                </a:lnTo>
                <a:lnTo>
                  <a:pt x="439963" y="1184831"/>
                </a:lnTo>
                <a:lnTo>
                  <a:pt x="441433" y="1187552"/>
                </a:lnTo>
                <a:lnTo>
                  <a:pt x="442895" y="1190233"/>
                </a:lnTo>
                <a:lnTo>
                  <a:pt x="444333" y="1192922"/>
                </a:lnTo>
                <a:lnTo>
                  <a:pt x="445795" y="1195611"/>
                </a:lnTo>
                <a:lnTo>
                  <a:pt x="448727" y="1200927"/>
                </a:lnTo>
                <a:lnTo>
                  <a:pt x="450165" y="1203608"/>
                </a:lnTo>
                <a:lnTo>
                  <a:pt x="453096" y="1208862"/>
                </a:lnTo>
                <a:lnTo>
                  <a:pt x="454527" y="1211488"/>
                </a:lnTo>
                <a:lnTo>
                  <a:pt x="455997" y="1214115"/>
                </a:lnTo>
                <a:lnTo>
                  <a:pt x="457459" y="1216710"/>
                </a:lnTo>
                <a:lnTo>
                  <a:pt x="458928" y="1219337"/>
                </a:lnTo>
                <a:lnTo>
                  <a:pt x="460366" y="1221901"/>
                </a:lnTo>
                <a:lnTo>
                  <a:pt x="461828" y="1224496"/>
                </a:lnTo>
                <a:lnTo>
                  <a:pt x="463298" y="1227060"/>
                </a:lnTo>
                <a:lnTo>
                  <a:pt x="464729" y="1229632"/>
                </a:lnTo>
                <a:lnTo>
                  <a:pt x="466198" y="1232196"/>
                </a:lnTo>
                <a:lnTo>
                  <a:pt x="469130" y="1237262"/>
                </a:lnTo>
                <a:lnTo>
                  <a:pt x="470560" y="1239794"/>
                </a:lnTo>
                <a:lnTo>
                  <a:pt x="472030" y="1242335"/>
                </a:lnTo>
                <a:lnTo>
                  <a:pt x="473492" y="1244805"/>
                </a:lnTo>
                <a:lnTo>
                  <a:pt x="474930" y="1247307"/>
                </a:lnTo>
                <a:lnTo>
                  <a:pt x="476392" y="1249816"/>
                </a:lnTo>
                <a:lnTo>
                  <a:pt x="479323" y="1254757"/>
                </a:lnTo>
                <a:lnTo>
                  <a:pt x="480762" y="1257235"/>
                </a:lnTo>
                <a:lnTo>
                  <a:pt x="483693" y="1262120"/>
                </a:lnTo>
                <a:lnTo>
                  <a:pt x="485124" y="1264591"/>
                </a:lnTo>
                <a:lnTo>
                  <a:pt x="489525" y="1271829"/>
                </a:lnTo>
                <a:lnTo>
                  <a:pt x="490963" y="1274245"/>
                </a:lnTo>
                <a:lnTo>
                  <a:pt x="492425" y="1276622"/>
                </a:lnTo>
                <a:lnTo>
                  <a:pt x="493895" y="1279037"/>
                </a:lnTo>
                <a:lnTo>
                  <a:pt x="495325" y="1281390"/>
                </a:lnTo>
                <a:lnTo>
                  <a:pt x="496795" y="1283767"/>
                </a:lnTo>
                <a:lnTo>
                  <a:pt x="499726" y="1288472"/>
                </a:lnTo>
                <a:lnTo>
                  <a:pt x="501157" y="1290794"/>
                </a:lnTo>
                <a:lnTo>
                  <a:pt x="502627" y="1293147"/>
                </a:lnTo>
                <a:lnTo>
                  <a:pt x="504088" y="1295461"/>
                </a:lnTo>
                <a:lnTo>
                  <a:pt x="505527" y="1297783"/>
                </a:lnTo>
                <a:lnTo>
                  <a:pt x="506989" y="1300105"/>
                </a:lnTo>
                <a:lnTo>
                  <a:pt x="508458" y="1302364"/>
                </a:lnTo>
                <a:lnTo>
                  <a:pt x="509889" y="1304654"/>
                </a:lnTo>
                <a:lnTo>
                  <a:pt x="511358" y="1306945"/>
                </a:lnTo>
                <a:lnTo>
                  <a:pt x="512820" y="1309204"/>
                </a:lnTo>
                <a:lnTo>
                  <a:pt x="514290" y="1311494"/>
                </a:lnTo>
                <a:lnTo>
                  <a:pt x="515728" y="1313754"/>
                </a:lnTo>
                <a:lnTo>
                  <a:pt x="518660" y="1318217"/>
                </a:lnTo>
                <a:lnTo>
                  <a:pt x="520090" y="1320445"/>
                </a:lnTo>
                <a:lnTo>
                  <a:pt x="521560" y="1322673"/>
                </a:lnTo>
                <a:lnTo>
                  <a:pt x="523022" y="1324870"/>
                </a:lnTo>
                <a:lnTo>
                  <a:pt x="524491" y="1327098"/>
                </a:lnTo>
                <a:lnTo>
                  <a:pt x="525922" y="1329271"/>
                </a:lnTo>
                <a:lnTo>
                  <a:pt x="527392" y="1331467"/>
                </a:lnTo>
                <a:lnTo>
                  <a:pt x="528854" y="1333633"/>
                </a:lnTo>
                <a:lnTo>
                  <a:pt x="530292" y="1335806"/>
                </a:lnTo>
                <a:lnTo>
                  <a:pt x="533223" y="1340137"/>
                </a:lnTo>
                <a:lnTo>
                  <a:pt x="534685" y="1342247"/>
                </a:lnTo>
                <a:lnTo>
                  <a:pt x="536124" y="1344382"/>
                </a:lnTo>
                <a:lnTo>
                  <a:pt x="537585" y="1346523"/>
                </a:lnTo>
                <a:lnTo>
                  <a:pt x="539055" y="1348626"/>
                </a:lnTo>
                <a:lnTo>
                  <a:pt x="540493" y="1350737"/>
                </a:lnTo>
                <a:lnTo>
                  <a:pt x="543425" y="1354950"/>
                </a:lnTo>
                <a:lnTo>
                  <a:pt x="544887" y="1357022"/>
                </a:lnTo>
                <a:lnTo>
                  <a:pt x="546325" y="1359101"/>
                </a:lnTo>
                <a:lnTo>
                  <a:pt x="547787" y="1361181"/>
                </a:lnTo>
                <a:lnTo>
                  <a:pt x="549257" y="1363221"/>
                </a:lnTo>
                <a:lnTo>
                  <a:pt x="550687" y="1365269"/>
                </a:lnTo>
                <a:lnTo>
                  <a:pt x="553619" y="1369365"/>
                </a:lnTo>
                <a:lnTo>
                  <a:pt x="555088" y="1371375"/>
                </a:lnTo>
                <a:lnTo>
                  <a:pt x="556519" y="1373391"/>
                </a:lnTo>
                <a:lnTo>
                  <a:pt x="559450" y="1377425"/>
                </a:lnTo>
                <a:lnTo>
                  <a:pt x="560889" y="1379411"/>
                </a:lnTo>
                <a:lnTo>
                  <a:pt x="563820" y="1383382"/>
                </a:lnTo>
                <a:lnTo>
                  <a:pt x="565282" y="1385336"/>
                </a:lnTo>
                <a:lnTo>
                  <a:pt x="566720" y="1387290"/>
                </a:lnTo>
                <a:lnTo>
                  <a:pt x="569652" y="1391199"/>
                </a:lnTo>
                <a:lnTo>
                  <a:pt x="571090" y="1393122"/>
                </a:lnTo>
                <a:lnTo>
                  <a:pt x="572552" y="1395076"/>
                </a:lnTo>
                <a:lnTo>
                  <a:pt x="574022" y="1396968"/>
                </a:lnTo>
                <a:lnTo>
                  <a:pt x="575452" y="1398891"/>
                </a:lnTo>
                <a:lnTo>
                  <a:pt x="579853" y="1404567"/>
                </a:lnTo>
                <a:lnTo>
                  <a:pt x="581284" y="1406466"/>
                </a:lnTo>
                <a:lnTo>
                  <a:pt x="584215" y="1410187"/>
                </a:lnTo>
                <a:lnTo>
                  <a:pt x="585654" y="1412048"/>
                </a:lnTo>
                <a:lnTo>
                  <a:pt x="587116" y="1413885"/>
                </a:lnTo>
                <a:lnTo>
                  <a:pt x="588585" y="1415745"/>
                </a:lnTo>
                <a:lnTo>
                  <a:pt x="590047" y="1417575"/>
                </a:lnTo>
                <a:lnTo>
                  <a:pt x="591485" y="1419380"/>
                </a:lnTo>
                <a:lnTo>
                  <a:pt x="592947" y="1421210"/>
                </a:lnTo>
                <a:lnTo>
                  <a:pt x="594417" y="1423015"/>
                </a:lnTo>
                <a:lnTo>
                  <a:pt x="595855" y="1424813"/>
                </a:lnTo>
                <a:lnTo>
                  <a:pt x="598787" y="1428417"/>
                </a:lnTo>
                <a:lnTo>
                  <a:pt x="600249" y="1430160"/>
                </a:lnTo>
                <a:lnTo>
                  <a:pt x="601687" y="1431927"/>
                </a:lnTo>
                <a:lnTo>
                  <a:pt x="604618" y="1435476"/>
                </a:lnTo>
                <a:lnTo>
                  <a:pt x="606049" y="1437212"/>
                </a:lnTo>
                <a:lnTo>
                  <a:pt x="608981" y="1440698"/>
                </a:lnTo>
                <a:lnTo>
                  <a:pt x="610450" y="1442402"/>
                </a:lnTo>
                <a:lnTo>
                  <a:pt x="611881" y="1444114"/>
                </a:lnTo>
                <a:lnTo>
                  <a:pt x="614812" y="1447538"/>
                </a:lnTo>
                <a:lnTo>
                  <a:pt x="616251" y="1449242"/>
                </a:lnTo>
                <a:lnTo>
                  <a:pt x="620644" y="1454284"/>
                </a:lnTo>
                <a:lnTo>
                  <a:pt x="622082" y="1455934"/>
                </a:lnTo>
                <a:lnTo>
                  <a:pt x="625014" y="1459233"/>
                </a:lnTo>
                <a:lnTo>
                  <a:pt x="626452" y="1460882"/>
                </a:lnTo>
                <a:lnTo>
                  <a:pt x="627914" y="1462500"/>
                </a:lnTo>
                <a:lnTo>
                  <a:pt x="629383" y="1464150"/>
                </a:lnTo>
                <a:lnTo>
                  <a:pt x="630814" y="1465768"/>
                </a:lnTo>
                <a:lnTo>
                  <a:pt x="632284" y="1467386"/>
                </a:lnTo>
                <a:lnTo>
                  <a:pt x="633746" y="1468973"/>
                </a:lnTo>
                <a:lnTo>
                  <a:pt x="635215" y="1470591"/>
                </a:lnTo>
                <a:lnTo>
                  <a:pt x="636646" y="1472178"/>
                </a:lnTo>
                <a:lnTo>
                  <a:pt x="638115" y="1473765"/>
                </a:lnTo>
                <a:lnTo>
                  <a:pt x="639577" y="1475321"/>
                </a:lnTo>
                <a:lnTo>
                  <a:pt x="641016" y="1476876"/>
                </a:lnTo>
                <a:lnTo>
                  <a:pt x="642478" y="1478471"/>
                </a:lnTo>
                <a:lnTo>
                  <a:pt x="643947" y="1480027"/>
                </a:lnTo>
                <a:lnTo>
                  <a:pt x="645409" y="1481551"/>
                </a:lnTo>
                <a:lnTo>
                  <a:pt x="646847" y="1483107"/>
                </a:lnTo>
                <a:lnTo>
                  <a:pt x="649779" y="1486163"/>
                </a:lnTo>
                <a:lnTo>
                  <a:pt x="651217" y="1487688"/>
                </a:lnTo>
                <a:lnTo>
                  <a:pt x="654149" y="1490682"/>
                </a:lnTo>
                <a:lnTo>
                  <a:pt x="655610" y="1492206"/>
                </a:lnTo>
                <a:lnTo>
                  <a:pt x="657049" y="1493676"/>
                </a:lnTo>
                <a:lnTo>
                  <a:pt x="658511" y="1495169"/>
                </a:lnTo>
                <a:lnTo>
                  <a:pt x="659980" y="1496638"/>
                </a:lnTo>
                <a:lnTo>
                  <a:pt x="661411" y="1498100"/>
                </a:lnTo>
                <a:lnTo>
                  <a:pt x="664342" y="1501032"/>
                </a:lnTo>
                <a:lnTo>
                  <a:pt x="665812" y="1502470"/>
                </a:lnTo>
                <a:lnTo>
                  <a:pt x="667243" y="1503932"/>
                </a:lnTo>
                <a:lnTo>
                  <a:pt x="668712" y="1505370"/>
                </a:lnTo>
                <a:lnTo>
                  <a:pt x="670174" y="1506777"/>
                </a:lnTo>
                <a:lnTo>
                  <a:pt x="671612" y="1508208"/>
                </a:lnTo>
                <a:lnTo>
                  <a:pt x="673074" y="1509646"/>
                </a:lnTo>
                <a:lnTo>
                  <a:pt x="674544" y="1511053"/>
                </a:lnTo>
                <a:lnTo>
                  <a:pt x="676006" y="1512421"/>
                </a:lnTo>
                <a:lnTo>
                  <a:pt x="677444" y="1513828"/>
                </a:lnTo>
                <a:lnTo>
                  <a:pt x="678914" y="1515236"/>
                </a:lnTo>
                <a:lnTo>
                  <a:pt x="680376" y="1516604"/>
                </a:lnTo>
                <a:lnTo>
                  <a:pt x="681814" y="1517980"/>
                </a:lnTo>
                <a:lnTo>
                  <a:pt x="683276" y="1519355"/>
                </a:lnTo>
                <a:lnTo>
                  <a:pt x="684745" y="1520700"/>
                </a:lnTo>
                <a:lnTo>
                  <a:pt x="686207" y="1522076"/>
                </a:lnTo>
                <a:lnTo>
                  <a:pt x="687646" y="1523420"/>
                </a:lnTo>
                <a:lnTo>
                  <a:pt x="690577" y="1526102"/>
                </a:lnTo>
                <a:lnTo>
                  <a:pt x="692008" y="1527415"/>
                </a:lnTo>
                <a:lnTo>
                  <a:pt x="693477" y="1528728"/>
                </a:lnTo>
                <a:lnTo>
                  <a:pt x="694939" y="1530073"/>
                </a:lnTo>
                <a:lnTo>
                  <a:pt x="696377" y="1531355"/>
                </a:lnTo>
                <a:lnTo>
                  <a:pt x="699309" y="1533981"/>
                </a:lnTo>
                <a:lnTo>
                  <a:pt x="700771" y="1535263"/>
                </a:lnTo>
                <a:lnTo>
                  <a:pt x="702209" y="1536546"/>
                </a:lnTo>
                <a:lnTo>
                  <a:pt x="703679" y="1537828"/>
                </a:lnTo>
                <a:lnTo>
                  <a:pt x="705141" y="1539078"/>
                </a:lnTo>
                <a:lnTo>
                  <a:pt x="706579" y="1540368"/>
                </a:lnTo>
                <a:lnTo>
                  <a:pt x="710972" y="1544120"/>
                </a:lnTo>
                <a:lnTo>
                  <a:pt x="712411" y="1545371"/>
                </a:lnTo>
                <a:lnTo>
                  <a:pt x="715342" y="1547818"/>
                </a:lnTo>
                <a:lnTo>
                  <a:pt x="716773" y="1549037"/>
                </a:lnTo>
                <a:lnTo>
                  <a:pt x="719704" y="1551477"/>
                </a:lnTo>
                <a:lnTo>
                  <a:pt x="721174" y="1552672"/>
                </a:lnTo>
                <a:lnTo>
                  <a:pt x="722604" y="1553861"/>
                </a:lnTo>
                <a:lnTo>
                  <a:pt x="725536" y="1556245"/>
                </a:lnTo>
                <a:lnTo>
                  <a:pt x="726974" y="1557433"/>
                </a:lnTo>
                <a:lnTo>
                  <a:pt x="731368" y="1560912"/>
                </a:lnTo>
                <a:lnTo>
                  <a:pt x="732806" y="1562077"/>
                </a:lnTo>
                <a:lnTo>
                  <a:pt x="734275" y="1563234"/>
                </a:lnTo>
                <a:lnTo>
                  <a:pt x="735737" y="1564367"/>
                </a:lnTo>
                <a:lnTo>
                  <a:pt x="737176" y="1565493"/>
                </a:lnTo>
                <a:lnTo>
                  <a:pt x="738638" y="1566658"/>
                </a:lnTo>
                <a:lnTo>
                  <a:pt x="740107" y="1567752"/>
                </a:lnTo>
                <a:lnTo>
                  <a:pt x="741569" y="1568885"/>
                </a:lnTo>
                <a:lnTo>
                  <a:pt x="743007" y="1570011"/>
                </a:lnTo>
                <a:lnTo>
                  <a:pt x="745939" y="1572216"/>
                </a:lnTo>
                <a:lnTo>
                  <a:pt x="747370" y="1573310"/>
                </a:lnTo>
                <a:lnTo>
                  <a:pt x="748839" y="1574412"/>
                </a:lnTo>
                <a:lnTo>
                  <a:pt x="750301" y="1575483"/>
                </a:lnTo>
                <a:lnTo>
                  <a:pt x="751771" y="1576578"/>
                </a:lnTo>
                <a:lnTo>
                  <a:pt x="753201" y="1577649"/>
                </a:lnTo>
                <a:lnTo>
                  <a:pt x="756133" y="1579783"/>
                </a:lnTo>
                <a:lnTo>
                  <a:pt x="757571" y="1580822"/>
                </a:lnTo>
                <a:lnTo>
                  <a:pt x="759041" y="1581893"/>
                </a:lnTo>
                <a:lnTo>
                  <a:pt x="760502" y="1582933"/>
                </a:lnTo>
                <a:lnTo>
                  <a:pt x="761941" y="1583973"/>
                </a:lnTo>
                <a:lnTo>
                  <a:pt x="764872" y="1586044"/>
                </a:lnTo>
                <a:lnTo>
                  <a:pt x="766334" y="1587053"/>
                </a:lnTo>
                <a:lnTo>
                  <a:pt x="767772" y="1588092"/>
                </a:lnTo>
                <a:lnTo>
                  <a:pt x="770704" y="1590109"/>
                </a:lnTo>
                <a:lnTo>
                  <a:pt x="772134" y="1591118"/>
                </a:lnTo>
                <a:lnTo>
                  <a:pt x="773604" y="1592095"/>
                </a:lnTo>
                <a:lnTo>
                  <a:pt x="775066" y="1593103"/>
                </a:lnTo>
                <a:lnTo>
                  <a:pt x="776536" y="1594080"/>
                </a:lnTo>
                <a:lnTo>
                  <a:pt x="777966" y="1595058"/>
                </a:lnTo>
                <a:lnTo>
                  <a:pt x="780898" y="1597012"/>
                </a:lnTo>
                <a:lnTo>
                  <a:pt x="782336" y="1597989"/>
                </a:lnTo>
                <a:lnTo>
                  <a:pt x="785267" y="1599881"/>
                </a:lnTo>
                <a:lnTo>
                  <a:pt x="786737" y="1600858"/>
                </a:lnTo>
                <a:lnTo>
                  <a:pt x="788168" y="1601773"/>
                </a:lnTo>
                <a:lnTo>
                  <a:pt x="791099" y="1603665"/>
                </a:lnTo>
                <a:lnTo>
                  <a:pt x="792538" y="1604579"/>
                </a:lnTo>
                <a:lnTo>
                  <a:pt x="793999" y="1605525"/>
                </a:lnTo>
                <a:lnTo>
                  <a:pt x="796931" y="1607362"/>
                </a:lnTo>
                <a:lnTo>
                  <a:pt x="798369" y="1608245"/>
                </a:lnTo>
                <a:lnTo>
                  <a:pt x="801301" y="1610082"/>
                </a:lnTo>
                <a:lnTo>
                  <a:pt x="802731" y="1610966"/>
                </a:lnTo>
                <a:lnTo>
                  <a:pt x="807133" y="1613624"/>
                </a:lnTo>
                <a:lnTo>
                  <a:pt x="808571" y="1614507"/>
                </a:lnTo>
                <a:lnTo>
                  <a:pt x="811495" y="1616219"/>
                </a:lnTo>
                <a:lnTo>
                  <a:pt x="812933" y="1617102"/>
                </a:lnTo>
                <a:lnTo>
                  <a:pt x="814403" y="1617923"/>
                </a:lnTo>
                <a:lnTo>
                  <a:pt x="815864" y="1618783"/>
                </a:lnTo>
                <a:lnTo>
                  <a:pt x="817303" y="1619635"/>
                </a:lnTo>
                <a:lnTo>
                  <a:pt x="818765" y="1620495"/>
                </a:lnTo>
                <a:lnTo>
                  <a:pt x="821696" y="1622137"/>
                </a:lnTo>
                <a:lnTo>
                  <a:pt x="823135" y="1622965"/>
                </a:lnTo>
                <a:lnTo>
                  <a:pt x="826066" y="1624615"/>
                </a:lnTo>
                <a:lnTo>
                  <a:pt x="827496" y="1625436"/>
                </a:lnTo>
                <a:lnTo>
                  <a:pt x="828966" y="1626233"/>
                </a:lnTo>
                <a:lnTo>
                  <a:pt x="830428" y="1627054"/>
                </a:lnTo>
                <a:lnTo>
                  <a:pt x="831898" y="1627851"/>
                </a:lnTo>
                <a:lnTo>
                  <a:pt x="833328" y="1628641"/>
                </a:lnTo>
                <a:lnTo>
                  <a:pt x="834798" y="1629438"/>
                </a:lnTo>
                <a:lnTo>
                  <a:pt x="836259" y="1630204"/>
                </a:lnTo>
                <a:lnTo>
                  <a:pt x="837698" y="1630994"/>
                </a:lnTo>
                <a:lnTo>
                  <a:pt x="839168" y="1631791"/>
                </a:lnTo>
                <a:lnTo>
                  <a:pt x="842099" y="1633315"/>
                </a:lnTo>
                <a:lnTo>
                  <a:pt x="843529" y="1634081"/>
                </a:lnTo>
                <a:lnTo>
                  <a:pt x="846461" y="1635606"/>
                </a:lnTo>
                <a:lnTo>
                  <a:pt x="847899" y="1636341"/>
                </a:lnTo>
                <a:lnTo>
                  <a:pt x="849361" y="1637107"/>
                </a:lnTo>
                <a:lnTo>
                  <a:pt x="852293" y="1638569"/>
                </a:lnTo>
                <a:lnTo>
                  <a:pt x="853731" y="1639303"/>
                </a:lnTo>
                <a:lnTo>
                  <a:pt x="856663" y="1640765"/>
                </a:lnTo>
                <a:lnTo>
                  <a:pt x="858093" y="1641469"/>
                </a:lnTo>
                <a:lnTo>
                  <a:pt x="859563" y="1642204"/>
                </a:lnTo>
                <a:lnTo>
                  <a:pt x="862494" y="1643611"/>
                </a:lnTo>
                <a:lnTo>
                  <a:pt x="863933" y="1644306"/>
                </a:lnTo>
                <a:lnTo>
                  <a:pt x="866864" y="1645714"/>
                </a:lnTo>
                <a:lnTo>
                  <a:pt x="868295" y="1646417"/>
                </a:lnTo>
                <a:lnTo>
                  <a:pt x="869764" y="1647089"/>
                </a:lnTo>
                <a:lnTo>
                  <a:pt x="871226" y="1647793"/>
                </a:lnTo>
                <a:lnTo>
                  <a:pt x="872696" y="1648465"/>
                </a:lnTo>
                <a:lnTo>
                  <a:pt x="874126" y="1649137"/>
                </a:lnTo>
                <a:lnTo>
                  <a:pt x="877058" y="1650474"/>
                </a:lnTo>
                <a:lnTo>
                  <a:pt x="878496" y="1651147"/>
                </a:lnTo>
                <a:lnTo>
                  <a:pt x="879958" y="1651788"/>
                </a:lnTo>
                <a:lnTo>
                  <a:pt x="881428" y="1652460"/>
                </a:lnTo>
                <a:lnTo>
                  <a:pt x="882858" y="1653101"/>
                </a:lnTo>
                <a:lnTo>
                  <a:pt x="887260" y="1655032"/>
                </a:lnTo>
                <a:lnTo>
                  <a:pt x="888698" y="1655673"/>
                </a:lnTo>
                <a:lnTo>
                  <a:pt x="891622" y="1656955"/>
                </a:lnTo>
                <a:lnTo>
                  <a:pt x="893060" y="1657564"/>
                </a:lnTo>
                <a:lnTo>
                  <a:pt x="894530" y="1658174"/>
                </a:lnTo>
                <a:lnTo>
                  <a:pt x="895991" y="1658815"/>
                </a:lnTo>
                <a:lnTo>
                  <a:pt x="897461" y="1659425"/>
                </a:lnTo>
                <a:lnTo>
                  <a:pt x="898892" y="1660035"/>
                </a:lnTo>
                <a:lnTo>
                  <a:pt x="900361" y="1660645"/>
                </a:lnTo>
                <a:lnTo>
                  <a:pt x="901823" y="1661223"/>
                </a:lnTo>
                <a:lnTo>
                  <a:pt x="903262" y="1661840"/>
                </a:lnTo>
                <a:lnTo>
                  <a:pt x="904723" y="1662450"/>
                </a:lnTo>
                <a:lnTo>
                  <a:pt x="907654" y="1663607"/>
                </a:lnTo>
                <a:lnTo>
                  <a:pt x="909093" y="1664186"/>
                </a:lnTo>
                <a:lnTo>
                  <a:pt x="912024" y="1665350"/>
                </a:lnTo>
                <a:lnTo>
                  <a:pt x="913455" y="1665929"/>
                </a:lnTo>
                <a:lnTo>
                  <a:pt x="914925" y="1666507"/>
                </a:lnTo>
                <a:lnTo>
                  <a:pt x="916386" y="1667062"/>
                </a:lnTo>
                <a:lnTo>
                  <a:pt x="917856" y="1667641"/>
                </a:lnTo>
                <a:lnTo>
                  <a:pt x="919294" y="1668188"/>
                </a:lnTo>
                <a:lnTo>
                  <a:pt x="922226" y="1669290"/>
                </a:lnTo>
                <a:lnTo>
                  <a:pt x="923656" y="1669838"/>
                </a:lnTo>
                <a:lnTo>
                  <a:pt x="928058" y="1671487"/>
                </a:lnTo>
                <a:lnTo>
                  <a:pt x="929488" y="1672003"/>
                </a:lnTo>
                <a:lnTo>
                  <a:pt x="930958" y="1672558"/>
                </a:lnTo>
                <a:lnTo>
                  <a:pt x="932420" y="1673074"/>
                </a:lnTo>
                <a:lnTo>
                  <a:pt x="933858" y="1673590"/>
                </a:lnTo>
                <a:lnTo>
                  <a:pt x="936790" y="1674630"/>
                </a:lnTo>
                <a:lnTo>
                  <a:pt x="938220" y="1675153"/>
                </a:lnTo>
                <a:lnTo>
                  <a:pt x="941152" y="1676193"/>
                </a:lnTo>
                <a:lnTo>
                  <a:pt x="942621" y="1676678"/>
                </a:lnTo>
                <a:lnTo>
                  <a:pt x="944060" y="1677194"/>
                </a:lnTo>
                <a:lnTo>
                  <a:pt x="945521" y="1677686"/>
                </a:lnTo>
                <a:lnTo>
                  <a:pt x="946991" y="1678202"/>
                </a:lnTo>
                <a:lnTo>
                  <a:pt x="948422" y="1678695"/>
                </a:lnTo>
                <a:lnTo>
                  <a:pt x="952823" y="1680156"/>
                </a:lnTo>
                <a:lnTo>
                  <a:pt x="954253" y="1680618"/>
                </a:lnTo>
                <a:lnTo>
                  <a:pt x="957185" y="1681595"/>
                </a:lnTo>
                <a:lnTo>
                  <a:pt x="958623" y="1682056"/>
                </a:lnTo>
                <a:lnTo>
                  <a:pt x="960085" y="1682541"/>
                </a:lnTo>
                <a:lnTo>
                  <a:pt x="963017" y="1683455"/>
                </a:lnTo>
                <a:lnTo>
                  <a:pt x="964455" y="1683916"/>
                </a:lnTo>
                <a:lnTo>
                  <a:pt x="967387" y="1684831"/>
                </a:lnTo>
                <a:lnTo>
                  <a:pt x="968825" y="1685292"/>
                </a:lnTo>
                <a:lnTo>
                  <a:pt x="970287" y="1685746"/>
                </a:lnTo>
                <a:lnTo>
                  <a:pt x="971748" y="1686176"/>
                </a:lnTo>
                <a:lnTo>
                  <a:pt x="973218" y="1686629"/>
                </a:lnTo>
                <a:lnTo>
                  <a:pt x="974657" y="1687059"/>
                </a:lnTo>
                <a:lnTo>
                  <a:pt x="976118" y="1687489"/>
                </a:lnTo>
                <a:lnTo>
                  <a:pt x="977588" y="1687942"/>
                </a:lnTo>
                <a:lnTo>
                  <a:pt x="979018" y="1688372"/>
                </a:lnTo>
                <a:lnTo>
                  <a:pt x="983419" y="1689654"/>
                </a:lnTo>
                <a:lnTo>
                  <a:pt x="984850" y="1690053"/>
                </a:lnTo>
                <a:lnTo>
                  <a:pt x="987781" y="1690905"/>
                </a:lnTo>
                <a:lnTo>
                  <a:pt x="989220" y="1691304"/>
                </a:lnTo>
                <a:lnTo>
                  <a:pt x="990682" y="1691734"/>
                </a:lnTo>
                <a:lnTo>
                  <a:pt x="993613" y="1692523"/>
                </a:lnTo>
                <a:lnTo>
                  <a:pt x="995052" y="1692922"/>
                </a:lnTo>
                <a:lnTo>
                  <a:pt x="997983" y="1693719"/>
                </a:lnTo>
                <a:lnTo>
                  <a:pt x="999421" y="1694118"/>
                </a:lnTo>
                <a:lnTo>
                  <a:pt x="1002353" y="1694908"/>
                </a:lnTo>
                <a:lnTo>
                  <a:pt x="1003783" y="1695275"/>
                </a:lnTo>
                <a:lnTo>
                  <a:pt x="1005253" y="1695674"/>
                </a:lnTo>
                <a:lnTo>
                  <a:pt x="1006715" y="1696041"/>
                </a:lnTo>
                <a:lnTo>
                  <a:pt x="1008185" y="1696432"/>
                </a:lnTo>
                <a:lnTo>
                  <a:pt x="1009615" y="1696799"/>
                </a:lnTo>
                <a:lnTo>
                  <a:pt x="1012547" y="1697534"/>
                </a:lnTo>
                <a:lnTo>
                  <a:pt x="1013985" y="1697933"/>
                </a:lnTo>
                <a:lnTo>
                  <a:pt x="1015447" y="1698300"/>
                </a:lnTo>
                <a:lnTo>
                  <a:pt x="1016917" y="1698636"/>
                </a:lnTo>
                <a:lnTo>
                  <a:pt x="1018378" y="1698996"/>
                </a:lnTo>
                <a:lnTo>
                  <a:pt x="1019817" y="1699363"/>
                </a:lnTo>
                <a:lnTo>
                  <a:pt x="1021279" y="1699731"/>
                </a:lnTo>
                <a:lnTo>
                  <a:pt x="1022748" y="1700067"/>
                </a:lnTo>
                <a:lnTo>
                  <a:pt x="1024187" y="1700434"/>
                </a:lnTo>
                <a:lnTo>
                  <a:pt x="1025648" y="1700771"/>
                </a:lnTo>
                <a:lnTo>
                  <a:pt x="1027118" y="1701138"/>
                </a:lnTo>
                <a:lnTo>
                  <a:pt x="1028580" y="1701474"/>
                </a:lnTo>
                <a:lnTo>
                  <a:pt x="1030018" y="1701810"/>
                </a:lnTo>
                <a:lnTo>
                  <a:pt x="1032950" y="1702482"/>
                </a:lnTo>
                <a:lnTo>
                  <a:pt x="1034380" y="1702819"/>
                </a:lnTo>
                <a:lnTo>
                  <a:pt x="1038782" y="1703827"/>
                </a:lnTo>
                <a:lnTo>
                  <a:pt x="1040212" y="1704132"/>
                </a:lnTo>
                <a:lnTo>
                  <a:pt x="1041682" y="1704468"/>
                </a:lnTo>
                <a:lnTo>
                  <a:pt x="1043143" y="1704773"/>
                </a:lnTo>
                <a:lnTo>
                  <a:pt x="1044582" y="1705109"/>
                </a:lnTo>
                <a:lnTo>
                  <a:pt x="1046043" y="1705414"/>
                </a:lnTo>
                <a:lnTo>
                  <a:pt x="1047513" y="1705750"/>
                </a:lnTo>
                <a:lnTo>
                  <a:pt x="1048975" y="1706055"/>
                </a:lnTo>
                <a:lnTo>
                  <a:pt x="1050414" y="1706360"/>
                </a:lnTo>
                <a:lnTo>
                  <a:pt x="1053345" y="1706970"/>
                </a:lnTo>
                <a:lnTo>
                  <a:pt x="1054784" y="1707274"/>
                </a:lnTo>
                <a:lnTo>
                  <a:pt x="1059176" y="1708189"/>
                </a:lnTo>
                <a:lnTo>
                  <a:pt x="1060615" y="1708463"/>
                </a:lnTo>
                <a:lnTo>
                  <a:pt x="1063546" y="1709080"/>
                </a:lnTo>
                <a:lnTo>
                  <a:pt x="1064977" y="1709354"/>
                </a:lnTo>
                <a:lnTo>
                  <a:pt x="1066447" y="1709659"/>
                </a:lnTo>
                <a:lnTo>
                  <a:pt x="1067908" y="1709932"/>
                </a:lnTo>
                <a:lnTo>
                  <a:pt x="1069347" y="1710206"/>
                </a:lnTo>
                <a:lnTo>
                  <a:pt x="1070809" y="1710480"/>
                </a:lnTo>
                <a:lnTo>
                  <a:pt x="1072278" y="1710784"/>
                </a:lnTo>
                <a:lnTo>
                  <a:pt x="1073740" y="1711058"/>
                </a:lnTo>
                <a:lnTo>
                  <a:pt x="1075179" y="1711339"/>
                </a:lnTo>
                <a:lnTo>
                  <a:pt x="1078110" y="1711887"/>
                </a:lnTo>
                <a:lnTo>
                  <a:pt x="1079548" y="1712129"/>
                </a:lnTo>
                <a:lnTo>
                  <a:pt x="1083942" y="1712958"/>
                </a:lnTo>
                <a:lnTo>
                  <a:pt x="1085380" y="1713200"/>
                </a:lnTo>
                <a:lnTo>
                  <a:pt x="1086842" y="1713474"/>
                </a:lnTo>
                <a:lnTo>
                  <a:pt x="1088312" y="1713716"/>
                </a:lnTo>
                <a:lnTo>
                  <a:pt x="1089742" y="1713990"/>
                </a:lnTo>
                <a:lnTo>
                  <a:pt x="1092674" y="1714482"/>
                </a:lnTo>
                <a:lnTo>
                  <a:pt x="1094143" y="1714756"/>
                </a:lnTo>
                <a:lnTo>
                  <a:pt x="1095574" y="1714998"/>
                </a:lnTo>
                <a:lnTo>
                  <a:pt x="1098505" y="1715490"/>
                </a:lnTo>
                <a:lnTo>
                  <a:pt x="1099944" y="1715733"/>
                </a:lnTo>
                <a:lnTo>
                  <a:pt x="1104337" y="1716468"/>
                </a:lnTo>
                <a:lnTo>
                  <a:pt x="1105775" y="1716679"/>
                </a:lnTo>
                <a:lnTo>
                  <a:pt x="1108707" y="1717171"/>
                </a:lnTo>
                <a:lnTo>
                  <a:pt x="1110145" y="1717382"/>
                </a:lnTo>
                <a:lnTo>
                  <a:pt x="1111607" y="1717625"/>
                </a:lnTo>
                <a:lnTo>
                  <a:pt x="1113077" y="1717843"/>
                </a:lnTo>
                <a:lnTo>
                  <a:pt x="1114539" y="1718086"/>
                </a:lnTo>
                <a:lnTo>
                  <a:pt x="1115977" y="1718297"/>
                </a:lnTo>
                <a:lnTo>
                  <a:pt x="1117439" y="1718539"/>
                </a:lnTo>
                <a:lnTo>
                  <a:pt x="1118909" y="1718758"/>
                </a:lnTo>
                <a:lnTo>
                  <a:pt x="1120339" y="1718969"/>
                </a:lnTo>
                <a:lnTo>
                  <a:pt x="1121809" y="1719188"/>
                </a:lnTo>
                <a:lnTo>
                  <a:pt x="1123270" y="1719430"/>
                </a:lnTo>
                <a:lnTo>
                  <a:pt x="1124709" y="1719641"/>
                </a:lnTo>
                <a:lnTo>
                  <a:pt x="1129102" y="1720282"/>
                </a:lnTo>
                <a:lnTo>
                  <a:pt x="1130540" y="1720470"/>
                </a:lnTo>
                <a:lnTo>
                  <a:pt x="1133472" y="1720892"/>
                </a:lnTo>
                <a:lnTo>
                  <a:pt x="1134910" y="1721111"/>
                </a:lnTo>
                <a:lnTo>
                  <a:pt x="1136372" y="1721291"/>
                </a:lnTo>
                <a:lnTo>
                  <a:pt x="1139303" y="1721721"/>
                </a:lnTo>
                <a:lnTo>
                  <a:pt x="1140742" y="1721901"/>
                </a:lnTo>
                <a:lnTo>
                  <a:pt x="1142204" y="1722119"/>
                </a:lnTo>
                <a:lnTo>
                  <a:pt x="1143673" y="1722299"/>
                </a:lnTo>
                <a:lnTo>
                  <a:pt x="1145104" y="1722510"/>
                </a:lnTo>
                <a:lnTo>
                  <a:pt x="1149505" y="1723065"/>
                </a:lnTo>
                <a:lnTo>
                  <a:pt x="1150936" y="1723276"/>
                </a:lnTo>
                <a:lnTo>
                  <a:pt x="1153867" y="1723644"/>
                </a:lnTo>
                <a:lnTo>
                  <a:pt x="1155306" y="1723824"/>
                </a:lnTo>
                <a:lnTo>
                  <a:pt x="1159699" y="1724379"/>
                </a:lnTo>
                <a:lnTo>
                  <a:pt x="1161137" y="1724558"/>
                </a:lnTo>
                <a:lnTo>
                  <a:pt x="1162607" y="1724738"/>
                </a:lnTo>
                <a:lnTo>
                  <a:pt x="1164069" y="1724895"/>
                </a:lnTo>
                <a:lnTo>
                  <a:pt x="1165507" y="1725074"/>
                </a:lnTo>
                <a:lnTo>
                  <a:pt x="1166969" y="1725262"/>
                </a:lnTo>
                <a:lnTo>
                  <a:pt x="1168439" y="1725411"/>
                </a:lnTo>
                <a:lnTo>
                  <a:pt x="1169900" y="1725598"/>
                </a:lnTo>
                <a:lnTo>
                  <a:pt x="1171339" y="1725778"/>
                </a:lnTo>
                <a:lnTo>
                  <a:pt x="1172801" y="1725934"/>
                </a:lnTo>
                <a:lnTo>
                  <a:pt x="1174270" y="1726114"/>
                </a:lnTo>
                <a:lnTo>
                  <a:pt x="1175701" y="1726270"/>
                </a:lnTo>
                <a:lnTo>
                  <a:pt x="1177171" y="1726450"/>
                </a:lnTo>
                <a:lnTo>
                  <a:pt x="1180102" y="1726755"/>
                </a:lnTo>
                <a:lnTo>
                  <a:pt x="1181533" y="1726943"/>
                </a:lnTo>
                <a:lnTo>
                  <a:pt x="1184464" y="1727248"/>
                </a:lnTo>
                <a:lnTo>
                  <a:pt x="1185902" y="1727396"/>
                </a:lnTo>
                <a:lnTo>
                  <a:pt x="1187372" y="1727552"/>
                </a:lnTo>
                <a:lnTo>
                  <a:pt x="1188834" y="1727732"/>
                </a:lnTo>
                <a:lnTo>
                  <a:pt x="1190272" y="1727889"/>
                </a:lnTo>
                <a:lnTo>
                  <a:pt x="1193204" y="1728193"/>
                </a:lnTo>
                <a:lnTo>
                  <a:pt x="1194665" y="1728311"/>
                </a:lnTo>
                <a:lnTo>
                  <a:pt x="1196104" y="1728467"/>
                </a:lnTo>
                <a:lnTo>
                  <a:pt x="1199035" y="1728772"/>
                </a:lnTo>
                <a:lnTo>
                  <a:pt x="1200466" y="1728928"/>
                </a:lnTo>
                <a:lnTo>
                  <a:pt x="1201935" y="1729077"/>
                </a:lnTo>
                <a:lnTo>
                  <a:pt x="1203397" y="1729202"/>
                </a:lnTo>
                <a:lnTo>
                  <a:pt x="1204867" y="1729350"/>
                </a:lnTo>
                <a:lnTo>
                  <a:pt x="1206297" y="1729507"/>
                </a:lnTo>
                <a:lnTo>
                  <a:pt x="1207767" y="1729624"/>
                </a:lnTo>
                <a:lnTo>
                  <a:pt x="1209229" y="1729780"/>
                </a:lnTo>
                <a:lnTo>
                  <a:pt x="1210667" y="1729905"/>
                </a:lnTo>
                <a:lnTo>
                  <a:pt x="1212129" y="1730054"/>
                </a:lnTo>
                <a:lnTo>
                  <a:pt x="1213599" y="1730179"/>
                </a:lnTo>
                <a:lnTo>
                  <a:pt x="1215068" y="1730328"/>
                </a:lnTo>
                <a:lnTo>
                  <a:pt x="1216499" y="1730453"/>
                </a:lnTo>
                <a:lnTo>
                  <a:pt x="1217969" y="1730601"/>
                </a:lnTo>
                <a:lnTo>
                  <a:pt x="1219430" y="1730726"/>
                </a:lnTo>
                <a:lnTo>
                  <a:pt x="1220869" y="1730851"/>
                </a:lnTo>
                <a:lnTo>
                  <a:pt x="1222331" y="1730969"/>
                </a:lnTo>
                <a:lnTo>
                  <a:pt x="1223800" y="1731125"/>
                </a:lnTo>
                <a:lnTo>
                  <a:pt x="1225262" y="1731250"/>
                </a:lnTo>
                <a:lnTo>
                  <a:pt x="1226701" y="1731367"/>
                </a:lnTo>
                <a:lnTo>
                  <a:pt x="1229632" y="1731610"/>
                </a:lnTo>
                <a:lnTo>
                  <a:pt x="1231063" y="1731735"/>
                </a:lnTo>
                <a:lnTo>
                  <a:pt x="1235464" y="1732102"/>
                </a:lnTo>
                <a:lnTo>
                  <a:pt x="1236894" y="1732219"/>
                </a:lnTo>
                <a:lnTo>
                  <a:pt x="1239826" y="1732469"/>
                </a:lnTo>
                <a:lnTo>
                  <a:pt x="1241264" y="1732587"/>
                </a:lnTo>
                <a:lnTo>
                  <a:pt x="1244196" y="1732837"/>
                </a:lnTo>
                <a:lnTo>
                  <a:pt x="1245665" y="1732923"/>
                </a:lnTo>
                <a:lnTo>
                  <a:pt x="1247096" y="1733048"/>
                </a:lnTo>
                <a:lnTo>
                  <a:pt x="1248566" y="1733173"/>
                </a:lnTo>
                <a:lnTo>
                  <a:pt x="1250027" y="1733259"/>
                </a:lnTo>
                <a:lnTo>
                  <a:pt x="1251466" y="1733384"/>
                </a:lnTo>
                <a:lnTo>
                  <a:pt x="1252928" y="1733509"/>
                </a:lnTo>
                <a:lnTo>
                  <a:pt x="1254397" y="1733595"/>
                </a:lnTo>
                <a:lnTo>
                  <a:pt x="1255828" y="1733720"/>
                </a:lnTo>
                <a:lnTo>
                  <a:pt x="1257298" y="1733814"/>
                </a:lnTo>
                <a:lnTo>
                  <a:pt x="1258759" y="1733931"/>
                </a:lnTo>
                <a:lnTo>
                  <a:pt x="1260229" y="1734025"/>
                </a:lnTo>
                <a:lnTo>
                  <a:pt x="1261659" y="1734150"/>
                </a:lnTo>
                <a:lnTo>
                  <a:pt x="1263129" y="1734236"/>
                </a:lnTo>
                <a:lnTo>
                  <a:pt x="1264591" y="1734361"/>
                </a:lnTo>
                <a:lnTo>
                  <a:pt x="1266029" y="1734455"/>
                </a:lnTo>
                <a:lnTo>
                  <a:pt x="1267499" y="1734541"/>
                </a:lnTo>
                <a:lnTo>
                  <a:pt x="1268960" y="1734666"/>
                </a:lnTo>
                <a:lnTo>
                  <a:pt x="1270431" y="1734760"/>
                </a:lnTo>
                <a:lnTo>
                  <a:pt x="1271861" y="1734846"/>
                </a:lnTo>
                <a:lnTo>
                  <a:pt x="1274792" y="1735034"/>
                </a:lnTo>
                <a:lnTo>
                  <a:pt x="1276231" y="1735159"/>
                </a:lnTo>
                <a:lnTo>
                  <a:pt x="1280624" y="1735432"/>
                </a:lnTo>
                <a:lnTo>
                  <a:pt x="1282062" y="1735518"/>
                </a:lnTo>
                <a:lnTo>
                  <a:pt x="1284994" y="1735706"/>
                </a:lnTo>
                <a:lnTo>
                  <a:pt x="1286424" y="1735800"/>
                </a:lnTo>
                <a:lnTo>
                  <a:pt x="1290826" y="1736073"/>
                </a:lnTo>
                <a:lnTo>
                  <a:pt x="1292256" y="1736159"/>
                </a:lnTo>
                <a:lnTo>
                  <a:pt x="1295195" y="1736347"/>
                </a:lnTo>
                <a:lnTo>
                  <a:pt x="1296626" y="1736409"/>
                </a:lnTo>
                <a:lnTo>
                  <a:pt x="1301027" y="1736683"/>
                </a:lnTo>
                <a:lnTo>
                  <a:pt x="1302458" y="1736777"/>
                </a:lnTo>
                <a:lnTo>
                  <a:pt x="1303927" y="1736832"/>
                </a:lnTo>
                <a:lnTo>
                  <a:pt x="1305389" y="1736925"/>
                </a:lnTo>
                <a:lnTo>
                  <a:pt x="1306828" y="1737019"/>
                </a:lnTo>
                <a:lnTo>
                  <a:pt x="1308289" y="1737082"/>
                </a:lnTo>
                <a:lnTo>
                  <a:pt x="1309759" y="1737168"/>
                </a:lnTo>
                <a:lnTo>
                  <a:pt x="1311190" y="1737261"/>
                </a:lnTo>
                <a:lnTo>
                  <a:pt x="1312659" y="1737324"/>
                </a:lnTo>
                <a:lnTo>
                  <a:pt x="1314121" y="1737418"/>
                </a:lnTo>
                <a:lnTo>
                  <a:pt x="1315591" y="1737473"/>
                </a:lnTo>
                <a:lnTo>
                  <a:pt x="1317021" y="1737566"/>
                </a:lnTo>
                <a:lnTo>
                  <a:pt x="1318491" y="1737629"/>
                </a:lnTo>
                <a:lnTo>
                  <a:pt x="1319953" y="1737723"/>
                </a:lnTo>
                <a:lnTo>
                  <a:pt x="1321391" y="1737778"/>
                </a:lnTo>
                <a:lnTo>
                  <a:pt x="1322861" y="1737871"/>
                </a:lnTo>
                <a:lnTo>
                  <a:pt x="1325792" y="1737996"/>
                </a:lnTo>
                <a:lnTo>
                  <a:pt x="1327223" y="1738082"/>
                </a:lnTo>
                <a:lnTo>
                  <a:pt x="1328693" y="1738145"/>
                </a:lnTo>
                <a:lnTo>
                  <a:pt x="1330154" y="1738239"/>
                </a:lnTo>
                <a:lnTo>
                  <a:pt x="1331593" y="1738301"/>
                </a:lnTo>
                <a:lnTo>
                  <a:pt x="1334524" y="1738419"/>
                </a:lnTo>
                <a:lnTo>
                  <a:pt x="1335986" y="1738512"/>
                </a:lnTo>
                <a:lnTo>
                  <a:pt x="1337425" y="1738575"/>
                </a:lnTo>
                <a:lnTo>
                  <a:pt x="1340356" y="1738700"/>
                </a:lnTo>
                <a:lnTo>
                  <a:pt x="1341786" y="1738786"/>
                </a:lnTo>
                <a:lnTo>
                  <a:pt x="1346187" y="1738973"/>
                </a:lnTo>
                <a:lnTo>
                  <a:pt x="1347626" y="1739036"/>
                </a:lnTo>
                <a:lnTo>
                  <a:pt x="1350557" y="1739153"/>
                </a:lnTo>
                <a:lnTo>
                  <a:pt x="1351988" y="1739216"/>
                </a:lnTo>
                <a:lnTo>
                  <a:pt x="1356389" y="1739396"/>
                </a:lnTo>
                <a:lnTo>
                  <a:pt x="1357819" y="1739458"/>
                </a:lnTo>
                <a:lnTo>
                  <a:pt x="1360751" y="1739583"/>
                </a:lnTo>
                <a:lnTo>
                  <a:pt x="1362189" y="1739646"/>
                </a:lnTo>
                <a:lnTo>
                  <a:pt x="1366583" y="1739826"/>
                </a:lnTo>
                <a:lnTo>
                  <a:pt x="1368021" y="1739888"/>
                </a:lnTo>
                <a:lnTo>
                  <a:pt x="1370953" y="1740013"/>
                </a:lnTo>
                <a:lnTo>
                  <a:pt x="1372383" y="1740037"/>
                </a:lnTo>
                <a:lnTo>
                  <a:pt x="1375322" y="1740162"/>
                </a:lnTo>
                <a:lnTo>
                  <a:pt x="1376753" y="1740224"/>
                </a:lnTo>
                <a:lnTo>
                  <a:pt x="1378223" y="1740287"/>
                </a:lnTo>
                <a:lnTo>
                  <a:pt x="1379684" y="1740318"/>
                </a:lnTo>
                <a:lnTo>
                  <a:pt x="1381154" y="1740373"/>
                </a:lnTo>
                <a:lnTo>
                  <a:pt x="1382585" y="1740435"/>
                </a:lnTo>
                <a:lnTo>
                  <a:pt x="1384054" y="1740467"/>
                </a:lnTo>
                <a:lnTo>
                  <a:pt x="1385516" y="1740529"/>
                </a:lnTo>
                <a:lnTo>
                  <a:pt x="1386955" y="1740592"/>
                </a:lnTo>
                <a:lnTo>
                  <a:pt x="1388416" y="1740623"/>
                </a:lnTo>
                <a:lnTo>
                  <a:pt x="1391348" y="1740740"/>
                </a:lnTo>
                <a:lnTo>
                  <a:pt x="1392786" y="1740771"/>
                </a:lnTo>
                <a:lnTo>
                  <a:pt x="1395718" y="1740896"/>
                </a:lnTo>
                <a:lnTo>
                  <a:pt x="1397148" y="1740928"/>
                </a:lnTo>
                <a:lnTo>
                  <a:pt x="1398618" y="1740990"/>
                </a:lnTo>
                <a:lnTo>
                  <a:pt x="1400080" y="1741021"/>
                </a:lnTo>
                <a:lnTo>
                  <a:pt x="1401550" y="1741076"/>
                </a:lnTo>
                <a:lnTo>
                  <a:pt x="1402988" y="1741108"/>
                </a:lnTo>
                <a:lnTo>
                  <a:pt x="1404450" y="1741170"/>
                </a:lnTo>
                <a:lnTo>
                  <a:pt x="1405919" y="1741201"/>
                </a:lnTo>
                <a:lnTo>
                  <a:pt x="1407350" y="1741264"/>
                </a:lnTo>
                <a:lnTo>
                  <a:pt x="1408820" y="1741295"/>
                </a:lnTo>
                <a:lnTo>
                  <a:pt x="1410281" y="1741350"/>
                </a:lnTo>
                <a:lnTo>
                  <a:pt x="1411751" y="1741381"/>
                </a:lnTo>
                <a:lnTo>
                  <a:pt x="1413181" y="1741444"/>
                </a:lnTo>
                <a:lnTo>
                  <a:pt x="1416113" y="1741506"/>
                </a:lnTo>
                <a:lnTo>
                  <a:pt x="1417551" y="1741569"/>
                </a:lnTo>
                <a:lnTo>
                  <a:pt x="1419013" y="1741600"/>
                </a:lnTo>
                <a:lnTo>
                  <a:pt x="1420483" y="1741663"/>
                </a:lnTo>
                <a:lnTo>
                  <a:pt x="1421944" y="1741686"/>
                </a:lnTo>
                <a:lnTo>
                  <a:pt x="1423383" y="1741717"/>
                </a:lnTo>
                <a:lnTo>
                  <a:pt x="1424845" y="1741780"/>
                </a:lnTo>
                <a:lnTo>
                  <a:pt x="1426314" y="1741811"/>
                </a:lnTo>
                <a:lnTo>
                  <a:pt x="1427753" y="1741842"/>
                </a:lnTo>
                <a:lnTo>
                  <a:pt x="1429214" y="1741874"/>
                </a:lnTo>
                <a:lnTo>
                  <a:pt x="1430684" y="1741936"/>
                </a:lnTo>
                <a:lnTo>
                  <a:pt x="1432146" y="1741967"/>
                </a:lnTo>
                <a:lnTo>
                  <a:pt x="1433584" y="1741991"/>
                </a:lnTo>
                <a:lnTo>
                  <a:pt x="1435046" y="1742054"/>
                </a:lnTo>
                <a:lnTo>
                  <a:pt x="1436516" y="1742085"/>
                </a:lnTo>
                <a:lnTo>
                  <a:pt x="1437946" y="1742116"/>
                </a:lnTo>
                <a:lnTo>
                  <a:pt x="1440878" y="1742179"/>
                </a:lnTo>
                <a:lnTo>
                  <a:pt x="1442316" y="1742241"/>
                </a:lnTo>
                <a:lnTo>
                  <a:pt x="1446710" y="1742327"/>
                </a:lnTo>
                <a:lnTo>
                  <a:pt x="1448148" y="1742358"/>
                </a:lnTo>
                <a:lnTo>
                  <a:pt x="1449610" y="1742390"/>
                </a:lnTo>
                <a:lnTo>
                  <a:pt x="1451080" y="1742452"/>
                </a:lnTo>
                <a:lnTo>
                  <a:pt x="1452510" y="1742483"/>
                </a:lnTo>
                <a:lnTo>
                  <a:pt x="1456911" y="1742577"/>
                </a:lnTo>
                <a:lnTo>
                  <a:pt x="1458350" y="1742608"/>
                </a:lnTo>
                <a:lnTo>
                  <a:pt x="1461281" y="1742663"/>
                </a:lnTo>
                <a:lnTo>
                  <a:pt x="1462712" y="1742695"/>
                </a:lnTo>
                <a:lnTo>
                  <a:pt x="1467113" y="1742788"/>
                </a:lnTo>
                <a:lnTo>
                  <a:pt x="1468543" y="1742820"/>
                </a:lnTo>
                <a:lnTo>
                  <a:pt x="1471475" y="1742882"/>
                </a:lnTo>
                <a:lnTo>
                  <a:pt x="1472913" y="1742913"/>
                </a:lnTo>
                <a:lnTo>
                  <a:pt x="1477306" y="1742999"/>
                </a:lnTo>
                <a:lnTo>
                  <a:pt x="1478745" y="1743031"/>
                </a:lnTo>
                <a:lnTo>
                  <a:pt x="1481677" y="1743093"/>
                </a:lnTo>
                <a:lnTo>
                  <a:pt x="1483115" y="1743124"/>
                </a:lnTo>
                <a:lnTo>
                  <a:pt x="1487508" y="1743218"/>
                </a:lnTo>
                <a:lnTo>
                  <a:pt x="1488946" y="1743249"/>
                </a:lnTo>
                <a:lnTo>
                  <a:pt x="1490408" y="1743281"/>
                </a:lnTo>
                <a:lnTo>
                  <a:pt x="1491878" y="1743281"/>
                </a:lnTo>
                <a:lnTo>
                  <a:pt x="1493308" y="1743304"/>
                </a:lnTo>
                <a:lnTo>
                  <a:pt x="1496240" y="1743367"/>
                </a:lnTo>
                <a:lnTo>
                  <a:pt x="1497678" y="1743398"/>
                </a:lnTo>
                <a:lnTo>
                  <a:pt x="1500610" y="1743461"/>
                </a:lnTo>
                <a:lnTo>
                  <a:pt x="1502071" y="1743461"/>
                </a:lnTo>
                <a:lnTo>
                  <a:pt x="1503510" y="1743492"/>
                </a:lnTo>
                <a:lnTo>
                  <a:pt x="1506441" y="1743554"/>
                </a:lnTo>
                <a:lnTo>
                  <a:pt x="1507880" y="1743586"/>
                </a:lnTo>
                <a:lnTo>
                  <a:pt x="1509341" y="1743586"/>
                </a:lnTo>
                <a:lnTo>
                  <a:pt x="1512273" y="1743640"/>
                </a:lnTo>
                <a:lnTo>
                  <a:pt x="1513711" y="1743672"/>
                </a:lnTo>
                <a:lnTo>
                  <a:pt x="1515173" y="1743672"/>
                </a:lnTo>
                <a:lnTo>
                  <a:pt x="1516643" y="1743703"/>
                </a:lnTo>
                <a:lnTo>
                  <a:pt x="1518073" y="1743734"/>
                </a:lnTo>
                <a:lnTo>
                  <a:pt x="1519543" y="1743765"/>
                </a:lnTo>
                <a:lnTo>
                  <a:pt x="1521005" y="1743765"/>
                </a:lnTo>
                <a:lnTo>
                  <a:pt x="1522475" y="1743797"/>
                </a:lnTo>
                <a:lnTo>
                  <a:pt x="1523905" y="1743828"/>
                </a:lnTo>
                <a:lnTo>
                  <a:pt x="1525375" y="1743859"/>
                </a:lnTo>
                <a:lnTo>
                  <a:pt x="1526837" y="1743859"/>
                </a:lnTo>
                <a:lnTo>
                  <a:pt x="1528275" y="1743890"/>
                </a:lnTo>
                <a:lnTo>
                  <a:pt x="1529737" y="1743922"/>
                </a:lnTo>
                <a:lnTo>
                  <a:pt x="1531207" y="1743922"/>
                </a:lnTo>
                <a:lnTo>
                  <a:pt x="1532668" y="1743945"/>
                </a:lnTo>
                <a:lnTo>
                  <a:pt x="1534107" y="1743977"/>
                </a:lnTo>
                <a:lnTo>
                  <a:pt x="1535576" y="1743977"/>
                </a:lnTo>
                <a:lnTo>
                  <a:pt x="1537038" y="1744008"/>
                </a:lnTo>
                <a:lnTo>
                  <a:pt x="1538477" y="1744039"/>
                </a:lnTo>
                <a:lnTo>
                  <a:pt x="1539938" y="1744039"/>
                </a:lnTo>
                <a:lnTo>
                  <a:pt x="1542870" y="1744102"/>
                </a:lnTo>
                <a:lnTo>
                  <a:pt x="1544308" y="1744102"/>
                </a:lnTo>
                <a:lnTo>
                  <a:pt x="1545770" y="1744133"/>
                </a:lnTo>
                <a:lnTo>
                  <a:pt x="1547240" y="1744133"/>
                </a:lnTo>
                <a:lnTo>
                  <a:pt x="1548670" y="1744164"/>
                </a:lnTo>
                <a:lnTo>
                  <a:pt x="1550140" y="1744195"/>
                </a:lnTo>
                <a:lnTo>
                  <a:pt x="1551601" y="1744195"/>
                </a:lnTo>
                <a:lnTo>
                  <a:pt x="1553072" y="1744227"/>
                </a:lnTo>
                <a:lnTo>
                  <a:pt x="1554502" y="1744227"/>
                </a:lnTo>
                <a:lnTo>
                  <a:pt x="1557433" y="1744281"/>
                </a:lnTo>
                <a:lnTo>
                  <a:pt x="1558872" y="1744281"/>
                </a:lnTo>
                <a:lnTo>
                  <a:pt x="1560333" y="1744313"/>
                </a:lnTo>
                <a:lnTo>
                  <a:pt x="1561803" y="1744313"/>
                </a:lnTo>
                <a:lnTo>
                  <a:pt x="1563242" y="1744344"/>
                </a:lnTo>
                <a:lnTo>
                  <a:pt x="1564703" y="1744344"/>
                </a:lnTo>
                <a:lnTo>
                  <a:pt x="1566173" y="1744375"/>
                </a:lnTo>
                <a:lnTo>
                  <a:pt x="1567635" y="1744375"/>
                </a:lnTo>
                <a:lnTo>
                  <a:pt x="1569073" y="1744406"/>
                </a:lnTo>
                <a:lnTo>
                  <a:pt x="1570535" y="1744406"/>
                </a:lnTo>
                <a:lnTo>
                  <a:pt x="1572005" y="1744438"/>
                </a:lnTo>
                <a:lnTo>
                  <a:pt x="1573435" y="1744438"/>
                </a:lnTo>
                <a:lnTo>
                  <a:pt x="1574905" y="1744469"/>
                </a:lnTo>
                <a:lnTo>
                  <a:pt x="1576367" y="1744469"/>
                </a:lnTo>
                <a:lnTo>
                  <a:pt x="1577836" y="1744500"/>
                </a:lnTo>
                <a:lnTo>
                  <a:pt x="1579267" y="1744500"/>
                </a:lnTo>
                <a:lnTo>
                  <a:pt x="1580737" y="1744531"/>
                </a:lnTo>
                <a:lnTo>
                  <a:pt x="1582198" y="1744531"/>
                </a:lnTo>
                <a:lnTo>
                  <a:pt x="1583637" y="1744563"/>
                </a:lnTo>
                <a:lnTo>
                  <a:pt x="1585099" y="1744563"/>
                </a:lnTo>
                <a:lnTo>
                  <a:pt x="1586568" y="1744594"/>
                </a:lnTo>
                <a:lnTo>
                  <a:pt x="1588030" y="1744594"/>
                </a:lnTo>
                <a:lnTo>
                  <a:pt x="1589468" y="1744618"/>
                </a:lnTo>
                <a:lnTo>
                  <a:pt x="1590938" y="1744618"/>
                </a:lnTo>
                <a:lnTo>
                  <a:pt x="1592400" y="1744649"/>
                </a:lnTo>
                <a:lnTo>
                  <a:pt x="1593838" y="1744649"/>
                </a:lnTo>
                <a:lnTo>
                  <a:pt x="1595300" y="1744680"/>
                </a:lnTo>
                <a:lnTo>
                  <a:pt x="1596770" y="1744680"/>
                </a:lnTo>
                <a:lnTo>
                  <a:pt x="1598232" y="1744711"/>
                </a:lnTo>
                <a:lnTo>
                  <a:pt x="1601132" y="1744711"/>
                </a:lnTo>
                <a:lnTo>
                  <a:pt x="1602602" y="1744743"/>
                </a:lnTo>
                <a:lnTo>
                  <a:pt x="1604032" y="1744743"/>
                </a:lnTo>
                <a:lnTo>
                  <a:pt x="1605502" y="1744774"/>
                </a:lnTo>
                <a:lnTo>
                  <a:pt x="1608433" y="1744774"/>
                </a:lnTo>
                <a:lnTo>
                  <a:pt x="1609864" y="1744805"/>
                </a:lnTo>
                <a:lnTo>
                  <a:pt x="1611334" y="1744805"/>
                </a:lnTo>
                <a:lnTo>
                  <a:pt x="1612795" y="1744836"/>
                </a:lnTo>
                <a:lnTo>
                  <a:pt x="1615703" y="1744836"/>
                </a:lnTo>
                <a:lnTo>
                  <a:pt x="1617165" y="1744868"/>
                </a:lnTo>
                <a:lnTo>
                  <a:pt x="1618604" y="1744868"/>
                </a:lnTo>
                <a:lnTo>
                  <a:pt x="1620065" y="1744899"/>
                </a:lnTo>
                <a:lnTo>
                  <a:pt x="1622997" y="1744899"/>
                </a:lnTo>
                <a:lnTo>
                  <a:pt x="1624435" y="1744930"/>
                </a:lnTo>
                <a:lnTo>
                  <a:pt x="1627367" y="1744930"/>
                </a:lnTo>
                <a:lnTo>
                  <a:pt x="1628797" y="1744954"/>
                </a:lnTo>
                <a:lnTo>
                  <a:pt x="1631728" y="1744954"/>
                </a:lnTo>
                <a:lnTo>
                  <a:pt x="1633198" y="1744985"/>
                </a:lnTo>
                <a:lnTo>
                  <a:pt x="1634629" y="1744985"/>
                </a:lnTo>
              </a:path>
            </a:pathLst>
          </a:custGeom>
          <a:noFill/>
          <a:ln w="8331" cap="flat">
            <a:solidFill>
              <a:srgbClr val="000000"/>
            </a:solidFill>
            <a:prstDash val="solid"/>
            <a:round/>
          </a:ln>
        </p:spPr>
        <p:txBody>
          <a:bodyPr rtlCol="0" anchor="ctr"/>
          <a:lstStyle/>
          <a:p>
            <a:endParaRPr lang="en-GB" noProof="0"/>
          </a:p>
        </p:txBody>
      </p:sp>
      <p:sp>
        <p:nvSpPr>
          <p:cNvPr id="73" name="Freeform: Shape 72">
            <a:extLst>
              <a:ext uri="{FF2B5EF4-FFF2-40B4-BE49-F238E27FC236}">
                <a16:creationId xmlns:a16="http://schemas.microsoft.com/office/drawing/2014/main" id="{86F1FB2A-F90E-C9D3-C382-B3216436C8FF}"/>
              </a:ext>
            </a:extLst>
          </p:cNvPr>
          <p:cNvSpPr/>
          <p:nvPr/>
        </p:nvSpPr>
        <p:spPr>
          <a:xfrm>
            <a:off x="5800717" y="4368036"/>
            <a:ext cx="1860047" cy="1426544"/>
          </a:xfrm>
          <a:custGeom>
            <a:avLst/>
            <a:gdLst>
              <a:gd name="connsiteX0" fmla="*/ 0 w 1634631"/>
              <a:gd name="connsiteY0" fmla="*/ 1744985 h 1744984"/>
              <a:gd name="connsiteX1" fmla="*/ 1435 w 1634631"/>
              <a:gd name="connsiteY1" fmla="*/ 1744985 h 1744984"/>
              <a:gd name="connsiteX2" fmla="*/ 2901 w 1634631"/>
              <a:gd name="connsiteY2" fmla="*/ 1744954 h 1744984"/>
              <a:gd name="connsiteX3" fmla="*/ 5832 w 1634631"/>
              <a:gd name="connsiteY3" fmla="*/ 1744954 h 1744984"/>
              <a:gd name="connsiteX4" fmla="*/ 7268 w 1634631"/>
              <a:gd name="connsiteY4" fmla="*/ 1744930 h 1744984"/>
              <a:gd name="connsiteX5" fmla="*/ 10199 w 1634631"/>
              <a:gd name="connsiteY5" fmla="*/ 1744930 h 1744984"/>
              <a:gd name="connsiteX6" fmla="*/ 11634 w 1634631"/>
              <a:gd name="connsiteY6" fmla="*/ 1744899 h 1744984"/>
              <a:gd name="connsiteX7" fmla="*/ 14566 w 1634631"/>
              <a:gd name="connsiteY7" fmla="*/ 1744899 h 1744984"/>
              <a:gd name="connsiteX8" fmla="*/ 16032 w 1634631"/>
              <a:gd name="connsiteY8" fmla="*/ 1744868 h 1744984"/>
              <a:gd name="connsiteX9" fmla="*/ 17467 w 1634631"/>
              <a:gd name="connsiteY9" fmla="*/ 1744868 h 1744984"/>
              <a:gd name="connsiteX10" fmla="*/ 18933 w 1634631"/>
              <a:gd name="connsiteY10" fmla="*/ 1744836 h 1744984"/>
              <a:gd name="connsiteX11" fmla="*/ 21834 w 1634631"/>
              <a:gd name="connsiteY11" fmla="*/ 1744836 h 1744984"/>
              <a:gd name="connsiteX12" fmla="*/ 23299 w 1634631"/>
              <a:gd name="connsiteY12" fmla="*/ 1744805 h 1744984"/>
              <a:gd name="connsiteX13" fmla="*/ 24765 w 1634631"/>
              <a:gd name="connsiteY13" fmla="*/ 1744805 h 1744984"/>
              <a:gd name="connsiteX14" fmla="*/ 26200 w 1634631"/>
              <a:gd name="connsiteY14" fmla="*/ 1744774 h 1744984"/>
              <a:gd name="connsiteX15" fmla="*/ 29132 w 1634631"/>
              <a:gd name="connsiteY15" fmla="*/ 1744774 h 1744984"/>
              <a:gd name="connsiteX16" fmla="*/ 30598 w 1634631"/>
              <a:gd name="connsiteY16" fmla="*/ 1744743 h 1744984"/>
              <a:gd name="connsiteX17" fmla="*/ 32032 w 1634631"/>
              <a:gd name="connsiteY17" fmla="*/ 1744743 h 1744984"/>
              <a:gd name="connsiteX18" fmla="*/ 33499 w 1634631"/>
              <a:gd name="connsiteY18" fmla="*/ 1744711 h 1744984"/>
              <a:gd name="connsiteX19" fmla="*/ 36399 w 1634631"/>
              <a:gd name="connsiteY19" fmla="*/ 1744711 h 1744984"/>
              <a:gd name="connsiteX20" fmla="*/ 37864 w 1634631"/>
              <a:gd name="connsiteY20" fmla="*/ 1744680 h 1744984"/>
              <a:gd name="connsiteX21" fmla="*/ 39330 w 1634631"/>
              <a:gd name="connsiteY21" fmla="*/ 1744680 h 1744984"/>
              <a:gd name="connsiteX22" fmla="*/ 40796 w 1634631"/>
              <a:gd name="connsiteY22" fmla="*/ 1744649 h 1744984"/>
              <a:gd name="connsiteX23" fmla="*/ 42231 w 1634631"/>
              <a:gd name="connsiteY23" fmla="*/ 1744649 h 1744984"/>
              <a:gd name="connsiteX24" fmla="*/ 43697 w 1634631"/>
              <a:gd name="connsiteY24" fmla="*/ 1744618 h 1744984"/>
              <a:gd name="connsiteX25" fmla="*/ 45163 w 1634631"/>
              <a:gd name="connsiteY25" fmla="*/ 1744618 h 1744984"/>
              <a:gd name="connsiteX26" fmla="*/ 46598 w 1634631"/>
              <a:gd name="connsiteY26" fmla="*/ 1744594 h 1744984"/>
              <a:gd name="connsiteX27" fmla="*/ 48064 w 1634631"/>
              <a:gd name="connsiteY27" fmla="*/ 1744594 h 1744984"/>
              <a:gd name="connsiteX28" fmla="*/ 49529 w 1634631"/>
              <a:gd name="connsiteY28" fmla="*/ 1744563 h 1744984"/>
              <a:gd name="connsiteX29" fmla="*/ 50995 w 1634631"/>
              <a:gd name="connsiteY29" fmla="*/ 1744563 h 1744984"/>
              <a:gd name="connsiteX30" fmla="*/ 52430 w 1634631"/>
              <a:gd name="connsiteY30" fmla="*/ 1744531 h 1744984"/>
              <a:gd name="connsiteX31" fmla="*/ 53896 w 1634631"/>
              <a:gd name="connsiteY31" fmla="*/ 1744531 h 1744984"/>
              <a:gd name="connsiteX32" fmla="*/ 55362 w 1634631"/>
              <a:gd name="connsiteY32" fmla="*/ 1744500 h 1744984"/>
              <a:gd name="connsiteX33" fmla="*/ 56797 w 1634631"/>
              <a:gd name="connsiteY33" fmla="*/ 1744500 h 1744984"/>
              <a:gd name="connsiteX34" fmla="*/ 58263 w 1634631"/>
              <a:gd name="connsiteY34" fmla="*/ 1744469 h 1744984"/>
              <a:gd name="connsiteX35" fmla="*/ 59729 w 1634631"/>
              <a:gd name="connsiteY35" fmla="*/ 1744469 h 1744984"/>
              <a:gd name="connsiteX36" fmla="*/ 61194 w 1634631"/>
              <a:gd name="connsiteY36" fmla="*/ 1744438 h 1744984"/>
              <a:gd name="connsiteX37" fmla="*/ 62630 w 1634631"/>
              <a:gd name="connsiteY37" fmla="*/ 1744438 h 1744984"/>
              <a:gd name="connsiteX38" fmla="*/ 64095 w 1634631"/>
              <a:gd name="connsiteY38" fmla="*/ 1744406 h 1744984"/>
              <a:gd name="connsiteX39" fmla="*/ 65561 w 1634631"/>
              <a:gd name="connsiteY39" fmla="*/ 1744406 h 1744984"/>
              <a:gd name="connsiteX40" fmla="*/ 66996 w 1634631"/>
              <a:gd name="connsiteY40" fmla="*/ 1744375 h 1744984"/>
              <a:gd name="connsiteX41" fmla="*/ 68462 w 1634631"/>
              <a:gd name="connsiteY41" fmla="*/ 1744375 h 1744984"/>
              <a:gd name="connsiteX42" fmla="*/ 69928 w 1634631"/>
              <a:gd name="connsiteY42" fmla="*/ 1744344 h 1744984"/>
              <a:gd name="connsiteX43" fmla="*/ 71393 w 1634631"/>
              <a:gd name="connsiteY43" fmla="*/ 1744344 h 1744984"/>
              <a:gd name="connsiteX44" fmla="*/ 72829 w 1634631"/>
              <a:gd name="connsiteY44" fmla="*/ 1744313 h 1744984"/>
              <a:gd name="connsiteX45" fmla="*/ 74294 w 1634631"/>
              <a:gd name="connsiteY45" fmla="*/ 1744313 h 1744984"/>
              <a:gd name="connsiteX46" fmla="*/ 75760 w 1634631"/>
              <a:gd name="connsiteY46" fmla="*/ 1744281 h 1744984"/>
              <a:gd name="connsiteX47" fmla="*/ 77195 w 1634631"/>
              <a:gd name="connsiteY47" fmla="*/ 1744281 h 1744984"/>
              <a:gd name="connsiteX48" fmla="*/ 80127 w 1634631"/>
              <a:gd name="connsiteY48" fmla="*/ 1744227 h 1744984"/>
              <a:gd name="connsiteX49" fmla="*/ 81593 w 1634631"/>
              <a:gd name="connsiteY49" fmla="*/ 1744227 h 1744984"/>
              <a:gd name="connsiteX50" fmla="*/ 83028 w 1634631"/>
              <a:gd name="connsiteY50" fmla="*/ 1744195 h 1744984"/>
              <a:gd name="connsiteX51" fmla="*/ 84494 w 1634631"/>
              <a:gd name="connsiteY51" fmla="*/ 1744195 h 1744984"/>
              <a:gd name="connsiteX52" fmla="*/ 85959 w 1634631"/>
              <a:gd name="connsiteY52" fmla="*/ 1744164 h 1744984"/>
              <a:gd name="connsiteX53" fmla="*/ 87395 w 1634631"/>
              <a:gd name="connsiteY53" fmla="*/ 1744133 h 1744984"/>
              <a:gd name="connsiteX54" fmla="*/ 88860 w 1634631"/>
              <a:gd name="connsiteY54" fmla="*/ 1744133 h 1744984"/>
              <a:gd name="connsiteX55" fmla="*/ 90326 w 1634631"/>
              <a:gd name="connsiteY55" fmla="*/ 1744102 h 1744984"/>
              <a:gd name="connsiteX56" fmla="*/ 91761 w 1634631"/>
              <a:gd name="connsiteY56" fmla="*/ 1744102 h 1744984"/>
              <a:gd name="connsiteX57" fmla="*/ 94693 w 1634631"/>
              <a:gd name="connsiteY57" fmla="*/ 1744039 h 1744984"/>
              <a:gd name="connsiteX58" fmla="*/ 96159 w 1634631"/>
              <a:gd name="connsiteY58" fmla="*/ 1744039 h 1744984"/>
              <a:gd name="connsiteX59" fmla="*/ 97594 w 1634631"/>
              <a:gd name="connsiteY59" fmla="*/ 1744008 h 1744984"/>
              <a:gd name="connsiteX60" fmla="*/ 99060 w 1634631"/>
              <a:gd name="connsiteY60" fmla="*/ 1743977 h 1744984"/>
              <a:gd name="connsiteX61" fmla="*/ 100525 w 1634631"/>
              <a:gd name="connsiteY61" fmla="*/ 1743977 h 1744984"/>
              <a:gd name="connsiteX62" fmla="*/ 101961 w 1634631"/>
              <a:gd name="connsiteY62" fmla="*/ 1743945 h 1744984"/>
              <a:gd name="connsiteX63" fmla="*/ 103426 w 1634631"/>
              <a:gd name="connsiteY63" fmla="*/ 1743922 h 1744984"/>
              <a:gd name="connsiteX64" fmla="*/ 104892 w 1634631"/>
              <a:gd name="connsiteY64" fmla="*/ 1743922 h 1744984"/>
              <a:gd name="connsiteX65" fmla="*/ 106358 w 1634631"/>
              <a:gd name="connsiteY65" fmla="*/ 1743890 h 1744984"/>
              <a:gd name="connsiteX66" fmla="*/ 107793 w 1634631"/>
              <a:gd name="connsiteY66" fmla="*/ 1743859 h 1744984"/>
              <a:gd name="connsiteX67" fmla="*/ 109259 w 1634631"/>
              <a:gd name="connsiteY67" fmla="*/ 1743859 h 1744984"/>
              <a:gd name="connsiteX68" fmla="*/ 110725 w 1634631"/>
              <a:gd name="connsiteY68" fmla="*/ 1743828 h 1744984"/>
              <a:gd name="connsiteX69" fmla="*/ 112159 w 1634631"/>
              <a:gd name="connsiteY69" fmla="*/ 1743797 h 1744984"/>
              <a:gd name="connsiteX70" fmla="*/ 113625 w 1634631"/>
              <a:gd name="connsiteY70" fmla="*/ 1743765 h 1744984"/>
              <a:gd name="connsiteX71" fmla="*/ 115090 w 1634631"/>
              <a:gd name="connsiteY71" fmla="*/ 1743765 h 1744984"/>
              <a:gd name="connsiteX72" fmla="*/ 116557 w 1634631"/>
              <a:gd name="connsiteY72" fmla="*/ 1743734 h 1744984"/>
              <a:gd name="connsiteX73" fmla="*/ 117991 w 1634631"/>
              <a:gd name="connsiteY73" fmla="*/ 1743703 h 1744984"/>
              <a:gd name="connsiteX74" fmla="*/ 119457 w 1634631"/>
              <a:gd name="connsiteY74" fmla="*/ 1743672 h 1744984"/>
              <a:gd name="connsiteX75" fmla="*/ 120923 w 1634631"/>
              <a:gd name="connsiteY75" fmla="*/ 1743672 h 1744984"/>
              <a:gd name="connsiteX76" fmla="*/ 122358 w 1634631"/>
              <a:gd name="connsiteY76" fmla="*/ 1743640 h 1744984"/>
              <a:gd name="connsiteX77" fmla="*/ 125290 w 1634631"/>
              <a:gd name="connsiteY77" fmla="*/ 1743586 h 1744984"/>
              <a:gd name="connsiteX78" fmla="*/ 126755 w 1634631"/>
              <a:gd name="connsiteY78" fmla="*/ 1743586 h 1744984"/>
              <a:gd name="connsiteX79" fmla="*/ 128191 w 1634631"/>
              <a:gd name="connsiteY79" fmla="*/ 1743554 h 1744984"/>
              <a:gd name="connsiteX80" fmla="*/ 131122 w 1634631"/>
              <a:gd name="connsiteY80" fmla="*/ 1743492 h 1744984"/>
              <a:gd name="connsiteX81" fmla="*/ 132557 w 1634631"/>
              <a:gd name="connsiteY81" fmla="*/ 1743461 h 1744984"/>
              <a:gd name="connsiteX82" fmla="*/ 134023 w 1634631"/>
              <a:gd name="connsiteY82" fmla="*/ 1743461 h 1744984"/>
              <a:gd name="connsiteX83" fmla="*/ 136955 w 1634631"/>
              <a:gd name="connsiteY83" fmla="*/ 1743398 h 1744984"/>
              <a:gd name="connsiteX84" fmla="*/ 138390 w 1634631"/>
              <a:gd name="connsiteY84" fmla="*/ 1743367 h 1744984"/>
              <a:gd name="connsiteX85" fmla="*/ 141321 w 1634631"/>
              <a:gd name="connsiteY85" fmla="*/ 1743304 h 1744984"/>
              <a:gd name="connsiteX86" fmla="*/ 142756 w 1634631"/>
              <a:gd name="connsiteY86" fmla="*/ 1743281 h 1744984"/>
              <a:gd name="connsiteX87" fmla="*/ 144222 w 1634631"/>
              <a:gd name="connsiteY87" fmla="*/ 1743281 h 1744984"/>
              <a:gd name="connsiteX88" fmla="*/ 145688 w 1634631"/>
              <a:gd name="connsiteY88" fmla="*/ 1743249 h 1744984"/>
              <a:gd name="connsiteX89" fmla="*/ 147123 w 1634631"/>
              <a:gd name="connsiteY89" fmla="*/ 1743218 h 1744984"/>
              <a:gd name="connsiteX90" fmla="*/ 151520 w 1634631"/>
              <a:gd name="connsiteY90" fmla="*/ 1743124 h 1744984"/>
              <a:gd name="connsiteX91" fmla="*/ 152956 w 1634631"/>
              <a:gd name="connsiteY91" fmla="*/ 1743093 h 1744984"/>
              <a:gd name="connsiteX92" fmla="*/ 155887 w 1634631"/>
              <a:gd name="connsiteY92" fmla="*/ 1743031 h 1744984"/>
              <a:gd name="connsiteX93" fmla="*/ 157322 w 1634631"/>
              <a:gd name="connsiteY93" fmla="*/ 1742999 h 1744984"/>
              <a:gd name="connsiteX94" fmla="*/ 161720 w 1634631"/>
              <a:gd name="connsiteY94" fmla="*/ 1742913 h 1744984"/>
              <a:gd name="connsiteX95" fmla="*/ 163155 w 1634631"/>
              <a:gd name="connsiteY95" fmla="*/ 1742882 h 1744984"/>
              <a:gd name="connsiteX96" fmla="*/ 166086 w 1634631"/>
              <a:gd name="connsiteY96" fmla="*/ 1742820 h 1744984"/>
              <a:gd name="connsiteX97" fmla="*/ 167522 w 1634631"/>
              <a:gd name="connsiteY97" fmla="*/ 1742788 h 1744984"/>
              <a:gd name="connsiteX98" fmla="*/ 171919 w 1634631"/>
              <a:gd name="connsiteY98" fmla="*/ 1742695 h 1744984"/>
              <a:gd name="connsiteX99" fmla="*/ 173354 w 1634631"/>
              <a:gd name="connsiteY99" fmla="*/ 1742663 h 1744984"/>
              <a:gd name="connsiteX100" fmla="*/ 176286 w 1634631"/>
              <a:gd name="connsiteY100" fmla="*/ 1742608 h 1744984"/>
              <a:gd name="connsiteX101" fmla="*/ 177721 w 1634631"/>
              <a:gd name="connsiteY101" fmla="*/ 1742577 h 1744984"/>
              <a:gd name="connsiteX102" fmla="*/ 182118 w 1634631"/>
              <a:gd name="connsiteY102" fmla="*/ 1742483 h 1744984"/>
              <a:gd name="connsiteX103" fmla="*/ 183553 w 1634631"/>
              <a:gd name="connsiteY103" fmla="*/ 1742452 h 1744984"/>
              <a:gd name="connsiteX104" fmla="*/ 185019 w 1634631"/>
              <a:gd name="connsiteY104" fmla="*/ 1742390 h 1744984"/>
              <a:gd name="connsiteX105" fmla="*/ 186485 w 1634631"/>
              <a:gd name="connsiteY105" fmla="*/ 1742358 h 1744984"/>
              <a:gd name="connsiteX106" fmla="*/ 187920 w 1634631"/>
              <a:gd name="connsiteY106" fmla="*/ 1742327 h 1744984"/>
              <a:gd name="connsiteX107" fmla="*/ 192317 w 1634631"/>
              <a:gd name="connsiteY107" fmla="*/ 1742241 h 1744984"/>
              <a:gd name="connsiteX108" fmla="*/ 193752 w 1634631"/>
              <a:gd name="connsiteY108" fmla="*/ 1742179 h 1744984"/>
              <a:gd name="connsiteX109" fmla="*/ 196684 w 1634631"/>
              <a:gd name="connsiteY109" fmla="*/ 1742116 h 1744984"/>
              <a:gd name="connsiteX110" fmla="*/ 198118 w 1634631"/>
              <a:gd name="connsiteY110" fmla="*/ 1742085 h 1744984"/>
              <a:gd name="connsiteX111" fmla="*/ 199584 w 1634631"/>
              <a:gd name="connsiteY111" fmla="*/ 1742054 h 1744984"/>
              <a:gd name="connsiteX112" fmla="*/ 201050 w 1634631"/>
              <a:gd name="connsiteY112" fmla="*/ 1741991 h 1744984"/>
              <a:gd name="connsiteX113" fmla="*/ 202516 w 1634631"/>
              <a:gd name="connsiteY113" fmla="*/ 1741967 h 1744984"/>
              <a:gd name="connsiteX114" fmla="*/ 203951 w 1634631"/>
              <a:gd name="connsiteY114" fmla="*/ 1741936 h 1744984"/>
              <a:gd name="connsiteX115" fmla="*/ 205417 w 1634631"/>
              <a:gd name="connsiteY115" fmla="*/ 1741874 h 1744984"/>
              <a:gd name="connsiteX116" fmla="*/ 206882 w 1634631"/>
              <a:gd name="connsiteY116" fmla="*/ 1741842 h 1744984"/>
              <a:gd name="connsiteX117" fmla="*/ 208318 w 1634631"/>
              <a:gd name="connsiteY117" fmla="*/ 1741811 h 1744984"/>
              <a:gd name="connsiteX118" fmla="*/ 209783 w 1634631"/>
              <a:gd name="connsiteY118" fmla="*/ 1741780 h 1744984"/>
              <a:gd name="connsiteX119" fmla="*/ 211249 w 1634631"/>
              <a:gd name="connsiteY119" fmla="*/ 1741717 h 1744984"/>
              <a:gd name="connsiteX120" fmla="*/ 212684 w 1634631"/>
              <a:gd name="connsiteY120" fmla="*/ 1741686 h 1744984"/>
              <a:gd name="connsiteX121" fmla="*/ 214150 w 1634631"/>
              <a:gd name="connsiteY121" fmla="*/ 1741663 h 1744984"/>
              <a:gd name="connsiteX122" fmla="*/ 215616 w 1634631"/>
              <a:gd name="connsiteY122" fmla="*/ 1741600 h 1744984"/>
              <a:gd name="connsiteX123" fmla="*/ 217081 w 1634631"/>
              <a:gd name="connsiteY123" fmla="*/ 1741569 h 1744984"/>
              <a:gd name="connsiteX124" fmla="*/ 218517 w 1634631"/>
              <a:gd name="connsiteY124" fmla="*/ 1741506 h 1744984"/>
              <a:gd name="connsiteX125" fmla="*/ 221448 w 1634631"/>
              <a:gd name="connsiteY125" fmla="*/ 1741444 h 1744984"/>
              <a:gd name="connsiteX126" fmla="*/ 222883 w 1634631"/>
              <a:gd name="connsiteY126" fmla="*/ 1741381 h 1744984"/>
              <a:gd name="connsiteX127" fmla="*/ 224349 w 1634631"/>
              <a:gd name="connsiteY127" fmla="*/ 1741350 h 1744984"/>
              <a:gd name="connsiteX128" fmla="*/ 225815 w 1634631"/>
              <a:gd name="connsiteY128" fmla="*/ 1741295 h 1744984"/>
              <a:gd name="connsiteX129" fmla="*/ 227281 w 1634631"/>
              <a:gd name="connsiteY129" fmla="*/ 1741264 h 1744984"/>
              <a:gd name="connsiteX130" fmla="*/ 228716 w 1634631"/>
              <a:gd name="connsiteY130" fmla="*/ 1741201 h 1744984"/>
              <a:gd name="connsiteX131" fmla="*/ 230182 w 1634631"/>
              <a:gd name="connsiteY131" fmla="*/ 1741170 h 1744984"/>
              <a:gd name="connsiteX132" fmla="*/ 231647 w 1634631"/>
              <a:gd name="connsiteY132" fmla="*/ 1741108 h 1744984"/>
              <a:gd name="connsiteX133" fmla="*/ 233083 w 1634631"/>
              <a:gd name="connsiteY133" fmla="*/ 1741076 h 1744984"/>
              <a:gd name="connsiteX134" fmla="*/ 234548 w 1634631"/>
              <a:gd name="connsiteY134" fmla="*/ 1741021 h 1744984"/>
              <a:gd name="connsiteX135" fmla="*/ 236014 w 1634631"/>
              <a:gd name="connsiteY135" fmla="*/ 1740990 h 1744984"/>
              <a:gd name="connsiteX136" fmla="*/ 237480 w 1634631"/>
              <a:gd name="connsiteY136" fmla="*/ 1740928 h 1744984"/>
              <a:gd name="connsiteX137" fmla="*/ 238915 w 1634631"/>
              <a:gd name="connsiteY137" fmla="*/ 1740896 h 1744984"/>
              <a:gd name="connsiteX138" fmla="*/ 241847 w 1634631"/>
              <a:gd name="connsiteY138" fmla="*/ 1740771 h 1744984"/>
              <a:gd name="connsiteX139" fmla="*/ 243282 w 1634631"/>
              <a:gd name="connsiteY139" fmla="*/ 1740740 h 1744984"/>
              <a:gd name="connsiteX140" fmla="*/ 246213 w 1634631"/>
              <a:gd name="connsiteY140" fmla="*/ 1740623 h 1744984"/>
              <a:gd name="connsiteX141" fmla="*/ 247679 w 1634631"/>
              <a:gd name="connsiteY141" fmla="*/ 1740592 h 1744984"/>
              <a:gd name="connsiteX142" fmla="*/ 249114 w 1634631"/>
              <a:gd name="connsiteY142" fmla="*/ 1740529 h 1744984"/>
              <a:gd name="connsiteX143" fmla="*/ 250580 w 1634631"/>
              <a:gd name="connsiteY143" fmla="*/ 1740467 h 1744984"/>
              <a:gd name="connsiteX144" fmla="*/ 252046 w 1634631"/>
              <a:gd name="connsiteY144" fmla="*/ 1740435 h 1744984"/>
              <a:gd name="connsiteX145" fmla="*/ 253481 w 1634631"/>
              <a:gd name="connsiteY145" fmla="*/ 1740373 h 1744984"/>
              <a:gd name="connsiteX146" fmla="*/ 254947 w 1634631"/>
              <a:gd name="connsiteY146" fmla="*/ 1740318 h 1744984"/>
              <a:gd name="connsiteX147" fmla="*/ 256412 w 1634631"/>
              <a:gd name="connsiteY147" fmla="*/ 1740287 h 1744984"/>
              <a:gd name="connsiteX148" fmla="*/ 257878 w 1634631"/>
              <a:gd name="connsiteY148" fmla="*/ 1740224 h 1744984"/>
              <a:gd name="connsiteX149" fmla="*/ 259313 w 1634631"/>
              <a:gd name="connsiteY149" fmla="*/ 1740162 h 1744984"/>
              <a:gd name="connsiteX150" fmla="*/ 262245 w 1634631"/>
              <a:gd name="connsiteY150" fmla="*/ 1740037 h 1744984"/>
              <a:gd name="connsiteX151" fmla="*/ 263680 w 1634631"/>
              <a:gd name="connsiteY151" fmla="*/ 1740013 h 1744984"/>
              <a:gd name="connsiteX152" fmla="*/ 266612 w 1634631"/>
              <a:gd name="connsiteY152" fmla="*/ 1739888 h 1744984"/>
              <a:gd name="connsiteX153" fmla="*/ 268047 w 1634631"/>
              <a:gd name="connsiteY153" fmla="*/ 1739826 h 1744984"/>
              <a:gd name="connsiteX154" fmla="*/ 272444 w 1634631"/>
              <a:gd name="connsiteY154" fmla="*/ 1739646 h 1744984"/>
              <a:gd name="connsiteX155" fmla="*/ 273879 w 1634631"/>
              <a:gd name="connsiteY155" fmla="*/ 1739583 h 1744984"/>
              <a:gd name="connsiteX156" fmla="*/ 276811 w 1634631"/>
              <a:gd name="connsiteY156" fmla="*/ 1739458 h 1744984"/>
              <a:gd name="connsiteX157" fmla="*/ 278243 w 1634631"/>
              <a:gd name="connsiteY157" fmla="*/ 1739396 h 1744984"/>
              <a:gd name="connsiteX158" fmla="*/ 282644 w 1634631"/>
              <a:gd name="connsiteY158" fmla="*/ 1739216 h 1744984"/>
              <a:gd name="connsiteX159" fmla="*/ 284075 w 1634631"/>
              <a:gd name="connsiteY159" fmla="*/ 1739153 h 1744984"/>
              <a:gd name="connsiteX160" fmla="*/ 287006 w 1634631"/>
              <a:gd name="connsiteY160" fmla="*/ 1739036 h 1744984"/>
              <a:gd name="connsiteX161" fmla="*/ 288445 w 1634631"/>
              <a:gd name="connsiteY161" fmla="*/ 1738973 h 1744984"/>
              <a:gd name="connsiteX162" fmla="*/ 292846 w 1634631"/>
              <a:gd name="connsiteY162" fmla="*/ 1738786 h 1744984"/>
              <a:gd name="connsiteX163" fmla="*/ 294276 w 1634631"/>
              <a:gd name="connsiteY163" fmla="*/ 1738700 h 1744984"/>
              <a:gd name="connsiteX164" fmla="*/ 297208 w 1634631"/>
              <a:gd name="connsiteY164" fmla="*/ 1738575 h 1744984"/>
              <a:gd name="connsiteX165" fmla="*/ 298646 w 1634631"/>
              <a:gd name="connsiteY165" fmla="*/ 1738512 h 1744984"/>
              <a:gd name="connsiteX166" fmla="*/ 300108 w 1634631"/>
              <a:gd name="connsiteY166" fmla="*/ 1738419 h 1744984"/>
              <a:gd name="connsiteX167" fmla="*/ 303039 w 1634631"/>
              <a:gd name="connsiteY167" fmla="*/ 1738301 h 1744984"/>
              <a:gd name="connsiteX168" fmla="*/ 304478 w 1634631"/>
              <a:gd name="connsiteY168" fmla="*/ 1738239 h 1744984"/>
              <a:gd name="connsiteX169" fmla="*/ 305940 w 1634631"/>
              <a:gd name="connsiteY169" fmla="*/ 1738145 h 1744984"/>
              <a:gd name="connsiteX170" fmla="*/ 307409 w 1634631"/>
              <a:gd name="connsiteY170" fmla="*/ 1738082 h 1744984"/>
              <a:gd name="connsiteX171" fmla="*/ 308840 w 1634631"/>
              <a:gd name="connsiteY171" fmla="*/ 1737996 h 1744984"/>
              <a:gd name="connsiteX172" fmla="*/ 311771 w 1634631"/>
              <a:gd name="connsiteY172" fmla="*/ 1737871 h 1744984"/>
              <a:gd name="connsiteX173" fmla="*/ 313241 w 1634631"/>
              <a:gd name="connsiteY173" fmla="*/ 1737778 h 1744984"/>
              <a:gd name="connsiteX174" fmla="*/ 314671 w 1634631"/>
              <a:gd name="connsiteY174" fmla="*/ 1737723 h 1744984"/>
              <a:gd name="connsiteX175" fmla="*/ 316141 w 1634631"/>
              <a:gd name="connsiteY175" fmla="*/ 1737629 h 1744984"/>
              <a:gd name="connsiteX176" fmla="*/ 317611 w 1634631"/>
              <a:gd name="connsiteY176" fmla="*/ 1737566 h 1744984"/>
              <a:gd name="connsiteX177" fmla="*/ 319041 w 1634631"/>
              <a:gd name="connsiteY177" fmla="*/ 1737473 h 1744984"/>
              <a:gd name="connsiteX178" fmla="*/ 320511 w 1634631"/>
              <a:gd name="connsiteY178" fmla="*/ 1737418 h 1744984"/>
              <a:gd name="connsiteX179" fmla="*/ 321973 w 1634631"/>
              <a:gd name="connsiteY179" fmla="*/ 1737324 h 1744984"/>
              <a:gd name="connsiteX180" fmla="*/ 323442 w 1634631"/>
              <a:gd name="connsiteY180" fmla="*/ 1737261 h 1744984"/>
              <a:gd name="connsiteX181" fmla="*/ 324873 w 1634631"/>
              <a:gd name="connsiteY181" fmla="*/ 1737168 h 1744984"/>
              <a:gd name="connsiteX182" fmla="*/ 326343 w 1634631"/>
              <a:gd name="connsiteY182" fmla="*/ 1737082 h 1744984"/>
              <a:gd name="connsiteX183" fmla="*/ 327804 w 1634631"/>
              <a:gd name="connsiteY183" fmla="*/ 1737019 h 1744984"/>
              <a:gd name="connsiteX184" fmla="*/ 329243 w 1634631"/>
              <a:gd name="connsiteY184" fmla="*/ 1736925 h 1744984"/>
              <a:gd name="connsiteX185" fmla="*/ 330705 w 1634631"/>
              <a:gd name="connsiteY185" fmla="*/ 1736832 h 1744984"/>
              <a:gd name="connsiteX186" fmla="*/ 332174 w 1634631"/>
              <a:gd name="connsiteY186" fmla="*/ 1736777 h 1744984"/>
              <a:gd name="connsiteX187" fmla="*/ 333605 w 1634631"/>
              <a:gd name="connsiteY187" fmla="*/ 1736683 h 1744984"/>
              <a:gd name="connsiteX188" fmla="*/ 338006 w 1634631"/>
              <a:gd name="connsiteY188" fmla="*/ 1736409 h 1744984"/>
              <a:gd name="connsiteX189" fmla="*/ 339437 w 1634631"/>
              <a:gd name="connsiteY189" fmla="*/ 1736347 h 1744984"/>
              <a:gd name="connsiteX190" fmla="*/ 342368 w 1634631"/>
              <a:gd name="connsiteY190" fmla="*/ 1736159 h 1744984"/>
              <a:gd name="connsiteX191" fmla="*/ 343806 w 1634631"/>
              <a:gd name="connsiteY191" fmla="*/ 1736073 h 1744984"/>
              <a:gd name="connsiteX192" fmla="*/ 348207 w 1634631"/>
              <a:gd name="connsiteY192" fmla="*/ 1735800 h 1744984"/>
              <a:gd name="connsiteX193" fmla="*/ 349638 w 1634631"/>
              <a:gd name="connsiteY193" fmla="*/ 1735706 h 1744984"/>
              <a:gd name="connsiteX194" fmla="*/ 352570 w 1634631"/>
              <a:gd name="connsiteY194" fmla="*/ 1735518 h 1744984"/>
              <a:gd name="connsiteX195" fmla="*/ 354008 w 1634631"/>
              <a:gd name="connsiteY195" fmla="*/ 1735432 h 1744984"/>
              <a:gd name="connsiteX196" fmla="*/ 358401 w 1634631"/>
              <a:gd name="connsiteY196" fmla="*/ 1735159 h 1744984"/>
              <a:gd name="connsiteX197" fmla="*/ 359840 w 1634631"/>
              <a:gd name="connsiteY197" fmla="*/ 1735034 h 1744984"/>
              <a:gd name="connsiteX198" fmla="*/ 362771 w 1634631"/>
              <a:gd name="connsiteY198" fmla="*/ 1734846 h 1744984"/>
              <a:gd name="connsiteX199" fmla="*/ 364202 w 1634631"/>
              <a:gd name="connsiteY199" fmla="*/ 1734760 h 1744984"/>
              <a:gd name="connsiteX200" fmla="*/ 365671 w 1634631"/>
              <a:gd name="connsiteY200" fmla="*/ 1734666 h 1744984"/>
              <a:gd name="connsiteX201" fmla="*/ 367133 w 1634631"/>
              <a:gd name="connsiteY201" fmla="*/ 1734541 h 1744984"/>
              <a:gd name="connsiteX202" fmla="*/ 368603 w 1634631"/>
              <a:gd name="connsiteY202" fmla="*/ 1734455 h 1744984"/>
              <a:gd name="connsiteX203" fmla="*/ 370041 w 1634631"/>
              <a:gd name="connsiteY203" fmla="*/ 1734361 h 1744984"/>
              <a:gd name="connsiteX204" fmla="*/ 371503 w 1634631"/>
              <a:gd name="connsiteY204" fmla="*/ 1734236 h 1744984"/>
              <a:gd name="connsiteX205" fmla="*/ 372973 w 1634631"/>
              <a:gd name="connsiteY205" fmla="*/ 1734150 h 1744984"/>
              <a:gd name="connsiteX206" fmla="*/ 374403 w 1634631"/>
              <a:gd name="connsiteY206" fmla="*/ 1734025 h 1744984"/>
              <a:gd name="connsiteX207" fmla="*/ 375873 w 1634631"/>
              <a:gd name="connsiteY207" fmla="*/ 1733931 h 1744984"/>
              <a:gd name="connsiteX208" fmla="*/ 377335 w 1634631"/>
              <a:gd name="connsiteY208" fmla="*/ 1733814 h 1744984"/>
              <a:gd name="connsiteX209" fmla="*/ 378804 w 1634631"/>
              <a:gd name="connsiteY209" fmla="*/ 1733720 h 1744984"/>
              <a:gd name="connsiteX210" fmla="*/ 380235 w 1634631"/>
              <a:gd name="connsiteY210" fmla="*/ 1733595 h 1744984"/>
              <a:gd name="connsiteX211" fmla="*/ 381704 w 1634631"/>
              <a:gd name="connsiteY211" fmla="*/ 1733509 h 1744984"/>
              <a:gd name="connsiteX212" fmla="*/ 383166 w 1634631"/>
              <a:gd name="connsiteY212" fmla="*/ 1733384 h 1744984"/>
              <a:gd name="connsiteX213" fmla="*/ 384605 w 1634631"/>
              <a:gd name="connsiteY213" fmla="*/ 1733259 h 1744984"/>
              <a:gd name="connsiteX214" fmla="*/ 386066 w 1634631"/>
              <a:gd name="connsiteY214" fmla="*/ 1733173 h 1744984"/>
              <a:gd name="connsiteX215" fmla="*/ 388998 w 1634631"/>
              <a:gd name="connsiteY215" fmla="*/ 1732923 h 1744984"/>
              <a:gd name="connsiteX216" fmla="*/ 390436 w 1634631"/>
              <a:gd name="connsiteY216" fmla="*/ 1732837 h 1744984"/>
              <a:gd name="connsiteX217" fmla="*/ 393368 w 1634631"/>
              <a:gd name="connsiteY217" fmla="*/ 1732587 h 1744984"/>
              <a:gd name="connsiteX218" fmla="*/ 394798 w 1634631"/>
              <a:gd name="connsiteY218" fmla="*/ 1732469 h 1744984"/>
              <a:gd name="connsiteX219" fmla="*/ 397738 w 1634631"/>
              <a:gd name="connsiteY219" fmla="*/ 1732219 h 1744984"/>
              <a:gd name="connsiteX220" fmla="*/ 399168 w 1634631"/>
              <a:gd name="connsiteY220" fmla="*/ 1732102 h 1744984"/>
              <a:gd name="connsiteX221" fmla="*/ 403569 w 1634631"/>
              <a:gd name="connsiteY221" fmla="*/ 1731735 h 1744984"/>
              <a:gd name="connsiteX222" fmla="*/ 405000 w 1634631"/>
              <a:gd name="connsiteY222" fmla="*/ 1731610 h 1744984"/>
              <a:gd name="connsiteX223" fmla="*/ 407931 w 1634631"/>
              <a:gd name="connsiteY223" fmla="*/ 1731367 h 1744984"/>
              <a:gd name="connsiteX224" fmla="*/ 409370 w 1634631"/>
              <a:gd name="connsiteY224" fmla="*/ 1731250 h 1744984"/>
              <a:gd name="connsiteX225" fmla="*/ 410832 w 1634631"/>
              <a:gd name="connsiteY225" fmla="*/ 1731125 h 1744984"/>
              <a:gd name="connsiteX226" fmla="*/ 412301 w 1634631"/>
              <a:gd name="connsiteY226" fmla="*/ 1730969 h 1744984"/>
              <a:gd name="connsiteX227" fmla="*/ 413763 w 1634631"/>
              <a:gd name="connsiteY227" fmla="*/ 1730851 h 1744984"/>
              <a:gd name="connsiteX228" fmla="*/ 415201 w 1634631"/>
              <a:gd name="connsiteY228" fmla="*/ 1730726 h 1744984"/>
              <a:gd name="connsiteX229" fmla="*/ 416663 w 1634631"/>
              <a:gd name="connsiteY229" fmla="*/ 1730601 h 1744984"/>
              <a:gd name="connsiteX230" fmla="*/ 418133 w 1634631"/>
              <a:gd name="connsiteY230" fmla="*/ 1730453 h 1744984"/>
              <a:gd name="connsiteX231" fmla="*/ 419563 w 1634631"/>
              <a:gd name="connsiteY231" fmla="*/ 1730328 h 1744984"/>
              <a:gd name="connsiteX232" fmla="*/ 421033 w 1634631"/>
              <a:gd name="connsiteY232" fmla="*/ 1730179 h 1744984"/>
              <a:gd name="connsiteX233" fmla="*/ 422495 w 1634631"/>
              <a:gd name="connsiteY233" fmla="*/ 1730054 h 1744984"/>
              <a:gd name="connsiteX234" fmla="*/ 423965 w 1634631"/>
              <a:gd name="connsiteY234" fmla="*/ 1729905 h 1744984"/>
              <a:gd name="connsiteX235" fmla="*/ 425403 w 1634631"/>
              <a:gd name="connsiteY235" fmla="*/ 1729780 h 1744984"/>
              <a:gd name="connsiteX236" fmla="*/ 426865 w 1634631"/>
              <a:gd name="connsiteY236" fmla="*/ 1729624 h 1744984"/>
              <a:gd name="connsiteX237" fmla="*/ 428334 w 1634631"/>
              <a:gd name="connsiteY237" fmla="*/ 1729507 h 1744984"/>
              <a:gd name="connsiteX238" fmla="*/ 429765 w 1634631"/>
              <a:gd name="connsiteY238" fmla="*/ 1729350 h 1744984"/>
              <a:gd name="connsiteX239" fmla="*/ 431235 w 1634631"/>
              <a:gd name="connsiteY239" fmla="*/ 1729202 h 1744984"/>
              <a:gd name="connsiteX240" fmla="*/ 432696 w 1634631"/>
              <a:gd name="connsiteY240" fmla="*/ 1729077 h 1744984"/>
              <a:gd name="connsiteX241" fmla="*/ 434166 w 1634631"/>
              <a:gd name="connsiteY241" fmla="*/ 1728928 h 1744984"/>
              <a:gd name="connsiteX242" fmla="*/ 435597 w 1634631"/>
              <a:gd name="connsiteY242" fmla="*/ 1728772 h 1744984"/>
              <a:gd name="connsiteX243" fmla="*/ 438528 w 1634631"/>
              <a:gd name="connsiteY243" fmla="*/ 1728467 h 1744984"/>
              <a:gd name="connsiteX244" fmla="*/ 439966 w 1634631"/>
              <a:gd name="connsiteY244" fmla="*/ 1728311 h 1744984"/>
              <a:gd name="connsiteX245" fmla="*/ 441428 w 1634631"/>
              <a:gd name="connsiteY245" fmla="*/ 1728193 h 1744984"/>
              <a:gd name="connsiteX246" fmla="*/ 444360 w 1634631"/>
              <a:gd name="connsiteY246" fmla="*/ 1727889 h 1744984"/>
              <a:gd name="connsiteX247" fmla="*/ 445798 w 1634631"/>
              <a:gd name="connsiteY247" fmla="*/ 1727732 h 1744984"/>
              <a:gd name="connsiteX248" fmla="*/ 447260 w 1634631"/>
              <a:gd name="connsiteY248" fmla="*/ 1727552 h 1744984"/>
              <a:gd name="connsiteX249" fmla="*/ 448730 w 1634631"/>
              <a:gd name="connsiteY249" fmla="*/ 1727396 h 1744984"/>
              <a:gd name="connsiteX250" fmla="*/ 450168 w 1634631"/>
              <a:gd name="connsiteY250" fmla="*/ 1727248 h 1744984"/>
              <a:gd name="connsiteX251" fmla="*/ 453099 w 1634631"/>
              <a:gd name="connsiteY251" fmla="*/ 1726943 h 1744984"/>
              <a:gd name="connsiteX252" fmla="*/ 454530 w 1634631"/>
              <a:gd name="connsiteY252" fmla="*/ 1726755 h 1744984"/>
              <a:gd name="connsiteX253" fmla="*/ 457462 w 1634631"/>
              <a:gd name="connsiteY253" fmla="*/ 1726450 h 1744984"/>
              <a:gd name="connsiteX254" fmla="*/ 458931 w 1634631"/>
              <a:gd name="connsiteY254" fmla="*/ 1726270 h 1744984"/>
              <a:gd name="connsiteX255" fmla="*/ 460362 w 1634631"/>
              <a:gd name="connsiteY255" fmla="*/ 1726114 h 1744984"/>
              <a:gd name="connsiteX256" fmla="*/ 461831 w 1634631"/>
              <a:gd name="connsiteY256" fmla="*/ 1725934 h 1744984"/>
              <a:gd name="connsiteX257" fmla="*/ 463293 w 1634631"/>
              <a:gd name="connsiteY257" fmla="*/ 1725778 h 1744984"/>
              <a:gd name="connsiteX258" fmla="*/ 464732 w 1634631"/>
              <a:gd name="connsiteY258" fmla="*/ 1725598 h 1744984"/>
              <a:gd name="connsiteX259" fmla="*/ 466193 w 1634631"/>
              <a:gd name="connsiteY259" fmla="*/ 1725411 h 1744984"/>
              <a:gd name="connsiteX260" fmla="*/ 467663 w 1634631"/>
              <a:gd name="connsiteY260" fmla="*/ 1725262 h 1744984"/>
              <a:gd name="connsiteX261" fmla="*/ 469125 w 1634631"/>
              <a:gd name="connsiteY261" fmla="*/ 1725074 h 1744984"/>
              <a:gd name="connsiteX262" fmla="*/ 470563 w 1634631"/>
              <a:gd name="connsiteY262" fmla="*/ 1724895 h 1744984"/>
              <a:gd name="connsiteX263" fmla="*/ 472025 w 1634631"/>
              <a:gd name="connsiteY263" fmla="*/ 1724738 h 1744984"/>
              <a:gd name="connsiteX264" fmla="*/ 473495 w 1634631"/>
              <a:gd name="connsiteY264" fmla="*/ 1724558 h 1744984"/>
              <a:gd name="connsiteX265" fmla="*/ 474925 w 1634631"/>
              <a:gd name="connsiteY265" fmla="*/ 1724379 h 1744984"/>
              <a:gd name="connsiteX266" fmla="*/ 479326 w 1634631"/>
              <a:gd name="connsiteY266" fmla="*/ 1723824 h 1744984"/>
              <a:gd name="connsiteX267" fmla="*/ 480765 w 1634631"/>
              <a:gd name="connsiteY267" fmla="*/ 1723644 h 1744984"/>
              <a:gd name="connsiteX268" fmla="*/ 483696 w 1634631"/>
              <a:gd name="connsiteY268" fmla="*/ 1723276 h 1744984"/>
              <a:gd name="connsiteX269" fmla="*/ 485127 w 1634631"/>
              <a:gd name="connsiteY269" fmla="*/ 1723065 h 1744984"/>
              <a:gd name="connsiteX270" fmla="*/ 489528 w 1634631"/>
              <a:gd name="connsiteY270" fmla="*/ 1722510 h 1744984"/>
              <a:gd name="connsiteX271" fmla="*/ 490959 w 1634631"/>
              <a:gd name="connsiteY271" fmla="*/ 1722299 h 1744984"/>
              <a:gd name="connsiteX272" fmla="*/ 492428 w 1634631"/>
              <a:gd name="connsiteY272" fmla="*/ 1722119 h 1744984"/>
              <a:gd name="connsiteX273" fmla="*/ 493890 w 1634631"/>
              <a:gd name="connsiteY273" fmla="*/ 1721901 h 1744984"/>
              <a:gd name="connsiteX274" fmla="*/ 495328 w 1634631"/>
              <a:gd name="connsiteY274" fmla="*/ 1721721 h 1744984"/>
              <a:gd name="connsiteX275" fmla="*/ 498260 w 1634631"/>
              <a:gd name="connsiteY275" fmla="*/ 1721291 h 1744984"/>
              <a:gd name="connsiteX276" fmla="*/ 499722 w 1634631"/>
              <a:gd name="connsiteY276" fmla="*/ 1721111 h 1744984"/>
              <a:gd name="connsiteX277" fmla="*/ 501160 w 1634631"/>
              <a:gd name="connsiteY277" fmla="*/ 1720892 h 1744984"/>
              <a:gd name="connsiteX278" fmla="*/ 504092 w 1634631"/>
              <a:gd name="connsiteY278" fmla="*/ 1720470 h 1744984"/>
              <a:gd name="connsiteX279" fmla="*/ 505530 w 1634631"/>
              <a:gd name="connsiteY279" fmla="*/ 1720282 h 1744984"/>
              <a:gd name="connsiteX280" fmla="*/ 509923 w 1634631"/>
              <a:gd name="connsiteY280" fmla="*/ 1719641 h 1744984"/>
              <a:gd name="connsiteX281" fmla="*/ 511362 w 1634631"/>
              <a:gd name="connsiteY281" fmla="*/ 1719430 h 1744984"/>
              <a:gd name="connsiteX282" fmla="*/ 512823 w 1634631"/>
              <a:gd name="connsiteY282" fmla="*/ 1719188 h 1744984"/>
              <a:gd name="connsiteX283" fmla="*/ 514293 w 1634631"/>
              <a:gd name="connsiteY283" fmla="*/ 1718969 h 1744984"/>
              <a:gd name="connsiteX284" fmla="*/ 515724 w 1634631"/>
              <a:gd name="connsiteY284" fmla="*/ 1718758 h 1744984"/>
              <a:gd name="connsiteX285" fmla="*/ 517193 w 1634631"/>
              <a:gd name="connsiteY285" fmla="*/ 1718539 h 1744984"/>
              <a:gd name="connsiteX286" fmla="*/ 518655 w 1634631"/>
              <a:gd name="connsiteY286" fmla="*/ 1718297 h 1744984"/>
              <a:gd name="connsiteX287" fmla="*/ 520093 w 1634631"/>
              <a:gd name="connsiteY287" fmla="*/ 1718086 h 1744984"/>
              <a:gd name="connsiteX288" fmla="*/ 521555 w 1634631"/>
              <a:gd name="connsiteY288" fmla="*/ 1717843 h 1744984"/>
              <a:gd name="connsiteX289" fmla="*/ 523025 w 1634631"/>
              <a:gd name="connsiteY289" fmla="*/ 1717625 h 1744984"/>
              <a:gd name="connsiteX290" fmla="*/ 524487 w 1634631"/>
              <a:gd name="connsiteY290" fmla="*/ 1717382 h 1744984"/>
              <a:gd name="connsiteX291" fmla="*/ 525925 w 1634631"/>
              <a:gd name="connsiteY291" fmla="*/ 1717171 h 1744984"/>
              <a:gd name="connsiteX292" fmla="*/ 528857 w 1634631"/>
              <a:gd name="connsiteY292" fmla="*/ 1716679 h 1744984"/>
              <a:gd name="connsiteX293" fmla="*/ 530295 w 1634631"/>
              <a:gd name="connsiteY293" fmla="*/ 1716468 h 1744984"/>
              <a:gd name="connsiteX294" fmla="*/ 534688 w 1634631"/>
              <a:gd name="connsiteY294" fmla="*/ 1715733 h 1744984"/>
              <a:gd name="connsiteX295" fmla="*/ 536127 w 1634631"/>
              <a:gd name="connsiteY295" fmla="*/ 1715490 h 1744984"/>
              <a:gd name="connsiteX296" fmla="*/ 539058 w 1634631"/>
              <a:gd name="connsiteY296" fmla="*/ 1714998 h 1744984"/>
              <a:gd name="connsiteX297" fmla="*/ 540489 w 1634631"/>
              <a:gd name="connsiteY297" fmla="*/ 1714756 h 1744984"/>
              <a:gd name="connsiteX298" fmla="*/ 541958 w 1634631"/>
              <a:gd name="connsiteY298" fmla="*/ 1714482 h 1744984"/>
              <a:gd name="connsiteX299" fmla="*/ 544890 w 1634631"/>
              <a:gd name="connsiteY299" fmla="*/ 1713990 h 1744984"/>
              <a:gd name="connsiteX300" fmla="*/ 546320 w 1634631"/>
              <a:gd name="connsiteY300" fmla="*/ 1713716 h 1744984"/>
              <a:gd name="connsiteX301" fmla="*/ 547790 w 1634631"/>
              <a:gd name="connsiteY301" fmla="*/ 1713474 h 1744984"/>
              <a:gd name="connsiteX302" fmla="*/ 549252 w 1634631"/>
              <a:gd name="connsiteY302" fmla="*/ 1713200 h 1744984"/>
              <a:gd name="connsiteX303" fmla="*/ 550690 w 1634631"/>
              <a:gd name="connsiteY303" fmla="*/ 1712958 h 1744984"/>
              <a:gd name="connsiteX304" fmla="*/ 555083 w 1634631"/>
              <a:gd name="connsiteY304" fmla="*/ 1712129 h 1744984"/>
              <a:gd name="connsiteX305" fmla="*/ 556522 w 1634631"/>
              <a:gd name="connsiteY305" fmla="*/ 1711887 h 1744984"/>
              <a:gd name="connsiteX306" fmla="*/ 559453 w 1634631"/>
              <a:gd name="connsiteY306" fmla="*/ 1711339 h 1744984"/>
              <a:gd name="connsiteX307" fmla="*/ 560892 w 1634631"/>
              <a:gd name="connsiteY307" fmla="*/ 1711058 h 1744984"/>
              <a:gd name="connsiteX308" fmla="*/ 562354 w 1634631"/>
              <a:gd name="connsiteY308" fmla="*/ 1710784 h 1744984"/>
              <a:gd name="connsiteX309" fmla="*/ 563823 w 1634631"/>
              <a:gd name="connsiteY309" fmla="*/ 1710480 h 1744984"/>
              <a:gd name="connsiteX310" fmla="*/ 565285 w 1634631"/>
              <a:gd name="connsiteY310" fmla="*/ 1710206 h 1744984"/>
              <a:gd name="connsiteX311" fmla="*/ 566723 w 1634631"/>
              <a:gd name="connsiteY311" fmla="*/ 1709932 h 1744984"/>
              <a:gd name="connsiteX312" fmla="*/ 568185 w 1634631"/>
              <a:gd name="connsiteY312" fmla="*/ 1709659 h 1744984"/>
              <a:gd name="connsiteX313" fmla="*/ 569655 w 1634631"/>
              <a:gd name="connsiteY313" fmla="*/ 1709354 h 1744984"/>
              <a:gd name="connsiteX314" fmla="*/ 571086 w 1634631"/>
              <a:gd name="connsiteY314" fmla="*/ 1709080 h 1744984"/>
              <a:gd name="connsiteX315" fmla="*/ 574017 w 1634631"/>
              <a:gd name="connsiteY315" fmla="*/ 1708463 h 1744984"/>
              <a:gd name="connsiteX316" fmla="*/ 575487 w 1634631"/>
              <a:gd name="connsiteY316" fmla="*/ 1708189 h 1744984"/>
              <a:gd name="connsiteX317" fmla="*/ 576917 w 1634631"/>
              <a:gd name="connsiteY317" fmla="*/ 1707884 h 1744984"/>
              <a:gd name="connsiteX318" fmla="*/ 579849 w 1634631"/>
              <a:gd name="connsiteY318" fmla="*/ 1707274 h 1744984"/>
              <a:gd name="connsiteX319" fmla="*/ 581287 w 1634631"/>
              <a:gd name="connsiteY319" fmla="*/ 1706970 h 1744984"/>
              <a:gd name="connsiteX320" fmla="*/ 584218 w 1634631"/>
              <a:gd name="connsiteY320" fmla="*/ 1706360 h 1744984"/>
              <a:gd name="connsiteX321" fmla="*/ 585657 w 1634631"/>
              <a:gd name="connsiteY321" fmla="*/ 1706055 h 1744984"/>
              <a:gd name="connsiteX322" fmla="*/ 587119 w 1634631"/>
              <a:gd name="connsiteY322" fmla="*/ 1705750 h 1744984"/>
              <a:gd name="connsiteX323" fmla="*/ 588588 w 1634631"/>
              <a:gd name="connsiteY323" fmla="*/ 1705414 h 1744984"/>
              <a:gd name="connsiteX324" fmla="*/ 590050 w 1634631"/>
              <a:gd name="connsiteY324" fmla="*/ 1705109 h 1744984"/>
              <a:gd name="connsiteX325" fmla="*/ 591489 w 1634631"/>
              <a:gd name="connsiteY325" fmla="*/ 1704773 h 1744984"/>
              <a:gd name="connsiteX326" fmla="*/ 592950 w 1634631"/>
              <a:gd name="connsiteY326" fmla="*/ 1704468 h 1744984"/>
              <a:gd name="connsiteX327" fmla="*/ 594420 w 1634631"/>
              <a:gd name="connsiteY327" fmla="*/ 1704132 h 1744984"/>
              <a:gd name="connsiteX328" fmla="*/ 595851 w 1634631"/>
              <a:gd name="connsiteY328" fmla="*/ 1703827 h 1744984"/>
              <a:gd name="connsiteX329" fmla="*/ 600252 w 1634631"/>
              <a:gd name="connsiteY329" fmla="*/ 1702819 h 1744984"/>
              <a:gd name="connsiteX330" fmla="*/ 601682 w 1634631"/>
              <a:gd name="connsiteY330" fmla="*/ 1702482 h 1744984"/>
              <a:gd name="connsiteX331" fmla="*/ 604614 w 1634631"/>
              <a:gd name="connsiteY331" fmla="*/ 1701810 h 1744984"/>
              <a:gd name="connsiteX332" fmla="*/ 606052 w 1634631"/>
              <a:gd name="connsiteY332" fmla="*/ 1701474 h 1744984"/>
              <a:gd name="connsiteX333" fmla="*/ 607514 w 1634631"/>
              <a:gd name="connsiteY333" fmla="*/ 1701138 h 1744984"/>
              <a:gd name="connsiteX334" fmla="*/ 608984 w 1634631"/>
              <a:gd name="connsiteY334" fmla="*/ 1700771 h 1744984"/>
              <a:gd name="connsiteX335" fmla="*/ 610445 w 1634631"/>
              <a:gd name="connsiteY335" fmla="*/ 1700434 h 1744984"/>
              <a:gd name="connsiteX336" fmla="*/ 611884 w 1634631"/>
              <a:gd name="connsiteY336" fmla="*/ 1700067 h 1744984"/>
              <a:gd name="connsiteX337" fmla="*/ 613353 w 1634631"/>
              <a:gd name="connsiteY337" fmla="*/ 1699731 h 1744984"/>
              <a:gd name="connsiteX338" fmla="*/ 614815 w 1634631"/>
              <a:gd name="connsiteY338" fmla="*/ 1699363 h 1744984"/>
              <a:gd name="connsiteX339" fmla="*/ 616254 w 1634631"/>
              <a:gd name="connsiteY339" fmla="*/ 1698996 h 1744984"/>
              <a:gd name="connsiteX340" fmla="*/ 617715 w 1634631"/>
              <a:gd name="connsiteY340" fmla="*/ 1698636 h 1744984"/>
              <a:gd name="connsiteX341" fmla="*/ 619185 w 1634631"/>
              <a:gd name="connsiteY341" fmla="*/ 1698300 h 1744984"/>
              <a:gd name="connsiteX342" fmla="*/ 620647 w 1634631"/>
              <a:gd name="connsiteY342" fmla="*/ 1697933 h 1744984"/>
              <a:gd name="connsiteX343" fmla="*/ 622085 w 1634631"/>
              <a:gd name="connsiteY343" fmla="*/ 1697534 h 1744984"/>
              <a:gd name="connsiteX344" fmla="*/ 625017 w 1634631"/>
              <a:gd name="connsiteY344" fmla="*/ 1696799 h 1744984"/>
              <a:gd name="connsiteX345" fmla="*/ 626447 w 1634631"/>
              <a:gd name="connsiteY345" fmla="*/ 1696432 h 1744984"/>
              <a:gd name="connsiteX346" fmla="*/ 627917 w 1634631"/>
              <a:gd name="connsiteY346" fmla="*/ 1696041 h 1744984"/>
              <a:gd name="connsiteX347" fmla="*/ 629379 w 1634631"/>
              <a:gd name="connsiteY347" fmla="*/ 1695674 h 1744984"/>
              <a:gd name="connsiteX348" fmla="*/ 630848 w 1634631"/>
              <a:gd name="connsiteY348" fmla="*/ 1695275 h 1744984"/>
              <a:gd name="connsiteX349" fmla="*/ 632279 w 1634631"/>
              <a:gd name="connsiteY349" fmla="*/ 1694908 h 1744984"/>
              <a:gd name="connsiteX350" fmla="*/ 635210 w 1634631"/>
              <a:gd name="connsiteY350" fmla="*/ 1694118 h 1744984"/>
              <a:gd name="connsiteX351" fmla="*/ 636649 w 1634631"/>
              <a:gd name="connsiteY351" fmla="*/ 1693719 h 1744984"/>
              <a:gd name="connsiteX352" fmla="*/ 639580 w 1634631"/>
              <a:gd name="connsiteY352" fmla="*/ 1692922 h 1744984"/>
              <a:gd name="connsiteX353" fmla="*/ 641019 w 1634631"/>
              <a:gd name="connsiteY353" fmla="*/ 1692523 h 1744984"/>
              <a:gd name="connsiteX354" fmla="*/ 643950 w 1634631"/>
              <a:gd name="connsiteY354" fmla="*/ 1691734 h 1744984"/>
              <a:gd name="connsiteX355" fmla="*/ 645412 w 1634631"/>
              <a:gd name="connsiteY355" fmla="*/ 1691304 h 1744984"/>
              <a:gd name="connsiteX356" fmla="*/ 646850 w 1634631"/>
              <a:gd name="connsiteY356" fmla="*/ 1690905 h 1744984"/>
              <a:gd name="connsiteX357" fmla="*/ 649782 w 1634631"/>
              <a:gd name="connsiteY357" fmla="*/ 1690053 h 1744984"/>
              <a:gd name="connsiteX358" fmla="*/ 651212 w 1634631"/>
              <a:gd name="connsiteY358" fmla="*/ 1689654 h 1744984"/>
              <a:gd name="connsiteX359" fmla="*/ 655613 w 1634631"/>
              <a:gd name="connsiteY359" fmla="*/ 1688372 h 1744984"/>
              <a:gd name="connsiteX360" fmla="*/ 657044 w 1634631"/>
              <a:gd name="connsiteY360" fmla="*/ 1687942 h 1744984"/>
              <a:gd name="connsiteX361" fmla="*/ 658514 w 1634631"/>
              <a:gd name="connsiteY361" fmla="*/ 1687489 h 1744984"/>
              <a:gd name="connsiteX362" fmla="*/ 659976 w 1634631"/>
              <a:gd name="connsiteY362" fmla="*/ 1687059 h 1744984"/>
              <a:gd name="connsiteX363" fmla="*/ 661414 w 1634631"/>
              <a:gd name="connsiteY363" fmla="*/ 1686629 h 1744984"/>
              <a:gd name="connsiteX364" fmla="*/ 662876 w 1634631"/>
              <a:gd name="connsiteY364" fmla="*/ 1686176 h 1744984"/>
              <a:gd name="connsiteX365" fmla="*/ 664345 w 1634631"/>
              <a:gd name="connsiteY365" fmla="*/ 1685746 h 1744984"/>
              <a:gd name="connsiteX366" fmla="*/ 665807 w 1634631"/>
              <a:gd name="connsiteY366" fmla="*/ 1685292 h 1744984"/>
              <a:gd name="connsiteX367" fmla="*/ 667246 w 1634631"/>
              <a:gd name="connsiteY367" fmla="*/ 1684831 h 1744984"/>
              <a:gd name="connsiteX368" fmla="*/ 670177 w 1634631"/>
              <a:gd name="connsiteY368" fmla="*/ 1683916 h 1744984"/>
              <a:gd name="connsiteX369" fmla="*/ 671616 w 1634631"/>
              <a:gd name="connsiteY369" fmla="*/ 1683455 h 1744984"/>
              <a:gd name="connsiteX370" fmla="*/ 674547 w 1634631"/>
              <a:gd name="connsiteY370" fmla="*/ 1682541 h 1744984"/>
              <a:gd name="connsiteX371" fmla="*/ 676009 w 1634631"/>
              <a:gd name="connsiteY371" fmla="*/ 1682056 h 1744984"/>
              <a:gd name="connsiteX372" fmla="*/ 677447 w 1634631"/>
              <a:gd name="connsiteY372" fmla="*/ 1681595 h 1744984"/>
              <a:gd name="connsiteX373" fmla="*/ 680379 w 1634631"/>
              <a:gd name="connsiteY373" fmla="*/ 1680618 h 1744984"/>
              <a:gd name="connsiteX374" fmla="*/ 681809 w 1634631"/>
              <a:gd name="connsiteY374" fmla="*/ 1680156 h 1744984"/>
              <a:gd name="connsiteX375" fmla="*/ 686210 w 1634631"/>
              <a:gd name="connsiteY375" fmla="*/ 1678695 h 1744984"/>
              <a:gd name="connsiteX376" fmla="*/ 687641 w 1634631"/>
              <a:gd name="connsiteY376" fmla="*/ 1678202 h 1744984"/>
              <a:gd name="connsiteX377" fmla="*/ 689110 w 1634631"/>
              <a:gd name="connsiteY377" fmla="*/ 1677686 h 1744984"/>
              <a:gd name="connsiteX378" fmla="*/ 690572 w 1634631"/>
              <a:gd name="connsiteY378" fmla="*/ 1677194 h 1744984"/>
              <a:gd name="connsiteX379" fmla="*/ 692011 w 1634631"/>
              <a:gd name="connsiteY379" fmla="*/ 1676678 h 1744984"/>
              <a:gd name="connsiteX380" fmla="*/ 693480 w 1634631"/>
              <a:gd name="connsiteY380" fmla="*/ 1676193 h 1744984"/>
              <a:gd name="connsiteX381" fmla="*/ 696412 w 1634631"/>
              <a:gd name="connsiteY381" fmla="*/ 1675153 h 1744984"/>
              <a:gd name="connsiteX382" fmla="*/ 697842 w 1634631"/>
              <a:gd name="connsiteY382" fmla="*/ 1674630 h 1744984"/>
              <a:gd name="connsiteX383" fmla="*/ 700774 w 1634631"/>
              <a:gd name="connsiteY383" fmla="*/ 1673590 h 1744984"/>
              <a:gd name="connsiteX384" fmla="*/ 702212 w 1634631"/>
              <a:gd name="connsiteY384" fmla="*/ 1673074 h 1744984"/>
              <a:gd name="connsiteX385" fmla="*/ 703674 w 1634631"/>
              <a:gd name="connsiteY385" fmla="*/ 1672558 h 1744984"/>
              <a:gd name="connsiteX386" fmla="*/ 705144 w 1634631"/>
              <a:gd name="connsiteY386" fmla="*/ 1672003 h 1744984"/>
              <a:gd name="connsiteX387" fmla="*/ 706574 w 1634631"/>
              <a:gd name="connsiteY387" fmla="*/ 1671487 h 1744984"/>
              <a:gd name="connsiteX388" fmla="*/ 710975 w 1634631"/>
              <a:gd name="connsiteY388" fmla="*/ 1669838 h 1744984"/>
              <a:gd name="connsiteX389" fmla="*/ 712406 w 1634631"/>
              <a:gd name="connsiteY389" fmla="*/ 1669290 h 1744984"/>
              <a:gd name="connsiteX390" fmla="*/ 715337 w 1634631"/>
              <a:gd name="connsiteY390" fmla="*/ 1668188 h 1744984"/>
              <a:gd name="connsiteX391" fmla="*/ 716776 w 1634631"/>
              <a:gd name="connsiteY391" fmla="*/ 1667641 h 1744984"/>
              <a:gd name="connsiteX392" fmla="*/ 718245 w 1634631"/>
              <a:gd name="connsiteY392" fmla="*/ 1667062 h 1744984"/>
              <a:gd name="connsiteX393" fmla="*/ 719707 w 1634631"/>
              <a:gd name="connsiteY393" fmla="*/ 1666507 h 1744984"/>
              <a:gd name="connsiteX394" fmla="*/ 721169 w 1634631"/>
              <a:gd name="connsiteY394" fmla="*/ 1665929 h 1744984"/>
              <a:gd name="connsiteX395" fmla="*/ 722607 w 1634631"/>
              <a:gd name="connsiteY395" fmla="*/ 1665350 h 1744984"/>
              <a:gd name="connsiteX396" fmla="*/ 725539 w 1634631"/>
              <a:gd name="connsiteY396" fmla="*/ 1664186 h 1744984"/>
              <a:gd name="connsiteX397" fmla="*/ 726977 w 1634631"/>
              <a:gd name="connsiteY397" fmla="*/ 1663607 h 1744984"/>
              <a:gd name="connsiteX398" fmla="*/ 729909 w 1634631"/>
              <a:gd name="connsiteY398" fmla="*/ 1662450 h 1744984"/>
              <a:gd name="connsiteX399" fmla="*/ 731371 w 1634631"/>
              <a:gd name="connsiteY399" fmla="*/ 1661840 h 1744984"/>
              <a:gd name="connsiteX400" fmla="*/ 732809 w 1634631"/>
              <a:gd name="connsiteY400" fmla="*/ 1661223 h 1744984"/>
              <a:gd name="connsiteX401" fmla="*/ 734271 w 1634631"/>
              <a:gd name="connsiteY401" fmla="*/ 1660645 h 1744984"/>
              <a:gd name="connsiteX402" fmla="*/ 735740 w 1634631"/>
              <a:gd name="connsiteY402" fmla="*/ 1660035 h 1744984"/>
              <a:gd name="connsiteX403" fmla="*/ 737171 w 1634631"/>
              <a:gd name="connsiteY403" fmla="*/ 1659425 h 1744984"/>
              <a:gd name="connsiteX404" fmla="*/ 738641 w 1634631"/>
              <a:gd name="connsiteY404" fmla="*/ 1658815 h 1744984"/>
              <a:gd name="connsiteX405" fmla="*/ 740102 w 1634631"/>
              <a:gd name="connsiteY405" fmla="*/ 1658174 h 1744984"/>
              <a:gd name="connsiteX406" fmla="*/ 741572 w 1634631"/>
              <a:gd name="connsiteY406" fmla="*/ 1657564 h 1744984"/>
              <a:gd name="connsiteX407" fmla="*/ 743003 w 1634631"/>
              <a:gd name="connsiteY407" fmla="*/ 1656955 h 1744984"/>
              <a:gd name="connsiteX408" fmla="*/ 745934 w 1634631"/>
              <a:gd name="connsiteY408" fmla="*/ 1655673 h 1744984"/>
              <a:gd name="connsiteX409" fmla="*/ 747373 w 1634631"/>
              <a:gd name="connsiteY409" fmla="*/ 1655032 h 1744984"/>
              <a:gd name="connsiteX410" fmla="*/ 751774 w 1634631"/>
              <a:gd name="connsiteY410" fmla="*/ 1653101 h 1744984"/>
              <a:gd name="connsiteX411" fmla="*/ 753204 w 1634631"/>
              <a:gd name="connsiteY411" fmla="*/ 1652460 h 1744984"/>
              <a:gd name="connsiteX412" fmla="*/ 754674 w 1634631"/>
              <a:gd name="connsiteY412" fmla="*/ 1651788 h 1744984"/>
              <a:gd name="connsiteX413" fmla="*/ 756136 w 1634631"/>
              <a:gd name="connsiteY413" fmla="*/ 1651147 h 1744984"/>
              <a:gd name="connsiteX414" fmla="*/ 757574 w 1634631"/>
              <a:gd name="connsiteY414" fmla="*/ 1650474 h 1744984"/>
              <a:gd name="connsiteX415" fmla="*/ 761967 w 1634631"/>
              <a:gd name="connsiteY415" fmla="*/ 1648465 h 1744984"/>
              <a:gd name="connsiteX416" fmla="*/ 763406 w 1634631"/>
              <a:gd name="connsiteY416" fmla="*/ 1647793 h 1744984"/>
              <a:gd name="connsiteX417" fmla="*/ 764868 w 1634631"/>
              <a:gd name="connsiteY417" fmla="*/ 1647089 h 1744984"/>
              <a:gd name="connsiteX418" fmla="*/ 766337 w 1634631"/>
              <a:gd name="connsiteY418" fmla="*/ 1646417 h 1744984"/>
              <a:gd name="connsiteX419" fmla="*/ 767768 w 1634631"/>
              <a:gd name="connsiteY419" fmla="*/ 1645714 h 1744984"/>
              <a:gd name="connsiteX420" fmla="*/ 770699 w 1634631"/>
              <a:gd name="connsiteY420" fmla="*/ 1644306 h 1744984"/>
              <a:gd name="connsiteX421" fmla="*/ 772138 w 1634631"/>
              <a:gd name="connsiteY421" fmla="*/ 1643611 h 1744984"/>
              <a:gd name="connsiteX422" fmla="*/ 775069 w 1634631"/>
              <a:gd name="connsiteY422" fmla="*/ 1642204 h 1744984"/>
              <a:gd name="connsiteX423" fmla="*/ 776539 w 1634631"/>
              <a:gd name="connsiteY423" fmla="*/ 1641469 h 1744984"/>
              <a:gd name="connsiteX424" fmla="*/ 777969 w 1634631"/>
              <a:gd name="connsiteY424" fmla="*/ 1640765 h 1744984"/>
              <a:gd name="connsiteX425" fmla="*/ 780901 w 1634631"/>
              <a:gd name="connsiteY425" fmla="*/ 1639303 h 1744984"/>
              <a:gd name="connsiteX426" fmla="*/ 782339 w 1634631"/>
              <a:gd name="connsiteY426" fmla="*/ 1638569 h 1744984"/>
              <a:gd name="connsiteX427" fmla="*/ 785271 w 1634631"/>
              <a:gd name="connsiteY427" fmla="*/ 1637107 h 1744984"/>
              <a:gd name="connsiteX428" fmla="*/ 786733 w 1634631"/>
              <a:gd name="connsiteY428" fmla="*/ 1636341 h 1744984"/>
              <a:gd name="connsiteX429" fmla="*/ 788171 w 1634631"/>
              <a:gd name="connsiteY429" fmla="*/ 1635606 h 1744984"/>
              <a:gd name="connsiteX430" fmla="*/ 791102 w 1634631"/>
              <a:gd name="connsiteY430" fmla="*/ 1634081 h 1744984"/>
              <a:gd name="connsiteX431" fmla="*/ 792533 w 1634631"/>
              <a:gd name="connsiteY431" fmla="*/ 1633315 h 1744984"/>
              <a:gd name="connsiteX432" fmla="*/ 795464 w 1634631"/>
              <a:gd name="connsiteY432" fmla="*/ 1631791 h 1744984"/>
              <a:gd name="connsiteX433" fmla="*/ 796934 w 1634631"/>
              <a:gd name="connsiteY433" fmla="*/ 1630994 h 1744984"/>
              <a:gd name="connsiteX434" fmla="*/ 798372 w 1634631"/>
              <a:gd name="connsiteY434" fmla="*/ 1630204 h 1744984"/>
              <a:gd name="connsiteX435" fmla="*/ 799834 w 1634631"/>
              <a:gd name="connsiteY435" fmla="*/ 1629438 h 1744984"/>
              <a:gd name="connsiteX436" fmla="*/ 801296 w 1634631"/>
              <a:gd name="connsiteY436" fmla="*/ 1628641 h 1744984"/>
              <a:gd name="connsiteX437" fmla="*/ 802734 w 1634631"/>
              <a:gd name="connsiteY437" fmla="*/ 1627851 h 1744984"/>
              <a:gd name="connsiteX438" fmla="*/ 804204 w 1634631"/>
              <a:gd name="connsiteY438" fmla="*/ 1627054 h 1744984"/>
              <a:gd name="connsiteX439" fmla="*/ 805666 w 1634631"/>
              <a:gd name="connsiteY439" fmla="*/ 1626233 h 1744984"/>
              <a:gd name="connsiteX440" fmla="*/ 807136 w 1634631"/>
              <a:gd name="connsiteY440" fmla="*/ 1625436 h 1744984"/>
              <a:gd name="connsiteX441" fmla="*/ 808566 w 1634631"/>
              <a:gd name="connsiteY441" fmla="*/ 1624615 h 1744984"/>
              <a:gd name="connsiteX442" fmla="*/ 811498 w 1634631"/>
              <a:gd name="connsiteY442" fmla="*/ 1622965 h 1744984"/>
              <a:gd name="connsiteX443" fmla="*/ 812936 w 1634631"/>
              <a:gd name="connsiteY443" fmla="*/ 1622137 h 1744984"/>
              <a:gd name="connsiteX444" fmla="*/ 815867 w 1634631"/>
              <a:gd name="connsiteY444" fmla="*/ 1620495 h 1744984"/>
              <a:gd name="connsiteX445" fmla="*/ 817329 w 1634631"/>
              <a:gd name="connsiteY445" fmla="*/ 1619635 h 1744984"/>
              <a:gd name="connsiteX446" fmla="*/ 818768 w 1634631"/>
              <a:gd name="connsiteY446" fmla="*/ 1618783 h 1744984"/>
              <a:gd name="connsiteX447" fmla="*/ 820229 w 1634631"/>
              <a:gd name="connsiteY447" fmla="*/ 1617923 h 1744984"/>
              <a:gd name="connsiteX448" fmla="*/ 821699 w 1634631"/>
              <a:gd name="connsiteY448" fmla="*/ 1617102 h 1744984"/>
              <a:gd name="connsiteX449" fmla="*/ 823130 w 1634631"/>
              <a:gd name="connsiteY449" fmla="*/ 1616219 h 1744984"/>
              <a:gd name="connsiteX450" fmla="*/ 826061 w 1634631"/>
              <a:gd name="connsiteY450" fmla="*/ 1614507 h 1744984"/>
              <a:gd name="connsiteX451" fmla="*/ 827500 w 1634631"/>
              <a:gd name="connsiteY451" fmla="*/ 1613624 h 1744984"/>
              <a:gd name="connsiteX452" fmla="*/ 831901 w 1634631"/>
              <a:gd name="connsiteY452" fmla="*/ 1610966 h 1744984"/>
              <a:gd name="connsiteX453" fmla="*/ 833331 w 1634631"/>
              <a:gd name="connsiteY453" fmla="*/ 1610082 h 1744984"/>
              <a:gd name="connsiteX454" fmla="*/ 836263 w 1634631"/>
              <a:gd name="connsiteY454" fmla="*/ 1608245 h 1744984"/>
              <a:gd name="connsiteX455" fmla="*/ 837701 w 1634631"/>
              <a:gd name="connsiteY455" fmla="*/ 1607362 h 1744984"/>
              <a:gd name="connsiteX456" fmla="*/ 840632 w 1634631"/>
              <a:gd name="connsiteY456" fmla="*/ 1605525 h 1744984"/>
              <a:gd name="connsiteX457" fmla="*/ 842094 w 1634631"/>
              <a:gd name="connsiteY457" fmla="*/ 1604579 h 1744984"/>
              <a:gd name="connsiteX458" fmla="*/ 843533 w 1634631"/>
              <a:gd name="connsiteY458" fmla="*/ 1603665 h 1744984"/>
              <a:gd name="connsiteX459" fmla="*/ 846464 w 1634631"/>
              <a:gd name="connsiteY459" fmla="*/ 1601773 h 1744984"/>
              <a:gd name="connsiteX460" fmla="*/ 847895 w 1634631"/>
              <a:gd name="connsiteY460" fmla="*/ 1600858 h 1744984"/>
              <a:gd name="connsiteX461" fmla="*/ 849364 w 1634631"/>
              <a:gd name="connsiteY461" fmla="*/ 1599881 h 1744984"/>
              <a:gd name="connsiteX462" fmla="*/ 852296 w 1634631"/>
              <a:gd name="connsiteY462" fmla="*/ 1597989 h 1744984"/>
              <a:gd name="connsiteX463" fmla="*/ 853734 w 1634631"/>
              <a:gd name="connsiteY463" fmla="*/ 1597012 h 1744984"/>
              <a:gd name="connsiteX464" fmla="*/ 856666 w 1634631"/>
              <a:gd name="connsiteY464" fmla="*/ 1595058 h 1744984"/>
              <a:gd name="connsiteX465" fmla="*/ 858096 w 1634631"/>
              <a:gd name="connsiteY465" fmla="*/ 1594080 h 1744984"/>
              <a:gd name="connsiteX466" fmla="*/ 859566 w 1634631"/>
              <a:gd name="connsiteY466" fmla="*/ 1593103 h 1744984"/>
              <a:gd name="connsiteX467" fmla="*/ 861028 w 1634631"/>
              <a:gd name="connsiteY467" fmla="*/ 1592095 h 1744984"/>
              <a:gd name="connsiteX468" fmla="*/ 862497 w 1634631"/>
              <a:gd name="connsiteY468" fmla="*/ 1591118 h 1744984"/>
              <a:gd name="connsiteX469" fmla="*/ 863928 w 1634631"/>
              <a:gd name="connsiteY469" fmla="*/ 1590109 h 1744984"/>
              <a:gd name="connsiteX470" fmla="*/ 866859 w 1634631"/>
              <a:gd name="connsiteY470" fmla="*/ 1588092 h 1744984"/>
              <a:gd name="connsiteX471" fmla="*/ 868298 w 1634631"/>
              <a:gd name="connsiteY471" fmla="*/ 1587053 h 1744984"/>
              <a:gd name="connsiteX472" fmla="*/ 869760 w 1634631"/>
              <a:gd name="connsiteY472" fmla="*/ 1586044 h 1744984"/>
              <a:gd name="connsiteX473" fmla="*/ 872691 w 1634631"/>
              <a:gd name="connsiteY473" fmla="*/ 1583973 h 1744984"/>
              <a:gd name="connsiteX474" fmla="*/ 874129 w 1634631"/>
              <a:gd name="connsiteY474" fmla="*/ 1582933 h 1744984"/>
              <a:gd name="connsiteX475" fmla="*/ 875591 w 1634631"/>
              <a:gd name="connsiteY475" fmla="*/ 1581893 h 1744984"/>
              <a:gd name="connsiteX476" fmla="*/ 877061 w 1634631"/>
              <a:gd name="connsiteY476" fmla="*/ 1580822 h 1744984"/>
              <a:gd name="connsiteX477" fmla="*/ 878499 w 1634631"/>
              <a:gd name="connsiteY477" fmla="*/ 1579783 h 1744984"/>
              <a:gd name="connsiteX478" fmla="*/ 882893 w 1634631"/>
              <a:gd name="connsiteY478" fmla="*/ 1576578 h 1744984"/>
              <a:gd name="connsiteX479" fmla="*/ 884331 w 1634631"/>
              <a:gd name="connsiteY479" fmla="*/ 1575483 h 1744984"/>
              <a:gd name="connsiteX480" fmla="*/ 885793 w 1634631"/>
              <a:gd name="connsiteY480" fmla="*/ 1574412 h 1744984"/>
              <a:gd name="connsiteX481" fmla="*/ 887263 w 1634631"/>
              <a:gd name="connsiteY481" fmla="*/ 1573310 h 1744984"/>
              <a:gd name="connsiteX482" fmla="*/ 888693 w 1634631"/>
              <a:gd name="connsiteY482" fmla="*/ 1572216 h 1744984"/>
              <a:gd name="connsiteX483" fmla="*/ 891625 w 1634631"/>
              <a:gd name="connsiteY483" fmla="*/ 1570011 h 1744984"/>
              <a:gd name="connsiteX484" fmla="*/ 893063 w 1634631"/>
              <a:gd name="connsiteY484" fmla="*/ 1568885 h 1744984"/>
              <a:gd name="connsiteX485" fmla="*/ 894525 w 1634631"/>
              <a:gd name="connsiteY485" fmla="*/ 1567752 h 1744984"/>
              <a:gd name="connsiteX486" fmla="*/ 895994 w 1634631"/>
              <a:gd name="connsiteY486" fmla="*/ 1566658 h 1744984"/>
              <a:gd name="connsiteX487" fmla="*/ 897456 w 1634631"/>
              <a:gd name="connsiteY487" fmla="*/ 1565493 h 1744984"/>
              <a:gd name="connsiteX488" fmla="*/ 898895 w 1634631"/>
              <a:gd name="connsiteY488" fmla="*/ 1564367 h 1744984"/>
              <a:gd name="connsiteX489" fmla="*/ 900356 w 1634631"/>
              <a:gd name="connsiteY489" fmla="*/ 1563234 h 1744984"/>
              <a:gd name="connsiteX490" fmla="*/ 901826 w 1634631"/>
              <a:gd name="connsiteY490" fmla="*/ 1562077 h 1744984"/>
              <a:gd name="connsiteX491" fmla="*/ 903257 w 1634631"/>
              <a:gd name="connsiteY491" fmla="*/ 1560912 h 1744984"/>
              <a:gd name="connsiteX492" fmla="*/ 907658 w 1634631"/>
              <a:gd name="connsiteY492" fmla="*/ 1557433 h 1744984"/>
              <a:gd name="connsiteX493" fmla="*/ 909096 w 1634631"/>
              <a:gd name="connsiteY493" fmla="*/ 1556245 h 1744984"/>
              <a:gd name="connsiteX494" fmla="*/ 912028 w 1634631"/>
              <a:gd name="connsiteY494" fmla="*/ 1553861 h 1744984"/>
              <a:gd name="connsiteX495" fmla="*/ 913458 w 1634631"/>
              <a:gd name="connsiteY495" fmla="*/ 1552672 h 1744984"/>
              <a:gd name="connsiteX496" fmla="*/ 914928 w 1634631"/>
              <a:gd name="connsiteY496" fmla="*/ 1551477 h 1744984"/>
              <a:gd name="connsiteX497" fmla="*/ 917859 w 1634631"/>
              <a:gd name="connsiteY497" fmla="*/ 1549037 h 1744984"/>
              <a:gd name="connsiteX498" fmla="*/ 919290 w 1634631"/>
              <a:gd name="connsiteY498" fmla="*/ 1547818 h 1744984"/>
              <a:gd name="connsiteX499" fmla="*/ 922221 w 1634631"/>
              <a:gd name="connsiteY499" fmla="*/ 1545371 h 1744984"/>
              <a:gd name="connsiteX500" fmla="*/ 923660 w 1634631"/>
              <a:gd name="connsiteY500" fmla="*/ 1544120 h 1744984"/>
              <a:gd name="connsiteX501" fmla="*/ 928053 w 1634631"/>
              <a:gd name="connsiteY501" fmla="*/ 1540368 h 1744984"/>
              <a:gd name="connsiteX502" fmla="*/ 929491 w 1634631"/>
              <a:gd name="connsiteY502" fmla="*/ 1539078 h 1744984"/>
              <a:gd name="connsiteX503" fmla="*/ 930953 w 1634631"/>
              <a:gd name="connsiteY503" fmla="*/ 1537828 h 1744984"/>
              <a:gd name="connsiteX504" fmla="*/ 932423 w 1634631"/>
              <a:gd name="connsiteY504" fmla="*/ 1536546 h 1744984"/>
              <a:gd name="connsiteX505" fmla="*/ 933861 w 1634631"/>
              <a:gd name="connsiteY505" fmla="*/ 1535263 h 1744984"/>
              <a:gd name="connsiteX506" fmla="*/ 935323 w 1634631"/>
              <a:gd name="connsiteY506" fmla="*/ 1533981 h 1744984"/>
              <a:gd name="connsiteX507" fmla="*/ 938254 w 1634631"/>
              <a:gd name="connsiteY507" fmla="*/ 1531355 h 1744984"/>
              <a:gd name="connsiteX508" fmla="*/ 939693 w 1634631"/>
              <a:gd name="connsiteY508" fmla="*/ 1530073 h 1744984"/>
              <a:gd name="connsiteX509" fmla="*/ 941155 w 1634631"/>
              <a:gd name="connsiteY509" fmla="*/ 1528728 h 1744984"/>
              <a:gd name="connsiteX510" fmla="*/ 942624 w 1634631"/>
              <a:gd name="connsiteY510" fmla="*/ 1527415 h 1744984"/>
              <a:gd name="connsiteX511" fmla="*/ 944055 w 1634631"/>
              <a:gd name="connsiteY511" fmla="*/ 1526102 h 1744984"/>
              <a:gd name="connsiteX512" fmla="*/ 946986 w 1634631"/>
              <a:gd name="connsiteY512" fmla="*/ 1523420 h 1744984"/>
              <a:gd name="connsiteX513" fmla="*/ 948425 w 1634631"/>
              <a:gd name="connsiteY513" fmla="*/ 1522076 h 1744984"/>
              <a:gd name="connsiteX514" fmla="*/ 949887 w 1634631"/>
              <a:gd name="connsiteY514" fmla="*/ 1520700 h 1744984"/>
              <a:gd name="connsiteX515" fmla="*/ 951356 w 1634631"/>
              <a:gd name="connsiteY515" fmla="*/ 1519355 h 1744984"/>
              <a:gd name="connsiteX516" fmla="*/ 952818 w 1634631"/>
              <a:gd name="connsiteY516" fmla="*/ 1517980 h 1744984"/>
              <a:gd name="connsiteX517" fmla="*/ 954256 w 1634631"/>
              <a:gd name="connsiteY517" fmla="*/ 1516604 h 1744984"/>
              <a:gd name="connsiteX518" fmla="*/ 955718 w 1634631"/>
              <a:gd name="connsiteY518" fmla="*/ 1515236 h 1744984"/>
              <a:gd name="connsiteX519" fmla="*/ 957188 w 1634631"/>
              <a:gd name="connsiteY519" fmla="*/ 1513828 h 1744984"/>
              <a:gd name="connsiteX520" fmla="*/ 958626 w 1634631"/>
              <a:gd name="connsiteY520" fmla="*/ 1512421 h 1744984"/>
              <a:gd name="connsiteX521" fmla="*/ 960088 w 1634631"/>
              <a:gd name="connsiteY521" fmla="*/ 1511053 h 1744984"/>
              <a:gd name="connsiteX522" fmla="*/ 961550 w 1634631"/>
              <a:gd name="connsiteY522" fmla="*/ 1509646 h 1744984"/>
              <a:gd name="connsiteX523" fmla="*/ 963020 w 1634631"/>
              <a:gd name="connsiteY523" fmla="*/ 1508208 h 1744984"/>
              <a:gd name="connsiteX524" fmla="*/ 964458 w 1634631"/>
              <a:gd name="connsiteY524" fmla="*/ 1506777 h 1744984"/>
              <a:gd name="connsiteX525" fmla="*/ 965920 w 1634631"/>
              <a:gd name="connsiteY525" fmla="*/ 1505370 h 1744984"/>
              <a:gd name="connsiteX526" fmla="*/ 967389 w 1634631"/>
              <a:gd name="connsiteY526" fmla="*/ 1503932 h 1744984"/>
              <a:gd name="connsiteX527" fmla="*/ 968820 w 1634631"/>
              <a:gd name="connsiteY527" fmla="*/ 1502470 h 1744984"/>
              <a:gd name="connsiteX528" fmla="*/ 970290 w 1634631"/>
              <a:gd name="connsiteY528" fmla="*/ 1501032 h 1744984"/>
              <a:gd name="connsiteX529" fmla="*/ 973221 w 1634631"/>
              <a:gd name="connsiteY529" fmla="*/ 1498100 h 1744984"/>
              <a:gd name="connsiteX530" fmla="*/ 974652 w 1634631"/>
              <a:gd name="connsiteY530" fmla="*/ 1496638 h 1744984"/>
              <a:gd name="connsiteX531" fmla="*/ 976121 w 1634631"/>
              <a:gd name="connsiteY531" fmla="*/ 1495169 h 1744984"/>
              <a:gd name="connsiteX532" fmla="*/ 977583 w 1634631"/>
              <a:gd name="connsiteY532" fmla="*/ 1493676 h 1744984"/>
              <a:gd name="connsiteX533" fmla="*/ 979021 w 1634631"/>
              <a:gd name="connsiteY533" fmla="*/ 1492206 h 1744984"/>
              <a:gd name="connsiteX534" fmla="*/ 980483 w 1634631"/>
              <a:gd name="connsiteY534" fmla="*/ 1490682 h 1744984"/>
              <a:gd name="connsiteX535" fmla="*/ 983415 w 1634631"/>
              <a:gd name="connsiteY535" fmla="*/ 1487688 h 1744984"/>
              <a:gd name="connsiteX536" fmla="*/ 984853 w 1634631"/>
              <a:gd name="connsiteY536" fmla="*/ 1486163 h 1744984"/>
              <a:gd name="connsiteX537" fmla="*/ 987785 w 1634631"/>
              <a:gd name="connsiteY537" fmla="*/ 1483107 h 1744984"/>
              <a:gd name="connsiteX538" fmla="*/ 989223 w 1634631"/>
              <a:gd name="connsiteY538" fmla="*/ 1481551 h 1744984"/>
              <a:gd name="connsiteX539" fmla="*/ 990685 w 1634631"/>
              <a:gd name="connsiteY539" fmla="*/ 1480027 h 1744984"/>
              <a:gd name="connsiteX540" fmla="*/ 992155 w 1634631"/>
              <a:gd name="connsiteY540" fmla="*/ 1478471 h 1744984"/>
              <a:gd name="connsiteX541" fmla="*/ 993616 w 1634631"/>
              <a:gd name="connsiteY541" fmla="*/ 1476876 h 1744984"/>
              <a:gd name="connsiteX542" fmla="*/ 995055 w 1634631"/>
              <a:gd name="connsiteY542" fmla="*/ 1475321 h 1744984"/>
              <a:gd name="connsiteX543" fmla="*/ 996517 w 1634631"/>
              <a:gd name="connsiteY543" fmla="*/ 1473765 h 1744984"/>
              <a:gd name="connsiteX544" fmla="*/ 997986 w 1634631"/>
              <a:gd name="connsiteY544" fmla="*/ 1472178 h 1744984"/>
              <a:gd name="connsiteX545" fmla="*/ 999417 w 1634631"/>
              <a:gd name="connsiteY545" fmla="*/ 1470591 h 1744984"/>
              <a:gd name="connsiteX546" fmla="*/ 1000886 w 1634631"/>
              <a:gd name="connsiteY546" fmla="*/ 1468973 h 1744984"/>
              <a:gd name="connsiteX547" fmla="*/ 1002348 w 1634631"/>
              <a:gd name="connsiteY547" fmla="*/ 1467386 h 1744984"/>
              <a:gd name="connsiteX548" fmla="*/ 1003818 w 1634631"/>
              <a:gd name="connsiteY548" fmla="*/ 1465768 h 1744984"/>
              <a:gd name="connsiteX549" fmla="*/ 1005248 w 1634631"/>
              <a:gd name="connsiteY549" fmla="*/ 1464150 h 1744984"/>
              <a:gd name="connsiteX550" fmla="*/ 1006718 w 1634631"/>
              <a:gd name="connsiteY550" fmla="*/ 1462500 h 1744984"/>
              <a:gd name="connsiteX551" fmla="*/ 1008180 w 1634631"/>
              <a:gd name="connsiteY551" fmla="*/ 1460882 h 1744984"/>
              <a:gd name="connsiteX552" fmla="*/ 1009618 w 1634631"/>
              <a:gd name="connsiteY552" fmla="*/ 1459233 h 1744984"/>
              <a:gd name="connsiteX553" fmla="*/ 1012550 w 1634631"/>
              <a:gd name="connsiteY553" fmla="*/ 1455934 h 1744984"/>
              <a:gd name="connsiteX554" fmla="*/ 1013988 w 1634631"/>
              <a:gd name="connsiteY554" fmla="*/ 1454284 h 1744984"/>
              <a:gd name="connsiteX555" fmla="*/ 1018381 w 1634631"/>
              <a:gd name="connsiteY555" fmla="*/ 1449242 h 1744984"/>
              <a:gd name="connsiteX556" fmla="*/ 1019820 w 1634631"/>
              <a:gd name="connsiteY556" fmla="*/ 1447538 h 1744984"/>
              <a:gd name="connsiteX557" fmla="*/ 1022751 w 1634631"/>
              <a:gd name="connsiteY557" fmla="*/ 1444114 h 1744984"/>
              <a:gd name="connsiteX558" fmla="*/ 1024182 w 1634631"/>
              <a:gd name="connsiteY558" fmla="*/ 1442402 h 1744984"/>
              <a:gd name="connsiteX559" fmla="*/ 1025651 w 1634631"/>
              <a:gd name="connsiteY559" fmla="*/ 1440698 h 1744984"/>
              <a:gd name="connsiteX560" fmla="*/ 1028583 w 1634631"/>
              <a:gd name="connsiteY560" fmla="*/ 1437212 h 1744984"/>
              <a:gd name="connsiteX561" fmla="*/ 1030014 w 1634631"/>
              <a:gd name="connsiteY561" fmla="*/ 1435476 h 1744984"/>
              <a:gd name="connsiteX562" fmla="*/ 1032945 w 1634631"/>
              <a:gd name="connsiteY562" fmla="*/ 1431927 h 1744984"/>
              <a:gd name="connsiteX563" fmla="*/ 1034383 w 1634631"/>
              <a:gd name="connsiteY563" fmla="*/ 1430160 h 1744984"/>
              <a:gd name="connsiteX564" fmla="*/ 1035845 w 1634631"/>
              <a:gd name="connsiteY564" fmla="*/ 1428417 h 1744984"/>
              <a:gd name="connsiteX565" fmla="*/ 1038777 w 1634631"/>
              <a:gd name="connsiteY565" fmla="*/ 1424813 h 1744984"/>
              <a:gd name="connsiteX566" fmla="*/ 1040215 w 1634631"/>
              <a:gd name="connsiteY566" fmla="*/ 1423015 h 1744984"/>
              <a:gd name="connsiteX567" fmla="*/ 1041677 w 1634631"/>
              <a:gd name="connsiteY567" fmla="*/ 1421210 h 1744984"/>
              <a:gd name="connsiteX568" fmla="*/ 1043147 w 1634631"/>
              <a:gd name="connsiteY568" fmla="*/ 1419380 h 1744984"/>
              <a:gd name="connsiteX569" fmla="*/ 1044585 w 1634631"/>
              <a:gd name="connsiteY569" fmla="*/ 1417575 h 1744984"/>
              <a:gd name="connsiteX570" fmla="*/ 1046047 w 1634631"/>
              <a:gd name="connsiteY570" fmla="*/ 1415745 h 1744984"/>
              <a:gd name="connsiteX571" fmla="*/ 1047516 w 1634631"/>
              <a:gd name="connsiteY571" fmla="*/ 1413885 h 1744984"/>
              <a:gd name="connsiteX572" fmla="*/ 1048978 w 1634631"/>
              <a:gd name="connsiteY572" fmla="*/ 1412048 h 1744984"/>
              <a:gd name="connsiteX573" fmla="*/ 1050417 w 1634631"/>
              <a:gd name="connsiteY573" fmla="*/ 1410187 h 1744984"/>
              <a:gd name="connsiteX574" fmla="*/ 1053348 w 1634631"/>
              <a:gd name="connsiteY574" fmla="*/ 1406466 h 1744984"/>
              <a:gd name="connsiteX575" fmla="*/ 1054779 w 1634631"/>
              <a:gd name="connsiteY575" fmla="*/ 1404567 h 1744984"/>
              <a:gd name="connsiteX576" fmla="*/ 1059180 w 1634631"/>
              <a:gd name="connsiteY576" fmla="*/ 1398891 h 1744984"/>
              <a:gd name="connsiteX577" fmla="*/ 1060610 w 1634631"/>
              <a:gd name="connsiteY577" fmla="*/ 1396968 h 1744984"/>
              <a:gd name="connsiteX578" fmla="*/ 1062080 w 1634631"/>
              <a:gd name="connsiteY578" fmla="*/ 1395076 h 1744984"/>
              <a:gd name="connsiteX579" fmla="*/ 1063542 w 1634631"/>
              <a:gd name="connsiteY579" fmla="*/ 1393122 h 1744984"/>
              <a:gd name="connsiteX580" fmla="*/ 1064980 w 1634631"/>
              <a:gd name="connsiteY580" fmla="*/ 1391199 h 1744984"/>
              <a:gd name="connsiteX581" fmla="*/ 1069373 w 1634631"/>
              <a:gd name="connsiteY581" fmla="*/ 1385336 h 1744984"/>
              <a:gd name="connsiteX582" fmla="*/ 1070812 w 1634631"/>
              <a:gd name="connsiteY582" fmla="*/ 1383382 h 1744984"/>
              <a:gd name="connsiteX583" fmla="*/ 1073743 w 1634631"/>
              <a:gd name="connsiteY583" fmla="*/ 1379411 h 1744984"/>
              <a:gd name="connsiteX584" fmla="*/ 1075182 w 1634631"/>
              <a:gd name="connsiteY584" fmla="*/ 1377425 h 1744984"/>
              <a:gd name="connsiteX585" fmla="*/ 1078113 w 1634631"/>
              <a:gd name="connsiteY585" fmla="*/ 1373391 h 1744984"/>
              <a:gd name="connsiteX586" fmla="*/ 1079544 w 1634631"/>
              <a:gd name="connsiteY586" fmla="*/ 1371375 h 1744984"/>
              <a:gd name="connsiteX587" fmla="*/ 1081013 w 1634631"/>
              <a:gd name="connsiteY587" fmla="*/ 1369365 h 1744984"/>
              <a:gd name="connsiteX588" fmla="*/ 1083945 w 1634631"/>
              <a:gd name="connsiteY588" fmla="*/ 1365269 h 1744984"/>
              <a:gd name="connsiteX589" fmla="*/ 1085375 w 1634631"/>
              <a:gd name="connsiteY589" fmla="*/ 1363221 h 1744984"/>
              <a:gd name="connsiteX590" fmla="*/ 1086845 w 1634631"/>
              <a:gd name="connsiteY590" fmla="*/ 1361181 h 1744984"/>
              <a:gd name="connsiteX591" fmla="*/ 1088307 w 1634631"/>
              <a:gd name="connsiteY591" fmla="*/ 1359101 h 1744984"/>
              <a:gd name="connsiteX592" fmla="*/ 1089745 w 1634631"/>
              <a:gd name="connsiteY592" fmla="*/ 1357022 h 1744984"/>
              <a:gd name="connsiteX593" fmla="*/ 1091207 w 1634631"/>
              <a:gd name="connsiteY593" fmla="*/ 1354950 h 1744984"/>
              <a:gd name="connsiteX594" fmla="*/ 1094139 w 1634631"/>
              <a:gd name="connsiteY594" fmla="*/ 1350737 h 1744984"/>
              <a:gd name="connsiteX595" fmla="*/ 1095577 w 1634631"/>
              <a:gd name="connsiteY595" fmla="*/ 1348626 h 1744984"/>
              <a:gd name="connsiteX596" fmla="*/ 1097047 w 1634631"/>
              <a:gd name="connsiteY596" fmla="*/ 1346523 h 1744984"/>
              <a:gd name="connsiteX597" fmla="*/ 1098508 w 1634631"/>
              <a:gd name="connsiteY597" fmla="*/ 1344382 h 1744984"/>
              <a:gd name="connsiteX598" fmla="*/ 1099947 w 1634631"/>
              <a:gd name="connsiteY598" fmla="*/ 1342247 h 1744984"/>
              <a:gd name="connsiteX599" fmla="*/ 1101409 w 1634631"/>
              <a:gd name="connsiteY599" fmla="*/ 1340137 h 1744984"/>
              <a:gd name="connsiteX600" fmla="*/ 1104340 w 1634631"/>
              <a:gd name="connsiteY600" fmla="*/ 1335806 h 1744984"/>
              <a:gd name="connsiteX601" fmla="*/ 1105778 w 1634631"/>
              <a:gd name="connsiteY601" fmla="*/ 1333633 h 1744984"/>
              <a:gd name="connsiteX602" fmla="*/ 1107240 w 1634631"/>
              <a:gd name="connsiteY602" fmla="*/ 1331467 h 1744984"/>
              <a:gd name="connsiteX603" fmla="*/ 1108710 w 1634631"/>
              <a:gd name="connsiteY603" fmla="*/ 1329271 h 1744984"/>
              <a:gd name="connsiteX604" fmla="*/ 1110141 w 1634631"/>
              <a:gd name="connsiteY604" fmla="*/ 1327098 h 1744984"/>
              <a:gd name="connsiteX605" fmla="*/ 1111610 w 1634631"/>
              <a:gd name="connsiteY605" fmla="*/ 1324870 h 1744984"/>
              <a:gd name="connsiteX606" fmla="*/ 1113072 w 1634631"/>
              <a:gd name="connsiteY606" fmla="*/ 1322673 h 1744984"/>
              <a:gd name="connsiteX607" fmla="*/ 1114542 w 1634631"/>
              <a:gd name="connsiteY607" fmla="*/ 1320445 h 1744984"/>
              <a:gd name="connsiteX608" fmla="*/ 1115972 w 1634631"/>
              <a:gd name="connsiteY608" fmla="*/ 1318217 h 1744984"/>
              <a:gd name="connsiteX609" fmla="*/ 1118904 w 1634631"/>
              <a:gd name="connsiteY609" fmla="*/ 1313754 h 1744984"/>
              <a:gd name="connsiteX610" fmla="*/ 1120342 w 1634631"/>
              <a:gd name="connsiteY610" fmla="*/ 1311494 h 1744984"/>
              <a:gd name="connsiteX611" fmla="*/ 1121804 w 1634631"/>
              <a:gd name="connsiteY611" fmla="*/ 1309204 h 1744984"/>
              <a:gd name="connsiteX612" fmla="*/ 1123273 w 1634631"/>
              <a:gd name="connsiteY612" fmla="*/ 1306945 h 1744984"/>
              <a:gd name="connsiteX613" fmla="*/ 1124743 w 1634631"/>
              <a:gd name="connsiteY613" fmla="*/ 1304654 h 1744984"/>
              <a:gd name="connsiteX614" fmla="*/ 1126174 w 1634631"/>
              <a:gd name="connsiteY614" fmla="*/ 1302364 h 1744984"/>
              <a:gd name="connsiteX615" fmla="*/ 1127643 w 1634631"/>
              <a:gd name="connsiteY615" fmla="*/ 1300105 h 1744984"/>
              <a:gd name="connsiteX616" fmla="*/ 1129105 w 1634631"/>
              <a:gd name="connsiteY616" fmla="*/ 1297783 h 1744984"/>
              <a:gd name="connsiteX617" fmla="*/ 1130543 w 1634631"/>
              <a:gd name="connsiteY617" fmla="*/ 1295461 h 1744984"/>
              <a:gd name="connsiteX618" fmla="*/ 1132005 w 1634631"/>
              <a:gd name="connsiteY618" fmla="*/ 1293147 h 1744984"/>
              <a:gd name="connsiteX619" fmla="*/ 1133475 w 1634631"/>
              <a:gd name="connsiteY619" fmla="*/ 1290794 h 1744984"/>
              <a:gd name="connsiteX620" fmla="*/ 1134906 w 1634631"/>
              <a:gd name="connsiteY620" fmla="*/ 1288472 h 1744984"/>
              <a:gd name="connsiteX621" fmla="*/ 1137837 w 1634631"/>
              <a:gd name="connsiteY621" fmla="*/ 1283767 h 1744984"/>
              <a:gd name="connsiteX622" fmla="*/ 1139307 w 1634631"/>
              <a:gd name="connsiteY622" fmla="*/ 1281390 h 1744984"/>
              <a:gd name="connsiteX623" fmla="*/ 1140737 w 1634631"/>
              <a:gd name="connsiteY623" fmla="*/ 1279037 h 1744984"/>
              <a:gd name="connsiteX624" fmla="*/ 1142207 w 1634631"/>
              <a:gd name="connsiteY624" fmla="*/ 1276622 h 1744984"/>
              <a:gd name="connsiteX625" fmla="*/ 1143669 w 1634631"/>
              <a:gd name="connsiteY625" fmla="*/ 1274245 h 1744984"/>
              <a:gd name="connsiteX626" fmla="*/ 1145107 w 1634631"/>
              <a:gd name="connsiteY626" fmla="*/ 1271829 h 1744984"/>
              <a:gd name="connsiteX627" fmla="*/ 1149500 w 1634631"/>
              <a:gd name="connsiteY627" fmla="*/ 1264591 h 1744984"/>
              <a:gd name="connsiteX628" fmla="*/ 1150939 w 1634631"/>
              <a:gd name="connsiteY628" fmla="*/ 1262120 h 1744984"/>
              <a:gd name="connsiteX629" fmla="*/ 1153870 w 1634631"/>
              <a:gd name="connsiteY629" fmla="*/ 1257235 h 1744984"/>
              <a:gd name="connsiteX630" fmla="*/ 1155309 w 1634631"/>
              <a:gd name="connsiteY630" fmla="*/ 1254757 h 1744984"/>
              <a:gd name="connsiteX631" fmla="*/ 1158240 w 1634631"/>
              <a:gd name="connsiteY631" fmla="*/ 1249816 h 1744984"/>
              <a:gd name="connsiteX632" fmla="*/ 1159702 w 1634631"/>
              <a:gd name="connsiteY632" fmla="*/ 1247307 h 1744984"/>
              <a:gd name="connsiteX633" fmla="*/ 1161140 w 1634631"/>
              <a:gd name="connsiteY633" fmla="*/ 1244805 h 1744984"/>
              <a:gd name="connsiteX634" fmla="*/ 1162602 w 1634631"/>
              <a:gd name="connsiteY634" fmla="*/ 1242335 h 1744984"/>
              <a:gd name="connsiteX635" fmla="*/ 1164072 w 1634631"/>
              <a:gd name="connsiteY635" fmla="*/ 1239794 h 1744984"/>
              <a:gd name="connsiteX636" fmla="*/ 1165502 w 1634631"/>
              <a:gd name="connsiteY636" fmla="*/ 1237262 h 1744984"/>
              <a:gd name="connsiteX637" fmla="*/ 1168434 w 1634631"/>
              <a:gd name="connsiteY637" fmla="*/ 1232196 h 1744984"/>
              <a:gd name="connsiteX638" fmla="*/ 1169903 w 1634631"/>
              <a:gd name="connsiteY638" fmla="*/ 1229632 h 1744984"/>
              <a:gd name="connsiteX639" fmla="*/ 1171334 w 1634631"/>
              <a:gd name="connsiteY639" fmla="*/ 1227060 h 1744984"/>
              <a:gd name="connsiteX640" fmla="*/ 1172804 w 1634631"/>
              <a:gd name="connsiteY640" fmla="*/ 1224496 h 1744984"/>
              <a:gd name="connsiteX641" fmla="*/ 1174265 w 1634631"/>
              <a:gd name="connsiteY641" fmla="*/ 1221901 h 1744984"/>
              <a:gd name="connsiteX642" fmla="*/ 1175704 w 1634631"/>
              <a:gd name="connsiteY642" fmla="*/ 1219337 h 1744984"/>
              <a:gd name="connsiteX643" fmla="*/ 1177174 w 1634631"/>
              <a:gd name="connsiteY643" fmla="*/ 1216710 h 1744984"/>
              <a:gd name="connsiteX644" fmla="*/ 1178635 w 1634631"/>
              <a:gd name="connsiteY644" fmla="*/ 1214115 h 1744984"/>
              <a:gd name="connsiteX645" fmla="*/ 1180105 w 1634631"/>
              <a:gd name="connsiteY645" fmla="*/ 1211488 h 1744984"/>
              <a:gd name="connsiteX646" fmla="*/ 1181536 w 1634631"/>
              <a:gd name="connsiteY646" fmla="*/ 1208862 h 1744984"/>
              <a:gd name="connsiteX647" fmla="*/ 1184467 w 1634631"/>
              <a:gd name="connsiteY647" fmla="*/ 1203608 h 1744984"/>
              <a:gd name="connsiteX648" fmla="*/ 1185905 w 1634631"/>
              <a:gd name="connsiteY648" fmla="*/ 1200927 h 1744984"/>
              <a:gd name="connsiteX649" fmla="*/ 1188837 w 1634631"/>
              <a:gd name="connsiteY649" fmla="*/ 1195611 h 1744984"/>
              <a:gd name="connsiteX650" fmla="*/ 1190299 w 1634631"/>
              <a:gd name="connsiteY650" fmla="*/ 1192922 h 1744984"/>
              <a:gd name="connsiteX651" fmla="*/ 1191737 w 1634631"/>
              <a:gd name="connsiteY651" fmla="*/ 1190233 h 1744984"/>
              <a:gd name="connsiteX652" fmla="*/ 1193199 w 1634631"/>
              <a:gd name="connsiteY652" fmla="*/ 1187552 h 1744984"/>
              <a:gd name="connsiteX653" fmla="*/ 1194669 w 1634631"/>
              <a:gd name="connsiteY653" fmla="*/ 1184831 h 1744984"/>
              <a:gd name="connsiteX654" fmla="*/ 1196099 w 1634631"/>
              <a:gd name="connsiteY654" fmla="*/ 1182111 h 1744984"/>
              <a:gd name="connsiteX655" fmla="*/ 1197569 w 1634631"/>
              <a:gd name="connsiteY655" fmla="*/ 1179398 h 1744984"/>
              <a:gd name="connsiteX656" fmla="*/ 1199031 w 1634631"/>
              <a:gd name="connsiteY656" fmla="*/ 1176647 h 1744984"/>
              <a:gd name="connsiteX657" fmla="*/ 1200469 w 1634631"/>
              <a:gd name="connsiteY657" fmla="*/ 1173903 h 1744984"/>
              <a:gd name="connsiteX658" fmla="*/ 1201931 w 1634631"/>
              <a:gd name="connsiteY658" fmla="*/ 1171151 h 1744984"/>
              <a:gd name="connsiteX659" fmla="*/ 1204870 w 1634631"/>
              <a:gd name="connsiteY659" fmla="*/ 1165593 h 1744984"/>
              <a:gd name="connsiteX660" fmla="*/ 1206301 w 1634631"/>
              <a:gd name="connsiteY660" fmla="*/ 1162849 h 1744984"/>
              <a:gd name="connsiteX661" fmla="*/ 1209232 w 1634631"/>
              <a:gd name="connsiteY661" fmla="*/ 1157228 h 1744984"/>
              <a:gd name="connsiteX662" fmla="*/ 1210670 w 1634631"/>
              <a:gd name="connsiteY662" fmla="*/ 1154446 h 1744984"/>
              <a:gd name="connsiteX663" fmla="*/ 1213602 w 1634631"/>
              <a:gd name="connsiteY663" fmla="*/ 1148770 h 1744984"/>
              <a:gd name="connsiteX664" fmla="*/ 1215064 w 1634631"/>
              <a:gd name="connsiteY664" fmla="*/ 1145956 h 1744984"/>
              <a:gd name="connsiteX665" fmla="*/ 1216502 w 1634631"/>
              <a:gd name="connsiteY665" fmla="*/ 1143087 h 1744984"/>
              <a:gd name="connsiteX666" fmla="*/ 1217964 w 1634631"/>
              <a:gd name="connsiteY666" fmla="*/ 1140249 h 1744984"/>
              <a:gd name="connsiteX667" fmla="*/ 1219434 w 1634631"/>
              <a:gd name="connsiteY667" fmla="*/ 1137380 h 1744984"/>
              <a:gd name="connsiteX668" fmla="*/ 1220864 w 1634631"/>
              <a:gd name="connsiteY668" fmla="*/ 1134511 h 1744984"/>
              <a:gd name="connsiteX669" fmla="*/ 1222334 w 1634631"/>
              <a:gd name="connsiteY669" fmla="*/ 1131635 h 1744984"/>
              <a:gd name="connsiteX670" fmla="*/ 1225265 w 1634631"/>
              <a:gd name="connsiteY670" fmla="*/ 1125834 h 1744984"/>
              <a:gd name="connsiteX671" fmla="*/ 1226696 w 1634631"/>
              <a:gd name="connsiteY671" fmla="*/ 1122934 h 1744984"/>
              <a:gd name="connsiteX672" fmla="*/ 1229627 w 1634631"/>
              <a:gd name="connsiteY672" fmla="*/ 1117071 h 1744984"/>
              <a:gd name="connsiteX673" fmla="*/ 1231066 w 1634631"/>
              <a:gd name="connsiteY673" fmla="*/ 1114140 h 1744984"/>
              <a:gd name="connsiteX674" fmla="*/ 1232535 w 1634631"/>
              <a:gd name="connsiteY674" fmla="*/ 1111208 h 1744984"/>
              <a:gd name="connsiteX675" fmla="*/ 1235467 w 1634631"/>
              <a:gd name="connsiteY675" fmla="*/ 1105283 h 1744984"/>
              <a:gd name="connsiteX676" fmla="*/ 1236897 w 1634631"/>
              <a:gd name="connsiteY676" fmla="*/ 1102289 h 1744984"/>
              <a:gd name="connsiteX677" fmla="*/ 1239829 w 1634631"/>
              <a:gd name="connsiteY677" fmla="*/ 1096308 h 1744984"/>
              <a:gd name="connsiteX678" fmla="*/ 1241267 w 1634631"/>
              <a:gd name="connsiteY678" fmla="*/ 1093315 h 1744984"/>
              <a:gd name="connsiteX679" fmla="*/ 1242729 w 1634631"/>
              <a:gd name="connsiteY679" fmla="*/ 1090321 h 1744984"/>
              <a:gd name="connsiteX680" fmla="*/ 1245661 w 1634631"/>
              <a:gd name="connsiteY680" fmla="*/ 1084278 h 1744984"/>
              <a:gd name="connsiteX681" fmla="*/ 1247099 w 1634631"/>
              <a:gd name="connsiteY681" fmla="*/ 1081221 h 1744984"/>
              <a:gd name="connsiteX682" fmla="*/ 1250030 w 1634631"/>
              <a:gd name="connsiteY682" fmla="*/ 1075116 h 1744984"/>
              <a:gd name="connsiteX683" fmla="*/ 1251461 w 1634631"/>
              <a:gd name="connsiteY683" fmla="*/ 1072059 h 1744984"/>
              <a:gd name="connsiteX684" fmla="*/ 1255862 w 1634631"/>
              <a:gd name="connsiteY684" fmla="*/ 1062811 h 1744984"/>
              <a:gd name="connsiteX685" fmla="*/ 1257301 w 1634631"/>
              <a:gd name="connsiteY685" fmla="*/ 1059692 h 1744984"/>
              <a:gd name="connsiteX686" fmla="*/ 1260232 w 1634631"/>
              <a:gd name="connsiteY686" fmla="*/ 1053462 h 1744984"/>
              <a:gd name="connsiteX687" fmla="*/ 1261663 w 1634631"/>
              <a:gd name="connsiteY687" fmla="*/ 1050320 h 1744984"/>
              <a:gd name="connsiteX688" fmla="*/ 1263132 w 1634631"/>
              <a:gd name="connsiteY688" fmla="*/ 1047208 h 1744984"/>
              <a:gd name="connsiteX689" fmla="*/ 1264594 w 1634631"/>
              <a:gd name="connsiteY689" fmla="*/ 1044027 h 1744984"/>
              <a:gd name="connsiteX690" fmla="*/ 1266032 w 1634631"/>
              <a:gd name="connsiteY690" fmla="*/ 1040884 h 1744984"/>
              <a:gd name="connsiteX691" fmla="*/ 1267494 w 1634631"/>
              <a:gd name="connsiteY691" fmla="*/ 1037741 h 1744984"/>
              <a:gd name="connsiteX692" fmla="*/ 1268964 w 1634631"/>
              <a:gd name="connsiteY692" fmla="*/ 1034529 h 1744984"/>
              <a:gd name="connsiteX693" fmla="*/ 1270426 w 1634631"/>
              <a:gd name="connsiteY693" fmla="*/ 1031355 h 1744984"/>
              <a:gd name="connsiteX694" fmla="*/ 1271864 w 1634631"/>
              <a:gd name="connsiteY694" fmla="*/ 1028181 h 1744984"/>
              <a:gd name="connsiteX695" fmla="*/ 1273326 w 1634631"/>
              <a:gd name="connsiteY695" fmla="*/ 1024945 h 1744984"/>
              <a:gd name="connsiteX696" fmla="*/ 1274795 w 1634631"/>
              <a:gd name="connsiteY696" fmla="*/ 1021740 h 1744984"/>
              <a:gd name="connsiteX697" fmla="*/ 1276226 w 1634631"/>
              <a:gd name="connsiteY697" fmla="*/ 1018534 h 1744984"/>
              <a:gd name="connsiteX698" fmla="*/ 1280627 w 1634631"/>
              <a:gd name="connsiteY698" fmla="*/ 1008818 h 1744984"/>
              <a:gd name="connsiteX699" fmla="*/ 1282058 w 1634631"/>
              <a:gd name="connsiteY699" fmla="*/ 1005550 h 1744984"/>
              <a:gd name="connsiteX700" fmla="*/ 1284997 w 1634631"/>
              <a:gd name="connsiteY700" fmla="*/ 999023 h 1744984"/>
              <a:gd name="connsiteX701" fmla="*/ 1286428 w 1634631"/>
              <a:gd name="connsiteY701" fmla="*/ 995724 h 1744984"/>
              <a:gd name="connsiteX702" fmla="*/ 1289359 w 1634631"/>
              <a:gd name="connsiteY702" fmla="*/ 989126 h 1744984"/>
              <a:gd name="connsiteX703" fmla="*/ 1290829 w 1634631"/>
              <a:gd name="connsiteY703" fmla="*/ 985796 h 1744984"/>
              <a:gd name="connsiteX704" fmla="*/ 1292259 w 1634631"/>
              <a:gd name="connsiteY704" fmla="*/ 982466 h 1744984"/>
              <a:gd name="connsiteX705" fmla="*/ 1293729 w 1634631"/>
              <a:gd name="connsiteY705" fmla="*/ 979167 h 1744984"/>
              <a:gd name="connsiteX706" fmla="*/ 1295191 w 1634631"/>
              <a:gd name="connsiteY706" fmla="*/ 975813 h 1744984"/>
              <a:gd name="connsiteX707" fmla="*/ 1296629 w 1634631"/>
              <a:gd name="connsiteY707" fmla="*/ 972452 h 1744984"/>
              <a:gd name="connsiteX708" fmla="*/ 1298091 w 1634631"/>
              <a:gd name="connsiteY708" fmla="*/ 969122 h 1744984"/>
              <a:gd name="connsiteX709" fmla="*/ 1301022 w 1634631"/>
              <a:gd name="connsiteY709" fmla="*/ 962344 h 1744984"/>
              <a:gd name="connsiteX710" fmla="*/ 1302461 w 1634631"/>
              <a:gd name="connsiteY710" fmla="*/ 958983 h 1744984"/>
              <a:gd name="connsiteX711" fmla="*/ 1303923 w 1634631"/>
              <a:gd name="connsiteY711" fmla="*/ 955566 h 1744984"/>
              <a:gd name="connsiteX712" fmla="*/ 1305392 w 1634631"/>
              <a:gd name="connsiteY712" fmla="*/ 952174 h 1744984"/>
              <a:gd name="connsiteX713" fmla="*/ 1306823 w 1634631"/>
              <a:gd name="connsiteY713" fmla="*/ 948758 h 1744984"/>
              <a:gd name="connsiteX714" fmla="*/ 1311224 w 1634631"/>
              <a:gd name="connsiteY714" fmla="*/ 938494 h 1744984"/>
              <a:gd name="connsiteX715" fmla="*/ 1312662 w 1634631"/>
              <a:gd name="connsiteY715" fmla="*/ 935015 h 1744984"/>
              <a:gd name="connsiteX716" fmla="*/ 1315594 w 1634631"/>
              <a:gd name="connsiteY716" fmla="*/ 928112 h 1744984"/>
              <a:gd name="connsiteX717" fmla="*/ 1317024 w 1634631"/>
              <a:gd name="connsiteY717" fmla="*/ 924634 h 1744984"/>
              <a:gd name="connsiteX718" fmla="*/ 1319956 w 1634631"/>
              <a:gd name="connsiteY718" fmla="*/ 917668 h 1744984"/>
              <a:gd name="connsiteX719" fmla="*/ 1321394 w 1634631"/>
              <a:gd name="connsiteY719" fmla="*/ 914158 h 1744984"/>
              <a:gd name="connsiteX720" fmla="*/ 1324326 w 1634631"/>
              <a:gd name="connsiteY720" fmla="*/ 907138 h 1744984"/>
              <a:gd name="connsiteX721" fmla="*/ 1325788 w 1634631"/>
              <a:gd name="connsiteY721" fmla="*/ 903590 h 1744984"/>
              <a:gd name="connsiteX722" fmla="*/ 1327226 w 1634631"/>
              <a:gd name="connsiteY722" fmla="*/ 900048 h 1744984"/>
              <a:gd name="connsiteX723" fmla="*/ 1330157 w 1634631"/>
              <a:gd name="connsiteY723" fmla="*/ 892966 h 1744984"/>
              <a:gd name="connsiteX724" fmla="*/ 1331588 w 1634631"/>
              <a:gd name="connsiteY724" fmla="*/ 889393 h 1744984"/>
              <a:gd name="connsiteX725" fmla="*/ 1334519 w 1634631"/>
              <a:gd name="connsiteY725" fmla="*/ 882248 h 1744984"/>
              <a:gd name="connsiteX726" fmla="*/ 1335989 w 1634631"/>
              <a:gd name="connsiteY726" fmla="*/ 878645 h 1744984"/>
              <a:gd name="connsiteX727" fmla="*/ 1337427 w 1634631"/>
              <a:gd name="connsiteY727" fmla="*/ 875072 h 1744984"/>
              <a:gd name="connsiteX728" fmla="*/ 1338889 w 1634631"/>
              <a:gd name="connsiteY728" fmla="*/ 871437 h 1744984"/>
              <a:gd name="connsiteX729" fmla="*/ 1340359 w 1634631"/>
              <a:gd name="connsiteY729" fmla="*/ 867833 h 1744984"/>
              <a:gd name="connsiteX730" fmla="*/ 1341789 w 1634631"/>
              <a:gd name="connsiteY730" fmla="*/ 864198 h 1744984"/>
              <a:gd name="connsiteX731" fmla="*/ 1346191 w 1634631"/>
              <a:gd name="connsiteY731" fmla="*/ 853301 h 1744984"/>
              <a:gd name="connsiteX732" fmla="*/ 1347621 w 1634631"/>
              <a:gd name="connsiteY732" fmla="*/ 849635 h 1744984"/>
              <a:gd name="connsiteX733" fmla="*/ 1349091 w 1634631"/>
              <a:gd name="connsiteY733" fmla="*/ 845969 h 1744984"/>
              <a:gd name="connsiteX734" fmla="*/ 1350553 w 1634631"/>
              <a:gd name="connsiteY734" fmla="*/ 842279 h 1744984"/>
              <a:gd name="connsiteX735" fmla="*/ 1351991 w 1634631"/>
              <a:gd name="connsiteY735" fmla="*/ 838612 h 1744984"/>
              <a:gd name="connsiteX736" fmla="*/ 1354922 w 1634631"/>
              <a:gd name="connsiteY736" fmla="*/ 831225 h 1744984"/>
              <a:gd name="connsiteX737" fmla="*/ 1356384 w 1634631"/>
              <a:gd name="connsiteY737" fmla="*/ 827496 h 1744984"/>
              <a:gd name="connsiteX738" fmla="*/ 1357823 w 1634631"/>
              <a:gd name="connsiteY738" fmla="*/ 823775 h 1744984"/>
              <a:gd name="connsiteX739" fmla="*/ 1360754 w 1634631"/>
              <a:gd name="connsiteY739" fmla="*/ 816318 h 1744984"/>
              <a:gd name="connsiteX740" fmla="*/ 1362185 w 1634631"/>
              <a:gd name="connsiteY740" fmla="*/ 812565 h 1744984"/>
              <a:gd name="connsiteX741" fmla="*/ 1363654 w 1634631"/>
              <a:gd name="connsiteY741" fmla="*/ 808837 h 1744984"/>
              <a:gd name="connsiteX742" fmla="*/ 1365124 w 1634631"/>
              <a:gd name="connsiteY742" fmla="*/ 805053 h 1744984"/>
              <a:gd name="connsiteX743" fmla="*/ 1366586 w 1634631"/>
              <a:gd name="connsiteY743" fmla="*/ 801301 h 1744984"/>
              <a:gd name="connsiteX744" fmla="*/ 1368024 w 1634631"/>
              <a:gd name="connsiteY744" fmla="*/ 797509 h 1744984"/>
              <a:gd name="connsiteX745" fmla="*/ 1370956 w 1634631"/>
              <a:gd name="connsiteY745" fmla="*/ 789934 h 1744984"/>
              <a:gd name="connsiteX746" fmla="*/ 1372386 w 1634631"/>
              <a:gd name="connsiteY746" fmla="*/ 786151 h 1744984"/>
              <a:gd name="connsiteX747" fmla="*/ 1376787 w 1634631"/>
              <a:gd name="connsiteY747" fmla="*/ 774699 h 1744984"/>
              <a:gd name="connsiteX748" fmla="*/ 1378218 w 1634631"/>
              <a:gd name="connsiteY748" fmla="*/ 770852 h 1744984"/>
              <a:gd name="connsiteX749" fmla="*/ 1381149 w 1634631"/>
              <a:gd name="connsiteY749" fmla="*/ 763160 h 1744984"/>
              <a:gd name="connsiteX750" fmla="*/ 1382588 w 1634631"/>
              <a:gd name="connsiteY750" fmla="*/ 759283 h 1744984"/>
              <a:gd name="connsiteX751" fmla="*/ 1384050 w 1634631"/>
              <a:gd name="connsiteY751" fmla="*/ 755429 h 1744984"/>
              <a:gd name="connsiteX752" fmla="*/ 1385519 w 1634631"/>
              <a:gd name="connsiteY752" fmla="*/ 751552 h 1744984"/>
              <a:gd name="connsiteX753" fmla="*/ 1386950 w 1634631"/>
              <a:gd name="connsiteY753" fmla="*/ 747674 h 1744984"/>
              <a:gd name="connsiteX754" fmla="*/ 1388419 w 1634631"/>
              <a:gd name="connsiteY754" fmla="*/ 743766 h 1744984"/>
              <a:gd name="connsiteX755" fmla="*/ 1389881 w 1634631"/>
              <a:gd name="connsiteY755" fmla="*/ 739888 h 1744984"/>
              <a:gd name="connsiteX756" fmla="*/ 1391351 w 1634631"/>
              <a:gd name="connsiteY756" fmla="*/ 735980 h 1744984"/>
              <a:gd name="connsiteX757" fmla="*/ 1392789 w 1634631"/>
              <a:gd name="connsiteY757" fmla="*/ 732040 h 1744984"/>
              <a:gd name="connsiteX758" fmla="*/ 1394251 w 1634631"/>
              <a:gd name="connsiteY758" fmla="*/ 728131 h 1744984"/>
              <a:gd name="connsiteX759" fmla="*/ 1395721 w 1634631"/>
              <a:gd name="connsiteY759" fmla="*/ 724191 h 1744984"/>
              <a:gd name="connsiteX760" fmla="*/ 1397151 w 1634631"/>
              <a:gd name="connsiteY760" fmla="*/ 720251 h 1744984"/>
              <a:gd name="connsiteX761" fmla="*/ 1398621 w 1634631"/>
              <a:gd name="connsiteY761" fmla="*/ 716311 h 1744984"/>
              <a:gd name="connsiteX762" fmla="*/ 1400083 w 1634631"/>
              <a:gd name="connsiteY762" fmla="*/ 712348 h 1744984"/>
              <a:gd name="connsiteX763" fmla="*/ 1401552 w 1634631"/>
              <a:gd name="connsiteY763" fmla="*/ 708408 h 1744984"/>
              <a:gd name="connsiteX764" fmla="*/ 1402983 w 1634631"/>
              <a:gd name="connsiteY764" fmla="*/ 704437 h 1744984"/>
              <a:gd name="connsiteX765" fmla="*/ 1404453 w 1634631"/>
              <a:gd name="connsiteY765" fmla="*/ 700435 h 1744984"/>
              <a:gd name="connsiteX766" fmla="*/ 1405915 w 1634631"/>
              <a:gd name="connsiteY766" fmla="*/ 696463 h 1744984"/>
              <a:gd name="connsiteX767" fmla="*/ 1407353 w 1634631"/>
              <a:gd name="connsiteY767" fmla="*/ 692469 h 1744984"/>
              <a:gd name="connsiteX768" fmla="*/ 1411746 w 1634631"/>
              <a:gd name="connsiteY768" fmla="*/ 680469 h 1744984"/>
              <a:gd name="connsiteX769" fmla="*/ 1413184 w 1634631"/>
              <a:gd name="connsiteY769" fmla="*/ 676435 h 1744984"/>
              <a:gd name="connsiteX770" fmla="*/ 1414646 w 1634631"/>
              <a:gd name="connsiteY770" fmla="*/ 672371 h 1744984"/>
              <a:gd name="connsiteX771" fmla="*/ 1416116 w 1634631"/>
              <a:gd name="connsiteY771" fmla="*/ 668345 h 1744984"/>
              <a:gd name="connsiteX772" fmla="*/ 1417554 w 1634631"/>
              <a:gd name="connsiteY772" fmla="*/ 664311 h 1744984"/>
              <a:gd name="connsiteX773" fmla="*/ 1421948 w 1634631"/>
              <a:gd name="connsiteY773" fmla="*/ 652132 h 1744984"/>
              <a:gd name="connsiteX774" fmla="*/ 1423386 w 1634631"/>
              <a:gd name="connsiteY774" fmla="*/ 648035 h 1744984"/>
              <a:gd name="connsiteX775" fmla="*/ 1424848 w 1634631"/>
              <a:gd name="connsiteY775" fmla="*/ 643978 h 1744984"/>
              <a:gd name="connsiteX776" fmla="*/ 1426318 w 1634631"/>
              <a:gd name="connsiteY776" fmla="*/ 639882 h 1744984"/>
              <a:gd name="connsiteX777" fmla="*/ 1427748 w 1634631"/>
              <a:gd name="connsiteY777" fmla="*/ 635762 h 1744984"/>
              <a:gd name="connsiteX778" fmla="*/ 1429218 w 1634631"/>
              <a:gd name="connsiteY778" fmla="*/ 631666 h 1744984"/>
              <a:gd name="connsiteX779" fmla="*/ 1432149 w 1634631"/>
              <a:gd name="connsiteY779" fmla="*/ 623427 h 1744984"/>
              <a:gd name="connsiteX780" fmla="*/ 1433580 w 1634631"/>
              <a:gd name="connsiteY780" fmla="*/ 619299 h 1744984"/>
              <a:gd name="connsiteX781" fmla="*/ 1435049 w 1634631"/>
              <a:gd name="connsiteY781" fmla="*/ 615179 h 1744984"/>
              <a:gd name="connsiteX782" fmla="*/ 1436511 w 1634631"/>
              <a:gd name="connsiteY782" fmla="*/ 611028 h 1744984"/>
              <a:gd name="connsiteX783" fmla="*/ 1437950 w 1634631"/>
              <a:gd name="connsiteY783" fmla="*/ 606901 h 1744984"/>
              <a:gd name="connsiteX784" fmla="*/ 1439411 w 1634631"/>
              <a:gd name="connsiteY784" fmla="*/ 602719 h 1744984"/>
              <a:gd name="connsiteX785" fmla="*/ 1442343 w 1634631"/>
              <a:gd name="connsiteY785" fmla="*/ 594417 h 1744984"/>
              <a:gd name="connsiteX786" fmla="*/ 1443781 w 1634631"/>
              <a:gd name="connsiteY786" fmla="*/ 590235 h 1744984"/>
              <a:gd name="connsiteX787" fmla="*/ 1446713 w 1634631"/>
              <a:gd name="connsiteY787" fmla="*/ 581862 h 1744984"/>
              <a:gd name="connsiteX788" fmla="*/ 1448151 w 1634631"/>
              <a:gd name="connsiteY788" fmla="*/ 577649 h 1744984"/>
              <a:gd name="connsiteX789" fmla="*/ 1449613 w 1634631"/>
              <a:gd name="connsiteY789" fmla="*/ 573467 h 1744984"/>
              <a:gd name="connsiteX790" fmla="*/ 1451083 w 1634631"/>
              <a:gd name="connsiteY790" fmla="*/ 569253 h 1744984"/>
              <a:gd name="connsiteX791" fmla="*/ 1452513 w 1634631"/>
              <a:gd name="connsiteY791" fmla="*/ 565039 h 1744984"/>
              <a:gd name="connsiteX792" fmla="*/ 1453983 w 1634631"/>
              <a:gd name="connsiteY792" fmla="*/ 560795 h 1744984"/>
              <a:gd name="connsiteX793" fmla="*/ 1455445 w 1634631"/>
              <a:gd name="connsiteY793" fmla="*/ 556581 h 1744984"/>
              <a:gd name="connsiteX794" fmla="*/ 1456914 w 1634631"/>
              <a:gd name="connsiteY794" fmla="*/ 552336 h 1744984"/>
              <a:gd name="connsiteX795" fmla="*/ 1458345 w 1634631"/>
              <a:gd name="connsiteY795" fmla="*/ 548092 h 1744984"/>
              <a:gd name="connsiteX796" fmla="*/ 1461276 w 1634631"/>
              <a:gd name="connsiteY796" fmla="*/ 539602 h 1744984"/>
              <a:gd name="connsiteX797" fmla="*/ 1462715 w 1634631"/>
              <a:gd name="connsiteY797" fmla="*/ 535326 h 1744984"/>
              <a:gd name="connsiteX798" fmla="*/ 1467108 w 1634631"/>
              <a:gd name="connsiteY798" fmla="*/ 522498 h 1744984"/>
              <a:gd name="connsiteX799" fmla="*/ 1468546 w 1634631"/>
              <a:gd name="connsiteY799" fmla="*/ 518230 h 1744984"/>
              <a:gd name="connsiteX800" fmla="*/ 1471478 w 1634631"/>
              <a:gd name="connsiteY800" fmla="*/ 509615 h 1744984"/>
              <a:gd name="connsiteX801" fmla="*/ 1472916 w 1634631"/>
              <a:gd name="connsiteY801" fmla="*/ 505308 h 1744984"/>
              <a:gd name="connsiteX802" fmla="*/ 1474378 w 1634631"/>
              <a:gd name="connsiteY802" fmla="*/ 501000 h 1744984"/>
              <a:gd name="connsiteX803" fmla="*/ 1475848 w 1634631"/>
              <a:gd name="connsiteY803" fmla="*/ 496670 h 1744984"/>
              <a:gd name="connsiteX804" fmla="*/ 1477310 w 1634631"/>
              <a:gd name="connsiteY804" fmla="*/ 492362 h 1744984"/>
              <a:gd name="connsiteX805" fmla="*/ 1478748 w 1634631"/>
              <a:gd name="connsiteY805" fmla="*/ 488024 h 1744984"/>
              <a:gd name="connsiteX806" fmla="*/ 1481679 w 1634631"/>
              <a:gd name="connsiteY806" fmla="*/ 479354 h 1744984"/>
              <a:gd name="connsiteX807" fmla="*/ 1483110 w 1634631"/>
              <a:gd name="connsiteY807" fmla="*/ 474985 h 1744984"/>
              <a:gd name="connsiteX808" fmla="*/ 1484580 w 1634631"/>
              <a:gd name="connsiteY808" fmla="*/ 470654 h 1744984"/>
              <a:gd name="connsiteX809" fmla="*/ 1487511 w 1634631"/>
              <a:gd name="connsiteY809" fmla="*/ 461914 h 1744984"/>
              <a:gd name="connsiteX810" fmla="*/ 1488942 w 1634631"/>
              <a:gd name="connsiteY810" fmla="*/ 457552 h 1744984"/>
              <a:gd name="connsiteX811" fmla="*/ 1490411 w 1634631"/>
              <a:gd name="connsiteY811" fmla="*/ 453182 h 1744984"/>
              <a:gd name="connsiteX812" fmla="*/ 1491873 w 1634631"/>
              <a:gd name="connsiteY812" fmla="*/ 448789 h 1744984"/>
              <a:gd name="connsiteX813" fmla="*/ 1493311 w 1634631"/>
              <a:gd name="connsiteY813" fmla="*/ 444388 h 1744984"/>
              <a:gd name="connsiteX814" fmla="*/ 1494773 w 1634631"/>
              <a:gd name="connsiteY814" fmla="*/ 440026 h 1744984"/>
              <a:gd name="connsiteX815" fmla="*/ 1496243 w 1634631"/>
              <a:gd name="connsiteY815" fmla="*/ 435594 h 1744984"/>
              <a:gd name="connsiteX816" fmla="*/ 1497705 w 1634631"/>
              <a:gd name="connsiteY816" fmla="*/ 431200 h 1744984"/>
              <a:gd name="connsiteX817" fmla="*/ 1499143 w 1634631"/>
              <a:gd name="connsiteY817" fmla="*/ 426799 h 1744984"/>
              <a:gd name="connsiteX818" fmla="*/ 1502075 w 1634631"/>
              <a:gd name="connsiteY818" fmla="*/ 417950 h 1744984"/>
              <a:gd name="connsiteX819" fmla="*/ 1503513 w 1634631"/>
              <a:gd name="connsiteY819" fmla="*/ 413518 h 1744984"/>
              <a:gd name="connsiteX820" fmla="*/ 1506444 w 1634631"/>
              <a:gd name="connsiteY820" fmla="*/ 404661 h 1744984"/>
              <a:gd name="connsiteX821" fmla="*/ 1507875 w 1634631"/>
              <a:gd name="connsiteY821" fmla="*/ 400236 h 1744984"/>
              <a:gd name="connsiteX822" fmla="*/ 1512276 w 1634631"/>
              <a:gd name="connsiteY822" fmla="*/ 386861 h 1744984"/>
              <a:gd name="connsiteX823" fmla="*/ 1513707 w 1634631"/>
              <a:gd name="connsiteY823" fmla="*/ 382405 h 1744984"/>
              <a:gd name="connsiteX824" fmla="*/ 1515176 w 1634631"/>
              <a:gd name="connsiteY824" fmla="*/ 377941 h 1744984"/>
              <a:gd name="connsiteX825" fmla="*/ 1516638 w 1634631"/>
              <a:gd name="connsiteY825" fmla="*/ 373454 h 1744984"/>
              <a:gd name="connsiteX826" fmla="*/ 1518077 w 1634631"/>
              <a:gd name="connsiteY826" fmla="*/ 368998 h 1744984"/>
              <a:gd name="connsiteX827" fmla="*/ 1522470 w 1634631"/>
              <a:gd name="connsiteY827" fmla="*/ 355529 h 1744984"/>
              <a:gd name="connsiteX828" fmla="*/ 1523908 w 1634631"/>
              <a:gd name="connsiteY828" fmla="*/ 351042 h 1744984"/>
              <a:gd name="connsiteX829" fmla="*/ 1525378 w 1634631"/>
              <a:gd name="connsiteY829" fmla="*/ 346524 h 1744984"/>
              <a:gd name="connsiteX830" fmla="*/ 1526840 w 1634631"/>
              <a:gd name="connsiteY830" fmla="*/ 342036 h 1744984"/>
              <a:gd name="connsiteX831" fmla="*/ 1528278 w 1634631"/>
              <a:gd name="connsiteY831" fmla="*/ 337510 h 1744984"/>
              <a:gd name="connsiteX832" fmla="*/ 1532671 w 1634631"/>
              <a:gd name="connsiteY832" fmla="*/ 323955 h 1744984"/>
              <a:gd name="connsiteX833" fmla="*/ 1534110 w 1634631"/>
              <a:gd name="connsiteY833" fmla="*/ 319437 h 1744984"/>
              <a:gd name="connsiteX834" fmla="*/ 1535572 w 1634631"/>
              <a:gd name="connsiteY834" fmla="*/ 314918 h 1744984"/>
              <a:gd name="connsiteX835" fmla="*/ 1537041 w 1634631"/>
              <a:gd name="connsiteY835" fmla="*/ 310369 h 1744984"/>
              <a:gd name="connsiteX836" fmla="*/ 1538472 w 1634631"/>
              <a:gd name="connsiteY836" fmla="*/ 305850 h 1744984"/>
              <a:gd name="connsiteX837" fmla="*/ 1542873 w 1634631"/>
              <a:gd name="connsiteY837" fmla="*/ 292201 h 1744984"/>
              <a:gd name="connsiteX838" fmla="*/ 1544304 w 1634631"/>
              <a:gd name="connsiteY838" fmla="*/ 287652 h 1744984"/>
              <a:gd name="connsiteX839" fmla="*/ 1545773 w 1634631"/>
              <a:gd name="connsiteY839" fmla="*/ 283071 h 1744984"/>
              <a:gd name="connsiteX840" fmla="*/ 1547235 w 1634631"/>
              <a:gd name="connsiteY840" fmla="*/ 278521 h 1744984"/>
              <a:gd name="connsiteX841" fmla="*/ 1548673 w 1634631"/>
              <a:gd name="connsiteY841" fmla="*/ 273972 h 1744984"/>
              <a:gd name="connsiteX842" fmla="*/ 1553067 w 1634631"/>
              <a:gd name="connsiteY842" fmla="*/ 260229 h 1744984"/>
              <a:gd name="connsiteX843" fmla="*/ 1554505 w 1634631"/>
              <a:gd name="connsiteY843" fmla="*/ 255648 h 1744984"/>
              <a:gd name="connsiteX844" fmla="*/ 1557436 w 1634631"/>
              <a:gd name="connsiteY844" fmla="*/ 246486 h 1744984"/>
              <a:gd name="connsiteX845" fmla="*/ 1558875 w 1634631"/>
              <a:gd name="connsiteY845" fmla="*/ 241905 h 1744984"/>
              <a:gd name="connsiteX846" fmla="*/ 1560337 w 1634631"/>
              <a:gd name="connsiteY846" fmla="*/ 237293 h 1744984"/>
              <a:gd name="connsiteX847" fmla="*/ 1561806 w 1634631"/>
              <a:gd name="connsiteY847" fmla="*/ 232712 h 1744984"/>
              <a:gd name="connsiteX848" fmla="*/ 1563268 w 1634631"/>
              <a:gd name="connsiteY848" fmla="*/ 228100 h 1744984"/>
              <a:gd name="connsiteX849" fmla="*/ 1564706 w 1634631"/>
              <a:gd name="connsiteY849" fmla="*/ 223488 h 1744984"/>
              <a:gd name="connsiteX850" fmla="*/ 1567638 w 1634631"/>
              <a:gd name="connsiteY850" fmla="*/ 214271 h 1744984"/>
              <a:gd name="connsiteX851" fmla="*/ 1569069 w 1634631"/>
              <a:gd name="connsiteY851" fmla="*/ 209659 h 1744984"/>
              <a:gd name="connsiteX852" fmla="*/ 1572000 w 1634631"/>
              <a:gd name="connsiteY852" fmla="*/ 200435 h 1744984"/>
              <a:gd name="connsiteX853" fmla="*/ 1573438 w 1634631"/>
              <a:gd name="connsiteY853" fmla="*/ 195822 h 1744984"/>
              <a:gd name="connsiteX854" fmla="*/ 1574900 w 1634631"/>
              <a:gd name="connsiteY854" fmla="*/ 191187 h 1744984"/>
              <a:gd name="connsiteX855" fmla="*/ 1576370 w 1634631"/>
              <a:gd name="connsiteY855" fmla="*/ 186575 h 1744984"/>
              <a:gd name="connsiteX856" fmla="*/ 1577832 w 1634631"/>
              <a:gd name="connsiteY856" fmla="*/ 181931 h 1744984"/>
              <a:gd name="connsiteX857" fmla="*/ 1579270 w 1634631"/>
              <a:gd name="connsiteY857" fmla="*/ 177288 h 1744984"/>
              <a:gd name="connsiteX858" fmla="*/ 1580740 w 1634631"/>
              <a:gd name="connsiteY858" fmla="*/ 172675 h 1744984"/>
              <a:gd name="connsiteX859" fmla="*/ 1582202 w 1634631"/>
              <a:gd name="connsiteY859" fmla="*/ 168040 h 1744984"/>
              <a:gd name="connsiteX860" fmla="*/ 1583640 w 1634631"/>
              <a:gd name="connsiteY860" fmla="*/ 163396 h 1744984"/>
              <a:gd name="connsiteX861" fmla="*/ 1588033 w 1634631"/>
              <a:gd name="connsiteY861" fmla="*/ 149474 h 1744984"/>
              <a:gd name="connsiteX862" fmla="*/ 1589472 w 1634631"/>
              <a:gd name="connsiteY862" fmla="*/ 144830 h 1744984"/>
              <a:gd name="connsiteX863" fmla="*/ 1590933 w 1634631"/>
              <a:gd name="connsiteY863" fmla="*/ 140156 h 1744984"/>
              <a:gd name="connsiteX864" fmla="*/ 1592403 w 1634631"/>
              <a:gd name="connsiteY864" fmla="*/ 135520 h 1744984"/>
              <a:gd name="connsiteX865" fmla="*/ 1593834 w 1634631"/>
              <a:gd name="connsiteY865" fmla="*/ 130845 h 1744984"/>
              <a:gd name="connsiteX866" fmla="*/ 1595303 w 1634631"/>
              <a:gd name="connsiteY866" fmla="*/ 126202 h 1744984"/>
              <a:gd name="connsiteX867" fmla="*/ 1596765 w 1634631"/>
              <a:gd name="connsiteY867" fmla="*/ 121535 h 1744984"/>
              <a:gd name="connsiteX868" fmla="*/ 1598235 w 1634631"/>
              <a:gd name="connsiteY868" fmla="*/ 116891 h 1744984"/>
              <a:gd name="connsiteX869" fmla="*/ 1599665 w 1634631"/>
              <a:gd name="connsiteY869" fmla="*/ 112217 h 1744984"/>
              <a:gd name="connsiteX870" fmla="*/ 1601135 w 1634631"/>
              <a:gd name="connsiteY870" fmla="*/ 107573 h 1744984"/>
              <a:gd name="connsiteX871" fmla="*/ 1602597 w 1634631"/>
              <a:gd name="connsiteY871" fmla="*/ 102906 h 1744984"/>
              <a:gd name="connsiteX872" fmla="*/ 1604035 w 1634631"/>
              <a:gd name="connsiteY872" fmla="*/ 98232 h 1744984"/>
              <a:gd name="connsiteX873" fmla="*/ 1608429 w 1634631"/>
              <a:gd name="connsiteY873" fmla="*/ 84215 h 1744984"/>
              <a:gd name="connsiteX874" fmla="*/ 1609867 w 1634631"/>
              <a:gd name="connsiteY874" fmla="*/ 79541 h 1744984"/>
              <a:gd name="connsiteX875" fmla="*/ 1612798 w 1634631"/>
              <a:gd name="connsiteY875" fmla="*/ 70199 h 1744984"/>
              <a:gd name="connsiteX876" fmla="*/ 1614237 w 1634631"/>
              <a:gd name="connsiteY876" fmla="*/ 65524 h 1744984"/>
              <a:gd name="connsiteX877" fmla="*/ 1618630 w 1634631"/>
              <a:gd name="connsiteY877" fmla="*/ 51508 h 1744984"/>
              <a:gd name="connsiteX878" fmla="*/ 1620068 w 1634631"/>
              <a:gd name="connsiteY878" fmla="*/ 46810 h 1744984"/>
              <a:gd name="connsiteX879" fmla="*/ 1623000 w 1634631"/>
              <a:gd name="connsiteY879" fmla="*/ 37468 h 1744984"/>
              <a:gd name="connsiteX880" fmla="*/ 1624430 w 1634631"/>
              <a:gd name="connsiteY880" fmla="*/ 32793 h 1744984"/>
              <a:gd name="connsiteX881" fmla="*/ 1625900 w 1634631"/>
              <a:gd name="connsiteY881" fmla="*/ 28087 h 1744984"/>
              <a:gd name="connsiteX882" fmla="*/ 1627362 w 1634631"/>
              <a:gd name="connsiteY882" fmla="*/ 23420 h 1744984"/>
              <a:gd name="connsiteX883" fmla="*/ 1628800 w 1634631"/>
              <a:gd name="connsiteY883" fmla="*/ 18746 h 1744984"/>
              <a:gd name="connsiteX884" fmla="*/ 1630262 w 1634631"/>
              <a:gd name="connsiteY884" fmla="*/ 14048 h 1744984"/>
              <a:gd name="connsiteX885" fmla="*/ 1631732 w 1634631"/>
              <a:gd name="connsiteY885" fmla="*/ 9373 h 1744984"/>
              <a:gd name="connsiteX886" fmla="*/ 1633194 w 1634631"/>
              <a:gd name="connsiteY886" fmla="*/ 4667 h 1744984"/>
              <a:gd name="connsiteX887" fmla="*/ 1634632 w 1634631"/>
              <a:gd name="connsiteY887" fmla="*/ 0 h 174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Lst>
            <a:rect l="l" t="t" r="r" b="b"/>
            <a:pathLst>
              <a:path w="1634631" h="1744984">
                <a:moveTo>
                  <a:pt x="0" y="1744985"/>
                </a:moveTo>
                <a:lnTo>
                  <a:pt x="1435" y="1744985"/>
                </a:lnTo>
                <a:lnTo>
                  <a:pt x="2901" y="1744954"/>
                </a:lnTo>
                <a:lnTo>
                  <a:pt x="5832" y="1744954"/>
                </a:lnTo>
                <a:lnTo>
                  <a:pt x="7268" y="1744930"/>
                </a:lnTo>
                <a:lnTo>
                  <a:pt x="10199" y="1744930"/>
                </a:lnTo>
                <a:lnTo>
                  <a:pt x="11634" y="1744899"/>
                </a:lnTo>
                <a:lnTo>
                  <a:pt x="14566" y="1744899"/>
                </a:lnTo>
                <a:lnTo>
                  <a:pt x="16032" y="1744868"/>
                </a:lnTo>
                <a:lnTo>
                  <a:pt x="17467" y="1744868"/>
                </a:lnTo>
                <a:lnTo>
                  <a:pt x="18933" y="1744836"/>
                </a:lnTo>
                <a:lnTo>
                  <a:pt x="21834" y="1744836"/>
                </a:lnTo>
                <a:lnTo>
                  <a:pt x="23299" y="1744805"/>
                </a:lnTo>
                <a:lnTo>
                  <a:pt x="24765" y="1744805"/>
                </a:lnTo>
                <a:lnTo>
                  <a:pt x="26200" y="1744774"/>
                </a:lnTo>
                <a:lnTo>
                  <a:pt x="29132" y="1744774"/>
                </a:lnTo>
                <a:lnTo>
                  <a:pt x="30598" y="1744743"/>
                </a:lnTo>
                <a:lnTo>
                  <a:pt x="32032" y="1744743"/>
                </a:lnTo>
                <a:lnTo>
                  <a:pt x="33499" y="1744711"/>
                </a:lnTo>
                <a:lnTo>
                  <a:pt x="36399" y="1744711"/>
                </a:lnTo>
                <a:lnTo>
                  <a:pt x="37864" y="1744680"/>
                </a:lnTo>
                <a:lnTo>
                  <a:pt x="39330" y="1744680"/>
                </a:lnTo>
                <a:lnTo>
                  <a:pt x="40796" y="1744649"/>
                </a:lnTo>
                <a:lnTo>
                  <a:pt x="42231" y="1744649"/>
                </a:lnTo>
                <a:lnTo>
                  <a:pt x="43697" y="1744618"/>
                </a:lnTo>
                <a:lnTo>
                  <a:pt x="45163" y="1744618"/>
                </a:lnTo>
                <a:lnTo>
                  <a:pt x="46598" y="1744594"/>
                </a:lnTo>
                <a:lnTo>
                  <a:pt x="48064" y="1744594"/>
                </a:lnTo>
                <a:lnTo>
                  <a:pt x="49529" y="1744563"/>
                </a:lnTo>
                <a:lnTo>
                  <a:pt x="50995" y="1744563"/>
                </a:lnTo>
                <a:lnTo>
                  <a:pt x="52430" y="1744531"/>
                </a:lnTo>
                <a:lnTo>
                  <a:pt x="53896" y="1744531"/>
                </a:lnTo>
                <a:lnTo>
                  <a:pt x="55362" y="1744500"/>
                </a:lnTo>
                <a:lnTo>
                  <a:pt x="56797" y="1744500"/>
                </a:lnTo>
                <a:lnTo>
                  <a:pt x="58263" y="1744469"/>
                </a:lnTo>
                <a:lnTo>
                  <a:pt x="59729" y="1744469"/>
                </a:lnTo>
                <a:lnTo>
                  <a:pt x="61194" y="1744438"/>
                </a:lnTo>
                <a:lnTo>
                  <a:pt x="62630" y="1744438"/>
                </a:lnTo>
                <a:lnTo>
                  <a:pt x="64095" y="1744406"/>
                </a:lnTo>
                <a:lnTo>
                  <a:pt x="65561" y="1744406"/>
                </a:lnTo>
                <a:lnTo>
                  <a:pt x="66996" y="1744375"/>
                </a:lnTo>
                <a:lnTo>
                  <a:pt x="68462" y="1744375"/>
                </a:lnTo>
                <a:lnTo>
                  <a:pt x="69928" y="1744344"/>
                </a:lnTo>
                <a:lnTo>
                  <a:pt x="71393" y="1744344"/>
                </a:lnTo>
                <a:lnTo>
                  <a:pt x="72829" y="1744313"/>
                </a:lnTo>
                <a:lnTo>
                  <a:pt x="74294" y="1744313"/>
                </a:lnTo>
                <a:lnTo>
                  <a:pt x="75760" y="1744281"/>
                </a:lnTo>
                <a:lnTo>
                  <a:pt x="77195" y="1744281"/>
                </a:lnTo>
                <a:lnTo>
                  <a:pt x="80127" y="1744227"/>
                </a:lnTo>
                <a:lnTo>
                  <a:pt x="81593" y="1744227"/>
                </a:lnTo>
                <a:lnTo>
                  <a:pt x="83028" y="1744195"/>
                </a:lnTo>
                <a:lnTo>
                  <a:pt x="84494" y="1744195"/>
                </a:lnTo>
                <a:lnTo>
                  <a:pt x="85959" y="1744164"/>
                </a:lnTo>
                <a:lnTo>
                  <a:pt x="87395" y="1744133"/>
                </a:lnTo>
                <a:lnTo>
                  <a:pt x="88860" y="1744133"/>
                </a:lnTo>
                <a:lnTo>
                  <a:pt x="90326" y="1744102"/>
                </a:lnTo>
                <a:lnTo>
                  <a:pt x="91761" y="1744102"/>
                </a:lnTo>
                <a:lnTo>
                  <a:pt x="94693" y="1744039"/>
                </a:lnTo>
                <a:lnTo>
                  <a:pt x="96159" y="1744039"/>
                </a:lnTo>
                <a:lnTo>
                  <a:pt x="97594" y="1744008"/>
                </a:lnTo>
                <a:lnTo>
                  <a:pt x="99060" y="1743977"/>
                </a:lnTo>
                <a:lnTo>
                  <a:pt x="100525" y="1743977"/>
                </a:lnTo>
                <a:lnTo>
                  <a:pt x="101961" y="1743945"/>
                </a:lnTo>
                <a:lnTo>
                  <a:pt x="103426" y="1743922"/>
                </a:lnTo>
                <a:lnTo>
                  <a:pt x="104892" y="1743922"/>
                </a:lnTo>
                <a:lnTo>
                  <a:pt x="106358" y="1743890"/>
                </a:lnTo>
                <a:lnTo>
                  <a:pt x="107793" y="1743859"/>
                </a:lnTo>
                <a:lnTo>
                  <a:pt x="109259" y="1743859"/>
                </a:lnTo>
                <a:lnTo>
                  <a:pt x="110725" y="1743828"/>
                </a:lnTo>
                <a:lnTo>
                  <a:pt x="112159" y="1743797"/>
                </a:lnTo>
                <a:lnTo>
                  <a:pt x="113625" y="1743765"/>
                </a:lnTo>
                <a:lnTo>
                  <a:pt x="115090" y="1743765"/>
                </a:lnTo>
                <a:lnTo>
                  <a:pt x="116557" y="1743734"/>
                </a:lnTo>
                <a:lnTo>
                  <a:pt x="117991" y="1743703"/>
                </a:lnTo>
                <a:lnTo>
                  <a:pt x="119457" y="1743672"/>
                </a:lnTo>
                <a:lnTo>
                  <a:pt x="120923" y="1743672"/>
                </a:lnTo>
                <a:lnTo>
                  <a:pt x="122358" y="1743640"/>
                </a:lnTo>
                <a:lnTo>
                  <a:pt x="125290" y="1743586"/>
                </a:lnTo>
                <a:lnTo>
                  <a:pt x="126755" y="1743586"/>
                </a:lnTo>
                <a:lnTo>
                  <a:pt x="128191" y="1743554"/>
                </a:lnTo>
                <a:lnTo>
                  <a:pt x="131122" y="1743492"/>
                </a:lnTo>
                <a:lnTo>
                  <a:pt x="132557" y="1743461"/>
                </a:lnTo>
                <a:lnTo>
                  <a:pt x="134023" y="1743461"/>
                </a:lnTo>
                <a:lnTo>
                  <a:pt x="136955" y="1743398"/>
                </a:lnTo>
                <a:lnTo>
                  <a:pt x="138390" y="1743367"/>
                </a:lnTo>
                <a:lnTo>
                  <a:pt x="141321" y="1743304"/>
                </a:lnTo>
                <a:lnTo>
                  <a:pt x="142756" y="1743281"/>
                </a:lnTo>
                <a:lnTo>
                  <a:pt x="144222" y="1743281"/>
                </a:lnTo>
                <a:lnTo>
                  <a:pt x="145688" y="1743249"/>
                </a:lnTo>
                <a:lnTo>
                  <a:pt x="147123" y="1743218"/>
                </a:lnTo>
                <a:lnTo>
                  <a:pt x="151520" y="1743124"/>
                </a:lnTo>
                <a:lnTo>
                  <a:pt x="152956" y="1743093"/>
                </a:lnTo>
                <a:lnTo>
                  <a:pt x="155887" y="1743031"/>
                </a:lnTo>
                <a:lnTo>
                  <a:pt x="157322" y="1742999"/>
                </a:lnTo>
                <a:lnTo>
                  <a:pt x="161720" y="1742913"/>
                </a:lnTo>
                <a:lnTo>
                  <a:pt x="163155" y="1742882"/>
                </a:lnTo>
                <a:lnTo>
                  <a:pt x="166086" y="1742820"/>
                </a:lnTo>
                <a:lnTo>
                  <a:pt x="167522" y="1742788"/>
                </a:lnTo>
                <a:lnTo>
                  <a:pt x="171919" y="1742695"/>
                </a:lnTo>
                <a:lnTo>
                  <a:pt x="173354" y="1742663"/>
                </a:lnTo>
                <a:lnTo>
                  <a:pt x="176286" y="1742608"/>
                </a:lnTo>
                <a:lnTo>
                  <a:pt x="177721" y="1742577"/>
                </a:lnTo>
                <a:lnTo>
                  <a:pt x="182118" y="1742483"/>
                </a:lnTo>
                <a:lnTo>
                  <a:pt x="183553" y="1742452"/>
                </a:lnTo>
                <a:lnTo>
                  <a:pt x="185019" y="1742390"/>
                </a:lnTo>
                <a:lnTo>
                  <a:pt x="186485" y="1742358"/>
                </a:lnTo>
                <a:lnTo>
                  <a:pt x="187920" y="1742327"/>
                </a:lnTo>
                <a:lnTo>
                  <a:pt x="192317" y="1742241"/>
                </a:lnTo>
                <a:lnTo>
                  <a:pt x="193752" y="1742179"/>
                </a:lnTo>
                <a:lnTo>
                  <a:pt x="196684" y="1742116"/>
                </a:lnTo>
                <a:lnTo>
                  <a:pt x="198118" y="1742085"/>
                </a:lnTo>
                <a:lnTo>
                  <a:pt x="199584" y="1742054"/>
                </a:lnTo>
                <a:lnTo>
                  <a:pt x="201050" y="1741991"/>
                </a:lnTo>
                <a:lnTo>
                  <a:pt x="202516" y="1741967"/>
                </a:lnTo>
                <a:lnTo>
                  <a:pt x="203951" y="1741936"/>
                </a:lnTo>
                <a:lnTo>
                  <a:pt x="205417" y="1741874"/>
                </a:lnTo>
                <a:lnTo>
                  <a:pt x="206882" y="1741842"/>
                </a:lnTo>
                <a:lnTo>
                  <a:pt x="208318" y="1741811"/>
                </a:lnTo>
                <a:lnTo>
                  <a:pt x="209783" y="1741780"/>
                </a:lnTo>
                <a:lnTo>
                  <a:pt x="211249" y="1741717"/>
                </a:lnTo>
                <a:lnTo>
                  <a:pt x="212684" y="1741686"/>
                </a:lnTo>
                <a:lnTo>
                  <a:pt x="214150" y="1741663"/>
                </a:lnTo>
                <a:lnTo>
                  <a:pt x="215616" y="1741600"/>
                </a:lnTo>
                <a:lnTo>
                  <a:pt x="217081" y="1741569"/>
                </a:lnTo>
                <a:lnTo>
                  <a:pt x="218517" y="1741506"/>
                </a:lnTo>
                <a:lnTo>
                  <a:pt x="221448" y="1741444"/>
                </a:lnTo>
                <a:lnTo>
                  <a:pt x="222883" y="1741381"/>
                </a:lnTo>
                <a:lnTo>
                  <a:pt x="224349" y="1741350"/>
                </a:lnTo>
                <a:lnTo>
                  <a:pt x="225815" y="1741295"/>
                </a:lnTo>
                <a:lnTo>
                  <a:pt x="227281" y="1741264"/>
                </a:lnTo>
                <a:lnTo>
                  <a:pt x="228716" y="1741201"/>
                </a:lnTo>
                <a:lnTo>
                  <a:pt x="230182" y="1741170"/>
                </a:lnTo>
                <a:lnTo>
                  <a:pt x="231647" y="1741108"/>
                </a:lnTo>
                <a:lnTo>
                  <a:pt x="233083" y="1741076"/>
                </a:lnTo>
                <a:lnTo>
                  <a:pt x="234548" y="1741021"/>
                </a:lnTo>
                <a:lnTo>
                  <a:pt x="236014" y="1740990"/>
                </a:lnTo>
                <a:lnTo>
                  <a:pt x="237480" y="1740928"/>
                </a:lnTo>
                <a:lnTo>
                  <a:pt x="238915" y="1740896"/>
                </a:lnTo>
                <a:lnTo>
                  <a:pt x="241847" y="1740771"/>
                </a:lnTo>
                <a:lnTo>
                  <a:pt x="243282" y="1740740"/>
                </a:lnTo>
                <a:lnTo>
                  <a:pt x="246213" y="1740623"/>
                </a:lnTo>
                <a:lnTo>
                  <a:pt x="247679" y="1740592"/>
                </a:lnTo>
                <a:lnTo>
                  <a:pt x="249114" y="1740529"/>
                </a:lnTo>
                <a:lnTo>
                  <a:pt x="250580" y="1740467"/>
                </a:lnTo>
                <a:lnTo>
                  <a:pt x="252046" y="1740435"/>
                </a:lnTo>
                <a:lnTo>
                  <a:pt x="253481" y="1740373"/>
                </a:lnTo>
                <a:lnTo>
                  <a:pt x="254947" y="1740318"/>
                </a:lnTo>
                <a:lnTo>
                  <a:pt x="256412" y="1740287"/>
                </a:lnTo>
                <a:lnTo>
                  <a:pt x="257878" y="1740224"/>
                </a:lnTo>
                <a:lnTo>
                  <a:pt x="259313" y="1740162"/>
                </a:lnTo>
                <a:lnTo>
                  <a:pt x="262245" y="1740037"/>
                </a:lnTo>
                <a:lnTo>
                  <a:pt x="263680" y="1740013"/>
                </a:lnTo>
                <a:lnTo>
                  <a:pt x="266612" y="1739888"/>
                </a:lnTo>
                <a:lnTo>
                  <a:pt x="268047" y="1739826"/>
                </a:lnTo>
                <a:lnTo>
                  <a:pt x="272444" y="1739646"/>
                </a:lnTo>
                <a:lnTo>
                  <a:pt x="273879" y="1739583"/>
                </a:lnTo>
                <a:lnTo>
                  <a:pt x="276811" y="1739458"/>
                </a:lnTo>
                <a:lnTo>
                  <a:pt x="278243" y="1739396"/>
                </a:lnTo>
                <a:lnTo>
                  <a:pt x="282644" y="1739216"/>
                </a:lnTo>
                <a:lnTo>
                  <a:pt x="284075" y="1739153"/>
                </a:lnTo>
                <a:lnTo>
                  <a:pt x="287006" y="1739036"/>
                </a:lnTo>
                <a:lnTo>
                  <a:pt x="288445" y="1738973"/>
                </a:lnTo>
                <a:lnTo>
                  <a:pt x="292846" y="1738786"/>
                </a:lnTo>
                <a:lnTo>
                  <a:pt x="294276" y="1738700"/>
                </a:lnTo>
                <a:lnTo>
                  <a:pt x="297208" y="1738575"/>
                </a:lnTo>
                <a:lnTo>
                  <a:pt x="298646" y="1738512"/>
                </a:lnTo>
                <a:lnTo>
                  <a:pt x="300108" y="1738419"/>
                </a:lnTo>
                <a:lnTo>
                  <a:pt x="303039" y="1738301"/>
                </a:lnTo>
                <a:lnTo>
                  <a:pt x="304478" y="1738239"/>
                </a:lnTo>
                <a:lnTo>
                  <a:pt x="305940" y="1738145"/>
                </a:lnTo>
                <a:lnTo>
                  <a:pt x="307409" y="1738082"/>
                </a:lnTo>
                <a:lnTo>
                  <a:pt x="308840" y="1737996"/>
                </a:lnTo>
                <a:lnTo>
                  <a:pt x="311771" y="1737871"/>
                </a:lnTo>
                <a:lnTo>
                  <a:pt x="313241" y="1737778"/>
                </a:lnTo>
                <a:lnTo>
                  <a:pt x="314671" y="1737723"/>
                </a:lnTo>
                <a:lnTo>
                  <a:pt x="316141" y="1737629"/>
                </a:lnTo>
                <a:lnTo>
                  <a:pt x="317611" y="1737566"/>
                </a:lnTo>
                <a:lnTo>
                  <a:pt x="319041" y="1737473"/>
                </a:lnTo>
                <a:lnTo>
                  <a:pt x="320511" y="1737418"/>
                </a:lnTo>
                <a:lnTo>
                  <a:pt x="321973" y="1737324"/>
                </a:lnTo>
                <a:lnTo>
                  <a:pt x="323442" y="1737261"/>
                </a:lnTo>
                <a:lnTo>
                  <a:pt x="324873" y="1737168"/>
                </a:lnTo>
                <a:lnTo>
                  <a:pt x="326343" y="1737082"/>
                </a:lnTo>
                <a:lnTo>
                  <a:pt x="327804" y="1737019"/>
                </a:lnTo>
                <a:lnTo>
                  <a:pt x="329243" y="1736925"/>
                </a:lnTo>
                <a:lnTo>
                  <a:pt x="330705" y="1736832"/>
                </a:lnTo>
                <a:lnTo>
                  <a:pt x="332174" y="1736777"/>
                </a:lnTo>
                <a:lnTo>
                  <a:pt x="333605" y="1736683"/>
                </a:lnTo>
                <a:lnTo>
                  <a:pt x="338006" y="1736409"/>
                </a:lnTo>
                <a:lnTo>
                  <a:pt x="339437" y="1736347"/>
                </a:lnTo>
                <a:lnTo>
                  <a:pt x="342368" y="1736159"/>
                </a:lnTo>
                <a:lnTo>
                  <a:pt x="343806" y="1736073"/>
                </a:lnTo>
                <a:lnTo>
                  <a:pt x="348207" y="1735800"/>
                </a:lnTo>
                <a:lnTo>
                  <a:pt x="349638" y="1735706"/>
                </a:lnTo>
                <a:lnTo>
                  <a:pt x="352570" y="1735518"/>
                </a:lnTo>
                <a:lnTo>
                  <a:pt x="354008" y="1735432"/>
                </a:lnTo>
                <a:lnTo>
                  <a:pt x="358401" y="1735159"/>
                </a:lnTo>
                <a:lnTo>
                  <a:pt x="359840" y="1735034"/>
                </a:lnTo>
                <a:lnTo>
                  <a:pt x="362771" y="1734846"/>
                </a:lnTo>
                <a:lnTo>
                  <a:pt x="364202" y="1734760"/>
                </a:lnTo>
                <a:lnTo>
                  <a:pt x="365671" y="1734666"/>
                </a:lnTo>
                <a:lnTo>
                  <a:pt x="367133" y="1734541"/>
                </a:lnTo>
                <a:lnTo>
                  <a:pt x="368603" y="1734455"/>
                </a:lnTo>
                <a:lnTo>
                  <a:pt x="370041" y="1734361"/>
                </a:lnTo>
                <a:lnTo>
                  <a:pt x="371503" y="1734236"/>
                </a:lnTo>
                <a:lnTo>
                  <a:pt x="372973" y="1734150"/>
                </a:lnTo>
                <a:lnTo>
                  <a:pt x="374403" y="1734025"/>
                </a:lnTo>
                <a:lnTo>
                  <a:pt x="375873" y="1733931"/>
                </a:lnTo>
                <a:lnTo>
                  <a:pt x="377335" y="1733814"/>
                </a:lnTo>
                <a:lnTo>
                  <a:pt x="378804" y="1733720"/>
                </a:lnTo>
                <a:lnTo>
                  <a:pt x="380235" y="1733595"/>
                </a:lnTo>
                <a:lnTo>
                  <a:pt x="381704" y="1733509"/>
                </a:lnTo>
                <a:lnTo>
                  <a:pt x="383166" y="1733384"/>
                </a:lnTo>
                <a:lnTo>
                  <a:pt x="384605" y="1733259"/>
                </a:lnTo>
                <a:lnTo>
                  <a:pt x="386066" y="1733173"/>
                </a:lnTo>
                <a:lnTo>
                  <a:pt x="388998" y="1732923"/>
                </a:lnTo>
                <a:lnTo>
                  <a:pt x="390436" y="1732837"/>
                </a:lnTo>
                <a:lnTo>
                  <a:pt x="393368" y="1732587"/>
                </a:lnTo>
                <a:lnTo>
                  <a:pt x="394798" y="1732469"/>
                </a:lnTo>
                <a:lnTo>
                  <a:pt x="397738" y="1732219"/>
                </a:lnTo>
                <a:lnTo>
                  <a:pt x="399168" y="1732102"/>
                </a:lnTo>
                <a:lnTo>
                  <a:pt x="403569" y="1731735"/>
                </a:lnTo>
                <a:lnTo>
                  <a:pt x="405000" y="1731610"/>
                </a:lnTo>
                <a:lnTo>
                  <a:pt x="407931" y="1731367"/>
                </a:lnTo>
                <a:lnTo>
                  <a:pt x="409370" y="1731250"/>
                </a:lnTo>
                <a:lnTo>
                  <a:pt x="410832" y="1731125"/>
                </a:lnTo>
                <a:lnTo>
                  <a:pt x="412301" y="1730969"/>
                </a:lnTo>
                <a:lnTo>
                  <a:pt x="413763" y="1730851"/>
                </a:lnTo>
                <a:lnTo>
                  <a:pt x="415201" y="1730726"/>
                </a:lnTo>
                <a:lnTo>
                  <a:pt x="416663" y="1730601"/>
                </a:lnTo>
                <a:lnTo>
                  <a:pt x="418133" y="1730453"/>
                </a:lnTo>
                <a:lnTo>
                  <a:pt x="419563" y="1730328"/>
                </a:lnTo>
                <a:lnTo>
                  <a:pt x="421033" y="1730179"/>
                </a:lnTo>
                <a:lnTo>
                  <a:pt x="422495" y="1730054"/>
                </a:lnTo>
                <a:lnTo>
                  <a:pt x="423965" y="1729905"/>
                </a:lnTo>
                <a:lnTo>
                  <a:pt x="425403" y="1729780"/>
                </a:lnTo>
                <a:lnTo>
                  <a:pt x="426865" y="1729624"/>
                </a:lnTo>
                <a:lnTo>
                  <a:pt x="428334" y="1729507"/>
                </a:lnTo>
                <a:lnTo>
                  <a:pt x="429765" y="1729350"/>
                </a:lnTo>
                <a:lnTo>
                  <a:pt x="431235" y="1729202"/>
                </a:lnTo>
                <a:lnTo>
                  <a:pt x="432696" y="1729077"/>
                </a:lnTo>
                <a:lnTo>
                  <a:pt x="434166" y="1728928"/>
                </a:lnTo>
                <a:lnTo>
                  <a:pt x="435597" y="1728772"/>
                </a:lnTo>
                <a:lnTo>
                  <a:pt x="438528" y="1728467"/>
                </a:lnTo>
                <a:lnTo>
                  <a:pt x="439966" y="1728311"/>
                </a:lnTo>
                <a:lnTo>
                  <a:pt x="441428" y="1728193"/>
                </a:lnTo>
                <a:lnTo>
                  <a:pt x="444360" y="1727889"/>
                </a:lnTo>
                <a:lnTo>
                  <a:pt x="445798" y="1727732"/>
                </a:lnTo>
                <a:lnTo>
                  <a:pt x="447260" y="1727552"/>
                </a:lnTo>
                <a:lnTo>
                  <a:pt x="448730" y="1727396"/>
                </a:lnTo>
                <a:lnTo>
                  <a:pt x="450168" y="1727248"/>
                </a:lnTo>
                <a:lnTo>
                  <a:pt x="453099" y="1726943"/>
                </a:lnTo>
                <a:lnTo>
                  <a:pt x="454530" y="1726755"/>
                </a:lnTo>
                <a:lnTo>
                  <a:pt x="457462" y="1726450"/>
                </a:lnTo>
                <a:lnTo>
                  <a:pt x="458931" y="1726270"/>
                </a:lnTo>
                <a:lnTo>
                  <a:pt x="460362" y="1726114"/>
                </a:lnTo>
                <a:lnTo>
                  <a:pt x="461831" y="1725934"/>
                </a:lnTo>
                <a:lnTo>
                  <a:pt x="463293" y="1725778"/>
                </a:lnTo>
                <a:lnTo>
                  <a:pt x="464732" y="1725598"/>
                </a:lnTo>
                <a:lnTo>
                  <a:pt x="466193" y="1725411"/>
                </a:lnTo>
                <a:lnTo>
                  <a:pt x="467663" y="1725262"/>
                </a:lnTo>
                <a:lnTo>
                  <a:pt x="469125" y="1725074"/>
                </a:lnTo>
                <a:lnTo>
                  <a:pt x="470563" y="1724895"/>
                </a:lnTo>
                <a:lnTo>
                  <a:pt x="472025" y="1724738"/>
                </a:lnTo>
                <a:lnTo>
                  <a:pt x="473495" y="1724558"/>
                </a:lnTo>
                <a:lnTo>
                  <a:pt x="474925" y="1724379"/>
                </a:lnTo>
                <a:lnTo>
                  <a:pt x="479326" y="1723824"/>
                </a:lnTo>
                <a:lnTo>
                  <a:pt x="480765" y="1723644"/>
                </a:lnTo>
                <a:lnTo>
                  <a:pt x="483696" y="1723276"/>
                </a:lnTo>
                <a:lnTo>
                  <a:pt x="485127" y="1723065"/>
                </a:lnTo>
                <a:lnTo>
                  <a:pt x="489528" y="1722510"/>
                </a:lnTo>
                <a:lnTo>
                  <a:pt x="490959" y="1722299"/>
                </a:lnTo>
                <a:lnTo>
                  <a:pt x="492428" y="1722119"/>
                </a:lnTo>
                <a:lnTo>
                  <a:pt x="493890" y="1721901"/>
                </a:lnTo>
                <a:lnTo>
                  <a:pt x="495328" y="1721721"/>
                </a:lnTo>
                <a:lnTo>
                  <a:pt x="498260" y="1721291"/>
                </a:lnTo>
                <a:lnTo>
                  <a:pt x="499722" y="1721111"/>
                </a:lnTo>
                <a:lnTo>
                  <a:pt x="501160" y="1720892"/>
                </a:lnTo>
                <a:lnTo>
                  <a:pt x="504092" y="1720470"/>
                </a:lnTo>
                <a:lnTo>
                  <a:pt x="505530" y="1720282"/>
                </a:lnTo>
                <a:lnTo>
                  <a:pt x="509923" y="1719641"/>
                </a:lnTo>
                <a:lnTo>
                  <a:pt x="511362" y="1719430"/>
                </a:lnTo>
                <a:lnTo>
                  <a:pt x="512823" y="1719188"/>
                </a:lnTo>
                <a:lnTo>
                  <a:pt x="514293" y="1718969"/>
                </a:lnTo>
                <a:lnTo>
                  <a:pt x="515724" y="1718758"/>
                </a:lnTo>
                <a:lnTo>
                  <a:pt x="517193" y="1718539"/>
                </a:lnTo>
                <a:lnTo>
                  <a:pt x="518655" y="1718297"/>
                </a:lnTo>
                <a:lnTo>
                  <a:pt x="520093" y="1718086"/>
                </a:lnTo>
                <a:lnTo>
                  <a:pt x="521555" y="1717843"/>
                </a:lnTo>
                <a:lnTo>
                  <a:pt x="523025" y="1717625"/>
                </a:lnTo>
                <a:lnTo>
                  <a:pt x="524487" y="1717382"/>
                </a:lnTo>
                <a:lnTo>
                  <a:pt x="525925" y="1717171"/>
                </a:lnTo>
                <a:lnTo>
                  <a:pt x="528857" y="1716679"/>
                </a:lnTo>
                <a:lnTo>
                  <a:pt x="530295" y="1716468"/>
                </a:lnTo>
                <a:lnTo>
                  <a:pt x="534688" y="1715733"/>
                </a:lnTo>
                <a:lnTo>
                  <a:pt x="536127" y="1715490"/>
                </a:lnTo>
                <a:lnTo>
                  <a:pt x="539058" y="1714998"/>
                </a:lnTo>
                <a:lnTo>
                  <a:pt x="540489" y="1714756"/>
                </a:lnTo>
                <a:lnTo>
                  <a:pt x="541958" y="1714482"/>
                </a:lnTo>
                <a:lnTo>
                  <a:pt x="544890" y="1713990"/>
                </a:lnTo>
                <a:lnTo>
                  <a:pt x="546320" y="1713716"/>
                </a:lnTo>
                <a:lnTo>
                  <a:pt x="547790" y="1713474"/>
                </a:lnTo>
                <a:lnTo>
                  <a:pt x="549252" y="1713200"/>
                </a:lnTo>
                <a:lnTo>
                  <a:pt x="550690" y="1712958"/>
                </a:lnTo>
                <a:lnTo>
                  <a:pt x="555083" y="1712129"/>
                </a:lnTo>
                <a:lnTo>
                  <a:pt x="556522" y="1711887"/>
                </a:lnTo>
                <a:lnTo>
                  <a:pt x="559453" y="1711339"/>
                </a:lnTo>
                <a:lnTo>
                  <a:pt x="560892" y="1711058"/>
                </a:lnTo>
                <a:lnTo>
                  <a:pt x="562354" y="1710784"/>
                </a:lnTo>
                <a:lnTo>
                  <a:pt x="563823" y="1710480"/>
                </a:lnTo>
                <a:lnTo>
                  <a:pt x="565285" y="1710206"/>
                </a:lnTo>
                <a:lnTo>
                  <a:pt x="566723" y="1709932"/>
                </a:lnTo>
                <a:lnTo>
                  <a:pt x="568185" y="1709659"/>
                </a:lnTo>
                <a:lnTo>
                  <a:pt x="569655" y="1709354"/>
                </a:lnTo>
                <a:lnTo>
                  <a:pt x="571086" y="1709080"/>
                </a:lnTo>
                <a:lnTo>
                  <a:pt x="574017" y="1708463"/>
                </a:lnTo>
                <a:lnTo>
                  <a:pt x="575487" y="1708189"/>
                </a:lnTo>
                <a:lnTo>
                  <a:pt x="576917" y="1707884"/>
                </a:lnTo>
                <a:lnTo>
                  <a:pt x="579849" y="1707274"/>
                </a:lnTo>
                <a:lnTo>
                  <a:pt x="581287" y="1706970"/>
                </a:lnTo>
                <a:lnTo>
                  <a:pt x="584218" y="1706360"/>
                </a:lnTo>
                <a:lnTo>
                  <a:pt x="585657" y="1706055"/>
                </a:lnTo>
                <a:lnTo>
                  <a:pt x="587119" y="1705750"/>
                </a:lnTo>
                <a:lnTo>
                  <a:pt x="588588" y="1705414"/>
                </a:lnTo>
                <a:lnTo>
                  <a:pt x="590050" y="1705109"/>
                </a:lnTo>
                <a:lnTo>
                  <a:pt x="591489" y="1704773"/>
                </a:lnTo>
                <a:lnTo>
                  <a:pt x="592950" y="1704468"/>
                </a:lnTo>
                <a:lnTo>
                  <a:pt x="594420" y="1704132"/>
                </a:lnTo>
                <a:lnTo>
                  <a:pt x="595851" y="1703827"/>
                </a:lnTo>
                <a:lnTo>
                  <a:pt x="600252" y="1702819"/>
                </a:lnTo>
                <a:lnTo>
                  <a:pt x="601682" y="1702482"/>
                </a:lnTo>
                <a:lnTo>
                  <a:pt x="604614" y="1701810"/>
                </a:lnTo>
                <a:lnTo>
                  <a:pt x="606052" y="1701474"/>
                </a:lnTo>
                <a:lnTo>
                  <a:pt x="607514" y="1701138"/>
                </a:lnTo>
                <a:lnTo>
                  <a:pt x="608984" y="1700771"/>
                </a:lnTo>
                <a:lnTo>
                  <a:pt x="610445" y="1700434"/>
                </a:lnTo>
                <a:lnTo>
                  <a:pt x="611884" y="1700067"/>
                </a:lnTo>
                <a:lnTo>
                  <a:pt x="613353" y="1699731"/>
                </a:lnTo>
                <a:lnTo>
                  <a:pt x="614815" y="1699363"/>
                </a:lnTo>
                <a:lnTo>
                  <a:pt x="616254" y="1698996"/>
                </a:lnTo>
                <a:lnTo>
                  <a:pt x="617715" y="1698636"/>
                </a:lnTo>
                <a:lnTo>
                  <a:pt x="619185" y="1698300"/>
                </a:lnTo>
                <a:lnTo>
                  <a:pt x="620647" y="1697933"/>
                </a:lnTo>
                <a:lnTo>
                  <a:pt x="622085" y="1697534"/>
                </a:lnTo>
                <a:lnTo>
                  <a:pt x="625017" y="1696799"/>
                </a:lnTo>
                <a:lnTo>
                  <a:pt x="626447" y="1696432"/>
                </a:lnTo>
                <a:lnTo>
                  <a:pt x="627917" y="1696041"/>
                </a:lnTo>
                <a:lnTo>
                  <a:pt x="629379" y="1695674"/>
                </a:lnTo>
                <a:lnTo>
                  <a:pt x="630848" y="1695275"/>
                </a:lnTo>
                <a:lnTo>
                  <a:pt x="632279" y="1694908"/>
                </a:lnTo>
                <a:lnTo>
                  <a:pt x="635210" y="1694118"/>
                </a:lnTo>
                <a:lnTo>
                  <a:pt x="636649" y="1693719"/>
                </a:lnTo>
                <a:lnTo>
                  <a:pt x="639580" y="1692922"/>
                </a:lnTo>
                <a:lnTo>
                  <a:pt x="641019" y="1692523"/>
                </a:lnTo>
                <a:lnTo>
                  <a:pt x="643950" y="1691734"/>
                </a:lnTo>
                <a:lnTo>
                  <a:pt x="645412" y="1691304"/>
                </a:lnTo>
                <a:lnTo>
                  <a:pt x="646850" y="1690905"/>
                </a:lnTo>
                <a:lnTo>
                  <a:pt x="649782" y="1690053"/>
                </a:lnTo>
                <a:lnTo>
                  <a:pt x="651212" y="1689654"/>
                </a:lnTo>
                <a:lnTo>
                  <a:pt x="655613" y="1688372"/>
                </a:lnTo>
                <a:lnTo>
                  <a:pt x="657044" y="1687942"/>
                </a:lnTo>
                <a:lnTo>
                  <a:pt x="658514" y="1687489"/>
                </a:lnTo>
                <a:lnTo>
                  <a:pt x="659976" y="1687059"/>
                </a:lnTo>
                <a:lnTo>
                  <a:pt x="661414" y="1686629"/>
                </a:lnTo>
                <a:lnTo>
                  <a:pt x="662876" y="1686176"/>
                </a:lnTo>
                <a:lnTo>
                  <a:pt x="664345" y="1685746"/>
                </a:lnTo>
                <a:lnTo>
                  <a:pt x="665807" y="1685292"/>
                </a:lnTo>
                <a:lnTo>
                  <a:pt x="667246" y="1684831"/>
                </a:lnTo>
                <a:lnTo>
                  <a:pt x="670177" y="1683916"/>
                </a:lnTo>
                <a:lnTo>
                  <a:pt x="671616" y="1683455"/>
                </a:lnTo>
                <a:lnTo>
                  <a:pt x="674547" y="1682541"/>
                </a:lnTo>
                <a:lnTo>
                  <a:pt x="676009" y="1682056"/>
                </a:lnTo>
                <a:lnTo>
                  <a:pt x="677447" y="1681595"/>
                </a:lnTo>
                <a:lnTo>
                  <a:pt x="680379" y="1680618"/>
                </a:lnTo>
                <a:lnTo>
                  <a:pt x="681809" y="1680156"/>
                </a:lnTo>
                <a:lnTo>
                  <a:pt x="686210" y="1678695"/>
                </a:lnTo>
                <a:lnTo>
                  <a:pt x="687641" y="1678202"/>
                </a:lnTo>
                <a:lnTo>
                  <a:pt x="689110" y="1677686"/>
                </a:lnTo>
                <a:lnTo>
                  <a:pt x="690572" y="1677194"/>
                </a:lnTo>
                <a:lnTo>
                  <a:pt x="692011" y="1676678"/>
                </a:lnTo>
                <a:lnTo>
                  <a:pt x="693480" y="1676193"/>
                </a:lnTo>
                <a:lnTo>
                  <a:pt x="696412" y="1675153"/>
                </a:lnTo>
                <a:lnTo>
                  <a:pt x="697842" y="1674630"/>
                </a:lnTo>
                <a:lnTo>
                  <a:pt x="700774" y="1673590"/>
                </a:lnTo>
                <a:lnTo>
                  <a:pt x="702212" y="1673074"/>
                </a:lnTo>
                <a:lnTo>
                  <a:pt x="703674" y="1672558"/>
                </a:lnTo>
                <a:lnTo>
                  <a:pt x="705144" y="1672003"/>
                </a:lnTo>
                <a:lnTo>
                  <a:pt x="706574" y="1671487"/>
                </a:lnTo>
                <a:lnTo>
                  <a:pt x="710975" y="1669838"/>
                </a:lnTo>
                <a:lnTo>
                  <a:pt x="712406" y="1669290"/>
                </a:lnTo>
                <a:lnTo>
                  <a:pt x="715337" y="1668188"/>
                </a:lnTo>
                <a:lnTo>
                  <a:pt x="716776" y="1667641"/>
                </a:lnTo>
                <a:lnTo>
                  <a:pt x="718245" y="1667062"/>
                </a:lnTo>
                <a:lnTo>
                  <a:pt x="719707" y="1666507"/>
                </a:lnTo>
                <a:lnTo>
                  <a:pt x="721169" y="1665929"/>
                </a:lnTo>
                <a:lnTo>
                  <a:pt x="722607" y="1665350"/>
                </a:lnTo>
                <a:lnTo>
                  <a:pt x="725539" y="1664186"/>
                </a:lnTo>
                <a:lnTo>
                  <a:pt x="726977" y="1663607"/>
                </a:lnTo>
                <a:lnTo>
                  <a:pt x="729909" y="1662450"/>
                </a:lnTo>
                <a:lnTo>
                  <a:pt x="731371" y="1661840"/>
                </a:lnTo>
                <a:lnTo>
                  <a:pt x="732809" y="1661223"/>
                </a:lnTo>
                <a:lnTo>
                  <a:pt x="734271" y="1660645"/>
                </a:lnTo>
                <a:lnTo>
                  <a:pt x="735740" y="1660035"/>
                </a:lnTo>
                <a:lnTo>
                  <a:pt x="737171" y="1659425"/>
                </a:lnTo>
                <a:lnTo>
                  <a:pt x="738641" y="1658815"/>
                </a:lnTo>
                <a:lnTo>
                  <a:pt x="740102" y="1658174"/>
                </a:lnTo>
                <a:lnTo>
                  <a:pt x="741572" y="1657564"/>
                </a:lnTo>
                <a:lnTo>
                  <a:pt x="743003" y="1656955"/>
                </a:lnTo>
                <a:lnTo>
                  <a:pt x="745934" y="1655673"/>
                </a:lnTo>
                <a:lnTo>
                  <a:pt x="747373" y="1655032"/>
                </a:lnTo>
                <a:lnTo>
                  <a:pt x="751774" y="1653101"/>
                </a:lnTo>
                <a:lnTo>
                  <a:pt x="753204" y="1652460"/>
                </a:lnTo>
                <a:lnTo>
                  <a:pt x="754674" y="1651788"/>
                </a:lnTo>
                <a:lnTo>
                  <a:pt x="756136" y="1651147"/>
                </a:lnTo>
                <a:lnTo>
                  <a:pt x="757574" y="1650474"/>
                </a:lnTo>
                <a:lnTo>
                  <a:pt x="761967" y="1648465"/>
                </a:lnTo>
                <a:lnTo>
                  <a:pt x="763406" y="1647793"/>
                </a:lnTo>
                <a:lnTo>
                  <a:pt x="764868" y="1647089"/>
                </a:lnTo>
                <a:lnTo>
                  <a:pt x="766337" y="1646417"/>
                </a:lnTo>
                <a:lnTo>
                  <a:pt x="767768" y="1645714"/>
                </a:lnTo>
                <a:lnTo>
                  <a:pt x="770699" y="1644306"/>
                </a:lnTo>
                <a:lnTo>
                  <a:pt x="772138" y="1643611"/>
                </a:lnTo>
                <a:lnTo>
                  <a:pt x="775069" y="1642204"/>
                </a:lnTo>
                <a:lnTo>
                  <a:pt x="776539" y="1641469"/>
                </a:lnTo>
                <a:lnTo>
                  <a:pt x="777969" y="1640765"/>
                </a:lnTo>
                <a:lnTo>
                  <a:pt x="780901" y="1639303"/>
                </a:lnTo>
                <a:lnTo>
                  <a:pt x="782339" y="1638569"/>
                </a:lnTo>
                <a:lnTo>
                  <a:pt x="785271" y="1637107"/>
                </a:lnTo>
                <a:lnTo>
                  <a:pt x="786733" y="1636341"/>
                </a:lnTo>
                <a:lnTo>
                  <a:pt x="788171" y="1635606"/>
                </a:lnTo>
                <a:lnTo>
                  <a:pt x="791102" y="1634081"/>
                </a:lnTo>
                <a:lnTo>
                  <a:pt x="792533" y="1633315"/>
                </a:lnTo>
                <a:lnTo>
                  <a:pt x="795464" y="1631791"/>
                </a:lnTo>
                <a:lnTo>
                  <a:pt x="796934" y="1630994"/>
                </a:lnTo>
                <a:lnTo>
                  <a:pt x="798372" y="1630204"/>
                </a:lnTo>
                <a:lnTo>
                  <a:pt x="799834" y="1629438"/>
                </a:lnTo>
                <a:lnTo>
                  <a:pt x="801296" y="1628641"/>
                </a:lnTo>
                <a:lnTo>
                  <a:pt x="802734" y="1627851"/>
                </a:lnTo>
                <a:lnTo>
                  <a:pt x="804204" y="1627054"/>
                </a:lnTo>
                <a:lnTo>
                  <a:pt x="805666" y="1626233"/>
                </a:lnTo>
                <a:lnTo>
                  <a:pt x="807136" y="1625436"/>
                </a:lnTo>
                <a:lnTo>
                  <a:pt x="808566" y="1624615"/>
                </a:lnTo>
                <a:lnTo>
                  <a:pt x="811498" y="1622965"/>
                </a:lnTo>
                <a:lnTo>
                  <a:pt x="812936" y="1622137"/>
                </a:lnTo>
                <a:lnTo>
                  <a:pt x="815867" y="1620495"/>
                </a:lnTo>
                <a:lnTo>
                  <a:pt x="817329" y="1619635"/>
                </a:lnTo>
                <a:lnTo>
                  <a:pt x="818768" y="1618783"/>
                </a:lnTo>
                <a:lnTo>
                  <a:pt x="820229" y="1617923"/>
                </a:lnTo>
                <a:lnTo>
                  <a:pt x="821699" y="1617102"/>
                </a:lnTo>
                <a:lnTo>
                  <a:pt x="823130" y="1616219"/>
                </a:lnTo>
                <a:lnTo>
                  <a:pt x="826061" y="1614507"/>
                </a:lnTo>
                <a:lnTo>
                  <a:pt x="827500" y="1613624"/>
                </a:lnTo>
                <a:lnTo>
                  <a:pt x="831901" y="1610966"/>
                </a:lnTo>
                <a:lnTo>
                  <a:pt x="833331" y="1610082"/>
                </a:lnTo>
                <a:lnTo>
                  <a:pt x="836263" y="1608245"/>
                </a:lnTo>
                <a:lnTo>
                  <a:pt x="837701" y="1607362"/>
                </a:lnTo>
                <a:lnTo>
                  <a:pt x="840632" y="1605525"/>
                </a:lnTo>
                <a:lnTo>
                  <a:pt x="842094" y="1604579"/>
                </a:lnTo>
                <a:lnTo>
                  <a:pt x="843533" y="1603665"/>
                </a:lnTo>
                <a:lnTo>
                  <a:pt x="846464" y="1601773"/>
                </a:lnTo>
                <a:lnTo>
                  <a:pt x="847895" y="1600858"/>
                </a:lnTo>
                <a:lnTo>
                  <a:pt x="849364" y="1599881"/>
                </a:lnTo>
                <a:lnTo>
                  <a:pt x="852296" y="1597989"/>
                </a:lnTo>
                <a:lnTo>
                  <a:pt x="853734" y="1597012"/>
                </a:lnTo>
                <a:lnTo>
                  <a:pt x="856666" y="1595058"/>
                </a:lnTo>
                <a:lnTo>
                  <a:pt x="858096" y="1594080"/>
                </a:lnTo>
                <a:lnTo>
                  <a:pt x="859566" y="1593103"/>
                </a:lnTo>
                <a:lnTo>
                  <a:pt x="861028" y="1592095"/>
                </a:lnTo>
                <a:lnTo>
                  <a:pt x="862497" y="1591118"/>
                </a:lnTo>
                <a:lnTo>
                  <a:pt x="863928" y="1590109"/>
                </a:lnTo>
                <a:lnTo>
                  <a:pt x="866859" y="1588092"/>
                </a:lnTo>
                <a:lnTo>
                  <a:pt x="868298" y="1587053"/>
                </a:lnTo>
                <a:lnTo>
                  <a:pt x="869760" y="1586044"/>
                </a:lnTo>
                <a:lnTo>
                  <a:pt x="872691" y="1583973"/>
                </a:lnTo>
                <a:lnTo>
                  <a:pt x="874129" y="1582933"/>
                </a:lnTo>
                <a:lnTo>
                  <a:pt x="875591" y="1581893"/>
                </a:lnTo>
                <a:lnTo>
                  <a:pt x="877061" y="1580822"/>
                </a:lnTo>
                <a:lnTo>
                  <a:pt x="878499" y="1579783"/>
                </a:lnTo>
                <a:lnTo>
                  <a:pt x="882893" y="1576578"/>
                </a:lnTo>
                <a:lnTo>
                  <a:pt x="884331" y="1575483"/>
                </a:lnTo>
                <a:lnTo>
                  <a:pt x="885793" y="1574412"/>
                </a:lnTo>
                <a:lnTo>
                  <a:pt x="887263" y="1573310"/>
                </a:lnTo>
                <a:lnTo>
                  <a:pt x="888693" y="1572216"/>
                </a:lnTo>
                <a:lnTo>
                  <a:pt x="891625" y="1570011"/>
                </a:lnTo>
                <a:lnTo>
                  <a:pt x="893063" y="1568885"/>
                </a:lnTo>
                <a:lnTo>
                  <a:pt x="894525" y="1567752"/>
                </a:lnTo>
                <a:lnTo>
                  <a:pt x="895994" y="1566658"/>
                </a:lnTo>
                <a:lnTo>
                  <a:pt x="897456" y="1565493"/>
                </a:lnTo>
                <a:lnTo>
                  <a:pt x="898895" y="1564367"/>
                </a:lnTo>
                <a:lnTo>
                  <a:pt x="900356" y="1563234"/>
                </a:lnTo>
                <a:lnTo>
                  <a:pt x="901826" y="1562077"/>
                </a:lnTo>
                <a:lnTo>
                  <a:pt x="903257" y="1560912"/>
                </a:lnTo>
                <a:lnTo>
                  <a:pt x="907658" y="1557433"/>
                </a:lnTo>
                <a:lnTo>
                  <a:pt x="909096" y="1556245"/>
                </a:lnTo>
                <a:lnTo>
                  <a:pt x="912028" y="1553861"/>
                </a:lnTo>
                <a:lnTo>
                  <a:pt x="913458" y="1552672"/>
                </a:lnTo>
                <a:lnTo>
                  <a:pt x="914928" y="1551477"/>
                </a:lnTo>
                <a:lnTo>
                  <a:pt x="917859" y="1549037"/>
                </a:lnTo>
                <a:lnTo>
                  <a:pt x="919290" y="1547818"/>
                </a:lnTo>
                <a:lnTo>
                  <a:pt x="922221" y="1545371"/>
                </a:lnTo>
                <a:lnTo>
                  <a:pt x="923660" y="1544120"/>
                </a:lnTo>
                <a:lnTo>
                  <a:pt x="928053" y="1540368"/>
                </a:lnTo>
                <a:lnTo>
                  <a:pt x="929491" y="1539078"/>
                </a:lnTo>
                <a:lnTo>
                  <a:pt x="930953" y="1537828"/>
                </a:lnTo>
                <a:lnTo>
                  <a:pt x="932423" y="1536546"/>
                </a:lnTo>
                <a:lnTo>
                  <a:pt x="933861" y="1535263"/>
                </a:lnTo>
                <a:lnTo>
                  <a:pt x="935323" y="1533981"/>
                </a:lnTo>
                <a:lnTo>
                  <a:pt x="938254" y="1531355"/>
                </a:lnTo>
                <a:lnTo>
                  <a:pt x="939693" y="1530073"/>
                </a:lnTo>
                <a:lnTo>
                  <a:pt x="941155" y="1528728"/>
                </a:lnTo>
                <a:lnTo>
                  <a:pt x="942624" y="1527415"/>
                </a:lnTo>
                <a:lnTo>
                  <a:pt x="944055" y="1526102"/>
                </a:lnTo>
                <a:lnTo>
                  <a:pt x="946986" y="1523420"/>
                </a:lnTo>
                <a:lnTo>
                  <a:pt x="948425" y="1522076"/>
                </a:lnTo>
                <a:lnTo>
                  <a:pt x="949887" y="1520700"/>
                </a:lnTo>
                <a:lnTo>
                  <a:pt x="951356" y="1519355"/>
                </a:lnTo>
                <a:lnTo>
                  <a:pt x="952818" y="1517980"/>
                </a:lnTo>
                <a:lnTo>
                  <a:pt x="954256" y="1516604"/>
                </a:lnTo>
                <a:lnTo>
                  <a:pt x="955718" y="1515236"/>
                </a:lnTo>
                <a:lnTo>
                  <a:pt x="957188" y="1513828"/>
                </a:lnTo>
                <a:lnTo>
                  <a:pt x="958626" y="1512421"/>
                </a:lnTo>
                <a:lnTo>
                  <a:pt x="960088" y="1511053"/>
                </a:lnTo>
                <a:lnTo>
                  <a:pt x="961550" y="1509646"/>
                </a:lnTo>
                <a:lnTo>
                  <a:pt x="963020" y="1508208"/>
                </a:lnTo>
                <a:lnTo>
                  <a:pt x="964458" y="1506777"/>
                </a:lnTo>
                <a:lnTo>
                  <a:pt x="965920" y="1505370"/>
                </a:lnTo>
                <a:lnTo>
                  <a:pt x="967389" y="1503932"/>
                </a:lnTo>
                <a:lnTo>
                  <a:pt x="968820" y="1502470"/>
                </a:lnTo>
                <a:lnTo>
                  <a:pt x="970290" y="1501032"/>
                </a:lnTo>
                <a:lnTo>
                  <a:pt x="973221" y="1498100"/>
                </a:lnTo>
                <a:lnTo>
                  <a:pt x="974652" y="1496638"/>
                </a:lnTo>
                <a:lnTo>
                  <a:pt x="976121" y="1495169"/>
                </a:lnTo>
                <a:lnTo>
                  <a:pt x="977583" y="1493676"/>
                </a:lnTo>
                <a:lnTo>
                  <a:pt x="979021" y="1492206"/>
                </a:lnTo>
                <a:lnTo>
                  <a:pt x="980483" y="1490682"/>
                </a:lnTo>
                <a:lnTo>
                  <a:pt x="983415" y="1487688"/>
                </a:lnTo>
                <a:lnTo>
                  <a:pt x="984853" y="1486163"/>
                </a:lnTo>
                <a:lnTo>
                  <a:pt x="987785" y="1483107"/>
                </a:lnTo>
                <a:lnTo>
                  <a:pt x="989223" y="1481551"/>
                </a:lnTo>
                <a:lnTo>
                  <a:pt x="990685" y="1480027"/>
                </a:lnTo>
                <a:lnTo>
                  <a:pt x="992155" y="1478471"/>
                </a:lnTo>
                <a:lnTo>
                  <a:pt x="993616" y="1476876"/>
                </a:lnTo>
                <a:lnTo>
                  <a:pt x="995055" y="1475321"/>
                </a:lnTo>
                <a:lnTo>
                  <a:pt x="996517" y="1473765"/>
                </a:lnTo>
                <a:lnTo>
                  <a:pt x="997986" y="1472178"/>
                </a:lnTo>
                <a:lnTo>
                  <a:pt x="999417" y="1470591"/>
                </a:lnTo>
                <a:lnTo>
                  <a:pt x="1000886" y="1468973"/>
                </a:lnTo>
                <a:lnTo>
                  <a:pt x="1002348" y="1467386"/>
                </a:lnTo>
                <a:lnTo>
                  <a:pt x="1003818" y="1465768"/>
                </a:lnTo>
                <a:lnTo>
                  <a:pt x="1005248" y="1464150"/>
                </a:lnTo>
                <a:lnTo>
                  <a:pt x="1006718" y="1462500"/>
                </a:lnTo>
                <a:lnTo>
                  <a:pt x="1008180" y="1460882"/>
                </a:lnTo>
                <a:lnTo>
                  <a:pt x="1009618" y="1459233"/>
                </a:lnTo>
                <a:lnTo>
                  <a:pt x="1012550" y="1455934"/>
                </a:lnTo>
                <a:lnTo>
                  <a:pt x="1013988" y="1454284"/>
                </a:lnTo>
                <a:lnTo>
                  <a:pt x="1018381" y="1449242"/>
                </a:lnTo>
                <a:lnTo>
                  <a:pt x="1019820" y="1447538"/>
                </a:lnTo>
                <a:lnTo>
                  <a:pt x="1022751" y="1444114"/>
                </a:lnTo>
                <a:lnTo>
                  <a:pt x="1024182" y="1442402"/>
                </a:lnTo>
                <a:lnTo>
                  <a:pt x="1025651" y="1440698"/>
                </a:lnTo>
                <a:lnTo>
                  <a:pt x="1028583" y="1437212"/>
                </a:lnTo>
                <a:lnTo>
                  <a:pt x="1030014" y="1435476"/>
                </a:lnTo>
                <a:lnTo>
                  <a:pt x="1032945" y="1431927"/>
                </a:lnTo>
                <a:lnTo>
                  <a:pt x="1034383" y="1430160"/>
                </a:lnTo>
                <a:lnTo>
                  <a:pt x="1035845" y="1428417"/>
                </a:lnTo>
                <a:lnTo>
                  <a:pt x="1038777" y="1424813"/>
                </a:lnTo>
                <a:lnTo>
                  <a:pt x="1040215" y="1423015"/>
                </a:lnTo>
                <a:lnTo>
                  <a:pt x="1041677" y="1421210"/>
                </a:lnTo>
                <a:lnTo>
                  <a:pt x="1043147" y="1419380"/>
                </a:lnTo>
                <a:lnTo>
                  <a:pt x="1044585" y="1417575"/>
                </a:lnTo>
                <a:lnTo>
                  <a:pt x="1046047" y="1415745"/>
                </a:lnTo>
                <a:lnTo>
                  <a:pt x="1047516" y="1413885"/>
                </a:lnTo>
                <a:lnTo>
                  <a:pt x="1048978" y="1412048"/>
                </a:lnTo>
                <a:lnTo>
                  <a:pt x="1050417" y="1410187"/>
                </a:lnTo>
                <a:lnTo>
                  <a:pt x="1053348" y="1406466"/>
                </a:lnTo>
                <a:lnTo>
                  <a:pt x="1054779" y="1404567"/>
                </a:lnTo>
                <a:lnTo>
                  <a:pt x="1059180" y="1398891"/>
                </a:lnTo>
                <a:lnTo>
                  <a:pt x="1060610" y="1396968"/>
                </a:lnTo>
                <a:lnTo>
                  <a:pt x="1062080" y="1395076"/>
                </a:lnTo>
                <a:lnTo>
                  <a:pt x="1063542" y="1393122"/>
                </a:lnTo>
                <a:lnTo>
                  <a:pt x="1064980" y="1391199"/>
                </a:lnTo>
                <a:lnTo>
                  <a:pt x="1069373" y="1385336"/>
                </a:lnTo>
                <a:lnTo>
                  <a:pt x="1070812" y="1383382"/>
                </a:lnTo>
                <a:lnTo>
                  <a:pt x="1073743" y="1379411"/>
                </a:lnTo>
                <a:lnTo>
                  <a:pt x="1075182" y="1377425"/>
                </a:lnTo>
                <a:lnTo>
                  <a:pt x="1078113" y="1373391"/>
                </a:lnTo>
                <a:lnTo>
                  <a:pt x="1079544" y="1371375"/>
                </a:lnTo>
                <a:lnTo>
                  <a:pt x="1081013" y="1369365"/>
                </a:lnTo>
                <a:lnTo>
                  <a:pt x="1083945" y="1365269"/>
                </a:lnTo>
                <a:lnTo>
                  <a:pt x="1085375" y="1363221"/>
                </a:lnTo>
                <a:lnTo>
                  <a:pt x="1086845" y="1361181"/>
                </a:lnTo>
                <a:lnTo>
                  <a:pt x="1088307" y="1359101"/>
                </a:lnTo>
                <a:lnTo>
                  <a:pt x="1089745" y="1357022"/>
                </a:lnTo>
                <a:lnTo>
                  <a:pt x="1091207" y="1354950"/>
                </a:lnTo>
                <a:lnTo>
                  <a:pt x="1094139" y="1350737"/>
                </a:lnTo>
                <a:lnTo>
                  <a:pt x="1095577" y="1348626"/>
                </a:lnTo>
                <a:lnTo>
                  <a:pt x="1097047" y="1346523"/>
                </a:lnTo>
                <a:lnTo>
                  <a:pt x="1098508" y="1344382"/>
                </a:lnTo>
                <a:lnTo>
                  <a:pt x="1099947" y="1342247"/>
                </a:lnTo>
                <a:lnTo>
                  <a:pt x="1101409" y="1340137"/>
                </a:lnTo>
                <a:lnTo>
                  <a:pt x="1104340" y="1335806"/>
                </a:lnTo>
                <a:lnTo>
                  <a:pt x="1105778" y="1333633"/>
                </a:lnTo>
                <a:lnTo>
                  <a:pt x="1107240" y="1331467"/>
                </a:lnTo>
                <a:lnTo>
                  <a:pt x="1108710" y="1329271"/>
                </a:lnTo>
                <a:lnTo>
                  <a:pt x="1110141" y="1327098"/>
                </a:lnTo>
                <a:lnTo>
                  <a:pt x="1111610" y="1324870"/>
                </a:lnTo>
                <a:lnTo>
                  <a:pt x="1113072" y="1322673"/>
                </a:lnTo>
                <a:lnTo>
                  <a:pt x="1114542" y="1320445"/>
                </a:lnTo>
                <a:lnTo>
                  <a:pt x="1115972" y="1318217"/>
                </a:lnTo>
                <a:lnTo>
                  <a:pt x="1118904" y="1313754"/>
                </a:lnTo>
                <a:lnTo>
                  <a:pt x="1120342" y="1311494"/>
                </a:lnTo>
                <a:lnTo>
                  <a:pt x="1121804" y="1309204"/>
                </a:lnTo>
                <a:lnTo>
                  <a:pt x="1123273" y="1306945"/>
                </a:lnTo>
                <a:lnTo>
                  <a:pt x="1124743" y="1304654"/>
                </a:lnTo>
                <a:lnTo>
                  <a:pt x="1126174" y="1302364"/>
                </a:lnTo>
                <a:lnTo>
                  <a:pt x="1127643" y="1300105"/>
                </a:lnTo>
                <a:lnTo>
                  <a:pt x="1129105" y="1297783"/>
                </a:lnTo>
                <a:lnTo>
                  <a:pt x="1130543" y="1295461"/>
                </a:lnTo>
                <a:lnTo>
                  <a:pt x="1132005" y="1293147"/>
                </a:lnTo>
                <a:lnTo>
                  <a:pt x="1133475" y="1290794"/>
                </a:lnTo>
                <a:lnTo>
                  <a:pt x="1134906" y="1288472"/>
                </a:lnTo>
                <a:lnTo>
                  <a:pt x="1137837" y="1283767"/>
                </a:lnTo>
                <a:lnTo>
                  <a:pt x="1139307" y="1281390"/>
                </a:lnTo>
                <a:lnTo>
                  <a:pt x="1140737" y="1279037"/>
                </a:lnTo>
                <a:lnTo>
                  <a:pt x="1142207" y="1276622"/>
                </a:lnTo>
                <a:lnTo>
                  <a:pt x="1143669" y="1274245"/>
                </a:lnTo>
                <a:lnTo>
                  <a:pt x="1145107" y="1271829"/>
                </a:lnTo>
                <a:lnTo>
                  <a:pt x="1149500" y="1264591"/>
                </a:lnTo>
                <a:lnTo>
                  <a:pt x="1150939" y="1262120"/>
                </a:lnTo>
                <a:lnTo>
                  <a:pt x="1153870" y="1257235"/>
                </a:lnTo>
                <a:lnTo>
                  <a:pt x="1155309" y="1254757"/>
                </a:lnTo>
                <a:lnTo>
                  <a:pt x="1158240" y="1249816"/>
                </a:lnTo>
                <a:lnTo>
                  <a:pt x="1159702" y="1247307"/>
                </a:lnTo>
                <a:lnTo>
                  <a:pt x="1161140" y="1244805"/>
                </a:lnTo>
                <a:lnTo>
                  <a:pt x="1162602" y="1242335"/>
                </a:lnTo>
                <a:lnTo>
                  <a:pt x="1164072" y="1239794"/>
                </a:lnTo>
                <a:lnTo>
                  <a:pt x="1165502" y="1237262"/>
                </a:lnTo>
                <a:lnTo>
                  <a:pt x="1168434" y="1232196"/>
                </a:lnTo>
                <a:lnTo>
                  <a:pt x="1169903" y="1229632"/>
                </a:lnTo>
                <a:lnTo>
                  <a:pt x="1171334" y="1227060"/>
                </a:lnTo>
                <a:lnTo>
                  <a:pt x="1172804" y="1224496"/>
                </a:lnTo>
                <a:lnTo>
                  <a:pt x="1174265" y="1221901"/>
                </a:lnTo>
                <a:lnTo>
                  <a:pt x="1175704" y="1219337"/>
                </a:lnTo>
                <a:lnTo>
                  <a:pt x="1177174" y="1216710"/>
                </a:lnTo>
                <a:lnTo>
                  <a:pt x="1178635" y="1214115"/>
                </a:lnTo>
                <a:lnTo>
                  <a:pt x="1180105" y="1211488"/>
                </a:lnTo>
                <a:lnTo>
                  <a:pt x="1181536" y="1208862"/>
                </a:lnTo>
                <a:lnTo>
                  <a:pt x="1184467" y="1203608"/>
                </a:lnTo>
                <a:lnTo>
                  <a:pt x="1185905" y="1200927"/>
                </a:lnTo>
                <a:lnTo>
                  <a:pt x="1188837" y="1195611"/>
                </a:lnTo>
                <a:lnTo>
                  <a:pt x="1190299" y="1192922"/>
                </a:lnTo>
                <a:lnTo>
                  <a:pt x="1191737" y="1190233"/>
                </a:lnTo>
                <a:lnTo>
                  <a:pt x="1193199" y="1187552"/>
                </a:lnTo>
                <a:lnTo>
                  <a:pt x="1194669" y="1184831"/>
                </a:lnTo>
                <a:lnTo>
                  <a:pt x="1196099" y="1182111"/>
                </a:lnTo>
                <a:lnTo>
                  <a:pt x="1197569" y="1179398"/>
                </a:lnTo>
                <a:lnTo>
                  <a:pt x="1199031" y="1176647"/>
                </a:lnTo>
                <a:lnTo>
                  <a:pt x="1200469" y="1173903"/>
                </a:lnTo>
                <a:lnTo>
                  <a:pt x="1201931" y="1171151"/>
                </a:lnTo>
                <a:lnTo>
                  <a:pt x="1204870" y="1165593"/>
                </a:lnTo>
                <a:lnTo>
                  <a:pt x="1206301" y="1162849"/>
                </a:lnTo>
                <a:lnTo>
                  <a:pt x="1209232" y="1157228"/>
                </a:lnTo>
                <a:lnTo>
                  <a:pt x="1210670" y="1154446"/>
                </a:lnTo>
                <a:lnTo>
                  <a:pt x="1213602" y="1148770"/>
                </a:lnTo>
                <a:lnTo>
                  <a:pt x="1215064" y="1145956"/>
                </a:lnTo>
                <a:lnTo>
                  <a:pt x="1216502" y="1143087"/>
                </a:lnTo>
                <a:lnTo>
                  <a:pt x="1217964" y="1140249"/>
                </a:lnTo>
                <a:lnTo>
                  <a:pt x="1219434" y="1137380"/>
                </a:lnTo>
                <a:lnTo>
                  <a:pt x="1220864" y="1134511"/>
                </a:lnTo>
                <a:lnTo>
                  <a:pt x="1222334" y="1131635"/>
                </a:lnTo>
                <a:lnTo>
                  <a:pt x="1225265" y="1125834"/>
                </a:lnTo>
                <a:lnTo>
                  <a:pt x="1226696" y="1122934"/>
                </a:lnTo>
                <a:lnTo>
                  <a:pt x="1229627" y="1117071"/>
                </a:lnTo>
                <a:lnTo>
                  <a:pt x="1231066" y="1114140"/>
                </a:lnTo>
                <a:lnTo>
                  <a:pt x="1232535" y="1111208"/>
                </a:lnTo>
                <a:lnTo>
                  <a:pt x="1235467" y="1105283"/>
                </a:lnTo>
                <a:lnTo>
                  <a:pt x="1236897" y="1102289"/>
                </a:lnTo>
                <a:lnTo>
                  <a:pt x="1239829" y="1096308"/>
                </a:lnTo>
                <a:lnTo>
                  <a:pt x="1241267" y="1093315"/>
                </a:lnTo>
                <a:lnTo>
                  <a:pt x="1242729" y="1090321"/>
                </a:lnTo>
                <a:lnTo>
                  <a:pt x="1245661" y="1084278"/>
                </a:lnTo>
                <a:lnTo>
                  <a:pt x="1247099" y="1081221"/>
                </a:lnTo>
                <a:lnTo>
                  <a:pt x="1250030" y="1075116"/>
                </a:lnTo>
                <a:lnTo>
                  <a:pt x="1251461" y="1072059"/>
                </a:lnTo>
                <a:lnTo>
                  <a:pt x="1255862" y="1062811"/>
                </a:lnTo>
                <a:lnTo>
                  <a:pt x="1257301" y="1059692"/>
                </a:lnTo>
                <a:lnTo>
                  <a:pt x="1260232" y="1053462"/>
                </a:lnTo>
                <a:lnTo>
                  <a:pt x="1261663" y="1050320"/>
                </a:lnTo>
                <a:lnTo>
                  <a:pt x="1263132" y="1047208"/>
                </a:lnTo>
                <a:lnTo>
                  <a:pt x="1264594" y="1044027"/>
                </a:lnTo>
                <a:lnTo>
                  <a:pt x="1266032" y="1040884"/>
                </a:lnTo>
                <a:lnTo>
                  <a:pt x="1267494" y="1037741"/>
                </a:lnTo>
                <a:lnTo>
                  <a:pt x="1268964" y="1034529"/>
                </a:lnTo>
                <a:lnTo>
                  <a:pt x="1270426" y="1031355"/>
                </a:lnTo>
                <a:lnTo>
                  <a:pt x="1271864" y="1028181"/>
                </a:lnTo>
                <a:lnTo>
                  <a:pt x="1273326" y="1024945"/>
                </a:lnTo>
                <a:lnTo>
                  <a:pt x="1274795" y="1021740"/>
                </a:lnTo>
                <a:lnTo>
                  <a:pt x="1276226" y="1018534"/>
                </a:lnTo>
                <a:lnTo>
                  <a:pt x="1280627" y="1008818"/>
                </a:lnTo>
                <a:lnTo>
                  <a:pt x="1282058" y="1005550"/>
                </a:lnTo>
                <a:lnTo>
                  <a:pt x="1284997" y="999023"/>
                </a:lnTo>
                <a:lnTo>
                  <a:pt x="1286428" y="995724"/>
                </a:lnTo>
                <a:lnTo>
                  <a:pt x="1289359" y="989126"/>
                </a:lnTo>
                <a:lnTo>
                  <a:pt x="1290829" y="985796"/>
                </a:lnTo>
                <a:lnTo>
                  <a:pt x="1292259" y="982466"/>
                </a:lnTo>
                <a:lnTo>
                  <a:pt x="1293729" y="979167"/>
                </a:lnTo>
                <a:lnTo>
                  <a:pt x="1295191" y="975813"/>
                </a:lnTo>
                <a:lnTo>
                  <a:pt x="1296629" y="972452"/>
                </a:lnTo>
                <a:lnTo>
                  <a:pt x="1298091" y="969122"/>
                </a:lnTo>
                <a:lnTo>
                  <a:pt x="1301022" y="962344"/>
                </a:lnTo>
                <a:lnTo>
                  <a:pt x="1302461" y="958983"/>
                </a:lnTo>
                <a:lnTo>
                  <a:pt x="1303923" y="955566"/>
                </a:lnTo>
                <a:lnTo>
                  <a:pt x="1305392" y="952174"/>
                </a:lnTo>
                <a:lnTo>
                  <a:pt x="1306823" y="948758"/>
                </a:lnTo>
                <a:lnTo>
                  <a:pt x="1311224" y="938494"/>
                </a:lnTo>
                <a:lnTo>
                  <a:pt x="1312662" y="935015"/>
                </a:lnTo>
                <a:lnTo>
                  <a:pt x="1315594" y="928112"/>
                </a:lnTo>
                <a:lnTo>
                  <a:pt x="1317024" y="924634"/>
                </a:lnTo>
                <a:lnTo>
                  <a:pt x="1319956" y="917668"/>
                </a:lnTo>
                <a:lnTo>
                  <a:pt x="1321394" y="914158"/>
                </a:lnTo>
                <a:lnTo>
                  <a:pt x="1324326" y="907138"/>
                </a:lnTo>
                <a:lnTo>
                  <a:pt x="1325788" y="903590"/>
                </a:lnTo>
                <a:lnTo>
                  <a:pt x="1327226" y="900048"/>
                </a:lnTo>
                <a:lnTo>
                  <a:pt x="1330157" y="892966"/>
                </a:lnTo>
                <a:lnTo>
                  <a:pt x="1331588" y="889393"/>
                </a:lnTo>
                <a:lnTo>
                  <a:pt x="1334519" y="882248"/>
                </a:lnTo>
                <a:lnTo>
                  <a:pt x="1335989" y="878645"/>
                </a:lnTo>
                <a:lnTo>
                  <a:pt x="1337427" y="875072"/>
                </a:lnTo>
                <a:lnTo>
                  <a:pt x="1338889" y="871437"/>
                </a:lnTo>
                <a:lnTo>
                  <a:pt x="1340359" y="867833"/>
                </a:lnTo>
                <a:lnTo>
                  <a:pt x="1341789" y="864198"/>
                </a:lnTo>
                <a:lnTo>
                  <a:pt x="1346191" y="853301"/>
                </a:lnTo>
                <a:lnTo>
                  <a:pt x="1347621" y="849635"/>
                </a:lnTo>
                <a:lnTo>
                  <a:pt x="1349091" y="845969"/>
                </a:lnTo>
                <a:lnTo>
                  <a:pt x="1350553" y="842279"/>
                </a:lnTo>
                <a:lnTo>
                  <a:pt x="1351991" y="838612"/>
                </a:lnTo>
                <a:lnTo>
                  <a:pt x="1354922" y="831225"/>
                </a:lnTo>
                <a:lnTo>
                  <a:pt x="1356384" y="827496"/>
                </a:lnTo>
                <a:lnTo>
                  <a:pt x="1357823" y="823775"/>
                </a:lnTo>
                <a:lnTo>
                  <a:pt x="1360754" y="816318"/>
                </a:lnTo>
                <a:lnTo>
                  <a:pt x="1362185" y="812565"/>
                </a:lnTo>
                <a:lnTo>
                  <a:pt x="1363654" y="808837"/>
                </a:lnTo>
                <a:lnTo>
                  <a:pt x="1365124" y="805053"/>
                </a:lnTo>
                <a:lnTo>
                  <a:pt x="1366586" y="801301"/>
                </a:lnTo>
                <a:lnTo>
                  <a:pt x="1368024" y="797509"/>
                </a:lnTo>
                <a:lnTo>
                  <a:pt x="1370956" y="789934"/>
                </a:lnTo>
                <a:lnTo>
                  <a:pt x="1372386" y="786151"/>
                </a:lnTo>
                <a:lnTo>
                  <a:pt x="1376787" y="774699"/>
                </a:lnTo>
                <a:lnTo>
                  <a:pt x="1378218" y="770852"/>
                </a:lnTo>
                <a:lnTo>
                  <a:pt x="1381149" y="763160"/>
                </a:lnTo>
                <a:lnTo>
                  <a:pt x="1382588" y="759283"/>
                </a:lnTo>
                <a:lnTo>
                  <a:pt x="1384050" y="755429"/>
                </a:lnTo>
                <a:lnTo>
                  <a:pt x="1385519" y="751552"/>
                </a:lnTo>
                <a:lnTo>
                  <a:pt x="1386950" y="747674"/>
                </a:lnTo>
                <a:lnTo>
                  <a:pt x="1388419" y="743766"/>
                </a:lnTo>
                <a:lnTo>
                  <a:pt x="1389881" y="739888"/>
                </a:lnTo>
                <a:lnTo>
                  <a:pt x="1391351" y="735980"/>
                </a:lnTo>
                <a:lnTo>
                  <a:pt x="1392789" y="732040"/>
                </a:lnTo>
                <a:lnTo>
                  <a:pt x="1394251" y="728131"/>
                </a:lnTo>
                <a:lnTo>
                  <a:pt x="1395721" y="724191"/>
                </a:lnTo>
                <a:lnTo>
                  <a:pt x="1397151" y="720251"/>
                </a:lnTo>
                <a:lnTo>
                  <a:pt x="1398621" y="716311"/>
                </a:lnTo>
                <a:lnTo>
                  <a:pt x="1400083" y="712348"/>
                </a:lnTo>
                <a:lnTo>
                  <a:pt x="1401552" y="708408"/>
                </a:lnTo>
                <a:lnTo>
                  <a:pt x="1402983" y="704437"/>
                </a:lnTo>
                <a:lnTo>
                  <a:pt x="1404453" y="700435"/>
                </a:lnTo>
                <a:lnTo>
                  <a:pt x="1405915" y="696463"/>
                </a:lnTo>
                <a:lnTo>
                  <a:pt x="1407353" y="692469"/>
                </a:lnTo>
                <a:lnTo>
                  <a:pt x="1411746" y="680469"/>
                </a:lnTo>
                <a:lnTo>
                  <a:pt x="1413184" y="676435"/>
                </a:lnTo>
                <a:lnTo>
                  <a:pt x="1414646" y="672371"/>
                </a:lnTo>
                <a:lnTo>
                  <a:pt x="1416116" y="668345"/>
                </a:lnTo>
                <a:lnTo>
                  <a:pt x="1417554" y="664311"/>
                </a:lnTo>
                <a:lnTo>
                  <a:pt x="1421948" y="652132"/>
                </a:lnTo>
                <a:lnTo>
                  <a:pt x="1423386" y="648035"/>
                </a:lnTo>
                <a:lnTo>
                  <a:pt x="1424848" y="643978"/>
                </a:lnTo>
                <a:lnTo>
                  <a:pt x="1426318" y="639882"/>
                </a:lnTo>
                <a:lnTo>
                  <a:pt x="1427748" y="635762"/>
                </a:lnTo>
                <a:lnTo>
                  <a:pt x="1429218" y="631666"/>
                </a:lnTo>
                <a:lnTo>
                  <a:pt x="1432149" y="623427"/>
                </a:lnTo>
                <a:lnTo>
                  <a:pt x="1433580" y="619299"/>
                </a:lnTo>
                <a:lnTo>
                  <a:pt x="1435049" y="615179"/>
                </a:lnTo>
                <a:lnTo>
                  <a:pt x="1436511" y="611028"/>
                </a:lnTo>
                <a:lnTo>
                  <a:pt x="1437950" y="606901"/>
                </a:lnTo>
                <a:lnTo>
                  <a:pt x="1439411" y="602719"/>
                </a:lnTo>
                <a:lnTo>
                  <a:pt x="1442343" y="594417"/>
                </a:lnTo>
                <a:lnTo>
                  <a:pt x="1443781" y="590235"/>
                </a:lnTo>
                <a:lnTo>
                  <a:pt x="1446713" y="581862"/>
                </a:lnTo>
                <a:lnTo>
                  <a:pt x="1448151" y="577649"/>
                </a:lnTo>
                <a:lnTo>
                  <a:pt x="1449613" y="573467"/>
                </a:lnTo>
                <a:lnTo>
                  <a:pt x="1451083" y="569253"/>
                </a:lnTo>
                <a:lnTo>
                  <a:pt x="1452513" y="565039"/>
                </a:lnTo>
                <a:lnTo>
                  <a:pt x="1453983" y="560795"/>
                </a:lnTo>
                <a:lnTo>
                  <a:pt x="1455445" y="556581"/>
                </a:lnTo>
                <a:lnTo>
                  <a:pt x="1456914" y="552336"/>
                </a:lnTo>
                <a:lnTo>
                  <a:pt x="1458345" y="548092"/>
                </a:lnTo>
                <a:lnTo>
                  <a:pt x="1461276" y="539602"/>
                </a:lnTo>
                <a:lnTo>
                  <a:pt x="1462715" y="535326"/>
                </a:lnTo>
                <a:lnTo>
                  <a:pt x="1467108" y="522498"/>
                </a:lnTo>
                <a:lnTo>
                  <a:pt x="1468546" y="518230"/>
                </a:lnTo>
                <a:lnTo>
                  <a:pt x="1471478" y="509615"/>
                </a:lnTo>
                <a:lnTo>
                  <a:pt x="1472916" y="505308"/>
                </a:lnTo>
                <a:lnTo>
                  <a:pt x="1474378" y="501000"/>
                </a:lnTo>
                <a:lnTo>
                  <a:pt x="1475848" y="496670"/>
                </a:lnTo>
                <a:lnTo>
                  <a:pt x="1477310" y="492362"/>
                </a:lnTo>
                <a:lnTo>
                  <a:pt x="1478748" y="488024"/>
                </a:lnTo>
                <a:lnTo>
                  <a:pt x="1481679" y="479354"/>
                </a:lnTo>
                <a:lnTo>
                  <a:pt x="1483110" y="474985"/>
                </a:lnTo>
                <a:lnTo>
                  <a:pt x="1484580" y="470654"/>
                </a:lnTo>
                <a:lnTo>
                  <a:pt x="1487511" y="461914"/>
                </a:lnTo>
                <a:lnTo>
                  <a:pt x="1488942" y="457552"/>
                </a:lnTo>
                <a:lnTo>
                  <a:pt x="1490411" y="453182"/>
                </a:lnTo>
                <a:lnTo>
                  <a:pt x="1491873" y="448789"/>
                </a:lnTo>
                <a:lnTo>
                  <a:pt x="1493311" y="444388"/>
                </a:lnTo>
                <a:lnTo>
                  <a:pt x="1494773" y="440026"/>
                </a:lnTo>
                <a:lnTo>
                  <a:pt x="1496243" y="435594"/>
                </a:lnTo>
                <a:lnTo>
                  <a:pt x="1497705" y="431200"/>
                </a:lnTo>
                <a:lnTo>
                  <a:pt x="1499143" y="426799"/>
                </a:lnTo>
                <a:lnTo>
                  <a:pt x="1502075" y="417950"/>
                </a:lnTo>
                <a:lnTo>
                  <a:pt x="1503513" y="413518"/>
                </a:lnTo>
                <a:lnTo>
                  <a:pt x="1506444" y="404661"/>
                </a:lnTo>
                <a:lnTo>
                  <a:pt x="1507875" y="400236"/>
                </a:lnTo>
                <a:lnTo>
                  <a:pt x="1512276" y="386861"/>
                </a:lnTo>
                <a:lnTo>
                  <a:pt x="1513707" y="382405"/>
                </a:lnTo>
                <a:lnTo>
                  <a:pt x="1515176" y="377941"/>
                </a:lnTo>
                <a:lnTo>
                  <a:pt x="1516638" y="373454"/>
                </a:lnTo>
                <a:lnTo>
                  <a:pt x="1518077" y="368998"/>
                </a:lnTo>
                <a:lnTo>
                  <a:pt x="1522470" y="355529"/>
                </a:lnTo>
                <a:lnTo>
                  <a:pt x="1523908" y="351042"/>
                </a:lnTo>
                <a:lnTo>
                  <a:pt x="1525378" y="346524"/>
                </a:lnTo>
                <a:lnTo>
                  <a:pt x="1526840" y="342036"/>
                </a:lnTo>
                <a:lnTo>
                  <a:pt x="1528278" y="337510"/>
                </a:lnTo>
                <a:lnTo>
                  <a:pt x="1532671" y="323955"/>
                </a:lnTo>
                <a:lnTo>
                  <a:pt x="1534110" y="319437"/>
                </a:lnTo>
                <a:lnTo>
                  <a:pt x="1535572" y="314918"/>
                </a:lnTo>
                <a:lnTo>
                  <a:pt x="1537041" y="310369"/>
                </a:lnTo>
                <a:lnTo>
                  <a:pt x="1538472" y="305850"/>
                </a:lnTo>
                <a:lnTo>
                  <a:pt x="1542873" y="292201"/>
                </a:lnTo>
                <a:lnTo>
                  <a:pt x="1544304" y="287652"/>
                </a:lnTo>
                <a:lnTo>
                  <a:pt x="1545773" y="283071"/>
                </a:lnTo>
                <a:lnTo>
                  <a:pt x="1547235" y="278521"/>
                </a:lnTo>
                <a:lnTo>
                  <a:pt x="1548673" y="273972"/>
                </a:lnTo>
                <a:lnTo>
                  <a:pt x="1553067" y="260229"/>
                </a:lnTo>
                <a:lnTo>
                  <a:pt x="1554505" y="255648"/>
                </a:lnTo>
                <a:lnTo>
                  <a:pt x="1557436" y="246486"/>
                </a:lnTo>
                <a:lnTo>
                  <a:pt x="1558875" y="241905"/>
                </a:lnTo>
                <a:lnTo>
                  <a:pt x="1560337" y="237293"/>
                </a:lnTo>
                <a:lnTo>
                  <a:pt x="1561806" y="232712"/>
                </a:lnTo>
                <a:lnTo>
                  <a:pt x="1563268" y="228100"/>
                </a:lnTo>
                <a:lnTo>
                  <a:pt x="1564706" y="223488"/>
                </a:lnTo>
                <a:lnTo>
                  <a:pt x="1567638" y="214271"/>
                </a:lnTo>
                <a:lnTo>
                  <a:pt x="1569069" y="209659"/>
                </a:lnTo>
                <a:lnTo>
                  <a:pt x="1572000" y="200435"/>
                </a:lnTo>
                <a:lnTo>
                  <a:pt x="1573438" y="195822"/>
                </a:lnTo>
                <a:lnTo>
                  <a:pt x="1574900" y="191187"/>
                </a:lnTo>
                <a:lnTo>
                  <a:pt x="1576370" y="186575"/>
                </a:lnTo>
                <a:lnTo>
                  <a:pt x="1577832" y="181931"/>
                </a:lnTo>
                <a:lnTo>
                  <a:pt x="1579270" y="177288"/>
                </a:lnTo>
                <a:lnTo>
                  <a:pt x="1580740" y="172675"/>
                </a:lnTo>
                <a:lnTo>
                  <a:pt x="1582202" y="168040"/>
                </a:lnTo>
                <a:lnTo>
                  <a:pt x="1583640" y="163396"/>
                </a:lnTo>
                <a:lnTo>
                  <a:pt x="1588033" y="149474"/>
                </a:lnTo>
                <a:lnTo>
                  <a:pt x="1589472" y="144830"/>
                </a:lnTo>
                <a:lnTo>
                  <a:pt x="1590933" y="140156"/>
                </a:lnTo>
                <a:lnTo>
                  <a:pt x="1592403" y="135520"/>
                </a:lnTo>
                <a:lnTo>
                  <a:pt x="1593834" y="130845"/>
                </a:lnTo>
                <a:lnTo>
                  <a:pt x="1595303" y="126202"/>
                </a:lnTo>
                <a:lnTo>
                  <a:pt x="1596765" y="121535"/>
                </a:lnTo>
                <a:lnTo>
                  <a:pt x="1598235" y="116891"/>
                </a:lnTo>
                <a:lnTo>
                  <a:pt x="1599665" y="112217"/>
                </a:lnTo>
                <a:lnTo>
                  <a:pt x="1601135" y="107573"/>
                </a:lnTo>
                <a:lnTo>
                  <a:pt x="1602597" y="102906"/>
                </a:lnTo>
                <a:lnTo>
                  <a:pt x="1604035" y="98232"/>
                </a:lnTo>
                <a:lnTo>
                  <a:pt x="1608429" y="84215"/>
                </a:lnTo>
                <a:lnTo>
                  <a:pt x="1609867" y="79541"/>
                </a:lnTo>
                <a:lnTo>
                  <a:pt x="1612798" y="70199"/>
                </a:lnTo>
                <a:lnTo>
                  <a:pt x="1614237" y="65524"/>
                </a:lnTo>
                <a:lnTo>
                  <a:pt x="1618630" y="51508"/>
                </a:lnTo>
                <a:lnTo>
                  <a:pt x="1620068" y="46810"/>
                </a:lnTo>
                <a:lnTo>
                  <a:pt x="1623000" y="37468"/>
                </a:lnTo>
                <a:lnTo>
                  <a:pt x="1624430" y="32793"/>
                </a:lnTo>
                <a:lnTo>
                  <a:pt x="1625900" y="28087"/>
                </a:lnTo>
                <a:lnTo>
                  <a:pt x="1627362" y="23420"/>
                </a:lnTo>
                <a:lnTo>
                  <a:pt x="1628800" y="18746"/>
                </a:lnTo>
                <a:lnTo>
                  <a:pt x="1630262" y="14048"/>
                </a:lnTo>
                <a:lnTo>
                  <a:pt x="1631732" y="9373"/>
                </a:lnTo>
                <a:lnTo>
                  <a:pt x="1633194" y="4667"/>
                </a:lnTo>
                <a:lnTo>
                  <a:pt x="1634632" y="0"/>
                </a:lnTo>
              </a:path>
            </a:pathLst>
          </a:custGeom>
          <a:noFill/>
          <a:ln w="8331" cap="flat">
            <a:solidFill>
              <a:srgbClr val="000000"/>
            </a:solidFill>
            <a:prstDash val="solid"/>
            <a:round/>
          </a:ln>
        </p:spPr>
        <p:txBody>
          <a:bodyPr rtlCol="0" anchor="ctr"/>
          <a:lstStyle/>
          <a:p>
            <a:endParaRPr lang="en-GB" noProof="0"/>
          </a:p>
        </p:txBody>
      </p:sp>
      <p:cxnSp>
        <p:nvCxnSpPr>
          <p:cNvPr id="78" name="Straight Connector 77">
            <a:extLst>
              <a:ext uri="{FF2B5EF4-FFF2-40B4-BE49-F238E27FC236}">
                <a16:creationId xmlns:a16="http://schemas.microsoft.com/office/drawing/2014/main" id="{5CED6C58-D410-64C4-190F-09649C104FBA}"/>
              </a:ext>
            </a:extLst>
          </p:cNvPr>
          <p:cNvCxnSpPr>
            <a:cxnSpLocks/>
          </p:cNvCxnSpPr>
          <p:nvPr/>
        </p:nvCxnSpPr>
        <p:spPr>
          <a:xfrm>
            <a:off x="1028820" y="3337034"/>
            <a:ext cx="9616721" cy="0"/>
          </a:xfrm>
          <a:prstGeom prst="line">
            <a:avLst/>
          </a:prstGeom>
          <a:ln w="19050">
            <a:solidFill>
              <a:srgbClr val="DF102C"/>
            </a:solidFill>
            <a:headEnd type="arrow" w="sm" len="sm"/>
            <a:tailEnd type="arrow" w="sm" len="sm"/>
          </a:ln>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BBE302C3-4D52-ED69-CAE9-8029E22D0B20}"/>
              </a:ext>
            </a:extLst>
          </p:cNvPr>
          <p:cNvCxnSpPr>
            <a:cxnSpLocks/>
          </p:cNvCxnSpPr>
          <p:nvPr/>
        </p:nvCxnSpPr>
        <p:spPr>
          <a:xfrm>
            <a:off x="1069778" y="5818776"/>
            <a:ext cx="9816395" cy="8817"/>
          </a:xfrm>
          <a:prstGeom prst="line">
            <a:avLst/>
          </a:prstGeom>
          <a:ln w="19050">
            <a:solidFill>
              <a:schemeClr val="tx1"/>
            </a:solidFill>
            <a:tailEnd type="arrow" w="sm" len="sm"/>
          </a:ln>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40FF31F8-1FBB-8A11-994B-9E7E4F0FEB92}"/>
              </a:ext>
            </a:extLst>
          </p:cNvPr>
          <p:cNvCxnSpPr>
            <a:cxnSpLocks/>
          </p:cNvCxnSpPr>
          <p:nvPr/>
        </p:nvCxnSpPr>
        <p:spPr>
          <a:xfrm>
            <a:off x="4695692" y="3337034"/>
            <a:ext cx="0" cy="1581916"/>
          </a:xfrm>
          <a:prstGeom prst="line">
            <a:avLst/>
          </a:prstGeom>
          <a:ln w="19050">
            <a:solidFill>
              <a:schemeClr val="tx2">
                <a:lumMod val="50000"/>
                <a:lumOff val="50000"/>
              </a:schemeClr>
            </a:solidFill>
            <a:headEnd type="none" w="sm" len="sm"/>
            <a:tailEnd type="arrow" w="sm" len="sm"/>
          </a:ln>
        </p:spPr>
        <p:style>
          <a:lnRef idx="2">
            <a:schemeClr val="accent1"/>
          </a:lnRef>
          <a:fillRef idx="0">
            <a:schemeClr val="accent1"/>
          </a:fillRef>
          <a:effectRef idx="1">
            <a:schemeClr val="accent1"/>
          </a:effectRef>
          <a:fontRef idx="minor">
            <a:schemeClr val="tx1"/>
          </a:fontRef>
        </p:style>
      </p:cxnSp>
      <p:cxnSp>
        <p:nvCxnSpPr>
          <p:cNvPr id="85" name="Straight Connector 84">
            <a:extLst>
              <a:ext uri="{FF2B5EF4-FFF2-40B4-BE49-F238E27FC236}">
                <a16:creationId xmlns:a16="http://schemas.microsoft.com/office/drawing/2014/main" id="{BDD9FEF1-1780-8D73-0D1A-9128E518D51A}"/>
              </a:ext>
            </a:extLst>
          </p:cNvPr>
          <p:cNvCxnSpPr>
            <a:cxnSpLocks/>
          </p:cNvCxnSpPr>
          <p:nvPr/>
        </p:nvCxnSpPr>
        <p:spPr>
          <a:xfrm>
            <a:off x="7071528" y="3373765"/>
            <a:ext cx="0" cy="1545185"/>
          </a:xfrm>
          <a:prstGeom prst="line">
            <a:avLst/>
          </a:prstGeom>
          <a:ln w="19050">
            <a:solidFill>
              <a:schemeClr val="tx2">
                <a:lumMod val="50000"/>
                <a:lumOff val="50000"/>
              </a:schemeClr>
            </a:solidFill>
            <a:headEnd type="none" w="sm" len="sm"/>
            <a:tailEnd type="arrow" w="sm" len="sm"/>
          </a:ln>
        </p:spPr>
        <p:style>
          <a:lnRef idx="2">
            <a:schemeClr val="accent1"/>
          </a:lnRef>
          <a:fillRef idx="0">
            <a:schemeClr val="accent1"/>
          </a:fillRef>
          <a:effectRef idx="1">
            <a:schemeClr val="accent1"/>
          </a:effectRef>
          <a:fontRef idx="minor">
            <a:schemeClr val="tx1"/>
          </a:fontRef>
        </p:style>
      </p:cxnSp>
      <p:sp>
        <p:nvSpPr>
          <p:cNvPr id="86" name="TextBox 85">
            <a:extLst>
              <a:ext uri="{FF2B5EF4-FFF2-40B4-BE49-F238E27FC236}">
                <a16:creationId xmlns:a16="http://schemas.microsoft.com/office/drawing/2014/main" id="{44E87978-5E3E-522F-47A0-72EBA1315B93}"/>
              </a:ext>
            </a:extLst>
          </p:cNvPr>
          <p:cNvSpPr txBox="1"/>
          <p:nvPr/>
        </p:nvSpPr>
        <p:spPr>
          <a:xfrm>
            <a:off x="1028820" y="993638"/>
            <a:ext cx="4310833" cy="369332"/>
          </a:xfrm>
          <a:prstGeom prst="rect">
            <a:avLst/>
          </a:prstGeom>
          <a:noFill/>
        </p:spPr>
        <p:txBody>
          <a:bodyPr wrap="square">
            <a:spAutoFit/>
          </a:bodyPr>
          <a:lstStyle/>
          <a:p>
            <a:pPr lvl="0">
              <a:defRPr/>
            </a:pPr>
            <a:r>
              <a:rPr lang="en-GB" b="1">
                <a:solidFill>
                  <a:prstClr val="black"/>
                </a:solidFill>
              </a:rPr>
              <a:t>Estimated Intercepts (Cut‑points)</a:t>
            </a:r>
          </a:p>
        </p:txBody>
      </p:sp>
      <p:sp>
        <p:nvSpPr>
          <p:cNvPr id="87" name="TextBox 86">
            <a:extLst>
              <a:ext uri="{FF2B5EF4-FFF2-40B4-BE49-F238E27FC236}">
                <a16:creationId xmlns:a16="http://schemas.microsoft.com/office/drawing/2014/main" id="{D30312AE-4662-15B1-5788-71E7F7CD5C09}"/>
              </a:ext>
            </a:extLst>
          </p:cNvPr>
          <p:cNvSpPr txBox="1"/>
          <p:nvPr/>
        </p:nvSpPr>
        <p:spPr>
          <a:xfrm>
            <a:off x="5209598" y="2923732"/>
            <a:ext cx="1686147" cy="307777"/>
          </a:xfrm>
          <a:prstGeom prst="rect">
            <a:avLst/>
          </a:prstGeom>
          <a:noFill/>
        </p:spPr>
        <p:txBody>
          <a:bodyPr wrap="square">
            <a:spAutoFit/>
          </a:bodyPr>
          <a:lstStyle/>
          <a:p>
            <a:pPr lvl="0">
              <a:defRPr/>
            </a:pPr>
            <a:r>
              <a:rPr lang="en-GB" sz="1400">
                <a:solidFill>
                  <a:prstClr val="black"/>
                </a:solidFill>
              </a:rPr>
              <a:t>Somewhat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88" name="TextBox 87">
            <a:extLst>
              <a:ext uri="{FF2B5EF4-FFF2-40B4-BE49-F238E27FC236}">
                <a16:creationId xmlns:a16="http://schemas.microsoft.com/office/drawing/2014/main" id="{52392AE2-FC21-E62B-A4EA-6B2E0CF3B887}"/>
              </a:ext>
            </a:extLst>
          </p:cNvPr>
          <p:cNvSpPr txBox="1"/>
          <p:nvPr/>
        </p:nvSpPr>
        <p:spPr>
          <a:xfrm>
            <a:off x="7929317" y="2923731"/>
            <a:ext cx="1344468" cy="307777"/>
          </a:xfrm>
          <a:prstGeom prst="rect">
            <a:avLst/>
          </a:prstGeom>
          <a:noFill/>
        </p:spPr>
        <p:txBody>
          <a:bodyPr wrap="square">
            <a:spAutoFit/>
          </a:bodyPr>
          <a:lstStyle/>
          <a:p>
            <a:pPr lvl="0">
              <a:defRPr/>
            </a:pPr>
            <a:r>
              <a:rPr lang="en-GB" sz="1400">
                <a:solidFill>
                  <a:prstClr val="black"/>
                </a:solidFill>
              </a:rPr>
              <a:t>Very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7" name="TextBox 96">
            <a:extLst>
              <a:ext uri="{FF2B5EF4-FFF2-40B4-BE49-F238E27FC236}">
                <a16:creationId xmlns:a16="http://schemas.microsoft.com/office/drawing/2014/main" id="{0D7CEFD8-D8F4-9BAA-F1FA-3C2DDE45C21C}"/>
              </a:ext>
            </a:extLst>
          </p:cNvPr>
          <p:cNvSpPr txBox="1"/>
          <p:nvPr/>
        </p:nvSpPr>
        <p:spPr>
          <a:xfrm>
            <a:off x="9384633" y="3373765"/>
            <a:ext cx="2329312"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Ordered variable</a:t>
            </a:r>
            <a:r>
              <a:rPr kumimoji="0" lang="en-GB" sz="1400" b="1" i="0" u="none" strike="noStrike" kern="1200" cap="none" spc="0" normalizeH="0" noProof="0">
                <a:ln>
                  <a:noFill/>
                </a:ln>
                <a:solidFill>
                  <a:prstClr val="black"/>
                </a:solidFill>
                <a:effectLst/>
                <a:uLnTx/>
                <a:uFillTx/>
                <a:latin typeface="Aptos" panose="020B0004020202020204"/>
                <a:ea typeface="+mn-ea"/>
                <a:cs typeface="+mn-cs"/>
              </a:rPr>
              <a:t> categories</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8" name="TextBox 97">
            <a:extLst>
              <a:ext uri="{FF2B5EF4-FFF2-40B4-BE49-F238E27FC236}">
                <a16:creationId xmlns:a16="http://schemas.microsoft.com/office/drawing/2014/main" id="{460330CB-0E63-F6AA-689E-3088F82EA0BF}"/>
              </a:ext>
            </a:extLst>
          </p:cNvPr>
          <p:cNvSpPr txBox="1"/>
          <p:nvPr/>
        </p:nvSpPr>
        <p:spPr>
          <a:xfrm>
            <a:off x="9134910" y="5911405"/>
            <a:ext cx="2427487" cy="523220"/>
          </a:xfrm>
          <a:prstGeom prst="rect">
            <a:avLst/>
          </a:prstGeom>
          <a:noFill/>
        </p:spPr>
        <p:txBody>
          <a:bodyPr wrap="square">
            <a:spAutoFit/>
          </a:bodyPr>
          <a:lstStyle/>
          <a:p>
            <a:pPr lvl="0">
              <a:defRPr/>
            </a:pPr>
            <a:r>
              <a:rPr lang="en-US" sz="1400" b="1">
                <a:solidFill>
                  <a:prstClr val="black"/>
                </a:solidFill>
              </a:rPr>
              <a:t>Cumulative probability of selecting a higher category </a:t>
            </a:r>
            <a:endParaRPr kumimoji="0" lang="en-GB" sz="14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99" name="TextBox 98">
            <a:extLst>
              <a:ext uri="{FF2B5EF4-FFF2-40B4-BE49-F238E27FC236}">
                <a16:creationId xmlns:a16="http://schemas.microsoft.com/office/drawing/2014/main" id="{2CA41BEF-D521-BF68-4ED1-0FA03FF75666}"/>
              </a:ext>
            </a:extLst>
          </p:cNvPr>
          <p:cNvSpPr txBox="1"/>
          <p:nvPr/>
        </p:nvSpPr>
        <p:spPr>
          <a:xfrm>
            <a:off x="4086191" y="3875588"/>
            <a:ext cx="1238418" cy="307777"/>
          </a:xfrm>
          <a:prstGeom prst="rect">
            <a:avLst/>
          </a:prstGeom>
          <a:solidFill>
            <a:schemeClr val="bg1"/>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a:solidFill>
                  <a:prstClr val="black"/>
                </a:solidFill>
                <a:latin typeface="Aptos" panose="020B0004020202020204"/>
              </a:rPr>
              <a:t>2.2</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0" name="TextBox 99">
            <a:extLst>
              <a:ext uri="{FF2B5EF4-FFF2-40B4-BE49-F238E27FC236}">
                <a16:creationId xmlns:a16="http://schemas.microsoft.com/office/drawing/2014/main" id="{54C4D6CB-1CF2-909B-3B25-DA646D45B8C2}"/>
              </a:ext>
            </a:extLst>
          </p:cNvPr>
          <p:cNvSpPr txBox="1"/>
          <p:nvPr/>
        </p:nvSpPr>
        <p:spPr>
          <a:xfrm>
            <a:off x="6452319" y="3872644"/>
            <a:ext cx="1238418" cy="307777"/>
          </a:xfrm>
          <a:prstGeom prst="rect">
            <a:avLst/>
          </a:prstGeom>
          <a:solidFill>
            <a:schemeClr val="bg1"/>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a:solidFill>
                  <a:prstClr val="black"/>
                </a:solidFill>
                <a:latin typeface="Aptos" panose="020B0004020202020204"/>
              </a:rPr>
              <a:t>4.3</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01" name="TextBox 100">
            <a:extLst>
              <a:ext uri="{FF2B5EF4-FFF2-40B4-BE49-F238E27FC236}">
                <a16:creationId xmlns:a16="http://schemas.microsoft.com/office/drawing/2014/main" id="{8303ADD5-1BD6-407C-22AD-2F125255A7DE}"/>
              </a:ext>
            </a:extLst>
          </p:cNvPr>
          <p:cNvSpPr txBox="1"/>
          <p:nvPr/>
        </p:nvSpPr>
        <p:spPr>
          <a:xfrm>
            <a:off x="2826416" y="4825531"/>
            <a:ext cx="1344468" cy="307777"/>
          </a:xfrm>
          <a:prstGeom prst="rect">
            <a:avLst/>
          </a:prstGeom>
          <a:noFill/>
        </p:spPr>
        <p:txBody>
          <a:bodyPr wrap="square">
            <a:spAutoFit/>
          </a:bodyPr>
          <a:lstStyle/>
          <a:p>
            <a:pPr lvl="0">
              <a:defRPr/>
            </a:pPr>
            <a:r>
              <a:rPr lang="en-GB" sz="1400">
                <a:solidFill>
                  <a:prstClr val="black"/>
                </a:solidFill>
              </a:rPr>
              <a:t>Not likely</a:t>
            </a:r>
          </a:p>
        </p:txBody>
      </p:sp>
      <p:sp>
        <p:nvSpPr>
          <p:cNvPr id="102" name="TextBox 101">
            <a:extLst>
              <a:ext uri="{FF2B5EF4-FFF2-40B4-BE49-F238E27FC236}">
                <a16:creationId xmlns:a16="http://schemas.microsoft.com/office/drawing/2014/main" id="{B2566F46-F820-39F5-730E-D4948FE87B29}"/>
              </a:ext>
            </a:extLst>
          </p:cNvPr>
          <p:cNvSpPr txBox="1"/>
          <p:nvPr/>
        </p:nvSpPr>
        <p:spPr>
          <a:xfrm>
            <a:off x="5226571" y="4785389"/>
            <a:ext cx="1344468" cy="523220"/>
          </a:xfrm>
          <a:prstGeom prst="rect">
            <a:avLst/>
          </a:prstGeom>
          <a:noFill/>
        </p:spPr>
        <p:txBody>
          <a:bodyPr wrap="square">
            <a:spAutoFit/>
          </a:bodyPr>
          <a:lstStyle/>
          <a:p>
            <a:pPr lvl="0" algn="ctr">
              <a:defRPr/>
            </a:pPr>
            <a:r>
              <a:rPr lang="en-GB" sz="1400">
                <a:solidFill>
                  <a:prstClr val="black"/>
                </a:solidFill>
              </a:rPr>
              <a:t>Somewhat likely</a:t>
            </a:r>
          </a:p>
        </p:txBody>
      </p:sp>
      <p:sp>
        <p:nvSpPr>
          <p:cNvPr id="103" name="TextBox 102">
            <a:extLst>
              <a:ext uri="{FF2B5EF4-FFF2-40B4-BE49-F238E27FC236}">
                <a16:creationId xmlns:a16="http://schemas.microsoft.com/office/drawing/2014/main" id="{2972C45E-55DE-5045-1982-9CDE818D2486}"/>
              </a:ext>
            </a:extLst>
          </p:cNvPr>
          <p:cNvSpPr txBox="1"/>
          <p:nvPr/>
        </p:nvSpPr>
        <p:spPr>
          <a:xfrm>
            <a:off x="7718017" y="4820716"/>
            <a:ext cx="1344468" cy="307777"/>
          </a:xfrm>
          <a:prstGeom prst="rect">
            <a:avLst/>
          </a:prstGeom>
          <a:noFill/>
        </p:spPr>
        <p:txBody>
          <a:bodyPr wrap="square">
            <a:spAutoFit/>
          </a:bodyPr>
          <a:lstStyle/>
          <a:p>
            <a:pPr lvl="0">
              <a:defRPr/>
            </a:pPr>
            <a:r>
              <a:rPr lang="en-GB" sz="1400">
                <a:solidFill>
                  <a:prstClr val="black"/>
                </a:solidFill>
              </a:rPr>
              <a:t>Very likely</a:t>
            </a:r>
            <a:endParaRPr kumimoji="0" lang="en-GB" sz="1400"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1" name="TextBox 10">
            <a:extLst>
              <a:ext uri="{FF2B5EF4-FFF2-40B4-BE49-F238E27FC236}">
                <a16:creationId xmlns:a16="http://schemas.microsoft.com/office/drawing/2014/main" id="{CED8C6F1-56D3-1966-470F-C27E041C17BA}"/>
              </a:ext>
            </a:extLst>
          </p:cNvPr>
          <p:cNvSpPr txBox="1"/>
          <p:nvPr/>
        </p:nvSpPr>
        <p:spPr>
          <a:xfrm>
            <a:off x="1063141" y="1651137"/>
            <a:ext cx="3308868" cy="830997"/>
          </a:xfrm>
          <a:prstGeom prst="rect">
            <a:avLst/>
          </a:prstGeom>
          <a:noFill/>
        </p:spPr>
        <p:txBody>
          <a:bodyPr wrap="square">
            <a:spAutoFit/>
          </a:bodyPr>
          <a:lstStyle/>
          <a:p>
            <a:r>
              <a:rPr lang="en-US" sz="1200" b="1">
                <a:highlight>
                  <a:srgbClr val="FFC000"/>
                </a:highlight>
              </a:rPr>
              <a:t>The estimated cut‑points at 2.2 and 4.3 </a:t>
            </a:r>
            <a:r>
              <a:rPr lang="en-US" sz="1200"/>
              <a:t>determine the boundaries separating “not likely” from “somewhat likely”, and “somewhat likely” from “very likely”, respectively.</a:t>
            </a:r>
          </a:p>
        </p:txBody>
      </p:sp>
      <p:sp>
        <p:nvSpPr>
          <p:cNvPr id="12" name="TextBox 11">
            <a:extLst>
              <a:ext uri="{FF2B5EF4-FFF2-40B4-BE49-F238E27FC236}">
                <a16:creationId xmlns:a16="http://schemas.microsoft.com/office/drawing/2014/main" id="{BFB5A76C-56DD-1FA9-6AF6-73085809B86C}"/>
              </a:ext>
            </a:extLst>
          </p:cNvPr>
          <p:cNvSpPr txBox="1"/>
          <p:nvPr/>
        </p:nvSpPr>
        <p:spPr>
          <a:xfrm>
            <a:off x="4603289" y="1640374"/>
            <a:ext cx="6652055" cy="830997"/>
          </a:xfrm>
          <a:prstGeom prst="rect">
            <a:avLst/>
          </a:prstGeom>
          <a:noFill/>
        </p:spPr>
        <p:txBody>
          <a:bodyPr wrap="square">
            <a:spAutoFit/>
          </a:bodyPr>
          <a:lstStyle/>
          <a:p>
            <a:r>
              <a:rPr lang="en-US" sz="1200" b="1">
                <a:highlight>
                  <a:srgbClr val="FFC000"/>
                </a:highlight>
              </a:rPr>
              <a:t>The categories of the ordinal response variable correspond to intervals on the underlying latent scale</a:t>
            </a:r>
            <a:r>
              <a:rPr lang="en-US" sz="1200"/>
              <a:t>. These latent thresholds do not represent direct probabilities; instead, they indicate the points at </a:t>
            </a:r>
            <a:r>
              <a:rPr lang="en-US" sz="1200" b="1"/>
              <a:t>which the cumulative probability of selecting a higher category crosses specific values</a:t>
            </a:r>
            <a:r>
              <a:rPr lang="en-US" sz="1200"/>
              <a:t>.</a:t>
            </a:r>
          </a:p>
        </p:txBody>
      </p:sp>
    </p:spTree>
    <p:extLst>
      <p:ext uri="{BB962C8B-B14F-4D97-AF65-F5344CB8AC3E}">
        <p14:creationId xmlns:p14="http://schemas.microsoft.com/office/powerpoint/2010/main" val="423484870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AEB7AD-247F-2A9C-6106-0C41E989B4F1}"/>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5553379A-84B7-B7E2-ADC4-9BB55DB30AD8}"/>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858CAD4A-3189-9D42-4817-96D0D24AD445}"/>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E84310F9-790F-8E7F-9940-9CCE84FDB60A}"/>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3F5EBC92-F1AD-D52A-E0A5-1B2BED31565A}"/>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7" name="Picture 6" descr="\documentclass{article}&#10;\usepackage{amsmath}&#10;\usepackage{booktabs}&#10;\pagestyle{empty}&#10;\begin{document}&#10;\begin{table}[ht]&#10;\centering&#10;\begin{tabular}{lrrr}&#10;\toprule&#10;\textbf{Variable} &amp; \textbf{Coefficient} &amp; \textbf{Standard Error} &amp; \textbf{t-Statistic} \\&#10;\midrule&#10;\texttt{pared}  &amp;  1.048  &amp; 0.266 &amp;  3.942 \quad $p &lt; 0.001^{***}$ \\&#10;\texttt{public} &amp; -0.059  &amp; 0.298 &amp; -0.197 \quad $p = 0.844$ \\&#10;\texttt{gpa}    &amp;  0.616  &amp; 0.261 &amp;  2.363 \quad $p = 0.018^{*}$ \\&#10;\midrule&#10;\textbf{Category Thresholds} &amp; &amp; &amp; \\&#10;unlikely $\mid$ somewhat likely    &amp; 2.204 &amp; 0.780 &amp; 2.827 \quad $p = 0.005^{**}$ \\&#10;somewhat likely $\mid$ very likely &amp; 4.299 &amp; 0.804 &amp; 5.345 \quad $p &lt; 0.001^{***}$ \\&#10;\midrule&#10;\multicolumn{4}{l}{\scriptsize \textbf{Significance codes:} \quad $^{***} p &lt; 0.001$ \quad $^{**} p &lt; 0.01$ \quad $^{*} p &lt; 0.05$} \\&#10;&#10;\multicolumn{4}{l}{\scriptsize \textbf{Residual deviance:} 717.02} \\&#10;\multicolumn{4}{l}{\scriptsize \textbf{AIC:} 727.02} \\&#10;\bottomrule&#10;\end{tabular}&#10;\end{table}&#10;\end{document}" title="IguanaTex Picture Display">
            <a:extLst>
              <a:ext uri="{FF2B5EF4-FFF2-40B4-BE49-F238E27FC236}">
                <a16:creationId xmlns:a16="http://schemas.microsoft.com/office/drawing/2014/main" id="{68F92F33-AFE1-9666-54A2-25D28AC6C961}"/>
              </a:ext>
            </a:extLst>
          </p:cNvPr>
          <p:cNvPicPr>
            <a:picLocks noChangeAspect="1"/>
          </p:cNvPicPr>
          <p:nvPr>
            <p:custDataLst>
              <p:tags r:id="rId1"/>
            </p:custDataLst>
          </p:nvPr>
        </p:nvPicPr>
        <p:blipFill>
          <a:blip r:embed="rId302">
            <a:extLst>
              <a:ext uri="{28A0092B-C50C-407E-A947-70E740481C1C}">
                <a14:useLocalDpi xmlns:a14="http://schemas.microsoft.com/office/drawing/2010/main" val="0"/>
              </a:ext>
            </a:extLst>
          </a:blip>
          <a:stretch>
            <a:fillRect/>
          </a:stretch>
        </p:blipFill>
        <p:spPr>
          <a:xfrm>
            <a:off x="1056419" y="1525755"/>
            <a:ext cx="4530539" cy="1628020"/>
          </a:xfrm>
          <a:prstGeom prst="rect">
            <a:avLst/>
          </a:prstGeom>
        </p:spPr>
      </p:pic>
      <p:sp>
        <p:nvSpPr>
          <p:cNvPr id="9" name="TextBox 8">
            <a:extLst>
              <a:ext uri="{FF2B5EF4-FFF2-40B4-BE49-F238E27FC236}">
                <a16:creationId xmlns:a16="http://schemas.microsoft.com/office/drawing/2014/main" id="{CFF35DA6-9AF9-008A-7AF3-109FF474E246}"/>
              </a:ext>
            </a:extLst>
          </p:cNvPr>
          <p:cNvSpPr txBox="1"/>
          <p:nvPr/>
        </p:nvSpPr>
        <p:spPr>
          <a:xfrm>
            <a:off x="970693" y="1094868"/>
            <a:ext cx="3391242"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Aptos" panose="020B0004020202020204"/>
                <a:ea typeface="+mn-ea"/>
                <a:cs typeface="+mn-cs"/>
              </a:rPr>
              <a:t>Results of the Ordinal Logistic Regression on the Intention to Apply to a Postgraduate Programme</a:t>
            </a:r>
            <a:endParaRPr kumimoji="0" lang="en-GB" sz="1100" b="1" i="0" u="none" strike="noStrike" kern="1200" cap="none" spc="0" normalizeH="0" baseline="0" noProof="0">
              <a:ln>
                <a:noFill/>
              </a:ln>
              <a:solidFill>
                <a:prstClr val="black"/>
              </a:solidFill>
              <a:effectLst/>
              <a:uLnTx/>
              <a:uFillTx/>
              <a:latin typeface="Aptos" panose="020B0004020202020204"/>
              <a:ea typeface="+mn-ea"/>
              <a:cs typeface="+mn-cs"/>
            </a:endParaRPr>
          </a:p>
        </p:txBody>
      </p:sp>
      <p:sp>
        <p:nvSpPr>
          <p:cNvPr id="12" name="TextBox 11">
            <a:extLst>
              <a:ext uri="{FF2B5EF4-FFF2-40B4-BE49-F238E27FC236}">
                <a16:creationId xmlns:a16="http://schemas.microsoft.com/office/drawing/2014/main" id="{B4CA3B01-539E-5BA0-9DF3-D16A56BFE52C}"/>
              </a:ext>
            </a:extLst>
          </p:cNvPr>
          <p:cNvSpPr txBox="1"/>
          <p:nvPr/>
        </p:nvSpPr>
        <p:spPr>
          <a:xfrm>
            <a:off x="970693" y="3849167"/>
            <a:ext cx="4896731" cy="2292935"/>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Having parents with higher education</a:t>
            </a:r>
            <a:r>
              <a:rPr kumimoji="0" lang="en-US" sz="1100" b="1" i="0" u="none" strike="noStrike" kern="1200" cap="none" spc="0" normalizeH="0" baseline="0" noProof="0">
                <a:ln>
                  <a:noFill/>
                </a:ln>
                <a:solidFill>
                  <a:prstClr val="black"/>
                </a:solidFill>
                <a:effectLst/>
                <a:uLnTx/>
                <a:uFillTx/>
                <a:latin typeface="Aptos" panose="020B0004020202020204"/>
                <a:ea typeface="+mn-ea"/>
                <a:cs typeface="+mn-cs"/>
              </a:rPr>
              <a:t>. </a:t>
            </a:r>
            <a:r>
              <a:rPr kumimoji="0" lang="en-US" sz="1000" i="0" u="none" strike="noStrike" kern="1200" cap="none" spc="0" normalizeH="0" baseline="0" noProof="0">
                <a:ln>
                  <a:noFill/>
                </a:ln>
                <a:solidFill>
                  <a:prstClr val="black"/>
                </a:solidFill>
                <a:effectLst/>
                <a:uLnTx/>
                <a:uFillTx/>
                <a:latin typeface="Aptos" panose="020B0004020202020204"/>
                <a:ea typeface="+mn-ea"/>
                <a:cs typeface="+mn-cs"/>
              </a:rPr>
              <a:t>This factor reduces the cumulative log‑odds of being in a lower application‑intention category  compared with being in the highest category (“very likely”) by 1.048 units. </a:t>
            </a:r>
            <a:r>
              <a:rPr kumimoji="0" lang="en-US" sz="1000" b="1" i="0" u="none" strike="noStrike" kern="1200" cap="none" spc="0" normalizeH="0" baseline="0" noProof="0">
                <a:ln>
                  <a:noFill/>
                </a:ln>
                <a:solidFill>
                  <a:prstClr val="black"/>
                </a:solidFill>
                <a:effectLst/>
                <a:uLnTx/>
                <a:uFillTx/>
                <a:latin typeface="Aptos" panose="020B0004020202020204"/>
                <a:ea typeface="+mn-ea"/>
                <a:cs typeface="+mn-cs"/>
              </a:rPr>
              <a:t>In substantive terms, students whose parents hold a university degree are more likely to report a higher intention to apply.</a:t>
            </a:r>
          </a:p>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100" b="1">
                <a:solidFill>
                  <a:prstClr val="black"/>
                </a:solidFill>
                <a:highlight>
                  <a:srgbClr val="FFC000"/>
                </a:highlight>
                <a:latin typeface="Aptos" panose="020B0004020202020204"/>
              </a:rPr>
              <a:t>Graduating from a public university. </a:t>
            </a:r>
            <a:r>
              <a:rPr lang="en-US" sz="1000">
                <a:solidFill>
                  <a:prstClr val="black"/>
                </a:solidFill>
                <a:latin typeface="Aptos" panose="020B0004020202020204"/>
              </a:rPr>
              <a:t>Shows a coefficient that is slightly positive (0.059) but statistically insignificant. Therefore, there is no evidence that attending a public university affects the intention to apply to a postgraduate programme.</a:t>
            </a:r>
          </a:p>
          <a:p>
            <a:pPr marL="285750" marR="0" lvl="0" indent="-28575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100" b="1">
                <a:solidFill>
                  <a:prstClr val="black"/>
                </a:solidFill>
                <a:highlight>
                  <a:srgbClr val="FFC000"/>
                </a:highlight>
              </a:rPr>
              <a:t>Grade Point Average (GPA). </a:t>
            </a:r>
            <a:r>
              <a:rPr lang="en-US" sz="1000">
                <a:solidFill>
                  <a:prstClr val="black"/>
                </a:solidFill>
              </a:rPr>
              <a:t>Each additional point in GPA decreases the cumulative log‑odds of being in a lower category by 0.616 units, indicating that higher academic achievement is associated with higher intention to apply.</a:t>
            </a:r>
            <a:endParaRPr kumimoji="0" lang="en-GB" sz="110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1265" name="Group 1264" descr="\documentclass{article}&#10;\usepackage{amsmath}&#10;\pagestyle{empty}&#10;\begin{document}&#10;&#10;$$\ln\left( \frac{P(Y_n \le j)}{P(Y_n &gt; j)} \right) = \mu_j - \boldsymbol{\beta}^\top \mathbf{x}_n$$&#10;\end{document}" title="IguanaTex Shape Display">
            <a:extLst>
              <a:ext uri="{FF2B5EF4-FFF2-40B4-BE49-F238E27FC236}">
                <a16:creationId xmlns:a16="http://schemas.microsoft.com/office/drawing/2014/main" id="{02E8006A-7E1C-DEC4-440D-CE786FD0B39A}"/>
              </a:ext>
            </a:extLst>
          </p:cNvPr>
          <p:cNvGrpSpPr>
            <a:grpSpLocks noChangeAspect="1"/>
          </p:cNvGrpSpPr>
          <p:nvPr>
            <p:custDataLst>
              <p:tags r:id="rId2"/>
            </p:custDataLst>
          </p:nvPr>
        </p:nvGrpSpPr>
        <p:grpSpPr>
          <a:xfrm>
            <a:off x="2591710" y="3347500"/>
            <a:ext cx="1859233" cy="338392"/>
            <a:chOff x="5181246" y="4458755"/>
            <a:chExt cx="1859233" cy="338392"/>
          </a:xfrm>
        </p:grpSpPr>
        <p:sp>
          <p:nvSpPr>
            <p:cNvPr id="1238" name="Freeform: Shape 1237">
              <a:extLst>
                <a:ext uri="{FF2B5EF4-FFF2-40B4-BE49-F238E27FC236}">
                  <a16:creationId xmlns:a16="http://schemas.microsoft.com/office/drawing/2014/main" id="{F97E9122-3E52-2627-8A89-39432761490F}"/>
                </a:ext>
              </a:extLst>
            </p:cNvPr>
            <p:cNvSpPr/>
            <p:nvPr>
              <p:custDataLst>
                <p:tags r:id="rId273"/>
              </p:custDataLst>
            </p:nvPr>
          </p:nvSpPr>
          <p:spPr>
            <a:xfrm>
              <a:off x="5181246" y="4565395"/>
              <a:ext cx="31314" cy="97892"/>
            </a:xfrm>
            <a:custGeom>
              <a:avLst/>
              <a:gdLst>
                <a:gd name="connsiteX0" fmla="*/ 20479 w 31314"/>
                <a:gd name="connsiteY0" fmla="*/ 78 h 97892"/>
                <a:gd name="connsiteX1" fmla="*/ 167 w 31314"/>
                <a:gd name="connsiteY1" fmla="*/ 1630 h 97892"/>
                <a:gd name="connsiteX2" fmla="*/ 167 w 31314"/>
                <a:gd name="connsiteY2" fmla="*/ 6003 h 97892"/>
                <a:gd name="connsiteX3" fmla="*/ 11170 w 31314"/>
                <a:gd name="connsiteY3" fmla="*/ 13902 h 97892"/>
                <a:gd name="connsiteX4" fmla="*/ 11170 w 31314"/>
                <a:gd name="connsiteY4" fmla="*/ 87251 h 97892"/>
                <a:gd name="connsiteX5" fmla="*/ 167 w 31314"/>
                <a:gd name="connsiteY5" fmla="*/ 93598 h 97892"/>
                <a:gd name="connsiteX6" fmla="*/ 167 w 31314"/>
                <a:gd name="connsiteY6" fmla="*/ 97971 h 97892"/>
                <a:gd name="connsiteX7" fmla="*/ 15824 w 31314"/>
                <a:gd name="connsiteY7" fmla="*/ 97548 h 97892"/>
                <a:gd name="connsiteX8" fmla="*/ 31482 w 31314"/>
                <a:gd name="connsiteY8" fmla="*/ 97971 h 97892"/>
                <a:gd name="connsiteX9" fmla="*/ 31482 w 31314"/>
                <a:gd name="connsiteY9" fmla="*/ 93598 h 97892"/>
                <a:gd name="connsiteX10" fmla="*/ 20479 w 31314"/>
                <a:gd name="connsiteY10" fmla="*/ 87251 h 97892"/>
                <a:gd name="connsiteX11" fmla="*/ 20479 w 31314"/>
                <a:gd name="connsiteY11" fmla="*/ 78 h 9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314" h="97892">
                  <a:moveTo>
                    <a:pt x="20479" y="78"/>
                  </a:moveTo>
                  <a:lnTo>
                    <a:pt x="167" y="1630"/>
                  </a:lnTo>
                  <a:lnTo>
                    <a:pt x="167" y="6003"/>
                  </a:lnTo>
                  <a:cubicBezTo>
                    <a:pt x="10041" y="6003"/>
                    <a:pt x="11170" y="6990"/>
                    <a:pt x="11170" y="13902"/>
                  </a:cubicBezTo>
                  <a:lnTo>
                    <a:pt x="11170" y="87251"/>
                  </a:lnTo>
                  <a:cubicBezTo>
                    <a:pt x="11170" y="93598"/>
                    <a:pt x="9618" y="93598"/>
                    <a:pt x="167" y="93598"/>
                  </a:cubicBezTo>
                  <a:lnTo>
                    <a:pt x="167" y="97971"/>
                  </a:lnTo>
                  <a:cubicBezTo>
                    <a:pt x="4822" y="97830"/>
                    <a:pt x="12298" y="97548"/>
                    <a:pt x="15824" y="97548"/>
                  </a:cubicBezTo>
                  <a:cubicBezTo>
                    <a:pt x="19351" y="97548"/>
                    <a:pt x="26263" y="97830"/>
                    <a:pt x="31482" y="97971"/>
                  </a:cubicBezTo>
                  <a:lnTo>
                    <a:pt x="31482" y="93598"/>
                  </a:lnTo>
                  <a:cubicBezTo>
                    <a:pt x="22031" y="93598"/>
                    <a:pt x="20479" y="93598"/>
                    <a:pt x="20479" y="87251"/>
                  </a:cubicBezTo>
                  <a:lnTo>
                    <a:pt x="20479" y="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39" name="Freeform: Shape 1238">
              <a:extLst>
                <a:ext uri="{FF2B5EF4-FFF2-40B4-BE49-F238E27FC236}">
                  <a16:creationId xmlns:a16="http://schemas.microsoft.com/office/drawing/2014/main" id="{EF0D0E31-3356-62B2-0929-36F1E2E2299D}"/>
                </a:ext>
              </a:extLst>
            </p:cNvPr>
            <p:cNvSpPr/>
            <p:nvPr>
              <p:custDataLst>
                <p:tags r:id="rId274"/>
              </p:custDataLst>
            </p:nvPr>
          </p:nvSpPr>
          <p:spPr>
            <a:xfrm>
              <a:off x="5220287" y="4600941"/>
              <a:ext cx="70950" cy="62346"/>
            </a:xfrm>
            <a:custGeom>
              <a:avLst/>
              <a:gdLst>
                <a:gd name="connsiteX0" fmla="*/ 11172 w 70950"/>
                <a:gd name="connsiteY0" fmla="*/ 13902 h 62346"/>
                <a:gd name="connsiteX1" fmla="*/ 11172 w 70950"/>
                <a:gd name="connsiteY1" fmla="*/ 51705 h 62346"/>
                <a:gd name="connsiteX2" fmla="*/ 170 w 70950"/>
                <a:gd name="connsiteY2" fmla="*/ 58052 h 62346"/>
                <a:gd name="connsiteX3" fmla="*/ 170 w 70950"/>
                <a:gd name="connsiteY3" fmla="*/ 62425 h 62346"/>
                <a:gd name="connsiteX4" fmla="*/ 16109 w 70950"/>
                <a:gd name="connsiteY4" fmla="*/ 62002 h 62346"/>
                <a:gd name="connsiteX5" fmla="*/ 31908 w 70950"/>
                <a:gd name="connsiteY5" fmla="*/ 62425 h 62346"/>
                <a:gd name="connsiteX6" fmla="*/ 31908 w 70950"/>
                <a:gd name="connsiteY6" fmla="*/ 58052 h 62346"/>
                <a:gd name="connsiteX7" fmla="*/ 20905 w 70950"/>
                <a:gd name="connsiteY7" fmla="*/ 51705 h 62346"/>
                <a:gd name="connsiteX8" fmla="*/ 20905 w 70950"/>
                <a:gd name="connsiteY8" fmla="*/ 25750 h 62346"/>
                <a:gd name="connsiteX9" fmla="*/ 39948 w 70950"/>
                <a:gd name="connsiteY9" fmla="*/ 3181 h 62346"/>
                <a:gd name="connsiteX10" fmla="*/ 50386 w 70950"/>
                <a:gd name="connsiteY10" fmla="*/ 18839 h 62346"/>
                <a:gd name="connsiteX11" fmla="*/ 50386 w 70950"/>
                <a:gd name="connsiteY11" fmla="*/ 51705 h 62346"/>
                <a:gd name="connsiteX12" fmla="*/ 39383 w 70950"/>
                <a:gd name="connsiteY12" fmla="*/ 58052 h 62346"/>
                <a:gd name="connsiteX13" fmla="*/ 39383 w 70950"/>
                <a:gd name="connsiteY13" fmla="*/ 62425 h 62346"/>
                <a:gd name="connsiteX14" fmla="*/ 55323 w 70950"/>
                <a:gd name="connsiteY14" fmla="*/ 62002 h 62346"/>
                <a:gd name="connsiteX15" fmla="*/ 71121 w 70950"/>
                <a:gd name="connsiteY15" fmla="*/ 62425 h 62346"/>
                <a:gd name="connsiteX16" fmla="*/ 71121 w 70950"/>
                <a:gd name="connsiteY16" fmla="*/ 58052 h 62346"/>
                <a:gd name="connsiteX17" fmla="*/ 60119 w 70950"/>
                <a:gd name="connsiteY17" fmla="*/ 53820 h 62346"/>
                <a:gd name="connsiteX18" fmla="*/ 60119 w 70950"/>
                <a:gd name="connsiteY18" fmla="*/ 26879 h 62346"/>
                <a:gd name="connsiteX19" fmla="*/ 55746 w 70950"/>
                <a:gd name="connsiteY19" fmla="*/ 5297 h 62346"/>
                <a:gd name="connsiteX20" fmla="*/ 40935 w 70950"/>
                <a:gd name="connsiteY20" fmla="*/ 78 h 62346"/>
                <a:gd name="connsiteX21" fmla="*/ 20059 w 70950"/>
                <a:gd name="connsiteY21" fmla="*/ 14889 h 62346"/>
                <a:gd name="connsiteX22" fmla="*/ 20059 w 70950"/>
                <a:gd name="connsiteY22" fmla="*/ 78 h 62346"/>
                <a:gd name="connsiteX23" fmla="*/ 170 w 70950"/>
                <a:gd name="connsiteY23" fmla="*/ 1630 h 62346"/>
                <a:gd name="connsiteX24" fmla="*/ 170 w 70950"/>
                <a:gd name="connsiteY24" fmla="*/ 6003 h 62346"/>
                <a:gd name="connsiteX25" fmla="*/ 11172 w 70950"/>
                <a:gd name="connsiteY25" fmla="*/ 13902 h 62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0950" h="62346">
                  <a:moveTo>
                    <a:pt x="11172" y="13902"/>
                  </a:moveTo>
                  <a:lnTo>
                    <a:pt x="11172" y="51705"/>
                  </a:lnTo>
                  <a:cubicBezTo>
                    <a:pt x="11172" y="58052"/>
                    <a:pt x="9621" y="58052"/>
                    <a:pt x="170" y="58052"/>
                  </a:cubicBezTo>
                  <a:lnTo>
                    <a:pt x="170" y="62425"/>
                  </a:lnTo>
                  <a:cubicBezTo>
                    <a:pt x="5107" y="62284"/>
                    <a:pt x="12301" y="62002"/>
                    <a:pt x="16109" y="62002"/>
                  </a:cubicBezTo>
                  <a:cubicBezTo>
                    <a:pt x="19777" y="62002"/>
                    <a:pt x="27112" y="62284"/>
                    <a:pt x="31908" y="62425"/>
                  </a:cubicBezTo>
                  <a:lnTo>
                    <a:pt x="31908" y="58052"/>
                  </a:lnTo>
                  <a:cubicBezTo>
                    <a:pt x="22457" y="58052"/>
                    <a:pt x="20905" y="58052"/>
                    <a:pt x="20905" y="51705"/>
                  </a:cubicBezTo>
                  <a:lnTo>
                    <a:pt x="20905" y="25750"/>
                  </a:lnTo>
                  <a:cubicBezTo>
                    <a:pt x="20905" y="11081"/>
                    <a:pt x="30920" y="3181"/>
                    <a:pt x="39948" y="3181"/>
                  </a:cubicBezTo>
                  <a:cubicBezTo>
                    <a:pt x="48834" y="3181"/>
                    <a:pt x="50386" y="10798"/>
                    <a:pt x="50386" y="18839"/>
                  </a:cubicBezTo>
                  <a:lnTo>
                    <a:pt x="50386" y="51705"/>
                  </a:lnTo>
                  <a:cubicBezTo>
                    <a:pt x="50386" y="58052"/>
                    <a:pt x="48834" y="58052"/>
                    <a:pt x="39383" y="58052"/>
                  </a:cubicBezTo>
                  <a:lnTo>
                    <a:pt x="39383" y="62425"/>
                  </a:lnTo>
                  <a:cubicBezTo>
                    <a:pt x="44320" y="62284"/>
                    <a:pt x="51514" y="62002"/>
                    <a:pt x="55323" y="62002"/>
                  </a:cubicBezTo>
                  <a:cubicBezTo>
                    <a:pt x="58990" y="62002"/>
                    <a:pt x="66325" y="62284"/>
                    <a:pt x="71121" y="62425"/>
                  </a:cubicBezTo>
                  <a:lnTo>
                    <a:pt x="71121" y="58052"/>
                  </a:lnTo>
                  <a:cubicBezTo>
                    <a:pt x="63786" y="58052"/>
                    <a:pt x="60260" y="58052"/>
                    <a:pt x="60119" y="53820"/>
                  </a:cubicBezTo>
                  <a:lnTo>
                    <a:pt x="60119" y="26879"/>
                  </a:lnTo>
                  <a:cubicBezTo>
                    <a:pt x="60119" y="14748"/>
                    <a:pt x="60119" y="10375"/>
                    <a:pt x="55746" y="5297"/>
                  </a:cubicBezTo>
                  <a:cubicBezTo>
                    <a:pt x="53771" y="2899"/>
                    <a:pt x="49116" y="78"/>
                    <a:pt x="40935" y="78"/>
                  </a:cubicBezTo>
                  <a:cubicBezTo>
                    <a:pt x="30638" y="78"/>
                    <a:pt x="24008" y="6144"/>
                    <a:pt x="20059" y="14889"/>
                  </a:cubicBezTo>
                  <a:lnTo>
                    <a:pt x="20059" y="78"/>
                  </a:lnTo>
                  <a:lnTo>
                    <a:pt x="170" y="1630"/>
                  </a:lnTo>
                  <a:lnTo>
                    <a:pt x="170" y="6003"/>
                  </a:lnTo>
                  <a:cubicBezTo>
                    <a:pt x="10044" y="6003"/>
                    <a:pt x="11172" y="6990"/>
                    <a:pt x="11172" y="1390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0" name="Freeform: Shape 1239">
              <a:extLst>
                <a:ext uri="{FF2B5EF4-FFF2-40B4-BE49-F238E27FC236}">
                  <a16:creationId xmlns:a16="http://schemas.microsoft.com/office/drawing/2014/main" id="{0C3DC69F-6FE0-483B-3C65-309BD8CFDFE2}"/>
                </a:ext>
              </a:extLst>
            </p:cNvPr>
            <p:cNvSpPr/>
            <p:nvPr>
              <p:custDataLst>
                <p:tags r:id="rId275"/>
              </p:custDataLst>
            </p:nvPr>
          </p:nvSpPr>
          <p:spPr>
            <a:xfrm>
              <a:off x="5346986" y="4458755"/>
              <a:ext cx="69399" cy="338392"/>
            </a:xfrm>
            <a:custGeom>
              <a:avLst/>
              <a:gdLst>
                <a:gd name="connsiteX0" fmla="*/ 69576 w 69399"/>
                <a:gd name="connsiteY0" fmla="*/ 337046 h 338392"/>
                <a:gd name="connsiteX1" fmla="*/ 69012 w 69399"/>
                <a:gd name="connsiteY1" fmla="*/ 335777 h 338392"/>
                <a:gd name="connsiteX2" fmla="*/ 44892 w 69399"/>
                <a:gd name="connsiteY2" fmla="*/ 305873 h 338392"/>
                <a:gd name="connsiteX3" fmla="*/ 11885 w 69399"/>
                <a:gd name="connsiteY3" fmla="*/ 169331 h 338392"/>
                <a:gd name="connsiteX4" fmla="*/ 40237 w 69399"/>
                <a:gd name="connsiteY4" fmla="*/ 40406 h 338392"/>
                <a:gd name="connsiteX5" fmla="*/ 69153 w 69399"/>
                <a:gd name="connsiteY5" fmla="*/ 2603 h 338392"/>
                <a:gd name="connsiteX6" fmla="*/ 69576 w 69399"/>
                <a:gd name="connsiteY6" fmla="*/ 1475 h 338392"/>
                <a:gd name="connsiteX7" fmla="*/ 66614 w 69399"/>
                <a:gd name="connsiteY7" fmla="*/ 64 h 338392"/>
                <a:gd name="connsiteX8" fmla="*/ 62242 w 69399"/>
                <a:gd name="connsiteY8" fmla="*/ 2180 h 338392"/>
                <a:gd name="connsiteX9" fmla="*/ 177 w 69399"/>
                <a:gd name="connsiteY9" fmla="*/ 169190 h 338392"/>
                <a:gd name="connsiteX10" fmla="*/ 48700 w 69399"/>
                <a:gd name="connsiteY10" fmla="*/ 322658 h 338392"/>
                <a:gd name="connsiteX11" fmla="*/ 62665 w 69399"/>
                <a:gd name="connsiteY11" fmla="*/ 336764 h 338392"/>
                <a:gd name="connsiteX12" fmla="*/ 66614 w 69399"/>
                <a:gd name="connsiteY12" fmla="*/ 338457 h 338392"/>
                <a:gd name="connsiteX13" fmla="*/ 69576 w 69399"/>
                <a:gd name="connsiteY13" fmla="*/ 337046 h 33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99" h="338392">
                  <a:moveTo>
                    <a:pt x="69576" y="337046"/>
                  </a:moveTo>
                  <a:cubicBezTo>
                    <a:pt x="69576" y="336482"/>
                    <a:pt x="69294" y="336200"/>
                    <a:pt x="69012" y="335777"/>
                  </a:cubicBezTo>
                  <a:cubicBezTo>
                    <a:pt x="63793" y="330558"/>
                    <a:pt x="54342" y="321107"/>
                    <a:pt x="44892" y="305873"/>
                  </a:cubicBezTo>
                  <a:cubicBezTo>
                    <a:pt x="22182" y="269480"/>
                    <a:pt x="11885" y="223637"/>
                    <a:pt x="11885" y="169331"/>
                  </a:cubicBezTo>
                  <a:cubicBezTo>
                    <a:pt x="11885" y="131387"/>
                    <a:pt x="16963" y="82441"/>
                    <a:pt x="40237" y="40406"/>
                  </a:cubicBezTo>
                  <a:cubicBezTo>
                    <a:pt x="51380" y="20376"/>
                    <a:pt x="62947" y="8810"/>
                    <a:pt x="69153" y="2603"/>
                  </a:cubicBezTo>
                  <a:cubicBezTo>
                    <a:pt x="69576" y="2180"/>
                    <a:pt x="69576" y="1898"/>
                    <a:pt x="69576" y="1475"/>
                  </a:cubicBezTo>
                  <a:cubicBezTo>
                    <a:pt x="69576" y="64"/>
                    <a:pt x="68589" y="64"/>
                    <a:pt x="66614" y="64"/>
                  </a:cubicBezTo>
                  <a:cubicBezTo>
                    <a:pt x="64640" y="64"/>
                    <a:pt x="64357" y="64"/>
                    <a:pt x="62242" y="2180"/>
                  </a:cubicBezTo>
                  <a:cubicBezTo>
                    <a:pt x="14988" y="45202"/>
                    <a:pt x="177" y="109805"/>
                    <a:pt x="177" y="169190"/>
                  </a:cubicBezTo>
                  <a:cubicBezTo>
                    <a:pt x="177" y="224625"/>
                    <a:pt x="12872" y="280483"/>
                    <a:pt x="48700" y="322658"/>
                  </a:cubicBezTo>
                  <a:cubicBezTo>
                    <a:pt x="51521" y="325903"/>
                    <a:pt x="56881" y="331686"/>
                    <a:pt x="62665" y="336764"/>
                  </a:cubicBezTo>
                  <a:cubicBezTo>
                    <a:pt x="64357" y="338457"/>
                    <a:pt x="64640" y="338457"/>
                    <a:pt x="66614" y="338457"/>
                  </a:cubicBezTo>
                  <a:cubicBezTo>
                    <a:pt x="68589" y="338457"/>
                    <a:pt x="69576" y="338457"/>
                    <a:pt x="69576" y="33704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1" name="Freeform: Shape 1240">
              <a:extLst>
                <a:ext uri="{FF2B5EF4-FFF2-40B4-BE49-F238E27FC236}">
                  <a16:creationId xmlns:a16="http://schemas.microsoft.com/office/drawing/2014/main" id="{861046DE-C332-9B4B-5E0C-284B1C4DEDD2}"/>
                </a:ext>
              </a:extLst>
            </p:cNvPr>
            <p:cNvSpPr/>
            <p:nvPr>
              <p:custDataLst>
                <p:tags r:id="rId276"/>
              </p:custDataLst>
            </p:nvPr>
          </p:nvSpPr>
          <p:spPr>
            <a:xfrm>
              <a:off x="5444048" y="4471521"/>
              <a:ext cx="100713" cy="96340"/>
            </a:xfrm>
            <a:custGeom>
              <a:avLst/>
              <a:gdLst>
                <a:gd name="connsiteX0" fmla="*/ 37283 w 100713"/>
                <a:gd name="connsiteY0" fmla="*/ 51839 h 96340"/>
                <a:gd name="connsiteX1" fmla="*/ 61263 w 100713"/>
                <a:gd name="connsiteY1" fmla="*/ 51839 h 96340"/>
                <a:gd name="connsiteX2" fmla="*/ 100899 w 100713"/>
                <a:gd name="connsiteY2" fmla="*/ 21371 h 96340"/>
                <a:gd name="connsiteX3" fmla="*/ 73111 w 100713"/>
                <a:gd name="connsiteY3" fmla="*/ 71 h 96340"/>
                <a:gd name="connsiteX4" fmla="*/ 27409 w 100713"/>
                <a:gd name="connsiteY4" fmla="*/ 71 h 96340"/>
                <a:gd name="connsiteX5" fmla="*/ 23178 w 100713"/>
                <a:gd name="connsiteY5" fmla="*/ 2752 h 96340"/>
                <a:gd name="connsiteX6" fmla="*/ 27268 w 100713"/>
                <a:gd name="connsiteY6" fmla="*/ 4444 h 96340"/>
                <a:gd name="connsiteX7" fmla="*/ 33334 w 100713"/>
                <a:gd name="connsiteY7" fmla="*/ 4726 h 96340"/>
                <a:gd name="connsiteX8" fmla="*/ 36437 w 100713"/>
                <a:gd name="connsiteY8" fmla="*/ 6983 h 96340"/>
                <a:gd name="connsiteX9" fmla="*/ 35873 w 100713"/>
                <a:gd name="connsiteY9" fmla="*/ 9663 h 96340"/>
                <a:gd name="connsiteX10" fmla="*/ 16971 w 100713"/>
                <a:gd name="connsiteY10" fmla="*/ 85410 h 96340"/>
                <a:gd name="connsiteX11" fmla="*/ 4135 w 100713"/>
                <a:gd name="connsiteY11" fmla="*/ 92040 h 96340"/>
                <a:gd name="connsiteX12" fmla="*/ 186 w 100713"/>
                <a:gd name="connsiteY12" fmla="*/ 94720 h 96340"/>
                <a:gd name="connsiteX13" fmla="*/ 2302 w 100713"/>
                <a:gd name="connsiteY13" fmla="*/ 96412 h 96340"/>
                <a:gd name="connsiteX14" fmla="*/ 20216 w 100713"/>
                <a:gd name="connsiteY14" fmla="*/ 95989 h 96340"/>
                <a:gd name="connsiteX15" fmla="*/ 29243 w 100713"/>
                <a:gd name="connsiteY15" fmla="*/ 96130 h 96340"/>
                <a:gd name="connsiteX16" fmla="*/ 38412 w 100713"/>
                <a:gd name="connsiteY16" fmla="*/ 96412 h 96340"/>
                <a:gd name="connsiteX17" fmla="*/ 41233 w 100713"/>
                <a:gd name="connsiteY17" fmla="*/ 93591 h 96340"/>
                <a:gd name="connsiteX18" fmla="*/ 37283 w 100713"/>
                <a:gd name="connsiteY18" fmla="*/ 92040 h 96340"/>
                <a:gd name="connsiteX19" fmla="*/ 28115 w 100713"/>
                <a:gd name="connsiteY19" fmla="*/ 89501 h 96340"/>
                <a:gd name="connsiteX20" fmla="*/ 28538 w 100713"/>
                <a:gd name="connsiteY20" fmla="*/ 87103 h 96340"/>
                <a:gd name="connsiteX21" fmla="*/ 37283 w 100713"/>
                <a:gd name="connsiteY21" fmla="*/ 51839 h 96340"/>
                <a:gd name="connsiteX22" fmla="*/ 47439 w 100713"/>
                <a:gd name="connsiteY22" fmla="*/ 9804 h 96340"/>
                <a:gd name="connsiteX23" fmla="*/ 55056 w 100713"/>
                <a:gd name="connsiteY23" fmla="*/ 4444 h 96340"/>
                <a:gd name="connsiteX24" fmla="*/ 68598 w 100713"/>
                <a:gd name="connsiteY24" fmla="*/ 4444 h 96340"/>
                <a:gd name="connsiteX25" fmla="*/ 87781 w 100713"/>
                <a:gd name="connsiteY25" fmla="*/ 17986 h 96340"/>
                <a:gd name="connsiteX26" fmla="*/ 79459 w 100713"/>
                <a:gd name="connsiteY26" fmla="*/ 40695 h 96340"/>
                <a:gd name="connsiteX27" fmla="*/ 57736 w 100713"/>
                <a:gd name="connsiteY27" fmla="*/ 48171 h 96340"/>
                <a:gd name="connsiteX28" fmla="*/ 37848 w 100713"/>
                <a:gd name="connsiteY28" fmla="*/ 48171 h 96340"/>
                <a:gd name="connsiteX29" fmla="*/ 47439 w 100713"/>
                <a:gd name="connsiteY29" fmla="*/ 9804 h 9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713" h="96340">
                  <a:moveTo>
                    <a:pt x="37283" y="51839"/>
                  </a:moveTo>
                  <a:lnTo>
                    <a:pt x="61263" y="51839"/>
                  </a:lnTo>
                  <a:cubicBezTo>
                    <a:pt x="81293" y="51839"/>
                    <a:pt x="100899" y="37169"/>
                    <a:pt x="100899" y="21371"/>
                  </a:cubicBezTo>
                  <a:cubicBezTo>
                    <a:pt x="100899" y="10510"/>
                    <a:pt x="91590" y="71"/>
                    <a:pt x="73111" y="71"/>
                  </a:cubicBezTo>
                  <a:lnTo>
                    <a:pt x="27409" y="71"/>
                  </a:lnTo>
                  <a:cubicBezTo>
                    <a:pt x="24729" y="71"/>
                    <a:pt x="23178" y="71"/>
                    <a:pt x="23178" y="2752"/>
                  </a:cubicBezTo>
                  <a:cubicBezTo>
                    <a:pt x="23178" y="4444"/>
                    <a:pt x="24447" y="4444"/>
                    <a:pt x="27268" y="4444"/>
                  </a:cubicBezTo>
                  <a:cubicBezTo>
                    <a:pt x="29102" y="4444"/>
                    <a:pt x="31641" y="4585"/>
                    <a:pt x="33334" y="4726"/>
                  </a:cubicBezTo>
                  <a:cubicBezTo>
                    <a:pt x="35591" y="5008"/>
                    <a:pt x="36437" y="5432"/>
                    <a:pt x="36437" y="6983"/>
                  </a:cubicBezTo>
                  <a:cubicBezTo>
                    <a:pt x="36437" y="7547"/>
                    <a:pt x="36296" y="7971"/>
                    <a:pt x="35873" y="9663"/>
                  </a:cubicBezTo>
                  <a:lnTo>
                    <a:pt x="16971" y="85410"/>
                  </a:lnTo>
                  <a:cubicBezTo>
                    <a:pt x="15561" y="90911"/>
                    <a:pt x="15279" y="92040"/>
                    <a:pt x="4135" y="92040"/>
                  </a:cubicBezTo>
                  <a:cubicBezTo>
                    <a:pt x="1737" y="92040"/>
                    <a:pt x="186" y="92040"/>
                    <a:pt x="186" y="94720"/>
                  </a:cubicBezTo>
                  <a:cubicBezTo>
                    <a:pt x="186" y="96412"/>
                    <a:pt x="1879" y="96412"/>
                    <a:pt x="2302" y="96412"/>
                  </a:cubicBezTo>
                  <a:cubicBezTo>
                    <a:pt x="6251" y="96412"/>
                    <a:pt x="16266" y="95989"/>
                    <a:pt x="20216" y="95989"/>
                  </a:cubicBezTo>
                  <a:cubicBezTo>
                    <a:pt x="23178" y="95989"/>
                    <a:pt x="26281" y="96130"/>
                    <a:pt x="29243" y="96130"/>
                  </a:cubicBezTo>
                  <a:cubicBezTo>
                    <a:pt x="32346" y="96130"/>
                    <a:pt x="35450" y="96412"/>
                    <a:pt x="38412" y="96412"/>
                  </a:cubicBezTo>
                  <a:cubicBezTo>
                    <a:pt x="39399" y="96412"/>
                    <a:pt x="41233" y="96412"/>
                    <a:pt x="41233" y="93591"/>
                  </a:cubicBezTo>
                  <a:cubicBezTo>
                    <a:pt x="41233" y="92040"/>
                    <a:pt x="39963" y="92040"/>
                    <a:pt x="37283" y="92040"/>
                  </a:cubicBezTo>
                  <a:cubicBezTo>
                    <a:pt x="32064" y="92040"/>
                    <a:pt x="28115" y="92040"/>
                    <a:pt x="28115" y="89501"/>
                  </a:cubicBezTo>
                  <a:cubicBezTo>
                    <a:pt x="28115" y="88654"/>
                    <a:pt x="28397" y="87949"/>
                    <a:pt x="28538" y="87103"/>
                  </a:cubicBezTo>
                  <a:lnTo>
                    <a:pt x="37283" y="51839"/>
                  </a:lnTo>
                  <a:close/>
                  <a:moveTo>
                    <a:pt x="47439" y="9804"/>
                  </a:moveTo>
                  <a:cubicBezTo>
                    <a:pt x="48709" y="4867"/>
                    <a:pt x="48991" y="4444"/>
                    <a:pt x="55056" y="4444"/>
                  </a:cubicBezTo>
                  <a:lnTo>
                    <a:pt x="68598" y="4444"/>
                  </a:lnTo>
                  <a:cubicBezTo>
                    <a:pt x="80305" y="4444"/>
                    <a:pt x="87781" y="8253"/>
                    <a:pt x="87781" y="17986"/>
                  </a:cubicBezTo>
                  <a:cubicBezTo>
                    <a:pt x="87781" y="23487"/>
                    <a:pt x="84960" y="35617"/>
                    <a:pt x="79459" y="40695"/>
                  </a:cubicBezTo>
                  <a:cubicBezTo>
                    <a:pt x="72406" y="47043"/>
                    <a:pt x="63943" y="48171"/>
                    <a:pt x="57736" y="48171"/>
                  </a:cubicBezTo>
                  <a:lnTo>
                    <a:pt x="37848" y="48171"/>
                  </a:lnTo>
                  <a:lnTo>
                    <a:pt x="47439" y="980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2" name="Freeform: Shape 1241">
              <a:extLst>
                <a:ext uri="{FF2B5EF4-FFF2-40B4-BE49-F238E27FC236}">
                  <a16:creationId xmlns:a16="http://schemas.microsoft.com/office/drawing/2014/main" id="{06ED1599-37DB-9FC9-89EB-5D7C833C20C0}"/>
                </a:ext>
              </a:extLst>
            </p:cNvPr>
            <p:cNvSpPr/>
            <p:nvPr>
              <p:custDataLst>
                <p:tags r:id="rId277"/>
              </p:custDataLst>
            </p:nvPr>
          </p:nvSpPr>
          <p:spPr>
            <a:xfrm>
              <a:off x="5562520" y="4462071"/>
              <a:ext cx="32724" cy="141055"/>
            </a:xfrm>
            <a:custGeom>
              <a:avLst/>
              <a:gdLst>
                <a:gd name="connsiteX0" fmla="*/ 32918 w 32724"/>
                <a:gd name="connsiteY0" fmla="*/ 139717 h 141055"/>
                <a:gd name="connsiteX1" fmla="*/ 30520 w 32724"/>
                <a:gd name="connsiteY1" fmla="*/ 136613 h 141055"/>
                <a:gd name="connsiteX2" fmla="*/ 8375 w 32724"/>
                <a:gd name="connsiteY2" fmla="*/ 70599 h 141055"/>
                <a:gd name="connsiteX3" fmla="*/ 31085 w 32724"/>
                <a:gd name="connsiteY3" fmla="*/ 3880 h 141055"/>
                <a:gd name="connsiteX4" fmla="*/ 32918 w 32724"/>
                <a:gd name="connsiteY4" fmla="*/ 1482 h 141055"/>
                <a:gd name="connsiteX5" fmla="*/ 31508 w 32724"/>
                <a:gd name="connsiteY5" fmla="*/ 71 h 141055"/>
                <a:gd name="connsiteX6" fmla="*/ 9080 w 32724"/>
                <a:gd name="connsiteY6" fmla="*/ 27577 h 141055"/>
                <a:gd name="connsiteX7" fmla="*/ 194 w 32724"/>
                <a:gd name="connsiteY7" fmla="*/ 70599 h 141055"/>
                <a:gd name="connsiteX8" fmla="*/ 9503 w 32724"/>
                <a:gd name="connsiteY8" fmla="*/ 114609 h 141055"/>
                <a:gd name="connsiteX9" fmla="*/ 31508 w 32724"/>
                <a:gd name="connsiteY9" fmla="*/ 141127 h 141055"/>
                <a:gd name="connsiteX10" fmla="*/ 32918 w 32724"/>
                <a:gd name="connsiteY10" fmla="*/ 139717 h 14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24" h="141055">
                  <a:moveTo>
                    <a:pt x="32918" y="139717"/>
                  </a:moveTo>
                  <a:cubicBezTo>
                    <a:pt x="32918" y="139293"/>
                    <a:pt x="32918" y="139011"/>
                    <a:pt x="30520" y="136613"/>
                  </a:cubicBezTo>
                  <a:cubicBezTo>
                    <a:pt x="12889" y="118840"/>
                    <a:pt x="8375" y="92181"/>
                    <a:pt x="8375" y="70599"/>
                  </a:cubicBezTo>
                  <a:cubicBezTo>
                    <a:pt x="8375" y="46056"/>
                    <a:pt x="13735" y="21512"/>
                    <a:pt x="31085" y="3880"/>
                  </a:cubicBezTo>
                  <a:cubicBezTo>
                    <a:pt x="32918" y="2187"/>
                    <a:pt x="32918" y="1905"/>
                    <a:pt x="32918" y="1482"/>
                  </a:cubicBezTo>
                  <a:cubicBezTo>
                    <a:pt x="32918" y="495"/>
                    <a:pt x="32354" y="71"/>
                    <a:pt x="31508" y="71"/>
                  </a:cubicBezTo>
                  <a:cubicBezTo>
                    <a:pt x="30097" y="71"/>
                    <a:pt x="17402" y="9663"/>
                    <a:pt x="9080" y="27577"/>
                  </a:cubicBezTo>
                  <a:cubicBezTo>
                    <a:pt x="1886" y="43093"/>
                    <a:pt x="194" y="58751"/>
                    <a:pt x="194" y="70599"/>
                  </a:cubicBezTo>
                  <a:cubicBezTo>
                    <a:pt x="194" y="81602"/>
                    <a:pt x="1745" y="98669"/>
                    <a:pt x="9503" y="114609"/>
                  </a:cubicBezTo>
                  <a:cubicBezTo>
                    <a:pt x="17967" y="131958"/>
                    <a:pt x="30097" y="141127"/>
                    <a:pt x="31508" y="141127"/>
                  </a:cubicBezTo>
                  <a:cubicBezTo>
                    <a:pt x="32354" y="141127"/>
                    <a:pt x="32918" y="140704"/>
                    <a:pt x="32918" y="13971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3" name="Freeform: Shape 1242">
              <a:extLst>
                <a:ext uri="{FF2B5EF4-FFF2-40B4-BE49-F238E27FC236}">
                  <a16:creationId xmlns:a16="http://schemas.microsoft.com/office/drawing/2014/main" id="{8C7E1BCE-0627-9FCD-80DA-9235EA5757F7}"/>
                </a:ext>
              </a:extLst>
            </p:cNvPr>
            <p:cNvSpPr/>
            <p:nvPr>
              <p:custDataLst>
                <p:tags r:id="rId278"/>
              </p:custDataLst>
            </p:nvPr>
          </p:nvSpPr>
          <p:spPr>
            <a:xfrm>
              <a:off x="5608348" y="4471521"/>
              <a:ext cx="102547" cy="96340"/>
            </a:xfrm>
            <a:custGeom>
              <a:avLst/>
              <a:gdLst>
                <a:gd name="connsiteX0" fmla="*/ 79470 w 102547"/>
                <a:gd name="connsiteY0" fmla="*/ 16152 h 96340"/>
                <a:gd name="connsiteX1" fmla="*/ 81445 w 102547"/>
                <a:gd name="connsiteY1" fmla="*/ 14177 h 96340"/>
                <a:gd name="connsiteX2" fmla="*/ 99923 w 102547"/>
                <a:gd name="connsiteY2" fmla="*/ 4444 h 96340"/>
                <a:gd name="connsiteX3" fmla="*/ 102745 w 102547"/>
                <a:gd name="connsiteY3" fmla="*/ 1764 h 96340"/>
                <a:gd name="connsiteX4" fmla="*/ 100911 w 102547"/>
                <a:gd name="connsiteY4" fmla="*/ 71 h 96340"/>
                <a:gd name="connsiteX5" fmla="*/ 89344 w 102547"/>
                <a:gd name="connsiteY5" fmla="*/ 495 h 96340"/>
                <a:gd name="connsiteX6" fmla="*/ 75239 w 102547"/>
                <a:gd name="connsiteY6" fmla="*/ 71 h 96340"/>
                <a:gd name="connsiteX7" fmla="*/ 72559 w 102547"/>
                <a:gd name="connsiteY7" fmla="*/ 2752 h 96340"/>
                <a:gd name="connsiteX8" fmla="*/ 74675 w 102547"/>
                <a:gd name="connsiteY8" fmla="*/ 4444 h 96340"/>
                <a:gd name="connsiteX9" fmla="*/ 79753 w 102547"/>
                <a:gd name="connsiteY9" fmla="*/ 7688 h 96340"/>
                <a:gd name="connsiteX10" fmla="*/ 75944 w 102547"/>
                <a:gd name="connsiteY10" fmla="*/ 14459 h 96340"/>
                <a:gd name="connsiteX11" fmla="*/ 43219 w 102547"/>
                <a:gd name="connsiteY11" fmla="*/ 52121 h 96340"/>
                <a:gd name="connsiteX12" fmla="*/ 27703 w 102547"/>
                <a:gd name="connsiteY12" fmla="*/ 10227 h 96340"/>
                <a:gd name="connsiteX13" fmla="*/ 26857 w 102547"/>
                <a:gd name="connsiteY13" fmla="*/ 7830 h 96340"/>
                <a:gd name="connsiteX14" fmla="*/ 35179 w 102547"/>
                <a:gd name="connsiteY14" fmla="*/ 4444 h 96340"/>
                <a:gd name="connsiteX15" fmla="*/ 38565 w 102547"/>
                <a:gd name="connsiteY15" fmla="*/ 1623 h 96340"/>
                <a:gd name="connsiteX16" fmla="*/ 36449 w 102547"/>
                <a:gd name="connsiteY16" fmla="*/ 71 h 96340"/>
                <a:gd name="connsiteX17" fmla="*/ 18676 w 102547"/>
                <a:gd name="connsiteY17" fmla="*/ 495 h 96340"/>
                <a:gd name="connsiteX18" fmla="*/ 2878 w 102547"/>
                <a:gd name="connsiteY18" fmla="*/ 71 h 96340"/>
                <a:gd name="connsiteX19" fmla="*/ 198 w 102547"/>
                <a:gd name="connsiteY19" fmla="*/ 2893 h 96340"/>
                <a:gd name="connsiteX20" fmla="*/ 3442 w 102547"/>
                <a:gd name="connsiteY20" fmla="*/ 4444 h 96340"/>
                <a:gd name="connsiteX21" fmla="*/ 13739 w 102547"/>
                <a:gd name="connsiteY21" fmla="*/ 9240 h 96340"/>
                <a:gd name="connsiteX22" fmla="*/ 31089 w 102547"/>
                <a:gd name="connsiteY22" fmla="*/ 55647 h 96340"/>
                <a:gd name="connsiteX23" fmla="*/ 31653 w 102547"/>
                <a:gd name="connsiteY23" fmla="*/ 58045 h 96340"/>
                <a:gd name="connsiteX24" fmla="*/ 25305 w 102547"/>
                <a:gd name="connsiteY24" fmla="*/ 83717 h 96340"/>
                <a:gd name="connsiteX25" fmla="*/ 12046 w 102547"/>
                <a:gd name="connsiteY25" fmla="*/ 92040 h 96340"/>
                <a:gd name="connsiteX26" fmla="*/ 8238 w 102547"/>
                <a:gd name="connsiteY26" fmla="*/ 94861 h 96340"/>
                <a:gd name="connsiteX27" fmla="*/ 10212 w 102547"/>
                <a:gd name="connsiteY27" fmla="*/ 96412 h 96340"/>
                <a:gd name="connsiteX28" fmla="*/ 27985 w 102547"/>
                <a:gd name="connsiteY28" fmla="*/ 95989 h 96340"/>
                <a:gd name="connsiteX29" fmla="*/ 46040 w 102547"/>
                <a:gd name="connsiteY29" fmla="*/ 96412 h 96340"/>
                <a:gd name="connsiteX30" fmla="*/ 48720 w 102547"/>
                <a:gd name="connsiteY30" fmla="*/ 93591 h 96340"/>
                <a:gd name="connsiteX31" fmla="*/ 44771 w 102547"/>
                <a:gd name="connsiteY31" fmla="*/ 92040 h 96340"/>
                <a:gd name="connsiteX32" fmla="*/ 39411 w 102547"/>
                <a:gd name="connsiteY32" fmla="*/ 91758 h 96340"/>
                <a:gd name="connsiteX33" fmla="*/ 35602 w 102547"/>
                <a:gd name="connsiteY33" fmla="*/ 89501 h 96340"/>
                <a:gd name="connsiteX34" fmla="*/ 37577 w 102547"/>
                <a:gd name="connsiteY34" fmla="*/ 80614 h 96340"/>
                <a:gd name="connsiteX35" fmla="*/ 42514 w 102547"/>
                <a:gd name="connsiteY35" fmla="*/ 60725 h 96340"/>
                <a:gd name="connsiteX36" fmla="*/ 44489 w 102547"/>
                <a:gd name="connsiteY36" fmla="*/ 56353 h 96340"/>
                <a:gd name="connsiteX37" fmla="*/ 79470 w 102547"/>
                <a:gd name="connsiteY37" fmla="*/ 16152 h 9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2547" h="96340">
                  <a:moveTo>
                    <a:pt x="79470" y="16152"/>
                  </a:moveTo>
                  <a:lnTo>
                    <a:pt x="81445" y="14177"/>
                  </a:lnTo>
                  <a:cubicBezTo>
                    <a:pt x="85677" y="9945"/>
                    <a:pt x="90332" y="5149"/>
                    <a:pt x="99923" y="4444"/>
                  </a:cubicBezTo>
                  <a:cubicBezTo>
                    <a:pt x="101475" y="4303"/>
                    <a:pt x="102745" y="4303"/>
                    <a:pt x="102745" y="1764"/>
                  </a:cubicBezTo>
                  <a:cubicBezTo>
                    <a:pt x="102745" y="636"/>
                    <a:pt x="102039" y="71"/>
                    <a:pt x="100911" y="71"/>
                  </a:cubicBezTo>
                  <a:cubicBezTo>
                    <a:pt x="97243" y="71"/>
                    <a:pt x="93153" y="495"/>
                    <a:pt x="89344" y="495"/>
                  </a:cubicBezTo>
                  <a:cubicBezTo>
                    <a:pt x="84690" y="495"/>
                    <a:pt x="79753" y="71"/>
                    <a:pt x="75239" y="71"/>
                  </a:cubicBezTo>
                  <a:cubicBezTo>
                    <a:pt x="74393" y="71"/>
                    <a:pt x="72559" y="71"/>
                    <a:pt x="72559" y="2752"/>
                  </a:cubicBezTo>
                  <a:cubicBezTo>
                    <a:pt x="72559" y="4303"/>
                    <a:pt x="73969" y="4444"/>
                    <a:pt x="74675" y="4444"/>
                  </a:cubicBezTo>
                  <a:cubicBezTo>
                    <a:pt x="75662" y="4444"/>
                    <a:pt x="79753" y="4726"/>
                    <a:pt x="79753" y="7688"/>
                  </a:cubicBezTo>
                  <a:cubicBezTo>
                    <a:pt x="79753" y="10086"/>
                    <a:pt x="76508" y="13754"/>
                    <a:pt x="75944" y="14459"/>
                  </a:cubicBezTo>
                  <a:lnTo>
                    <a:pt x="43219" y="52121"/>
                  </a:lnTo>
                  <a:lnTo>
                    <a:pt x="27703" y="10227"/>
                  </a:lnTo>
                  <a:cubicBezTo>
                    <a:pt x="26857" y="8253"/>
                    <a:pt x="26857" y="7971"/>
                    <a:pt x="26857" y="7830"/>
                  </a:cubicBezTo>
                  <a:cubicBezTo>
                    <a:pt x="26857" y="4444"/>
                    <a:pt x="33769" y="4444"/>
                    <a:pt x="35179" y="4444"/>
                  </a:cubicBezTo>
                  <a:cubicBezTo>
                    <a:pt x="37154" y="4444"/>
                    <a:pt x="38565" y="4444"/>
                    <a:pt x="38565" y="1623"/>
                  </a:cubicBezTo>
                  <a:cubicBezTo>
                    <a:pt x="38565" y="71"/>
                    <a:pt x="36872" y="71"/>
                    <a:pt x="36449" y="71"/>
                  </a:cubicBezTo>
                  <a:cubicBezTo>
                    <a:pt x="32499" y="71"/>
                    <a:pt x="22625" y="495"/>
                    <a:pt x="18676" y="495"/>
                  </a:cubicBezTo>
                  <a:cubicBezTo>
                    <a:pt x="15149" y="495"/>
                    <a:pt x="6404" y="71"/>
                    <a:pt x="2878" y="71"/>
                  </a:cubicBezTo>
                  <a:cubicBezTo>
                    <a:pt x="2031" y="71"/>
                    <a:pt x="198" y="71"/>
                    <a:pt x="198" y="2893"/>
                  </a:cubicBezTo>
                  <a:cubicBezTo>
                    <a:pt x="198" y="4444"/>
                    <a:pt x="1608" y="4444"/>
                    <a:pt x="3442" y="4444"/>
                  </a:cubicBezTo>
                  <a:cubicBezTo>
                    <a:pt x="11905" y="4444"/>
                    <a:pt x="12469" y="5714"/>
                    <a:pt x="13739" y="9240"/>
                  </a:cubicBezTo>
                  <a:lnTo>
                    <a:pt x="31089" y="55647"/>
                  </a:lnTo>
                  <a:cubicBezTo>
                    <a:pt x="31230" y="56071"/>
                    <a:pt x="31653" y="57622"/>
                    <a:pt x="31653" y="58045"/>
                  </a:cubicBezTo>
                  <a:cubicBezTo>
                    <a:pt x="31653" y="58468"/>
                    <a:pt x="26011" y="81178"/>
                    <a:pt x="25305" y="83717"/>
                  </a:cubicBezTo>
                  <a:cubicBezTo>
                    <a:pt x="23472" y="91476"/>
                    <a:pt x="23331" y="91899"/>
                    <a:pt x="12046" y="92040"/>
                  </a:cubicBezTo>
                  <a:cubicBezTo>
                    <a:pt x="9366" y="92040"/>
                    <a:pt x="8238" y="92040"/>
                    <a:pt x="8238" y="94861"/>
                  </a:cubicBezTo>
                  <a:cubicBezTo>
                    <a:pt x="8238" y="96412"/>
                    <a:pt x="9930" y="96412"/>
                    <a:pt x="10212" y="96412"/>
                  </a:cubicBezTo>
                  <a:cubicBezTo>
                    <a:pt x="14162" y="96412"/>
                    <a:pt x="24036" y="95989"/>
                    <a:pt x="27985" y="95989"/>
                  </a:cubicBezTo>
                  <a:cubicBezTo>
                    <a:pt x="31935" y="95989"/>
                    <a:pt x="42091" y="96412"/>
                    <a:pt x="46040" y="96412"/>
                  </a:cubicBezTo>
                  <a:cubicBezTo>
                    <a:pt x="47028" y="96412"/>
                    <a:pt x="48720" y="96412"/>
                    <a:pt x="48720" y="93591"/>
                  </a:cubicBezTo>
                  <a:cubicBezTo>
                    <a:pt x="48720" y="92040"/>
                    <a:pt x="47451" y="92040"/>
                    <a:pt x="44771" y="92040"/>
                  </a:cubicBezTo>
                  <a:cubicBezTo>
                    <a:pt x="44489" y="92040"/>
                    <a:pt x="41809" y="92040"/>
                    <a:pt x="39411" y="91758"/>
                  </a:cubicBezTo>
                  <a:cubicBezTo>
                    <a:pt x="36449" y="91476"/>
                    <a:pt x="35602" y="91193"/>
                    <a:pt x="35602" y="89501"/>
                  </a:cubicBezTo>
                  <a:cubicBezTo>
                    <a:pt x="35602" y="88513"/>
                    <a:pt x="36872" y="83576"/>
                    <a:pt x="37577" y="80614"/>
                  </a:cubicBezTo>
                  <a:lnTo>
                    <a:pt x="42514" y="60725"/>
                  </a:lnTo>
                  <a:cubicBezTo>
                    <a:pt x="43219" y="58045"/>
                    <a:pt x="43360" y="57622"/>
                    <a:pt x="44489" y="56353"/>
                  </a:cubicBezTo>
                  <a:lnTo>
                    <a:pt x="79470" y="1615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4" name="Freeform: Shape 1243">
              <a:extLst>
                <a:ext uri="{FF2B5EF4-FFF2-40B4-BE49-F238E27FC236}">
                  <a16:creationId xmlns:a16="http://schemas.microsoft.com/office/drawing/2014/main" id="{BA2ADABB-271E-983F-E709-349F0BBB3C5C}"/>
                </a:ext>
              </a:extLst>
            </p:cNvPr>
            <p:cNvSpPr/>
            <p:nvPr>
              <p:custDataLst>
                <p:tags r:id="rId279"/>
              </p:custDataLst>
            </p:nvPr>
          </p:nvSpPr>
          <p:spPr>
            <a:xfrm>
              <a:off x="5689942" y="4545477"/>
              <a:ext cx="60329" cy="44531"/>
            </a:xfrm>
            <a:custGeom>
              <a:avLst/>
              <a:gdLst>
                <a:gd name="connsiteX0" fmla="*/ 7609 w 60329"/>
                <a:gd name="connsiteY0" fmla="*/ 37396 h 44531"/>
                <a:gd name="connsiteX1" fmla="*/ 6621 w 60329"/>
                <a:gd name="connsiteY1" fmla="*/ 41445 h 44531"/>
                <a:gd name="connsiteX2" fmla="*/ 9978 w 60329"/>
                <a:gd name="connsiteY2" fmla="*/ 44604 h 44531"/>
                <a:gd name="connsiteX3" fmla="*/ 13829 w 60329"/>
                <a:gd name="connsiteY3" fmla="*/ 42432 h 44531"/>
                <a:gd name="connsiteX4" fmla="*/ 15607 w 60329"/>
                <a:gd name="connsiteY4" fmla="*/ 36310 h 44531"/>
                <a:gd name="connsiteX5" fmla="*/ 17779 w 60329"/>
                <a:gd name="connsiteY5" fmla="*/ 27424 h 44531"/>
                <a:gd name="connsiteX6" fmla="*/ 19457 w 60329"/>
                <a:gd name="connsiteY6" fmla="*/ 20808 h 44531"/>
                <a:gd name="connsiteX7" fmla="*/ 23604 w 60329"/>
                <a:gd name="connsiteY7" fmla="*/ 11922 h 44531"/>
                <a:gd name="connsiteX8" fmla="*/ 38415 w 60329"/>
                <a:gd name="connsiteY8" fmla="*/ 2838 h 44531"/>
                <a:gd name="connsiteX9" fmla="*/ 44241 w 60329"/>
                <a:gd name="connsiteY9" fmla="*/ 9749 h 44531"/>
                <a:gd name="connsiteX10" fmla="*/ 38415 w 60329"/>
                <a:gd name="connsiteY10" fmla="*/ 30781 h 44531"/>
                <a:gd name="connsiteX11" fmla="*/ 36934 w 60329"/>
                <a:gd name="connsiteY11" fmla="*/ 36113 h 44531"/>
                <a:gd name="connsiteX12" fmla="*/ 46314 w 60329"/>
                <a:gd name="connsiteY12" fmla="*/ 44604 h 44531"/>
                <a:gd name="connsiteX13" fmla="*/ 60533 w 60329"/>
                <a:gd name="connsiteY13" fmla="*/ 29497 h 44531"/>
                <a:gd name="connsiteX14" fmla="*/ 58953 w 60329"/>
                <a:gd name="connsiteY14" fmla="*/ 28214 h 44531"/>
                <a:gd name="connsiteX15" fmla="*/ 57077 w 60329"/>
                <a:gd name="connsiteY15" fmla="*/ 29892 h 44531"/>
                <a:gd name="connsiteX16" fmla="*/ 46610 w 60329"/>
                <a:gd name="connsiteY16" fmla="*/ 41840 h 44531"/>
                <a:gd name="connsiteX17" fmla="*/ 44142 w 60329"/>
                <a:gd name="connsiteY17" fmla="*/ 38384 h 44531"/>
                <a:gd name="connsiteX18" fmla="*/ 46413 w 60329"/>
                <a:gd name="connsiteY18" fmla="*/ 30386 h 44531"/>
                <a:gd name="connsiteX19" fmla="*/ 51646 w 60329"/>
                <a:gd name="connsiteY19" fmla="*/ 11329 h 44531"/>
                <a:gd name="connsiteX20" fmla="*/ 38810 w 60329"/>
                <a:gd name="connsiteY20" fmla="*/ 73 h 44531"/>
                <a:gd name="connsiteX21" fmla="*/ 22123 w 60329"/>
                <a:gd name="connsiteY21" fmla="*/ 9058 h 44531"/>
                <a:gd name="connsiteX22" fmla="*/ 11558 w 60329"/>
                <a:gd name="connsiteY22" fmla="*/ 73 h 44531"/>
                <a:gd name="connsiteX23" fmla="*/ 3758 w 60329"/>
                <a:gd name="connsiteY23" fmla="*/ 5405 h 44531"/>
                <a:gd name="connsiteX24" fmla="*/ 203 w 60329"/>
                <a:gd name="connsiteY24" fmla="*/ 15180 h 44531"/>
                <a:gd name="connsiteX25" fmla="*/ 1882 w 60329"/>
                <a:gd name="connsiteY25" fmla="*/ 16464 h 44531"/>
                <a:gd name="connsiteX26" fmla="*/ 4054 w 60329"/>
                <a:gd name="connsiteY26" fmla="*/ 13501 h 44531"/>
                <a:gd name="connsiteX27" fmla="*/ 11262 w 60329"/>
                <a:gd name="connsiteY27" fmla="*/ 2838 h 44531"/>
                <a:gd name="connsiteX28" fmla="*/ 14520 w 60329"/>
                <a:gd name="connsiteY28" fmla="*/ 7676 h 44531"/>
                <a:gd name="connsiteX29" fmla="*/ 12941 w 60329"/>
                <a:gd name="connsiteY29" fmla="*/ 15871 h 44531"/>
                <a:gd name="connsiteX30" fmla="*/ 10768 w 60329"/>
                <a:gd name="connsiteY30" fmla="*/ 24758 h 44531"/>
                <a:gd name="connsiteX31" fmla="*/ 7609 w 60329"/>
                <a:gd name="connsiteY31" fmla="*/ 37396 h 4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329" h="44531">
                  <a:moveTo>
                    <a:pt x="7609" y="37396"/>
                  </a:moveTo>
                  <a:cubicBezTo>
                    <a:pt x="7214" y="38680"/>
                    <a:pt x="6621" y="41148"/>
                    <a:pt x="6621" y="41445"/>
                  </a:cubicBezTo>
                  <a:cubicBezTo>
                    <a:pt x="6621" y="43617"/>
                    <a:pt x="8399" y="44604"/>
                    <a:pt x="9978" y="44604"/>
                  </a:cubicBezTo>
                  <a:cubicBezTo>
                    <a:pt x="11756" y="44604"/>
                    <a:pt x="13336" y="43321"/>
                    <a:pt x="13829" y="42432"/>
                  </a:cubicBezTo>
                  <a:cubicBezTo>
                    <a:pt x="14323" y="41543"/>
                    <a:pt x="15113" y="38384"/>
                    <a:pt x="15607" y="36310"/>
                  </a:cubicBezTo>
                  <a:cubicBezTo>
                    <a:pt x="16100" y="34434"/>
                    <a:pt x="17186" y="29892"/>
                    <a:pt x="17779" y="27424"/>
                  </a:cubicBezTo>
                  <a:cubicBezTo>
                    <a:pt x="18371" y="25251"/>
                    <a:pt x="18964" y="23079"/>
                    <a:pt x="19457" y="20808"/>
                  </a:cubicBezTo>
                  <a:cubicBezTo>
                    <a:pt x="20543" y="16760"/>
                    <a:pt x="20741" y="15970"/>
                    <a:pt x="23604" y="11922"/>
                  </a:cubicBezTo>
                  <a:cubicBezTo>
                    <a:pt x="26369" y="7972"/>
                    <a:pt x="31010" y="2838"/>
                    <a:pt x="38415" y="2838"/>
                  </a:cubicBezTo>
                  <a:cubicBezTo>
                    <a:pt x="44142" y="2838"/>
                    <a:pt x="44241" y="7873"/>
                    <a:pt x="44241" y="9749"/>
                  </a:cubicBezTo>
                  <a:cubicBezTo>
                    <a:pt x="44241" y="15674"/>
                    <a:pt x="39995" y="26634"/>
                    <a:pt x="38415" y="30781"/>
                  </a:cubicBezTo>
                  <a:cubicBezTo>
                    <a:pt x="37329" y="33545"/>
                    <a:pt x="36934" y="34434"/>
                    <a:pt x="36934" y="36113"/>
                  </a:cubicBezTo>
                  <a:cubicBezTo>
                    <a:pt x="36934" y="41346"/>
                    <a:pt x="41279" y="44604"/>
                    <a:pt x="46314" y="44604"/>
                  </a:cubicBezTo>
                  <a:cubicBezTo>
                    <a:pt x="56188" y="44604"/>
                    <a:pt x="60533" y="30978"/>
                    <a:pt x="60533" y="29497"/>
                  </a:cubicBezTo>
                  <a:cubicBezTo>
                    <a:pt x="60533" y="28214"/>
                    <a:pt x="59249" y="28214"/>
                    <a:pt x="58953" y="28214"/>
                  </a:cubicBezTo>
                  <a:cubicBezTo>
                    <a:pt x="57570" y="28214"/>
                    <a:pt x="57472" y="28806"/>
                    <a:pt x="57077" y="29892"/>
                  </a:cubicBezTo>
                  <a:cubicBezTo>
                    <a:pt x="54806" y="37791"/>
                    <a:pt x="50560" y="41840"/>
                    <a:pt x="46610" y="41840"/>
                  </a:cubicBezTo>
                  <a:cubicBezTo>
                    <a:pt x="44537" y="41840"/>
                    <a:pt x="44142" y="40457"/>
                    <a:pt x="44142" y="38384"/>
                  </a:cubicBezTo>
                  <a:cubicBezTo>
                    <a:pt x="44142" y="36113"/>
                    <a:pt x="44636" y="34829"/>
                    <a:pt x="46413" y="30386"/>
                  </a:cubicBezTo>
                  <a:cubicBezTo>
                    <a:pt x="47598" y="27325"/>
                    <a:pt x="51646" y="16859"/>
                    <a:pt x="51646" y="11329"/>
                  </a:cubicBezTo>
                  <a:cubicBezTo>
                    <a:pt x="51646" y="1752"/>
                    <a:pt x="44043" y="73"/>
                    <a:pt x="38810" y="73"/>
                  </a:cubicBezTo>
                  <a:cubicBezTo>
                    <a:pt x="30615" y="73"/>
                    <a:pt x="25085" y="5109"/>
                    <a:pt x="22123" y="9058"/>
                  </a:cubicBezTo>
                  <a:cubicBezTo>
                    <a:pt x="21432" y="2245"/>
                    <a:pt x="15607" y="73"/>
                    <a:pt x="11558" y="73"/>
                  </a:cubicBezTo>
                  <a:cubicBezTo>
                    <a:pt x="7312" y="73"/>
                    <a:pt x="5041" y="3134"/>
                    <a:pt x="3758" y="5405"/>
                  </a:cubicBezTo>
                  <a:cubicBezTo>
                    <a:pt x="1586" y="9058"/>
                    <a:pt x="203" y="14686"/>
                    <a:pt x="203" y="15180"/>
                  </a:cubicBezTo>
                  <a:cubicBezTo>
                    <a:pt x="203" y="16464"/>
                    <a:pt x="1586" y="16464"/>
                    <a:pt x="1882" y="16464"/>
                  </a:cubicBezTo>
                  <a:cubicBezTo>
                    <a:pt x="3264" y="16464"/>
                    <a:pt x="3363" y="16167"/>
                    <a:pt x="4054" y="13501"/>
                  </a:cubicBezTo>
                  <a:cubicBezTo>
                    <a:pt x="5535" y="7676"/>
                    <a:pt x="7411" y="2838"/>
                    <a:pt x="11262" y="2838"/>
                  </a:cubicBezTo>
                  <a:cubicBezTo>
                    <a:pt x="13829" y="2838"/>
                    <a:pt x="14520" y="5010"/>
                    <a:pt x="14520" y="7676"/>
                  </a:cubicBezTo>
                  <a:cubicBezTo>
                    <a:pt x="14520" y="9552"/>
                    <a:pt x="13632" y="13205"/>
                    <a:pt x="12941" y="15871"/>
                  </a:cubicBezTo>
                  <a:cubicBezTo>
                    <a:pt x="12249" y="18537"/>
                    <a:pt x="11262" y="22585"/>
                    <a:pt x="10768" y="24758"/>
                  </a:cubicBezTo>
                  <a:lnTo>
                    <a:pt x="7609" y="3739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5" name="Freeform: Shape 1244">
              <a:extLst>
                <a:ext uri="{FF2B5EF4-FFF2-40B4-BE49-F238E27FC236}">
                  <a16:creationId xmlns:a16="http://schemas.microsoft.com/office/drawing/2014/main" id="{40E5C1F2-2D45-6238-E7ED-8BD9E9F5344A}"/>
                </a:ext>
              </a:extLst>
            </p:cNvPr>
            <p:cNvSpPr/>
            <p:nvPr>
              <p:custDataLst>
                <p:tags r:id="rId280"/>
              </p:custDataLst>
            </p:nvPr>
          </p:nvSpPr>
          <p:spPr>
            <a:xfrm>
              <a:off x="5812971" y="4478151"/>
              <a:ext cx="86184" cy="109035"/>
            </a:xfrm>
            <a:custGeom>
              <a:avLst/>
              <a:gdLst>
                <a:gd name="connsiteX0" fmla="*/ 83716 w 86184"/>
                <a:gd name="connsiteY0" fmla="*/ 5996 h 109035"/>
                <a:gd name="connsiteX1" fmla="*/ 86396 w 86184"/>
                <a:gd name="connsiteY1" fmla="*/ 2893 h 109035"/>
                <a:gd name="connsiteX2" fmla="*/ 83575 w 86184"/>
                <a:gd name="connsiteY2" fmla="*/ 71 h 109035"/>
                <a:gd name="connsiteX3" fmla="*/ 81036 w 86184"/>
                <a:gd name="connsiteY3" fmla="*/ 918 h 109035"/>
                <a:gd name="connsiteX4" fmla="*/ 3033 w 86184"/>
                <a:gd name="connsiteY4" fmla="*/ 37733 h 109035"/>
                <a:gd name="connsiteX5" fmla="*/ 212 w 86184"/>
                <a:gd name="connsiteY5" fmla="*/ 40978 h 109035"/>
                <a:gd name="connsiteX6" fmla="*/ 3033 w 86184"/>
                <a:gd name="connsiteY6" fmla="*/ 44081 h 109035"/>
                <a:gd name="connsiteX7" fmla="*/ 81036 w 86184"/>
                <a:gd name="connsiteY7" fmla="*/ 80755 h 109035"/>
                <a:gd name="connsiteX8" fmla="*/ 83575 w 86184"/>
                <a:gd name="connsiteY8" fmla="*/ 81743 h 109035"/>
                <a:gd name="connsiteX9" fmla="*/ 86396 w 86184"/>
                <a:gd name="connsiteY9" fmla="*/ 78922 h 109035"/>
                <a:gd name="connsiteX10" fmla="*/ 83434 w 86184"/>
                <a:gd name="connsiteY10" fmla="*/ 75677 h 109035"/>
                <a:gd name="connsiteX11" fmla="*/ 9662 w 86184"/>
                <a:gd name="connsiteY11" fmla="*/ 40978 h 109035"/>
                <a:gd name="connsiteX12" fmla="*/ 83716 w 86184"/>
                <a:gd name="connsiteY12" fmla="*/ 5996 h 109035"/>
                <a:gd name="connsiteX13" fmla="*/ 81459 w 86184"/>
                <a:gd name="connsiteY13" fmla="*/ 109107 h 109035"/>
                <a:gd name="connsiteX14" fmla="*/ 86396 w 86184"/>
                <a:gd name="connsiteY14" fmla="*/ 106286 h 109035"/>
                <a:gd name="connsiteX15" fmla="*/ 81318 w 86184"/>
                <a:gd name="connsiteY15" fmla="*/ 103465 h 109035"/>
                <a:gd name="connsiteX16" fmla="*/ 5289 w 86184"/>
                <a:gd name="connsiteY16" fmla="*/ 103465 h 109035"/>
                <a:gd name="connsiteX17" fmla="*/ 212 w 86184"/>
                <a:gd name="connsiteY17" fmla="*/ 106286 h 109035"/>
                <a:gd name="connsiteX18" fmla="*/ 5148 w 86184"/>
                <a:gd name="connsiteY18" fmla="*/ 109107 h 109035"/>
                <a:gd name="connsiteX19" fmla="*/ 81459 w 86184"/>
                <a:gd name="connsiteY19" fmla="*/ 109107 h 109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184" h="109035">
                  <a:moveTo>
                    <a:pt x="83716" y="5996"/>
                  </a:moveTo>
                  <a:cubicBezTo>
                    <a:pt x="85268" y="5291"/>
                    <a:pt x="86396" y="4585"/>
                    <a:pt x="86396" y="2893"/>
                  </a:cubicBezTo>
                  <a:cubicBezTo>
                    <a:pt x="86396" y="1341"/>
                    <a:pt x="85268" y="71"/>
                    <a:pt x="83575" y="71"/>
                  </a:cubicBezTo>
                  <a:cubicBezTo>
                    <a:pt x="82870" y="71"/>
                    <a:pt x="81600" y="636"/>
                    <a:pt x="81036" y="918"/>
                  </a:cubicBezTo>
                  <a:lnTo>
                    <a:pt x="3033" y="37733"/>
                  </a:lnTo>
                  <a:cubicBezTo>
                    <a:pt x="635" y="38862"/>
                    <a:pt x="212" y="39849"/>
                    <a:pt x="212" y="40978"/>
                  </a:cubicBezTo>
                  <a:cubicBezTo>
                    <a:pt x="212" y="42247"/>
                    <a:pt x="1058" y="43234"/>
                    <a:pt x="3033" y="44081"/>
                  </a:cubicBezTo>
                  <a:lnTo>
                    <a:pt x="81036" y="80755"/>
                  </a:lnTo>
                  <a:cubicBezTo>
                    <a:pt x="82870" y="81743"/>
                    <a:pt x="83152" y="81743"/>
                    <a:pt x="83575" y="81743"/>
                  </a:cubicBezTo>
                  <a:cubicBezTo>
                    <a:pt x="85127" y="81743"/>
                    <a:pt x="86396" y="80473"/>
                    <a:pt x="86396" y="78922"/>
                  </a:cubicBezTo>
                  <a:cubicBezTo>
                    <a:pt x="86396" y="77652"/>
                    <a:pt x="85832" y="76806"/>
                    <a:pt x="83434" y="75677"/>
                  </a:cubicBezTo>
                  <a:lnTo>
                    <a:pt x="9662" y="40978"/>
                  </a:lnTo>
                  <a:lnTo>
                    <a:pt x="83716" y="5996"/>
                  </a:lnTo>
                  <a:close/>
                  <a:moveTo>
                    <a:pt x="81459" y="109107"/>
                  </a:moveTo>
                  <a:cubicBezTo>
                    <a:pt x="83857" y="109107"/>
                    <a:pt x="86396" y="109107"/>
                    <a:pt x="86396" y="106286"/>
                  </a:cubicBezTo>
                  <a:cubicBezTo>
                    <a:pt x="86396" y="103465"/>
                    <a:pt x="83434" y="103465"/>
                    <a:pt x="81318" y="103465"/>
                  </a:cubicBezTo>
                  <a:lnTo>
                    <a:pt x="5289" y="103465"/>
                  </a:lnTo>
                  <a:cubicBezTo>
                    <a:pt x="3174" y="103465"/>
                    <a:pt x="212" y="103465"/>
                    <a:pt x="212" y="106286"/>
                  </a:cubicBezTo>
                  <a:cubicBezTo>
                    <a:pt x="212" y="109107"/>
                    <a:pt x="2751" y="109107"/>
                    <a:pt x="5148" y="109107"/>
                  </a:cubicBezTo>
                  <a:lnTo>
                    <a:pt x="81459" y="10910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6" name="Freeform: Shape 1245">
              <a:extLst>
                <a:ext uri="{FF2B5EF4-FFF2-40B4-BE49-F238E27FC236}">
                  <a16:creationId xmlns:a16="http://schemas.microsoft.com/office/drawing/2014/main" id="{3F3C59E0-7175-2A92-DE01-4EB5AF60BBD7}"/>
                </a:ext>
              </a:extLst>
            </p:cNvPr>
            <p:cNvSpPr/>
            <p:nvPr>
              <p:custDataLst>
                <p:tags r:id="rId281"/>
              </p:custDataLst>
            </p:nvPr>
          </p:nvSpPr>
          <p:spPr>
            <a:xfrm>
              <a:off x="5948321" y="4474625"/>
              <a:ext cx="57832" cy="122154"/>
            </a:xfrm>
            <a:custGeom>
              <a:avLst/>
              <a:gdLst>
                <a:gd name="connsiteX0" fmla="*/ 58055 w 57832"/>
                <a:gd name="connsiteY0" fmla="*/ 5149 h 122154"/>
                <a:gd name="connsiteX1" fmla="*/ 52695 w 57832"/>
                <a:gd name="connsiteY1" fmla="*/ 71 h 122154"/>
                <a:gd name="connsiteX2" fmla="*/ 45219 w 57832"/>
                <a:gd name="connsiteY2" fmla="*/ 7547 h 122154"/>
                <a:gd name="connsiteX3" fmla="*/ 50438 w 57832"/>
                <a:gd name="connsiteY3" fmla="*/ 12625 h 122154"/>
                <a:gd name="connsiteX4" fmla="*/ 58055 w 57832"/>
                <a:gd name="connsiteY4" fmla="*/ 5149 h 122154"/>
                <a:gd name="connsiteX5" fmla="*/ 29703 w 57832"/>
                <a:gd name="connsiteY5" fmla="*/ 100362 h 122154"/>
                <a:gd name="connsiteX6" fmla="*/ 12353 w 57832"/>
                <a:gd name="connsiteY6" fmla="*/ 119122 h 122154"/>
                <a:gd name="connsiteX7" fmla="*/ 6852 w 57832"/>
                <a:gd name="connsiteY7" fmla="*/ 117853 h 122154"/>
                <a:gd name="connsiteX8" fmla="*/ 13199 w 57832"/>
                <a:gd name="connsiteY8" fmla="*/ 110377 h 122154"/>
                <a:gd name="connsiteX9" fmla="*/ 7839 w 57832"/>
                <a:gd name="connsiteY9" fmla="*/ 105440 h 122154"/>
                <a:gd name="connsiteX10" fmla="*/ 222 w 57832"/>
                <a:gd name="connsiteY10" fmla="*/ 113480 h 122154"/>
                <a:gd name="connsiteX11" fmla="*/ 12635 w 57832"/>
                <a:gd name="connsiteY11" fmla="*/ 122226 h 122154"/>
                <a:gd name="connsiteX12" fmla="*/ 39153 w 57832"/>
                <a:gd name="connsiteY12" fmla="*/ 100785 h 122154"/>
                <a:gd name="connsiteX13" fmla="*/ 52130 w 57832"/>
                <a:gd name="connsiteY13" fmla="*/ 49159 h 122154"/>
                <a:gd name="connsiteX14" fmla="*/ 52836 w 57832"/>
                <a:gd name="connsiteY14" fmla="*/ 43940 h 122154"/>
                <a:gd name="connsiteX15" fmla="*/ 39858 w 57832"/>
                <a:gd name="connsiteY15" fmla="*/ 30963 h 122154"/>
                <a:gd name="connsiteX16" fmla="*/ 17431 w 57832"/>
                <a:gd name="connsiteY16" fmla="*/ 52685 h 122154"/>
                <a:gd name="connsiteX17" fmla="*/ 19123 w 57832"/>
                <a:gd name="connsiteY17" fmla="*/ 54096 h 122154"/>
                <a:gd name="connsiteX18" fmla="*/ 21662 w 57832"/>
                <a:gd name="connsiteY18" fmla="*/ 51275 h 122154"/>
                <a:gd name="connsiteX19" fmla="*/ 39435 w 57832"/>
                <a:gd name="connsiteY19" fmla="*/ 34066 h 122154"/>
                <a:gd name="connsiteX20" fmla="*/ 43949 w 57832"/>
                <a:gd name="connsiteY20" fmla="*/ 40554 h 122154"/>
                <a:gd name="connsiteX21" fmla="*/ 42962 w 57832"/>
                <a:gd name="connsiteY21" fmla="*/ 47748 h 122154"/>
                <a:gd name="connsiteX22" fmla="*/ 29703 w 57832"/>
                <a:gd name="connsiteY22" fmla="*/ 100362 h 12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832" h="122154">
                  <a:moveTo>
                    <a:pt x="58055" y="5149"/>
                  </a:moveTo>
                  <a:cubicBezTo>
                    <a:pt x="58055" y="2469"/>
                    <a:pt x="56080" y="71"/>
                    <a:pt x="52695" y="71"/>
                  </a:cubicBezTo>
                  <a:cubicBezTo>
                    <a:pt x="49450" y="71"/>
                    <a:pt x="45219" y="3316"/>
                    <a:pt x="45219" y="7547"/>
                  </a:cubicBezTo>
                  <a:cubicBezTo>
                    <a:pt x="45219" y="10369"/>
                    <a:pt x="47193" y="12625"/>
                    <a:pt x="50438" y="12625"/>
                  </a:cubicBezTo>
                  <a:cubicBezTo>
                    <a:pt x="54246" y="12625"/>
                    <a:pt x="58055" y="8958"/>
                    <a:pt x="58055" y="5149"/>
                  </a:cubicBezTo>
                  <a:close/>
                  <a:moveTo>
                    <a:pt x="29703" y="100362"/>
                  </a:moveTo>
                  <a:cubicBezTo>
                    <a:pt x="27022" y="111082"/>
                    <a:pt x="20252" y="119122"/>
                    <a:pt x="12353" y="119122"/>
                  </a:cubicBezTo>
                  <a:cubicBezTo>
                    <a:pt x="11506" y="119122"/>
                    <a:pt x="9391" y="119122"/>
                    <a:pt x="6852" y="117853"/>
                  </a:cubicBezTo>
                  <a:cubicBezTo>
                    <a:pt x="11083" y="116866"/>
                    <a:pt x="13199" y="113198"/>
                    <a:pt x="13199" y="110377"/>
                  </a:cubicBezTo>
                  <a:cubicBezTo>
                    <a:pt x="13199" y="108120"/>
                    <a:pt x="11647" y="105440"/>
                    <a:pt x="7839" y="105440"/>
                  </a:cubicBezTo>
                  <a:cubicBezTo>
                    <a:pt x="4313" y="105440"/>
                    <a:pt x="222" y="108402"/>
                    <a:pt x="222" y="113480"/>
                  </a:cubicBezTo>
                  <a:cubicBezTo>
                    <a:pt x="222" y="119122"/>
                    <a:pt x="5864" y="122226"/>
                    <a:pt x="12635" y="122226"/>
                  </a:cubicBezTo>
                  <a:cubicBezTo>
                    <a:pt x="22509" y="122226"/>
                    <a:pt x="35627" y="114750"/>
                    <a:pt x="39153" y="100785"/>
                  </a:cubicBezTo>
                  <a:lnTo>
                    <a:pt x="52130" y="49159"/>
                  </a:lnTo>
                  <a:cubicBezTo>
                    <a:pt x="52836" y="46338"/>
                    <a:pt x="52836" y="44363"/>
                    <a:pt x="52836" y="43940"/>
                  </a:cubicBezTo>
                  <a:cubicBezTo>
                    <a:pt x="52836" y="35900"/>
                    <a:pt x="46911" y="30963"/>
                    <a:pt x="39858" y="30963"/>
                  </a:cubicBezTo>
                  <a:cubicBezTo>
                    <a:pt x="25471" y="30963"/>
                    <a:pt x="17431" y="51416"/>
                    <a:pt x="17431" y="52685"/>
                  </a:cubicBezTo>
                  <a:cubicBezTo>
                    <a:pt x="17431" y="54096"/>
                    <a:pt x="18841" y="54096"/>
                    <a:pt x="19123" y="54096"/>
                  </a:cubicBezTo>
                  <a:cubicBezTo>
                    <a:pt x="20393" y="54096"/>
                    <a:pt x="20534" y="53955"/>
                    <a:pt x="21662" y="51275"/>
                  </a:cubicBezTo>
                  <a:cubicBezTo>
                    <a:pt x="25189" y="42670"/>
                    <a:pt x="31677" y="34066"/>
                    <a:pt x="39435" y="34066"/>
                  </a:cubicBezTo>
                  <a:cubicBezTo>
                    <a:pt x="41410" y="34066"/>
                    <a:pt x="43949" y="34630"/>
                    <a:pt x="43949" y="40554"/>
                  </a:cubicBezTo>
                  <a:cubicBezTo>
                    <a:pt x="43949" y="43799"/>
                    <a:pt x="43526" y="45350"/>
                    <a:pt x="42962" y="47748"/>
                  </a:cubicBezTo>
                  <a:lnTo>
                    <a:pt x="29703" y="10036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7" name="Freeform: Shape 1246">
              <a:extLst>
                <a:ext uri="{FF2B5EF4-FFF2-40B4-BE49-F238E27FC236}">
                  <a16:creationId xmlns:a16="http://schemas.microsoft.com/office/drawing/2014/main" id="{5D68590D-B2C4-885B-0CF5-A2664B2E450A}"/>
                </a:ext>
              </a:extLst>
            </p:cNvPr>
            <p:cNvSpPr/>
            <p:nvPr>
              <p:custDataLst>
                <p:tags r:id="rId282"/>
              </p:custDataLst>
            </p:nvPr>
          </p:nvSpPr>
          <p:spPr>
            <a:xfrm>
              <a:off x="6024356" y="4462071"/>
              <a:ext cx="32724" cy="141055"/>
            </a:xfrm>
            <a:custGeom>
              <a:avLst/>
              <a:gdLst>
                <a:gd name="connsiteX0" fmla="*/ 32951 w 32724"/>
                <a:gd name="connsiteY0" fmla="*/ 70599 h 141055"/>
                <a:gd name="connsiteX1" fmla="*/ 23642 w 32724"/>
                <a:gd name="connsiteY1" fmla="*/ 26590 h 141055"/>
                <a:gd name="connsiteX2" fmla="*/ 1637 w 32724"/>
                <a:gd name="connsiteY2" fmla="*/ 71 h 141055"/>
                <a:gd name="connsiteX3" fmla="*/ 227 w 32724"/>
                <a:gd name="connsiteY3" fmla="*/ 1482 h 141055"/>
                <a:gd name="connsiteX4" fmla="*/ 2907 w 32724"/>
                <a:gd name="connsiteY4" fmla="*/ 4726 h 141055"/>
                <a:gd name="connsiteX5" fmla="*/ 24770 w 32724"/>
                <a:gd name="connsiteY5" fmla="*/ 70599 h 141055"/>
                <a:gd name="connsiteX6" fmla="*/ 2060 w 32724"/>
                <a:gd name="connsiteY6" fmla="*/ 137319 h 141055"/>
                <a:gd name="connsiteX7" fmla="*/ 227 w 32724"/>
                <a:gd name="connsiteY7" fmla="*/ 139717 h 141055"/>
                <a:gd name="connsiteX8" fmla="*/ 1637 w 32724"/>
                <a:gd name="connsiteY8" fmla="*/ 141127 h 141055"/>
                <a:gd name="connsiteX9" fmla="*/ 24065 w 32724"/>
                <a:gd name="connsiteY9" fmla="*/ 113621 h 141055"/>
                <a:gd name="connsiteX10" fmla="*/ 32951 w 32724"/>
                <a:gd name="connsiteY10" fmla="*/ 70599 h 14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24" h="141055">
                  <a:moveTo>
                    <a:pt x="32951" y="70599"/>
                  </a:moveTo>
                  <a:cubicBezTo>
                    <a:pt x="32951" y="59597"/>
                    <a:pt x="31400" y="42529"/>
                    <a:pt x="23642" y="26590"/>
                  </a:cubicBezTo>
                  <a:cubicBezTo>
                    <a:pt x="15179" y="9240"/>
                    <a:pt x="3048" y="71"/>
                    <a:pt x="1637" y="71"/>
                  </a:cubicBezTo>
                  <a:cubicBezTo>
                    <a:pt x="791" y="71"/>
                    <a:pt x="227" y="636"/>
                    <a:pt x="227" y="1482"/>
                  </a:cubicBezTo>
                  <a:cubicBezTo>
                    <a:pt x="227" y="1905"/>
                    <a:pt x="227" y="2187"/>
                    <a:pt x="2907" y="4726"/>
                  </a:cubicBezTo>
                  <a:cubicBezTo>
                    <a:pt x="16730" y="18691"/>
                    <a:pt x="24770" y="41119"/>
                    <a:pt x="24770" y="70599"/>
                  </a:cubicBezTo>
                  <a:cubicBezTo>
                    <a:pt x="24770" y="94720"/>
                    <a:pt x="19551" y="119546"/>
                    <a:pt x="2060" y="137319"/>
                  </a:cubicBezTo>
                  <a:cubicBezTo>
                    <a:pt x="227" y="139011"/>
                    <a:pt x="227" y="139293"/>
                    <a:pt x="227" y="139717"/>
                  </a:cubicBezTo>
                  <a:cubicBezTo>
                    <a:pt x="227" y="140563"/>
                    <a:pt x="791" y="141127"/>
                    <a:pt x="1637" y="141127"/>
                  </a:cubicBezTo>
                  <a:cubicBezTo>
                    <a:pt x="3048" y="141127"/>
                    <a:pt x="15743" y="131535"/>
                    <a:pt x="24065" y="113621"/>
                  </a:cubicBezTo>
                  <a:cubicBezTo>
                    <a:pt x="31259" y="98105"/>
                    <a:pt x="32951" y="82448"/>
                    <a:pt x="32951" y="7059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8" name="Freeform: Shape 1247">
              <a:extLst>
                <a:ext uri="{FF2B5EF4-FFF2-40B4-BE49-F238E27FC236}">
                  <a16:creationId xmlns:a16="http://schemas.microsoft.com/office/drawing/2014/main" id="{3B4F6510-0D3B-17FC-A87C-C6E841DC3532}"/>
                </a:ext>
              </a:extLst>
            </p:cNvPr>
            <p:cNvSpPr/>
            <p:nvPr>
              <p:custDataLst>
                <p:tags r:id="rId283"/>
              </p:custDataLst>
            </p:nvPr>
          </p:nvSpPr>
          <p:spPr>
            <a:xfrm>
              <a:off x="5438406" y="4625203"/>
              <a:ext cx="632765" cy="5641"/>
            </a:xfrm>
            <a:custGeom>
              <a:avLst/>
              <a:gdLst>
                <a:gd name="connsiteX0" fmla="*/ 0 w 632765"/>
                <a:gd name="connsiteY0" fmla="*/ 0 h 5641"/>
                <a:gd name="connsiteX1" fmla="*/ 632765 w 632765"/>
                <a:gd name="connsiteY1" fmla="*/ 0 h 5641"/>
                <a:gd name="connsiteX2" fmla="*/ 632765 w 632765"/>
                <a:gd name="connsiteY2" fmla="*/ 5642 h 5641"/>
                <a:gd name="connsiteX3" fmla="*/ 0 w 632765"/>
                <a:gd name="connsiteY3" fmla="*/ 5642 h 5641"/>
              </a:gdLst>
              <a:ahLst/>
              <a:cxnLst>
                <a:cxn ang="0">
                  <a:pos x="connsiteX0" y="connsiteY0"/>
                </a:cxn>
                <a:cxn ang="0">
                  <a:pos x="connsiteX1" y="connsiteY1"/>
                </a:cxn>
                <a:cxn ang="0">
                  <a:pos x="connsiteX2" y="connsiteY2"/>
                </a:cxn>
                <a:cxn ang="0">
                  <a:pos x="connsiteX3" y="connsiteY3"/>
                </a:cxn>
              </a:cxnLst>
              <a:rect l="l" t="t" r="r" b="b"/>
              <a:pathLst>
                <a:path w="632765" h="5641">
                  <a:moveTo>
                    <a:pt x="0" y="0"/>
                  </a:moveTo>
                  <a:lnTo>
                    <a:pt x="632765" y="0"/>
                  </a:lnTo>
                  <a:lnTo>
                    <a:pt x="632765" y="5642"/>
                  </a:lnTo>
                  <a:lnTo>
                    <a:pt x="0" y="564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49" name="Freeform: Shape 1248">
              <a:extLst>
                <a:ext uri="{FF2B5EF4-FFF2-40B4-BE49-F238E27FC236}">
                  <a16:creationId xmlns:a16="http://schemas.microsoft.com/office/drawing/2014/main" id="{F813F0D3-AF0C-2771-552E-972E72EFD1D0}"/>
                </a:ext>
              </a:extLst>
            </p:cNvPr>
            <p:cNvSpPr/>
            <p:nvPr>
              <p:custDataLst>
                <p:tags r:id="rId284"/>
              </p:custDataLst>
            </p:nvPr>
          </p:nvSpPr>
          <p:spPr>
            <a:xfrm>
              <a:off x="5444048" y="4663704"/>
              <a:ext cx="100713" cy="96340"/>
            </a:xfrm>
            <a:custGeom>
              <a:avLst/>
              <a:gdLst>
                <a:gd name="connsiteX0" fmla="*/ 37283 w 100713"/>
                <a:gd name="connsiteY0" fmla="*/ 51852 h 96340"/>
                <a:gd name="connsiteX1" fmla="*/ 61263 w 100713"/>
                <a:gd name="connsiteY1" fmla="*/ 51852 h 96340"/>
                <a:gd name="connsiteX2" fmla="*/ 100899 w 100713"/>
                <a:gd name="connsiteY2" fmla="*/ 21384 h 96340"/>
                <a:gd name="connsiteX3" fmla="*/ 73111 w 100713"/>
                <a:gd name="connsiteY3" fmla="*/ 85 h 96340"/>
                <a:gd name="connsiteX4" fmla="*/ 27409 w 100713"/>
                <a:gd name="connsiteY4" fmla="*/ 85 h 96340"/>
                <a:gd name="connsiteX5" fmla="*/ 23178 w 100713"/>
                <a:gd name="connsiteY5" fmla="*/ 2765 h 96340"/>
                <a:gd name="connsiteX6" fmla="*/ 27268 w 100713"/>
                <a:gd name="connsiteY6" fmla="*/ 4458 h 96340"/>
                <a:gd name="connsiteX7" fmla="*/ 33334 w 100713"/>
                <a:gd name="connsiteY7" fmla="*/ 4740 h 96340"/>
                <a:gd name="connsiteX8" fmla="*/ 36437 w 100713"/>
                <a:gd name="connsiteY8" fmla="*/ 6997 h 96340"/>
                <a:gd name="connsiteX9" fmla="*/ 35873 w 100713"/>
                <a:gd name="connsiteY9" fmla="*/ 9677 h 96340"/>
                <a:gd name="connsiteX10" fmla="*/ 16971 w 100713"/>
                <a:gd name="connsiteY10" fmla="*/ 85424 h 96340"/>
                <a:gd name="connsiteX11" fmla="*/ 4135 w 100713"/>
                <a:gd name="connsiteY11" fmla="*/ 92053 h 96340"/>
                <a:gd name="connsiteX12" fmla="*/ 186 w 100713"/>
                <a:gd name="connsiteY12" fmla="*/ 94733 h 96340"/>
                <a:gd name="connsiteX13" fmla="*/ 2302 w 100713"/>
                <a:gd name="connsiteY13" fmla="*/ 96426 h 96340"/>
                <a:gd name="connsiteX14" fmla="*/ 20216 w 100713"/>
                <a:gd name="connsiteY14" fmla="*/ 96003 h 96340"/>
                <a:gd name="connsiteX15" fmla="*/ 29243 w 100713"/>
                <a:gd name="connsiteY15" fmla="*/ 96144 h 96340"/>
                <a:gd name="connsiteX16" fmla="*/ 38412 w 100713"/>
                <a:gd name="connsiteY16" fmla="*/ 96426 h 96340"/>
                <a:gd name="connsiteX17" fmla="*/ 41233 w 100713"/>
                <a:gd name="connsiteY17" fmla="*/ 93605 h 96340"/>
                <a:gd name="connsiteX18" fmla="*/ 37283 w 100713"/>
                <a:gd name="connsiteY18" fmla="*/ 92053 h 96340"/>
                <a:gd name="connsiteX19" fmla="*/ 28115 w 100713"/>
                <a:gd name="connsiteY19" fmla="*/ 89514 h 96340"/>
                <a:gd name="connsiteX20" fmla="*/ 28538 w 100713"/>
                <a:gd name="connsiteY20" fmla="*/ 87116 h 96340"/>
                <a:gd name="connsiteX21" fmla="*/ 37283 w 100713"/>
                <a:gd name="connsiteY21" fmla="*/ 51852 h 96340"/>
                <a:gd name="connsiteX22" fmla="*/ 47439 w 100713"/>
                <a:gd name="connsiteY22" fmla="*/ 9818 h 96340"/>
                <a:gd name="connsiteX23" fmla="*/ 55056 w 100713"/>
                <a:gd name="connsiteY23" fmla="*/ 4458 h 96340"/>
                <a:gd name="connsiteX24" fmla="*/ 68598 w 100713"/>
                <a:gd name="connsiteY24" fmla="*/ 4458 h 96340"/>
                <a:gd name="connsiteX25" fmla="*/ 87781 w 100713"/>
                <a:gd name="connsiteY25" fmla="*/ 17999 h 96340"/>
                <a:gd name="connsiteX26" fmla="*/ 79459 w 100713"/>
                <a:gd name="connsiteY26" fmla="*/ 40709 h 96340"/>
                <a:gd name="connsiteX27" fmla="*/ 57736 w 100713"/>
                <a:gd name="connsiteY27" fmla="*/ 48185 h 96340"/>
                <a:gd name="connsiteX28" fmla="*/ 37848 w 100713"/>
                <a:gd name="connsiteY28" fmla="*/ 48185 h 96340"/>
                <a:gd name="connsiteX29" fmla="*/ 47439 w 100713"/>
                <a:gd name="connsiteY29" fmla="*/ 9818 h 9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713" h="96340">
                  <a:moveTo>
                    <a:pt x="37283" y="51852"/>
                  </a:moveTo>
                  <a:lnTo>
                    <a:pt x="61263" y="51852"/>
                  </a:lnTo>
                  <a:cubicBezTo>
                    <a:pt x="81293" y="51852"/>
                    <a:pt x="100899" y="37183"/>
                    <a:pt x="100899" y="21384"/>
                  </a:cubicBezTo>
                  <a:cubicBezTo>
                    <a:pt x="100899" y="10523"/>
                    <a:pt x="91590" y="85"/>
                    <a:pt x="73111" y="85"/>
                  </a:cubicBezTo>
                  <a:lnTo>
                    <a:pt x="27409" y="85"/>
                  </a:lnTo>
                  <a:cubicBezTo>
                    <a:pt x="24729" y="85"/>
                    <a:pt x="23178" y="85"/>
                    <a:pt x="23178" y="2765"/>
                  </a:cubicBezTo>
                  <a:cubicBezTo>
                    <a:pt x="23178" y="4458"/>
                    <a:pt x="24447" y="4458"/>
                    <a:pt x="27268" y="4458"/>
                  </a:cubicBezTo>
                  <a:cubicBezTo>
                    <a:pt x="29102" y="4458"/>
                    <a:pt x="31641" y="4599"/>
                    <a:pt x="33334" y="4740"/>
                  </a:cubicBezTo>
                  <a:cubicBezTo>
                    <a:pt x="35591" y="5022"/>
                    <a:pt x="36437" y="5445"/>
                    <a:pt x="36437" y="6997"/>
                  </a:cubicBezTo>
                  <a:cubicBezTo>
                    <a:pt x="36437" y="7561"/>
                    <a:pt x="36296" y="7984"/>
                    <a:pt x="35873" y="9677"/>
                  </a:cubicBezTo>
                  <a:lnTo>
                    <a:pt x="16971" y="85424"/>
                  </a:lnTo>
                  <a:cubicBezTo>
                    <a:pt x="15561" y="90925"/>
                    <a:pt x="15279" y="92053"/>
                    <a:pt x="4135" y="92053"/>
                  </a:cubicBezTo>
                  <a:cubicBezTo>
                    <a:pt x="1737" y="92053"/>
                    <a:pt x="186" y="92053"/>
                    <a:pt x="186" y="94733"/>
                  </a:cubicBezTo>
                  <a:cubicBezTo>
                    <a:pt x="186" y="96426"/>
                    <a:pt x="1879" y="96426"/>
                    <a:pt x="2302" y="96426"/>
                  </a:cubicBezTo>
                  <a:cubicBezTo>
                    <a:pt x="6251" y="96426"/>
                    <a:pt x="16266" y="96003"/>
                    <a:pt x="20216" y="96003"/>
                  </a:cubicBezTo>
                  <a:cubicBezTo>
                    <a:pt x="23178" y="96003"/>
                    <a:pt x="26281" y="96144"/>
                    <a:pt x="29243" y="96144"/>
                  </a:cubicBezTo>
                  <a:cubicBezTo>
                    <a:pt x="32346" y="96144"/>
                    <a:pt x="35450" y="96426"/>
                    <a:pt x="38412" y="96426"/>
                  </a:cubicBezTo>
                  <a:cubicBezTo>
                    <a:pt x="39399" y="96426"/>
                    <a:pt x="41233" y="96426"/>
                    <a:pt x="41233" y="93605"/>
                  </a:cubicBezTo>
                  <a:cubicBezTo>
                    <a:pt x="41233" y="92053"/>
                    <a:pt x="39963" y="92053"/>
                    <a:pt x="37283" y="92053"/>
                  </a:cubicBezTo>
                  <a:cubicBezTo>
                    <a:pt x="32064" y="92053"/>
                    <a:pt x="28115" y="92053"/>
                    <a:pt x="28115" y="89514"/>
                  </a:cubicBezTo>
                  <a:cubicBezTo>
                    <a:pt x="28115" y="88668"/>
                    <a:pt x="28397" y="87963"/>
                    <a:pt x="28538" y="87116"/>
                  </a:cubicBezTo>
                  <a:lnTo>
                    <a:pt x="37283" y="51852"/>
                  </a:lnTo>
                  <a:close/>
                  <a:moveTo>
                    <a:pt x="47439" y="9818"/>
                  </a:moveTo>
                  <a:cubicBezTo>
                    <a:pt x="48709" y="4881"/>
                    <a:pt x="48991" y="4458"/>
                    <a:pt x="55056" y="4458"/>
                  </a:cubicBezTo>
                  <a:lnTo>
                    <a:pt x="68598" y="4458"/>
                  </a:lnTo>
                  <a:cubicBezTo>
                    <a:pt x="80305" y="4458"/>
                    <a:pt x="87781" y="8266"/>
                    <a:pt x="87781" y="17999"/>
                  </a:cubicBezTo>
                  <a:cubicBezTo>
                    <a:pt x="87781" y="23500"/>
                    <a:pt x="84960" y="35631"/>
                    <a:pt x="79459" y="40709"/>
                  </a:cubicBezTo>
                  <a:cubicBezTo>
                    <a:pt x="72406" y="47057"/>
                    <a:pt x="63943" y="48185"/>
                    <a:pt x="57736" y="48185"/>
                  </a:cubicBezTo>
                  <a:lnTo>
                    <a:pt x="37848" y="48185"/>
                  </a:lnTo>
                  <a:lnTo>
                    <a:pt x="47439" y="981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0" name="Freeform: Shape 1249">
              <a:extLst>
                <a:ext uri="{FF2B5EF4-FFF2-40B4-BE49-F238E27FC236}">
                  <a16:creationId xmlns:a16="http://schemas.microsoft.com/office/drawing/2014/main" id="{7332670F-902D-A036-E6AD-63BA5E3B7B31}"/>
                </a:ext>
              </a:extLst>
            </p:cNvPr>
            <p:cNvSpPr/>
            <p:nvPr>
              <p:custDataLst>
                <p:tags r:id="rId285"/>
              </p:custDataLst>
            </p:nvPr>
          </p:nvSpPr>
          <p:spPr>
            <a:xfrm>
              <a:off x="5562520" y="4654253"/>
              <a:ext cx="32724" cy="141055"/>
            </a:xfrm>
            <a:custGeom>
              <a:avLst/>
              <a:gdLst>
                <a:gd name="connsiteX0" fmla="*/ 32918 w 32724"/>
                <a:gd name="connsiteY0" fmla="*/ 139730 h 141055"/>
                <a:gd name="connsiteX1" fmla="*/ 30520 w 32724"/>
                <a:gd name="connsiteY1" fmla="*/ 136627 h 141055"/>
                <a:gd name="connsiteX2" fmla="*/ 8375 w 32724"/>
                <a:gd name="connsiteY2" fmla="*/ 70613 h 141055"/>
                <a:gd name="connsiteX3" fmla="*/ 31085 w 32724"/>
                <a:gd name="connsiteY3" fmla="*/ 3894 h 141055"/>
                <a:gd name="connsiteX4" fmla="*/ 32918 w 32724"/>
                <a:gd name="connsiteY4" fmla="*/ 1496 h 141055"/>
                <a:gd name="connsiteX5" fmla="*/ 31508 w 32724"/>
                <a:gd name="connsiteY5" fmla="*/ 85 h 141055"/>
                <a:gd name="connsiteX6" fmla="*/ 9080 w 32724"/>
                <a:gd name="connsiteY6" fmla="*/ 27591 h 141055"/>
                <a:gd name="connsiteX7" fmla="*/ 194 w 32724"/>
                <a:gd name="connsiteY7" fmla="*/ 70613 h 141055"/>
                <a:gd name="connsiteX8" fmla="*/ 9503 w 32724"/>
                <a:gd name="connsiteY8" fmla="*/ 114622 h 141055"/>
                <a:gd name="connsiteX9" fmla="*/ 31508 w 32724"/>
                <a:gd name="connsiteY9" fmla="*/ 141141 h 141055"/>
                <a:gd name="connsiteX10" fmla="*/ 32918 w 32724"/>
                <a:gd name="connsiteY10" fmla="*/ 139730 h 14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24" h="141055">
                  <a:moveTo>
                    <a:pt x="32918" y="139730"/>
                  </a:moveTo>
                  <a:cubicBezTo>
                    <a:pt x="32918" y="139307"/>
                    <a:pt x="32918" y="139025"/>
                    <a:pt x="30520" y="136627"/>
                  </a:cubicBezTo>
                  <a:cubicBezTo>
                    <a:pt x="12889" y="118854"/>
                    <a:pt x="8375" y="92194"/>
                    <a:pt x="8375" y="70613"/>
                  </a:cubicBezTo>
                  <a:cubicBezTo>
                    <a:pt x="8375" y="46069"/>
                    <a:pt x="13735" y="21525"/>
                    <a:pt x="31085" y="3894"/>
                  </a:cubicBezTo>
                  <a:cubicBezTo>
                    <a:pt x="32918" y="2201"/>
                    <a:pt x="32918" y="1919"/>
                    <a:pt x="32918" y="1496"/>
                  </a:cubicBezTo>
                  <a:cubicBezTo>
                    <a:pt x="32918" y="508"/>
                    <a:pt x="32354" y="85"/>
                    <a:pt x="31508" y="85"/>
                  </a:cubicBezTo>
                  <a:cubicBezTo>
                    <a:pt x="30097" y="85"/>
                    <a:pt x="17402" y="9677"/>
                    <a:pt x="9080" y="27591"/>
                  </a:cubicBezTo>
                  <a:cubicBezTo>
                    <a:pt x="1886" y="43107"/>
                    <a:pt x="194" y="58764"/>
                    <a:pt x="194" y="70613"/>
                  </a:cubicBezTo>
                  <a:cubicBezTo>
                    <a:pt x="194" y="81615"/>
                    <a:pt x="1745" y="98683"/>
                    <a:pt x="9503" y="114622"/>
                  </a:cubicBezTo>
                  <a:cubicBezTo>
                    <a:pt x="17967" y="131972"/>
                    <a:pt x="30097" y="141141"/>
                    <a:pt x="31508" y="141141"/>
                  </a:cubicBezTo>
                  <a:cubicBezTo>
                    <a:pt x="32354" y="141141"/>
                    <a:pt x="32918" y="140718"/>
                    <a:pt x="32918" y="13973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1" name="Freeform: Shape 1250">
              <a:extLst>
                <a:ext uri="{FF2B5EF4-FFF2-40B4-BE49-F238E27FC236}">
                  <a16:creationId xmlns:a16="http://schemas.microsoft.com/office/drawing/2014/main" id="{B145848D-84ED-A635-6A73-82EC143C56E6}"/>
                </a:ext>
              </a:extLst>
            </p:cNvPr>
            <p:cNvSpPr/>
            <p:nvPr>
              <p:custDataLst>
                <p:tags r:id="rId286"/>
              </p:custDataLst>
            </p:nvPr>
          </p:nvSpPr>
          <p:spPr>
            <a:xfrm>
              <a:off x="5608348" y="4663704"/>
              <a:ext cx="102547" cy="96340"/>
            </a:xfrm>
            <a:custGeom>
              <a:avLst/>
              <a:gdLst>
                <a:gd name="connsiteX0" fmla="*/ 79470 w 102547"/>
                <a:gd name="connsiteY0" fmla="*/ 16165 h 96340"/>
                <a:gd name="connsiteX1" fmla="*/ 81445 w 102547"/>
                <a:gd name="connsiteY1" fmla="*/ 14191 h 96340"/>
                <a:gd name="connsiteX2" fmla="*/ 99923 w 102547"/>
                <a:gd name="connsiteY2" fmla="*/ 4458 h 96340"/>
                <a:gd name="connsiteX3" fmla="*/ 102745 w 102547"/>
                <a:gd name="connsiteY3" fmla="*/ 1778 h 96340"/>
                <a:gd name="connsiteX4" fmla="*/ 100911 w 102547"/>
                <a:gd name="connsiteY4" fmla="*/ 85 h 96340"/>
                <a:gd name="connsiteX5" fmla="*/ 89344 w 102547"/>
                <a:gd name="connsiteY5" fmla="*/ 508 h 96340"/>
                <a:gd name="connsiteX6" fmla="*/ 75239 w 102547"/>
                <a:gd name="connsiteY6" fmla="*/ 85 h 96340"/>
                <a:gd name="connsiteX7" fmla="*/ 72559 w 102547"/>
                <a:gd name="connsiteY7" fmla="*/ 2765 h 96340"/>
                <a:gd name="connsiteX8" fmla="*/ 74675 w 102547"/>
                <a:gd name="connsiteY8" fmla="*/ 4458 h 96340"/>
                <a:gd name="connsiteX9" fmla="*/ 79753 w 102547"/>
                <a:gd name="connsiteY9" fmla="*/ 7702 h 96340"/>
                <a:gd name="connsiteX10" fmla="*/ 75944 w 102547"/>
                <a:gd name="connsiteY10" fmla="*/ 14473 h 96340"/>
                <a:gd name="connsiteX11" fmla="*/ 43219 w 102547"/>
                <a:gd name="connsiteY11" fmla="*/ 52135 h 96340"/>
                <a:gd name="connsiteX12" fmla="*/ 27703 w 102547"/>
                <a:gd name="connsiteY12" fmla="*/ 10241 h 96340"/>
                <a:gd name="connsiteX13" fmla="*/ 26857 w 102547"/>
                <a:gd name="connsiteY13" fmla="*/ 7843 h 96340"/>
                <a:gd name="connsiteX14" fmla="*/ 35179 w 102547"/>
                <a:gd name="connsiteY14" fmla="*/ 4458 h 96340"/>
                <a:gd name="connsiteX15" fmla="*/ 38565 w 102547"/>
                <a:gd name="connsiteY15" fmla="*/ 1637 h 96340"/>
                <a:gd name="connsiteX16" fmla="*/ 36449 w 102547"/>
                <a:gd name="connsiteY16" fmla="*/ 85 h 96340"/>
                <a:gd name="connsiteX17" fmla="*/ 18676 w 102547"/>
                <a:gd name="connsiteY17" fmla="*/ 508 h 96340"/>
                <a:gd name="connsiteX18" fmla="*/ 2878 w 102547"/>
                <a:gd name="connsiteY18" fmla="*/ 85 h 96340"/>
                <a:gd name="connsiteX19" fmla="*/ 198 w 102547"/>
                <a:gd name="connsiteY19" fmla="*/ 2906 h 96340"/>
                <a:gd name="connsiteX20" fmla="*/ 3442 w 102547"/>
                <a:gd name="connsiteY20" fmla="*/ 4458 h 96340"/>
                <a:gd name="connsiteX21" fmla="*/ 13739 w 102547"/>
                <a:gd name="connsiteY21" fmla="*/ 9254 h 96340"/>
                <a:gd name="connsiteX22" fmla="*/ 31089 w 102547"/>
                <a:gd name="connsiteY22" fmla="*/ 55661 h 96340"/>
                <a:gd name="connsiteX23" fmla="*/ 31653 w 102547"/>
                <a:gd name="connsiteY23" fmla="*/ 58059 h 96340"/>
                <a:gd name="connsiteX24" fmla="*/ 25305 w 102547"/>
                <a:gd name="connsiteY24" fmla="*/ 83731 h 96340"/>
                <a:gd name="connsiteX25" fmla="*/ 12046 w 102547"/>
                <a:gd name="connsiteY25" fmla="*/ 92053 h 96340"/>
                <a:gd name="connsiteX26" fmla="*/ 8238 w 102547"/>
                <a:gd name="connsiteY26" fmla="*/ 94874 h 96340"/>
                <a:gd name="connsiteX27" fmla="*/ 10212 w 102547"/>
                <a:gd name="connsiteY27" fmla="*/ 96426 h 96340"/>
                <a:gd name="connsiteX28" fmla="*/ 27985 w 102547"/>
                <a:gd name="connsiteY28" fmla="*/ 96003 h 96340"/>
                <a:gd name="connsiteX29" fmla="*/ 46040 w 102547"/>
                <a:gd name="connsiteY29" fmla="*/ 96426 h 96340"/>
                <a:gd name="connsiteX30" fmla="*/ 48720 w 102547"/>
                <a:gd name="connsiteY30" fmla="*/ 93605 h 96340"/>
                <a:gd name="connsiteX31" fmla="*/ 44771 w 102547"/>
                <a:gd name="connsiteY31" fmla="*/ 92053 h 96340"/>
                <a:gd name="connsiteX32" fmla="*/ 39411 w 102547"/>
                <a:gd name="connsiteY32" fmla="*/ 91771 h 96340"/>
                <a:gd name="connsiteX33" fmla="*/ 35602 w 102547"/>
                <a:gd name="connsiteY33" fmla="*/ 89514 h 96340"/>
                <a:gd name="connsiteX34" fmla="*/ 37577 w 102547"/>
                <a:gd name="connsiteY34" fmla="*/ 80628 h 96340"/>
                <a:gd name="connsiteX35" fmla="*/ 42514 w 102547"/>
                <a:gd name="connsiteY35" fmla="*/ 60739 h 96340"/>
                <a:gd name="connsiteX36" fmla="*/ 44489 w 102547"/>
                <a:gd name="connsiteY36" fmla="*/ 56366 h 96340"/>
                <a:gd name="connsiteX37" fmla="*/ 79470 w 102547"/>
                <a:gd name="connsiteY37" fmla="*/ 16165 h 9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2547" h="96340">
                  <a:moveTo>
                    <a:pt x="79470" y="16165"/>
                  </a:moveTo>
                  <a:lnTo>
                    <a:pt x="81445" y="14191"/>
                  </a:lnTo>
                  <a:cubicBezTo>
                    <a:pt x="85677" y="9959"/>
                    <a:pt x="90332" y="5163"/>
                    <a:pt x="99923" y="4458"/>
                  </a:cubicBezTo>
                  <a:cubicBezTo>
                    <a:pt x="101475" y="4317"/>
                    <a:pt x="102745" y="4317"/>
                    <a:pt x="102745" y="1778"/>
                  </a:cubicBezTo>
                  <a:cubicBezTo>
                    <a:pt x="102745" y="649"/>
                    <a:pt x="102039" y="85"/>
                    <a:pt x="100911" y="85"/>
                  </a:cubicBezTo>
                  <a:cubicBezTo>
                    <a:pt x="97243" y="85"/>
                    <a:pt x="93153" y="508"/>
                    <a:pt x="89344" y="508"/>
                  </a:cubicBezTo>
                  <a:cubicBezTo>
                    <a:pt x="84690" y="508"/>
                    <a:pt x="79753" y="85"/>
                    <a:pt x="75239" y="85"/>
                  </a:cubicBezTo>
                  <a:cubicBezTo>
                    <a:pt x="74393" y="85"/>
                    <a:pt x="72559" y="85"/>
                    <a:pt x="72559" y="2765"/>
                  </a:cubicBezTo>
                  <a:cubicBezTo>
                    <a:pt x="72559" y="4317"/>
                    <a:pt x="73969" y="4458"/>
                    <a:pt x="74675" y="4458"/>
                  </a:cubicBezTo>
                  <a:cubicBezTo>
                    <a:pt x="75662" y="4458"/>
                    <a:pt x="79753" y="4740"/>
                    <a:pt x="79753" y="7702"/>
                  </a:cubicBezTo>
                  <a:cubicBezTo>
                    <a:pt x="79753" y="10100"/>
                    <a:pt x="76508" y="13767"/>
                    <a:pt x="75944" y="14473"/>
                  </a:cubicBezTo>
                  <a:lnTo>
                    <a:pt x="43219" y="52135"/>
                  </a:lnTo>
                  <a:lnTo>
                    <a:pt x="27703" y="10241"/>
                  </a:lnTo>
                  <a:cubicBezTo>
                    <a:pt x="26857" y="8266"/>
                    <a:pt x="26857" y="7984"/>
                    <a:pt x="26857" y="7843"/>
                  </a:cubicBezTo>
                  <a:cubicBezTo>
                    <a:pt x="26857" y="4458"/>
                    <a:pt x="33769" y="4458"/>
                    <a:pt x="35179" y="4458"/>
                  </a:cubicBezTo>
                  <a:cubicBezTo>
                    <a:pt x="37154" y="4458"/>
                    <a:pt x="38565" y="4458"/>
                    <a:pt x="38565" y="1637"/>
                  </a:cubicBezTo>
                  <a:cubicBezTo>
                    <a:pt x="38565" y="85"/>
                    <a:pt x="36872" y="85"/>
                    <a:pt x="36449" y="85"/>
                  </a:cubicBezTo>
                  <a:cubicBezTo>
                    <a:pt x="32499" y="85"/>
                    <a:pt x="22625" y="508"/>
                    <a:pt x="18676" y="508"/>
                  </a:cubicBezTo>
                  <a:cubicBezTo>
                    <a:pt x="15149" y="508"/>
                    <a:pt x="6404" y="85"/>
                    <a:pt x="2878" y="85"/>
                  </a:cubicBezTo>
                  <a:cubicBezTo>
                    <a:pt x="2031" y="85"/>
                    <a:pt x="198" y="85"/>
                    <a:pt x="198" y="2906"/>
                  </a:cubicBezTo>
                  <a:cubicBezTo>
                    <a:pt x="198" y="4458"/>
                    <a:pt x="1608" y="4458"/>
                    <a:pt x="3442" y="4458"/>
                  </a:cubicBezTo>
                  <a:cubicBezTo>
                    <a:pt x="11905" y="4458"/>
                    <a:pt x="12469" y="5727"/>
                    <a:pt x="13739" y="9254"/>
                  </a:cubicBezTo>
                  <a:lnTo>
                    <a:pt x="31089" y="55661"/>
                  </a:lnTo>
                  <a:cubicBezTo>
                    <a:pt x="31230" y="56084"/>
                    <a:pt x="31653" y="57636"/>
                    <a:pt x="31653" y="58059"/>
                  </a:cubicBezTo>
                  <a:cubicBezTo>
                    <a:pt x="31653" y="58482"/>
                    <a:pt x="26011" y="81192"/>
                    <a:pt x="25305" y="83731"/>
                  </a:cubicBezTo>
                  <a:cubicBezTo>
                    <a:pt x="23472" y="91489"/>
                    <a:pt x="23331" y="91912"/>
                    <a:pt x="12046" y="92053"/>
                  </a:cubicBezTo>
                  <a:cubicBezTo>
                    <a:pt x="9366" y="92053"/>
                    <a:pt x="8238" y="92053"/>
                    <a:pt x="8238" y="94874"/>
                  </a:cubicBezTo>
                  <a:cubicBezTo>
                    <a:pt x="8238" y="96426"/>
                    <a:pt x="9930" y="96426"/>
                    <a:pt x="10212" y="96426"/>
                  </a:cubicBezTo>
                  <a:cubicBezTo>
                    <a:pt x="14162" y="96426"/>
                    <a:pt x="24036" y="96003"/>
                    <a:pt x="27985" y="96003"/>
                  </a:cubicBezTo>
                  <a:cubicBezTo>
                    <a:pt x="31935" y="96003"/>
                    <a:pt x="42091" y="96426"/>
                    <a:pt x="46040" y="96426"/>
                  </a:cubicBezTo>
                  <a:cubicBezTo>
                    <a:pt x="47028" y="96426"/>
                    <a:pt x="48720" y="96426"/>
                    <a:pt x="48720" y="93605"/>
                  </a:cubicBezTo>
                  <a:cubicBezTo>
                    <a:pt x="48720" y="92053"/>
                    <a:pt x="47451" y="92053"/>
                    <a:pt x="44771" y="92053"/>
                  </a:cubicBezTo>
                  <a:cubicBezTo>
                    <a:pt x="44489" y="92053"/>
                    <a:pt x="41809" y="92053"/>
                    <a:pt x="39411" y="91771"/>
                  </a:cubicBezTo>
                  <a:cubicBezTo>
                    <a:pt x="36449" y="91489"/>
                    <a:pt x="35602" y="91207"/>
                    <a:pt x="35602" y="89514"/>
                  </a:cubicBezTo>
                  <a:cubicBezTo>
                    <a:pt x="35602" y="88527"/>
                    <a:pt x="36872" y="83590"/>
                    <a:pt x="37577" y="80628"/>
                  </a:cubicBezTo>
                  <a:lnTo>
                    <a:pt x="42514" y="60739"/>
                  </a:lnTo>
                  <a:cubicBezTo>
                    <a:pt x="43219" y="58059"/>
                    <a:pt x="43360" y="57636"/>
                    <a:pt x="44489" y="56366"/>
                  </a:cubicBezTo>
                  <a:lnTo>
                    <a:pt x="79470" y="1616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2" name="Freeform: Shape 1251">
              <a:extLst>
                <a:ext uri="{FF2B5EF4-FFF2-40B4-BE49-F238E27FC236}">
                  <a16:creationId xmlns:a16="http://schemas.microsoft.com/office/drawing/2014/main" id="{4223D431-E0A5-AE74-720D-6DDDE55E4785}"/>
                </a:ext>
              </a:extLst>
            </p:cNvPr>
            <p:cNvSpPr/>
            <p:nvPr>
              <p:custDataLst>
                <p:tags r:id="rId287"/>
              </p:custDataLst>
            </p:nvPr>
          </p:nvSpPr>
          <p:spPr>
            <a:xfrm>
              <a:off x="5689942" y="4737659"/>
              <a:ext cx="60329" cy="44531"/>
            </a:xfrm>
            <a:custGeom>
              <a:avLst/>
              <a:gdLst>
                <a:gd name="connsiteX0" fmla="*/ 7609 w 60329"/>
                <a:gd name="connsiteY0" fmla="*/ 37410 h 44531"/>
                <a:gd name="connsiteX1" fmla="*/ 6621 w 60329"/>
                <a:gd name="connsiteY1" fmla="*/ 41458 h 44531"/>
                <a:gd name="connsiteX2" fmla="*/ 9978 w 60329"/>
                <a:gd name="connsiteY2" fmla="*/ 44618 h 44531"/>
                <a:gd name="connsiteX3" fmla="*/ 13829 w 60329"/>
                <a:gd name="connsiteY3" fmla="*/ 42446 h 44531"/>
                <a:gd name="connsiteX4" fmla="*/ 15607 w 60329"/>
                <a:gd name="connsiteY4" fmla="*/ 36324 h 44531"/>
                <a:gd name="connsiteX5" fmla="*/ 17779 w 60329"/>
                <a:gd name="connsiteY5" fmla="*/ 27437 h 44531"/>
                <a:gd name="connsiteX6" fmla="*/ 19457 w 60329"/>
                <a:gd name="connsiteY6" fmla="*/ 20822 h 44531"/>
                <a:gd name="connsiteX7" fmla="*/ 23604 w 60329"/>
                <a:gd name="connsiteY7" fmla="*/ 11935 h 44531"/>
                <a:gd name="connsiteX8" fmla="*/ 38415 w 60329"/>
                <a:gd name="connsiteY8" fmla="*/ 2851 h 44531"/>
                <a:gd name="connsiteX9" fmla="*/ 44241 w 60329"/>
                <a:gd name="connsiteY9" fmla="*/ 9763 h 44531"/>
                <a:gd name="connsiteX10" fmla="*/ 38415 w 60329"/>
                <a:gd name="connsiteY10" fmla="*/ 30794 h 44531"/>
                <a:gd name="connsiteX11" fmla="*/ 36934 w 60329"/>
                <a:gd name="connsiteY11" fmla="*/ 36126 h 44531"/>
                <a:gd name="connsiteX12" fmla="*/ 46314 w 60329"/>
                <a:gd name="connsiteY12" fmla="*/ 44618 h 44531"/>
                <a:gd name="connsiteX13" fmla="*/ 60533 w 60329"/>
                <a:gd name="connsiteY13" fmla="*/ 29511 h 44531"/>
                <a:gd name="connsiteX14" fmla="*/ 58953 w 60329"/>
                <a:gd name="connsiteY14" fmla="*/ 28227 h 44531"/>
                <a:gd name="connsiteX15" fmla="*/ 57077 w 60329"/>
                <a:gd name="connsiteY15" fmla="*/ 29906 h 44531"/>
                <a:gd name="connsiteX16" fmla="*/ 46610 w 60329"/>
                <a:gd name="connsiteY16" fmla="*/ 41853 h 44531"/>
                <a:gd name="connsiteX17" fmla="*/ 44142 w 60329"/>
                <a:gd name="connsiteY17" fmla="*/ 38397 h 44531"/>
                <a:gd name="connsiteX18" fmla="*/ 46413 w 60329"/>
                <a:gd name="connsiteY18" fmla="*/ 30399 h 44531"/>
                <a:gd name="connsiteX19" fmla="*/ 51646 w 60329"/>
                <a:gd name="connsiteY19" fmla="*/ 11343 h 44531"/>
                <a:gd name="connsiteX20" fmla="*/ 38810 w 60329"/>
                <a:gd name="connsiteY20" fmla="*/ 87 h 44531"/>
                <a:gd name="connsiteX21" fmla="*/ 22123 w 60329"/>
                <a:gd name="connsiteY21" fmla="*/ 9072 h 44531"/>
                <a:gd name="connsiteX22" fmla="*/ 11558 w 60329"/>
                <a:gd name="connsiteY22" fmla="*/ 87 h 44531"/>
                <a:gd name="connsiteX23" fmla="*/ 3758 w 60329"/>
                <a:gd name="connsiteY23" fmla="*/ 5418 h 44531"/>
                <a:gd name="connsiteX24" fmla="*/ 203 w 60329"/>
                <a:gd name="connsiteY24" fmla="*/ 15194 h 44531"/>
                <a:gd name="connsiteX25" fmla="*/ 1882 w 60329"/>
                <a:gd name="connsiteY25" fmla="*/ 16477 h 44531"/>
                <a:gd name="connsiteX26" fmla="*/ 4054 w 60329"/>
                <a:gd name="connsiteY26" fmla="*/ 13515 h 44531"/>
                <a:gd name="connsiteX27" fmla="*/ 11262 w 60329"/>
                <a:gd name="connsiteY27" fmla="*/ 2851 h 44531"/>
                <a:gd name="connsiteX28" fmla="*/ 14520 w 60329"/>
                <a:gd name="connsiteY28" fmla="*/ 7689 h 44531"/>
                <a:gd name="connsiteX29" fmla="*/ 12941 w 60329"/>
                <a:gd name="connsiteY29" fmla="*/ 15885 h 44531"/>
                <a:gd name="connsiteX30" fmla="*/ 10768 w 60329"/>
                <a:gd name="connsiteY30" fmla="*/ 24771 h 44531"/>
                <a:gd name="connsiteX31" fmla="*/ 7609 w 60329"/>
                <a:gd name="connsiteY31" fmla="*/ 37410 h 4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329" h="44531">
                  <a:moveTo>
                    <a:pt x="7609" y="37410"/>
                  </a:moveTo>
                  <a:cubicBezTo>
                    <a:pt x="7214" y="38693"/>
                    <a:pt x="6621" y="41162"/>
                    <a:pt x="6621" y="41458"/>
                  </a:cubicBezTo>
                  <a:cubicBezTo>
                    <a:pt x="6621" y="43630"/>
                    <a:pt x="8399" y="44618"/>
                    <a:pt x="9978" y="44618"/>
                  </a:cubicBezTo>
                  <a:cubicBezTo>
                    <a:pt x="11756" y="44618"/>
                    <a:pt x="13336" y="43334"/>
                    <a:pt x="13829" y="42446"/>
                  </a:cubicBezTo>
                  <a:cubicBezTo>
                    <a:pt x="14323" y="41557"/>
                    <a:pt x="15113" y="38397"/>
                    <a:pt x="15607" y="36324"/>
                  </a:cubicBezTo>
                  <a:cubicBezTo>
                    <a:pt x="16100" y="34448"/>
                    <a:pt x="17186" y="29906"/>
                    <a:pt x="17779" y="27437"/>
                  </a:cubicBezTo>
                  <a:cubicBezTo>
                    <a:pt x="18371" y="25265"/>
                    <a:pt x="18964" y="23093"/>
                    <a:pt x="19457" y="20822"/>
                  </a:cubicBezTo>
                  <a:cubicBezTo>
                    <a:pt x="20543" y="16773"/>
                    <a:pt x="20741" y="15984"/>
                    <a:pt x="23604" y="11935"/>
                  </a:cubicBezTo>
                  <a:cubicBezTo>
                    <a:pt x="26369" y="7986"/>
                    <a:pt x="31010" y="2851"/>
                    <a:pt x="38415" y="2851"/>
                  </a:cubicBezTo>
                  <a:cubicBezTo>
                    <a:pt x="44142" y="2851"/>
                    <a:pt x="44241" y="7887"/>
                    <a:pt x="44241" y="9763"/>
                  </a:cubicBezTo>
                  <a:cubicBezTo>
                    <a:pt x="44241" y="15687"/>
                    <a:pt x="39995" y="26647"/>
                    <a:pt x="38415" y="30794"/>
                  </a:cubicBezTo>
                  <a:cubicBezTo>
                    <a:pt x="37329" y="33559"/>
                    <a:pt x="36934" y="34448"/>
                    <a:pt x="36934" y="36126"/>
                  </a:cubicBezTo>
                  <a:cubicBezTo>
                    <a:pt x="36934" y="41359"/>
                    <a:pt x="41279" y="44618"/>
                    <a:pt x="46314" y="44618"/>
                  </a:cubicBezTo>
                  <a:cubicBezTo>
                    <a:pt x="56188" y="44618"/>
                    <a:pt x="60533" y="30992"/>
                    <a:pt x="60533" y="29511"/>
                  </a:cubicBezTo>
                  <a:cubicBezTo>
                    <a:pt x="60533" y="28227"/>
                    <a:pt x="59249" y="28227"/>
                    <a:pt x="58953" y="28227"/>
                  </a:cubicBezTo>
                  <a:cubicBezTo>
                    <a:pt x="57570" y="28227"/>
                    <a:pt x="57472" y="28820"/>
                    <a:pt x="57077" y="29906"/>
                  </a:cubicBezTo>
                  <a:cubicBezTo>
                    <a:pt x="54806" y="37805"/>
                    <a:pt x="50560" y="41853"/>
                    <a:pt x="46610" y="41853"/>
                  </a:cubicBezTo>
                  <a:cubicBezTo>
                    <a:pt x="44537" y="41853"/>
                    <a:pt x="44142" y="40471"/>
                    <a:pt x="44142" y="38397"/>
                  </a:cubicBezTo>
                  <a:cubicBezTo>
                    <a:pt x="44142" y="36126"/>
                    <a:pt x="44636" y="34843"/>
                    <a:pt x="46413" y="30399"/>
                  </a:cubicBezTo>
                  <a:cubicBezTo>
                    <a:pt x="47598" y="27338"/>
                    <a:pt x="51646" y="16872"/>
                    <a:pt x="51646" y="11343"/>
                  </a:cubicBezTo>
                  <a:cubicBezTo>
                    <a:pt x="51646" y="1765"/>
                    <a:pt x="44043" y="87"/>
                    <a:pt x="38810" y="87"/>
                  </a:cubicBezTo>
                  <a:cubicBezTo>
                    <a:pt x="30615" y="87"/>
                    <a:pt x="25085" y="5122"/>
                    <a:pt x="22123" y="9072"/>
                  </a:cubicBezTo>
                  <a:cubicBezTo>
                    <a:pt x="21432" y="2259"/>
                    <a:pt x="15607" y="87"/>
                    <a:pt x="11558" y="87"/>
                  </a:cubicBezTo>
                  <a:cubicBezTo>
                    <a:pt x="7312" y="87"/>
                    <a:pt x="5041" y="3147"/>
                    <a:pt x="3758" y="5418"/>
                  </a:cubicBezTo>
                  <a:cubicBezTo>
                    <a:pt x="1586" y="9072"/>
                    <a:pt x="203" y="14700"/>
                    <a:pt x="203" y="15194"/>
                  </a:cubicBezTo>
                  <a:cubicBezTo>
                    <a:pt x="203" y="16477"/>
                    <a:pt x="1586" y="16477"/>
                    <a:pt x="1882" y="16477"/>
                  </a:cubicBezTo>
                  <a:cubicBezTo>
                    <a:pt x="3264" y="16477"/>
                    <a:pt x="3363" y="16181"/>
                    <a:pt x="4054" y="13515"/>
                  </a:cubicBezTo>
                  <a:cubicBezTo>
                    <a:pt x="5535" y="7689"/>
                    <a:pt x="7411" y="2851"/>
                    <a:pt x="11262" y="2851"/>
                  </a:cubicBezTo>
                  <a:cubicBezTo>
                    <a:pt x="13829" y="2851"/>
                    <a:pt x="14520" y="5023"/>
                    <a:pt x="14520" y="7689"/>
                  </a:cubicBezTo>
                  <a:cubicBezTo>
                    <a:pt x="14520" y="9565"/>
                    <a:pt x="13632" y="13219"/>
                    <a:pt x="12941" y="15885"/>
                  </a:cubicBezTo>
                  <a:cubicBezTo>
                    <a:pt x="12249" y="18551"/>
                    <a:pt x="11262" y="22599"/>
                    <a:pt x="10768" y="24771"/>
                  </a:cubicBezTo>
                  <a:lnTo>
                    <a:pt x="7609" y="3741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3" name="Freeform: Shape 1252">
              <a:extLst>
                <a:ext uri="{FF2B5EF4-FFF2-40B4-BE49-F238E27FC236}">
                  <a16:creationId xmlns:a16="http://schemas.microsoft.com/office/drawing/2014/main" id="{FD5B2B1F-C458-E972-C401-F8B6A6690AF2}"/>
                </a:ext>
              </a:extLst>
            </p:cNvPr>
            <p:cNvSpPr/>
            <p:nvPr>
              <p:custDataLst>
                <p:tags r:id="rId288"/>
              </p:custDataLst>
            </p:nvPr>
          </p:nvSpPr>
          <p:spPr>
            <a:xfrm>
              <a:off x="5812971" y="4683875"/>
              <a:ext cx="86184" cy="81812"/>
            </a:xfrm>
            <a:custGeom>
              <a:avLst/>
              <a:gdLst>
                <a:gd name="connsiteX0" fmla="*/ 83716 w 86184"/>
                <a:gd name="connsiteY0" fmla="*/ 44094 h 81812"/>
                <a:gd name="connsiteX1" fmla="*/ 86396 w 86184"/>
                <a:gd name="connsiteY1" fmla="*/ 40991 h 81812"/>
                <a:gd name="connsiteX2" fmla="*/ 83716 w 86184"/>
                <a:gd name="connsiteY2" fmla="*/ 37888 h 81812"/>
                <a:gd name="connsiteX3" fmla="*/ 5572 w 86184"/>
                <a:gd name="connsiteY3" fmla="*/ 1072 h 81812"/>
                <a:gd name="connsiteX4" fmla="*/ 3033 w 86184"/>
                <a:gd name="connsiteY4" fmla="*/ 85 h 81812"/>
                <a:gd name="connsiteX5" fmla="*/ 212 w 86184"/>
                <a:gd name="connsiteY5" fmla="*/ 2906 h 81812"/>
                <a:gd name="connsiteX6" fmla="*/ 2892 w 86184"/>
                <a:gd name="connsiteY6" fmla="*/ 6009 h 81812"/>
                <a:gd name="connsiteX7" fmla="*/ 76945 w 86184"/>
                <a:gd name="connsiteY7" fmla="*/ 40991 h 81812"/>
                <a:gd name="connsiteX8" fmla="*/ 2892 w 86184"/>
                <a:gd name="connsiteY8" fmla="*/ 75973 h 81812"/>
                <a:gd name="connsiteX9" fmla="*/ 212 w 86184"/>
                <a:gd name="connsiteY9" fmla="*/ 79076 h 81812"/>
                <a:gd name="connsiteX10" fmla="*/ 3033 w 86184"/>
                <a:gd name="connsiteY10" fmla="*/ 81897 h 81812"/>
                <a:gd name="connsiteX11" fmla="*/ 5572 w 86184"/>
                <a:gd name="connsiteY11" fmla="*/ 80910 h 81812"/>
                <a:gd name="connsiteX12" fmla="*/ 83716 w 86184"/>
                <a:gd name="connsiteY12" fmla="*/ 44094 h 8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184" h="81812">
                  <a:moveTo>
                    <a:pt x="83716" y="44094"/>
                  </a:moveTo>
                  <a:cubicBezTo>
                    <a:pt x="85268" y="43389"/>
                    <a:pt x="86396" y="42684"/>
                    <a:pt x="86396" y="40991"/>
                  </a:cubicBezTo>
                  <a:cubicBezTo>
                    <a:pt x="86396" y="39299"/>
                    <a:pt x="85268" y="38593"/>
                    <a:pt x="83716" y="37888"/>
                  </a:cubicBezTo>
                  <a:lnTo>
                    <a:pt x="5572" y="1072"/>
                  </a:lnTo>
                  <a:cubicBezTo>
                    <a:pt x="3738" y="85"/>
                    <a:pt x="3456" y="85"/>
                    <a:pt x="3033" y="85"/>
                  </a:cubicBezTo>
                  <a:cubicBezTo>
                    <a:pt x="1481" y="85"/>
                    <a:pt x="212" y="1355"/>
                    <a:pt x="212" y="2906"/>
                  </a:cubicBezTo>
                  <a:cubicBezTo>
                    <a:pt x="212" y="4176"/>
                    <a:pt x="917" y="5022"/>
                    <a:pt x="2892" y="6009"/>
                  </a:cubicBezTo>
                  <a:lnTo>
                    <a:pt x="76945" y="40991"/>
                  </a:lnTo>
                  <a:lnTo>
                    <a:pt x="2892" y="75973"/>
                  </a:lnTo>
                  <a:cubicBezTo>
                    <a:pt x="917" y="76960"/>
                    <a:pt x="212" y="77807"/>
                    <a:pt x="212" y="79076"/>
                  </a:cubicBezTo>
                  <a:cubicBezTo>
                    <a:pt x="212" y="80628"/>
                    <a:pt x="1481" y="81897"/>
                    <a:pt x="3033" y="81897"/>
                  </a:cubicBezTo>
                  <a:cubicBezTo>
                    <a:pt x="3456" y="81897"/>
                    <a:pt x="3738" y="81897"/>
                    <a:pt x="5572" y="80910"/>
                  </a:cubicBezTo>
                  <a:lnTo>
                    <a:pt x="83716" y="4409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4" name="Freeform: Shape 1253">
              <a:extLst>
                <a:ext uri="{FF2B5EF4-FFF2-40B4-BE49-F238E27FC236}">
                  <a16:creationId xmlns:a16="http://schemas.microsoft.com/office/drawing/2014/main" id="{DBA01A2A-0D20-969B-AB3D-EF6D9428C4FB}"/>
                </a:ext>
              </a:extLst>
            </p:cNvPr>
            <p:cNvSpPr/>
            <p:nvPr>
              <p:custDataLst>
                <p:tags r:id="rId289"/>
              </p:custDataLst>
            </p:nvPr>
          </p:nvSpPr>
          <p:spPr>
            <a:xfrm>
              <a:off x="5948321" y="4666807"/>
              <a:ext cx="57832" cy="122154"/>
            </a:xfrm>
            <a:custGeom>
              <a:avLst/>
              <a:gdLst>
                <a:gd name="connsiteX0" fmla="*/ 58055 w 57832"/>
                <a:gd name="connsiteY0" fmla="*/ 5163 h 122154"/>
                <a:gd name="connsiteX1" fmla="*/ 52695 w 57832"/>
                <a:gd name="connsiteY1" fmla="*/ 85 h 122154"/>
                <a:gd name="connsiteX2" fmla="*/ 45219 w 57832"/>
                <a:gd name="connsiteY2" fmla="*/ 7561 h 122154"/>
                <a:gd name="connsiteX3" fmla="*/ 50438 w 57832"/>
                <a:gd name="connsiteY3" fmla="*/ 12639 h 122154"/>
                <a:gd name="connsiteX4" fmla="*/ 58055 w 57832"/>
                <a:gd name="connsiteY4" fmla="*/ 5163 h 122154"/>
                <a:gd name="connsiteX5" fmla="*/ 29703 w 57832"/>
                <a:gd name="connsiteY5" fmla="*/ 100376 h 122154"/>
                <a:gd name="connsiteX6" fmla="*/ 12353 w 57832"/>
                <a:gd name="connsiteY6" fmla="*/ 119136 h 122154"/>
                <a:gd name="connsiteX7" fmla="*/ 6852 w 57832"/>
                <a:gd name="connsiteY7" fmla="*/ 117866 h 122154"/>
                <a:gd name="connsiteX8" fmla="*/ 13199 w 57832"/>
                <a:gd name="connsiteY8" fmla="*/ 110391 h 122154"/>
                <a:gd name="connsiteX9" fmla="*/ 7839 w 57832"/>
                <a:gd name="connsiteY9" fmla="*/ 105454 h 122154"/>
                <a:gd name="connsiteX10" fmla="*/ 222 w 57832"/>
                <a:gd name="connsiteY10" fmla="*/ 113494 h 122154"/>
                <a:gd name="connsiteX11" fmla="*/ 12635 w 57832"/>
                <a:gd name="connsiteY11" fmla="*/ 122239 h 122154"/>
                <a:gd name="connsiteX12" fmla="*/ 39153 w 57832"/>
                <a:gd name="connsiteY12" fmla="*/ 100799 h 122154"/>
                <a:gd name="connsiteX13" fmla="*/ 52130 w 57832"/>
                <a:gd name="connsiteY13" fmla="*/ 49172 h 122154"/>
                <a:gd name="connsiteX14" fmla="*/ 52836 w 57832"/>
                <a:gd name="connsiteY14" fmla="*/ 43953 h 122154"/>
                <a:gd name="connsiteX15" fmla="*/ 39858 w 57832"/>
                <a:gd name="connsiteY15" fmla="*/ 30976 h 122154"/>
                <a:gd name="connsiteX16" fmla="*/ 17431 w 57832"/>
                <a:gd name="connsiteY16" fmla="*/ 52699 h 122154"/>
                <a:gd name="connsiteX17" fmla="*/ 19123 w 57832"/>
                <a:gd name="connsiteY17" fmla="*/ 54109 h 122154"/>
                <a:gd name="connsiteX18" fmla="*/ 21662 w 57832"/>
                <a:gd name="connsiteY18" fmla="*/ 51288 h 122154"/>
                <a:gd name="connsiteX19" fmla="*/ 39435 w 57832"/>
                <a:gd name="connsiteY19" fmla="*/ 34079 h 122154"/>
                <a:gd name="connsiteX20" fmla="*/ 43949 w 57832"/>
                <a:gd name="connsiteY20" fmla="*/ 40568 h 122154"/>
                <a:gd name="connsiteX21" fmla="*/ 42962 w 57832"/>
                <a:gd name="connsiteY21" fmla="*/ 47762 h 122154"/>
                <a:gd name="connsiteX22" fmla="*/ 29703 w 57832"/>
                <a:gd name="connsiteY22" fmla="*/ 100376 h 12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832" h="122154">
                  <a:moveTo>
                    <a:pt x="58055" y="5163"/>
                  </a:moveTo>
                  <a:cubicBezTo>
                    <a:pt x="58055" y="2483"/>
                    <a:pt x="56080" y="85"/>
                    <a:pt x="52695" y="85"/>
                  </a:cubicBezTo>
                  <a:cubicBezTo>
                    <a:pt x="49450" y="85"/>
                    <a:pt x="45219" y="3329"/>
                    <a:pt x="45219" y="7561"/>
                  </a:cubicBezTo>
                  <a:cubicBezTo>
                    <a:pt x="45219" y="10382"/>
                    <a:pt x="47193" y="12639"/>
                    <a:pt x="50438" y="12639"/>
                  </a:cubicBezTo>
                  <a:cubicBezTo>
                    <a:pt x="54246" y="12639"/>
                    <a:pt x="58055" y="8972"/>
                    <a:pt x="58055" y="5163"/>
                  </a:cubicBezTo>
                  <a:close/>
                  <a:moveTo>
                    <a:pt x="29703" y="100376"/>
                  </a:moveTo>
                  <a:cubicBezTo>
                    <a:pt x="27022" y="111096"/>
                    <a:pt x="20252" y="119136"/>
                    <a:pt x="12353" y="119136"/>
                  </a:cubicBezTo>
                  <a:cubicBezTo>
                    <a:pt x="11506" y="119136"/>
                    <a:pt x="9391" y="119136"/>
                    <a:pt x="6852" y="117866"/>
                  </a:cubicBezTo>
                  <a:cubicBezTo>
                    <a:pt x="11083" y="116879"/>
                    <a:pt x="13199" y="113212"/>
                    <a:pt x="13199" y="110391"/>
                  </a:cubicBezTo>
                  <a:cubicBezTo>
                    <a:pt x="13199" y="108134"/>
                    <a:pt x="11647" y="105454"/>
                    <a:pt x="7839" y="105454"/>
                  </a:cubicBezTo>
                  <a:cubicBezTo>
                    <a:pt x="4313" y="105454"/>
                    <a:pt x="222" y="108416"/>
                    <a:pt x="222" y="113494"/>
                  </a:cubicBezTo>
                  <a:cubicBezTo>
                    <a:pt x="222" y="119136"/>
                    <a:pt x="5864" y="122239"/>
                    <a:pt x="12635" y="122239"/>
                  </a:cubicBezTo>
                  <a:cubicBezTo>
                    <a:pt x="22509" y="122239"/>
                    <a:pt x="35627" y="114763"/>
                    <a:pt x="39153" y="100799"/>
                  </a:cubicBezTo>
                  <a:lnTo>
                    <a:pt x="52130" y="49172"/>
                  </a:lnTo>
                  <a:cubicBezTo>
                    <a:pt x="52836" y="46351"/>
                    <a:pt x="52836" y="44377"/>
                    <a:pt x="52836" y="43953"/>
                  </a:cubicBezTo>
                  <a:cubicBezTo>
                    <a:pt x="52836" y="35913"/>
                    <a:pt x="46911" y="30976"/>
                    <a:pt x="39858" y="30976"/>
                  </a:cubicBezTo>
                  <a:cubicBezTo>
                    <a:pt x="25471" y="30976"/>
                    <a:pt x="17431" y="51429"/>
                    <a:pt x="17431" y="52699"/>
                  </a:cubicBezTo>
                  <a:cubicBezTo>
                    <a:pt x="17431" y="54109"/>
                    <a:pt x="18841" y="54109"/>
                    <a:pt x="19123" y="54109"/>
                  </a:cubicBezTo>
                  <a:cubicBezTo>
                    <a:pt x="20393" y="54109"/>
                    <a:pt x="20534" y="53968"/>
                    <a:pt x="21662" y="51288"/>
                  </a:cubicBezTo>
                  <a:cubicBezTo>
                    <a:pt x="25189" y="42684"/>
                    <a:pt x="31677" y="34079"/>
                    <a:pt x="39435" y="34079"/>
                  </a:cubicBezTo>
                  <a:cubicBezTo>
                    <a:pt x="41410" y="34079"/>
                    <a:pt x="43949" y="34644"/>
                    <a:pt x="43949" y="40568"/>
                  </a:cubicBezTo>
                  <a:cubicBezTo>
                    <a:pt x="43949" y="43812"/>
                    <a:pt x="43526" y="45364"/>
                    <a:pt x="42962" y="47762"/>
                  </a:cubicBezTo>
                  <a:lnTo>
                    <a:pt x="29703" y="10037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5" name="Freeform: Shape 1254">
              <a:extLst>
                <a:ext uri="{FF2B5EF4-FFF2-40B4-BE49-F238E27FC236}">
                  <a16:creationId xmlns:a16="http://schemas.microsoft.com/office/drawing/2014/main" id="{2BD78A72-3498-3A37-7705-8F0447CDC9FF}"/>
                </a:ext>
              </a:extLst>
            </p:cNvPr>
            <p:cNvSpPr/>
            <p:nvPr>
              <p:custDataLst>
                <p:tags r:id="rId290"/>
              </p:custDataLst>
            </p:nvPr>
          </p:nvSpPr>
          <p:spPr>
            <a:xfrm>
              <a:off x="6024356" y="4654253"/>
              <a:ext cx="32724" cy="141055"/>
            </a:xfrm>
            <a:custGeom>
              <a:avLst/>
              <a:gdLst>
                <a:gd name="connsiteX0" fmla="*/ 32951 w 32724"/>
                <a:gd name="connsiteY0" fmla="*/ 70613 h 141055"/>
                <a:gd name="connsiteX1" fmla="*/ 23642 w 32724"/>
                <a:gd name="connsiteY1" fmla="*/ 26603 h 141055"/>
                <a:gd name="connsiteX2" fmla="*/ 1637 w 32724"/>
                <a:gd name="connsiteY2" fmla="*/ 85 h 141055"/>
                <a:gd name="connsiteX3" fmla="*/ 227 w 32724"/>
                <a:gd name="connsiteY3" fmla="*/ 1496 h 141055"/>
                <a:gd name="connsiteX4" fmla="*/ 2907 w 32724"/>
                <a:gd name="connsiteY4" fmla="*/ 4740 h 141055"/>
                <a:gd name="connsiteX5" fmla="*/ 24770 w 32724"/>
                <a:gd name="connsiteY5" fmla="*/ 70613 h 141055"/>
                <a:gd name="connsiteX6" fmla="*/ 2060 w 32724"/>
                <a:gd name="connsiteY6" fmla="*/ 137332 h 141055"/>
                <a:gd name="connsiteX7" fmla="*/ 227 w 32724"/>
                <a:gd name="connsiteY7" fmla="*/ 139730 h 141055"/>
                <a:gd name="connsiteX8" fmla="*/ 1637 w 32724"/>
                <a:gd name="connsiteY8" fmla="*/ 141141 h 141055"/>
                <a:gd name="connsiteX9" fmla="*/ 24065 w 32724"/>
                <a:gd name="connsiteY9" fmla="*/ 113635 h 141055"/>
                <a:gd name="connsiteX10" fmla="*/ 32951 w 32724"/>
                <a:gd name="connsiteY10" fmla="*/ 70613 h 14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24" h="141055">
                  <a:moveTo>
                    <a:pt x="32951" y="70613"/>
                  </a:moveTo>
                  <a:cubicBezTo>
                    <a:pt x="32951" y="59611"/>
                    <a:pt x="31400" y="42543"/>
                    <a:pt x="23642" y="26603"/>
                  </a:cubicBezTo>
                  <a:cubicBezTo>
                    <a:pt x="15179" y="9254"/>
                    <a:pt x="3048" y="85"/>
                    <a:pt x="1637" y="85"/>
                  </a:cubicBezTo>
                  <a:cubicBezTo>
                    <a:pt x="791" y="85"/>
                    <a:pt x="227" y="649"/>
                    <a:pt x="227" y="1496"/>
                  </a:cubicBezTo>
                  <a:cubicBezTo>
                    <a:pt x="227" y="1919"/>
                    <a:pt x="227" y="2201"/>
                    <a:pt x="2907" y="4740"/>
                  </a:cubicBezTo>
                  <a:cubicBezTo>
                    <a:pt x="16730" y="18704"/>
                    <a:pt x="24770" y="41132"/>
                    <a:pt x="24770" y="70613"/>
                  </a:cubicBezTo>
                  <a:cubicBezTo>
                    <a:pt x="24770" y="94733"/>
                    <a:pt x="19551" y="119559"/>
                    <a:pt x="2060" y="137332"/>
                  </a:cubicBezTo>
                  <a:cubicBezTo>
                    <a:pt x="227" y="139025"/>
                    <a:pt x="227" y="139307"/>
                    <a:pt x="227" y="139730"/>
                  </a:cubicBezTo>
                  <a:cubicBezTo>
                    <a:pt x="227" y="140576"/>
                    <a:pt x="791" y="141141"/>
                    <a:pt x="1637" y="141141"/>
                  </a:cubicBezTo>
                  <a:cubicBezTo>
                    <a:pt x="3048" y="141141"/>
                    <a:pt x="15743" y="131549"/>
                    <a:pt x="24065" y="113635"/>
                  </a:cubicBezTo>
                  <a:cubicBezTo>
                    <a:pt x="31259" y="98119"/>
                    <a:pt x="32951" y="82462"/>
                    <a:pt x="32951" y="7061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6" name="Freeform: Shape 1255">
              <a:extLst>
                <a:ext uri="{FF2B5EF4-FFF2-40B4-BE49-F238E27FC236}">
                  <a16:creationId xmlns:a16="http://schemas.microsoft.com/office/drawing/2014/main" id="{58B9875E-C0E7-4371-407C-FBE6280A533D}"/>
                </a:ext>
              </a:extLst>
            </p:cNvPr>
            <p:cNvSpPr/>
            <p:nvPr>
              <p:custDataLst>
                <p:tags r:id="rId291"/>
              </p:custDataLst>
            </p:nvPr>
          </p:nvSpPr>
          <p:spPr>
            <a:xfrm>
              <a:off x="6093034" y="4458755"/>
              <a:ext cx="69399" cy="338392"/>
            </a:xfrm>
            <a:custGeom>
              <a:avLst/>
              <a:gdLst>
                <a:gd name="connsiteX0" fmla="*/ 69631 w 69399"/>
                <a:gd name="connsiteY0" fmla="*/ 169331 h 338392"/>
                <a:gd name="connsiteX1" fmla="*/ 21108 w 69399"/>
                <a:gd name="connsiteY1" fmla="*/ 15862 h 338392"/>
                <a:gd name="connsiteX2" fmla="*/ 7143 w 69399"/>
                <a:gd name="connsiteY2" fmla="*/ 1757 h 338392"/>
                <a:gd name="connsiteX3" fmla="*/ 3194 w 69399"/>
                <a:gd name="connsiteY3" fmla="*/ 64 h 338392"/>
                <a:gd name="connsiteX4" fmla="*/ 232 w 69399"/>
                <a:gd name="connsiteY4" fmla="*/ 1475 h 338392"/>
                <a:gd name="connsiteX5" fmla="*/ 1078 w 69399"/>
                <a:gd name="connsiteY5" fmla="*/ 2885 h 338392"/>
                <a:gd name="connsiteX6" fmla="*/ 24916 w 69399"/>
                <a:gd name="connsiteY6" fmla="*/ 32648 h 338392"/>
                <a:gd name="connsiteX7" fmla="*/ 57923 w 69399"/>
                <a:gd name="connsiteY7" fmla="*/ 169190 h 338392"/>
                <a:gd name="connsiteX8" fmla="*/ 29571 w 69399"/>
                <a:gd name="connsiteY8" fmla="*/ 298115 h 338392"/>
                <a:gd name="connsiteX9" fmla="*/ 796 w 69399"/>
                <a:gd name="connsiteY9" fmla="*/ 335777 h 338392"/>
                <a:gd name="connsiteX10" fmla="*/ 232 w 69399"/>
                <a:gd name="connsiteY10" fmla="*/ 337046 h 338392"/>
                <a:gd name="connsiteX11" fmla="*/ 3194 w 69399"/>
                <a:gd name="connsiteY11" fmla="*/ 338457 h 338392"/>
                <a:gd name="connsiteX12" fmla="*/ 7567 w 69399"/>
                <a:gd name="connsiteY12" fmla="*/ 336341 h 338392"/>
                <a:gd name="connsiteX13" fmla="*/ 69631 w 69399"/>
                <a:gd name="connsiteY13" fmla="*/ 169331 h 33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99" h="338392">
                  <a:moveTo>
                    <a:pt x="69631" y="169331"/>
                  </a:moveTo>
                  <a:cubicBezTo>
                    <a:pt x="69631" y="113896"/>
                    <a:pt x="56936" y="58038"/>
                    <a:pt x="21108" y="15862"/>
                  </a:cubicBezTo>
                  <a:cubicBezTo>
                    <a:pt x="18287" y="12618"/>
                    <a:pt x="12927" y="6835"/>
                    <a:pt x="7143" y="1757"/>
                  </a:cubicBezTo>
                  <a:cubicBezTo>
                    <a:pt x="5451" y="64"/>
                    <a:pt x="5169" y="64"/>
                    <a:pt x="3194" y="64"/>
                  </a:cubicBezTo>
                  <a:cubicBezTo>
                    <a:pt x="1501" y="64"/>
                    <a:pt x="232" y="64"/>
                    <a:pt x="232" y="1475"/>
                  </a:cubicBezTo>
                  <a:cubicBezTo>
                    <a:pt x="232" y="2039"/>
                    <a:pt x="796" y="2603"/>
                    <a:pt x="1078" y="2885"/>
                  </a:cubicBezTo>
                  <a:cubicBezTo>
                    <a:pt x="6015" y="7963"/>
                    <a:pt x="15466" y="17414"/>
                    <a:pt x="24916" y="32648"/>
                  </a:cubicBezTo>
                  <a:cubicBezTo>
                    <a:pt x="47626" y="69040"/>
                    <a:pt x="57923" y="114883"/>
                    <a:pt x="57923" y="169190"/>
                  </a:cubicBezTo>
                  <a:cubicBezTo>
                    <a:pt x="57923" y="207134"/>
                    <a:pt x="52845" y="256080"/>
                    <a:pt x="29571" y="298115"/>
                  </a:cubicBezTo>
                  <a:cubicBezTo>
                    <a:pt x="18428" y="318145"/>
                    <a:pt x="6720" y="329852"/>
                    <a:pt x="796" y="335777"/>
                  </a:cubicBezTo>
                  <a:cubicBezTo>
                    <a:pt x="514" y="336200"/>
                    <a:pt x="232" y="336623"/>
                    <a:pt x="232" y="337046"/>
                  </a:cubicBezTo>
                  <a:cubicBezTo>
                    <a:pt x="232" y="338457"/>
                    <a:pt x="1501" y="338457"/>
                    <a:pt x="3194" y="338457"/>
                  </a:cubicBezTo>
                  <a:cubicBezTo>
                    <a:pt x="5169" y="338457"/>
                    <a:pt x="5451" y="338457"/>
                    <a:pt x="7567" y="336341"/>
                  </a:cubicBezTo>
                  <a:cubicBezTo>
                    <a:pt x="54820" y="293319"/>
                    <a:pt x="69631" y="228715"/>
                    <a:pt x="69631" y="16933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7" name="Freeform: Shape 1256">
              <a:extLst>
                <a:ext uri="{FF2B5EF4-FFF2-40B4-BE49-F238E27FC236}">
                  <a16:creationId xmlns:a16="http://schemas.microsoft.com/office/drawing/2014/main" id="{99CE6D56-9A5B-319D-5140-B791CA4CFBE9}"/>
                </a:ext>
              </a:extLst>
            </p:cNvPr>
            <p:cNvSpPr/>
            <p:nvPr>
              <p:custDataLst>
                <p:tags r:id="rId292"/>
              </p:custDataLst>
            </p:nvPr>
          </p:nvSpPr>
          <p:spPr>
            <a:xfrm>
              <a:off x="6239010" y="4611520"/>
              <a:ext cx="93801" cy="33007"/>
            </a:xfrm>
            <a:custGeom>
              <a:avLst/>
              <a:gdLst>
                <a:gd name="connsiteX0" fmla="*/ 89248 w 93801"/>
                <a:gd name="connsiteY0" fmla="*/ 5720 h 33007"/>
                <a:gd name="connsiteX1" fmla="*/ 94043 w 93801"/>
                <a:gd name="connsiteY1" fmla="*/ 2899 h 33007"/>
                <a:gd name="connsiteX2" fmla="*/ 89389 w 93801"/>
                <a:gd name="connsiteY2" fmla="*/ 78 h 33007"/>
                <a:gd name="connsiteX3" fmla="*/ 4897 w 93801"/>
                <a:gd name="connsiteY3" fmla="*/ 78 h 33007"/>
                <a:gd name="connsiteX4" fmla="*/ 242 w 93801"/>
                <a:gd name="connsiteY4" fmla="*/ 2899 h 33007"/>
                <a:gd name="connsiteX5" fmla="*/ 5038 w 93801"/>
                <a:gd name="connsiteY5" fmla="*/ 5720 h 33007"/>
                <a:gd name="connsiteX6" fmla="*/ 89248 w 93801"/>
                <a:gd name="connsiteY6" fmla="*/ 5720 h 33007"/>
                <a:gd name="connsiteX7" fmla="*/ 89389 w 93801"/>
                <a:gd name="connsiteY7" fmla="*/ 33085 h 33007"/>
                <a:gd name="connsiteX8" fmla="*/ 94043 w 93801"/>
                <a:gd name="connsiteY8" fmla="*/ 30264 h 33007"/>
                <a:gd name="connsiteX9" fmla="*/ 89248 w 93801"/>
                <a:gd name="connsiteY9" fmla="*/ 27443 h 33007"/>
                <a:gd name="connsiteX10" fmla="*/ 5038 w 93801"/>
                <a:gd name="connsiteY10" fmla="*/ 27443 h 33007"/>
                <a:gd name="connsiteX11" fmla="*/ 242 w 93801"/>
                <a:gd name="connsiteY11" fmla="*/ 30264 h 33007"/>
                <a:gd name="connsiteX12" fmla="*/ 4897 w 93801"/>
                <a:gd name="connsiteY12" fmla="*/ 33085 h 33007"/>
                <a:gd name="connsiteX13" fmla="*/ 89389 w 93801"/>
                <a:gd name="connsiteY13" fmla="*/ 33085 h 3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3801" h="33007">
                  <a:moveTo>
                    <a:pt x="89248" y="5720"/>
                  </a:moveTo>
                  <a:cubicBezTo>
                    <a:pt x="91363" y="5720"/>
                    <a:pt x="94043" y="5720"/>
                    <a:pt x="94043" y="2899"/>
                  </a:cubicBezTo>
                  <a:cubicBezTo>
                    <a:pt x="94043" y="78"/>
                    <a:pt x="91363" y="78"/>
                    <a:pt x="89389" y="78"/>
                  </a:cubicBezTo>
                  <a:lnTo>
                    <a:pt x="4897" y="78"/>
                  </a:lnTo>
                  <a:cubicBezTo>
                    <a:pt x="2922" y="78"/>
                    <a:pt x="242" y="78"/>
                    <a:pt x="242" y="2899"/>
                  </a:cubicBezTo>
                  <a:cubicBezTo>
                    <a:pt x="242" y="5720"/>
                    <a:pt x="2922" y="5720"/>
                    <a:pt x="5038" y="5720"/>
                  </a:cubicBezTo>
                  <a:lnTo>
                    <a:pt x="89248" y="5720"/>
                  </a:lnTo>
                  <a:close/>
                  <a:moveTo>
                    <a:pt x="89389" y="33085"/>
                  </a:moveTo>
                  <a:cubicBezTo>
                    <a:pt x="91363" y="33085"/>
                    <a:pt x="94043" y="33085"/>
                    <a:pt x="94043" y="30264"/>
                  </a:cubicBezTo>
                  <a:cubicBezTo>
                    <a:pt x="94043" y="27443"/>
                    <a:pt x="91363" y="27443"/>
                    <a:pt x="89248" y="27443"/>
                  </a:cubicBezTo>
                  <a:lnTo>
                    <a:pt x="5038" y="27443"/>
                  </a:lnTo>
                  <a:cubicBezTo>
                    <a:pt x="2922" y="27443"/>
                    <a:pt x="242" y="27443"/>
                    <a:pt x="242" y="30264"/>
                  </a:cubicBezTo>
                  <a:cubicBezTo>
                    <a:pt x="242" y="33085"/>
                    <a:pt x="2922" y="33085"/>
                    <a:pt x="4897" y="33085"/>
                  </a:cubicBezTo>
                  <a:lnTo>
                    <a:pt x="89389" y="3308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8" name="Freeform: Shape 1257">
              <a:extLst>
                <a:ext uri="{FF2B5EF4-FFF2-40B4-BE49-F238E27FC236}">
                  <a16:creationId xmlns:a16="http://schemas.microsoft.com/office/drawing/2014/main" id="{51A06605-E313-D397-80D9-45E76EDEF754}"/>
                </a:ext>
              </a:extLst>
            </p:cNvPr>
            <p:cNvSpPr/>
            <p:nvPr>
              <p:custDataLst>
                <p:tags r:id="rId293"/>
              </p:custDataLst>
            </p:nvPr>
          </p:nvSpPr>
          <p:spPr>
            <a:xfrm>
              <a:off x="6384233" y="4600941"/>
              <a:ext cx="76451" cy="92814"/>
            </a:xfrm>
            <a:custGeom>
              <a:avLst/>
              <a:gdLst>
                <a:gd name="connsiteX0" fmla="*/ 28604 w 76451"/>
                <a:gd name="connsiteY0" fmla="*/ 12914 h 92814"/>
                <a:gd name="connsiteX1" fmla="*/ 30720 w 76451"/>
                <a:gd name="connsiteY1" fmla="*/ 3887 h 92814"/>
                <a:gd name="connsiteX2" fmla="*/ 26630 w 76451"/>
                <a:gd name="connsiteY2" fmla="*/ 78 h 92814"/>
                <a:gd name="connsiteX3" fmla="*/ 20987 w 76451"/>
                <a:gd name="connsiteY3" fmla="*/ 5156 h 92814"/>
                <a:gd name="connsiteX4" fmla="*/ 676 w 76451"/>
                <a:gd name="connsiteY4" fmla="*/ 86827 h 92814"/>
                <a:gd name="connsiteX5" fmla="*/ 252 w 76451"/>
                <a:gd name="connsiteY5" fmla="*/ 89084 h 92814"/>
                <a:gd name="connsiteX6" fmla="*/ 4202 w 76451"/>
                <a:gd name="connsiteY6" fmla="*/ 92893 h 92814"/>
                <a:gd name="connsiteX7" fmla="*/ 9139 w 76451"/>
                <a:gd name="connsiteY7" fmla="*/ 89931 h 92814"/>
                <a:gd name="connsiteX8" fmla="*/ 16897 w 76451"/>
                <a:gd name="connsiteY8" fmla="*/ 59604 h 92814"/>
                <a:gd name="connsiteX9" fmla="*/ 30579 w 76451"/>
                <a:gd name="connsiteY9" fmla="*/ 63976 h 92814"/>
                <a:gd name="connsiteX10" fmla="*/ 49340 w 76451"/>
                <a:gd name="connsiteY10" fmla="*/ 53679 h 92814"/>
                <a:gd name="connsiteX11" fmla="*/ 62035 w 76451"/>
                <a:gd name="connsiteY11" fmla="*/ 63976 h 92814"/>
                <a:gd name="connsiteX12" fmla="*/ 72473 w 76451"/>
                <a:gd name="connsiteY12" fmla="*/ 56218 h 92814"/>
                <a:gd name="connsiteX13" fmla="*/ 76704 w 76451"/>
                <a:gd name="connsiteY13" fmla="*/ 42254 h 92814"/>
                <a:gd name="connsiteX14" fmla="*/ 75012 w 76451"/>
                <a:gd name="connsiteY14" fmla="*/ 40843 h 92814"/>
                <a:gd name="connsiteX15" fmla="*/ 73037 w 76451"/>
                <a:gd name="connsiteY15" fmla="*/ 43382 h 92814"/>
                <a:gd name="connsiteX16" fmla="*/ 62317 w 76451"/>
                <a:gd name="connsiteY16" fmla="*/ 60873 h 92814"/>
                <a:gd name="connsiteX17" fmla="*/ 58085 w 76451"/>
                <a:gd name="connsiteY17" fmla="*/ 54385 h 92814"/>
                <a:gd name="connsiteX18" fmla="*/ 60906 w 76451"/>
                <a:gd name="connsiteY18" fmla="*/ 39715 h 92814"/>
                <a:gd name="connsiteX19" fmla="*/ 64856 w 76451"/>
                <a:gd name="connsiteY19" fmla="*/ 24481 h 92814"/>
                <a:gd name="connsiteX20" fmla="*/ 67254 w 76451"/>
                <a:gd name="connsiteY20" fmla="*/ 14889 h 92814"/>
                <a:gd name="connsiteX21" fmla="*/ 69369 w 76451"/>
                <a:gd name="connsiteY21" fmla="*/ 5438 h 92814"/>
                <a:gd name="connsiteX22" fmla="*/ 65279 w 76451"/>
                <a:gd name="connsiteY22" fmla="*/ 1630 h 92814"/>
                <a:gd name="connsiteX23" fmla="*/ 59778 w 76451"/>
                <a:gd name="connsiteY23" fmla="*/ 6567 h 92814"/>
                <a:gd name="connsiteX24" fmla="*/ 53148 w 76451"/>
                <a:gd name="connsiteY24" fmla="*/ 32944 h 92814"/>
                <a:gd name="connsiteX25" fmla="*/ 49481 w 76451"/>
                <a:gd name="connsiteY25" fmla="*/ 47332 h 92814"/>
                <a:gd name="connsiteX26" fmla="*/ 31143 w 76451"/>
                <a:gd name="connsiteY26" fmla="*/ 60873 h 92814"/>
                <a:gd name="connsiteX27" fmla="*/ 20705 w 76451"/>
                <a:gd name="connsiteY27" fmla="*/ 48601 h 92814"/>
                <a:gd name="connsiteX28" fmla="*/ 22680 w 76451"/>
                <a:gd name="connsiteY28" fmla="*/ 36612 h 92814"/>
                <a:gd name="connsiteX29" fmla="*/ 28604 w 76451"/>
                <a:gd name="connsiteY29" fmla="*/ 12914 h 92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451" h="92814">
                  <a:moveTo>
                    <a:pt x="28604" y="12914"/>
                  </a:moveTo>
                  <a:cubicBezTo>
                    <a:pt x="29310" y="9952"/>
                    <a:pt x="30720" y="4592"/>
                    <a:pt x="30720" y="3887"/>
                  </a:cubicBezTo>
                  <a:cubicBezTo>
                    <a:pt x="30720" y="1489"/>
                    <a:pt x="29028" y="78"/>
                    <a:pt x="26630" y="78"/>
                  </a:cubicBezTo>
                  <a:cubicBezTo>
                    <a:pt x="26207" y="78"/>
                    <a:pt x="22257" y="219"/>
                    <a:pt x="20987" y="5156"/>
                  </a:cubicBezTo>
                  <a:lnTo>
                    <a:pt x="676" y="86827"/>
                  </a:lnTo>
                  <a:cubicBezTo>
                    <a:pt x="252" y="88520"/>
                    <a:pt x="252" y="88802"/>
                    <a:pt x="252" y="89084"/>
                  </a:cubicBezTo>
                  <a:cubicBezTo>
                    <a:pt x="252" y="91200"/>
                    <a:pt x="1804" y="92893"/>
                    <a:pt x="4202" y="92893"/>
                  </a:cubicBezTo>
                  <a:cubicBezTo>
                    <a:pt x="7164" y="92893"/>
                    <a:pt x="8857" y="90354"/>
                    <a:pt x="9139" y="89931"/>
                  </a:cubicBezTo>
                  <a:cubicBezTo>
                    <a:pt x="9703" y="88661"/>
                    <a:pt x="11537" y="81326"/>
                    <a:pt x="16897" y="59604"/>
                  </a:cubicBezTo>
                  <a:cubicBezTo>
                    <a:pt x="21411" y="63412"/>
                    <a:pt x="27758" y="63976"/>
                    <a:pt x="30579" y="63976"/>
                  </a:cubicBezTo>
                  <a:cubicBezTo>
                    <a:pt x="40453" y="63976"/>
                    <a:pt x="45954" y="57629"/>
                    <a:pt x="49340" y="53679"/>
                  </a:cubicBezTo>
                  <a:cubicBezTo>
                    <a:pt x="50609" y="60027"/>
                    <a:pt x="55828" y="63976"/>
                    <a:pt x="62035" y="63976"/>
                  </a:cubicBezTo>
                  <a:cubicBezTo>
                    <a:pt x="66971" y="63976"/>
                    <a:pt x="70216" y="60732"/>
                    <a:pt x="72473" y="56218"/>
                  </a:cubicBezTo>
                  <a:cubicBezTo>
                    <a:pt x="74871" y="51140"/>
                    <a:pt x="76704" y="42536"/>
                    <a:pt x="76704" y="42254"/>
                  </a:cubicBezTo>
                  <a:cubicBezTo>
                    <a:pt x="76704" y="40843"/>
                    <a:pt x="75435" y="40843"/>
                    <a:pt x="75012" y="40843"/>
                  </a:cubicBezTo>
                  <a:cubicBezTo>
                    <a:pt x="73601" y="40843"/>
                    <a:pt x="73460" y="41408"/>
                    <a:pt x="73037" y="43382"/>
                  </a:cubicBezTo>
                  <a:cubicBezTo>
                    <a:pt x="70639" y="52551"/>
                    <a:pt x="68100" y="60873"/>
                    <a:pt x="62317" y="60873"/>
                  </a:cubicBezTo>
                  <a:cubicBezTo>
                    <a:pt x="58508" y="60873"/>
                    <a:pt x="58085" y="57206"/>
                    <a:pt x="58085" y="54385"/>
                  </a:cubicBezTo>
                  <a:cubicBezTo>
                    <a:pt x="58085" y="51281"/>
                    <a:pt x="59778" y="44652"/>
                    <a:pt x="60906" y="39715"/>
                  </a:cubicBezTo>
                  <a:lnTo>
                    <a:pt x="64856" y="24481"/>
                  </a:lnTo>
                  <a:cubicBezTo>
                    <a:pt x="65279" y="22365"/>
                    <a:pt x="66689" y="17005"/>
                    <a:pt x="67254" y="14889"/>
                  </a:cubicBezTo>
                  <a:cubicBezTo>
                    <a:pt x="67959" y="11645"/>
                    <a:pt x="69369" y="6285"/>
                    <a:pt x="69369" y="5438"/>
                  </a:cubicBezTo>
                  <a:cubicBezTo>
                    <a:pt x="69369" y="2899"/>
                    <a:pt x="67395" y="1630"/>
                    <a:pt x="65279" y="1630"/>
                  </a:cubicBezTo>
                  <a:cubicBezTo>
                    <a:pt x="64573" y="1630"/>
                    <a:pt x="60906" y="1771"/>
                    <a:pt x="59778" y="6567"/>
                  </a:cubicBezTo>
                  <a:lnTo>
                    <a:pt x="53148" y="32944"/>
                  </a:lnTo>
                  <a:cubicBezTo>
                    <a:pt x="51455" y="39997"/>
                    <a:pt x="49904" y="45921"/>
                    <a:pt x="49481" y="47332"/>
                  </a:cubicBezTo>
                  <a:cubicBezTo>
                    <a:pt x="49340" y="48037"/>
                    <a:pt x="42569" y="60873"/>
                    <a:pt x="31143" y="60873"/>
                  </a:cubicBezTo>
                  <a:cubicBezTo>
                    <a:pt x="24091" y="60873"/>
                    <a:pt x="20705" y="56218"/>
                    <a:pt x="20705" y="48601"/>
                  </a:cubicBezTo>
                  <a:cubicBezTo>
                    <a:pt x="20705" y="44511"/>
                    <a:pt x="21693" y="40561"/>
                    <a:pt x="22680" y="36612"/>
                  </a:cubicBezTo>
                  <a:lnTo>
                    <a:pt x="28604" y="1291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59" name="Freeform: Shape 1258">
              <a:extLst>
                <a:ext uri="{FF2B5EF4-FFF2-40B4-BE49-F238E27FC236}">
                  <a16:creationId xmlns:a16="http://schemas.microsoft.com/office/drawing/2014/main" id="{75AF95AC-4182-604A-1B7E-AE7D905BC19C}"/>
                </a:ext>
              </a:extLst>
            </p:cNvPr>
            <p:cNvSpPr/>
            <p:nvPr>
              <p:custDataLst>
                <p:tags r:id="rId294"/>
              </p:custDataLst>
            </p:nvPr>
          </p:nvSpPr>
          <p:spPr>
            <a:xfrm>
              <a:off x="6464994" y="4618982"/>
              <a:ext cx="43346" cy="85606"/>
            </a:xfrm>
            <a:custGeom>
              <a:avLst/>
              <a:gdLst>
                <a:gd name="connsiteX0" fmla="*/ 43605 w 43346"/>
                <a:gd name="connsiteY0" fmla="*/ 3832 h 85606"/>
                <a:gd name="connsiteX1" fmla="*/ 39655 w 43346"/>
                <a:gd name="connsiteY1" fmla="*/ 80 h 85606"/>
                <a:gd name="connsiteX2" fmla="*/ 34126 w 43346"/>
                <a:gd name="connsiteY2" fmla="*/ 5510 h 85606"/>
                <a:gd name="connsiteX3" fmla="*/ 38075 w 43346"/>
                <a:gd name="connsiteY3" fmla="*/ 9262 h 85606"/>
                <a:gd name="connsiteX4" fmla="*/ 43605 w 43346"/>
                <a:gd name="connsiteY4" fmla="*/ 3832 h 85606"/>
                <a:gd name="connsiteX5" fmla="*/ 22672 w 43346"/>
                <a:gd name="connsiteY5" fmla="*/ 70382 h 85606"/>
                <a:gd name="connsiteX6" fmla="*/ 9935 w 43346"/>
                <a:gd name="connsiteY6" fmla="*/ 82922 h 85606"/>
                <a:gd name="connsiteX7" fmla="*/ 6380 w 43346"/>
                <a:gd name="connsiteY7" fmla="*/ 82329 h 85606"/>
                <a:gd name="connsiteX8" fmla="*/ 9737 w 43346"/>
                <a:gd name="connsiteY8" fmla="*/ 77294 h 85606"/>
                <a:gd name="connsiteX9" fmla="*/ 5886 w 43346"/>
                <a:gd name="connsiteY9" fmla="*/ 73640 h 85606"/>
                <a:gd name="connsiteX10" fmla="*/ 258 w 43346"/>
                <a:gd name="connsiteY10" fmla="*/ 79466 h 85606"/>
                <a:gd name="connsiteX11" fmla="*/ 10033 w 43346"/>
                <a:gd name="connsiteY11" fmla="*/ 85686 h 85606"/>
                <a:gd name="connsiteX12" fmla="*/ 30571 w 43346"/>
                <a:gd name="connsiteY12" fmla="*/ 70086 h 85606"/>
                <a:gd name="connsiteX13" fmla="*/ 39458 w 43346"/>
                <a:gd name="connsiteY13" fmla="*/ 34737 h 85606"/>
                <a:gd name="connsiteX14" fmla="*/ 39951 w 43346"/>
                <a:gd name="connsiteY14" fmla="*/ 31281 h 85606"/>
                <a:gd name="connsiteX15" fmla="*/ 29386 w 43346"/>
                <a:gd name="connsiteY15" fmla="*/ 22000 h 85606"/>
                <a:gd name="connsiteX16" fmla="*/ 12107 w 43346"/>
                <a:gd name="connsiteY16" fmla="*/ 37107 h 85606"/>
                <a:gd name="connsiteX17" fmla="*/ 13786 w 43346"/>
                <a:gd name="connsiteY17" fmla="*/ 38390 h 85606"/>
                <a:gd name="connsiteX18" fmla="*/ 15760 w 43346"/>
                <a:gd name="connsiteY18" fmla="*/ 36613 h 85606"/>
                <a:gd name="connsiteX19" fmla="*/ 29090 w 43346"/>
                <a:gd name="connsiteY19" fmla="*/ 24764 h 85606"/>
                <a:gd name="connsiteX20" fmla="*/ 32447 w 43346"/>
                <a:gd name="connsiteY20" fmla="*/ 29603 h 85606"/>
                <a:gd name="connsiteX21" fmla="*/ 32151 w 43346"/>
                <a:gd name="connsiteY21" fmla="*/ 32565 h 85606"/>
                <a:gd name="connsiteX22" fmla="*/ 22672 w 43346"/>
                <a:gd name="connsiteY22" fmla="*/ 70382 h 85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346" h="85606">
                  <a:moveTo>
                    <a:pt x="43605" y="3832"/>
                  </a:moveTo>
                  <a:cubicBezTo>
                    <a:pt x="43605" y="2153"/>
                    <a:pt x="42321" y="80"/>
                    <a:pt x="39655" y="80"/>
                  </a:cubicBezTo>
                  <a:cubicBezTo>
                    <a:pt x="36792" y="80"/>
                    <a:pt x="34126" y="2844"/>
                    <a:pt x="34126" y="5510"/>
                  </a:cubicBezTo>
                  <a:cubicBezTo>
                    <a:pt x="34126" y="7090"/>
                    <a:pt x="35311" y="9262"/>
                    <a:pt x="38075" y="9262"/>
                  </a:cubicBezTo>
                  <a:cubicBezTo>
                    <a:pt x="40741" y="9262"/>
                    <a:pt x="43605" y="6695"/>
                    <a:pt x="43605" y="3832"/>
                  </a:cubicBezTo>
                  <a:close/>
                  <a:moveTo>
                    <a:pt x="22672" y="70382"/>
                  </a:moveTo>
                  <a:cubicBezTo>
                    <a:pt x="20993" y="77195"/>
                    <a:pt x="15760" y="82922"/>
                    <a:pt x="9935" y="82922"/>
                  </a:cubicBezTo>
                  <a:cubicBezTo>
                    <a:pt x="8651" y="82922"/>
                    <a:pt x="7466" y="82724"/>
                    <a:pt x="6380" y="82329"/>
                  </a:cubicBezTo>
                  <a:cubicBezTo>
                    <a:pt x="8947" y="81144"/>
                    <a:pt x="9737" y="78775"/>
                    <a:pt x="9737" y="77294"/>
                  </a:cubicBezTo>
                  <a:cubicBezTo>
                    <a:pt x="9737" y="74924"/>
                    <a:pt x="7861" y="73640"/>
                    <a:pt x="5886" y="73640"/>
                  </a:cubicBezTo>
                  <a:cubicBezTo>
                    <a:pt x="2826" y="73640"/>
                    <a:pt x="258" y="76306"/>
                    <a:pt x="258" y="79466"/>
                  </a:cubicBezTo>
                  <a:cubicBezTo>
                    <a:pt x="258" y="83218"/>
                    <a:pt x="4109" y="85686"/>
                    <a:pt x="10033" y="85686"/>
                  </a:cubicBezTo>
                  <a:cubicBezTo>
                    <a:pt x="15958" y="85686"/>
                    <a:pt x="27510" y="82132"/>
                    <a:pt x="30571" y="70086"/>
                  </a:cubicBezTo>
                  <a:lnTo>
                    <a:pt x="39458" y="34737"/>
                  </a:lnTo>
                  <a:cubicBezTo>
                    <a:pt x="39754" y="33651"/>
                    <a:pt x="39951" y="32762"/>
                    <a:pt x="39951" y="31281"/>
                  </a:cubicBezTo>
                  <a:cubicBezTo>
                    <a:pt x="39951" y="25851"/>
                    <a:pt x="35311" y="22000"/>
                    <a:pt x="29386" y="22000"/>
                  </a:cubicBezTo>
                  <a:cubicBezTo>
                    <a:pt x="18426" y="22000"/>
                    <a:pt x="12107" y="35724"/>
                    <a:pt x="12107" y="37107"/>
                  </a:cubicBezTo>
                  <a:cubicBezTo>
                    <a:pt x="12107" y="38390"/>
                    <a:pt x="13489" y="38390"/>
                    <a:pt x="13786" y="38390"/>
                  </a:cubicBezTo>
                  <a:cubicBezTo>
                    <a:pt x="14970" y="38390"/>
                    <a:pt x="15069" y="38094"/>
                    <a:pt x="15760" y="36613"/>
                  </a:cubicBezTo>
                  <a:cubicBezTo>
                    <a:pt x="18229" y="30886"/>
                    <a:pt x="23363" y="24764"/>
                    <a:pt x="29090" y="24764"/>
                  </a:cubicBezTo>
                  <a:cubicBezTo>
                    <a:pt x="31559" y="24764"/>
                    <a:pt x="32447" y="26443"/>
                    <a:pt x="32447" y="29603"/>
                  </a:cubicBezTo>
                  <a:cubicBezTo>
                    <a:pt x="32447" y="30689"/>
                    <a:pt x="32250" y="32071"/>
                    <a:pt x="32151" y="32565"/>
                  </a:cubicBezTo>
                  <a:lnTo>
                    <a:pt x="22672" y="7038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60" name="Freeform: Shape 1259">
              <a:extLst>
                <a:ext uri="{FF2B5EF4-FFF2-40B4-BE49-F238E27FC236}">
                  <a16:creationId xmlns:a16="http://schemas.microsoft.com/office/drawing/2014/main" id="{66476496-8BA6-E6E7-57F2-56C7DF9AF195}"/>
                </a:ext>
              </a:extLst>
            </p:cNvPr>
            <p:cNvSpPr/>
            <p:nvPr>
              <p:custDataLst>
                <p:tags r:id="rId295"/>
              </p:custDataLst>
            </p:nvPr>
          </p:nvSpPr>
          <p:spPr>
            <a:xfrm>
              <a:off x="6567481" y="4625203"/>
              <a:ext cx="86184" cy="5642"/>
            </a:xfrm>
            <a:custGeom>
              <a:avLst/>
              <a:gdLst>
                <a:gd name="connsiteX0" fmla="*/ 81513 w 86184"/>
                <a:gd name="connsiteY0" fmla="*/ 5720 h 5642"/>
                <a:gd name="connsiteX1" fmla="*/ 86449 w 86184"/>
                <a:gd name="connsiteY1" fmla="*/ 2899 h 5642"/>
                <a:gd name="connsiteX2" fmla="*/ 81513 w 86184"/>
                <a:gd name="connsiteY2" fmla="*/ 78 h 5642"/>
                <a:gd name="connsiteX3" fmla="*/ 5202 w 86184"/>
                <a:gd name="connsiteY3" fmla="*/ 78 h 5642"/>
                <a:gd name="connsiteX4" fmla="*/ 265 w 86184"/>
                <a:gd name="connsiteY4" fmla="*/ 2899 h 5642"/>
                <a:gd name="connsiteX5" fmla="*/ 5202 w 86184"/>
                <a:gd name="connsiteY5" fmla="*/ 5720 h 5642"/>
                <a:gd name="connsiteX6" fmla="*/ 81513 w 86184"/>
                <a:gd name="connsiteY6" fmla="*/ 5720 h 5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184" h="5642">
                  <a:moveTo>
                    <a:pt x="81513" y="5720"/>
                  </a:moveTo>
                  <a:cubicBezTo>
                    <a:pt x="83910" y="5720"/>
                    <a:pt x="86449" y="5720"/>
                    <a:pt x="86449" y="2899"/>
                  </a:cubicBezTo>
                  <a:cubicBezTo>
                    <a:pt x="86449" y="78"/>
                    <a:pt x="83910" y="78"/>
                    <a:pt x="81513" y="78"/>
                  </a:cubicBezTo>
                  <a:lnTo>
                    <a:pt x="5202" y="78"/>
                  </a:lnTo>
                  <a:cubicBezTo>
                    <a:pt x="2804" y="78"/>
                    <a:pt x="265" y="78"/>
                    <a:pt x="265" y="2899"/>
                  </a:cubicBezTo>
                  <a:cubicBezTo>
                    <a:pt x="265" y="5720"/>
                    <a:pt x="2804" y="5720"/>
                    <a:pt x="5202" y="5720"/>
                  </a:cubicBezTo>
                  <a:lnTo>
                    <a:pt x="81513" y="572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61" name="Freeform: Shape 1260">
              <a:extLst>
                <a:ext uri="{FF2B5EF4-FFF2-40B4-BE49-F238E27FC236}">
                  <a16:creationId xmlns:a16="http://schemas.microsoft.com/office/drawing/2014/main" id="{D6C5FF29-CAA1-3095-E0EE-F404F517E499}"/>
                </a:ext>
              </a:extLst>
            </p:cNvPr>
            <p:cNvSpPr/>
            <p:nvPr>
              <p:custDataLst>
                <p:tags r:id="rId296"/>
              </p:custDataLst>
            </p:nvPr>
          </p:nvSpPr>
          <p:spPr>
            <a:xfrm>
              <a:off x="6699085" y="4564267"/>
              <a:ext cx="90134" cy="126385"/>
            </a:xfrm>
            <a:custGeom>
              <a:avLst/>
              <a:gdLst>
                <a:gd name="connsiteX0" fmla="*/ 839 w 90134"/>
                <a:gd name="connsiteY0" fmla="*/ 122232 h 126385"/>
                <a:gd name="connsiteX1" fmla="*/ 275 w 90134"/>
                <a:gd name="connsiteY1" fmla="*/ 124489 h 126385"/>
                <a:gd name="connsiteX2" fmla="*/ 3660 w 90134"/>
                <a:gd name="connsiteY2" fmla="*/ 126464 h 126385"/>
                <a:gd name="connsiteX3" fmla="*/ 7328 w 90134"/>
                <a:gd name="connsiteY3" fmla="*/ 123220 h 126385"/>
                <a:gd name="connsiteX4" fmla="*/ 16355 w 90134"/>
                <a:gd name="connsiteY4" fmla="*/ 86827 h 126385"/>
                <a:gd name="connsiteX5" fmla="*/ 44425 w 90134"/>
                <a:gd name="connsiteY5" fmla="*/ 100792 h 126385"/>
                <a:gd name="connsiteX6" fmla="*/ 88575 w 90134"/>
                <a:gd name="connsiteY6" fmla="*/ 60732 h 126385"/>
                <a:gd name="connsiteX7" fmla="*/ 79548 w 90134"/>
                <a:gd name="connsiteY7" fmla="*/ 41972 h 126385"/>
                <a:gd name="connsiteX8" fmla="*/ 90409 w 90134"/>
                <a:gd name="connsiteY8" fmla="*/ 18839 h 126385"/>
                <a:gd name="connsiteX9" fmla="*/ 68404 w 90134"/>
                <a:gd name="connsiteY9" fmla="*/ 78 h 126385"/>
                <a:gd name="connsiteX10" fmla="*/ 22279 w 90134"/>
                <a:gd name="connsiteY10" fmla="*/ 36188 h 126385"/>
                <a:gd name="connsiteX11" fmla="*/ 839 w 90134"/>
                <a:gd name="connsiteY11" fmla="*/ 122232 h 126385"/>
                <a:gd name="connsiteX12" fmla="*/ 64737 w 90134"/>
                <a:gd name="connsiteY12" fmla="*/ 42536 h 126385"/>
                <a:gd name="connsiteX13" fmla="*/ 55850 w 90134"/>
                <a:gd name="connsiteY13" fmla="*/ 44934 h 126385"/>
                <a:gd name="connsiteX14" fmla="*/ 49080 w 90134"/>
                <a:gd name="connsiteY14" fmla="*/ 43805 h 126385"/>
                <a:gd name="connsiteX15" fmla="*/ 57825 w 90134"/>
                <a:gd name="connsiteY15" fmla="*/ 41549 h 126385"/>
                <a:gd name="connsiteX16" fmla="*/ 64737 w 90134"/>
                <a:gd name="connsiteY16" fmla="*/ 42536 h 126385"/>
                <a:gd name="connsiteX17" fmla="*/ 69533 w 90134"/>
                <a:gd name="connsiteY17" fmla="*/ 37599 h 126385"/>
                <a:gd name="connsiteX18" fmla="*/ 58248 w 90134"/>
                <a:gd name="connsiteY18" fmla="*/ 36471 h 126385"/>
                <a:gd name="connsiteX19" fmla="*/ 42309 w 90134"/>
                <a:gd name="connsiteY19" fmla="*/ 44088 h 126385"/>
                <a:gd name="connsiteX20" fmla="*/ 55709 w 90134"/>
                <a:gd name="connsiteY20" fmla="*/ 50012 h 126385"/>
                <a:gd name="connsiteX21" fmla="*/ 70802 w 90134"/>
                <a:gd name="connsiteY21" fmla="*/ 47332 h 126385"/>
                <a:gd name="connsiteX22" fmla="*/ 72354 w 90134"/>
                <a:gd name="connsiteY22" fmla="*/ 54667 h 126385"/>
                <a:gd name="connsiteX23" fmla="*/ 64314 w 90134"/>
                <a:gd name="connsiteY23" fmla="*/ 84147 h 126385"/>
                <a:gd name="connsiteX24" fmla="*/ 44143 w 90134"/>
                <a:gd name="connsiteY24" fmla="*/ 95714 h 126385"/>
                <a:gd name="connsiteX25" fmla="*/ 20022 w 90134"/>
                <a:gd name="connsiteY25" fmla="*/ 75120 h 126385"/>
                <a:gd name="connsiteX26" fmla="*/ 21010 w 90134"/>
                <a:gd name="connsiteY26" fmla="*/ 67926 h 126385"/>
                <a:gd name="connsiteX27" fmla="*/ 29332 w 90134"/>
                <a:gd name="connsiteY27" fmla="*/ 34919 h 126385"/>
                <a:gd name="connsiteX28" fmla="*/ 67699 w 90134"/>
                <a:gd name="connsiteY28" fmla="*/ 5156 h 126385"/>
                <a:gd name="connsiteX29" fmla="*/ 76021 w 90134"/>
                <a:gd name="connsiteY29" fmla="*/ 13196 h 126385"/>
                <a:gd name="connsiteX30" fmla="*/ 69533 w 90134"/>
                <a:gd name="connsiteY30" fmla="*/ 37599 h 126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0134" h="126385">
                  <a:moveTo>
                    <a:pt x="839" y="122232"/>
                  </a:moveTo>
                  <a:cubicBezTo>
                    <a:pt x="698" y="122514"/>
                    <a:pt x="275" y="124348"/>
                    <a:pt x="275" y="124489"/>
                  </a:cubicBezTo>
                  <a:cubicBezTo>
                    <a:pt x="275" y="126464"/>
                    <a:pt x="2391" y="126464"/>
                    <a:pt x="3660" y="126464"/>
                  </a:cubicBezTo>
                  <a:cubicBezTo>
                    <a:pt x="6481" y="126464"/>
                    <a:pt x="6481" y="126182"/>
                    <a:pt x="7328" y="123220"/>
                  </a:cubicBezTo>
                  <a:cubicBezTo>
                    <a:pt x="7751" y="120963"/>
                    <a:pt x="16214" y="87110"/>
                    <a:pt x="16355" y="86827"/>
                  </a:cubicBezTo>
                  <a:cubicBezTo>
                    <a:pt x="22279" y="96701"/>
                    <a:pt x="33141" y="100792"/>
                    <a:pt x="44425" y="100792"/>
                  </a:cubicBezTo>
                  <a:cubicBezTo>
                    <a:pt x="72777" y="100792"/>
                    <a:pt x="88575" y="79210"/>
                    <a:pt x="88575" y="60732"/>
                  </a:cubicBezTo>
                  <a:cubicBezTo>
                    <a:pt x="88575" y="50858"/>
                    <a:pt x="84203" y="45498"/>
                    <a:pt x="79548" y="41972"/>
                  </a:cubicBezTo>
                  <a:cubicBezTo>
                    <a:pt x="84626" y="37740"/>
                    <a:pt x="90409" y="28571"/>
                    <a:pt x="90409" y="18839"/>
                  </a:cubicBezTo>
                  <a:cubicBezTo>
                    <a:pt x="90409" y="6849"/>
                    <a:pt x="81664" y="78"/>
                    <a:pt x="68404" y="78"/>
                  </a:cubicBezTo>
                  <a:cubicBezTo>
                    <a:pt x="48233" y="78"/>
                    <a:pt x="27357" y="15735"/>
                    <a:pt x="22279" y="36188"/>
                  </a:cubicBezTo>
                  <a:lnTo>
                    <a:pt x="839" y="122232"/>
                  </a:lnTo>
                  <a:close/>
                  <a:moveTo>
                    <a:pt x="64737" y="42536"/>
                  </a:moveTo>
                  <a:cubicBezTo>
                    <a:pt x="61352" y="44934"/>
                    <a:pt x="57825" y="44934"/>
                    <a:pt x="55850" y="44934"/>
                  </a:cubicBezTo>
                  <a:cubicBezTo>
                    <a:pt x="55286" y="44934"/>
                    <a:pt x="49080" y="44934"/>
                    <a:pt x="49080" y="43805"/>
                  </a:cubicBezTo>
                  <a:cubicBezTo>
                    <a:pt x="49080" y="41549"/>
                    <a:pt x="55992" y="41549"/>
                    <a:pt x="57825" y="41549"/>
                  </a:cubicBezTo>
                  <a:cubicBezTo>
                    <a:pt x="60364" y="41549"/>
                    <a:pt x="62057" y="41549"/>
                    <a:pt x="64737" y="42536"/>
                  </a:cubicBezTo>
                  <a:close/>
                  <a:moveTo>
                    <a:pt x="69533" y="37599"/>
                  </a:moveTo>
                  <a:cubicBezTo>
                    <a:pt x="64878" y="36471"/>
                    <a:pt x="60928" y="36471"/>
                    <a:pt x="58248" y="36471"/>
                  </a:cubicBezTo>
                  <a:cubicBezTo>
                    <a:pt x="53735" y="36471"/>
                    <a:pt x="42309" y="36471"/>
                    <a:pt x="42309" y="44088"/>
                  </a:cubicBezTo>
                  <a:cubicBezTo>
                    <a:pt x="42309" y="50012"/>
                    <a:pt x="50772" y="50012"/>
                    <a:pt x="55709" y="50012"/>
                  </a:cubicBezTo>
                  <a:cubicBezTo>
                    <a:pt x="58107" y="50012"/>
                    <a:pt x="64455" y="50012"/>
                    <a:pt x="70802" y="47332"/>
                  </a:cubicBezTo>
                  <a:cubicBezTo>
                    <a:pt x="71931" y="49448"/>
                    <a:pt x="72354" y="52269"/>
                    <a:pt x="72354" y="54667"/>
                  </a:cubicBezTo>
                  <a:cubicBezTo>
                    <a:pt x="72354" y="59745"/>
                    <a:pt x="68686" y="76812"/>
                    <a:pt x="64314" y="84147"/>
                  </a:cubicBezTo>
                  <a:cubicBezTo>
                    <a:pt x="59941" y="91059"/>
                    <a:pt x="53029" y="95714"/>
                    <a:pt x="44143" y="95714"/>
                  </a:cubicBezTo>
                  <a:cubicBezTo>
                    <a:pt x="31025" y="95714"/>
                    <a:pt x="20022" y="87815"/>
                    <a:pt x="20022" y="75120"/>
                  </a:cubicBezTo>
                  <a:cubicBezTo>
                    <a:pt x="20022" y="72299"/>
                    <a:pt x="20728" y="69337"/>
                    <a:pt x="21010" y="67926"/>
                  </a:cubicBezTo>
                  <a:cubicBezTo>
                    <a:pt x="23126" y="59604"/>
                    <a:pt x="27639" y="41125"/>
                    <a:pt x="29332" y="34919"/>
                  </a:cubicBezTo>
                  <a:cubicBezTo>
                    <a:pt x="33846" y="19544"/>
                    <a:pt x="50914" y="5156"/>
                    <a:pt x="67699" y="5156"/>
                  </a:cubicBezTo>
                  <a:cubicBezTo>
                    <a:pt x="72918" y="5156"/>
                    <a:pt x="76021" y="7695"/>
                    <a:pt x="76021" y="13196"/>
                  </a:cubicBezTo>
                  <a:cubicBezTo>
                    <a:pt x="76021" y="17569"/>
                    <a:pt x="72636" y="32098"/>
                    <a:pt x="69533" y="3759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62" name="Freeform: Shape 1261">
              <a:extLst>
                <a:ext uri="{FF2B5EF4-FFF2-40B4-BE49-F238E27FC236}">
                  <a16:creationId xmlns:a16="http://schemas.microsoft.com/office/drawing/2014/main" id="{4A105D43-E818-6EA9-DB35-38BFEF9633A7}"/>
                </a:ext>
              </a:extLst>
            </p:cNvPr>
            <p:cNvSpPr/>
            <p:nvPr>
              <p:custDataLst>
                <p:tags r:id="rId297"/>
              </p:custDataLst>
            </p:nvPr>
          </p:nvSpPr>
          <p:spPr>
            <a:xfrm>
              <a:off x="6802288" y="4531679"/>
              <a:ext cx="72967" cy="68524"/>
            </a:xfrm>
            <a:custGeom>
              <a:avLst/>
              <a:gdLst>
                <a:gd name="connsiteX0" fmla="*/ 39185 w 72967"/>
                <a:gd name="connsiteY0" fmla="*/ 4912 h 68524"/>
                <a:gd name="connsiteX1" fmla="*/ 69300 w 72967"/>
                <a:gd name="connsiteY1" fmla="*/ 4912 h 68524"/>
                <a:gd name="connsiteX2" fmla="*/ 73249 w 72967"/>
                <a:gd name="connsiteY2" fmla="*/ 2542 h 68524"/>
                <a:gd name="connsiteX3" fmla="*/ 69300 w 72967"/>
                <a:gd name="connsiteY3" fmla="*/ 74 h 68524"/>
                <a:gd name="connsiteX4" fmla="*/ 4231 w 72967"/>
                <a:gd name="connsiteY4" fmla="*/ 74 h 68524"/>
                <a:gd name="connsiteX5" fmla="*/ 282 w 72967"/>
                <a:gd name="connsiteY5" fmla="*/ 2443 h 68524"/>
                <a:gd name="connsiteX6" fmla="*/ 4231 w 72967"/>
                <a:gd name="connsiteY6" fmla="*/ 4912 h 68524"/>
                <a:gd name="connsiteX7" fmla="*/ 34346 w 72967"/>
                <a:gd name="connsiteY7" fmla="*/ 4912 h 68524"/>
                <a:gd name="connsiteX8" fmla="*/ 34346 w 72967"/>
                <a:gd name="connsiteY8" fmla="*/ 64748 h 68524"/>
                <a:gd name="connsiteX9" fmla="*/ 36815 w 72967"/>
                <a:gd name="connsiteY9" fmla="*/ 68599 h 68524"/>
                <a:gd name="connsiteX10" fmla="*/ 39185 w 72967"/>
                <a:gd name="connsiteY10" fmla="*/ 64748 h 68524"/>
                <a:gd name="connsiteX11" fmla="*/ 39185 w 72967"/>
                <a:gd name="connsiteY11" fmla="*/ 4912 h 6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967" h="68524">
                  <a:moveTo>
                    <a:pt x="39185" y="4912"/>
                  </a:moveTo>
                  <a:lnTo>
                    <a:pt x="69300" y="4912"/>
                  </a:lnTo>
                  <a:cubicBezTo>
                    <a:pt x="70880" y="4912"/>
                    <a:pt x="73249" y="4912"/>
                    <a:pt x="73249" y="2542"/>
                  </a:cubicBezTo>
                  <a:cubicBezTo>
                    <a:pt x="73249" y="74"/>
                    <a:pt x="70978" y="74"/>
                    <a:pt x="69300" y="74"/>
                  </a:cubicBezTo>
                  <a:lnTo>
                    <a:pt x="4231" y="74"/>
                  </a:lnTo>
                  <a:cubicBezTo>
                    <a:pt x="2750" y="74"/>
                    <a:pt x="282" y="74"/>
                    <a:pt x="282" y="2443"/>
                  </a:cubicBezTo>
                  <a:cubicBezTo>
                    <a:pt x="282" y="4912"/>
                    <a:pt x="2553" y="4912"/>
                    <a:pt x="4231" y="4912"/>
                  </a:cubicBezTo>
                  <a:lnTo>
                    <a:pt x="34346" y="4912"/>
                  </a:lnTo>
                  <a:lnTo>
                    <a:pt x="34346" y="64748"/>
                  </a:lnTo>
                  <a:cubicBezTo>
                    <a:pt x="34346" y="66328"/>
                    <a:pt x="34346" y="68599"/>
                    <a:pt x="36815" y="68599"/>
                  </a:cubicBezTo>
                  <a:cubicBezTo>
                    <a:pt x="39185" y="68599"/>
                    <a:pt x="39185" y="66229"/>
                    <a:pt x="39185" y="64748"/>
                  </a:cubicBezTo>
                  <a:lnTo>
                    <a:pt x="39185" y="49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63" name="Freeform: Shape 1262">
              <a:extLst>
                <a:ext uri="{FF2B5EF4-FFF2-40B4-BE49-F238E27FC236}">
                  <a16:creationId xmlns:a16="http://schemas.microsoft.com/office/drawing/2014/main" id="{0D7429BF-EA67-9255-36EF-82D28EA54BBF}"/>
                </a:ext>
              </a:extLst>
            </p:cNvPr>
            <p:cNvSpPr/>
            <p:nvPr>
              <p:custDataLst>
                <p:tags r:id="rId298"/>
              </p:custDataLst>
            </p:nvPr>
          </p:nvSpPr>
          <p:spPr>
            <a:xfrm>
              <a:off x="6893000" y="4600659"/>
              <a:ext cx="79413" cy="62628"/>
            </a:xfrm>
            <a:custGeom>
              <a:avLst/>
              <a:gdLst>
                <a:gd name="connsiteX0" fmla="*/ 45990 w 79413"/>
                <a:gd name="connsiteY0" fmla="*/ 28007 h 62628"/>
                <a:gd name="connsiteX1" fmla="*/ 62494 w 79413"/>
                <a:gd name="connsiteY1" fmla="*/ 9670 h 62628"/>
                <a:gd name="connsiteX2" fmla="*/ 76881 w 79413"/>
                <a:gd name="connsiteY2" fmla="*/ 6708 h 62628"/>
                <a:gd name="connsiteX3" fmla="*/ 76881 w 79413"/>
                <a:gd name="connsiteY3" fmla="*/ 78 h 62628"/>
                <a:gd name="connsiteX4" fmla="*/ 63904 w 79413"/>
                <a:gd name="connsiteY4" fmla="*/ 501 h 62628"/>
                <a:gd name="connsiteX5" fmla="*/ 49376 w 79413"/>
                <a:gd name="connsiteY5" fmla="*/ 78 h 62628"/>
                <a:gd name="connsiteX6" fmla="*/ 49376 w 79413"/>
                <a:gd name="connsiteY6" fmla="*/ 6708 h 62628"/>
                <a:gd name="connsiteX7" fmla="*/ 54736 w 79413"/>
                <a:gd name="connsiteY7" fmla="*/ 7977 h 62628"/>
                <a:gd name="connsiteX8" fmla="*/ 53607 w 79413"/>
                <a:gd name="connsiteY8" fmla="*/ 9670 h 62628"/>
                <a:gd name="connsiteX9" fmla="*/ 41759 w 79413"/>
                <a:gd name="connsiteY9" fmla="*/ 22929 h 62628"/>
                <a:gd name="connsiteX10" fmla="*/ 27935 w 79413"/>
                <a:gd name="connsiteY10" fmla="*/ 6708 h 62628"/>
                <a:gd name="connsiteX11" fmla="*/ 33577 w 79413"/>
                <a:gd name="connsiteY11" fmla="*/ 6708 h 62628"/>
                <a:gd name="connsiteX12" fmla="*/ 33577 w 79413"/>
                <a:gd name="connsiteY12" fmla="*/ 78 h 62628"/>
                <a:gd name="connsiteX13" fmla="*/ 16510 w 79413"/>
                <a:gd name="connsiteY13" fmla="*/ 501 h 62628"/>
                <a:gd name="connsiteX14" fmla="*/ 994 w 79413"/>
                <a:gd name="connsiteY14" fmla="*/ 78 h 62628"/>
                <a:gd name="connsiteX15" fmla="*/ 994 w 79413"/>
                <a:gd name="connsiteY15" fmla="*/ 6708 h 62628"/>
                <a:gd name="connsiteX16" fmla="*/ 11009 w 79413"/>
                <a:gd name="connsiteY16" fmla="*/ 6708 h 62628"/>
                <a:gd name="connsiteX17" fmla="*/ 33013 w 79413"/>
                <a:gd name="connsiteY17" fmla="*/ 32662 h 62628"/>
                <a:gd name="connsiteX18" fmla="*/ 14535 w 79413"/>
                <a:gd name="connsiteY18" fmla="*/ 53397 h 62628"/>
                <a:gd name="connsiteX19" fmla="*/ 288 w 79413"/>
                <a:gd name="connsiteY19" fmla="*/ 56077 h 62628"/>
                <a:gd name="connsiteX20" fmla="*/ 288 w 79413"/>
                <a:gd name="connsiteY20" fmla="*/ 62707 h 62628"/>
                <a:gd name="connsiteX21" fmla="*/ 13265 w 79413"/>
                <a:gd name="connsiteY21" fmla="*/ 62284 h 62628"/>
                <a:gd name="connsiteX22" fmla="*/ 27794 w 79413"/>
                <a:gd name="connsiteY22" fmla="*/ 62707 h 62628"/>
                <a:gd name="connsiteX23" fmla="*/ 27794 w 79413"/>
                <a:gd name="connsiteY23" fmla="*/ 56077 h 62628"/>
                <a:gd name="connsiteX24" fmla="*/ 22575 w 79413"/>
                <a:gd name="connsiteY24" fmla="*/ 54526 h 62628"/>
                <a:gd name="connsiteX25" fmla="*/ 23562 w 79413"/>
                <a:gd name="connsiteY25" fmla="*/ 53115 h 62628"/>
                <a:gd name="connsiteX26" fmla="*/ 37245 w 79413"/>
                <a:gd name="connsiteY26" fmla="*/ 37740 h 62628"/>
                <a:gd name="connsiteX27" fmla="*/ 52761 w 79413"/>
                <a:gd name="connsiteY27" fmla="*/ 56077 h 62628"/>
                <a:gd name="connsiteX28" fmla="*/ 47260 w 79413"/>
                <a:gd name="connsiteY28" fmla="*/ 56077 h 62628"/>
                <a:gd name="connsiteX29" fmla="*/ 47260 w 79413"/>
                <a:gd name="connsiteY29" fmla="*/ 62707 h 62628"/>
                <a:gd name="connsiteX30" fmla="*/ 64186 w 79413"/>
                <a:gd name="connsiteY30" fmla="*/ 62284 h 62628"/>
                <a:gd name="connsiteX31" fmla="*/ 79702 w 79413"/>
                <a:gd name="connsiteY31" fmla="*/ 62707 h 62628"/>
                <a:gd name="connsiteX32" fmla="*/ 79702 w 79413"/>
                <a:gd name="connsiteY32" fmla="*/ 56077 h 62628"/>
                <a:gd name="connsiteX33" fmla="*/ 69687 w 79413"/>
                <a:gd name="connsiteY33" fmla="*/ 56077 h 62628"/>
                <a:gd name="connsiteX34" fmla="*/ 45990 w 79413"/>
                <a:gd name="connsiteY34" fmla="*/ 28007 h 6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413" h="62628">
                  <a:moveTo>
                    <a:pt x="45990" y="28007"/>
                  </a:moveTo>
                  <a:lnTo>
                    <a:pt x="62494" y="9670"/>
                  </a:lnTo>
                  <a:cubicBezTo>
                    <a:pt x="64327" y="7695"/>
                    <a:pt x="65174" y="6708"/>
                    <a:pt x="76881" y="6708"/>
                  </a:cubicBezTo>
                  <a:lnTo>
                    <a:pt x="76881" y="78"/>
                  </a:lnTo>
                  <a:cubicBezTo>
                    <a:pt x="71944" y="360"/>
                    <a:pt x="64610" y="501"/>
                    <a:pt x="63904" y="501"/>
                  </a:cubicBezTo>
                  <a:cubicBezTo>
                    <a:pt x="60378" y="501"/>
                    <a:pt x="53325" y="219"/>
                    <a:pt x="49376" y="78"/>
                  </a:cubicBezTo>
                  <a:lnTo>
                    <a:pt x="49376" y="6708"/>
                  </a:lnTo>
                  <a:cubicBezTo>
                    <a:pt x="51350" y="6708"/>
                    <a:pt x="53043" y="6990"/>
                    <a:pt x="54736" y="7977"/>
                  </a:cubicBezTo>
                  <a:cubicBezTo>
                    <a:pt x="54171" y="8824"/>
                    <a:pt x="54171" y="9106"/>
                    <a:pt x="53607" y="9670"/>
                  </a:cubicBezTo>
                  <a:lnTo>
                    <a:pt x="41759" y="22929"/>
                  </a:lnTo>
                  <a:lnTo>
                    <a:pt x="27935" y="6708"/>
                  </a:lnTo>
                  <a:lnTo>
                    <a:pt x="33577" y="6708"/>
                  </a:lnTo>
                  <a:lnTo>
                    <a:pt x="33577" y="78"/>
                  </a:lnTo>
                  <a:cubicBezTo>
                    <a:pt x="29910" y="219"/>
                    <a:pt x="21023" y="501"/>
                    <a:pt x="16510" y="501"/>
                  </a:cubicBezTo>
                  <a:cubicBezTo>
                    <a:pt x="11996" y="501"/>
                    <a:pt x="5648" y="219"/>
                    <a:pt x="994" y="78"/>
                  </a:cubicBezTo>
                  <a:lnTo>
                    <a:pt x="994" y="6708"/>
                  </a:lnTo>
                  <a:lnTo>
                    <a:pt x="11009" y="6708"/>
                  </a:lnTo>
                  <a:lnTo>
                    <a:pt x="33013" y="32662"/>
                  </a:lnTo>
                  <a:lnTo>
                    <a:pt x="14535" y="53397"/>
                  </a:lnTo>
                  <a:cubicBezTo>
                    <a:pt x="12137" y="56077"/>
                    <a:pt x="7059" y="56077"/>
                    <a:pt x="288" y="56077"/>
                  </a:cubicBezTo>
                  <a:lnTo>
                    <a:pt x="288" y="62707"/>
                  </a:lnTo>
                  <a:cubicBezTo>
                    <a:pt x="5225" y="62425"/>
                    <a:pt x="12560" y="62284"/>
                    <a:pt x="13265" y="62284"/>
                  </a:cubicBezTo>
                  <a:cubicBezTo>
                    <a:pt x="16792" y="62284"/>
                    <a:pt x="24973" y="62566"/>
                    <a:pt x="27794" y="62707"/>
                  </a:cubicBezTo>
                  <a:lnTo>
                    <a:pt x="27794" y="56077"/>
                  </a:lnTo>
                  <a:cubicBezTo>
                    <a:pt x="25255" y="56077"/>
                    <a:pt x="22575" y="55372"/>
                    <a:pt x="22575" y="54526"/>
                  </a:cubicBezTo>
                  <a:cubicBezTo>
                    <a:pt x="22575" y="54385"/>
                    <a:pt x="22575" y="54244"/>
                    <a:pt x="23562" y="53115"/>
                  </a:cubicBezTo>
                  <a:lnTo>
                    <a:pt x="37245" y="37740"/>
                  </a:lnTo>
                  <a:lnTo>
                    <a:pt x="52761" y="56077"/>
                  </a:lnTo>
                  <a:lnTo>
                    <a:pt x="47260" y="56077"/>
                  </a:lnTo>
                  <a:lnTo>
                    <a:pt x="47260" y="62707"/>
                  </a:lnTo>
                  <a:cubicBezTo>
                    <a:pt x="50927" y="62566"/>
                    <a:pt x="59532" y="62284"/>
                    <a:pt x="64186" y="62284"/>
                  </a:cubicBezTo>
                  <a:cubicBezTo>
                    <a:pt x="68700" y="62284"/>
                    <a:pt x="75048" y="62566"/>
                    <a:pt x="79702" y="62707"/>
                  </a:cubicBezTo>
                  <a:lnTo>
                    <a:pt x="79702" y="56077"/>
                  </a:lnTo>
                  <a:lnTo>
                    <a:pt x="69687" y="56077"/>
                  </a:lnTo>
                  <a:lnTo>
                    <a:pt x="45990" y="2800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1264" name="Freeform: Shape 1263">
              <a:extLst>
                <a:ext uri="{FF2B5EF4-FFF2-40B4-BE49-F238E27FC236}">
                  <a16:creationId xmlns:a16="http://schemas.microsoft.com/office/drawing/2014/main" id="{3EF08865-64DC-14B2-8AF6-1BFEBCBA2D0E}"/>
                </a:ext>
              </a:extLst>
            </p:cNvPr>
            <p:cNvSpPr/>
            <p:nvPr>
              <p:custDataLst>
                <p:tags r:id="rId299"/>
              </p:custDataLst>
            </p:nvPr>
          </p:nvSpPr>
          <p:spPr>
            <a:xfrm>
              <a:off x="6980150" y="4640902"/>
              <a:ext cx="60329" cy="44531"/>
            </a:xfrm>
            <a:custGeom>
              <a:avLst/>
              <a:gdLst>
                <a:gd name="connsiteX0" fmla="*/ 7700 w 60329"/>
                <a:gd name="connsiteY0" fmla="*/ 37403 h 44531"/>
                <a:gd name="connsiteX1" fmla="*/ 6712 w 60329"/>
                <a:gd name="connsiteY1" fmla="*/ 41451 h 44531"/>
                <a:gd name="connsiteX2" fmla="*/ 10070 w 60329"/>
                <a:gd name="connsiteY2" fmla="*/ 44611 h 44531"/>
                <a:gd name="connsiteX3" fmla="*/ 13920 w 60329"/>
                <a:gd name="connsiteY3" fmla="*/ 42439 h 44531"/>
                <a:gd name="connsiteX4" fmla="*/ 15698 w 60329"/>
                <a:gd name="connsiteY4" fmla="*/ 36317 h 44531"/>
                <a:gd name="connsiteX5" fmla="*/ 17870 w 60329"/>
                <a:gd name="connsiteY5" fmla="*/ 27430 h 44531"/>
                <a:gd name="connsiteX6" fmla="*/ 19548 w 60329"/>
                <a:gd name="connsiteY6" fmla="*/ 20815 h 44531"/>
                <a:gd name="connsiteX7" fmla="*/ 23695 w 60329"/>
                <a:gd name="connsiteY7" fmla="*/ 11928 h 44531"/>
                <a:gd name="connsiteX8" fmla="*/ 38506 w 60329"/>
                <a:gd name="connsiteY8" fmla="*/ 2844 h 44531"/>
                <a:gd name="connsiteX9" fmla="*/ 44332 w 60329"/>
                <a:gd name="connsiteY9" fmla="*/ 9756 h 44531"/>
                <a:gd name="connsiteX10" fmla="*/ 38506 w 60329"/>
                <a:gd name="connsiteY10" fmla="*/ 30788 h 44531"/>
                <a:gd name="connsiteX11" fmla="*/ 37025 w 60329"/>
                <a:gd name="connsiteY11" fmla="*/ 36119 h 44531"/>
                <a:gd name="connsiteX12" fmla="*/ 46405 w 60329"/>
                <a:gd name="connsiteY12" fmla="*/ 44611 h 44531"/>
                <a:gd name="connsiteX13" fmla="*/ 60624 w 60329"/>
                <a:gd name="connsiteY13" fmla="*/ 29504 h 44531"/>
                <a:gd name="connsiteX14" fmla="*/ 59044 w 60329"/>
                <a:gd name="connsiteY14" fmla="*/ 28220 h 44531"/>
                <a:gd name="connsiteX15" fmla="*/ 57168 w 60329"/>
                <a:gd name="connsiteY15" fmla="*/ 29899 h 44531"/>
                <a:gd name="connsiteX16" fmla="*/ 46702 w 60329"/>
                <a:gd name="connsiteY16" fmla="*/ 41846 h 44531"/>
                <a:gd name="connsiteX17" fmla="*/ 44233 w 60329"/>
                <a:gd name="connsiteY17" fmla="*/ 38390 h 44531"/>
                <a:gd name="connsiteX18" fmla="*/ 46504 w 60329"/>
                <a:gd name="connsiteY18" fmla="*/ 30393 h 44531"/>
                <a:gd name="connsiteX19" fmla="*/ 51737 w 60329"/>
                <a:gd name="connsiteY19" fmla="*/ 11336 h 44531"/>
                <a:gd name="connsiteX20" fmla="*/ 38901 w 60329"/>
                <a:gd name="connsiteY20" fmla="*/ 80 h 44531"/>
                <a:gd name="connsiteX21" fmla="*/ 22214 w 60329"/>
                <a:gd name="connsiteY21" fmla="*/ 9065 h 44531"/>
                <a:gd name="connsiteX22" fmla="*/ 11649 w 60329"/>
                <a:gd name="connsiteY22" fmla="*/ 80 h 44531"/>
                <a:gd name="connsiteX23" fmla="*/ 3849 w 60329"/>
                <a:gd name="connsiteY23" fmla="*/ 5412 h 44531"/>
                <a:gd name="connsiteX24" fmla="*/ 294 w 60329"/>
                <a:gd name="connsiteY24" fmla="*/ 15187 h 44531"/>
                <a:gd name="connsiteX25" fmla="*/ 1973 w 60329"/>
                <a:gd name="connsiteY25" fmla="*/ 16470 h 44531"/>
                <a:gd name="connsiteX26" fmla="*/ 4145 w 60329"/>
                <a:gd name="connsiteY26" fmla="*/ 13508 h 44531"/>
                <a:gd name="connsiteX27" fmla="*/ 11353 w 60329"/>
                <a:gd name="connsiteY27" fmla="*/ 2844 h 44531"/>
                <a:gd name="connsiteX28" fmla="*/ 14612 w 60329"/>
                <a:gd name="connsiteY28" fmla="*/ 7683 h 44531"/>
                <a:gd name="connsiteX29" fmla="*/ 13032 w 60329"/>
                <a:gd name="connsiteY29" fmla="*/ 15878 h 44531"/>
                <a:gd name="connsiteX30" fmla="*/ 10859 w 60329"/>
                <a:gd name="connsiteY30" fmla="*/ 24764 h 44531"/>
                <a:gd name="connsiteX31" fmla="*/ 7700 w 60329"/>
                <a:gd name="connsiteY31" fmla="*/ 37403 h 4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329" h="44531">
                  <a:moveTo>
                    <a:pt x="7700" y="37403"/>
                  </a:moveTo>
                  <a:cubicBezTo>
                    <a:pt x="7305" y="38687"/>
                    <a:pt x="6712" y="41155"/>
                    <a:pt x="6712" y="41451"/>
                  </a:cubicBezTo>
                  <a:cubicBezTo>
                    <a:pt x="6712" y="43624"/>
                    <a:pt x="8490" y="44611"/>
                    <a:pt x="10070" y="44611"/>
                  </a:cubicBezTo>
                  <a:cubicBezTo>
                    <a:pt x="11847" y="44611"/>
                    <a:pt x="13427" y="43327"/>
                    <a:pt x="13920" y="42439"/>
                  </a:cubicBezTo>
                  <a:cubicBezTo>
                    <a:pt x="14414" y="41550"/>
                    <a:pt x="15204" y="38390"/>
                    <a:pt x="15698" y="36317"/>
                  </a:cubicBezTo>
                  <a:cubicBezTo>
                    <a:pt x="16191" y="34441"/>
                    <a:pt x="17277" y="29899"/>
                    <a:pt x="17870" y="27430"/>
                  </a:cubicBezTo>
                  <a:cubicBezTo>
                    <a:pt x="18462" y="25258"/>
                    <a:pt x="19055" y="23086"/>
                    <a:pt x="19548" y="20815"/>
                  </a:cubicBezTo>
                  <a:cubicBezTo>
                    <a:pt x="20635" y="16767"/>
                    <a:pt x="20832" y="15977"/>
                    <a:pt x="23695" y="11928"/>
                  </a:cubicBezTo>
                  <a:cubicBezTo>
                    <a:pt x="26460" y="7979"/>
                    <a:pt x="31101" y="2844"/>
                    <a:pt x="38506" y="2844"/>
                  </a:cubicBezTo>
                  <a:cubicBezTo>
                    <a:pt x="44233" y="2844"/>
                    <a:pt x="44332" y="7880"/>
                    <a:pt x="44332" y="9756"/>
                  </a:cubicBezTo>
                  <a:cubicBezTo>
                    <a:pt x="44332" y="15680"/>
                    <a:pt x="40086" y="26640"/>
                    <a:pt x="38506" y="30788"/>
                  </a:cubicBezTo>
                  <a:cubicBezTo>
                    <a:pt x="37420" y="33552"/>
                    <a:pt x="37025" y="34441"/>
                    <a:pt x="37025" y="36119"/>
                  </a:cubicBezTo>
                  <a:cubicBezTo>
                    <a:pt x="37025" y="41353"/>
                    <a:pt x="41370" y="44611"/>
                    <a:pt x="46405" y="44611"/>
                  </a:cubicBezTo>
                  <a:cubicBezTo>
                    <a:pt x="56279" y="44611"/>
                    <a:pt x="60624" y="30985"/>
                    <a:pt x="60624" y="29504"/>
                  </a:cubicBezTo>
                  <a:cubicBezTo>
                    <a:pt x="60624" y="28220"/>
                    <a:pt x="59340" y="28220"/>
                    <a:pt x="59044" y="28220"/>
                  </a:cubicBezTo>
                  <a:cubicBezTo>
                    <a:pt x="57662" y="28220"/>
                    <a:pt x="57563" y="28813"/>
                    <a:pt x="57168" y="29899"/>
                  </a:cubicBezTo>
                  <a:cubicBezTo>
                    <a:pt x="54897" y="37798"/>
                    <a:pt x="50651" y="41846"/>
                    <a:pt x="46702" y="41846"/>
                  </a:cubicBezTo>
                  <a:cubicBezTo>
                    <a:pt x="44628" y="41846"/>
                    <a:pt x="44233" y="40464"/>
                    <a:pt x="44233" y="38390"/>
                  </a:cubicBezTo>
                  <a:cubicBezTo>
                    <a:pt x="44233" y="36119"/>
                    <a:pt x="44727" y="34836"/>
                    <a:pt x="46504" y="30393"/>
                  </a:cubicBezTo>
                  <a:cubicBezTo>
                    <a:pt x="47689" y="27332"/>
                    <a:pt x="51737" y="16865"/>
                    <a:pt x="51737" y="11336"/>
                  </a:cubicBezTo>
                  <a:cubicBezTo>
                    <a:pt x="51737" y="1758"/>
                    <a:pt x="44134" y="80"/>
                    <a:pt x="38901" y="80"/>
                  </a:cubicBezTo>
                  <a:cubicBezTo>
                    <a:pt x="30706" y="80"/>
                    <a:pt x="25177" y="5115"/>
                    <a:pt x="22214" y="9065"/>
                  </a:cubicBezTo>
                  <a:cubicBezTo>
                    <a:pt x="21523" y="2252"/>
                    <a:pt x="15698" y="80"/>
                    <a:pt x="11649" y="80"/>
                  </a:cubicBezTo>
                  <a:cubicBezTo>
                    <a:pt x="7404" y="80"/>
                    <a:pt x="5133" y="3141"/>
                    <a:pt x="3849" y="5412"/>
                  </a:cubicBezTo>
                  <a:cubicBezTo>
                    <a:pt x="1677" y="9065"/>
                    <a:pt x="294" y="14693"/>
                    <a:pt x="294" y="15187"/>
                  </a:cubicBezTo>
                  <a:cubicBezTo>
                    <a:pt x="294" y="16470"/>
                    <a:pt x="1677" y="16470"/>
                    <a:pt x="1973" y="16470"/>
                  </a:cubicBezTo>
                  <a:cubicBezTo>
                    <a:pt x="3355" y="16470"/>
                    <a:pt x="3454" y="16174"/>
                    <a:pt x="4145" y="13508"/>
                  </a:cubicBezTo>
                  <a:cubicBezTo>
                    <a:pt x="5626" y="7683"/>
                    <a:pt x="7502" y="2844"/>
                    <a:pt x="11353" y="2844"/>
                  </a:cubicBezTo>
                  <a:cubicBezTo>
                    <a:pt x="13920" y="2844"/>
                    <a:pt x="14612" y="5017"/>
                    <a:pt x="14612" y="7683"/>
                  </a:cubicBezTo>
                  <a:cubicBezTo>
                    <a:pt x="14612" y="9559"/>
                    <a:pt x="13723" y="13212"/>
                    <a:pt x="13032" y="15878"/>
                  </a:cubicBezTo>
                  <a:cubicBezTo>
                    <a:pt x="12341" y="18544"/>
                    <a:pt x="11353" y="22592"/>
                    <a:pt x="10859" y="24764"/>
                  </a:cubicBezTo>
                  <a:lnTo>
                    <a:pt x="7700" y="37403"/>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p:sp>
        <p:nvSpPr>
          <p:cNvPr id="49" name="TextBox 48">
            <a:extLst>
              <a:ext uri="{FF2B5EF4-FFF2-40B4-BE49-F238E27FC236}">
                <a16:creationId xmlns:a16="http://schemas.microsoft.com/office/drawing/2014/main" id="{92600D9F-9DEB-0F28-33FB-7F94DF08DF47}"/>
              </a:ext>
            </a:extLst>
          </p:cNvPr>
          <p:cNvSpPr txBox="1"/>
          <p:nvPr/>
        </p:nvSpPr>
        <p:spPr>
          <a:xfrm>
            <a:off x="6187443" y="1310311"/>
            <a:ext cx="4816174" cy="769441"/>
          </a:xfrm>
          <a:prstGeom prst="rect">
            <a:avLst/>
          </a:prstGeom>
          <a:noFill/>
        </p:spPr>
        <p:txBody>
          <a:bodyPr wrap="square">
            <a:spAutoFit/>
          </a:bodyPr>
          <a:lstStyle/>
          <a:p>
            <a:pPr marR="0" lvl="0" algn="l" defTabSz="914400" rtl="0" eaLnBrk="1" fontAlgn="auto" latinLnBrk="0" hangingPunct="1">
              <a:lnSpc>
                <a:spcPct val="100000"/>
              </a:lnSpc>
              <a:spcBef>
                <a:spcPts val="600"/>
              </a:spcBef>
              <a:spcAft>
                <a:spcPts val="600"/>
              </a:spcAft>
              <a:buClrTx/>
              <a:buSzTx/>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The estimated model includes threshold (cut‑point) parameters and cumulative probabilities for the lower‑order categories. </a:t>
            </a:r>
            <a:r>
              <a:rPr kumimoji="0" lang="en-US" sz="1100" i="0" u="none" strike="noStrike" kern="1200" cap="none" spc="0" normalizeH="0" baseline="0" noProof="0">
                <a:ln>
                  <a:noFill/>
                </a:ln>
                <a:solidFill>
                  <a:prstClr val="black"/>
                </a:solidFill>
                <a:effectLst/>
                <a:uLnTx/>
                <a:uFillTx/>
                <a:latin typeface="Aptos" panose="020B0004020202020204"/>
                <a:ea typeface="+mn-ea"/>
                <a:cs typeface="+mn-cs"/>
              </a:rPr>
              <a:t>These cut‑points indicate the values of the latent variable at which the probability of selecting a higher category exceeds that of the adjacent lower category.</a:t>
            </a:r>
            <a:endParaRPr kumimoji="0" lang="en-GB" sz="110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810" name="Group 809" descr="\documentclass{article}&#10;\usepackage{amsmath}&#10;\pagestyle{empty}&#10;\begin{document}&#10;&#10;$$ \ln\left( \frac{\hat{P}(Y \le 1)}{\hat{P}(Y_n &gt; 1)} \right) = 2.204 - (1.048 \cdot \text{pared} + -0.059 \cdot \text{public} - 0.616 \cdot \text{gpa})$$&#10;\end{document}" title="IguanaTex Shape Display">
            <a:extLst>
              <a:ext uri="{FF2B5EF4-FFF2-40B4-BE49-F238E27FC236}">
                <a16:creationId xmlns:a16="http://schemas.microsoft.com/office/drawing/2014/main" id="{1D52FD30-5323-8847-3329-13903727B1A7}"/>
              </a:ext>
            </a:extLst>
          </p:cNvPr>
          <p:cNvGrpSpPr>
            <a:grpSpLocks noChangeAspect="1"/>
          </p:cNvGrpSpPr>
          <p:nvPr>
            <p:custDataLst>
              <p:tags r:id="rId3"/>
            </p:custDataLst>
          </p:nvPr>
        </p:nvGrpSpPr>
        <p:grpSpPr>
          <a:xfrm>
            <a:off x="6841231" y="2400299"/>
            <a:ext cx="4241455" cy="400822"/>
            <a:chOff x="8059904" y="3300425"/>
            <a:chExt cx="4241455" cy="400822"/>
          </a:xfrm>
        </p:grpSpPr>
        <p:sp>
          <p:nvSpPr>
            <p:cNvPr id="746" name="Freeform: Shape 745">
              <a:extLst>
                <a:ext uri="{FF2B5EF4-FFF2-40B4-BE49-F238E27FC236}">
                  <a16:creationId xmlns:a16="http://schemas.microsoft.com/office/drawing/2014/main" id="{FC085C39-99D8-FB14-8F9C-A633B3DCFBCE}"/>
                </a:ext>
              </a:extLst>
            </p:cNvPr>
            <p:cNvSpPr/>
            <p:nvPr>
              <p:custDataLst>
                <p:tags r:id="rId209"/>
              </p:custDataLst>
            </p:nvPr>
          </p:nvSpPr>
          <p:spPr>
            <a:xfrm>
              <a:off x="8059904" y="3441564"/>
              <a:ext cx="29694" cy="92754"/>
            </a:xfrm>
            <a:custGeom>
              <a:avLst/>
              <a:gdLst>
                <a:gd name="connsiteX0" fmla="*/ 19336 w 29694"/>
                <a:gd name="connsiteY0" fmla="*/ 91 h 92754"/>
                <a:gd name="connsiteX1" fmla="*/ 75 w 29694"/>
                <a:gd name="connsiteY1" fmla="*/ 1561 h 92754"/>
                <a:gd name="connsiteX2" fmla="*/ 75 w 29694"/>
                <a:gd name="connsiteY2" fmla="*/ 5705 h 92754"/>
                <a:gd name="connsiteX3" fmla="*/ 10508 w 29694"/>
                <a:gd name="connsiteY3" fmla="*/ 13189 h 92754"/>
                <a:gd name="connsiteX4" fmla="*/ 10508 w 29694"/>
                <a:gd name="connsiteY4" fmla="*/ 82688 h 92754"/>
                <a:gd name="connsiteX5" fmla="*/ 75 w 29694"/>
                <a:gd name="connsiteY5" fmla="*/ 88703 h 92754"/>
                <a:gd name="connsiteX6" fmla="*/ 75 w 29694"/>
                <a:gd name="connsiteY6" fmla="*/ 92846 h 92754"/>
                <a:gd name="connsiteX7" fmla="*/ 14922 w 29694"/>
                <a:gd name="connsiteY7" fmla="*/ 92445 h 92754"/>
                <a:gd name="connsiteX8" fmla="*/ 29769 w 29694"/>
                <a:gd name="connsiteY8" fmla="*/ 92846 h 92754"/>
                <a:gd name="connsiteX9" fmla="*/ 29769 w 29694"/>
                <a:gd name="connsiteY9" fmla="*/ 88703 h 92754"/>
                <a:gd name="connsiteX10" fmla="*/ 19336 w 29694"/>
                <a:gd name="connsiteY10" fmla="*/ 82688 h 92754"/>
                <a:gd name="connsiteX11" fmla="*/ 19336 w 29694"/>
                <a:gd name="connsiteY11" fmla="*/ 91 h 9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694" h="92754">
                  <a:moveTo>
                    <a:pt x="19336" y="91"/>
                  </a:moveTo>
                  <a:lnTo>
                    <a:pt x="75" y="1561"/>
                  </a:lnTo>
                  <a:lnTo>
                    <a:pt x="75" y="5705"/>
                  </a:lnTo>
                  <a:cubicBezTo>
                    <a:pt x="9438" y="5705"/>
                    <a:pt x="10508" y="6640"/>
                    <a:pt x="10508" y="13189"/>
                  </a:cubicBezTo>
                  <a:lnTo>
                    <a:pt x="10508" y="82688"/>
                  </a:lnTo>
                  <a:cubicBezTo>
                    <a:pt x="10508" y="88703"/>
                    <a:pt x="9037" y="88703"/>
                    <a:pt x="75" y="88703"/>
                  </a:cubicBezTo>
                  <a:lnTo>
                    <a:pt x="75" y="92846"/>
                  </a:lnTo>
                  <a:cubicBezTo>
                    <a:pt x="4489" y="92712"/>
                    <a:pt x="11578" y="92445"/>
                    <a:pt x="14922" y="92445"/>
                  </a:cubicBezTo>
                  <a:cubicBezTo>
                    <a:pt x="18266" y="92445"/>
                    <a:pt x="24820" y="92712"/>
                    <a:pt x="29769" y="92846"/>
                  </a:cubicBezTo>
                  <a:lnTo>
                    <a:pt x="29769" y="88703"/>
                  </a:lnTo>
                  <a:cubicBezTo>
                    <a:pt x="20807" y="88703"/>
                    <a:pt x="19336" y="88703"/>
                    <a:pt x="19336" y="82688"/>
                  </a:cubicBezTo>
                  <a:lnTo>
                    <a:pt x="19336" y="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47" name="Freeform: Shape 746">
              <a:extLst>
                <a:ext uri="{FF2B5EF4-FFF2-40B4-BE49-F238E27FC236}">
                  <a16:creationId xmlns:a16="http://schemas.microsoft.com/office/drawing/2014/main" id="{7E9E0900-5AAF-DA3B-3141-1DB7A9082BB8}"/>
                </a:ext>
              </a:extLst>
            </p:cNvPr>
            <p:cNvSpPr/>
            <p:nvPr>
              <p:custDataLst>
                <p:tags r:id="rId210"/>
              </p:custDataLst>
            </p:nvPr>
          </p:nvSpPr>
          <p:spPr>
            <a:xfrm>
              <a:off x="8096925" y="3475244"/>
              <a:ext cx="67279" cy="59074"/>
            </a:xfrm>
            <a:custGeom>
              <a:avLst/>
              <a:gdLst>
                <a:gd name="connsiteX0" fmla="*/ 10511 w 67279"/>
                <a:gd name="connsiteY0" fmla="*/ 13189 h 59074"/>
                <a:gd name="connsiteX1" fmla="*/ 10511 w 67279"/>
                <a:gd name="connsiteY1" fmla="*/ 49008 h 59074"/>
                <a:gd name="connsiteX2" fmla="*/ 78 w 67279"/>
                <a:gd name="connsiteY2" fmla="*/ 55022 h 59074"/>
                <a:gd name="connsiteX3" fmla="*/ 78 w 67279"/>
                <a:gd name="connsiteY3" fmla="*/ 59165 h 59074"/>
                <a:gd name="connsiteX4" fmla="*/ 15192 w 67279"/>
                <a:gd name="connsiteY4" fmla="*/ 58764 h 59074"/>
                <a:gd name="connsiteX5" fmla="*/ 30173 w 67279"/>
                <a:gd name="connsiteY5" fmla="*/ 59165 h 59074"/>
                <a:gd name="connsiteX6" fmla="*/ 30173 w 67279"/>
                <a:gd name="connsiteY6" fmla="*/ 55022 h 59074"/>
                <a:gd name="connsiteX7" fmla="*/ 19740 w 67279"/>
                <a:gd name="connsiteY7" fmla="*/ 49008 h 59074"/>
                <a:gd name="connsiteX8" fmla="*/ 19740 w 67279"/>
                <a:gd name="connsiteY8" fmla="*/ 24416 h 59074"/>
                <a:gd name="connsiteX9" fmla="*/ 37797 w 67279"/>
                <a:gd name="connsiteY9" fmla="*/ 3032 h 59074"/>
                <a:gd name="connsiteX10" fmla="*/ 47695 w 67279"/>
                <a:gd name="connsiteY10" fmla="*/ 17867 h 59074"/>
                <a:gd name="connsiteX11" fmla="*/ 47695 w 67279"/>
                <a:gd name="connsiteY11" fmla="*/ 49008 h 59074"/>
                <a:gd name="connsiteX12" fmla="*/ 37262 w 67279"/>
                <a:gd name="connsiteY12" fmla="*/ 55022 h 59074"/>
                <a:gd name="connsiteX13" fmla="*/ 37262 w 67279"/>
                <a:gd name="connsiteY13" fmla="*/ 59165 h 59074"/>
                <a:gd name="connsiteX14" fmla="*/ 52377 w 67279"/>
                <a:gd name="connsiteY14" fmla="*/ 58764 h 59074"/>
                <a:gd name="connsiteX15" fmla="*/ 67358 w 67279"/>
                <a:gd name="connsiteY15" fmla="*/ 59165 h 59074"/>
                <a:gd name="connsiteX16" fmla="*/ 67358 w 67279"/>
                <a:gd name="connsiteY16" fmla="*/ 55022 h 59074"/>
                <a:gd name="connsiteX17" fmla="*/ 56925 w 67279"/>
                <a:gd name="connsiteY17" fmla="*/ 51013 h 59074"/>
                <a:gd name="connsiteX18" fmla="*/ 56925 w 67279"/>
                <a:gd name="connsiteY18" fmla="*/ 25485 h 59074"/>
                <a:gd name="connsiteX19" fmla="*/ 52778 w 67279"/>
                <a:gd name="connsiteY19" fmla="*/ 5036 h 59074"/>
                <a:gd name="connsiteX20" fmla="*/ 38734 w 67279"/>
                <a:gd name="connsiteY20" fmla="*/ 91 h 59074"/>
                <a:gd name="connsiteX21" fmla="*/ 18938 w 67279"/>
                <a:gd name="connsiteY21" fmla="*/ 14125 h 59074"/>
                <a:gd name="connsiteX22" fmla="*/ 18938 w 67279"/>
                <a:gd name="connsiteY22" fmla="*/ 91 h 59074"/>
                <a:gd name="connsiteX23" fmla="*/ 78 w 67279"/>
                <a:gd name="connsiteY23" fmla="*/ 1561 h 59074"/>
                <a:gd name="connsiteX24" fmla="*/ 78 w 67279"/>
                <a:gd name="connsiteY24" fmla="*/ 5705 h 59074"/>
                <a:gd name="connsiteX25" fmla="*/ 10511 w 67279"/>
                <a:gd name="connsiteY25" fmla="*/ 13189 h 5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279" h="59074">
                  <a:moveTo>
                    <a:pt x="10511" y="13189"/>
                  </a:moveTo>
                  <a:lnTo>
                    <a:pt x="10511" y="49008"/>
                  </a:lnTo>
                  <a:cubicBezTo>
                    <a:pt x="10511" y="55022"/>
                    <a:pt x="9040" y="55022"/>
                    <a:pt x="78" y="55022"/>
                  </a:cubicBezTo>
                  <a:lnTo>
                    <a:pt x="78" y="59165"/>
                  </a:lnTo>
                  <a:cubicBezTo>
                    <a:pt x="4759" y="59032"/>
                    <a:pt x="11581" y="58764"/>
                    <a:pt x="15192" y="58764"/>
                  </a:cubicBezTo>
                  <a:cubicBezTo>
                    <a:pt x="18670" y="58764"/>
                    <a:pt x="25625" y="59032"/>
                    <a:pt x="30173" y="59165"/>
                  </a:cubicBezTo>
                  <a:lnTo>
                    <a:pt x="30173" y="55022"/>
                  </a:lnTo>
                  <a:cubicBezTo>
                    <a:pt x="21211" y="55022"/>
                    <a:pt x="19740" y="55022"/>
                    <a:pt x="19740" y="49008"/>
                  </a:cubicBezTo>
                  <a:lnTo>
                    <a:pt x="19740" y="24416"/>
                  </a:lnTo>
                  <a:cubicBezTo>
                    <a:pt x="19740" y="10516"/>
                    <a:pt x="29237" y="3032"/>
                    <a:pt x="37797" y="3032"/>
                  </a:cubicBezTo>
                  <a:cubicBezTo>
                    <a:pt x="46224" y="3032"/>
                    <a:pt x="47695" y="10249"/>
                    <a:pt x="47695" y="17867"/>
                  </a:cubicBezTo>
                  <a:lnTo>
                    <a:pt x="47695" y="49008"/>
                  </a:lnTo>
                  <a:cubicBezTo>
                    <a:pt x="47695" y="55022"/>
                    <a:pt x="46224" y="55022"/>
                    <a:pt x="37262" y="55022"/>
                  </a:cubicBezTo>
                  <a:lnTo>
                    <a:pt x="37262" y="59165"/>
                  </a:lnTo>
                  <a:cubicBezTo>
                    <a:pt x="41944" y="59032"/>
                    <a:pt x="48765" y="58764"/>
                    <a:pt x="52377" y="58764"/>
                  </a:cubicBezTo>
                  <a:cubicBezTo>
                    <a:pt x="55855" y="58764"/>
                    <a:pt x="62810" y="59032"/>
                    <a:pt x="67358" y="59165"/>
                  </a:cubicBezTo>
                  <a:lnTo>
                    <a:pt x="67358" y="55022"/>
                  </a:lnTo>
                  <a:cubicBezTo>
                    <a:pt x="60402" y="55022"/>
                    <a:pt x="57058" y="55022"/>
                    <a:pt x="56925" y="51013"/>
                  </a:cubicBezTo>
                  <a:lnTo>
                    <a:pt x="56925" y="25485"/>
                  </a:lnTo>
                  <a:cubicBezTo>
                    <a:pt x="56925" y="13991"/>
                    <a:pt x="56925" y="9848"/>
                    <a:pt x="52778" y="5036"/>
                  </a:cubicBezTo>
                  <a:cubicBezTo>
                    <a:pt x="50906" y="2764"/>
                    <a:pt x="46492" y="91"/>
                    <a:pt x="38734" y="91"/>
                  </a:cubicBezTo>
                  <a:cubicBezTo>
                    <a:pt x="28969" y="91"/>
                    <a:pt x="22683" y="5838"/>
                    <a:pt x="18938" y="14125"/>
                  </a:cubicBezTo>
                  <a:lnTo>
                    <a:pt x="18938" y="91"/>
                  </a:lnTo>
                  <a:lnTo>
                    <a:pt x="78" y="1561"/>
                  </a:lnTo>
                  <a:lnTo>
                    <a:pt x="78" y="5705"/>
                  </a:lnTo>
                  <a:cubicBezTo>
                    <a:pt x="9441" y="5705"/>
                    <a:pt x="10511" y="6640"/>
                    <a:pt x="10511" y="1318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48" name="Freeform: Shape 747">
              <a:extLst>
                <a:ext uri="{FF2B5EF4-FFF2-40B4-BE49-F238E27FC236}">
                  <a16:creationId xmlns:a16="http://schemas.microsoft.com/office/drawing/2014/main" id="{47418C29-9695-CA58-F008-E2E6F2D89D64}"/>
                </a:ext>
              </a:extLst>
            </p:cNvPr>
            <p:cNvSpPr/>
            <p:nvPr>
              <p:custDataLst>
                <p:tags r:id="rId211"/>
              </p:custDataLst>
            </p:nvPr>
          </p:nvSpPr>
          <p:spPr>
            <a:xfrm>
              <a:off x="8220814" y="3300425"/>
              <a:ext cx="69687" cy="400822"/>
            </a:xfrm>
            <a:custGeom>
              <a:avLst/>
              <a:gdLst>
                <a:gd name="connsiteX0" fmla="*/ 69772 w 69687"/>
                <a:gd name="connsiteY0" fmla="*/ 399560 h 400822"/>
                <a:gd name="connsiteX1" fmla="*/ 68970 w 69687"/>
                <a:gd name="connsiteY1" fmla="*/ 397957 h 400822"/>
                <a:gd name="connsiteX2" fmla="*/ 37537 w 69687"/>
                <a:gd name="connsiteY2" fmla="*/ 346768 h 400822"/>
                <a:gd name="connsiteX3" fmla="*/ 13059 w 69687"/>
                <a:gd name="connsiteY3" fmla="*/ 200552 h 400822"/>
                <a:gd name="connsiteX4" fmla="*/ 39410 w 69687"/>
                <a:gd name="connsiteY4" fmla="*/ 49793 h 400822"/>
                <a:gd name="connsiteX5" fmla="*/ 69237 w 69687"/>
                <a:gd name="connsiteY5" fmla="*/ 2614 h 400822"/>
                <a:gd name="connsiteX6" fmla="*/ 69772 w 69687"/>
                <a:gd name="connsiteY6" fmla="*/ 1411 h 400822"/>
                <a:gd name="connsiteX7" fmla="*/ 66830 w 69687"/>
                <a:gd name="connsiteY7" fmla="*/ 74 h 400822"/>
                <a:gd name="connsiteX8" fmla="*/ 64288 w 69687"/>
                <a:gd name="connsiteY8" fmla="*/ 341 h 400822"/>
                <a:gd name="connsiteX9" fmla="*/ 45429 w 69687"/>
                <a:gd name="connsiteY9" fmla="*/ 23196 h 400822"/>
                <a:gd name="connsiteX10" fmla="*/ 4365 w 69687"/>
                <a:gd name="connsiteY10" fmla="*/ 135196 h 400822"/>
                <a:gd name="connsiteX11" fmla="*/ 85 w 69687"/>
                <a:gd name="connsiteY11" fmla="*/ 200419 h 400822"/>
                <a:gd name="connsiteX12" fmla="*/ 27773 w 69687"/>
                <a:gd name="connsiteY12" fmla="*/ 347169 h 400822"/>
                <a:gd name="connsiteX13" fmla="*/ 63218 w 69687"/>
                <a:gd name="connsiteY13" fmla="*/ 399694 h 400822"/>
                <a:gd name="connsiteX14" fmla="*/ 66830 w 69687"/>
                <a:gd name="connsiteY14" fmla="*/ 400897 h 400822"/>
                <a:gd name="connsiteX15" fmla="*/ 69772 w 69687"/>
                <a:gd name="connsiteY15" fmla="*/ 399560 h 40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687" h="400822">
                  <a:moveTo>
                    <a:pt x="69772" y="399560"/>
                  </a:moveTo>
                  <a:cubicBezTo>
                    <a:pt x="69772" y="399159"/>
                    <a:pt x="69772" y="398892"/>
                    <a:pt x="68970" y="397957"/>
                  </a:cubicBezTo>
                  <a:cubicBezTo>
                    <a:pt x="56129" y="382453"/>
                    <a:pt x="45429" y="365345"/>
                    <a:pt x="37537" y="346768"/>
                  </a:cubicBezTo>
                  <a:cubicBezTo>
                    <a:pt x="20015" y="305870"/>
                    <a:pt x="13059" y="258023"/>
                    <a:pt x="13059" y="200552"/>
                  </a:cubicBezTo>
                  <a:cubicBezTo>
                    <a:pt x="13059" y="143617"/>
                    <a:pt x="19614" y="93631"/>
                    <a:pt x="39410" y="49793"/>
                  </a:cubicBezTo>
                  <a:cubicBezTo>
                    <a:pt x="47168" y="32819"/>
                    <a:pt x="57333" y="17048"/>
                    <a:pt x="69237" y="2614"/>
                  </a:cubicBezTo>
                  <a:cubicBezTo>
                    <a:pt x="69505" y="2213"/>
                    <a:pt x="69772" y="1945"/>
                    <a:pt x="69772" y="1411"/>
                  </a:cubicBezTo>
                  <a:cubicBezTo>
                    <a:pt x="69772" y="74"/>
                    <a:pt x="68836" y="74"/>
                    <a:pt x="66830" y="74"/>
                  </a:cubicBezTo>
                  <a:cubicBezTo>
                    <a:pt x="64823" y="74"/>
                    <a:pt x="64556" y="74"/>
                    <a:pt x="64288" y="341"/>
                  </a:cubicBezTo>
                  <a:cubicBezTo>
                    <a:pt x="64155" y="475"/>
                    <a:pt x="55862" y="8494"/>
                    <a:pt x="45429" y="23196"/>
                  </a:cubicBezTo>
                  <a:cubicBezTo>
                    <a:pt x="22155" y="56074"/>
                    <a:pt x="10384" y="95368"/>
                    <a:pt x="4365" y="135196"/>
                  </a:cubicBezTo>
                  <a:cubicBezTo>
                    <a:pt x="1155" y="156714"/>
                    <a:pt x="85" y="178633"/>
                    <a:pt x="85" y="200419"/>
                  </a:cubicBezTo>
                  <a:cubicBezTo>
                    <a:pt x="85" y="250405"/>
                    <a:pt x="6372" y="301460"/>
                    <a:pt x="27773" y="347169"/>
                  </a:cubicBezTo>
                  <a:cubicBezTo>
                    <a:pt x="37269" y="367484"/>
                    <a:pt x="49976" y="385794"/>
                    <a:pt x="63218" y="399694"/>
                  </a:cubicBezTo>
                  <a:cubicBezTo>
                    <a:pt x="64422" y="400763"/>
                    <a:pt x="64556" y="400897"/>
                    <a:pt x="66830" y="400897"/>
                  </a:cubicBezTo>
                  <a:cubicBezTo>
                    <a:pt x="68836" y="400897"/>
                    <a:pt x="69772" y="400897"/>
                    <a:pt x="69772" y="39956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49" name="Freeform: Shape 748">
              <a:extLst>
                <a:ext uri="{FF2B5EF4-FFF2-40B4-BE49-F238E27FC236}">
                  <a16:creationId xmlns:a16="http://schemas.microsoft.com/office/drawing/2014/main" id="{DDD210A3-74DD-67EB-6772-4121FAD4EA51}"/>
                </a:ext>
              </a:extLst>
            </p:cNvPr>
            <p:cNvSpPr/>
            <p:nvPr>
              <p:custDataLst>
                <p:tags r:id="rId212"/>
              </p:custDataLst>
            </p:nvPr>
          </p:nvSpPr>
          <p:spPr>
            <a:xfrm>
              <a:off x="8378181" y="3317363"/>
              <a:ext cx="35713" cy="20582"/>
            </a:xfrm>
            <a:custGeom>
              <a:avLst/>
              <a:gdLst>
                <a:gd name="connsiteX0" fmla="*/ 18021 w 35713"/>
                <a:gd name="connsiteY0" fmla="*/ 82 h 20582"/>
                <a:gd name="connsiteX1" fmla="*/ 98 w 35713"/>
                <a:gd name="connsiteY1" fmla="*/ 18259 h 20582"/>
                <a:gd name="connsiteX2" fmla="*/ 2506 w 35713"/>
                <a:gd name="connsiteY2" fmla="*/ 20664 h 20582"/>
                <a:gd name="connsiteX3" fmla="*/ 18021 w 35713"/>
                <a:gd name="connsiteY3" fmla="*/ 7032 h 20582"/>
                <a:gd name="connsiteX4" fmla="*/ 33403 w 35713"/>
                <a:gd name="connsiteY4" fmla="*/ 20664 h 20582"/>
                <a:gd name="connsiteX5" fmla="*/ 35811 w 35713"/>
                <a:gd name="connsiteY5" fmla="*/ 18259 h 20582"/>
                <a:gd name="connsiteX6" fmla="*/ 18021 w 35713"/>
                <a:gd name="connsiteY6" fmla="*/ 82 h 2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13" h="20582">
                  <a:moveTo>
                    <a:pt x="18021" y="82"/>
                  </a:moveTo>
                  <a:lnTo>
                    <a:pt x="98" y="18259"/>
                  </a:lnTo>
                  <a:lnTo>
                    <a:pt x="2506" y="20664"/>
                  </a:lnTo>
                  <a:lnTo>
                    <a:pt x="18021" y="7032"/>
                  </a:lnTo>
                  <a:lnTo>
                    <a:pt x="33403" y="20664"/>
                  </a:lnTo>
                  <a:lnTo>
                    <a:pt x="35811" y="18259"/>
                  </a:lnTo>
                  <a:lnTo>
                    <a:pt x="18021" y="8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0" name="Freeform: Shape 749">
              <a:extLst>
                <a:ext uri="{FF2B5EF4-FFF2-40B4-BE49-F238E27FC236}">
                  <a16:creationId xmlns:a16="http://schemas.microsoft.com/office/drawing/2014/main" id="{9A29862A-A647-D99F-DD56-28FCA7085F84}"/>
                </a:ext>
              </a:extLst>
            </p:cNvPr>
            <p:cNvSpPr/>
            <p:nvPr>
              <p:custDataLst>
                <p:tags r:id="rId213"/>
              </p:custDataLst>
            </p:nvPr>
          </p:nvSpPr>
          <p:spPr>
            <a:xfrm>
              <a:off x="8338082" y="3352617"/>
              <a:ext cx="95502" cy="91284"/>
            </a:xfrm>
            <a:custGeom>
              <a:avLst/>
              <a:gdLst>
                <a:gd name="connsiteX0" fmla="*/ 35274 w 95502"/>
                <a:gd name="connsiteY0" fmla="*/ 49135 h 91284"/>
                <a:gd name="connsiteX1" fmla="*/ 58013 w 95502"/>
                <a:gd name="connsiteY1" fmla="*/ 49135 h 91284"/>
                <a:gd name="connsiteX2" fmla="*/ 95598 w 95502"/>
                <a:gd name="connsiteY2" fmla="*/ 20266 h 91284"/>
                <a:gd name="connsiteX3" fmla="*/ 69248 w 95502"/>
                <a:gd name="connsiteY3" fmla="*/ 84 h 91284"/>
                <a:gd name="connsiteX4" fmla="*/ 25911 w 95502"/>
                <a:gd name="connsiteY4" fmla="*/ 84 h 91284"/>
                <a:gd name="connsiteX5" fmla="*/ 21898 w 95502"/>
                <a:gd name="connsiteY5" fmla="*/ 2624 h 91284"/>
                <a:gd name="connsiteX6" fmla="*/ 25777 w 95502"/>
                <a:gd name="connsiteY6" fmla="*/ 4228 h 91284"/>
                <a:gd name="connsiteX7" fmla="*/ 31529 w 95502"/>
                <a:gd name="connsiteY7" fmla="*/ 4495 h 91284"/>
                <a:gd name="connsiteX8" fmla="*/ 34471 w 95502"/>
                <a:gd name="connsiteY8" fmla="*/ 6633 h 91284"/>
                <a:gd name="connsiteX9" fmla="*/ 33936 w 95502"/>
                <a:gd name="connsiteY9" fmla="*/ 9173 h 91284"/>
                <a:gd name="connsiteX10" fmla="*/ 16013 w 95502"/>
                <a:gd name="connsiteY10" fmla="*/ 80944 h 91284"/>
                <a:gd name="connsiteX11" fmla="*/ 3841 w 95502"/>
                <a:gd name="connsiteY11" fmla="*/ 87226 h 91284"/>
                <a:gd name="connsiteX12" fmla="*/ 96 w 95502"/>
                <a:gd name="connsiteY12" fmla="*/ 89765 h 91284"/>
                <a:gd name="connsiteX13" fmla="*/ 2102 w 95502"/>
                <a:gd name="connsiteY13" fmla="*/ 91369 h 91284"/>
                <a:gd name="connsiteX14" fmla="*/ 19089 w 95502"/>
                <a:gd name="connsiteY14" fmla="*/ 90968 h 91284"/>
                <a:gd name="connsiteX15" fmla="*/ 27650 w 95502"/>
                <a:gd name="connsiteY15" fmla="*/ 91102 h 91284"/>
                <a:gd name="connsiteX16" fmla="*/ 36344 w 95502"/>
                <a:gd name="connsiteY16" fmla="*/ 91369 h 91284"/>
                <a:gd name="connsiteX17" fmla="*/ 39019 w 95502"/>
                <a:gd name="connsiteY17" fmla="*/ 88696 h 91284"/>
                <a:gd name="connsiteX18" fmla="*/ 35274 w 95502"/>
                <a:gd name="connsiteY18" fmla="*/ 87226 h 91284"/>
                <a:gd name="connsiteX19" fmla="*/ 26580 w 95502"/>
                <a:gd name="connsiteY19" fmla="*/ 84820 h 91284"/>
                <a:gd name="connsiteX20" fmla="*/ 26981 w 95502"/>
                <a:gd name="connsiteY20" fmla="*/ 82548 h 91284"/>
                <a:gd name="connsiteX21" fmla="*/ 35274 w 95502"/>
                <a:gd name="connsiteY21" fmla="*/ 49135 h 91284"/>
                <a:gd name="connsiteX22" fmla="*/ 44904 w 95502"/>
                <a:gd name="connsiteY22" fmla="*/ 9306 h 91284"/>
                <a:gd name="connsiteX23" fmla="*/ 52127 w 95502"/>
                <a:gd name="connsiteY23" fmla="*/ 4228 h 91284"/>
                <a:gd name="connsiteX24" fmla="*/ 64968 w 95502"/>
                <a:gd name="connsiteY24" fmla="*/ 4228 h 91284"/>
                <a:gd name="connsiteX25" fmla="*/ 83159 w 95502"/>
                <a:gd name="connsiteY25" fmla="*/ 17058 h 91284"/>
                <a:gd name="connsiteX26" fmla="*/ 75267 w 95502"/>
                <a:gd name="connsiteY26" fmla="*/ 38576 h 91284"/>
                <a:gd name="connsiteX27" fmla="*/ 54669 w 95502"/>
                <a:gd name="connsiteY27" fmla="*/ 45660 h 91284"/>
                <a:gd name="connsiteX28" fmla="*/ 35809 w 95502"/>
                <a:gd name="connsiteY28" fmla="*/ 45660 h 91284"/>
                <a:gd name="connsiteX29" fmla="*/ 44904 w 95502"/>
                <a:gd name="connsiteY29" fmla="*/ 9306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5502" h="91284">
                  <a:moveTo>
                    <a:pt x="35274" y="49135"/>
                  </a:moveTo>
                  <a:lnTo>
                    <a:pt x="58013" y="49135"/>
                  </a:lnTo>
                  <a:cubicBezTo>
                    <a:pt x="77006" y="49135"/>
                    <a:pt x="95598" y="35235"/>
                    <a:pt x="95598" y="20266"/>
                  </a:cubicBezTo>
                  <a:cubicBezTo>
                    <a:pt x="95598" y="9975"/>
                    <a:pt x="86770" y="84"/>
                    <a:pt x="69248" y="84"/>
                  </a:cubicBezTo>
                  <a:lnTo>
                    <a:pt x="25911" y="84"/>
                  </a:lnTo>
                  <a:cubicBezTo>
                    <a:pt x="23369" y="84"/>
                    <a:pt x="21898" y="84"/>
                    <a:pt x="21898" y="2624"/>
                  </a:cubicBezTo>
                  <a:cubicBezTo>
                    <a:pt x="21898" y="4228"/>
                    <a:pt x="23102" y="4228"/>
                    <a:pt x="25777" y="4228"/>
                  </a:cubicBezTo>
                  <a:cubicBezTo>
                    <a:pt x="27516" y="4228"/>
                    <a:pt x="29924" y="4361"/>
                    <a:pt x="31529" y="4495"/>
                  </a:cubicBezTo>
                  <a:cubicBezTo>
                    <a:pt x="33669" y="4762"/>
                    <a:pt x="34471" y="5163"/>
                    <a:pt x="34471" y="6633"/>
                  </a:cubicBezTo>
                  <a:cubicBezTo>
                    <a:pt x="34471" y="7168"/>
                    <a:pt x="34337" y="7569"/>
                    <a:pt x="33936" y="9173"/>
                  </a:cubicBezTo>
                  <a:lnTo>
                    <a:pt x="16013" y="80944"/>
                  </a:lnTo>
                  <a:cubicBezTo>
                    <a:pt x="14675" y="86156"/>
                    <a:pt x="14408" y="87226"/>
                    <a:pt x="3841" y="87226"/>
                  </a:cubicBezTo>
                  <a:cubicBezTo>
                    <a:pt x="1567" y="87226"/>
                    <a:pt x="96" y="87226"/>
                    <a:pt x="96" y="89765"/>
                  </a:cubicBezTo>
                  <a:cubicBezTo>
                    <a:pt x="96" y="91369"/>
                    <a:pt x="1701" y="91369"/>
                    <a:pt x="2102" y="91369"/>
                  </a:cubicBezTo>
                  <a:cubicBezTo>
                    <a:pt x="5847" y="91369"/>
                    <a:pt x="15344" y="90968"/>
                    <a:pt x="19089" y="90968"/>
                  </a:cubicBezTo>
                  <a:cubicBezTo>
                    <a:pt x="21898" y="90968"/>
                    <a:pt x="24841" y="91102"/>
                    <a:pt x="27650" y="91102"/>
                  </a:cubicBezTo>
                  <a:cubicBezTo>
                    <a:pt x="30592" y="91102"/>
                    <a:pt x="33535" y="91369"/>
                    <a:pt x="36344" y="91369"/>
                  </a:cubicBezTo>
                  <a:cubicBezTo>
                    <a:pt x="37280" y="91369"/>
                    <a:pt x="39019" y="91369"/>
                    <a:pt x="39019" y="88696"/>
                  </a:cubicBezTo>
                  <a:cubicBezTo>
                    <a:pt x="39019" y="87226"/>
                    <a:pt x="37815" y="87226"/>
                    <a:pt x="35274" y="87226"/>
                  </a:cubicBezTo>
                  <a:cubicBezTo>
                    <a:pt x="30325" y="87226"/>
                    <a:pt x="26580" y="87226"/>
                    <a:pt x="26580" y="84820"/>
                  </a:cubicBezTo>
                  <a:cubicBezTo>
                    <a:pt x="26580" y="84018"/>
                    <a:pt x="26847" y="83350"/>
                    <a:pt x="26981" y="82548"/>
                  </a:cubicBezTo>
                  <a:lnTo>
                    <a:pt x="35274" y="49135"/>
                  </a:lnTo>
                  <a:close/>
                  <a:moveTo>
                    <a:pt x="44904" y="9306"/>
                  </a:moveTo>
                  <a:cubicBezTo>
                    <a:pt x="46108" y="4629"/>
                    <a:pt x="46376" y="4228"/>
                    <a:pt x="52127" y="4228"/>
                  </a:cubicBezTo>
                  <a:lnTo>
                    <a:pt x="64968" y="4228"/>
                  </a:lnTo>
                  <a:cubicBezTo>
                    <a:pt x="76070" y="4228"/>
                    <a:pt x="83159" y="7836"/>
                    <a:pt x="83159" y="17058"/>
                  </a:cubicBezTo>
                  <a:cubicBezTo>
                    <a:pt x="83159" y="22271"/>
                    <a:pt x="80484" y="33765"/>
                    <a:pt x="75267" y="38576"/>
                  </a:cubicBezTo>
                  <a:cubicBezTo>
                    <a:pt x="68579" y="44591"/>
                    <a:pt x="60554" y="45660"/>
                    <a:pt x="54669" y="45660"/>
                  </a:cubicBezTo>
                  <a:lnTo>
                    <a:pt x="35809" y="45660"/>
                  </a:lnTo>
                  <a:lnTo>
                    <a:pt x="44904" y="930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1" name="Freeform: Shape 750">
              <a:extLst>
                <a:ext uri="{FF2B5EF4-FFF2-40B4-BE49-F238E27FC236}">
                  <a16:creationId xmlns:a16="http://schemas.microsoft.com/office/drawing/2014/main" id="{7F7B1714-42E9-6A0C-0701-A695E31BCFFE}"/>
                </a:ext>
              </a:extLst>
            </p:cNvPr>
            <p:cNvSpPr/>
            <p:nvPr>
              <p:custDataLst>
                <p:tags r:id="rId214"/>
              </p:custDataLst>
            </p:nvPr>
          </p:nvSpPr>
          <p:spPr>
            <a:xfrm>
              <a:off x="8450425" y="3343663"/>
              <a:ext cx="31031" cy="133652"/>
            </a:xfrm>
            <a:custGeom>
              <a:avLst/>
              <a:gdLst>
                <a:gd name="connsiteX0" fmla="*/ 31135 w 31031"/>
                <a:gd name="connsiteY0" fmla="*/ 132400 h 133652"/>
                <a:gd name="connsiteX1" fmla="*/ 28861 w 31031"/>
                <a:gd name="connsiteY1" fmla="*/ 129460 h 133652"/>
                <a:gd name="connsiteX2" fmla="*/ 7861 w 31031"/>
                <a:gd name="connsiteY2" fmla="*/ 66910 h 133652"/>
                <a:gd name="connsiteX3" fmla="*/ 29396 w 31031"/>
                <a:gd name="connsiteY3" fmla="*/ 3693 h 133652"/>
                <a:gd name="connsiteX4" fmla="*/ 31135 w 31031"/>
                <a:gd name="connsiteY4" fmla="*/ 1421 h 133652"/>
                <a:gd name="connsiteX5" fmla="*/ 29798 w 31031"/>
                <a:gd name="connsiteY5" fmla="*/ 84 h 133652"/>
                <a:gd name="connsiteX6" fmla="*/ 8530 w 31031"/>
                <a:gd name="connsiteY6" fmla="*/ 26147 h 133652"/>
                <a:gd name="connsiteX7" fmla="*/ 103 w 31031"/>
                <a:gd name="connsiteY7" fmla="*/ 66910 h 133652"/>
                <a:gd name="connsiteX8" fmla="*/ 8931 w 31031"/>
                <a:gd name="connsiteY8" fmla="*/ 108610 h 133652"/>
                <a:gd name="connsiteX9" fmla="*/ 29798 w 31031"/>
                <a:gd name="connsiteY9" fmla="*/ 133737 h 133652"/>
                <a:gd name="connsiteX10" fmla="*/ 31135 w 31031"/>
                <a:gd name="connsiteY10" fmla="*/ 132400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35" y="132400"/>
                  </a:moveTo>
                  <a:cubicBezTo>
                    <a:pt x="31135" y="131999"/>
                    <a:pt x="31135" y="131732"/>
                    <a:pt x="28861" y="129460"/>
                  </a:cubicBezTo>
                  <a:cubicBezTo>
                    <a:pt x="12142" y="112620"/>
                    <a:pt x="7861" y="87359"/>
                    <a:pt x="7861" y="66910"/>
                  </a:cubicBezTo>
                  <a:cubicBezTo>
                    <a:pt x="7861" y="43655"/>
                    <a:pt x="12944" y="20400"/>
                    <a:pt x="29396" y="3693"/>
                  </a:cubicBezTo>
                  <a:cubicBezTo>
                    <a:pt x="31135" y="2089"/>
                    <a:pt x="31135" y="1822"/>
                    <a:pt x="31135" y="1421"/>
                  </a:cubicBezTo>
                  <a:cubicBezTo>
                    <a:pt x="31135" y="485"/>
                    <a:pt x="30600" y="84"/>
                    <a:pt x="29798" y="84"/>
                  </a:cubicBezTo>
                  <a:cubicBezTo>
                    <a:pt x="28460" y="84"/>
                    <a:pt x="16422" y="9173"/>
                    <a:pt x="8530" y="26147"/>
                  </a:cubicBezTo>
                  <a:cubicBezTo>
                    <a:pt x="1709" y="40848"/>
                    <a:pt x="103" y="55684"/>
                    <a:pt x="103" y="66910"/>
                  </a:cubicBezTo>
                  <a:cubicBezTo>
                    <a:pt x="103" y="77335"/>
                    <a:pt x="1575" y="93507"/>
                    <a:pt x="8931" y="108610"/>
                  </a:cubicBezTo>
                  <a:cubicBezTo>
                    <a:pt x="16957" y="125049"/>
                    <a:pt x="28460" y="133737"/>
                    <a:pt x="29798" y="133737"/>
                  </a:cubicBezTo>
                  <a:cubicBezTo>
                    <a:pt x="30600" y="133737"/>
                    <a:pt x="31135" y="133336"/>
                    <a:pt x="31135" y="13240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2" name="Freeform: Shape 751">
              <a:extLst>
                <a:ext uri="{FF2B5EF4-FFF2-40B4-BE49-F238E27FC236}">
                  <a16:creationId xmlns:a16="http://schemas.microsoft.com/office/drawing/2014/main" id="{558E4FF3-5BDD-7430-5E71-BBB7DF635124}"/>
                </a:ext>
              </a:extLst>
            </p:cNvPr>
            <p:cNvSpPr/>
            <p:nvPr>
              <p:custDataLst>
                <p:tags r:id="rId215"/>
              </p:custDataLst>
            </p:nvPr>
          </p:nvSpPr>
          <p:spPr>
            <a:xfrm>
              <a:off x="8493882" y="3352617"/>
              <a:ext cx="97241" cy="91284"/>
            </a:xfrm>
            <a:custGeom>
              <a:avLst/>
              <a:gdLst>
                <a:gd name="connsiteX0" fmla="*/ 75279 w 97241"/>
                <a:gd name="connsiteY0" fmla="*/ 15321 h 91284"/>
                <a:gd name="connsiteX1" fmla="*/ 77151 w 97241"/>
                <a:gd name="connsiteY1" fmla="*/ 13450 h 91284"/>
                <a:gd name="connsiteX2" fmla="*/ 94674 w 97241"/>
                <a:gd name="connsiteY2" fmla="*/ 4228 h 91284"/>
                <a:gd name="connsiteX3" fmla="*/ 97349 w 97241"/>
                <a:gd name="connsiteY3" fmla="*/ 1688 h 91284"/>
                <a:gd name="connsiteX4" fmla="*/ 95610 w 97241"/>
                <a:gd name="connsiteY4" fmla="*/ 84 h 91284"/>
                <a:gd name="connsiteX5" fmla="*/ 84642 w 97241"/>
                <a:gd name="connsiteY5" fmla="*/ 485 h 91284"/>
                <a:gd name="connsiteX6" fmla="*/ 71266 w 97241"/>
                <a:gd name="connsiteY6" fmla="*/ 84 h 91284"/>
                <a:gd name="connsiteX7" fmla="*/ 68725 w 97241"/>
                <a:gd name="connsiteY7" fmla="*/ 2624 h 91284"/>
                <a:gd name="connsiteX8" fmla="*/ 70731 w 97241"/>
                <a:gd name="connsiteY8" fmla="*/ 4228 h 91284"/>
                <a:gd name="connsiteX9" fmla="*/ 75546 w 97241"/>
                <a:gd name="connsiteY9" fmla="*/ 7302 h 91284"/>
                <a:gd name="connsiteX10" fmla="*/ 71935 w 97241"/>
                <a:gd name="connsiteY10" fmla="*/ 13717 h 91284"/>
                <a:gd name="connsiteX11" fmla="*/ 40903 w 97241"/>
                <a:gd name="connsiteY11" fmla="*/ 49402 h 91284"/>
                <a:gd name="connsiteX12" fmla="*/ 26190 w 97241"/>
                <a:gd name="connsiteY12" fmla="*/ 9707 h 91284"/>
                <a:gd name="connsiteX13" fmla="*/ 25387 w 97241"/>
                <a:gd name="connsiteY13" fmla="*/ 7435 h 91284"/>
                <a:gd name="connsiteX14" fmla="*/ 33279 w 97241"/>
                <a:gd name="connsiteY14" fmla="*/ 4228 h 91284"/>
                <a:gd name="connsiteX15" fmla="*/ 36489 w 97241"/>
                <a:gd name="connsiteY15" fmla="*/ 1555 h 91284"/>
                <a:gd name="connsiteX16" fmla="*/ 34483 w 97241"/>
                <a:gd name="connsiteY16" fmla="*/ 84 h 91284"/>
                <a:gd name="connsiteX17" fmla="*/ 17630 w 97241"/>
                <a:gd name="connsiteY17" fmla="*/ 485 h 91284"/>
                <a:gd name="connsiteX18" fmla="*/ 2649 w 97241"/>
                <a:gd name="connsiteY18" fmla="*/ 84 h 91284"/>
                <a:gd name="connsiteX19" fmla="*/ 107 w 97241"/>
                <a:gd name="connsiteY19" fmla="*/ 2757 h 91284"/>
                <a:gd name="connsiteX20" fmla="*/ 3184 w 97241"/>
                <a:gd name="connsiteY20" fmla="*/ 4228 h 91284"/>
                <a:gd name="connsiteX21" fmla="*/ 12948 w 97241"/>
                <a:gd name="connsiteY21" fmla="*/ 8772 h 91284"/>
                <a:gd name="connsiteX22" fmla="*/ 29400 w 97241"/>
                <a:gd name="connsiteY22" fmla="*/ 52743 h 91284"/>
                <a:gd name="connsiteX23" fmla="*/ 29935 w 97241"/>
                <a:gd name="connsiteY23" fmla="*/ 55015 h 91284"/>
                <a:gd name="connsiteX24" fmla="*/ 23916 w 97241"/>
                <a:gd name="connsiteY24" fmla="*/ 79340 h 91284"/>
                <a:gd name="connsiteX25" fmla="*/ 11343 w 97241"/>
                <a:gd name="connsiteY25" fmla="*/ 87226 h 91284"/>
                <a:gd name="connsiteX26" fmla="*/ 7731 w 97241"/>
                <a:gd name="connsiteY26" fmla="*/ 89899 h 91284"/>
                <a:gd name="connsiteX27" fmla="*/ 9604 w 97241"/>
                <a:gd name="connsiteY27" fmla="*/ 91369 h 91284"/>
                <a:gd name="connsiteX28" fmla="*/ 26457 w 97241"/>
                <a:gd name="connsiteY28" fmla="*/ 90968 h 91284"/>
                <a:gd name="connsiteX29" fmla="*/ 43578 w 97241"/>
                <a:gd name="connsiteY29" fmla="*/ 91369 h 91284"/>
                <a:gd name="connsiteX30" fmla="*/ 46120 w 97241"/>
                <a:gd name="connsiteY30" fmla="*/ 88696 h 91284"/>
                <a:gd name="connsiteX31" fmla="*/ 42375 w 97241"/>
                <a:gd name="connsiteY31" fmla="*/ 87226 h 91284"/>
                <a:gd name="connsiteX32" fmla="*/ 37292 w 97241"/>
                <a:gd name="connsiteY32" fmla="*/ 86958 h 91284"/>
                <a:gd name="connsiteX33" fmla="*/ 33680 w 97241"/>
                <a:gd name="connsiteY33" fmla="*/ 84820 h 91284"/>
                <a:gd name="connsiteX34" fmla="*/ 35553 w 97241"/>
                <a:gd name="connsiteY34" fmla="*/ 76400 h 91284"/>
                <a:gd name="connsiteX35" fmla="*/ 40234 w 97241"/>
                <a:gd name="connsiteY35" fmla="*/ 57555 h 91284"/>
                <a:gd name="connsiteX36" fmla="*/ 42107 w 97241"/>
                <a:gd name="connsiteY36" fmla="*/ 53412 h 91284"/>
                <a:gd name="connsiteX37" fmla="*/ 75279 w 97241"/>
                <a:gd name="connsiteY37" fmla="*/ 15321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7241" h="91284">
                  <a:moveTo>
                    <a:pt x="75279" y="15321"/>
                  </a:moveTo>
                  <a:lnTo>
                    <a:pt x="77151" y="13450"/>
                  </a:lnTo>
                  <a:cubicBezTo>
                    <a:pt x="81164" y="9440"/>
                    <a:pt x="85578" y="4896"/>
                    <a:pt x="94674" y="4228"/>
                  </a:cubicBezTo>
                  <a:cubicBezTo>
                    <a:pt x="96145" y="4094"/>
                    <a:pt x="97349" y="4094"/>
                    <a:pt x="97349" y="1688"/>
                  </a:cubicBezTo>
                  <a:cubicBezTo>
                    <a:pt x="97349" y="619"/>
                    <a:pt x="96680" y="84"/>
                    <a:pt x="95610" y="84"/>
                  </a:cubicBezTo>
                  <a:cubicBezTo>
                    <a:pt x="92132" y="84"/>
                    <a:pt x="88253" y="485"/>
                    <a:pt x="84642" y="485"/>
                  </a:cubicBezTo>
                  <a:cubicBezTo>
                    <a:pt x="80228" y="485"/>
                    <a:pt x="75546" y="84"/>
                    <a:pt x="71266" y="84"/>
                  </a:cubicBezTo>
                  <a:cubicBezTo>
                    <a:pt x="70464" y="84"/>
                    <a:pt x="68725" y="84"/>
                    <a:pt x="68725" y="2624"/>
                  </a:cubicBezTo>
                  <a:cubicBezTo>
                    <a:pt x="68725" y="4094"/>
                    <a:pt x="70062" y="4228"/>
                    <a:pt x="70731" y="4228"/>
                  </a:cubicBezTo>
                  <a:cubicBezTo>
                    <a:pt x="71667" y="4228"/>
                    <a:pt x="75546" y="4495"/>
                    <a:pt x="75546" y="7302"/>
                  </a:cubicBezTo>
                  <a:cubicBezTo>
                    <a:pt x="75546" y="9574"/>
                    <a:pt x="72470" y="13049"/>
                    <a:pt x="71935" y="13717"/>
                  </a:cubicBezTo>
                  <a:lnTo>
                    <a:pt x="40903" y="49402"/>
                  </a:lnTo>
                  <a:lnTo>
                    <a:pt x="26190" y="9707"/>
                  </a:lnTo>
                  <a:cubicBezTo>
                    <a:pt x="25387" y="7836"/>
                    <a:pt x="25387" y="7569"/>
                    <a:pt x="25387" y="7435"/>
                  </a:cubicBezTo>
                  <a:cubicBezTo>
                    <a:pt x="25387" y="4228"/>
                    <a:pt x="31942" y="4228"/>
                    <a:pt x="33279" y="4228"/>
                  </a:cubicBezTo>
                  <a:cubicBezTo>
                    <a:pt x="35152" y="4228"/>
                    <a:pt x="36489" y="4228"/>
                    <a:pt x="36489" y="1555"/>
                  </a:cubicBezTo>
                  <a:cubicBezTo>
                    <a:pt x="36489" y="84"/>
                    <a:pt x="34884" y="84"/>
                    <a:pt x="34483" y="84"/>
                  </a:cubicBezTo>
                  <a:cubicBezTo>
                    <a:pt x="30738" y="84"/>
                    <a:pt x="21375" y="485"/>
                    <a:pt x="17630" y="485"/>
                  </a:cubicBezTo>
                  <a:cubicBezTo>
                    <a:pt x="14286" y="485"/>
                    <a:pt x="5993" y="84"/>
                    <a:pt x="2649" y="84"/>
                  </a:cubicBezTo>
                  <a:cubicBezTo>
                    <a:pt x="1846" y="84"/>
                    <a:pt x="107" y="84"/>
                    <a:pt x="107" y="2757"/>
                  </a:cubicBezTo>
                  <a:cubicBezTo>
                    <a:pt x="107" y="4228"/>
                    <a:pt x="1445" y="4228"/>
                    <a:pt x="3184" y="4228"/>
                  </a:cubicBezTo>
                  <a:cubicBezTo>
                    <a:pt x="11209" y="4228"/>
                    <a:pt x="11744" y="5430"/>
                    <a:pt x="12948" y="8772"/>
                  </a:cubicBezTo>
                  <a:lnTo>
                    <a:pt x="29400" y="52743"/>
                  </a:lnTo>
                  <a:cubicBezTo>
                    <a:pt x="29534" y="53144"/>
                    <a:pt x="29935" y="54614"/>
                    <a:pt x="29935" y="55015"/>
                  </a:cubicBezTo>
                  <a:cubicBezTo>
                    <a:pt x="29935" y="55416"/>
                    <a:pt x="24585" y="76934"/>
                    <a:pt x="23916" y="79340"/>
                  </a:cubicBezTo>
                  <a:cubicBezTo>
                    <a:pt x="22177" y="86691"/>
                    <a:pt x="22043" y="87092"/>
                    <a:pt x="11343" y="87226"/>
                  </a:cubicBezTo>
                  <a:cubicBezTo>
                    <a:pt x="8802" y="87226"/>
                    <a:pt x="7731" y="87226"/>
                    <a:pt x="7731" y="89899"/>
                  </a:cubicBezTo>
                  <a:cubicBezTo>
                    <a:pt x="7731" y="91369"/>
                    <a:pt x="9337" y="91369"/>
                    <a:pt x="9604" y="91369"/>
                  </a:cubicBezTo>
                  <a:cubicBezTo>
                    <a:pt x="13349" y="91369"/>
                    <a:pt x="22712" y="90968"/>
                    <a:pt x="26457" y="90968"/>
                  </a:cubicBezTo>
                  <a:cubicBezTo>
                    <a:pt x="30203" y="90968"/>
                    <a:pt x="39833" y="91369"/>
                    <a:pt x="43578" y="91369"/>
                  </a:cubicBezTo>
                  <a:cubicBezTo>
                    <a:pt x="44515" y="91369"/>
                    <a:pt x="46120" y="91369"/>
                    <a:pt x="46120" y="88696"/>
                  </a:cubicBezTo>
                  <a:cubicBezTo>
                    <a:pt x="46120" y="87226"/>
                    <a:pt x="44916" y="87226"/>
                    <a:pt x="42375" y="87226"/>
                  </a:cubicBezTo>
                  <a:cubicBezTo>
                    <a:pt x="42107" y="87226"/>
                    <a:pt x="39566" y="87226"/>
                    <a:pt x="37292" y="86958"/>
                  </a:cubicBezTo>
                  <a:cubicBezTo>
                    <a:pt x="34483" y="86691"/>
                    <a:pt x="33680" y="86424"/>
                    <a:pt x="33680" y="84820"/>
                  </a:cubicBezTo>
                  <a:cubicBezTo>
                    <a:pt x="33680" y="83884"/>
                    <a:pt x="34884" y="79206"/>
                    <a:pt x="35553" y="76400"/>
                  </a:cubicBezTo>
                  <a:lnTo>
                    <a:pt x="40234" y="57555"/>
                  </a:lnTo>
                  <a:cubicBezTo>
                    <a:pt x="40903" y="55015"/>
                    <a:pt x="41037" y="54614"/>
                    <a:pt x="42107" y="53412"/>
                  </a:cubicBezTo>
                  <a:lnTo>
                    <a:pt x="75279" y="1532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3" name="Freeform: Shape 752">
              <a:extLst>
                <a:ext uri="{FF2B5EF4-FFF2-40B4-BE49-F238E27FC236}">
                  <a16:creationId xmlns:a16="http://schemas.microsoft.com/office/drawing/2014/main" id="{5BB74068-7A54-474F-3E26-B29CE430A13E}"/>
                </a:ext>
              </a:extLst>
            </p:cNvPr>
            <p:cNvSpPr/>
            <p:nvPr>
              <p:custDataLst>
                <p:tags r:id="rId216"/>
              </p:custDataLst>
            </p:nvPr>
          </p:nvSpPr>
          <p:spPr>
            <a:xfrm>
              <a:off x="8644833" y="3358899"/>
              <a:ext cx="81725" cy="103313"/>
            </a:xfrm>
            <a:custGeom>
              <a:avLst/>
              <a:gdLst>
                <a:gd name="connsiteX0" fmla="*/ 79302 w 81725"/>
                <a:gd name="connsiteY0" fmla="*/ 5698 h 103313"/>
                <a:gd name="connsiteX1" fmla="*/ 81844 w 81725"/>
                <a:gd name="connsiteY1" fmla="*/ 2757 h 103313"/>
                <a:gd name="connsiteX2" fmla="*/ 79169 w 81725"/>
                <a:gd name="connsiteY2" fmla="*/ 84 h 103313"/>
                <a:gd name="connsiteX3" fmla="*/ 76761 w 81725"/>
                <a:gd name="connsiteY3" fmla="*/ 886 h 103313"/>
                <a:gd name="connsiteX4" fmla="*/ 2793 w 81725"/>
                <a:gd name="connsiteY4" fmla="*/ 35770 h 103313"/>
                <a:gd name="connsiteX5" fmla="*/ 118 w 81725"/>
                <a:gd name="connsiteY5" fmla="*/ 38844 h 103313"/>
                <a:gd name="connsiteX6" fmla="*/ 2793 w 81725"/>
                <a:gd name="connsiteY6" fmla="*/ 41784 h 103313"/>
                <a:gd name="connsiteX7" fmla="*/ 76761 w 81725"/>
                <a:gd name="connsiteY7" fmla="*/ 76533 h 103313"/>
                <a:gd name="connsiteX8" fmla="*/ 79169 w 81725"/>
                <a:gd name="connsiteY8" fmla="*/ 77469 h 103313"/>
                <a:gd name="connsiteX9" fmla="*/ 81844 w 81725"/>
                <a:gd name="connsiteY9" fmla="*/ 74796 h 103313"/>
                <a:gd name="connsiteX10" fmla="*/ 79035 w 81725"/>
                <a:gd name="connsiteY10" fmla="*/ 71722 h 103313"/>
                <a:gd name="connsiteX11" fmla="*/ 9080 w 81725"/>
                <a:gd name="connsiteY11" fmla="*/ 38844 h 103313"/>
                <a:gd name="connsiteX12" fmla="*/ 79302 w 81725"/>
                <a:gd name="connsiteY12" fmla="*/ 5698 h 103313"/>
                <a:gd name="connsiteX13" fmla="*/ 77162 w 81725"/>
                <a:gd name="connsiteY13" fmla="*/ 103398 h 103313"/>
                <a:gd name="connsiteX14" fmla="*/ 81844 w 81725"/>
                <a:gd name="connsiteY14" fmla="*/ 100724 h 103313"/>
                <a:gd name="connsiteX15" fmla="*/ 77028 w 81725"/>
                <a:gd name="connsiteY15" fmla="*/ 98051 h 103313"/>
                <a:gd name="connsiteX16" fmla="*/ 4933 w 81725"/>
                <a:gd name="connsiteY16" fmla="*/ 98051 h 103313"/>
                <a:gd name="connsiteX17" fmla="*/ 118 w 81725"/>
                <a:gd name="connsiteY17" fmla="*/ 100724 h 103313"/>
                <a:gd name="connsiteX18" fmla="*/ 4800 w 81725"/>
                <a:gd name="connsiteY18" fmla="*/ 103398 h 103313"/>
                <a:gd name="connsiteX19" fmla="*/ 77162 w 81725"/>
                <a:gd name="connsiteY19" fmla="*/ 103398 h 10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725" h="103313">
                  <a:moveTo>
                    <a:pt x="79302" y="5698"/>
                  </a:moveTo>
                  <a:cubicBezTo>
                    <a:pt x="80774" y="5030"/>
                    <a:pt x="81844" y="4361"/>
                    <a:pt x="81844" y="2757"/>
                  </a:cubicBezTo>
                  <a:cubicBezTo>
                    <a:pt x="81844" y="1287"/>
                    <a:pt x="80774" y="84"/>
                    <a:pt x="79169" y="84"/>
                  </a:cubicBezTo>
                  <a:cubicBezTo>
                    <a:pt x="78500" y="84"/>
                    <a:pt x="77296" y="619"/>
                    <a:pt x="76761" y="886"/>
                  </a:cubicBezTo>
                  <a:lnTo>
                    <a:pt x="2793" y="35770"/>
                  </a:lnTo>
                  <a:cubicBezTo>
                    <a:pt x="519" y="36839"/>
                    <a:pt x="118" y="37774"/>
                    <a:pt x="118" y="38844"/>
                  </a:cubicBezTo>
                  <a:cubicBezTo>
                    <a:pt x="118" y="40046"/>
                    <a:pt x="921" y="40982"/>
                    <a:pt x="2793" y="41784"/>
                  </a:cubicBezTo>
                  <a:lnTo>
                    <a:pt x="76761" y="76533"/>
                  </a:lnTo>
                  <a:cubicBezTo>
                    <a:pt x="78500" y="77469"/>
                    <a:pt x="78767" y="77469"/>
                    <a:pt x="79169" y="77469"/>
                  </a:cubicBezTo>
                  <a:cubicBezTo>
                    <a:pt x="80640" y="77469"/>
                    <a:pt x="81844" y="76266"/>
                    <a:pt x="81844" y="74796"/>
                  </a:cubicBezTo>
                  <a:cubicBezTo>
                    <a:pt x="81844" y="73593"/>
                    <a:pt x="81309" y="72791"/>
                    <a:pt x="79035" y="71722"/>
                  </a:cubicBezTo>
                  <a:lnTo>
                    <a:pt x="9080" y="38844"/>
                  </a:lnTo>
                  <a:lnTo>
                    <a:pt x="79302" y="5698"/>
                  </a:lnTo>
                  <a:close/>
                  <a:moveTo>
                    <a:pt x="77162" y="103398"/>
                  </a:moveTo>
                  <a:cubicBezTo>
                    <a:pt x="79436" y="103398"/>
                    <a:pt x="81844" y="103398"/>
                    <a:pt x="81844" y="100724"/>
                  </a:cubicBezTo>
                  <a:cubicBezTo>
                    <a:pt x="81844" y="98051"/>
                    <a:pt x="79035" y="98051"/>
                    <a:pt x="77028" y="98051"/>
                  </a:cubicBezTo>
                  <a:lnTo>
                    <a:pt x="4933" y="98051"/>
                  </a:lnTo>
                  <a:cubicBezTo>
                    <a:pt x="2927" y="98051"/>
                    <a:pt x="118" y="98051"/>
                    <a:pt x="118" y="100724"/>
                  </a:cubicBezTo>
                  <a:cubicBezTo>
                    <a:pt x="118" y="103398"/>
                    <a:pt x="2526" y="103398"/>
                    <a:pt x="4800" y="103398"/>
                  </a:cubicBezTo>
                  <a:lnTo>
                    <a:pt x="77162" y="1033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4" name="Freeform: Shape 753">
              <a:extLst>
                <a:ext uri="{FF2B5EF4-FFF2-40B4-BE49-F238E27FC236}">
                  <a16:creationId xmlns:a16="http://schemas.microsoft.com/office/drawing/2014/main" id="{079537B2-26CB-5F9F-F6C4-654F68CC6633}"/>
                </a:ext>
              </a:extLst>
            </p:cNvPr>
            <p:cNvSpPr/>
            <p:nvPr>
              <p:custDataLst>
                <p:tags r:id="rId217"/>
              </p:custDataLst>
            </p:nvPr>
          </p:nvSpPr>
          <p:spPr>
            <a:xfrm>
              <a:off x="8786824" y="3354889"/>
              <a:ext cx="44139" cy="89012"/>
            </a:xfrm>
            <a:custGeom>
              <a:avLst/>
              <a:gdLst>
                <a:gd name="connsiteX0" fmla="*/ 27549 w 44139"/>
                <a:gd name="connsiteY0" fmla="*/ 3559 h 89012"/>
                <a:gd name="connsiteX1" fmla="*/ 24472 w 44139"/>
                <a:gd name="connsiteY1" fmla="*/ 84 h 89012"/>
                <a:gd name="connsiteX2" fmla="*/ 129 w 44139"/>
                <a:gd name="connsiteY2" fmla="*/ 8638 h 89012"/>
                <a:gd name="connsiteX3" fmla="*/ 129 w 44139"/>
                <a:gd name="connsiteY3" fmla="*/ 12781 h 89012"/>
                <a:gd name="connsiteX4" fmla="*/ 17651 w 44139"/>
                <a:gd name="connsiteY4" fmla="*/ 9306 h 89012"/>
                <a:gd name="connsiteX5" fmla="*/ 17651 w 44139"/>
                <a:gd name="connsiteY5" fmla="*/ 78538 h 89012"/>
                <a:gd name="connsiteX6" fmla="*/ 5211 w 44139"/>
                <a:gd name="connsiteY6" fmla="*/ 84954 h 89012"/>
                <a:gd name="connsiteX7" fmla="*/ 931 w 44139"/>
                <a:gd name="connsiteY7" fmla="*/ 84954 h 89012"/>
                <a:gd name="connsiteX8" fmla="*/ 931 w 44139"/>
                <a:gd name="connsiteY8" fmla="*/ 89097 h 89012"/>
                <a:gd name="connsiteX9" fmla="*/ 22600 w 44139"/>
                <a:gd name="connsiteY9" fmla="*/ 88696 h 89012"/>
                <a:gd name="connsiteX10" fmla="*/ 44268 w 44139"/>
                <a:gd name="connsiteY10" fmla="*/ 89097 h 89012"/>
                <a:gd name="connsiteX11" fmla="*/ 44268 w 44139"/>
                <a:gd name="connsiteY11" fmla="*/ 84954 h 89012"/>
                <a:gd name="connsiteX12" fmla="*/ 39988 w 44139"/>
                <a:gd name="connsiteY12" fmla="*/ 84954 h 89012"/>
                <a:gd name="connsiteX13" fmla="*/ 27549 w 44139"/>
                <a:gd name="connsiteY13" fmla="*/ 78538 h 89012"/>
                <a:gd name="connsiteX14" fmla="*/ 27549 w 44139"/>
                <a:gd name="connsiteY14" fmla="*/ 3559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549" y="3559"/>
                  </a:moveTo>
                  <a:cubicBezTo>
                    <a:pt x="27549" y="352"/>
                    <a:pt x="27549" y="84"/>
                    <a:pt x="24472" y="84"/>
                  </a:cubicBezTo>
                  <a:cubicBezTo>
                    <a:pt x="16179" y="8638"/>
                    <a:pt x="4409" y="8638"/>
                    <a:pt x="129" y="8638"/>
                  </a:cubicBezTo>
                  <a:lnTo>
                    <a:pt x="129" y="12781"/>
                  </a:lnTo>
                  <a:cubicBezTo>
                    <a:pt x="2804" y="12781"/>
                    <a:pt x="10695" y="12781"/>
                    <a:pt x="17651" y="9306"/>
                  </a:cubicBezTo>
                  <a:lnTo>
                    <a:pt x="17651" y="78538"/>
                  </a:lnTo>
                  <a:cubicBezTo>
                    <a:pt x="17651" y="83350"/>
                    <a:pt x="17250" y="84954"/>
                    <a:pt x="5211" y="84954"/>
                  </a:cubicBezTo>
                  <a:lnTo>
                    <a:pt x="931" y="84954"/>
                  </a:lnTo>
                  <a:lnTo>
                    <a:pt x="931" y="89097"/>
                  </a:lnTo>
                  <a:cubicBezTo>
                    <a:pt x="5613" y="88696"/>
                    <a:pt x="17250" y="88696"/>
                    <a:pt x="22600" y="88696"/>
                  </a:cubicBezTo>
                  <a:cubicBezTo>
                    <a:pt x="27950" y="88696"/>
                    <a:pt x="39587" y="88696"/>
                    <a:pt x="44268" y="89097"/>
                  </a:cubicBezTo>
                  <a:lnTo>
                    <a:pt x="44268" y="84954"/>
                  </a:lnTo>
                  <a:lnTo>
                    <a:pt x="39988" y="84954"/>
                  </a:lnTo>
                  <a:cubicBezTo>
                    <a:pt x="27950" y="84954"/>
                    <a:pt x="27549" y="83483"/>
                    <a:pt x="27549" y="78538"/>
                  </a:cubicBezTo>
                  <a:lnTo>
                    <a:pt x="27549" y="355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5" name="Freeform: Shape 754">
              <a:extLst>
                <a:ext uri="{FF2B5EF4-FFF2-40B4-BE49-F238E27FC236}">
                  <a16:creationId xmlns:a16="http://schemas.microsoft.com/office/drawing/2014/main" id="{C1078978-529B-5760-7C8D-4977D0A53244}"/>
                </a:ext>
              </a:extLst>
            </p:cNvPr>
            <p:cNvSpPr/>
            <p:nvPr>
              <p:custDataLst>
                <p:tags r:id="rId218"/>
              </p:custDataLst>
            </p:nvPr>
          </p:nvSpPr>
          <p:spPr>
            <a:xfrm>
              <a:off x="8849422" y="3343663"/>
              <a:ext cx="31031" cy="133652"/>
            </a:xfrm>
            <a:custGeom>
              <a:avLst/>
              <a:gdLst>
                <a:gd name="connsiteX0" fmla="*/ 31165 w 31031"/>
                <a:gd name="connsiteY0" fmla="*/ 66910 h 133652"/>
                <a:gd name="connsiteX1" fmla="*/ 22337 w 31031"/>
                <a:gd name="connsiteY1" fmla="*/ 25211 h 133652"/>
                <a:gd name="connsiteX2" fmla="*/ 1471 w 31031"/>
                <a:gd name="connsiteY2" fmla="*/ 84 h 133652"/>
                <a:gd name="connsiteX3" fmla="*/ 134 w 31031"/>
                <a:gd name="connsiteY3" fmla="*/ 1421 h 133652"/>
                <a:gd name="connsiteX4" fmla="*/ 2675 w 31031"/>
                <a:gd name="connsiteY4" fmla="*/ 4495 h 133652"/>
                <a:gd name="connsiteX5" fmla="*/ 23407 w 31031"/>
                <a:gd name="connsiteY5" fmla="*/ 66910 h 133652"/>
                <a:gd name="connsiteX6" fmla="*/ 1872 w 31031"/>
                <a:gd name="connsiteY6" fmla="*/ 130128 h 133652"/>
                <a:gd name="connsiteX7" fmla="*/ 134 w 31031"/>
                <a:gd name="connsiteY7" fmla="*/ 132400 h 133652"/>
                <a:gd name="connsiteX8" fmla="*/ 1471 w 31031"/>
                <a:gd name="connsiteY8" fmla="*/ 133737 h 133652"/>
                <a:gd name="connsiteX9" fmla="*/ 22739 w 31031"/>
                <a:gd name="connsiteY9" fmla="*/ 107674 h 133652"/>
                <a:gd name="connsiteX10" fmla="*/ 31165 w 31031"/>
                <a:gd name="connsiteY10" fmla="*/ 66910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65" y="66910"/>
                  </a:moveTo>
                  <a:cubicBezTo>
                    <a:pt x="31165" y="56486"/>
                    <a:pt x="29694" y="40314"/>
                    <a:pt x="22337" y="25211"/>
                  </a:cubicBezTo>
                  <a:cubicBezTo>
                    <a:pt x="14312" y="8772"/>
                    <a:pt x="2809" y="84"/>
                    <a:pt x="1471" y="84"/>
                  </a:cubicBezTo>
                  <a:cubicBezTo>
                    <a:pt x="669" y="84"/>
                    <a:pt x="134" y="619"/>
                    <a:pt x="134" y="1421"/>
                  </a:cubicBezTo>
                  <a:cubicBezTo>
                    <a:pt x="134" y="1822"/>
                    <a:pt x="134" y="2089"/>
                    <a:pt x="2675" y="4495"/>
                  </a:cubicBezTo>
                  <a:cubicBezTo>
                    <a:pt x="15783" y="17726"/>
                    <a:pt x="23407" y="38977"/>
                    <a:pt x="23407" y="66910"/>
                  </a:cubicBezTo>
                  <a:cubicBezTo>
                    <a:pt x="23407" y="89765"/>
                    <a:pt x="18458" y="113288"/>
                    <a:pt x="1872" y="130128"/>
                  </a:cubicBezTo>
                  <a:cubicBezTo>
                    <a:pt x="134" y="131732"/>
                    <a:pt x="134" y="131999"/>
                    <a:pt x="134" y="132400"/>
                  </a:cubicBezTo>
                  <a:cubicBezTo>
                    <a:pt x="134" y="133202"/>
                    <a:pt x="669" y="133737"/>
                    <a:pt x="1471" y="133737"/>
                  </a:cubicBezTo>
                  <a:cubicBezTo>
                    <a:pt x="2809" y="133737"/>
                    <a:pt x="14847" y="124648"/>
                    <a:pt x="22739" y="107674"/>
                  </a:cubicBezTo>
                  <a:cubicBezTo>
                    <a:pt x="29560" y="92973"/>
                    <a:pt x="31165" y="78137"/>
                    <a:pt x="31165" y="6691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6" name="Freeform: Shape 755">
              <a:extLst>
                <a:ext uri="{FF2B5EF4-FFF2-40B4-BE49-F238E27FC236}">
                  <a16:creationId xmlns:a16="http://schemas.microsoft.com/office/drawing/2014/main" id="{9ED92825-E5D8-E403-BB60-00BB82EFA8D5}"/>
                </a:ext>
              </a:extLst>
            </p:cNvPr>
            <p:cNvSpPr/>
            <p:nvPr>
              <p:custDataLst>
                <p:tags r:id="rId219"/>
              </p:custDataLst>
            </p:nvPr>
          </p:nvSpPr>
          <p:spPr>
            <a:xfrm>
              <a:off x="8311190" y="3498232"/>
              <a:ext cx="604167" cy="5345"/>
            </a:xfrm>
            <a:custGeom>
              <a:avLst/>
              <a:gdLst>
                <a:gd name="connsiteX0" fmla="*/ 0 w 604167"/>
                <a:gd name="connsiteY0" fmla="*/ 0 h 5345"/>
                <a:gd name="connsiteX1" fmla="*/ 604167 w 604167"/>
                <a:gd name="connsiteY1" fmla="*/ 0 h 5345"/>
                <a:gd name="connsiteX2" fmla="*/ 604167 w 604167"/>
                <a:gd name="connsiteY2" fmla="*/ 5346 h 5345"/>
                <a:gd name="connsiteX3" fmla="*/ 0 w 604167"/>
                <a:gd name="connsiteY3" fmla="*/ 5346 h 5345"/>
              </a:gdLst>
              <a:ahLst/>
              <a:cxnLst>
                <a:cxn ang="0">
                  <a:pos x="connsiteX0" y="connsiteY0"/>
                </a:cxn>
                <a:cxn ang="0">
                  <a:pos x="connsiteX1" y="connsiteY1"/>
                </a:cxn>
                <a:cxn ang="0">
                  <a:pos x="connsiteX2" y="connsiteY2"/>
                </a:cxn>
                <a:cxn ang="0">
                  <a:pos x="connsiteX3" y="connsiteY3"/>
                </a:cxn>
              </a:cxnLst>
              <a:rect l="l" t="t" r="r" b="b"/>
              <a:pathLst>
                <a:path w="604167" h="5345">
                  <a:moveTo>
                    <a:pt x="0" y="0"/>
                  </a:moveTo>
                  <a:lnTo>
                    <a:pt x="604167" y="0"/>
                  </a:lnTo>
                  <a:lnTo>
                    <a:pt x="604167" y="5346"/>
                  </a:lnTo>
                  <a:lnTo>
                    <a:pt x="0" y="534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7" name="Freeform: Shape 756">
              <a:extLst>
                <a:ext uri="{FF2B5EF4-FFF2-40B4-BE49-F238E27FC236}">
                  <a16:creationId xmlns:a16="http://schemas.microsoft.com/office/drawing/2014/main" id="{4F64558E-7E05-0694-B7AB-85A0DB7D4C69}"/>
                </a:ext>
              </a:extLst>
            </p:cNvPr>
            <p:cNvSpPr/>
            <p:nvPr>
              <p:custDataLst>
                <p:tags r:id="rId220"/>
              </p:custDataLst>
            </p:nvPr>
          </p:nvSpPr>
          <p:spPr>
            <a:xfrm>
              <a:off x="8356639" y="3519675"/>
              <a:ext cx="35713" cy="20582"/>
            </a:xfrm>
            <a:custGeom>
              <a:avLst/>
              <a:gdLst>
                <a:gd name="connsiteX0" fmla="*/ 18020 w 35713"/>
                <a:gd name="connsiteY0" fmla="*/ 97 h 20582"/>
                <a:gd name="connsiteX1" fmla="*/ 96 w 35713"/>
                <a:gd name="connsiteY1" fmla="*/ 18274 h 20582"/>
                <a:gd name="connsiteX2" fmla="*/ 2504 w 35713"/>
                <a:gd name="connsiteY2" fmla="*/ 20679 h 20582"/>
                <a:gd name="connsiteX3" fmla="*/ 18020 w 35713"/>
                <a:gd name="connsiteY3" fmla="*/ 7047 h 20582"/>
                <a:gd name="connsiteX4" fmla="*/ 33402 w 35713"/>
                <a:gd name="connsiteY4" fmla="*/ 20679 h 20582"/>
                <a:gd name="connsiteX5" fmla="*/ 35809 w 35713"/>
                <a:gd name="connsiteY5" fmla="*/ 18274 h 20582"/>
                <a:gd name="connsiteX6" fmla="*/ 18020 w 35713"/>
                <a:gd name="connsiteY6" fmla="*/ 97 h 2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13" h="20582">
                  <a:moveTo>
                    <a:pt x="18020" y="97"/>
                  </a:moveTo>
                  <a:lnTo>
                    <a:pt x="96" y="18274"/>
                  </a:lnTo>
                  <a:lnTo>
                    <a:pt x="2504" y="20679"/>
                  </a:lnTo>
                  <a:lnTo>
                    <a:pt x="18020" y="7047"/>
                  </a:lnTo>
                  <a:lnTo>
                    <a:pt x="33402" y="20679"/>
                  </a:lnTo>
                  <a:lnTo>
                    <a:pt x="35809" y="18274"/>
                  </a:lnTo>
                  <a:lnTo>
                    <a:pt x="18020" y="9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8" name="Freeform: Shape 757">
              <a:extLst>
                <a:ext uri="{FF2B5EF4-FFF2-40B4-BE49-F238E27FC236}">
                  <a16:creationId xmlns:a16="http://schemas.microsoft.com/office/drawing/2014/main" id="{CD6EACBD-3C91-2FD7-86E7-66F7E26E95BD}"/>
                </a:ext>
              </a:extLst>
            </p:cNvPr>
            <p:cNvSpPr/>
            <p:nvPr>
              <p:custDataLst>
                <p:tags r:id="rId221"/>
              </p:custDataLst>
            </p:nvPr>
          </p:nvSpPr>
          <p:spPr>
            <a:xfrm>
              <a:off x="8316540" y="3554929"/>
              <a:ext cx="95502" cy="91284"/>
            </a:xfrm>
            <a:custGeom>
              <a:avLst/>
              <a:gdLst>
                <a:gd name="connsiteX0" fmla="*/ 35272 w 95502"/>
                <a:gd name="connsiteY0" fmla="*/ 49150 h 91284"/>
                <a:gd name="connsiteX1" fmla="*/ 58011 w 95502"/>
                <a:gd name="connsiteY1" fmla="*/ 49150 h 91284"/>
                <a:gd name="connsiteX2" fmla="*/ 95597 w 95502"/>
                <a:gd name="connsiteY2" fmla="*/ 20281 h 91284"/>
                <a:gd name="connsiteX3" fmla="*/ 69247 w 95502"/>
                <a:gd name="connsiteY3" fmla="*/ 99 h 91284"/>
                <a:gd name="connsiteX4" fmla="*/ 25909 w 95502"/>
                <a:gd name="connsiteY4" fmla="*/ 99 h 91284"/>
                <a:gd name="connsiteX5" fmla="*/ 21896 w 95502"/>
                <a:gd name="connsiteY5" fmla="*/ 2639 h 91284"/>
                <a:gd name="connsiteX6" fmla="*/ 25775 w 95502"/>
                <a:gd name="connsiteY6" fmla="*/ 4243 h 91284"/>
                <a:gd name="connsiteX7" fmla="*/ 31527 w 95502"/>
                <a:gd name="connsiteY7" fmla="*/ 4510 h 91284"/>
                <a:gd name="connsiteX8" fmla="*/ 34470 w 95502"/>
                <a:gd name="connsiteY8" fmla="*/ 6648 h 91284"/>
                <a:gd name="connsiteX9" fmla="*/ 33935 w 95502"/>
                <a:gd name="connsiteY9" fmla="*/ 9188 h 91284"/>
                <a:gd name="connsiteX10" fmla="*/ 16011 w 95502"/>
                <a:gd name="connsiteY10" fmla="*/ 80959 h 91284"/>
                <a:gd name="connsiteX11" fmla="*/ 3839 w 95502"/>
                <a:gd name="connsiteY11" fmla="*/ 87241 h 91284"/>
                <a:gd name="connsiteX12" fmla="*/ 94 w 95502"/>
                <a:gd name="connsiteY12" fmla="*/ 89780 h 91284"/>
                <a:gd name="connsiteX13" fmla="*/ 2100 w 95502"/>
                <a:gd name="connsiteY13" fmla="*/ 91384 h 91284"/>
                <a:gd name="connsiteX14" fmla="*/ 19088 w 95502"/>
                <a:gd name="connsiteY14" fmla="*/ 90983 h 91284"/>
                <a:gd name="connsiteX15" fmla="*/ 27648 w 95502"/>
                <a:gd name="connsiteY15" fmla="*/ 91117 h 91284"/>
                <a:gd name="connsiteX16" fmla="*/ 36342 w 95502"/>
                <a:gd name="connsiteY16" fmla="*/ 91384 h 91284"/>
                <a:gd name="connsiteX17" fmla="*/ 39017 w 95502"/>
                <a:gd name="connsiteY17" fmla="*/ 88711 h 91284"/>
                <a:gd name="connsiteX18" fmla="*/ 35272 w 95502"/>
                <a:gd name="connsiteY18" fmla="*/ 87241 h 91284"/>
                <a:gd name="connsiteX19" fmla="*/ 26578 w 95502"/>
                <a:gd name="connsiteY19" fmla="*/ 84835 h 91284"/>
                <a:gd name="connsiteX20" fmla="*/ 26979 w 95502"/>
                <a:gd name="connsiteY20" fmla="*/ 82563 h 91284"/>
                <a:gd name="connsiteX21" fmla="*/ 35272 w 95502"/>
                <a:gd name="connsiteY21" fmla="*/ 49150 h 91284"/>
                <a:gd name="connsiteX22" fmla="*/ 44903 w 95502"/>
                <a:gd name="connsiteY22" fmla="*/ 9321 h 91284"/>
                <a:gd name="connsiteX23" fmla="*/ 52126 w 95502"/>
                <a:gd name="connsiteY23" fmla="*/ 4243 h 91284"/>
                <a:gd name="connsiteX24" fmla="*/ 64966 w 95502"/>
                <a:gd name="connsiteY24" fmla="*/ 4243 h 91284"/>
                <a:gd name="connsiteX25" fmla="*/ 83157 w 95502"/>
                <a:gd name="connsiteY25" fmla="*/ 17073 h 91284"/>
                <a:gd name="connsiteX26" fmla="*/ 75266 w 95502"/>
                <a:gd name="connsiteY26" fmla="*/ 38591 h 91284"/>
                <a:gd name="connsiteX27" fmla="*/ 54667 w 95502"/>
                <a:gd name="connsiteY27" fmla="*/ 45675 h 91284"/>
                <a:gd name="connsiteX28" fmla="*/ 35807 w 95502"/>
                <a:gd name="connsiteY28" fmla="*/ 45675 h 91284"/>
                <a:gd name="connsiteX29" fmla="*/ 44903 w 95502"/>
                <a:gd name="connsiteY29" fmla="*/ 9321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5502" h="91284">
                  <a:moveTo>
                    <a:pt x="35272" y="49150"/>
                  </a:moveTo>
                  <a:lnTo>
                    <a:pt x="58011" y="49150"/>
                  </a:lnTo>
                  <a:cubicBezTo>
                    <a:pt x="77004" y="49150"/>
                    <a:pt x="95597" y="35250"/>
                    <a:pt x="95597" y="20281"/>
                  </a:cubicBezTo>
                  <a:cubicBezTo>
                    <a:pt x="95597" y="9990"/>
                    <a:pt x="86769" y="99"/>
                    <a:pt x="69247" y="99"/>
                  </a:cubicBezTo>
                  <a:lnTo>
                    <a:pt x="25909" y="99"/>
                  </a:lnTo>
                  <a:cubicBezTo>
                    <a:pt x="23368" y="99"/>
                    <a:pt x="21896" y="99"/>
                    <a:pt x="21896" y="2639"/>
                  </a:cubicBezTo>
                  <a:cubicBezTo>
                    <a:pt x="21896" y="4243"/>
                    <a:pt x="23100" y="4243"/>
                    <a:pt x="25775" y="4243"/>
                  </a:cubicBezTo>
                  <a:cubicBezTo>
                    <a:pt x="27514" y="4243"/>
                    <a:pt x="29922" y="4376"/>
                    <a:pt x="31527" y="4510"/>
                  </a:cubicBezTo>
                  <a:cubicBezTo>
                    <a:pt x="33667" y="4777"/>
                    <a:pt x="34470" y="5178"/>
                    <a:pt x="34470" y="6648"/>
                  </a:cubicBezTo>
                  <a:cubicBezTo>
                    <a:pt x="34470" y="7183"/>
                    <a:pt x="34336" y="7584"/>
                    <a:pt x="33935" y="9188"/>
                  </a:cubicBezTo>
                  <a:lnTo>
                    <a:pt x="16011" y="80959"/>
                  </a:lnTo>
                  <a:cubicBezTo>
                    <a:pt x="14674" y="86171"/>
                    <a:pt x="14406" y="87241"/>
                    <a:pt x="3839" y="87241"/>
                  </a:cubicBezTo>
                  <a:cubicBezTo>
                    <a:pt x="1565" y="87241"/>
                    <a:pt x="94" y="87241"/>
                    <a:pt x="94" y="89780"/>
                  </a:cubicBezTo>
                  <a:cubicBezTo>
                    <a:pt x="94" y="91384"/>
                    <a:pt x="1699" y="91384"/>
                    <a:pt x="2100" y="91384"/>
                  </a:cubicBezTo>
                  <a:cubicBezTo>
                    <a:pt x="5846" y="91384"/>
                    <a:pt x="15342" y="90983"/>
                    <a:pt x="19088" y="90983"/>
                  </a:cubicBezTo>
                  <a:cubicBezTo>
                    <a:pt x="21896" y="90983"/>
                    <a:pt x="24839" y="91117"/>
                    <a:pt x="27648" y="91117"/>
                  </a:cubicBezTo>
                  <a:cubicBezTo>
                    <a:pt x="30591" y="91117"/>
                    <a:pt x="33533" y="91384"/>
                    <a:pt x="36342" y="91384"/>
                  </a:cubicBezTo>
                  <a:cubicBezTo>
                    <a:pt x="37279" y="91384"/>
                    <a:pt x="39017" y="91384"/>
                    <a:pt x="39017" y="88711"/>
                  </a:cubicBezTo>
                  <a:cubicBezTo>
                    <a:pt x="39017" y="87241"/>
                    <a:pt x="37814" y="87241"/>
                    <a:pt x="35272" y="87241"/>
                  </a:cubicBezTo>
                  <a:cubicBezTo>
                    <a:pt x="30323" y="87241"/>
                    <a:pt x="26578" y="87241"/>
                    <a:pt x="26578" y="84835"/>
                  </a:cubicBezTo>
                  <a:cubicBezTo>
                    <a:pt x="26578" y="84033"/>
                    <a:pt x="26845" y="83365"/>
                    <a:pt x="26979" y="82563"/>
                  </a:cubicBezTo>
                  <a:lnTo>
                    <a:pt x="35272" y="49150"/>
                  </a:lnTo>
                  <a:close/>
                  <a:moveTo>
                    <a:pt x="44903" y="9321"/>
                  </a:moveTo>
                  <a:cubicBezTo>
                    <a:pt x="46107" y="4644"/>
                    <a:pt x="46374" y="4243"/>
                    <a:pt x="52126" y="4243"/>
                  </a:cubicBezTo>
                  <a:lnTo>
                    <a:pt x="64966" y="4243"/>
                  </a:lnTo>
                  <a:cubicBezTo>
                    <a:pt x="76068" y="4243"/>
                    <a:pt x="83157" y="7851"/>
                    <a:pt x="83157" y="17073"/>
                  </a:cubicBezTo>
                  <a:cubicBezTo>
                    <a:pt x="83157" y="22286"/>
                    <a:pt x="80482" y="33780"/>
                    <a:pt x="75266" y="38591"/>
                  </a:cubicBezTo>
                  <a:cubicBezTo>
                    <a:pt x="68578" y="44606"/>
                    <a:pt x="60552" y="45675"/>
                    <a:pt x="54667" y="45675"/>
                  </a:cubicBezTo>
                  <a:lnTo>
                    <a:pt x="35807" y="45675"/>
                  </a:lnTo>
                  <a:lnTo>
                    <a:pt x="44903" y="932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59" name="Freeform: Shape 758">
              <a:extLst>
                <a:ext uri="{FF2B5EF4-FFF2-40B4-BE49-F238E27FC236}">
                  <a16:creationId xmlns:a16="http://schemas.microsoft.com/office/drawing/2014/main" id="{272B15B5-2252-D360-CADF-D9687CB59716}"/>
                </a:ext>
              </a:extLst>
            </p:cNvPr>
            <p:cNvSpPr/>
            <p:nvPr>
              <p:custDataLst>
                <p:tags r:id="rId222"/>
              </p:custDataLst>
            </p:nvPr>
          </p:nvSpPr>
          <p:spPr>
            <a:xfrm>
              <a:off x="8428883" y="3545975"/>
              <a:ext cx="31031" cy="133652"/>
            </a:xfrm>
            <a:custGeom>
              <a:avLst/>
              <a:gdLst>
                <a:gd name="connsiteX0" fmla="*/ 31134 w 31031"/>
                <a:gd name="connsiteY0" fmla="*/ 132415 h 133652"/>
                <a:gd name="connsiteX1" fmla="*/ 28860 w 31031"/>
                <a:gd name="connsiteY1" fmla="*/ 129475 h 133652"/>
                <a:gd name="connsiteX2" fmla="*/ 7860 w 31031"/>
                <a:gd name="connsiteY2" fmla="*/ 66926 h 133652"/>
                <a:gd name="connsiteX3" fmla="*/ 29395 w 31031"/>
                <a:gd name="connsiteY3" fmla="*/ 3708 h 133652"/>
                <a:gd name="connsiteX4" fmla="*/ 31134 w 31031"/>
                <a:gd name="connsiteY4" fmla="*/ 1436 h 133652"/>
                <a:gd name="connsiteX5" fmla="*/ 29796 w 31031"/>
                <a:gd name="connsiteY5" fmla="*/ 99 h 133652"/>
                <a:gd name="connsiteX6" fmla="*/ 8529 w 31031"/>
                <a:gd name="connsiteY6" fmla="*/ 26162 h 133652"/>
                <a:gd name="connsiteX7" fmla="*/ 102 w 31031"/>
                <a:gd name="connsiteY7" fmla="*/ 66926 h 133652"/>
                <a:gd name="connsiteX8" fmla="*/ 8930 w 31031"/>
                <a:gd name="connsiteY8" fmla="*/ 108625 h 133652"/>
                <a:gd name="connsiteX9" fmla="*/ 29796 w 31031"/>
                <a:gd name="connsiteY9" fmla="*/ 133752 h 133652"/>
                <a:gd name="connsiteX10" fmla="*/ 31134 w 31031"/>
                <a:gd name="connsiteY10" fmla="*/ 132415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34" y="132415"/>
                  </a:moveTo>
                  <a:cubicBezTo>
                    <a:pt x="31134" y="132014"/>
                    <a:pt x="31134" y="131747"/>
                    <a:pt x="28860" y="129475"/>
                  </a:cubicBezTo>
                  <a:cubicBezTo>
                    <a:pt x="12140" y="112635"/>
                    <a:pt x="7860" y="87374"/>
                    <a:pt x="7860" y="66926"/>
                  </a:cubicBezTo>
                  <a:cubicBezTo>
                    <a:pt x="7860" y="43670"/>
                    <a:pt x="12943" y="20415"/>
                    <a:pt x="29395" y="3708"/>
                  </a:cubicBezTo>
                  <a:cubicBezTo>
                    <a:pt x="31134" y="2104"/>
                    <a:pt x="31134" y="1837"/>
                    <a:pt x="31134" y="1436"/>
                  </a:cubicBezTo>
                  <a:cubicBezTo>
                    <a:pt x="31134" y="500"/>
                    <a:pt x="30598" y="99"/>
                    <a:pt x="29796" y="99"/>
                  </a:cubicBezTo>
                  <a:cubicBezTo>
                    <a:pt x="28458" y="99"/>
                    <a:pt x="16420" y="9188"/>
                    <a:pt x="8529" y="26162"/>
                  </a:cubicBezTo>
                  <a:cubicBezTo>
                    <a:pt x="1707" y="40863"/>
                    <a:pt x="102" y="55699"/>
                    <a:pt x="102" y="66926"/>
                  </a:cubicBezTo>
                  <a:cubicBezTo>
                    <a:pt x="102" y="77350"/>
                    <a:pt x="1573" y="93522"/>
                    <a:pt x="8930" y="108625"/>
                  </a:cubicBezTo>
                  <a:cubicBezTo>
                    <a:pt x="16955" y="125064"/>
                    <a:pt x="28458" y="133752"/>
                    <a:pt x="29796" y="133752"/>
                  </a:cubicBezTo>
                  <a:cubicBezTo>
                    <a:pt x="30598" y="133752"/>
                    <a:pt x="31134" y="133351"/>
                    <a:pt x="31134" y="13241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0" name="Freeform: Shape 759">
              <a:extLst>
                <a:ext uri="{FF2B5EF4-FFF2-40B4-BE49-F238E27FC236}">
                  <a16:creationId xmlns:a16="http://schemas.microsoft.com/office/drawing/2014/main" id="{E92BA7CC-B69B-1A32-D44D-713F0167DE2A}"/>
                </a:ext>
              </a:extLst>
            </p:cNvPr>
            <p:cNvSpPr/>
            <p:nvPr>
              <p:custDataLst>
                <p:tags r:id="rId223"/>
              </p:custDataLst>
            </p:nvPr>
          </p:nvSpPr>
          <p:spPr>
            <a:xfrm>
              <a:off x="8472339" y="3554929"/>
              <a:ext cx="97241" cy="91284"/>
            </a:xfrm>
            <a:custGeom>
              <a:avLst/>
              <a:gdLst>
                <a:gd name="connsiteX0" fmla="*/ 75277 w 97241"/>
                <a:gd name="connsiteY0" fmla="*/ 15336 h 91284"/>
                <a:gd name="connsiteX1" fmla="*/ 77150 w 97241"/>
                <a:gd name="connsiteY1" fmla="*/ 13465 h 91284"/>
                <a:gd name="connsiteX2" fmla="*/ 94672 w 97241"/>
                <a:gd name="connsiteY2" fmla="*/ 4243 h 91284"/>
                <a:gd name="connsiteX3" fmla="*/ 97347 w 97241"/>
                <a:gd name="connsiteY3" fmla="*/ 1703 h 91284"/>
                <a:gd name="connsiteX4" fmla="*/ 95608 w 97241"/>
                <a:gd name="connsiteY4" fmla="*/ 99 h 91284"/>
                <a:gd name="connsiteX5" fmla="*/ 84640 w 97241"/>
                <a:gd name="connsiteY5" fmla="*/ 500 h 91284"/>
                <a:gd name="connsiteX6" fmla="*/ 71265 w 97241"/>
                <a:gd name="connsiteY6" fmla="*/ 99 h 91284"/>
                <a:gd name="connsiteX7" fmla="*/ 68723 w 97241"/>
                <a:gd name="connsiteY7" fmla="*/ 2639 h 91284"/>
                <a:gd name="connsiteX8" fmla="*/ 70730 w 97241"/>
                <a:gd name="connsiteY8" fmla="*/ 4243 h 91284"/>
                <a:gd name="connsiteX9" fmla="*/ 75545 w 97241"/>
                <a:gd name="connsiteY9" fmla="*/ 7317 h 91284"/>
                <a:gd name="connsiteX10" fmla="*/ 71933 w 97241"/>
                <a:gd name="connsiteY10" fmla="*/ 13732 h 91284"/>
                <a:gd name="connsiteX11" fmla="*/ 40902 w 97241"/>
                <a:gd name="connsiteY11" fmla="*/ 49417 h 91284"/>
                <a:gd name="connsiteX12" fmla="*/ 26188 w 97241"/>
                <a:gd name="connsiteY12" fmla="*/ 9722 h 91284"/>
                <a:gd name="connsiteX13" fmla="*/ 25386 w 97241"/>
                <a:gd name="connsiteY13" fmla="*/ 7450 h 91284"/>
                <a:gd name="connsiteX14" fmla="*/ 33277 w 97241"/>
                <a:gd name="connsiteY14" fmla="*/ 4243 h 91284"/>
                <a:gd name="connsiteX15" fmla="*/ 36488 w 97241"/>
                <a:gd name="connsiteY15" fmla="*/ 1570 h 91284"/>
                <a:gd name="connsiteX16" fmla="*/ 34481 w 97241"/>
                <a:gd name="connsiteY16" fmla="*/ 99 h 91284"/>
                <a:gd name="connsiteX17" fmla="*/ 17628 w 97241"/>
                <a:gd name="connsiteY17" fmla="*/ 500 h 91284"/>
                <a:gd name="connsiteX18" fmla="*/ 2647 w 97241"/>
                <a:gd name="connsiteY18" fmla="*/ 99 h 91284"/>
                <a:gd name="connsiteX19" fmla="*/ 106 w 97241"/>
                <a:gd name="connsiteY19" fmla="*/ 2773 h 91284"/>
                <a:gd name="connsiteX20" fmla="*/ 3182 w 97241"/>
                <a:gd name="connsiteY20" fmla="*/ 4243 h 91284"/>
                <a:gd name="connsiteX21" fmla="*/ 12946 w 97241"/>
                <a:gd name="connsiteY21" fmla="*/ 8787 h 91284"/>
                <a:gd name="connsiteX22" fmla="*/ 29399 w 97241"/>
                <a:gd name="connsiteY22" fmla="*/ 52758 h 91284"/>
                <a:gd name="connsiteX23" fmla="*/ 29934 w 97241"/>
                <a:gd name="connsiteY23" fmla="*/ 55031 h 91284"/>
                <a:gd name="connsiteX24" fmla="*/ 23914 w 97241"/>
                <a:gd name="connsiteY24" fmla="*/ 79355 h 91284"/>
                <a:gd name="connsiteX25" fmla="*/ 11341 w 97241"/>
                <a:gd name="connsiteY25" fmla="*/ 87241 h 91284"/>
                <a:gd name="connsiteX26" fmla="*/ 7730 w 97241"/>
                <a:gd name="connsiteY26" fmla="*/ 89914 h 91284"/>
                <a:gd name="connsiteX27" fmla="*/ 9602 w 97241"/>
                <a:gd name="connsiteY27" fmla="*/ 91384 h 91284"/>
                <a:gd name="connsiteX28" fmla="*/ 26456 w 97241"/>
                <a:gd name="connsiteY28" fmla="*/ 90983 h 91284"/>
                <a:gd name="connsiteX29" fmla="*/ 43577 w 97241"/>
                <a:gd name="connsiteY29" fmla="*/ 91384 h 91284"/>
                <a:gd name="connsiteX30" fmla="*/ 46118 w 97241"/>
                <a:gd name="connsiteY30" fmla="*/ 88711 h 91284"/>
                <a:gd name="connsiteX31" fmla="*/ 42373 w 97241"/>
                <a:gd name="connsiteY31" fmla="*/ 87241 h 91284"/>
                <a:gd name="connsiteX32" fmla="*/ 37290 w 97241"/>
                <a:gd name="connsiteY32" fmla="*/ 86973 h 91284"/>
                <a:gd name="connsiteX33" fmla="*/ 33679 w 97241"/>
                <a:gd name="connsiteY33" fmla="*/ 84835 h 91284"/>
                <a:gd name="connsiteX34" fmla="*/ 35551 w 97241"/>
                <a:gd name="connsiteY34" fmla="*/ 76415 h 91284"/>
                <a:gd name="connsiteX35" fmla="*/ 40233 w 97241"/>
                <a:gd name="connsiteY35" fmla="*/ 57570 h 91284"/>
                <a:gd name="connsiteX36" fmla="*/ 42105 w 97241"/>
                <a:gd name="connsiteY36" fmla="*/ 53427 h 91284"/>
                <a:gd name="connsiteX37" fmla="*/ 75277 w 97241"/>
                <a:gd name="connsiteY37" fmla="*/ 15336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7241" h="91284">
                  <a:moveTo>
                    <a:pt x="75277" y="15336"/>
                  </a:moveTo>
                  <a:lnTo>
                    <a:pt x="77150" y="13465"/>
                  </a:lnTo>
                  <a:cubicBezTo>
                    <a:pt x="81163" y="9455"/>
                    <a:pt x="85577" y="4911"/>
                    <a:pt x="94672" y="4243"/>
                  </a:cubicBezTo>
                  <a:cubicBezTo>
                    <a:pt x="96143" y="4109"/>
                    <a:pt x="97347" y="4109"/>
                    <a:pt x="97347" y="1703"/>
                  </a:cubicBezTo>
                  <a:cubicBezTo>
                    <a:pt x="97347" y="634"/>
                    <a:pt x="96678" y="99"/>
                    <a:pt x="95608" y="99"/>
                  </a:cubicBezTo>
                  <a:cubicBezTo>
                    <a:pt x="92131" y="99"/>
                    <a:pt x="88252" y="500"/>
                    <a:pt x="84640" y="500"/>
                  </a:cubicBezTo>
                  <a:cubicBezTo>
                    <a:pt x="80226" y="500"/>
                    <a:pt x="75545" y="99"/>
                    <a:pt x="71265" y="99"/>
                  </a:cubicBezTo>
                  <a:cubicBezTo>
                    <a:pt x="70462" y="99"/>
                    <a:pt x="68723" y="99"/>
                    <a:pt x="68723" y="2639"/>
                  </a:cubicBezTo>
                  <a:cubicBezTo>
                    <a:pt x="68723" y="4109"/>
                    <a:pt x="70061" y="4243"/>
                    <a:pt x="70730" y="4243"/>
                  </a:cubicBezTo>
                  <a:cubicBezTo>
                    <a:pt x="71666" y="4243"/>
                    <a:pt x="75545" y="4510"/>
                    <a:pt x="75545" y="7317"/>
                  </a:cubicBezTo>
                  <a:cubicBezTo>
                    <a:pt x="75545" y="9589"/>
                    <a:pt x="72468" y="13064"/>
                    <a:pt x="71933" y="13732"/>
                  </a:cubicBezTo>
                  <a:lnTo>
                    <a:pt x="40902" y="49417"/>
                  </a:lnTo>
                  <a:lnTo>
                    <a:pt x="26188" y="9722"/>
                  </a:lnTo>
                  <a:cubicBezTo>
                    <a:pt x="25386" y="7851"/>
                    <a:pt x="25386" y="7584"/>
                    <a:pt x="25386" y="7450"/>
                  </a:cubicBezTo>
                  <a:cubicBezTo>
                    <a:pt x="25386" y="4243"/>
                    <a:pt x="31940" y="4243"/>
                    <a:pt x="33277" y="4243"/>
                  </a:cubicBezTo>
                  <a:cubicBezTo>
                    <a:pt x="35150" y="4243"/>
                    <a:pt x="36488" y="4243"/>
                    <a:pt x="36488" y="1570"/>
                  </a:cubicBezTo>
                  <a:cubicBezTo>
                    <a:pt x="36488" y="99"/>
                    <a:pt x="34883" y="99"/>
                    <a:pt x="34481" y="99"/>
                  </a:cubicBezTo>
                  <a:cubicBezTo>
                    <a:pt x="30736" y="99"/>
                    <a:pt x="21373" y="500"/>
                    <a:pt x="17628" y="500"/>
                  </a:cubicBezTo>
                  <a:cubicBezTo>
                    <a:pt x="14284" y="500"/>
                    <a:pt x="5991" y="99"/>
                    <a:pt x="2647" y="99"/>
                  </a:cubicBezTo>
                  <a:cubicBezTo>
                    <a:pt x="1845" y="99"/>
                    <a:pt x="106" y="99"/>
                    <a:pt x="106" y="2773"/>
                  </a:cubicBezTo>
                  <a:cubicBezTo>
                    <a:pt x="106" y="4243"/>
                    <a:pt x="1443" y="4243"/>
                    <a:pt x="3182" y="4243"/>
                  </a:cubicBezTo>
                  <a:cubicBezTo>
                    <a:pt x="11208" y="4243"/>
                    <a:pt x="11743" y="5446"/>
                    <a:pt x="12946" y="8787"/>
                  </a:cubicBezTo>
                  <a:lnTo>
                    <a:pt x="29399" y="52758"/>
                  </a:lnTo>
                  <a:cubicBezTo>
                    <a:pt x="29532" y="53159"/>
                    <a:pt x="29934" y="54630"/>
                    <a:pt x="29934" y="55031"/>
                  </a:cubicBezTo>
                  <a:cubicBezTo>
                    <a:pt x="29934" y="55431"/>
                    <a:pt x="24583" y="76949"/>
                    <a:pt x="23914" y="79355"/>
                  </a:cubicBezTo>
                  <a:cubicBezTo>
                    <a:pt x="22176" y="86706"/>
                    <a:pt x="22042" y="87107"/>
                    <a:pt x="11341" y="87241"/>
                  </a:cubicBezTo>
                  <a:cubicBezTo>
                    <a:pt x="8800" y="87241"/>
                    <a:pt x="7730" y="87241"/>
                    <a:pt x="7730" y="89914"/>
                  </a:cubicBezTo>
                  <a:cubicBezTo>
                    <a:pt x="7730" y="91384"/>
                    <a:pt x="9335" y="91384"/>
                    <a:pt x="9602" y="91384"/>
                  </a:cubicBezTo>
                  <a:cubicBezTo>
                    <a:pt x="13348" y="91384"/>
                    <a:pt x="22711" y="90983"/>
                    <a:pt x="26456" y="90983"/>
                  </a:cubicBezTo>
                  <a:cubicBezTo>
                    <a:pt x="30201" y="90983"/>
                    <a:pt x="39832" y="91384"/>
                    <a:pt x="43577" y="91384"/>
                  </a:cubicBezTo>
                  <a:cubicBezTo>
                    <a:pt x="44513" y="91384"/>
                    <a:pt x="46118" y="91384"/>
                    <a:pt x="46118" y="88711"/>
                  </a:cubicBezTo>
                  <a:cubicBezTo>
                    <a:pt x="46118" y="87241"/>
                    <a:pt x="44914" y="87241"/>
                    <a:pt x="42373" y="87241"/>
                  </a:cubicBezTo>
                  <a:cubicBezTo>
                    <a:pt x="42105" y="87241"/>
                    <a:pt x="39564" y="87241"/>
                    <a:pt x="37290" y="86973"/>
                  </a:cubicBezTo>
                  <a:cubicBezTo>
                    <a:pt x="34481" y="86706"/>
                    <a:pt x="33679" y="86439"/>
                    <a:pt x="33679" y="84835"/>
                  </a:cubicBezTo>
                  <a:cubicBezTo>
                    <a:pt x="33679" y="83899"/>
                    <a:pt x="34883" y="79222"/>
                    <a:pt x="35551" y="76415"/>
                  </a:cubicBezTo>
                  <a:lnTo>
                    <a:pt x="40233" y="57570"/>
                  </a:lnTo>
                  <a:cubicBezTo>
                    <a:pt x="40902" y="55031"/>
                    <a:pt x="41035" y="54630"/>
                    <a:pt x="42105" y="53427"/>
                  </a:cubicBezTo>
                  <a:lnTo>
                    <a:pt x="75277" y="1533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1" name="Freeform: Shape 760">
              <a:extLst>
                <a:ext uri="{FF2B5EF4-FFF2-40B4-BE49-F238E27FC236}">
                  <a16:creationId xmlns:a16="http://schemas.microsoft.com/office/drawing/2014/main" id="{5EE6D988-5E4A-E92E-9CCE-0361F8909652}"/>
                </a:ext>
              </a:extLst>
            </p:cNvPr>
            <p:cNvSpPr/>
            <p:nvPr>
              <p:custDataLst>
                <p:tags r:id="rId224"/>
              </p:custDataLst>
            </p:nvPr>
          </p:nvSpPr>
          <p:spPr>
            <a:xfrm>
              <a:off x="8549712" y="3625003"/>
              <a:ext cx="57207" cy="42193"/>
            </a:xfrm>
            <a:custGeom>
              <a:avLst/>
              <a:gdLst>
                <a:gd name="connsiteX0" fmla="*/ 7134 w 57207"/>
                <a:gd name="connsiteY0" fmla="*/ 35465 h 42193"/>
                <a:gd name="connsiteX1" fmla="*/ 6197 w 57207"/>
                <a:gd name="connsiteY1" fmla="*/ 39301 h 42193"/>
                <a:gd name="connsiteX2" fmla="*/ 9381 w 57207"/>
                <a:gd name="connsiteY2" fmla="*/ 42295 h 42193"/>
                <a:gd name="connsiteX3" fmla="*/ 13032 w 57207"/>
                <a:gd name="connsiteY3" fmla="*/ 40237 h 42193"/>
                <a:gd name="connsiteX4" fmla="*/ 14718 w 57207"/>
                <a:gd name="connsiteY4" fmla="*/ 34436 h 42193"/>
                <a:gd name="connsiteX5" fmla="*/ 16778 w 57207"/>
                <a:gd name="connsiteY5" fmla="*/ 26016 h 42193"/>
                <a:gd name="connsiteX6" fmla="*/ 18369 w 57207"/>
                <a:gd name="connsiteY6" fmla="*/ 19748 h 42193"/>
                <a:gd name="connsiteX7" fmla="*/ 22302 w 57207"/>
                <a:gd name="connsiteY7" fmla="*/ 11328 h 42193"/>
                <a:gd name="connsiteX8" fmla="*/ 36346 w 57207"/>
                <a:gd name="connsiteY8" fmla="*/ 2721 h 42193"/>
                <a:gd name="connsiteX9" fmla="*/ 41870 w 57207"/>
                <a:gd name="connsiteY9" fmla="*/ 9270 h 42193"/>
                <a:gd name="connsiteX10" fmla="*/ 36346 w 57207"/>
                <a:gd name="connsiteY10" fmla="*/ 29197 h 42193"/>
                <a:gd name="connsiteX11" fmla="*/ 34942 w 57207"/>
                <a:gd name="connsiteY11" fmla="*/ 34249 h 42193"/>
                <a:gd name="connsiteX12" fmla="*/ 43837 w 57207"/>
                <a:gd name="connsiteY12" fmla="*/ 42295 h 42193"/>
                <a:gd name="connsiteX13" fmla="*/ 57319 w 57207"/>
                <a:gd name="connsiteY13" fmla="*/ 27981 h 42193"/>
                <a:gd name="connsiteX14" fmla="*/ 55821 w 57207"/>
                <a:gd name="connsiteY14" fmla="*/ 26765 h 42193"/>
                <a:gd name="connsiteX15" fmla="*/ 54042 w 57207"/>
                <a:gd name="connsiteY15" fmla="*/ 28355 h 42193"/>
                <a:gd name="connsiteX16" fmla="*/ 44118 w 57207"/>
                <a:gd name="connsiteY16" fmla="*/ 39675 h 42193"/>
                <a:gd name="connsiteX17" fmla="*/ 41777 w 57207"/>
                <a:gd name="connsiteY17" fmla="*/ 36401 h 42193"/>
                <a:gd name="connsiteX18" fmla="*/ 43930 w 57207"/>
                <a:gd name="connsiteY18" fmla="*/ 28823 h 42193"/>
                <a:gd name="connsiteX19" fmla="*/ 48893 w 57207"/>
                <a:gd name="connsiteY19" fmla="*/ 10766 h 42193"/>
                <a:gd name="connsiteX20" fmla="*/ 36721 w 57207"/>
                <a:gd name="connsiteY20" fmla="*/ 101 h 42193"/>
                <a:gd name="connsiteX21" fmla="*/ 20897 w 57207"/>
                <a:gd name="connsiteY21" fmla="*/ 8615 h 42193"/>
                <a:gd name="connsiteX22" fmla="*/ 10879 w 57207"/>
                <a:gd name="connsiteY22" fmla="*/ 101 h 42193"/>
                <a:gd name="connsiteX23" fmla="*/ 3482 w 57207"/>
                <a:gd name="connsiteY23" fmla="*/ 5153 h 42193"/>
                <a:gd name="connsiteX24" fmla="*/ 111 w 57207"/>
                <a:gd name="connsiteY24" fmla="*/ 14415 h 42193"/>
                <a:gd name="connsiteX25" fmla="*/ 1703 w 57207"/>
                <a:gd name="connsiteY25" fmla="*/ 15631 h 42193"/>
                <a:gd name="connsiteX26" fmla="*/ 3763 w 57207"/>
                <a:gd name="connsiteY26" fmla="*/ 12825 h 42193"/>
                <a:gd name="connsiteX27" fmla="*/ 10598 w 57207"/>
                <a:gd name="connsiteY27" fmla="*/ 2721 h 42193"/>
                <a:gd name="connsiteX28" fmla="*/ 13688 w 57207"/>
                <a:gd name="connsiteY28" fmla="*/ 7305 h 42193"/>
                <a:gd name="connsiteX29" fmla="*/ 12190 w 57207"/>
                <a:gd name="connsiteY29" fmla="*/ 15070 h 42193"/>
                <a:gd name="connsiteX30" fmla="*/ 10130 w 57207"/>
                <a:gd name="connsiteY30" fmla="*/ 23490 h 42193"/>
                <a:gd name="connsiteX31" fmla="*/ 7134 w 57207"/>
                <a:gd name="connsiteY31" fmla="*/ 35465 h 4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7207" h="42193">
                  <a:moveTo>
                    <a:pt x="7134" y="35465"/>
                  </a:moveTo>
                  <a:cubicBezTo>
                    <a:pt x="6759" y="36682"/>
                    <a:pt x="6197" y="39021"/>
                    <a:pt x="6197" y="39301"/>
                  </a:cubicBezTo>
                  <a:cubicBezTo>
                    <a:pt x="6197" y="41359"/>
                    <a:pt x="7883" y="42295"/>
                    <a:pt x="9381" y="42295"/>
                  </a:cubicBezTo>
                  <a:cubicBezTo>
                    <a:pt x="11066" y="42295"/>
                    <a:pt x="12564" y="41079"/>
                    <a:pt x="13032" y="40237"/>
                  </a:cubicBezTo>
                  <a:cubicBezTo>
                    <a:pt x="13501" y="39395"/>
                    <a:pt x="14250" y="36401"/>
                    <a:pt x="14718" y="34436"/>
                  </a:cubicBezTo>
                  <a:cubicBezTo>
                    <a:pt x="15186" y="32659"/>
                    <a:pt x="16216" y="28355"/>
                    <a:pt x="16778" y="26016"/>
                  </a:cubicBezTo>
                  <a:cubicBezTo>
                    <a:pt x="17339" y="23958"/>
                    <a:pt x="17901" y="21900"/>
                    <a:pt x="18369" y="19748"/>
                  </a:cubicBezTo>
                  <a:cubicBezTo>
                    <a:pt x="19399" y="15912"/>
                    <a:pt x="19587" y="15164"/>
                    <a:pt x="22302" y="11328"/>
                  </a:cubicBezTo>
                  <a:cubicBezTo>
                    <a:pt x="24923" y="7586"/>
                    <a:pt x="29324" y="2721"/>
                    <a:pt x="36346" y="2721"/>
                  </a:cubicBezTo>
                  <a:cubicBezTo>
                    <a:pt x="41777" y="2721"/>
                    <a:pt x="41870" y="7492"/>
                    <a:pt x="41870" y="9270"/>
                  </a:cubicBezTo>
                  <a:cubicBezTo>
                    <a:pt x="41870" y="14883"/>
                    <a:pt x="37844" y="25268"/>
                    <a:pt x="36346" y="29197"/>
                  </a:cubicBezTo>
                  <a:cubicBezTo>
                    <a:pt x="35316" y="31817"/>
                    <a:pt x="34942" y="32659"/>
                    <a:pt x="34942" y="34249"/>
                  </a:cubicBezTo>
                  <a:cubicBezTo>
                    <a:pt x="34942" y="39208"/>
                    <a:pt x="39062" y="42295"/>
                    <a:pt x="43837" y="42295"/>
                  </a:cubicBezTo>
                  <a:cubicBezTo>
                    <a:pt x="53200" y="42295"/>
                    <a:pt x="57319" y="29384"/>
                    <a:pt x="57319" y="27981"/>
                  </a:cubicBezTo>
                  <a:cubicBezTo>
                    <a:pt x="57319" y="26765"/>
                    <a:pt x="56102" y="26765"/>
                    <a:pt x="55821" y="26765"/>
                  </a:cubicBezTo>
                  <a:cubicBezTo>
                    <a:pt x="54511" y="26765"/>
                    <a:pt x="54417" y="27326"/>
                    <a:pt x="54042" y="28355"/>
                  </a:cubicBezTo>
                  <a:cubicBezTo>
                    <a:pt x="51889" y="35840"/>
                    <a:pt x="47863" y="39675"/>
                    <a:pt x="44118" y="39675"/>
                  </a:cubicBezTo>
                  <a:cubicBezTo>
                    <a:pt x="42151" y="39675"/>
                    <a:pt x="41777" y="38366"/>
                    <a:pt x="41777" y="36401"/>
                  </a:cubicBezTo>
                  <a:cubicBezTo>
                    <a:pt x="41777" y="34249"/>
                    <a:pt x="42245" y="33033"/>
                    <a:pt x="43930" y="28823"/>
                  </a:cubicBezTo>
                  <a:cubicBezTo>
                    <a:pt x="45054" y="25923"/>
                    <a:pt x="48893" y="16006"/>
                    <a:pt x="48893" y="10766"/>
                  </a:cubicBezTo>
                  <a:cubicBezTo>
                    <a:pt x="48893" y="1691"/>
                    <a:pt x="41683" y="101"/>
                    <a:pt x="36721" y="101"/>
                  </a:cubicBezTo>
                  <a:cubicBezTo>
                    <a:pt x="28950" y="101"/>
                    <a:pt x="23706" y="4872"/>
                    <a:pt x="20897" y="8615"/>
                  </a:cubicBezTo>
                  <a:cubicBezTo>
                    <a:pt x="20242" y="2159"/>
                    <a:pt x="14718" y="101"/>
                    <a:pt x="10879" y="101"/>
                  </a:cubicBezTo>
                  <a:cubicBezTo>
                    <a:pt x="6853" y="101"/>
                    <a:pt x="4699" y="3001"/>
                    <a:pt x="3482" y="5153"/>
                  </a:cubicBezTo>
                  <a:cubicBezTo>
                    <a:pt x="1422" y="8615"/>
                    <a:pt x="111" y="13947"/>
                    <a:pt x="111" y="14415"/>
                  </a:cubicBezTo>
                  <a:cubicBezTo>
                    <a:pt x="111" y="15631"/>
                    <a:pt x="1422" y="15631"/>
                    <a:pt x="1703" y="15631"/>
                  </a:cubicBezTo>
                  <a:cubicBezTo>
                    <a:pt x="3014" y="15631"/>
                    <a:pt x="3108" y="15351"/>
                    <a:pt x="3763" y="12825"/>
                  </a:cubicBezTo>
                  <a:cubicBezTo>
                    <a:pt x="5168" y="7305"/>
                    <a:pt x="6946" y="2721"/>
                    <a:pt x="10598" y="2721"/>
                  </a:cubicBezTo>
                  <a:cubicBezTo>
                    <a:pt x="13032" y="2721"/>
                    <a:pt x="13688" y="4779"/>
                    <a:pt x="13688" y="7305"/>
                  </a:cubicBezTo>
                  <a:cubicBezTo>
                    <a:pt x="13688" y="9082"/>
                    <a:pt x="12845" y="12544"/>
                    <a:pt x="12190" y="15070"/>
                  </a:cubicBezTo>
                  <a:cubicBezTo>
                    <a:pt x="11534" y="17596"/>
                    <a:pt x="10598" y="21432"/>
                    <a:pt x="10130" y="23490"/>
                  </a:cubicBezTo>
                  <a:lnTo>
                    <a:pt x="7134" y="3546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2" name="Freeform: Shape 761">
              <a:extLst>
                <a:ext uri="{FF2B5EF4-FFF2-40B4-BE49-F238E27FC236}">
                  <a16:creationId xmlns:a16="http://schemas.microsoft.com/office/drawing/2014/main" id="{EABA3656-4CBB-CB9D-0A40-56A3F1680C75}"/>
                </a:ext>
              </a:extLst>
            </p:cNvPr>
            <p:cNvSpPr/>
            <p:nvPr>
              <p:custDataLst>
                <p:tags r:id="rId225"/>
              </p:custDataLst>
            </p:nvPr>
          </p:nvSpPr>
          <p:spPr>
            <a:xfrm>
              <a:off x="8666376" y="3574042"/>
              <a:ext cx="81725" cy="77518"/>
            </a:xfrm>
            <a:custGeom>
              <a:avLst/>
              <a:gdLst>
                <a:gd name="connsiteX0" fmla="*/ 79304 w 81725"/>
                <a:gd name="connsiteY0" fmla="*/ 41799 h 77518"/>
                <a:gd name="connsiteX1" fmla="*/ 81845 w 81725"/>
                <a:gd name="connsiteY1" fmla="*/ 38859 h 77518"/>
                <a:gd name="connsiteX2" fmla="*/ 79304 w 81725"/>
                <a:gd name="connsiteY2" fmla="*/ 35918 h 77518"/>
                <a:gd name="connsiteX3" fmla="*/ 5202 w 81725"/>
                <a:gd name="connsiteY3" fmla="*/ 1035 h 77518"/>
                <a:gd name="connsiteX4" fmla="*/ 2795 w 81725"/>
                <a:gd name="connsiteY4" fmla="*/ 99 h 77518"/>
                <a:gd name="connsiteX5" fmla="*/ 120 w 81725"/>
                <a:gd name="connsiteY5" fmla="*/ 2773 h 77518"/>
                <a:gd name="connsiteX6" fmla="*/ 2661 w 81725"/>
                <a:gd name="connsiteY6" fmla="*/ 5713 h 77518"/>
                <a:gd name="connsiteX7" fmla="*/ 72884 w 81725"/>
                <a:gd name="connsiteY7" fmla="*/ 38859 h 77518"/>
                <a:gd name="connsiteX8" fmla="*/ 2661 w 81725"/>
                <a:gd name="connsiteY8" fmla="*/ 72004 h 77518"/>
                <a:gd name="connsiteX9" fmla="*/ 120 w 81725"/>
                <a:gd name="connsiteY9" fmla="*/ 74945 h 77518"/>
                <a:gd name="connsiteX10" fmla="*/ 2795 w 81725"/>
                <a:gd name="connsiteY10" fmla="*/ 77618 h 77518"/>
                <a:gd name="connsiteX11" fmla="*/ 5202 w 81725"/>
                <a:gd name="connsiteY11" fmla="*/ 76682 h 77518"/>
                <a:gd name="connsiteX12" fmla="*/ 79304 w 81725"/>
                <a:gd name="connsiteY12" fmla="*/ 41799 h 7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725" h="77518">
                  <a:moveTo>
                    <a:pt x="79304" y="41799"/>
                  </a:moveTo>
                  <a:cubicBezTo>
                    <a:pt x="80775" y="41131"/>
                    <a:pt x="81845" y="40462"/>
                    <a:pt x="81845" y="38859"/>
                  </a:cubicBezTo>
                  <a:cubicBezTo>
                    <a:pt x="81845" y="37255"/>
                    <a:pt x="80775" y="36587"/>
                    <a:pt x="79304" y="35918"/>
                  </a:cubicBezTo>
                  <a:lnTo>
                    <a:pt x="5202" y="1035"/>
                  </a:lnTo>
                  <a:cubicBezTo>
                    <a:pt x="3464" y="99"/>
                    <a:pt x="3196" y="99"/>
                    <a:pt x="2795" y="99"/>
                  </a:cubicBezTo>
                  <a:cubicBezTo>
                    <a:pt x="1323" y="99"/>
                    <a:pt x="120" y="1302"/>
                    <a:pt x="120" y="2773"/>
                  </a:cubicBezTo>
                  <a:cubicBezTo>
                    <a:pt x="120" y="3975"/>
                    <a:pt x="788" y="4777"/>
                    <a:pt x="2661" y="5713"/>
                  </a:cubicBezTo>
                  <a:lnTo>
                    <a:pt x="72884" y="38859"/>
                  </a:lnTo>
                  <a:lnTo>
                    <a:pt x="2661" y="72004"/>
                  </a:lnTo>
                  <a:cubicBezTo>
                    <a:pt x="788" y="72940"/>
                    <a:pt x="120" y="73742"/>
                    <a:pt x="120" y="74945"/>
                  </a:cubicBezTo>
                  <a:cubicBezTo>
                    <a:pt x="120" y="76415"/>
                    <a:pt x="1323" y="77618"/>
                    <a:pt x="2795" y="77618"/>
                  </a:cubicBezTo>
                  <a:cubicBezTo>
                    <a:pt x="3196" y="77618"/>
                    <a:pt x="3464" y="77618"/>
                    <a:pt x="5202" y="76682"/>
                  </a:cubicBezTo>
                  <a:lnTo>
                    <a:pt x="79304" y="4179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3" name="Freeform: Shape 762">
              <a:extLst>
                <a:ext uri="{FF2B5EF4-FFF2-40B4-BE49-F238E27FC236}">
                  <a16:creationId xmlns:a16="http://schemas.microsoft.com/office/drawing/2014/main" id="{5AE06802-1222-92B6-E24E-7128A196A702}"/>
                </a:ext>
              </a:extLst>
            </p:cNvPr>
            <p:cNvSpPr/>
            <p:nvPr>
              <p:custDataLst>
                <p:tags r:id="rId226"/>
              </p:custDataLst>
            </p:nvPr>
          </p:nvSpPr>
          <p:spPr>
            <a:xfrm>
              <a:off x="8808366" y="3557201"/>
              <a:ext cx="44139" cy="89012"/>
            </a:xfrm>
            <a:custGeom>
              <a:avLst/>
              <a:gdLst>
                <a:gd name="connsiteX0" fmla="*/ 27550 w 44139"/>
                <a:gd name="connsiteY0" fmla="*/ 3574 h 89012"/>
                <a:gd name="connsiteX1" fmla="*/ 24474 w 44139"/>
                <a:gd name="connsiteY1" fmla="*/ 99 h 89012"/>
                <a:gd name="connsiteX2" fmla="*/ 130 w 44139"/>
                <a:gd name="connsiteY2" fmla="*/ 8653 h 89012"/>
                <a:gd name="connsiteX3" fmla="*/ 130 w 44139"/>
                <a:gd name="connsiteY3" fmla="*/ 12796 h 89012"/>
                <a:gd name="connsiteX4" fmla="*/ 17652 w 44139"/>
                <a:gd name="connsiteY4" fmla="*/ 9321 h 89012"/>
                <a:gd name="connsiteX5" fmla="*/ 17652 w 44139"/>
                <a:gd name="connsiteY5" fmla="*/ 78553 h 89012"/>
                <a:gd name="connsiteX6" fmla="*/ 5213 w 44139"/>
                <a:gd name="connsiteY6" fmla="*/ 84969 h 89012"/>
                <a:gd name="connsiteX7" fmla="*/ 933 w 44139"/>
                <a:gd name="connsiteY7" fmla="*/ 84969 h 89012"/>
                <a:gd name="connsiteX8" fmla="*/ 933 w 44139"/>
                <a:gd name="connsiteY8" fmla="*/ 89112 h 89012"/>
                <a:gd name="connsiteX9" fmla="*/ 22601 w 44139"/>
                <a:gd name="connsiteY9" fmla="*/ 88711 h 89012"/>
                <a:gd name="connsiteX10" fmla="*/ 44270 w 44139"/>
                <a:gd name="connsiteY10" fmla="*/ 89112 h 89012"/>
                <a:gd name="connsiteX11" fmla="*/ 44270 w 44139"/>
                <a:gd name="connsiteY11" fmla="*/ 84969 h 89012"/>
                <a:gd name="connsiteX12" fmla="*/ 39990 w 44139"/>
                <a:gd name="connsiteY12" fmla="*/ 84969 h 89012"/>
                <a:gd name="connsiteX13" fmla="*/ 27550 w 44139"/>
                <a:gd name="connsiteY13" fmla="*/ 78553 h 89012"/>
                <a:gd name="connsiteX14" fmla="*/ 27550 w 44139"/>
                <a:gd name="connsiteY14" fmla="*/ 3574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550" y="3574"/>
                  </a:moveTo>
                  <a:cubicBezTo>
                    <a:pt x="27550" y="367"/>
                    <a:pt x="27550" y="99"/>
                    <a:pt x="24474" y="99"/>
                  </a:cubicBezTo>
                  <a:cubicBezTo>
                    <a:pt x="16181" y="8653"/>
                    <a:pt x="4410" y="8653"/>
                    <a:pt x="130" y="8653"/>
                  </a:cubicBezTo>
                  <a:lnTo>
                    <a:pt x="130" y="12796"/>
                  </a:lnTo>
                  <a:cubicBezTo>
                    <a:pt x="2805" y="12796"/>
                    <a:pt x="10697" y="12796"/>
                    <a:pt x="17652" y="9321"/>
                  </a:cubicBezTo>
                  <a:lnTo>
                    <a:pt x="17652" y="78553"/>
                  </a:lnTo>
                  <a:cubicBezTo>
                    <a:pt x="17652" y="83365"/>
                    <a:pt x="17251" y="84969"/>
                    <a:pt x="5213" y="84969"/>
                  </a:cubicBezTo>
                  <a:lnTo>
                    <a:pt x="933" y="84969"/>
                  </a:lnTo>
                  <a:lnTo>
                    <a:pt x="933" y="89112"/>
                  </a:lnTo>
                  <a:cubicBezTo>
                    <a:pt x="5614" y="88711"/>
                    <a:pt x="17251" y="88711"/>
                    <a:pt x="22601" y="88711"/>
                  </a:cubicBezTo>
                  <a:cubicBezTo>
                    <a:pt x="27952" y="88711"/>
                    <a:pt x="39589" y="88711"/>
                    <a:pt x="44270" y="89112"/>
                  </a:cubicBezTo>
                  <a:lnTo>
                    <a:pt x="44270" y="84969"/>
                  </a:lnTo>
                  <a:lnTo>
                    <a:pt x="39990" y="84969"/>
                  </a:lnTo>
                  <a:cubicBezTo>
                    <a:pt x="27952" y="84969"/>
                    <a:pt x="27550" y="83498"/>
                    <a:pt x="27550" y="78553"/>
                  </a:cubicBezTo>
                  <a:lnTo>
                    <a:pt x="27550" y="3574"/>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4" name="Freeform: Shape 763">
              <a:extLst>
                <a:ext uri="{FF2B5EF4-FFF2-40B4-BE49-F238E27FC236}">
                  <a16:creationId xmlns:a16="http://schemas.microsoft.com/office/drawing/2014/main" id="{46110D89-1C7D-6DF7-E732-064231762E3C}"/>
                </a:ext>
              </a:extLst>
            </p:cNvPr>
            <p:cNvSpPr/>
            <p:nvPr>
              <p:custDataLst>
                <p:tags r:id="rId227"/>
              </p:custDataLst>
            </p:nvPr>
          </p:nvSpPr>
          <p:spPr>
            <a:xfrm>
              <a:off x="8870965" y="3545975"/>
              <a:ext cx="31031" cy="133652"/>
            </a:xfrm>
            <a:custGeom>
              <a:avLst/>
              <a:gdLst>
                <a:gd name="connsiteX0" fmla="*/ 31167 w 31031"/>
                <a:gd name="connsiteY0" fmla="*/ 66926 h 133652"/>
                <a:gd name="connsiteX1" fmla="*/ 22339 w 31031"/>
                <a:gd name="connsiteY1" fmla="*/ 25226 h 133652"/>
                <a:gd name="connsiteX2" fmla="*/ 1473 w 31031"/>
                <a:gd name="connsiteY2" fmla="*/ 99 h 133652"/>
                <a:gd name="connsiteX3" fmla="*/ 135 w 31031"/>
                <a:gd name="connsiteY3" fmla="*/ 1436 h 133652"/>
                <a:gd name="connsiteX4" fmla="*/ 2677 w 31031"/>
                <a:gd name="connsiteY4" fmla="*/ 4510 h 133652"/>
                <a:gd name="connsiteX5" fmla="*/ 23409 w 31031"/>
                <a:gd name="connsiteY5" fmla="*/ 66926 h 133652"/>
                <a:gd name="connsiteX6" fmla="*/ 1874 w 31031"/>
                <a:gd name="connsiteY6" fmla="*/ 130143 h 133652"/>
                <a:gd name="connsiteX7" fmla="*/ 135 w 31031"/>
                <a:gd name="connsiteY7" fmla="*/ 132415 h 133652"/>
                <a:gd name="connsiteX8" fmla="*/ 1473 w 31031"/>
                <a:gd name="connsiteY8" fmla="*/ 133752 h 133652"/>
                <a:gd name="connsiteX9" fmla="*/ 22740 w 31031"/>
                <a:gd name="connsiteY9" fmla="*/ 107689 h 133652"/>
                <a:gd name="connsiteX10" fmla="*/ 31167 w 31031"/>
                <a:gd name="connsiteY10" fmla="*/ 66926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67" y="66926"/>
                  </a:moveTo>
                  <a:cubicBezTo>
                    <a:pt x="31167" y="56501"/>
                    <a:pt x="29696" y="40329"/>
                    <a:pt x="22339" y="25226"/>
                  </a:cubicBezTo>
                  <a:cubicBezTo>
                    <a:pt x="14313" y="8787"/>
                    <a:pt x="2810" y="99"/>
                    <a:pt x="1473" y="99"/>
                  </a:cubicBezTo>
                  <a:cubicBezTo>
                    <a:pt x="670" y="99"/>
                    <a:pt x="135" y="634"/>
                    <a:pt x="135" y="1436"/>
                  </a:cubicBezTo>
                  <a:cubicBezTo>
                    <a:pt x="135" y="1837"/>
                    <a:pt x="135" y="2104"/>
                    <a:pt x="2677" y="4510"/>
                  </a:cubicBezTo>
                  <a:cubicBezTo>
                    <a:pt x="15785" y="17742"/>
                    <a:pt x="23409" y="38992"/>
                    <a:pt x="23409" y="66926"/>
                  </a:cubicBezTo>
                  <a:cubicBezTo>
                    <a:pt x="23409" y="89780"/>
                    <a:pt x="18460" y="113303"/>
                    <a:pt x="1874" y="130143"/>
                  </a:cubicBezTo>
                  <a:cubicBezTo>
                    <a:pt x="135" y="131747"/>
                    <a:pt x="135" y="132014"/>
                    <a:pt x="135" y="132415"/>
                  </a:cubicBezTo>
                  <a:cubicBezTo>
                    <a:pt x="135" y="133217"/>
                    <a:pt x="670" y="133752"/>
                    <a:pt x="1473" y="133752"/>
                  </a:cubicBezTo>
                  <a:cubicBezTo>
                    <a:pt x="2810" y="133752"/>
                    <a:pt x="14848" y="124663"/>
                    <a:pt x="22740" y="107689"/>
                  </a:cubicBezTo>
                  <a:cubicBezTo>
                    <a:pt x="29562" y="92988"/>
                    <a:pt x="31167" y="78152"/>
                    <a:pt x="31167" y="6692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5" name="Freeform: Shape 764">
              <a:extLst>
                <a:ext uri="{FF2B5EF4-FFF2-40B4-BE49-F238E27FC236}">
                  <a16:creationId xmlns:a16="http://schemas.microsoft.com/office/drawing/2014/main" id="{D038C9A6-5DDA-B418-CAD0-1431BF8F2A8E}"/>
                </a:ext>
              </a:extLst>
            </p:cNvPr>
            <p:cNvSpPr/>
            <p:nvPr>
              <p:custDataLst>
                <p:tags r:id="rId228"/>
              </p:custDataLst>
            </p:nvPr>
          </p:nvSpPr>
          <p:spPr>
            <a:xfrm>
              <a:off x="8935956" y="3300425"/>
              <a:ext cx="69687" cy="400822"/>
            </a:xfrm>
            <a:custGeom>
              <a:avLst/>
              <a:gdLst>
                <a:gd name="connsiteX0" fmla="*/ 69828 w 69687"/>
                <a:gd name="connsiteY0" fmla="*/ 200552 h 400822"/>
                <a:gd name="connsiteX1" fmla="*/ 42140 w 69687"/>
                <a:gd name="connsiteY1" fmla="*/ 53802 h 400822"/>
                <a:gd name="connsiteX2" fmla="*/ 6694 w 69687"/>
                <a:gd name="connsiteY2" fmla="*/ 1277 h 400822"/>
                <a:gd name="connsiteX3" fmla="*/ 3083 w 69687"/>
                <a:gd name="connsiteY3" fmla="*/ 74 h 400822"/>
                <a:gd name="connsiteX4" fmla="*/ 140 w 69687"/>
                <a:gd name="connsiteY4" fmla="*/ 1411 h 400822"/>
                <a:gd name="connsiteX5" fmla="*/ 943 w 69687"/>
                <a:gd name="connsiteY5" fmla="*/ 3014 h 400822"/>
                <a:gd name="connsiteX6" fmla="*/ 32376 w 69687"/>
                <a:gd name="connsiteY6" fmla="*/ 54203 h 400822"/>
                <a:gd name="connsiteX7" fmla="*/ 56853 w 69687"/>
                <a:gd name="connsiteY7" fmla="*/ 200419 h 400822"/>
                <a:gd name="connsiteX8" fmla="*/ 30503 w 69687"/>
                <a:gd name="connsiteY8" fmla="*/ 351178 h 400822"/>
                <a:gd name="connsiteX9" fmla="*/ 675 w 69687"/>
                <a:gd name="connsiteY9" fmla="*/ 398358 h 400822"/>
                <a:gd name="connsiteX10" fmla="*/ 140 w 69687"/>
                <a:gd name="connsiteY10" fmla="*/ 399560 h 400822"/>
                <a:gd name="connsiteX11" fmla="*/ 3083 w 69687"/>
                <a:gd name="connsiteY11" fmla="*/ 400897 h 400822"/>
                <a:gd name="connsiteX12" fmla="*/ 5624 w 69687"/>
                <a:gd name="connsiteY12" fmla="*/ 400630 h 400822"/>
                <a:gd name="connsiteX13" fmla="*/ 24484 w 69687"/>
                <a:gd name="connsiteY13" fmla="*/ 377775 h 400822"/>
                <a:gd name="connsiteX14" fmla="*/ 65548 w 69687"/>
                <a:gd name="connsiteY14" fmla="*/ 265775 h 400822"/>
                <a:gd name="connsiteX15" fmla="*/ 69828 w 69687"/>
                <a:gd name="connsiteY15" fmla="*/ 200552 h 40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687" h="400822">
                  <a:moveTo>
                    <a:pt x="69828" y="200552"/>
                  </a:moveTo>
                  <a:cubicBezTo>
                    <a:pt x="69828" y="150566"/>
                    <a:pt x="63541" y="99511"/>
                    <a:pt x="42140" y="53802"/>
                  </a:cubicBezTo>
                  <a:cubicBezTo>
                    <a:pt x="32643" y="33487"/>
                    <a:pt x="19936" y="15177"/>
                    <a:pt x="6694" y="1277"/>
                  </a:cubicBezTo>
                  <a:cubicBezTo>
                    <a:pt x="5491" y="208"/>
                    <a:pt x="5357" y="74"/>
                    <a:pt x="3083" y="74"/>
                  </a:cubicBezTo>
                  <a:cubicBezTo>
                    <a:pt x="1210" y="74"/>
                    <a:pt x="140" y="74"/>
                    <a:pt x="140" y="1411"/>
                  </a:cubicBezTo>
                  <a:cubicBezTo>
                    <a:pt x="140" y="1945"/>
                    <a:pt x="675" y="2614"/>
                    <a:pt x="943" y="3014"/>
                  </a:cubicBezTo>
                  <a:cubicBezTo>
                    <a:pt x="13783" y="18518"/>
                    <a:pt x="24484" y="35626"/>
                    <a:pt x="32376" y="54203"/>
                  </a:cubicBezTo>
                  <a:cubicBezTo>
                    <a:pt x="49898" y="95101"/>
                    <a:pt x="56853" y="142948"/>
                    <a:pt x="56853" y="200419"/>
                  </a:cubicBezTo>
                  <a:cubicBezTo>
                    <a:pt x="56853" y="257355"/>
                    <a:pt x="50299" y="307340"/>
                    <a:pt x="30503" y="351178"/>
                  </a:cubicBezTo>
                  <a:cubicBezTo>
                    <a:pt x="22745" y="368152"/>
                    <a:pt x="12580" y="383923"/>
                    <a:pt x="675" y="398358"/>
                  </a:cubicBezTo>
                  <a:cubicBezTo>
                    <a:pt x="542" y="398625"/>
                    <a:pt x="140" y="399159"/>
                    <a:pt x="140" y="399560"/>
                  </a:cubicBezTo>
                  <a:cubicBezTo>
                    <a:pt x="140" y="400897"/>
                    <a:pt x="1210" y="400897"/>
                    <a:pt x="3083" y="400897"/>
                  </a:cubicBezTo>
                  <a:cubicBezTo>
                    <a:pt x="5089" y="400897"/>
                    <a:pt x="5357" y="400897"/>
                    <a:pt x="5624" y="400630"/>
                  </a:cubicBezTo>
                  <a:cubicBezTo>
                    <a:pt x="5758" y="400496"/>
                    <a:pt x="14051" y="392477"/>
                    <a:pt x="24484" y="377775"/>
                  </a:cubicBezTo>
                  <a:cubicBezTo>
                    <a:pt x="47758" y="344897"/>
                    <a:pt x="59528" y="305603"/>
                    <a:pt x="65548" y="265775"/>
                  </a:cubicBezTo>
                  <a:cubicBezTo>
                    <a:pt x="68758" y="244257"/>
                    <a:pt x="69828" y="222338"/>
                    <a:pt x="69828" y="20055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6" name="Freeform: Shape 765">
              <a:extLst>
                <a:ext uri="{FF2B5EF4-FFF2-40B4-BE49-F238E27FC236}">
                  <a16:creationId xmlns:a16="http://schemas.microsoft.com/office/drawing/2014/main" id="{B2C5C4ED-6B6A-76E8-966E-AD97192863D6}"/>
                </a:ext>
              </a:extLst>
            </p:cNvPr>
            <p:cNvSpPr/>
            <p:nvPr>
              <p:custDataLst>
                <p:tags r:id="rId229"/>
              </p:custDataLst>
            </p:nvPr>
          </p:nvSpPr>
          <p:spPr>
            <a:xfrm>
              <a:off x="9081943" y="3485268"/>
              <a:ext cx="88948" cy="31274"/>
            </a:xfrm>
            <a:custGeom>
              <a:avLst/>
              <a:gdLst>
                <a:gd name="connsiteX0" fmla="*/ 84552 w 88948"/>
                <a:gd name="connsiteY0" fmla="*/ 5437 h 31274"/>
                <a:gd name="connsiteX1" fmla="*/ 89099 w 88948"/>
                <a:gd name="connsiteY1" fmla="*/ 2764 h 31274"/>
                <a:gd name="connsiteX2" fmla="*/ 84685 w 88948"/>
                <a:gd name="connsiteY2" fmla="*/ 91 h 31274"/>
                <a:gd name="connsiteX3" fmla="*/ 4565 w 88948"/>
                <a:gd name="connsiteY3" fmla="*/ 91 h 31274"/>
                <a:gd name="connsiteX4" fmla="*/ 151 w 88948"/>
                <a:gd name="connsiteY4" fmla="*/ 2764 h 31274"/>
                <a:gd name="connsiteX5" fmla="*/ 4699 w 88948"/>
                <a:gd name="connsiteY5" fmla="*/ 5437 h 31274"/>
                <a:gd name="connsiteX6" fmla="*/ 84552 w 88948"/>
                <a:gd name="connsiteY6" fmla="*/ 5437 h 31274"/>
                <a:gd name="connsiteX7" fmla="*/ 84685 w 88948"/>
                <a:gd name="connsiteY7" fmla="*/ 31366 h 31274"/>
                <a:gd name="connsiteX8" fmla="*/ 89099 w 88948"/>
                <a:gd name="connsiteY8" fmla="*/ 28693 h 31274"/>
                <a:gd name="connsiteX9" fmla="*/ 84552 w 88948"/>
                <a:gd name="connsiteY9" fmla="*/ 26020 h 31274"/>
                <a:gd name="connsiteX10" fmla="*/ 4699 w 88948"/>
                <a:gd name="connsiteY10" fmla="*/ 26020 h 31274"/>
                <a:gd name="connsiteX11" fmla="*/ 151 w 88948"/>
                <a:gd name="connsiteY11" fmla="*/ 28693 h 31274"/>
                <a:gd name="connsiteX12" fmla="*/ 4565 w 88948"/>
                <a:gd name="connsiteY12" fmla="*/ 31366 h 31274"/>
                <a:gd name="connsiteX13" fmla="*/ 84685 w 88948"/>
                <a:gd name="connsiteY13" fmla="*/ 31366 h 31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48" h="31274">
                  <a:moveTo>
                    <a:pt x="84552" y="5437"/>
                  </a:moveTo>
                  <a:cubicBezTo>
                    <a:pt x="86558" y="5437"/>
                    <a:pt x="89099" y="5437"/>
                    <a:pt x="89099" y="2764"/>
                  </a:cubicBezTo>
                  <a:cubicBezTo>
                    <a:pt x="89099" y="91"/>
                    <a:pt x="86558" y="91"/>
                    <a:pt x="84685" y="91"/>
                  </a:cubicBezTo>
                  <a:lnTo>
                    <a:pt x="4565" y="91"/>
                  </a:lnTo>
                  <a:cubicBezTo>
                    <a:pt x="2692" y="91"/>
                    <a:pt x="151" y="91"/>
                    <a:pt x="151" y="2764"/>
                  </a:cubicBezTo>
                  <a:cubicBezTo>
                    <a:pt x="151" y="5437"/>
                    <a:pt x="2692" y="5437"/>
                    <a:pt x="4699" y="5437"/>
                  </a:cubicBezTo>
                  <a:lnTo>
                    <a:pt x="84552" y="5437"/>
                  </a:lnTo>
                  <a:close/>
                  <a:moveTo>
                    <a:pt x="84685" y="31366"/>
                  </a:moveTo>
                  <a:cubicBezTo>
                    <a:pt x="86558" y="31366"/>
                    <a:pt x="89099" y="31366"/>
                    <a:pt x="89099" y="28693"/>
                  </a:cubicBezTo>
                  <a:cubicBezTo>
                    <a:pt x="89099" y="26020"/>
                    <a:pt x="86558" y="26020"/>
                    <a:pt x="84552" y="26020"/>
                  </a:cubicBezTo>
                  <a:lnTo>
                    <a:pt x="4699" y="26020"/>
                  </a:lnTo>
                  <a:cubicBezTo>
                    <a:pt x="2692" y="26020"/>
                    <a:pt x="151" y="26020"/>
                    <a:pt x="151" y="28693"/>
                  </a:cubicBezTo>
                  <a:cubicBezTo>
                    <a:pt x="151" y="31366"/>
                    <a:pt x="2692" y="31366"/>
                    <a:pt x="4565" y="31366"/>
                  </a:cubicBezTo>
                  <a:lnTo>
                    <a:pt x="84685" y="313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7" name="Freeform: Shape 766">
              <a:extLst>
                <a:ext uri="{FF2B5EF4-FFF2-40B4-BE49-F238E27FC236}">
                  <a16:creationId xmlns:a16="http://schemas.microsoft.com/office/drawing/2014/main" id="{F33D6E36-A1D2-26E2-3CC4-9B0B5C1FEDE3}"/>
                </a:ext>
              </a:extLst>
            </p:cNvPr>
            <p:cNvSpPr/>
            <p:nvPr>
              <p:custDataLst>
                <p:tags r:id="rId230"/>
              </p:custDataLst>
            </p:nvPr>
          </p:nvSpPr>
          <p:spPr>
            <a:xfrm>
              <a:off x="9222329" y="3445306"/>
              <a:ext cx="53369" cy="89012"/>
            </a:xfrm>
            <a:custGeom>
              <a:avLst/>
              <a:gdLst>
                <a:gd name="connsiteX0" fmla="*/ 10461 w 53369"/>
                <a:gd name="connsiteY0" fmla="*/ 78812 h 89012"/>
                <a:gd name="connsiteX1" fmla="*/ 24639 w 53369"/>
                <a:gd name="connsiteY1" fmla="*/ 65046 h 89012"/>
                <a:gd name="connsiteX2" fmla="*/ 53531 w 53369"/>
                <a:gd name="connsiteY2" fmla="*/ 26020 h 89012"/>
                <a:gd name="connsiteX3" fmla="*/ 25174 w 53369"/>
                <a:gd name="connsiteY3" fmla="*/ 91 h 89012"/>
                <a:gd name="connsiteX4" fmla="*/ 161 w 53369"/>
                <a:gd name="connsiteY4" fmla="*/ 24282 h 89012"/>
                <a:gd name="connsiteX5" fmla="*/ 7251 w 53369"/>
                <a:gd name="connsiteY5" fmla="*/ 31767 h 89012"/>
                <a:gd name="connsiteX6" fmla="*/ 14206 w 53369"/>
                <a:gd name="connsiteY6" fmla="*/ 24683 h 89012"/>
                <a:gd name="connsiteX7" fmla="*/ 7117 w 53369"/>
                <a:gd name="connsiteY7" fmla="*/ 17733 h 89012"/>
                <a:gd name="connsiteX8" fmla="*/ 5378 w 53369"/>
                <a:gd name="connsiteY8" fmla="*/ 17867 h 89012"/>
                <a:gd name="connsiteX9" fmla="*/ 23435 w 53369"/>
                <a:gd name="connsiteY9" fmla="*/ 4234 h 89012"/>
                <a:gd name="connsiteX10" fmla="*/ 41359 w 53369"/>
                <a:gd name="connsiteY10" fmla="*/ 26020 h 89012"/>
                <a:gd name="connsiteX11" fmla="*/ 27314 w 53369"/>
                <a:gd name="connsiteY11" fmla="*/ 55557 h 89012"/>
                <a:gd name="connsiteX12" fmla="*/ 1633 w 53369"/>
                <a:gd name="connsiteY12" fmla="*/ 84158 h 89012"/>
                <a:gd name="connsiteX13" fmla="*/ 161 w 53369"/>
                <a:gd name="connsiteY13" fmla="*/ 89103 h 89012"/>
                <a:gd name="connsiteX14" fmla="*/ 49785 w 53369"/>
                <a:gd name="connsiteY14" fmla="*/ 89103 h 89012"/>
                <a:gd name="connsiteX15" fmla="*/ 53531 w 53369"/>
                <a:gd name="connsiteY15" fmla="*/ 65848 h 89012"/>
                <a:gd name="connsiteX16" fmla="*/ 50187 w 53369"/>
                <a:gd name="connsiteY16" fmla="*/ 65848 h 89012"/>
                <a:gd name="connsiteX17" fmla="*/ 47244 w 53369"/>
                <a:gd name="connsiteY17" fmla="*/ 77743 h 89012"/>
                <a:gd name="connsiteX18" fmla="*/ 34537 w 53369"/>
                <a:gd name="connsiteY18" fmla="*/ 78812 h 89012"/>
                <a:gd name="connsiteX19" fmla="*/ 10461 w 53369"/>
                <a:gd name="connsiteY19" fmla="*/ 78812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69" h="89012">
                  <a:moveTo>
                    <a:pt x="10461" y="78812"/>
                  </a:moveTo>
                  <a:lnTo>
                    <a:pt x="24639" y="65046"/>
                  </a:lnTo>
                  <a:cubicBezTo>
                    <a:pt x="45505" y="46602"/>
                    <a:pt x="53531" y="39385"/>
                    <a:pt x="53531" y="26020"/>
                  </a:cubicBezTo>
                  <a:cubicBezTo>
                    <a:pt x="53531" y="10783"/>
                    <a:pt x="41492" y="91"/>
                    <a:pt x="25174" y="91"/>
                  </a:cubicBezTo>
                  <a:cubicBezTo>
                    <a:pt x="10059" y="91"/>
                    <a:pt x="161" y="12387"/>
                    <a:pt x="161" y="24282"/>
                  </a:cubicBezTo>
                  <a:cubicBezTo>
                    <a:pt x="161" y="31767"/>
                    <a:pt x="6849" y="31767"/>
                    <a:pt x="7251" y="31767"/>
                  </a:cubicBezTo>
                  <a:cubicBezTo>
                    <a:pt x="9524" y="31767"/>
                    <a:pt x="14206" y="30163"/>
                    <a:pt x="14206" y="24683"/>
                  </a:cubicBezTo>
                  <a:cubicBezTo>
                    <a:pt x="14206" y="21208"/>
                    <a:pt x="11798" y="17733"/>
                    <a:pt x="7117" y="17733"/>
                  </a:cubicBezTo>
                  <a:cubicBezTo>
                    <a:pt x="6047" y="17733"/>
                    <a:pt x="5779" y="17733"/>
                    <a:pt x="5378" y="17867"/>
                  </a:cubicBezTo>
                  <a:cubicBezTo>
                    <a:pt x="8454" y="9180"/>
                    <a:pt x="15677" y="4234"/>
                    <a:pt x="23435" y="4234"/>
                  </a:cubicBezTo>
                  <a:cubicBezTo>
                    <a:pt x="35607" y="4234"/>
                    <a:pt x="41359" y="15060"/>
                    <a:pt x="41359" y="26020"/>
                  </a:cubicBezTo>
                  <a:cubicBezTo>
                    <a:pt x="41359" y="36712"/>
                    <a:pt x="34671" y="47270"/>
                    <a:pt x="27314" y="55557"/>
                  </a:cubicBezTo>
                  <a:lnTo>
                    <a:pt x="1633" y="84158"/>
                  </a:lnTo>
                  <a:cubicBezTo>
                    <a:pt x="161" y="85629"/>
                    <a:pt x="161" y="85896"/>
                    <a:pt x="161" y="89103"/>
                  </a:cubicBezTo>
                  <a:lnTo>
                    <a:pt x="49785" y="89103"/>
                  </a:lnTo>
                  <a:lnTo>
                    <a:pt x="53531" y="65848"/>
                  </a:lnTo>
                  <a:lnTo>
                    <a:pt x="50187" y="65848"/>
                  </a:lnTo>
                  <a:cubicBezTo>
                    <a:pt x="49518" y="69858"/>
                    <a:pt x="48582" y="75738"/>
                    <a:pt x="47244" y="77743"/>
                  </a:cubicBezTo>
                  <a:cubicBezTo>
                    <a:pt x="46308" y="78812"/>
                    <a:pt x="37480" y="78812"/>
                    <a:pt x="34537" y="78812"/>
                  </a:cubicBezTo>
                  <a:lnTo>
                    <a:pt x="10461" y="788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8" name="Freeform: Shape 767">
              <a:extLst>
                <a:ext uri="{FF2B5EF4-FFF2-40B4-BE49-F238E27FC236}">
                  <a16:creationId xmlns:a16="http://schemas.microsoft.com/office/drawing/2014/main" id="{36330C45-B9DC-0D75-3896-A53EB98E8C3D}"/>
                </a:ext>
              </a:extLst>
            </p:cNvPr>
            <p:cNvSpPr/>
            <p:nvPr>
              <p:custDataLst>
                <p:tags r:id="rId231"/>
              </p:custDataLst>
            </p:nvPr>
          </p:nvSpPr>
          <p:spPr>
            <a:xfrm>
              <a:off x="9294023" y="3520151"/>
              <a:ext cx="14178" cy="14167"/>
            </a:xfrm>
            <a:custGeom>
              <a:avLst/>
              <a:gdLst>
                <a:gd name="connsiteX0" fmla="*/ 14345 w 14178"/>
                <a:gd name="connsiteY0" fmla="*/ 7175 h 14167"/>
                <a:gd name="connsiteX1" fmla="*/ 7256 w 14178"/>
                <a:gd name="connsiteY1" fmla="*/ 91 h 14167"/>
                <a:gd name="connsiteX2" fmla="*/ 166 w 14178"/>
                <a:gd name="connsiteY2" fmla="*/ 7175 h 14167"/>
                <a:gd name="connsiteX3" fmla="*/ 7256 w 14178"/>
                <a:gd name="connsiteY3" fmla="*/ 14258 h 14167"/>
                <a:gd name="connsiteX4" fmla="*/ 14345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345" y="7175"/>
                  </a:moveTo>
                  <a:cubicBezTo>
                    <a:pt x="14345" y="3299"/>
                    <a:pt x="11134" y="91"/>
                    <a:pt x="7256" y="91"/>
                  </a:cubicBezTo>
                  <a:cubicBezTo>
                    <a:pt x="3377" y="91"/>
                    <a:pt x="166" y="3299"/>
                    <a:pt x="166" y="7175"/>
                  </a:cubicBezTo>
                  <a:cubicBezTo>
                    <a:pt x="166" y="11051"/>
                    <a:pt x="3377" y="14258"/>
                    <a:pt x="7256" y="14258"/>
                  </a:cubicBezTo>
                  <a:cubicBezTo>
                    <a:pt x="11134" y="14258"/>
                    <a:pt x="14345" y="11051"/>
                    <a:pt x="14345"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69" name="Freeform: Shape 768">
              <a:extLst>
                <a:ext uri="{FF2B5EF4-FFF2-40B4-BE49-F238E27FC236}">
                  <a16:creationId xmlns:a16="http://schemas.microsoft.com/office/drawing/2014/main" id="{7CD4B796-B684-2BCB-D4AD-F41266A1EFEB}"/>
                </a:ext>
              </a:extLst>
            </p:cNvPr>
            <p:cNvSpPr/>
            <p:nvPr>
              <p:custDataLst>
                <p:tags r:id="rId232"/>
              </p:custDataLst>
            </p:nvPr>
          </p:nvSpPr>
          <p:spPr>
            <a:xfrm>
              <a:off x="9326362" y="3445306"/>
              <a:ext cx="53369" cy="89012"/>
            </a:xfrm>
            <a:custGeom>
              <a:avLst/>
              <a:gdLst>
                <a:gd name="connsiteX0" fmla="*/ 10468 w 53369"/>
                <a:gd name="connsiteY0" fmla="*/ 78812 h 89012"/>
                <a:gd name="connsiteX1" fmla="*/ 24647 w 53369"/>
                <a:gd name="connsiteY1" fmla="*/ 65046 h 89012"/>
                <a:gd name="connsiteX2" fmla="*/ 53538 w 53369"/>
                <a:gd name="connsiteY2" fmla="*/ 26020 h 89012"/>
                <a:gd name="connsiteX3" fmla="*/ 25182 w 53369"/>
                <a:gd name="connsiteY3" fmla="*/ 91 h 89012"/>
                <a:gd name="connsiteX4" fmla="*/ 169 w 53369"/>
                <a:gd name="connsiteY4" fmla="*/ 24282 h 89012"/>
                <a:gd name="connsiteX5" fmla="*/ 7258 w 53369"/>
                <a:gd name="connsiteY5" fmla="*/ 31767 h 89012"/>
                <a:gd name="connsiteX6" fmla="*/ 14214 w 53369"/>
                <a:gd name="connsiteY6" fmla="*/ 24683 h 89012"/>
                <a:gd name="connsiteX7" fmla="*/ 7125 w 53369"/>
                <a:gd name="connsiteY7" fmla="*/ 17733 h 89012"/>
                <a:gd name="connsiteX8" fmla="*/ 5386 w 53369"/>
                <a:gd name="connsiteY8" fmla="*/ 17867 h 89012"/>
                <a:gd name="connsiteX9" fmla="*/ 23443 w 53369"/>
                <a:gd name="connsiteY9" fmla="*/ 4234 h 89012"/>
                <a:gd name="connsiteX10" fmla="*/ 41366 w 53369"/>
                <a:gd name="connsiteY10" fmla="*/ 26020 h 89012"/>
                <a:gd name="connsiteX11" fmla="*/ 27322 w 53369"/>
                <a:gd name="connsiteY11" fmla="*/ 55557 h 89012"/>
                <a:gd name="connsiteX12" fmla="*/ 1640 w 53369"/>
                <a:gd name="connsiteY12" fmla="*/ 84158 h 89012"/>
                <a:gd name="connsiteX13" fmla="*/ 169 w 53369"/>
                <a:gd name="connsiteY13" fmla="*/ 89103 h 89012"/>
                <a:gd name="connsiteX14" fmla="*/ 49793 w 53369"/>
                <a:gd name="connsiteY14" fmla="*/ 89103 h 89012"/>
                <a:gd name="connsiteX15" fmla="*/ 53538 w 53369"/>
                <a:gd name="connsiteY15" fmla="*/ 65848 h 89012"/>
                <a:gd name="connsiteX16" fmla="*/ 50194 w 53369"/>
                <a:gd name="connsiteY16" fmla="*/ 65848 h 89012"/>
                <a:gd name="connsiteX17" fmla="*/ 47252 w 53369"/>
                <a:gd name="connsiteY17" fmla="*/ 77743 h 89012"/>
                <a:gd name="connsiteX18" fmla="*/ 34545 w 53369"/>
                <a:gd name="connsiteY18" fmla="*/ 78812 h 89012"/>
                <a:gd name="connsiteX19" fmla="*/ 10468 w 53369"/>
                <a:gd name="connsiteY19" fmla="*/ 78812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69" h="89012">
                  <a:moveTo>
                    <a:pt x="10468" y="78812"/>
                  </a:moveTo>
                  <a:lnTo>
                    <a:pt x="24647" y="65046"/>
                  </a:lnTo>
                  <a:cubicBezTo>
                    <a:pt x="45513" y="46602"/>
                    <a:pt x="53538" y="39385"/>
                    <a:pt x="53538" y="26020"/>
                  </a:cubicBezTo>
                  <a:cubicBezTo>
                    <a:pt x="53538" y="10783"/>
                    <a:pt x="41500" y="91"/>
                    <a:pt x="25182" y="91"/>
                  </a:cubicBezTo>
                  <a:cubicBezTo>
                    <a:pt x="10067" y="91"/>
                    <a:pt x="169" y="12387"/>
                    <a:pt x="169" y="24282"/>
                  </a:cubicBezTo>
                  <a:cubicBezTo>
                    <a:pt x="169" y="31767"/>
                    <a:pt x="6857" y="31767"/>
                    <a:pt x="7258" y="31767"/>
                  </a:cubicBezTo>
                  <a:cubicBezTo>
                    <a:pt x="9532" y="31767"/>
                    <a:pt x="14214" y="30163"/>
                    <a:pt x="14214" y="24683"/>
                  </a:cubicBezTo>
                  <a:cubicBezTo>
                    <a:pt x="14214" y="21208"/>
                    <a:pt x="11806" y="17733"/>
                    <a:pt x="7125" y="17733"/>
                  </a:cubicBezTo>
                  <a:cubicBezTo>
                    <a:pt x="6054" y="17733"/>
                    <a:pt x="5787" y="17733"/>
                    <a:pt x="5386" y="17867"/>
                  </a:cubicBezTo>
                  <a:cubicBezTo>
                    <a:pt x="8462" y="9180"/>
                    <a:pt x="15685" y="4234"/>
                    <a:pt x="23443" y="4234"/>
                  </a:cubicBezTo>
                  <a:cubicBezTo>
                    <a:pt x="35615" y="4234"/>
                    <a:pt x="41366" y="15060"/>
                    <a:pt x="41366" y="26020"/>
                  </a:cubicBezTo>
                  <a:cubicBezTo>
                    <a:pt x="41366" y="36712"/>
                    <a:pt x="34679" y="47270"/>
                    <a:pt x="27322" y="55557"/>
                  </a:cubicBezTo>
                  <a:lnTo>
                    <a:pt x="1640" y="84158"/>
                  </a:lnTo>
                  <a:cubicBezTo>
                    <a:pt x="169" y="85629"/>
                    <a:pt x="169" y="85896"/>
                    <a:pt x="169" y="89103"/>
                  </a:cubicBezTo>
                  <a:lnTo>
                    <a:pt x="49793" y="89103"/>
                  </a:lnTo>
                  <a:lnTo>
                    <a:pt x="53538" y="65848"/>
                  </a:lnTo>
                  <a:lnTo>
                    <a:pt x="50194" y="65848"/>
                  </a:lnTo>
                  <a:cubicBezTo>
                    <a:pt x="49526" y="69858"/>
                    <a:pt x="48589" y="75738"/>
                    <a:pt x="47252" y="77743"/>
                  </a:cubicBezTo>
                  <a:cubicBezTo>
                    <a:pt x="46315" y="78812"/>
                    <a:pt x="37487" y="78812"/>
                    <a:pt x="34545" y="78812"/>
                  </a:cubicBezTo>
                  <a:lnTo>
                    <a:pt x="10468" y="788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0" name="Freeform: Shape 769">
              <a:extLst>
                <a:ext uri="{FF2B5EF4-FFF2-40B4-BE49-F238E27FC236}">
                  <a16:creationId xmlns:a16="http://schemas.microsoft.com/office/drawing/2014/main" id="{3CDA22E7-A4DA-37C0-71EC-50DA8378C535}"/>
                </a:ext>
              </a:extLst>
            </p:cNvPr>
            <p:cNvSpPr/>
            <p:nvPr>
              <p:custDataLst>
                <p:tags r:id="rId233"/>
              </p:custDataLst>
            </p:nvPr>
          </p:nvSpPr>
          <p:spPr>
            <a:xfrm>
              <a:off x="9391770" y="3445306"/>
              <a:ext cx="56311" cy="91952"/>
            </a:xfrm>
            <a:custGeom>
              <a:avLst/>
              <a:gdLst>
                <a:gd name="connsiteX0" fmla="*/ 56486 w 56311"/>
                <a:gd name="connsiteY0" fmla="*/ 46335 h 91952"/>
                <a:gd name="connsiteX1" fmla="*/ 51136 w 56311"/>
                <a:gd name="connsiteY1" fmla="*/ 15060 h 91952"/>
                <a:gd name="connsiteX2" fmla="*/ 28397 w 56311"/>
                <a:gd name="connsiteY2" fmla="*/ 91 h 91952"/>
                <a:gd name="connsiteX3" fmla="*/ 5123 w 56311"/>
                <a:gd name="connsiteY3" fmla="*/ 15996 h 91952"/>
                <a:gd name="connsiteX4" fmla="*/ 174 w 56311"/>
                <a:gd name="connsiteY4" fmla="*/ 46335 h 91952"/>
                <a:gd name="connsiteX5" fmla="*/ 6193 w 56311"/>
                <a:gd name="connsiteY5" fmla="*/ 78545 h 91952"/>
                <a:gd name="connsiteX6" fmla="*/ 28263 w 56311"/>
                <a:gd name="connsiteY6" fmla="*/ 92044 h 91952"/>
                <a:gd name="connsiteX7" fmla="*/ 51537 w 56311"/>
                <a:gd name="connsiteY7" fmla="*/ 76540 h 91952"/>
                <a:gd name="connsiteX8" fmla="*/ 56486 w 56311"/>
                <a:gd name="connsiteY8" fmla="*/ 46335 h 91952"/>
                <a:gd name="connsiteX9" fmla="*/ 28263 w 56311"/>
                <a:gd name="connsiteY9" fmla="*/ 89103 h 91952"/>
                <a:gd name="connsiteX10" fmla="*/ 12747 w 56311"/>
                <a:gd name="connsiteY10" fmla="*/ 72932 h 91952"/>
                <a:gd name="connsiteX11" fmla="*/ 11276 w 56311"/>
                <a:gd name="connsiteY11" fmla="*/ 44731 h 91952"/>
                <a:gd name="connsiteX12" fmla="*/ 12346 w 56311"/>
                <a:gd name="connsiteY12" fmla="*/ 20139 h 91952"/>
                <a:gd name="connsiteX13" fmla="*/ 28263 w 56311"/>
                <a:gd name="connsiteY13" fmla="*/ 3032 h 91952"/>
                <a:gd name="connsiteX14" fmla="*/ 44047 w 56311"/>
                <a:gd name="connsiteY14" fmla="*/ 18669 h 91952"/>
                <a:gd name="connsiteX15" fmla="*/ 45384 w 56311"/>
                <a:gd name="connsiteY15" fmla="*/ 44731 h 91952"/>
                <a:gd name="connsiteX16" fmla="*/ 43913 w 56311"/>
                <a:gd name="connsiteY16" fmla="*/ 72397 h 91952"/>
                <a:gd name="connsiteX17" fmla="*/ 28263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486" y="46335"/>
                  </a:moveTo>
                  <a:cubicBezTo>
                    <a:pt x="56486" y="35643"/>
                    <a:pt x="55817" y="24950"/>
                    <a:pt x="51136" y="15060"/>
                  </a:cubicBezTo>
                  <a:cubicBezTo>
                    <a:pt x="44983" y="2230"/>
                    <a:pt x="34015" y="91"/>
                    <a:pt x="28397" y="91"/>
                  </a:cubicBezTo>
                  <a:cubicBezTo>
                    <a:pt x="20371" y="91"/>
                    <a:pt x="10607" y="3566"/>
                    <a:pt x="5123" y="15996"/>
                  </a:cubicBezTo>
                  <a:cubicBezTo>
                    <a:pt x="843" y="25218"/>
                    <a:pt x="174" y="35643"/>
                    <a:pt x="174" y="46335"/>
                  </a:cubicBezTo>
                  <a:cubicBezTo>
                    <a:pt x="174" y="56359"/>
                    <a:pt x="709" y="68387"/>
                    <a:pt x="6193" y="78545"/>
                  </a:cubicBezTo>
                  <a:cubicBezTo>
                    <a:pt x="11945" y="89371"/>
                    <a:pt x="21709" y="92044"/>
                    <a:pt x="28263" y="92044"/>
                  </a:cubicBezTo>
                  <a:cubicBezTo>
                    <a:pt x="35486" y="92044"/>
                    <a:pt x="45652" y="89237"/>
                    <a:pt x="51537" y="76540"/>
                  </a:cubicBezTo>
                  <a:cubicBezTo>
                    <a:pt x="55817" y="67318"/>
                    <a:pt x="56486" y="56893"/>
                    <a:pt x="56486" y="46335"/>
                  </a:cubicBezTo>
                  <a:close/>
                  <a:moveTo>
                    <a:pt x="28263" y="89103"/>
                  </a:moveTo>
                  <a:cubicBezTo>
                    <a:pt x="23047" y="89103"/>
                    <a:pt x="15155" y="85762"/>
                    <a:pt x="12747" y="72932"/>
                  </a:cubicBezTo>
                  <a:cubicBezTo>
                    <a:pt x="11276" y="64912"/>
                    <a:pt x="11276" y="52616"/>
                    <a:pt x="11276" y="44731"/>
                  </a:cubicBezTo>
                  <a:cubicBezTo>
                    <a:pt x="11276" y="36177"/>
                    <a:pt x="11276" y="27356"/>
                    <a:pt x="12346" y="20139"/>
                  </a:cubicBezTo>
                  <a:cubicBezTo>
                    <a:pt x="14887" y="4234"/>
                    <a:pt x="24919" y="3032"/>
                    <a:pt x="28263" y="3032"/>
                  </a:cubicBezTo>
                  <a:cubicBezTo>
                    <a:pt x="32677" y="3032"/>
                    <a:pt x="41505" y="5437"/>
                    <a:pt x="44047" y="18669"/>
                  </a:cubicBezTo>
                  <a:cubicBezTo>
                    <a:pt x="45384" y="26153"/>
                    <a:pt x="45384" y="36311"/>
                    <a:pt x="45384" y="44731"/>
                  </a:cubicBezTo>
                  <a:cubicBezTo>
                    <a:pt x="45384" y="54755"/>
                    <a:pt x="45384" y="63843"/>
                    <a:pt x="43913" y="72397"/>
                  </a:cubicBezTo>
                  <a:cubicBezTo>
                    <a:pt x="41906" y="85094"/>
                    <a:pt x="34282" y="89103"/>
                    <a:pt x="28263"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1" name="Freeform: Shape 770">
              <a:extLst>
                <a:ext uri="{FF2B5EF4-FFF2-40B4-BE49-F238E27FC236}">
                  <a16:creationId xmlns:a16="http://schemas.microsoft.com/office/drawing/2014/main" id="{0B0EAC26-CE1A-0C63-A7EB-54078918B244}"/>
                </a:ext>
              </a:extLst>
            </p:cNvPr>
            <p:cNvSpPr/>
            <p:nvPr>
              <p:custDataLst>
                <p:tags r:id="rId234"/>
              </p:custDataLst>
            </p:nvPr>
          </p:nvSpPr>
          <p:spPr>
            <a:xfrm>
              <a:off x="9457177" y="3443836"/>
              <a:ext cx="59254" cy="90482"/>
            </a:xfrm>
            <a:custGeom>
              <a:avLst/>
              <a:gdLst>
                <a:gd name="connsiteX0" fmla="*/ 35759 w 59254"/>
                <a:gd name="connsiteY0" fmla="*/ 68521 h 90482"/>
                <a:gd name="connsiteX1" fmla="*/ 35759 w 59254"/>
                <a:gd name="connsiteY1" fmla="*/ 80149 h 90482"/>
                <a:gd name="connsiteX2" fmla="*/ 25593 w 59254"/>
                <a:gd name="connsiteY2" fmla="*/ 86430 h 90482"/>
                <a:gd name="connsiteX3" fmla="*/ 22784 w 59254"/>
                <a:gd name="connsiteY3" fmla="*/ 86430 h 90482"/>
                <a:gd name="connsiteX4" fmla="*/ 22784 w 59254"/>
                <a:gd name="connsiteY4" fmla="*/ 90574 h 90482"/>
                <a:gd name="connsiteX5" fmla="*/ 40841 w 59254"/>
                <a:gd name="connsiteY5" fmla="*/ 90173 h 90482"/>
                <a:gd name="connsiteX6" fmla="*/ 59032 w 59254"/>
                <a:gd name="connsiteY6" fmla="*/ 90574 h 90482"/>
                <a:gd name="connsiteX7" fmla="*/ 59032 w 59254"/>
                <a:gd name="connsiteY7" fmla="*/ 86430 h 90482"/>
                <a:gd name="connsiteX8" fmla="*/ 56223 w 59254"/>
                <a:gd name="connsiteY8" fmla="*/ 86430 h 90482"/>
                <a:gd name="connsiteX9" fmla="*/ 46058 w 59254"/>
                <a:gd name="connsiteY9" fmla="*/ 80149 h 90482"/>
                <a:gd name="connsiteX10" fmla="*/ 46058 w 59254"/>
                <a:gd name="connsiteY10" fmla="*/ 68521 h 90482"/>
                <a:gd name="connsiteX11" fmla="*/ 59434 w 59254"/>
                <a:gd name="connsiteY11" fmla="*/ 68521 h 90482"/>
                <a:gd name="connsiteX12" fmla="*/ 59434 w 59254"/>
                <a:gd name="connsiteY12" fmla="*/ 64378 h 90482"/>
                <a:gd name="connsiteX13" fmla="*/ 46058 w 59254"/>
                <a:gd name="connsiteY13" fmla="*/ 64378 h 90482"/>
                <a:gd name="connsiteX14" fmla="*/ 46058 w 59254"/>
                <a:gd name="connsiteY14" fmla="*/ 3566 h 90482"/>
                <a:gd name="connsiteX15" fmla="*/ 43918 w 59254"/>
                <a:gd name="connsiteY15" fmla="*/ 91 h 90482"/>
                <a:gd name="connsiteX16" fmla="*/ 41243 w 59254"/>
                <a:gd name="connsiteY16" fmla="*/ 1695 h 90482"/>
                <a:gd name="connsiteX17" fmla="*/ 179 w 59254"/>
                <a:gd name="connsiteY17" fmla="*/ 64378 h 90482"/>
                <a:gd name="connsiteX18" fmla="*/ 179 w 59254"/>
                <a:gd name="connsiteY18" fmla="*/ 68521 h 90482"/>
                <a:gd name="connsiteX19" fmla="*/ 35759 w 59254"/>
                <a:gd name="connsiteY19" fmla="*/ 68521 h 90482"/>
                <a:gd name="connsiteX20" fmla="*/ 36561 w 59254"/>
                <a:gd name="connsiteY20" fmla="*/ 64378 h 90482"/>
                <a:gd name="connsiteX21" fmla="*/ 3924 w 59254"/>
                <a:gd name="connsiteY21" fmla="*/ 64378 h 90482"/>
                <a:gd name="connsiteX22" fmla="*/ 36561 w 59254"/>
                <a:gd name="connsiteY22" fmla="*/ 14526 h 90482"/>
                <a:gd name="connsiteX23" fmla="*/ 36561 w 59254"/>
                <a:gd name="connsiteY23" fmla="*/ 64378 h 90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254" h="90482">
                  <a:moveTo>
                    <a:pt x="35759" y="68521"/>
                  </a:moveTo>
                  <a:lnTo>
                    <a:pt x="35759" y="80149"/>
                  </a:lnTo>
                  <a:cubicBezTo>
                    <a:pt x="35759" y="84960"/>
                    <a:pt x="35491" y="86430"/>
                    <a:pt x="25593" y="86430"/>
                  </a:cubicBezTo>
                  <a:lnTo>
                    <a:pt x="22784" y="86430"/>
                  </a:lnTo>
                  <a:lnTo>
                    <a:pt x="22784" y="90574"/>
                  </a:lnTo>
                  <a:cubicBezTo>
                    <a:pt x="28268" y="90173"/>
                    <a:pt x="35224" y="90173"/>
                    <a:pt x="40841" y="90173"/>
                  </a:cubicBezTo>
                  <a:cubicBezTo>
                    <a:pt x="46459" y="90173"/>
                    <a:pt x="53548" y="90173"/>
                    <a:pt x="59032" y="90574"/>
                  </a:cubicBezTo>
                  <a:lnTo>
                    <a:pt x="59032" y="86430"/>
                  </a:lnTo>
                  <a:lnTo>
                    <a:pt x="56223" y="86430"/>
                  </a:lnTo>
                  <a:cubicBezTo>
                    <a:pt x="46325" y="86430"/>
                    <a:pt x="46058" y="84960"/>
                    <a:pt x="46058" y="80149"/>
                  </a:cubicBezTo>
                  <a:lnTo>
                    <a:pt x="46058" y="68521"/>
                  </a:lnTo>
                  <a:lnTo>
                    <a:pt x="59434" y="68521"/>
                  </a:lnTo>
                  <a:lnTo>
                    <a:pt x="59434" y="64378"/>
                  </a:lnTo>
                  <a:lnTo>
                    <a:pt x="46058" y="64378"/>
                  </a:lnTo>
                  <a:lnTo>
                    <a:pt x="46058" y="3566"/>
                  </a:lnTo>
                  <a:cubicBezTo>
                    <a:pt x="46058" y="893"/>
                    <a:pt x="46058" y="91"/>
                    <a:pt x="43918" y="91"/>
                  </a:cubicBezTo>
                  <a:cubicBezTo>
                    <a:pt x="42714" y="91"/>
                    <a:pt x="42313" y="91"/>
                    <a:pt x="41243" y="1695"/>
                  </a:cubicBezTo>
                  <a:lnTo>
                    <a:pt x="179" y="64378"/>
                  </a:lnTo>
                  <a:lnTo>
                    <a:pt x="179" y="68521"/>
                  </a:lnTo>
                  <a:lnTo>
                    <a:pt x="35759" y="68521"/>
                  </a:lnTo>
                  <a:close/>
                  <a:moveTo>
                    <a:pt x="36561" y="64378"/>
                  </a:moveTo>
                  <a:lnTo>
                    <a:pt x="3924" y="64378"/>
                  </a:lnTo>
                  <a:lnTo>
                    <a:pt x="36561" y="14526"/>
                  </a:lnTo>
                  <a:lnTo>
                    <a:pt x="36561" y="643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2" name="Freeform: Shape 771">
              <a:extLst>
                <a:ext uri="{FF2B5EF4-FFF2-40B4-BE49-F238E27FC236}">
                  <a16:creationId xmlns:a16="http://schemas.microsoft.com/office/drawing/2014/main" id="{5646F086-7AF6-A625-6A9E-03F00354B625}"/>
                </a:ext>
              </a:extLst>
            </p:cNvPr>
            <p:cNvSpPr/>
            <p:nvPr>
              <p:custDataLst>
                <p:tags r:id="rId235"/>
              </p:custDataLst>
            </p:nvPr>
          </p:nvSpPr>
          <p:spPr>
            <a:xfrm>
              <a:off x="9561136" y="3498232"/>
              <a:ext cx="81725" cy="5346"/>
            </a:xfrm>
            <a:custGeom>
              <a:avLst/>
              <a:gdLst>
                <a:gd name="connsiteX0" fmla="*/ 77230 w 81725"/>
                <a:gd name="connsiteY0" fmla="*/ 5437 h 5346"/>
                <a:gd name="connsiteX1" fmla="*/ 81912 w 81725"/>
                <a:gd name="connsiteY1" fmla="*/ 2764 h 5346"/>
                <a:gd name="connsiteX2" fmla="*/ 77230 w 81725"/>
                <a:gd name="connsiteY2" fmla="*/ 91 h 5346"/>
                <a:gd name="connsiteX3" fmla="*/ 4868 w 81725"/>
                <a:gd name="connsiteY3" fmla="*/ 91 h 5346"/>
                <a:gd name="connsiteX4" fmla="*/ 186 w 81725"/>
                <a:gd name="connsiteY4" fmla="*/ 2764 h 5346"/>
                <a:gd name="connsiteX5" fmla="*/ 4868 w 81725"/>
                <a:gd name="connsiteY5" fmla="*/ 5437 h 5346"/>
                <a:gd name="connsiteX6" fmla="*/ 77230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230" y="5437"/>
                  </a:moveTo>
                  <a:cubicBezTo>
                    <a:pt x="79504" y="5437"/>
                    <a:pt x="81912" y="5437"/>
                    <a:pt x="81912" y="2764"/>
                  </a:cubicBezTo>
                  <a:cubicBezTo>
                    <a:pt x="81912" y="91"/>
                    <a:pt x="79504" y="91"/>
                    <a:pt x="77230" y="91"/>
                  </a:cubicBezTo>
                  <a:lnTo>
                    <a:pt x="4868" y="91"/>
                  </a:lnTo>
                  <a:cubicBezTo>
                    <a:pt x="2594" y="91"/>
                    <a:pt x="186" y="91"/>
                    <a:pt x="186" y="2764"/>
                  </a:cubicBezTo>
                  <a:cubicBezTo>
                    <a:pt x="186" y="5437"/>
                    <a:pt x="2594" y="5437"/>
                    <a:pt x="4868" y="5437"/>
                  </a:cubicBezTo>
                  <a:lnTo>
                    <a:pt x="77230"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3" name="Freeform: Shape 772">
              <a:extLst>
                <a:ext uri="{FF2B5EF4-FFF2-40B4-BE49-F238E27FC236}">
                  <a16:creationId xmlns:a16="http://schemas.microsoft.com/office/drawing/2014/main" id="{03C6245E-528E-45B4-557E-F9E08DAE94C2}"/>
                </a:ext>
              </a:extLst>
            </p:cNvPr>
            <p:cNvSpPr/>
            <p:nvPr>
              <p:custDataLst>
                <p:tags r:id="rId236"/>
              </p:custDataLst>
            </p:nvPr>
          </p:nvSpPr>
          <p:spPr>
            <a:xfrm>
              <a:off x="9697033" y="3434079"/>
              <a:ext cx="31031" cy="133652"/>
            </a:xfrm>
            <a:custGeom>
              <a:avLst/>
              <a:gdLst>
                <a:gd name="connsiteX0" fmla="*/ 31228 w 31031"/>
                <a:gd name="connsiteY0" fmla="*/ 132407 h 133652"/>
                <a:gd name="connsiteX1" fmla="*/ 28954 w 31031"/>
                <a:gd name="connsiteY1" fmla="*/ 129466 h 133652"/>
                <a:gd name="connsiteX2" fmla="*/ 7954 w 31031"/>
                <a:gd name="connsiteY2" fmla="*/ 66917 h 133652"/>
                <a:gd name="connsiteX3" fmla="*/ 29489 w 31031"/>
                <a:gd name="connsiteY3" fmla="*/ 3700 h 133652"/>
                <a:gd name="connsiteX4" fmla="*/ 31228 w 31031"/>
                <a:gd name="connsiteY4" fmla="*/ 1428 h 133652"/>
                <a:gd name="connsiteX5" fmla="*/ 29890 w 31031"/>
                <a:gd name="connsiteY5" fmla="*/ 91 h 133652"/>
                <a:gd name="connsiteX6" fmla="*/ 8623 w 31031"/>
                <a:gd name="connsiteY6" fmla="*/ 26153 h 133652"/>
                <a:gd name="connsiteX7" fmla="*/ 196 w 31031"/>
                <a:gd name="connsiteY7" fmla="*/ 66917 h 133652"/>
                <a:gd name="connsiteX8" fmla="*/ 9024 w 31031"/>
                <a:gd name="connsiteY8" fmla="*/ 108617 h 133652"/>
                <a:gd name="connsiteX9" fmla="*/ 29890 w 31031"/>
                <a:gd name="connsiteY9" fmla="*/ 133743 h 133652"/>
                <a:gd name="connsiteX10" fmla="*/ 31228 w 31031"/>
                <a:gd name="connsiteY10" fmla="*/ 132407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228" y="132407"/>
                  </a:moveTo>
                  <a:cubicBezTo>
                    <a:pt x="31228" y="132006"/>
                    <a:pt x="31228" y="131739"/>
                    <a:pt x="28954" y="129466"/>
                  </a:cubicBezTo>
                  <a:cubicBezTo>
                    <a:pt x="12234" y="112626"/>
                    <a:pt x="7954" y="87366"/>
                    <a:pt x="7954" y="66917"/>
                  </a:cubicBezTo>
                  <a:cubicBezTo>
                    <a:pt x="7954" y="43662"/>
                    <a:pt x="13037" y="20406"/>
                    <a:pt x="29489" y="3700"/>
                  </a:cubicBezTo>
                  <a:cubicBezTo>
                    <a:pt x="31228" y="2096"/>
                    <a:pt x="31228" y="1829"/>
                    <a:pt x="31228" y="1428"/>
                  </a:cubicBezTo>
                  <a:cubicBezTo>
                    <a:pt x="31228" y="492"/>
                    <a:pt x="30693" y="91"/>
                    <a:pt x="29890" y="91"/>
                  </a:cubicBezTo>
                  <a:cubicBezTo>
                    <a:pt x="28553" y="91"/>
                    <a:pt x="16515" y="9180"/>
                    <a:pt x="8623" y="26153"/>
                  </a:cubicBezTo>
                  <a:cubicBezTo>
                    <a:pt x="1801" y="40855"/>
                    <a:pt x="196" y="55690"/>
                    <a:pt x="196" y="66917"/>
                  </a:cubicBezTo>
                  <a:cubicBezTo>
                    <a:pt x="196" y="77342"/>
                    <a:pt x="1668" y="93514"/>
                    <a:pt x="9024" y="108617"/>
                  </a:cubicBezTo>
                  <a:cubicBezTo>
                    <a:pt x="17050" y="125056"/>
                    <a:pt x="28553" y="133743"/>
                    <a:pt x="29890" y="133743"/>
                  </a:cubicBezTo>
                  <a:cubicBezTo>
                    <a:pt x="30693" y="133743"/>
                    <a:pt x="31228" y="133342"/>
                    <a:pt x="31228" y="13240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4" name="Freeform: Shape 773">
              <a:extLst>
                <a:ext uri="{FF2B5EF4-FFF2-40B4-BE49-F238E27FC236}">
                  <a16:creationId xmlns:a16="http://schemas.microsoft.com/office/drawing/2014/main" id="{716A5E24-2D38-238E-C1BE-6F216E6E4C04}"/>
                </a:ext>
              </a:extLst>
            </p:cNvPr>
            <p:cNvSpPr/>
            <p:nvPr>
              <p:custDataLst>
                <p:tags r:id="rId237"/>
              </p:custDataLst>
            </p:nvPr>
          </p:nvSpPr>
          <p:spPr>
            <a:xfrm>
              <a:off x="9747712" y="3445306"/>
              <a:ext cx="44139" cy="89012"/>
            </a:xfrm>
            <a:custGeom>
              <a:avLst/>
              <a:gdLst>
                <a:gd name="connsiteX0" fmla="*/ 27620 w 44139"/>
                <a:gd name="connsiteY0" fmla="*/ 3566 h 89012"/>
                <a:gd name="connsiteX1" fmla="*/ 24544 w 44139"/>
                <a:gd name="connsiteY1" fmla="*/ 91 h 89012"/>
                <a:gd name="connsiteX2" fmla="*/ 200 w 44139"/>
                <a:gd name="connsiteY2" fmla="*/ 8645 h 89012"/>
                <a:gd name="connsiteX3" fmla="*/ 200 w 44139"/>
                <a:gd name="connsiteY3" fmla="*/ 12788 h 89012"/>
                <a:gd name="connsiteX4" fmla="*/ 17722 w 44139"/>
                <a:gd name="connsiteY4" fmla="*/ 9313 h 89012"/>
                <a:gd name="connsiteX5" fmla="*/ 17722 w 44139"/>
                <a:gd name="connsiteY5" fmla="*/ 78545 h 89012"/>
                <a:gd name="connsiteX6" fmla="*/ 5283 w 44139"/>
                <a:gd name="connsiteY6" fmla="*/ 84960 h 89012"/>
                <a:gd name="connsiteX7" fmla="*/ 1003 w 44139"/>
                <a:gd name="connsiteY7" fmla="*/ 84960 h 89012"/>
                <a:gd name="connsiteX8" fmla="*/ 1003 w 44139"/>
                <a:gd name="connsiteY8" fmla="*/ 89103 h 89012"/>
                <a:gd name="connsiteX9" fmla="*/ 22671 w 44139"/>
                <a:gd name="connsiteY9" fmla="*/ 88703 h 89012"/>
                <a:gd name="connsiteX10" fmla="*/ 44340 w 44139"/>
                <a:gd name="connsiteY10" fmla="*/ 89103 h 89012"/>
                <a:gd name="connsiteX11" fmla="*/ 44340 w 44139"/>
                <a:gd name="connsiteY11" fmla="*/ 84960 h 89012"/>
                <a:gd name="connsiteX12" fmla="*/ 40060 w 44139"/>
                <a:gd name="connsiteY12" fmla="*/ 84960 h 89012"/>
                <a:gd name="connsiteX13" fmla="*/ 27620 w 44139"/>
                <a:gd name="connsiteY13" fmla="*/ 78545 h 89012"/>
                <a:gd name="connsiteX14" fmla="*/ 27620 w 44139"/>
                <a:gd name="connsiteY14" fmla="*/ 3566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620" y="3566"/>
                  </a:moveTo>
                  <a:cubicBezTo>
                    <a:pt x="27620" y="358"/>
                    <a:pt x="27620" y="91"/>
                    <a:pt x="24544" y="91"/>
                  </a:cubicBezTo>
                  <a:cubicBezTo>
                    <a:pt x="16251" y="8645"/>
                    <a:pt x="4480" y="8645"/>
                    <a:pt x="200" y="8645"/>
                  </a:cubicBezTo>
                  <a:lnTo>
                    <a:pt x="200" y="12788"/>
                  </a:lnTo>
                  <a:cubicBezTo>
                    <a:pt x="2875" y="12788"/>
                    <a:pt x="10767" y="12788"/>
                    <a:pt x="17722" y="9313"/>
                  </a:cubicBezTo>
                  <a:lnTo>
                    <a:pt x="17722" y="78545"/>
                  </a:lnTo>
                  <a:cubicBezTo>
                    <a:pt x="17722" y="83356"/>
                    <a:pt x="17321" y="84960"/>
                    <a:pt x="5283" y="84960"/>
                  </a:cubicBezTo>
                  <a:lnTo>
                    <a:pt x="1003" y="84960"/>
                  </a:lnTo>
                  <a:lnTo>
                    <a:pt x="1003" y="89103"/>
                  </a:lnTo>
                  <a:cubicBezTo>
                    <a:pt x="5684" y="88703"/>
                    <a:pt x="17321" y="88703"/>
                    <a:pt x="22671" y="88703"/>
                  </a:cubicBezTo>
                  <a:cubicBezTo>
                    <a:pt x="28022" y="88703"/>
                    <a:pt x="39659" y="88703"/>
                    <a:pt x="44340" y="89103"/>
                  </a:cubicBezTo>
                  <a:lnTo>
                    <a:pt x="44340" y="84960"/>
                  </a:lnTo>
                  <a:lnTo>
                    <a:pt x="40060" y="84960"/>
                  </a:lnTo>
                  <a:cubicBezTo>
                    <a:pt x="28022" y="84960"/>
                    <a:pt x="27620" y="83490"/>
                    <a:pt x="27620" y="78545"/>
                  </a:cubicBezTo>
                  <a:lnTo>
                    <a:pt x="27620" y="35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5" name="Freeform: Shape 774">
              <a:extLst>
                <a:ext uri="{FF2B5EF4-FFF2-40B4-BE49-F238E27FC236}">
                  <a16:creationId xmlns:a16="http://schemas.microsoft.com/office/drawing/2014/main" id="{9089FA76-78CF-CF86-97E6-53240AF6E708}"/>
                </a:ext>
              </a:extLst>
            </p:cNvPr>
            <p:cNvSpPr/>
            <p:nvPr>
              <p:custDataLst>
                <p:tags r:id="rId238"/>
              </p:custDataLst>
            </p:nvPr>
          </p:nvSpPr>
          <p:spPr>
            <a:xfrm>
              <a:off x="9814190" y="3520151"/>
              <a:ext cx="14178" cy="14167"/>
            </a:xfrm>
            <a:custGeom>
              <a:avLst/>
              <a:gdLst>
                <a:gd name="connsiteX0" fmla="*/ 14383 w 14178"/>
                <a:gd name="connsiteY0" fmla="*/ 7175 h 14167"/>
                <a:gd name="connsiteX1" fmla="*/ 7294 w 14178"/>
                <a:gd name="connsiteY1" fmla="*/ 91 h 14167"/>
                <a:gd name="connsiteX2" fmla="*/ 205 w 14178"/>
                <a:gd name="connsiteY2" fmla="*/ 7175 h 14167"/>
                <a:gd name="connsiteX3" fmla="*/ 7294 w 14178"/>
                <a:gd name="connsiteY3" fmla="*/ 14258 h 14167"/>
                <a:gd name="connsiteX4" fmla="*/ 14383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383" y="7175"/>
                  </a:moveTo>
                  <a:cubicBezTo>
                    <a:pt x="14383" y="3299"/>
                    <a:pt x="11173" y="91"/>
                    <a:pt x="7294" y="91"/>
                  </a:cubicBezTo>
                  <a:cubicBezTo>
                    <a:pt x="3415" y="91"/>
                    <a:pt x="205" y="3299"/>
                    <a:pt x="205" y="7175"/>
                  </a:cubicBezTo>
                  <a:cubicBezTo>
                    <a:pt x="205" y="11051"/>
                    <a:pt x="3415" y="14258"/>
                    <a:pt x="7294" y="14258"/>
                  </a:cubicBezTo>
                  <a:cubicBezTo>
                    <a:pt x="11173" y="14258"/>
                    <a:pt x="14383" y="11051"/>
                    <a:pt x="14383"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6" name="Freeform: Shape 775">
              <a:extLst>
                <a:ext uri="{FF2B5EF4-FFF2-40B4-BE49-F238E27FC236}">
                  <a16:creationId xmlns:a16="http://schemas.microsoft.com/office/drawing/2014/main" id="{117A85E1-AF02-BC1C-B23C-8678710041BE}"/>
                </a:ext>
              </a:extLst>
            </p:cNvPr>
            <p:cNvSpPr/>
            <p:nvPr>
              <p:custDataLst>
                <p:tags r:id="rId239"/>
              </p:custDataLst>
            </p:nvPr>
          </p:nvSpPr>
          <p:spPr>
            <a:xfrm>
              <a:off x="9845058" y="3445306"/>
              <a:ext cx="56311" cy="91952"/>
            </a:xfrm>
            <a:custGeom>
              <a:avLst/>
              <a:gdLst>
                <a:gd name="connsiteX0" fmla="*/ 56520 w 56311"/>
                <a:gd name="connsiteY0" fmla="*/ 46335 h 91952"/>
                <a:gd name="connsiteX1" fmla="*/ 51169 w 56311"/>
                <a:gd name="connsiteY1" fmla="*/ 15060 h 91952"/>
                <a:gd name="connsiteX2" fmla="*/ 28431 w 56311"/>
                <a:gd name="connsiteY2" fmla="*/ 91 h 91952"/>
                <a:gd name="connsiteX3" fmla="*/ 5157 w 56311"/>
                <a:gd name="connsiteY3" fmla="*/ 15996 h 91952"/>
                <a:gd name="connsiteX4" fmla="*/ 208 w 56311"/>
                <a:gd name="connsiteY4" fmla="*/ 46335 h 91952"/>
                <a:gd name="connsiteX5" fmla="*/ 6227 w 56311"/>
                <a:gd name="connsiteY5" fmla="*/ 78545 h 91952"/>
                <a:gd name="connsiteX6" fmla="*/ 28297 w 56311"/>
                <a:gd name="connsiteY6" fmla="*/ 92044 h 91952"/>
                <a:gd name="connsiteX7" fmla="*/ 51571 w 56311"/>
                <a:gd name="connsiteY7" fmla="*/ 76540 h 91952"/>
                <a:gd name="connsiteX8" fmla="*/ 56520 w 56311"/>
                <a:gd name="connsiteY8" fmla="*/ 46335 h 91952"/>
                <a:gd name="connsiteX9" fmla="*/ 28297 w 56311"/>
                <a:gd name="connsiteY9" fmla="*/ 89103 h 91952"/>
                <a:gd name="connsiteX10" fmla="*/ 12781 w 56311"/>
                <a:gd name="connsiteY10" fmla="*/ 72932 h 91952"/>
                <a:gd name="connsiteX11" fmla="*/ 11310 w 56311"/>
                <a:gd name="connsiteY11" fmla="*/ 44731 h 91952"/>
                <a:gd name="connsiteX12" fmla="*/ 12380 w 56311"/>
                <a:gd name="connsiteY12" fmla="*/ 20139 h 91952"/>
                <a:gd name="connsiteX13" fmla="*/ 28297 w 56311"/>
                <a:gd name="connsiteY13" fmla="*/ 3032 h 91952"/>
                <a:gd name="connsiteX14" fmla="*/ 44080 w 56311"/>
                <a:gd name="connsiteY14" fmla="*/ 18669 h 91952"/>
                <a:gd name="connsiteX15" fmla="*/ 45418 w 56311"/>
                <a:gd name="connsiteY15" fmla="*/ 44731 h 91952"/>
                <a:gd name="connsiteX16" fmla="*/ 43947 w 56311"/>
                <a:gd name="connsiteY16" fmla="*/ 72397 h 91952"/>
                <a:gd name="connsiteX17" fmla="*/ 28297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20" y="46335"/>
                  </a:moveTo>
                  <a:cubicBezTo>
                    <a:pt x="56520" y="35643"/>
                    <a:pt x="55851" y="24950"/>
                    <a:pt x="51169" y="15060"/>
                  </a:cubicBezTo>
                  <a:cubicBezTo>
                    <a:pt x="45017" y="2230"/>
                    <a:pt x="34048" y="91"/>
                    <a:pt x="28431" y="91"/>
                  </a:cubicBezTo>
                  <a:cubicBezTo>
                    <a:pt x="20405" y="91"/>
                    <a:pt x="10641" y="3566"/>
                    <a:pt x="5157" y="15996"/>
                  </a:cubicBezTo>
                  <a:cubicBezTo>
                    <a:pt x="877" y="25218"/>
                    <a:pt x="208" y="35643"/>
                    <a:pt x="208" y="46335"/>
                  </a:cubicBezTo>
                  <a:cubicBezTo>
                    <a:pt x="208" y="56359"/>
                    <a:pt x="743" y="68387"/>
                    <a:pt x="6227" y="78545"/>
                  </a:cubicBezTo>
                  <a:cubicBezTo>
                    <a:pt x="11979" y="89371"/>
                    <a:pt x="21743" y="92044"/>
                    <a:pt x="28297" y="92044"/>
                  </a:cubicBezTo>
                  <a:cubicBezTo>
                    <a:pt x="35520" y="92044"/>
                    <a:pt x="45685" y="89237"/>
                    <a:pt x="51571" y="76540"/>
                  </a:cubicBezTo>
                  <a:cubicBezTo>
                    <a:pt x="55851" y="67318"/>
                    <a:pt x="56520" y="56893"/>
                    <a:pt x="56520" y="46335"/>
                  </a:cubicBezTo>
                  <a:close/>
                  <a:moveTo>
                    <a:pt x="28297" y="89103"/>
                  </a:moveTo>
                  <a:cubicBezTo>
                    <a:pt x="23080" y="89103"/>
                    <a:pt x="15189" y="85762"/>
                    <a:pt x="12781" y="72932"/>
                  </a:cubicBezTo>
                  <a:cubicBezTo>
                    <a:pt x="11310" y="64912"/>
                    <a:pt x="11310" y="52616"/>
                    <a:pt x="11310" y="44731"/>
                  </a:cubicBezTo>
                  <a:cubicBezTo>
                    <a:pt x="11310" y="36177"/>
                    <a:pt x="11310" y="27356"/>
                    <a:pt x="12380" y="20139"/>
                  </a:cubicBezTo>
                  <a:cubicBezTo>
                    <a:pt x="14921" y="4234"/>
                    <a:pt x="24953" y="3032"/>
                    <a:pt x="28297" y="3032"/>
                  </a:cubicBezTo>
                  <a:cubicBezTo>
                    <a:pt x="32711" y="3032"/>
                    <a:pt x="41539" y="5437"/>
                    <a:pt x="44080" y="18669"/>
                  </a:cubicBezTo>
                  <a:cubicBezTo>
                    <a:pt x="45418" y="26153"/>
                    <a:pt x="45418" y="36311"/>
                    <a:pt x="45418" y="44731"/>
                  </a:cubicBezTo>
                  <a:cubicBezTo>
                    <a:pt x="45418" y="54755"/>
                    <a:pt x="45418" y="63843"/>
                    <a:pt x="43947" y="72397"/>
                  </a:cubicBezTo>
                  <a:cubicBezTo>
                    <a:pt x="41940" y="85094"/>
                    <a:pt x="34316" y="89103"/>
                    <a:pt x="28297"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7" name="Freeform: Shape 776">
              <a:extLst>
                <a:ext uri="{FF2B5EF4-FFF2-40B4-BE49-F238E27FC236}">
                  <a16:creationId xmlns:a16="http://schemas.microsoft.com/office/drawing/2014/main" id="{06E27FF2-0F85-FDE2-8437-664C18622F29}"/>
                </a:ext>
              </a:extLst>
            </p:cNvPr>
            <p:cNvSpPr/>
            <p:nvPr>
              <p:custDataLst>
                <p:tags r:id="rId240"/>
              </p:custDataLst>
            </p:nvPr>
          </p:nvSpPr>
          <p:spPr>
            <a:xfrm>
              <a:off x="9910466" y="3443836"/>
              <a:ext cx="59254" cy="90482"/>
            </a:xfrm>
            <a:custGeom>
              <a:avLst/>
              <a:gdLst>
                <a:gd name="connsiteX0" fmla="*/ 35792 w 59254"/>
                <a:gd name="connsiteY0" fmla="*/ 68521 h 90482"/>
                <a:gd name="connsiteX1" fmla="*/ 35792 w 59254"/>
                <a:gd name="connsiteY1" fmla="*/ 80149 h 90482"/>
                <a:gd name="connsiteX2" fmla="*/ 25627 w 59254"/>
                <a:gd name="connsiteY2" fmla="*/ 86430 h 90482"/>
                <a:gd name="connsiteX3" fmla="*/ 22818 w 59254"/>
                <a:gd name="connsiteY3" fmla="*/ 86430 h 90482"/>
                <a:gd name="connsiteX4" fmla="*/ 22818 w 59254"/>
                <a:gd name="connsiteY4" fmla="*/ 90574 h 90482"/>
                <a:gd name="connsiteX5" fmla="*/ 40875 w 59254"/>
                <a:gd name="connsiteY5" fmla="*/ 90173 h 90482"/>
                <a:gd name="connsiteX6" fmla="*/ 59066 w 59254"/>
                <a:gd name="connsiteY6" fmla="*/ 90574 h 90482"/>
                <a:gd name="connsiteX7" fmla="*/ 59066 w 59254"/>
                <a:gd name="connsiteY7" fmla="*/ 86430 h 90482"/>
                <a:gd name="connsiteX8" fmla="*/ 56257 w 59254"/>
                <a:gd name="connsiteY8" fmla="*/ 86430 h 90482"/>
                <a:gd name="connsiteX9" fmla="*/ 46092 w 59254"/>
                <a:gd name="connsiteY9" fmla="*/ 80149 h 90482"/>
                <a:gd name="connsiteX10" fmla="*/ 46092 w 59254"/>
                <a:gd name="connsiteY10" fmla="*/ 68521 h 90482"/>
                <a:gd name="connsiteX11" fmla="*/ 59467 w 59254"/>
                <a:gd name="connsiteY11" fmla="*/ 68521 h 90482"/>
                <a:gd name="connsiteX12" fmla="*/ 59467 w 59254"/>
                <a:gd name="connsiteY12" fmla="*/ 64378 h 90482"/>
                <a:gd name="connsiteX13" fmla="*/ 46092 w 59254"/>
                <a:gd name="connsiteY13" fmla="*/ 64378 h 90482"/>
                <a:gd name="connsiteX14" fmla="*/ 46092 w 59254"/>
                <a:gd name="connsiteY14" fmla="*/ 3566 h 90482"/>
                <a:gd name="connsiteX15" fmla="*/ 43951 w 59254"/>
                <a:gd name="connsiteY15" fmla="*/ 91 h 90482"/>
                <a:gd name="connsiteX16" fmla="*/ 41276 w 59254"/>
                <a:gd name="connsiteY16" fmla="*/ 1695 h 90482"/>
                <a:gd name="connsiteX17" fmla="*/ 213 w 59254"/>
                <a:gd name="connsiteY17" fmla="*/ 64378 h 90482"/>
                <a:gd name="connsiteX18" fmla="*/ 213 w 59254"/>
                <a:gd name="connsiteY18" fmla="*/ 68521 h 90482"/>
                <a:gd name="connsiteX19" fmla="*/ 35792 w 59254"/>
                <a:gd name="connsiteY19" fmla="*/ 68521 h 90482"/>
                <a:gd name="connsiteX20" fmla="*/ 36595 w 59254"/>
                <a:gd name="connsiteY20" fmla="*/ 64378 h 90482"/>
                <a:gd name="connsiteX21" fmla="*/ 3958 w 59254"/>
                <a:gd name="connsiteY21" fmla="*/ 64378 h 90482"/>
                <a:gd name="connsiteX22" fmla="*/ 36595 w 59254"/>
                <a:gd name="connsiteY22" fmla="*/ 14526 h 90482"/>
                <a:gd name="connsiteX23" fmla="*/ 36595 w 59254"/>
                <a:gd name="connsiteY23" fmla="*/ 64378 h 90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254" h="90482">
                  <a:moveTo>
                    <a:pt x="35792" y="68521"/>
                  </a:moveTo>
                  <a:lnTo>
                    <a:pt x="35792" y="80149"/>
                  </a:lnTo>
                  <a:cubicBezTo>
                    <a:pt x="35792" y="84960"/>
                    <a:pt x="35525" y="86430"/>
                    <a:pt x="25627" y="86430"/>
                  </a:cubicBezTo>
                  <a:lnTo>
                    <a:pt x="22818" y="86430"/>
                  </a:lnTo>
                  <a:lnTo>
                    <a:pt x="22818" y="90574"/>
                  </a:lnTo>
                  <a:cubicBezTo>
                    <a:pt x="28302" y="90173"/>
                    <a:pt x="35257" y="90173"/>
                    <a:pt x="40875" y="90173"/>
                  </a:cubicBezTo>
                  <a:cubicBezTo>
                    <a:pt x="46493" y="90173"/>
                    <a:pt x="53582" y="90173"/>
                    <a:pt x="59066" y="90574"/>
                  </a:cubicBezTo>
                  <a:lnTo>
                    <a:pt x="59066" y="86430"/>
                  </a:lnTo>
                  <a:lnTo>
                    <a:pt x="56257" y="86430"/>
                  </a:lnTo>
                  <a:cubicBezTo>
                    <a:pt x="46359" y="86430"/>
                    <a:pt x="46092" y="84960"/>
                    <a:pt x="46092" y="80149"/>
                  </a:cubicBezTo>
                  <a:lnTo>
                    <a:pt x="46092" y="68521"/>
                  </a:lnTo>
                  <a:lnTo>
                    <a:pt x="59467" y="68521"/>
                  </a:lnTo>
                  <a:lnTo>
                    <a:pt x="59467" y="64378"/>
                  </a:lnTo>
                  <a:lnTo>
                    <a:pt x="46092" y="64378"/>
                  </a:lnTo>
                  <a:lnTo>
                    <a:pt x="46092" y="3566"/>
                  </a:lnTo>
                  <a:cubicBezTo>
                    <a:pt x="46092" y="893"/>
                    <a:pt x="46092" y="91"/>
                    <a:pt x="43951" y="91"/>
                  </a:cubicBezTo>
                  <a:cubicBezTo>
                    <a:pt x="42748" y="91"/>
                    <a:pt x="42346" y="91"/>
                    <a:pt x="41276" y="1695"/>
                  </a:cubicBezTo>
                  <a:lnTo>
                    <a:pt x="213" y="64378"/>
                  </a:lnTo>
                  <a:lnTo>
                    <a:pt x="213" y="68521"/>
                  </a:lnTo>
                  <a:lnTo>
                    <a:pt x="35792" y="68521"/>
                  </a:lnTo>
                  <a:close/>
                  <a:moveTo>
                    <a:pt x="36595" y="64378"/>
                  </a:moveTo>
                  <a:lnTo>
                    <a:pt x="3958" y="64378"/>
                  </a:lnTo>
                  <a:lnTo>
                    <a:pt x="36595" y="14526"/>
                  </a:lnTo>
                  <a:lnTo>
                    <a:pt x="36595" y="643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8" name="Freeform: Shape 777">
              <a:extLst>
                <a:ext uri="{FF2B5EF4-FFF2-40B4-BE49-F238E27FC236}">
                  <a16:creationId xmlns:a16="http://schemas.microsoft.com/office/drawing/2014/main" id="{3EEF68F0-7FC0-EA6F-7B50-8AC117CBDF51}"/>
                </a:ext>
              </a:extLst>
            </p:cNvPr>
            <p:cNvSpPr/>
            <p:nvPr>
              <p:custDataLst>
                <p:tags r:id="rId241"/>
              </p:custDataLst>
            </p:nvPr>
          </p:nvSpPr>
          <p:spPr>
            <a:xfrm>
              <a:off x="9979217" y="3445306"/>
              <a:ext cx="55509" cy="91952"/>
            </a:xfrm>
            <a:custGeom>
              <a:avLst/>
              <a:gdLst>
                <a:gd name="connsiteX0" fmla="*/ 16402 w 55509"/>
                <a:gd name="connsiteY0" fmla="*/ 28024 h 91952"/>
                <a:gd name="connsiteX1" fmla="*/ 9715 w 55509"/>
                <a:gd name="connsiteY1" fmla="*/ 17199 h 91952"/>
                <a:gd name="connsiteX2" fmla="*/ 27906 w 55509"/>
                <a:gd name="connsiteY2" fmla="*/ 3432 h 91952"/>
                <a:gd name="connsiteX3" fmla="*/ 46230 w 55509"/>
                <a:gd name="connsiteY3" fmla="*/ 20005 h 91952"/>
                <a:gd name="connsiteX4" fmla="*/ 32988 w 55509"/>
                <a:gd name="connsiteY4" fmla="*/ 38717 h 91952"/>
                <a:gd name="connsiteX5" fmla="*/ 16402 w 55509"/>
                <a:gd name="connsiteY5" fmla="*/ 28024 h 91952"/>
                <a:gd name="connsiteX6" fmla="*/ 35931 w 55509"/>
                <a:gd name="connsiteY6" fmla="*/ 40721 h 91952"/>
                <a:gd name="connsiteX7" fmla="*/ 52116 w 55509"/>
                <a:gd name="connsiteY7" fmla="*/ 20005 h 91952"/>
                <a:gd name="connsiteX8" fmla="*/ 28039 w 55509"/>
                <a:gd name="connsiteY8" fmla="*/ 91 h 91952"/>
                <a:gd name="connsiteX9" fmla="*/ 3829 w 55509"/>
                <a:gd name="connsiteY9" fmla="*/ 22411 h 91952"/>
                <a:gd name="connsiteX10" fmla="*/ 9715 w 55509"/>
                <a:gd name="connsiteY10" fmla="*/ 37113 h 91952"/>
                <a:gd name="connsiteX11" fmla="*/ 19479 w 55509"/>
                <a:gd name="connsiteY11" fmla="*/ 44330 h 91952"/>
                <a:gd name="connsiteX12" fmla="*/ 218 w 55509"/>
                <a:gd name="connsiteY12" fmla="*/ 68922 h 91952"/>
                <a:gd name="connsiteX13" fmla="*/ 27906 w 55509"/>
                <a:gd name="connsiteY13" fmla="*/ 92044 h 91952"/>
                <a:gd name="connsiteX14" fmla="*/ 55727 w 55509"/>
                <a:gd name="connsiteY14" fmla="*/ 66650 h 91952"/>
                <a:gd name="connsiteX15" fmla="*/ 49173 w 55509"/>
                <a:gd name="connsiteY15" fmla="*/ 50211 h 91952"/>
                <a:gd name="connsiteX16" fmla="*/ 35931 w 55509"/>
                <a:gd name="connsiteY16" fmla="*/ 40721 h 91952"/>
                <a:gd name="connsiteX17" fmla="*/ 22555 w 55509"/>
                <a:gd name="connsiteY17" fmla="*/ 46335 h 91952"/>
                <a:gd name="connsiteX18" fmla="*/ 39007 w 55509"/>
                <a:gd name="connsiteY18" fmla="*/ 56760 h 91952"/>
                <a:gd name="connsiteX19" fmla="*/ 49039 w 55509"/>
                <a:gd name="connsiteY19" fmla="*/ 71461 h 91952"/>
                <a:gd name="connsiteX20" fmla="*/ 28039 w 55509"/>
                <a:gd name="connsiteY20" fmla="*/ 88302 h 91952"/>
                <a:gd name="connsiteX21" fmla="*/ 6906 w 55509"/>
                <a:gd name="connsiteY21" fmla="*/ 68922 h 91952"/>
                <a:gd name="connsiteX22" fmla="*/ 22555 w 55509"/>
                <a:gd name="connsiteY22" fmla="*/ 46335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09" h="91952">
                  <a:moveTo>
                    <a:pt x="16402" y="28024"/>
                  </a:moveTo>
                  <a:cubicBezTo>
                    <a:pt x="10250" y="24015"/>
                    <a:pt x="9715" y="19471"/>
                    <a:pt x="9715" y="17199"/>
                  </a:cubicBezTo>
                  <a:cubicBezTo>
                    <a:pt x="9715" y="9046"/>
                    <a:pt x="18409" y="3432"/>
                    <a:pt x="27906" y="3432"/>
                  </a:cubicBezTo>
                  <a:cubicBezTo>
                    <a:pt x="37670" y="3432"/>
                    <a:pt x="46230" y="10382"/>
                    <a:pt x="46230" y="20005"/>
                  </a:cubicBezTo>
                  <a:cubicBezTo>
                    <a:pt x="46230" y="27623"/>
                    <a:pt x="41014" y="34039"/>
                    <a:pt x="32988" y="38717"/>
                  </a:cubicBezTo>
                  <a:lnTo>
                    <a:pt x="16402" y="28024"/>
                  </a:lnTo>
                  <a:close/>
                  <a:moveTo>
                    <a:pt x="35931" y="40721"/>
                  </a:moveTo>
                  <a:cubicBezTo>
                    <a:pt x="45562" y="35776"/>
                    <a:pt x="52116" y="28826"/>
                    <a:pt x="52116" y="20005"/>
                  </a:cubicBezTo>
                  <a:cubicBezTo>
                    <a:pt x="52116" y="7709"/>
                    <a:pt x="40211" y="91"/>
                    <a:pt x="28039" y="91"/>
                  </a:cubicBezTo>
                  <a:cubicBezTo>
                    <a:pt x="14664" y="91"/>
                    <a:pt x="3829" y="9981"/>
                    <a:pt x="3829" y="22411"/>
                  </a:cubicBezTo>
                  <a:cubicBezTo>
                    <a:pt x="3829" y="24817"/>
                    <a:pt x="4097" y="30831"/>
                    <a:pt x="9715" y="37113"/>
                  </a:cubicBezTo>
                  <a:cubicBezTo>
                    <a:pt x="11186" y="38717"/>
                    <a:pt x="16135" y="42058"/>
                    <a:pt x="19479" y="44330"/>
                  </a:cubicBezTo>
                  <a:cubicBezTo>
                    <a:pt x="11721" y="48206"/>
                    <a:pt x="218" y="55690"/>
                    <a:pt x="218" y="68922"/>
                  </a:cubicBezTo>
                  <a:cubicBezTo>
                    <a:pt x="218" y="83089"/>
                    <a:pt x="13861" y="92044"/>
                    <a:pt x="27906" y="92044"/>
                  </a:cubicBezTo>
                  <a:cubicBezTo>
                    <a:pt x="43020" y="92044"/>
                    <a:pt x="55727" y="80951"/>
                    <a:pt x="55727" y="66650"/>
                  </a:cubicBezTo>
                  <a:cubicBezTo>
                    <a:pt x="55727" y="61838"/>
                    <a:pt x="54256" y="55824"/>
                    <a:pt x="49173" y="50211"/>
                  </a:cubicBezTo>
                  <a:cubicBezTo>
                    <a:pt x="46632" y="47404"/>
                    <a:pt x="44492" y="46067"/>
                    <a:pt x="35931" y="40721"/>
                  </a:cubicBezTo>
                  <a:close/>
                  <a:moveTo>
                    <a:pt x="22555" y="46335"/>
                  </a:moveTo>
                  <a:lnTo>
                    <a:pt x="39007" y="56760"/>
                  </a:lnTo>
                  <a:cubicBezTo>
                    <a:pt x="42753" y="59299"/>
                    <a:pt x="49039" y="63309"/>
                    <a:pt x="49039" y="71461"/>
                  </a:cubicBezTo>
                  <a:cubicBezTo>
                    <a:pt x="49039" y="81352"/>
                    <a:pt x="39007" y="88302"/>
                    <a:pt x="28039" y="88302"/>
                  </a:cubicBezTo>
                  <a:cubicBezTo>
                    <a:pt x="16536" y="88302"/>
                    <a:pt x="6906" y="80015"/>
                    <a:pt x="6906" y="68922"/>
                  </a:cubicBezTo>
                  <a:cubicBezTo>
                    <a:pt x="6906" y="61170"/>
                    <a:pt x="11186" y="52616"/>
                    <a:pt x="22555" y="4633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79" name="Freeform: Shape 778">
              <a:extLst>
                <a:ext uri="{FF2B5EF4-FFF2-40B4-BE49-F238E27FC236}">
                  <a16:creationId xmlns:a16="http://schemas.microsoft.com/office/drawing/2014/main" id="{B907CE38-6B75-793C-A55B-34C42FDD0E84}"/>
                </a:ext>
              </a:extLst>
            </p:cNvPr>
            <p:cNvSpPr/>
            <p:nvPr>
              <p:custDataLst>
                <p:tags r:id="rId242"/>
              </p:custDataLst>
            </p:nvPr>
          </p:nvSpPr>
          <p:spPr>
            <a:xfrm>
              <a:off x="10081704" y="3493822"/>
              <a:ext cx="14178" cy="14167"/>
            </a:xfrm>
            <a:custGeom>
              <a:avLst/>
              <a:gdLst>
                <a:gd name="connsiteX0" fmla="*/ 14403 w 14178"/>
                <a:gd name="connsiteY0" fmla="*/ 7175 h 14167"/>
                <a:gd name="connsiteX1" fmla="*/ 7314 w 14178"/>
                <a:gd name="connsiteY1" fmla="*/ 91 h 14167"/>
                <a:gd name="connsiteX2" fmla="*/ 225 w 14178"/>
                <a:gd name="connsiteY2" fmla="*/ 7175 h 14167"/>
                <a:gd name="connsiteX3" fmla="*/ 7314 w 14178"/>
                <a:gd name="connsiteY3" fmla="*/ 14258 h 14167"/>
                <a:gd name="connsiteX4" fmla="*/ 14403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03" y="7175"/>
                  </a:moveTo>
                  <a:cubicBezTo>
                    <a:pt x="14403" y="3299"/>
                    <a:pt x="11193" y="91"/>
                    <a:pt x="7314" y="91"/>
                  </a:cubicBezTo>
                  <a:cubicBezTo>
                    <a:pt x="3435" y="91"/>
                    <a:pt x="225" y="3299"/>
                    <a:pt x="225" y="7175"/>
                  </a:cubicBezTo>
                  <a:cubicBezTo>
                    <a:pt x="225" y="11051"/>
                    <a:pt x="3435" y="14258"/>
                    <a:pt x="7314" y="14258"/>
                  </a:cubicBezTo>
                  <a:cubicBezTo>
                    <a:pt x="11193" y="14258"/>
                    <a:pt x="14403" y="11051"/>
                    <a:pt x="14403"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0" name="Freeform: Shape 779">
              <a:extLst>
                <a:ext uri="{FF2B5EF4-FFF2-40B4-BE49-F238E27FC236}">
                  <a16:creationId xmlns:a16="http://schemas.microsoft.com/office/drawing/2014/main" id="{91A2FF66-84CB-2B37-9E8D-C6EA7AF080E7}"/>
                </a:ext>
              </a:extLst>
            </p:cNvPr>
            <p:cNvSpPr/>
            <p:nvPr>
              <p:custDataLst>
                <p:tags r:id="rId243"/>
              </p:custDataLst>
            </p:nvPr>
          </p:nvSpPr>
          <p:spPr>
            <a:xfrm>
              <a:off x="10140825" y="3475244"/>
              <a:ext cx="65942" cy="85002"/>
            </a:xfrm>
            <a:custGeom>
              <a:avLst/>
              <a:gdLst>
                <a:gd name="connsiteX0" fmla="*/ 19491 w 65942"/>
                <a:gd name="connsiteY0" fmla="*/ 8912 h 85002"/>
                <a:gd name="connsiteX1" fmla="*/ 19491 w 65942"/>
                <a:gd name="connsiteY1" fmla="*/ 91 h 85002"/>
                <a:gd name="connsiteX2" fmla="*/ 230 w 65942"/>
                <a:gd name="connsiteY2" fmla="*/ 1561 h 85002"/>
                <a:gd name="connsiteX3" fmla="*/ 230 w 65942"/>
                <a:gd name="connsiteY3" fmla="*/ 5705 h 85002"/>
                <a:gd name="connsiteX4" fmla="*/ 10663 w 65942"/>
                <a:gd name="connsiteY4" fmla="*/ 12387 h 85002"/>
                <a:gd name="connsiteX5" fmla="*/ 10663 w 65942"/>
                <a:gd name="connsiteY5" fmla="*/ 74936 h 85002"/>
                <a:gd name="connsiteX6" fmla="*/ 230 w 65942"/>
                <a:gd name="connsiteY6" fmla="*/ 80951 h 85002"/>
                <a:gd name="connsiteX7" fmla="*/ 230 w 65942"/>
                <a:gd name="connsiteY7" fmla="*/ 85094 h 85002"/>
                <a:gd name="connsiteX8" fmla="*/ 15211 w 65942"/>
                <a:gd name="connsiteY8" fmla="*/ 84693 h 85002"/>
                <a:gd name="connsiteX9" fmla="*/ 30325 w 65942"/>
                <a:gd name="connsiteY9" fmla="*/ 85094 h 85002"/>
                <a:gd name="connsiteX10" fmla="*/ 30325 w 65942"/>
                <a:gd name="connsiteY10" fmla="*/ 80951 h 85002"/>
                <a:gd name="connsiteX11" fmla="*/ 19892 w 65942"/>
                <a:gd name="connsiteY11" fmla="*/ 74936 h 85002"/>
                <a:gd name="connsiteX12" fmla="*/ 19892 w 65942"/>
                <a:gd name="connsiteY12" fmla="*/ 52483 h 85002"/>
                <a:gd name="connsiteX13" fmla="*/ 19892 w 65942"/>
                <a:gd name="connsiteY13" fmla="*/ 51280 h 85002"/>
                <a:gd name="connsiteX14" fmla="*/ 36344 w 65942"/>
                <a:gd name="connsiteY14" fmla="*/ 60636 h 85002"/>
                <a:gd name="connsiteX15" fmla="*/ 66172 w 65942"/>
                <a:gd name="connsiteY15" fmla="*/ 30297 h 85002"/>
                <a:gd name="connsiteX16" fmla="*/ 38217 w 65942"/>
                <a:gd name="connsiteY16" fmla="*/ 91 h 85002"/>
                <a:gd name="connsiteX17" fmla="*/ 19491 w 65942"/>
                <a:gd name="connsiteY17" fmla="*/ 8912 h 85002"/>
                <a:gd name="connsiteX18" fmla="*/ 19892 w 65942"/>
                <a:gd name="connsiteY18" fmla="*/ 43929 h 85002"/>
                <a:gd name="connsiteX19" fmla="*/ 19892 w 65942"/>
                <a:gd name="connsiteY19" fmla="*/ 14125 h 85002"/>
                <a:gd name="connsiteX20" fmla="*/ 37147 w 65942"/>
                <a:gd name="connsiteY20" fmla="*/ 3432 h 85002"/>
                <a:gd name="connsiteX21" fmla="*/ 55070 w 65942"/>
                <a:gd name="connsiteY21" fmla="*/ 30297 h 85002"/>
                <a:gd name="connsiteX22" fmla="*/ 35809 w 65942"/>
                <a:gd name="connsiteY22" fmla="*/ 57695 h 85002"/>
                <a:gd name="connsiteX23" fmla="*/ 21765 w 65942"/>
                <a:gd name="connsiteY23" fmla="*/ 49542 h 85002"/>
                <a:gd name="connsiteX24" fmla="*/ 19892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491" y="8912"/>
                  </a:moveTo>
                  <a:lnTo>
                    <a:pt x="19491" y="91"/>
                  </a:lnTo>
                  <a:lnTo>
                    <a:pt x="230" y="1561"/>
                  </a:lnTo>
                  <a:lnTo>
                    <a:pt x="230" y="5705"/>
                  </a:lnTo>
                  <a:cubicBezTo>
                    <a:pt x="9727" y="5705"/>
                    <a:pt x="10663" y="6506"/>
                    <a:pt x="10663" y="12387"/>
                  </a:cubicBezTo>
                  <a:lnTo>
                    <a:pt x="10663" y="74936"/>
                  </a:lnTo>
                  <a:cubicBezTo>
                    <a:pt x="10663" y="80951"/>
                    <a:pt x="9192" y="80951"/>
                    <a:pt x="230" y="80951"/>
                  </a:cubicBezTo>
                  <a:lnTo>
                    <a:pt x="230" y="85094"/>
                  </a:lnTo>
                  <a:cubicBezTo>
                    <a:pt x="4778" y="84960"/>
                    <a:pt x="11733" y="84693"/>
                    <a:pt x="15211" y="84693"/>
                  </a:cubicBezTo>
                  <a:cubicBezTo>
                    <a:pt x="18822" y="84693"/>
                    <a:pt x="25644" y="84960"/>
                    <a:pt x="30325" y="85094"/>
                  </a:cubicBezTo>
                  <a:lnTo>
                    <a:pt x="30325" y="80951"/>
                  </a:lnTo>
                  <a:cubicBezTo>
                    <a:pt x="21364" y="80951"/>
                    <a:pt x="19892" y="80951"/>
                    <a:pt x="19892" y="74936"/>
                  </a:cubicBezTo>
                  <a:lnTo>
                    <a:pt x="19892" y="52483"/>
                  </a:lnTo>
                  <a:lnTo>
                    <a:pt x="19892" y="51280"/>
                  </a:lnTo>
                  <a:cubicBezTo>
                    <a:pt x="20561" y="53418"/>
                    <a:pt x="26179" y="60636"/>
                    <a:pt x="36344" y="60636"/>
                  </a:cubicBezTo>
                  <a:cubicBezTo>
                    <a:pt x="52262" y="60636"/>
                    <a:pt x="66172" y="47538"/>
                    <a:pt x="66172" y="30297"/>
                  </a:cubicBezTo>
                  <a:cubicBezTo>
                    <a:pt x="66172" y="13323"/>
                    <a:pt x="53198" y="91"/>
                    <a:pt x="38217" y="91"/>
                  </a:cubicBezTo>
                  <a:cubicBezTo>
                    <a:pt x="27784" y="91"/>
                    <a:pt x="22166" y="5972"/>
                    <a:pt x="19491" y="8912"/>
                  </a:cubicBezTo>
                  <a:close/>
                  <a:moveTo>
                    <a:pt x="19892" y="43929"/>
                  </a:moveTo>
                  <a:lnTo>
                    <a:pt x="19892" y="14125"/>
                  </a:lnTo>
                  <a:cubicBezTo>
                    <a:pt x="23771" y="7308"/>
                    <a:pt x="30325" y="3432"/>
                    <a:pt x="37147" y="3432"/>
                  </a:cubicBezTo>
                  <a:cubicBezTo>
                    <a:pt x="46911" y="3432"/>
                    <a:pt x="55070" y="15194"/>
                    <a:pt x="55070" y="30297"/>
                  </a:cubicBezTo>
                  <a:cubicBezTo>
                    <a:pt x="55070" y="46468"/>
                    <a:pt x="45708" y="57695"/>
                    <a:pt x="35809" y="57695"/>
                  </a:cubicBezTo>
                  <a:cubicBezTo>
                    <a:pt x="30459" y="57695"/>
                    <a:pt x="25376" y="55022"/>
                    <a:pt x="21765" y="49542"/>
                  </a:cubicBezTo>
                  <a:cubicBezTo>
                    <a:pt x="19892" y="46736"/>
                    <a:pt x="19892" y="46602"/>
                    <a:pt x="19892"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1" name="Freeform: Shape 780">
              <a:extLst>
                <a:ext uri="{FF2B5EF4-FFF2-40B4-BE49-F238E27FC236}">
                  <a16:creationId xmlns:a16="http://schemas.microsoft.com/office/drawing/2014/main" id="{48ED9809-05C3-8240-6B9E-7F5A32CA2B4A}"/>
                </a:ext>
              </a:extLst>
            </p:cNvPr>
            <p:cNvSpPr/>
            <p:nvPr>
              <p:custDataLst>
                <p:tags r:id="rId244"/>
              </p:custDataLst>
            </p:nvPr>
          </p:nvSpPr>
          <p:spPr>
            <a:xfrm>
              <a:off x="10217007" y="3474442"/>
              <a:ext cx="60324" cy="61346"/>
            </a:xfrm>
            <a:custGeom>
              <a:avLst/>
              <a:gdLst>
                <a:gd name="connsiteX0" fmla="*/ 39159 w 60324"/>
                <a:gd name="connsiteY0" fmla="*/ 49810 h 61346"/>
                <a:gd name="connsiteX1" fmla="*/ 49592 w 60324"/>
                <a:gd name="connsiteY1" fmla="*/ 60769 h 61346"/>
                <a:gd name="connsiteX2" fmla="*/ 60560 w 60324"/>
                <a:gd name="connsiteY2" fmla="*/ 48072 h 61346"/>
                <a:gd name="connsiteX3" fmla="*/ 60560 w 60324"/>
                <a:gd name="connsiteY3" fmla="*/ 40588 h 61346"/>
                <a:gd name="connsiteX4" fmla="*/ 57216 w 60324"/>
                <a:gd name="connsiteY4" fmla="*/ 40588 h 61346"/>
                <a:gd name="connsiteX5" fmla="*/ 57216 w 60324"/>
                <a:gd name="connsiteY5" fmla="*/ 48072 h 61346"/>
                <a:gd name="connsiteX6" fmla="*/ 52401 w 60324"/>
                <a:gd name="connsiteY6" fmla="*/ 56626 h 61346"/>
                <a:gd name="connsiteX7" fmla="*/ 47452 w 60324"/>
                <a:gd name="connsiteY7" fmla="*/ 49943 h 61346"/>
                <a:gd name="connsiteX8" fmla="*/ 47452 w 60324"/>
                <a:gd name="connsiteY8" fmla="*/ 23213 h 61346"/>
                <a:gd name="connsiteX9" fmla="*/ 42637 w 60324"/>
                <a:gd name="connsiteY9" fmla="*/ 7442 h 61346"/>
                <a:gd name="connsiteX10" fmla="*/ 24312 w 60324"/>
                <a:gd name="connsiteY10" fmla="*/ 91 h 61346"/>
                <a:gd name="connsiteX11" fmla="*/ 4115 w 60324"/>
                <a:gd name="connsiteY11" fmla="*/ 15194 h 61346"/>
                <a:gd name="connsiteX12" fmla="*/ 10267 w 60324"/>
                <a:gd name="connsiteY12" fmla="*/ 21476 h 61346"/>
                <a:gd name="connsiteX13" fmla="*/ 16420 w 60324"/>
                <a:gd name="connsiteY13" fmla="*/ 15328 h 61346"/>
                <a:gd name="connsiteX14" fmla="*/ 9599 w 60324"/>
                <a:gd name="connsiteY14" fmla="*/ 9180 h 61346"/>
                <a:gd name="connsiteX15" fmla="*/ 24044 w 60324"/>
                <a:gd name="connsiteY15" fmla="*/ 3032 h 61346"/>
                <a:gd name="connsiteX16" fmla="*/ 38223 w 60324"/>
                <a:gd name="connsiteY16" fmla="*/ 20139 h 61346"/>
                <a:gd name="connsiteX17" fmla="*/ 38223 w 60324"/>
                <a:gd name="connsiteY17" fmla="*/ 25084 h 61346"/>
                <a:gd name="connsiteX18" fmla="*/ 13611 w 60324"/>
                <a:gd name="connsiteY18" fmla="*/ 29896 h 61346"/>
                <a:gd name="connsiteX19" fmla="*/ 236 w 60324"/>
                <a:gd name="connsiteY19" fmla="*/ 47270 h 61346"/>
                <a:gd name="connsiteX20" fmla="*/ 21637 w 60324"/>
                <a:gd name="connsiteY20" fmla="*/ 61437 h 61346"/>
                <a:gd name="connsiteX21" fmla="*/ 39159 w 60324"/>
                <a:gd name="connsiteY21" fmla="*/ 49810 h 61346"/>
                <a:gd name="connsiteX22" fmla="*/ 38223 w 60324"/>
                <a:gd name="connsiteY22" fmla="*/ 27891 h 61346"/>
                <a:gd name="connsiteX23" fmla="*/ 38223 w 60324"/>
                <a:gd name="connsiteY23" fmla="*/ 41256 h 61346"/>
                <a:gd name="connsiteX24" fmla="*/ 22573 w 60324"/>
                <a:gd name="connsiteY24" fmla="*/ 58497 h 61346"/>
                <a:gd name="connsiteX25" fmla="*/ 10535 w 60324"/>
                <a:gd name="connsiteY25" fmla="*/ 47137 h 61346"/>
                <a:gd name="connsiteX26" fmla="*/ 38223 w 60324"/>
                <a:gd name="connsiteY26" fmla="*/ 2789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24" h="61346">
                  <a:moveTo>
                    <a:pt x="39159" y="49810"/>
                  </a:moveTo>
                  <a:cubicBezTo>
                    <a:pt x="39694" y="55156"/>
                    <a:pt x="43305" y="60769"/>
                    <a:pt x="49592" y="60769"/>
                  </a:cubicBezTo>
                  <a:cubicBezTo>
                    <a:pt x="52401" y="60769"/>
                    <a:pt x="60560" y="58898"/>
                    <a:pt x="60560" y="48072"/>
                  </a:cubicBezTo>
                  <a:lnTo>
                    <a:pt x="60560" y="40588"/>
                  </a:lnTo>
                  <a:lnTo>
                    <a:pt x="57216" y="40588"/>
                  </a:lnTo>
                  <a:lnTo>
                    <a:pt x="57216" y="48072"/>
                  </a:lnTo>
                  <a:cubicBezTo>
                    <a:pt x="57216" y="55824"/>
                    <a:pt x="53872" y="56626"/>
                    <a:pt x="52401" y="56626"/>
                  </a:cubicBezTo>
                  <a:cubicBezTo>
                    <a:pt x="47987" y="56626"/>
                    <a:pt x="47452" y="50612"/>
                    <a:pt x="47452" y="49943"/>
                  </a:cubicBezTo>
                  <a:lnTo>
                    <a:pt x="47452" y="23213"/>
                  </a:lnTo>
                  <a:cubicBezTo>
                    <a:pt x="47452" y="17600"/>
                    <a:pt x="47452" y="12387"/>
                    <a:pt x="42637" y="7442"/>
                  </a:cubicBezTo>
                  <a:cubicBezTo>
                    <a:pt x="37420" y="2230"/>
                    <a:pt x="30732" y="91"/>
                    <a:pt x="24312" y="91"/>
                  </a:cubicBezTo>
                  <a:cubicBezTo>
                    <a:pt x="13344" y="91"/>
                    <a:pt x="4115" y="6373"/>
                    <a:pt x="4115" y="15194"/>
                  </a:cubicBezTo>
                  <a:cubicBezTo>
                    <a:pt x="4115" y="19203"/>
                    <a:pt x="6790" y="21476"/>
                    <a:pt x="10267" y="21476"/>
                  </a:cubicBezTo>
                  <a:cubicBezTo>
                    <a:pt x="14013" y="21476"/>
                    <a:pt x="16420" y="18802"/>
                    <a:pt x="16420" y="15328"/>
                  </a:cubicBezTo>
                  <a:cubicBezTo>
                    <a:pt x="16420" y="13724"/>
                    <a:pt x="15751" y="9313"/>
                    <a:pt x="9599" y="9180"/>
                  </a:cubicBezTo>
                  <a:cubicBezTo>
                    <a:pt x="13210" y="4502"/>
                    <a:pt x="19764" y="3032"/>
                    <a:pt x="24044" y="3032"/>
                  </a:cubicBezTo>
                  <a:cubicBezTo>
                    <a:pt x="30598" y="3032"/>
                    <a:pt x="38223" y="8244"/>
                    <a:pt x="38223" y="20139"/>
                  </a:cubicBezTo>
                  <a:lnTo>
                    <a:pt x="38223" y="25084"/>
                  </a:lnTo>
                  <a:cubicBezTo>
                    <a:pt x="31401" y="25485"/>
                    <a:pt x="22038" y="25886"/>
                    <a:pt x="13611" y="29896"/>
                  </a:cubicBezTo>
                  <a:cubicBezTo>
                    <a:pt x="3580" y="34440"/>
                    <a:pt x="236" y="41390"/>
                    <a:pt x="236" y="47270"/>
                  </a:cubicBezTo>
                  <a:cubicBezTo>
                    <a:pt x="236" y="58096"/>
                    <a:pt x="13210" y="61437"/>
                    <a:pt x="21637" y="61437"/>
                  </a:cubicBezTo>
                  <a:cubicBezTo>
                    <a:pt x="30465" y="61437"/>
                    <a:pt x="36618" y="56091"/>
                    <a:pt x="39159" y="49810"/>
                  </a:cubicBezTo>
                  <a:close/>
                  <a:moveTo>
                    <a:pt x="38223" y="27891"/>
                  </a:moveTo>
                  <a:lnTo>
                    <a:pt x="38223" y="41256"/>
                  </a:lnTo>
                  <a:cubicBezTo>
                    <a:pt x="38223" y="53953"/>
                    <a:pt x="28592" y="58497"/>
                    <a:pt x="22573" y="58497"/>
                  </a:cubicBezTo>
                  <a:cubicBezTo>
                    <a:pt x="16019" y="58497"/>
                    <a:pt x="10535" y="53819"/>
                    <a:pt x="10535" y="47137"/>
                  </a:cubicBezTo>
                  <a:cubicBezTo>
                    <a:pt x="10535" y="39786"/>
                    <a:pt x="16153" y="28693"/>
                    <a:pt x="38223" y="2789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2" name="Freeform: Shape 781">
              <a:extLst>
                <a:ext uri="{FF2B5EF4-FFF2-40B4-BE49-F238E27FC236}">
                  <a16:creationId xmlns:a16="http://schemas.microsoft.com/office/drawing/2014/main" id="{D7607B17-2F01-0BAC-4021-EFC09DBBB08C}"/>
                </a:ext>
              </a:extLst>
            </p:cNvPr>
            <p:cNvSpPr/>
            <p:nvPr>
              <p:custDataLst>
                <p:tags r:id="rId245"/>
              </p:custDataLst>
            </p:nvPr>
          </p:nvSpPr>
          <p:spPr>
            <a:xfrm>
              <a:off x="10282013" y="3475244"/>
              <a:ext cx="44942" cy="59074"/>
            </a:xfrm>
            <a:custGeom>
              <a:avLst/>
              <a:gdLst>
                <a:gd name="connsiteX0" fmla="*/ 18833 w 44942"/>
                <a:gd name="connsiteY0" fmla="*/ 14793 h 59074"/>
                <a:gd name="connsiteX1" fmla="*/ 18833 w 44942"/>
                <a:gd name="connsiteY1" fmla="*/ 91 h 59074"/>
                <a:gd name="connsiteX2" fmla="*/ 241 w 44942"/>
                <a:gd name="connsiteY2" fmla="*/ 1561 h 59074"/>
                <a:gd name="connsiteX3" fmla="*/ 241 w 44942"/>
                <a:gd name="connsiteY3" fmla="*/ 5705 h 59074"/>
                <a:gd name="connsiteX4" fmla="*/ 10674 w 44942"/>
                <a:gd name="connsiteY4" fmla="*/ 13189 h 59074"/>
                <a:gd name="connsiteX5" fmla="*/ 10674 w 44942"/>
                <a:gd name="connsiteY5" fmla="*/ 49008 h 59074"/>
                <a:gd name="connsiteX6" fmla="*/ 241 w 44942"/>
                <a:gd name="connsiteY6" fmla="*/ 55022 h 59074"/>
                <a:gd name="connsiteX7" fmla="*/ 241 w 44942"/>
                <a:gd name="connsiteY7" fmla="*/ 59165 h 59074"/>
                <a:gd name="connsiteX8" fmla="*/ 15489 w 44942"/>
                <a:gd name="connsiteY8" fmla="*/ 58764 h 59074"/>
                <a:gd name="connsiteX9" fmla="*/ 32476 w 44942"/>
                <a:gd name="connsiteY9" fmla="*/ 59165 h 59074"/>
                <a:gd name="connsiteX10" fmla="*/ 32476 w 44942"/>
                <a:gd name="connsiteY10" fmla="*/ 55022 h 59074"/>
                <a:gd name="connsiteX11" fmla="*/ 29667 w 44942"/>
                <a:gd name="connsiteY11" fmla="*/ 55022 h 59074"/>
                <a:gd name="connsiteX12" fmla="*/ 19502 w 44942"/>
                <a:gd name="connsiteY12" fmla="*/ 48741 h 59074"/>
                <a:gd name="connsiteX13" fmla="*/ 19502 w 44942"/>
                <a:gd name="connsiteY13" fmla="*/ 28158 h 59074"/>
                <a:gd name="connsiteX14" fmla="*/ 35285 w 44942"/>
                <a:gd name="connsiteY14" fmla="*/ 3032 h 59074"/>
                <a:gd name="connsiteX15" fmla="*/ 36756 w 44942"/>
                <a:gd name="connsiteY15" fmla="*/ 3165 h 59074"/>
                <a:gd name="connsiteX16" fmla="*/ 33680 w 44942"/>
                <a:gd name="connsiteY16" fmla="*/ 8378 h 59074"/>
                <a:gd name="connsiteX17" fmla="*/ 39431 w 44942"/>
                <a:gd name="connsiteY17" fmla="*/ 14125 h 59074"/>
                <a:gd name="connsiteX18" fmla="*/ 45183 w 44942"/>
                <a:gd name="connsiteY18" fmla="*/ 8244 h 59074"/>
                <a:gd name="connsiteX19" fmla="*/ 35285 w 44942"/>
                <a:gd name="connsiteY19" fmla="*/ 91 h 59074"/>
                <a:gd name="connsiteX20" fmla="*/ 18833 w 44942"/>
                <a:gd name="connsiteY20" fmla="*/ 14793 h 5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942" h="59074">
                  <a:moveTo>
                    <a:pt x="18833" y="14793"/>
                  </a:moveTo>
                  <a:lnTo>
                    <a:pt x="18833" y="91"/>
                  </a:lnTo>
                  <a:lnTo>
                    <a:pt x="241" y="1561"/>
                  </a:lnTo>
                  <a:lnTo>
                    <a:pt x="241" y="5705"/>
                  </a:lnTo>
                  <a:cubicBezTo>
                    <a:pt x="9604" y="5705"/>
                    <a:pt x="10674" y="6640"/>
                    <a:pt x="10674" y="13189"/>
                  </a:cubicBezTo>
                  <a:lnTo>
                    <a:pt x="10674" y="49008"/>
                  </a:lnTo>
                  <a:cubicBezTo>
                    <a:pt x="10674" y="55022"/>
                    <a:pt x="9202" y="55022"/>
                    <a:pt x="241" y="55022"/>
                  </a:cubicBezTo>
                  <a:lnTo>
                    <a:pt x="241" y="59165"/>
                  </a:lnTo>
                  <a:cubicBezTo>
                    <a:pt x="5457" y="59032"/>
                    <a:pt x="11744" y="58764"/>
                    <a:pt x="15489" y="58764"/>
                  </a:cubicBezTo>
                  <a:cubicBezTo>
                    <a:pt x="20839" y="58764"/>
                    <a:pt x="27126" y="58764"/>
                    <a:pt x="32476" y="59165"/>
                  </a:cubicBezTo>
                  <a:lnTo>
                    <a:pt x="32476" y="55022"/>
                  </a:lnTo>
                  <a:lnTo>
                    <a:pt x="29667" y="55022"/>
                  </a:lnTo>
                  <a:cubicBezTo>
                    <a:pt x="19769" y="55022"/>
                    <a:pt x="19502" y="53552"/>
                    <a:pt x="19502" y="48741"/>
                  </a:cubicBezTo>
                  <a:lnTo>
                    <a:pt x="19502" y="28158"/>
                  </a:lnTo>
                  <a:cubicBezTo>
                    <a:pt x="19502" y="14927"/>
                    <a:pt x="25119" y="3032"/>
                    <a:pt x="35285" y="3032"/>
                  </a:cubicBezTo>
                  <a:cubicBezTo>
                    <a:pt x="36221" y="3032"/>
                    <a:pt x="36489" y="3032"/>
                    <a:pt x="36756" y="3165"/>
                  </a:cubicBezTo>
                  <a:cubicBezTo>
                    <a:pt x="36355" y="3299"/>
                    <a:pt x="33680" y="4903"/>
                    <a:pt x="33680" y="8378"/>
                  </a:cubicBezTo>
                  <a:cubicBezTo>
                    <a:pt x="33680" y="12120"/>
                    <a:pt x="36489" y="14125"/>
                    <a:pt x="39431" y="14125"/>
                  </a:cubicBezTo>
                  <a:cubicBezTo>
                    <a:pt x="41839" y="14125"/>
                    <a:pt x="45183" y="12521"/>
                    <a:pt x="45183" y="8244"/>
                  </a:cubicBezTo>
                  <a:cubicBezTo>
                    <a:pt x="45183" y="3967"/>
                    <a:pt x="41037" y="91"/>
                    <a:pt x="35285" y="91"/>
                  </a:cubicBezTo>
                  <a:cubicBezTo>
                    <a:pt x="25521" y="91"/>
                    <a:pt x="20705" y="9046"/>
                    <a:pt x="18833" y="147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3" name="Freeform: Shape 782">
              <a:extLst>
                <a:ext uri="{FF2B5EF4-FFF2-40B4-BE49-F238E27FC236}">
                  <a16:creationId xmlns:a16="http://schemas.microsoft.com/office/drawing/2014/main" id="{22502CE8-FC18-456B-BA37-2E0B3D830B77}"/>
                </a:ext>
              </a:extLst>
            </p:cNvPr>
            <p:cNvSpPr/>
            <p:nvPr>
              <p:custDataLst>
                <p:tags r:id="rId246"/>
              </p:custDataLst>
            </p:nvPr>
          </p:nvSpPr>
          <p:spPr>
            <a:xfrm>
              <a:off x="10334402" y="3474442"/>
              <a:ext cx="51764" cy="61346"/>
            </a:xfrm>
            <a:custGeom>
              <a:avLst/>
              <a:gdLst>
                <a:gd name="connsiteX0" fmla="*/ 11480 w 51764"/>
                <a:gd name="connsiteY0" fmla="*/ 26287 h 61346"/>
                <a:gd name="connsiteX1" fmla="*/ 28066 w 51764"/>
                <a:gd name="connsiteY1" fmla="*/ 3032 h 61346"/>
                <a:gd name="connsiteX2" fmla="*/ 43181 w 51764"/>
                <a:gd name="connsiteY2" fmla="*/ 26287 h 61346"/>
                <a:gd name="connsiteX3" fmla="*/ 11480 w 51764"/>
                <a:gd name="connsiteY3" fmla="*/ 26287 h 61346"/>
                <a:gd name="connsiteX4" fmla="*/ 11346 w 51764"/>
                <a:gd name="connsiteY4" fmla="*/ 29094 h 61346"/>
                <a:gd name="connsiteX5" fmla="*/ 48665 w 51764"/>
                <a:gd name="connsiteY5" fmla="*/ 29094 h 61346"/>
                <a:gd name="connsiteX6" fmla="*/ 52009 w 51764"/>
                <a:gd name="connsiteY6" fmla="*/ 26287 h 61346"/>
                <a:gd name="connsiteX7" fmla="*/ 28066 w 51764"/>
                <a:gd name="connsiteY7" fmla="*/ 91 h 61346"/>
                <a:gd name="connsiteX8" fmla="*/ 244 w 51764"/>
                <a:gd name="connsiteY8" fmla="*/ 30564 h 61346"/>
                <a:gd name="connsiteX9" fmla="*/ 29671 w 51764"/>
                <a:gd name="connsiteY9" fmla="*/ 61437 h 61346"/>
                <a:gd name="connsiteX10" fmla="*/ 52009 w 51764"/>
                <a:gd name="connsiteY10" fmla="*/ 44063 h 61346"/>
                <a:gd name="connsiteX11" fmla="*/ 50270 w 51764"/>
                <a:gd name="connsiteY11" fmla="*/ 42459 h 61346"/>
                <a:gd name="connsiteX12" fmla="*/ 48531 w 51764"/>
                <a:gd name="connsiteY12" fmla="*/ 44330 h 61346"/>
                <a:gd name="connsiteX13" fmla="*/ 30474 w 51764"/>
                <a:gd name="connsiteY13" fmla="*/ 58096 h 61346"/>
                <a:gd name="connsiteX14" fmla="*/ 15359 w 51764"/>
                <a:gd name="connsiteY14" fmla="*/ 49141 h 61346"/>
                <a:gd name="connsiteX15" fmla="*/ 11346 w 51764"/>
                <a:gd name="connsiteY15" fmla="*/ 29094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64" h="61346">
                  <a:moveTo>
                    <a:pt x="11480" y="26287"/>
                  </a:moveTo>
                  <a:cubicBezTo>
                    <a:pt x="12283" y="6373"/>
                    <a:pt x="23518" y="3032"/>
                    <a:pt x="28066" y="3032"/>
                  </a:cubicBezTo>
                  <a:cubicBezTo>
                    <a:pt x="41843" y="3032"/>
                    <a:pt x="43181" y="21075"/>
                    <a:pt x="43181" y="26287"/>
                  </a:cubicBezTo>
                  <a:lnTo>
                    <a:pt x="11480" y="26287"/>
                  </a:lnTo>
                  <a:close/>
                  <a:moveTo>
                    <a:pt x="11346" y="29094"/>
                  </a:moveTo>
                  <a:lnTo>
                    <a:pt x="48665" y="29094"/>
                  </a:lnTo>
                  <a:cubicBezTo>
                    <a:pt x="51607" y="29094"/>
                    <a:pt x="52009" y="29094"/>
                    <a:pt x="52009" y="26287"/>
                  </a:cubicBezTo>
                  <a:cubicBezTo>
                    <a:pt x="52009" y="13055"/>
                    <a:pt x="44786" y="91"/>
                    <a:pt x="28066" y="91"/>
                  </a:cubicBezTo>
                  <a:cubicBezTo>
                    <a:pt x="12550" y="91"/>
                    <a:pt x="244" y="13857"/>
                    <a:pt x="244" y="30564"/>
                  </a:cubicBezTo>
                  <a:cubicBezTo>
                    <a:pt x="244" y="48473"/>
                    <a:pt x="14289" y="61437"/>
                    <a:pt x="29671" y="61437"/>
                  </a:cubicBezTo>
                  <a:cubicBezTo>
                    <a:pt x="45989" y="61437"/>
                    <a:pt x="52009" y="46602"/>
                    <a:pt x="52009" y="44063"/>
                  </a:cubicBezTo>
                  <a:cubicBezTo>
                    <a:pt x="52009" y="42726"/>
                    <a:pt x="50938" y="42459"/>
                    <a:pt x="50270" y="42459"/>
                  </a:cubicBezTo>
                  <a:cubicBezTo>
                    <a:pt x="49066" y="42459"/>
                    <a:pt x="48798" y="43261"/>
                    <a:pt x="48531" y="44330"/>
                  </a:cubicBezTo>
                  <a:cubicBezTo>
                    <a:pt x="43849" y="58096"/>
                    <a:pt x="31811" y="58096"/>
                    <a:pt x="30474" y="58096"/>
                  </a:cubicBezTo>
                  <a:cubicBezTo>
                    <a:pt x="23786" y="58096"/>
                    <a:pt x="18435" y="54087"/>
                    <a:pt x="15359" y="49141"/>
                  </a:cubicBezTo>
                  <a:cubicBezTo>
                    <a:pt x="11346" y="42726"/>
                    <a:pt x="11346" y="33905"/>
                    <a:pt x="11346" y="2909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4" name="Freeform: Shape 783">
              <a:extLst>
                <a:ext uri="{FF2B5EF4-FFF2-40B4-BE49-F238E27FC236}">
                  <a16:creationId xmlns:a16="http://schemas.microsoft.com/office/drawing/2014/main" id="{372410FE-6688-7C54-C4E6-1B3C6BB5198C}"/>
                </a:ext>
              </a:extLst>
            </p:cNvPr>
            <p:cNvSpPr/>
            <p:nvPr>
              <p:custDataLst>
                <p:tags r:id="rId247"/>
              </p:custDataLst>
            </p:nvPr>
          </p:nvSpPr>
          <p:spPr>
            <a:xfrm>
              <a:off x="10394652" y="3441564"/>
              <a:ext cx="65942" cy="94224"/>
            </a:xfrm>
            <a:custGeom>
              <a:avLst/>
              <a:gdLst>
                <a:gd name="connsiteX0" fmla="*/ 46529 w 65942"/>
                <a:gd name="connsiteY0" fmla="*/ 85495 h 94224"/>
                <a:gd name="connsiteX1" fmla="*/ 46529 w 65942"/>
                <a:gd name="connsiteY1" fmla="*/ 94316 h 94224"/>
                <a:gd name="connsiteX2" fmla="*/ 66191 w 65942"/>
                <a:gd name="connsiteY2" fmla="*/ 92846 h 94224"/>
                <a:gd name="connsiteX3" fmla="*/ 66191 w 65942"/>
                <a:gd name="connsiteY3" fmla="*/ 88703 h 94224"/>
                <a:gd name="connsiteX4" fmla="*/ 55758 w 65942"/>
                <a:gd name="connsiteY4" fmla="*/ 81218 h 94224"/>
                <a:gd name="connsiteX5" fmla="*/ 55758 w 65942"/>
                <a:gd name="connsiteY5" fmla="*/ 91 h 94224"/>
                <a:gd name="connsiteX6" fmla="*/ 36497 w 65942"/>
                <a:gd name="connsiteY6" fmla="*/ 1561 h 94224"/>
                <a:gd name="connsiteX7" fmla="*/ 36497 w 65942"/>
                <a:gd name="connsiteY7" fmla="*/ 5705 h 94224"/>
                <a:gd name="connsiteX8" fmla="*/ 46930 w 65942"/>
                <a:gd name="connsiteY8" fmla="*/ 13189 h 94224"/>
                <a:gd name="connsiteX9" fmla="*/ 46930 w 65942"/>
                <a:gd name="connsiteY9" fmla="*/ 42058 h 94224"/>
                <a:gd name="connsiteX10" fmla="*/ 30077 w 65942"/>
                <a:gd name="connsiteY10" fmla="*/ 33771 h 94224"/>
                <a:gd name="connsiteX11" fmla="*/ 249 w 65942"/>
                <a:gd name="connsiteY11" fmla="*/ 64111 h 94224"/>
                <a:gd name="connsiteX12" fmla="*/ 28605 w 65942"/>
                <a:gd name="connsiteY12" fmla="*/ 94316 h 94224"/>
                <a:gd name="connsiteX13" fmla="*/ 46529 w 65942"/>
                <a:gd name="connsiteY13" fmla="*/ 85495 h 94224"/>
                <a:gd name="connsiteX14" fmla="*/ 46529 w 65942"/>
                <a:gd name="connsiteY14" fmla="*/ 49676 h 94224"/>
                <a:gd name="connsiteX15" fmla="*/ 46529 w 65942"/>
                <a:gd name="connsiteY15" fmla="*/ 77075 h 94224"/>
                <a:gd name="connsiteX16" fmla="*/ 45058 w 65942"/>
                <a:gd name="connsiteY16" fmla="*/ 82020 h 94224"/>
                <a:gd name="connsiteX17" fmla="*/ 29274 w 65942"/>
                <a:gd name="connsiteY17" fmla="*/ 91376 h 94224"/>
                <a:gd name="connsiteX18" fmla="*/ 15230 w 65942"/>
                <a:gd name="connsiteY18" fmla="*/ 82822 h 94224"/>
                <a:gd name="connsiteX19" fmla="*/ 11351 w 65942"/>
                <a:gd name="connsiteY19" fmla="*/ 64244 h 94224"/>
                <a:gd name="connsiteX20" fmla="*/ 15497 w 65942"/>
                <a:gd name="connsiteY20" fmla="*/ 45266 h 94224"/>
                <a:gd name="connsiteX21" fmla="*/ 30612 w 65942"/>
                <a:gd name="connsiteY21" fmla="*/ 36712 h 94224"/>
                <a:gd name="connsiteX22" fmla="*/ 45058 w 65942"/>
                <a:gd name="connsiteY22" fmla="*/ 44731 h 94224"/>
                <a:gd name="connsiteX23" fmla="*/ 46529 w 65942"/>
                <a:gd name="connsiteY23" fmla="*/ 49676 h 9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5942" h="94224">
                  <a:moveTo>
                    <a:pt x="46529" y="85495"/>
                  </a:moveTo>
                  <a:lnTo>
                    <a:pt x="46529" y="94316"/>
                  </a:lnTo>
                  <a:lnTo>
                    <a:pt x="66191" y="92846"/>
                  </a:lnTo>
                  <a:lnTo>
                    <a:pt x="66191" y="88703"/>
                  </a:lnTo>
                  <a:cubicBezTo>
                    <a:pt x="56828" y="88703"/>
                    <a:pt x="55758" y="87767"/>
                    <a:pt x="55758" y="81218"/>
                  </a:cubicBezTo>
                  <a:lnTo>
                    <a:pt x="55758" y="91"/>
                  </a:lnTo>
                  <a:lnTo>
                    <a:pt x="36497" y="1561"/>
                  </a:lnTo>
                  <a:lnTo>
                    <a:pt x="36497" y="5705"/>
                  </a:lnTo>
                  <a:cubicBezTo>
                    <a:pt x="45860" y="5705"/>
                    <a:pt x="46930" y="6640"/>
                    <a:pt x="46930" y="13189"/>
                  </a:cubicBezTo>
                  <a:lnTo>
                    <a:pt x="46930" y="42058"/>
                  </a:lnTo>
                  <a:cubicBezTo>
                    <a:pt x="43051" y="37246"/>
                    <a:pt x="37300" y="33771"/>
                    <a:pt x="30077" y="33771"/>
                  </a:cubicBezTo>
                  <a:cubicBezTo>
                    <a:pt x="14293" y="33771"/>
                    <a:pt x="249" y="46869"/>
                    <a:pt x="249" y="64111"/>
                  </a:cubicBezTo>
                  <a:cubicBezTo>
                    <a:pt x="249" y="81084"/>
                    <a:pt x="13357" y="94316"/>
                    <a:pt x="28605" y="94316"/>
                  </a:cubicBezTo>
                  <a:cubicBezTo>
                    <a:pt x="37166" y="94316"/>
                    <a:pt x="43185" y="89772"/>
                    <a:pt x="46529" y="85495"/>
                  </a:cubicBezTo>
                  <a:close/>
                  <a:moveTo>
                    <a:pt x="46529" y="49676"/>
                  </a:moveTo>
                  <a:lnTo>
                    <a:pt x="46529" y="77075"/>
                  </a:lnTo>
                  <a:cubicBezTo>
                    <a:pt x="46529" y="79481"/>
                    <a:pt x="46529" y="79748"/>
                    <a:pt x="45058" y="82020"/>
                  </a:cubicBezTo>
                  <a:cubicBezTo>
                    <a:pt x="41045" y="88435"/>
                    <a:pt x="35026" y="91376"/>
                    <a:pt x="29274" y="91376"/>
                  </a:cubicBezTo>
                  <a:cubicBezTo>
                    <a:pt x="23255" y="91376"/>
                    <a:pt x="18440" y="87901"/>
                    <a:pt x="15230" y="82822"/>
                  </a:cubicBezTo>
                  <a:cubicBezTo>
                    <a:pt x="11752" y="77342"/>
                    <a:pt x="11351" y="69724"/>
                    <a:pt x="11351" y="64244"/>
                  </a:cubicBezTo>
                  <a:cubicBezTo>
                    <a:pt x="11351" y="59299"/>
                    <a:pt x="11618" y="51280"/>
                    <a:pt x="15497" y="45266"/>
                  </a:cubicBezTo>
                  <a:cubicBezTo>
                    <a:pt x="18306" y="41122"/>
                    <a:pt x="23389" y="36712"/>
                    <a:pt x="30612" y="36712"/>
                  </a:cubicBezTo>
                  <a:cubicBezTo>
                    <a:pt x="35293" y="36712"/>
                    <a:pt x="40911" y="38717"/>
                    <a:pt x="45058" y="44731"/>
                  </a:cubicBezTo>
                  <a:cubicBezTo>
                    <a:pt x="46529" y="47003"/>
                    <a:pt x="46529" y="47270"/>
                    <a:pt x="46529" y="4967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5" name="Freeform: Shape 784">
              <a:extLst>
                <a:ext uri="{FF2B5EF4-FFF2-40B4-BE49-F238E27FC236}">
                  <a16:creationId xmlns:a16="http://schemas.microsoft.com/office/drawing/2014/main" id="{8C4452EA-E913-E68E-D6F6-286EAA38D79C}"/>
                </a:ext>
              </a:extLst>
            </p:cNvPr>
            <p:cNvSpPr/>
            <p:nvPr>
              <p:custDataLst>
                <p:tags r:id="rId248"/>
              </p:custDataLst>
            </p:nvPr>
          </p:nvSpPr>
          <p:spPr>
            <a:xfrm>
              <a:off x="10501627" y="3456399"/>
              <a:ext cx="88948" cy="89012"/>
            </a:xfrm>
            <a:custGeom>
              <a:avLst/>
              <a:gdLst>
                <a:gd name="connsiteX0" fmla="*/ 47473 w 88948"/>
                <a:gd name="connsiteY0" fmla="*/ 47270 h 89012"/>
                <a:gd name="connsiteX1" fmla="*/ 84791 w 88948"/>
                <a:gd name="connsiteY1" fmla="*/ 47270 h 89012"/>
                <a:gd name="connsiteX2" fmla="*/ 89205 w 88948"/>
                <a:gd name="connsiteY2" fmla="*/ 44597 h 89012"/>
                <a:gd name="connsiteX3" fmla="*/ 84791 w 88948"/>
                <a:gd name="connsiteY3" fmla="*/ 41924 h 89012"/>
                <a:gd name="connsiteX4" fmla="*/ 47473 w 88948"/>
                <a:gd name="connsiteY4" fmla="*/ 41924 h 89012"/>
                <a:gd name="connsiteX5" fmla="*/ 47473 w 88948"/>
                <a:gd name="connsiteY5" fmla="*/ 4502 h 89012"/>
                <a:gd name="connsiteX6" fmla="*/ 44798 w 88948"/>
                <a:gd name="connsiteY6" fmla="*/ 91 h 89012"/>
                <a:gd name="connsiteX7" fmla="*/ 42123 w 88948"/>
                <a:gd name="connsiteY7" fmla="*/ 4502 h 89012"/>
                <a:gd name="connsiteX8" fmla="*/ 42123 w 88948"/>
                <a:gd name="connsiteY8" fmla="*/ 41924 h 89012"/>
                <a:gd name="connsiteX9" fmla="*/ 4671 w 88948"/>
                <a:gd name="connsiteY9" fmla="*/ 41924 h 89012"/>
                <a:gd name="connsiteX10" fmla="*/ 257 w 88948"/>
                <a:gd name="connsiteY10" fmla="*/ 44597 h 89012"/>
                <a:gd name="connsiteX11" fmla="*/ 4671 w 88948"/>
                <a:gd name="connsiteY11" fmla="*/ 47270 h 89012"/>
                <a:gd name="connsiteX12" fmla="*/ 42123 w 88948"/>
                <a:gd name="connsiteY12" fmla="*/ 47270 h 89012"/>
                <a:gd name="connsiteX13" fmla="*/ 42123 w 88948"/>
                <a:gd name="connsiteY13" fmla="*/ 84693 h 89012"/>
                <a:gd name="connsiteX14" fmla="*/ 44798 w 88948"/>
                <a:gd name="connsiteY14" fmla="*/ 89103 h 89012"/>
                <a:gd name="connsiteX15" fmla="*/ 47473 w 88948"/>
                <a:gd name="connsiteY15" fmla="*/ 84693 h 89012"/>
                <a:gd name="connsiteX16" fmla="*/ 47473 w 88948"/>
                <a:gd name="connsiteY16" fmla="*/ 47270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8948" h="89012">
                  <a:moveTo>
                    <a:pt x="47473" y="47270"/>
                  </a:moveTo>
                  <a:lnTo>
                    <a:pt x="84791" y="47270"/>
                  </a:lnTo>
                  <a:cubicBezTo>
                    <a:pt x="86664" y="47270"/>
                    <a:pt x="89205" y="47270"/>
                    <a:pt x="89205" y="44597"/>
                  </a:cubicBezTo>
                  <a:cubicBezTo>
                    <a:pt x="89205" y="41924"/>
                    <a:pt x="86664" y="41924"/>
                    <a:pt x="84791" y="41924"/>
                  </a:cubicBezTo>
                  <a:lnTo>
                    <a:pt x="47473" y="41924"/>
                  </a:lnTo>
                  <a:lnTo>
                    <a:pt x="47473" y="4502"/>
                  </a:lnTo>
                  <a:cubicBezTo>
                    <a:pt x="47473" y="2631"/>
                    <a:pt x="47473" y="91"/>
                    <a:pt x="44798" y="91"/>
                  </a:cubicBezTo>
                  <a:cubicBezTo>
                    <a:pt x="42123" y="91"/>
                    <a:pt x="42123" y="2631"/>
                    <a:pt x="42123" y="4502"/>
                  </a:cubicBezTo>
                  <a:lnTo>
                    <a:pt x="42123" y="41924"/>
                  </a:lnTo>
                  <a:lnTo>
                    <a:pt x="4671" y="41924"/>
                  </a:lnTo>
                  <a:cubicBezTo>
                    <a:pt x="2798" y="41924"/>
                    <a:pt x="257" y="41924"/>
                    <a:pt x="257" y="44597"/>
                  </a:cubicBezTo>
                  <a:cubicBezTo>
                    <a:pt x="257" y="47270"/>
                    <a:pt x="2798" y="47270"/>
                    <a:pt x="4671" y="47270"/>
                  </a:cubicBezTo>
                  <a:lnTo>
                    <a:pt x="42123" y="47270"/>
                  </a:lnTo>
                  <a:lnTo>
                    <a:pt x="42123" y="84693"/>
                  </a:lnTo>
                  <a:cubicBezTo>
                    <a:pt x="42123" y="86564"/>
                    <a:pt x="42123" y="89103"/>
                    <a:pt x="44798" y="89103"/>
                  </a:cubicBezTo>
                  <a:cubicBezTo>
                    <a:pt x="47473" y="89103"/>
                    <a:pt x="47473" y="86564"/>
                    <a:pt x="47473" y="84693"/>
                  </a:cubicBezTo>
                  <a:lnTo>
                    <a:pt x="47473" y="4727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6" name="Freeform: Shape 785">
              <a:extLst>
                <a:ext uri="{FF2B5EF4-FFF2-40B4-BE49-F238E27FC236}">
                  <a16:creationId xmlns:a16="http://schemas.microsoft.com/office/drawing/2014/main" id="{BE2B0B2D-2055-771F-98FE-0099A75CCA10}"/>
                </a:ext>
              </a:extLst>
            </p:cNvPr>
            <p:cNvSpPr/>
            <p:nvPr>
              <p:custDataLst>
                <p:tags r:id="rId249"/>
              </p:custDataLst>
            </p:nvPr>
          </p:nvSpPr>
          <p:spPr>
            <a:xfrm>
              <a:off x="10638995" y="3498232"/>
              <a:ext cx="81725" cy="5346"/>
            </a:xfrm>
            <a:custGeom>
              <a:avLst/>
              <a:gdLst>
                <a:gd name="connsiteX0" fmla="*/ 77311 w 81725"/>
                <a:gd name="connsiteY0" fmla="*/ 5437 h 5346"/>
                <a:gd name="connsiteX1" fmla="*/ 81992 w 81725"/>
                <a:gd name="connsiteY1" fmla="*/ 2764 h 5346"/>
                <a:gd name="connsiteX2" fmla="*/ 77311 w 81725"/>
                <a:gd name="connsiteY2" fmla="*/ 91 h 5346"/>
                <a:gd name="connsiteX3" fmla="*/ 4948 w 81725"/>
                <a:gd name="connsiteY3" fmla="*/ 91 h 5346"/>
                <a:gd name="connsiteX4" fmla="*/ 267 w 81725"/>
                <a:gd name="connsiteY4" fmla="*/ 2764 h 5346"/>
                <a:gd name="connsiteX5" fmla="*/ 4948 w 81725"/>
                <a:gd name="connsiteY5" fmla="*/ 5437 h 5346"/>
                <a:gd name="connsiteX6" fmla="*/ 77311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311" y="5437"/>
                  </a:moveTo>
                  <a:cubicBezTo>
                    <a:pt x="79585" y="5437"/>
                    <a:pt x="81992" y="5437"/>
                    <a:pt x="81992" y="2764"/>
                  </a:cubicBezTo>
                  <a:cubicBezTo>
                    <a:pt x="81992" y="91"/>
                    <a:pt x="79585" y="91"/>
                    <a:pt x="77311" y="91"/>
                  </a:cubicBezTo>
                  <a:lnTo>
                    <a:pt x="4948" y="91"/>
                  </a:lnTo>
                  <a:cubicBezTo>
                    <a:pt x="2674" y="91"/>
                    <a:pt x="267" y="91"/>
                    <a:pt x="267" y="2764"/>
                  </a:cubicBezTo>
                  <a:cubicBezTo>
                    <a:pt x="267" y="5437"/>
                    <a:pt x="2674" y="5437"/>
                    <a:pt x="4948" y="5437"/>
                  </a:cubicBezTo>
                  <a:lnTo>
                    <a:pt x="77311"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7" name="Freeform: Shape 786">
              <a:extLst>
                <a:ext uri="{FF2B5EF4-FFF2-40B4-BE49-F238E27FC236}">
                  <a16:creationId xmlns:a16="http://schemas.microsoft.com/office/drawing/2014/main" id="{A7445977-758B-1C05-D288-2BA1F9CB55B5}"/>
                </a:ext>
              </a:extLst>
            </p:cNvPr>
            <p:cNvSpPr/>
            <p:nvPr>
              <p:custDataLst>
                <p:tags r:id="rId250"/>
              </p:custDataLst>
            </p:nvPr>
          </p:nvSpPr>
          <p:spPr>
            <a:xfrm>
              <a:off x="10737144" y="3445306"/>
              <a:ext cx="56311" cy="91952"/>
            </a:xfrm>
            <a:custGeom>
              <a:avLst/>
              <a:gdLst>
                <a:gd name="connsiteX0" fmla="*/ 56586 w 56311"/>
                <a:gd name="connsiteY0" fmla="*/ 46335 h 91952"/>
                <a:gd name="connsiteX1" fmla="*/ 51236 w 56311"/>
                <a:gd name="connsiteY1" fmla="*/ 15060 h 91952"/>
                <a:gd name="connsiteX2" fmla="*/ 28497 w 56311"/>
                <a:gd name="connsiteY2" fmla="*/ 91 h 91952"/>
                <a:gd name="connsiteX3" fmla="*/ 5223 w 56311"/>
                <a:gd name="connsiteY3" fmla="*/ 15996 h 91952"/>
                <a:gd name="connsiteX4" fmla="*/ 274 w 56311"/>
                <a:gd name="connsiteY4" fmla="*/ 46335 h 91952"/>
                <a:gd name="connsiteX5" fmla="*/ 6293 w 56311"/>
                <a:gd name="connsiteY5" fmla="*/ 78545 h 91952"/>
                <a:gd name="connsiteX6" fmla="*/ 28363 w 56311"/>
                <a:gd name="connsiteY6" fmla="*/ 92044 h 91952"/>
                <a:gd name="connsiteX7" fmla="*/ 51637 w 56311"/>
                <a:gd name="connsiteY7" fmla="*/ 76540 h 91952"/>
                <a:gd name="connsiteX8" fmla="*/ 56586 w 56311"/>
                <a:gd name="connsiteY8" fmla="*/ 46335 h 91952"/>
                <a:gd name="connsiteX9" fmla="*/ 28363 w 56311"/>
                <a:gd name="connsiteY9" fmla="*/ 89103 h 91952"/>
                <a:gd name="connsiteX10" fmla="*/ 12848 w 56311"/>
                <a:gd name="connsiteY10" fmla="*/ 72932 h 91952"/>
                <a:gd name="connsiteX11" fmla="*/ 11376 w 56311"/>
                <a:gd name="connsiteY11" fmla="*/ 44731 h 91952"/>
                <a:gd name="connsiteX12" fmla="*/ 12446 w 56311"/>
                <a:gd name="connsiteY12" fmla="*/ 20139 h 91952"/>
                <a:gd name="connsiteX13" fmla="*/ 28363 w 56311"/>
                <a:gd name="connsiteY13" fmla="*/ 3032 h 91952"/>
                <a:gd name="connsiteX14" fmla="*/ 44147 w 56311"/>
                <a:gd name="connsiteY14" fmla="*/ 18669 h 91952"/>
                <a:gd name="connsiteX15" fmla="*/ 45484 w 56311"/>
                <a:gd name="connsiteY15" fmla="*/ 44731 h 91952"/>
                <a:gd name="connsiteX16" fmla="*/ 44013 w 56311"/>
                <a:gd name="connsiteY16" fmla="*/ 72397 h 91952"/>
                <a:gd name="connsiteX17" fmla="*/ 28363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86" y="46335"/>
                  </a:moveTo>
                  <a:cubicBezTo>
                    <a:pt x="56586" y="35643"/>
                    <a:pt x="55917" y="24950"/>
                    <a:pt x="51236" y="15060"/>
                  </a:cubicBezTo>
                  <a:cubicBezTo>
                    <a:pt x="45083" y="2230"/>
                    <a:pt x="34115" y="91"/>
                    <a:pt x="28497" y="91"/>
                  </a:cubicBezTo>
                  <a:cubicBezTo>
                    <a:pt x="20472" y="91"/>
                    <a:pt x="10707" y="3566"/>
                    <a:pt x="5223" y="15996"/>
                  </a:cubicBezTo>
                  <a:cubicBezTo>
                    <a:pt x="943" y="25218"/>
                    <a:pt x="274" y="35643"/>
                    <a:pt x="274" y="46335"/>
                  </a:cubicBezTo>
                  <a:cubicBezTo>
                    <a:pt x="274" y="56359"/>
                    <a:pt x="809" y="68387"/>
                    <a:pt x="6293" y="78545"/>
                  </a:cubicBezTo>
                  <a:cubicBezTo>
                    <a:pt x="12045" y="89371"/>
                    <a:pt x="21809" y="92044"/>
                    <a:pt x="28363" y="92044"/>
                  </a:cubicBezTo>
                  <a:cubicBezTo>
                    <a:pt x="35586" y="92044"/>
                    <a:pt x="45752" y="89237"/>
                    <a:pt x="51637" y="76540"/>
                  </a:cubicBezTo>
                  <a:cubicBezTo>
                    <a:pt x="55917" y="67318"/>
                    <a:pt x="56586" y="56893"/>
                    <a:pt x="56586" y="46335"/>
                  </a:cubicBezTo>
                  <a:close/>
                  <a:moveTo>
                    <a:pt x="28363" y="89103"/>
                  </a:moveTo>
                  <a:cubicBezTo>
                    <a:pt x="23147" y="89103"/>
                    <a:pt x="15255" y="85762"/>
                    <a:pt x="12848" y="72932"/>
                  </a:cubicBezTo>
                  <a:cubicBezTo>
                    <a:pt x="11376" y="64912"/>
                    <a:pt x="11376" y="52616"/>
                    <a:pt x="11376" y="44731"/>
                  </a:cubicBezTo>
                  <a:cubicBezTo>
                    <a:pt x="11376" y="36177"/>
                    <a:pt x="11376" y="27356"/>
                    <a:pt x="12446" y="20139"/>
                  </a:cubicBezTo>
                  <a:cubicBezTo>
                    <a:pt x="14988" y="4234"/>
                    <a:pt x="25019" y="3032"/>
                    <a:pt x="28363" y="3032"/>
                  </a:cubicBezTo>
                  <a:cubicBezTo>
                    <a:pt x="32777" y="3032"/>
                    <a:pt x="41605" y="5437"/>
                    <a:pt x="44147" y="18669"/>
                  </a:cubicBezTo>
                  <a:cubicBezTo>
                    <a:pt x="45484" y="26153"/>
                    <a:pt x="45484" y="36311"/>
                    <a:pt x="45484" y="44731"/>
                  </a:cubicBezTo>
                  <a:cubicBezTo>
                    <a:pt x="45484" y="54755"/>
                    <a:pt x="45484" y="63843"/>
                    <a:pt x="44013" y="72397"/>
                  </a:cubicBezTo>
                  <a:cubicBezTo>
                    <a:pt x="42007" y="85094"/>
                    <a:pt x="34382" y="89103"/>
                    <a:pt x="28363"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8" name="Freeform: Shape 787">
              <a:extLst>
                <a:ext uri="{FF2B5EF4-FFF2-40B4-BE49-F238E27FC236}">
                  <a16:creationId xmlns:a16="http://schemas.microsoft.com/office/drawing/2014/main" id="{F67BC958-7CDC-0B24-2BDB-8A63303BDB92}"/>
                </a:ext>
              </a:extLst>
            </p:cNvPr>
            <p:cNvSpPr/>
            <p:nvPr>
              <p:custDataLst>
                <p:tags r:id="rId251"/>
              </p:custDataLst>
            </p:nvPr>
          </p:nvSpPr>
          <p:spPr>
            <a:xfrm>
              <a:off x="10810309" y="3520151"/>
              <a:ext cx="14178" cy="14167"/>
            </a:xfrm>
            <a:custGeom>
              <a:avLst/>
              <a:gdLst>
                <a:gd name="connsiteX0" fmla="*/ 14458 w 14178"/>
                <a:gd name="connsiteY0" fmla="*/ 7175 h 14167"/>
                <a:gd name="connsiteX1" fmla="*/ 7368 w 14178"/>
                <a:gd name="connsiteY1" fmla="*/ 91 h 14167"/>
                <a:gd name="connsiteX2" fmla="*/ 279 w 14178"/>
                <a:gd name="connsiteY2" fmla="*/ 7175 h 14167"/>
                <a:gd name="connsiteX3" fmla="*/ 7368 w 14178"/>
                <a:gd name="connsiteY3" fmla="*/ 14258 h 14167"/>
                <a:gd name="connsiteX4" fmla="*/ 14458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58" y="7175"/>
                  </a:moveTo>
                  <a:cubicBezTo>
                    <a:pt x="14458" y="3299"/>
                    <a:pt x="11247" y="91"/>
                    <a:pt x="7368" y="91"/>
                  </a:cubicBezTo>
                  <a:cubicBezTo>
                    <a:pt x="3490" y="91"/>
                    <a:pt x="279" y="3299"/>
                    <a:pt x="279" y="7175"/>
                  </a:cubicBezTo>
                  <a:cubicBezTo>
                    <a:pt x="279" y="11051"/>
                    <a:pt x="3490" y="14258"/>
                    <a:pt x="7368" y="14258"/>
                  </a:cubicBezTo>
                  <a:cubicBezTo>
                    <a:pt x="11247" y="14258"/>
                    <a:pt x="14458" y="11051"/>
                    <a:pt x="14458"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89" name="Freeform: Shape 788">
              <a:extLst>
                <a:ext uri="{FF2B5EF4-FFF2-40B4-BE49-F238E27FC236}">
                  <a16:creationId xmlns:a16="http://schemas.microsoft.com/office/drawing/2014/main" id="{358A5ACF-5EB0-2986-C02E-D60623C9B44B}"/>
                </a:ext>
              </a:extLst>
            </p:cNvPr>
            <p:cNvSpPr/>
            <p:nvPr>
              <p:custDataLst>
                <p:tags r:id="rId252"/>
              </p:custDataLst>
            </p:nvPr>
          </p:nvSpPr>
          <p:spPr>
            <a:xfrm>
              <a:off x="10841178" y="3445306"/>
              <a:ext cx="56311" cy="91952"/>
            </a:xfrm>
            <a:custGeom>
              <a:avLst/>
              <a:gdLst>
                <a:gd name="connsiteX0" fmla="*/ 56594 w 56311"/>
                <a:gd name="connsiteY0" fmla="*/ 46335 h 91952"/>
                <a:gd name="connsiteX1" fmla="*/ 51244 w 56311"/>
                <a:gd name="connsiteY1" fmla="*/ 15060 h 91952"/>
                <a:gd name="connsiteX2" fmla="*/ 28505 w 56311"/>
                <a:gd name="connsiteY2" fmla="*/ 91 h 91952"/>
                <a:gd name="connsiteX3" fmla="*/ 5231 w 56311"/>
                <a:gd name="connsiteY3" fmla="*/ 15996 h 91952"/>
                <a:gd name="connsiteX4" fmla="*/ 282 w 56311"/>
                <a:gd name="connsiteY4" fmla="*/ 46335 h 91952"/>
                <a:gd name="connsiteX5" fmla="*/ 6301 w 56311"/>
                <a:gd name="connsiteY5" fmla="*/ 78545 h 91952"/>
                <a:gd name="connsiteX6" fmla="*/ 28371 w 56311"/>
                <a:gd name="connsiteY6" fmla="*/ 92044 h 91952"/>
                <a:gd name="connsiteX7" fmla="*/ 51645 w 56311"/>
                <a:gd name="connsiteY7" fmla="*/ 76540 h 91952"/>
                <a:gd name="connsiteX8" fmla="*/ 56594 w 56311"/>
                <a:gd name="connsiteY8" fmla="*/ 46335 h 91952"/>
                <a:gd name="connsiteX9" fmla="*/ 28371 w 56311"/>
                <a:gd name="connsiteY9" fmla="*/ 89103 h 91952"/>
                <a:gd name="connsiteX10" fmla="*/ 12855 w 56311"/>
                <a:gd name="connsiteY10" fmla="*/ 72932 h 91952"/>
                <a:gd name="connsiteX11" fmla="*/ 11384 w 56311"/>
                <a:gd name="connsiteY11" fmla="*/ 44731 h 91952"/>
                <a:gd name="connsiteX12" fmla="*/ 12454 w 56311"/>
                <a:gd name="connsiteY12" fmla="*/ 20139 h 91952"/>
                <a:gd name="connsiteX13" fmla="*/ 28371 w 56311"/>
                <a:gd name="connsiteY13" fmla="*/ 3032 h 91952"/>
                <a:gd name="connsiteX14" fmla="*/ 44154 w 56311"/>
                <a:gd name="connsiteY14" fmla="*/ 18669 h 91952"/>
                <a:gd name="connsiteX15" fmla="*/ 45492 w 56311"/>
                <a:gd name="connsiteY15" fmla="*/ 44731 h 91952"/>
                <a:gd name="connsiteX16" fmla="*/ 44021 w 56311"/>
                <a:gd name="connsiteY16" fmla="*/ 72397 h 91952"/>
                <a:gd name="connsiteX17" fmla="*/ 28371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94" y="46335"/>
                  </a:moveTo>
                  <a:cubicBezTo>
                    <a:pt x="56594" y="35643"/>
                    <a:pt x="55925" y="24950"/>
                    <a:pt x="51244" y="15060"/>
                  </a:cubicBezTo>
                  <a:cubicBezTo>
                    <a:pt x="45091" y="2230"/>
                    <a:pt x="34123" y="91"/>
                    <a:pt x="28505" y="91"/>
                  </a:cubicBezTo>
                  <a:cubicBezTo>
                    <a:pt x="20479" y="91"/>
                    <a:pt x="10715" y="3566"/>
                    <a:pt x="5231" y="15996"/>
                  </a:cubicBezTo>
                  <a:cubicBezTo>
                    <a:pt x="951" y="25218"/>
                    <a:pt x="282" y="35643"/>
                    <a:pt x="282" y="46335"/>
                  </a:cubicBezTo>
                  <a:cubicBezTo>
                    <a:pt x="282" y="56359"/>
                    <a:pt x="817" y="68387"/>
                    <a:pt x="6301" y="78545"/>
                  </a:cubicBezTo>
                  <a:cubicBezTo>
                    <a:pt x="12053" y="89371"/>
                    <a:pt x="21817" y="92044"/>
                    <a:pt x="28371" y="92044"/>
                  </a:cubicBezTo>
                  <a:cubicBezTo>
                    <a:pt x="35594" y="92044"/>
                    <a:pt x="45760" y="89237"/>
                    <a:pt x="51645" y="76540"/>
                  </a:cubicBezTo>
                  <a:cubicBezTo>
                    <a:pt x="55925" y="67318"/>
                    <a:pt x="56594" y="56893"/>
                    <a:pt x="56594" y="46335"/>
                  </a:cubicBezTo>
                  <a:close/>
                  <a:moveTo>
                    <a:pt x="28371" y="89103"/>
                  </a:moveTo>
                  <a:cubicBezTo>
                    <a:pt x="23155" y="89103"/>
                    <a:pt x="15263" y="85762"/>
                    <a:pt x="12855" y="72932"/>
                  </a:cubicBezTo>
                  <a:cubicBezTo>
                    <a:pt x="11384" y="64912"/>
                    <a:pt x="11384" y="52616"/>
                    <a:pt x="11384" y="44731"/>
                  </a:cubicBezTo>
                  <a:cubicBezTo>
                    <a:pt x="11384" y="36177"/>
                    <a:pt x="11384" y="27356"/>
                    <a:pt x="12454" y="20139"/>
                  </a:cubicBezTo>
                  <a:cubicBezTo>
                    <a:pt x="14995" y="4234"/>
                    <a:pt x="25027" y="3032"/>
                    <a:pt x="28371" y="3032"/>
                  </a:cubicBezTo>
                  <a:cubicBezTo>
                    <a:pt x="32785" y="3032"/>
                    <a:pt x="41613" y="5437"/>
                    <a:pt x="44154" y="18669"/>
                  </a:cubicBezTo>
                  <a:cubicBezTo>
                    <a:pt x="45492" y="26153"/>
                    <a:pt x="45492" y="36311"/>
                    <a:pt x="45492" y="44731"/>
                  </a:cubicBezTo>
                  <a:cubicBezTo>
                    <a:pt x="45492" y="54755"/>
                    <a:pt x="45492" y="63843"/>
                    <a:pt x="44021" y="72397"/>
                  </a:cubicBezTo>
                  <a:cubicBezTo>
                    <a:pt x="42014" y="85094"/>
                    <a:pt x="34390" y="89103"/>
                    <a:pt x="28371"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0" name="Freeform: Shape 789">
              <a:extLst>
                <a:ext uri="{FF2B5EF4-FFF2-40B4-BE49-F238E27FC236}">
                  <a16:creationId xmlns:a16="http://schemas.microsoft.com/office/drawing/2014/main" id="{9881F082-AB9A-8888-8A45-1C48BD9EA7F5}"/>
                </a:ext>
              </a:extLst>
            </p:cNvPr>
            <p:cNvSpPr/>
            <p:nvPr>
              <p:custDataLst>
                <p:tags r:id="rId253"/>
              </p:custDataLst>
            </p:nvPr>
          </p:nvSpPr>
          <p:spPr>
            <a:xfrm>
              <a:off x="10909528" y="3445306"/>
              <a:ext cx="53369" cy="91952"/>
            </a:xfrm>
            <a:custGeom>
              <a:avLst/>
              <a:gdLst>
                <a:gd name="connsiteX0" fmla="*/ 53656 w 53369"/>
                <a:gd name="connsiteY0" fmla="*/ 62239 h 91952"/>
                <a:gd name="connsiteX1" fmla="*/ 28242 w 53369"/>
                <a:gd name="connsiteY1" fmla="*/ 32970 h 91952"/>
                <a:gd name="connsiteX2" fmla="*/ 11255 w 53369"/>
                <a:gd name="connsiteY2" fmla="*/ 39786 h 91952"/>
                <a:gd name="connsiteX3" fmla="*/ 11255 w 53369"/>
                <a:gd name="connsiteY3" fmla="*/ 13724 h 91952"/>
                <a:gd name="connsiteX4" fmla="*/ 22625 w 53369"/>
                <a:gd name="connsiteY4" fmla="*/ 15461 h 91952"/>
                <a:gd name="connsiteX5" fmla="*/ 48440 w 53369"/>
                <a:gd name="connsiteY5" fmla="*/ 1561 h 91952"/>
                <a:gd name="connsiteX6" fmla="*/ 47102 w 53369"/>
                <a:gd name="connsiteY6" fmla="*/ 91 h 91952"/>
                <a:gd name="connsiteX7" fmla="*/ 46032 w 53369"/>
                <a:gd name="connsiteY7" fmla="*/ 492 h 91952"/>
                <a:gd name="connsiteX8" fmla="*/ 27841 w 53369"/>
                <a:gd name="connsiteY8" fmla="*/ 4368 h 91952"/>
                <a:gd name="connsiteX9" fmla="*/ 10051 w 53369"/>
                <a:gd name="connsiteY9" fmla="*/ 626 h 91952"/>
                <a:gd name="connsiteX10" fmla="*/ 8446 w 53369"/>
                <a:gd name="connsiteY10" fmla="*/ 225 h 91952"/>
                <a:gd name="connsiteX11" fmla="*/ 7109 w 53369"/>
                <a:gd name="connsiteY11" fmla="*/ 3432 h 91952"/>
                <a:gd name="connsiteX12" fmla="*/ 7109 w 53369"/>
                <a:gd name="connsiteY12" fmla="*/ 42993 h 91952"/>
                <a:gd name="connsiteX13" fmla="*/ 8981 w 53369"/>
                <a:gd name="connsiteY13" fmla="*/ 46468 h 91952"/>
                <a:gd name="connsiteX14" fmla="*/ 10720 w 53369"/>
                <a:gd name="connsiteY14" fmla="*/ 45266 h 91952"/>
                <a:gd name="connsiteX15" fmla="*/ 27975 w 53369"/>
                <a:gd name="connsiteY15" fmla="*/ 35910 h 91952"/>
                <a:gd name="connsiteX16" fmla="*/ 39344 w 53369"/>
                <a:gd name="connsiteY16" fmla="*/ 44464 h 91952"/>
                <a:gd name="connsiteX17" fmla="*/ 41752 w 53369"/>
                <a:gd name="connsiteY17" fmla="*/ 61304 h 91952"/>
                <a:gd name="connsiteX18" fmla="*/ 38542 w 53369"/>
                <a:gd name="connsiteY18" fmla="*/ 79614 h 91952"/>
                <a:gd name="connsiteX19" fmla="*/ 24230 w 53369"/>
                <a:gd name="connsiteY19" fmla="*/ 88302 h 91952"/>
                <a:gd name="connsiteX20" fmla="*/ 4567 w 53369"/>
                <a:gd name="connsiteY20" fmla="*/ 73333 h 91952"/>
                <a:gd name="connsiteX21" fmla="*/ 6841 w 53369"/>
                <a:gd name="connsiteY21" fmla="*/ 73600 h 91952"/>
                <a:gd name="connsiteX22" fmla="*/ 13529 w 53369"/>
                <a:gd name="connsiteY22" fmla="*/ 67051 h 91952"/>
                <a:gd name="connsiteX23" fmla="*/ 6841 w 53369"/>
                <a:gd name="connsiteY23" fmla="*/ 60502 h 91952"/>
                <a:gd name="connsiteX24" fmla="*/ 287 w 53369"/>
                <a:gd name="connsiteY24" fmla="*/ 67585 h 91952"/>
                <a:gd name="connsiteX25" fmla="*/ 24497 w 53369"/>
                <a:gd name="connsiteY25" fmla="*/ 92044 h 91952"/>
                <a:gd name="connsiteX26" fmla="*/ 53656 w 53369"/>
                <a:gd name="connsiteY26" fmla="*/ 62239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3369" h="91952">
                  <a:moveTo>
                    <a:pt x="53656" y="62239"/>
                  </a:moveTo>
                  <a:cubicBezTo>
                    <a:pt x="53656" y="46335"/>
                    <a:pt x="42688" y="32970"/>
                    <a:pt x="28242" y="32970"/>
                  </a:cubicBezTo>
                  <a:cubicBezTo>
                    <a:pt x="21822" y="32970"/>
                    <a:pt x="16070" y="35108"/>
                    <a:pt x="11255" y="39786"/>
                  </a:cubicBezTo>
                  <a:lnTo>
                    <a:pt x="11255" y="13724"/>
                  </a:lnTo>
                  <a:cubicBezTo>
                    <a:pt x="13930" y="14526"/>
                    <a:pt x="18344" y="15461"/>
                    <a:pt x="22625" y="15461"/>
                  </a:cubicBezTo>
                  <a:cubicBezTo>
                    <a:pt x="39077" y="15461"/>
                    <a:pt x="48440" y="3299"/>
                    <a:pt x="48440" y="1561"/>
                  </a:cubicBezTo>
                  <a:cubicBezTo>
                    <a:pt x="48440" y="759"/>
                    <a:pt x="48038" y="91"/>
                    <a:pt x="47102" y="91"/>
                  </a:cubicBezTo>
                  <a:cubicBezTo>
                    <a:pt x="46968" y="91"/>
                    <a:pt x="46701" y="91"/>
                    <a:pt x="46032" y="492"/>
                  </a:cubicBezTo>
                  <a:cubicBezTo>
                    <a:pt x="43357" y="1695"/>
                    <a:pt x="36803" y="4368"/>
                    <a:pt x="27841" y="4368"/>
                  </a:cubicBezTo>
                  <a:cubicBezTo>
                    <a:pt x="22491" y="4368"/>
                    <a:pt x="16338" y="3432"/>
                    <a:pt x="10051" y="626"/>
                  </a:cubicBezTo>
                  <a:cubicBezTo>
                    <a:pt x="8981" y="225"/>
                    <a:pt x="8714" y="225"/>
                    <a:pt x="8446" y="225"/>
                  </a:cubicBezTo>
                  <a:cubicBezTo>
                    <a:pt x="7109" y="225"/>
                    <a:pt x="7109" y="1294"/>
                    <a:pt x="7109" y="3432"/>
                  </a:cubicBezTo>
                  <a:lnTo>
                    <a:pt x="7109" y="42993"/>
                  </a:lnTo>
                  <a:cubicBezTo>
                    <a:pt x="7109" y="45399"/>
                    <a:pt x="7109" y="46468"/>
                    <a:pt x="8981" y="46468"/>
                  </a:cubicBezTo>
                  <a:cubicBezTo>
                    <a:pt x="9918" y="46468"/>
                    <a:pt x="10185" y="46067"/>
                    <a:pt x="10720" y="45266"/>
                  </a:cubicBezTo>
                  <a:cubicBezTo>
                    <a:pt x="12191" y="43127"/>
                    <a:pt x="17140" y="35910"/>
                    <a:pt x="27975" y="35910"/>
                  </a:cubicBezTo>
                  <a:cubicBezTo>
                    <a:pt x="34930" y="35910"/>
                    <a:pt x="38274" y="42058"/>
                    <a:pt x="39344" y="44464"/>
                  </a:cubicBezTo>
                  <a:cubicBezTo>
                    <a:pt x="41484" y="49409"/>
                    <a:pt x="41752" y="54621"/>
                    <a:pt x="41752" y="61304"/>
                  </a:cubicBezTo>
                  <a:cubicBezTo>
                    <a:pt x="41752" y="65982"/>
                    <a:pt x="41752" y="74001"/>
                    <a:pt x="38542" y="79614"/>
                  </a:cubicBezTo>
                  <a:cubicBezTo>
                    <a:pt x="35331" y="84827"/>
                    <a:pt x="30382" y="88302"/>
                    <a:pt x="24230" y="88302"/>
                  </a:cubicBezTo>
                  <a:cubicBezTo>
                    <a:pt x="14465" y="88302"/>
                    <a:pt x="6841" y="81218"/>
                    <a:pt x="4567" y="73333"/>
                  </a:cubicBezTo>
                  <a:cubicBezTo>
                    <a:pt x="4969" y="73466"/>
                    <a:pt x="5370" y="73600"/>
                    <a:pt x="6841" y="73600"/>
                  </a:cubicBezTo>
                  <a:cubicBezTo>
                    <a:pt x="11255" y="73600"/>
                    <a:pt x="13529" y="70259"/>
                    <a:pt x="13529" y="67051"/>
                  </a:cubicBezTo>
                  <a:cubicBezTo>
                    <a:pt x="13529" y="63843"/>
                    <a:pt x="11255" y="60502"/>
                    <a:pt x="6841" y="60502"/>
                  </a:cubicBezTo>
                  <a:cubicBezTo>
                    <a:pt x="4969" y="60502"/>
                    <a:pt x="287" y="61437"/>
                    <a:pt x="287" y="67585"/>
                  </a:cubicBezTo>
                  <a:cubicBezTo>
                    <a:pt x="287" y="79080"/>
                    <a:pt x="9516" y="92044"/>
                    <a:pt x="24497" y="92044"/>
                  </a:cubicBezTo>
                  <a:cubicBezTo>
                    <a:pt x="40013" y="92044"/>
                    <a:pt x="53656" y="79213"/>
                    <a:pt x="53656" y="6223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1" name="Freeform: Shape 790">
              <a:extLst>
                <a:ext uri="{FF2B5EF4-FFF2-40B4-BE49-F238E27FC236}">
                  <a16:creationId xmlns:a16="http://schemas.microsoft.com/office/drawing/2014/main" id="{96DD4730-526D-BF15-D186-FFA612AC1A6F}"/>
                </a:ext>
              </a:extLst>
            </p:cNvPr>
            <p:cNvSpPr/>
            <p:nvPr>
              <p:custDataLst>
                <p:tags r:id="rId254"/>
              </p:custDataLst>
            </p:nvPr>
          </p:nvSpPr>
          <p:spPr>
            <a:xfrm>
              <a:off x="10975337" y="3445306"/>
              <a:ext cx="55509" cy="91952"/>
            </a:xfrm>
            <a:custGeom>
              <a:avLst/>
              <a:gdLst>
                <a:gd name="connsiteX0" fmla="*/ 43763 w 55509"/>
                <a:gd name="connsiteY0" fmla="*/ 46602 h 91952"/>
                <a:gd name="connsiteX1" fmla="*/ 43763 w 55509"/>
                <a:gd name="connsiteY1" fmla="*/ 50879 h 91952"/>
                <a:gd name="connsiteX2" fmla="*/ 22094 w 55509"/>
                <a:gd name="connsiteY2" fmla="*/ 88302 h 91952"/>
                <a:gd name="connsiteX3" fmla="*/ 8986 w 55509"/>
                <a:gd name="connsiteY3" fmla="*/ 83490 h 91952"/>
                <a:gd name="connsiteX4" fmla="*/ 15942 w 55509"/>
                <a:gd name="connsiteY4" fmla="*/ 77342 h 91952"/>
                <a:gd name="connsiteX5" fmla="*/ 9789 w 55509"/>
                <a:gd name="connsiteY5" fmla="*/ 71194 h 91952"/>
                <a:gd name="connsiteX6" fmla="*/ 3636 w 55509"/>
                <a:gd name="connsiteY6" fmla="*/ 77609 h 91952"/>
                <a:gd name="connsiteX7" fmla="*/ 22228 w 55509"/>
                <a:gd name="connsiteY7" fmla="*/ 92044 h 91952"/>
                <a:gd name="connsiteX8" fmla="*/ 55801 w 55509"/>
                <a:gd name="connsiteY8" fmla="*/ 45132 h 91952"/>
                <a:gd name="connsiteX9" fmla="*/ 28515 w 55509"/>
                <a:gd name="connsiteY9" fmla="*/ 91 h 91952"/>
                <a:gd name="connsiteX10" fmla="*/ 8853 w 55509"/>
                <a:gd name="connsiteY10" fmla="*/ 8511 h 91952"/>
                <a:gd name="connsiteX11" fmla="*/ 292 w 55509"/>
                <a:gd name="connsiteY11" fmla="*/ 30163 h 91952"/>
                <a:gd name="connsiteX12" fmla="*/ 27044 w 55509"/>
                <a:gd name="connsiteY12" fmla="*/ 59967 h 91952"/>
                <a:gd name="connsiteX13" fmla="*/ 43763 w 55509"/>
                <a:gd name="connsiteY13" fmla="*/ 46602 h 91952"/>
                <a:gd name="connsiteX14" fmla="*/ 27177 w 55509"/>
                <a:gd name="connsiteY14" fmla="*/ 56893 h 91952"/>
                <a:gd name="connsiteX15" fmla="*/ 14738 w 55509"/>
                <a:gd name="connsiteY15" fmla="*/ 48473 h 91952"/>
                <a:gd name="connsiteX16" fmla="*/ 12330 w 55509"/>
                <a:gd name="connsiteY16" fmla="*/ 30297 h 91952"/>
                <a:gd name="connsiteX17" fmla="*/ 15139 w 55509"/>
                <a:gd name="connsiteY17" fmla="*/ 11853 h 91952"/>
                <a:gd name="connsiteX18" fmla="*/ 28515 w 55509"/>
                <a:gd name="connsiteY18" fmla="*/ 3432 h 91952"/>
                <a:gd name="connsiteX19" fmla="*/ 41356 w 55509"/>
                <a:gd name="connsiteY19" fmla="*/ 13991 h 91952"/>
                <a:gd name="connsiteX20" fmla="*/ 43496 w 55509"/>
                <a:gd name="connsiteY20" fmla="*/ 32836 h 91952"/>
                <a:gd name="connsiteX21" fmla="*/ 27177 w 55509"/>
                <a:gd name="connsiteY21" fmla="*/ 5689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509" h="91952">
                  <a:moveTo>
                    <a:pt x="43763" y="46602"/>
                  </a:moveTo>
                  <a:lnTo>
                    <a:pt x="43763" y="50879"/>
                  </a:lnTo>
                  <a:cubicBezTo>
                    <a:pt x="43763" y="82154"/>
                    <a:pt x="29852" y="88302"/>
                    <a:pt x="22094" y="88302"/>
                  </a:cubicBezTo>
                  <a:cubicBezTo>
                    <a:pt x="19821" y="88302"/>
                    <a:pt x="12598" y="88034"/>
                    <a:pt x="8986" y="83490"/>
                  </a:cubicBezTo>
                  <a:cubicBezTo>
                    <a:pt x="14872" y="83490"/>
                    <a:pt x="15942" y="79614"/>
                    <a:pt x="15942" y="77342"/>
                  </a:cubicBezTo>
                  <a:cubicBezTo>
                    <a:pt x="15942" y="73199"/>
                    <a:pt x="12731" y="71194"/>
                    <a:pt x="9789" y="71194"/>
                  </a:cubicBezTo>
                  <a:cubicBezTo>
                    <a:pt x="7649" y="71194"/>
                    <a:pt x="3636" y="72397"/>
                    <a:pt x="3636" y="77609"/>
                  </a:cubicBezTo>
                  <a:cubicBezTo>
                    <a:pt x="3636" y="86564"/>
                    <a:pt x="10859" y="92044"/>
                    <a:pt x="22228" y="92044"/>
                  </a:cubicBezTo>
                  <a:cubicBezTo>
                    <a:pt x="39483" y="92044"/>
                    <a:pt x="55801" y="73867"/>
                    <a:pt x="55801" y="45132"/>
                  </a:cubicBezTo>
                  <a:cubicBezTo>
                    <a:pt x="55801" y="9180"/>
                    <a:pt x="40419" y="91"/>
                    <a:pt x="28515" y="91"/>
                  </a:cubicBezTo>
                  <a:cubicBezTo>
                    <a:pt x="21158" y="91"/>
                    <a:pt x="14604" y="2497"/>
                    <a:pt x="8853" y="8511"/>
                  </a:cubicBezTo>
                  <a:cubicBezTo>
                    <a:pt x="3368" y="14526"/>
                    <a:pt x="292" y="20139"/>
                    <a:pt x="292" y="30163"/>
                  </a:cubicBezTo>
                  <a:cubicBezTo>
                    <a:pt x="292" y="46869"/>
                    <a:pt x="12063" y="59967"/>
                    <a:pt x="27044" y="59967"/>
                  </a:cubicBezTo>
                  <a:cubicBezTo>
                    <a:pt x="35203" y="59967"/>
                    <a:pt x="40687" y="54354"/>
                    <a:pt x="43763" y="46602"/>
                  </a:cubicBezTo>
                  <a:close/>
                  <a:moveTo>
                    <a:pt x="27177" y="56893"/>
                  </a:moveTo>
                  <a:cubicBezTo>
                    <a:pt x="25037" y="56893"/>
                    <a:pt x="18884" y="56893"/>
                    <a:pt x="14738" y="48473"/>
                  </a:cubicBezTo>
                  <a:cubicBezTo>
                    <a:pt x="12330" y="43528"/>
                    <a:pt x="12330" y="36845"/>
                    <a:pt x="12330" y="30297"/>
                  </a:cubicBezTo>
                  <a:cubicBezTo>
                    <a:pt x="12330" y="23079"/>
                    <a:pt x="12330" y="16798"/>
                    <a:pt x="15139" y="11853"/>
                  </a:cubicBezTo>
                  <a:cubicBezTo>
                    <a:pt x="18751" y="5170"/>
                    <a:pt x="23833" y="3432"/>
                    <a:pt x="28515" y="3432"/>
                  </a:cubicBezTo>
                  <a:cubicBezTo>
                    <a:pt x="34668" y="3432"/>
                    <a:pt x="39082" y="7977"/>
                    <a:pt x="41356" y="13991"/>
                  </a:cubicBezTo>
                  <a:cubicBezTo>
                    <a:pt x="42961" y="18268"/>
                    <a:pt x="43496" y="26688"/>
                    <a:pt x="43496" y="32836"/>
                  </a:cubicBezTo>
                  <a:cubicBezTo>
                    <a:pt x="43496" y="43929"/>
                    <a:pt x="38948" y="56893"/>
                    <a:pt x="27177" y="568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2" name="Freeform: Shape 791">
              <a:extLst>
                <a:ext uri="{FF2B5EF4-FFF2-40B4-BE49-F238E27FC236}">
                  <a16:creationId xmlns:a16="http://schemas.microsoft.com/office/drawing/2014/main" id="{130CC590-F395-7C0F-068D-221796384D69}"/>
                </a:ext>
              </a:extLst>
            </p:cNvPr>
            <p:cNvSpPr/>
            <p:nvPr>
              <p:custDataLst>
                <p:tags r:id="rId255"/>
              </p:custDataLst>
            </p:nvPr>
          </p:nvSpPr>
          <p:spPr>
            <a:xfrm>
              <a:off x="11077824" y="3493822"/>
              <a:ext cx="14178" cy="14167"/>
            </a:xfrm>
            <a:custGeom>
              <a:avLst/>
              <a:gdLst>
                <a:gd name="connsiteX0" fmla="*/ 14478 w 14178"/>
                <a:gd name="connsiteY0" fmla="*/ 7175 h 14167"/>
                <a:gd name="connsiteX1" fmla="*/ 7388 w 14178"/>
                <a:gd name="connsiteY1" fmla="*/ 91 h 14167"/>
                <a:gd name="connsiteX2" fmla="*/ 299 w 14178"/>
                <a:gd name="connsiteY2" fmla="*/ 7175 h 14167"/>
                <a:gd name="connsiteX3" fmla="*/ 7388 w 14178"/>
                <a:gd name="connsiteY3" fmla="*/ 14258 h 14167"/>
                <a:gd name="connsiteX4" fmla="*/ 14478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78" y="7175"/>
                  </a:moveTo>
                  <a:cubicBezTo>
                    <a:pt x="14478" y="3299"/>
                    <a:pt x="11267" y="91"/>
                    <a:pt x="7388" y="91"/>
                  </a:cubicBezTo>
                  <a:cubicBezTo>
                    <a:pt x="3509" y="91"/>
                    <a:pt x="299" y="3299"/>
                    <a:pt x="299" y="7175"/>
                  </a:cubicBezTo>
                  <a:cubicBezTo>
                    <a:pt x="299" y="11051"/>
                    <a:pt x="3509" y="14258"/>
                    <a:pt x="7388" y="14258"/>
                  </a:cubicBezTo>
                  <a:cubicBezTo>
                    <a:pt x="11267" y="14258"/>
                    <a:pt x="14478" y="11051"/>
                    <a:pt x="14478"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3" name="Freeform: Shape 792">
              <a:extLst>
                <a:ext uri="{FF2B5EF4-FFF2-40B4-BE49-F238E27FC236}">
                  <a16:creationId xmlns:a16="http://schemas.microsoft.com/office/drawing/2014/main" id="{6BAA6E81-9099-24E6-72AD-040079CEF801}"/>
                </a:ext>
              </a:extLst>
            </p:cNvPr>
            <p:cNvSpPr/>
            <p:nvPr>
              <p:custDataLst>
                <p:tags r:id="rId256"/>
              </p:custDataLst>
            </p:nvPr>
          </p:nvSpPr>
          <p:spPr>
            <a:xfrm>
              <a:off x="11136944" y="3475244"/>
              <a:ext cx="65942" cy="85002"/>
            </a:xfrm>
            <a:custGeom>
              <a:avLst/>
              <a:gdLst>
                <a:gd name="connsiteX0" fmla="*/ 19565 w 65942"/>
                <a:gd name="connsiteY0" fmla="*/ 8912 h 85002"/>
                <a:gd name="connsiteX1" fmla="*/ 19565 w 65942"/>
                <a:gd name="connsiteY1" fmla="*/ 91 h 85002"/>
                <a:gd name="connsiteX2" fmla="*/ 304 w 65942"/>
                <a:gd name="connsiteY2" fmla="*/ 1561 h 85002"/>
                <a:gd name="connsiteX3" fmla="*/ 304 w 65942"/>
                <a:gd name="connsiteY3" fmla="*/ 5705 h 85002"/>
                <a:gd name="connsiteX4" fmla="*/ 10737 w 65942"/>
                <a:gd name="connsiteY4" fmla="*/ 12387 h 85002"/>
                <a:gd name="connsiteX5" fmla="*/ 10737 w 65942"/>
                <a:gd name="connsiteY5" fmla="*/ 74936 h 85002"/>
                <a:gd name="connsiteX6" fmla="*/ 304 w 65942"/>
                <a:gd name="connsiteY6" fmla="*/ 80951 h 85002"/>
                <a:gd name="connsiteX7" fmla="*/ 304 w 65942"/>
                <a:gd name="connsiteY7" fmla="*/ 85094 h 85002"/>
                <a:gd name="connsiteX8" fmla="*/ 15285 w 65942"/>
                <a:gd name="connsiteY8" fmla="*/ 84693 h 85002"/>
                <a:gd name="connsiteX9" fmla="*/ 30400 w 65942"/>
                <a:gd name="connsiteY9" fmla="*/ 85094 h 85002"/>
                <a:gd name="connsiteX10" fmla="*/ 30400 w 65942"/>
                <a:gd name="connsiteY10" fmla="*/ 80951 h 85002"/>
                <a:gd name="connsiteX11" fmla="*/ 19967 w 65942"/>
                <a:gd name="connsiteY11" fmla="*/ 74936 h 85002"/>
                <a:gd name="connsiteX12" fmla="*/ 19967 w 65942"/>
                <a:gd name="connsiteY12" fmla="*/ 52483 h 85002"/>
                <a:gd name="connsiteX13" fmla="*/ 19967 w 65942"/>
                <a:gd name="connsiteY13" fmla="*/ 51280 h 85002"/>
                <a:gd name="connsiteX14" fmla="*/ 36419 w 65942"/>
                <a:gd name="connsiteY14" fmla="*/ 60636 h 85002"/>
                <a:gd name="connsiteX15" fmla="*/ 66247 w 65942"/>
                <a:gd name="connsiteY15" fmla="*/ 30297 h 85002"/>
                <a:gd name="connsiteX16" fmla="*/ 38291 w 65942"/>
                <a:gd name="connsiteY16" fmla="*/ 91 h 85002"/>
                <a:gd name="connsiteX17" fmla="*/ 19565 w 65942"/>
                <a:gd name="connsiteY17" fmla="*/ 8912 h 85002"/>
                <a:gd name="connsiteX18" fmla="*/ 19967 w 65942"/>
                <a:gd name="connsiteY18" fmla="*/ 43929 h 85002"/>
                <a:gd name="connsiteX19" fmla="*/ 19967 w 65942"/>
                <a:gd name="connsiteY19" fmla="*/ 14125 h 85002"/>
                <a:gd name="connsiteX20" fmla="*/ 37221 w 65942"/>
                <a:gd name="connsiteY20" fmla="*/ 3432 h 85002"/>
                <a:gd name="connsiteX21" fmla="*/ 55145 w 65942"/>
                <a:gd name="connsiteY21" fmla="*/ 30297 h 85002"/>
                <a:gd name="connsiteX22" fmla="*/ 35884 w 65942"/>
                <a:gd name="connsiteY22" fmla="*/ 57695 h 85002"/>
                <a:gd name="connsiteX23" fmla="*/ 21839 w 65942"/>
                <a:gd name="connsiteY23" fmla="*/ 49542 h 85002"/>
                <a:gd name="connsiteX24" fmla="*/ 19967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565" y="8912"/>
                  </a:moveTo>
                  <a:lnTo>
                    <a:pt x="19565" y="91"/>
                  </a:lnTo>
                  <a:lnTo>
                    <a:pt x="304" y="1561"/>
                  </a:lnTo>
                  <a:lnTo>
                    <a:pt x="304" y="5705"/>
                  </a:lnTo>
                  <a:cubicBezTo>
                    <a:pt x="9801" y="5705"/>
                    <a:pt x="10737" y="6506"/>
                    <a:pt x="10737" y="12387"/>
                  </a:cubicBezTo>
                  <a:lnTo>
                    <a:pt x="10737" y="74936"/>
                  </a:lnTo>
                  <a:cubicBezTo>
                    <a:pt x="10737" y="80951"/>
                    <a:pt x="9266" y="80951"/>
                    <a:pt x="304" y="80951"/>
                  </a:cubicBezTo>
                  <a:lnTo>
                    <a:pt x="304" y="85094"/>
                  </a:lnTo>
                  <a:cubicBezTo>
                    <a:pt x="4852" y="84960"/>
                    <a:pt x="11807" y="84693"/>
                    <a:pt x="15285" y="84693"/>
                  </a:cubicBezTo>
                  <a:cubicBezTo>
                    <a:pt x="18896" y="84693"/>
                    <a:pt x="25718" y="84960"/>
                    <a:pt x="30400" y="85094"/>
                  </a:cubicBezTo>
                  <a:lnTo>
                    <a:pt x="30400" y="80951"/>
                  </a:lnTo>
                  <a:cubicBezTo>
                    <a:pt x="21438" y="80951"/>
                    <a:pt x="19967" y="80951"/>
                    <a:pt x="19967" y="74936"/>
                  </a:cubicBezTo>
                  <a:lnTo>
                    <a:pt x="19967" y="52483"/>
                  </a:lnTo>
                  <a:lnTo>
                    <a:pt x="19967" y="51280"/>
                  </a:lnTo>
                  <a:cubicBezTo>
                    <a:pt x="20635" y="53418"/>
                    <a:pt x="26253" y="60636"/>
                    <a:pt x="36419" y="60636"/>
                  </a:cubicBezTo>
                  <a:cubicBezTo>
                    <a:pt x="52336" y="60636"/>
                    <a:pt x="66247" y="47538"/>
                    <a:pt x="66247" y="30297"/>
                  </a:cubicBezTo>
                  <a:cubicBezTo>
                    <a:pt x="66247" y="13323"/>
                    <a:pt x="53272" y="91"/>
                    <a:pt x="38291" y="91"/>
                  </a:cubicBezTo>
                  <a:cubicBezTo>
                    <a:pt x="27858" y="91"/>
                    <a:pt x="22240" y="5972"/>
                    <a:pt x="19565" y="8912"/>
                  </a:cubicBezTo>
                  <a:close/>
                  <a:moveTo>
                    <a:pt x="19967" y="43929"/>
                  </a:moveTo>
                  <a:lnTo>
                    <a:pt x="19967" y="14125"/>
                  </a:lnTo>
                  <a:cubicBezTo>
                    <a:pt x="23846" y="7308"/>
                    <a:pt x="30400" y="3432"/>
                    <a:pt x="37221" y="3432"/>
                  </a:cubicBezTo>
                  <a:cubicBezTo>
                    <a:pt x="46986" y="3432"/>
                    <a:pt x="55145" y="15194"/>
                    <a:pt x="55145" y="30297"/>
                  </a:cubicBezTo>
                  <a:cubicBezTo>
                    <a:pt x="55145" y="46468"/>
                    <a:pt x="45782" y="57695"/>
                    <a:pt x="35884" y="57695"/>
                  </a:cubicBezTo>
                  <a:cubicBezTo>
                    <a:pt x="30533" y="57695"/>
                    <a:pt x="25451" y="55022"/>
                    <a:pt x="21839" y="49542"/>
                  </a:cubicBezTo>
                  <a:cubicBezTo>
                    <a:pt x="19967" y="46736"/>
                    <a:pt x="19967" y="46602"/>
                    <a:pt x="19967"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4" name="Freeform: Shape 793">
              <a:extLst>
                <a:ext uri="{FF2B5EF4-FFF2-40B4-BE49-F238E27FC236}">
                  <a16:creationId xmlns:a16="http://schemas.microsoft.com/office/drawing/2014/main" id="{B3279EAF-BBF4-00B6-D482-2D74290E4C5A}"/>
                </a:ext>
              </a:extLst>
            </p:cNvPr>
            <p:cNvSpPr/>
            <p:nvPr>
              <p:custDataLst>
                <p:tags r:id="rId257"/>
              </p:custDataLst>
            </p:nvPr>
          </p:nvSpPr>
          <p:spPr>
            <a:xfrm>
              <a:off x="11211789" y="3475244"/>
              <a:ext cx="67279" cy="60544"/>
            </a:xfrm>
            <a:custGeom>
              <a:avLst/>
              <a:gdLst>
                <a:gd name="connsiteX0" fmla="*/ 48329 w 67279"/>
                <a:gd name="connsiteY0" fmla="*/ 48607 h 60544"/>
                <a:gd name="connsiteX1" fmla="*/ 48329 w 67279"/>
                <a:gd name="connsiteY1" fmla="*/ 60636 h 60544"/>
                <a:gd name="connsiteX2" fmla="*/ 67590 w 67279"/>
                <a:gd name="connsiteY2" fmla="*/ 59165 h 60544"/>
                <a:gd name="connsiteX3" fmla="*/ 67590 w 67279"/>
                <a:gd name="connsiteY3" fmla="*/ 55022 h 60544"/>
                <a:gd name="connsiteX4" fmla="*/ 57157 w 67279"/>
                <a:gd name="connsiteY4" fmla="*/ 47538 h 60544"/>
                <a:gd name="connsiteX5" fmla="*/ 57157 w 67279"/>
                <a:gd name="connsiteY5" fmla="*/ 91 h 60544"/>
                <a:gd name="connsiteX6" fmla="*/ 37494 w 67279"/>
                <a:gd name="connsiteY6" fmla="*/ 1561 h 60544"/>
                <a:gd name="connsiteX7" fmla="*/ 37494 w 67279"/>
                <a:gd name="connsiteY7" fmla="*/ 5705 h 60544"/>
                <a:gd name="connsiteX8" fmla="*/ 47927 w 67279"/>
                <a:gd name="connsiteY8" fmla="*/ 13189 h 60544"/>
                <a:gd name="connsiteX9" fmla="*/ 47927 w 67279"/>
                <a:gd name="connsiteY9" fmla="*/ 36979 h 60544"/>
                <a:gd name="connsiteX10" fmla="*/ 31743 w 67279"/>
                <a:gd name="connsiteY10" fmla="*/ 57695 h 60544"/>
                <a:gd name="connsiteX11" fmla="*/ 19972 w 67279"/>
                <a:gd name="connsiteY11" fmla="*/ 44464 h 60544"/>
                <a:gd name="connsiteX12" fmla="*/ 19972 w 67279"/>
                <a:gd name="connsiteY12" fmla="*/ 91 h 60544"/>
                <a:gd name="connsiteX13" fmla="*/ 310 w 67279"/>
                <a:gd name="connsiteY13" fmla="*/ 1561 h 60544"/>
                <a:gd name="connsiteX14" fmla="*/ 310 w 67279"/>
                <a:gd name="connsiteY14" fmla="*/ 5705 h 60544"/>
                <a:gd name="connsiteX15" fmla="*/ 10743 w 67279"/>
                <a:gd name="connsiteY15" fmla="*/ 18001 h 60544"/>
                <a:gd name="connsiteX16" fmla="*/ 10743 w 67279"/>
                <a:gd name="connsiteY16" fmla="*/ 38048 h 60544"/>
                <a:gd name="connsiteX17" fmla="*/ 31074 w 67279"/>
                <a:gd name="connsiteY17" fmla="*/ 60636 h 60544"/>
                <a:gd name="connsiteX18" fmla="*/ 48329 w 67279"/>
                <a:gd name="connsiteY18" fmla="*/ 48607 h 60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7279" h="60544">
                  <a:moveTo>
                    <a:pt x="48329" y="48607"/>
                  </a:moveTo>
                  <a:lnTo>
                    <a:pt x="48329" y="60636"/>
                  </a:lnTo>
                  <a:lnTo>
                    <a:pt x="67590" y="59165"/>
                  </a:lnTo>
                  <a:lnTo>
                    <a:pt x="67590" y="55022"/>
                  </a:lnTo>
                  <a:cubicBezTo>
                    <a:pt x="58227" y="55022"/>
                    <a:pt x="57157" y="54087"/>
                    <a:pt x="57157" y="47538"/>
                  </a:cubicBezTo>
                  <a:lnTo>
                    <a:pt x="57157" y="91"/>
                  </a:lnTo>
                  <a:lnTo>
                    <a:pt x="37494" y="1561"/>
                  </a:lnTo>
                  <a:lnTo>
                    <a:pt x="37494" y="5705"/>
                  </a:lnTo>
                  <a:cubicBezTo>
                    <a:pt x="46857" y="5705"/>
                    <a:pt x="47927" y="6640"/>
                    <a:pt x="47927" y="13189"/>
                  </a:cubicBezTo>
                  <a:lnTo>
                    <a:pt x="47927" y="36979"/>
                  </a:lnTo>
                  <a:cubicBezTo>
                    <a:pt x="47927" y="48607"/>
                    <a:pt x="41507" y="57695"/>
                    <a:pt x="31743" y="57695"/>
                  </a:cubicBezTo>
                  <a:cubicBezTo>
                    <a:pt x="20507" y="57695"/>
                    <a:pt x="19972" y="51414"/>
                    <a:pt x="19972" y="44464"/>
                  </a:cubicBezTo>
                  <a:lnTo>
                    <a:pt x="19972" y="91"/>
                  </a:lnTo>
                  <a:lnTo>
                    <a:pt x="310" y="1561"/>
                  </a:lnTo>
                  <a:lnTo>
                    <a:pt x="310" y="5705"/>
                  </a:lnTo>
                  <a:cubicBezTo>
                    <a:pt x="10743" y="5705"/>
                    <a:pt x="10743" y="6106"/>
                    <a:pt x="10743" y="18001"/>
                  </a:cubicBezTo>
                  <a:lnTo>
                    <a:pt x="10743" y="38048"/>
                  </a:lnTo>
                  <a:cubicBezTo>
                    <a:pt x="10743" y="48473"/>
                    <a:pt x="10743" y="60636"/>
                    <a:pt x="31074" y="60636"/>
                  </a:cubicBezTo>
                  <a:cubicBezTo>
                    <a:pt x="38564" y="60636"/>
                    <a:pt x="44450" y="56893"/>
                    <a:pt x="48329" y="4860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5" name="Freeform: Shape 794">
              <a:extLst>
                <a:ext uri="{FF2B5EF4-FFF2-40B4-BE49-F238E27FC236}">
                  <a16:creationId xmlns:a16="http://schemas.microsoft.com/office/drawing/2014/main" id="{54A5BA3F-8FBB-C3D8-C4B9-0512B153CAEE}"/>
                </a:ext>
              </a:extLst>
            </p:cNvPr>
            <p:cNvSpPr/>
            <p:nvPr>
              <p:custDataLst>
                <p:tags r:id="rId258"/>
              </p:custDataLst>
            </p:nvPr>
          </p:nvSpPr>
          <p:spPr>
            <a:xfrm>
              <a:off x="11285564" y="3441564"/>
              <a:ext cx="65942" cy="94224"/>
            </a:xfrm>
            <a:custGeom>
              <a:avLst/>
              <a:gdLst>
                <a:gd name="connsiteX0" fmla="*/ 19576 w 65942"/>
                <a:gd name="connsiteY0" fmla="*/ 42459 h 94224"/>
                <a:gd name="connsiteX1" fmla="*/ 19576 w 65942"/>
                <a:gd name="connsiteY1" fmla="*/ 91 h 94224"/>
                <a:gd name="connsiteX2" fmla="*/ 315 w 65942"/>
                <a:gd name="connsiteY2" fmla="*/ 1561 h 94224"/>
                <a:gd name="connsiteX3" fmla="*/ 315 w 65942"/>
                <a:gd name="connsiteY3" fmla="*/ 5705 h 94224"/>
                <a:gd name="connsiteX4" fmla="*/ 10748 w 65942"/>
                <a:gd name="connsiteY4" fmla="*/ 13189 h 94224"/>
                <a:gd name="connsiteX5" fmla="*/ 10748 w 65942"/>
                <a:gd name="connsiteY5" fmla="*/ 92846 h 94224"/>
                <a:gd name="connsiteX6" fmla="*/ 14092 w 65942"/>
                <a:gd name="connsiteY6" fmla="*/ 92846 h 94224"/>
                <a:gd name="connsiteX7" fmla="*/ 18908 w 65942"/>
                <a:gd name="connsiteY7" fmla="*/ 84559 h 94224"/>
                <a:gd name="connsiteX8" fmla="*/ 36430 w 65942"/>
                <a:gd name="connsiteY8" fmla="*/ 94316 h 94224"/>
                <a:gd name="connsiteX9" fmla="*/ 66258 w 65942"/>
                <a:gd name="connsiteY9" fmla="*/ 63977 h 94224"/>
                <a:gd name="connsiteX10" fmla="*/ 37901 w 65942"/>
                <a:gd name="connsiteY10" fmla="*/ 33771 h 94224"/>
                <a:gd name="connsiteX11" fmla="*/ 19576 w 65942"/>
                <a:gd name="connsiteY11" fmla="*/ 42459 h 94224"/>
                <a:gd name="connsiteX12" fmla="*/ 19978 w 65942"/>
                <a:gd name="connsiteY12" fmla="*/ 77609 h 94224"/>
                <a:gd name="connsiteX13" fmla="*/ 19978 w 65942"/>
                <a:gd name="connsiteY13" fmla="*/ 50077 h 94224"/>
                <a:gd name="connsiteX14" fmla="*/ 21449 w 65942"/>
                <a:gd name="connsiteY14" fmla="*/ 45266 h 94224"/>
                <a:gd name="connsiteX15" fmla="*/ 37232 w 65942"/>
                <a:gd name="connsiteY15" fmla="*/ 36712 h 94224"/>
                <a:gd name="connsiteX16" fmla="*/ 51277 w 65942"/>
                <a:gd name="connsiteY16" fmla="*/ 45266 h 94224"/>
                <a:gd name="connsiteX17" fmla="*/ 55156 w 65942"/>
                <a:gd name="connsiteY17" fmla="*/ 63843 h 94224"/>
                <a:gd name="connsiteX18" fmla="*/ 51009 w 65942"/>
                <a:gd name="connsiteY18" fmla="*/ 82822 h 94224"/>
                <a:gd name="connsiteX19" fmla="*/ 35895 w 65942"/>
                <a:gd name="connsiteY19" fmla="*/ 91376 h 94224"/>
                <a:gd name="connsiteX20" fmla="*/ 21850 w 65942"/>
                <a:gd name="connsiteY20" fmla="*/ 83223 h 94224"/>
                <a:gd name="connsiteX21" fmla="*/ 19978 w 65942"/>
                <a:gd name="connsiteY21" fmla="*/ 77609 h 9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942" h="94224">
                  <a:moveTo>
                    <a:pt x="19576" y="42459"/>
                  </a:moveTo>
                  <a:lnTo>
                    <a:pt x="19576" y="91"/>
                  </a:lnTo>
                  <a:lnTo>
                    <a:pt x="315" y="1561"/>
                  </a:lnTo>
                  <a:lnTo>
                    <a:pt x="315" y="5705"/>
                  </a:lnTo>
                  <a:cubicBezTo>
                    <a:pt x="9678" y="5705"/>
                    <a:pt x="10748" y="6640"/>
                    <a:pt x="10748" y="13189"/>
                  </a:cubicBezTo>
                  <a:lnTo>
                    <a:pt x="10748" y="92846"/>
                  </a:lnTo>
                  <a:lnTo>
                    <a:pt x="14092" y="92846"/>
                  </a:lnTo>
                  <a:cubicBezTo>
                    <a:pt x="14226" y="92712"/>
                    <a:pt x="15296" y="90841"/>
                    <a:pt x="18908" y="84559"/>
                  </a:cubicBezTo>
                  <a:cubicBezTo>
                    <a:pt x="20914" y="87633"/>
                    <a:pt x="26532" y="94316"/>
                    <a:pt x="36430" y="94316"/>
                  </a:cubicBezTo>
                  <a:cubicBezTo>
                    <a:pt x="52347" y="94316"/>
                    <a:pt x="66258" y="81218"/>
                    <a:pt x="66258" y="63977"/>
                  </a:cubicBezTo>
                  <a:cubicBezTo>
                    <a:pt x="66258" y="47003"/>
                    <a:pt x="53149" y="33771"/>
                    <a:pt x="37901" y="33771"/>
                  </a:cubicBezTo>
                  <a:cubicBezTo>
                    <a:pt x="27468" y="33771"/>
                    <a:pt x="21716" y="40053"/>
                    <a:pt x="19576" y="42459"/>
                  </a:cubicBezTo>
                  <a:close/>
                  <a:moveTo>
                    <a:pt x="19978" y="77609"/>
                  </a:moveTo>
                  <a:lnTo>
                    <a:pt x="19978" y="50077"/>
                  </a:lnTo>
                  <a:cubicBezTo>
                    <a:pt x="19978" y="47538"/>
                    <a:pt x="19978" y="47404"/>
                    <a:pt x="21449" y="45266"/>
                  </a:cubicBezTo>
                  <a:cubicBezTo>
                    <a:pt x="26665" y="37781"/>
                    <a:pt x="34022" y="36712"/>
                    <a:pt x="37232" y="36712"/>
                  </a:cubicBezTo>
                  <a:cubicBezTo>
                    <a:pt x="43251" y="36712"/>
                    <a:pt x="48067" y="40187"/>
                    <a:pt x="51277" y="45266"/>
                  </a:cubicBezTo>
                  <a:cubicBezTo>
                    <a:pt x="54754" y="50745"/>
                    <a:pt x="55156" y="58363"/>
                    <a:pt x="55156" y="63843"/>
                  </a:cubicBezTo>
                  <a:cubicBezTo>
                    <a:pt x="55156" y="68788"/>
                    <a:pt x="54888" y="76807"/>
                    <a:pt x="51009" y="82822"/>
                  </a:cubicBezTo>
                  <a:cubicBezTo>
                    <a:pt x="48200" y="86965"/>
                    <a:pt x="43118" y="91376"/>
                    <a:pt x="35895" y="91376"/>
                  </a:cubicBezTo>
                  <a:cubicBezTo>
                    <a:pt x="29876" y="91376"/>
                    <a:pt x="25060" y="88168"/>
                    <a:pt x="21850" y="83223"/>
                  </a:cubicBezTo>
                  <a:cubicBezTo>
                    <a:pt x="19978" y="80416"/>
                    <a:pt x="19978" y="80015"/>
                    <a:pt x="19978" y="7760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6" name="Freeform: Shape 795">
              <a:extLst>
                <a:ext uri="{FF2B5EF4-FFF2-40B4-BE49-F238E27FC236}">
                  <a16:creationId xmlns:a16="http://schemas.microsoft.com/office/drawing/2014/main" id="{14DF542C-D06F-326D-6404-72EBD9A81237}"/>
                </a:ext>
              </a:extLst>
            </p:cNvPr>
            <p:cNvSpPr/>
            <p:nvPr>
              <p:custDataLst>
                <p:tags r:id="rId259"/>
              </p:custDataLst>
            </p:nvPr>
          </p:nvSpPr>
          <p:spPr>
            <a:xfrm>
              <a:off x="11360542" y="3441564"/>
              <a:ext cx="29694" cy="92754"/>
            </a:xfrm>
            <a:custGeom>
              <a:avLst/>
              <a:gdLst>
                <a:gd name="connsiteX0" fmla="*/ 19582 w 29694"/>
                <a:gd name="connsiteY0" fmla="*/ 91 h 92754"/>
                <a:gd name="connsiteX1" fmla="*/ 321 w 29694"/>
                <a:gd name="connsiteY1" fmla="*/ 1561 h 92754"/>
                <a:gd name="connsiteX2" fmla="*/ 321 w 29694"/>
                <a:gd name="connsiteY2" fmla="*/ 5705 h 92754"/>
                <a:gd name="connsiteX3" fmla="*/ 10754 w 29694"/>
                <a:gd name="connsiteY3" fmla="*/ 13189 h 92754"/>
                <a:gd name="connsiteX4" fmla="*/ 10754 w 29694"/>
                <a:gd name="connsiteY4" fmla="*/ 82688 h 92754"/>
                <a:gd name="connsiteX5" fmla="*/ 321 w 29694"/>
                <a:gd name="connsiteY5" fmla="*/ 88703 h 92754"/>
                <a:gd name="connsiteX6" fmla="*/ 321 w 29694"/>
                <a:gd name="connsiteY6" fmla="*/ 92846 h 92754"/>
                <a:gd name="connsiteX7" fmla="*/ 15168 w 29694"/>
                <a:gd name="connsiteY7" fmla="*/ 92445 h 92754"/>
                <a:gd name="connsiteX8" fmla="*/ 30015 w 29694"/>
                <a:gd name="connsiteY8" fmla="*/ 92846 h 92754"/>
                <a:gd name="connsiteX9" fmla="*/ 30015 w 29694"/>
                <a:gd name="connsiteY9" fmla="*/ 88703 h 92754"/>
                <a:gd name="connsiteX10" fmla="*/ 19582 w 29694"/>
                <a:gd name="connsiteY10" fmla="*/ 82688 h 92754"/>
                <a:gd name="connsiteX11" fmla="*/ 19582 w 29694"/>
                <a:gd name="connsiteY11" fmla="*/ 91 h 9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694" h="92754">
                  <a:moveTo>
                    <a:pt x="19582" y="91"/>
                  </a:moveTo>
                  <a:lnTo>
                    <a:pt x="321" y="1561"/>
                  </a:lnTo>
                  <a:lnTo>
                    <a:pt x="321" y="5705"/>
                  </a:lnTo>
                  <a:cubicBezTo>
                    <a:pt x="9684" y="5705"/>
                    <a:pt x="10754" y="6640"/>
                    <a:pt x="10754" y="13189"/>
                  </a:cubicBezTo>
                  <a:lnTo>
                    <a:pt x="10754" y="82688"/>
                  </a:lnTo>
                  <a:cubicBezTo>
                    <a:pt x="10754" y="88703"/>
                    <a:pt x="9283" y="88703"/>
                    <a:pt x="321" y="88703"/>
                  </a:cubicBezTo>
                  <a:lnTo>
                    <a:pt x="321" y="92846"/>
                  </a:lnTo>
                  <a:cubicBezTo>
                    <a:pt x="4735" y="92712"/>
                    <a:pt x="11824" y="92445"/>
                    <a:pt x="15168" y="92445"/>
                  </a:cubicBezTo>
                  <a:cubicBezTo>
                    <a:pt x="18512" y="92445"/>
                    <a:pt x="25066" y="92712"/>
                    <a:pt x="30015" y="92846"/>
                  </a:cubicBezTo>
                  <a:lnTo>
                    <a:pt x="30015" y="88703"/>
                  </a:lnTo>
                  <a:cubicBezTo>
                    <a:pt x="21053" y="88703"/>
                    <a:pt x="19582" y="88703"/>
                    <a:pt x="19582" y="82688"/>
                  </a:cubicBezTo>
                  <a:lnTo>
                    <a:pt x="19582" y="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7" name="Freeform: Shape 796">
              <a:extLst>
                <a:ext uri="{FF2B5EF4-FFF2-40B4-BE49-F238E27FC236}">
                  <a16:creationId xmlns:a16="http://schemas.microsoft.com/office/drawing/2014/main" id="{602E2BAD-D1C0-68AE-034C-52E520D8851A}"/>
                </a:ext>
              </a:extLst>
            </p:cNvPr>
            <p:cNvSpPr/>
            <p:nvPr>
              <p:custDataLst>
                <p:tags r:id="rId260"/>
              </p:custDataLst>
            </p:nvPr>
          </p:nvSpPr>
          <p:spPr>
            <a:xfrm>
              <a:off x="11397697" y="3444905"/>
              <a:ext cx="28624" cy="89413"/>
            </a:xfrm>
            <a:custGeom>
              <a:avLst/>
              <a:gdLst>
                <a:gd name="connsiteX0" fmla="*/ 19585 w 28624"/>
                <a:gd name="connsiteY0" fmla="*/ 30430 h 89413"/>
                <a:gd name="connsiteX1" fmla="*/ 859 w 28624"/>
                <a:gd name="connsiteY1" fmla="*/ 31900 h 89413"/>
                <a:gd name="connsiteX2" fmla="*/ 859 w 28624"/>
                <a:gd name="connsiteY2" fmla="*/ 36044 h 89413"/>
                <a:gd name="connsiteX3" fmla="*/ 10757 w 28624"/>
                <a:gd name="connsiteY3" fmla="*/ 43394 h 89413"/>
                <a:gd name="connsiteX4" fmla="*/ 10757 w 28624"/>
                <a:gd name="connsiteY4" fmla="*/ 79347 h 89413"/>
                <a:gd name="connsiteX5" fmla="*/ 324 w 28624"/>
                <a:gd name="connsiteY5" fmla="*/ 85361 h 89413"/>
                <a:gd name="connsiteX6" fmla="*/ 324 w 28624"/>
                <a:gd name="connsiteY6" fmla="*/ 89504 h 89413"/>
                <a:gd name="connsiteX7" fmla="*/ 15037 w 28624"/>
                <a:gd name="connsiteY7" fmla="*/ 89103 h 89413"/>
                <a:gd name="connsiteX8" fmla="*/ 28948 w 28624"/>
                <a:gd name="connsiteY8" fmla="*/ 89504 h 89413"/>
                <a:gd name="connsiteX9" fmla="*/ 28948 w 28624"/>
                <a:gd name="connsiteY9" fmla="*/ 85361 h 89413"/>
                <a:gd name="connsiteX10" fmla="*/ 19585 w 28624"/>
                <a:gd name="connsiteY10" fmla="*/ 79481 h 89413"/>
                <a:gd name="connsiteX11" fmla="*/ 19585 w 28624"/>
                <a:gd name="connsiteY11" fmla="*/ 30430 h 89413"/>
                <a:gd name="connsiteX12" fmla="*/ 20120 w 28624"/>
                <a:gd name="connsiteY12" fmla="*/ 7175 h 89413"/>
                <a:gd name="connsiteX13" fmla="*/ 13031 w 28624"/>
                <a:gd name="connsiteY13" fmla="*/ 91 h 89413"/>
                <a:gd name="connsiteX14" fmla="*/ 5941 w 28624"/>
                <a:gd name="connsiteY14" fmla="*/ 7175 h 89413"/>
                <a:gd name="connsiteX15" fmla="*/ 13031 w 28624"/>
                <a:gd name="connsiteY15" fmla="*/ 14258 h 89413"/>
                <a:gd name="connsiteX16" fmla="*/ 20120 w 28624"/>
                <a:gd name="connsiteY16" fmla="*/ 7175 h 8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624" h="89413">
                  <a:moveTo>
                    <a:pt x="19585" y="30430"/>
                  </a:moveTo>
                  <a:lnTo>
                    <a:pt x="859" y="31900"/>
                  </a:lnTo>
                  <a:lnTo>
                    <a:pt x="859" y="36044"/>
                  </a:lnTo>
                  <a:cubicBezTo>
                    <a:pt x="9553" y="36044"/>
                    <a:pt x="10757" y="36845"/>
                    <a:pt x="10757" y="43394"/>
                  </a:cubicBezTo>
                  <a:lnTo>
                    <a:pt x="10757" y="79347"/>
                  </a:lnTo>
                  <a:cubicBezTo>
                    <a:pt x="10757" y="85361"/>
                    <a:pt x="9285" y="85361"/>
                    <a:pt x="324" y="85361"/>
                  </a:cubicBezTo>
                  <a:lnTo>
                    <a:pt x="324" y="89504"/>
                  </a:lnTo>
                  <a:cubicBezTo>
                    <a:pt x="4604" y="89371"/>
                    <a:pt x="11827" y="89103"/>
                    <a:pt x="15037" y="89103"/>
                  </a:cubicBezTo>
                  <a:cubicBezTo>
                    <a:pt x="19718" y="89103"/>
                    <a:pt x="24400" y="89371"/>
                    <a:pt x="28948" y="89504"/>
                  </a:cubicBezTo>
                  <a:lnTo>
                    <a:pt x="28948" y="85361"/>
                  </a:lnTo>
                  <a:cubicBezTo>
                    <a:pt x="20120" y="85361"/>
                    <a:pt x="19585" y="84693"/>
                    <a:pt x="19585" y="79481"/>
                  </a:cubicBezTo>
                  <a:lnTo>
                    <a:pt x="19585" y="30430"/>
                  </a:lnTo>
                  <a:close/>
                  <a:moveTo>
                    <a:pt x="20120" y="7175"/>
                  </a:moveTo>
                  <a:cubicBezTo>
                    <a:pt x="20120" y="2898"/>
                    <a:pt x="16776" y="91"/>
                    <a:pt x="13031" y="91"/>
                  </a:cubicBezTo>
                  <a:cubicBezTo>
                    <a:pt x="8884" y="91"/>
                    <a:pt x="5941" y="3700"/>
                    <a:pt x="5941" y="7175"/>
                  </a:cubicBezTo>
                  <a:cubicBezTo>
                    <a:pt x="5941" y="10783"/>
                    <a:pt x="8884" y="14258"/>
                    <a:pt x="13031" y="14258"/>
                  </a:cubicBezTo>
                  <a:cubicBezTo>
                    <a:pt x="16776" y="14258"/>
                    <a:pt x="20120" y="11452"/>
                    <a:pt x="20120"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8" name="Freeform: Shape 797">
              <a:extLst>
                <a:ext uri="{FF2B5EF4-FFF2-40B4-BE49-F238E27FC236}">
                  <a16:creationId xmlns:a16="http://schemas.microsoft.com/office/drawing/2014/main" id="{A844F0F4-2E81-D0E7-43D9-C24F29F818E4}"/>
                </a:ext>
              </a:extLst>
            </p:cNvPr>
            <p:cNvSpPr/>
            <p:nvPr>
              <p:custDataLst>
                <p:tags r:id="rId261"/>
              </p:custDataLst>
            </p:nvPr>
          </p:nvSpPr>
          <p:spPr>
            <a:xfrm>
              <a:off x="11434986" y="3474442"/>
              <a:ext cx="50961" cy="61346"/>
            </a:xfrm>
            <a:custGeom>
              <a:avLst/>
              <a:gdLst>
                <a:gd name="connsiteX0" fmla="*/ 11428 w 50961"/>
                <a:gd name="connsiteY0" fmla="*/ 30831 h 61346"/>
                <a:gd name="connsiteX1" fmla="*/ 29485 w 50961"/>
                <a:gd name="connsiteY1" fmla="*/ 3432 h 61346"/>
                <a:gd name="connsiteX2" fmla="*/ 43797 w 50961"/>
                <a:gd name="connsiteY2" fmla="*/ 8378 h 61346"/>
                <a:gd name="connsiteX3" fmla="*/ 37511 w 50961"/>
                <a:gd name="connsiteY3" fmla="*/ 14526 h 61346"/>
                <a:gd name="connsiteX4" fmla="*/ 43664 w 50961"/>
                <a:gd name="connsiteY4" fmla="*/ 20674 h 61346"/>
                <a:gd name="connsiteX5" fmla="*/ 49817 w 50961"/>
                <a:gd name="connsiteY5" fmla="*/ 14392 h 61346"/>
                <a:gd name="connsiteX6" fmla="*/ 29352 w 50961"/>
                <a:gd name="connsiteY6" fmla="*/ 91 h 61346"/>
                <a:gd name="connsiteX7" fmla="*/ 326 w 50961"/>
                <a:gd name="connsiteY7" fmla="*/ 31098 h 61346"/>
                <a:gd name="connsiteX8" fmla="*/ 29084 w 50961"/>
                <a:gd name="connsiteY8" fmla="*/ 61437 h 61346"/>
                <a:gd name="connsiteX9" fmla="*/ 51288 w 50961"/>
                <a:gd name="connsiteY9" fmla="*/ 44063 h 61346"/>
                <a:gd name="connsiteX10" fmla="*/ 49549 w 50961"/>
                <a:gd name="connsiteY10" fmla="*/ 42726 h 61346"/>
                <a:gd name="connsiteX11" fmla="*/ 47810 w 50961"/>
                <a:gd name="connsiteY11" fmla="*/ 44063 h 61346"/>
                <a:gd name="connsiteX12" fmla="*/ 30288 w 50961"/>
                <a:gd name="connsiteY12" fmla="*/ 58096 h 61346"/>
                <a:gd name="connsiteX13" fmla="*/ 11428 w 50961"/>
                <a:gd name="connsiteY13" fmla="*/ 3083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61" h="61346">
                  <a:moveTo>
                    <a:pt x="11428" y="30831"/>
                  </a:moveTo>
                  <a:cubicBezTo>
                    <a:pt x="11428" y="9046"/>
                    <a:pt x="22396" y="3432"/>
                    <a:pt x="29485" y="3432"/>
                  </a:cubicBezTo>
                  <a:cubicBezTo>
                    <a:pt x="30689" y="3432"/>
                    <a:pt x="39116" y="3566"/>
                    <a:pt x="43797" y="8378"/>
                  </a:cubicBezTo>
                  <a:cubicBezTo>
                    <a:pt x="38313" y="8779"/>
                    <a:pt x="37511" y="12788"/>
                    <a:pt x="37511" y="14526"/>
                  </a:cubicBezTo>
                  <a:cubicBezTo>
                    <a:pt x="37511" y="18001"/>
                    <a:pt x="39919" y="20674"/>
                    <a:pt x="43664" y="20674"/>
                  </a:cubicBezTo>
                  <a:cubicBezTo>
                    <a:pt x="47141" y="20674"/>
                    <a:pt x="49817" y="18402"/>
                    <a:pt x="49817" y="14392"/>
                  </a:cubicBezTo>
                  <a:cubicBezTo>
                    <a:pt x="49817" y="5304"/>
                    <a:pt x="39651" y="91"/>
                    <a:pt x="29352" y="91"/>
                  </a:cubicBezTo>
                  <a:cubicBezTo>
                    <a:pt x="12632" y="91"/>
                    <a:pt x="326" y="14526"/>
                    <a:pt x="326" y="31098"/>
                  </a:cubicBezTo>
                  <a:cubicBezTo>
                    <a:pt x="326" y="48206"/>
                    <a:pt x="13568" y="61437"/>
                    <a:pt x="29084" y="61437"/>
                  </a:cubicBezTo>
                  <a:cubicBezTo>
                    <a:pt x="47008" y="61437"/>
                    <a:pt x="51288" y="45399"/>
                    <a:pt x="51288" y="44063"/>
                  </a:cubicBezTo>
                  <a:cubicBezTo>
                    <a:pt x="51288" y="42726"/>
                    <a:pt x="49950" y="42726"/>
                    <a:pt x="49549" y="42726"/>
                  </a:cubicBezTo>
                  <a:cubicBezTo>
                    <a:pt x="48345" y="42726"/>
                    <a:pt x="48078" y="43261"/>
                    <a:pt x="47810" y="44063"/>
                  </a:cubicBezTo>
                  <a:cubicBezTo>
                    <a:pt x="43931" y="56492"/>
                    <a:pt x="35237" y="58096"/>
                    <a:pt x="30288" y="58096"/>
                  </a:cubicBezTo>
                  <a:cubicBezTo>
                    <a:pt x="23199" y="58096"/>
                    <a:pt x="11428" y="52349"/>
                    <a:pt x="11428" y="3083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799" name="Freeform: Shape 798">
              <a:extLst>
                <a:ext uri="{FF2B5EF4-FFF2-40B4-BE49-F238E27FC236}">
                  <a16:creationId xmlns:a16="http://schemas.microsoft.com/office/drawing/2014/main" id="{E8602537-DAFA-1343-BDE6-6C4F0A96A746}"/>
                </a:ext>
              </a:extLst>
            </p:cNvPr>
            <p:cNvSpPr/>
            <p:nvPr>
              <p:custDataLst>
                <p:tags r:id="rId262"/>
              </p:custDataLst>
            </p:nvPr>
          </p:nvSpPr>
          <p:spPr>
            <a:xfrm>
              <a:off x="11530710" y="3498232"/>
              <a:ext cx="81725" cy="5346"/>
            </a:xfrm>
            <a:custGeom>
              <a:avLst/>
              <a:gdLst>
                <a:gd name="connsiteX0" fmla="*/ 77377 w 81725"/>
                <a:gd name="connsiteY0" fmla="*/ 5437 h 5346"/>
                <a:gd name="connsiteX1" fmla="*/ 82059 w 81725"/>
                <a:gd name="connsiteY1" fmla="*/ 2764 h 5346"/>
                <a:gd name="connsiteX2" fmla="*/ 77377 w 81725"/>
                <a:gd name="connsiteY2" fmla="*/ 91 h 5346"/>
                <a:gd name="connsiteX3" fmla="*/ 5015 w 81725"/>
                <a:gd name="connsiteY3" fmla="*/ 91 h 5346"/>
                <a:gd name="connsiteX4" fmla="*/ 333 w 81725"/>
                <a:gd name="connsiteY4" fmla="*/ 2764 h 5346"/>
                <a:gd name="connsiteX5" fmla="*/ 5015 w 81725"/>
                <a:gd name="connsiteY5" fmla="*/ 5437 h 5346"/>
                <a:gd name="connsiteX6" fmla="*/ 77377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377" y="5437"/>
                  </a:moveTo>
                  <a:cubicBezTo>
                    <a:pt x="79651" y="5437"/>
                    <a:pt x="82059" y="5437"/>
                    <a:pt x="82059" y="2764"/>
                  </a:cubicBezTo>
                  <a:cubicBezTo>
                    <a:pt x="82059" y="91"/>
                    <a:pt x="79651" y="91"/>
                    <a:pt x="77377" y="91"/>
                  </a:cubicBezTo>
                  <a:lnTo>
                    <a:pt x="5015" y="91"/>
                  </a:lnTo>
                  <a:cubicBezTo>
                    <a:pt x="2741" y="91"/>
                    <a:pt x="333" y="91"/>
                    <a:pt x="333" y="2764"/>
                  </a:cubicBezTo>
                  <a:cubicBezTo>
                    <a:pt x="333" y="5437"/>
                    <a:pt x="2741" y="5437"/>
                    <a:pt x="5015" y="5437"/>
                  </a:cubicBezTo>
                  <a:lnTo>
                    <a:pt x="77377"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0" name="Freeform: Shape 799">
              <a:extLst>
                <a:ext uri="{FF2B5EF4-FFF2-40B4-BE49-F238E27FC236}">
                  <a16:creationId xmlns:a16="http://schemas.microsoft.com/office/drawing/2014/main" id="{AD2DE76D-2FD2-5F5D-B8AD-48DD6A39FD85}"/>
                </a:ext>
              </a:extLst>
            </p:cNvPr>
            <p:cNvSpPr/>
            <p:nvPr>
              <p:custDataLst>
                <p:tags r:id="rId263"/>
              </p:custDataLst>
            </p:nvPr>
          </p:nvSpPr>
          <p:spPr>
            <a:xfrm>
              <a:off x="11658582" y="3445306"/>
              <a:ext cx="56311" cy="91952"/>
            </a:xfrm>
            <a:custGeom>
              <a:avLst/>
              <a:gdLst>
                <a:gd name="connsiteX0" fmla="*/ 56655 w 56311"/>
                <a:gd name="connsiteY0" fmla="*/ 46335 h 91952"/>
                <a:gd name="connsiteX1" fmla="*/ 51304 w 56311"/>
                <a:gd name="connsiteY1" fmla="*/ 15060 h 91952"/>
                <a:gd name="connsiteX2" fmla="*/ 28566 w 56311"/>
                <a:gd name="connsiteY2" fmla="*/ 91 h 91952"/>
                <a:gd name="connsiteX3" fmla="*/ 5292 w 56311"/>
                <a:gd name="connsiteY3" fmla="*/ 15996 h 91952"/>
                <a:gd name="connsiteX4" fmla="*/ 343 w 56311"/>
                <a:gd name="connsiteY4" fmla="*/ 46335 h 91952"/>
                <a:gd name="connsiteX5" fmla="*/ 6362 w 56311"/>
                <a:gd name="connsiteY5" fmla="*/ 78545 h 91952"/>
                <a:gd name="connsiteX6" fmla="*/ 28432 w 56311"/>
                <a:gd name="connsiteY6" fmla="*/ 92044 h 91952"/>
                <a:gd name="connsiteX7" fmla="*/ 51706 w 56311"/>
                <a:gd name="connsiteY7" fmla="*/ 76540 h 91952"/>
                <a:gd name="connsiteX8" fmla="*/ 56655 w 56311"/>
                <a:gd name="connsiteY8" fmla="*/ 46335 h 91952"/>
                <a:gd name="connsiteX9" fmla="*/ 28432 w 56311"/>
                <a:gd name="connsiteY9" fmla="*/ 89103 h 91952"/>
                <a:gd name="connsiteX10" fmla="*/ 12916 w 56311"/>
                <a:gd name="connsiteY10" fmla="*/ 72932 h 91952"/>
                <a:gd name="connsiteX11" fmla="*/ 11445 w 56311"/>
                <a:gd name="connsiteY11" fmla="*/ 44731 h 91952"/>
                <a:gd name="connsiteX12" fmla="*/ 12515 w 56311"/>
                <a:gd name="connsiteY12" fmla="*/ 20139 h 91952"/>
                <a:gd name="connsiteX13" fmla="*/ 28432 w 56311"/>
                <a:gd name="connsiteY13" fmla="*/ 3032 h 91952"/>
                <a:gd name="connsiteX14" fmla="*/ 44215 w 56311"/>
                <a:gd name="connsiteY14" fmla="*/ 18669 h 91952"/>
                <a:gd name="connsiteX15" fmla="*/ 45553 w 56311"/>
                <a:gd name="connsiteY15" fmla="*/ 44731 h 91952"/>
                <a:gd name="connsiteX16" fmla="*/ 44082 w 56311"/>
                <a:gd name="connsiteY16" fmla="*/ 72397 h 91952"/>
                <a:gd name="connsiteX17" fmla="*/ 28432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655" y="46335"/>
                  </a:moveTo>
                  <a:cubicBezTo>
                    <a:pt x="56655" y="35643"/>
                    <a:pt x="55986" y="24950"/>
                    <a:pt x="51304" y="15060"/>
                  </a:cubicBezTo>
                  <a:cubicBezTo>
                    <a:pt x="45152" y="2230"/>
                    <a:pt x="34184" y="91"/>
                    <a:pt x="28566" y="91"/>
                  </a:cubicBezTo>
                  <a:cubicBezTo>
                    <a:pt x="20540" y="91"/>
                    <a:pt x="10776" y="3566"/>
                    <a:pt x="5292" y="15996"/>
                  </a:cubicBezTo>
                  <a:cubicBezTo>
                    <a:pt x="1012" y="25218"/>
                    <a:pt x="343" y="35643"/>
                    <a:pt x="343" y="46335"/>
                  </a:cubicBezTo>
                  <a:cubicBezTo>
                    <a:pt x="343" y="56359"/>
                    <a:pt x="878" y="68387"/>
                    <a:pt x="6362" y="78545"/>
                  </a:cubicBezTo>
                  <a:cubicBezTo>
                    <a:pt x="12114" y="89371"/>
                    <a:pt x="21878" y="92044"/>
                    <a:pt x="28432" y="92044"/>
                  </a:cubicBezTo>
                  <a:cubicBezTo>
                    <a:pt x="35655" y="92044"/>
                    <a:pt x="45820" y="89237"/>
                    <a:pt x="51706" y="76540"/>
                  </a:cubicBezTo>
                  <a:cubicBezTo>
                    <a:pt x="55986" y="67318"/>
                    <a:pt x="56655" y="56893"/>
                    <a:pt x="56655" y="46335"/>
                  </a:cubicBezTo>
                  <a:close/>
                  <a:moveTo>
                    <a:pt x="28432" y="89103"/>
                  </a:moveTo>
                  <a:cubicBezTo>
                    <a:pt x="23215" y="89103"/>
                    <a:pt x="15324" y="85762"/>
                    <a:pt x="12916" y="72932"/>
                  </a:cubicBezTo>
                  <a:cubicBezTo>
                    <a:pt x="11445" y="64912"/>
                    <a:pt x="11445" y="52616"/>
                    <a:pt x="11445" y="44731"/>
                  </a:cubicBezTo>
                  <a:cubicBezTo>
                    <a:pt x="11445" y="36177"/>
                    <a:pt x="11445" y="27356"/>
                    <a:pt x="12515" y="20139"/>
                  </a:cubicBezTo>
                  <a:cubicBezTo>
                    <a:pt x="15056" y="4234"/>
                    <a:pt x="25088" y="3032"/>
                    <a:pt x="28432" y="3032"/>
                  </a:cubicBezTo>
                  <a:cubicBezTo>
                    <a:pt x="32846" y="3032"/>
                    <a:pt x="41674" y="5437"/>
                    <a:pt x="44215" y="18669"/>
                  </a:cubicBezTo>
                  <a:cubicBezTo>
                    <a:pt x="45553" y="26153"/>
                    <a:pt x="45553" y="36311"/>
                    <a:pt x="45553" y="44731"/>
                  </a:cubicBezTo>
                  <a:cubicBezTo>
                    <a:pt x="45553" y="54755"/>
                    <a:pt x="45553" y="63843"/>
                    <a:pt x="44082" y="72397"/>
                  </a:cubicBezTo>
                  <a:cubicBezTo>
                    <a:pt x="42075" y="85094"/>
                    <a:pt x="34451" y="89103"/>
                    <a:pt x="28432"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1" name="Freeform: Shape 800">
              <a:extLst>
                <a:ext uri="{FF2B5EF4-FFF2-40B4-BE49-F238E27FC236}">
                  <a16:creationId xmlns:a16="http://schemas.microsoft.com/office/drawing/2014/main" id="{ED3DE8C1-0F59-8C4E-02AA-0A18A814729B}"/>
                </a:ext>
              </a:extLst>
            </p:cNvPr>
            <p:cNvSpPr/>
            <p:nvPr>
              <p:custDataLst>
                <p:tags r:id="rId264"/>
              </p:custDataLst>
            </p:nvPr>
          </p:nvSpPr>
          <p:spPr>
            <a:xfrm>
              <a:off x="11731747" y="3520151"/>
              <a:ext cx="14178" cy="14167"/>
            </a:xfrm>
            <a:custGeom>
              <a:avLst/>
              <a:gdLst>
                <a:gd name="connsiteX0" fmla="*/ 14526 w 14178"/>
                <a:gd name="connsiteY0" fmla="*/ 7175 h 14167"/>
                <a:gd name="connsiteX1" fmla="*/ 7437 w 14178"/>
                <a:gd name="connsiteY1" fmla="*/ 91 h 14167"/>
                <a:gd name="connsiteX2" fmla="*/ 348 w 14178"/>
                <a:gd name="connsiteY2" fmla="*/ 7175 h 14167"/>
                <a:gd name="connsiteX3" fmla="*/ 7437 w 14178"/>
                <a:gd name="connsiteY3" fmla="*/ 14258 h 14167"/>
                <a:gd name="connsiteX4" fmla="*/ 14526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526" y="7175"/>
                  </a:moveTo>
                  <a:cubicBezTo>
                    <a:pt x="14526" y="3299"/>
                    <a:pt x="11316" y="91"/>
                    <a:pt x="7437" y="91"/>
                  </a:cubicBezTo>
                  <a:cubicBezTo>
                    <a:pt x="3558" y="91"/>
                    <a:pt x="348" y="3299"/>
                    <a:pt x="348" y="7175"/>
                  </a:cubicBezTo>
                  <a:cubicBezTo>
                    <a:pt x="348" y="11051"/>
                    <a:pt x="3558" y="14258"/>
                    <a:pt x="7437" y="14258"/>
                  </a:cubicBezTo>
                  <a:cubicBezTo>
                    <a:pt x="11316" y="14258"/>
                    <a:pt x="14526" y="11051"/>
                    <a:pt x="14526"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2" name="Freeform: Shape 801">
              <a:extLst>
                <a:ext uri="{FF2B5EF4-FFF2-40B4-BE49-F238E27FC236}">
                  <a16:creationId xmlns:a16="http://schemas.microsoft.com/office/drawing/2014/main" id="{F1CEE639-B256-DB7B-2727-A49604EB4086}"/>
                </a:ext>
              </a:extLst>
            </p:cNvPr>
            <p:cNvSpPr/>
            <p:nvPr>
              <p:custDataLst>
                <p:tags r:id="rId265"/>
              </p:custDataLst>
            </p:nvPr>
          </p:nvSpPr>
          <p:spPr>
            <a:xfrm>
              <a:off x="11763017" y="3445306"/>
              <a:ext cx="55509" cy="91952"/>
            </a:xfrm>
            <a:custGeom>
              <a:avLst/>
              <a:gdLst>
                <a:gd name="connsiteX0" fmla="*/ 12389 w 55509"/>
                <a:gd name="connsiteY0" fmla="*/ 45266 h 91952"/>
                <a:gd name="connsiteX1" fmla="*/ 12389 w 55509"/>
                <a:gd name="connsiteY1" fmla="*/ 42058 h 91952"/>
                <a:gd name="connsiteX2" fmla="*/ 35796 w 55509"/>
                <a:gd name="connsiteY2" fmla="*/ 3432 h 91952"/>
                <a:gd name="connsiteX3" fmla="*/ 47567 w 55509"/>
                <a:gd name="connsiteY3" fmla="*/ 8779 h 91952"/>
                <a:gd name="connsiteX4" fmla="*/ 40210 w 55509"/>
                <a:gd name="connsiteY4" fmla="*/ 14793 h 91952"/>
                <a:gd name="connsiteX5" fmla="*/ 46363 w 55509"/>
                <a:gd name="connsiteY5" fmla="*/ 20941 h 91952"/>
                <a:gd name="connsiteX6" fmla="*/ 52516 w 55509"/>
                <a:gd name="connsiteY6" fmla="*/ 14526 h 91952"/>
                <a:gd name="connsiteX7" fmla="*/ 35529 w 55509"/>
                <a:gd name="connsiteY7" fmla="*/ 91 h 91952"/>
                <a:gd name="connsiteX8" fmla="*/ 351 w 55509"/>
                <a:gd name="connsiteY8" fmla="*/ 46869 h 91952"/>
                <a:gd name="connsiteX9" fmla="*/ 28306 w 55509"/>
                <a:gd name="connsiteY9" fmla="*/ 92044 h 91952"/>
                <a:gd name="connsiteX10" fmla="*/ 55860 w 55509"/>
                <a:gd name="connsiteY10" fmla="*/ 61838 h 91952"/>
                <a:gd name="connsiteX11" fmla="*/ 29109 w 55509"/>
                <a:gd name="connsiteY11" fmla="*/ 32034 h 91952"/>
                <a:gd name="connsiteX12" fmla="*/ 12389 w 55509"/>
                <a:gd name="connsiteY12" fmla="*/ 45266 h 91952"/>
                <a:gd name="connsiteX13" fmla="*/ 28306 w 55509"/>
                <a:gd name="connsiteY13" fmla="*/ 88302 h 91952"/>
                <a:gd name="connsiteX14" fmla="*/ 15064 w 55509"/>
                <a:gd name="connsiteY14" fmla="*/ 78278 h 91952"/>
                <a:gd name="connsiteX15" fmla="*/ 12656 w 55509"/>
                <a:gd name="connsiteY15" fmla="*/ 58898 h 91952"/>
                <a:gd name="connsiteX16" fmla="*/ 28975 w 55509"/>
                <a:gd name="connsiteY16" fmla="*/ 35108 h 91952"/>
                <a:gd name="connsiteX17" fmla="*/ 41414 w 55509"/>
                <a:gd name="connsiteY17" fmla="*/ 43394 h 91952"/>
                <a:gd name="connsiteX18" fmla="*/ 43822 w 55509"/>
                <a:gd name="connsiteY18" fmla="*/ 61705 h 91952"/>
                <a:gd name="connsiteX19" fmla="*/ 41548 w 55509"/>
                <a:gd name="connsiteY19" fmla="*/ 79614 h 91952"/>
                <a:gd name="connsiteX20" fmla="*/ 28306 w 55509"/>
                <a:gd name="connsiteY20" fmla="*/ 88302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509" h="91952">
                  <a:moveTo>
                    <a:pt x="12389" y="45266"/>
                  </a:moveTo>
                  <a:lnTo>
                    <a:pt x="12389" y="42058"/>
                  </a:lnTo>
                  <a:cubicBezTo>
                    <a:pt x="12389" y="8244"/>
                    <a:pt x="28975" y="3432"/>
                    <a:pt x="35796" y="3432"/>
                  </a:cubicBezTo>
                  <a:cubicBezTo>
                    <a:pt x="39007" y="3432"/>
                    <a:pt x="44624" y="4234"/>
                    <a:pt x="47567" y="8779"/>
                  </a:cubicBezTo>
                  <a:cubicBezTo>
                    <a:pt x="45561" y="8779"/>
                    <a:pt x="40210" y="8779"/>
                    <a:pt x="40210" y="14793"/>
                  </a:cubicBezTo>
                  <a:cubicBezTo>
                    <a:pt x="40210" y="18936"/>
                    <a:pt x="43421" y="20941"/>
                    <a:pt x="46363" y="20941"/>
                  </a:cubicBezTo>
                  <a:cubicBezTo>
                    <a:pt x="48503" y="20941"/>
                    <a:pt x="52516" y="19738"/>
                    <a:pt x="52516" y="14526"/>
                  </a:cubicBezTo>
                  <a:cubicBezTo>
                    <a:pt x="52516" y="6506"/>
                    <a:pt x="46631" y="91"/>
                    <a:pt x="35529" y="91"/>
                  </a:cubicBezTo>
                  <a:cubicBezTo>
                    <a:pt x="18408" y="91"/>
                    <a:pt x="351" y="17332"/>
                    <a:pt x="351" y="46869"/>
                  </a:cubicBezTo>
                  <a:cubicBezTo>
                    <a:pt x="351" y="82555"/>
                    <a:pt x="15867" y="92044"/>
                    <a:pt x="28306" y="92044"/>
                  </a:cubicBezTo>
                  <a:cubicBezTo>
                    <a:pt x="43153" y="92044"/>
                    <a:pt x="55860" y="79481"/>
                    <a:pt x="55860" y="61838"/>
                  </a:cubicBezTo>
                  <a:cubicBezTo>
                    <a:pt x="55860" y="44865"/>
                    <a:pt x="43956" y="32034"/>
                    <a:pt x="29109" y="32034"/>
                  </a:cubicBezTo>
                  <a:cubicBezTo>
                    <a:pt x="20013" y="32034"/>
                    <a:pt x="15064" y="38850"/>
                    <a:pt x="12389" y="45266"/>
                  </a:cubicBezTo>
                  <a:close/>
                  <a:moveTo>
                    <a:pt x="28306" y="88302"/>
                  </a:moveTo>
                  <a:cubicBezTo>
                    <a:pt x="19879" y="88302"/>
                    <a:pt x="15867" y="80282"/>
                    <a:pt x="15064" y="78278"/>
                  </a:cubicBezTo>
                  <a:cubicBezTo>
                    <a:pt x="12656" y="71996"/>
                    <a:pt x="12656" y="61304"/>
                    <a:pt x="12656" y="58898"/>
                  </a:cubicBezTo>
                  <a:cubicBezTo>
                    <a:pt x="12656" y="48473"/>
                    <a:pt x="16937" y="35108"/>
                    <a:pt x="28975" y="35108"/>
                  </a:cubicBezTo>
                  <a:cubicBezTo>
                    <a:pt x="31115" y="35108"/>
                    <a:pt x="37268" y="35108"/>
                    <a:pt x="41414" y="43394"/>
                  </a:cubicBezTo>
                  <a:cubicBezTo>
                    <a:pt x="43822" y="48340"/>
                    <a:pt x="43822" y="55156"/>
                    <a:pt x="43822" y="61705"/>
                  </a:cubicBezTo>
                  <a:cubicBezTo>
                    <a:pt x="43822" y="68120"/>
                    <a:pt x="43822" y="74803"/>
                    <a:pt x="41548" y="79614"/>
                  </a:cubicBezTo>
                  <a:cubicBezTo>
                    <a:pt x="37535" y="87633"/>
                    <a:pt x="31382" y="88302"/>
                    <a:pt x="28306" y="8830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3" name="Freeform: Shape 802">
              <a:extLst>
                <a:ext uri="{FF2B5EF4-FFF2-40B4-BE49-F238E27FC236}">
                  <a16:creationId xmlns:a16="http://schemas.microsoft.com/office/drawing/2014/main" id="{8A3DAE17-0B11-97D1-18F7-5CE3DF5FE4E9}"/>
                </a:ext>
              </a:extLst>
            </p:cNvPr>
            <p:cNvSpPr/>
            <p:nvPr>
              <p:custDataLst>
                <p:tags r:id="rId266"/>
              </p:custDataLst>
            </p:nvPr>
          </p:nvSpPr>
          <p:spPr>
            <a:xfrm>
              <a:off x="11836183" y="3445306"/>
              <a:ext cx="44139" cy="89012"/>
            </a:xfrm>
            <a:custGeom>
              <a:avLst/>
              <a:gdLst>
                <a:gd name="connsiteX0" fmla="*/ 27776 w 44139"/>
                <a:gd name="connsiteY0" fmla="*/ 3566 h 89012"/>
                <a:gd name="connsiteX1" fmla="*/ 24700 w 44139"/>
                <a:gd name="connsiteY1" fmla="*/ 91 h 89012"/>
                <a:gd name="connsiteX2" fmla="*/ 356 w 44139"/>
                <a:gd name="connsiteY2" fmla="*/ 8645 h 89012"/>
                <a:gd name="connsiteX3" fmla="*/ 356 w 44139"/>
                <a:gd name="connsiteY3" fmla="*/ 12788 h 89012"/>
                <a:gd name="connsiteX4" fmla="*/ 17878 w 44139"/>
                <a:gd name="connsiteY4" fmla="*/ 9313 h 89012"/>
                <a:gd name="connsiteX5" fmla="*/ 17878 w 44139"/>
                <a:gd name="connsiteY5" fmla="*/ 78545 h 89012"/>
                <a:gd name="connsiteX6" fmla="*/ 5438 w 44139"/>
                <a:gd name="connsiteY6" fmla="*/ 84960 h 89012"/>
                <a:gd name="connsiteX7" fmla="*/ 1158 w 44139"/>
                <a:gd name="connsiteY7" fmla="*/ 84960 h 89012"/>
                <a:gd name="connsiteX8" fmla="*/ 1158 w 44139"/>
                <a:gd name="connsiteY8" fmla="*/ 89103 h 89012"/>
                <a:gd name="connsiteX9" fmla="*/ 22827 w 44139"/>
                <a:gd name="connsiteY9" fmla="*/ 88703 h 89012"/>
                <a:gd name="connsiteX10" fmla="*/ 44496 w 44139"/>
                <a:gd name="connsiteY10" fmla="*/ 89103 h 89012"/>
                <a:gd name="connsiteX11" fmla="*/ 44496 w 44139"/>
                <a:gd name="connsiteY11" fmla="*/ 84960 h 89012"/>
                <a:gd name="connsiteX12" fmla="*/ 40215 w 44139"/>
                <a:gd name="connsiteY12" fmla="*/ 84960 h 89012"/>
                <a:gd name="connsiteX13" fmla="*/ 27776 w 44139"/>
                <a:gd name="connsiteY13" fmla="*/ 78545 h 89012"/>
                <a:gd name="connsiteX14" fmla="*/ 27776 w 44139"/>
                <a:gd name="connsiteY14" fmla="*/ 3566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776" y="3566"/>
                  </a:moveTo>
                  <a:cubicBezTo>
                    <a:pt x="27776" y="358"/>
                    <a:pt x="27776" y="91"/>
                    <a:pt x="24700" y="91"/>
                  </a:cubicBezTo>
                  <a:cubicBezTo>
                    <a:pt x="16407" y="8645"/>
                    <a:pt x="4636" y="8645"/>
                    <a:pt x="356" y="8645"/>
                  </a:cubicBezTo>
                  <a:lnTo>
                    <a:pt x="356" y="12788"/>
                  </a:lnTo>
                  <a:cubicBezTo>
                    <a:pt x="3031" y="12788"/>
                    <a:pt x="10923" y="12788"/>
                    <a:pt x="17878" y="9313"/>
                  </a:cubicBezTo>
                  <a:lnTo>
                    <a:pt x="17878" y="78545"/>
                  </a:lnTo>
                  <a:cubicBezTo>
                    <a:pt x="17878" y="83356"/>
                    <a:pt x="17477" y="84960"/>
                    <a:pt x="5438" y="84960"/>
                  </a:cubicBezTo>
                  <a:lnTo>
                    <a:pt x="1158" y="84960"/>
                  </a:lnTo>
                  <a:lnTo>
                    <a:pt x="1158" y="89103"/>
                  </a:lnTo>
                  <a:cubicBezTo>
                    <a:pt x="5840" y="88703"/>
                    <a:pt x="17477" y="88703"/>
                    <a:pt x="22827" y="88703"/>
                  </a:cubicBezTo>
                  <a:cubicBezTo>
                    <a:pt x="28177" y="88703"/>
                    <a:pt x="39814" y="88703"/>
                    <a:pt x="44496" y="89103"/>
                  </a:cubicBezTo>
                  <a:lnTo>
                    <a:pt x="44496" y="84960"/>
                  </a:lnTo>
                  <a:lnTo>
                    <a:pt x="40215" y="84960"/>
                  </a:lnTo>
                  <a:cubicBezTo>
                    <a:pt x="28177" y="84960"/>
                    <a:pt x="27776" y="83490"/>
                    <a:pt x="27776" y="78545"/>
                  </a:cubicBezTo>
                  <a:lnTo>
                    <a:pt x="27776" y="35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4" name="Freeform: Shape 803">
              <a:extLst>
                <a:ext uri="{FF2B5EF4-FFF2-40B4-BE49-F238E27FC236}">
                  <a16:creationId xmlns:a16="http://schemas.microsoft.com/office/drawing/2014/main" id="{BEC20E16-0817-C9D0-916B-4DC17F520CC4}"/>
                </a:ext>
              </a:extLst>
            </p:cNvPr>
            <p:cNvSpPr/>
            <p:nvPr>
              <p:custDataLst>
                <p:tags r:id="rId267"/>
              </p:custDataLst>
            </p:nvPr>
          </p:nvSpPr>
          <p:spPr>
            <a:xfrm>
              <a:off x="11896775" y="3445306"/>
              <a:ext cx="55509" cy="91952"/>
            </a:xfrm>
            <a:custGeom>
              <a:avLst/>
              <a:gdLst>
                <a:gd name="connsiteX0" fmla="*/ 12399 w 55509"/>
                <a:gd name="connsiteY0" fmla="*/ 45266 h 91952"/>
                <a:gd name="connsiteX1" fmla="*/ 12399 w 55509"/>
                <a:gd name="connsiteY1" fmla="*/ 42058 h 91952"/>
                <a:gd name="connsiteX2" fmla="*/ 35806 w 55509"/>
                <a:gd name="connsiteY2" fmla="*/ 3432 h 91952"/>
                <a:gd name="connsiteX3" fmla="*/ 47577 w 55509"/>
                <a:gd name="connsiteY3" fmla="*/ 8779 h 91952"/>
                <a:gd name="connsiteX4" fmla="*/ 40220 w 55509"/>
                <a:gd name="connsiteY4" fmla="*/ 14793 h 91952"/>
                <a:gd name="connsiteX5" fmla="*/ 46373 w 55509"/>
                <a:gd name="connsiteY5" fmla="*/ 20941 h 91952"/>
                <a:gd name="connsiteX6" fmla="*/ 52526 w 55509"/>
                <a:gd name="connsiteY6" fmla="*/ 14526 h 91952"/>
                <a:gd name="connsiteX7" fmla="*/ 35539 w 55509"/>
                <a:gd name="connsiteY7" fmla="*/ 91 h 91952"/>
                <a:gd name="connsiteX8" fmla="*/ 361 w 55509"/>
                <a:gd name="connsiteY8" fmla="*/ 46869 h 91952"/>
                <a:gd name="connsiteX9" fmla="*/ 28316 w 55509"/>
                <a:gd name="connsiteY9" fmla="*/ 92044 h 91952"/>
                <a:gd name="connsiteX10" fmla="*/ 55870 w 55509"/>
                <a:gd name="connsiteY10" fmla="*/ 61838 h 91952"/>
                <a:gd name="connsiteX11" fmla="*/ 29119 w 55509"/>
                <a:gd name="connsiteY11" fmla="*/ 32034 h 91952"/>
                <a:gd name="connsiteX12" fmla="*/ 12399 w 55509"/>
                <a:gd name="connsiteY12" fmla="*/ 45266 h 91952"/>
                <a:gd name="connsiteX13" fmla="*/ 28316 w 55509"/>
                <a:gd name="connsiteY13" fmla="*/ 88302 h 91952"/>
                <a:gd name="connsiteX14" fmla="*/ 15074 w 55509"/>
                <a:gd name="connsiteY14" fmla="*/ 78278 h 91952"/>
                <a:gd name="connsiteX15" fmla="*/ 12666 w 55509"/>
                <a:gd name="connsiteY15" fmla="*/ 58898 h 91952"/>
                <a:gd name="connsiteX16" fmla="*/ 28985 w 55509"/>
                <a:gd name="connsiteY16" fmla="*/ 35108 h 91952"/>
                <a:gd name="connsiteX17" fmla="*/ 41424 w 55509"/>
                <a:gd name="connsiteY17" fmla="*/ 43394 h 91952"/>
                <a:gd name="connsiteX18" fmla="*/ 43832 w 55509"/>
                <a:gd name="connsiteY18" fmla="*/ 61705 h 91952"/>
                <a:gd name="connsiteX19" fmla="*/ 41558 w 55509"/>
                <a:gd name="connsiteY19" fmla="*/ 79614 h 91952"/>
                <a:gd name="connsiteX20" fmla="*/ 28316 w 55509"/>
                <a:gd name="connsiteY20" fmla="*/ 88302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509" h="91952">
                  <a:moveTo>
                    <a:pt x="12399" y="45266"/>
                  </a:moveTo>
                  <a:lnTo>
                    <a:pt x="12399" y="42058"/>
                  </a:lnTo>
                  <a:cubicBezTo>
                    <a:pt x="12399" y="8244"/>
                    <a:pt x="28985" y="3432"/>
                    <a:pt x="35806" y="3432"/>
                  </a:cubicBezTo>
                  <a:cubicBezTo>
                    <a:pt x="39017" y="3432"/>
                    <a:pt x="44634" y="4234"/>
                    <a:pt x="47577" y="8779"/>
                  </a:cubicBezTo>
                  <a:cubicBezTo>
                    <a:pt x="45571" y="8779"/>
                    <a:pt x="40220" y="8779"/>
                    <a:pt x="40220" y="14793"/>
                  </a:cubicBezTo>
                  <a:cubicBezTo>
                    <a:pt x="40220" y="18936"/>
                    <a:pt x="43431" y="20941"/>
                    <a:pt x="46373" y="20941"/>
                  </a:cubicBezTo>
                  <a:cubicBezTo>
                    <a:pt x="48513" y="20941"/>
                    <a:pt x="52526" y="19738"/>
                    <a:pt x="52526" y="14526"/>
                  </a:cubicBezTo>
                  <a:cubicBezTo>
                    <a:pt x="52526" y="6506"/>
                    <a:pt x="46641" y="91"/>
                    <a:pt x="35539" y="91"/>
                  </a:cubicBezTo>
                  <a:cubicBezTo>
                    <a:pt x="18418" y="91"/>
                    <a:pt x="361" y="17332"/>
                    <a:pt x="361" y="46869"/>
                  </a:cubicBezTo>
                  <a:cubicBezTo>
                    <a:pt x="361" y="82555"/>
                    <a:pt x="15877" y="92044"/>
                    <a:pt x="28316" y="92044"/>
                  </a:cubicBezTo>
                  <a:cubicBezTo>
                    <a:pt x="43163" y="92044"/>
                    <a:pt x="55870" y="79481"/>
                    <a:pt x="55870" y="61838"/>
                  </a:cubicBezTo>
                  <a:cubicBezTo>
                    <a:pt x="55870" y="44865"/>
                    <a:pt x="43966" y="32034"/>
                    <a:pt x="29119" y="32034"/>
                  </a:cubicBezTo>
                  <a:cubicBezTo>
                    <a:pt x="20023" y="32034"/>
                    <a:pt x="15074" y="38850"/>
                    <a:pt x="12399" y="45266"/>
                  </a:cubicBezTo>
                  <a:close/>
                  <a:moveTo>
                    <a:pt x="28316" y="88302"/>
                  </a:moveTo>
                  <a:cubicBezTo>
                    <a:pt x="19889" y="88302"/>
                    <a:pt x="15877" y="80282"/>
                    <a:pt x="15074" y="78278"/>
                  </a:cubicBezTo>
                  <a:cubicBezTo>
                    <a:pt x="12666" y="71996"/>
                    <a:pt x="12666" y="61304"/>
                    <a:pt x="12666" y="58898"/>
                  </a:cubicBezTo>
                  <a:cubicBezTo>
                    <a:pt x="12666" y="48473"/>
                    <a:pt x="16947" y="35108"/>
                    <a:pt x="28985" y="35108"/>
                  </a:cubicBezTo>
                  <a:cubicBezTo>
                    <a:pt x="31125" y="35108"/>
                    <a:pt x="37278" y="35108"/>
                    <a:pt x="41424" y="43394"/>
                  </a:cubicBezTo>
                  <a:cubicBezTo>
                    <a:pt x="43832" y="48340"/>
                    <a:pt x="43832" y="55156"/>
                    <a:pt x="43832" y="61705"/>
                  </a:cubicBezTo>
                  <a:cubicBezTo>
                    <a:pt x="43832" y="68120"/>
                    <a:pt x="43832" y="74803"/>
                    <a:pt x="41558" y="79614"/>
                  </a:cubicBezTo>
                  <a:cubicBezTo>
                    <a:pt x="37545" y="87633"/>
                    <a:pt x="31392" y="88302"/>
                    <a:pt x="28316" y="8830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5" name="Freeform: Shape 804">
              <a:extLst>
                <a:ext uri="{FF2B5EF4-FFF2-40B4-BE49-F238E27FC236}">
                  <a16:creationId xmlns:a16="http://schemas.microsoft.com/office/drawing/2014/main" id="{0FA26A80-008E-7F2A-C3B2-3D4188FF1834}"/>
                </a:ext>
              </a:extLst>
            </p:cNvPr>
            <p:cNvSpPr/>
            <p:nvPr>
              <p:custDataLst>
                <p:tags r:id="rId268"/>
              </p:custDataLst>
            </p:nvPr>
          </p:nvSpPr>
          <p:spPr>
            <a:xfrm>
              <a:off x="11999262" y="3493822"/>
              <a:ext cx="14178" cy="14167"/>
            </a:xfrm>
            <a:custGeom>
              <a:avLst/>
              <a:gdLst>
                <a:gd name="connsiteX0" fmla="*/ 14546 w 14178"/>
                <a:gd name="connsiteY0" fmla="*/ 7175 h 14167"/>
                <a:gd name="connsiteX1" fmla="*/ 7457 w 14178"/>
                <a:gd name="connsiteY1" fmla="*/ 91 h 14167"/>
                <a:gd name="connsiteX2" fmla="*/ 368 w 14178"/>
                <a:gd name="connsiteY2" fmla="*/ 7175 h 14167"/>
                <a:gd name="connsiteX3" fmla="*/ 7457 w 14178"/>
                <a:gd name="connsiteY3" fmla="*/ 14258 h 14167"/>
                <a:gd name="connsiteX4" fmla="*/ 14546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546" y="7175"/>
                  </a:moveTo>
                  <a:cubicBezTo>
                    <a:pt x="14546" y="3299"/>
                    <a:pt x="11336" y="91"/>
                    <a:pt x="7457" y="91"/>
                  </a:cubicBezTo>
                  <a:cubicBezTo>
                    <a:pt x="3578" y="91"/>
                    <a:pt x="368" y="3299"/>
                    <a:pt x="368" y="7175"/>
                  </a:cubicBezTo>
                  <a:cubicBezTo>
                    <a:pt x="368" y="11051"/>
                    <a:pt x="3578" y="14258"/>
                    <a:pt x="7457" y="14258"/>
                  </a:cubicBezTo>
                  <a:cubicBezTo>
                    <a:pt x="11336" y="14258"/>
                    <a:pt x="14546" y="11051"/>
                    <a:pt x="14546"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6" name="Freeform: Shape 805">
              <a:extLst>
                <a:ext uri="{FF2B5EF4-FFF2-40B4-BE49-F238E27FC236}">
                  <a16:creationId xmlns:a16="http://schemas.microsoft.com/office/drawing/2014/main" id="{12435CAD-3861-7FC7-720E-6B8C0B271A84}"/>
                </a:ext>
              </a:extLst>
            </p:cNvPr>
            <p:cNvSpPr/>
            <p:nvPr>
              <p:custDataLst>
                <p:tags r:id="rId269"/>
              </p:custDataLst>
            </p:nvPr>
          </p:nvSpPr>
          <p:spPr>
            <a:xfrm>
              <a:off x="12058382" y="3473774"/>
              <a:ext cx="61127" cy="88076"/>
            </a:xfrm>
            <a:custGeom>
              <a:avLst/>
              <a:gdLst>
                <a:gd name="connsiteX0" fmla="*/ 26322 w 61127"/>
                <a:gd name="connsiteY0" fmla="*/ 37647 h 88076"/>
                <a:gd name="connsiteX1" fmla="*/ 14685 w 61127"/>
                <a:gd name="connsiteY1" fmla="*/ 21208 h 88076"/>
                <a:gd name="connsiteX2" fmla="*/ 16825 w 61127"/>
                <a:gd name="connsiteY2" fmla="*/ 9981 h 88076"/>
                <a:gd name="connsiteX3" fmla="*/ 26322 w 61127"/>
                <a:gd name="connsiteY3" fmla="*/ 4635 h 88076"/>
                <a:gd name="connsiteX4" fmla="*/ 37959 w 61127"/>
                <a:gd name="connsiteY4" fmla="*/ 21075 h 88076"/>
                <a:gd name="connsiteX5" fmla="*/ 35819 w 61127"/>
                <a:gd name="connsiteY5" fmla="*/ 32301 h 88076"/>
                <a:gd name="connsiteX6" fmla="*/ 26322 w 61127"/>
                <a:gd name="connsiteY6" fmla="*/ 37647 h 88076"/>
                <a:gd name="connsiteX7" fmla="*/ 10806 w 61127"/>
                <a:gd name="connsiteY7" fmla="*/ 42860 h 88076"/>
                <a:gd name="connsiteX8" fmla="*/ 13080 w 61127"/>
                <a:gd name="connsiteY8" fmla="*/ 36578 h 88076"/>
                <a:gd name="connsiteX9" fmla="*/ 26322 w 61127"/>
                <a:gd name="connsiteY9" fmla="*/ 40721 h 88076"/>
                <a:gd name="connsiteX10" fmla="*/ 47990 w 61127"/>
                <a:gd name="connsiteY10" fmla="*/ 21208 h 88076"/>
                <a:gd name="connsiteX11" fmla="*/ 42506 w 61127"/>
                <a:gd name="connsiteY11" fmla="*/ 8244 h 88076"/>
                <a:gd name="connsiteX12" fmla="*/ 54545 w 61127"/>
                <a:gd name="connsiteY12" fmla="*/ 3032 h 88076"/>
                <a:gd name="connsiteX13" fmla="*/ 55882 w 61127"/>
                <a:gd name="connsiteY13" fmla="*/ 3165 h 88076"/>
                <a:gd name="connsiteX14" fmla="*/ 53742 w 61127"/>
                <a:gd name="connsiteY14" fmla="*/ 6774 h 88076"/>
                <a:gd name="connsiteX15" fmla="*/ 57621 w 61127"/>
                <a:gd name="connsiteY15" fmla="*/ 10650 h 88076"/>
                <a:gd name="connsiteX16" fmla="*/ 61500 w 61127"/>
                <a:gd name="connsiteY16" fmla="*/ 6640 h 88076"/>
                <a:gd name="connsiteX17" fmla="*/ 54678 w 61127"/>
                <a:gd name="connsiteY17" fmla="*/ 91 h 88076"/>
                <a:gd name="connsiteX18" fmla="*/ 40500 w 61127"/>
                <a:gd name="connsiteY18" fmla="*/ 6373 h 88076"/>
                <a:gd name="connsiteX19" fmla="*/ 26322 w 61127"/>
                <a:gd name="connsiteY19" fmla="*/ 1561 h 88076"/>
                <a:gd name="connsiteX20" fmla="*/ 4653 w 61127"/>
                <a:gd name="connsiteY20" fmla="*/ 21075 h 88076"/>
                <a:gd name="connsiteX21" fmla="*/ 10940 w 61127"/>
                <a:gd name="connsiteY21" fmla="*/ 34841 h 88076"/>
                <a:gd name="connsiteX22" fmla="*/ 6793 w 61127"/>
                <a:gd name="connsiteY22" fmla="*/ 45934 h 88076"/>
                <a:gd name="connsiteX23" fmla="*/ 12679 w 61127"/>
                <a:gd name="connsiteY23" fmla="*/ 57829 h 88076"/>
                <a:gd name="connsiteX24" fmla="*/ 373 w 61127"/>
                <a:gd name="connsiteY24" fmla="*/ 71194 h 88076"/>
                <a:gd name="connsiteX25" fmla="*/ 29933 w 61127"/>
                <a:gd name="connsiteY25" fmla="*/ 88168 h 88076"/>
                <a:gd name="connsiteX26" fmla="*/ 59627 w 61127"/>
                <a:gd name="connsiteY26" fmla="*/ 70927 h 88076"/>
                <a:gd name="connsiteX27" fmla="*/ 50933 w 61127"/>
                <a:gd name="connsiteY27" fmla="*/ 55690 h 88076"/>
                <a:gd name="connsiteX28" fmla="*/ 27927 w 61127"/>
                <a:gd name="connsiteY28" fmla="*/ 51948 h 88076"/>
                <a:gd name="connsiteX29" fmla="*/ 17895 w 61127"/>
                <a:gd name="connsiteY29" fmla="*/ 51815 h 88076"/>
                <a:gd name="connsiteX30" fmla="*/ 10806 w 61127"/>
                <a:gd name="connsiteY30" fmla="*/ 42860 h 88076"/>
                <a:gd name="connsiteX31" fmla="*/ 30067 w 61127"/>
                <a:gd name="connsiteY31" fmla="*/ 85094 h 88076"/>
                <a:gd name="connsiteX32" fmla="*/ 7328 w 61127"/>
                <a:gd name="connsiteY32" fmla="*/ 71194 h 88076"/>
                <a:gd name="connsiteX33" fmla="*/ 18296 w 61127"/>
                <a:gd name="connsiteY33" fmla="*/ 59700 h 88076"/>
                <a:gd name="connsiteX34" fmla="*/ 26188 w 61127"/>
                <a:gd name="connsiteY34" fmla="*/ 59700 h 88076"/>
                <a:gd name="connsiteX35" fmla="*/ 52672 w 61127"/>
                <a:gd name="connsiteY35" fmla="*/ 71194 h 88076"/>
                <a:gd name="connsiteX36" fmla="*/ 30067 w 61127"/>
                <a:gd name="connsiteY36" fmla="*/ 85094 h 88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1127" h="88076">
                  <a:moveTo>
                    <a:pt x="26322" y="37647"/>
                  </a:moveTo>
                  <a:cubicBezTo>
                    <a:pt x="14685" y="37647"/>
                    <a:pt x="14685" y="24282"/>
                    <a:pt x="14685" y="21208"/>
                  </a:cubicBezTo>
                  <a:cubicBezTo>
                    <a:pt x="14685" y="17600"/>
                    <a:pt x="14819" y="13323"/>
                    <a:pt x="16825" y="9981"/>
                  </a:cubicBezTo>
                  <a:cubicBezTo>
                    <a:pt x="17895" y="8378"/>
                    <a:pt x="20971" y="4635"/>
                    <a:pt x="26322" y="4635"/>
                  </a:cubicBezTo>
                  <a:cubicBezTo>
                    <a:pt x="37959" y="4635"/>
                    <a:pt x="37959" y="18001"/>
                    <a:pt x="37959" y="21075"/>
                  </a:cubicBezTo>
                  <a:cubicBezTo>
                    <a:pt x="37959" y="24683"/>
                    <a:pt x="37825" y="28960"/>
                    <a:pt x="35819" y="32301"/>
                  </a:cubicBezTo>
                  <a:cubicBezTo>
                    <a:pt x="34748" y="33905"/>
                    <a:pt x="31672" y="37647"/>
                    <a:pt x="26322" y="37647"/>
                  </a:cubicBezTo>
                  <a:close/>
                  <a:moveTo>
                    <a:pt x="10806" y="42860"/>
                  </a:moveTo>
                  <a:cubicBezTo>
                    <a:pt x="10806" y="42325"/>
                    <a:pt x="10806" y="39251"/>
                    <a:pt x="13080" y="36578"/>
                  </a:cubicBezTo>
                  <a:cubicBezTo>
                    <a:pt x="18296" y="40320"/>
                    <a:pt x="23780" y="40721"/>
                    <a:pt x="26322" y="40721"/>
                  </a:cubicBezTo>
                  <a:cubicBezTo>
                    <a:pt x="38761" y="40721"/>
                    <a:pt x="47990" y="31499"/>
                    <a:pt x="47990" y="21208"/>
                  </a:cubicBezTo>
                  <a:cubicBezTo>
                    <a:pt x="47990" y="16263"/>
                    <a:pt x="45850" y="11318"/>
                    <a:pt x="42506" y="8244"/>
                  </a:cubicBezTo>
                  <a:cubicBezTo>
                    <a:pt x="47322" y="3700"/>
                    <a:pt x="52137" y="3032"/>
                    <a:pt x="54545" y="3032"/>
                  </a:cubicBezTo>
                  <a:cubicBezTo>
                    <a:pt x="54812" y="3032"/>
                    <a:pt x="55481" y="3032"/>
                    <a:pt x="55882" y="3165"/>
                  </a:cubicBezTo>
                  <a:cubicBezTo>
                    <a:pt x="54411" y="3700"/>
                    <a:pt x="53742" y="5170"/>
                    <a:pt x="53742" y="6774"/>
                  </a:cubicBezTo>
                  <a:cubicBezTo>
                    <a:pt x="53742" y="9046"/>
                    <a:pt x="55481" y="10650"/>
                    <a:pt x="57621" y="10650"/>
                  </a:cubicBezTo>
                  <a:cubicBezTo>
                    <a:pt x="58959" y="10650"/>
                    <a:pt x="61500" y="9714"/>
                    <a:pt x="61500" y="6640"/>
                  </a:cubicBezTo>
                  <a:cubicBezTo>
                    <a:pt x="61500" y="4368"/>
                    <a:pt x="59895" y="91"/>
                    <a:pt x="54678" y="91"/>
                  </a:cubicBezTo>
                  <a:cubicBezTo>
                    <a:pt x="52003" y="91"/>
                    <a:pt x="46118" y="893"/>
                    <a:pt x="40500" y="6373"/>
                  </a:cubicBezTo>
                  <a:cubicBezTo>
                    <a:pt x="34882" y="1962"/>
                    <a:pt x="29264" y="1561"/>
                    <a:pt x="26322" y="1561"/>
                  </a:cubicBezTo>
                  <a:cubicBezTo>
                    <a:pt x="13882" y="1561"/>
                    <a:pt x="4653" y="10783"/>
                    <a:pt x="4653" y="21075"/>
                  </a:cubicBezTo>
                  <a:cubicBezTo>
                    <a:pt x="4653" y="26955"/>
                    <a:pt x="7596" y="32034"/>
                    <a:pt x="10940" y="34841"/>
                  </a:cubicBezTo>
                  <a:cubicBezTo>
                    <a:pt x="9201" y="36845"/>
                    <a:pt x="6793" y="41256"/>
                    <a:pt x="6793" y="45934"/>
                  </a:cubicBezTo>
                  <a:cubicBezTo>
                    <a:pt x="6793" y="50077"/>
                    <a:pt x="8532" y="55156"/>
                    <a:pt x="12679" y="57829"/>
                  </a:cubicBezTo>
                  <a:cubicBezTo>
                    <a:pt x="4653" y="60101"/>
                    <a:pt x="373" y="65848"/>
                    <a:pt x="373" y="71194"/>
                  </a:cubicBezTo>
                  <a:cubicBezTo>
                    <a:pt x="373" y="80817"/>
                    <a:pt x="13615" y="88168"/>
                    <a:pt x="29933" y="88168"/>
                  </a:cubicBezTo>
                  <a:cubicBezTo>
                    <a:pt x="45717" y="88168"/>
                    <a:pt x="59627" y="81352"/>
                    <a:pt x="59627" y="70927"/>
                  </a:cubicBezTo>
                  <a:cubicBezTo>
                    <a:pt x="59627" y="66249"/>
                    <a:pt x="57755" y="59433"/>
                    <a:pt x="50933" y="55690"/>
                  </a:cubicBezTo>
                  <a:cubicBezTo>
                    <a:pt x="43844" y="51948"/>
                    <a:pt x="36086" y="51948"/>
                    <a:pt x="27927" y="51948"/>
                  </a:cubicBezTo>
                  <a:cubicBezTo>
                    <a:pt x="24583" y="51948"/>
                    <a:pt x="18831" y="51948"/>
                    <a:pt x="17895" y="51815"/>
                  </a:cubicBezTo>
                  <a:cubicBezTo>
                    <a:pt x="13615" y="51280"/>
                    <a:pt x="10806" y="47137"/>
                    <a:pt x="10806" y="42860"/>
                  </a:cubicBezTo>
                  <a:close/>
                  <a:moveTo>
                    <a:pt x="30067" y="85094"/>
                  </a:moveTo>
                  <a:cubicBezTo>
                    <a:pt x="16557" y="85094"/>
                    <a:pt x="7328" y="78278"/>
                    <a:pt x="7328" y="71194"/>
                  </a:cubicBezTo>
                  <a:cubicBezTo>
                    <a:pt x="7328" y="65046"/>
                    <a:pt x="12411" y="60101"/>
                    <a:pt x="18296" y="59700"/>
                  </a:cubicBezTo>
                  <a:lnTo>
                    <a:pt x="26188" y="59700"/>
                  </a:lnTo>
                  <a:cubicBezTo>
                    <a:pt x="37691" y="59700"/>
                    <a:pt x="52672" y="59700"/>
                    <a:pt x="52672" y="71194"/>
                  </a:cubicBezTo>
                  <a:cubicBezTo>
                    <a:pt x="52672" y="78411"/>
                    <a:pt x="43175" y="85094"/>
                    <a:pt x="30067" y="8509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7" name="Freeform: Shape 806">
              <a:extLst>
                <a:ext uri="{FF2B5EF4-FFF2-40B4-BE49-F238E27FC236}">
                  <a16:creationId xmlns:a16="http://schemas.microsoft.com/office/drawing/2014/main" id="{6F32ACCF-E165-E8C6-8FD3-3C9C12CDCBFB}"/>
                </a:ext>
              </a:extLst>
            </p:cNvPr>
            <p:cNvSpPr/>
            <p:nvPr>
              <p:custDataLst>
                <p:tags r:id="rId270"/>
              </p:custDataLst>
            </p:nvPr>
          </p:nvSpPr>
          <p:spPr>
            <a:xfrm>
              <a:off x="12125261" y="3475244"/>
              <a:ext cx="65942" cy="85002"/>
            </a:xfrm>
            <a:custGeom>
              <a:avLst/>
              <a:gdLst>
                <a:gd name="connsiteX0" fmla="*/ 19639 w 65942"/>
                <a:gd name="connsiteY0" fmla="*/ 8912 h 85002"/>
                <a:gd name="connsiteX1" fmla="*/ 19639 w 65942"/>
                <a:gd name="connsiteY1" fmla="*/ 91 h 85002"/>
                <a:gd name="connsiteX2" fmla="*/ 378 w 65942"/>
                <a:gd name="connsiteY2" fmla="*/ 1561 h 85002"/>
                <a:gd name="connsiteX3" fmla="*/ 378 w 65942"/>
                <a:gd name="connsiteY3" fmla="*/ 5705 h 85002"/>
                <a:gd name="connsiteX4" fmla="*/ 10811 w 65942"/>
                <a:gd name="connsiteY4" fmla="*/ 12387 h 85002"/>
                <a:gd name="connsiteX5" fmla="*/ 10811 w 65942"/>
                <a:gd name="connsiteY5" fmla="*/ 74936 h 85002"/>
                <a:gd name="connsiteX6" fmla="*/ 378 w 65942"/>
                <a:gd name="connsiteY6" fmla="*/ 80951 h 85002"/>
                <a:gd name="connsiteX7" fmla="*/ 378 w 65942"/>
                <a:gd name="connsiteY7" fmla="*/ 85094 h 85002"/>
                <a:gd name="connsiteX8" fmla="*/ 15359 w 65942"/>
                <a:gd name="connsiteY8" fmla="*/ 84693 h 85002"/>
                <a:gd name="connsiteX9" fmla="*/ 30473 w 65942"/>
                <a:gd name="connsiteY9" fmla="*/ 85094 h 85002"/>
                <a:gd name="connsiteX10" fmla="*/ 30473 w 65942"/>
                <a:gd name="connsiteY10" fmla="*/ 80951 h 85002"/>
                <a:gd name="connsiteX11" fmla="*/ 20040 w 65942"/>
                <a:gd name="connsiteY11" fmla="*/ 74936 h 85002"/>
                <a:gd name="connsiteX12" fmla="*/ 20040 w 65942"/>
                <a:gd name="connsiteY12" fmla="*/ 52483 h 85002"/>
                <a:gd name="connsiteX13" fmla="*/ 20040 w 65942"/>
                <a:gd name="connsiteY13" fmla="*/ 51280 h 85002"/>
                <a:gd name="connsiteX14" fmla="*/ 36492 w 65942"/>
                <a:gd name="connsiteY14" fmla="*/ 60636 h 85002"/>
                <a:gd name="connsiteX15" fmla="*/ 66320 w 65942"/>
                <a:gd name="connsiteY15" fmla="*/ 30297 h 85002"/>
                <a:gd name="connsiteX16" fmla="*/ 38365 w 65942"/>
                <a:gd name="connsiteY16" fmla="*/ 91 h 85002"/>
                <a:gd name="connsiteX17" fmla="*/ 19639 w 65942"/>
                <a:gd name="connsiteY17" fmla="*/ 8912 h 85002"/>
                <a:gd name="connsiteX18" fmla="*/ 20040 w 65942"/>
                <a:gd name="connsiteY18" fmla="*/ 43929 h 85002"/>
                <a:gd name="connsiteX19" fmla="*/ 20040 w 65942"/>
                <a:gd name="connsiteY19" fmla="*/ 14125 h 85002"/>
                <a:gd name="connsiteX20" fmla="*/ 37295 w 65942"/>
                <a:gd name="connsiteY20" fmla="*/ 3432 h 85002"/>
                <a:gd name="connsiteX21" fmla="*/ 55218 w 65942"/>
                <a:gd name="connsiteY21" fmla="*/ 30297 h 85002"/>
                <a:gd name="connsiteX22" fmla="*/ 35957 w 65942"/>
                <a:gd name="connsiteY22" fmla="*/ 57695 h 85002"/>
                <a:gd name="connsiteX23" fmla="*/ 21913 w 65942"/>
                <a:gd name="connsiteY23" fmla="*/ 49542 h 85002"/>
                <a:gd name="connsiteX24" fmla="*/ 20040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639" y="8912"/>
                  </a:moveTo>
                  <a:lnTo>
                    <a:pt x="19639" y="91"/>
                  </a:lnTo>
                  <a:lnTo>
                    <a:pt x="378" y="1561"/>
                  </a:lnTo>
                  <a:lnTo>
                    <a:pt x="378" y="5705"/>
                  </a:lnTo>
                  <a:cubicBezTo>
                    <a:pt x="9875" y="5705"/>
                    <a:pt x="10811" y="6506"/>
                    <a:pt x="10811" y="12387"/>
                  </a:cubicBezTo>
                  <a:lnTo>
                    <a:pt x="10811" y="74936"/>
                  </a:lnTo>
                  <a:cubicBezTo>
                    <a:pt x="10811" y="80951"/>
                    <a:pt x="9340" y="80951"/>
                    <a:pt x="378" y="80951"/>
                  </a:cubicBezTo>
                  <a:lnTo>
                    <a:pt x="378" y="85094"/>
                  </a:lnTo>
                  <a:cubicBezTo>
                    <a:pt x="4926" y="84960"/>
                    <a:pt x="11881" y="84693"/>
                    <a:pt x="15359" y="84693"/>
                  </a:cubicBezTo>
                  <a:cubicBezTo>
                    <a:pt x="18970" y="84693"/>
                    <a:pt x="25792" y="84960"/>
                    <a:pt x="30473" y="85094"/>
                  </a:cubicBezTo>
                  <a:lnTo>
                    <a:pt x="30473" y="80951"/>
                  </a:lnTo>
                  <a:cubicBezTo>
                    <a:pt x="21511" y="80951"/>
                    <a:pt x="20040" y="80951"/>
                    <a:pt x="20040" y="74936"/>
                  </a:cubicBezTo>
                  <a:lnTo>
                    <a:pt x="20040" y="52483"/>
                  </a:lnTo>
                  <a:lnTo>
                    <a:pt x="20040" y="51280"/>
                  </a:lnTo>
                  <a:cubicBezTo>
                    <a:pt x="20709" y="53418"/>
                    <a:pt x="26327" y="60636"/>
                    <a:pt x="36492" y="60636"/>
                  </a:cubicBezTo>
                  <a:cubicBezTo>
                    <a:pt x="52409" y="60636"/>
                    <a:pt x="66320" y="47538"/>
                    <a:pt x="66320" y="30297"/>
                  </a:cubicBezTo>
                  <a:cubicBezTo>
                    <a:pt x="66320" y="13323"/>
                    <a:pt x="53346" y="91"/>
                    <a:pt x="38365" y="91"/>
                  </a:cubicBezTo>
                  <a:cubicBezTo>
                    <a:pt x="27932" y="91"/>
                    <a:pt x="22314" y="5972"/>
                    <a:pt x="19639" y="8912"/>
                  </a:cubicBezTo>
                  <a:close/>
                  <a:moveTo>
                    <a:pt x="20040" y="43929"/>
                  </a:moveTo>
                  <a:lnTo>
                    <a:pt x="20040" y="14125"/>
                  </a:lnTo>
                  <a:cubicBezTo>
                    <a:pt x="23919" y="7308"/>
                    <a:pt x="30473" y="3432"/>
                    <a:pt x="37295" y="3432"/>
                  </a:cubicBezTo>
                  <a:cubicBezTo>
                    <a:pt x="47059" y="3432"/>
                    <a:pt x="55218" y="15194"/>
                    <a:pt x="55218" y="30297"/>
                  </a:cubicBezTo>
                  <a:cubicBezTo>
                    <a:pt x="55218" y="46468"/>
                    <a:pt x="45855" y="57695"/>
                    <a:pt x="35957" y="57695"/>
                  </a:cubicBezTo>
                  <a:cubicBezTo>
                    <a:pt x="30607" y="57695"/>
                    <a:pt x="25524" y="55022"/>
                    <a:pt x="21913" y="49542"/>
                  </a:cubicBezTo>
                  <a:cubicBezTo>
                    <a:pt x="20040" y="46736"/>
                    <a:pt x="20040" y="46602"/>
                    <a:pt x="20040"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8" name="Freeform: Shape 807">
              <a:extLst>
                <a:ext uri="{FF2B5EF4-FFF2-40B4-BE49-F238E27FC236}">
                  <a16:creationId xmlns:a16="http://schemas.microsoft.com/office/drawing/2014/main" id="{3CB74477-DFB4-BBAE-7801-667483B65327}"/>
                </a:ext>
              </a:extLst>
            </p:cNvPr>
            <p:cNvSpPr/>
            <p:nvPr>
              <p:custDataLst>
                <p:tags r:id="rId271"/>
              </p:custDataLst>
            </p:nvPr>
          </p:nvSpPr>
          <p:spPr>
            <a:xfrm>
              <a:off x="12201443" y="3474442"/>
              <a:ext cx="60324" cy="61346"/>
            </a:xfrm>
            <a:custGeom>
              <a:avLst/>
              <a:gdLst>
                <a:gd name="connsiteX0" fmla="*/ 39307 w 60324"/>
                <a:gd name="connsiteY0" fmla="*/ 49810 h 61346"/>
                <a:gd name="connsiteX1" fmla="*/ 49740 w 60324"/>
                <a:gd name="connsiteY1" fmla="*/ 60769 h 61346"/>
                <a:gd name="connsiteX2" fmla="*/ 60708 w 60324"/>
                <a:gd name="connsiteY2" fmla="*/ 48072 h 61346"/>
                <a:gd name="connsiteX3" fmla="*/ 60708 w 60324"/>
                <a:gd name="connsiteY3" fmla="*/ 40588 h 61346"/>
                <a:gd name="connsiteX4" fmla="*/ 57364 w 60324"/>
                <a:gd name="connsiteY4" fmla="*/ 40588 h 61346"/>
                <a:gd name="connsiteX5" fmla="*/ 57364 w 60324"/>
                <a:gd name="connsiteY5" fmla="*/ 48072 h 61346"/>
                <a:gd name="connsiteX6" fmla="*/ 52549 w 60324"/>
                <a:gd name="connsiteY6" fmla="*/ 56626 h 61346"/>
                <a:gd name="connsiteX7" fmla="*/ 47600 w 60324"/>
                <a:gd name="connsiteY7" fmla="*/ 49943 h 61346"/>
                <a:gd name="connsiteX8" fmla="*/ 47600 w 60324"/>
                <a:gd name="connsiteY8" fmla="*/ 23213 h 61346"/>
                <a:gd name="connsiteX9" fmla="*/ 42784 w 60324"/>
                <a:gd name="connsiteY9" fmla="*/ 7442 h 61346"/>
                <a:gd name="connsiteX10" fmla="*/ 24460 w 60324"/>
                <a:gd name="connsiteY10" fmla="*/ 91 h 61346"/>
                <a:gd name="connsiteX11" fmla="*/ 4262 w 60324"/>
                <a:gd name="connsiteY11" fmla="*/ 15194 h 61346"/>
                <a:gd name="connsiteX12" fmla="*/ 10415 w 60324"/>
                <a:gd name="connsiteY12" fmla="*/ 21476 h 61346"/>
                <a:gd name="connsiteX13" fmla="*/ 16568 w 60324"/>
                <a:gd name="connsiteY13" fmla="*/ 15328 h 61346"/>
                <a:gd name="connsiteX14" fmla="*/ 9746 w 60324"/>
                <a:gd name="connsiteY14" fmla="*/ 9180 h 61346"/>
                <a:gd name="connsiteX15" fmla="*/ 24192 w 60324"/>
                <a:gd name="connsiteY15" fmla="*/ 3032 h 61346"/>
                <a:gd name="connsiteX16" fmla="*/ 38370 w 60324"/>
                <a:gd name="connsiteY16" fmla="*/ 20139 h 61346"/>
                <a:gd name="connsiteX17" fmla="*/ 38370 w 60324"/>
                <a:gd name="connsiteY17" fmla="*/ 25084 h 61346"/>
                <a:gd name="connsiteX18" fmla="*/ 13759 w 60324"/>
                <a:gd name="connsiteY18" fmla="*/ 29896 h 61346"/>
                <a:gd name="connsiteX19" fmla="*/ 383 w 60324"/>
                <a:gd name="connsiteY19" fmla="*/ 47270 h 61346"/>
                <a:gd name="connsiteX20" fmla="*/ 21785 w 60324"/>
                <a:gd name="connsiteY20" fmla="*/ 61437 h 61346"/>
                <a:gd name="connsiteX21" fmla="*/ 39307 w 60324"/>
                <a:gd name="connsiteY21" fmla="*/ 49810 h 61346"/>
                <a:gd name="connsiteX22" fmla="*/ 38370 w 60324"/>
                <a:gd name="connsiteY22" fmla="*/ 27891 h 61346"/>
                <a:gd name="connsiteX23" fmla="*/ 38370 w 60324"/>
                <a:gd name="connsiteY23" fmla="*/ 41256 h 61346"/>
                <a:gd name="connsiteX24" fmla="*/ 22721 w 60324"/>
                <a:gd name="connsiteY24" fmla="*/ 58497 h 61346"/>
                <a:gd name="connsiteX25" fmla="*/ 10683 w 60324"/>
                <a:gd name="connsiteY25" fmla="*/ 47137 h 61346"/>
                <a:gd name="connsiteX26" fmla="*/ 38370 w 60324"/>
                <a:gd name="connsiteY26" fmla="*/ 2789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24" h="61346">
                  <a:moveTo>
                    <a:pt x="39307" y="49810"/>
                  </a:moveTo>
                  <a:cubicBezTo>
                    <a:pt x="39842" y="55156"/>
                    <a:pt x="43453" y="60769"/>
                    <a:pt x="49740" y="60769"/>
                  </a:cubicBezTo>
                  <a:cubicBezTo>
                    <a:pt x="52549" y="60769"/>
                    <a:pt x="60708" y="58898"/>
                    <a:pt x="60708" y="48072"/>
                  </a:cubicBezTo>
                  <a:lnTo>
                    <a:pt x="60708" y="40588"/>
                  </a:lnTo>
                  <a:lnTo>
                    <a:pt x="57364" y="40588"/>
                  </a:lnTo>
                  <a:lnTo>
                    <a:pt x="57364" y="48072"/>
                  </a:lnTo>
                  <a:cubicBezTo>
                    <a:pt x="57364" y="55824"/>
                    <a:pt x="54020" y="56626"/>
                    <a:pt x="52549" y="56626"/>
                  </a:cubicBezTo>
                  <a:cubicBezTo>
                    <a:pt x="48135" y="56626"/>
                    <a:pt x="47600" y="50612"/>
                    <a:pt x="47600" y="49943"/>
                  </a:cubicBezTo>
                  <a:lnTo>
                    <a:pt x="47600" y="23213"/>
                  </a:lnTo>
                  <a:cubicBezTo>
                    <a:pt x="47600" y="17600"/>
                    <a:pt x="47600" y="12387"/>
                    <a:pt x="42784" y="7442"/>
                  </a:cubicBezTo>
                  <a:cubicBezTo>
                    <a:pt x="37568" y="2230"/>
                    <a:pt x="30880" y="91"/>
                    <a:pt x="24460" y="91"/>
                  </a:cubicBezTo>
                  <a:cubicBezTo>
                    <a:pt x="13492" y="91"/>
                    <a:pt x="4262" y="6373"/>
                    <a:pt x="4262" y="15194"/>
                  </a:cubicBezTo>
                  <a:cubicBezTo>
                    <a:pt x="4262" y="19203"/>
                    <a:pt x="6937" y="21476"/>
                    <a:pt x="10415" y="21476"/>
                  </a:cubicBezTo>
                  <a:cubicBezTo>
                    <a:pt x="14160" y="21476"/>
                    <a:pt x="16568" y="18802"/>
                    <a:pt x="16568" y="15328"/>
                  </a:cubicBezTo>
                  <a:cubicBezTo>
                    <a:pt x="16568" y="13724"/>
                    <a:pt x="15899" y="9313"/>
                    <a:pt x="9746" y="9180"/>
                  </a:cubicBezTo>
                  <a:cubicBezTo>
                    <a:pt x="13358" y="4502"/>
                    <a:pt x="19912" y="3032"/>
                    <a:pt x="24192" y="3032"/>
                  </a:cubicBezTo>
                  <a:cubicBezTo>
                    <a:pt x="30746" y="3032"/>
                    <a:pt x="38370" y="8244"/>
                    <a:pt x="38370" y="20139"/>
                  </a:cubicBezTo>
                  <a:lnTo>
                    <a:pt x="38370" y="25084"/>
                  </a:lnTo>
                  <a:cubicBezTo>
                    <a:pt x="31549" y="25485"/>
                    <a:pt x="22186" y="25886"/>
                    <a:pt x="13759" y="29896"/>
                  </a:cubicBezTo>
                  <a:cubicBezTo>
                    <a:pt x="3727" y="34440"/>
                    <a:pt x="383" y="41390"/>
                    <a:pt x="383" y="47270"/>
                  </a:cubicBezTo>
                  <a:cubicBezTo>
                    <a:pt x="383" y="58096"/>
                    <a:pt x="13358" y="61437"/>
                    <a:pt x="21785" y="61437"/>
                  </a:cubicBezTo>
                  <a:cubicBezTo>
                    <a:pt x="30613" y="61437"/>
                    <a:pt x="36765" y="56091"/>
                    <a:pt x="39307" y="49810"/>
                  </a:cubicBezTo>
                  <a:close/>
                  <a:moveTo>
                    <a:pt x="38370" y="27891"/>
                  </a:moveTo>
                  <a:lnTo>
                    <a:pt x="38370" y="41256"/>
                  </a:lnTo>
                  <a:cubicBezTo>
                    <a:pt x="38370" y="53953"/>
                    <a:pt x="28740" y="58497"/>
                    <a:pt x="22721" y="58497"/>
                  </a:cubicBezTo>
                  <a:cubicBezTo>
                    <a:pt x="16167" y="58497"/>
                    <a:pt x="10683" y="53819"/>
                    <a:pt x="10683" y="47137"/>
                  </a:cubicBezTo>
                  <a:cubicBezTo>
                    <a:pt x="10683" y="39786"/>
                    <a:pt x="16300" y="28693"/>
                    <a:pt x="38370" y="2789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09" name="Freeform: Shape 808">
              <a:extLst>
                <a:ext uri="{FF2B5EF4-FFF2-40B4-BE49-F238E27FC236}">
                  <a16:creationId xmlns:a16="http://schemas.microsoft.com/office/drawing/2014/main" id="{D93CBA8B-18A5-86B9-C034-C82B4657E9A5}"/>
                </a:ext>
              </a:extLst>
            </p:cNvPr>
            <p:cNvSpPr/>
            <p:nvPr>
              <p:custDataLst>
                <p:tags r:id="rId272"/>
              </p:custDataLst>
            </p:nvPr>
          </p:nvSpPr>
          <p:spPr>
            <a:xfrm>
              <a:off x="12270328" y="3434079"/>
              <a:ext cx="31031" cy="133652"/>
            </a:xfrm>
            <a:custGeom>
              <a:avLst/>
              <a:gdLst>
                <a:gd name="connsiteX0" fmla="*/ 31420 w 31031"/>
                <a:gd name="connsiteY0" fmla="*/ 66917 h 133652"/>
                <a:gd name="connsiteX1" fmla="*/ 22592 w 31031"/>
                <a:gd name="connsiteY1" fmla="*/ 25218 h 133652"/>
                <a:gd name="connsiteX2" fmla="*/ 1726 w 31031"/>
                <a:gd name="connsiteY2" fmla="*/ 91 h 133652"/>
                <a:gd name="connsiteX3" fmla="*/ 388 w 31031"/>
                <a:gd name="connsiteY3" fmla="*/ 1428 h 133652"/>
                <a:gd name="connsiteX4" fmla="*/ 2930 w 31031"/>
                <a:gd name="connsiteY4" fmla="*/ 4502 h 133652"/>
                <a:gd name="connsiteX5" fmla="*/ 23662 w 31031"/>
                <a:gd name="connsiteY5" fmla="*/ 66917 h 133652"/>
                <a:gd name="connsiteX6" fmla="*/ 2127 w 31031"/>
                <a:gd name="connsiteY6" fmla="*/ 130135 h 133652"/>
                <a:gd name="connsiteX7" fmla="*/ 388 w 31031"/>
                <a:gd name="connsiteY7" fmla="*/ 132407 h 133652"/>
                <a:gd name="connsiteX8" fmla="*/ 1726 w 31031"/>
                <a:gd name="connsiteY8" fmla="*/ 133743 h 133652"/>
                <a:gd name="connsiteX9" fmla="*/ 22993 w 31031"/>
                <a:gd name="connsiteY9" fmla="*/ 107681 h 133652"/>
                <a:gd name="connsiteX10" fmla="*/ 31420 w 31031"/>
                <a:gd name="connsiteY10" fmla="*/ 66917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420" y="66917"/>
                  </a:moveTo>
                  <a:cubicBezTo>
                    <a:pt x="31420" y="56492"/>
                    <a:pt x="29949" y="40320"/>
                    <a:pt x="22592" y="25218"/>
                  </a:cubicBezTo>
                  <a:cubicBezTo>
                    <a:pt x="14567" y="8779"/>
                    <a:pt x="3064" y="91"/>
                    <a:pt x="1726" y="91"/>
                  </a:cubicBezTo>
                  <a:cubicBezTo>
                    <a:pt x="923" y="91"/>
                    <a:pt x="388" y="626"/>
                    <a:pt x="388" y="1428"/>
                  </a:cubicBezTo>
                  <a:cubicBezTo>
                    <a:pt x="388" y="1829"/>
                    <a:pt x="388" y="2096"/>
                    <a:pt x="2930" y="4502"/>
                  </a:cubicBezTo>
                  <a:cubicBezTo>
                    <a:pt x="16038" y="17733"/>
                    <a:pt x="23662" y="38984"/>
                    <a:pt x="23662" y="66917"/>
                  </a:cubicBezTo>
                  <a:cubicBezTo>
                    <a:pt x="23662" y="89772"/>
                    <a:pt x="18713" y="113295"/>
                    <a:pt x="2127" y="130135"/>
                  </a:cubicBezTo>
                  <a:cubicBezTo>
                    <a:pt x="388" y="131739"/>
                    <a:pt x="388" y="132006"/>
                    <a:pt x="388" y="132407"/>
                  </a:cubicBezTo>
                  <a:cubicBezTo>
                    <a:pt x="388" y="133209"/>
                    <a:pt x="923" y="133743"/>
                    <a:pt x="1726" y="133743"/>
                  </a:cubicBezTo>
                  <a:cubicBezTo>
                    <a:pt x="3064" y="133743"/>
                    <a:pt x="15102" y="124655"/>
                    <a:pt x="22993" y="107681"/>
                  </a:cubicBezTo>
                  <a:cubicBezTo>
                    <a:pt x="29815" y="92979"/>
                    <a:pt x="31420" y="78144"/>
                    <a:pt x="31420" y="6691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p:grpSp>
        <p:nvGrpSpPr>
          <p:cNvPr id="942" name="Group 941" descr="\documentclass{article}&#10;\usepackage{amsmath}&#10;\pagestyle{empty}&#10;\begin{document}&#10;&#10;$$ \ln\left( \frac{\hat{P}(Y \le 2)}{\hat{P}(Y_n &gt; 2)} \right) = 4.299 - (1.048 \cdot \text{pared} + -0.059 \cdot \text{public} - 0.616 \cdot \text{gpa})$$&#10;\end{document}" title="IguanaTex Shape Display">
            <a:extLst>
              <a:ext uri="{FF2B5EF4-FFF2-40B4-BE49-F238E27FC236}">
                <a16:creationId xmlns:a16="http://schemas.microsoft.com/office/drawing/2014/main" id="{6513877C-13B2-3425-99D4-76C61CFDC41F}"/>
              </a:ext>
            </a:extLst>
          </p:cNvPr>
          <p:cNvGrpSpPr>
            <a:grpSpLocks noChangeAspect="1"/>
          </p:cNvGrpSpPr>
          <p:nvPr>
            <p:custDataLst>
              <p:tags r:id="rId4"/>
            </p:custDataLst>
          </p:nvPr>
        </p:nvGrpSpPr>
        <p:grpSpPr>
          <a:xfrm>
            <a:off x="6841231" y="2984499"/>
            <a:ext cx="4241455" cy="400822"/>
            <a:chOff x="8059904" y="3884625"/>
            <a:chExt cx="4241455" cy="400822"/>
          </a:xfrm>
        </p:grpSpPr>
        <p:sp>
          <p:nvSpPr>
            <p:cNvPr id="878" name="Freeform: Shape 877">
              <a:extLst>
                <a:ext uri="{FF2B5EF4-FFF2-40B4-BE49-F238E27FC236}">
                  <a16:creationId xmlns:a16="http://schemas.microsoft.com/office/drawing/2014/main" id="{2F192A21-5425-2515-7322-A8CD1BD5E6B1}"/>
                </a:ext>
              </a:extLst>
            </p:cNvPr>
            <p:cNvSpPr/>
            <p:nvPr>
              <p:custDataLst>
                <p:tags r:id="rId145"/>
              </p:custDataLst>
            </p:nvPr>
          </p:nvSpPr>
          <p:spPr>
            <a:xfrm>
              <a:off x="8059904" y="4025764"/>
              <a:ext cx="29694" cy="92754"/>
            </a:xfrm>
            <a:custGeom>
              <a:avLst/>
              <a:gdLst>
                <a:gd name="connsiteX0" fmla="*/ 19336 w 29694"/>
                <a:gd name="connsiteY0" fmla="*/ 91 h 92754"/>
                <a:gd name="connsiteX1" fmla="*/ 75 w 29694"/>
                <a:gd name="connsiteY1" fmla="*/ 1561 h 92754"/>
                <a:gd name="connsiteX2" fmla="*/ 75 w 29694"/>
                <a:gd name="connsiteY2" fmla="*/ 5705 h 92754"/>
                <a:gd name="connsiteX3" fmla="*/ 10508 w 29694"/>
                <a:gd name="connsiteY3" fmla="*/ 13189 h 92754"/>
                <a:gd name="connsiteX4" fmla="*/ 10508 w 29694"/>
                <a:gd name="connsiteY4" fmla="*/ 82688 h 92754"/>
                <a:gd name="connsiteX5" fmla="*/ 75 w 29694"/>
                <a:gd name="connsiteY5" fmla="*/ 88703 h 92754"/>
                <a:gd name="connsiteX6" fmla="*/ 75 w 29694"/>
                <a:gd name="connsiteY6" fmla="*/ 92846 h 92754"/>
                <a:gd name="connsiteX7" fmla="*/ 14922 w 29694"/>
                <a:gd name="connsiteY7" fmla="*/ 92445 h 92754"/>
                <a:gd name="connsiteX8" fmla="*/ 29769 w 29694"/>
                <a:gd name="connsiteY8" fmla="*/ 92846 h 92754"/>
                <a:gd name="connsiteX9" fmla="*/ 29769 w 29694"/>
                <a:gd name="connsiteY9" fmla="*/ 88703 h 92754"/>
                <a:gd name="connsiteX10" fmla="*/ 19336 w 29694"/>
                <a:gd name="connsiteY10" fmla="*/ 82688 h 92754"/>
                <a:gd name="connsiteX11" fmla="*/ 19336 w 29694"/>
                <a:gd name="connsiteY11" fmla="*/ 91 h 9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694" h="92754">
                  <a:moveTo>
                    <a:pt x="19336" y="91"/>
                  </a:moveTo>
                  <a:lnTo>
                    <a:pt x="75" y="1561"/>
                  </a:lnTo>
                  <a:lnTo>
                    <a:pt x="75" y="5705"/>
                  </a:lnTo>
                  <a:cubicBezTo>
                    <a:pt x="9438" y="5705"/>
                    <a:pt x="10508" y="6640"/>
                    <a:pt x="10508" y="13189"/>
                  </a:cubicBezTo>
                  <a:lnTo>
                    <a:pt x="10508" y="82688"/>
                  </a:lnTo>
                  <a:cubicBezTo>
                    <a:pt x="10508" y="88703"/>
                    <a:pt x="9037" y="88703"/>
                    <a:pt x="75" y="88703"/>
                  </a:cubicBezTo>
                  <a:lnTo>
                    <a:pt x="75" y="92846"/>
                  </a:lnTo>
                  <a:cubicBezTo>
                    <a:pt x="4489" y="92712"/>
                    <a:pt x="11578" y="92445"/>
                    <a:pt x="14922" y="92445"/>
                  </a:cubicBezTo>
                  <a:cubicBezTo>
                    <a:pt x="18266" y="92445"/>
                    <a:pt x="24820" y="92712"/>
                    <a:pt x="29769" y="92846"/>
                  </a:cubicBezTo>
                  <a:lnTo>
                    <a:pt x="29769" y="88703"/>
                  </a:lnTo>
                  <a:cubicBezTo>
                    <a:pt x="20807" y="88703"/>
                    <a:pt x="19336" y="88703"/>
                    <a:pt x="19336" y="82688"/>
                  </a:cubicBezTo>
                  <a:lnTo>
                    <a:pt x="19336" y="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79" name="Freeform: Shape 878">
              <a:extLst>
                <a:ext uri="{FF2B5EF4-FFF2-40B4-BE49-F238E27FC236}">
                  <a16:creationId xmlns:a16="http://schemas.microsoft.com/office/drawing/2014/main" id="{1917D763-3959-26FD-32A4-18D7525927D7}"/>
                </a:ext>
              </a:extLst>
            </p:cNvPr>
            <p:cNvSpPr/>
            <p:nvPr>
              <p:custDataLst>
                <p:tags r:id="rId146"/>
              </p:custDataLst>
            </p:nvPr>
          </p:nvSpPr>
          <p:spPr>
            <a:xfrm>
              <a:off x="8096925" y="4059444"/>
              <a:ext cx="67279" cy="59074"/>
            </a:xfrm>
            <a:custGeom>
              <a:avLst/>
              <a:gdLst>
                <a:gd name="connsiteX0" fmla="*/ 10511 w 67279"/>
                <a:gd name="connsiteY0" fmla="*/ 13189 h 59074"/>
                <a:gd name="connsiteX1" fmla="*/ 10511 w 67279"/>
                <a:gd name="connsiteY1" fmla="*/ 49008 h 59074"/>
                <a:gd name="connsiteX2" fmla="*/ 78 w 67279"/>
                <a:gd name="connsiteY2" fmla="*/ 55022 h 59074"/>
                <a:gd name="connsiteX3" fmla="*/ 78 w 67279"/>
                <a:gd name="connsiteY3" fmla="*/ 59165 h 59074"/>
                <a:gd name="connsiteX4" fmla="*/ 15192 w 67279"/>
                <a:gd name="connsiteY4" fmla="*/ 58764 h 59074"/>
                <a:gd name="connsiteX5" fmla="*/ 30173 w 67279"/>
                <a:gd name="connsiteY5" fmla="*/ 59165 h 59074"/>
                <a:gd name="connsiteX6" fmla="*/ 30173 w 67279"/>
                <a:gd name="connsiteY6" fmla="*/ 55022 h 59074"/>
                <a:gd name="connsiteX7" fmla="*/ 19740 w 67279"/>
                <a:gd name="connsiteY7" fmla="*/ 49008 h 59074"/>
                <a:gd name="connsiteX8" fmla="*/ 19740 w 67279"/>
                <a:gd name="connsiteY8" fmla="*/ 24416 h 59074"/>
                <a:gd name="connsiteX9" fmla="*/ 37797 w 67279"/>
                <a:gd name="connsiteY9" fmla="*/ 3032 h 59074"/>
                <a:gd name="connsiteX10" fmla="*/ 47695 w 67279"/>
                <a:gd name="connsiteY10" fmla="*/ 17867 h 59074"/>
                <a:gd name="connsiteX11" fmla="*/ 47695 w 67279"/>
                <a:gd name="connsiteY11" fmla="*/ 49008 h 59074"/>
                <a:gd name="connsiteX12" fmla="*/ 37262 w 67279"/>
                <a:gd name="connsiteY12" fmla="*/ 55022 h 59074"/>
                <a:gd name="connsiteX13" fmla="*/ 37262 w 67279"/>
                <a:gd name="connsiteY13" fmla="*/ 59165 h 59074"/>
                <a:gd name="connsiteX14" fmla="*/ 52377 w 67279"/>
                <a:gd name="connsiteY14" fmla="*/ 58764 h 59074"/>
                <a:gd name="connsiteX15" fmla="*/ 67358 w 67279"/>
                <a:gd name="connsiteY15" fmla="*/ 59165 h 59074"/>
                <a:gd name="connsiteX16" fmla="*/ 67358 w 67279"/>
                <a:gd name="connsiteY16" fmla="*/ 55022 h 59074"/>
                <a:gd name="connsiteX17" fmla="*/ 56925 w 67279"/>
                <a:gd name="connsiteY17" fmla="*/ 51013 h 59074"/>
                <a:gd name="connsiteX18" fmla="*/ 56925 w 67279"/>
                <a:gd name="connsiteY18" fmla="*/ 25485 h 59074"/>
                <a:gd name="connsiteX19" fmla="*/ 52778 w 67279"/>
                <a:gd name="connsiteY19" fmla="*/ 5036 h 59074"/>
                <a:gd name="connsiteX20" fmla="*/ 38734 w 67279"/>
                <a:gd name="connsiteY20" fmla="*/ 91 h 59074"/>
                <a:gd name="connsiteX21" fmla="*/ 18938 w 67279"/>
                <a:gd name="connsiteY21" fmla="*/ 14125 h 59074"/>
                <a:gd name="connsiteX22" fmla="*/ 18938 w 67279"/>
                <a:gd name="connsiteY22" fmla="*/ 91 h 59074"/>
                <a:gd name="connsiteX23" fmla="*/ 78 w 67279"/>
                <a:gd name="connsiteY23" fmla="*/ 1561 h 59074"/>
                <a:gd name="connsiteX24" fmla="*/ 78 w 67279"/>
                <a:gd name="connsiteY24" fmla="*/ 5705 h 59074"/>
                <a:gd name="connsiteX25" fmla="*/ 10511 w 67279"/>
                <a:gd name="connsiteY25" fmla="*/ 13189 h 5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279" h="59074">
                  <a:moveTo>
                    <a:pt x="10511" y="13189"/>
                  </a:moveTo>
                  <a:lnTo>
                    <a:pt x="10511" y="49008"/>
                  </a:lnTo>
                  <a:cubicBezTo>
                    <a:pt x="10511" y="55022"/>
                    <a:pt x="9040" y="55022"/>
                    <a:pt x="78" y="55022"/>
                  </a:cubicBezTo>
                  <a:lnTo>
                    <a:pt x="78" y="59165"/>
                  </a:lnTo>
                  <a:cubicBezTo>
                    <a:pt x="4759" y="59032"/>
                    <a:pt x="11581" y="58764"/>
                    <a:pt x="15192" y="58764"/>
                  </a:cubicBezTo>
                  <a:cubicBezTo>
                    <a:pt x="18670" y="58764"/>
                    <a:pt x="25625" y="59032"/>
                    <a:pt x="30173" y="59165"/>
                  </a:cubicBezTo>
                  <a:lnTo>
                    <a:pt x="30173" y="55022"/>
                  </a:lnTo>
                  <a:cubicBezTo>
                    <a:pt x="21211" y="55022"/>
                    <a:pt x="19740" y="55022"/>
                    <a:pt x="19740" y="49008"/>
                  </a:cubicBezTo>
                  <a:lnTo>
                    <a:pt x="19740" y="24416"/>
                  </a:lnTo>
                  <a:cubicBezTo>
                    <a:pt x="19740" y="10516"/>
                    <a:pt x="29237" y="3032"/>
                    <a:pt x="37797" y="3032"/>
                  </a:cubicBezTo>
                  <a:cubicBezTo>
                    <a:pt x="46224" y="3032"/>
                    <a:pt x="47695" y="10249"/>
                    <a:pt x="47695" y="17867"/>
                  </a:cubicBezTo>
                  <a:lnTo>
                    <a:pt x="47695" y="49008"/>
                  </a:lnTo>
                  <a:cubicBezTo>
                    <a:pt x="47695" y="55022"/>
                    <a:pt x="46224" y="55022"/>
                    <a:pt x="37262" y="55022"/>
                  </a:cubicBezTo>
                  <a:lnTo>
                    <a:pt x="37262" y="59165"/>
                  </a:lnTo>
                  <a:cubicBezTo>
                    <a:pt x="41944" y="59032"/>
                    <a:pt x="48765" y="58764"/>
                    <a:pt x="52377" y="58764"/>
                  </a:cubicBezTo>
                  <a:cubicBezTo>
                    <a:pt x="55855" y="58764"/>
                    <a:pt x="62810" y="59032"/>
                    <a:pt x="67358" y="59165"/>
                  </a:cubicBezTo>
                  <a:lnTo>
                    <a:pt x="67358" y="55022"/>
                  </a:lnTo>
                  <a:cubicBezTo>
                    <a:pt x="60402" y="55022"/>
                    <a:pt x="57058" y="55022"/>
                    <a:pt x="56925" y="51013"/>
                  </a:cubicBezTo>
                  <a:lnTo>
                    <a:pt x="56925" y="25485"/>
                  </a:lnTo>
                  <a:cubicBezTo>
                    <a:pt x="56925" y="13991"/>
                    <a:pt x="56925" y="9848"/>
                    <a:pt x="52778" y="5036"/>
                  </a:cubicBezTo>
                  <a:cubicBezTo>
                    <a:pt x="50906" y="2764"/>
                    <a:pt x="46492" y="91"/>
                    <a:pt x="38734" y="91"/>
                  </a:cubicBezTo>
                  <a:cubicBezTo>
                    <a:pt x="28969" y="91"/>
                    <a:pt x="22683" y="5838"/>
                    <a:pt x="18938" y="14125"/>
                  </a:cubicBezTo>
                  <a:lnTo>
                    <a:pt x="18938" y="91"/>
                  </a:lnTo>
                  <a:lnTo>
                    <a:pt x="78" y="1561"/>
                  </a:lnTo>
                  <a:lnTo>
                    <a:pt x="78" y="5705"/>
                  </a:lnTo>
                  <a:cubicBezTo>
                    <a:pt x="9441" y="5705"/>
                    <a:pt x="10511" y="6640"/>
                    <a:pt x="10511" y="1318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0" name="Freeform: Shape 879">
              <a:extLst>
                <a:ext uri="{FF2B5EF4-FFF2-40B4-BE49-F238E27FC236}">
                  <a16:creationId xmlns:a16="http://schemas.microsoft.com/office/drawing/2014/main" id="{345ECE8C-5FF9-1A3D-E030-2E142F900C8B}"/>
                </a:ext>
              </a:extLst>
            </p:cNvPr>
            <p:cNvSpPr/>
            <p:nvPr>
              <p:custDataLst>
                <p:tags r:id="rId147"/>
              </p:custDataLst>
            </p:nvPr>
          </p:nvSpPr>
          <p:spPr>
            <a:xfrm>
              <a:off x="8220814" y="3884625"/>
              <a:ext cx="69687" cy="400822"/>
            </a:xfrm>
            <a:custGeom>
              <a:avLst/>
              <a:gdLst>
                <a:gd name="connsiteX0" fmla="*/ 69772 w 69687"/>
                <a:gd name="connsiteY0" fmla="*/ 399560 h 400822"/>
                <a:gd name="connsiteX1" fmla="*/ 68970 w 69687"/>
                <a:gd name="connsiteY1" fmla="*/ 397957 h 400822"/>
                <a:gd name="connsiteX2" fmla="*/ 37537 w 69687"/>
                <a:gd name="connsiteY2" fmla="*/ 346768 h 400822"/>
                <a:gd name="connsiteX3" fmla="*/ 13059 w 69687"/>
                <a:gd name="connsiteY3" fmla="*/ 200552 h 400822"/>
                <a:gd name="connsiteX4" fmla="*/ 39410 w 69687"/>
                <a:gd name="connsiteY4" fmla="*/ 49793 h 400822"/>
                <a:gd name="connsiteX5" fmla="*/ 69237 w 69687"/>
                <a:gd name="connsiteY5" fmla="*/ 2614 h 400822"/>
                <a:gd name="connsiteX6" fmla="*/ 69772 w 69687"/>
                <a:gd name="connsiteY6" fmla="*/ 1411 h 400822"/>
                <a:gd name="connsiteX7" fmla="*/ 66830 w 69687"/>
                <a:gd name="connsiteY7" fmla="*/ 74 h 400822"/>
                <a:gd name="connsiteX8" fmla="*/ 64288 w 69687"/>
                <a:gd name="connsiteY8" fmla="*/ 341 h 400822"/>
                <a:gd name="connsiteX9" fmla="*/ 45429 w 69687"/>
                <a:gd name="connsiteY9" fmla="*/ 23196 h 400822"/>
                <a:gd name="connsiteX10" fmla="*/ 4365 w 69687"/>
                <a:gd name="connsiteY10" fmla="*/ 135196 h 400822"/>
                <a:gd name="connsiteX11" fmla="*/ 85 w 69687"/>
                <a:gd name="connsiteY11" fmla="*/ 200419 h 400822"/>
                <a:gd name="connsiteX12" fmla="*/ 27773 w 69687"/>
                <a:gd name="connsiteY12" fmla="*/ 347169 h 400822"/>
                <a:gd name="connsiteX13" fmla="*/ 63218 w 69687"/>
                <a:gd name="connsiteY13" fmla="*/ 399694 h 400822"/>
                <a:gd name="connsiteX14" fmla="*/ 66830 w 69687"/>
                <a:gd name="connsiteY14" fmla="*/ 400897 h 400822"/>
                <a:gd name="connsiteX15" fmla="*/ 69772 w 69687"/>
                <a:gd name="connsiteY15" fmla="*/ 399560 h 40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687" h="400822">
                  <a:moveTo>
                    <a:pt x="69772" y="399560"/>
                  </a:moveTo>
                  <a:cubicBezTo>
                    <a:pt x="69772" y="399159"/>
                    <a:pt x="69772" y="398892"/>
                    <a:pt x="68970" y="397957"/>
                  </a:cubicBezTo>
                  <a:cubicBezTo>
                    <a:pt x="56129" y="382453"/>
                    <a:pt x="45429" y="365345"/>
                    <a:pt x="37537" y="346768"/>
                  </a:cubicBezTo>
                  <a:cubicBezTo>
                    <a:pt x="20015" y="305870"/>
                    <a:pt x="13059" y="258023"/>
                    <a:pt x="13059" y="200552"/>
                  </a:cubicBezTo>
                  <a:cubicBezTo>
                    <a:pt x="13059" y="143617"/>
                    <a:pt x="19614" y="93631"/>
                    <a:pt x="39410" y="49793"/>
                  </a:cubicBezTo>
                  <a:cubicBezTo>
                    <a:pt x="47168" y="32819"/>
                    <a:pt x="57333" y="17048"/>
                    <a:pt x="69237" y="2614"/>
                  </a:cubicBezTo>
                  <a:cubicBezTo>
                    <a:pt x="69505" y="2213"/>
                    <a:pt x="69772" y="1945"/>
                    <a:pt x="69772" y="1411"/>
                  </a:cubicBezTo>
                  <a:cubicBezTo>
                    <a:pt x="69772" y="74"/>
                    <a:pt x="68836" y="74"/>
                    <a:pt x="66830" y="74"/>
                  </a:cubicBezTo>
                  <a:cubicBezTo>
                    <a:pt x="64823" y="74"/>
                    <a:pt x="64556" y="74"/>
                    <a:pt x="64288" y="341"/>
                  </a:cubicBezTo>
                  <a:cubicBezTo>
                    <a:pt x="64155" y="475"/>
                    <a:pt x="55862" y="8494"/>
                    <a:pt x="45429" y="23196"/>
                  </a:cubicBezTo>
                  <a:cubicBezTo>
                    <a:pt x="22155" y="56074"/>
                    <a:pt x="10384" y="95368"/>
                    <a:pt x="4365" y="135196"/>
                  </a:cubicBezTo>
                  <a:cubicBezTo>
                    <a:pt x="1155" y="156714"/>
                    <a:pt x="85" y="178633"/>
                    <a:pt x="85" y="200419"/>
                  </a:cubicBezTo>
                  <a:cubicBezTo>
                    <a:pt x="85" y="250405"/>
                    <a:pt x="6372" y="301460"/>
                    <a:pt x="27773" y="347169"/>
                  </a:cubicBezTo>
                  <a:cubicBezTo>
                    <a:pt x="37269" y="367484"/>
                    <a:pt x="49976" y="385794"/>
                    <a:pt x="63218" y="399694"/>
                  </a:cubicBezTo>
                  <a:cubicBezTo>
                    <a:pt x="64422" y="400763"/>
                    <a:pt x="64556" y="400897"/>
                    <a:pt x="66830" y="400897"/>
                  </a:cubicBezTo>
                  <a:cubicBezTo>
                    <a:pt x="68836" y="400897"/>
                    <a:pt x="69772" y="400897"/>
                    <a:pt x="69772" y="39956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1" name="Freeform: Shape 880">
              <a:extLst>
                <a:ext uri="{FF2B5EF4-FFF2-40B4-BE49-F238E27FC236}">
                  <a16:creationId xmlns:a16="http://schemas.microsoft.com/office/drawing/2014/main" id="{26F241B0-9911-0245-20A9-E9431CE4380B}"/>
                </a:ext>
              </a:extLst>
            </p:cNvPr>
            <p:cNvSpPr/>
            <p:nvPr>
              <p:custDataLst>
                <p:tags r:id="rId148"/>
              </p:custDataLst>
            </p:nvPr>
          </p:nvSpPr>
          <p:spPr>
            <a:xfrm>
              <a:off x="8378181" y="3901563"/>
              <a:ext cx="35713" cy="20582"/>
            </a:xfrm>
            <a:custGeom>
              <a:avLst/>
              <a:gdLst>
                <a:gd name="connsiteX0" fmla="*/ 18021 w 35713"/>
                <a:gd name="connsiteY0" fmla="*/ 82 h 20582"/>
                <a:gd name="connsiteX1" fmla="*/ 98 w 35713"/>
                <a:gd name="connsiteY1" fmla="*/ 18259 h 20582"/>
                <a:gd name="connsiteX2" fmla="*/ 2506 w 35713"/>
                <a:gd name="connsiteY2" fmla="*/ 20664 h 20582"/>
                <a:gd name="connsiteX3" fmla="*/ 18021 w 35713"/>
                <a:gd name="connsiteY3" fmla="*/ 7032 h 20582"/>
                <a:gd name="connsiteX4" fmla="*/ 33403 w 35713"/>
                <a:gd name="connsiteY4" fmla="*/ 20664 h 20582"/>
                <a:gd name="connsiteX5" fmla="*/ 35811 w 35713"/>
                <a:gd name="connsiteY5" fmla="*/ 18259 h 20582"/>
                <a:gd name="connsiteX6" fmla="*/ 18021 w 35713"/>
                <a:gd name="connsiteY6" fmla="*/ 82 h 2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13" h="20582">
                  <a:moveTo>
                    <a:pt x="18021" y="82"/>
                  </a:moveTo>
                  <a:lnTo>
                    <a:pt x="98" y="18259"/>
                  </a:lnTo>
                  <a:lnTo>
                    <a:pt x="2506" y="20664"/>
                  </a:lnTo>
                  <a:lnTo>
                    <a:pt x="18021" y="7032"/>
                  </a:lnTo>
                  <a:lnTo>
                    <a:pt x="33403" y="20664"/>
                  </a:lnTo>
                  <a:lnTo>
                    <a:pt x="35811" y="18259"/>
                  </a:lnTo>
                  <a:lnTo>
                    <a:pt x="18021" y="8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2" name="Freeform: Shape 881">
              <a:extLst>
                <a:ext uri="{FF2B5EF4-FFF2-40B4-BE49-F238E27FC236}">
                  <a16:creationId xmlns:a16="http://schemas.microsoft.com/office/drawing/2014/main" id="{AC8BAD6A-E3D7-E317-E5D9-2738A4EE84BB}"/>
                </a:ext>
              </a:extLst>
            </p:cNvPr>
            <p:cNvSpPr/>
            <p:nvPr>
              <p:custDataLst>
                <p:tags r:id="rId149"/>
              </p:custDataLst>
            </p:nvPr>
          </p:nvSpPr>
          <p:spPr>
            <a:xfrm>
              <a:off x="8338082" y="3936817"/>
              <a:ext cx="95502" cy="91284"/>
            </a:xfrm>
            <a:custGeom>
              <a:avLst/>
              <a:gdLst>
                <a:gd name="connsiteX0" fmla="*/ 35274 w 95502"/>
                <a:gd name="connsiteY0" fmla="*/ 49135 h 91284"/>
                <a:gd name="connsiteX1" fmla="*/ 58013 w 95502"/>
                <a:gd name="connsiteY1" fmla="*/ 49135 h 91284"/>
                <a:gd name="connsiteX2" fmla="*/ 95598 w 95502"/>
                <a:gd name="connsiteY2" fmla="*/ 20266 h 91284"/>
                <a:gd name="connsiteX3" fmla="*/ 69248 w 95502"/>
                <a:gd name="connsiteY3" fmla="*/ 84 h 91284"/>
                <a:gd name="connsiteX4" fmla="*/ 25911 w 95502"/>
                <a:gd name="connsiteY4" fmla="*/ 84 h 91284"/>
                <a:gd name="connsiteX5" fmla="*/ 21898 w 95502"/>
                <a:gd name="connsiteY5" fmla="*/ 2624 h 91284"/>
                <a:gd name="connsiteX6" fmla="*/ 25777 w 95502"/>
                <a:gd name="connsiteY6" fmla="*/ 4228 h 91284"/>
                <a:gd name="connsiteX7" fmla="*/ 31529 w 95502"/>
                <a:gd name="connsiteY7" fmla="*/ 4495 h 91284"/>
                <a:gd name="connsiteX8" fmla="*/ 34471 w 95502"/>
                <a:gd name="connsiteY8" fmla="*/ 6633 h 91284"/>
                <a:gd name="connsiteX9" fmla="*/ 33936 w 95502"/>
                <a:gd name="connsiteY9" fmla="*/ 9173 h 91284"/>
                <a:gd name="connsiteX10" fmla="*/ 16013 w 95502"/>
                <a:gd name="connsiteY10" fmla="*/ 80944 h 91284"/>
                <a:gd name="connsiteX11" fmla="*/ 3841 w 95502"/>
                <a:gd name="connsiteY11" fmla="*/ 87226 h 91284"/>
                <a:gd name="connsiteX12" fmla="*/ 96 w 95502"/>
                <a:gd name="connsiteY12" fmla="*/ 89765 h 91284"/>
                <a:gd name="connsiteX13" fmla="*/ 2102 w 95502"/>
                <a:gd name="connsiteY13" fmla="*/ 91369 h 91284"/>
                <a:gd name="connsiteX14" fmla="*/ 19089 w 95502"/>
                <a:gd name="connsiteY14" fmla="*/ 90968 h 91284"/>
                <a:gd name="connsiteX15" fmla="*/ 27650 w 95502"/>
                <a:gd name="connsiteY15" fmla="*/ 91102 h 91284"/>
                <a:gd name="connsiteX16" fmla="*/ 36344 w 95502"/>
                <a:gd name="connsiteY16" fmla="*/ 91369 h 91284"/>
                <a:gd name="connsiteX17" fmla="*/ 39019 w 95502"/>
                <a:gd name="connsiteY17" fmla="*/ 88696 h 91284"/>
                <a:gd name="connsiteX18" fmla="*/ 35274 w 95502"/>
                <a:gd name="connsiteY18" fmla="*/ 87226 h 91284"/>
                <a:gd name="connsiteX19" fmla="*/ 26580 w 95502"/>
                <a:gd name="connsiteY19" fmla="*/ 84820 h 91284"/>
                <a:gd name="connsiteX20" fmla="*/ 26981 w 95502"/>
                <a:gd name="connsiteY20" fmla="*/ 82548 h 91284"/>
                <a:gd name="connsiteX21" fmla="*/ 35274 w 95502"/>
                <a:gd name="connsiteY21" fmla="*/ 49135 h 91284"/>
                <a:gd name="connsiteX22" fmla="*/ 44904 w 95502"/>
                <a:gd name="connsiteY22" fmla="*/ 9306 h 91284"/>
                <a:gd name="connsiteX23" fmla="*/ 52127 w 95502"/>
                <a:gd name="connsiteY23" fmla="*/ 4228 h 91284"/>
                <a:gd name="connsiteX24" fmla="*/ 64968 w 95502"/>
                <a:gd name="connsiteY24" fmla="*/ 4228 h 91284"/>
                <a:gd name="connsiteX25" fmla="*/ 83159 w 95502"/>
                <a:gd name="connsiteY25" fmla="*/ 17058 h 91284"/>
                <a:gd name="connsiteX26" fmla="*/ 75267 w 95502"/>
                <a:gd name="connsiteY26" fmla="*/ 38576 h 91284"/>
                <a:gd name="connsiteX27" fmla="*/ 54669 w 95502"/>
                <a:gd name="connsiteY27" fmla="*/ 45660 h 91284"/>
                <a:gd name="connsiteX28" fmla="*/ 35809 w 95502"/>
                <a:gd name="connsiteY28" fmla="*/ 45660 h 91284"/>
                <a:gd name="connsiteX29" fmla="*/ 44904 w 95502"/>
                <a:gd name="connsiteY29" fmla="*/ 9306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5502" h="91284">
                  <a:moveTo>
                    <a:pt x="35274" y="49135"/>
                  </a:moveTo>
                  <a:lnTo>
                    <a:pt x="58013" y="49135"/>
                  </a:lnTo>
                  <a:cubicBezTo>
                    <a:pt x="77006" y="49135"/>
                    <a:pt x="95598" y="35235"/>
                    <a:pt x="95598" y="20266"/>
                  </a:cubicBezTo>
                  <a:cubicBezTo>
                    <a:pt x="95598" y="9975"/>
                    <a:pt x="86770" y="84"/>
                    <a:pt x="69248" y="84"/>
                  </a:cubicBezTo>
                  <a:lnTo>
                    <a:pt x="25911" y="84"/>
                  </a:lnTo>
                  <a:cubicBezTo>
                    <a:pt x="23369" y="84"/>
                    <a:pt x="21898" y="84"/>
                    <a:pt x="21898" y="2624"/>
                  </a:cubicBezTo>
                  <a:cubicBezTo>
                    <a:pt x="21898" y="4228"/>
                    <a:pt x="23102" y="4228"/>
                    <a:pt x="25777" y="4228"/>
                  </a:cubicBezTo>
                  <a:cubicBezTo>
                    <a:pt x="27516" y="4228"/>
                    <a:pt x="29924" y="4361"/>
                    <a:pt x="31529" y="4495"/>
                  </a:cubicBezTo>
                  <a:cubicBezTo>
                    <a:pt x="33669" y="4762"/>
                    <a:pt x="34471" y="5163"/>
                    <a:pt x="34471" y="6633"/>
                  </a:cubicBezTo>
                  <a:cubicBezTo>
                    <a:pt x="34471" y="7168"/>
                    <a:pt x="34337" y="7569"/>
                    <a:pt x="33936" y="9173"/>
                  </a:cubicBezTo>
                  <a:lnTo>
                    <a:pt x="16013" y="80944"/>
                  </a:lnTo>
                  <a:cubicBezTo>
                    <a:pt x="14675" y="86156"/>
                    <a:pt x="14408" y="87226"/>
                    <a:pt x="3841" y="87226"/>
                  </a:cubicBezTo>
                  <a:cubicBezTo>
                    <a:pt x="1567" y="87226"/>
                    <a:pt x="96" y="87226"/>
                    <a:pt x="96" y="89765"/>
                  </a:cubicBezTo>
                  <a:cubicBezTo>
                    <a:pt x="96" y="91369"/>
                    <a:pt x="1701" y="91369"/>
                    <a:pt x="2102" y="91369"/>
                  </a:cubicBezTo>
                  <a:cubicBezTo>
                    <a:pt x="5847" y="91369"/>
                    <a:pt x="15344" y="90968"/>
                    <a:pt x="19089" y="90968"/>
                  </a:cubicBezTo>
                  <a:cubicBezTo>
                    <a:pt x="21898" y="90968"/>
                    <a:pt x="24841" y="91102"/>
                    <a:pt x="27650" y="91102"/>
                  </a:cubicBezTo>
                  <a:cubicBezTo>
                    <a:pt x="30592" y="91102"/>
                    <a:pt x="33535" y="91369"/>
                    <a:pt x="36344" y="91369"/>
                  </a:cubicBezTo>
                  <a:cubicBezTo>
                    <a:pt x="37280" y="91369"/>
                    <a:pt x="39019" y="91369"/>
                    <a:pt x="39019" y="88696"/>
                  </a:cubicBezTo>
                  <a:cubicBezTo>
                    <a:pt x="39019" y="87226"/>
                    <a:pt x="37815" y="87226"/>
                    <a:pt x="35274" y="87226"/>
                  </a:cubicBezTo>
                  <a:cubicBezTo>
                    <a:pt x="30325" y="87226"/>
                    <a:pt x="26580" y="87226"/>
                    <a:pt x="26580" y="84820"/>
                  </a:cubicBezTo>
                  <a:cubicBezTo>
                    <a:pt x="26580" y="84018"/>
                    <a:pt x="26847" y="83350"/>
                    <a:pt x="26981" y="82548"/>
                  </a:cubicBezTo>
                  <a:lnTo>
                    <a:pt x="35274" y="49135"/>
                  </a:lnTo>
                  <a:close/>
                  <a:moveTo>
                    <a:pt x="44904" y="9306"/>
                  </a:moveTo>
                  <a:cubicBezTo>
                    <a:pt x="46108" y="4629"/>
                    <a:pt x="46376" y="4228"/>
                    <a:pt x="52127" y="4228"/>
                  </a:cubicBezTo>
                  <a:lnTo>
                    <a:pt x="64968" y="4228"/>
                  </a:lnTo>
                  <a:cubicBezTo>
                    <a:pt x="76070" y="4228"/>
                    <a:pt x="83159" y="7836"/>
                    <a:pt x="83159" y="17058"/>
                  </a:cubicBezTo>
                  <a:cubicBezTo>
                    <a:pt x="83159" y="22271"/>
                    <a:pt x="80484" y="33765"/>
                    <a:pt x="75267" y="38576"/>
                  </a:cubicBezTo>
                  <a:cubicBezTo>
                    <a:pt x="68579" y="44591"/>
                    <a:pt x="60554" y="45660"/>
                    <a:pt x="54669" y="45660"/>
                  </a:cubicBezTo>
                  <a:lnTo>
                    <a:pt x="35809" y="45660"/>
                  </a:lnTo>
                  <a:lnTo>
                    <a:pt x="44904" y="930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3" name="Freeform: Shape 882">
              <a:extLst>
                <a:ext uri="{FF2B5EF4-FFF2-40B4-BE49-F238E27FC236}">
                  <a16:creationId xmlns:a16="http://schemas.microsoft.com/office/drawing/2014/main" id="{F7FF2E7F-40FC-EEC0-9A99-4363EE28E70A}"/>
                </a:ext>
              </a:extLst>
            </p:cNvPr>
            <p:cNvSpPr/>
            <p:nvPr>
              <p:custDataLst>
                <p:tags r:id="rId150"/>
              </p:custDataLst>
            </p:nvPr>
          </p:nvSpPr>
          <p:spPr>
            <a:xfrm>
              <a:off x="8450425" y="3927863"/>
              <a:ext cx="31031" cy="133652"/>
            </a:xfrm>
            <a:custGeom>
              <a:avLst/>
              <a:gdLst>
                <a:gd name="connsiteX0" fmla="*/ 31135 w 31031"/>
                <a:gd name="connsiteY0" fmla="*/ 132400 h 133652"/>
                <a:gd name="connsiteX1" fmla="*/ 28861 w 31031"/>
                <a:gd name="connsiteY1" fmla="*/ 129460 h 133652"/>
                <a:gd name="connsiteX2" fmla="*/ 7861 w 31031"/>
                <a:gd name="connsiteY2" fmla="*/ 66910 h 133652"/>
                <a:gd name="connsiteX3" fmla="*/ 29396 w 31031"/>
                <a:gd name="connsiteY3" fmla="*/ 3693 h 133652"/>
                <a:gd name="connsiteX4" fmla="*/ 31135 w 31031"/>
                <a:gd name="connsiteY4" fmla="*/ 1421 h 133652"/>
                <a:gd name="connsiteX5" fmla="*/ 29798 w 31031"/>
                <a:gd name="connsiteY5" fmla="*/ 84 h 133652"/>
                <a:gd name="connsiteX6" fmla="*/ 8530 w 31031"/>
                <a:gd name="connsiteY6" fmla="*/ 26147 h 133652"/>
                <a:gd name="connsiteX7" fmla="*/ 103 w 31031"/>
                <a:gd name="connsiteY7" fmla="*/ 66910 h 133652"/>
                <a:gd name="connsiteX8" fmla="*/ 8931 w 31031"/>
                <a:gd name="connsiteY8" fmla="*/ 108610 h 133652"/>
                <a:gd name="connsiteX9" fmla="*/ 29798 w 31031"/>
                <a:gd name="connsiteY9" fmla="*/ 133737 h 133652"/>
                <a:gd name="connsiteX10" fmla="*/ 31135 w 31031"/>
                <a:gd name="connsiteY10" fmla="*/ 132400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35" y="132400"/>
                  </a:moveTo>
                  <a:cubicBezTo>
                    <a:pt x="31135" y="131999"/>
                    <a:pt x="31135" y="131732"/>
                    <a:pt x="28861" y="129460"/>
                  </a:cubicBezTo>
                  <a:cubicBezTo>
                    <a:pt x="12142" y="112620"/>
                    <a:pt x="7861" y="87359"/>
                    <a:pt x="7861" y="66910"/>
                  </a:cubicBezTo>
                  <a:cubicBezTo>
                    <a:pt x="7861" y="43655"/>
                    <a:pt x="12944" y="20400"/>
                    <a:pt x="29396" y="3693"/>
                  </a:cubicBezTo>
                  <a:cubicBezTo>
                    <a:pt x="31135" y="2089"/>
                    <a:pt x="31135" y="1822"/>
                    <a:pt x="31135" y="1421"/>
                  </a:cubicBezTo>
                  <a:cubicBezTo>
                    <a:pt x="31135" y="485"/>
                    <a:pt x="30600" y="84"/>
                    <a:pt x="29798" y="84"/>
                  </a:cubicBezTo>
                  <a:cubicBezTo>
                    <a:pt x="28460" y="84"/>
                    <a:pt x="16422" y="9173"/>
                    <a:pt x="8530" y="26147"/>
                  </a:cubicBezTo>
                  <a:cubicBezTo>
                    <a:pt x="1709" y="40848"/>
                    <a:pt x="103" y="55684"/>
                    <a:pt x="103" y="66910"/>
                  </a:cubicBezTo>
                  <a:cubicBezTo>
                    <a:pt x="103" y="77335"/>
                    <a:pt x="1575" y="93507"/>
                    <a:pt x="8931" y="108610"/>
                  </a:cubicBezTo>
                  <a:cubicBezTo>
                    <a:pt x="16957" y="125049"/>
                    <a:pt x="28460" y="133737"/>
                    <a:pt x="29798" y="133737"/>
                  </a:cubicBezTo>
                  <a:cubicBezTo>
                    <a:pt x="30600" y="133737"/>
                    <a:pt x="31135" y="133336"/>
                    <a:pt x="31135" y="13240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4" name="Freeform: Shape 883">
              <a:extLst>
                <a:ext uri="{FF2B5EF4-FFF2-40B4-BE49-F238E27FC236}">
                  <a16:creationId xmlns:a16="http://schemas.microsoft.com/office/drawing/2014/main" id="{9B98E5C5-F5C9-A3DF-600A-90BCB6A75F38}"/>
                </a:ext>
              </a:extLst>
            </p:cNvPr>
            <p:cNvSpPr/>
            <p:nvPr>
              <p:custDataLst>
                <p:tags r:id="rId151"/>
              </p:custDataLst>
            </p:nvPr>
          </p:nvSpPr>
          <p:spPr>
            <a:xfrm>
              <a:off x="8493882" y="3936817"/>
              <a:ext cx="97241" cy="91284"/>
            </a:xfrm>
            <a:custGeom>
              <a:avLst/>
              <a:gdLst>
                <a:gd name="connsiteX0" fmla="*/ 75279 w 97241"/>
                <a:gd name="connsiteY0" fmla="*/ 15321 h 91284"/>
                <a:gd name="connsiteX1" fmla="*/ 77151 w 97241"/>
                <a:gd name="connsiteY1" fmla="*/ 13450 h 91284"/>
                <a:gd name="connsiteX2" fmla="*/ 94674 w 97241"/>
                <a:gd name="connsiteY2" fmla="*/ 4228 h 91284"/>
                <a:gd name="connsiteX3" fmla="*/ 97349 w 97241"/>
                <a:gd name="connsiteY3" fmla="*/ 1688 h 91284"/>
                <a:gd name="connsiteX4" fmla="*/ 95610 w 97241"/>
                <a:gd name="connsiteY4" fmla="*/ 84 h 91284"/>
                <a:gd name="connsiteX5" fmla="*/ 84642 w 97241"/>
                <a:gd name="connsiteY5" fmla="*/ 485 h 91284"/>
                <a:gd name="connsiteX6" fmla="*/ 71266 w 97241"/>
                <a:gd name="connsiteY6" fmla="*/ 84 h 91284"/>
                <a:gd name="connsiteX7" fmla="*/ 68725 w 97241"/>
                <a:gd name="connsiteY7" fmla="*/ 2624 h 91284"/>
                <a:gd name="connsiteX8" fmla="*/ 70731 w 97241"/>
                <a:gd name="connsiteY8" fmla="*/ 4228 h 91284"/>
                <a:gd name="connsiteX9" fmla="*/ 75546 w 97241"/>
                <a:gd name="connsiteY9" fmla="*/ 7302 h 91284"/>
                <a:gd name="connsiteX10" fmla="*/ 71935 w 97241"/>
                <a:gd name="connsiteY10" fmla="*/ 13717 h 91284"/>
                <a:gd name="connsiteX11" fmla="*/ 40903 w 97241"/>
                <a:gd name="connsiteY11" fmla="*/ 49402 h 91284"/>
                <a:gd name="connsiteX12" fmla="*/ 26190 w 97241"/>
                <a:gd name="connsiteY12" fmla="*/ 9707 h 91284"/>
                <a:gd name="connsiteX13" fmla="*/ 25387 w 97241"/>
                <a:gd name="connsiteY13" fmla="*/ 7435 h 91284"/>
                <a:gd name="connsiteX14" fmla="*/ 33279 w 97241"/>
                <a:gd name="connsiteY14" fmla="*/ 4228 h 91284"/>
                <a:gd name="connsiteX15" fmla="*/ 36489 w 97241"/>
                <a:gd name="connsiteY15" fmla="*/ 1555 h 91284"/>
                <a:gd name="connsiteX16" fmla="*/ 34483 w 97241"/>
                <a:gd name="connsiteY16" fmla="*/ 84 h 91284"/>
                <a:gd name="connsiteX17" fmla="*/ 17630 w 97241"/>
                <a:gd name="connsiteY17" fmla="*/ 485 h 91284"/>
                <a:gd name="connsiteX18" fmla="*/ 2649 w 97241"/>
                <a:gd name="connsiteY18" fmla="*/ 84 h 91284"/>
                <a:gd name="connsiteX19" fmla="*/ 107 w 97241"/>
                <a:gd name="connsiteY19" fmla="*/ 2757 h 91284"/>
                <a:gd name="connsiteX20" fmla="*/ 3184 w 97241"/>
                <a:gd name="connsiteY20" fmla="*/ 4228 h 91284"/>
                <a:gd name="connsiteX21" fmla="*/ 12948 w 97241"/>
                <a:gd name="connsiteY21" fmla="*/ 8772 h 91284"/>
                <a:gd name="connsiteX22" fmla="*/ 29400 w 97241"/>
                <a:gd name="connsiteY22" fmla="*/ 52743 h 91284"/>
                <a:gd name="connsiteX23" fmla="*/ 29935 w 97241"/>
                <a:gd name="connsiteY23" fmla="*/ 55015 h 91284"/>
                <a:gd name="connsiteX24" fmla="*/ 23916 w 97241"/>
                <a:gd name="connsiteY24" fmla="*/ 79340 h 91284"/>
                <a:gd name="connsiteX25" fmla="*/ 11343 w 97241"/>
                <a:gd name="connsiteY25" fmla="*/ 87226 h 91284"/>
                <a:gd name="connsiteX26" fmla="*/ 7731 w 97241"/>
                <a:gd name="connsiteY26" fmla="*/ 89899 h 91284"/>
                <a:gd name="connsiteX27" fmla="*/ 9604 w 97241"/>
                <a:gd name="connsiteY27" fmla="*/ 91369 h 91284"/>
                <a:gd name="connsiteX28" fmla="*/ 26457 w 97241"/>
                <a:gd name="connsiteY28" fmla="*/ 90968 h 91284"/>
                <a:gd name="connsiteX29" fmla="*/ 43578 w 97241"/>
                <a:gd name="connsiteY29" fmla="*/ 91369 h 91284"/>
                <a:gd name="connsiteX30" fmla="*/ 46120 w 97241"/>
                <a:gd name="connsiteY30" fmla="*/ 88696 h 91284"/>
                <a:gd name="connsiteX31" fmla="*/ 42375 w 97241"/>
                <a:gd name="connsiteY31" fmla="*/ 87226 h 91284"/>
                <a:gd name="connsiteX32" fmla="*/ 37292 w 97241"/>
                <a:gd name="connsiteY32" fmla="*/ 86958 h 91284"/>
                <a:gd name="connsiteX33" fmla="*/ 33680 w 97241"/>
                <a:gd name="connsiteY33" fmla="*/ 84820 h 91284"/>
                <a:gd name="connsiteX34" fmla="*/ 35553 w 97241"/>
                <a:gd name="connsiteY34" fmla="*/ 76400 h 91284"/>
                <a:gd name="connsiteX35" fmla="*/ 40234 w 97241"/>
                <a:gd name="connsiteY35" fmla="*/ 57555 h 91284"/>
                <a:gd name="connsiteX36" fmla="*/ 42107 w 97241"/>
                <a:gd name="connsiteY36" fmla="*/ 53412 h 91284"/>
                <a:gd name="connsiteX37" fmla="*/ 75279 w 97241"/>
                <a:gd name="connsiteY37" fmla="*/ 15321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7241" h="91284">
                  <a:moveTo>
                    <a:pt x="75279" y="15321"/>
                  </a:moveTo>
                  <a:lnTo>
                    <a:pt x="77151" y="13450"/>
                  </a:lnTo>
                  <a:cubicBezTo>
                    <a:pt x="81164" y="9440"/>
                    <a:pt x="85578" y="4896"/>
                    <a:pt x="94674" y="4228"/>
                  </a:cubicBezTo>
                  <a:cubicBezTo>
                    <a:pt x="96145" y="4094"/>
                    <a:pt x="97349" y="4094"/>
                    <a:pt x="97349" y="1688"/>
                  </a:cubicBezTo>
                  <a:cubicBezTo>
                    <a:pt x="97349" y="619"/>
                    <a:pt x="96680" y="84"/>
                    <a:pt x="95610" y="84"/>
                  </a:cubicBezTo>
                  <a:cubicBezTo>
                    <a:pt x="92132" y="84"/>
                    <a:pt x="88253" y="485"/>
                    <a:pt x="84642" y="485"/>
                  </a:cubicBezTo>
                  <a:cubicBezTo>
                    <a:pt x="80228" y="485"/>
                    <a:pt x="75546" y="84"/>
                    <a:pt x="71266" y="84"/>
                  </a:cubicBezTo>
                  <a:cubicBezTo>
                    <a:pt x="70464" y="84"/>
                    <a:pt x="68725" y="84"/>
                    <a:pt x="68725" y="2624"/>
                  </a:cubicBezTo>
                  <a:cubicBezTo>
                    <a:pt x="68725" y="4094"/>
                    <a:pt x="70062" y="4228"/>
                    <a:pt x="70731" y="4228"/>
                  </a:cubicBezTo>
                  <a:cubicBezTo>
                    <a:pt x="71667" y="4228"/>
                    <a:pt x="75546" y="4495"/>
                    <a:pt x="75546" y="7302"/>
                  </a:cubicBezTo>
                  <a:cubicBezTo>
                    <a:pt x="75546" y="9574"/>
                    <a:pt x="72470" y="13049"/>
                    <a:pt x="71935" y="13717"/>
                  </a:cubicBezTo>
                  <a:lnTo>
                    <a:pt x="40903" y="49402"/>
                  </a:lnTo>
                  <a:lnTo>
                    <a:pt x="26190" y="9707"/>
                  </a:lnTo>
                  <a:cubicBezTo>
                    <a:pt x="25387" y="7836"/>
                    <a:pt x="25387" y="7569"/>
                    <a:pt x="25387" y="7435"/>
                  </a:cubicBezTo>
                  <a:cubicBezTo>
                    <a:pt x="25387" y="4228"/>
                    <a:pt x="31942" y="4228"/>
                    <a:pt x="33279" y="4228"/>
                  </a:cubicBezTo>
                  <a:cubicBezTo>
                    <a:pt x="35152" y="4228"/>
                    <a:pt x="36489" y="4228"/>
                    <a:pt x="36489" y="1555"/>
                  </a:cubicBezTo>
                  <a:cubicBezTo>
                    <a:pt x="36489" y="84"/>
                    <a:pt x="34884" y="84"/>
                    <a:pt x="34483" y="84"/>
                  </a:cubicBezTo>
                  <a:cubicBezTo>
                    <a:pt x="30738" y="84"/>
                    <a:pt x="21375" y="485"/>
                    <a:pt x="17630" y="485"/>
                  </a:cubicBezTo>
                  <a:cubicBezTo>
                    <a:pt x="14286" y="485"/>
                    <a:pt x="5993" y="84"/>
                    <a:pt x="2649" y="84"/>
                  </a:cubicBezTo>
                  <a:cubicBezTo>
                    <a:pt x="1846" y="84"/>
                    <a:pt x="107" y="84"/>
                    <a:pt x="107" y="2757"/>
                  </a:cubicBezTo>
                  <a:cubicBezTo>
                    <a:pt x="107" y="4228"/>
                    <a:pt x="1445" y="4228"/>
                    <a:pt x="3184" y="4228"/>
                  </a:cubicBezTo>
                  <a:cubicBezTo>
                    <a:pt x="11209" y="4228"/>
                    <a:pt x="11744" y="5430"/>
                    <a:pt x="12948" y="8772"/>
                  </a:cubicBezTo>
                  <a:lnTo>
                    <a:pt x="29400" y="52743"/>
                  </a:lnTo>
                  <a:cubicBezTo>
                    <a:pt x="29534" y="53144"/>
                    <a:pt x="29935" y="54614"/>
                    <a:pt x="29935" y="55015"/>
                  </a:cubicBezTo>
                  <a:cubicBezTo>
                    <a:pt x="29935" y="55416"/>
                    <a:pt x="24585" y="76934"/>
                    <a:pt x="23916" y="79340"/>
                  </a:cubicBezTo>
                  <a:cubicBezTo>
                    <a:pt x="22177" y="86691"/>
                    <a:pt x="22043" y="87092"/>
                    <a:pt x="11343" y="87226"/>
                  </a:cubicBezTo>
                  <a:cubicBezTo>
                    <a:pt x="8802" y="87226"/>
                    <a:pt x="7731" y="87226"/>
                    <a:pt x="7731" y="89899"/>
                  </a:cubicBezTo>
                  <a:cubicBezTo>
                    <a:pt x="7731" y="91369"/>
                    <a:pt x="9337" y="91369"/>
                    <a:pt x="9604" y="91369"/>
                  </a:cubicBezTo>
                  <a:cubicBezTo>
                    <a:pt x="13349" y="91369"/>
                    <a:pt x="22712" y="90968"/>
                    <a:pt x="26457" y="90968"/>
                  </a:cubicBezTo>
                  <a:cubicBezTo>
                    <a:pt x="30203" y="90968"/>
                    <a:pt x="39833" y="91369"/>
                    <a:pt x="43578" y="91369"/>
                  </a:cubicBezTo>
                  <a:cubicBezTo>
                    <a:pt x="44515" y="91369"/>
                    <a:pt x="46120" y="91369"/>
                    <a:pt x="46120" y="88696"/>
                  </a:cubicBezTo>
                  <a:cubicBezTo>
                    <a:pt x="46120" y="87226"/>
                    <a:pt x="44916" y="87226"/>
                    <a:pt x="42375" y="87226"/>
                  </a:cubicBezTo>
                  <a:cubicBezTo>
                    <a:pt x="42107" y="87226"/>
                    <a:pt x="39566" y="87226"/>
                    <a:pt x="37292" y="86958"/>
                  </a:cubicBezTo>
                  <a:cubicBezTo>
                    <a:pt x="34483" y="86691"/>
                    <a:pt x="33680" y="86424"/>
                    <a:pt x="33680" y="84820"/>
                  </a:cubicBezTo>
                  <a:cubicBezTo>
                    <a:pt x="33680" y="83884"/>
                    <a:pt x="34884" y="79206"/>
                    <a:pt x="35553" y="76400"/>
                  </a:cubicBezTo>
                  <a:lnTo>
                    <a:pt x="40234" y="57555"/>
                  </a:lnTo>
                  <a:cubicBezTo>
                    <a:pt x="40903" y="55015"/>
                    <a:pt x="41037" y="54614"/>
                    <a:pt x="42107" y="53412"/>
                  </a:cubicBezTo>
                  <a:lnTo>
                    <a:pt x="75279" y="1532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5" name="Freeform: Shape 884">
              <a:extLst>
                <a:ext uri="{FF2B5EF4-FFF2-40B4-BE49-F238E27FC236}">
                  <a16:creationId xmlns:a16="http://schemas.microsoft.com/office/drawing/2014/main" id="{B7912625-7713-9E64-8E28-949502282B97}"/>
                </a:ext>
              </a:extLst>
            </p:cNvPr>
            <p:cNvSpPr/>
            <p:nvPr>
              <p:custDataLst>
                <p:tags r:id="rId152"/>
              </p:custDataLst>
            </p:nvPr>
          </p:nvSpPr>
          <p:spPr>
            <a:xfrm>
              <a:off x="8644833" y="3943099"/>
              <a:ext cx="81725" cy="103313"/>
            </a:xfrm>
            <a:custGeom>
              <a:avLst/>
              <a:gdLst>
                <a:gd name="connsiteX0" fmla="*/ 79302 w 81725"/>
                <a:gd name="connsiteY0" fmla="*/ 5698 h 103313"/>
                <a:gd name="connsiteX1" fmla="*/ 81844 w 81725"/>
                <a:gd name="connsiteY1" fmla="*/ 2757 h 103313"/>
                <a:gd name="connsiteX2" fmla="*/ 79169 w 81725"/>
                <a:gd name="connsiteY2" fmla="*/ 84 h 103313"/>
                <a:gd name="connsiteX3" fmla="*/ 76761 w 81725"/>
                <a:gd name="connsiteY3" fmla="*/ 886 h 103313"/>
                <a:gd name="connsiteX4" fmla="*/ 2793 w 81725"/>
                <a:gd name="connsiteY4" fmla="*/ 35770 h 103313"/>
                <a:gd name="connsiteX5" fmla="*/ 118 w 81725"/>
                <a:gd name="connsiteY5" fmla="*/ 38844 h 103313"/>
                <a:gd name="connsiteX6" fmla="*/ 2793 w 81725"/>
                <a:gd name="connsiteY6" fmla="*/ 41784 h 103313"/>
                <a:gd name="connsiteX7" fmla="*/ 76761 w 81725"/>
                <a:gd name="connsiteY7" fmla="*/ 76533 h 103313"/>
                <a:gd name="connsiteX8" fmla="*/ 79169 w 81725"/>
                <a:gd name="connsiteY8" fmla="*/ 77469 h 103313"/>
                <a:gd name="connsiteX9" fmla="*/ 81844 w 81725"/>
                <a:gd name="connsiteY9" fmla="*/ 74796 h 103313"/>
                <a:gd name="connsiteX10" fmla="*/ 79035 w 81725"/>
                <a:gd name="connsiteY10" fmla="*/ 71722 h 103313"/>
                <a:gd name="connsiteX11" fmla="*/ 9080 w 81725"/>
                <a:gd name="connsiteY11" fmla="*/ 38844 h 103313"/>
                <a:gd name="connsiteX12" fmla="*/ 79302 w 81725"/>
                <a:gd name="connsiteY12" fmla="*/ 5698 h 103313"/>
                <a:gd name="connsiteX13" fmla="*/ 77162 w 81725"/>
                <a:gd name="connsiteY13" fmla="*/ 103398 h 103313"/>
                <a:gd name="connsiteX14" fmla="*/ 81844 w 81725"/>
                <a:gd name="connsiteY14" fmla="*/ 100724 h 103313"/>
                <a:gd name="connsiteX15" fmla="*/ 77028 w 81725"/>
                <a:gd name="connsiteY15" fmla="*/ 98051 h 103313"/>
                <a:gd name="connsiteX16" fmla="*/ 4933 w 81725"/>
                <a:gd name="connsiteY16" fmla="*/ 98051 h 103313"/>
                <a:gd name="connsiteX17" fmla="*/ 118 w 81725"/>
                <a:gd name="connsiteY17" fmla="*/ 100724 h 103313"/>
                <a:gd name="connsiteX18" fmla="*/ 4800 w 81725"/>
                <a:gd name="connsiteY18" fmla="*/ 103398 h 103313"/>
                <a:gd name="connsiteX19" fmla="*/ 77162 w 81725"/>
                <a:gd name="connsiteY19" fmla="*/ 103398 h 10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725" h="103313">
                  <a:moveTo>
                    <a:pt x="79302" y="5698"/>
                  </a:moveTo>
                  <a:cubicBezTo>
                    <a:pt x="80774" y="5030"/>
                    <a:pt x="81844" y="4361"/>
                    <a:pt x="81844" y="2757"/>
                  </a:cubicBezTo>
                  <a:cubicBezTo>
                    <a:pt x="81844" y="1287"/>
                    <a:pt x="80774" y="84"/>
                    <a:pt x="79169" y="84"/>
                  </a:cubicBezTo>
                  <a:cubicBezTo>
                    <a:pt x="78500" y="84"/>
                    <a:pt x="77296" y="619"/>
                    <a:pt x="76761" y="886"/>
                  </a:cubicBezTo>
                  <a:lnTo>
                    <a:pt x="2793" y="35770"/>
                  </a:lnTo>
                  <a:cubicBezTo>
                    <a:pt x="519" y="36839"/>
                    <a:pt x="118" y="37774"/>
                    <a:pt x="118" y="38844"/>
                  </a:cubicBezTo>
                  <a:cubicBezTo>
                    <a:pt x="118" y="40046"/>
                    <a:pt x="921" y="40982"/>
                    <a:pt x="2793" y="41784"/>
                  </a:cubicBezTo>
                  <a:lnTo>
                    <a:pt x="76761" y="76533"/>
                  </a:lnTo>
                  <a:cubicBezTo>
                    <a:pt x="78500" y="77469"/>
                    <a:pt x="78767" y="77469"/>
                    <a:pt x="79169" y="77469"/>
                  </a:cubicBezTo>
                  <a:cubicBezTo>
                    <a:pt x="80640" y="77469"/>
                    <a:pt x="81844" y="76266"/>
                    <a:pt x="81844" y="74796"/>
                  </a:cubicBezTo>
                  <a:cubicBezTo>
                    <a:pt x="81844" y="73593"/>
                    <a:pt x="81309" y="72791"/>
                    <a:pt x="79035" y="71722"/>
                  </a:cubicBezTo>
                  <a:lnTo>
                    <a:pt x="9080" y="38844"/>
                  </a:lnTo>
                  <a:lnTo>
                    <a:pt x="79302" y="5698"/>
                  </a:lnTo>
                  <a:close/>
                  <a:moveTo>
                    <a:pt x="77162" y="103398"/>
                  </a:moveTo>
                  <a:cubicBezTo>
                    <a:pt x="79436" y="103398"/>
                    <a:pt x="81844" y="103398"/>
                    <a:pt x="81844" y="100724"/>
                  </a:cubicBezTo>
                  <a:cubicBezTo>
                    <a:pt x="81844" y="98051"/>
                    <a:pt x="79035" y="98051"/>
                    <a:pt x="77028" y="98051"/>
                  </a:cubicBezTo>
                  <a:lnTo>
                    <a:pt x="4933" y="98051"/>
                  </a:lnTo>
                  <a:cubicBezTo>
                    <a:pt x="2927" y="98051"/>
                    <a:pt x="118" y="98051"/>
                    <a:pt x="118" y="100724"/>
                  </a:cubicBezTo>
                  <a:cubicBezTo>
                    <a:pt x="118" y="103398"/>
                    <a:pt x="2526" y="103398"/>
                    <a:pt x="4800" y="103398"/>
                  </a:cubicBezTo>
                  <a:lnTo>
                    <a:pt x="77162" y="10339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6" name="Freeform: Shape 885">
              <a:extLst>
                <a:ext uri="{FF2B5EF4-FFF2-40B4-BE49-F238E27FC236}">
                  <a16:creationId xmlns:a16="http://schemas.microsoft.com/office/drawing/2014/main" id="{BE349BA5-8E7F-6506-7BE3-211D839B1405}"/>
                </a:ext>
              </a:extLst>
            </p:cNvPr>
            <p:cNvSpPr/>
            <p:nvPr>
              <p:custDataLst>
                <p:tags r:id="rId153"/>
              </p:custDataLst>
            </p:nvPr>
          </p:nvSpPr>
          <p:spPr>
            <a:xfrm>
              <a:off x="8781607" y="3939089"/>
              <a:ext cx="53369" cy="89012"/>
            </a:xfrm>
            <a:custGeom>
              <a:avLst/>
              <a:gdLst>
                <a:gd name="connsiteX0" fmla="*/ 10428 w 53369"/>
                <a:gd name="connsiteY0" fmla="*/ 78806 h 89012"/>
                <a:gd name="connsiteX1" fmla="*/ 24606 w 53369"/>
                <a:gd name="connsiteY1" fmla="*/ 65039 h 89012"/>
                <a:gd name="connsiteX2" fmla="*/ 53498 w 53369"/>
                <a:gd name="connsiteY2" fmla="*/ 26013 h 89012"/>
                <a:gd name="connsiteX3" fmla="*/ 25141 w 53369"/>
                <a:gd name="connsiteY3" fmla="*/ 84 h 89012"/>
                <a:gd name="connsiteX4" fmla="*/ 129 w 53369"/>
                <a:gd name="connsiteY4" fmla="*/ 24275 h 89012"/>
                <a:gd name="connsiteX5" fmla="*/ 7218 w 53369"/>
                <a:gd name="connsiteY5" fmla="*/ 31760 h 89012"/>
                <a:gd name="connsiteX6" fmla="*/ 14173 w 53369"/>
                <a:gd name="connsiteY6" fmla="*/ 24676 h 89012"/>
                <a:gd name="connsiteX7" fmla="*/ 7084 w 53369"/>
                <a:gd name="connsiteY7" fmla="*/ 17726 h 89012"/>
                <a:gd name="connsiteX8" fmla="*/ 5345 w 53369"/>
                <a:gd name="connsiteY8" fmla="*/ 17860 h 89012"/>
                <a:gd name="connsiteX9" fmla="*/ 23402 w 53369"/>
                <a:gd name="connsiteY9" fmla="*/ 4228 h 89012"/>
                <a:gd name="connsiteX10" fmla="*/ 41326 w 53369"/>
                <a:gd name="connsiteY10" fmla="*/ 26013 h 89012"/>
                <a:gd name="connsiteX11" fmla="*/ 27281 w 53369"/>
                <a:gd name="connsiteY11" fmla="*/ 55550 h 89012"/>
                <a:gd name="connsiteX12" fmla="*/ 1600 w 53369"/>
                <a:gd name="connsiteY12" fmla="*/ 84152 h 89012"/>
                <a:gd name="connsiteX13" fmla="*/ 129 w 53369"/>
                <a:gd name="connsiteY13" fmla="*/ 89097 h 89012"/>
                <a:gd name="connsiteX14" fmla="*/ 49753 w 53369"/>
                <a:gd name="connsiteY14" fmla="*/ 89097 h 89012"/>
                <a:gd name="connsiteX15" fmla="*/ 53498 w 53369"/>
                <a:gd name="connsiteY15" fmla="*/ 65841 h 89012"/>
                <a:gd name="connsiteX16" fmla="*/ 50154 w 53369"/>
                <a:gd name="connsiteY16" fmla="*/ 65841 h 89012"/>
                <a:gd name="connsiteX17" fmla="*/ 47211 w 53369"/>
                <a:gd name="connsiteY17" fmla="*/ 77736 h 89012"/>
                <a:gd name="connsiteX18" fmla="*/ 34504 w 53369"/>
                <a:gd name="connsiteY18" fmla="*/ 78806 h 89012"/>
                <a:gd name="connsiteX19" fmla="*/ 10428 w 53369"/>
                <a:gd name="connsiteY19" fmla="*/ 78806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69" h="89012">
                  <a:moveTo>
                    <a:pt x="10428" y="78806"/>
                  </a:moveTo>
                  <a:lnTo>
                    <a:pt x="24606" y="65039"/>
                  </a:lnTo>
                  <a:cubicBezTo>
                    <a:pt x="45472" y="46595"/>
                    <a:pt x="53498" y="39378"/>
                    <a:pt x="53498" y="26013"/>
                  </a:cubicBezTo>
                  <a:cubicBezTo>
                    <a:pt x="53498" y="10777"/>
                    <a:pt x="41460" y="84"/>
                    <a:pt x="25141" y="84"/>
                  </a:cubicBezTo>
                  <a:cubicBezTo>
                    <a:pt x="10027" y="84"/>
                    <a:pt x="129" y="12380"/>
                    <a:pt x="129" y="24275"/>
                  </a:cubicBezTo>
                  <a:cubicBezTo>
                    <a:pt x="129" y="31760"/>
                    <a:pt x="6816" y="31760"/>
                    <a:pt x="7218" y="31760"/>
                  </a:cubicBezTo>
                  <a:cubicBezTo>
                    <a:pt x="9492" y="31760"/>
                    <a:pt x="14173" y="30156"/>
                    <a:pt x="14173" y="24676"/>
                  </a:cubicBezTo>
                  <a:cubicBezTo>
                    <a:pt x="14173" y="21201"/>
                    <a:pt x="11765" y="17726"/>
                    <a:pt x="7084" y="17726"/>
                  </a:cubicBezTo>
                  <a:cubicBezTo>
                    <a:pt x="6014" y="17726"/>
                    <a:pt x="5746" y="17726"/>
                    <a:pt x="5345" y="17860"/>
                  </a:cubicBezTo>
                  <a:cubicBezTo>
                    <a:pt x="8422" y="9173"/>
                    <a:pt x="15644" y="4228"/>
                    <a:pt x="23402" y="4228"/>
                  </a:cubicBezTo>
                  <a:cubicBezTo>
                    <a:pt x="35574" y="4228"/>
                    <a:pt x="41326" y="15053"/>
                    <a:pt x="41326" y="26013"/>
                  </a:cubicBezTo>
                  <a:cubicBezTo>
                    <a:pt x="41326" y="36705"/>
                    <a:pt x="34638" y="47264"/>
                    <a:pt x="27281" y="55550"/>
                  </a:cubicBezTo>
                  <a:lnTo>
                    <a:pt x="1600" y="84152"/>
                  </a:lnTo>
                  <a:cubicBezTo>
                    <a:pt x="129" y="85622"/>
                    <a:pt x="129" y="85889"/>
                    <a:pt x="129" y="89097"/>
                  </a:cubicBezTo>
                  <a:lnTo>
                    <a:pt x="49753" y="89097"/>
                  </a:lnTo>
                  <a:lnTo>
                    <a:pt x="53498" y="65841"/>
                  </a:lnTo>
                  <a:lnTo>
                    <a:pt x="50154" y="65841"/>
                  </a:lnTo>
                  <a:cubicBezTo>
                    <a:pt x="49485" y="69851"/>
                    <a:pt x="48549" y="75732"/>
                    <a:pt x="47211" y="77736"/>
                  </a:cubicBezTo>
                  <a:cubicBezTo>
                    <a:pt x="46275" y="78806"/>
                    <a:pt x="37447" y="78806"/>
                    <a:pt x="34504" y="78806"/>
                  </a:cubicBezTo>
                  <a:lnTo>
                    <a:pt x="10428" y="7880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7" name="Freeform: Shape 886">
              <a:extLst>
                <a:ext uri="{FF2B5EF4-FFF2-40B4-BE49-F238E27FC236}">
                  <a16:creationId xmlns:a16="http://schemas.microsoft.com/office/drawing/2014/main" id="{6D2EA19A-BA9C-963B-F56F-3530CD0CF341}"/>
                </a:ext>
              </a:extLst>
            </p:cNvPr>
            <p:cNvSpPr/>
            <p:nvPr>
              <p:custDataLst>
                <p:tags r:id="rId154"/>
              </p:custDataLst>
            </p:nvPr>
          </p:nvSpPr>
          <p:spPr>
            <a:xfrm>
              <a:off x="8849422" y="3927863"/>
              <a:ext cx="31031" cy="133652"/>
            </a:xfrm>
            <a:custGeom>
              <a:avLst/>
              <a:gdLst>
                <a:gd name="connsiteX0" fmla="*/ 31165 w 31031"/>
                <a:gd name="connsiteY0" fmla="*/ 66910 h 133652"/>
                <a:gd name="connsiteX1" fmla="*/ 22337 w 31031"/>
                <a:gd name="connsiteY1" fmla="*/ 25211 h 133652"/>
                <a:gd name="connsiteX2" fmla="*/ 1471 w 31031"/>
                <a:gd name="connsiteY2" fmla="*/ 84 h 133652"/>
                <a:gd name="connsiteX3" fmla="*/ 134 w 31031"/>
                <a:gd name="connsiteY3" fmla="*/ 1421 h 133652"/>
                <a:gd name="connsiteX4" fmla="*/ 2675 w 31031"/>
                <a:gd name="connsiteY4" fmla="*/ 4495 h 133652"/>
                <a:gd name="connsiteX5" fmla="*/ 23407 w 31031"/>
                <a:gd name="connsiteY5" fmla="*/ 66910 h 133652"/>
                <a:gd name="connsiteX6" fmla="*/ 1872 w 31031"/>
                <a:gd name="connsiteY6" fmla="*/ 130128 h 133652"/>
                <a:gd name="connsiteX7" fmla="*/ 134 w 31031"/>
                <a:gd name="connsiteY7" fmla="*/ 132400 h 133652"/>
                <a:gd name="connsiteX8" fmla="*/ 1471 w 31031"/>
                <a:gd name="connsiteY8" fmla="*/ 133737 h 133652"/>
                <a:gd name="connsiteX9" fmla="*/ 22739 w 31031"/>
                <a:gd name="connsiteY9" fmla="*/ 107674 h 133652"/>
                <a:gd name="connsiteX10" fmla="*/ 31165 w 31031"/>
                <a:gd name="connsiteY10" fmla="*/ 66910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65" y="66910"/>
                  </a:moveTo>
                  <a:cubicBezTo>
                    <a:pt x="31165" y="56486"/>
                    <a:pt x="29694" y="40314"/>
                    <a:pt x="22337" y="25211"/>
                  </a:cubicBezTo>
                  <a:cubicBezTo>
                    <a:pt x="14312" y="8772"/>
                    <a:pt x="2809" y="84"/>
                    <a:pt x="1471" y="84"/>
                  </a:cubicBezTo>
                  <a:cubicBezTo>
                    <a:pt x="669" y="84"/>
                    <a:pt x="134" y="619"/>
                    <a:pt x="134" y="1421"/>
                  </a:cubicBezTo>
                  <a:cubicBezTo>
                    <a:pt x="134" y="1822"/>
                    <a:pt x="134" y="2089"/>
                    <a:pt x="2675" y="4495"/>
                  </a:cubicBezTo>
                  <a:cubicBezTo>
                    <a:pt x="15783" y="17726"/>
                    <a:pt x="23407" y="38977"/>
                    <a:pt x="23407" y="66910"/>
                  </a:cubicBezTo>
                  <a:cubicBezTo>
                    <a:pt x="23407" y="89765"/>
                    <a:pt x="18458" y="113288"/>
                    <a:pt x="1872" y="130128"/>
                  </a:cubicBezTo>
                  <a:cubicBezTo>
                    <a:pt x="134" y="131732"/>
                    <a:pt x="134" y="131999"/>
                    <a:pt x="134" y="132400"/>
                  </a:cubicBezTo>
                  <a:cubicBezTo>
                    <a:pt x="134" y="133202"/>
                    <a:pt x="669" y="133737"/>
                    <a:pt x="1471" y="133737"/>
                  </a:cubicBezTo>
                  <a:cubicBezTo>
                    <a:pt x="2809" y="133737"/>
                    <a:pt x="14847" y="124648"/>
                    <a:pt x="22739" y="107674"/>
                  </a:cubicBezTo>
                  <a:cubicBezTo>
                    <a:pt x="29560" y="92973"/>
                    <a:pt x="31165" y="78137"/>
                    <a:pt x="31165" y="66910"/>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8" name="Freeform: Shape 887">
              <a:extLst>
                <a:ext uri="{FF2B5EF4-FFF2-40B4-BE49-F238E27FC236}">
                  <a16:creationId xmlns:a16="http://schemas.microsoft.com/office/drawing/2014/main" id="{65A40F05-F723-66EE-9D3F-BDA24D49A249}"/>
                </a:ext>
              </a:extLst>
            </p:cNvPr>
            <p:cNvSpPr/>
            <p:nvPr>
              <p:custDataLst>
                <p:tags r:id="rId155"/>
              </p:custDataLst>
            </p:nvPr>
          </p:nvSpPr>
          <p:spPr>
            <a:xfrm>
              <a:off x="8311190" y="4082432"/>
              <a:ext cx="604167" cy="5345"/>
            </a:xfrm>
            <a:custGeom>
              <a:avLst/>
              <a:gdLst>
                <a:gd name="connsiteX0" fmla="*/ 0 w 604167"/>
                <a:gd name="connsiteY0" fmla="*/ 0 h 5345"/>
                <a:gd name="connsiteX1" fmla="*/ 604167 w 604167"/>
                <a:gd name="connsiteY1" fmla="*/ 0 h 5345"/>
                <a:gd name="connsiteX2" fmla="*/ 604167 w 604167"/>
                <a:gd name="connsiteY2" fmla="*/ 5346 h 5345"/>
                <a:gd name="connsiteX3" fmla="*/ 0 w 604167"/>
                <a:gd name="connsiteY3" fmla="*/ 5346 h 5345"/>
              </a:gdLst>
              <a:ahLst/>
              <a:cxnLst>
                <a:cxn ang="0">
                  <a:pos x="connsiteX0" y="connsiteY0"/>
                </a:cxn>
                <a:cxn ang="0">
                  <a:pos x="connsiteX1" y="connsiteY1"/>
                </a:cxn>
                <a:cxn ang="0">
                  <a:pos x="connsiteX2" y="connsiteY2"/>
                </a:cxn>
                <a:cxn ang="0">
                  <a:pos x="connsiteX3" y="connsiteY3"/>
                </a:cxn>
              </a:cxnLst>
              <a:rect l="l" t="t" r="r" b="b"/>
              <a:pathLst>
                <a:path w="604167" h="5345">
                  <a:moveTo>
                    <a:pt x="0" y="0"/>
                  </a:moveTo>
                  <a:lnTo>
                    <a:pt x="604167" y="0"/>
                  </a:lnTo>
                  <a:lnTo>
                    <a:pt x="604167" y="5346"/>
                  </a:lnTo>
                  <a:lnTo>
                    <a:pt x="0" y="534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89" name="Freeform: Shape 888">
              <a:extLst>
                <a:ext uri="{FF2B5EF4-FFF2-40B4-BE49-F238E27FC236}">
                  <a16:creationId xmlns:a16="http://schemas.microsoft.com/office/drawing/2014/main" id="{72E16484-3745-A14C-7A62-CE0C7DBE25FE}"/>
                </a:ext>
              </a:extLst>
            </p:cNvPr>
            <p:cNvSpPr/>
            <p:nvPr>
              <p:custDataLst>
                <p:tags r:id="rId156"/>
              </p:custDataLst>
            </p:nvPr>
          </p:nvSpPr>
          <p:spPr>
            <a:xfrm>
              <a:off x="8356639" y="4103875"/>
              <a:ext cx="35713" cy="20582"/>
            </a:xfrm>
            <a:custGeom>
              <a:avLst/>
              <a:gdLst>
                <a:gd name="connsiteX0" fmla="*/ 18020 w 35713"/>
                <a:gd name="connsiteY0" fmla="*/ 97 h 20582"/>
                <a:gd name="connsiteX1" fmla="*/ 96 w 35713"/>
                <a:gd name="connsiteY1" fmla="*/ 18274 h 20582"/>
                <a:gd name="connsiteX2" fmla="*/ 2504 w 35713"/>
                <a:gd name="connsiteY2" fmla="*/ 20679 h 20582"/>
                <a:gd name="connsiteX3" fmla="*/ 18020 w 35713"/>
                <a:gd name="connsiteY3" fmla="*/ 7047 h 20582"/>
                <a:gd name="connsiteX4" fmla="*/ 33402 w 35713"/>
                <a:gd name="connsiteY4" fmla="*/ 20679 h 20582"/>
                <a:gd name="connsiteX5" fmla="*/ 35809 w 35713"/>
                <a:gd name="connsiteY5" fmla="*/ 18274 h 20582"/>
                <a:gd name="connsiteX6" fmla="*/ 18020 w 35713"/>
                <a:gd name="connsiteY6" fmla="*/ 97 h 2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13" h="20582">
                  <a:moveTo>
                    <a:pt x="18020" y="97"/>
                  </a:moveTo>
                  <a:lnTo>
                    <a:pt x="96" y="18274"/>
                  </a:lnTo>
                  <a:lnTo>
                    <a:pt x="2504" y="20679"/>
                  </a:lnTo>
                  <a:lnTo>
                    <a:pt x="18020" y="7047"/>
                  </a:lnTo>
                  <a:lnTo>
                    <a:pt x="33402" y="20679"/>
                  </a:lnTo>
                  <a:lnTo>
                    <a:pt x="35809" y="18274"/>
                  </a:lnTo>
                  <a:lnTo>
                    <a:pt x="18020" y="9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0" name="Freeform: Shape 889">
              <a:extLst>
                <a:ext uri="{FF2B5EF4-FFF2-40B4-BE49-F238E27FC236}">
                  <a16:creationId xmlns:a16="http://schemas.microsoft.com/office/drawing/2014/main" id="{0CE64180-E71E-B307-6912-38599890BC71}"/>
                </a:ext>
              </a:extLst>
            </p:cNvPr>
            <p:cNvSpPr/>
            <p:nvPr>
              <p:custDataLst>
                <p:tags r:id="rId157"/>
              </p:custDataLst>
            </p:nvPr>
          </p:nvSpPr>
          <p:spPr>
            <a:xfrm>
              <a:off x="8316540" y="4139129"/>
              <a:ext cx="95502" cy="91284"/>
            </a:xfrm>
            <a:custGeom>
              <a:avLst/>
              <a:gdLst>
                <a:gd name="connsiteX0" fmla="*/ 35272 w 95502"/>
                <a:gd name="connsiteY0" fmla="*/ 49150 h 91284"/>
                <a:gd name="connsiteX1" fmla="*/ 58011 w 95502"/>
                <a:gd name="connsiteY1" fmla="*/ 49150 h 91284"/>
                <a:gd name="connsiteX2" fmla="*/ 95597 w 95502"/>
                <a:gd name="connsiteY2" fmla="*/ 20281 h 91284"/>
                <a:gd name="connsiteX3" fmla="*/ 69247 w 95502"/>
                <a:gd name="connsiteY3" fmla="*/ 99 h 91284"/>
                <a:gd name="connsiteX4" fmla="*/ 25909 w 95502"/>
                <a:gd name="connsiteY4" fmla="*/ 99 h 91284"/>
                <a:gd name="connsiteX5" fmla="*/ 21896 w 95502"/>
                <a:gd name="connsiteY5" fmla="*/ 2639 h 91284"/>
                <a:gd name="connsiteX6" fmla="*/ 25775 w 95502"/>
                <a:gd name="connsiteY6" fmla="*/ 4243 h 91284"/>
                <a:gd name="connsiteX7" fmla="*/ 31527 w 95502"/>
                <a:gd name="connsiteY7" fmla="*/ 4510 h 91284"/>
                <a:gd name="connsiteX8" fmla="*/ 34470 w 95502"/>
                <a:gd name="connsiteY8" fmla="*/ 6648 h 91284"/>
                <a:gd name="connsiteX9" fmla="*/ 33935 w 95502"/>
                <a:gd name="connsiteY9" fmla="*/ 9188 h 91284"/>
                <a:gd name="connsiteX10" fmla="*/ 16011 w 95502"/>
                <a:gd name="connsiteY10" fmla="*/ 80959 h 91284"/>
                <a:gd name="connsiteX11" fmla="*/ 3839 w 95502"/>
                <a:gd name="connsiteY11" fmla="*/ 87241 h 91284"/>
                <a:gd name="connsiteX12" fmla="*/ 94 w 95502"/>
                <a:gd name="connsiteY12" fmla="*/ 89780 h 91284"/>
                <a:gd name="connsiteX13" fmla="*/ 2100 w 95502"/>
                <a:gd name="connsiteY13" fmla="*/ 91384 h 91284"/>
                <a:gd name="connsiteX14" fmla="*/ 19088 w 95502"/>
                <a:gd name="connsiteY14" fmla="*/ 90983 h 91284"/>
                <a:gd name="connsiteX15" fmla="*/ 27648 w 95502"/>
                <a:gd name="connsiteY15" fmla="*/ 91117 h 91284"/>
                <a:gd name="connsiteX16" fmla="*/ 36342 w 95502"/>
                <a:gd name="connsiteY16" fmla="*/ 91384 h 91284"/>
                <a:gd name="connsiteX17" fmla="*/ 39017 w 95502"/>
                <a:gd name="connsiteY17" fmla="*/ 88711 h 91284"/>
                <a:gd name="connsiteX18" fmla="*/ 35272 w 95502"/>
                <a:gd name="connsiteY18" fmla="*/ 87241 h 91284"/>
                <a:gd name="connsiteX19" fmla="*/ 26578 w 95502"/>
                <a:gd name="connsiteY19" fmla="*/ 84835 h 91284"/>
                <a:gd name="connsiteX20" fmla="*/ 26979 w 95502"/>
                <a:gd name="connsiteY20" fmla="*/ 82563 h 91284"/>
                <a:gd name="connsiteX21" fmla="*/ 35272 w 95502"/>
                <a:gd name="connsiteY21" fmla="*/ 49150 h 91284"/>
                <a:gd name="connsiteX22" fmla="*/ 44903 w 95502"/>
                <a:gd name="connsiteY22" fmla="*/ 9321 h 91284"/>
                <a:gd name="connsiteX23" fmla="*/ 52126 w 95502"/>
                <a:gd name="connsiteY23" fmla="*/ 4243 h 91284"/>
                <a:gd name="connsiteX24" fmla="*/ 64966 w 95502"/>
                <a:gd name="connsiteY24" fmla="*/ 4243 h 91284"/>
                <a:gd name="connsiteX25" fmla="*/ 83157 w 95502"/>
                <a:gd name="connsiteY25" fmla="*/ 17073 h 91284"/>
                <a:gd name="connsiteX26" fmla="*/ 75266 w 95502"/>
                <a:gd name="connsiteY26" fmla="*/ 38591 h 91284"/>
                <a:gd name="connsiteX27" fmla="*/ 54667 w 95502"/>
                <a:gd name="connsiteY27" fmla="*/ 45675 h 91284"/>
                <a:gd name="connsiteX28" fmla="*/ 35807 w 95502"/>
                <a:gd name="connsiteY28" fmla="*/ 45675 h 91284"/>
                <a:gd name="connsiteX29" fmla="*/ 44903 w 95502"/>
                <a:gd name="connsiteY29" fmla="*/ 9321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5502" h="91284">
                  <a:moveTo>
                    <a:pt x="35272" y="49150"/>
                  </a:moveTo>
                  <a:lnTo>
                    <a:pt x="58011" y="49150"/>
                  </a:lnTo>
                  <a:cubicBezTo>
                    <a:pt x="77004" y="49150"/>
                    <a:pt x="95597" y="35250"/>
                    <a:pt x="95597" y="20281"/>
                  </a:cubicBezTo>
                  <a:cubicBezTo>
                    <a:pt x="95597" y="9990"/>
                    <a:pt x="86769" y="99"/>
                    <a:pt x="69247" y="99"/>
                  </a:cubicBezTo>
                  <a:lnTo>
                    <a:pt x="25909" y="99"/>
                  </a:lnTo>
                  <a:cubicBezTo>
                    <a:pt x="23368" y="99"/>
                    <a:pt x="21896" y="99"/>
                    <a:pt x="21896" y="2639"/>
                  </a:cubicBezTo>
                  <a:cubicBezTo>
                    <a:pt x="21896" y="4243"/>
                    <a:pt x="23100" y="4243"/>
                    <a:pt x="25775" y="4243"/>
                  </a:cubicBezTo>
                  <a:cubicBezTo>
                    <a:pt x="27514" y="4243"/>
                    <a:pt x="29922" y="4376"/>
                    <a:pt x="31527" y="4510"/>
                  </a:cubicBezTo>
                  <a:cubicBezTo>
                    <a:pt x="33667" y="4777"/>
                    <a:pt x="34470" y="5178"/>
                    <a:pt x="34470" y="6648"/>
                  </a:cubicBezTo>
                  <a:cubicBezTo>
                    <a:pt x="34470" y="7183"/>
                    <a:pt x="34336" y="7584"/>
                    <a:pt x="33935" y="9188"/>
                  </a:cubicBezTo>
                  <a:lnTo>
                    <a:pt x="16011" y="80959"/>
                  </a:lnTo>
                  <a:cubicBezTo>
                    <a:pt x="14674" y="86171"/>
                    <a:pt x="14406" y="87241"/>
                    <a:pt x="3839" y="87241"/>
                  </a:cubicBezTo>
                  <a:cubicBezTo>
                    <a:pt x="1565" y="87241"/>
                    <a:pt x="94" y="87241"/>
                    <a:pt x="94" y="89780"/>
                  </a:cubicBezTo>
                  <a:cubicBezTo>
                    <a:pt x="94" y="91384"/>
                    <a:pt x="1699" y="91384"/>
                    <a:pt x="2100" y="91384"/>
                  </a:cubicBezTo>
                  <a:cubicBezTo>
                    <a:pt x="5846" y="91384"/>
                    <a:pt x="15342" y="90983"/>
                    <a:pt x="19088" y="90983"/>
                  </a:cubicBezTo>
                  <a:cubicBezTo>
                    <a:pt x="21896" y="90983"/>
                    <a:pt x="24839" y="91117"/>
                    <a:pt x="27648" y="91117"/>
                  </a:cubicBezTo>
                  <a:cubicBezTo>
                    <a:pt x="30591" y="91117"/>
                    <a:pt x="33533" y="91384"/>
                    <a:pt x="36342" y="91384"/>
                  </a:cubicBezTo>
                  <a:cubicBezTo>
                    <a:pt x="37279" y="91384"/>
                    <a:pt x="39017" y="91384"/>
                    <a:pt x="39017" y="88711"/>
                  </a:cubicBezTo>
                  <a:cubicBezTo>
                    <a:pt x="39017" y="87241"/>
                    <a:pt x="37814" y="87241"/>
                    <a:pt x="35272" y="87241"/>
                  </a:cubicBezTo>
                  <a:cubicBezTo>
                    <a:pt x="30323" y="87241"/>
                    <a:pt x="26578" y="87241"/>
                    <a:pt x="26578" y="84835"/>
                  </a:cubicBezTo>
                  <a:cubicBezTo>
                    <a:pt x="26578" y="84033"/>
                    <a:pt x="26845" y="83365"/>
                    <a:pt x="26979" y="82563"/>
                  </a:cubicBezTo>
                  <a:lnTo>
                    <a:pt x="35272" y="49150"/>
                  </a:lnTo>
                  <a:close/>
                  <a:moveTo>
                    <a:pt x="44903" y="9321"/>
                  </a:moveTo>
                  <a:cubicBezTo>
                    <a:pt x="46107" y="4644"/>
                    <a:pt x="46374" y="4243"/>
                    <a:pt x="52126" y="4243"/>
                  </a:cubicBezTo>
                  <a:lnTo>
                    <a:pt x="64966" y="4243"/>
                  </a:lnTo>
                  <a:cubicBezTo>
                    <a:pt x="76068" y="4243"/>
                    <a:pt x="83157" y="7851"/>
                    <a:pt x="83157" y="17073"/>
                  </a:cubicBezTo>
                  <a:cubicBezTo>
                    <a:pt x="83157" y="22286"/>
                    <a:pt x="80482" y="33780"/>
                    <a:pt x="75266" y="38591"/>
                  </a:cubicBezTo>
                  <a:cubicBezTo>
                    <a:pt x="68578" y="44606"/>
                    <a:pt x="60552" y="45675"/>
                    <a:pt x="54667" y="45675"/>
                  </a:cubicBezTo>
                  <a:lnTo>
                    <a:pt x="35807" y="45675"/>
                  </a:lnTo>
                  <a:lnTo>
                    <a:pt x="44903" y="932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1" name="Freeform: Shape 890">
              <a:extLst>
                <a:ext uri="{FF2B5EF4-FFF2-40B4-BE49-F238E27FC236}">
                  <a16:creationId xmlns:a16="http://schemas.microsoft.com/office/drawing/2014/main" id="{5421FD6E-E9F8-504C-4A3F-BD7561500B50}"/>
                </a:ext>
              </a:extLst>
            </p:cNvPr>
            <p:cNvSpPr/>
            <p:nvPr>
              <p:custDataLst>
                <p:tags r:id="rId158"/>
              </p:custDataLst>
            </p:nvPr>
          </p:nvSpPr>
          <p:spPr>
            <a:xfrm>
              <a:off x="8428883" y="4130175"/>
              <a:ext cx="31031" cy="133652"/>
            </a:xfrm>
            <a:custGeom>
              <a:avLst/>
              <a:gdLst>
                <a:gd name="connsiteX0" fmla="*/ 31134 w 31031"/>
                <a:gd name="connsiteY0" fmla="*/ 132415 h 133652"/>
                <a:gd name="connsiteX1" fmla="*/ 28860 w 31031"/>
                <a:gd name="connsiteY1" fmla="*/ 129475 h 133652"/>
                <a:gd name="connsiteX2" fmla="*/ 7860 w 31031"/>
                <a:gd name="connsiteY2" fmla="*/ 66926 h 133652"/>
                <a:gd name="connsiteX3" fmla="*/ 29395 w 31031"/>
                <a:gd name="connsiteY3" fmla="*/ 3708 h 133652"/>
                <a:gd name="connsiteX4" fmla="*/ 31134 w 31031"/>
                <a:gd name="connsiteY4" fmla="*/ 1436 h 133652"/>
                <a:gd name="connsiteX5" fmla="*/ 29796 w 31031"/>
                <a:gd name="connsiteY5" fmla="*/ 99 h 133652"/>
                <a:gd name="connsiteX6" fmla="*/ 8529 w 31031"/>
                <a:gd name="connsiteY6" fmla="*/ 26162 h 133652"/>
                <a:gd name="connsiteX7" fmla="*/ 102 w 31031"/>
                <a:gd name="connsiteY7" fmla="*/ 66926 h 133652"/>
                <a:gd name="connsiteX8" fmla="*/ 8930 w 31031"/>
                <a:gd name="connsiteY8" fmla="*/ 108625 h 133652"/>
                <a:gd name="connsiteX9" fmla="*/ 29796 w 31031"/>
                <a:gd name="connsiteY9" fmla="*/ 133752 h 133652"/>
                <a:gd name="connsiteX10" fmla="*/ 31134 w 31031"/>
                <a:gd name="connsiteY10" fmla="*/ 132415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34" y="132415"/>
                  </a:moveTo>
                  <a:cubicBezTo>
                    <a:pt x="31134" y="132014"/>
                    <a:pt x="31134" y="131747"/>
                    <a:pt x="28860" y="129475"/>
                  </a:cubicBezTo>
                  <a:cubicBezTo>
                    <a:pt x="12140" y="112635"/>
                    <a:pt x="7860" y="87374"/>
                    <a:pt x="7860" y="66926"/>
                  </a:cubicBezTo>
                  <a:cubicBezTo>
                    <a:pt x="7860" y="43670"/>
                    <a:pt x="12943" y="20415"/>
                    <a:pt x="29395" y="3708"/>
                  </a:cubicBezTo>
                  <a:cubicBezTo>
                    <a:pt x="31134" y="2104"/>
                    <a:pt x="31134" y="1837"/>
                    <a:pt x="31134" y="1436"/>
                  </a:cubicBezTo>
                  <a:cubicBezTo>
                    <a:pt x="31134" y="500"/>
                    <a:pt x="30598" y="99"/>
                    <a:pt x="29796" y="99"/>
                  </a:cubicBezTo>
                  <a:cubicBezTo>
                    <a:pt x="28458" y="99"/>
                    <a:pt x="16420" y="9188"/>
                    <a:pt x="8529" y="26162"/>
                  </a:cubicBezTo>
                  <a:cubicBezTo>
                    <a:pt x="1707" y="40863"/>
                    <a:pt x="102" y="55699"/>
                    <a:pt x="102" y="66926"/>
                  </a:cubicBezTo>
                  <a:cubicBezTo>
                    <a:pt x="102" y="77350"/>
                    <a:pt x="1573" y="93522"/>
                    <a:pt x="8930" y="108625"/>
                  </a:cubicBezTo>
                  <a:cubicBezTo>
                    <a:pt x="16955" y="125064"/>
                    <a:pt x="28458" y="133752"/>
                    <a:pt x="29796" y="133752"/>
                  </a:cubicBezTo>
                  <a:cubicBezTo>
                    <a:pt x="30598" y="133752"/>
                    <a:pt x="31134" y="133351"/>
                    <a:pt x="31134" y="13241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2" name="Freeform: Shape 891">
              <a:extLst>
                <a:ext uri="{FF2B5EF4-FFF2-40B4-BE49-F238E27FC236}">
                  <a16:creationId xmlns:a16="http://schemas.microsoft.com/office/drawing/2014/main" id="{74A62FCF-93CD-D63B-8B26-51C497BE748B}"/>
                </a:ext>
              </a:extLst>
            </p:cNvPr>
            <p:cNvSpPr/>
            <p:nvPr>
              <p:custDataLst>
                <p:tags r:id="rId159"/>
              </p:custDataLst>
            </p:nvPr>
          </p:nvSpPr>
          <p:spPr>
            <a:xfrm>
              <a:off x="8472339" y="4139129"/>
              <a:ext cx="97241" cy="91284"/>
            </a:xfrm>
            <a:custGeom>
              <a:avLst/>
              <a:gdLst>
                <a:gd name="connsiteX0" fmla="*/ 75277 w 97241"/>
                <a:gd name="connsiteY0" fmla="*/ 15336 h 91284"/>
                <a:gd name="connsiteX1" fmla="*/ 77150 w 97241"/>
                <a:gd name="connsiteY1" fmla="*/ 13465 h 91284"/>
                <a:gd name="connsiteX2" fmla="*/ 94672 w 97241"/>
                <a:gd name="connsiteY2" fmla="*/ 4243 h 91284"/>
                <a:gd name="connsiteX3" fmla="*/ 97347 w 97241"/>
                <a:gd name="connsiteY3" fmla="*/ 1703 h 91284"/>
                <a:gd name="connsiteX4" fmla="*/ 95608 w 97241"/>
                <a:gd name="connsiteY4" fmla="*/ 99 h 91284"/>
                <a:gd name="connsiteX5" fmla="*/ 84640 w 97241"/>
                <a:gd name="connsiteY5" fmla="*/ 500 h 91284"/>
                <a:gd name="connsiteX6" fmla="*/ 71265 w 97241"/>
                <a:gd name="connsiteY6" fmla="*/ 99 h 91284"/>
                <a:gd name="connsiteX7" fmla="*/ 68723 w 97241"/>
                <a:gd name="connsiteY7" fmla="*/ 2639 h 91284"/>
                <a:gd name="connsiteX8" fmla="*/ 70730 w 97241"/>
                <a:gd name="connsiteY8" fmla="*/ 4243 h 91284"/>
                <a:gd name="connsiteX9" fmla="*/ 75545 w 97241"/>
                <a:gd name="connsiteY9" fmla="*/ 7317 h 91284"/>
                <a:gd name="connsiteX10" fmla="*/ 71933 w 97241"/>
                <a:gd name="connsiteY10" fmla="*/ 13732 h 91284"/>
                <a:gd name="connsiteX11" fmla="*/ 40902 w 97241"/>
                <a:gd name="connsiteY11" fmla="*/ 49417 h 91284"/>
                <a:gd name="connsiteX12" fmla="*/ 26188 w 97241"/>
                <a:gd name="connsiteY12" fmla="*/ 9722 h 91284"/>
                <a:gd name="connsiteX13" fmla="*/ 25386 w 97241"/>
                <a:gd name="connsiteY13" fmla="*/ 7450 h 91284"/>
                <a:gd name="connsiteX14" fmla="*/ 33277 w 97241"/>
                <a:gd name="connsiteY14" fmla="*/ 4243 h 91284"/>
                <a:gd name="connsiteX15" fmla="*/ 36488 w 97241"/>
                <a:gd name="connsiteY15" fmla="*/ 1570 h 91284"/>
                <a:gd name="connsiteX16" fmla="*/ 34481 w 97241"/>
                <a:gd name="connsiteY16" fmla="*/ 99 h 91284"/>
                <a:gd name="connsiteX17" fmla="*/ 17628 w 97241"/>
                <a:gd name="connsiteY17" fmla="*/ 500 h 91284"/>
                <a:gd name="connsiteX18" fmla="*/ 2647 w 97241"/>
                <a:gd name="connsiteY18" fmla="*/ 99 h 91284"/>
                <a:gd name="connsiteX19" fmla="*/ 106 w 97241"/>
                <a:gd name="connsiteY19" fmla="*/ 2773 h 91284"/>
                <a:gd name="connsiteX20" fmla="*/ 3182 w 97241"/>
                <a:gd name="connsiteY20" fmla="*/ 4243 h 91284"/>
                <a:gd name="connsiteX21" fmla="*/ 12946 w 97241"/>
                <a:gd name="connsiteY21" fmla="*/ 8787 h 91284"/>
                <a:gd name="connsiteX22" fmla="*/ 29399 w 97241"/>
                <a:gd name="connsiteY22" fmla="*/ 52758 h 91284"/>
                <a:gd name="connsiteX23" fmla="*/ 29934 w 97241"/>
                <a:gd name="connsiteY23" fmla="*/ 55031 h 91284"/>
                <a:gd name="connsiteX24" fmla="*/ 23914 w 97241"/>
                <a:gd name="connsiteY24" fmla="*/ 79355 h 91284"/>
                <a:gd name="connsiteX25" fmla="*/ 11341 w 97241"/>
                <a:gd name="connsiteY25" fmla="*/ 87241 h 91284"/>
                <a:gd name="connsiteX26" fmla="*/ 7730 w 97241"/>
                <a:gd name="connsiteY26" fmla="*/ 89914 h 91284"/>
                <a:gd name="connsiteX27" fmla="*/ 9602 w 97241"/>
                <a:gd name="connsiteY27" fmla="*/ 91384 h 91284"/>
                <a:gd name="connsiteX28" fmla="*/ 26456 w 97241"/>
                <a:gd name="connsiteY28" fmla="*/ 90983 h 91284"/>
                <a:gd name="connsiteX29" fmla="*/ 43577 w 97241"/>
                <a:gd name="connsiteY29" fmla="*/ 91384 h 91284"/>
                <a:gd name="connsiteX30" fmla="*/ 46118 w 97241"/>
                <a:gd name="connsiteY30" fmla="*/ 88711 h 91284"/>
                <a:gd name="connsiteX31" fmla="*/ 42373 w 97241"/>
                <a:gd name="connsiteY31" fmla="*/ 87241 h 91284"/>
                <a:gd name="connsiteX32" fmla="*/ 37290 w 97241"/>
                <a:gd name="connsiteY32" fmla="*/ 86973 h 91284"/>
                <a:gd name="connsiteX33" fmla="*/ 33679 w 97241"/>
                <a:gd name="connsiteY33" fmla="*/ 84835 h 91284"/>
                <a:gd name="connsiteX34" fmla="*/ 35551 w 97241"/>
                <a:gd name="connsiteY34" fmla="*/ 76415 h 91284"/>
                <a:gd name="connsiteX35" fmla="*/ 40233 w 97241"/>
                <a:gd name="connsiteY35" fmla="*/ 57570 h 91284"/>
                <a:gd name="connsiteX36" fmla="*/ 42105 w 97241"/>
                <a:gd name="connsiteY36" fmla="*/ 53427 h 91284"/>
                <a:gd name="connsiteX37" fmla="*/ 75277 w 97241"/>
                <a:gd name="connsiteY37" fmla="*/ 15336 h 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7241" h="91284">
                  <a:moveTo>
                    <a:pt x="75277" y="15336"/>
                  </a:moveTo>
                  <a:lnTo>
                    <a:pt x="77150" y="13465"/>
                  </a:lnTo>
                  <a:cubicBezTo>
                    <a:pt x="81163" y="9455"/>
                    <a:pt x="85577" y="4911"/>
                    <a:pt x="94672" y="4243"/>
                  </a:cubicBezTo>
                  <a:cubicBezTo>
                    <a:pt x="96143" y="4109"/>
                    <a:pt x="97347" y="4109"/>
                    <a:pt x="97347" y="1703"/>
                  </a:cubicBezTo>
                  <a:cubicBezTo>
                    <a:pt x="97347" y="634"/>
                    <a:pt x="96678" y="99"/>
                    <a:pt x="95608" y="99"/>
                  </a:cubicBezTo>
                  <a:cubicBezTo>
                    <a:pt x="92131" y="99"/>
                    <a:pt x="88252" y="500"/>
                    <a:pt x="84640" y="500"/>
                  </a:cubicBezTo>
                  <a:cubicBezTo>
                    <a:pt x="80226" y="500"/>
                    <a:pt x="75545" y="99"/>
                    <a:pt x="71265" y="99"/>
                  </a:cubicBezTo>
                  <a:cubicBezTo>
                    <a:pt x="70462" y="99"/>
                    <a:pt x="68723" y="99"/>
                    <a:pt x="68723" y="2639"/>
                  </a:cubicBezTo>
                  <a:cubicBezTo>
                    <a:pt x="68723" y="4109"/>
                    <a:pt x="70061" y="4243"/>
                    <a:pt x="70730" y="4243"/>
                  </a:cubicBezTo>
                  <a:cubicBezTo>
                    <a:pt x="71666" y="4243"/>
                    <a:pt x="75545" y="4510"/>
                    <a:pt x="75545" y="7317"/>
                  </a:cubicBezTo>
                  <a:cubicBezTo>
                    <a:pt x="75545" y="9589"/>
                    <a:pt x="72468" y="13064"/>
                    <a:pt x="71933" y="13732"/>
                  </a:cubicBezTo>
                  <a:lnTo>
                    <a:pt x="40902" y="49417"/>
                  </a:lnTo>
                  <a:lnTo>
                    <a:pt x="26188" y="9722"/>
                  </a:lnTo>
                  <a:cubicBezTo>
                    <a:pt x="25386" y="7851"/>
                    <a:pt x="25386" y="7584"/>
                    <a:pt x="25386" y="7450"/>
                  </a:cubicBezTo>
                  <a:cubicBezTo>
                    <a:pt x="25386" y="4243"/>
                    <a:pt x="31940" y="4243"/>
                    <a:pt x="33277" y="4243"/>
                  </a:cubicBezTo>
                  <a:cubicBezTo>
                    <a:pt x="35150" y="4243"/>
                    <a:pt x="36488" y="4243"/>
                    <a:pt x="36488" y="1570"/>
                  </a:cubicBezTo>
                  <a:cubicBezTo>
                    <a:pt x="36488" y="99"/>
                    <a:pt x="34883" y="99"/>
                    <a:pt x="34481" y="99"/>
                  </a:cubicBezTo>
                  <a:cubicBezTo>
                    <a:pt x="30736" y="99"/>
                    <a:pt x="21373" y="500"/>
                    <a:pt x="17628" y="500"/>
                  </a:cubicBezTo>
                  <a:cubicBezTo>
                    <a:pt x="14284" y="500"/>
                    <a:pt x="5991" y="99"/>
                    <a:pt x="2647" y="99"/>
                  </a:cubicBezTo>
                  <a:cubicBezTo>
                    <a:pt x="1845" y="99"/>
                    <a:pt x="106" y="99"/>
                    <a:pt x="106" y="2773"/>
                  </a:cubicBezTo>
                  <a:cubicBezTo>
                    <a:pt x="106" y="4243"/>
                    <a:pt x="1443" y="4243"/>
                    <a:pt x="3182" y="4243"/>
                  </a:cubicBezTo>
                  <a:cubicBezTo>
                    <a:pt x="11208" y="4243"/>
                    <a:pt x="11743" y="5446"/>
                    <a:pt x="12946" y="8787"/>
                  </a:cubicBezTo>
                  <a:lnTo>
                    <a:pt x="29399" y="52758"/>
                  </a:lnTo>
                  <a:cubicBezTo>
                    <a:pt x="29532" y="53159"/>
                    <a:pt x="29934" y="54630"/>
                    <a:pt x="29934" y="55031"/>
                  </a:cubicBezTo>
                  <a:cubicBezTo>
                    <a:pt x="29934" y="55431"/>
                    <a:pt x="24583" y="76949"/>
                    <a:pt x="23914" y="79355"/>
                  </a:cubicBezTo>
                  <a:cubicBezTo>
                    <a:pt x="22176" y="86706"/>
                    <a:pt x="22042" y="87107"/>
                    <a:pt x="11341" y="87241"/>
                  </a:cubicBezTo>
                  <a:cubicBezTo>
                    <a:pt x="8800" y="87241"/>
                    <a:pt x="7730" y="87241"/>
                    <a:pt x="7730" y="89914"/>
                  </a:cubicBezTo>
                  <a:cubicBezTo>
                    <a:pt x="7730" y="91384"/>
                    <a:pt x="9335" y="91384"/>
                    <a:pt x="9602" y="91384"/>
                  </a:cubicBezTo>
                  <a:cubicBezTo>
                    <a:pt x="13348" y="91384"/>
                    <a:pt x="22711" y="90983"/>
                    <a:pt x="26456" y="90983"/>
                  </a:cubicBezTo>
                  <a:cubicBezTo>
                    <a:pt x="30201" y="90983"/>
                    <a:pt x="39832" y="91384"/>
                    <a:pt x="43577" y="91384"/>
                  </a:cubicBezTo>
                  <a:cubicBezTo>
                    <a:pt x="44513" y="91384"/>
                    <a:pt x="46118" y="91384"/>
                    <a:pt x="46118" y="88711"/>
                  </a:cubicBezTo>
                  <a:cubicBezTo>
                    <a:pt x="46118" y="87241"/>
                    <a:pt x="44914" y="87241"/>
                    <a:pt x="42373" y="87241"/>
                  </a:cubicBezTo>
                  <a:cubicBezTo>
                    <a:pt x="42105" y="87241"/>
                    <a:pt x="39564" y="87241"/>
                    <a:pt x="37290" y="86973"/>
                  </a:cubicBezTo>
                  <a:cubicBezTo>
                    <a:pt x="34481" y="86706"/>
                    <a:pt x="33679" y="86439"/>
                    <a:pt x="33679" y="84835"/>
                  </a:cubicBezTo>
                  <a:cubicBezTo>
                    <a:pt x="33679" y="83899"/>
                    <a:pt x="34883" y="79222"/>
                    <a:pt x="35551" y="76415"/>
                  </a:cubicBezTo>
                  <a:lnTo>
                    <a:pt x="40233" y="57570"/>
                  </a:lnTo>
                  <a:cubicBezTo>
                    <a:pt x="40902" y="55031"/>
                    <a:pt x="41035" y="54630"/>
                    <a:pt x="42105" y="53427"/>
                  </a:cubicBezTo>
                  <a:lnTo>
                    <a:pt x="75277" y="1533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3" name="Freeform: Shape 892">
              <a:extLst>
                <a:ext uri="{FF2B5EF4-FFF2-40B4-BE49-F238E27FC236}">
                  <a16:creationId xmlns:a16="http://schemas.microsoft.com/office/drawing/2014/main" id="{3A7E08D3-4182-C4D8-3764-62AC403BF280}"/>
                </a:ext>
              </a:extLst>
            </p:cNvPr>
            <p:cNvSpPr/>
            <p:nvPr>
              <p:custDataLst>
                <p:tags r:id="rId160"/>
              </p:custDataLst>
            </p:nvPr>
          </p:nvSpPr>
          <p:spPr>
            <a:xfrm>
              <a:off x="8549712" y="4209203"/>
              <a:ext cx="57207" cy="42193"/>
            </a:xfrm>
            <a:custGeom>
              <a:avLst/>
              <a:gdLst>
                <a:gd name="connsiteX0" fmla="*/ 7134 w 57207"/>
                <a:gd name="connsiteY0" fmla="*/ 35465 h 42193"/>
                <a:gd name="connsiteX1" fmla="*/ 6197 w 57207"/>
                <a:gd name="connsiteY1" fmla="*/ 39301 h 42193"/>
                <a:gd name="connsiteX2" fmla="*/ 9381 w 57207"/>
                <a:gd name="connsiteY2" fmla="*/ 42295 h 42193"/>
                <a:gd name="connsiteX3" fmla="*/ 13032 w 57207"/>
                <a:gd name="connsiteY3" fmla="*/ 40237 h 42193"/>
                <a:gd name="connsiteX4" fmla="*/ 14718 w 57207"/>
                <a:gd name="connsiteY4" fmla="*/ 34436 h 42193"/>
                <a:gd name="connsiteX5" fmla="*/ 16778 w 57207"/>
                <a:gd name="connsiteY5" fmla="*/ 26016 h 42193"/>
                <a:gd name="connsiteX6" fmla="*/ 18369 w 57207"/>
                <a:gd name="connsiteY6" fmla="*/ 19748 h 42193"/>
                <a:gd name="connsiteX7" fmla="*/ 22302 w 57207"/>
                <a:gd name="connsiteY7" fmla="*/ 11328 h 42193"/>
                <a:gd name="connsiteX8" fmla="*/ 36346 w 57207"/>
                <a:gd name="connsiteY8" fmla="*/ 2721 h 42193"/>
                <a:gd name="connsiteX9" fmla="*/ 41870 w 57207"/>
                <a:gd name="connsiteY9" fmla="*/ 9270 h 42193"/>
                <a:gd name="connsiteX10" fmla="*/ 36346 w 57207"/>
                <a:gd name="connsiteY10" fmla="*/ 29197 h 42193"/>
                <a:gd name="connsiteX11" fmla="*/ 34942 w 57207"/>
                <a:gd name="connsiteY11" fmla="*/ 34249 h 42193"/>
                <a:gd name="connsiteX12" fmla="*/ 43837 w 57207"/>
                <a:gd name="connsiteY12" fmla="*/ 42295 h 42193"/>
                <a:gd name="connsiteX13" fmla="*/ 57319 w 57207"/>
                <a:gd name="connsiteY13" fmla="*/ 27981 h 42193"/>
                <a:gd name="connsiteX14" fmla="*/ 55821 w 57207"/>
                <a:gd name="connsiteY14" fmla="*/ 26765 h 42193"/>
                <a:gd name="connsiteX15" fmla="*/ 54042 w 57207"/>
                <a:gd name="connsiteY15" fmla="*/ 28355 h 42193"/>
                <a:gd name="connsiteX16" fmla="*/ 44118 w 57207"/>
                <a:gd name="connsiteY16" fmla="*/ 39675 h 42193"/>
                <a:gd name="connsiteX17" fmla="*/ 41777 w 57207"/>
                <a:gd name="connsiteY17" fmla="*/ 36401 h 42193"/>
                <a:gd name="connsiteX18" fmla="*/ 43930 w 57207"/>
                <a:gd name="connsiteY18" fmla="*/ 28823 h 42193"/>
                <a:gd name="connsiteX19" fmla="*/ 48893 w 57207"/>
                <a:gd name="connsiteY19" fmla="*/ 10766 h 42193"/>
                <a:gd name="connsiteX20" fmla="*/ 36721 w 57207"/>
                <a:gd name="connsiteY20" fmla="*/ 101 h 42193"/>
                <a:gd name="connsiteX21" fmla="*/ 20897 w 57207"/>
                <a:gd name="connsiteY21" fmla="*/ 8615 h 42193"/>
                <a:gd name="connsiteX22" fmla="*/ 10879 w 57207"/>
                <a:gd name="connsiteY22" fmla="*/ 101 h 42193"/>
                <a:gd name="connsiteX23" fmla="*/ 3482 w 57207"/>
                <a:gd name="connsiteY23" fmla="*/ 5153 h 42193"/>
                <a:gd name="connsiteX24" fmla="*/ 111 w 57207"/>
                <a:gd name="connsiteY24" fmla="*/ 14415 h 42193"/>
                <a:gd name="connsiteX25" fmla="*/ 1703 w 57207"/>
                <a:gd name="connsiteY25" fmla="*/ 15631 h 42193"/>
                <a:gd name="connsiteX26" fmla="*/ 3763 w 57207"/>
                <a:gd name="connsiteY26" fmla="*/ 12825 h 42193"/>
                <a:gd name="connsiteX27" fmla="*/ 10598 w 57207"/>
                <a:gd name="connsiteY27" fmla="*/ 2721 h 42193"/>
                <a:gd name="connsiteX28" fmla="*/ 13688 w 57207"/>
                <a:gd name="connsiteY28" fmla="*/ 7305 h 42193"/>
                <a:gd name="connsiteX29" fmla="*/ 12190 w 57207"/>
                <a:gd name="connsiteY29" fmla="*/ 15070 h 42193"/>
                <a:gd name="connsiteX30" fmla="*/ 10130 w 57207"/>
                <a:gd name="connsiteY30" fmla="*/ 23490 h 42193"/>
                <a:gd name="connsiteX31" fmla="*/ 7134 w 57207"/>
                <a:gd name="connsiteY31" fmla="*/ 35465 h 4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7207" h="42193">
                  <a:moveTo>
                    <a:pt x="7134" y="35465"/>
                  </a:moveTo>
                  <a:cubicBezTo>
                    <a:pt x="6759" y="36682"/>
                    <a:pt x="6197" y="39021"/>
                    <a:pt x="6197" y="39301"/>
                  </a:cubicBezTo>
                  <a:cubicBezTo>
                    <a:pt x="6197" y="41359"/>
                    <a:pt x="7883" y="42295"/>
                    <a:pt x="9381" y="42295"/>
                  </a:cubicBezTo>
                  <a:cubicBezTo>
                    <a:pt x="11066" y="42295"/>
                    <a:pt x="12564" y="41079"/>
                    <a:pt x="13032" y="40237"/>
                  </a:cubicBezTo>
                  <a:cubicBezTo>
                    <a:pt x="13501" y="39395"/>
                    <a:pt x="14250" y="36401"/>
                    <a:pt x="14718" y="34436"/>
                  </a:cubicBezTo>
                  <a:cubicBezTo>
                    <a:pt x="15186" y="32659"/>
                    <a:pt x="16216" y="28355"/>
                    <a:pt x="16778" y="26016"/>
                  </a:cubicBezTo>
                  <a:cubicBezTo>
                    <a:pt x="17339" y="23958"/>
                    <a:pt x="17901" y="21900"/>
                    <a:pt x="18369" y="19748"/>
                  </a:cubicBezTo>
                  <a:cubicBezTo>
                    <a:pt x="19399" y="15912"/>
                    <a:pt x="19587" y="15164"/>
                    <a:pt x="22302" y="11328"/>
                  </a:cubicBezTo>
                  <a:cubicBezTo>
                    <a:pt x="24923" y="7586"/>
                    <a:pt x="29324" y="2721"/>
                    <a:pt x="36346" y="2721"/>
                  </a:cubicBezTo>
                  <a:cubicBezTo>
                    <a:pt x="41777" y="2721"/>
                    <a:pt x="41870" y="7492"/>
                    <a:pt x="41870" y="9270"/>
                  </a:cubicBezTo>
                  <a:cubicBezTo>
                    <a:pt x="41870" y="14883"/>
                    <a:pt x="37844" y="25268"/>
                    <a:pt x="36346" y="29197"/>
                  </a:cubicBezTo>
                  <a:cubicBezTo>
                    <a:pt x="35316" y="31817"/>
                    <a:pt x="34942" y="32659"/>
                    <a:pt x="34942" y="34249"/>
                  </a:cubicBezTo>
                  <a:cubicBezTo>
                    <a:pt x="34942" y="39208"/>
                    <a:pt x="39062" y="42295"/>
                    <a:pt x="43837" y="42295"/>
                  </a:cubicBezTo>
                  <a:cubicBezTo>
                    <a:pt x="53200" y="42295"/>
                    <a:pt x="57319" y="29384"/>
                    <a:pt x="57319" y="27981"/>
                  </a:cubicBezTo>
                  <a:cubicBezTo>
                    <a:pt x="57319" y="26765"/>
                    <a:pt x="56102" y="26765"/>
                    <a:pt x="55821" y="26765"/>
                  </a:cubicBezTo>
                  <a:cubicBezTo>
                    <a:pt x="54511" y="26765"/>
                    <a:pt x="54417" y="27326"/>
                    <a:pt x="54042" y="28355"/>
                  </a:cubicBezTo>
                  <a:cubicBezTo>
                    <a:pt x="51889" y="35840"/>
                    <a:pt x="47863" y="39675"/>
                    <a:pt x="44118" y="39675"/>
                  </a:cubicBezTo>
                  <a:cubicBezTo>
                    <a:pt x="42151" y="39675"/>
                    <a:pt x="41777" y="38366"/>
                    <a:pt x="41777" y="36401"/>
                  </a:cubicBezTo>
                  <a:cubicBezTo>
                    <a:pt x="41777" y="34249"/>
                    <a:pt x="42245" y="33033"/>
                    <a:pt x="43930" y="28823"/>
                  </a:cubicBezTo>
                  <a:cubicBezTo>
                    <a:pt x="45054" y="25923"/>
                    <a:pt x="48893" y="16006"/>
                    <a:pt x="48893" y="10766"/>
                  </a:cubicBezTo>
                  <a:cubicBezTo>
                    <a:pt x="48893" y="1691"/>
                    <a:pt x="41683" y="101"/>
                    <a:pt x="36721" y="101"/>
                  </a:cubicBezTo>
                  <a:cubicBezTo>
                    <a:pt x="28950" y="101"/>
                    <a:pt x="23706" y="4872"/>
                    <a:pt x="20897" y="8615"/>
                  </a:cubicBezTo>
                  <a:cubicBezTo>
                    <a:pt x="20242" y="2159"/>
                    <a:pt x="14718" y="101"/>
                    <a:pt x="10879" y="101"/>
                  </a:cubicBezTo>
                  <a:cubicBezTo>
                    <a:pt x="6853" y="101"/>
                    <a:pt x="4699" y="3001"/>
                    <a:pt x="3482" y="5153"/>
                  </a:cubicBezTo>
                  <a:cubicBezTo>
                    <a:pt x="1422" y="8615"/>
                    <a:pt x="111" y="13947"/>
                    <a:pt x="111" y="14415"/>
                  </a:cubicBezTo>
                  <a:cubicBezTo>
                    <a:pt x="111" y="15631"/>
                    <a:pt x="1422" y="15631"/>
                    <a:pt x="1703" y="15631"/>
                  </a:cubicBezTo>
                  <a:cubicBezTo>
                    <a:pt x="3014" y="15631"/>
                    <a:pt x="3108" y="15351"/>
                    <a:pt x="3763" y="12825"/>
                  </a:cubicBezTo>
                  <a:cubicBezTo>
                    <a:pt x="5168" y="7305"/>
                    <a:pt x="6946" y="2721"/>
                    <a:pt x="10598" y="2721"/>
                  </a:cubicBezTo>
                  <a:cubicBezTo>
                    <a:pt x="13032" y="2721"/>
                    <a:pt x="13688" y="4779"/>
                    <a:pt x="13688" y="7305"/>
                  </a:cubicBezTo>
                  <a:cubicBezTo>
                    <a:pt x="13688" y="9082"/>
                    <a:pt x="12845" y="12544"/>
                    <a:pt x="12190" y="15070"/>
                  </a:cubicBezTo>
                  <a:cubicBezTo>
                    <a:pt x="11534" y="17596"/>
                    <a:pt x="10598" y="21432"/>
                    <a:pt x="10130" y="23490"/>
                  </a:cubicBezTo>
                  <a:lnTo>
                    <a:pt x="7134" y="35465"/>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4" name="Freeform: Shape 893">
              <a:extLst>
                <a:ext uri="{FF2B5EF4-FFF2-40B4-BE49-F238E27FC236}">
                  <a16:creationId xmlns:a16="http://schemas.microsoft.com/office/drawing/2014/main" id="{67672DD7-A0E8-64EA-7204-827C804BF98F}"/>
                </a:ext>
              </a:extLst>
            </p:cNvPr>
            <p:cNvSpPr/>
            <p:nvPr>
              <p:custDataLst>
                <p:tags r:id="rId161"/>
              </p:custDataLst>
            </p:nvPr>
          </p:nvSpPr>
          <p:spPr>
            <a:xfrm>
              <a:off x="8666376" y="4158242"/>
              <a:ext cx="81725" cy="77518"/>
            </a:xfrm>
            <a:custGeom>
              <a:avLst/>
              <a:gdLst>
                <a:gd name="connsiteX0" fmla="*/ 79304 w 81725"/>
                <a:gd name="connsiteY0" fmla="*/ 41799 h 77518"/>
                <a:gd name="connsiteX1" fmla="*/ 81845 w 81725"/>
                <a:gd name="connsiteY1" fmla="*/ 38859 h 77518"/>
                <a:gd name="connsiteX2" fmla="*/ 79304 w 81725"/>
                <a:gd name="connsiteY2" fmla="*/ 35918 h 77518"/>
                <a:gd name="connsiteX3" fmla="*/ 5202 w 81725"/>
                <a:gd name="connsiteY3" fmla="*/ 1035 h 77518"/>
                <a:gd name="connsiteX4" fmla="*/ 2795 w 81725"/>
                <a:gd name="connsiteY4" fmla="*/ 99 h 77518"/>
                <a:gd name="connsiteX5" fmla="*/ 120 w 81725"/>
                <a:gd name="connsiteY5" fmla="*/ 2773 h 77518"/>
                <a:gd name="connsiteX6" fmla="*/ 2661 w 81725"/>
                <a:gd name="connsiteY6" fmla="*/ 5713 h 77518"/>
                <a:gd name="connsiteX7" fmla="*/ 72884 w 81725"/>
                <a:gd name="connsiteY7" fmla="*/ 38859 h 77518"/>
                <a:gd name="connsiteX8" fmla="*/ 2661 w 81725"/>
                <a:gd name="connsiteY8" fmla="*/ 72004 h 77518"/>
                <a:gd name="connsiteX9" fmla="*/ 120 w 81725"/>
                <a:gd name="connsiteY9" fmla="*/ 74945 h 77518"/>
                <a:gd name="connsiteX10" fmla="*/ 2795 w 81725"/>
                <a:gd name="connsiteY10" fmla="*/ 77618 h 77518"/>
                <a:gd name="connsiteX11" fmla="*/ 5202 w 81725"/>
                <a:gd name="connsiteY11" fmla="*/ 76682 h 77518"/>
                <a:gd name="connsiteX12" fmla="*/ 79304 w 81725"/>
                <a:gd name="connsiteY12" fmla="*/ 41799 h 7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725" h="77518">
                  <a:moveTo>
                    <a:pt x="79304" y="41799"/>
                  </a:moveTo>
                  <a:cubicBezTo>
                    <a:pt x="80775" y="41131"/>
                    <a:pt x="81845" y="40462"/>
                    <a:pt x="81845" y="38859"/>
                  </a:cubicBezTo>
                  <a:cubicBezTo>
                    <a:pt x="81845" y="37255"/>
                    <a:pt x="80775" y="36587"/>
                    <a:pt x="79304" y="35918"/>
                  </a:cubicBezTo>
                  <a:lnTo>
                    <a:pt x="5202" y="1035"/>
                  </a:lnTo>
                  <a:cubicBezTo>
                    <a:pt x="3464" y="99"/>
                    <a:pt x="3196" y="99"/>
                    <a:pt x="2795" y="99"/>
                  </a:cubicBezTo>
                  <a:cubicBezTo>
                    <a:pt x="1323" y="99"/>
                    <a:pt x="120" y="1302"/>
                    <a:pt x="120" y="2773"/>
                  </a:cubicBezTo>
                  <a:cubicBezTo>
                    <a:pt x="120" y="3975"/>
                    <a:pt x="788" y="4777"/>
                    <a:pt x="2661" y="5713"/>
                  </a:cubicBezTo>
                  <a:lnTo>
                    <a:pt x="72884" y="38859"/>
                  </a:lnTo>
                  <a:lnTo>
                    <a:pt x="2661" y="72004"/>
                  </a:lnTo>
                  <a:cubicBezTo>
                    <a:pt x="788" y="72940"/>
                    <a:pt x="120" y="73742"/>
                    <a:pt x="120" y="74945"/>
                  </a:cubicBezTo>
                  <a:cubicBezTo>
                    <a:pt x="120" y="76415"/>
                    <a:pt x="1323" y="77618"/>
                    <a:pt x="2795" y="77618"/>
                  </a:cubicBezTo>
                  <a:cubicBezTo>
                    <a:pt x="3196" y="77618"/>
                    <a:pt x="3464" y="77618"/>
                    <a:pt x="5202" y="76682"/>
                  </a:cubicBezTo>
                  <a:lnTo>
                    <a:pt x="79304" y="41799"/>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5" name="Freeform: Shape 894">
              <a:extLst>
                <a:ext uri="{FF2B5EF4-FFF2-40B4-BE49-F238E27FC236}">
                  <a16:creationId xmlns:a16="http://schemas.microsoft.com/office/drawing/2014/main" id="{BE29480B-1D84-B2B7-868F-D28CAC6910E2}"/>
                </a:ext>
              </a:extLst>
            </p:cNvPr>
            <p:cNvSpPr/>
            <p:nvPr>
              <p:custDataLst>
                <p:tags r:id="rId162"/>
              </p:custDataLst>
            </p:nvPr>
          </p:nvSpPr>
          <p:spPr>
            <a:xfrm>
              <a:off x="8803149" y="4141401"/>
              <a:ext cx="53369" cy="89012"/>
            </a:xfrm>
            <a:custGeom>
              <a:avLst/>
              <a:gdLst>
                <a:gd name="connsiteX0" fmla="*/ 10429 w 53369"/>
                <a:gd name="connsiteY0" fmla="*/ 78821 h 89012"/>
                <a:gd name="connsiteX1" fmla="*/ 24608 w 53369"/>
                <a:gd name="connsiteY1" fmla="*/ 65054 h 89012"/>
                <a:gd name="connsiteX2" fmla="*/ 53499 w 53369"/>
                <a:gd name="connsiteY2" fmla="*/ 26028 h 89012"/>
                <a:gd name="connsiteX3" fmla="*/ 25143 w 53369"/>
                <a:gd name="connsiteY3" fmla="*/ 99 h 89012"/>
                <a:gd name="connsiteX4" fmla="*/ 130 w 53369"/>
                <a:gd name="connsiteY4" fmla="*/ 24291 h 89012"/>
                <a:gd name="connsiteX5" fmla="*/ 7219 w 53369"/>
                <a:gd name="connsiteY5" fmla="*/ 31775 h 89012"/>
                <a:gd name="connsiteX6" fmla="*/ 14175 w 53369"/>
                <a:gd name="connsiteY6" fmla="*/ 24691 h 89012"/>
                <a:gd name="connsiteX7" fmla="*/ 7086 w 53369"/>
                <a:gd name="connsiteY7" fmla="*/ 17742 h 89012"/>
                <a:gd name="connsiteX8" fmla="*/ 5347 w 53369"/>
                <a:gd name="connsiteY8" fmla="*/ 17875 h 89012"/>
                <a:gd name="connsiteX9" fmla="*/ 23404 w 53369"/>
                <a:gd name="connsiteY9" fmla="*/ 4243 h 89012"/>
                <a:gd name="connsiteX10" fmla="*/ 41327 w 53369"/>
                <a:gd name="connsiteY10" fmla="*/ 26028 h 89012"/>
                <a:gd name="connsiteX11" fmla="*/ 27283 w 53369"/>
                <a:gd name="connsiteY11" fmla="*/ 55565 h 89012"/>
                <a:gd name="connsiteX12" fmla="*/ 1602 w 53369"/>
                <a:gd name="connsiteY12" fmla="*/ 84167 h 89012"/>
                <a:gd name="connsiteX13" fmla="*/ 130 w 53369"/>
                <a:gd name="connsiteY13" fmla="*/ 89112 h 89012"/>
                <a:gd name="connsiteX14" fmla="*/ 49754 w 53369"/>
                <a:gd name="connsiteY14" fmla="*/ 89112 h 89012"/>
                <a:gd name="connsiteX15" fmla="*/ 53499 w 53369"/>
                <a:gd name="connsiteY15" fmla="*/ 65856 h 89012"/>
                <a:gd name="connsiteX16" fmla="*/ 50155 w 53369"/>
                <a:gd name="connsiteY16" fmla="*/ 65856 h 89012"/>
                <a:gd name="connsiteX17" fmla="*/ 47213 w 53369"/>
                <a:gd name="connsiteY17" fmla="*/ 77751 h 89012"/>
                <a:gd name="connsiteX18" fmla="*/ 34506 w 53369"/>
                <a:gd name="connsiteY18" fmla="*/ 78821 h 89012"/>
                <a:gd name="connsiteX19" fmla="*/ 10429 w 53369"/>
                <a:gd name="connsiteY19" fmla="*/ 78821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69" h="89012">
                  <a:moveTo>
                    <a:pt x="10429" y="78821"/>
                  </a:moveTo>
                  <a:lnTo>
                    <a:pt x="24608" y="65054"/>
                  </a:lnTo>
                  <a:cubicBezTo>
                    <a:pt x="45474" y="46610"/>
                    <a:pt x="53499" y="39393"/>
                    <a:pt x="53499" y="26028"/>
                  </a:cubicBezTo>
                  <a:cubicBezTo>
                    <a:pt x="53499" y="10792"/>
                    <a:pt x="41461" y="99"/>
                    <a:pt x="25143" y="99"/>
                  </a:cubicBezTo>
                  <a:cubicBezTo>
                    <a:pt x="10028" y="99"/>
                    <a:pt x="130" y="12395"/>
                    <a:pt x="130" y="24291"/>
                  </a:cubicBezTo>
                  <a:cubicBezTo>
                    <a:pt x="130" y="31775"/>
                    <a:pt x="6818" y="31775"/>
                    <a:pt x="7219" y="31775"/>
                  </a:cubicBezTo>
                  <a:cubicBezTo>
                    <a:pt x="9493" y="31775"/>
                    <a:pt x="14175" y="30171"/>
                    <a:pt x="14175" y="24691"/>
                  </a:cubicBezTo>
                  <a:cubicBezTo>
                    <a:pt x="14175" y="21217"/>
                    <a:pt x="11767" y="17742"/>
                    <a:pt x="7086" y="17742"/>
                  </a:cubicBezTo>
                  <a:cubicBezTo>
                    <a:pt x="6016" y="17742"/>
                    <a:pt x="5748" y="17742"/>
                    <a:pt x="5347" y="17875"/>
                  </a:cubicBezTo>
                  <a:cubicBezTo>
                    <a:pt x="8423" y="9188"/>
                    <a:pt x="15646" y="4243"/>
                    <a:pt x="23404" y="4243"/>
                  </a:cubicBezTo>
                  <a:cubicBezTo>
                    <a:pt x="35576" y="4243"/>
                    <a:pt x="41327" y="15069"/>
                    <a:pt x="41327" y="26028"/>
                  </a:cubicBezTo>
                  <a:cubicBezTo>
                    <a:pt x="41327" y="36720"/>
                    <a:pt x="34640" y="47279"/>
                    <a:pt x="27283" y="55565"/>
                  </a:cubicBezTo>
                  <a:lnTo>
                    <a:pt x="1602" y="84167"/>
                  </a:lnTo>
                  <a:cubicBezTo>
                    <a:pt x="130" y="85637"/>
                    <a:pt x="130" y="85904"/>
                    <a:pt x="130" y="89112"/>
                  </a:cubicBezTo>
                  <a:lnTo>
                    <a:pt x="49754" y="89112"/>
                  </a:lnTo>
                  <a:lnTo>
                    <a:pt x="53499" y="65856"/>
                  </a:lnTo>
                  <a:lnTo>
                    <a:pt x="50155" y="65856"/>
                  </a:lnTo>
                  <a:cubicBezTo>
                    <a:pt x="49487" y="69866"/>
                    <a:pt x="48550" y="75747"/>
                    <a:pt x="47213" y="77751"/>
                  </a:cubicBezTo>
                  <a:cubicBezTo>
                    <a:pt x="46276" y="78821"/>
                    <a:pt x="37448" y="78821"/>
                    <a:pt x="34506" y="78821"/>
                  </a:cubicBezTo>
                  <a:lnTo>
                    <a:pt x="10429" y="7882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6" name="Freeform: Shape 895">
              <a:extLst>
                <a:ext uri="{FF2B5EF4-FFF2-40B4-BE49-F238E27FC236}">
                  <a16:creationId xmlns:a16="http://schemas.microsoft.com/office/drawing/2014/main" id="{DE6BEE1F-9786-AD97-B26B-9055BAE9694E}"/>
                </a:ext>
              </a:extLst>
            </p:cNvPr>
            <p:cNvSpPr/>
            <p:nvPr>
              <p:custDataLst>
                <p:tags r:id="rId163"/>
              </p:custDataLst>
            </p:nvPr>
          </p:nvSpPr>
          <p:spPr>
            <a:xfrm>
              <a:off x="8870965" y="4130175"/>
              <a:ext cx="31031" cy="133652"/>
            </a:xfrm>
            <a:custGeom>
              <a:avLst/>
              <a:gdLst>
                <a:gd name="connsiteX0" fmla="*/ 31167 w 31031"/>
                <a:gd name="connsiteY0" fmla="*/ 66926 h 133652"/>
                <a:gd name="connsiteX1" fmla="*/ 22339 w 31031"/>
                <a:gd name="connsiteY1" fmla="*/ 25226 h 133652"/>
                <a:gd name="connsiteX2" fmla="*/ 1473 w 31031"/>
                <a:gd name="connsiteY2" fmla="*/ 99 h 133652"/>
                <a:gd name="connsiteX3" fmla="*/ 135 w 31031"/>
                <a:gd name="connsiteY3" fmla="*/ 1436 h 133652"/>
                <a:gd name="connsiteX4" fmla="*/ 2677 w 31031"/>
                <a:gd name="connsiteY4" fmla="*/ 4510 h 133652"/>
                <a:gd name="connsiteX5" fmla="*/ 23409 w 31031"/>
                <a:gd name="connsiteY5" fmla="*/ 66926 h 133652"/>
                <a:gd name="connsiteX6" fmla="*/ 1874 w 31031"/>
                <a:gd name="connsiteY6" fmla="*/ 130143 h 133652"/>
                <a:gd name="connsiteX7" fmla="*/ 135 w 31031"/>
                <a:gd name="connsiteY7" fmla="*/ 132415 h 133652"/>
                <a:gd name="connsiteX8" fmla="*/ 1473 w 31031"/>
                <a:gd name="connsiteY8" fmla="*/ 133752 h 133652"/>
                <a:gd name="connsiteX9" fmla="*/ 22740 w 31031"/>
                <a:gd name="connsiteY9" fmla="*/ 107689 h 133652"/>
                <a:gd name="connsiteX10" fmla="*/ 31167 w 31031"/>
                <a:gd name="connsiteY10" fmla="*/ 66926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167" y="66926"/>
                  </a:moveTo>
                  <a:cubicBezTo>
                    <a:pt x="31167" y="56501"/>
                    <a:pt x="29696" y="40329"/>
                    <a:pt x="22339" y="25226"/>
                  </a:cubicBezTo>
                  <a:cubicBezTo>
                    <a:pt x="14313" y="8787"/>
                    <a:pt x="2810" y="99"/>
                    <a:pt x="1473" y="99"/>
                  </a:cubicBezTo>
                  <a:cubicBezTo>
                    <a:pt x="670" y="99"/>
                    <a:pt x="135" y="634"/>
                    <a:pt x="135" y="1436"/>
                  </a:cubicBezTo>
                  <a:cubicBezTo>
                    <a:pt x="135" y="1837"/>
                    <a:pt x="135" y="2104"/>
                    <a:pt x="2677" y="4510"/>
                  </a:cubicBezTo>
                  <a:cubicBezTo>
                    <a:pt x="15785" y="17742"/>
                    <a:pt x="23409" y="38992"/>
                    <a:pt x="23409" y="66926"/>
                  </a:cubicBezTo>
                  <a:cubicBezTo>
                    <a:pt x="23409" y="89780"/>
                    <a:pt x="18460" y="113303"/>
                    <a:pt x="1874" y="130143"/>
                  </a:cubicBezTo>
                  <a:cubicBezTo>
                    <a:pt x="135" y="131747"/>
                    <a:pt x="135" y="132014"/>
                    <a:pt x="135" y="132415"/>
                  </a:cubicBezTo>
                  <a:cubicBezTo>
                    <a:pt x="135" y="133217"/>
                    <a:pt x="670" y="133752"/>
                    <a:pt x="1473" y="133752"/>
                  </a:cubicBezTo>
                  <a:cubicBezTo>
                    <a:pt x="2810" y="133752"/>
                    <a:pt x="14848" y="124663"/>
                    <a:pt x="22740" y="107689"/>
                  </a:cubicBezTo>
                  <a:cubicBezTo>
                    <a:pt x="29562" y="92988"/>
                    <a:pt x="31167" y="78152"/>
                    <a:pt x="31167" y="6692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7" name="Freeform: Shape 896">
              <a:extLst>
                <a:ext uri="{FF2B5EF4-FFF2-40B4-BE49-F238E27FC236}">
                  <a16:creationId xmlns:a16="http://schemas.microsoft.com/office/drawing/2014/main" id="{37744475-CE8B-9FAA-76F3-1102B04E3103}"/>
                </a:ext>
              </a:extLst>
            </p:cNvPr>
            <p:cNvSpPr/>
            <p:nvPr>
              <p:custDataLst>
                <p:tags r:id="rId164"/>
              </p:custDataLst>
            </p:nvPr>
          </p:nvSpPr>
          <p:spPr>
            <a:xfrm>
              <a:off x="8935956" y="3884625"/>
              <a:ext cx="69687" cy="400822"/>
            </a:xfrm>
            <a:custGeom>
              <a:avLst/>
              <a:gdLst>
                <a:gd name="connsiteX0" fmla="*/ 69828 w 69687"/>
                <a:gd name="connsiteY0" fmla="*/ 200552 h 400822"/>
                <a:gd name="connsiteX1" fmla="*/ 42140 w 69687"/>
                <a:gd name="connsiteY1" fmla="*/ 53802 h 400822"/>
                <a:gd name="connsiteX2" fmla="*/ 6694 w 69687"/>
                <a:gd name="connsiteY2" fmla="*/ 1277 h 400822"/>
                <a:gd name="connsiteX3" fmla="*/ 3083 w 69687"/>
                <a:gd name="connsiteY3" fmla="*/ 74 h 400822"/>
                <a:gd name="connsiteX4" fmla="*/ 140 w 69687"/>
                <a:gd name="connsiteY4" fmla="*/ 1411 h 400822"/>
                <a:gd name="connsiteX5" fmla="*/ 943 w 69687"/>
                <a:gd name="connsiteY5" fmla="*/ 3014 h 400822"/>
                <a:gd name="connsiteX6" fmla="*/ 32376 w 69687"/>
                <a:gd name="connsiteY6" fmla="*/ 54203 h 400822"/>
                <a:gd name="connsiteX7" fmla="*/ 56853 w 69687"/>
                <a:gd name="connsiteY7" fmla="*/ 200419 h 400822"/>
                <a:gd name="connsiteX8" fmla="*/ 30503 w 69687"/>
                <a:gd name="connsiteY8" fmla="*/ 351178 h 400822"/>
                <a:gd name="connsiteX9" fmla="*/ 675 w 69687"/>
                <a:gd name="connsiteY9" fmla="*/ 398358 h 400822"/>
                <a:gd name="connsiteX10" fmla="*/ 140 w 69687"/>
                <a:gd name="connsiteY10" fmla="*/ 399560 h 400822"/>
                <a:gd name="connsiteX11" fmla="*/ 3083 w 69687"/>
                <a:gd name="connsiteY11" fmla="*/ 400897 h 400822"/>
                <a:gd name="connsiteX12" fmla="*/ 5624 w 69687"/>
                <a:gd name="connsiteY12" fmla="*/ 400630 h 400822"/>
                <a:gd name="connsiteX13" fmla="*/ 24484 w 69687"/>
                <a:gd name="connsiteY13" fmla="*/ 377775 h 400822"/>
                <a:gd name="connsiteX14" fmla="*/ 65548 w 69687"/>
                <a:gd name="connsiteY14" fmla="*/ 265775 h 400822"/>
                <a:gd name="connsiteX15" fmla="*/ 69828 w 69687"/>
                <a:gd name="connsiteY15" fmla="*/ 200552 h 40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687" h="400822">
                  <a:moveTo>
                    <a:pt x="69828" y="200552"/>
                  </a:moveTo>
                  <a:cubicBezTo>
                    <a:pt x="69828" y="150566"/>
                    <a:pt x="63541" y="99511"/>
                    <a:pt x="42140" y="53802"/>
                  </a:cubicBezTo>
                  <a:cubicBezTo>
                    <a:pt x="32643" y="33487"/>
                    <a:pt x="19936" y="15177"/>
                    <a:pt x="6694" y="1277"/>
                  </a:cubicBezTo>
                  <a:cubicBezTo>
                    <a:pt x="5491" y="208"/>
                    <a:pt x="5357" y="74"/>
                    <a:pt x="3083" y="74"/>
                  </a:cubicBezTo>
                  <a:cubicBezTo>
                    <a:pt x="1210" y="74"/>
                    <a:pt x="140" y="74"/>
                    <a:pt x="140" y="1411"/>
                  </a:cubicBezTo>
                  <a:cubicBezTo>
                    <a:pt x="140" y="1945"/>
                    <a:pt x="675" y="2614"/>
                    <a:pt x="943" y="3014"/>
                  </a:cubicBezTo>
                  <a:cubicBezTo>
                    <a:pt x="13783" y="18518"/>
                    <a:pt x="24484" y="35626"/>
                    <a:pt x="32376" y="54203"/>
                  </a:cubicBezTo>
                  <a:cubicBezTo>
                    <a:pt x="49898" y="95101"/>
                    <a:pt x="56853" y="142948"/>
                    <a:pt x="56853" y="200419"/>
                  </a:cubicBezTo>
                  <a:cubicBezTo>
                    <a:pt x="56853" y="257355"/>
                    <a:pt x="50299" y="307340"/>
                    <a:pt x="30503" y="351178"/>
                  </a:cubicBezTo>
                  <a:cubicBezTo>
                    <a:pt x="22745" y="368152"/>
                    <a:pt x="12580" y="383923"/>
                    <a:pt x="675" y="398358"/>
                  </a:cubicBezTo>
                  <a:cubicBezTo>
                    <a:pt x="542" y="398625"/>
                    <a:pt x="140" y="399159"/>
                    <a:pt x="140" y="399560"/>
                  </a:cubicBezTo>
                  <a:cubicBezTo>
                    <a:pt x="140" y="400897"/>
                    <a:pt x="1210" y="400897"/>
                    <a:pt x="3083" y="400897"/>
                  </a:cubicBezTo>
                  <a:cubicBezTo>
                    <a:pt x="5089" y="400897"/>
                    <a:pt x="5357" y="400897"/>
                    <a:pt x="5624" y="400630"/>
                  </a:cubicBezTo>
                  <a:cubicBezTo>
                    <a:pt x="5758" y="400496"/>
                    <a:pt x="14051" y="392477"/>
                    <a:pt x="24484" y="377775"/>
                  </a:cubicBezTo>
                  <a:cubicBezTo>
                    <a:pt x="47758" y="344897"/>
                    <a:pt x="59528" y="305603"/>
                    <a:pt x="65548" y="265775"/>
                  </a:cubicBezTo>
                  <a:cubicBezTo>
                    <a:pt x="68758" y="244257"/>
                    <a:pt x="69828" y="222338"/>
                    <a:pt x="69828" y="20055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8" name="Freeform: Shape 897">
              <a:extLst>
                <a:ext uri="{FF2B5EF4-FFF2-40B4-BE49-F238E27FC236}">
                  <a16:creationId xmlns:a16="http://schemas.microsoft.com/office/drawing/2014/main" id="{AE65B2D8-5FF5-F8E0-9874-D9C5E994F3CA}"/>
                </a:ext>
              </a:extLst>
            </p:cNvPr>
            <p:cNvSpPr/>
            <p:nvPr>
              <p:custDataLst>
                <p:tags r:id="rId165"/>
              </p:custDataLst>
            </p:nvPr>
          </p:nvSpPr>
          <p:spPr>
            <a:xfrm>
              <a:off x="9081943" y="4069468"/>
              <a:ext cx="88948" cy="31274"/>
            </a:xfrm>
            <a:custGeom>
              <a:avLst/>
              <a:gdLst>
                <a:gd name="connsiteX0" fmla="*/ 84552 w 88948"/>
                <a:gd name="connsiteY0" fmla="*/ 5437 h 31274"/>
                <a:gd name="connsiteX1" fmla="*/ 89099 w 88948"/>
                <a:gd name="connsiteY1" fmla="*/ 2764 h 31274"/>
                <a:gd name="connsiteX2" fmla="*/ 84685 w 88948"/>
                <a:gd name="connsiteY2" fmla="*/ 91 h 31274"/>
                <a:gd name="connsiteX3" fmla="*/ 4565 w 88948"/>
                <a:gd name="connsiteY3" fmla="*/ 91 h 31274"/>
                <a:gd name="connsiteX4" fmla="*/ 151 w 88948"/>
                <a:gd name="connsiteY4" fmla="*/ 2764 h 31274"/>
                <a:gd name="connsiteX5" fmla="*/ 4699 w 88948"/>
                <a:gd name="connsiteY5" fmla="*/ 5437 h 31274"/>
                <a:gd name="connsiteX6" fmla="*/ 84552 w 88948"/>
                <a:gd name="connsiteY6" fmla="*/ 5437 h 31274"/>
                <a:gd name="connsiteX7" fmla="*/ 84685 w 88948"/>
                <a:gd name="connsiteY7" fmla="*/ 31366 h 31274"/>
                <a:gd name="connsiteX8" fmla="*/ 89099 w 88948"/>
                <a:gd name="connsiteY8" fmla="*/ 28693 h 31274"/>
                <a:gd name="connsiteX9" fmla="*/ 84552 w 88948"/>
                <a:gd name="connsiteY9" fmla="*/ 26020 h 31274"/>
                <a:gd name="connsiteX10" fmla="*/ 4699 w 88948"/>
                <a:gd name="connsiteY10" fmla="*/ 26020 h 31274"/>
                <a:gd name="connsiteX11" fmla="*/ 151 w 88948"/>
                <a:gd name="connsiteY11" fmla="*/ 28693 h 31274"/>
                <a:gd name="connsiteX12" fmla="*/ 4565 w 88948"/>
                <a:gd name="connsiteY12" fmla="*/ 31366 h 31274"/>
                <a:gd name="connsiteX13" fmla="*/ 84685 w 88948"/>
                <a:gd name="connsiteY13" fmla="*/ 31366 h 31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948" h="31274">
                  <a:moveTo>
                    <a:pt x="84552" y="5437"/>
                  </a:moveTo>
                  <a:cubicBezTo>
                    <a:pt x="86558" y="5437"/>
                    <a:pt x="89099" y="5437"/>
                    <a:pt x="89099" y="2764"/>
                  </a:cubicBezTo>
                  <a:cubicBezTo>
                    <a:pt x="89099" y="91"/>
                    <a:pt x="86558" y="91"/>
                    <a:pt x="84685" y="91"/>
                  </a:cubicBezTo>
                  <a:lnTo>
                    <a:pt x="4565" y="91"/>
                  </a:lnTo>
                  <a:cubicBezTo>
                    <a:pt x="2692" y="91"/>
                    <a:pt x="151" y="91"/>
                    <a:pt x="151" y="2764"/>
                  </a:cubicBezTo>
                  <a:cubicBezTo>
                    <a:pt x="151" y="5437"/>
                    <a:pt x="2692" y="5437"/>
                    <a:pt x="4699" y="5437"/>
                  </a:cubicBezTo>
                  <a:lnTo>
                    <a:pt x="84552" y="5437"/>
                  </a:lnTo>
                  <a:close/>
                  <a:moveTo>
                    <a:pt x="84685" y="31366"/>
                  </a:moveTo>
                  <a:cubicBezTo>
                    <a:pt x="86558" y="31366"/>
                    <a:pt x="89099" y="31366"/>
                    <a:pt x="89099" y="28693"/>
                  </a:cubicBezTo>
                  <a:cubicBezTo>
                    <a:pt x="89099" y="26020"/>
                    <a:pt x="86558" y="26020"/>
                    <a:pt x="84552" y="26020"/>
                  </a:cubicBezTo>
                  <a:lnTo>
                    <a:pt x="4699" y="26020"/>
                  </a:lnTo>
                  <a:cubicBezTo>
                    <a:pt x="2692" y="26020"/>
                    <a:pt x="151" y="26020"/>
                    <a:pt x="151" y="28693"/>
                  </a:cubicBezTo>
                  <a:cubicBezTo>
                    <a:pt x="151" y="31366"/>
                    <a:pt x="2692" y="31366"/>
                    <a:pt x="4565" y="31366"/>
                  </a:cubicBezTo>
                  <a:lnTo>
                    <a:pt x="84685" y="313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899" name="Freeform: Shape 898">
              <a:extLst>
                <a:ext uri="{FF2B5EF4-FFF2-40B4-BE49-F238E27FC236}">
                  <a16:creationId xmlns:a16="http://schemas.microsoft.com/office/drawing/2014/main" id="{6136957F-53CD-1BA7-9170-CC5F8D31768C}"/>
                </a:ext>
              </a:extLst>
            </p:cNvPr>
            <p:cNvSpPr/>
            <p:nvPr>
              <p:custDataLst>
                <p:tags r:id="rId166"/>
              </p:custDataLst>
            </p:nvPr>
          </p:nvSpPr>
          <p:spPr>
            <a:xfrm>
              <a:off x="9219386" y="4028036"/>
              <a:ext cx="59254" cy="90482"/>
            </a:xfrm>
            <a:custGeom>
              <a:avLst/>
              <a:gdLst>
                <a:gd name="connsiteX0" fmla="*/ 35741 w 59254"/>
                <a:gd name="connsiteY0" fmla="*/ 68521 h 90482"/>
                <a:gd name="connsiteX1" fmla="*/ 35741 w 59254"/>
                <a:gd name="connsiteY1" fmla="*/ 80149 h 90482"/>
                <a:gd name="connsiteX2" fmla="*/ 25575 w 59254"/>
                <a:gd name="connsiteY2" fmla="*/ 86430 h 90482"/>
                <a:gd name="connsiteX3" fmla="*/ 22766 w 59254"/>
                <a:gd name="connsiteY3" fmla="*/ 86430 h 90482"/>
                <a:gd name="connsiteX4" fmla="*/ 22766 w 59254"/>
                <a:gd name="connsiteY4" fmla="*/ 90574 h 90482"/>
                <a:gd name="connsiteX5" fmla="*/ 40824 w 59254"/>
                <a:gd name="connsiteY5" fmla="*/ 90173 h 90482"/>
                <a:gd name="connsiteX6" fmla="*/ 59015 w 59254"/>
                <a:gd name="connsiteY6" fmla="*/ 90574 h 90482"/>
                <a:gd name="connsiteX7" fmla="*/ 59015 w 59254"/>
                <a:gd name="connsiteY7" fmla="*/ 86430 h 90482"/>
                <a:gd name="connsiteX8" fmla="*/ 56206 w 59254"/>
                <a:gd name="connsiteY8" fmla="*/ 86430 h 90482"/>
                <a:gd name="connsiteX9" fmla="*/ 46040 w 59254"/>
                <a:gd name="connsiteY9" fmla="*/ 80149 h 90482"/>
                <a:gd name="connsiteX10" fmla="*/ 46040 w 59254"/>
                <a:gd name="connsiteY10" fmla="*/ 68521 h 90482"/>
                <a:gd name="connsiteX11" fmla="*/ 59416 w 59254"/>
                <a:gd name="connsiteY11" fmla="*/ 68521 h 90482"/>
                <a:gd name="connsiteX12" fmla="*/ 59416 w 59254"/>
                <a:gd name="connsiteY12" fmla="*/ 64378 h 90482"/>
                <a:gd name="connsiteX13" fmla="*/ 46040 w 59254"/>
                <a:gd name="connsiteY13" fmla="*/ 64378 h 90482"/>
                <a:gd name="connsiteX14" fmla="*/ 46040 w 59254"/>
                <a:gd name="connsiteY14" fmla="*/ 3566 h 90482"/>
                <a:gd name="connsiteX15" fmla="*/ 43900 w 59254"/>
                <a:gd name="connsiteY15" fmla="*/ 91 h 90482"/>
                <a:gd name="connsiteX16" fmla="*/ 41225 w 59254"/>
                <a:gd name="connsiteY16" fmla="*/ 1695 h 90482"/>
                <a:gd name="connsiteX17" fmla="*/ 161 w 59254"/>
                <a:gd name="connsiteY17" fmla="*/ 64378 h 90482"/>
                <a:gd name="connsiteX18" fmla="*/ 161 w 59254"/>
                <a:gd name="connsiteY18" fmla="*/ 68521 h 90482"/>
                <a:gd name="connsiteX19" fmla="*/ 35741 w 59254"/>
                <a:gd name="connsiteY19" fmla="*/ 68521 h 90482"/>
                <a:gd name="connsiteX20" fmla="*/ 36543 w 59254"/>
                <a:gd name="connsiteY20" fmla="*/ 64378 h 90482"/>
                <a:gd name="connsiteX21" fmla="*/ 3907 w 59254"/>
                <a:gd name="connsiteY21" fmla="*/ 64378 h 90482"/>
                <a:gd name="connsiteX22" fmla="*/ 36543 w 59254"/>
                <a:gd name="connsiteY22" fmla="*/ 14526 h 90482"/>
                <a:gd name="connsiteX23" fmla="*/ 36543 w 59254"/>
                <a:gd name="connsiteY23" fmla="*/ 64378 h 90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254" h="90482">
                  <a:moveTo>
                    <a:pt x="35741" y="68521"/>
                  </a:moveTo>
                  <a:lnTo>
                    <a:pt x="35741" y="80149"/>
                  </a:lnTo>
                  <a:cubicBezTo>
                    <a:pt x="35741" y="84960"/>
                    <a:pt x="35473" y="86430"/>
                    <a:pt x="25575" y="86430"/>
                  </a:cubicBezTo>
                  <a:lnTo>
                    <a:pt x="22766" y="86430"/>
                  </a:lnTo>
                  <a:lnTo>
                    <a:pt x="22766" y="90574"/>
                  </a:lnTo>
                  <a:cubicBezTo>
                    <a:pt x="28250" y="90173"/>
                    <a:pt x="35206" y="90173"/>
                    <a:pt x="40824" y="90173"/>
                  </a:cubicBezTo>
                  <a:cubicBezTo>
                    <a:pt x="46441" y="90173"/>
                    <a:pt x="53531" y="90173"/>
                    <a:pt x="59015" y="90574"/>
                  </a:cubicBezTo>
                  <a:lnTo>
                    <a:pt x="59015" y="86430"/>
                  </a:lnTo>
                  <a:lnTo>
                    <a:pt x="56206" y="86430"/>
                  </a:lnTo>
                  <a:cubicBezTo>
                    <a:pt x="46308" y="86430"/>
                    <a:pt x="46040" y="84960"/>
                    <a:pt x="46040" y="80149"/>
                  </a:cubicBezTo>
                  <a:lnTo>
                    <a:pt x="46040" y="68521"/>
                  </a:lnTo>
                  <a:lnTo>
                    <a:pt x="59416" y="68521"/>
                  </a:lnTo>
                  <a:lnTo>
                    <a:pt x="59416" y="64378"/>
                  </a:lnTo>
                  <a:lnTo>
                    <a:pt x="46040" y="64378"/>
                  </a:lnTo>
                  <a:lnTo>
                    <a:pt x="46040" y="3566"/>
                  </a:lnTo>
                  <a:cubicBezTo>
                    <a:pt x="46040" y="893"/>
                    <a:pt x="46040" y="91"/>
                    <a:pt x="43900" y="91"/>
                  </a:cubicBezTo>
                  <a:cubicBezTo>
                    <a:pt x="42696" y="91"/>
                    <a:pt x="42295" y="91"/>
                    <a:pt x="41225" y="1695"/>
                  </a:cubicBezTo>
                  <a:lnTo>
                    <a:pt x="161" y="64378"/>
                  </a:lnTo>
                  <a:lnTo>
                    <a:pt x="161" y="68521"/>
                  </a:lnTo>
                  <a:lnTo>
                    <a:pt x="35741" y="68521"/>
                  </a:lnTo>
                  <a:close/>
                  <a:moveTo>
                    <a:pt x="36543" y="64378"/>
                  </a:moveTo>
                  <a:lnTo>
                    <a:pt x="3907" y="64378"/>
                  </a:lnTo>
                  <a:lnTo>
                    <a:pt x="36543" y="14526"/>
                  </a:lnTo>
                  <a:lnTo>
                    <a:pt x="36543" y="643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0" name="Freeform: Shape 899">
              <a:extLst>
                <a:ext uri="{FF2B5EF4-FFF2-40B4-BE49-F238E27FC236}">
                  <a16:creationId xmlns:a16="http://schemas.microsoft.com/office/drawing/2014/main" id="{6F3F6F9E-33C3-E60F-4740-0D046C68B367}"/>
                </a:ext>
              </a:extLst>
            </p:cNvPr>
            <p:cNvSpPr/>
            <p:nvPr>
              <p:custDataLst>
                <p:tags r:id="rId167"/>
              </p:custDataLst>
            </p:nvPr>
          </p:nvSpPr>
          <p:spPr>
            <a:xfrm>
              <a:off x="9294023" y="4104351"/>
              <a:ext cx="14178" cy="14167"/>
            </a:xfrm>
            <a:custGeom>
              <a:avLst/>
              <a:gdLst>
                <a:gd name="connsiteX0" fmla="*/ 14345 w 14178"/>
                <a:gd name="connsiteY0" fmla="*/ 7175 h 14167"/>
                <a:gd name="connsiteX1" fmla="*/ 7256 w 14178"/>
                <a:gd name="connsiteY1" fmla="*/ 91 h 14167"/>
                <a:gd name="connsiteX2" fmla="*/ 166 w 14178"/>
                <a:gd name="connsiteY2" fmla="*/ 7175 h 14167"/>
                <a:gd name="connsiteX3" fmla="*/ 7256 w 14178"/>
                <a:gd name="connsiteY3" fmla="*/ 14258 h 14167"/>
                <a:gd name="connsiteX4" fmla="*/ 14345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345" y="7175"/>
                  </a:moveTo>
                  <a:cubicBezTo>
                    <a:pt x="14345" y="3299"/>
                    <a:pt x="11134" y="91"/>
                    <a:pt x="7256" y="91"/>
                  </a:cubicBezTo>
                  <a:cubicBezTo>
                    <a:pt x="3377" y="91"/>
                    <a:pt x="166" y="3299"/>
                    <a:pt x="166" y="7175"/>
                  </a:cubicBezTo>
                  <a:cubicBezTo>
                    <a:pt x="166" y="11051"/>
                    <a:pt x="3377" y="14258"/>
                    <a:pt x="7256" y="14258"/>
                  </a:cubicBezTo>
                  <a:cubicBezTo>
                    <a:pt x="11134" y="14258"/>
                    <a:pt x="14345" y="11051"/>
                    <a:pt x="14345"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1" name="Freeform: Shape 900">
              <a:extLst>
                <a:ext uri="{FF2B5EF4-FFF2-40B4-BE49-F238E27FC236}">
                  <a16:creationId xmlns:a16="http://schemas.microsoft.com/office/drawing/2014/main" id="{E31C039A-2DE1-6463-9EB1-3D80EDDD4D35}"/>
                </a:ext>
              </a:extLst>
            </p:cNvPr>
            <p:cNvSpPr/>
            <p:nvPr>
              <p:custDataLst>
                <p:tags r:id="rId168"/>
              </p:custDataLst>
            </p:nvPr>
          </p:nvSpPr>
          <p:spPr>
            <a:xfrm>
              <a:off x="9326362" y="4029506"/>
              <a:ext cx="53369" cy="89012"/>
            </a:xfrm>
            <a:custGeom>
              <a:avLst/>
              <a:gdLst>
                <a:gd name="connsiteX0" fmla="*/ 10468 w 53369"/>
                <a:gd name="connsiteY0" fmla="*/ 78812 h 89012"/>
                <a:gd name="connsiteX1" fmla="*/ 24647 w 53369"/>
                <a:gd name="connsiteY1" fmla="*/ 65046 h 89012"/>
                <a:gd name="connsiteX2" fmla="*/ 53538 w 53369"/>
                <a:gd name="connsiteY2" fmla="*/ 26020 h 89012"/>
                <a:gd name="connsiteX3" fmla="*/ 25182 w 53369"/>
                <a:gd name="connsiteY3" fmla="*/ 91 h 89012"/>
                <a:gd name="connsiteX4" fmla="*/ 169 w 53369"/>
                <a:gd name="connsiteY4" fmla="*/ 24282 h 89012"/>
                <a:gd name="connsiteX5" fmla="*/ 7258 w 53369"/>
                <a:gd name="connsiteY5" fmla="*/ 31767 h 89012"/>
                <a:gd name="connsiteX6" fmla="*/ 14214 w 53369"/>
                <a:gd name="connsiteY6" fmla="*/ 24683 h 89012"/>
                <a:gd name="connsiteX7" fmla="*/ 7125 w 53369"/>
                <a:gd name="connsiteY7" fmla="*/ 17733 h 89012"/>
                <a:gd name="connsiteX8" fmla="*/ 5386 w 53369"/>
                <a:gd name="connsiteY8" fmla="*/ 17867 h 89012"/>
                <a:gd name="connsiteX9" fmla="*/ 23443 w 53369"/>
                <a:gd name="connsiteY9" fmla="*/ 4234 h 89012"/>
                <a:gd name="connsiteX10" fmla="*/ 41366 w 53369"/>
                <a:gd name="connsiteY10" fmla="*/ 26020 h 89012"/>
                <a:gd name="connsiteX11" fmla="*/ 27322 w 53369"/>
                <a:gd name="connsiteY11" fmla="*/ 55557 h 89012"/>
                <a:gd name="connsiteX12" fmla="*/ 1640 w 53369"/>
                <a:gd name="connsiteY12" fmla="*/ 84158 h 89012"/>
                <a:gd name="connsiteX13" fmla="*/ 169 w 53369"/>
                <a:gd name="connsiteY13" fmla="*/ 89103 h 89012"/>
                <a:gd name="connsiteX14" fmla="*/ 49793 w 53369"/>
                <a:gd name="connsiteY14" fmla="*/ 89103 h 89012"/>
                <a:gd name="connsiteX15" fmla="*/ 53538 w 53369"/>
                <a:gd name="connsiteY15" fmla="*/ 65848 h 89012"/>
                <a:gd name="connsiteX16" fmla="*/ 50194 w 53369"/>
                <a:gd name="connsiteY16" fmla="*/ 65848 h 89012"/>
                <a:gd name="connsiteX17" fmla="*/ 47252 w 53369"/>
                <a:gd name="connsiteY17" fmla="*/ 77743 h 89012"/>
                <a:gd name="connsiteX18" fmla="*/ 34545 w 53369"/>
                <a:gd name="connsiteY18" fmla="*/ 78812 h 89012"/>
                <a:gd name="connsiteX19" fmla="*/ 10468 w 53369"/>
                <a:gd name="connsiteY19" fmla="*/ 78812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69" h="89012">
                  <a:moveTo>
                    <a:pt x="10468" y="78812"/>
                  </a:moveTo>
                  <a:lnTo>
                    <a:pt x="24647" y="65046"/>
                  </a:lnTo>
                  <a:cubicBezTo>
                    <a:pt x="45513" y="46602"/>
                    <a:pt x="53538" y="39385"/>
                    <a:pt x="53538" y="26020"/>
                  </a:cubicBezTo>
                  <a:cubicBezTo>
                    <a:pt x="53538" y="10783"/>
                    <a:pt x="41500" y="91"/>
                    <a:pt x="25182" y="91"/>
                  </a:cubicBezTo>
                  <a:cubicBezTo>
                    <a:pt x="10067" y="91"/>
                    <a:pt x="169" y="12387"/>
                    <a:pt x="169" y="24282"/>
                  </a:cubicBezTo>
                  <a:cubicBezTo>
                    <a:pt x="169" y="31767"/>
                    <a:pt x="6857" y="31767"/>
                    <a:pt x="7258" y="31767"/>
                  </a:cubicBezTo>
                  <a:cubicBezTo>
                    <a:pt x="9532" y="31767"/>
                    <a:pt x="14214" y="30163"/>
                    <a:pt x="14214" y="24683"/>
                  </a:cubicBezTo>
                  <a:cubicBezTo>
                    <a:pt x="14214" y="21208"/>
                    <a:pt x="11806" y="17733"/>
                    <a:pt x="7125" y="17733"/>
                  </a:cubicBezTo>
                  <a:cubicBezTo>
                    <a:pt x="6054" y="17733"/>
                    <a:pt x="5787" y="17733"/>
                    <a:pt x="5386" y="17867"/>
                  </a:cubicBezTo>
                  <a:cubicBezTo>
                    <a:pt x="8462" y="9180"/>
                    <a:pt x="15685" y="4234"/>
                    <a:pt x="23443" y="4234"/>
                  </a:cubicBezTo>
                  <a:cubicBezTo>
                    <a:pt x="35615" y="4234"/>
                    <a:pt x="41366" y="15060"/>
                    <a:pt x="41366" y="26020"/>
                  </a:cubicBezTo>
                  <a:cubicBezTo>
                    <a:pt x="41366" y="36712"/>
                    <a:pt x="34679" y="47270"/>
                    <a:pt x="27322" y="55557"/>
                  </a:cubicBezTo>
                  <a:lnTo>
                    <a:pt x="1640" y="84158"/>
                  </a:lnTo>
                  <a:cubicBezTo>
                    <a:pt x="169" y="85629"/>
                    <a:pt x="169" y="85896"/>
                    <a:pt x="169" y="89103"/>
                  </a:cubicBezTo>
                  <a:lnTo>
                    <a:pt x="49793" y="89103"/>
                  </a:lnTo>
                  <a:lnTo>
                    <a:pt x="53538" y="65848"/>
                  </a:lnTo>
                  <a:lnTo>
                    <a:pt x="50194" y="65848"/>
                  </a:lnTo>
                  <a:cubicBezTo>
                    <a:pt x="49526" y="69858"/>
                    <a:pt x="48589" y="75738"/>
                    <a:pt x="47252" y="77743"/>
                  </a:cubicBezTo>
                  <a:cubicBezTo>
                    <a:pt x="46315" y="78812"/>
                    <a:pt x="37487" y="78812"/>
                    <a:pt x="34545" y="78812"/>
                  </a:cubicBezTo>
                  <a:lnTo>
                    <a:pt x="10468" y="78812"/>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2" name="Freeform: Shape 901">
              <a:extLst>
                <a:ext uri="{FF2B5EF4-FFF2-40B4-BE49-F238E27FC236}">
                  <a16:creationId xmlns:a16="http://schemas.microsoft.com/office/drawing/2014/main" id="{A0D31F7A-F5C8-31D9-0F26-23223E000CE6}"/>
                </a:ext>
              </a:extLst>
            </p:cNvPr>
            <p:cNvSpPr/>
            <p:nvPr>
              <p:custDataLst>
                <p:tags r:id="rId169"/>
              </p:custDataLst>
            </p:nvPr>
          </p:nvSpPr>
          <p:spPr>
            <a:xfrm>
              <a:off x="9392171" y="4029506"/>
              <a:ext cx="55509" cy="91952"/>
            </a:xfrm>
            <a:custGeom>
              <a:avLst/>
              <a:gdLst>
                <a:gd name="connsiteX0" fmla="*/ 43645 w 55509"/>
                <a:gd name="connsiteY0" fmla="*/ 46602 h 91952"/>
                <a:gd name="connsiteX1" fmla="*/ 43645 w 55509"/>
                <a:gd name="connsiteY1" fmla="*/ 50879 h 91952"/>
                <a:gd name="connsiteX2" fmla="*/ 21977 w 55509"/>
                <a:gd name="connsiteY2" fmla="*/ 88302 h 91952"/>
                <a:gd name="connsiteX3" fmla="*/ 8868 w 55509"/>
                <a:gd name="connsiteY3" fmla="*/ 83490 h 91952"/>
                <a:gd name="connsiteX4" fmla="*/ 15824 w 55509"/>
                <a:gd name="connsiteY4" fmla="*/ 77342 h 91952"/>
                <a:gd name="connsiteX5" fmla="*/ 9671 w 55509"/>
                <a:gd name="connsiteY5" fmla="*/ 71194 h 91952"/>
                <a:gd name="connsiteX6" fmla="*/ 3518 w 55509"/>
                <a:gd name="connsiteY6" fmla="*/ 77609 h 91952"/>
                <a:gd name="connsiteX7" fmla="*/ 22110 w 55509"/>
                <a:gd name="connsiteY7" fmla="*/ 92044 h 91952"/>
                <a:gd name="connsiteX8" fmla="*/ 55683 w 55509"/>
                <a:gd name="connsiteY8" fmla="*/ 45132 h 91952"/>
                <a:gd name="connsiteX9" fmla="*/ 28397 w 55509"/>
                <a:gd name="connsiteY9" fmla="*/ 91 h 91952"/>
                <a:gd name="connsiteX10" fmla="*/ 8735 w 55509"/>
                <a:gd name="connsiteY10" fmla="*/ 8511 h 91952"/>
                <a:gd name="connsiteX11" fmla="*/ 174 w 55509"/>
                <a:gd name="connsiteY11" fmla="*/ 30163 h 91952"/>
                <a:gd name="connsiteX12" fmla="*/ 26926 w 55509"/>
                <a:gd name="connsiteY12" fmla="*/ 59967 h 91952"/>
                <a:gd name="connsiteX13" fmla="*/ 43645 w 55509"/>
                <a:gd name="connsiteY13" fmla="*/ 46602 h 91952"/>
                <a:gd name="connsiteX14" fmla="*/ 27059 w 55509"/>
                <a:gd name="connsiteY14" fmla="*/ 56893 h 91952"/>
                <a:gd name="connsiteX15" fmla="*/ 14620 w 55509"/>
                <a:gd name="connsiteY15" fmla="*/ 48473 h 91952"/>
                <a:gd name="connsiteX16" fmla="*/ 12212 w 55509"/>
                <a:gd name="connsiteY16" fmla="*/ 30297 h 91952"/>
                <a:gd name="connsiteX17" fmla="*/ 15021 w 55509"/>
                <a:gd name="connsiteY17" fmla="*/ 11853 h 91952"/>
                <a:gd name="connsiteX18" fmla="*/ 28397 w 55509"/>
                <a:gd name="connsiteY18" fmla="*/ 3432 h 91952"/>
                <a:gd name="connsiteX19" fmla="*/ 41238 w 55509"/>
                <a:gd name="connsiteY19" fmla="*/ 13991 h 91952"/>
                <a:gd name="connsiteX20" fmla="*/ 43378 w 55509"/>
                <a:gd name="connsiteY20" fmla="*/ 32836 h 91952"/>
                <a:gd name="connsiteX21" fmla="*/ 27059 w 55509"/>
                <a:gd name="connsiteY21" fmla="*/ 5689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509" h="91952">
                  <a:moveTo>
                    <a:pt x="43645" y="46602"/>
                  </a:moveTo>
                  <a:lnTo>
                    <a:pt x="43645" y="50879"/>
                  </a:lnTo>
                  <a:cubicBezTo>
                    <a:pt x="43645" y="82154"/>
                    <a:pt x="29734" y="88302"/>
                    <a:pt x="21977" y="88302"/>
                  </a:cubicBezTo>
                  <a:cubicBezTo>
                    <a:pt x="19703" y="88302"/>
                    <a:pt x="12480" y="88034"/>
                    <a:pt x="8868" y="83490"/>
                  </a:cubicBezTo>
                  <a:cubicBezTo>
                    <a:pt x="14754" y="83490"/>
                    <a:pt x="15824" y="79614"/>
                    <a:pt x="15824" y="77342"/>
                  </a:cubicBezTo>
                  <a:cubicBezTo>
                    <a:pt x="15824" y="73199"/>
                    <a:pt x="12614" y="71194"/>
                    <a:pt x="9671" y="71194"/>
                  </a:cubicBezTo>
                  <a:cubicBezTo>
                    <a:pt x="7531" y="71194"/>
                    <a:pt x="3518" y="72397"/>
                    <a:pt x="3518" y="77609"/>
                  </a:cubicBezTo>
                  <a:cubicBezTo>
                    <a:pt x="3518" y="86564"/>
                    <a:pt x="10741" y="92044"/>
                    <a:pt x="22110" y="92044"/>
                  </a:cubicBezTo>
                  <a:cubicBezTo>
                    <a:pt x="39365" y="92044"/>
                    <a:pt x="55683" y="73867"/>
                    <a:pt x="55683" y="45132"/>
                  </a:cubicBezTo>
                  <a:cubicBezTo>
                    <a:pt x="55683" y="9180"/>
                    <a:pt x="40301" y="91"/>
                    <a:pt x="28397" y="91"/>
                  </a:cubicBezTo>
                  <a:cubicBezTo>
                    <a:pt x="21040" y="91"/>
                    <a:pt x="14486" y="2497"/>
                    <a:pt x="8735" y="8511"/>
                  </a:cubicBezTo>
                  <a:cubicBezTo>
                    <a:pt x="3251" y="14526"/>
                    <a:pt x="174" y="20139"/>
                    <a:pt x="174" y="30163"/>
                  </a:cubicBezTo>
                  <a:cubicBezTo>
                    <a:pt x="174" y="46869"/>
                    <a:pt x="11945" y="59967"/>
                    <a:pt x="26926" y="59967"/>
                  </a:cubicBezTo>
                  <a:cubicBezTo>
                    <a:pt x="35085" y="59967"/>
                    <a:pt x="40569" y="54354"/>
                    <a:pt x="43645" y="46602"/>
                  </a:cubicBezTo>
                  <a:close/>
                  <a:moveTo>
                    <a:pt x="27059" y="56893"/>
                  </a:moveTo>
                  <a:cubicBezTo>
                    <a:pt x="24919" y="56893"/>
                    <a:pt x="18766" y="56893"/>
                    <a:pt x="14620" y="48473"/>
                  </a:cubicBezTo>
                  <a:cubicBezTo>
                    <a:pt x="12212" y="43528"/>
                    <a:pt x="12212" y="36845"/>
                    <a:pt x="12212" y="30297"/>
                  </a:cubicBezTo>
                  <a:cubicBezTo>
                    <a:pt x="12212" y="23079"/>
                    <a:pt x="12212" y="16798"/>
                    <a:pt x="15021" y="11853"/>
                  </a:cubicBezTo>
                  <a:cubicBezTo>
                    <a:pt x="18633" y="5170"/>
                    <a:pt x="23715" y="3432"/>
                    <a:pt x="28397" y="3432"/>
                  </a:cubicBezTo>
                  <a:cubicBezTo>
                    <a:pt x="34550" y="3432"/>
                    <a:pt x="38964" y="7977"/>
                    <a:pt x="41238" y="13991"/>
                  </a:cubicBezTo>
                  <a:cubicBezTo>
                    <a:pt x="42843" y="18268"/>
                    <a:pt x="43378" y="26688"/>
                    <a:pt x="43378" y="32836"/>
                  </a:cubicBezTo>
                  <a:cubicBezTo>
                    <a:pt x="43378" y="43929"/>
                    <a:pt x="38830" y="56893"/>
                    <a:pt x="27059" y="568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3" name="Freeform: Shape 902">
              <a:extLst>
                <a:ext uri="{FF2B5EF4-FFF2-40B4-BE49-F238E27FC236}">
                  <a16:creationId xmlns:a16="http://schemas.microsoft.com/office/drawing/2014/main" id="{92FF2073-482D-9A24-CE4B-05393B7108A6}"/>
                </a:ext>
              </a:extLst>
            </p:cNvPr>
            <p:cNvSpPr/>
            <p:nvPr>
              <p:custDataLst>
                <p:tags r:id="rId170"/>
              </p:custDataLst>
            </p:nvPr>
          </p:nvSpPr>
          <p:spPr>
            <a:xfrm>
              <a:off x="9459050" y="4029506"/>
              <a:ext cx="55509" cy="91952"/>
            </a:xfrm>
            <a:custGeom>
              <a:avLst/>
              <a:gdLst>
                <a:gd name="connsiteX0" fmla="*/ 43650 w 55509"/>
                <a:gd name="connsiteY0" fmla="*/ 46602 h 91952"/>
                <a:gd name="connsiteX1" fmla="*/ 43650 w 55509"/>
                <a:gd name="connsiteY1" fmla="*/ 50879 h 91952"/>
                <a:gd name="connsiteX2" fmla="*/ 21982 w 55509"/>
                <a:gd name="connsiteY2" fmla="*/ 88302 h 91952"/>
                <a:gd name="connsiteX3" fmla="*/ 8873 w 55509"/>
                <a:gd name="connsiteY3" fmla="*/ 83490 h 91952"/>
                <a:gd name="connsiteX4" fmla="*/ 15829 w 55509"/>
                <a:gd name="connsiteY4" fmla="*/ 77342 h 91952"/>
                <a:gd name="connsiteX5" fmla="*/ 9676 w 55509"/>
                <a:gd name="connsiteY5" fmla="*/ 71194 h 91952"/>
                <a:gd name="connsiteX6" fmla="*/ 3523 w 55509"/>
                <a:gd name="connsiteY6" fmla="*/ 77609 h 91952"/>
                <a:gd name="connsiteX7" fmla="*/ 22115 w 55509"/>
                <a:gd name="connsiteY7" fmla="*/ 92044 h 91952"/>
                <a:gd name="connsiteX8" fmla="*/ 55688 w 55509"/>
                <a:gd name="connsiteY8" fmla="*/ 45132 h 91952"/>
                <a:gd name="connsiteX9" fmla="*/ 28402 w 55509"/>
                <a:gd name="connsiteY9" fmla="*/ 91 h 91952"/>
                <a:gd name="connsiteX10" fmla="*/ 8740 w 55509"/>
                <a:gd name="connsiteY10" fmla="*/ 8511 h 91952"/>
                <a:gd name="connsiteX11" fmla="*/ 179 w 55509"/>
                <a:gd name="connsiteY11" fmla="*/ 30163 h 91952"/>
                <a:gd name="connsiteX12" fmla="*/ 26931 w 55509"/>
                <a:gd name="connsiteY12" fmla="*/ 59967 h 91952"/>
                <a:gd name="connsiteX13" fmla="*/ 43650 w 55509"/>
                <a:gd name="connsiteY13" fmla="*/ 46602 h 91952"/>
                <a:gd name="connsiteX14" fmla="*/ 27064 w 55509"/>
                <a:gd name="connsiteY14" fmla="*/ 56893 h 91952"/>
                <a:gd name="connsiteX15" fmla="*/ 14625 w 55509"/>
                <a:gd name="connsiteY15" fmla="*/ 48473 h 91952"/>
                <a:gd name="connsiteX16" fmla="*/ 12217 w 55509"/>
                <a:gd name="connsiteY16" fmla="*/ 30297 h 91952"/>
                <a:gd name="connsiteX17" fmla="*/ 15026 w 55509"/>
                <a:gd name="connsiteY17" fmla="*/ 11853 h 91952"/>
                <a:gd name="connsiteX18" fmla="*/ 28402 w 55509"/>
                <a:gd name="connsiteY18" fmla="*/ 3432 h 91952"/>
                <a:gd name="connsiteX19" fmla="*/ 41243 w 55509"/>
                <a:gd name="connsiteY19" fmla="*/ 13991 h 91952"/>
                <a:gd name="connsiteX20" fmla="*/ 43383 w 55509"/>
                <a:gd name="connsiteY20" fmla="*/ 32836 h 91952"/>
                <a:gd name="connsiteX21" fmla="*/ 27064 w 55509"/>
                <a:gd name="connsiteY21" fmla="*/ 5689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509" h="91952">
                  <a:moveTo>
                    <a:pt x="43650" y="46602"/>
                  </a:moveTo>
                  <a:lnTo>
                    <a:pt x="43650" y="50879"/>
                  </a:lnTo>
                  <a:cubicBezTo>
                    <a:pt x="43650" y="82154"/>
                    <a:pt x="29739" y="88302"/>
                    <a:pt x="21982" y="88302"/>
                  </a:cubicBezTo>
                  <a:cubicBezTo>
                    <a:pt x="19708" y="88302"/>
                    <a:pt x="12485" y="88034"/>
                    <a:pt x="8873" y="83490"/>
                  </a:cubicBezTo>
                  <a:cubicBezTo>
                    <a:pt x="14759" y="83490"/>
                    <a:pt x="15829" y="79614"/>
                    <a:pt x="15829" y="77342"/>
                  </a:cubicBezTo>
                  <a:cubicBezTo>
                    <a:pt x="15829" y="73199"/>
                    <a:pt x="12619" y="71194"/>
                    <a:pt x="9676" y="71194"/>
                  </a:cubicBezTo>
                  <a:cubicBezTo>
                    <a:pt x="7536" y="71194"/>
                    <a:pt x="3523" y="72397"/>
                    <a:pt x="3523" y="77609"/>
                  </a:cubicBezTo>
                  <a:cubicBezTo>
                    <a:pt x="3523" y="86564"/>
                    <a:pt x="10746" y="92044"/>
                    <a:pt x="22115" y="92044"/>
                  </a:cubicBezTo>
                  <a:cubicBezTo>
                    <a:pt x="39370" y="92044"/>
                    <a:pt x="55688" y="73867"/>
                    <a:pt x="55688" y="45132"/>
                  </a:cubicBezTo>
                  <a:cubicBezTo>
                    <a:pt x="55688" y="9180"/>
                    <a:pt x="40306" y="91"/>
                    <a:pt x="28402" y="91"/>
                  </a:cubicBezTo>
                  <a:cubicBezTo>
                    <a:pt x="21045" y="91"/>
                    <a:pt x="14491" y="2497"/>
                    <a:pt x="8740" y="8511"/>
                  </a:cubicBezTo>
                  <a:cubicBezTo>
                    <a:pt x="3256" y="14526"/>
                    <a:pt x="179" y="20139"/>
                    <a:pt x="179" y="30163"/>
                  </a:cubicBezTo>
                  <a:cubicBezTo>
                    <a:pt x="179" y="46869"/>
                    <a:pt x="11950" y="59967"/>
                    <a:pt x="26931" y="59967"/>
                  </a:cubicBezTo>
                  <a:cubicBezTo>
                    <a:pt x="35090" y="59967"/>
                    <a:pt x="40574" y="54354"/>
                    <a:pt x="43650" y="46602"/>
                  </a:cubicBezTo>
                  <a:close/>
                  <a:moveTo>
                    <a:pt x="27064" y="56893"/>
                  </a:moveTo>
                  <a:cubicBezTo>
                    <a:pt x="24924" y="56893"/>
                    <a:pt x="18771" y="56893"/>
                    <a:pt x="14625" y="48473"/>
                  </a:cubicBezTo>
                  <a:cubicBezTo>
                    <a:pt x="12217" y="43528"/>
                    <a:pt x="12217" y="36845"/>
                    <a:pt x="12217" y="30297"/>
                  </a:cubicBezTo>
                  <a:cubicBezTo>
                    <a:pt x="12217" y="23079"/>
                    <a:pt x="12217" y="16798"/>
                    <a:pt x="15026" y="11853"/>
                  </a:cubicBezTo>
                  <a:cubicBezTo>
                    <a:pt x="18638" y="5170"/>
                    <a:pt x="23720" y="3432"/>
                    <a:pt x="28402" y="3432"/>
                  </a:cubicBezTo>
                  <a:cubicBezTo>
                    <a:pt x="34555" y="3432"/>
                    <a:pt x="38969" y="7977"/>
                    <a:pt x="41243" y="13991"/>
                  </a:cubicBezTo>
                  <a:cubicBezTo>
                    <a:pt x="42848" y="18268"/>
                    <a:pt x="43383" y="26688"/>
                    <a:pt x="43383" y="32836"/>
                  </a:cubicBezTo>
                  <a:cubicBezTo>
                    <a:pt x="43383" y="43929"/>
                    <a:pt x="38835" y="56893"/>
                    <a:pt x="27064" y="568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4" name="Freeform: Shape 903">
              <a:extLst>
                <a:ext uri="{FF2B5EF4-FFF2-40B4-BE49-F238E27FC236}">
                  <a16:creationId xmlns:a16="http://schemas.microsoft.com/office/drawing/2014/main" id="{BFF718C3-0BEE-DB93-65EB-BD62FF2BEF8F}"/>
                </a:ext>
              </a:extLst>
            </p:cNvPr>
            <p:cNvSpPr/>
            <p:nvPr>
              <p:custDataLst>
                <p:tags r:id="rId171"/>
              </p:custDataLst>
            </p:nvPr>
          </p:nvSpPr>
          <p:spPr>
            <a:xfrm>
              <a:off x="9561136" y="4082432"/>
              <a:ext cx="81725" cy="5346"/>
            </a:xfrm>
            <a:custGeom>
              <a:avLst/>
              <a:gdLst>
                <a:gd name="connsiteX0" fmla="*/ 77230 w 81725"/>
                <a:gd name="connsiteY0" fmla="*/ 5437 h 5346"/>
                <a:gd name="connsiteX1" fmla="*/ 81912 w 81725"/>
                <a:gd name="connsiteY1" fmla="*/ 2764 h 5346"/>
                <a:gd name="connsiteX2" fmla="*/ 77230 w 81725"/>
                <a:gd name="connsiteY2" fmla="*/ 91 h 5346"/>
                <a:gd name="connsiteX3" fmla="*/ 4868 w 81725"/>
                <a:gd name="connsiteY3" fmla="*/ 91 h 5346"/>
                <a:gd name="connsiteX4" fmla="*/ 186 w 81725"/>
                <a:gd name="connsiteY4" fmla="*/ 2764 h 5346"/>
                <a:gd name="connsiteX5" fmla="*/ 4868 w 81725"/>
                <a:gd name="connsiteY5" fmla="*/ 5437 h 5346"/>
                <a:gd name="connsiteX6" fmla="*/ 77230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230" y="5437"/>
                  </a:moveTo>
                  <a:cubicBezTo>
                    <a:pt x="79504" y="5437"/>
                    <a:pt x="81912" y="5437"/>
                    <a:pt x="81912" y="2764"/>
                  </a:cubicBezTo>
                  <a:cubicBezTo>
                    <a:pt x="81912" y="91"/>
                    <a:pt x="79504" y="91"/>
                    <a:pt x="77230" y="91"/>
                  </a:cubicBezTo>
                  <a:lnTo>
                    <a:pt x="4868" y="91"/>
                  </a:lnTo>
                  <a:cubicBezTo>
                    <a:pt x="2594" y="91"/>
                    <a:pt x="186" y="91"/>
                    <a:pt x="186" y="2764"/>
                  </a:cubicBezTo>
                  <a:cubicBezTo>
                    <a:pt x="186" y="5437"/>
                    <a:pt x="2594" y="5437"/>
                    <a:pt x="4868" y="5437"/>
                  </a:cubicBezTo>
                  <a:lnTo>
                    <a:pt x="77230"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5" name="Freeform: Shape 904">
              <a:extLst>
                <a:ext uri="{FF2B5EF4-FFF2-40B4-BE49-F238E27FC236}">
                  <a16:creationId xmlns:a16="http://schemas.microsoft.com/office/drawing/2014/main" id="{D043A956-8220-2ED0-C9D8-B12E6CA5B9D6}"/>
                </a:ext>
              </a:extLst>
            </p:cNvPr>
            <p:cNvSpPr/>
            <p:nvPr>
              <p:custDataLst>
                <p:tags r:id="rId172"/>
              </p:custDataLst>
            </p:nvPr>
          </p:nvSpPr>
          <p:spPr>
            <a:xfrm>
              <a:off x="9697033" y="4018279"/>
              <a:ext cx="31031" cy="133652"/>
            </a:xfrm>
            <a:custGeom>
              <a:avLst/>
              <a:gdLst>
                <a:gd name="connsiteX0" fmla="*/ 31228 w 31031"/>
                <a:gd name="connsiteY0" fmla="*/ 132407 h 133652"/>
                <a:gd name="connsiteX1" fmla="*/ 28954 w 31031"/>
                <a:gd name="connsiteY1" fmla="*/ 129466 h 133652"/>
                <a:gd name="connsiteX2" fmla="*/ 7954 w 31031"/>
                <a:gd name="connsiteY2" fmla="*/ 66917 h 133652"/>
                <a:gd name="connsiteX3" fmla="*/ 29489 w 31031"/>
                <a:gd name="connsiteY3" fmla="*/ 3700 h 133652"/>
                <a:gd name="connsiteX4" fmla="*/ 31228 w 31031"/>
                <a:gd name="connsiteY4" fmla="*/ 1428 h 133652"/>
                <a:gd name="connsiteX5" fmla="*/ 29890 w 31031"/>
                <a:gd name="connsiteY5" fmla="*/ 91 h 133652"/>
                <a:gd name="connsiteX6" fmla="*/ 8623 w 31031"/>
                <a:gd name="connsiteY6" fmla="*/ 26153 h 133652"/>
                <a:gd name="connsiteX7" fmla="*/ 196 w 31031"/>
                <a:gd name="connsiteY7" fmla="*/ 66917 h 133652"/>
                <a:gd name="connsiteX8" fmla="*/ 9024 w 31031"/>
                <a:gd name="connsiteY8" fmla="*/ 108617 h 133652"/>
                <a:gd name="connsiteX9" fmla="*/ 29890 w 31031"/>
                <a:gd name="connsiteY9" fmla="*/ 133743 h 133652"/>
                <a:gd name="connsiteX10" fmla="*/ 31228 w 31031"/>
                <a:gd name="connsiteY10" fmla="*/ 132407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228" y="132407"/>
                  </a:moveTo>
                  <a:cubicBezTo>
                    <a:pt x="31228" y="132006"/>
                    <a:pt x="31228" y="131739"/>
                    <a:pt x="28954" y="129466"/>
                  </a:cubicBezTo>
                  <a:cubicBezTo>
                    <a:pt x="12234" y="112626"/>
                    <a:pt x="7954" y="87366"/>
                    <a:pt x="7954" y="66917"/>
                  </a:cubicBezTo>
                  <a:cubicBezTo>
                    <a:pt x="7954" y="43662"/>
                    <a:pt x="13037" y="20406"/>
                    <a:pt x="29489" y="3700"/>
                  </a:cubicBezTo>
                  <a:cubicBezTo>
                    <a:pt x="31228" y="2096"/>
                    <a:pt x="31228" y="1829"/>
                    <a:pt x="31228" y="1428"/>
                  </a:cubicBezTo>
                  <a:cubicBezTo>
                    <a:pt x="31228" y="492"/>
                    <a:pt x="30693" y="91"/>
                    <a:pt x="29890" y="91"/>
                  </a:cubicBezTo>
                  <a:cubicBezTo>
                    <a:pt x="28553" y="91"/>
                    <a:pt x="16515" y="9180"/>
                    <a:pt x="8623" y="26153"/>
                  </a:cubicBezTo>
                  <a:cubicBezTo>
                    <a:pt x="1801" y="40855"/>
                    <a:pt x="196" y="55690"/>
                    <a:pt x="196" y="66917"/>
                  </a:cubicBezTo>
                  <a:cubicBezTo>
                    <a:pt x="196" y="77342"/>
                    <a:pt x="1668" y="93514"/>
                    <a:pt x="9024" y="108617"/>
                  </a:cubicBezTo>
                  <a:cubicBezTo>
                    <a:pt x="17050" y="125056"/>
                    <a:pt x="28553" y="133743"/>
                    <a:pt x="29890" y="133743"/>
                  </a:cubicBezTo>
                  <a:cubicBezTo>
                    <a:pt x="30693" y="133743"/>
                    <a:pt x="31228" y="133342"/>
                    <a:pt x="31228" y="13240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6" name="Freeform: Shape 905">
              <a:extLst>
                <a:ext uri="{FF2B5EF4-FFF2-40B4-BE49-F238E27FC236}">
                  <a16:creationId xmlns:a16="http://schemas.microsoft.com/office/drawing/2014/main" id="{34DD30BF-6CC6-A319-FA69-4ED2627C24BB}"/>
                </a:ext>
              </a:extLst>
            </p:cNvPr>
            <p:cNvSpPr/>
            <p:nvPr>
              <p:custDataLst>
                <p:tags r:id="rId173"/>
              </p:custDataLst>
            </p:nvPr>
          </p:nvSpPr>
          <p:spPr>
            <a:xfrm>
              <a:off x="9747712" y="4029506"/>
              <a:ext cx="44139" cy="89012"/>
            </a:xfrm>
            <a:custGeom>
              <a:avLst/>
              <a:gdLst>
                <a:gd name="connsiteX0" fmla="*/ 27620 w 44139"/>
                <a:gd name="connsiteY0" fmla="*/ 3566 h 89012"/>
                <a:gd name="connsiteX1" fmla="*/ 24544 w 44139"/>
                <a:gd name="connsiteY1" fmla="*/ 91 h 89012"/>
                <a:gd name="connsiteX2" fmla="*/ 200 w 44139"/>
                <a:gd name="connsiteY2" fmla="*/ 8645 h 89012"/>
                <a:gd name="connsiteX3" fmla="*/ 200 w 44139"/>
                <a:gd name="connsiteY3" fmla="*/ 12788 h 89012"/>
                <a:gd name="connsiteX4" fmla="*/ 17722 w 44139"/>
                <a:gd name="connsiteY4" fmla="*/ 9313 h 89012"/>
                <a:gd name="connsiteX5" fmla="*/ 17722 w 44139"/>
                <a:gd name="connsiteY5" fmla="*/ 78545 h 89012"/>
                <a:gd name="connsiteX6" fmla="*/ 5283 w 44139"/>
                <a:gd name="connsiteY6" fmla="*/ 84960 h 89012"/>
                <a:gd name="connsiteX7" fmla="*/ 1003 w 44139"/>
                <a:gd name="connsiteY7" fmla="*/ 84960 h 89012"/>
                <a:gd name="connsiteX8" fmla="*/ 1003 w 44139"/>
                <a:gd name="connsiteY8" fmla="*/ 89103 h 89012"/>
                <a:gd name="connsiteX9" fmla="*/ 22671 w 44139"/>
                <a:gd name="connsiteY9" fmla="*/ 88703 h 89012"/>
                <a:gd name="connsiteX10" fmla="*/ 44340 w 44139"/>
                <a:gd name="connsiteY10" fmla="*/ 89103 h 89012"/>
                <a:gd name="connsiteX11" fmla="*/ 44340 w 44139"/>
                <a:gd name="connsiteY11" fmla="*/ 84960 h 89012"/>
                <a:gd name="connsiteX12" fmla="*/ 40060 w 44139"/>
                <a:gd name="connsiteY12" fmla="*/ 84960 h 89012"/>
                <a:gd name="connsiteX13" fmla="*/ 27620 w 44139"/>
                <a:gd name="connsiteY13" fmla="*/ 78545 h 89012"/>
                <a:gd name="connsiteX14" fmla="*/ 27620 w 44139"/>
                <a:gd name="connsiteY14" fmla="*/ 3566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620" y="3566"/>
                  </a:moveTo>
                  <a:cubicBezTo>
                    <a:pt x="27620" y="358"/>
                    <a:pt x="27620" y="91"/>
                    <a:pt x="24544" y="91"/>
                  </a:cubicBezTo>
                  <a:cubicBezTo>
                    <a:pt x="16251" y="8645"/>
                    <a:pt x="4480" y="8645"/>
                    <a:pt x="200" y="8645"/>
                  </a:cubicBezTo>
                  <a:lnTo>
                    <a:pt x="200" y="12788"/>
                  </a:lnTo>
                  <a:cubicBezTo>
                    <a:pt x="2875" y="12788"/>
                    <a:pt x="10767" y="12788"/>
                    <a:pt x="17722" y="9313"/>
                  </a:cubicBezTo>
                  <a:lnTo>
                    <a:pt x="17722" y="78545"/>
                  </a:lnTo>
                  <a:cubicBezTo>
                    <a:pt x="17722" y="83356"/>
                    <a:pt x="17321" y="84960"/>
                    <a:pt x="5283" y="84960"/>
                  </a:cubicBezTo>
                  <a:lnTo>
                    <a:pt x="1003" y="84960"/>
                  </a:lnTo>
                  <a:lnTo>
                    <a:pt x="1003" y="89103"/>
                  </a:lnTo>
                  <a:cubicBezTo>
                    <a:pt x="5684" y="88703"/>
                    <a:pt x="17321" y="88703"/>
                    <a:pt x="22671" y="88703"/>
                  </a:cubicBezTo>
                  <a:cubicBezTo>
                    <a:pt x="28022" y="88703"/>
                    <a:pt x="39659" y="88703"/>
                    <a:pt x="44340" y="89103"/>
                  </a:cubicBezTo>
                  <a:lnTo>
                    <a:pt x="44340" y="84960"/>
                  </a:lnTo>
                  <a:lnTo>
                    <a:pt x="40060" y="84960"/>
                  </a:lnTo>
                  <a:cubicBezTo>
                    <a:pt x="28022" y="84960"/>
                    <a:pt x="27620" y="83490"/>
                    <a:pt x="27620" y="78545"/>
                  </a:cubicBezTo>
                  <a:lnTo>
                    <a:pt x="27620" y="35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7" name="Freeform: Shape 906">
              <a:extLst>
                <a:ext uri="{FF2B5EF4-FFF2-40B4-BE49-F238E27FC236}">
                  <a16:creationId xmlns:a16="http://schemas.microsoft.com/office/drawing/2014/main" id="{20E6D295-FCAB-8F11-749C-BD20A705FED8}"/>
                </a:ext>
              </a:extLst>
            </p:cNvPr>
            <p:cNvSpPr/>
            <p:nvPr>
              <p:custDataLst>
                <p:tags r:id="rId174"/>
              </p:custDataLst>
            </p:nvPr>
          </p:nvSpPr>
          <p:spPr>
            <a:xfrm>
              <a:off x="9814190" y="4104351"/>
              <a:ext cx="14178" cy="14167"/>
            </a:xfrm>
            <a:custGeom>
              <a:avLst/>
              <a:gdLst>
                <a:gd name="connsiteX0" fmla="*/ 14383 w 14178"/>
                <a:gd name="connsiteY0" fmla="*/ 7175 h 14167"/>
                <a:gd name="connsiteX1" fmla="*/ 7294 w 14178"/>
                <a:gd name="connsiteY1" fmla="*/ 91 h 14167"/>
                <a:gd name="connsiteX2" fmla="*/ 205 w 14178"/>
                <a:gd name="connsiteY2" fmla="*/ 7175 h 14167"/>
                <a:gd name="connsiteX3" fmla="*/ 7294 w 14178"/>
                <a:gd name="connsiteY3" fmla="*/ 14258 h 14167"/>
                <a:gd name="connsiteX4" fmla="*/ 14383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383" y="7175"/>
                  </a:moveTo>
                  <a:cubicBezTo>
                    <a:pt x="14383" y="3299"/>
                    <a:pt x="11173" y="91"/>
                    <a:pt x="7294" y="91"/>
                  </a:cubicBezTo>
                  <a:cubicBezTo>
                    <a:pt x="3415" y="91"/>
                    <a:pt x="205" y="3299"/>
                    <a:pt x="205" y="7175"/>
                  </a:cubicBezTo>
                  <a:cubicBezTo>
                    <a:pt x="205" y="11051"/>
                    <a:pt x="3415" y="14258"/>
                    <a:pt x="7294" y="14258"/>
                  </a:cubicBezTo>
                  <a:cubicBezTo>
                    <a:pt x="11173" y="14258"/>
                    <a:pt x="14383" y="11051"/>
                    <a:pt x="14383"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8" name="Freeform: Shape 907">
              <a:extLst>
                <a:ext uri="{FF2B5EF4-FFF2-40B4-BE49-F238E27FC236}">
                  <a16:creationId xmlns:a16="http://schemas.microsoft.com/office/drawing/2014/main" id="{B1A02BB5-8F99-61A4-12FE-0241C89C3127}"/>
                </a:ext>
              </a:extLst>
            </p:cNvPr>
            <p:cNvSpPr/>
            <p:nvPr>
              <p:custDataLst>
                <p:tags r:id="rId175"/>
              </p:custDataLst>
            </p:nvPr>
          </p:nvSpPr>
          <p:spPr>
            <a:xfrm>
              <a:off x="9845058" y="4029506"/>
              <a:ext cx="56311" cy="91952"/>
            </a:xfrm>
            <a:custGeom>
              <a:avLst/>
              <a:gdLst>
                <a:gd name="connsiteX0" fmla="*/ 56520 w 56311"/>
                <a:gd name="connsiteY0" fmla="*/ 46335 h 91952"/>
                <a:gd name="connsiteX1" fmla="*/ 51169 w 56311"/>
                <a:gd name="connsiteY1" fmla="*/ 15060 h 91952"/>
                <a:gd name="connsiteX2" fmla="*/ 28431 w 56311"/>
                <a:gd name="connsiteY2" fmla="*/ 91 h 91952"/>
                <a:gd name="connsiteX3" fmla="*/ 5157 w 56311"/>
                <a:gd name="connsiteY3" fmla="*/ 15996 h 91952"/>
                <a:gd name="connsiteX4" fmla="*/ 208 w 56311"/>
                <a:gd name="connsiteY4" fmla="*/ 46335 h 91952"/>
                <a:gd name="connsiteX5" fmla="*/ 6227 w 56311"/>
                <a:gd name="connsiteY5" fmla="*/ 78545 h 91952"/>
                <a:gd name="connsiteX6" fmla="*/ 28297 w 56311"/>
                <a:gd name="connsiteY6" fmla="*/ 92044 h 91952"/>
                <a:gd name="connsiteX7" fmla="*/ 51571 w 56311"/>
                <a:gd name="connsiteY7" fmla="*/ 76540 h 91952"/>
                <a:gd name="connsiteX8" fmla="*/ 56520 w 56311"/>
                <a:gd name="connsiteY8" fmla="*/ 46335 h 91952"/>
                <a:gd name="connsiteX9" fmla="*/ 28297 w 56311"/>
                <a:gd name="connsiteY9" fmla="*/ 89103 h 91952"/>
                <a:gd name="connsiteX10" fmla="*/ 12781 w 56311"/>
                <a:gd name="connsiteY10" fmla="*/ 72932 h 91952"/>
                <a:gd name="connsiteX11" fmla="*/ 11310 w 56311"/>
                <a:gd name="connsiteY11" fmla="*/ 44731 h 91952"/>
                <a:gd name="connsiteX12" fmla="*/ 12380 w 56311"/>
                <a:gd name="connsiteY12" fmla="*/ 20139 h 91952"/>
                <a:gd name="connsiteX13" fmla="*/ 28297 w 56311"/>
                <a:gd name="connsiteY13" fmla="*/ 3032 h 91952"/>
                <a:gd name="connsiteX14" fmla="*/ 44080 w 56311"/>
                <a:gd name="connsiteY14" fmla="*/ 18669 h 91952"/>
                <a:gd name="connsiteX15" fmla="*/ 45418 w 56311"/>
                <a:gd name="connsiteY15" fmla="*/ 44731 h 91952"/>
                <a:gd name="connsiteX16" fmla="*/ 43947 w 56311"/>
                <a:gd name="connsiteY16" fmla="*/ 72397 h 91952"/>
                <a:gd name="connsiteX17" fmla="*/ 28297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20" y="46335"/>
                  </a:moveTo>
                  <a:cubicBezTo>
                    <a:pt x="56520" y="35643"/>
                    <a:pt x="55851" y="24950"/>
                    <a:pt x="51169" y="15060"/>
                  </a:cubicBezTo>
                  <a:cubicBezTo>
                    <a:pt x="45017" y="2230"/>
                    <a:pt x="34048" y="91"/>
                    <a:pt x="28431" y="91"/>
                  </a:cubicBezTo>
                  <a:cubicBezTo>
                    <a:pt x="20405" y="91"/>
                    <a:pt x="10641" y="3566"/>
                    <a:pt x="5157" y="15996"/>
                  </a:cubicBezTo>
                  <a:cubicBezTo>
                    <a:pt x="877" y="25218"/>
                    <a:pt x="208" y="35643"/>
                    <a:pt x="208" y="46335"/>
                  </a:cubicBezTo>
                  <a:cubicBezTo>
                    <a:pt x="208" y="56359"/>
                    <a:pt x="743" y="68387"/>
                    <a:pt x="6227" y="78545"/>
                  </a:cubicBezTo>
                  <a:cubicBezTo>
                    <a:pt x="11979" y="89371"/>
                    <a:pt x="21743" y="92044"/>
                    <a:pt x="28297" y="92044"/>
                  </a:cubicBezTo>
                  <a:cubicBezTo>
                    <a:pt x="35520" y="92044"/>
                    <a:pt x="45685" y="89237"/>
                    <a:pt x="51571" y="76540"/>
                  </a:cubicBezTo>
                  <a:cubicBezTo>
                    <a:pt x="55851" y="67318"/>
                    <a:pt x="56520" y="56893"/>
                    <a:pt x="56520" y="46335"/>
                  </a:cubicBezTo>
                  <a:close/>
                  <a:moveTo>
                    <a:pt x="28297" y="89103"/>
                  </a:moveTo>
                  <a:cubicBezTo>
                    <a:pt x="23080" y="89103"/>
                    <a:pt x="15189" y="85762"/>
                    <a:pt x="12781" y="72932"/>
                  </a:cubicBezTo>
                  <a:cubicBezTo>
                    <a:pt x="11310" y="64912"/>
                    <a:pt x="11310" y="52616"/>
                    <a:pt x="11310" y="44731"/>
                  </a:cubicBezTo>
                  <a:cubicBezTo>
                    <a:pt x="11310" y="36177"/>
                    <a:pt x="11310" y="27356"/>
                    <a:pt x="12380" y="20139"/>
                  </a:cubicBezTo>
                  <a:cubicBezTo>
                    <a:pt x="14921" y="4234"/>
                    <a:pt x="24953" y="3032"/>
                    <a:pt x="28297" y="3032"/>
                  </a:cubicBezTo>
                  <a:cubicBezTo>
                    <a:pt x="32711" y="3032"/>
                    <a:pt x="41539" y="5437"/>
                    <a:pt x="44080" y="18669"/>
                  </a:cubicBezTo>
                  <a:cubicBezTo>
                    <a:pt x="45418" y="26153"/>
                    <a:pt x="45418" y="36311"/>
                    <a:pt x="45418" y="44731"/>
                  </a:cubicBezTo>
                  <a:cubicBezTo>
                    <a:pt x="45418" y="54755"/>
                    <a:pt x="45418" y="63843"/>
                    <a:pt x="43947" y="72397"/>
                  </a:cubicBezTo>
                  <a:cubicBezTo>
                    <a:pt x="41940" y="85094"/>
                    <a:pt x="34316" y="89103"/>
                    <a:pt x="28297"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09" name="Freeform: Shape 908">
              <a:extLst>
                <a:ext uri="{FF2B5EF4-FFF2-40B4-BE49-F238E27FC236}">
                  <a16:creationId xmlns:a16="http://schemas.microsoft.com/office/drawing/2014/main" id="{D202A266-D121-09B4-FA4C-3E798D70BFD0}"/>
                </a:ext>
              </a:extLst>
            </p:cNvPr>
            <p:cNvSpPr/>
            <p:nvPr>
              <p:custDataLst>
                <p:tags r:id="rId176"/>
              </p:custDataLst>
            </p:nvPr>
          </p:nvSpPr>
          <p:spPr>
            <a:xfrm>
              <a:off x="9910466" y="4028036"/>
              <a:ext cx="59254" cy="90482"/>
            </a:xfrm>
            <a:custGeom>
              <a:avLst/>
              <a:gdLst>
                <a:gd name="connsiteX0" fmla="*/ 35792 w 59254"/>
                <a:gd name="connsiteY0" fmla="*/ 68521 h 90482"/>
                <a:gd name="connsiteX1" fmla="*/ 35792 w 59254"/>
                <a:gd name="connsiteY1" fmla="*/ 80149 h 90482"/>
                <a:gd name="connsiteX2" fmla="*/ 25627 w 59254"/>
                <a:gd name="connsiteY2" fmla="*/ 86430 h 90482"/>
                <a:gd name="connsiteX3" fmla="*/ 22818 w 59254"/>
                <a:gd name="connsiteY3" fmla="*/ 86430 h 90482"/>
                <a:gd name="connsiteX4" fmla="*/ 22818 w 59254"/>
                <a:gd name="connsiteY4" fmla="*/ 90574 h 90482"/>
                <a:gd name="connsiteX5" fmla="*/ 40875 w 59254"/>
                <a:gd name="connsiteY5" fmla="*/ 90173 h 90482"/>
                <a:gd name="connsiteX6" fmla="*/ 59066 w 59254"/>
                <a:gd name="connsiteY6" fmla="*/ 90574 h 90482"/>
                <a:gd name="connsiteX7" fmla="*/ 59066 w 59254"/>
                <a:gd name="connsiteY7" fmla="*/ 86430 h 90482"/>
                <a:gd name="connsiteX8" fmla="*/ 56257 w 59254"/>
                <a:gd name="connsiteY8" fmla="*/ 86430 h 90482"/>
                <a:gd name="connsiteX9" fmla="*/ 46092 w 59254"/>
                <a:gd name="connsiteY9" fmla="*/ 80149 h 90482"/>
                <a:gd name="connsiteX10" fmla="*/ 46092 w 59254"/>
                <a:gd name="connsiteY10" fmla="*/ 68521 h 90482"/>
                <a:gd name="connsiteX11" fmla="*/ 59467 w 59254"/>
                <a:gd name="connsiteY11" fmla="*/ 68521 h 90482"/>
                <a:gd name="connsiteX12" fmla="*/ 59467 w 59254"/>
                <a:gd name="connsiteY12" fmla="*/ 64378 h 90482"/>
                <a:gd name="connsiteX13" fmla="*/ 46092 w 59254"/>
                <a:gd name="connsiteY13" fmla="*/ 64378 h 90482"/>
                <a:gd name="connsiteX14" fmla="*/ 46092 w 59254"/>
                <a:gd name="connsiteY14" fmla="*/ 3566 h 90482"/>
                <a:gd name="connsiteX15" fmla="*/ 43951 w 59254"/>
                <a:gd name="connsiteY15" fmla="*/ 91 h 90482"/>
                <a:gd name="connsiteX16" fmla="*/ 41276 w 59254"/>
                <a:gd name="connsiteY16" fmla="*/ 1695 h 90482"/>
                <a:gd name="connsiteX17" fmla="*/ 213 w 59254"/>
                <a:gd name="connsiteY17" fmla="*/ 64378 h 90482"/>
                <a:gd name="connsiteX18" fmla="*/ 213 w 59254"/>
                <a:gd name="connsiteY18" fmla="*/ 68521 h 90482"/>
                <a:gd name="connsiteX19" fmla="*/ 35792 w 59254"/>
                <a:gd name="connsiteY19" fmla="*/ 68521 h 90482"/>
                <a:gd name="connsiteX20" fmla="*/ 36595 w 59254"/>
                <a:gd name="connsiteY20" fmla="*/ 64378 h 90482"/>
                <a:gd name="connsiteX21" fmla="*/ 3958 w 59254"/>
                <a:gd name="connsiteY21" fmla="*/ 64378 h 90482"/>
                <a:gd name="connsiteX22" fmla="*/ 36595 w 59254"/>
                <a:gd name="connsiteY22" fmla="*/ 14526 h 90482"/>
                <a:gd name="connsiteX23" fmla="*/ 36595 w 59254"/>
                <a:gd name="connsiteY23" fmla="*/ 64378 h 90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254" h="90482">
                  <a:moveTo>
                    <a:pt x="35792" y="68521"/>
                  </a:moveTo>
                  <a:lnTo>
                    <a:pt x="35792" y="80149"/>
                  </a:lnTo>
                  <a:cubicBezTo>
                    <a:pt x="35792" y="84960"/>
                    <a:pt x="35525" y="86430"/>
                    <a:pt x="25627" y="86430"/>
                  </a:cubicBezTo>
                  <a:lnTo>
                    <a:pt x="22818" y="86430"/>
                  </a:lnTo>
                  <a:lnTo>
                    <a:pt x="22818" y="90574"/>
                  </a:lnTo>
                  <a:cubicBezTo>
                    <a:pt x="28302" y="90173"/>
                    <a:pt x="35257" y="90173"/>
                    <a:pt x="40875" y="90173"/>
                  </a:cubicBezTo>
                  <a:cubicBezTo>
                    <a:pt x="46493" y="90173"/>
                    <a:pt x="53582" y="90173"/>
                    <a:pt x="59066" y="90574"/>
                  </a:cubicBezTo>
                  <a:lnTo>
                    <a:pt x="59066" y="86430"/>
                  </a:lnTo>
                  <a:lnTo>
                    <a:pt x="56257" y="86430"/>
                  </a:lnTo>
                  <a:cubicBezTo>
                    <a:pt x="46359" y="86430"/>
                    <a:pt x="46092" y="84960"/>
                    <a:pt x="46092" y="80149"/>
                  </a:cubicBezTo>
                  <a:lnTo>
                    <a:pt x="46092" y="68521"/>
                  </a:lnTo>
                  <a:lnTo>
                    <a:pt x="59467" y="68521"/>
                  </a:lnTo>
                  <a:lnTo>
                    <a:pt x="59467" y="64378"/>
                  </a:lnTo>
                  <a:lnTo>
                    <a:pt x="46092" y="64378"/>
                  </a:lnTo>
                  <a:lnTo>
                    <a:pt x="46092" y="3566"/>
                  </a:lnTo>
                  <a:cubicBezTo>
                    <a:pt x="46092" y="893"/>
                    <a:pt x="46092" y="91"/>
                    <a:pt x="43951" y="91"/>
                  </a:cubicBezTo>
                  <a:cubicBezTo>
                    <a:pt x="42748" y="91"/>
                    <a:pt x="42346" y="91"/>
                    <a:pt x="41276" y="1695"/>
                  </a:cubicBezTo>
                  <a:lnTo>
                    <a:pt x="213" y="64378"/>
                  </a:lnTo>
                  <a:lnTo>
                    <a:pt x="213" y="68521"/>
                  </a:lnTo>
                  <a:lnTo>
                    <a:pt x="35792" y="68521"/>
                  </a:lnTo>
                  <a:close/>
                  <a:moveTo>
                    <a:pt x="36595" y="64378"/>
                  </a:moveTo>
                  <a:lnTo>
                    <a:pt x="3958" y="64378"/>
                  </a:lnTo>
                  <a:lnTo>
                    <a:pt x="36595" y="14526"/>
                  </a:lnTo>
                  <a:lnTo>
                    <a:pt x="36595" y="64378"/>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0" name="Freeform: Shape 909">
              <a:extLst>
                <a:ext uri="{FF2B5EF4-FFF2-40B4-BE49-F238E27FC236}">
                  <a16:creationId xmlns:a16="http://schemas.microsoft.com/office/drawing/2014/main" id="{69C9B802-EDA5-4782-F98F-10CBD6442CC6}"/>
                </a:ext>
              </a:extLst>
            </p:cNvPr>
            <p:cNvSpPr/>
            <p:nvPr>
              <p:custDataLst>
                <p:tags r:id="rId177"/>
              </p:custDataLst>
            </p:nvPr>
          </p:nvSpPr>
          <p:spPr>
            <a:xfrm>
              <a:off x="9979217" y="4029506"/>
              <a:ext cx="55509" cy="91952"/>
            </a:xfrm>
            <a:custGeom>
              <a:avLst/>
              <a:gdLst>
                <a:gd name="connsiteX0" fmla="*/ 16402 w 55509"/>
                <a:gd name="connsiteY0" fmla="*/ 28024 h 91952"/>
                <a:gd name="connsiteX1" fmla="*/ 9715 w 55509"/>
                <a:gd name="connsiteY1" fmla="*/ 17199 h 91952"/>
                <a:gd name="connsiteX2" fmla="*/ 27906 w 55509"/>
                <a:gd name="connsiteY2" fmla="*/ 3432 h 91952"/>
                <a:gd name="connsiteX3" fmla="*/ 46230 w 55509"/>
                <a:gd name="connsiteY3" fmla="*/ 20005 h 91952"/>
                <a:gd name="connsiteX4" fmla="*/ 32988 w 55509"/>
                <a:gd name="connsiteY4" fmla="*/ 38717 h 91952"/>
                <a:gd name="connsiteX5" fmla="*/ 16402 w 55509"/>
                <a:gd name="connsiteY5" fmla="*/ 28024 h 91952"/>
                <a:gd name="connsiteX6" fmla="*/ 35931 w 55509"/>
                <a:gd name="connsiteY6" fmla="*/ 40721 h 91952"/>
                <a:gd name="connsiteX7" fmla="*/ 52116 w 55509"/>
                <a:gd name="connsiteY7" fmla="*/ 20005 h 91952"/>
                <a:gd name="connsiteX8" fmla="*/ 28039 w 55509"/>
                <a:gd name="connsiteY8" fmla="*/ 91 h 91952"/>
                <a:gd name="connsiteX9" fmla="*/ 3829 w 55509"/>
                <a:gd name="connsiteY9" fmla="*/ 22411 h 91952"/>
                <a:gd name="connsiteX10" fmla="*/ 9715 w 55509"/>
                <a:gd name="connsiteY10" fmla="*/ 37113 h 91952"/>
                <a:gd name="connsiteX11" fmla="*/ 19479 w 55509"/>
                <a:gd name="connsiteY11" fmla="*/ 44330 h 91952"/>
                <a:gd name="connsiteX12" fmla="*/ 218 w 55509"/>
                <a:gd name="connsiteY12" fmla="*/ 68922 h 91952"/>
                <a:gd name="connsiteX13" fmla="*/ 27906 w 55509"/>
                <a:gd name="connsiteY13" fmla="*/ 92044 h 91952"/>
                <a:gd name="connsiteX14" fmla="*/ 55727 w 55509"/>
                <a:gd name="connsiteY14" fmla="*/ 66650 h 91952"/>
                <a:gd name="connsiteX15" fmla="*/ 49173 w 55509"/>
                <a:gd name="connsiteY15" fmla="*/ 50211 h 91952"/>
                <a:gd name="connsiteX16" fmla="*/ 35931 w 55509"/>
                <a:gd name="connsiteY16" fmla="*/ 40721 h 91952"/>
                <a:gd name="connsiteX17" fmla="*/ 22555 w 55509"/>
                <a:gd name="connsiteY17" fmla="*/ 46335 h 91952"/>
                <a:gd name="connsiteX18" fmla="*/ 39007 w 55509"/>
                <a:gd name="connsiteY18" fmla="*/ 56760 h 91952"/>
                <a:gd name="connsiteX19" fmla="*/ 49039 w 55509"/>
                <a:gd name="connsiteY19" fmla="*/ 71461 h 91952"/>
                <a:gd name="connsiteX20" fmla="*/ 28039 w 55509"/>
                <a:gd name="connsiteY20" fmla="*/ 88302 h 91952"/>
                <a:gd name="connsiteX21" fmla="*/ 6906 w 55509"/>
                <a:gd name="connsiteY21" fmla="*/ 68922 h 91952"/>
                <a:gd name="connsiteX22" fmla="*/ 22555 w 55509"/>
                <a:gd name="connsiteY22" fmla="*/ 46335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09" h="91952">
                  <a:moveTo>
                    <a:pt x="16402" y="28024"/>
                  </a:moveTo>
                  <a:cubicBezTo>
                    <a:pt x="10250" y="24015"/>
                    <a:pt x="9715" y="19471"/>
                    <a:pt x="9715" y="17199"/>
                  </a:cubicBezTo>
                  <a:cubicBezTo>
                    <a:pt x="9715" y="9046"/>
                    <a:pt x="18409" y="3432"/>
                    <a:pt x="27906" y="3432"/>
                  </a:cubicBezTo>
                  <a:cubicBezTo>
                    <a:pt x="37670" y="3432"/>
                    <a:pt x="46230" y="10382"/>
                    <a:pt x="46230" y="20005"/>
                  </a:cubicBezTo>
                  <a:cubicBezTo>
                    <a:pt x="46230" y="27623"/>
                    <a:pt x="41014" y="34039"/>
                    <a:pt x="32988" y="38717"/>
                  </a:cubicBezTo>
                  <a:lnTo>
                    <a:pt x="16402" y="28024"/>
                  </a:lnTo>
                  <a:close/>
                  <a:moveTo>
                    <a:pt x="35931" y="40721"/>
                  </a:moveTo>
                  <a:cubicBezTo>
                    <a:pt x="45562" y="35776"/>
                    <a:pt x="52116" y="28826"/>
                    <a:pt x="52116" y="20005"/>
                  </a:cubicBezTo>
                  <a:cubicBezTo>
                    <a:pt x="52116" y="7709"/>
                    <a:pt x="40211" y="91"/>
                    <a:pt x="28039" y="91"/>
                  </a:cubicBezTo>
                  <a:cubicBezTo>
                    <a:pt x="14664" y="91"/>
                    <a:pt x="3829" y="9981"/>
                    <a:pt x="3829" y="22411"/>
                  </a:cubicBezTo>
                  <a:cubicBezTo>
                    <a:pt x="3829" y="24817"/>
                    <a:pt x="4097" y="30831"/>
                    <a:pt x="9715" y="37113"/>
                  </a:cubicBezTo>
                  <a:cubicBezTo>
                    <a:pt x="11186" y="38717"/>
                    <a:pt x="16135" y="42058"/>
                    <a:pt x="19479" y="44330"/>
                  </a:cubicBezTo>
                  <a:cubicBezTo>
                    <a:pt x="11721" y="48206"/>
                    <a:pt x="218" y="55690"/>
                    <a:pt x="218" y="68922"/>
                  </a:cubicBezTo>
                  <a:cubicBezTo>
                    <a:pt x="218" y="83089"/>
                    <a:pt x="13861" y="92044"/>
                    <a:pt x="27906" y="92044"/>
                  </a:cubicBezTo>
                  <a:cubicBezTo>
                    <a:pt x="43020" y="92044"/>
                    <a:pt x="55727" y="80951"/>
                    <a:pt x="55727" y="66650"/>
                  </a:cubicBezTo>
                  <a:cubicBezTo>
                    <a:pt x="55727" y="61838"/>
                    <a:pt x="54256" y="55824"/>
                    <a:pt x="49173" y="50211"/>
                  </a:cubicBezTo>
                  <a:cubicBezTo>
                    <a:pt x="46632" y="47404"/>
                    <a:pt x="44492" y="46067"/>
                    <a:pt x="35931" y="40721"/>
                  </a:cubicBezTo>
                  <a:close/>
                  <a:moveTo>
                    <a:pt x="22555" y="46335"/>
                  </a:moveTo>
                  <a:lnTo>
                    <a:pt x="39007" y="56760"/>
                  </a:lnTo>
                  <a:cubicBezTo>
                    <a:pt x="42753" y="59299"/>
                    <a:pt x="49039" y="63309"/>
                    <a:pt x="49039" y="71461"/>
                  </a:cubicBezTo>
                  <a:cubicBezTo>
                    <a:pt x="49039" y="81352"/>
                    <a:pt x="39007" y="88302"/>
                    <a:pt x="28039" y="88302"/>
                  </a:cubicBezTo>
                  <a:cubicBezTo>
                    <a:pt x="16536" y="88302"/>
                    <a:pt x="6906" y="80015"/>
                    <a:pt x="6906" y="68922"/>
                  </a:cubicBezTo>
                  <a:cubicBezTo>
                    <a:pt x="6906" y="61170"/>
                    <a:pt x="11186" y="52616"/>
                    <a:pt x="22555" y="4633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1" name="Freeform: Shape 910">
              <a:extLst>
                <a:ext uri="{FF2B5EF4-FFF2-40B4-BE49-F238E27FC236}">
                  <a16:creationId xmlns:a16="http://schemas.microsoft.com/office/drawing/2014/main" id="{71FE5538-30EA-4E8C-8547-22A462128456}"/>
                </a:ext>
              </a:extLst>
            </p:cNvPr>
            <p:cNvSpPr/>
            <p:nvPr>
              <p:custDataLst>
                <p:tags r:id="rId178"/>
              </p:custDataLst>
            </p:nvPr>
          </p:nvSpPr>
          <p:spPr>
            <a:xfrm>
              <a:off x="10081704" y="4078022"/>
              <a:ext cx="14178" cy="14167"/>
            </a:xfrm>
            <a:custGeom>
              <a:avLst/>
              <a:gdLst>
                <a:gd name="connsiteX0" fmla="*/ 14403 w 14178"/>
                <a:gd name="connsiteY0" fmla="*/ 7175 h 14167"/>
                <a:gd name="connsiteX1" fmla="*/ 7314 w 14178"/>
                <a:gd name="connsiteY1" fmla="*/ 91 h 14167"/>
                <a:gd name="connsiteX2" fmla="*/ 225 w 14178"/>
                <a:gd name="connsiteY2" fmla="*/ 7175 h 14167"/>
                <a:gd name="connsiteX3" fmla="*/ 7314 w 14178"/>
                <a:gd name="connsiteY3" fmla="*/ 14258 h 14167"/>
                <a:gd name="connsiteX4" fmla="*/ 14403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03" y="7175"/>
                  </a:moveTo>
                  <a:cubicBezTo>
                    <a:pt x="14403" y="3299"/>
                    <a:pt x="11193" y="91"/>
                    <a:pt x="7314" y="91"/>
                  </a:cubicBezTo>
                  <a:cubicBezTo>
                    <a:pt x="3435" y="91"/>
                    <a:pt x="225" y="3299"/>
                    <a:pt x="225" y="7175"/>
                  </a:cubicBezTo>
                  <a:cubicBezTo>
                    <a:pt x="225" y="11051"/>
                    <a:pt x="3435" y="14258"/>
                    <a:pt x="7314" y="14258"/>
                  </a:cubicBezTo>
                  <a:cubicBezTo>
                    <a:pt x="11193" y="14258"/>
                    <a:pt x="14403" y="11051"/>
                    <a:pt x="14403"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2" name="Freeform: Shape 911">
              <a:extLst>
                <a:ext uri="{FF2B5EF4-FFF2-40B4-BE49-F238E27FC236}">
                  <a16:creationId xmlns:a16="http://schemas.microsoft.com/office/drawing/2014/main" id="{235BE23C-9CAD-CDFC-5C2B-DDE82D3EC2DC}"/>
                </a:ext>
              </a:extLst>
            </p:cNvPr>
            <p:cNvSpPr/>
            <p:nvPr>
              <p:custDataLst>
                <p:tags r:id="rId179"/>
              </p:custDataLst>
            </p:nvPr>
          </p:nvSpPr>
          <p:spPr>
            <a:xfrm>
              <a:off x="10140825" y="4059444"/>
              <a:ext cx="65942" cy="85002"/>
            </a:xfrm>
            <a:custGeom>
              <a:avLst/>
              <a:gdLst>
                <a:gd name="connsiteX0" fmla="*/ 19491 w 65942"/>
                <a:gd name="connsiteY0" fmla="*/ 8912 h 85002"/>
                <a:gd name="connsiteX1" fmla="*/ 19491 w 65942"/>
                <a:gd name="connsiteY1" fmla="*/ 91 h 85002"/>
                <a:gd name="connsiteX2" fmla="*/ 230 w 65942"/>
                <a:gd name="connsiteY2" fmla="*/ 1561 h 85002"/>
                <a:gd name="connsiteX3" fmla="*/ 230 w 65942"/>
                <a:gd name="connsiteY3" fmla="*/ 5705 h 85002"/>
                <a:gd name="connsiteX4" fmla="*/ 10663 w 65942"/>
                <a:gd name="connsiteY4" fmla="*/ 12387 h 85002"/>
                <a:gd name="connsiteX5" fmla="*/ 10663 w 65942"/>
                <a:gd name="connsiteY5" fmla="*/ 74936 h 85002"/>
                <a:gd name="connsiteX6" fmla="*/ 230 w 65942"/>
                <a:gd name="connsiteY6" fmla="*/ 80951 h 85002"/>
                <a:gd name="connsiteX7" fmla="*/ 230 w 65942"/>
                <a:gd name="connsiteY7" fmla="*/ 85094 h 85002"/>
                <a:gd name="connsiteX8" fmla="*/ 15211 w 65942"/>
                <a:gd name="connsiteY8" fmla="*/ 84693 h 85002"/>
                <a:gd name="connsiteX9" fmla="*/ 30325 w 65942"/>
                <a:gd name="connsiteY9" fmla="*/ 85094 h 85002"/>
                <a:gd name="connsiteX10" fmla="*/ 30325 w 65942"/>
                <a:gd name="connsiteY10" fmla="*/ 80951 h 85002"/>
                <a:gd name="connsiteX11" fmla="*/ 19892 w 65942"/>
                <a:gd name="connsiteY11" fmla="*/ 74936 h 85002"/>
                <a:gd name="connsiteX12" fmla="*/ 19892 w 65942"/>
                <a:gd name="connsiteY12" fmla="*/ 52483 h 85002"/>
                <a:gd name="connsiteX13" fmla="*/ 19892 w 65942"/>
                <a:gd name="connsiteY13" fmla="*/ 51280 h 85002"/>
                <a:gd name="connsiteX14" fmla="*/ 36344 w 65942"/>
                <a:gd name="connsiteY14" fmla="*/ 60636 h 85002"/>
                <a:gd name="connsiteX15" fmla="*/ 66172 w 65942"/>
                <a:gd name="connsiteY15" fmla="*/ 30297 h 85002"/>
                <a:gd name="connsiteX16" fmla="*/ 38217 w 65942"/>
                <a:gd name="connsiteY16" fmla="*/ 91 h 85002"/>
                <a:gd name="connsiteX17" fmla="*/ 19491 w 65942"/>
                <a:gd name="connsiteY17" fmla="*/ 8912 h 85002"/>
                <a:gd name="connsiteX18" fmla="*/ 19892 w 65942"/>
                <a:gd name="connsiteY18" fmla="*/ 43929 h 85002"/>
                <a:gd name="connsiteX19" fmla="*/ 19892 w 65942"/>
                <a:gd name="connsiteY19" fmla="*/ 14125 h 85002"/>
                <a:gd name="connsiteX20" fmla="*/ 37147 w 65942"/>
                <a:gd name="connsiteY20" fmla="*/ 3432 h 85002"/>
                <a:gd name="connsiteX21" fmla="*/ 55070 w 65942"/>
                <a:gd name="connsiteY21" fmla="*/ 30297 h 85002"/>
                <a:gd name="connsiteX22" fmla="*/ 35809 w 65942"/>
                <a:gd name="connsiteY22" fmla="*/ 57695 h 85002"/>
                <a:gd name="connsiteX23" fmla="*/ 21765 w 65942"/>
                <a:gd name="connsiteY23" fmla="*/ 49542 h 85002"/>
                <a:gd name="connsiteX24" fmla="*/ 19892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491" y="8912"/>
                  </a:moveTo>
                  <a:lnTo>
                    <a:pt x="19491" y="91"/>
                  </a:lnTo>
                  <a:lnTo>
                    <a:pt x="230" y="1561"/>
                  </a:lnTo>
                  <a:lnTo>
                    <a:pt x="230" y="5705"/>
                  </a:lnTo>
                  <a:cubicBezTo>
                    <a:pt x="9727" y="5705"/>
                    <a:pt x="10663" y="6506"/>
                    <a:pt x="10663" y="12387"/>
                  </a:cubicBezTo>
                  <a:lnTo>
                    <a:pt x="10663" y="74936"/>
                  </a:lnTo>
                  <a:cubicBezTo>
                    <a:pt x="10663" y="80951"/>
                    <a:pt x="9192" y="80951"/>
                    <a:pt x="230" y="80951"/>
                  </a:cubicBezTo>
                  <a:lnTo>
                    <a:pt x="230" y="85094"/>
                  </a:lnTo>
                  <a:cubicBezTo>
                    <a:pt x="4778" y="84960"/>
                    <a:pt x="11733" y="84693"/>
                    <a:pt x="15211" y="84693"/>
                  </a:cubicBezTo>
                  <a:cubicBezTo>
                    <a:pt x="18822" y="84693"/>
                    <a:pt x="25644" y="84960"/>
                    <a:pt x="30325" y="85094"/>
                  </a:cubicBezTo>
                  <a:lnTo>
                    <a:pt x="30325" y="80951"/>
                  </a:lnTo>
                  <a:cubicBezTo>
                    <a:pt x="21364" y="80951"/>
                    <a:pt x="19892" y="80951"/>
                    <a:pt x="19892" y="74936"/>
                  </a:cubicBezTo>
                  <a:lnTo>
                    <a:pt x="19892" y="52483"/>
                  </a:lnTo>
                  <a:lnTo>
                    <a:pt x="19892" y="51280"/>
                  </a:lnTo>
                  <a:cubicBezTo>
                    <a:pt x="20561" y="53418"/>
                    <a:pt x="26179" y="60636"/>
                    <a:pt x="36344" y="60636"/>
                  </a:cubicBezTo>
                  <a:cubicBezTo>
                    <a:pt x="52262" y="60636"/>
                    <a:pt x="66172" y="47538"/>
                    <a:pt x="66172" y="30297"/>
                  </a:cubicBezTo>
                  <a:cubicBezTo>
                    <a:pt x="66172" y="13323"/>
                    <a:pt x="53198" y="91"/>
                    <a:pt x="38217" y="91"/>
                  </a:cubicBezTo>
                  <a:cubicBezTo>
                    <a:pt x="27784" y="91"/>
                    <a:pt x="22166" y="5972"/>
                    <a:pt x="19491" y="8912"/>
                  </a:cubicBezTo>
                  <a:close/>
                  <a:moveTo>
                    <a:pt x="19892" y="43929"/>
                  </a:moveTo>
                  <a:lnTo>
                    <a:pt x="19892" y="14125"/>
                  </a:lnTo>
                  <a:cubicBezTo>
                    <a:pt x="23771" y="7308"/>
                    <a:pt x="30325" y="3432"/>
                    <a:pt x="37147" y="3432"/>
                  </a:cubicBezTo>
                  <a:cubicBezTo>
                    <a:pt x="46911" y="3432"/>
                    <a:pt x="55070" y="15194"/>
                    <a:pt x="55070" y="30297"/>
                  </a:cubicBezTo>
                  <a:cubicBezTo>
                    <a:pt x="55070" y="46468"/>
                    <a:pt x="45708" y="57695"/>
                    <a:pt x="35809" y="57695"/>
                  </a:cubicBezTo>
                  <a:cubicBezTo>
                    <a:pt x="30459" y="57695"/>
                    <a:pt x="25376" y="55022"/>
                    <a:pt x="21765" y="49542"/>
                  </a:cubicBezTo>
                  <a:cubicBezTo>
                    <a:pt x="19892" y="46736"/>
                    <a:pt x="19892" y="46602"/>
                    <a:pt x="19892"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3" name="Freeform: Shape 912">
              <a:extLst>
                <a:ext uri="{FF2B5EF4-FFF2-40B4-BE49-F238E27FC236}">
                  <a16:creationId xmlns:a16="http://schemas.microsoft.com/office/drawing/2014/main" id="{1D058D5A-202E-1563-DA45-0E3CBBFE01F1}"/>
                </a:ext>
              </a:extLst>
            </p:cNvPr>
            <p:cNvSpPr/>
            <p:nvPr>
              <p:custDataLst>
                <p:tags r:id="rId180"/>
              </p:custDataLst>
            </p:nvPr>
          </p:nvSpPr>
          <p:spPr>
            <a:xfrm>
              <a:off x="10217007" y="4058642"/>
              <a:ext cx="60324" cy="61346"/>
            </a:xfrm>
            <a:custGeom>
              <a:avLst/>
              <a:gdLst>
                <a:gd name="connsiteX0" fmla="*/ 39159 w 60324"/>
                <a:gd name="connsiteY0" fmla="*/ 49810 h 61346"/>
                <a:gd name="connsiteX1" fmla="*/ 49592 w 60324"/>
                <a:gd name="connsiteY1" fmla="*/ 60769 h 61346"/>
                <a:gd name="connsiteX2" fmla="*/ 60560 w 60324"/>
                <a:gd name="connsiteY2" fmla="*/ 48072 h 61346"/>
                <a:gd name="connsiteX3" fmla="*/ 60560 w 60324"/>
                <a:gd name="connsiteY3" fmla="*/ 40588 h 61346"/>
                <a:gd name="connsiteX4" fmla="*/ 57216 w 60324"/>
                <a:gd name="connsiteY4" fmla="*/ 40588 h 61346"/>
                <a:gd name="connsiteX5" fmla="*/ 57216 w 60324"/>
                <a:gd name="connsiteY5" fmla="*/ 48072 h 61346"/>
                <a:gd name="connsiteX6" fmla="*/ 52401 w 60324"/>
                <a:gd name="connsiteY6" fmla="*/ 56626 h 61346"/>
                <a:gd name="connsiteX7" fmla="*/ 47452 w 60324"/>
                <a:gd name="connsiteY7" fmla="*/ 49943 h 61346"/>
                <a:gd name="connsiteX8" fmla="*/ 47452 w 60324"/>
                <a:gd name="connsiteY8" fmla="*/ 23213 h 61346"/>
                <a:gd name="connsiteX9" fmla="*/ 42637 w 60324"/>
                <a:gd name="connsiteY9" fmla="*/ 7442 h 61346"/>
                <a:gd name="connsiteX10" fmla="*/ 24312 w 60324"/>
                <a:gd name="connsiteY10" fmla="*/ 91 h 61346"/>
                <a:gd name="connsiteX11" fmla="*/ 4115 w 60324"/>
                <a:gd name="connsiteY11" fmla="*/ 15194 h 61346"/>
                <a:gd name="connsiteX12" fmla="*/ 10267 w 60324"/>
                <a:gd name="connsiteY12" fmla="*/ 21476 h 61346"/>
                <a:gd name="connsiteX13" fmla="*/ 16420 w 60324"/>
                <a:gd name="connsiteY13" fmla="*/ 15328 h 61346"/>
                <a:gd name="connsiteX14" fmla="*/ 9599 w 60324"/>
                <a:gd name="connsiteY14" fmla="*/ 9180 h 61346"/>
                <a:gd name="connsiteX15" fmla="*/ 24044 w 60324"/>
                <a:gd name="connsiteY15" fmla="*/ 3032 h 61346"/>
                <a:gd name="connsiteX16" fmla="*/ 38223 w 60324"/>
                <a:gd name="connsiteY16" fmla="*/ 20139 h 61346"/>
                <a:gd name="connsiteX17" fmla="*/ 38223 w 60324"/>
                <a:gd name="connsiteY17" fmla="*/ 25084 h 61346"/>
                <a:gd name="connsiteX18" fmla="*/ 13611 w 60324"/>
                <a:gd name="connsiteY18" fmla="*/ 29896 h 61346"/>
                <a:gd name="connsiteX19" fmla="*/ 236 w 60324"/>
                <a:gd name="connsiteY19" fmla="*/ 47270 h 61346"/>
                <a:gd name="connsiteX20" fmla="*/ 21637 w 60324"/>
                <a:gd name="connsiteY20" fmla="*/ 61437 h 61346"/>
                <a:gd name="connsiteX21" fmla="*/ 39159 w 60324"/>
                <a:gd name="connsiteY21" fmla="*/ 49810 h 61346"/>
                <a:gd name="connsiteX22" fmla="*/ 38223 w 60324"/>
                <a:gd name="connsiteY22" fmla="*/ 27891 h 61346"/>
                <a:gd name="connsiteX23" fmla="*/ 38223 w 60324"/>
                <a:gd name="connsiteY23" fmla="*/ 41256 h 61346"/>
                <a:gd name="connsiteX24" fmla="*/ 22573 w 60324"/>
                <a:gd name="connsiteY24" fmla="*/ 58497 h 61346"/>
                <a:gd name="connsiteX25" fmla="*/ 10535 w 60324"/>
                <a:gd name="connsiteY25" fmla="*/ 47137 h 61346"/>
                <a:gd name="connsiteX26" fmla="*/ 38223 w 60324"/>
                <a:gd name="connsiteY26" fmla="*/ 2789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24" h="61346">
                  <a:moveTo>
                    <a:pt x="39159" y="49810"/>
                  </a:moveTo>
                  <a:cubicBezTo>
                    <a:pt x="39694" y="55156"/>
                    <a:pt x="43305" y="60769"/>
                    <a:pt x="49592" y="60769"/>
                  </a:cubicBezTo>
                  <a:cubicBezTo>
                    <a:pt x="52401" y="60769"/>
                    <a:pt x="60560" y="58898"/>
                    <a:pt x="60560" y="48072"/>
                  </a:cubicBezTo>
                  <a:lnTo>
                    <a:pt x="60560" y="40588"/>
                  </a:lnTo>
                  <a:lnTo>
                    <a:pt x="57216" y="40588"/>
                  </a:lnTo>
                  <a:lnTo>
                    <a:pt x="57216" y="48072"/>
                  </a:lnTo>
                  <a:cubicBezTo>
                    <a:pt x="57216" y="55824"/>
                    <a:pt x="53872" y="56626"/>
                    <a:pt x="52401" y="56626"/>
                  </a:cubicBezTo>
                  <a:cubicBezTo>
                    <a:pt x="47987" y="56626"/>
                    <a:pt x="47452" y="50612"/>
                    <a:pt x="47452" y="49943"/>
                  </a:cubicBezTo>
                  <a:lnTo>
                    <a:pt x="47452" y="23213"/>
                  </a:lnTo>
                  <a:cubicBezTo>
                    <a:pt x="47452" y="17600"/>
                    <a:pt x="47452" y="12387"/>
                    <a:pt x="42637" y="7442"/>
                  </a:cubicBezTo>
                  <a:cubicBezTo>
                    <a:pt x="37420" y="2230"/>
                    <a:pt x="30732" y="91"/>
                    <a:pt x="24312" y="91"/>
                  </a:cubicBezTo>
                  <a:cubicBezTo>
                    <a:pt x="13344" y="91"/>
                    <a:pt x="4115" y="6373"/>
                    <a:pt x="4115" y="15194"/>
                  </a:cubicBezTo>
                  <a:cubicBezTo>
                    <a:pt x="4115" y="19203"/>
                    <a:pt x="6790" y="21476"/>
                    <a:pt x="10267" y="21476"/>
                  </a:cubicBezTo>
                  <a:cubicBezTo>
                    <a:pt x="14013" y="21476"/>
                    <a:pt x="16420" y="18802"/>
                    <a:pt x="16420" y="15328"/>
                  </a:cubicBezTo>
                  <a:cubicBezTo>
                    <a:pt x="16420" y="13724"/>
                    <a:pt x="15751" y="9313"/>
                    <a:pt x="9599" y="9180"/>
                  </a:cubicBezTo>
                  <a:cubicBezTo>
                    <a:pt x="13210" y="4502"/>
                    <a:pt x="19764" y="3032"/>
                    <a:pt x="24044" y="3032"/>
                  </a:cubicBezTo>
                  <a:cubicBezTo>
                    <a:pt x="30598" y="3032"/>
                    <a:pt x="38223" y="8244"/>
                    <a:pt x="38223" y="20139"/>
                  </a:cubicBezTo>
                  <a:lnTo>
                    <a:pt x="38223" y="25084"/>
                  </a:lnTo>
                  <a:cubicBezTo>
                    <a:pt x="31401" y="25485"/>
                    <a:pt x="22038" y="25886"/>
                    <a:pt x="13611" y="29896"/>
                  </a:cubicBezTo>
                  <a:cubicBezTo>
                    <a:pt x="3580" y="34440"/>
                    <a:pt x="236" y="41390"/>
                    <a:pt x="236" y="47270"/>
                  </a:cubicBezTo>
                  <a:cubicBezTo>
                    <a:pt x="236" y="58096"/>
                    <a:pt x="13210" y="61437"/>
                    <a:pt x="21637" y="61437"/>
                  </a:cubicBezTo>
                  <a:cubicBezTo>
                    <a:pt x="30465" y="61437"/>
                    <a:pt x="36618" y="56091"/>
                    <a:pt x="39159" y="49810"/>
                  </a:cubicBezTo>
                  <a:close/>
                  <a:moveTo>
                    <a:pt x="38223" y="27891"/>
                  </a:moveTo>
                  <a:lnTo>
                    <a:pt x="38223" y="41256"/>
                  </a:lnTo>
                  <a:cubicBezTo>
                    <a:pt x="38223" y="53953"/>
                    <a:pt x="28592" y="58497"/>
                    <a:pt x="22573" y="58497"/>
                  </a:cubicBezTo>
                  <a:cubicBezTo>
                    <a:pt x="16019" y="58497"/>
                    <a:pt x="10535" y="53819"/>
                    <a:pt x="10535" y="47137"/>
                  </a:cubicBezTo>
                  <a:cubicBezTo>
                    <a:pt x="10535" y="39786"/>
                    <a:pt x="16153" y="28693"/>
                    <a:pt x="38223" y="2789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4" name="Freeform: Shape 913">
              <a:extLst>
                <a:ext uri="{FF2B5EF4-FFF2-40B4-BE49-F238E27FC236}">
                  <a16:creationId xmlns:a16="http://schemas.microsoft.com/office/drawing/2014/main" id="{2094DAD5-0C2C-7AE6-08C7-C33FDF92B82F}"/>
                </a:ext>
              </a:extLst>
            </p:cNvPr>
            <p:cNvSpPr/>
            <p:nvPr>
              <p:custDataLst>
                <p:tags r:id="rId181"/>
              </p:custDataLst>
            </p:nvPr>
          </p:nvSpPr>
          <p:spPr>
            <a:xfrm>
              <a:off x="10282013" y="4059444"/>
              <a:ext cx="44942" cy="59074"/>
            </a:xfrm>
            <a:custGeom>
              <a:avLst/>
              <a:gdLst>
                <a:gd name="connsiteX0" fmla="*/ 18833 w 44942"/>
                <a:gd name="connsiteY0" fmla="*/ 14793 h 59074"/>
                <a:gd name="connsiteX1" fmla="*/ 18833 w 44942"/>
                <a:gd name="connsiteY1" fmla="*/ 91 h 59074"/>
                <a:gd name="connsiteX2" fmla="*/ 241 w 44942"/>
                <a:gd name="connsiteY2" fmla="*/ 1561 h 59074"/>
                <a:gd name="connsiteX3" fmla="*/ 241 w 44942"/>
                <a:gd name="connsiteY3" fmla="*/ 5705 h 59074"/>
                <a:gd name="connsiteX4" fmla="*/ 10674 w 44942"/>
                <a:gd name="connsiteY4" fmla="*/ 13189 h 59074"/>
                <a:gd name="connsiteX5" fmla="*/ 10674 w 44942"/>
                <a:gd name="connsiteY5" fmla="*/ 49008 h 59074"/>
                <a:gd name="connsiteX6" fmla="*/ 241 w 44942"/>
                <a:gd name="connsiteY6" fmla="*/ 55022 h 59074"/>
                <a:gd name="connsiteX7" fmla="*/ 241 w 44942"/>
                <a:gd name="connsiteY7" fmla="*/ 59165 h 59074"/>
                <a:gd name="connsiteX8" fmla="*/ 15489 w 44942"/>
                <a:gd name="connsiteY8" fmla="*/ 58764 h 59074"/>
                <a:gd name="connsiteX9" fmla="*/ 32476 w 44942"/>
                <a:gd name="connsiteY9" fmla="*/ 59165 h 59074"/>
                <a:gd name="connsiteX10" fmla="*/ 32476 w 44942"/>
                <a:gd name="connsiteY10" fmla="*/ 55022 h 59074"/>
                <a:gd name="connsiteX11" fmla="*/ 29667 w 44942"/>
                <a:gd name="connsiteY11" fmla="*/ 55022 h 59074"/>
                <a:gd name="connsiteX12" fmla="*/ 19502 w 44942"/>
                <a:gd name="connsiteY12" fmla="*/ 48741 h 59074"/>
                <a:gd name="connsiteX13" fmla="*/ 19502 w 44942"/>
                <a:gd name="connsiteY13" fmla="*/ 28158 h 59074"/>
                <a:gd name="connsiteX14" fmla="*/ 35285 w 44942"/>
                <a:gd name="connsiteY14" fmla="*/ 3032 h 59074"/>
                <a:gd name="connsiteX15" fmla="*/ 36756 w 44942"/>
                <a:gd name="connsiteY15" fmla="*/ 3165 h 59074"/>
                <a:gd name="connsiteX16" fmla="*/ 33680 w 44942"/>
                <a:gd name="connsiteY16" fmla="*/ 8378 h 59074"/>
                <a:gd name="connsiteX17" fmla="*/ 39431 w 44942"/>
                <a:gd name="connsiteY17" fmla="*/ 14125 h 59074"/>
                <a:gd name="connsiteX18" fmla="*/ 45183 w 44942"/>
                <a:gd name="connsiteY18" fmla="*/ 8244 h 59074"/>
                <a:gd name="connsiteX19" fmla="*/ 35285 w 44942"/>
                <a:gd name="connsiteY19" fmla="*/ 91 h 59074"/>
                <a:gd name="connsiteX20" fmla="*/ 18833 w 44942"/>
                <a:gd name="connsiteY20" fmla="*/ 14793 h 5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942" h="59074">
                  <a:moveTo>
                    <a:pt x="18833" y="14793"/>
                  </a:moveTo>
                  <a:lnTo>
                    <a:pt x="18833" y="91"/>
                  </a:lnTo>
                  <a:lnTo>
                    <a:pt x="241" y="1561"/>
                  </a:lnTo>
                  <a:lnTo>
                    <a:pt x="241" y="5705"/>
                  </a:lnTo>
                  <a:cubicBezTo>
                    <a:pt x="9604" y="5705"/>
                    <a:pt x="10674" y="6640"/>
                    <a:pt x="10674" y="13189"/>
                  </a:cubicBezTo>
                  <a:lnTo>
                    <a:pt x="10674" y="49008"/>
                  </a:lnTo>
                  <a:cubicBezTo>
                    <a:pt x="10674" y="55022"/>
                    <a:pt x="9202" y="55022"/>
                    <a:pt x="241" y="55022"/>
                  </a:cubicBezTo>
                  <a:lnTo>
                    <a:pt x="241" y="59165"/>
                  </a:lnTo>
                  <a:cubicBezTo>
                    <a:pt x="5457" y="59032"/>
                    <a:pt x="11744" y="58764"/>
                    <a:pt x="15489" y="58764"/>
                  </a:cubicBezTo>
                  <a:cubicBezTo>
                    <a:pt x="20839" y="58764"/>
                    <a:pt x="27126" y="58764"/>
                    <a:pt x="32476" y="59165"/>
                  </a:cubicBezTo>
                  <a:lnTo>
                    <a:pt x="32476" y="55022"/>
                  </a:lnTo>
                  <a:lnTo>
                    <a:pt x="29667" y="55022"/>
                  </a:lnTo>
                  <a:cubicBezTo>
                    <a:pt x="19769" y="55022"/>
                    <a:pt x="19502" y="53552"/>
                    <a:pt x="19502" y="48741"/>
                  </a:cubicBezTo>
                  <a:lnTo>
                    <a:pt x="19502" y="28158"/>
                  </a:lnTo>
                  <a:cubicBezTo>
                    <a:pt x="19502" y="14927"/>
                    <a:pt x="25119" y="3032"/>
                    <a:pt x="35285" y="3032"/>
                  </a:cubicBezTo>
                  <a:cubicBezTo>
                    <a:pt x="36221" y="3032"/>
                    <a:pt x="36489" y="3032"/>
                    <a:pt x="36756" y="3165"/>
                  </a:cubicBezTo>
                  <a:cubicBezTo>
                    <a:pt x="36355" y="3299"/>
                    <a:pt x="33680" y="4903"/>
                    <a:pt x="33680" y="8378"/>
                  </a:cubicBezTo>
                  <a:cubicBezTo>
                    <a:pt x="33680" y="12120"/>
                    <a:pt x="36489" y="14125"/>
                    <a:pt x="39431" y="14125"/>
                  </a:cubicBezTo>
                  <a:cubicBezTo>
                    <a:pt x="41839" y="14125"/>
                    <a:pt x="45183" y="12521"/>
                    <a:pt x="45183" y="8244"/>
                  </a:cubicBezTo>
                  <a:cubicBezTo>
                    <a:pt x="45183" y="3967"/>
                    <a:pt x="41037" y="91"/>
                    <a:pt x="35285" y="91"/>
                  </a:cubicBezTo>
                  <a:cubicBezTo>
                    <a:pt x="25521" y="91"/>
                    <a:pt x="20705" y="9046"/>
                    <a:pt x="18833" y="147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5" name="Freeform: Shape 914">
              <a:extLst>
                <a:ext uri="{FF2B5EF4-FFF2-40B4-BE49-F238E27FC236}">
                  <a16:creationId xmlns:a16="http://schemas.microsoft.com/office/drawing/2014/main" id="{93A6C295-C199-6E98-8BC1-76EE3156025D}"/>
                </a:ext>
              </a:extLst>
            </p:cNvPr>
            <p:cNvSpPr/>
            <p:nvPr>
              <p:custDataLst>
                <p:tags r:id="rId182"/>
              </p:custDataLst>
            </p:nvPr>
          </p:nvSpPr>
          <p:spPr>
            <a:xfrm>
              <a:off x="10334402" y="4058642"/>
              <a:ext cx="51764" cy="61346"/>
            </a:xfrm>
            <a:custGeom>
              <a:avLst/>
              <a:gdLst>
                <a:gd name="connsiteX0" fmla="*/ 11480 w 51764"/>
                <a:gd name="connsiteY0" fmla="*/ 26287 h 61346"/>
                <a:gd name="connsiteX1" fmla="*/ 28066 w 51764"/>
                <a:gd name="connsiteY1" fmla="*/ 3032 h 61346"/>
                <a:gd name="connsiteX2" fmla="*/ 43181 w 51764"/>
                <a:gd name="connsiteY2" fmla="*/ 26287 h 61346"/>
                <a:gd name="connsiteX3" fmla="*/ 11480 w 51764"/>
                <a:gd name="connsiteY3" fmla="*/ 26287 h 61346"/>
                <a:gd name="connsiteX4" fmla="*/ 11346 w 51764"/>
                <a:gd name="connsiteY4" fmla="*/ 29094 h 61346"/>
                <a:gd name="connsiteX5" fmla="*/ 48665 w 51764"/>
                <a:gd name="connsiteY5" fmla="*/ 29094 h 61346"/>
                <a:gd name="connsiteX6" fmla="*/ 52009 w 51764"/>
                <a:gd name="connsiteY6" fmla="*/ 26287 h 61346"/>
                <a:gd name="connsiteX7" fmla="*/ 28066 w 51764"/>
                <a:gd name="connsiteY7" fmla="*/ 91 h 61346"/>
                <a:gd name="connsiteX8" fmla="*/ 244 w 51764"/>
                <a:gd name="connsiteY8" fmla="*/ 30564 h 61346"/>
                <a:gd name="connsiteX9" fmla="*/ 29671 w 51764"/>
                <a:gd name="connsiteY9" fmla="*/ 61437 h 61346"/>
                <a:gd name="connsiteX10" fmla="*/ 52009 w 51764"/>
                <a:gd name="connsiteY10" fmla="*/ 44063 h 61346"/>
                <a:gd name="connsiteX11" fmla="*/ 50270 w 51764"/>
                <a:gd name="connsiteY11" fmla="*/ 42459 h 61346"/>
                <a:gd name="connsiteX12" fmla="*/ 48531 w 51764"/>
                <a:gd name="connsiteY12" fmla="*/ 44330 h 61346"/>
                <a:gd name="connsiteX13" fmla="*/ 30474 w 51764"/>
                <a:gd name="connsiteY13" fmla="*/ 58096 h 61346"/>
                <a:gd name="connsiteX14" fmla="*/ 15359 w 51764"/>
                <a:gd name="connsiteY14" fmla="*/ 49141 h 61346"/>
                <a:gd name="connsiteX15" fmla="*/ 11346 w 51764"/>
                <a:gd name="connsiteY15" fmla="*/ 29094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64" h="61346">
                  <a:moveTo>
                    <a:pt x="11480" y="26287"/>
                  </a:moveTo>
                  <a:cubicBezTo>
                    <a:pt x="12283" y="6373"/>
                    <a:pt x="23518" y="3032"/>
                    <a:pt x="28066" y="3032"/>
                  </a:cubicBezTo>
                  <a:cubicBezTo>
                    <a:pt x="41843" y="3032"/>
                    <a:pt x="43181" y="21075"/>
                    <a:pt x="43181" y="26287"/>
                  </a:cubicBezTo>
                  <a:lnTo>
                    <a:pt x="11480" y="26287"/>
                  </a:lnTo>
                  <a:close/>
                  <a:moveTo>
                    <a:pt x="11346" y="29094"/>
                  </a:moveTo>
                  <a:lnTo>
                    <a:pt x="48665" y="29094"/>
                  </a:lnTo>
                  <a:cubicBezTo>
                    <a:pt x="51607" y="29094"/>
                    <a:pt x="52009" y="29094"/>
                    <a:pt x="52009" y="26287"/>
                  </a:cubicBezTo>
                  <a:cubicBezTo>
                    <a:pt x="52009" y="13055"/>
                    <a:pt x="44786" y="91"/>
                    <a:pt x="28066" y="91"/>
                  </a:cubicBezTo>
                  <a:cubicBezTo>
                    <a:pt x="12550" y="91"/>
                    <a:pt x="244" y="13857"/>
                    <a:pt x="244" y="30564"/>
                  </a:cubicBezTo>
                  <a:cubicBezTo>
                    <a:pt x="244" y="48473"/>
                    <a:pt x="14289" y="61437"/>
                    <a:pt x="29671" y="61437"/>
                  </a:cubicBezTo>
                  <a:cubicBezTo>
                    <a:pt x="45989" y="61437"/>
                    <a:pt x="52009" y="46602"/>
                    <a:pt x="52009" y="44063"/>
                  </a:cubicBezTo>
                  <a:cubicBezTo>
                    <a:pt x="52009" y="42726"/>
                    <a:pt x="50938" y="42459"/>
                    <a:pt x="50270" y="42459"/>
                  </a:cubicBezTo>
                  <a:cubicBezTo>
                    <a:pt x="49066" y="42459"/>
                    <a:pt x="48798" y="43261"/>
                    <a:pt x="48531" y="44330"/>
                  </a:cubicBezTo>
                  <a:cubicBezTo>
                    <a:pt x="43849" y="58096"/>
                    <a:pt x="31811" y="58096"/>
                    <a:pt x="30474" y="58096"/>
                  </a:cubicBezTo>
                  <a:cubicBezTo>
                    <a:pt x="23786" y="58096"/>
                    <a:pt x="18435" y="54087"/>
                    <a:pt x="15359" y="49141"/>
                  </a:cubicBezTo>
                  <a:cubicBezTo>
                    <a:pt x="11346" y="42726"/>
                    <a:pt x="11346" y="33905"/>
                    <a:pt x="11346" y="2909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6" name="Freeform: Shape 915">
              <a:extLst>
                <a:ext uri="{FF2B5EF4-FFF2-40B4-BE49-F238E27FC236}">
                  <a16:creationId xmlns:a16="http://schemas.microsoft.com/office/drawing/2014/main" id="{7527DFAE-9599-0F2B-DD6B-4427D6449C0C}"/>
                </a:ext>
              </a:extLst>
            </p:cNvPr>
            <p:cNvSpPr/>
            <p:nvPr>
              <p:custDataLst>
                <p:tags r:id="rId183"/>
              </p:custDataLst>
            </p:nvPr>
          </p:nvSpPr>
          <p:spPr>
            <a:xfrm>
              <a:off x="10394652" y="4025764"/>
              <a:ext cx="65942" cy="94224"/>
            </a:xfrm>
            <a:custGeom>
              <a:avLst/>
              <a:gdLst>
                <a:gd name="connsiteX0" fmla="*/ 46529 w 65942"/>
                <a:gd name="connsiteY0" fmla="*/ 85495 h 94224"/>
                <a:gd name="connsiteX1" fmla="*/ 46529 w 65942"/>
                <a:gd name="connsiteY1" fmla="*/ 94316 h 94224"/>
                <a:gd name="connsiteX2" fmla="*/ 66191 w 65942"/>
                <a:gd name="connsiteY2" fmla="*/ 92846 h 94224"/>
                <a:gd name="connsiteX3" fmla="*/ 66191 w 65942"/>
                <a:gd name="connsiteY3" fmla="*/ 88703 h 94224"/>
                <a:gd name="connsiteX4" fmla="*/ 55758 w 65942"/>
                <a:gd name="connsiteY4" fmla="*/ 81218 h 94224"/>
                <a:gd name="connsiteX5" fmla="*/ 55758 w 65942"/>
                <a:gd name="connsiteY5" fmla="*/ 91 h 94224"/>
                <a:gd name="connsiteX6" fmla="*/ 36497 w 65942"/>
                <a:gd name="connsiteY6" fmla="*/ 1561 h 94224"/>
                <a:gd name="connsiteX7" fmla="*/ 36497 w 65942"/>
                <a:gd name="connsiteY7" fmla="*/ 5705 h 94224"/>
                <a:gd name="connsiteX8" fmla="*/ 46930 w 65942"/>
                <a:gd name="connsiteY8" fmla="*/ 13189 h 94224"/>
                <a:gd name="connsiteX9" fmla="*/ 46930 w 65942"/>
                <a:gd name="connsiteY9" fmla="*/ 42058 h 94224"/>
                <a:gd name="connsiteX10" fmla="*/ 30077 w 65942"/>
                <a:gd name="connsiteY10" fmla="*/ 33771 h 94224"/>
                <a:gd name="connsiteX11" fmla="*/ 249 w 65942"/>
                <a:gd name="connsiteY11" fmla="*/ 64111 h 94224"/>
                <a:gd name="connsiteX12" fmla="*/ 28605 w 65942"/>
                <a:gd name="connsiteY12" fmla="*/ 94316 h 94224"/>
                <a:gd name="connsiteX13" fmla="*/ 46529 w 65942"/>
                <a:gd name="connsiteY13" fmla="*/ 85495 h 94224"/>
                <a:gd name="connsiteX14" fmla="*/ 46529 w 65942"/>
                <a:gd name="connsiteY14" fmla="*/ 49676 h 94224"/>
                <a:gd name="connsiteX15" fmla="*/ 46529 w 65942"/>
                <a:gd name="connsiteY15" fmla="*/ 77075 h 94224"/>
                <a:gd name="connsiteX16" fmla="*/ 45058 w 65942"/>
                <a:gd name="connsiteY16" fmla="*/ 82020 h 94224"/>
                <a:gd name="connsiteX17" fmla="*/ 29274 w 65942"/>
                <a:gd name="connsiteY17" fmla="*/ 91376 h 94224"/>
                <a:gd name="connsiteX18" fmla="*/ 15230 w 65942"/>
                <a:gd name="connsiteY18" fmla="*/ 82822 h 94224"/>
                <a:gd name="connsiteX19" fmla="*/ 11351 w 65942"/>
                <a:gd name="connsiteY19" fmla="*/ 64244 h 94224"/>
                <a:gd name="connsiteX20" fmla="*/ 15497 w 65942"/>
                <a:gd name="connsiteY20" fmla="*/ 45266 h 94224"/>
                <a:gd name="connsiteX21" fmla="*/ 30612 w 65942"/>
                <a:gd name="connsiteY21" fmla="*/ 36712 h 94224"/>
                <a:gd name="connsiteX22" fmla="*/ 45058 w 65942"/>
                <a:gd name="connsiteY22" fmla="*/ 44731 h 94224"/>
                <a:gd name="connsiteX23" fmla="*/ 46529 w 65942"/>
                <a:gd name="connsiteY23" fmla="*/ 49676 h 9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5942" h="94224">
                  <a:moveTo>
                    <a:pt x="46529" y="85495"/>
                  </a:moveTo>
                  <a:lnTo>
                    <a:pt x="46529" y="94316"/>
                  </a:lnTo>
                  <a:lnTo>
                    <a:pt x="66191" y="92846"/>
                  </a:lnTo>
                  <a:lnTo>
                    <a:pt x="66191" y="88703"/>
                  </a:lnTo>
                  <a:cubicBezTo>
                    <a:pt x="56828" y="88703"/>
                    <a:pt x="55758" y="87767"/>
                    <a:pt x="55758" y="81218"/>
                  </a:cubicBezTo>
                  <a:lnTo>
                    <a:pt x="55758" y="91"/>
                  </a:lnTo>
                  <a:lnTo>
                    <a:pt x="36497" y="1561"/>
                  </a:lnTo>
                  <a:lnTo>
                    <a:pt x="36497" y="5705"/>
                  </a:lnTo>
                  <a:cubicBezTo>
                    <a:pt x="45860" y="5705"/>
                    <a:pt x="46930" y="6640"/>
                    <a:pt x="46930" y="13189"/>
                  </a:cubicBezTo>
                  <a:lnTo>
                    <a:pt x="46930" y="42058"/>
                  </a:lnTo>
                  <a:cubicBezTo>
                    <a:pt x="43051" y="37246"/>
                    <a:pt x="37300" y="33771"/>
                    <a:pt x="30077" y="33771"/>
                  </a:cubicBezTo>
                  <a:cubicBezTo>
                    <a:pt x="14293" y="33771"/>
                    <a:pt x="249" y="46869"/>
                    <a:pt x="249" y="64111"/>
                  </a:cubicBezTo>
                  <a:cubicBezTo>
                    <a:pt x="249" y="81084"/>
                    <a:pt x="13357" y="94316"/>
                    <a:pt x="28605" y="94316"/>
                  </a:cubicBezTo>
                  <a:cubicBezTo>
                    <a:pt x="37166" y="94316"/>
                    <a:pt x="43185" y="89772"/>
                    <a:pt x="46529" y="85495"/>
                  </a:cubicBezTo>
                  <a:close/>
                  <a:moveTo>
                    <a:pt x="46529" y="49676"/>
                  </a:moveTo>
                  <a:lnTo>
                    <a:pt x="46529" y="77075"/>
                  </a:lnTo>
                  <a:cubicBezTo>
                    <a:pt x="46529" y="79481"/>
                    <a:pt x="46529" y="79748"/>
                    <a:pt x="45058" y="82020"/>
                  </a:cubicBezTo>
                  <a:cubicBezTo>
                    <a:pt x="41045" y="88435"/>
                    <a:pt x="35026" y="91376"/>
                    <a:pt x="29274" y="91376"/>
                  </a:cubicBezTo>
                  <a:cubicBezTo>
                    <a:pt x="23255" y="91376"/>
                    <a:pt x="18440" y="87901"/>
                    <a:pt x="15230" y="82822"/>
                  </a:cubicBezTo>
                  <a:cubicBezTo>
                    <a:pt x="11752" y="77342"/>
                    <a:pt x="11351" y="69724"/>
                    <a:pt x="11351" y="64244"/>
                  </a:cubicBezTo>
                  <a:cubicBezTo>
                    <a:pt x="11351" y="59299"/>
                    <a:pt x="11618" y="51280"/>
                    <a:pt x="15497" y="45266"/>
                  </a:cubicBezTo>
                  <a:cubicBezTo>
                    <a:pt x="18306" y="41122"/>
                    <a:pt x="23389" y="36712"/>
                    <a:pt x="30612" y="36712"/>
                  </a:cubicBezTo>
                  <a:cubicBezTo>
                    <a:pt x="35293" y="36712"/>
                    <a:pt x="40911" y="38717"/>
                    <a:pt x="45058" y="44731"/>
                  </a:cubicBezTo>
                  <a:cubicBezTo>
                    <a:pt x="46529" y="47003"/>
                    <a:pt x="46529" y="47270"/>
                    <a:pt x="46529" y="49676"/>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7" name="Freeform: Shape 916">
              <a:extLst>
                <a:ext uri="{FF2B5EF4-FFF2-40B4-BE49-F238E27FC236}">
                  <a16:creationId xmlns:a16="http://schemas.microsoft.com/office/drawing/2014/main" id="{477C3205-CB94-265E-6759-5B76013896C4}"/>
                </a:ext>
              </a:extLst>
            </p:cNvPr>
            <p:cNvSpPr/>
            <p:nvPr>
              <p:custDataLst>
                <p:tags r:id="rId184"/>
              </p:custDataLst>
            </p:nvPr>
          </p:nvSpPr>
          <p:spPr>
            <a:xfrm>
              <a:off x="10501627" y="4040599"/>
              <a:ext cx="88948" cy="89012"/>
            </a:xfrm>
            <a:custGeom>
              <a:avLst/>
              <a:gdLst>
                <a:gd name="connsiteX0" fmla="*/ 47473 w 88948"/>
                <a:gd name="connsiteY0" fmla="*/ 47270 h 89012"/>
                <a:gd name="connsiteX1" fmla="*/ 84791 w 88948"/>
                <a:gd name="connsiteY1" fmla="*/ 47270 h 89012"/>
                <a:gd name="connsiteX2" fmla="*/ 89205 w 88948"/>
                <a:gd name="connsiteY2" fmla="*/ 44597 h 89012"/>
                <a:gd name="connsiteX3" fmla="*/ 84791 w 88948"/>
                <a:gd name="connsiteY3" fmla="*/ 41924 h 89012"/>
                <a:gd name="connsiteX4" fmla="*/ 47473 w 88948"/>
                <a:gd name="connsiteY4" fmla="*/ 41924 h 89012"/>
                <a:gd name="connsiteX5" fmla="*/ 47473 w 88948"/>
                <a:gd name="connsiteY5" fmla="*/ 4502 h 89012"/>
                <a:gd name="connsiteX6" fmla="*/ 44798 w 88948"/>
                <a:gd name="connsiteY6" fmla="*/ 91 h 89012"/>
                <a:gd name="connsiteX7" fmla="*/ 42123 w 88948"/>
                <a:gd name="connsiteY7" fmla="*/ 4502 h 89012"/>
                <a:gd name="connsiteX8" fmla="*/ 42123 w 88948"/>
                <a:gd name="connsiteY8" fmla="*/ 41924 h 89012"/>
                <a:gd name="connsiteX9" fmla="*/ 4671 w 88948"/>
                <a:gd name="connsiteY9" fmla="*/ 41924 h 89012"/>
                <a:gd name="connsiteX10" fmla="*/ 257 w 88948"/>
                <a:gd name="connsiteY10" fmla="*/ 44597 h 89012"/>
                <a:gd name="connsiteX11" fmla="*/ 4671 w 88948"/>
                <a:gd name="connsiteY11" fmla="*/ 47270 h 89012"/>
                <a:gd name="connsiteX12" fmla="*/ 42123 w 88948"/>
                <a:gd name="connsiteY12" fmla="*/ 47270 h 89012"/>
                <a:gd name="connsiteX13" fmla="*/ 42123 w 88948"/>
                <a:gd name="connsiteY13" fmla="*/ 84693 h 89012"/>
                <a:gd name="connsiteX14" fmla="*/ 44798 w 88948"/>
                <a:gd name="connsiteY14" fmla="*/ 89103 h 89012"/>
                <a:gd name="connsiteX15" fmla="*/ 47473 w 88948"/>
                <a:gd name="connsiteY15" fmla="*/ 84693 h 89012"/>
                <a:gd name="connsiteX16" fmla="*/ 47473 w 88948"/>
                <a:gd name="connsiteY16" fmla="*/ 47270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8948" h="89012">
                  <a:moveTo>
                    <a:pt x="47473" y="47270"/>
                  </a:moveTo>
                  <a:lnTo>
                    <a:pt x="84791" y="47270"/>
                  </a:lnTo>
                  <a:cubicBezTo>
                    <a:pt x="86664" y="47270"/>
                    <a:pt x="89205" y="47270"/>
                    <a:pt x="89205" y="44597"/>
                  </a:cubicBezTo>
                  <a:cubicBezTo>
                    <a:pt x="89205" y="41924"/>
                    <a:pt x="86664" y="41924"/>
                    <a:pt x="84791" y="41924"/>
                  </a:cubicBezTo>
                  <a:lnTo>
                    <a:pt x="47473" y="41924"/>
                  </a:lnTo>
                  <a:lnTo>
                    <a:pt x="47473" y="4502"/>
                  </a:lnTo>
                  <a:cubicBezTo>
                    <a:pt x="47473" y="2631"/>
                    <a:pt x="47473" y="91"/>
                    <a:pt x="44798" y="91"/>
                  </a:cubicBezTo>
                  <a:cubicBezTo>
                    <a:pt x="42123" y="91"/>
                    <a:pt x="42123" y="2631"/>
                    <a:pt x="42123" y="4502"/>
                  </a:cubicBezTo>
                  <a:lnTo>
                    <a:pt x="42123" y="41924"/>
                  </a:lnTo>
                  <a:lnTo>
                    <a:pt x="4671" y="41924"/>
                  </a:lnTo>
                  <a:cubicBezTo>
                    <a:pt x="2798" y="41924"/>
                    <a:pt x="257" y="41924"/>
                    <a:pt x="257" y="44597"/>
                  </a:cubicBezTo>
                  <a:cubicBezTo>
                    <a:pt x="257" y="47270"/>
                    <a:pt x="2798" y="47270"/>
                    <a:pt x="4671" y="47270"/>
                  </a:cubicBezTo>
                  <a:lnTo>
                    <a:pt x="42123" y="47270"/>
                  </a:lnTo>
                  <a:lnTo>
                    <a:pt x="42123" y="84693"/>
                  </a:lnTo>
                  <a:cubicBezTo>
                    <a:pt x="42123" y="86564"/>
                    <a:pt x="42123" y="89103"/>
                    <a:pt x="44798" y="89103"/>
                  </a:cubicBezTo>
                  <a:cubicBezTo>
                    <a:pt x="47473" y="89103"/>
                    <a:pt x="47473" y="86564"/>
                    <a:pt x="47473" y="84693"/>
                  </a:cubicBezTo>
                  <a:lnTo>
                    <a:pt x="47473" y="47270"/>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8" name="Freeform: Shape 917">
              <a:extLst>
                <a:ext uri="{FF2B5EF4-FFF2-40B4-BE49-F238E27FC236}">
                  <a16:creationId xmlns:a16="http://schemas.microsoft.com/office/drawing/2014/main" id="{123E9693-3D41-96C5-364D-14F3AD476477}"/>
                </a:ext>
              </a:extLst>
            </p:cNvPr>
            <p:cNvSpPr/>
            <p:nvPr>
              <p:custDataLst>
                <p:tags r:id="rId185"/>
              </p:custDataLst>
            </p:nvPr>
          </p:nvSpPr>
          <p:spPr>
            <a:xfrm>
              <a:off x="10638995" y="4082432"/>
              <a:ext cx="81725" cy="5346"/>
            </a:xfrm>
            <a:custGeom>
              <a:avLst/>
              <a:gdLst>
                <a:gd name="connsiteX0" fmla="*/ 77311 w 81725"/>
                <a:gd name="connsiteY0" fmla="*/ 5437 h 5346"/>
                <a:gd name="connsiteX1" fmla="*/ 81992 w 81725"/>
                <a:gd name="connsiteY1" fmla="*/ 2764 h 5346"/>
                <a:gd name="connsiteX2" fmla="*/ 77311 w 81725"/>
                <a:gd name="connsiteY2" fmla="*/ 91 h 5346"/>
                <a:gd name="connsiteX3" fmla="*/ 4948 w 81725"/>
                <a:gd name="connsiteY3" fmla="*/ 91 h 5346"/>
                <a:gd name="connsiteX4" fmla="*/ 267 w 81725"/>
                <a:gd name="connsiteY4" fmla="*/ 2764 h 5346"/>
                <a:gd name="connsiteX5" fmla="*/ 4948 w 81725"/>
                <a:gd name="connsiteY5" fmla="*/ 5437 h 5346"/>
                <a:gd name="connsiteX6" fmla="*/ 77311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311" y="5437"/>
                  </a:moveTo>
                  <a:cubicBezTo>
                    <a:pt x="79585" y="5437"/>
                    <a:pt x="81992" y="5437"/>
                    <a:pt x="81992" y="2764"/>
                  </a:cubicBezTo>
                  <a:cubicBezTo>
                    <a:pt x="81992" y="91"/>
                    <a:pt x="79585" y="91"/>
                    <a:pt x="77311" y="91"/>
                  </a:cubicBezTo>
                  <a:lnTo>
                    <a:pt x="4948" y="91"/>
                  </a:lnTo>
                  <a:cubicBezTo>
                    <a:pt x="2674" y="91"/>
                    <a:pt x="267" y="91"/>
                    <a:pt x="267" y="2764"/>
                  </a:cubicBezTo>
                  <a:cubicBezTo>
                    <a:pt x="267" y="5437"/>
                    <a:pt x="2674" y="5437"/>
                    <a:pt x="4948" y="5437"/>
                  </a:cubicBezTo>
                  <a:lnTo>
                    <a:pt x="77311"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19" name="Freeform: Shape 918">
              <a:extLst>
                <a:ext uri="{FF2B5EF4-FFF2-40B4-BE49-F238E27FC236}">
                  <a16:creationId xmlns:a16="http://schemas.microsoft.com/office/drawing/2014/main" id="{93336097-1EDA-C095-907D-9976A0CAC728}"/>
                </a:ext>
              </a:extLst>
            </p:cNvPr>
            <p:cNvSpPr/>
            <p:nvPr>
              <p:custDataLst>
                <p:tags r:id="rId186"/>
              </p:custDataLst>
            </p:nvPr>
          </p:nvSpPr>
          <p:spPr>
            <a:xfrm>
              <a:off x="10737144" y="4029506"/>
              <a:ext cx="56311" cy="91952"/>
            </a:xfrm>
            <a:custGeom>
              <a:avLst/>
              <a:gdLst>
                <a:gd name="connsiteX0" fmla="*/ 56586 w 56311"/>
                <a:gd name="connsiteY0" fmla="*/ 46335 h 91952"/>
                <a:gd name="connsiteX1" fmla="*/ 51236 w 56311"/>
                <a:gd name="connsiteY1" fmla="*/ 15060 h 91952"/>
                <a:gd name="connsiteX2" fmla="*/ 28497 w 56311"/>
                <a:gd name="connsiteY2" fmla="*/ 91 h 91952"/>
                <a:gd name="connsiteX3" fmla="*/ 5223 w 56311"/>
                <a:gd name="connsiteY3" fmla="*/ 15996 h 91952"/>
                <a:gd name="connsiteX4" fmla="*/ 274 w 56311"/>
                <a:gd name="connsiteY4" fmla="*/ 46335 h 91952"/>
                <a:gd name="connsiteX5" fmla="*/ 6293 w 56311"/>
                <a:gd name="connsiteY5" fmla="*/ 78545 h 91952"/>
                <a:gd name="connsiteX6" fmla="*/ 28363 w 56311"/>
                <a:gd name="connsiteY6" fmla="*/ 92044 h 91952"/>
                <a:gd name="connsiteX7" fmla="*/ 51637 w 56311"/>
                <a:gd name="connsiteY7" fmla="*/ 76540 h 91952"/>
                <a:gd name="connsiteX8" fmla="*/ 56586 w 56311"/>
                <a:gd name="connsiteY8" fmla="*/ 46335 h 91952"/>
                <a:gd name="connsiteX9" fmla="*/ 28363 w 56311"/>
                <a:gd name="connsiteY9" fmla="*/ 89103 h 91952"/>
                <a:gd name="connsiteX10" fmla="*/ 12848 w 56311"/>
                <a:gd name="connsiteY10" fmla="*/ 72932 h 91952"/>
                <a:gd name="connsiteX11" fmla="*/ 11376 w 56311"/>
                <a:gd name="connsiteY11" fmla="*/ 44731 h 91952"/>
                <a:gd name="connsiteX12" fmla="*/ 12446 w 56311"/>
                <a:gd name="connsiteY12" fmla="*/ 20139 h 91952"/>
                <a:gd name="connsiteX13" fmla="*/ 28363 w 56311"/>
                <a:gd name="connsiteY13" fmla="*/ 3032 h 91952"/>
                <a:gd name="connsiteX14" fmla="*/ 44147 w 56311"/>
                <a:gd name="connsiteY14" fmla="*/ 18669 h 91952"/>
                <a:gd name="connsiteX15" fmla="*/ 45484 w 56311"/>
                <a:gd name="connsiteY15" fmla="*/ 44731 h 91952"/>
                <a:gd name="connsiteX16" fmla="*/ 44013 w 56311"/>
                <a:gd name="connsiteY16" fmla="*/ 72397 h 91952"/>
                <a:gd name="connsiteX17" fmla="*/ 28363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86" y="46335"/>
                  </a:moveTo>
                  <a:cubicBezTo>
                    <a:pt x="56586" y="35643"/>
                    <a:pt x="55917" y="24950"/>
                    <a:pt x="51236" y="15060"/>
                  </a:cubicBezTo>
                  <a:cubicBezTo>
                    <a:pt x="45083" y="2230"/>
                    <a:pt x="34115" y="91"/>
                    <a:pt x="28497" y="91"/>
                  </a:cubicBezTo>
                  <a:cubicBezTo>
                    <a:pt x="20472" y="91"/>
                    <a:pt x="10707" y="3566"/>
                    <a:pt x="5223" y="15996"/>
                  </a:cubicBezTo>
                  <a:cubicBezTo>
                    <a:pt x="943" y="25218"/>
                    <a:pt x="274" y="35643"/>
                    <a:pt x="274" y="46335"/>
                  </a:cubicBezTo>
                  <a:cubicBezTo>
                    <a:pt x="274" y="56359"/>
                    <a:pt x="809" y="68387"/>
                    <a:pt x="6293" y="78545"/>
                  </a:cubicBezTo>
                  <a:cubicBezTo>
                    <a:pt x="12045" y="89371"/>
                    <a:pt x="21809" y="92044"/>
                    <a:pt x="28363" y="92044"/>
                  </a:cubicBezTo>
                  <a:cubicBezTo>
                    <a:pt x="35586" y="92044"/>
                    <a:pt x="45752" y="89237"/>
                    <a:pt x="51637" y="76540"/>
                  </a:cubicBezTo>
                  <a:cubicBezTo>
                    <a:pt x="55917" y="67318"/>
                    <a:pt x="56586" y="56893"/>
                    <a:pt x="56586" y="46335"/>
                  </a:cubicBezTo>
                  <a:close/>
                  <a:moveTo>
                    <a:pt x="28363" y="89103"/>
                  </a:moveTo>
                  <a:cubicBezTo>
                    <a:pt x="23147" y="89103"/>
                    <a:pt x="15255" y="85762"/>
                    <a:pt x="12848" y="72932"/>
                  </a:cubicBezTo>
                  <a:cubicBezTo>
                    <a:pt x="11376" y="64912"/>
                    <a:pt x="11376" y="52616"/>
                    <a:pt x="11376" y="44731"/>
                  </a:cubicBezTo>
                  <a:cubicBezTo>
                    <a:pt x="11376" y="36177"/>
                    <a:pt x="11376" y="27356"/>
                    <a:pt x="12446" y="20139"/>
                  </a:cubicBezTo>
                  <a:cubicBezTo>
                    <a:pt x="14988" y="4234"/>
                    <a:pt x="25019" y="3032"/>
                    <a:pt x="28363" y="3032"/>
                  </a:cubicBezTo>
                  <a:cubicBezTo>
                    <a:pt x="32777" y="3032"/>
                    <a:pt x="41605" y="5437"/>
                    <a:pt x="44147" y="18669"/>
                  </a:cubicBezTo>
                  <a:cubicBezTo>
                    <a:pt x="45484" y="26153"/>
                    <a:pt x="45484" y="36311"/>
                    <a:pt x="45484" y="44731"/>
                  </a:cubicBezTo>
                  <a:cubicBezTo>
                    <a:pt x="45484" y="54755"/>
                    <a:pt x="45484" y="63843"/>
                    <a:pt x="44013" y="72397"/>
                  </a:cubicBezTo>
                  <a:cubicBezTo>
                    <a:pt x="42007" y="85094"/>
                    <a:pt x="34382" y="89103"/>
                    <a:pt x="28363"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0" name="Freeform: Shape 919">
              <a:extLst>
                <a:ext uri="{FF2B5EF4-FFF2-40B4-BE49-F238E27FC236}">
                  <a16:creationId xmlns:a16="http://schemas.microsoft.com/office/drawing/2014/main" id="{D3F2A908-59F4-1504-ABB0-9332D0A46DB8}"/>
                </a:ext>
              </a:extLst>
            </p:cNvPr>
            <p:cNvSpPr/>
            <p:nvPr>
              <p:custDataLst>
                <p:tags r:id="rId187"/>
              </p:custDataLst>
            </p:nvPr>
          </p:nvSpPr>
          <p:spPr>
            <a:xfrm>
              <a:off x="10810309" y="4104351"/>
              <a:ext cx="14178" cy="14167"/>
            </a:xfrm>
            <a:custGeom>
              <a:avLst/>
              <a:gdLst>
                <a:gd name="connsiteX0" fmla="*/ 14458 w 14178"/>
                <a:gd name="connsiteY0" fmla="*/ 7175 h 14167"/>
                <a:gd name="connsiteX1" fmla="*/ 7368 w 14178"/>
                <a:gd name="connsiteY1" fmla="*/ 91 h 14167"/>
                <a:gd name="connsiteX2" fmla="*/ 279 w 14178"/>
                <a:gd name="connsiteY2" fmla="*/ 7175 h 14167"/>
                <a:gd name="connsiteX3" fmla="*/ 7368 w 14178"/>
                <a:gd name="connsiteY3" fmla="*/ 14258 h 14167"/>
                <a:gd name="connsiteX4" fmla="*/ 14458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58" y="7175"/>
                  </a:moveTo>
                  <a:cubicBezTo>
                    <a:pt x="14458" y="3299"/>
                    <a:pt x="11247" y="91"/>
                    <a:pt x="7368" y="91"/>
                  </a:cubicBezTo>
                  <a:cubicBezTo>
                    <a:pt x="3490" y="91"/>
                    <a:pt x="279" y="3299"/>
                    <a:pt x="279" y="7175"/>
                  </a:cubicBezTo>
                  <a:cubicBezTo>
                    <a:pt x="279" y="11051"/>
                    <a:pt x="3490" y="14258"/>
                    <a:pt x="7368" y="14258"/>
                  </a:cubicBezTo>
                  <a:cubicBezTo>
                    <a:pt x="11247" y="14258"/>
                    <a:pt x="14458" y="11051"/>
                    <a:pt x="14458"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1" name="Freeform: Shape 920">
              <a:extLst>
                <a:ext uri="{FF2B5EF4-FFF2-40B4-BE49-F238E27FC236}">
                  <a16:creationId xmlns:a16="http://schemas.microsoft.com/office/drawing/2014/main" id="{DEDDC1C4-76DF-E32C-CE0F-6ACB4B919695}"/>
                </a:ext>
              </a:extLst>
            </p:cNvPr>
            <p:cNvSpPr/>
            <p:nvPr>
              <p:custDataLst>
                <p:tags r:id="rId188"/>
              </p:custDataLst>
            </p:nvPr>
          </p:nvSpPr>
          <p:spPr>
            <a:xfrm>
              <a:off x="10841178" y="4029506"/>
              <a:ext cx="56311" cy="91952"/>
            </a:xfrm>
            <a:custGeom>
              <a:avLst/>
              <a:gdLst>
                <a:gd name="connsiteX0" fmla="*/ 56594 w 56311"/>
                <a:gd name="connsiteY0" fmla="*/ 46335 h 91952"/>
                <a:gd name="connsiteX1" fmla="*/ 51244 w 56311"/>
                <a:gd name="connsiteY1" fmla="*/ 15060 h 91952"/>
                <a:gd name="connsiteX2" fmla="*/ 28505 w 56311"/>
                <a:gd name="connsiteY2" fmla="*/ 91 h 91952"/>
                <a:gd name="connsiteX3" fmla="*/ 5231 w 56311"/>
                <a:gd name="connsiteY3" fmla="*/ 15996 h 91952"/>
                <a:gd name="connsiteX4" fmla="*/ 282 w 56311"/>
                <a:gd name="connsiteY4" fmla="*/ 46335 h 91952"/>
                <a:gd name="connsiteX5" fmla="*/ 6301 w 56311"/>
                <a:gd name="connsiteY5" fmla="*/ 78545 h 91952"/>
                <a:gd name="connsiteX6" fmla="*/ 28371 w 56311"/>
                <a:gd name="connsiteY6" fmla="*/ 92044 h 91952"/>
                <a:gd name="connsiteX7" fmla="*/ 51645 w 56311"/>
                <a:gd name="connsiteY7" fmla="*/ 76540 h 91952"/>
                <a:gd name="connsiteX8" fmla="*/ 56594 w 56311"/>
                <a:gd name="connsiteY8" fmla="*/ 46335 h 91952"/>
                <a:gd name="connsiteX9" fmla="*/ 28371 w 56311"/>
                <a:gd name="connsiteY9" fmla="*/ 89103 h 91952"/>
                <a:gd name="connsiteX10" fmla="*/ 12855 w 56311"/>
                <a:gd name="connsiteY10" fmla="*/ 72932 h 91952"/>
                <a:gd name="connsiteX11" fmla="*/ 11384 w 56311"/>
                <a:gd name="connsiteY11" fmla="*/ 44731 h 91952"/>
                <a:gd name="connsiteX12" fmla="*/ 12454 w 56311"/>
                <a:gd name="connsiteY12" fmla="*/ 20139 h 91952"/>
                <a:gd name="connsiteX13" fmla="*/ 28371 w 56311"/>
                <a:gd name="connsiteY13" fmla="*/ 3032 h 91952"/>
                <a:gd name="connsiteX14" fmla="*/ 44154 w 56311"/>
                <a:gd name="connsiteY14" fmla="*/ 18669 h 91952"/>
                <a:gd name="connsiteX15" fmla="*/ 45492 w 56311"/>
                <a:gd name="connsiteY15" fmla="*/ 44731 h 91952"/>
                <a:gd name="connsiteX16" fmla="*/ 44021 w 56311"/>
                <a:gd name="connsiteY16" fmla="*/ 72397 h 91952"/>
                <a:gd name="connsiteX17" fmla="*/ 28371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594" y="46335"/>
                  </a:moveTo>
                  <a:cubicBezTo>
                    <a:pt x="56594" y="35643"/>
                    <a:pt x="55925" y="24950"/>
                    <a:pt x="51244" y="15060"/>
                  </a:cubicBezTo>
                  <a:cubicBezTo>
                    <a:pt x="45091" y="2230"/>
                    <a:pt x="34123" y="91"/>
                    <a:pt x="28505" y="91"/>
                  </a:cubicBezTo>
                  <a:cubicBezTo>
                    <a:pt x="20479" y="91"/>
                    <a:pt x="10715" y="3566"/>
                    <a:pt x="5231" y="15996"/>
                  </a:cubicBezTo>
                  <a:cubicBezTo>
                    <a:pt x="951" y="25218"/>
                    <a:pt x="282" y="35643"/>
                    <a:pt x="282" y="46335"/>
                  </a:cubicBezTo>
                  <a:cubicBezTo>
                    <a:pt x="282" y="56359"/>
                    <a:pt x="817" y="68387"/>
                    <a:pt x="6301" y="78545"/>
                  </a:cubicBezTo>
                  <a:cubicBezTo>
                    <a:pt x="12053" y="89371"/>
                    <a:pt x="21817" y="92044"/>
                    <a:pt x="28371" y="92044"/>
                  </a:cubicBezTo>
                  <a:cubicBezTo>
                    <a:pt x="35594" y="92044"/>
                    <a:pt x="45760" y="89237"/>
                    <a:pt x="51645" y="76540"/>
                  </a:cubicBezTo>
                  <a:cubicBezTo>
                    <a:pt x="55925" y="67318"/>
                    <a:pt x="56594" y="56893"/>
                    <a:pt x="56594" y="46335"/>
                  </a:cubicBezTo>
                  <a:close/>
                  <a:moveTo>
                    <a:pt x="28371" y="89103"/>
                  </a:moveTo>
                  <a:cubicBezTo>
                    <a:pt x="23155" y="89103"/>
                    <a:pt x="15263" y="85762"/>
                    <a:pt x="12855" y="72932"/>
                  </a:cubicBezTo>
                  <a:cubicBezTo>
                    <a:pt x="11384" y="64912"/>
                    <a:pt x="11384" y="52616"/>
                    <a:pt x="11384" y="44731"/>
                  </a:cubicBezTo>
                  <a:cubicBezTo>
                    <a:pt x="11384" y="36177"/>
                    <a:pt x="11384" y="27356"/>
                    <a:pt x="12454" y="20139"/>
                  </a:cubicBezTo>
                  <a:cubicBezTo>
                    <a:pt x="14995" y="4234"/>
                    <a:pt x="25027" y="3032"/>
                    <a:pt x="28371" y="3032"/>
                  </a:cubicBezTo>
                  <a:cubicBezTo>
                    <a:pt x="32785" y="3032"/>
                    <a:pt x="41613" y="5437"/>
                    <a:pt x="44154" y="18669"/>
                  </a:cubicBezTo>
                  <a:cubicBezTo>
                    <a:pt x="45492" y="26153"/>
                    <a:pt x="45492" y="36311"/>
                    <a:pt x="45492" y="44731"/>
                  </a:cubicBezTo>
                  <a:cubicBezTo>
                    <a:pt x="45492" y="54755"/>
                    <a:pt x="45492" y="63843"/>
                    <a:pt x="44021" y="72397"/>
                  </a:cubicBezTo>
                  <a:cubicBezTo>
                    <a:pt x="42014" y="85094"/>
                    <a:pt x="34390" y="89103"/>
                    <a:pt x="28371"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2" name="Freeform: Shape 921">
              <a:extLst>
                <a:ext uri="{FF2B5EF4-FFF2-40B4-BE49-F238E27FC236}">
                  <a16:creationId xmlns:a16="http://schemas.microsoft.com/office/drawing/2014/main" id="{571B93D1-C4C0-A09A-CA13-09DD95DE8703}"/>
                </a:ext>
              </a:extLst>
            </p:cNvPr>
            <p:cNvSpPr/>
            <p:nvPr>
              <p:custDataLst>
                <p:tags r:id="rId189"/>
              </p:custDataLst>
            </p:nvPr>
          </p:nvSpPr>
          <p:spPr>
            <a:xfrm>
              <a:off x="10909528" y="4029506"/>
              <a:ext cx="53369" cy="91952"/>
            </a:xfrm>
            <a:custGeom>
              <a:avLst/>
              <a:gdLst>
                <a:gd name="connsiteX0" fmla="*/ 53656 w 53369"/>
                <a:gd name="connsiteY0" fmla="*/ 62239 h 91952"/>
                <a:gd name="connsiteX1" fmla="*/ 28242 w 53369"/>
                <a:gd name="connsiteY1" fmla="*/ 32970 h 91952"/>
                <a:gd name="connsiteX2" fmla="*/ 11255 w 53369"/>
                <a:gd name="connsiteY2" fmla="*/ 39786 h 91952"/>
                <a:gd name="connsiteX3" fmla="*/ 11255 w 53369"/>
                <a:gd name="connsiteY3" fmla="*/ 13724 h 91952"/>
                <a:gd name="connsiteX4" fmla="*/ 22625 w 53369"/>
                <a:gd name="connsiteY4" fmla="*/ 15461 h 91952"/>
                <a:gd name="connsiteX5" fmla="*/ 48440 w 53369"/>
                <a:gd name="connsiteY5" fmla="*/ 1561 h 91952"/>
                <a:gd name="connsiteX6" fmla="*/ 47102 w 53369"/>
                <a:gd name="connsiteY6" fmla="*/ 91 h 91952"/>
                <a:gd name="connsiteX7" fmla="*/ 46032 w 53369"/>
                <a:gd name="connsiteY7" fmla="*/ 492 h 91952"/>
                <a:gd name="connsiteX8" fmla="*/ 27841 w 53369"/>
                <a:gd name="connsiteY8" fmla="*/ 4368 h 91952"/>
                <a:gd name="connsiteX9" fmla="*/ 10051 w 53369"/>
                <a:gd name="connsiteY9" fmla="*/ 626 h 91952"/>
                <a:gd name="connsiteX10" fmla="*/ 8446 w 53369"/>
                <a:gd name="connsiteY10" fmla="*/ 225 h 91952"/>
                <a:gd name="connsiteX11" fmla="*/ 7109 w 53369"/>
                <a:gd name="connsiteY11" fmla="*/ 3432 h 91952"/>
                <a:gd name="connsiteX12" fmla="*/ 7109 w 53369"/>
                <a:gd name="connsiteY12" fmla="*/ 42993 h 91952"/>
                <a:gd name="connsiteX13" fmla="*/ 8981 w 53369"/>
                <a:gd name="connsiteY13" fmla="*/ 46468 h 91952"/>
                <a:gd name="connsiteX14" fmla="*/ 10720 w 53369"/>
                <a:gd name="connsiteY14" fmla="*/ 45266 h 91952"/>
                <a:gd name="connsiteX15" fmla="*/ 27975 w 53369"/>
                <a:gd name="connsiteY15" fmla="*/ 35910 h 91952"/>
                <a:gd name="connsiteX16" fmla="*/ 39344 w 53369"/>
                <a:gd name="connsiteY16" fmla="*/ 44464 h 91952"/>
                <a:gd name="connsiteX17" fmla="*/ 41752 w 53369"/>
                <a:gd name="connsiteY17" fmla="*/ 61304 h 91952"/>
                <a:gd name="connsiteX18" fmla="*/ 38542 w 53369"/>
                <a:gd name="connsiteY18" fmla="*/ 79614 h 91952"/>
                <a:gd name="connsiteX19" fmla="*/ 24230 w 53369"/>
                <a:gd name="connsiteY19" fmla="*/ 88302 h 91952"/>
                <a:gd name="connsiteX20" fmla="*/ 4567 w 53369"/>
                <a:gd name="connsiteY20" fmla="*/ 73333 h 91952"/>
                <a:gd name="connsiteX21" fmla="*/ 6841 w 53369"/>
                <a:gd name="connsiteY21" fmla="*/ 73600 h 91952"/>
                <a:gd name="connsiteX22" fmla="*/ 13529 w 53369"/>
                <a:gd name="connsiteY22" fmla="*/ 67051 h 91952"/>
                <a:gd name="connsiteX23" fmla="*/ 6841 w 53369"/>
                <a:gd name="connsiteY23" fmla="*/ 60502 h 91952"/>
                <a:gd name="connsiteX24" fmla="*/ 287 w 53369"/>
                <a:gd name="connsiteY24" fmla="*/ 67585 h 91952"/>
                <a:gd name="connsiteX25" fmla="*/ 24497 w 53369"/>
                <a:gd name="connsiteY25" fmla="*/ 92044 h 91952"/>
                <a:gd name="connsiteX26" fmla="*/ 53656 w 53369"/>
                <a:gd name="connsiteY26" fmla="*/ 62239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3369" h="91952">
                  <a:moveTo>
                    <a:pt x="53656" y="62239"/>
                  </a:moveTo>
                  <a:cubicBezTo>
                    <a:pt x="53656" y="46335"/>
                    <a:pt x="42688" y="32970"/>
                    <a:pt x="28242" y="32970"/>
                  </a:cubicBezTo>
                  <a:cubicBezTo>
                    <a:pt x="21822" y="32970"/>
                    <a:pt x="16070" y="35108"/>
                    <a:pt x="11255" y="39786"/>
                  </a:cubicBezTo>
                  <a:lnTo>
                    <a:pt x="11255" y="13724"/>
                  </a:lnTo>
                  <a:cubicBezTo>
                    <a:pt x="13930" y="14526"/>
                    <a:pt x="18344" y="15461"/>
                    <a:pt x="22625" y="15461"/>
                  </a:cubicBezTo>
                  <a:cubicBezTo>
                    <a:pt x="39077" y="15461"/>
                    <a:pt x="48440" y="3299"/>
                    <a:pt x="48440" y="1561"/>
                  </a:cubicBezTo>
                  <a:cubicBezTo>
                    <a:pt x="48440" y="759"/>
                    <a:pt x="48038" y="91"/>
                    <a:pt x="47102" y="91"/>
                  </a:cubicBezTo>
                  <a:cubicBezTo>
                    <a:pt x="46968" y="91"/>
                    <a:pt x="46701" y="91"/>
                    <a:pt x="46032" y="492"/>
                  </a:cubicBezTo>
                  <a:cubicBezTo>
                    <a:pt x="43357" y="1695"/>
                    <a:pt x="36803" y="4368"/>
                    <a:pt x="27841" y="4368"/>
                  </a:cubicBezTo>
                  <a:cubicBezTo>
                    <a:pt x="22491" y="4368"/>
                    <a:pt x="16338" y="3432"/>
                    <a:pt x="10051" y="626"/>
                  </a:cubicBezTo>
                  <a:cubicBezTo>
                    <a:pt x="8981" y="225"/>
                    <a:pt x="8714" y="225"/>
                    <a:pt x="8446" y="225"/>
                  </a:cubicBezTo>
                  <a:cubicBezTo>
                    <a:pt x="7109" y="225"/>
                    <a:pt x="7109" y="1294"/>
                    <a:pt x="7109" y="3432"/>
                  </a:cubicBezTo>
                  <a:lnTo>
                    <a:pt x="7109" y="42993"/>
                  </a:lnTo>
                  <a:cubicBezTo>
                    <a:pt x="7109" y="45399"/>
                    <a:pt x="7109" y="46468"/>
                    <a:pt x="8981" y="46468"/>
                  </a:cubicBezTo>
                  <a:cubicBezTo>
                    <a:pt x="9918" y="46468"/>
                    <a:pt x="10185" y="46067"/>
                    <a:pt x="10720" y="45266"/>
                  </a:cubicBezTo>
                  <a:cubicBezTo>
                    <a:pt x="12191" y="43127"/>
                    <a:pt x="17140" y="35910"/>
                    <a:pt x="27975" y="35910"/>
                  </a:cubicBezTo>
                  <a:cubicBezTo>
                    <a:pt x="34930" y="35910"/>
                    <a:pt x="38274" y="42058"/>
                    <a:pt x="39344" y="44464"/>
                  </a:cubicBezTo>
                  <a:cubicBezTo>
                    <a:pt x="41484" y="49409"/>
                    <a:pt x="41752" y="54621"/>
                    <a:pt x="41752" y="61304"/>
                  </a:cubicBezTo>
                  <a:cubicBezTo>
                    <a:pt x="41752" y="65982"/>
                    <a:pt x="41752" y="74001"/>
                    <a:pt x="38542" y="79614"/>
                  </a:cubicBezTo>
                  <a:cubicBezTo>
                    <a:pt x="35331" y="84827"/>
                    <a:pt x="30382" y="88302"/>
                    <a:pt x="24230" y="88302"/>
                  </a:cubicBezTo>
                  <a:cubicBezTo>
                    <a:pt x="14465" y="88302"/>
                    <a:pt x="6841" y="81218"/>
                    <a:pt x="4567" y="73333"/>
                  </a:cubicBezTo>
                  <a:cubicBezTo>
                    <a:pt x="4969" y="73466"/>
                    <a:pt x="5370" y="73600"/>
                    <a:pt x="6841" y="73600"/>
                  </a:cubicBezTo>
                  <a:cubicBezTo>
                    <a:pt x="11255" y="73600"/>
                    <a:pt x="13529" y="70259"/>
                    <a:pt x="13529" y="67051"/>
                  </a:cubicBezTo>
                  <a:cubicBezTo>
                    <a:pt x="13529" y="63843"/>
                    <a:pt x="11255" y="60502"/>
                    <a:pt x="6841" y="60502"/>
                  </a:cubicBezTo>
                  <a:cubicBezTo>
                    <a:pt x="4969" y="60502"/>
                    <a:pt x="287" y="61437"/>
                    <a:pt x="287" y="67585"/>
                  </a:cubicBezTo>
                  <a:cubicBezTo>
                    <a:pt x="287" y="79080"/>
                    <a:pt x="9516" y="92044"/>
                    <a:pt x="24497" y="92044"/>
                  </a:cubicBezTo>
                  <a:cubicBezTo>
                    <a:pt x="40013" y="92044"/>
                    <a:pt x="53656" y="79213"/>
                    <a:pt x="53656" y="6223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3" name="Freeform: Shape 922">
              <a:extLst>
                <a:ext uri="{FF2B5EF4-FFF2-40B4-BE49-F238E27FC236}">
                  <a16:creationId xmlns:a16="http://schemas.microsoft.com/office/drawing/2014/main" id="{9B789090-3564-8D87-8952-4C4AEA0E487F}"/>
                </a:ext>
              </a:extLst>
            </p:cNvPr>
            <p:cNvSpPr/>
            <p:nvPr>
              <p:custDataLst>
                <p:tags r:id="rId190"/>
              </p:custDataLst>
            </p:nvPr>
          </p:nvSpPr>
          <p:spPr>
            <a:xfrm>
              <a:off x="10975337" y="4029506"/>
              <a:ext cx="55509" cy="91952"/>
            </a:xfrm>
            <a:custGeom>
              <a:avLst/>
              <a:gdLst>
                <a:gd name="connsiteX0" fmla="*/ 43763 w 55509"/>
                <a:gd name="connsiteY0" fmla="*/ 46602 h 91952"/>
                <a:gd name="connsiteX1" fmla="*/ 43763 w 55509"/>
                <a:gd name="connsiteY1" fmla="*/ 50879 h 91952"/>
                <a:gd name="connsiteX2" fmla="*/ 22094 w 55509"/>
                <a:gd name="connsiteY2" fmla="*/ 88302 h 91952"/>
                <a:gd name="connsiteX3" fmla="*/ 8986 w 55509"/>
                <a:gd name="connsiteY3" fmla="*/ 83490 h 91952"/>
                <a:gd name="connsiteX4" fmla="*/ 15942 w 55509"/>
                <a:gd name="connsiteY4" fmla="*/ 77342 h 91952"/>
                <a:gd name="connsiteX5" fmla="*/ 9789 w 55509"/>
                <a:gd name="connsiteY5" fmla="*/ 71194 h 91952"/>
                <a:gd name="connsiteX6" fmla="*/ 3636 w 55509"/>
                <a:gd name="connsiteY6" fmla="*/ 77609 h 91952"/>
                <a:gd name="connsiteX7" fmla="*/ 22228 w 55509"/>
                <a:gd name="connsiteY7" fmla="*/ 92044 h 91952"/>
                <a:gd name="connsiteX8" fmla="*/ 55801 w 55509"/>
                <a:gd name="connsiteY8" fmla="*/ 45132 h 91952"/>
                <a:gd name="connsiteX9" fmla="*/ 28515 w 55509"/>
                <a:gd name="connsiteY9" fmla="*/ 91 h 91952"/>
                <a:gd name="connsiteX10" fmla="*/ 8853 w 55509"/>
                <a:gd name="connsiteY10" fmla="*/ 8511 h 91952"/>
                <a:gd name="connsiteX11" fmla="*/ 292 w 55509"/>
                <a:gd name="connsiteY11" fmla="*/ 30163 h 91952"/>
                <a:gd name="connsiteX12" fmla="*/ 27044 w 55509"/>
                <a:gd name="connsiteY12" fmla="*/ 59967 h 91952"/>
                <a:gd name="connsiteX13" fmla="*/ 43763 w 55509"/>
                <a:gd name="connsiteY13" fmla="*/ 46602 h 91952"/>
                <a:gd name="connsiteX14" fmla="*/ 27177 w 55509"/>
                <a:gd name="connsiteY14" fmla="*/ 56893 h 91952"/>
                <a:gd name="connsiteX15" fmla="*/ 14738 w 55509"/>
                <a:gd name="connsiteY15" fmla="*/ 48473 h 91952"/>
                <a:gd name="connsiteX16" fmla="*/ 12330 w 55509"/>
                <a:gd name="connsiteY16" fmla="*/ 30297 h 91952"/>
                <a:gd name="connsiteX17" fmla="*/ 15139 w 55509"/>
                <a:gd name="connsiteY17" fmla="*/ 11853 h 91952"/>
                <a:gd name="connsiteX18" fmla="*/ 28515 w 55509"/>
                <a:gd name="connsiteY18" fmla="*/ 3432 h 91952"/>
                <a:gd name="connsiteX19" fmla="*/ 41356 w 55509"/>
                <a:gd name="connsiteY19" fmla="*/ 13991 h 91952"/>
                <a:gd name="connsiteX20" fmla="*/ 43496 w 55509"/>
                <a:gd name="connsiteY20" fmla="*/ 32836 h 91952"/>
                <a:gd name="connsiteX21" fmla="*/ 27177 w 55509"/>
                <a:gd name="connsiteY21" fmla="*/ 5689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509" h="91952">
                  <a:moveTo>
                    <a:pt x="43763" y="46602"/>
                  </a:moveTo>
                  <a:lnTo>
                    <a:pt x="43763" y="50879"/>
                  </a:lnTo>
                  <a:cubicBezTo>
                    <a:pt x="43763" y="82154"/>
                    <a:pt x="29852" y="88302"/>
                    <a:pt x="22094" y="88302"/>
                  </a:cubicBezTo>
                  <a:cubicBezTo>
                    <a:pt x="19821" y="88302"/>
                    <a:pt x="12598" y="88034"/>
                    <a:pt x="8986" y="83490"/>
                  </a:cubicBezTo>
                  <a:cubicBezTo>
                    <a:pt x="14872" y="83490"/>
                    <a:pt x="15942" y="79614"/>
                    <a:pt x="15942" y="77342"/>
                  </a:cubicBezTo>
                  <a:cubicBezTo>
                    <a:pt x="15942" y="73199"/>
                    <a:pt x="12731" y="71194"/>
                    <a:pt x="9789" y="71194"/>
                  </a:cubicBezTo>
                  <a:cubicBezTo>
                    <a:pt x="7649" y="71194"/>
                    <a:pt x="3636" y="72397"/>
                    <a:pt x="3636" y="77609"/>
                  </a:cubicBezTo>
                  <a:cubicBezTo>
                    <a:pt x="3636" y="86564"/>
                    <a:pt x="10859" y="92044"/>
                    <a:pt x="22228" y="92044"/>
                  </a:cubicBezTo>
                  <a:cubicBezTo>
                    <a:pt x="39483" y="92044"/>
                    <a:pt x="55801" y="73867"/>
                    <a:pt x="55801" y="45132"/>
                  </a:cubicBezTo>
                  <a:cubicBezTo>
                    <a:pt x="55801" y="9180"/>
                    <a:pt x="40419" y="91"/>
                    <a:pt x="28515" y="91"/>
                  </a:cubicBezTo>
                  <a:cubicBezTo>
                    <a:pt x="21158" y="91"/>
                    <a:pt x="14604" y="2497"/>
                    <a:pt x="8853" y="8511"/>
                  </a:cubicBezTo>
                  <a:cubicBezTo>
                    <a:pt x="3368" y="14526"/>
                    <a:pt x="292" y="20139"/>
                    <a:pt x="292" y="30163"/>
                  </a:cubicBezTo>
                  <a:cubicBezTo>
                    <a:pt x="292" y="46869"/>
                    <a:pt x="12063" y="59967"/>
                    <a:pt x="27044" y="59967"/>
                  </a:cubicBezTo>
                  <a:cubicBezTo>
                    <a:pt x="35203" y="59967"/>
                    <a:pt x="40687" y="54354"/>
                    <a:pt x="43763" y="46602"/>
                  </a:cubicBezTo>
                  <a:close/>
                  <a:moveTo>
                    <a:pt x="27177" y="56893"/>
                  </a:moveTo>
                  <a:cubicBezTo>
                    <a:pt x="25037" y="56893"/>
                    <a:pt x="18884" y="56893"/>
                    <a:pt x="14738" y="48473"/>
                  </a:cubicBezTo>
                  <a:cubicBezTo>
                    <a:pt x="12330" y="43528"/>
                    <a:pt x="12330" y="36845"/>
                    <a:pt x="12330" y="30297"/>
                  </a:cubicBezTo>
                  <a:cubicBezTo>
                    <a:pt x="12330" y="23079"/>
                    <a:pt x="12330" y="16798"/>
                    <a:pt x="15139" y="11853"/>
                  </a:cubicBezTo>
                  <a:cubicBezTo>
                    <a:pt x="18751" y="5170"/>
                    <a:pt x="23833" y="3432"/>
                    <a:pt x="28515" y="3432"/>
                  </a:cubicBezTo>
                  <a:cubicBezTo>
                    <a:pt x="34668" y="3432"/>
                    <a:pt x="39082" y="7977"/>
                    <a:pt x="41356" y="13991"/>
                  </a:cubicBezTo>
                  <a:cubicBezTo>
                    <a:pt x="42961" y="18268"/>
                    <a:pt x="43496" y="26688"/>
                    <a:pt x="43496" y="32836"/>
                  </a:cubicBezTo>
                  <a:cubicBezTo>
                    <a:pt x="43496" y="43929"/>
                    <a:pt x="38948" y="56893"/>
                    <a:pt x="27177" y="5689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4" name="Freeform: Shape 923">
              <a:extLst>
                <a:ext uri="{FF2B5EF4-FFF2-40B4-BE49-F238E27FC236}">
                  <a16:creationId xmlns:a16="http://schemas.microsoft.com/office/drawing/2014/main" id="{DAEC190C-0521-522D-9E6D-38F64B306399}"/>
                </a:ext>
              </a:extLst>
            </p:cNvPr>
            <p:cNvSpPr/>
            <p:nvPr>
              <p:custDataLst>
                <p:tags r:id="rId191"/>
              </p:custDataLst>
            </p:nvPr>
          </p:nvSpPr>
          <p:spPr>
            <a:xfrm>
              <a:off x="11077824" y="4078022"/>
              <a:ext cx="14178" cy="14167"/>
            </a:xfrm>
            <a:custGeom>
              <a:avLst/>
              <a:gdLst>
                <a:gd name="connsiteX0" fmla="*/ 14478 w 14178"/>
                <a:gd name="connsiteY0" fmla="*/ 7175 h 14167"/>
                <a:gd name="connsiteX1" fmla="*/ 7388 w 14178"/>
                <a:gd name="connsiteY1" fmla="*/ 91 h 14167"/>
                <a:gd name="connsiteX2" fmla="*/ 299 w 14178"/>
                <a:gd name="connsiteY2" fmla="*/ 7175 h 14167"/>
                <a:gd name="connsiteX3" fmla="*/ 7388 w 14178"/>
                <a:gd name="connsiteY3" fmla="*/ 14258 h 14167"/>
                <a:gd name="connsiteX4" fmla="*/ 14478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478" y="7175"/>
                  </a:moveTo>
                  <a:cubicBezTo>
                    <a:pt x="14478" y="3299"/>
                    <a:pt x="11267" y="91"/>
                    <a:pt x="7388" y="91"/>
                  </a:cubicBezTo>
                  <a:cubicBezTo>
                    <a:pt x="3509" y="91"/>
                    <a:pt x="299" y="3299"/>
                    <a:pt x="299" y="7175"/>
                  </a:cubicBezTo>
                  <a:cubicBezTo>
                    <a:pt x="299" y="11051"/>
                    <a:pt x="3509" y="14258"/>
                    <a:pt x="7388" y="14258"/>
                  </a:cubicBezTo>
                  <a:cubicBezTo>
                    <a:pt x="11267" y="14258"/>
                    <a:pt x="14478" y="11051"/>
                    <a:pt x="14478"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5" name="Freeform: Shape 924">
              <a:extLst>
                <a:ext uri="{FF2B5EF4-FFF2-40B4-BE49-F238E27FC236}">
                  <a16:creationId xmlns:a16="http://schemas.microsoft.com/office/drawing/2014/main" id="{B38AB6DD-59C5-E5C5-5EFB-70962A554F1F}"/>
                </a:ext>
              </a:extLst>
            </p:cNvPr>
            <p:cNvSpPr/>
            <p:nvPr>
              <p:custDataLst>
                <p:tags r:id="rId192"/>
              </p:custDataLst>
            </p:nvPr>
          </p:nvSpPr>
          <p:spPr>
            <a:xfrm>
              <a:off x="11136944" y="4059444"/>
              <a:ext cx="65942" cy="85002"/>
            </a:xfrm>
            <a:custGeom>
              <a:avLst/>
              <a:gdLst>
                <a:gd name="connsiteX0" fmla="*/ 19565 w 65942"/>
                <a:gd name="connsiteY0" fmla="*/ 8912 h 85002"/>
                <a:gd name="connsiteX1" fmla="*/ 19565 w 65942"/>
                <a:gd name="connsiteY1" fmla="*/ 91 h 85002"/>
                <a:gd name="connsiteX2" fmla="*/ 304 w 65942"/>
                <a:gd name="connsiteY2" fmla="*/ 1561 h 85002"/>
                <a:gd name="connsiteX3" fmla="*/ 304 w 65942"/>
                <a:gd name="connsiteY3" fmla="*/ 5705 h 85002"/>
                <a:gd name="connsiteX4" fmla="*/ 10737 w 65942"/>
                <a:gd name="connsiteY4" fmla="*/ 12387 h 85002"/>
                <a:gd name="connsiteX5" fmla="*/ 10737 w 65942"/>
                <a:gd name="connsiteY5" fmla="*/ 74936 h 85002"/>
                <a:gd name="connsiteX6" fmla="*/ 304 w 65942"/>
                <a:gd name="connsiteY6" fmla="*/ 80951 h 85002"/>
                <a:gd name="connsiteX7" fmla="*/ 304 w 65942"/>
                <a:gd name="connsiteY7" fmla="*/ 85094 h 85002"/>
                <a:gd name="connsiteX8" fmla="*/ 15285 w 65942"/>
                <a:gd name="connsiteY8" fmla="*/ 84693 h 85002"/>
                <a:gd name="connsiteX9" fmla="*/ 30400 w 65942"/>
                <a:gd name="connsiteY9" fmla="*/ 85094 h 85002"/>
                <a:gd name="connsiteX10" fmla="*/ 30400 w 65942"/>
                <a:gd name="connsiteY10" fmla="*/ 80951 h 85002"/>
                <a:gd name="connsiteX11" fmla="*/ 19967 w 65942"/>
                <a:gd name="connsiteY11" fmla="*/ 74936 h 85002"/>
                <a:gd name="connsiteX12" fmla="*/ 19967 w 65942"/>
                <a:gd name="connsiteY12" fmla="*/ 52483 h 85002"/>
                <a:gd name="connsiteX13" fmla="*/ 19967 w 65942"/>
                <a:gd name="connsiteY13" fmla="*/ 51280 h 85002"/>
                <a:gd name="connsiteX14" fmla="*/ 36419 w 65942"/>
                <a:gd name="connsiteY14" fmla="*/ 60636 h 85002"/>
                <a:gd name="connsiteX15" fmla="*/ 66247 w 65942"/>
                <a:gd name="connsiteY15" fmla="*/ 30297 h 85002"/>
                <a:gd name="connsiteX16" fmla="*/ 38291 w 65942"/>
                <a:gd name="connsiteY16" fmla="*/ 91 h 85002"/>
                <a:gd name="connsiteX17" fmla="*/ 19565 w 65942"/>
                <a:gd name="connsiteY17" fmla="*/ 8912 h 85002"/>
                <a:gd name="connsiteX18" fmla="*/ 19967 w 65942"/>
                <a:gd name="connsiteY18" fmla="*/ 43929 h 85002"/>
                <a:gd name="connsiteX19" fmla="*/ 19967 w 65942"/>
                <a:gd name="connsiteY19" fmla="*/ 14125 h 85002"/>
                <a:gd name="connsiteX20" fmla="*/ 37221 w 65942"/>
                <a:gd name="connsiteY20" fmla="*/ 3432 h 85002"/>
                <a:gd name="connsiteX21" fmla="*/ 55145 w 65942"/>
                <a:gd name="connsiteY21" fmla="*/ 30297 h 85002"/>
                <a:gd name="connsiteX22" fmla="*/ 35884 w 65942"/>
                <a:gd name="connsiteY22" fmla="*/ 57695 h 85002"/>
                <a:gd name="connsiteX23" fmla="*/ 21839 w 65942"/>
                <a:gd name="connsiteY23" fmla="*/ 49542 h 85002"/>
                <a:gd name="connsiteX24" fmla="*/ 19967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565" y="8912"/>
                  </a:moveTo>
                  <a:lnTo>
                    <a:pt x="19565" y="91"/>
                  </a:lnTo>
                  <a:lnTo>
                    <a:pt x="304" y="1561"/>
                  </a:lnTo>
                  <a:lnTo>
                    <a:pt x="304" y="5705"/>
                  </a:lnTo>
                  <a:cubicBezTo>
                    <a:pt x="9801" y="5705"/>
                    <a:pt x="10737" y="6506"/>
                    <a:pt x="10737" y="12387"/>
                  </a:cubicBezTo>
                  <a:lnTo>
                    <a:pt x="10737" y="74936"/>
                  </a:lnTo>
                  <a:cubicBezTo>
                    <a:pt x="10737" y="80951"/>
                    <a:pt x="9266" y="80951"/>
                    <a:pt x="304" y="80951"/>
                  </a:cubicBezTo>
                  <a:lnTo>
                    <a:pt x="304" y="85094"/>
                  </a:lnTo>
                  <a:cubicBezTo>
                    <a:pt x="4852" y="84960"/>
                    <a:pt x="11807" y="84693"/>
                    <a:pt x="15285" y="84693"/>
                  </a:cubicBezTo>
                  <a:cubicBezTo>
                    <a:pt x="18896" y="84693"/>
                    <a:pt x="25718" y="84960"/>
                    <a:pt x="30400" y="85094"/>
                  </a:cubicBezTo>
                  <a:lnTo>
                    <a:pt x="30400" y="80951"/>
                  </a:lnTo>
                  <a:cubicBezTo>
                    <a:pt x="21438" y="80951"/>
                    <a:pt x="19967" y="80951"/>
                    <a:pt x="19967" y="74936"/>
                  </a:cubicBezTo>
                  <a:lnTo>
                    <a:pt x="19967" y="52483"/>
                  </a:lnTo>
                  <a:lnTo>
                    <a:pt x="19967" y="51280"/>
                  </a:lnTo>
                  <a:cubicBezTo>
                    <a:pt x="20635" y="53418"/>
                    <a:pt x="26253" y="60636"/>
                    <a:pt x="36419" y="60636"/>
                  </a:cubicBezTo>
                  <a:cubicBezTo>
                    <a:pt x="52336" y="60636"/>
                    <a:pt x="66247" y="47538"/>
                    <a:pt x="66247" y="30297"/>
                  </a:cubicBezTo>
                  <a:cubicBezTo>
                    <a:pt x="66247" y="13323"/>
                    <a:pt x="53272" y="91"/>
                    <a:pt x="38291" y="91"/>
                  </a:cubicBezTo>
                  <a:cubicBezTo>
                    <a:pt x="27858" y="91"/>
                    <a:pt x="22240" y="5972"/>
                    <a:pt x="19565" y="8912"/>
                  </a:cubicBezTo>
                  <a:close/>
                  <a:moveTo>
                    <a:pt x="19967" y="43929"/>
                  </a:moveTo>
                  <a:lnTo>
                    <a:pt x="19967" y="14125"/>
                  </a:lnTo>
                  <a:cubicBezTo>
                    <a:pt x="23846" y="7308"/>
                    <a:pt x="30400" y="3432"/>
                    <a:pt x="37221" y="3432"/>
                  </a:cubicBezTo>
                  <a:cubicBezTo>
                    <a:pt x="46986" y="3432"/>
                    <a:pt x="55145" y="15194"/>
                    <a:pt x="55145" y="30297"/>
                  </a:cubicBezTo>
                  <a:cubicBezTo>
                    <a:pt x="55145" y="46468"/>
                    <a:pt x="45782" y="57695"/>
                    <a:pt x="35884" y="57695"/>
                  </a:cubicBezTo>
                  <a:cubicBezTo>
                    <a:pt x="30533" y="57695"/>
                    <a:pt x="25451" y="55022"/>
                    <a:pt x="21839" y="49542"/>
                  </a:cubicBezTo>
                  <a:cubicBezTo>
                    <a:pt x="19967" y="46736"/>
                    <a:pt x="19967" y="46602"/>
                    <a:pt x="19967"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6" name="Freeform: Shape 925">
              <a:extLst>
                <a:ext uri="{FF2B5EF4-FFF2-40B4-BE49-F238E27FC236}">
                  <a16:creationId xmlns:a16="http://schemas.microsoft.com/office/drawing/2014/main" id="{E3AA77EB-99B2-263C-86D8-F9A4678FF052}"/>
                </a:ext>
              </a:extLst>
            </p:cNvPr>
            <p:cNvSpPr/>
            <p:nvPr>
              <p:custDataLst>
                <p:tags r:id="rId193"/>
              </p:custDataLst>
            </p:nvPr>
          </p:nvSpPr>
          <p:spPr>
            <a:xfrm>
              <a:off x="11211789" y="4059444"/>
              <a:ext cx="67279" cy="60544"/>
            </a:xfrm>
            <a:custGeom>
              <a:avLst/>
              <a:gdLst>
                <a:gd name="connsiteX0" fmla="*/ 48329 w 67279"/>
                <a:gd name="connsiteY0" fmla="*/ 48607 h 60544"/>
                <a:gd name="connsiteX1" fmla="*/ 48329 w 67279"/>
                <a:gd name="connsiteY1" fmla="*/ 60636 h 60544"/>
                <a:gd name="connsiteX2" fmla="*/ 67590 w 67279"/>
                <a:gd name="connsiteY2" fmla="*/ 59165 h 60544"/>
                <a:gd name="connsiteX3" fmla="*/ 67590 w 67279"/>
                <a:gd name="connsiteY3" fmla="*/ 55022 h 60544"/>
                <a:gd name="connsiteX4" fmla="*/ 57157 w 67279"/>
                <a:gd name="connsiteY4" fmla="*/ 47538 h 60544"/>
                <a:gd name="connsiteX5" fmla="*/ 57157 w 67279"/>
                <a:gd name="connsiteY5" fmla="*/ 91 h 60544"/>
                <a:gd name="connsiteX6" fmla="*/ 37494 w 67279"/>
                <a:gd name="connsiteY6" fmla="*/ 1561 h 60544"/>
                <a:gd name="connsiteX7" fmla="*/ 37494 w 67279"/>
                <a:gd name="connsiteY7" fmla="*/ 5705 h 60544"/>
                <a:gd name="connsiteX8" fmla="*/ 47927 w 67279"/>
                <a:gd name="connsiteY8" fmla="*/ 13189 h 60544"/>
                <a:gd name="connsiteX9" fmla="*/ 47927 w 67279"/>
                <a:gd name="connsiteY9" fmla="*/ 36979 h 60544"/>
                <a:gd name="connsiteX10" fmla="*/ 31743 w 67279"/>
                <a:gd name="connsiteY10" fmla="*/ 57695 h 60544"/>
                <a:gd name="connsiteX11" fmla="*/ 19972 w 67279"/>
                <a:gd name="connsiteY11" fmla="*/ 44464 h 60544"/>
                <a:gd name="connsiteX12" fmla="*/ 19972 w 67279"/>
                <a:gd name="connsiteY12" fmla="*/ 91 h 60544"/>
                <a:gd name="connsiteX13" fmla="*/ 310 w 67279"/>
                <a:gd name="connsiteY13" fmla="*/ 1561 h 60544"/>
                <a:gd name="connsiteX14" fmla="*/ 310 w 67279"/>
                <a:gd name="connsiteY14" fmla="*/ 5705 h 60544"/>
                <a:gd name="connsiteX15" fmla="*/ 10743 w 67279"/>
                <a:gd name="connsiteY15" fmla="*/ 18001 h 60544"/>
                <a:gd name="connsiteX16" fmla="*/ 10743 w 67279"/>
                <a:gd name="connsiteY16" fmla="*/ 38048 h 60544"/>
                <a:gd name="connsiteX17" fmla="*/ 31074 w 67279"/>
                <a:gd name="connsiteY17" fmla="*/ 60636 h 60544"/>
                <a:gd name="connsiteX18" fmla="*/ 48329 w 67279"/>
                <a:gd name="connsiteY18" fmla="*/ 48607 h 60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7279" h="60544">
                  <a:moveTo>
                    <a:pt x="48329" y="48607"/>
                  </a:moveTo>
                  <a:lnTo>
                    <a:pt x="48329" y="60636"/>
                  </a:lnTo>
                  <a:lnTo>
                    <a:pt x="67590" y="59165"/>
                  </a:lnTo>
                  <a:lnTo>
                    <a:pt x="67590" y="55022"/>
                  </a:lnTo>
                  <a:cubicBezTo>
                    <a:pt x="58227" y="55022"/>
                    <a:pt x="57157" y="54087"/>
                    <a:pt x="57157" y="47538"/>
                  </a:cubicBezTo>
                  <a:lnTo>
                    <a:pt x="57157" y="91"/>
                  </a:lnTo>
                  <a:lnTo>
                    <a:pt x="37494" y="1561"/>
                  </a:lnTo>
                  <a:lnTo>
                    <a:pt x="37494" y="5705"/>
                  </a:lnTo>
                  <a:cubicBezTo>
                    <a:pt x="46857" y="5705"/>
                    <a:pt x="47927" y="6640"/>
                    <a:pt x="47927" y="13189"/>
                  </a:cubicBezTo>
                  <a:lnTo>
                    <a:pt x="47927" y="36979"/>
                  </a:lnTo>
                  <a:cubicBezTo>
                    <a:pt x="47927" y="48607"/>
                    <a:pt x="41507" y="57695"/>
                    <a:pt x="31743" y="57695"/>
                  </a:cubicBezTo>
                  <a:cubicBezTo>
                    <a:pt x="20507" y="57695"/>
                    <a:pt x="19972" y="51414"/>
                    <a:pt x="19972" y="44464"/>
                  </a:cubicBezTo>
                  <a:lnTo>
                    <a:pt x="19972" y="91"/>
                  </a:lnTo>
                  <a:lnTo>
                    <a:pt x="310" y="1561"/>
                  </a:lnTo>
                  <a:lnTo>
                    <a:pt x="310" y="5705"/>
                  </a:lnTo>
                  <a:cubicBezTo>
                    <a:pt x="10743" y="5705"/>
                    <a:pt x="10743" y="6106"/>
                    <a:pt x="10743" y="18001"/>
                  </a:cubicBezTo>
                  <a:lnTo>
                    <a:pt x="10743" y="38048"/>
                  </a:lnTo>
                  <a:cubicBezTo>
                    <a:pt x="10743" y="48473"/>
                    <a:pt x="10743" y="60636"/>
                    <a:pt x="31074" y="60636"/>
                  </a:cubicBezTo>
                  <a:cubicBezTo>
                    <a:pt x="38564" y="60636"/>
                    <a:pt x="44450" y="56893"/>
                    <a:pt x="48329" y="4860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7" name="Freeform: Shape 926">
              <a:extLst>
                <a:ext uri="{FF2B5EF4-FFF2-40B4-BE49-F238E27FC236}">
                  <a16:creationId xmlns:a16="http://schemas.microsoft.com/office/drawing/2014/main" id="{0BE903C5-BB40-0BC9-D3BB-A99066F28BA8}"/>
                </a:ext>
              </a:extLst>
            </p:cNvPr>
            <p:cNvSpPr/>
            <p:nvPr>
              <p:custDataLst>
                <p:tags r:id="rId194"/>
              </p:custDataLst>
            </p:nvPr>
          </p:nvSpPr>
          <p:spPr>
            <a:xfrm>
              <a:off x="11285564" y="4025764"/>
              <a:ext cx="65942" cy="94224"/>
            </a:xfrm>
            <a:custGeom>
              <a:avLst/>
              <a:gdLst>
                <a:gd name="connsiteX0" fmla="*/ 19576 w 65942"/>
                <a:gd name="connsiteY0" fmla="*/ 42459 h 94224"/>
                <a:gd name="connsiteX1" fmla="*/ 19576 w 65942"/>
                <a:gd name="connsiteY1" fmla="*/ 91 h 94224"/>
                <a:gd name="connsiteX2" fmla="*/ 315 w 65942"/>
                <a:gd name="connsiteY2" fmla="*/ 1561 h 94224"/>
                <a:gd name="connsiteX3" fmla="*/ 315 w 65942"/>
                <a:gd name="connsiteY3" fmla="*/ 5705 h 94224"/>
                <a:gd name="connsiteX4" fmla="*/ 10748 w 65942"/>
                <a:gd name="connsiteY4" fmla="*/ 13189 h 94224"/>
                <a:gd name="connsiteX5" fmla="*/ 10748 w 65942"/>
                <a:gd name="connsiteY5" fmla="*/ 92846 h 94224"/>
                <a:gd name="connsiteX6" fmla="*/ 14092 w 65942"/>
                <a:gd name="connsiteY6" fmla="*/ 92846 h 94224"/>
                <a:gd name="connsiteX7" fmla="*/ 18908 w 65942"/>
                <a:gd name="connsiteY7" fmla="*/ 84559 h 94224"/>
                <a:gd name="connsiteX8" fmla="*/ 36430 w 65942"/>
                <a:gd name="connsiteY8" fmla="*/ 94316 h 94224"/>
                <a:gd name="connsiteX9" fmla="*/ 66258 w 65942"/>
                <a:gd name="connsiteY9" fmla="*/ 63977 h 94224"/>
                <a:gd name="connsiteX10" fmla="*/ 37901 w 65942"/>
                <a:gd name="connsiteY10" fmla="*/ 33771 h 94224"/>
                <a:gd name="connsiteX11" fmla="*/ 19576 w 65942"/>
                <a:gd name="connsiteY11" fmla="*/ 42459 h 94224"/>
                <a:gd name="connsiteX12" fmla="*/ 19978 w 65942"/>
                <a:gd name="connsiteY12" fmla="*/ 77609 h 94224"/>
                <a:gd name="connsiteX13" fmla="*/ 19978 w 65942"/>
                <a:gd name="connsiteY13" fmla="*/ 50077 h 94224"/>
                <a:gd name="connsiteX14" fmla="*/ 21449 w 65942"/>
                <a:gd name="connsiteY14" fmla="*/ 45266 h 94224"/>
                <a:gd name="connsiteX15" fmla="*/ 37232 w 65942"/>
                <a:gd name="connsiteY15" fmla="*/ 36712 h 94224"/>
                <a:gd name="connsiteX16" fmla="*/ 51277 w 65942"/>
                <a:gd name="connsiteY16" fmla="*/ 45266 h 94224"/>
                <a:gd name="connsiteX17" fmla="*/ 55156 w 65942"/>
                <a:gd name="connsiteY17" fmla="*/ 63843 h 94224"/>
                <a:gd name="connsiteX18" fmla="*/ 51009 w 65942"/>
                <a:gd name="connsiteY18" fmla="*/ 82822 h 94224"/>
                <a:gd name="connsiteX19" fmla="*/ 35895 w 65942"/>
                <a:gd name="connsiteY19" fmla="*/ 91376 h 94224"/>
                <a:gd name="connsiteX20" fmla="*/ 21850 w 65942"/>
                <a:gd name="connsiteY20" fmla="*/ 83223 h 94224"/>
                <a:gd name="connsiteX21" fmla="*/ 19978 w 65942"/>
                <a:gd name="connsiteY21" fmla="*/ 77609 h 9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942" h="94224">
                  <a:moveTo>
                    <a:pt x="19576" y="42459"/>
                  </a:moveTo>
                  <a:lnTo>
                    <a:pt x="19576" y="91"/>
                  </a:lnTo>
                  <a:lnTo>
                    <a:pt x="315" y="1561"/>
                  </a:lnTo>
                  <a:lnTo>
                    <a:pt x="315" y="5705"/>
                  </a:lnTo>
                  <a:cubicBezTo>
                    <a:pt x="9678" y="5705"/>
                    <a:pt x="10748" y="6640"/>
                    <a:pt x="10748" y="13189"/>
                  </a:cubicBezTo>
                  <a:lnTo>
                    <a:pt x="10748" y="92846"/>
                  </a:lnTo>
                  <a:lnTo>
                    <a:pt x="14092" y="92846"/>
                  </a:lnTo>
                  <a:cubicBezTo>
                    <a:pt x="14226" y="92712"/>
                    <a:pt x="15296" y="90841"/>
                    <a:pt x="18908" y="84559"/>
                  </a:cubicBezTo>
                  <a:cubicBezTo>
                    <a:pt x="20914" y="87633"/>
                    <a:pt x="26532" y="94316"/>
                    <a:pt x="36430" y="94316"/>
                  </a:cubicBezTo>
                  <a:cubicBezTo>
                    <a:pt x="52347" y="94316"/>
                    <a:pt x="66258" y="81218"/>
                    <a:pt x="66258" y="63977"/>
                  </a:cubicBezTo>
                  <a:cubicBezTo>
                    <a:pt x="66258" y="47003"/>
                    <a:pt x="53149" y="33771"/>
                    <a:pt x="37901" y="33771"/>
                  </a:cubicBezTo>
                  <a:cubicBezTo>
                    <a:pt x="27468" y="33771"/>
                    <a:pt x="21716" y="40053"/>
                    <a:pt x="19576" y="42459"/>
                  </a:cubicBezTo>
                  <a:close/>
                  <a:moveTo>
                    <a:pt x="19978" y="77609"/>
                  </a:moveTo>
                  <a:lnTo>
                    <a:pt x="19978" y="50077"/>
                  </a:lnTo>
                  <a:cubicBezTo>
                    <a:pt x="19978" y="47538"/>
                    <a:pt x="19978" y="47404"/>
                    <a:pt x="21449" y="45266"/>
                  </a:cubicBezTo>
                  <a:cubicBezTo>
                    <a:pt x="26665" y="37781"/>
                    <a:pt x="34022" y="36712"/>
                    <a:pt x="37232" y="36712"/>
                  </a:cubicBezTo>
                  <a:cubicBezTo>
                    <a:pt x="43251" y="36712"/>
                    <a:pt x="48067" y="40187"/>
                    <a:pt x="51277" y="45266"/>
                  </a:cubicBezTo>
                  <a:cubicBezTo>
                    <a:pt x="54754" y="50745"/>
                    <a:pt x="55156" y="58363"/>
                    <a:pt x="55156" y="63843"/>
                  </a:cubicBezTo>
                  <a:cubicBezTo>
                    <a:pt x="55156" y="68788"/>
                    <a:pt x="54888" y="76807"/>
                    <a:pt x="51009" y="82822"/>
                  </a:cubicBezTo>
                  <a:cubicBezTo>
                    <a:pt x="48200" y="86965"/>
                    <a:pt x="43118" y="91376"/>
                    <a:pt x="35895" y="91376"/>
                  </a:cubicBezTo>
                  <a:cubicBezTo>
                    <a:pt x="29876" y="91376"/>
                    <a:pt x="25060" y="88168"/>
                    <a:pt x="21850" y="83223"/>
                  </a:cubicBezTo>
                  <a:cubicBezTo>
                    <a:pt x="19978" y="80416"/>
                    <a:pt x="19978" y="80015"/>
                    <a:pt x="19978" y="7760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8" name="Freeform: Shape 927">
              <a:extLst>
                <a:ext uri="{FF2B5EF4-FFF2-40B4-BE49-F238E27FC236}">
                  <a16:creationId xmlns:a16="http://schemas.microsoft.com/office/drawing/2014/main" id="{907C2183-7267-3CF6-93B9-7F562BE21A67}"/>
                </a:ext>
              </a:extLst>
            </p:cNvPr>
            <p:cNvSpPr/>
            <p:nvPr>
              <p:custDataLst>
                <p:tags r:id="rId195"/>
              </p:custDataLst>
            </p:nvPr>
          </p:nvSpPr>
          <p:spPr>
            <a:xfrm>
              <a:off x="11360542" y="4025764"/>
              <a:ext cx="29694" cy="92754"/>
            </a:xfrm>
            <a:custGeom>
              <a:avLst/>
              <a:gdLst>
                <a:gd name="connsiteX0" fmla="*/ 19582 w 29694"/>
                <a:gd name="connsiteY0" fmla="*/ 91 h 92754"/>
                <a:gd name="connsiteX1" fmla="*/ 321 w 29694"/>
                <a:gd name="connsiteY1" fmla="*/ 1561 h 92754"/>
                <a:gd name="connsiteX2" fmla="*/ 321 w 29694"/>
                <a:gd name="connsiteY2" fmla="*/ 5705 h 92754"/>
                <a:gd name="connsiteX3" fmla="*/ 10754 w 29694"/>
                <a:gd name="connsiteY3" fmla="*/ 13189 h 92754"/>
                <a:gd name="connsiteX4" fmla="*/ 10754 w 29694"/>
                <a:gd name="connsiteY4" fmla="*/ 82688 h 92754"/>
                <a:gd name="connsiteX5" fmla="*/ 321 w 29694"/>
                <a:gd name="connsiteY5" fmla="*/ 88703 h 92754"/>
                <a:gd name="connsiteX6" fmla="*/ 321 w 29694"/>
                <a:gd name="connsiteY6" fmla="*/ 92846 h 92754"/>
                <a:gd name="connsiteX7" fmla="*/ 15168 w 29694"/>
                <a:gd name="connsiteY7" fmla="*/ 92445 h 92754"/>
                <a:gd name="connsiteX8" fmla="*/ 30015 w 29694"/>
                <a:gd name="connsiteY8" fmla="*/ 92846 h 92754"/>
                <a:gd name="connsiteX9" fmla="*/ 30015 w 29694"/>
                <a:gd name="connsiteY9" fmla="*/ 88703 h 92754"/>
                <a:gd name="connsiteX10" fmla="*/ 19582 w 29694"/>
                <a:gd name="connsiteY10" fmla="*/ 82688 h 92754"/>
                <a:gd name="connsiteX11" fmla="*/ 19582 w 29694"/>
                <a:gd name="connsiteY11" fmla="*/ 91 h 9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694" h="92754">
                  <a:moveTo>
                    <a:pt x="19582" y="91"/>
                  </a:moveTo>
                  <a:lnTo>
                    <a:pt x="321" y="1561"/>
                  </a:lnTo>
                  <a:lnTo>
                    <a:pt x="321" y="5705"/>
                  </a:lnTo>
                  <a:cubicBezTo>
                    <a:pt x="9684" y="5705"/>
                    <a:pt x="10754" y="6640"/>
                    <a:pt x="10754" y="13189"/>
                  </a:cubicBezTo>
                  <a:lnTo>
                    <a:pt x="10754" y="82688"/>
                  </a:lnTo>
                  <a:cubicBezTo>
                    <a:pt x="10754" y="88703"/>
                    <a:pt x="9283" y="88703"/>
                    <a:pt x="321" y="88703"/>
                  </a:cubicBezTo>
                  <a:lnTo>
                    <a:pt x="321" y="92846"/>
                  </a:lnTo>
                  <a:cubicBezTo>
                    <a:pt x="4735" y="92712"/>
                    <a:pt x="11824" y="92445"/>
                    <a:pt x="15168" y="92445"/>
                  </a:cubicBezTo>
                  <a:cubicBezTo>
                    <a:pt x="18512" y="92445"/>
                    <a:pt x="25066" y="92712"/>
                    <a:pt x="30015" y="92846"/>
                  </a:cubicBezTo>
                  <a:lnTo>
                    <a:pt x="30015" y="88703"/>
                  </a:lnTo>
                  <a:cubicBezTo>
                    <a:pt x="21053" y="88703"/>
                    <a:pt x="19582" y="88703"/>
                    <a:pt x="19582" y="82688"/>
                  </a:cubicBezTo>
                  <a:lnTo>
                    <a:pt x="19582" y="91"/>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29" name="Freeform: Shape 928">
              <a:extLst>
                <a:ext uri="{FF2B5EF4-FFF2-40B4-BE49-F238E27FC236}">
                  <a16:creationId xmlns:a16="http://schemas.microsoft.com/office/drawing/2014/main" id="{754F5BFB-1C0A-E4AF-0E3B-A45896EBCF92}"/>
                </a:ext>
              </a:extLst>
            </p:cNvPr>
            <p:cNvSpPr/>
            <p:nvPr>
              <p:custDataLst>
                <p:tags r:id="rId196"/>
              </p:custDataLst>
            </p:nvPr>
          </p:nvSpPr>
          <p:spPr>
            <a:xfrm>
              <a:off x="11397697" y="4029105"/>
              <a:ext cx="28624" cy="89413"/>
            </a:xfrm>
            <a:custGeom>
              <a:avLst/>
              <a:gdLst>
                <a:gd name="connsiteX0" fmla="*/ 19585 w 28624"/>
                <a:gd name="connsiteY0" fmla="*/ 30430 h 89413"/>
                <a:gd name="connsiteX1" fmla="*/ 859 w 28624"/>
                <a:gd name="connsiteY1" fmla="*/ 31900 h 89413"/>
                <a:gd name="connsiteX2" fmla="*/ 859 w 28624"/>
                <a:gd name="connsiteY2" fmla="*/ 36044 h 89413"/>
                <a:gd name="connsiteX3" fmla="*/ 10757 w 28624"/>
                <a:gd name="connsiteY3" fmla="*/ 43394 h 89413"/>
                <a:gd name="connsiteX4" fmla="*/ 10757 w 28624"/>
                <a:gd name="connsiteY4" fmla="*/ 79347 h 89413"/>
                <a:gd name="connsiteX5" fmla="*/ 324 w 28624"/>
                <a:gd name="connsiteY5" fmla="*/ 85361 h 89413"/>
                <a:gd name="connsiteX6" fmla="*/ 324 w 28624"/>
                <a:gd name="connsiteY6" fmla="*/ 89504 h 89413"/>
                <a:gd name="connsiteX7" fmla="*/ 15037 w 28624"/>
                <a:gd name="connsiteY7" fmla="*/ 89103 h 89413"/>
                <a:gd name="connsiteX8" fmla="*/ 28948 w 28624"/>
                <a:gd name="connsiteY8" fmla="*/ 89504 h 89413"/>
                <a:gd name="connsiteX9" fmla="*/ 28948 w 28624"/>
                <a:gd name="connsiteY9" fmla="*/ 85361 h 89413"/>
                <a:gd name="connsiteX10" fmla="*/ 19585 w 28624"/>
                <a:gd name="connsiteY10" fmla="*/ 79481 h 89413"/>
                <a:gd name="connsiteX11" fmla="*/ 19585 w 28624"/>
                <a:gd name="connsiteY11" fmla="*/ 30430 h 89413"/>
                <a:gd name="connsiteX12" fmla="*/ 20120 w 28624"/>
                <a:gd name="connsiteY12" fmla="*/ 7175 h 89413"/>
                <a:gd name="connsiteX13" fmla="*/ 13031 w 28624"/>
                <a:gd name="connsiteY13" fmla="*/ 91 h 89413"/>
                <a:gd name="connsiteX14" fmla="*/ 5941 w 28624"/>
                <a:gd name="connsiteY14" fmla="*/ 7175 h 89413"/>
                <a:gd name="connsiteX15" fmla="*/ 13031 w 28624"/>
                <a:gd name="connsiteY15" fmla="*/ 14258 h 89413"/>
                <a:gd name="connsiteX16" fmla="*/ 20120 w 28624"/>
                <a:gd name="connsiteY16" fmla="*/ 7175 h 8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624" h="89413">
                  <a:moveTo>
                    <a:pt x="19585" y="30430"/>
                  </a:moveTo>
                  <a:lnTo>
                    <a:pt x="859" y="31900"/>
                  </a:lnTo>
                  <a:lnTo>
                    <a:pt x="859" y="36044"/>
                  </a:lnTo>
                  <a:cubicBezTo>
                    <a:pt x="9553" y="36044"/>
                    <a:pt x="10757" y="36845"/>
                    <a:pt x="10757" y="43394"/>
                  </a:cubicBezTo>
                  <a:lnTo>
                    <a:pt x="10757" y="79347"/>
                  </a:lnTo>
                  <a:cubicBezTo>
                    <a:pt x="10757" y="85361"/>
                    <a:pt x="9285" y="85361"/>
                    <a:pt x="324" y="85361"/>
                  </a:cubicBezTo>
                  <a:lnTo>
                    <a:pt x="324" y="89504"/>
                  </a:lnTo>
                  <a:cubicBezTo>
                    <a:pt x="4604" y="89371"/>
                    <a:pt x="11827" y="89103"/>
                    <a:pt x="15037" y="89103"/>
                  </a:cubicBezTo>
                  <a:cubicBezTo>
                    <a:pt x="19718" y="89103"/>
                    <a:pt x="24400" y="89371"/>
                    <a:pt x="28948" y="89504"/>
                  </a:cubicBezTo>
                  <a:lnTo>
                    <a:pt x="28948" y="85361"/>
                  </a:lnTo>
                  <a:cubicBezTo>
                    <a:pt x="20120" y="85361"/>
                    <a:pt x="19585" y="84693"/>
                    <a:pt x="19585" y="79481"/>
                  </a:cubicBezTo>
                  <a:lnTo>
                    <a:pt x="19585" y="30430"/>
                  </a:lnTo>
                  <a:close/>
                  <a:moveTo>
                    <a:pt x="20120" y="7175"/>
                  </a:moveTo>
                  <a:cubicBezTo>
                    <a:pt x="20120" y="2898"/>
                    <a:pt x="16776" y="91"/>
                    <a:pt x="13031" y="91"/>
                  </a:cubicBezTo>
                  <a:cubicBezTo>
                    <a:pt x="8884" y="91"/>
                    <a:pt x="5941" y="3700"/>
                    <a:pt x="5941" y="7175"/>
                  </a:cubicBezTo>
                  <a:cubicBezTo>
                    <a:pt x="5941" y="10783"/>
                    <a:pt x="8884" y="14258"/>
                    <a:pt x="13031" y="14258"/>
                  </a:cubicBezTo>
                  <a:cubicBezTo>
                    <a:pt x="16776" y="14258"/>
                    <a:pt x="20120" y="11452"/>
                    <a:pt x="20120"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0" name="Freeform: Shape 929">
              <a:extLst>
                <a:ext uri="{FF2B5EF4-FFF2-40B4-BE49-F238E27FC236}">
                  <a16:creationId xmlns:a16="http://schemas.microsoft.com/office/drawing/2014/main" id="{D41FDFF9-B4CC-A7A5-2D92-DB62B1DE4614}"/>
                </a:ext>
              </a:extLst>
            </p:cNvPr>
            <p:cNvSpPr/>
            <p:nvPr>
              <p:custDataLst>
                <p:tags r:id="rId197"/>
              </p:custDataLst>
            </p:nvPr>
          </p:nvSpPr>
          <p:spPr>
            <a:xfrm>
              <a:off x="11434986" y="4058642"/>
              <a:ext cx="50961" cy="61346"/>
            </a:xfrm>
            <a:custGeom>
              <a:avLst/>
              <a:gdLst>
                <a:gd name="connsiteX0" fmla="*/ 11428 w 50961"/>
                <a:gd name="connsiteY0" fmla="*/ 30831 h 61346"/>
                <a:gd name="connsiteX1" fmla="*/ 29485 w 50961"/>
                <a:gd name="connsiteY1" fmla="*/ 3432 h 61346"/>
                <a:gd name="connsiteX2" fmla="*/ 43797 w 50961"/>
                <a:gd name="connsiteY2" fmla="*/ 8378 h 61346"/>
                <a:gd name="connsiteX3" fmla="*/ 37511 w 50961"/>
                <a:gd name="connsiteY3" fmla="*/ 14526 h 61346"/>
                <a:gd name="connsiteX4" fmla="*/ 43664 w 50961"/>
                <a:gd name="connsiteY4" fmla="*/ 20674 h 61346"/>
                <a:gd name="connsiteX5" fmla="*/ 49817 w 50961"/>
                <a:gd name="connsiteY5" fmla="*/ 14392 h 61346"/>
                <a:gd name="connsiteX6" fmla="*/ 29352 w 50961"/>
                <a:gd name="connsiteY6" fmla="*/ 91 h 61346"/>
                <a:gd name="connsiteX7" fmla="*/ 326 w 50961"/>
                <a:gd name="connsiteY7" fmla="*/ 31098 h 61346"/>
                <a:gd name="connsiteX8" fmla="*/ 29084 w 50961"/>
                <a:gd name="connsiteY8" fmla="*/ 61437 h 61346"/>
                <a:gd name="connsiteX9" fmla="*/ 51288 w 50961"/>
                <a:gd name="connsiteY9" fmla="*/ 44063 h 61346"/>
                <a:gd name="connsiteX10" fmla="*/ 49549 w 50961"/>
                <a:gd name="connsiteY10" fmla="*/ 42726 h 61346"/>
                <a:gd name="connsiteX11" fmla="*/ 47810 w 50961"/>
                <a:gd name="connsiteY11" fmla="*/ 44063 h 61346"/>
                <a:gd name="connsiteX12" fmla="*/ 30288 w 50961"/>
                <a:gd name="connsiteY12" fmla="*/ 58096 h 61346"/>
                <a:gd name="connsiteX13" fmla="*/ 11428 w 50961"/>
                <a:gd name="connsiteY13" fmla="*/ 3083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61" h="61346">
                  <a:moveTo>
                    <a:pt x="11428" y="30831"/>
                  </a:moveTo>
                  <a:cubicBezTo>
                    <a:pt x="11428" y="9046"/>
                    <a:pt x="22396" y="3432"/>
                    <a:pt x="29485" y="3432"/>
                  </a:cubicBezTo>
                  <a:cubicBezTo>
                    <a:pt x="30689" y="3432"/>
                    <a:pt x="39116" y="3566"/>
                    <a:pt x="43797" y="8378"/>
                  </a:cubicBezTo>
                  <a:cubicBezTo>
                    <a:pt x="38313" y="8779"/>
                    <a:pt x="37511" y="12788"/>
                    <a:pt x="37511" y="14526"/>
                  </a:cubicBezTo>
                  <a:cubicBezTo>
                    <a:pt x="37511" y="18001"/>
                    <a:pt x="39919" y="20674"/>
                    <a:pt x="43664" y="20674"/>
                  </a:cubicBezTo>
                  <a:cubicBezTo>
                    <a:pt x="47141" y="20674"/>
                    <a:pt x="49817" y="18402"/>
                    <a:pt x="49817" y="14392"/>
                  </a:cubicBezTo>
                  <a:cubicBezTo>
                    <a:pt x="49817" y="5304"/>
                    <a:pt x="39651" y="91"/>
                    <a:pt x="29352" y="91"/>
                  </a:cubicBezTo>
                  <a:cubicBezTo>
                    <a:pt x="12632" y="91"/>
                    <a:pt x="326" y="14526"/>
                    <a:pt x="326" y="31098"/>
                  </a:cubicBezTo>
                  <a:cubicBezTo>
                    <a:pt x="326" y="48206"/>
                    <a:pt x="13568" y="61437"/>
                    <a:pt x="29084" y="61437"/>
                  </a:cubicBezTo>
                  <a:cubicBezTo>
                    <a:pt x="47008" y="61437"/>
                    <a:pt x="51288" y="45399"/>
                    <a:pt x="51288" y="44063"/>
                  </a:cubicBezTo>
                  <a:cubicBezTo>
                    <a:pt x="51288" y="42726"/>
                    <a:pt x="49950" y="42726"/>
                    <a:pt x="49549" y="42726"/>
                  </a:cubicBezTo>
                  <a:cubicBezTo>
                    <a:pt x="48345" y="42726"/>
                    <a:pt x="48078" y="43261"/>
                    <a:pt x="47810" y="44063"/>
                  </a:cubicBezTo>
                  <a:cubicBezTo>
                    <a:pt x="43931" y="56492"/>
                    <a:pt x="35237" y="58096"/>
                    <a:pt x="30288" y="58096"/>
                  </a:cubicBezTo>
                  <a:cubicBezTo>
                    <a:pt x="23199" y="58096"/>
                    <a:pt x="11428" y="52349"/>
                    <a:pt x="11428" y="3083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1" name="Freeform: Shape 930">
              <a:extLst>
                <a:ext uri="{FF2B5EF4-FFF2-40B4-BE49-F238E27FC236}">
                  <a16:creationId xmlns:a16="http://schemas.microsoft.com/office/drawing/2014/main" id="{4E306DE3-81FE-8CE5-BCA9-696006C0BC51}"/>
                </a:ext>
              </a:extLst>
            </p:cNvPr>
            <p:cNvSpPr/>
            <p:nvPr>
              <p:custDataLst>
                <p:tags r:id="rId198"/>
              </p:custDataLst>
            </p:nvPr>
          </p:nvSpPr>
          <p:spPr>
            <a:xfrm>
              <a:off x="11530710" y="4082432"/>
              <a:ext cx="81725" cy="5346"/>
            </a:xfrm>
            <a:custGeom>
              <a:avLst/>
              <a:gdLst>
                <a:gd name="connsiteX0" fmla="*/ 77377 w 81725"/>
                <a:gd name="connsiteY0" fmla="*/ 5437 h 5346"/>
                <a:gd name="connsiteX1" fmla="*/ 82059 w 81725"/>
                <a:gd name="connsiteY1" fmla="*/ 2764 h 5346"/>
                <a:gd name="connsiteX2" fmla="*/ 77377 w 81725"/>
                <a:gd name="connsiteY2" fmla="*/ 91 h 5346"/>
                <a:gd name="connsiteX3" fmla="*/ 5015 w 81725"/>
                <a:gd name="connsiteY3" fmla="*/ 91 h 5346"/>
                <a:gd name="connsiteX4" fmla="*/ 333 w 81725"/>
                <a:gd name="connsiteY4" fmla="*/ 2764 h 5346"/>
                <a:gd name="connsiteX5" fmla="*/ 5015 w 81725"/>
                <a:gd name="connsiteY5" fmla="*/ 5437 h 5346"/>
                <a:gd name="connsiteX6" fmla="*/ 77377 w 81725"/>
                <a:gd name="connsiteY6" fmla="*/ 5437 h 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5" h="5346">
                  <a:moveTo>
                    <a:pt x="77377" y="5437"/>
                  </a:moveTo>
                  <a:cubicBezTo>
                    <a:pt x="79651" y="5437"/>
                    <a:pt x="82059" y="5437"/>
                    <a:pt x="82059" y="2764"/>
                  </a:cubicBezTo>
                  <a:cubicBezTo>
                    <a:pt x="82059" y="91"/>
                    <a:pt x="79651" y="91"/>
                    <a:pt x="77377" y="91"/>
                  </a:cubicBezTo>
                  <a:lnTo>
                    <a:pt x="5015" y="91"/>
                  </a:lnTo>
                  <a:cubicBezTo>
                    <a:pt x="2741" y="91"/>
                    <a:pt x="333" y="91"/>
                    <a:pt x="333" y="2764"/>
                  </a:cubicBezTo>
                  <a:cubicBezTo>
                    <a:pt x="333" y="5437"/>
                    <a:pt x="2741" y="5437"/>
                    <a:pt x="5015" y="5437"/>
                  </a:cubicBezTo>
                  <a:lnTo>
                    <a:pt x="77377" y="5437"/>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2" name="Freeform: Shape 931">
              <a:extLst>
                <a:ext uri="{FF2B5EF4-FFF2-40B4-BE49-F238E27FC236}">
                  <a16:creationId xmlns:a16="http://schemas.microsoft.com/office/drawing/2014/main" id="{3247640A-9F56-6528-A690-57DFA608D40E}"/>
                </a:ext>
              </a:extLst>
            </p:cNvPr>
            <p:cNvSpPr/>
            <p:nvPr>
              <p:custDataLst>
                <p:tags r:id="rId199"/>
              </p:custDataLst>
            </p:nvPr>
          </p:nvSpPr>
          <p:spPr>
            <a:xfrm>
              <a:off x="11658582" y="4029506"/>
              <a:ext cx="56311" cy="91952"/>
            </a:xfrm>
            <a:custGeom>
              <a:avLst/>
              <a:gdLst>
                <a:gd name="connsiteX0" fmla="*/ 56655 w 56311"/>
                <a:gd name="connsiteY0" fmla="*/ 46335 h 91952"/>
                <a:gd name="connsiteX1" fmla="*/ 51304 w 56311"/>
                <a:gd name="connsiteY1" fmla="*/ 15060 h 91952"/>
                <a:gd name="connsiteX2" fmla="*/ 28566 w 56311"/>
                <a:gd name="connsiteY2" fmla="*/ 91 h 91952"/>
                <a:gd name="connsiteX3" fmla="*/ 5292 w 56311"/>
                <a:gd name="connsiteY3" fmla="*/ 15996 h 91952"/>
                <a:gd name="connsiteX4" fmla="*/ 343 w 56311"/>
                <a:gd name="connsiteY4" fmla="*/ 46335 h 91952"/>
                <a:gd name="connsiteX5" fmla="*/ 6362 w 56311"/>
                <a:gd name="connsiteY5" fmla="*/ 78545 h 91952"/>
                <a:gd name="connsiteX6" fmla="*/ 28432 w 56311"/>
                <a:gd name="connsiteY6" fmla="*/ 92044 h 91952"/>
                <a:gd name="connsiteX7" fmla="*/ 51706 w 56311"/>
                <a:gd name="connsiteY7" fmla="*/ 76540 h 91952"/>
                <a:gd name="connsiteX8" fmla="*/ 56655 w 56311"/>
                <a:gd name="connsiteY8" fmla="*/ 46335 h 91952"/>
                <a:gd name="connsiteX9" fmla="*/ 28432 w 56311"/>
                <a:gd name="connsiteY9" fmla="*/ 89103 h 91952"/>
                <a:gd name="connsiteX10" fmla="*/ 12916 w 56311"/>
                <a:gd name="connsiteY10" fmla="*/ 72932 h 91952"/>
                <a:gd name="connsiteX11" fmla="*/ 11445 w 56311"/>
                <a:gd name="connsiteY11" fmla="*/ 44731 h 91952"/>
                <a:gd name="connsiteX12" fmla="*/ 12515 w 56311"/>
                <a:gd name="connsiteY12" fmla="*/ 20139 h 91952"/>
                <a:gd name="connsiteX13" fmla="*/ 28432 w 56311"/>
                <a:gd name="connsiteY13" fmla="*/ 3032 h 91952"/>
                <a:gd name="connsiteX14" fmla="*/ 44215 w 56311"/>
                <a:gd name="connsiteY14" fmla="*/ 18669 h 91952"/>
                <a:gd name="connsiteX15" fmla="*/ 45553 w 56311"/>
                <a:gd name="connsiteY15" fmla="*/ 44731 h 91952"/>
                <a:gd name="connsiteX16" fmla="*/ 44082 w 56311"/>
                <a:gd name="connsiteY16" fmla="*/ 72397 h 91952"/>
                <a:gd name="connsiteX17" fmla="*/ 28432 w 56311"/>
                <a:gd name="connsiteY17" fmla="*/ 89103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11" h="91952">
                  <a:moveTo>
                    <a:pt x="56655" y="46335"/>
                  </a:moveTo>
                  <a:cubicBezTo>
                    <a:pt x="56655" y="35643"/>
                    <a:pt x="55986" y="24950"/>
                    <a:pt x="51304" y="15060"/>
                  </a:cubicBezTo>
                  <a:cubicBezTo>
                    <a:pt x="45152" y="2230"/>
                    <a:pt x="34184" y="91"/>
                    <a:pt x="28566" y="91"/>
                  </a:cubicBezTo>
                  <a:cubicBezTo>
                    <a:pt x="20540" y="91"/>
                    <a:pt x="10776" y="3566"/>
                    <a:pt x="5292" y="15996"/>
                  </a:cubicBezTo>
                  <a:cubicBezTo>
                    <a:pt x="1012" y="25218"/>
                    <a:pt x="343" y="35643"/>
                    <a:pt x="343" y="46335"/>
                  </a:cubicBezTo>
                  <a:cubicBezTo>
                    <a:pt x="343" y="56359"/>
                    <a:pt x="878" y="68387"/>
                    <a:pt x="6362" y="78545"/>
                  </a:cubicBezTo>
                  <a:cubicBezTo>
                    <a:pt x="12114" y="89371"/>
                    <a:pt x="21878" y="92044"/>
                    <a:pt x="28432" y="92044"/>
                  </a:cubicBezTo>
                  <a:cubicBezTo>
                    <a:pt x="35655" y="92044"/>
                    <a:pt x="45820" y="89237"/>
                    <a:pt x="51706" y="76540"/>
                  </a:cubicBezTo>
                  <a:cubicBezTo>
                    <a:pt x="55986" y="67318"/>
                    <a:pt x="56655" y="56893"/>
                    <a:pt x="56655" y="46335"/>
                  </a:cubicBezTo>
                  <a:close/>
                  <a:moveTo>
                    <a:pt x="28432" y="89103"/>
                  </a:moveTo>
                  <a:cubicBezTo>
                    <a:pt x="23215" y="89103"/>
                    <a:pt x="15324" y="85762"/>
                    <a:pt x="12916" y="72932"/>
                  </a:cubicBezTo>
                  <a:cubicBezTo>
                    <a:pt x="11445" y="64912"/>
                    <a:pt x="11445" y="52616"/>
                    <a:pt x="11445" y="44731"/>
                  </a:cubicBezTo>
                  <a:cubicBezTo>
                    <a:pt x="11445" y="36177"/>
                    <a:pt x="11445" y="27356"/>
                    <a:pt x="12515" y="20139"/>
                  </a:cubicBezTo>
                  <a:cubicBezTo>
                    <a:pt x="15056" y="4234"/>
                    <a:pt x="25088" y="3032"/>
                    <a:pt x="28432" y="3032"/>
                  </a:cubicBezTo>
                  <a:cubicBezTo>
                    <a:pt x="32846" y="3032"/>
                    <a:pt x="41674" y="5437"/>
                    <a:pt x="44215" y="18669"/>
                  </a:cubicBezTo>
                  <a:cubicBezTo>
                    <a:pt x="45553" y="26153"/>
                    <a:pt x="45553" y="36311"/>
                    <a:pt x="45553" y="44731"/>
                  </a:cubicBezTo>
                  <a:cubicBezTo>
                    <a:pt x="45553" y="54755"/>
                    <a:pt x="45553" y="63843"/>
                    <a:pt x="44082" y="72397"/>
                  </a:cubicBezTo>
                  <a:cubicBezTo>
                    <a:pt x="42075" y="85094"/>
                    <a:pt x="34451" y="89103"/>
                    <a:pt x="28432" y="89103"/>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3" name="Freeform: Shape 932">
              <a:extLst>
                <a:ext uri="{FF2B5EF4-FFF2-40B4-BE49-F238E27FC236}">
                  <a16:creationId xmlns:a16="http://schemas.microsoft.com/office/drawing/2014/main" id="{C59C0141-3D2D-31C3-5C4A-106F46D9AE5A}"/>
                </a:ext>
              </a:extLst>
            </p:cNvPr>
            <p:cNvSpPr/>
            <p:nvPr>
              <p:custDataLst>
                <p:tags r:id="rId200"/>
              </p:custDataLst>
            </p:nvPr>
          </p:nvSpPr>
          <p:spPr>
            <a:xfrm>
              <a:off x="11731747" y="4104351"/>
              <a:ext cx="14178" cy="14167"/>
            </a:xfrm>
            <a:custGeom>
              <a:avLst/>
              <a:gdLst>
                <a:gd name="connsiteX0" fmla="*/ 14526 w 14178"/>
                <a:gd name="connsiteY0" fmla="*/ 7175 h 14167"/>
                <a:gd name="connsiteX1" fmla="*/ 7437 w 14178"/>
                <a:gd name="connsiteY1" fmla="*/ 91 h 14167"/>
                <a:gd name="connsiteX2" fmla="*/ 348 w 14178"/>
                <a:gd name="connsiteY2" fmla="*/ 7175 h 14167"/>
                <a:gd name="connsiteX3" fmla="*/ 7437 w 14178"/>
                <a:gd name="connsiteY3" fmla="*/ 14258 h 14167"/>
                <a:gd name="connsiteX4" fmla="*/ 14526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526" y="7175"/>
                  </a:moveTo>
                  <a:cubicBezTo>
                    <a:pt x="14526" y="3299"/>
                    <a:pt x="11316" y="91"/>
                    <a:pt x="7437" y="91"/>
                  </a:cubicBezTo>
                  <a:cubicBezTo>
                    <a:pt x="3558" y="91"/>
                    <a:pt x="348" y="3299"/>
                    <a:pt x="348" y="7175"/>
                  </a:cubicBezTo>
                  <a:cubicBezTo>
                    <a:pt x="348" y="11051"/>
                    <a:pt x="3558" y="14258"/>
                    <a:pt x="7437" y="14258"/>
                  </a:cubicBezTo>
                  <a:cubicBezTo>
                    <a:pt x="11316" y="14258"/>
                    <a:pt x="14526" y="11051"/>
                    <a:pt x="14526"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4" name="Freeform: Shape 933">
              <a:extLst>
                <a:ext uri="{FF2B5EF4-FFF2-40B4-BE49-F238E27FC236}">
                  <a16:creationId xmlns:a16="http://schemas.microsoft.com/office/drawing/2014/main" id="{E18ADF7C-5A29-BBBB-0D81-8D268FD7A2B5}"/>
                </a:ext>
              </a:extLst>
            </p:cNvPr>
            <p:cNvSpPr/>
            <p:nvPr>
              <p:custDataLst>
                <p:tags r:id="rId201"/>
              </p:custDataLst>
            </p:nvPr>
          </p:nvSpPr>
          <p:spPr>
            <a:xfrm>
              <a:off x="11763017" y="4029506"/>
              <a:ext cx="55509" cy="91952"/>
            </a:xfrm>
            <a:custGeom>
              <a:avLst/>
              <a:gdLst>
                <a:gd name="connsiteX0" fmla="*/ 12389 w 55509"/>
                <a:gd name="connsiteY0" fmla="*/ 45266 h 91952"/>
                <a:gd name="connsiteX1" fmla="*/ 12389 w 55509"/>
                <a:gd name="connsiteY1" fmla="*/ 42058 h 91952"/>
                <a:gd name="connsiteX2" fmla="*/ 35796 w 55509"/>
                <a:gd name="connsiteY2" fmla="*/ 3432 h 91952"/>
                <a:gd name="connsiteX3" fmla="*/ 47567 w 55509"/>
                <a:gd name="connsiteY3" fmla="*/ 8779 h 91952"/>
                <a:gd name="connsiteX4" fmla="*/ 40210 w 55509"/>
                <a:gd name="connsiteY4" fmla="*/ 14793 h 91952"/>
                <a:gd name="connsiteX5" fmla="*/ 46363 w 55509"/>
                <a:gd name="connsiteY5" fmla="*/ 20941 h 91952"/>
                <a:gd name="connsiteX6" fmla="*/ 52516 w 55509"/>
                <a:gd name="connsiteY6" fmla="*/ 14526 h 91952"/>
                <a:gd name="connsiteX7" fmla="*/ 35529 w 55509"/>
                <a:gd name="connsiteY7" fmla="*/ 91 h 91952"/>
                <a:gd name="connsiteX8" fmla="*/ 351 w 55509"/>
                <a:gd name="connsiteY8" fmla="*/ 46869 h 91952"/>
                <a:gd name="connsiteX9" fmla="*/ 28306 w 55509"/>
                <a:gd name="connsiteY9" fmla="*/ 92044 h 91952"/>
                <a:gd name="connsiteX10" fmla="*/ 55860 w 55509"/>
                <a:gd name="connsiteY10" fmla="*/ 61838 h 91952"/>
                <a:gd name="connsiteX11" fmla="*/ 29109 w 55509"/>
                <a:gd name="connsiteY11" fmla="*/ 32034 h 91952"/>
                <a:gd name="connsiteX12" fmla="*/ 12389 w 55509"/>
                <a:gd name="connsiteY12" fmla="*/ 45266 h 91952"/>
                <a:gd name="connsiteX13" fmla="*/ 28306 w 55509"/>
                <a:gd name="connsiteY13" fmla="*/ 88302 h 91952"/>
                <a:gd name="connsiteX14" fmla="*/ 15064 w 55509"/>
                <a:gd name="connsiteY14" fmla="*/ 78278 h 91952"/>
                <a:gd name="connsiteX15" fmla="*/ 12656 w 55509"/>
                <a:gd name="connsiteY15" fmla="*/ 58898 h 91952"/>
                <a:gd name="connsiteX16" fmla="*/ 28975 w 55509"/>
                <a:gd name="connsiteY16" fmla="*/ 35108 h 91952"/>
                <a:gd name="connsiteX17" fmla="*/ 41414 w 55509"/>
                <a:gd name="connsiteY17" fmla="*/ 43394 h 91952"/>
                <a:gd name="connsiteX18" fmla="*/ 43822 w 55509"/>
                <a:gd name="connsiteY18" fmla="*/ 61705 h 91952"/>
                <a:gd name="connsiteX19" fmla="*/ 41548 w 55509"/>
                <a:gd name="connsiteY19" fmla="*/ 79614 h 91952"/>
                <a:gd name="connsiteX20" fmla="*/ 28306 w 55509"/>
                <a:gd name="connsiteY20" fmla="*/ 88302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509" h="91952">
                  <a:moveTo>
                    <a:pt x="12389" y="45266"/>
                  </a:moveTo>
                  <a:lnTo>
                    <a:pt x="12389" y="42058"/>
                  </a:lnTo>
                  <a:cubicBezTo>
                    <a:pt x="12389" y="8244"/>
                    <a:pt x="28975" y="3432"/>
                    <a:pt x="35796" y="3432"/>
                  </a:cubicBezTo>
                  <a:cubicBezTo>
                    <a:pt x="39007" y="3432"/>
                    <a:pt x="44624" y="4234"/>
                    <a:pt x="47567" y="8779"/>
                  </a:cubicBezTo>
                  <a:cubicBezTo>
                    <a:pt x="45561" y="8779"/>
                    <a:pt x="40210" y="8779"/>
                    <a:pt x="40210" y="14793"/>
                  </a:cubicBezTo>
                  <a:cubicBezTo>
                    <a:pt x="40210" y="18936"/>
                    <a:pt x="43421" y="20941"/>
                    <a:pt x="46363" y="20941"/>
                  </a:cubicBezTo>
                  <a:cubicBezTo>
                    <a:pt x="48503" y="20941"/>
                    <a:pt x="52516" y="19738"/>
                    <a:pt x="52516" y="14526"/>
                  </a:cubicBezTo>
                  <a:cubicBezTo>
                    <a:pt x="52516" y="6506"/>
                    <a:pt x="46631" y="91"/>
                    <a:pt x="35529" y="91"/>
                  </a:cubicBezTo>
                  <a:cubicBezTo>
                    <a:pt x="18408" y="91"/>
                    <a:pt x="351" y="17332"/>
                    <a:pt x="351" y="46869"/>
                  </a:cubicBezTo>
                  <a:cubicBezTo>
                    <a:pt x="351" y="82555"/>
                    <a:pt x="15867" y="92044"/>
                    <a:pt x="28306" y="92044"/>
                  </a:cubicBezTo>
                  <a:cubicBezTo>
                    <a:pt x="43153" y="92044"/>
                    <a:pt x="55860" y="79481"/>
                    <a:pt x="55860" y="61838"/>
                  </a:cubicBezTo>
                  <a:cubicBezTo>
                    <a:pt x="55860" y="44865"/>
                    <a:pt x="43956" y="32034"/>
                    <a:pt x="29109" y="32034"/>
                  </a:cubicBezTo>
                  <a:cubicBezTo>
                    <a:pt x="20013" y="32034"/>
                    <a:pt x="15064" y="38850"/>
                    <a:pt x="12389" y="45266"/>
                  </a:cubicBezTo>
                  <a:close/>
                  <a:moveTo>
                    <a:pt x="28306" y="88302"/>
                  </a:moveTo>
                  <a:cubicBezTo>
                    <a:pt x="19879" y="88302"/>
                    <a:pt x="15867" y="80282"/>
                    <a:pt x="15064" y="78278"/>
                  </a:cubicBezTo>
                  <a:cubicBezTo>
                    <a:pt x="12656" y="71996"/>
                    <a:pt x="12656" y="61304"/>
                    <a:pt x="12656" y="58898"/>
                  </a:cubicBezTo>
                  <a:cubicBezTo>
                    <a:pt x="12656" y="48473"/>
                    <a:pt x="16937" y="35108"/>
                    <a:pt x="28975" y="35108"/>
                  </a:cubicBezTo>
                  <a:cubicBezTo>
                    <a:pt x="31115" y="35108"/>
                    <a:pt x="37268" y="35108"/>
                    <a:pt x="41414" y="43394"/>
                  </a:cubicBezTo>
                  <a:cubicBezTo>
                    <a:pt x="43822" y="48340"/>
                    <a:pt x="43822" y="55156"/>
                    <a:pt x="43822" y="61705"/>
                  </a:cubicBezTo>
                  <a:cubicBezTo>
                    <a:pt x="43822" y="68120"/>
                    <a:pt x="43822" y="74803"/>
                    <a:pt x="41548" y="79614"/>
                  </a:cubicBezTo>
                  <a:cubicBezTo>
                    <a:pt x="37535" y="87633"/>
                    <a:pt x="31382" y="88302"/>
                    <a:pt x="28306" y="8830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5" name="Freeform: Shape 934">
              <a:extLst>
                <a:ext uri="{FF2B5EF4-FFF2-40B4-BE49-F238E27FC236}">
                  <a16:creationId xmlns:a16="http://schemas.microsoft.com/office/drawing/2014/main" id="{CD863A82-D3D5-7736-4BF3-5C1EAFAD5CB4}"/>
                </a:ext>
              </a:extLst>
            </p:cNvPr>
            <p:cNvSpPr/>
            <p:nvPr>
              <p:custDataLst>
                <p:tags r:id="rId202"/>
              </p:custDataLst>
            </p:nvPr>
          </p:nvSpPr>
          <p:spPr>
            <a:xfrm>
              <a:off x="11836183" y="4029506"/>
              <a:ext cx="44139" cy="89012"/>
            </a:xfrm>
            <a:custGeom>
              <a:avLst/>
              <a:gdLst>
                <a:gd name="connsiteX0" fmla="*/ 27776 w 44139"/>
                <a:gd name="connsiteY0" fmla="*/ 3566 h 89012"/>
                <a:gd name="connsiteX1" fmla="*/ 24700 w 44139"/>
                <a:gd name="connsiteY1" fmla="*/ 91 h 89012"/>
                <a:gd name="connsiteX2" fmla="*/ 356 w 44139"/>
                <a:gd name="connsiteY2" fmla="*/ 8645 h 89012"/>
                <a:gd name="connsiteX3" fmla="*/ 356 w 44139"/>
                <a:gd name="connsiteY3" fmla="*/ 12788 h 89012"/>
                <a:gd name="connsiteX4" fmla="*/ 17878 w 44139"/>
                <a:gd name="connsiteY4" fmla="*/ 9313 h 89012"/>
                <a:gd name="connsiteX5" fmla="*/ 17878 w 44139"/>
                <a:gd name="connsiteY5" fmla="*/ 78545 h 89012"/>
                <a:gd name="connsiteX6" fmla="*/ 5438 w 44139"/>
                <a:gd name="connsiteY6" fmla="*/ 84960 h 89012"/>
                <a:gd name="connsiteX7" fmla="*/ 1158 w 44139"/>
                <a:gd name="connsiteY7" fmla="*/ 84960 h 89012"/>
                <a:gd name="connsiteX8" fmla="*/ 1158 w 44139"/>
                <a:gd name="connsiteY8" fmla="*/ 89103 h 89012"/>
                <a:gd name="connsiteX9" fmla="*/ 22827 w 44139"/>
                <a:gd name="connsiteY9" fmla="*/ 88703 h 89012"/>
                <a:gd name="connsiteX10" fmla="*/ 44496 w 44139"/>
                <a:gd name="connsiteY10" fmla="*/ 89103 h 89012"/>
                <a:gd name="connsiteX11" fmla="*/ 44496 w 44139"/>
                <a:gd name="connsiteY11" fmla="*/ 84960 h 89012"/>
                <a:gd name="connsiteX12" fmla="*/ 40215 w 44139"/>
                <a:gd name="connsiteY12" fmla="*/ 84960 h 89012"/>
                <a:gd name="connsiteX13" fmla="*/ 27776 w 44139"/>
                <a:gd name="connsiteY13" fmla="*/ 78545 h 89012"/>
                <a:gd name="connsiteX14" fmla="*/ 27776 w 44139"/>
                <a:gd name="connsiteY14" fmla="*/ 3566 h 8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39" h="89012">
                  <a:moveTo>
                    <a:pt x="27776" y="3566"/>
                  </a:moveTo>
                  <a:cubicBezTo>
                    <a:pt x="27776" y="358"/>
                    <a:pt x="27776" y="91"/>
                    <a:pt x="24700" y="91"/>
                  </a:cubicBezTo>
                  <a:cubicBezTo>
                    <a:pt x="16407" y="8645"/>
                    <a:pt x="4636" y="8645"/>
                    <a:pt x="356" y="8645"/>
                  </a:cubicBezTo>
                  <a:lnTo>
                    <a:pt x="356" y="12788"/>
                  </a:lnTo>
                  <a:cubicBezTo>
                    <a:pt x="3031" y="12788"/>
                    <a:pt x="10923" y="12788"/>
                    <a:pt x="17878" y="9313"/>
                  </a:cubicBezTo>
                  <a:lnTo>
                    <a:pt x="17878" y="78545"/>
                  </a:lnTo>
                  <a:cubicBezTo>
                    <a:pt x="17878" y="83356"/>
                    <a:pt x="17477" y="84960"/>
                    <a:pt x="5438" y="84960"/>
                  </a:cubicBezTo>
                  <a:lnTo>
                    <a:pt x="1158" y="84960"/>
                  </a:lnTo>
                  <a:lnTo>
                    <a:pt x="1158" y="89103"/>
                  </a:lnTo>
                  <a:cubicBezTo>
                    <a:pt x="5840" y="88703"/>
                    <a:pt x="17477" y="88703"/>
                    <a:pt x="22827" y="88703"/>
                  </a:cubicBezTo>
                  <a:cubicBezTo>
                    <a:pt x="28177" y="88703"/>
                    <a:pt x="39814" y="88703"/>
                    <a:pt x="44496" y="89103"/>
                  </a:cubicBezTo>
                  <a:lnTo>
                    <a:pt x="44496" y="84960"/>
                  </a:lnTo>
                  <a:lnTo>
                    <a:pt x="40215" y="84960"/>
                  </a:lnTo>
                  <a:cubicBezTo>
                    <a:pt x="28177" y="84960"/>
                    <a:pt x="27776" y="83490"/>
                    <a:pt x="27776" y="78545"/>
                  </a:cubicBezTo>
                  <a:lnTo>
                    <a:pt x="27776" y="3566"/>
                  </a:ln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6" name="Freeform: Shape 935">
              <a:extLst>
                <a:ext uri="{FF2B5EF4-FFF2-40B4-BE49-F238E27FC236}">
                  <a16:creationId xmlns:a16="http://schemas.microsoft.com/office/drawing/2014/main" id="{5111F948-3653-A194-C6B3-F10239ADF3F3}"/>
                </a:ext>
              </a:extLst>
            </p:cNvPr>
            <p:cNvSpPr/>
            <p:nvPr>
              <p:custDataLst>
                <p:tags r:id="rId203"/>
              </p:custDataLst>
            </p:nvPr>
          </p:nvSpPr>
          <p:spPr>
            <a:xfrm>
              <a:off x="11896775" y="4029506"/>
              <a:ext cx="55509" cy="91952"/>
            </a:xfrm>
            <a:custGeom>
              <a:avLst/>
              <a:gdLst>
                <a:gd name="connsiteX0" fmla="*/ 12399 w 55509"/>
                <a:gd name="connsiteY0" fmla="*/ 45266 h 91952"/>
                <a:gd name="connsiteX1" fmla="*/ 12399 w 55509"/>
                <a:gd name="connsiteY1" fmla="*/ 42058 h 91952"/>
                <a:gd name="connsiteX2" fmla="*/ 35806 w 55509"/>
                <a:gd name="connsiteY2" fmla="*/ 3432 h 91952"/>
                <a:gd name="connsiteX3" fmla="*/ 47577 w 55509"/>
                <a:gd name="connsiteY3" fmla="*/ 8779 h 91952"/>
                <a:gd name="connsiteX4" fmla="*/ 40220 w 55509"/>
                <a:gd name="connsiteY4" fmla="*/ 14793 h 91952"/>
                <a:gd name="connsiteX5" fmla="*/ 46373 w 55509"/>
                <a:gd name="connsiteY5" fmla="*/ 20941 h 91952"/>
                <a:gd name="connsiteX6" fmla="*/ 52526 w 55509"/>
                <a:gd name="connsiteY6" fmla="*/ 14526 h 91952"/>
                <a:gd name="connsiteX7" fmla="*/ 35539 w 55509"/>
                <a:gd name="connsiteY7" fmla="*/ 91 h 91952"/>
                <a:gd name="connsiteX8" fmla="*/ 361 w 55509"/>
                <a:gd name="connsiteY8" fmla="*/ 46869 h 91952"/>
                <a:gd name="connsiteX9" fmla="*/ 28316 w 55509"/>
                <a:gd name="connsiteY9" fmla="*/ 92044 h 91952"/>
                <a:gd name="connsiteX10" fmla="*/ 55870 w 55509"/>
                <a:gd name="connsiteY10" fmla="*/ 61838 h 91952"/>
                <a:gd name="connsiteX11" fmla="*/ 29119 w 55509"/>
                <a:gd name="connsiteY11" fmla="*/ 32034 h 91952"/>
                <a:gd name="connsiteX12" fmla="*/ 12399 w 55509"/>
                <a:gd name="connsiteY12" fmla="*/ 45266 h 91952"/>
                <a:gd name="connsiteX13" fmla="*/ 28316 w 55509"/>
                <a:gd name="connsiteY13" fmla="*/ 88302 h 91952"/>
                <a:gd name="connsiteX14" fmla="*/ 15074 w 55509"/>
                <a:gd name="connsiteY14" fmla="*/ 78278 h 91952"/>
                <a:gd name="connsiteX15" fmla="*/ 12666 w 55509"/>
                <a:gd name="connsiteY15" fmla="*/ 58898 h 91952"/>
                <a:gd name="connsiteX16" fmla="*/ 28985 w 55509"/>
                <a:gd name="connsiteY16" fmla="*/ 35108 h 91952"/>
                <a:gd name="connsiteX17" fmla="*/ 41424 w 55509"/>
                <a:gd name="connsiteY17" fmla="*/ 43394 h 91952"/>
                <a:gd name="connsiteX18" fmla="*/ 43832 w 55509"/>
                <a:gd name="connsiteY18" fmla="*/ 61705 h 91952"/>
                <a:gd name="connsiteX19" fmla="*/ 41558 w 55509"/>
                <a:gd name="connsiteY19" fmla="*/ 79614 h 91952"/>
                <a:gd name="connsiteX20" fmla="*/ 28316 w 55509"/>
                <a:gd name="connsiteY20" fmla="*/ 88302 h 9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509" h="91952">
                  <a:moveTo>
                    <a:pt x="12399" y="45266"/>
                  </a:moveTo>
                  <a:lnTo>
                    <a:pt x="12399" y="42058"/>
                  </a:lnTo>
                  <a:cubicBezTo>
                    <a:pt x="12399" y="8244"/>
                    <a:pt x="28985" y="3432"/>
                    <a:pt x="35806" y="3432"/>
                  </a:cubicBezTo>
                  <a:cubicBezTo>
                    <a:pt x="39017" y="3432"/>
                    <a:pt x="44634" y="4234"/>
                    <a:pt x="47577" y="8779"/>
                  </a:cubicBezTo>
                  <a:cubicBezTo>
                    <a:pt x="45571" y="8779"/>
                    <a:pt x="40220" y="8779"/>
                    <a:pt x="40220" y="14793"/>
                  </a:cubicBezTo>
                  <a:cubicBezTo>
                    <a:pt x="40220" y="18936"/>
                    <a:pt x="43431" y="20941"/>
                    <a:pt x="46373" y="20941"/>
                  </a:cubicBezTo>
                  <a:cubicBezTo>
                    <a:pt x="48513" y="20941"/>
                    <a:pt x="52526" y="19738"/>
                    <a:pt x="52526" y="14526"/>
                  </a:cubicBezTo>
                  <a:cubicBezTo>
                    <a:pt x="52526" y="6506"/>
                    <a:pt x="46641" y="91"/>
                    <a:pt x="35539" y="91"/>
                  </a:cubicBezTo>
                  <a:cubicBezTo>
                    <a:pt x="18418" y="91"/>
                    <a:pt x="361" y="17332"/>
                    <a:pt x="361" y="46869"/>
                  </a:cubicBezTo>
                  <a:cubicBezTo>
                    <a:pt x="361" y="82555"/>
                    <a:pt x="15877" y="92044"/>
                    <a:pt x="28316" y="92044"/>
                  </a:cubicBezTo>
                  <a:cubicBezTo>
                    <a:pt x="43163" y="92044"/>
                    <a:pt x="55870" y="79481"/>
                    <a:pt x="55870" y="61838"/>
                  </a:cubicBezTo>
                  <a:cubicBezTo>
                    <a:pt x="55870" y="44865"/>
                    <a:pt x="43966" y="32034"/>
                    <a:pt x="29119" y="32034"/>
                  </a:cubicBezTo>
                  <a:cubicBezTo>
                    <a:pt x="20023" y="32034"/>
                    <a:pt x="15074" y="38850"/>
                    <a:pt x="12399" y="45266"/>
                  </a:cubicBezTo>
                  <a:close/>
                  <a:moveTo>
                    <a:pt x="28316" y="88302"/>
                  </a:moveTo>
                  <a:cubicBezTo>
                    <a:pt x="19889" y="88302"/>
                    <a:pt x="15877" y="80282"/>
                    <a:pt x="15074" y="78278"/>
                  </a:cubicBezTo>
                  <a:cubicBezTo>
                    <a:pt x="12666" y="71996"/>
                    <a:pt x="12666" y="61304"/>
                    <a:pt x="12666" y="58898"/>
                  </a:cubicBezTo>
                  <a:cubicBezTo>
                    <a:pt x="12666" y="48473"/>
                    <a:pt x="16947" y="35108"/>
                    <a:pt x="28985" y="35108"/>
                  </a:cubicBezTo>
                  <a:cubicBezTo>
                    <a:pt x="31125" y="35108"/>
                    <a:pt x="37278" y="35108"/>
                    <a:pt x="41424" y="43394"/>
                  </a:cubicBezTo>
                  <a:cubicBezTo>
                    <a:pt x="43832" y="48340"/>
                    <a:pt x="43832" y="55156"/>
                    <a:pt x="43832" y="61705"/>
                  </a:cubicBezTo>
                  <a:cubicBezTo>
                    <a:pt x="43832" y="68120"/>
                    <a:pt x="43832" y="74803"/>
                    <a:pt x="41558" y="79614"/>
                  </a:cubicBezTo>
                  <a:cubicBezTo>
                    <a:pt x="37545" y="87633"/>
                    <a:pt x="31392" y="88302"/>
                    <a:pt x="28316" y="88302"/>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7" name="Freeform: Shape 936">
              <a:extLst>
                <a:ext uri="{FF2B5EF4-FFF2-40B4-BE49-F238E27FC236}">
                  <a16:creationId xmlns:a16="http://schemas.microsoft.com/office/drawing/2014/main" id="{C877BBDA-2CFF-9B92-A50B-4892400BA0BC}"/>
                </a:ext>
              </a:extLst>
            </p:cNvPr>
            <p:cNvSpPr/>
            <p:nvPr>
              <p:custDataLst>
                <p:tags r:id="rId204"/>
              </p:custDataLst>
            </p:nvPr>
          </p:nvSpPr>
          <p:spPr>
            <a:xfrm>
              <a:off x="11999262" y="4078022"/>
              <a:ext cx="14178" cy="14167"/>
            </a:xfrm>
            <a:custGeom>
              <a:avLst/>
              <a:gdLst>
                <a:gd name="connsiteX0" fmla="*/ 14546 w 14178"/>
                <a:gd name="connsiteY0" fmla="*/ 7175 h 14167"/>
                <a:gd name="connsiteX1" fmla="*/ 7457 w 14178"/>
                <a:gd name="connsiteY1" fmla="*/ 91 h 14167"/>
                <a:gd name="connsiteX2" fmla="*/ 368 w 14178"/>
                <a:gd name="connsiteY2" fmla="*/ 7175 h 14167"/>
                <a:gd name="connsiteX3" fmla="*/ 7457 w 14178"/>
                <a:gd name="connsiteY3" fmla="*/ 14258 h 14167"/>
                <a:gd name="connsiteX4" fmla="*/ 14546 w 14178"/>
                <a:gd name="connsiteY4" fmla="*/ 7175 h 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8" h="14167">
                  <a:moveTo>
                    <a:pt x="14546" y="7175"/>
                  </a:moveTo>
                  <a:cubicBezTo>
                    <a:pt x="14546" y="3299"/>
                    <a:pt x="11336" y="91"/>
                    <a:pt x="7457" y="91"/>
                  </a:cubicBezTo>
                  <a:cubicBezTo>
                    <a:pt x="3578" y="91"/>
                    <a:pt x="368" y="3299"/>
                    <a:pt x="368" y="7175"/>
                  </a:cubicBezTo>
                  <a:cubicBezTo>
                    <a:pt x="368" y="11051"/>
                    <a:pt x="3578" y="14258"/>
                    <a:pt x="7457" y="14258"/>
                  </a:cubicBezTo>
                  <a:cubicBezTo>
                    <a:pt x="11336" y="14258"/>
                    <a:pt x="14546" y="11051"/>
                    <a:pt x="14546" y="7175"/>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8" name="Freeform: Shape 937">
              <a:extLst>
                <a:ext uri="{FF2B5EF4-FFF2-40B4-BE49-F238E27FC236}">
                  <a16:creationId xmlns:a16="http://schemas.microsoft.com/office/drawing/2014/main" id="{B0F2330A-5E3B-27FB-B478-96F7E2968917}"/>
                </a:ext>
              </a:extLst>
            </p:cNvPr>
            <p:cNvSpPr/>
            <p:nvPr>
              <p:custDataLst>
                <p:tags r:id="rId205"/>
              </p:custDataLst>
            </p:nvPr>
          </p:nvSpPr>
          <p:spPr>
            <a:xfrm>
              <a:off x="12058382" y="4057974"/>
              <a:ext cx="61127" cy="88076"/>
            </a:xfrm>
            <a:custGeom>
              <a:avLst/>
              <a:gdLst>
                <a:gd name="connsiteX0" fmla="*/ 26322 w 61127"/>
                <a:gd name="connsiteY0" fmla="*/ 37647 h 88076"/>
                <a:gd name="connsiteX1" fmla="*/ 14685 w 61127"/>
                <a:gd name="connsiteY1" fmla="*/ 21208 h 88076"/>
                <a:gd name="connsiteX2" fmla="*/ 16825 w 61127"/>
                <a:gd name="connsiteY2" fmla="*/ 9981 h 88076"/>
                <a:gd name="connsiteX3" fmla="*/ 26322 w 61127"/>
                <a:gd name="connsiteY3" fmla="*/ 4635 h 88076"/>
                <a:gd name="connsiteX4" fmla="*/ 37959 w 61127"/>
                <a:gd name="connsiteY4" fmla="*/ 21075 h 88076"/>
                <a:gd name="connsiteX5" fmla="*/ 35819 w 61127"/>
                <a:gd name="connsiteY5" fmla="*/ 32301 h 88076"/>
                <a:gd name="connsiteX6" fmla="*/ 26322 w 61127"/>
                <a:gd name="connsiteY6" fmla="*/ 37647 h 88076"/>
                <a:gd name="connsiteX7" fmla="*/ 10806 w 61127"/>
                <a:gd name="connsiteY7" fmla="*/ 42860 h 88076"/>
                <a:gd name="connsiteX8" fmla="*/ 13080 w 61127"/>
                <a:gd name="connsiteY8" fmla="*/ 36578 h 88076"/>
                <a:gd name="connsiteX9" fmla="*/ 26322 w 61127"/>
                <a:gd name="connsiteY9" fmla="*/ 40721 h 88076"/>
                <a:gd name="connsiteX10" fmla="*/ 47990 w 61127"/>
                <a:gd name="connsiteY10" fmla="*/ 21208 h 88076"/>
                <a:gd name="connsiteX11" fmla="*/ 42506 w 61127"/>
                <a:gd name="connsiteY11" fmla="*/ 8244 h 88076"/>
                <a:gd name="connsiteX12" fmla="*/ 54545 w 61127"/>
                <a:gd name="connsiteY12" fmla="*/ 3032 h 88076"/>
                <a:gd name="connsiteX13" fmla="*/ 55882 w 61127"/>
                <a:gd name="connsiteY13" fmla="*/ 3165 h 88076"/>
                <a:gd name="connsiteX14" fmla="*/ 53742 w 61127"/>
                <a:gd name="connsiteY14" fmla="*/ 6774 h 88076"/>
                <a:gd name="connsiteX15" fmla="*/ 57621 w 61127"/>
                <a:gd name="connsiteY15" fmla="*/ 10650 h 88076"/>
                <a:gd name="connsiteX16" fmla="*/ 61500 w 61127"/>
                <a:gd name="connsiteY16" fmla="*/ 6640 h 88076"/>
                <a:gd name="connsiteX17" fmla="*/ 54678 w 61127"/>
                <a:gd name="connsiteY17" fmla="*/ 91 h 88076"/>
                <a:gd name="connsiteX18" fmla="*/ 40500 w 61127"/>
                <a:gd name="connsiteY18" fmla="*/ 6373 h 88076"/>
                <a:gd name="connsiteX19" fmla="*/ 26322 w 61127"/>
                <a:gd name="connsiteY19" fmla="*/ 1561 h 88076"/>
                <a:gd name="connsiteX20" fmla="*/ 4653 w 61127"/>
                <a:gd name="connsiteY20" fmla="*/ 21075 h 88076"/>
                <a:gd name="connsiteX21" fmla="*/ 10940 w 61127"/>
                <a:gd name="connsiteY21" fmla="*/ 34841 h 88076"/>
                <a:gd name="connsiteX22" fmla="*/ 6793 w 61127"/>
                <a:gd name="connsiteY22" fmla="*/ 45934 h 88076"/>
                <a:gd name="connsiteX23" fmla="*/ 12679 w 61127"/>
                <a:gd name="connsiteY23" fmla="*/ 57829 h 88076"/>
                <a:gd name="connsiteX24" fmla="*/ 373 w 61127"/>
                <a:gd name="connsiteY24" fmla="*/ 71194 h 88076"/>
                <a:gd name="connsiteX25" fmla="*/ 29933 w 61127"/>
                <a:gd name="connsiteY25" fmla="*/ 88168 h 88076"/>
                <a:gd name="connsiteX26" fmla="*/ 59627 w 61127"/>
                <a:gd name="connsiteY26" fmla="*/ 70927 h 88076"/>
                <a:gd name="connsiteX27" fmla="*/ 50933 w 61127"/>
                <a:gd name="connsiteY27" fmla="*/ 55690 h 88076"/>
                <a:gd name="connsiteX28" fmla="*/ 27927 w 61127"/>
                <a:gd name="connsiteY28" fmla="*/ 51948 h 88076"/>
                <a:gd name="connsiteX29" fmla="*/ 17895 w 61127"/>
                <a:gd name="connsiteY29" fmla="*/ 51815 h 88076"/>
                <a:gd name="connsiteX30" fmla="*/ 10806 w 61127"/>
                <a:gd name="connsiteY30" fmla="*/ 42860 h 88076"/>
                <a:gd name="connsiteX31" fmla="*/ 30067 w 61127"/>
                <a:gd name="connsiteY31" fmla="*/ 85094 h 88076"/>
                <a:gd name="connsiteX32" fmla="*/ 7328 w 61127"/>
                <a:gd name="connsiteY32" fmla="*/ 71194 h 88076"/>
                <a:gd name="connsiteX33" fmla="*/ 18296 w 61127"/>
                <a:gd name="connsiteY33" fmla="*/ 59700 h 88076"/>
                <a:gd name="connsiteX34" fmla="*/ 26188 w 61127"/>
                <a:gd name="connsiteY34" fmla="*/ 59700 h 88076"/>
                <a:gd name="connsiteX35" fmla="*/ 52672 w 61127"/>
                <a:gd name="connsiteY35" fmla="*/ 71194 h 88076"/>
                <a:gd name="connsiteX36" fmla="*/ 30067 w 61127"/>
                <a:gd name="connsiteY36" fmla="*/ 85094 h 88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1127" h="88076">
                  <a:moveTo>
                    <a:pt x="26322" y="37647"/>
                  </a:moveTo>
                  <a:cubicBezTo>
                    <a:pt x="14685" y="37647"/>
                    <a:pt x="14685" y="24282"/>
                    <a:pt x="14685" y="21208"/>
                  </a:cubicBezTo>
                  <a:cubicBezTo>
                    <a:pt x="14685" y="17600"/>
                    <a:pt x="14819" y="13323"/>
                    <a:pt x="16825" y="9981"/>
                  </a:cubicBezTo>
                  <a:cubicBezTo>
                    <a:pt x="17895" y="8378"/>
                    <a:pt x="20971" y="4635"/>
                    <a:pt x="26322" y="4635"/>
                  </a:cubicBezTo>
                  <a:cubicBezTo>
                    <a:pt x="37959" y="4635"/>
                    <a:pt x="37959" y="18001"/>
                    <a:pt x="37959" y="21075"/>
                  </a:cubicBezTo>
                  <a:cubicBezTo>
                    <a:pt x="37959" y="24683"/>
                    <a:pt x="37825" y="28960"/>
                    <a:pt x="35819" y="32301"/>
                  </a:cubicBezTo>
                  <a:cubicBezTo>
                    <a:pt x="34748" y="33905"/>
                    <a:pt x="31672" y="37647"/>
                    <a:pt x="26322" y="37647"/>
                  </a:cubicBezTo>
                  <a:close/>
                  <a:moveTo>
                    <a:pt x="10806" y="42860"/>
                  </a:moveTo>
                  <a:cubicBezTo>
                    <a:pt x="10806" y="42325"/>
                    <a:pt x="10806" y="39251"/>
                    <a:pt x="13080" y="36578"/>
                  </a:cubicBezTo>
                  <a:cubicBezTo>
                    <a:pt x="18296" y="40320"/>
                    <a:pt x="23780" y="40721"/>
                    <a:pt x="26322" y="40721"/>
                  </a:cubicBezTo>
                  <a:cubicBezTo>
                    <a:pt x="38761" y="40721"/>
                    <a:pt x="47990" y="31499"/>
                    <a:pt x="47990" y="21208"/>
                  </a:cubicBezTo>
                  <a:cubicBezTo>
                    <a:pt x="47990" y="16263"/>
                    <a:pt x="45850" y="11318"/>
                    <a:pt x="42506" y="8244"/>
                  </a:cubicBezTo>
                  <a:cubicBezTo>
                    <a:pt x="47322" y="3700"/>
                    <a:pt x="52137" y="3032"/>
                    <a:pt x="54545" y="3032"/>
                  </a:cubicBezTo>
                  <a:cubicBezTo>
                    <a:pt x="54812" y="3032"/>
                    <a:pt x="55481" y="3032"/>
                    <a:pt x="55882" y="3165"/>
                  </a:cubicBezTo>
                  <a:cubicBezTo>
                    <a:pt x="54411" y="3700"/>
                    <a:pt x="53742" y="5170"/>
                    <a:pt x="53742" y="6774"/>
                  </a:cubicBezTo>
                  <a:cubicBezTo>
                    <a:pt x="53742" y="9046"/>
                    <a:pt x="55481" y="10650"/>
                    <a:pt x="57621" y="10650"/>
                  </a:cubicBezTo>
                  <a:cubicBezTo>
                    <a:pt x="58959" y="10650"/>
                    <a:pt x="61500" y="9714"/>
                    <a:pt x="61500" y="6640"/>
                  </a:cubicBezTo>
                  <a:cubicBezTo>
                    <a:pt x="61500" y="4368"/>
                    <a:pt x="59895" y="91"/>
                    <a:pt x="54678" y="91"/>
                  </a:cubicBezTo>
                  <a:cubicBezTo>
                    <a:pt x="52003" y="91"/>
                    <a:pt x="46118" y="893"/>
                    <a:pt x="40500" y="6373"/>
                  </a:cubicBezTo>
                  <a:cubicBezTo>
                    <a:pt x="34882" y="1962"/>
                    <a:pt x="29264" y="1561"/>
                    <a:pt x="26322" y="1561"/>
                  </a:cubicBezTo>
                  <a:cubicBezTo>
                    <a:pt x="13882" y="1561"/>
                    <a:pt x="4653" y="10783"/>
                    <a:pt x="4653" y="21075"/>
                  </a:cubicBezTo>
                  <a:cubicBezTo>
                    <a:pt x="4653" y="26955"/>
                    <a:pt x="7596" y="32034"/>
                    <a:pt x="10940" y="34841"/>
                  </a:cubicBezTo>
                  <a:cubicBezTo>
                    <a:pt x="9201" y="36845"/>
                    <a:pt x="6793" y="41256"/>
                    <a:pt x="6793" y="45934"/>
                  </a:cubicBezTo>
                  <a:cubicBezTo>
                    <a:pt x="6793" y="50077"/>
                    <a:pt x="8532" y="55156"/>
                    <a:pt x="12679" y="57829"/>
                  </a:cubicBezTo>
                  <a:cubicBezTo>
                    <a:pt x="4653" y="60101"/>
                    <a:pt x="373" y="65848"/>
                    <a:pt x="373" y="71194"/>
                  </a:cubicBezTo>
                  <a:cubicBezTo>
                    <a:pt x="373" y="80817"/>
                    <a:pt x="13615" y="88168"/>
                    <a:pt x="29933" y="88168"/>
                  </a:cubicBezTo>
                  <a:cubicBezTo>
                    <a:pt x="45717" y="88168"/>
                    <a:pt x="59627" y="81352"/>
                    <a:pt x="59627" y="70927"/>
                  </a:cubicBezTo>
                  <a:cubicBezTo>
                    <a:pt x="59627" y="66249"/>
                    <a:pt x="57755" y="59433"/>
                    <a:pt x="50933" y="55690"/>
                  </a:cubicBezTo>
                  <a:cubicBezTo>
                    <a:pt x="43844" y="51948"/>
                    <a:pt x="36086" y="51948"/>
                    <a:pt x="27927" y="51948"/>
                  </a:cubicBezTo>
                  <a:cubicBezTo>
                    <a:pt x="24583" y="51948"/>
                    <a:pt x="18831" y="51948"/>
                    <a:pt x="17895" y="51815"/>
                  </a:cubicBezTo>
                  <a:cubicBezTo>
                    <a:pt x="13615" y="51280"/>
                    <a:pt x="10806" y="47137"/>
                    <a:pt x="10806" y="42860"/>
                  </a:cubicBezTo>
                  <a:close/>
                  <a:moveTo>
                    <a:pt x="30067" y="85094"/>
                  </a:moveTo>
                  <a:cubicBezTo>
                    <a:pt x="16557" y="85094"/>
                    <a:pt x="7328" y="78278"/>
                    <a:pt x="7328" y="71194"/>
                  </a:cubicBezTo>
                  <a:cubicBezTo>
                    <a:pt x="7328" y="65046"/>
                    <a:pt x="12411" y="60101"/>
                    <a:pt x="18296" y="59700"/>
                  </a:cubicBezTo>
                  <a:lnTo>
                    <a:pt x="26188" y="59700"/>
                  </a:lnTo>
                  <a:cubicBezTo>
                    <a:pt x="37691" y="59700"/>
                    <a:pt x="52672" y="59700"/>
                    <a:pt x="52672" y="71194"/>
                  </a:cubicBezTo>
                  <a:cubicBezTo>
                    <a:pt x="52672" y="78411"/>
                    <a:pt x="43175" y="85094"/>
                    <a:pt x="30067" y="85094"/>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39" name="Freeform: Shape 938">
              <a:extLst>
                <a:ext uri="{FF2B5EF4-FFF2-40B4-BE49-F238E27FC236}">
                  <a16:creationId xmlns:a16="http://schemas.microsoft.com/office/drawing/2014/main" id="{E66045F8-C801-6C09-26ED-0E3F223E876C}"/>
                </a:ext>
              </a:extLst>
            </p:cNvPr>
            <p:cNvSpPr/>
            <p:nvPr>
              <p:custDataLst>
                <p:tags r:id="rId206"/>
              </p:custDataLst>
            </p:nvPr>
          </p:nvSpPr>
          <p:spPr>
            <a:xfrm>
              <a:off x="12125261" y="4059444"/>
              <a:ext cx="65942" cy="85002"/>
            </a:xfrm>
            <a:custGeom>
              <a:avLst/>
              <a:gdLst>
                <a:gd name="connsiteX0" fmla="*/ 19639 w 65942"/>
                <a:gd name="connsiteY0" fmla="*/ 8912 h 85002"/>
                <a:gd name="connsiteX1" fmla="*/ 19639 w 65942"/>
                <a:gd name="connsiteY1" fmla="*/ 91 h 85002"/>
                <a:gd name="connsiteX2" fmla="*/ 378 w 65942"/>
                <a:gd name="connsiteY2" fmla="*/ 1561 h 85002"/>
                <a:gd name="connsiteX3" fmla="*/ 378 w 65942"/>
                <a:gd name="connsiteY3" fmla="*/ 5705 h 85002"/>
                <a:gd name="connsiteX4" fmla="*/ 10811 w 65942"/>
                <a:gd name="connsiteY4" fmla="*/ 12387 h 85002"/>
                <a:gd name="connsiteX5" fmla="*/ 10811 w 65942"/>
                <a:gd name="connsiteY5" fmla="*/ 74936 h 85002"/>
                <a:gd name="connsiteX6" fmla="*/ 378 w 65942"/>
                <a:gd name="connsiteY6" fmla="*/ 80951 h 85002"/>
                <a:gd name="connsiteX7" fmla="*/ 378 w 65942"/>
                <a:gd name="connsiteY7" fmla="*/ 85094 h 85002"/>
                <a:gd name="connsiteX8" fmla="*/ 15359 w 65942"/>
                <a:gd name="connsiteY8" fmla="*/ 84693 h 85002"/>
                <a:gd name="connsiteX9" fmla="*/ 30473 w 65942"/>
                <a:gd name="connsiteY9" fmla="*/ 85094 h 85002"/>
                <a:gd name="connsiteX10" fmla="*/ 30473 w 65942"/>
                <a:gd name="connsiteY10" fmla="*/ 80951 h 85002"/>
                <a:gd name="connsiteX11" fmla="*/ 20040 w 65942"/>
                <a:gd name="connsiteY11" fmla="*/ 74936 h 85002"/>
                <a:gd name="connsiteX12" fmla="*/ 20040 w 65942"/>
                <a:gd name="connsiteY12" fmla="*/ 52483 h 85002"/>
                <a:gd name="connsiteX13" fmla="*/ 20040 w 65942"/>
                <a:gd name="connsiteY13" fmla="*/ 51280 h 85002"/>
                <a:gd name="connsiteX14" fmla="*/ 36492 w 65942"/>
                <a:gd name="connsiteY14" fmla="*/ 60636 h 85002"/>
                <a:gd name="connsiteX15" fmla="*/ 66320 w 65942"/>
                <a:gd name="connsiteY15" fmla="*/ 30297 h 85002"/>
                <a:gd name="connsiteX16" fmla="*/ 38365 w 65942"/>
                <a:gd name="connsiteY16" fmla="*/ 91 h 85002"/>
                <a:gd name="connsiteX17" fmla="*/ 19639 w 65942"/>
                <a:gd name="connsiteY17" fmla="*/ 8912 h 85002"/>
                <a:gd name="connsiteX18" fmla="*/ 20040 w 65942"/>
                <a:gd name="connsiteY18" fmla="*/ 43929 h 85002"/>
                <a:gd name="connsiteX19" fmla="*/ 20040 w 65942"/>
                <a:gd name="connsiteY19" fmla="*/ 14125 h 85002"/>
                <a:gd name="connsiteX20" fmla="*/ 37295 w 65942"/>
                <a:gd name="connsiteY20" fmla="*/ 3432 h 85002"/>
                <a:gd name="connsiteX21" fmla="*/ 55218 w 65942"/>
                <a:gd name="connsiteY21" fmla="*/ 30297 h 85002"/>
                <a:gd name="connsiteX22" fmla="*/ 35957 w 65942"/>
                <a:gd name="connsiteY22" fmla="*/ 57695 h 85002"/>
                <a:gd name="connsiteX23" fmla="*/ 21913 w 65942"/>
                <a:gd name="connsiteY23" fmla="*/ 49542 h 85002"/>
                <a:gd name="connsiteX24" fmla="*/ 20040 w 65942"/>
                <a:gd name="connsiteY24" fmla="*/ 43929 h 8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942" h="85002">
                  <a:moveTo>
                    <a:pt x="19639" y="8912"/>
                  </a:moveTo>
                  <a:lnTo>
                    <a:pt x="19639" y="91"/>
                  </a:lnTo>
                  <a:lnTo>
                    <a:pt x="378" y="1561"/>
                  </a:lnTo>
                  <a:lnTo>
                    <a:pt x="378" y="5705"/>
                  </a:lnTo>
                  <a:cubicBezTo>
                    <a:pt x="9875" y="5705"/>
                    <a:pt x="10811" y="6506"/>
                    <a:pt x="10811" y="12387"/>
                  </a:cubicBezTo>
                  <a:lnTo>
                    <a:pt x="10811" y="74936"/>
                  </a:lnTo>
                  <a:cubicBezTo>
                    <a:pt x="10811" y="80951"/>
                    <a:pt x="9340" y="80951"/>
                    <a:pt x="378" y="80951"/>
                  </a:cubicBezTo>
                  <a:lnTo>
                    <a:pt x="378" y="85094"/>
                  </a:lnTo>
                  <a:cubicBezTo>
                    <a:pt x="4926" y="84960"/>
                    <a:pt x="11881" y="84693"/>
                    <a:pt x="15359" y="84693"/>
                  </a:cubicBezTo>
                  <a:cubicBezTo>
                    <a:pt x="18970" y="84693"/>
                    <a:pt x="25792" y="84960"/>
                    <a:pt x="30473" y="85094"/>
                  </a:cubicBezTo>
                  <a:lnTo>
                    <a:pt x="30473" y="80951"/>
                  </a:lnTo>
                  <a:cubicBezTo>
                    <a:pt x="21511" y="80951"/>
                    <a:pt x="20040" y="80951"/>
                    <a:pt x="20040" y="74936"/>
                  </a:cubicBezTo>
                  <a:lnTo>
                    <a:pt x="20040" y="52483"/>
                  </a:lnTo>
                  <a:lnTo>
                    <a:pt x="20040" y="51280"/>
                  </a:lnTo>
                  <a:cubicBezTo>
                    <a:pt x="20709" y="53418"/>
                    <a:pt x="26327" y="60636"/>
                    <a:pt x="36492" y="60636"/>
                  </a:cubicBezTo>
                  <a:cubicBezTo>
                    <a:pt x="52409" y="60636"/>
                    <a:pt x="66320" y="47538"/>
                    <a:pt x="66320" y="30297"/>
                  </a:cubicBezTo>
                  <a:cubicBezTo>
                    <a:pt x="66320" y="13323"/>
                    <a:pt x="53346" y="91"/>
                    <a:pt x="38365" y="91"/>
                  </a:cubicBezTo>
                  <a:cubicBezTo>
                    <a:pt x="27932" y="91"/>
                    <a:pt x="22314" y="5972"/>
                    <a:pt x="19639" y="8912"/>
                  </a:cubicBezTo>
                  <a:close/>
                  <a:moveTo>
                    <a:pt x="20040" y="43929"/>
                  </a:moveTo>
                  <a:lnTo>
                    <a:pt x="20040" y="14125"/>
                  </a:lnTo>
                  <a:cubicBezTo>
                    <a:pt x="23919" y="7308"/>
                    <a:pt x="30473" y="3432"/>
                    <a:pt x="37295" y="3432"/>
                  </a:cubicBezTo>
                  <a:cubicBezTo>
                    <a:pt x="47059" y="3432"/>
                    <a:pt x="55218" y="15194"/>
                    <a:pt x="55218" y="30297"/>
                  </a:cubicBezTo>
                  <a:cubicBezTo>
                    <a:pt x="55218" y="46468"/>
                    <a:pt x="45855" y="57695"/>
                    <a:pt x="35957" y="57695"/>
                  </a:cubicBezTo>
                  <a:cubicBezTo>
                    <a:pt x="30607" y="57695"/>
                    <a:pt x="25524" y="55022"/>
                    <a:pt x="21913" y="49542"/>
                  </a:cubicBezTo>
                  <a:cubicBezTo>
                    <a:pt x="20040" y="46736"/>
                    <a:pt x="20040" y="46602"/>
                    <a:pt x="20040" y="43929"/>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40" name="Freeform: Shape 939">
              <a:extLst>
                <a:ext uri="{FF2B5EF4-FFF2-40B4-BE49-F238E27FC236}">
                  <a16:creationId xmlns:a16="http://schemas.microsoft.com/office/drawing/2014/main" id="{4EA606D2-B123-ACDF-150C-D1584EB6A6E7}"/>
                </a:ext>
              </a:extLst>
            </p:cNvPr>
            <p:cNvSpPr/>
            <p:nvPr>
              <p:custDataLst>
                <p:tags r:id="rId207"/>
              </p:custDataLst>
            </p:nvPr>
          </p:nvSpPr>
          <p:spPr>
            <a:xfrm>
              <a:off x="12201443" y="4058642"/>
              <a:ext cx="60324" cy="61346"/>
            </a:xfrm>
            <a:custGeom>
              <a:avLst/>
              <a:gdLst>
                <a:gd name="connsiteX0" fmla="*/ 39307 w 60324"/>
                <a:gd name="connsiteY0" fmla="*/ 49810 h 61346"/>
                <a:gd name="connsiteX1" fmla="*/ 49740 w 60324"/>
                <a:gd name="connsiteY1" fmla="*/ 60769 h 61346"/>
                <a:gd name="connsiteX2" fmla="*/ 60708 w 60324"/>
                <a:gd name="connsiteY2" fmla="*/ 48072 h 61346"/>
                <a:gd name="connsiteX3" fmla="*/ 60708 w 60324"/>
                <a:gd name="connsiteY3" fmla="*/ 40588 h 61346"/>
                <a:gd name="connsiteX4" fmla="*/ 57364 w 60324"/>
                <a:gd name="connsiteY4" fmla="*/ 40588 h 61346"/>
                <a:gd name="connsiteX5" fmla="*/ 57364 w 60324"/>
                <a:gd name="connsiteY5" fmla="*/ 48072 h 61346"/>
                <a:gd name="connsiteX6" fmla="*/ 52549 w 60324"/>
                <a:gd name="connsiteY6" fmla="*/ 56626 h 61346"/>
                <a:gd name="connsiteX7" fmla="*/ 47600 w 60324"/>
                <a:gd name="connsiteY7" fmla="*/ 49943 h 61346"/>
                <a:gd name="connsiteX8" fmla="*/ 47600 w 60324"/>
                <a:gd name="connsiteY8" fmla="*/ 23213 h 61346"/>
                <a:gd name="connsiteX9" fmla="*/ 42784 w 60324"/>
                <a:gd name="connsiteY9" fmla="*/ 7442 h 61346"/>
                <a:gd name="connsiteX10" fmla="*/ 24460 w 60324"/>
                <a:gd name="connsiteY10" fmla="*/ 91 h 61346"/>
                <a:gd name="connsiteX11" fmla="*/ 4262 w 60324"/>
                <a:gd name="connsiteY11" fmla="*/ 15194 h 61346"/>
                <a:gd name="connsiteX12" fmla="*/ 10415 w 60324"/>
                <a:gd name="connsiteY12" fmla="*/ 21476 h 61346"/>
                <a:gd name="connsiteX13" fmla="*/ 16568 w 60324"/>
                <a:gd name="connsiteY13" fmla="*/ 15328 h 61346"/>
                <a:gd name="connsiteX14" fmla="*/ 9746 w 60324"/>
                <a:gd name="connsiteY14" fmla="*/ 9180 h 61346"/>
                <a:gd name="connsiteX15" fmla="*/ 24192 w 60324"/>
                <a:gd name="connsiteY15" fmla="*/ 3032 h 61346"/>
                <a:gd name="connsiteX16" fmla="*/ 38370 w 60324"/>
                <a:gd name="connsiteY16" fmla="*/ 20139 h 61346"/>
                <a:gd name="connsiteX17" fmla="*/ 38370 w 60324"/>
                <a:gd name="connsiteY17" fmla="*/ 25084 h 61346"/>
                <a:gd name="connsiteX18" fmla="*/ 13759 w 60324"/>
                <a:gd name="connsiteY18" fmla="*/ 29896 h 61346"/>
                <a:gd name="connsiteX19" fmla="*/ 383 w 60324"/>
                <a:gd name="connsiteY19" fmla="*/ 47270 h 61346"/>
                <a:gd name="connsiteX20" fmla="*/ 21785 w 60324"/>
                <a:gd name="connsiteY20" fmla="*/ 61437 h 61346"/>
                <a:gd name="connsiteX21" fmla="*/ 39307 w 60324"/>
                <a:gd name="connsiteY21" fmla="*/ 49810 h 61346"/>
                <a:gd name="connsiteX22" fmla="*/ 38370 w 60324"/>
                <a:gd name="connsiteY22" fmla="*/ 27891 h 61346"/>
                <a:gd name="connsiteX23" fmla="*/ 38370 w 60324"/>
                <a:gd name="connsiteY23" fmla="*/ 41256 h 61346"/>
                <a:gd name="connsiteX24" fmla="*/ 22721 w 60324"/>
                <a:gd name="connsiteY24" fmla="*/ 58497 h 61346"/>
                <a:gd name="connsiteX25" fmla="*/ 10683 w 60324"/>
                <a:gd name="connsiteY25" fmla="*/ 47137 h 61346"/>
                <a:gd name="connsiteX26" fmla="*/ 38370 w 60324"/>
                <a:gd name="connsiteY26" fmla="*/ 27891 h 6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24" h="61346">
                  <a:moveTo>
                    <a:pt x="39307" y="49810"/>
                  </a:moveTo>
                  <a:cubicBezTo>
                    <a:pt x="39842" y="55156"/>
                    <a:pt x="43453" y="60769"/>
                    <a:pt x="49740" y="60769"/>
                  </a:cubicBezTo>
                  <a:cubicBezTo>
                    <a:pt x="52549" y="60769"/>
                    <a:pt x="60708" y="58898"/>
                    <a:pt x="60708" y="48072"/>
                  </a:cubicBezTo>
                  <a:lnTo>
                    <a:pt x="60708" y="40588"/>
                  </a:lnTo>
                  <a:lnTo>
                    <a:pt x="57364" y="40588"/>
                  </a:lnTo>
                  <a:lnTo>
                    <a:pt x="57364" y="48072"/>
                  </a:lnTo>
                  <a:cubicBezTo>
                    <a:pt x="57364" y="55824"/>
                    <a:pt x="54020" y="56626"/>
                    <a:pt x="52549" y="56626"/>
                  </a:cubicBezTo>
                  <a:cubicBezTo>
                    <a:pt x="48135" y="56626"/>
                    <a:pt x="47600" y="50612"/>
                    <a:pt x="47600" y="49943"/>
                  </a:cubicBezTo>
                  <a:lnTo>
                    <a:pt x="47600" y="23213"/>
                  </a:lnTo>
                  <a:cubicBezTo>
                    <a:pt x="47600" y="17600"/>
                    <a:pt x="47600" y="12387"/>
                    <a:pt x="42784" y="7442"/>
                  </a:cubicBezTo>
                  <a:cubicBezTo>
                    <a:pt x="37568" y="2230"/>
                    <a:pt x="30880" y="91"/>
                    <a:pt x="24460" y="91"/>
                  </a:cubicBezTo>
                  <a:cubicBezTo>
                    <a:pt x="13492" y="91"/>
                    <a:pt x="4262" y="6373"/>
                    <a:pt x="4262" y="15194"/>
                  </a:cubicBezTo>
                  <a:cubicBezTo>
                    <a:pt x="4262" y="19203"/>
                    <a:pt x="6937" y="21476"/>
                    <a:pt x="10415" y="21476"/>
                  </a:cubicBezTo>
                  <a:cubicBezTo>
                    <a:pt x="14160" y="21476"/>
                    <a:pt x="16568" y="18802"/>
                    <a:pt x="16568" y="15328"/>
                  </a:cubicBezTo>
                  <a:cubicBezTo>
                    <a:pt x="16568" y="13724"/>
                    <a:pt x="15899" y="9313"/>
                    <a:pt x="9746" y="9180"/>
                  </a:cubicBezTo>
                  <a:cubicBezTo>
                    <a:pt x="13358" y="4502"/>
                    <a:pt x="19912" y="3032"/>
                    <a:pt x="24192" y="3032"/>
                  </a:cubicBezTo>
                  <a:cubicBezTo>
                    <a:pt x="30746" y="3032"/>
                    <a:pt x="38370" y="8244"/>
                    <a:pt x="38370" y="20139"/>
                  </a:cubicBezTo>
                  <a:lnTo>
                    <a:pt x="38370" y="25084"/>
                  </a:lnTo>
                  <a:cubicBezTo>
                    <a:pt x="31549" y="25485"/>
                    <a:pt x="22186" y="25886"/>
                    <a:pt x="13759" y="29896"/>
                  </a:cubicBezTo>
                  <a:cubicBezTo>
                    <a:pt x="3727" y="34440"/>
                    <a:pt x="383" y="41390"/>
                    <a:pt x="383" y="47270"/>
                  </a:cubicBezTo>
                  <a:cubicBezTo>
                    <a:pt x="383" y="58096"/>
                    <a:pt x="13358" y="61437"/>
                    <a:pt x="21785" y="61437"/>
                  </a:cubicBezTo>
                  <a:cubicBezTo>
                    <a:pt x="30613" y="61437"/>
                    <a:pt x="36765" y="56091"/>
                    <a:pt x="39307" y="49810"/>
                  </a:cubicBezTo>
                  <a:close/>
                  <a:moveTo>
                    <a:pt x="38370" y="27891"/>
                  </a:moveTo>
                  <a:lnTo>
                    <a:pt x="38370" y="41256"/>
                  </a:lnTo>
                  <a:cubicBezTo>
                    <a:pt x="38370" y="53953"/>
                    <a:pt x="28740" y="58497"/>
                    <a:pt x="22721" y="58497"/>
                  </a:cubicBezTo>
                  <a:cubicBezTo>
                    <a:pt x="16167" y="58497"/>
                    <a:pt x="10683" y="53819"/>
                    <a:pt x="10683" y="47137"/>
                  </a:cubicBezTo>
                  <a:cubicBezTo>
                    <a:pt x="10683" y="39786"/>
                    <a:pt x="16300" y="28693"/>
                    <a:pt x="38370" y="27891"/>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sp>
          <p:nvSpPr>
            <p:cNvPr id="941" name="Freeform: Shape 940">
              <a:extLst>
                <a:ext uri="{FF2B5EF4-FFF2-40B4-BE49-F238E27FC236}">
                  <a16:creationId xmlns:a16="http://schemas.microsoft.com/office/drawing/2014/main" id="{EB9217CE-183C-4538-51AD-2834CF2521C5}"/>
                </a:ext>
              </a:extLst>
            </p:cNvPr>
            <p:cNvSpPr/>
            <p:nvPr>
              <p:custDataLst>
                <p:tags r:id="rId208"/>
              </p:custDataLst>
            </p:nvPr>
          </p:nvSpPr>
          <p:spPr>
            <a:xfrm>
              <a:off x="12270328" y="4018279"/>
              <a:ext cx="31031" cy="133652"/>
            </a:xfrm>
            <a:custGeom>
              <a:avLst/>
              <a:gdLst>
                <a:gd name="connsiteX0" fmla="*/ 31420 w 31031"/>
                <a:gd name="connsiteY0" fmla="*/ 66917 h 133652"/>
                <a:gd name="connsiteX1" fmla="*/ 22592 w 31031"/>
                <a:gd name="connsiteY1" fmla="*/ 25218 h 133652"/>
                <a:gd name="connsiteX2" fmla="*/ 1726 w 31031"/>
                <a:gd name="connsiteY2" fmla="*/ 91 h 133652"/>
                <a:gd name="connsiteX3" fmla="*/ 388 w 31031"/>
                <a:gd name="connsiteY3" fmla="*/ 1428 h 133652"/>
                <a:gd name="connsiteX4" fmla="*/ 2930 w 31031"/>
                <a:gd name="connsiteY4" fmla="*/ 4502 h 133652"/>
                <a:gd name="connsiteX5" fmla="*/ 23662 w 31031"/>
                <a:gd name="connsiteY5" fmla="*/ 66917 h 133652"/>
                <a:gd name="connsiteX6" fmla="*/ 2127 w 31031"/>
                <a:gd name="connsiteY6" fmla="*/ 130135 h 133652"/>
                <a:gd name="connsiteX7" fmla="*/ 388 w 31031"/>
                <a:gd name="connsiteY7" fmla="*/ 132407 h 133652"/>
                <a:gd name="connsiteX8" fmla="*/ 1726 w 31031"/>
                <a:gd name="connsiteY8" fmla="*/ 133743 h 133652"/>
                <a:gd name="connsiteX9" fmla="*/ 22993 w 31031"/>
                <a:gd name="connsiteY9" fmla="*/ 107681 h 133652"/>
                <a:gd name="connsiteX10" fmla="*/ 31420 w 31031"/>
                <a:gd name="connsiteY10" fmla="*/ 66917 h 13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31" h="133652">
                  <a:moveTo>
                    <a:pt x="31420" y="66917"/>
                  </a:moveTo>
                  <a:cubicBezTo>
                    <a:pt x="31420" y="56492"/>
                    <a:pt x="29949" y="40320"/>
                    <a:pt x="22592" y="25218"/>
                  </a:cubicBezTo>
                  <a:cubicBezTo>
                    <a:pt x="14567" y="8779"/>
                    <a:pt x="3064" y="91"/>
                    <a:pt x="1726" y="91"/>
                  </a:cubicBezTo>
                  <a:cubicBezTo>
                    <a:pt x="923" y="91"/>
                    <a:pt x="388" y="626"/>
                    <a:pt x="388" y="1428"/>
                  </a:cubicBezTo>
                  <a:cubicBezTo>
                    <a:pt x="388" y="1829"/>
                    <a:pt x="388" y="2096"/>
                    <a:pt x="2930" y="4502"/>
                  </a:cubicBezTo>
                  <a:cubicBezTo>
                    <a:pt x="16038" y="17733"/>
                    <a:pt x="23662" y="38984"/>
                    <a:pt x="23662" y="66917"/>
                  </a:cubicBezTo>
                  <a:cubicBezTo>
                    <a:pt x="23662" y="89772"/>
                    <a:pt x="18713" y="113295"/>
                    <a:pt x="2127" y="130135"/>
                  </a:cubicBezTo>
                  <a:cubicBezTo>
                    <a:pt x="388" y="131739"/>
                    <a:pt x="388" y="132006"/>
                    <a:pt x="388" y="132407"/>
                  </a:cubicBezTo>
                  <a:cubicBezTo>
                    <a:pt x="388" y="133209"/>
                    <a:pt x="923" y="133743"/>
                    <a:pt x="1726" y="133743"/>
                  </a:cubicBezTo>
                  <a:cubicBezTo>
                    <a:pt x="3064" y="133743"/>
                    <a:pt x="15102" y="124655"/>
                    <a:pt x="22993" y="107681"/>
                  </a:cubicBezTo>
                  <a:cubicBezTo>
                    <a:pt x="29815" y="92979"/>
                    <a:pt x="31420" y="78144"/>
                    <a:pt x="31420" y="66917"/>
                  </a:cubicBezTo>
                  <a:close/>
                </a:path>
              </a:pathLst>
            </a:custGeom>
            <a:solidFill>
              <a:srgbClr val="000000"/>
            </a:solidFill>
            <a:ln w="2849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highlight>
                  <a:srgbClr val="FFC000"/>
                </a:highlight>
              </a:endParaRPr>
            </a:p>
          </p:txBody>
        </p:sp>
      </p:grpSp>
      <p:sp>
        <p:nvSpPr>
          <p:cNvPr id="1109" name="TextBox 1108">
            <a:extLst>
              <a:ext uri="{FF2B5EF4-FFF2-40B4-BE49-F238E27FC236}">
                <a16:creationId xmlns:a16="http://schemas.microsoft.com/office/drawing/2014/main" id="{840CE3BA-B902-5F2A-2C72-94726FB12191}"/>
              </a:ext>
            </a:extLst>
          </p:cNvPr>
          <p:cNvSpPr txBox="1"/>
          <p:nvPr/>
        </p:nvSpPr>
        <p:spPr>
          <a:xfrm>
            <a:off x="6266512" y="3633724"/>
            <a:ext cx="4816174" cy="76944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mj-lt"/>
                <a:ea typeface="+mn-ea"/>
                <a:cs typeface="+mn-cs"/>
              </a:rPr>
              <a:t>To aid interpretation, the exponentiated coefficients (odds ratios) should be computed </a:t>
            </a:r>
            <a:r>
              <a:rPr kumimoji="0" lang="en-US" sz="1100" b="0" i="0" u="none" strike="noStrike" kern="1200" cap="none" spc="0" normalizeH="0" baseline="0" noProof="0">
                <a:ln>
                  <a:noFill/>
                </a:ln>
                <a:solidFill>
                  <a:prstClr val="black"/>
                </a:solidFill>
                <a:effectLst/>
                <a:uLnTx/>
                <a:uFillTx/>
                <a:latin typeface="+mj-lt"/>
                <a:ea typeface="+mn-ea"/>
                <a:cs typeface="+mn-cs"/>
              </a:rPr>
              <a:t>.These measure the multiplicative change in the cumulative odds of reporting a higher intention to apply, associated with a one‑unit increase in each predictor.</a:t>
            </a:r>
            <a:endParaRPr kumimoji="0" lang="en-GB" sz="1100" b="0" i="0" u="none" strike="noStrike" kern="1200" cap="none" spc="0" normalizeH="0" baseline="0" noProof="0">
              <a:ln>
                <a:noFill/>
              </a:ln>
              <a:solidFill>
                <a:prstClr val="black"/>
              </a:solidFill>
              <a:effectLst/>
              <a:uLnTx/>
              <a:uFillTx/>
              <a:latin typeface="+mj-lt"/>
              <a:ea typeface="+mn-ea"/>
              <a:cs typeface="+mn-cs"/>
            </a:endParaRPr>
          </a:p>
        </p:txBody>
      </p:sp>
      <p:grpSp>
        <p:nvGrpSpPr>
          <p:cNvPr id="2139" name="Group 2138" descr="\documentclass{article}&#10;\usepackage{amsmath}&#10;\pagestyle{empty}&#10;\begin{document}&#10;&#10;&#10;\[&#10; =\frac{P(Y_n \le j)}{P(Y_n &gt; j)}  = e^{ (\mu_j -\boldsymbol{\beta}^\top \mathbf{x})}&#10;\]&#10;&#10;\end{document}" title="IguanaTex Shape Display">
            <a:extLst>
              <a:ext uri="{FF2B5EF4-FFF2-40B4-BE49-F238E27FC236}">
                <a16:creationId xmlns:a16="http://schemas.microsoft.com/office/drawing/2014/main" id="{D0118FCD-34CA-9BC1-18E6-62C8A47C1006}"/>
              </a:ext>
            </a:extLst>
          </p:cNvPr>
          <p:cNvGrpSpPr>
            <a:grpSpLocks noChangeAspect="1"/>
          </p:cNvGrpSpPr>
          <p:nvPr>
            <p:custDataLst>
              <p:tags r:id="rId5"/>
            </p:custDataLst>
          </p:nvPr>
        </p:nvGrpSpPr>
        <p:grpSpPr>
          <a:xfrm>
            <a:off x="8583184" y="4474026"/>
            <a:ext cx="1592884" cy="328051"/>
            <a:chOff x="12118418" y="5141427"/>
            <a:chExt cx="2010672" cy="414094"/>
          </a:xfrm>
        </p:grpSpPr>
        <p:sp>
          <p:nvSpPr>
            <p:cNvPr id="2140" name="Freeform: Shape 2139">
              <a:extLst>
                <a:ext uri="{FF2B5EF4-FFF2-40B4-BE49-F238E27FC236}">
                  <a16:creationId xmlns:a16="http://schemas.microsoft.com/office/drawing/2014/main" id="{222219CC-FA7F-F0DB-3269-873293AD5902}"/>
                </a:ext>
              </a:extLst>
            </p:cNvPr>
            <p:cNvSpPr/>
            <p:nvPr>
              <p:custDataLst>
                <p:tags r:id="rId119"/>
              </p:custDataLst>
            </p:nvPr>
          </p:nvSpPr>
          <p:spPr>
            <a:xfrm>
              <a:off x="12118418" y="5327139"/>
              <a:ext cx="119790" cy="41015"/>
            </a:xfrm>
            <a:custGeom>
              <a:avLst/>
              <a:gdLst>
                <a:gd name="connsiteX0" fmla="*/ 113843 w 119790"/>
                <a:gd name="connsiteY0" fmla="*/ 7089 h 41015"/>
                <a:gd name="connsiteX1" fmla="*/ 119967 w 119790"/>
                <a:gd name="connsiteY1" fmla="*/ 3584 h 41015"/>
                <a:gd name="connsiteX2" fmla="*/ 114023 w 119790"/>
                <a:gd name="connsiteY2" fmla="*/ 78 h 41015"/>
                <a:gd name="connsiteX3" fmla="*/ 6122 w 119790"/>
                <a:gd name="connsiteY3" fmla="*/ 78 h 41015"/>
                <a:gd name="connsiteX4" fmla="*/ 177 w 119790"/>
                <a:gd name="connsiteY4" fmla="*/ 3584 h 41015"/>
                <a:gd name="connsiteX5" fmla="*/ 6302 w 119790"/>
                <a:gd name="connsiteY5" fmla="*/ 7089 h 41015"/>
                <a:gd name="connsiteX6" fmla="*/ 113843 w 119790"/>
                <a:gd name="connsiteY6" fmla="*/ 7089 h 41015"/>
                <a:gd name="connsiteX7" fmla="*/ 114023 w 119790"/>
                <a:gd name="connsiteY7" fmla="*/ 41094 h 41015"/>
                <a:gd name="connsiteX8" fmla="*/ 119967 w 119790"/>
                <a:gd name="connsiteY8" fmla="*/ 37588 h 41015"/>
                <a:gd name="connsiteX9" fmla="*/ 113843 w 119790"/>
                <a:gd name="connsiteY9" fmla="*/ 34083 h 41015"/>
                <a:gd name="connsiteX10" fmla="*/ 6302 w 119790"/>
                <a:gd name="connsiteY10" fmla="*/ 34083 h 41015"/>
                <a:gd name="connsiteX11" fmla="*/ 177 w 119790"/>
                <a:gd name="connsiteY11" fmla="*/ 37588 h 41015"/>
                <a:gd name="connsiteX12" fmla="*/ 6122 w 119790"/>
                <a:gd name="connsiteY12" fmla="*/ 41094 h 41015"/>
                <a:gd name="connsiteX13" fmla="*/ 11402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843" y="7089"/>
                  </a:moveTo>
                  <a:cubicBezTo>
                    <a:pt x="116545" y="7089"/>
                    <a:pt x="119967" y="7089"/>
                    <a:pt x="119967" y="3584"/>
                  </a:cubicBezTo>
                  <a:cubicBezTo>
                    <a:pt x="119967" y="78"/>
                    <a:pt x="116545" y="78"/>
                    <a:pt x="114023" y="78"/>
                  </a:cubicBezTo>
                  <a:lnTo>
                    <a:pt x="6122" y="78"/>
                  </a:lnTo>
                  <a:cubicBezTo>
                    <a:pt x="3600" y="78"/>
                    <a:pt x="177" y="78"/>
                    <a:pt x="177" y="3584"/>
                  </a:cubicBezTo>
                  <a:cubicBezTo>
                    <a:pt x="177" y="7089"/>
                    <a:pt x="3600" y="7089"/>
                    <a:pt x="6302" y="7089"/>
                  </a:cubicBezTo>
                  <a:lnTo>
                    <a:pt x="113843" y="7089"/>
                  </a:lnTo>
                  <a:close/>
                  <a:moveTo>
                    <a:pt x="114023" y="41094"/>
                  </a:moveTo>
                  <a:cubicBezTo>
                    <a:pt x="116545" y="41094"/>
                    <a:pt x="119967" y="41094"/>
                    <a:pt x="119967" y="37588"/>
                  </a:cubicBezTo>
                  <a:cubicBezTo>
                    <a:pt x="119967" y="34083"/>
                    <a:pt x="116545" y="34083"/>
                    <a:pt x="113843" y="34083"/>
                  </a:cubicBezTo>
                  <a:lnTo>
                    <a:pt x="6302" y="34083"/>
                  </a:lnTo>
                  <a:cubicBezTo>
                    <a:pt x="3600" y="34083"/>
                    <a:pt x="177" y="34083"/>
                    <a:pt x="177" y="37588"/>
                  </a:cubicBezTo>
                  <a:cubicBezTo>
                    <a:pt x="177" y="41094"/>
                    <a:pt x="3600" y="41094"/>
                    <a:pt x="6122" y="41094"/>
                  </a:cubicBezTo>
                  <a:lnTo>
                    <a:pt x="11402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1" name="Freeform: Shape 2140">
              <a:extLst>
                <a:ext uri="{FF2B5EF4-FFF2-40B4-BE49-F238E27FC236}">
                  <a16:creationId xmlns:a16="http://schemas.microsoft.com/office/drawing/2014/main" id="{EBA5DC37-A4A6-894E-423E-6C483115CBF6}"/>
                </a:ext>
              </a:extLst>
            </p:cNvPr>
            <p:cNvSpPr/>
            <p:nvPr>
              <p:custDataLst>
                <p:tags r:id="rId120"/>
              </p:custDataLst>
            </p:nvPr>
          </p:nvSpPr>
          <p:spPr>
            <a:xfrm>
              <a:off x="12327294" y="5153171"/>
              <a:ext cx="128616" cy="119717"/>
            </a:xfrm>
            <a:custGeom>
              <a:avLst/>
              <a:gdLst>
                <a:gd name="connsiteX0" fmla="*/ 47564 w 128616"/>
                <a:gd name="connsiteY0" fmla="*/ 64400 h 119717"/>
                <a:gd name="connsiteX1" fmla="*/ 78187 w 128616"/>
                <a:gd name="connsiteY1" fmla="*/ 64400 h 119717"/>
                <a:gd name="connsiteX2" fmla="*/ 128805 w 128616"/>
                <a:gd name="connsiteY2" fmla="*/ 26539 h 119717"/>
                <a:gd name="connsiteX3" fmla="*/ 93319 w 128616"/>
                <a:gd name="connsiteY3" fmla="*/ 71 h 119717"/>
                <a:gd name="connsiteX4" fmla="*/ 34955 w 128616"/>
                <a:gd name="connsiteY4" fmla="*/ 71 h 119717"/>
                <a:gd name="connsiteX5" fmla="*/ 29551 w 128616"/>
                <a:gd name="connsiteY5" fmla="*/ 3402 h 119717"/>
                <a:gd name="connsiteX6" fmla="*/ 34775 w 128616"/>
                <a:gd name="connsiteY6" fmla="*/ 5505 h 119717"/>
                <a:gd name="connsiteX7" fmla="*/ 42521 w 128616"/>
                <a:gd name="connsiteY7" fmla="*/ 5856 h 119717"/>
                <a:gd name="connsiteX8" fmla="*/ 46484 w 128616"/>
                <a:gd name="connsiteY8" fmla="*/ 8660 h 119717"/>
                <a:gd name="connsiteX9" fmla="*/ 45763 w 128616"/>
                <a:gd name="connsiteY9" fmla="*/ 11990 h 119717"/>
                <a:gd name="connsiteX10" fmla="*/ 21625 w 128616"/>
                <a:gd name="connsiteY10" fmla="*/ 106117 h 119717"/>
                <a:gd name="connsiteX11" fmla="*/ 5233 w 128616"/>
                <a:gd name="connsiteY11" fmla="*/ 114355 h 119717"/>
                <a:gd name="connsiteX12" fmla="*/ 189 w 128616"/>
                <a:gd name="connsiteY12" fmla="*/ 117685 h 119717"/>
                <a:gd name="connsiteX13" fmla="*/ 2891 w 128616"/>
                <a:gd name="connsiteY13" fmla="*/ 119788 h 119717"/>
                <a:gd name="connsiteX14" fmla="*/ 25768 w 128616"/>
                <a:gd name="connsiteY14" fmla="*/ 119263 h 119717"/>
                <a:gd name="connsiteX15" fmla="*/ 37297 w 128616"/>
                <a:gd name="connsiteY15" fmla="*/ 119438 h 119717"/>
                <a:gd name="connsiteX16" fmla="*/ 49005 w 128616"/>
                <a:gd name="connsiteY16" fmla="*/ 119788 h 119717"/>
                <a:gd name="connsiteX17" fmla="*/ 52608 w 128616"/>
                <a:gd name="connsiteY17" fmla="*/ 116283 h 119717"/>
                <a:gd name="connsiteX18" fmla="*/ 47564 w 128616"/>
                <a:gd name="connsiteY18" fmla="*/ 114355 h 119717"/>
                <a:gd name="connsiteX19" fmla="*/ 35856 w 128616"/>
                <a:gd name="connsiteY19" fmla="*/ 111200 h 119717"/>
                <a:gd name="connsiteX20" fmla="*/ 36396 w 128616"/>
                <a:gd name="connsiteY20" fmla="*/ 108220 h 119717"/>
                <a:gd name="connsiteX21" fmla="*/ 47564 w 128616"/>
                <a:gd name="connsiteY21" fmla="*/ 64400 h 119717"/>
                <a:gd name="connsiteX22" fmla="*/ 60534 w 128616"/>
                <a:gd name="connsiteY22" fmla="*/ 12166 h 119717"/>
                <a:gd name="connsiteX23" fmla="*/ 70261 w 128616"/>
                <a:gd name="connsiteY23" fmla="*/ 5505 h 119717"/>
                <a:gd name="connsiteX24" fmla="*/ 87554 w 128616"/>
                <a:gd name="connsiteY24" fmla="*/ 5505 h 119717"/>
                <a:gd name="connsiteX25" fmla="*/ 112053 w 128616"/>
                <a:gd name="connsiteY25" fmla="*/ 22332 h 119717"/>
                <a:gd name="connsiteX26" fmla="*/ 101425 w 128616"/>
                <a:gd name="connsiteY26" fmla="*/ 50552 h 119717"/>
                <a:gd name="connsiteX27" fmla="*/ 73684 w 128616"/>
                <a:gd name="connsiteY27" fmla="*/ 59842 h 119717"/>
                <a:gd name="connsiteX28" fmla="*/ 48285 w 128616"/>
                <a:gd name="connsiteY28" fmla="*/ 59842 h 119717"/>
                <a:gd name="connsiteX29" fmla="*/ 60534 w 128616"/>
                <a:gd name="connsiteY29" fmla="*/ 12166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00"/>
                  </a:moveTo>
                  <a:lnTo>
                    <a:pt x="78187" y="64400"/>
                  </a:lnTo>
                  <a:cubicBezTo>
                    <a:pt x="103767" y="64400"/>
                    <a:pt x="128805" y="46170"/>
                    <a:pt x="128805" y="26539"/>
                  </a:cubicBezTo>
                  <a:cubicBezTo>
                    <a:pt x="128805" y="13042"/>
                    <a:pt x="116917" y="71"/>
                    <a:pt x="93319" y="71"/>
                  </a:cubicBezTo>
                  <a:lnTo>
                    <a:pt x="34955" y="71"/>
                  </a:lnTo>
                  <a:cubicBezTo>
                    <a:pt x="31532" y="71"/>
                    <a:pt x="29551" y="71"/>
                    <a:pt x="29551" y="3402"/>
                  </a:cubicBezTo>
                  <a:cubicBezTo>
                    <a:pt x="29551" y="5505"/>
                    <a:pt x="31172" y="5505"/>
                    <a:pt x="34775" y="5505"/>
                  </a:cubicBezTo>
                  <a:cubicBezTo>
                    <a:pt x="37117" y="5505"/>
                    <a:pt x="40359" y="5680"/>
                    <a:pt x="42521" y="5856"/>
                  </a:cubicBezTo>
                  <a:cubicBezTo>
                    <a:pt x="45403" y="6206"/>
                    <a:pt x="46484" y="6732"/>
                    <a:pt x="46484" y="8660"/>
                  </a:cubicBezTo>
                  <a:cubicBezTo>
                    <a:pt x="46484" y="9361"/>
                    <a:pt x="46303" y="9887"/>
                    <a:pt x="45763" y="11990"/>
                  </a:cubicBezTo>
                  <a:lnTo>
                    <a:pt x="21625" y="106117"/>
                  </a:lnTo>
                  <a:cubicBezTo>
                    <a:pt x="19824" y="112952"/>
                    <a:pt x="19463" y="114355"/>
                    <a:pt x="5233" y="114355"/>
                  </a:cubicBezTo>
                  <a:cubicBezTo>
                    <a:pt x="2170" y="114355"/>
                    <a:pt x="189" y="114355"/>
                    <a:pt x="189" y="117685"/>
                  </a:cubicBezTo>
                  <a:cubicBezTo>
                    <a:pt x="189" y="119788"/>
                    <a:pt x="2350" y="119788"/>
                    <a:pt x="2891" y="119788"/>
                  </a:cubicBezTo>
                  <a:cubicBezTo>
                    <a:pt x="7935" y="119788"/>
                    <a:pt x="20724" y="119263"/>
                    <a:pt x="25768" y="119263"/>
                  </a:cubicBezTo>
                  <a:cubicBezTo>
                    <a:pt x="29551" y="119263"/>
                    <a:pt x="33514" y="119438"/>
                    <a:pt x="37297" y="119438"/>
                  </a:cubicBezTo>
                  <a:cubicBezTo>
                    <a:pt x="41260" y="119438"/>
                    <a:pt x="45223" y="119788"/>
                    <a:pt x="49005" y="119788"/>
                  </a:cubicBezTo>
                  <a:cubicBezTo>
                    <a:pt x="50266" y="119788"/>
                    <a:pt x="52608" y="119788"/>
                    <a:pt x="52608" y="116283"/>
                  </a:cubicBezTo>
                  <a:cubicBezTo>
                    <a:pt x="52608" y="114355"/>
                    <a:pt x="50987" y="114355"/>
                    <a:pt x="47564" y="114355"/>
                  </a:cubicBezTo>
                  <a:cubicBezTo>
                    <a:pt x="40899" y="114355"/>
                    <a:pt x="35856" y="114355"/>
                    <a:pt x="35856" y="111200"/>
                  </a:cubicBezTo>
                  <a:cubicBezTo>
                    <a:pt x="35856" y="110148"/>
                    <a:pt x="36216" y="109272"/>
                    <a:pt x="36396" y="108220"/>
                  </a:cubicBezTo>
                  <a:lnTo>
                    <a:pt x="47564" y="64400"/>
                  </a:lnTo>
                  <a:close/>
                  <a:moveTo>
                    <a:pt x="60534" y="12166"/>
                  </a:moveTo>
                  <a:cubicBezTo>
                    <a:pt x="62155" y="6031"/>
                    <a:pt x="62516" y="5505"/>
                    <a:pt x="70261" y="5505"/>
                  </a:cubicBezTo>
                  <a:lnTo>
                    <a:pt x="87554" y="5505"/>
                  </a:lnTo>
                  <a:cubicBezTo>
                    <a:pt x="102506" y="5505"/>
                    <a:pt x="112053" y="10238"/>
                    <a:pt x="112053" y="22332"/>
                  </a:cubicBezTo>
                  <a:cubicBezTo>
                    <a:pt x="112053" y="29168"/>
                    <a:pt x="108450" y="44242"/>
                    <a:pt x="101425" y="50552"/>
                  </a:cubicBezTo>
                  <a:cubicBezTo>
                    <a:pt x="92418" y="58440"/>
                    <a:pt x="81610" y="59842"/>
                    <a:pt x="73684" y="59842"/>
                  </a:cubicBezTo>
                  <a:lnTo>
                    <a:pt x="48285" y="59842"/>
                  </a:lnTo>
                  <a:lnTo>
                    <a:pt x="60534" y="121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2" name="Freeform: Shape 2141">
              <a:extLst>
                <a:ext uri="{FF2B5EF4-FFF2-40B4-BE49-F238E27FC236}">
                  <a16:creationId xmlns:a16="http://schemas.microsoft.com/office/drawing/2014/main" id="{E6507AFB-10D6-0224-D6D1-D6A0B2F4896E}"/>
                </a:ext>
              </a:extLst>
            </p:cNvPr>
            <p:cNvSpPr/>
            <p:nvPr>
              <p:custDataLst>
                <p:tags r:id="rId121"/>
              </p:custDataLst>
            </p:nvPr>
          </p:nvSpPr>
          <p:spPr>
            <a:xfrm>
              <a:off x="12478590" y="5141427"/>
              <a:ext cx="41791" cy="175281"/>
            </a:xfrm>
            <a:custGeom>
              <a:avLst/>
              <a:gdLst>
                <a:gd name="connsiteX0" fmla="*/ 41988 w 41791"/>
                <a:gd name="connsiteY0" fmla="*/ 173600 h 175281"/>
                <a:gd name="connsiteX1" fmla="*/ 38926 w 41791"/>
                <a:gd name="connsiteY1" fmla="*/ 169744 h 175281"/>
                <a:gd name="connsiteX2" fmla="*/ 10644 w 41791"/>
                <a:gd name="connsiteY2" fmla="*/ 87712 h 175281"/>
                <a:gd name="connsiteX3" fmla="*/ 39646 w 41791"/>
                <a:gd name="connsiteY3" fmla="*/ 4804 h 175281"/>
                <a:gd name="connsiteX4" fmla="*/ 41988 w 41791"/>
                <a:gd name="connsiteY4" fmla="*/ 1824 h 175281"/>
                <a:gd name="connsiteX5" fmla="*/ 40187 w 41791"/>
                <a:gd name="connsiteY5" fmla="*/ 71 h 175281"/>
                <a:gd name="connsiteX6" fmla="*/ 11545 w 41791"/>
                <a:gd name="connsiteY6" fmla="*/ 34251 h 175281"/>
                <a:gd name="connsiteX7" fmla="*/ 197 w 41791"/>
                <a:gd name="connsiteY7" fmla="*/ 87712 h 175281"/>
                <a:gd name="connsiteX8" fmla="*/ 12086 w 41791"/>
                <a:gd name="connsiteY8" fmla="*/ 142400 h 175281"/>
                <a:gd name="connsiteX9" fmla="*/ 40187 w 41791"/>
                <a:gd name="connsiteY9" fmla="*/ 175353 h 175281"/>
                <a:gd name="connsiteX10" fmla="*/ 41988 w 41791"/>
                <a:gd name="connsiteY10" fmla="*/ 173600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00"/>
                  </a:moveTo>
                  <a:cubicBezTo>
                    <a:pt x="41988" y="173074"/>
                    <a:pt x="41988" y="172723"/>
                    <a:pt x="38926" y="169744"/>
                  </a:cubicBezTo>
                  <a:cubicBezTo>
                    <a:pt x="16409" y="147658"/>
                    <a:pt x="10644" y="114530"/>
                    <a:pt x="10644" y="87712"/>
                  </a:cubicBezTo>
                  <a:cubicBezTo>
                    <a:pt x="10644" y="57213"/>
                    <a:pt x="17490" y="26714"/>
                    <a:pt x="39646" y="4804"/>
                  </a:cubicBezTo>
                  <a:cubicBezTo>
                    <a:pt x="41988" y="2700"/>
                    <a:pt x="41988" y="2350"/>
                    <a:pt x="41988" y="1824"/>
                  </a:cubicBezTo>
                  <a:cubicBezTo>
                    <a:pt x="41988" y="597"/>
                    <a:pt x="41267" y="71"/>
                    <a:pt x="40187" y="71"/>
                  </a:cubicBezTo>
                  <a:cubicBezTo>
                    <a:pt x="38385" y="71"/>
                    <a:pt x="22173" y="11990"/>
                    <a:pt x="11545" y="34251"/>
                  </a:cubicBezTo>
                  <a:cubicBezTo>
                    <a:pt x="2358" y="53532"/>
                    <a:pt x="197" y="72988"/>
                    <a:pt x="197" y="87712"/>
                  </a:cubicBezTo>
                  <a:cubicBezTo>
                    <a:pt x="197" y="101384"/>
                    <a:pt x="2178" y="122593"/>
                    <a:pt x="12086" y="142400"/>
                  </a:cubicBezTo>
                  <a:cubicBezTo>
                    <a:pt x="22894" y="163959"/>
                    <a:pt x="38385" y="175353"/>
                    <a:pt x="40187" y="175353"/>
                  </a:cubicBezTo>
                  <a:cubicBezTo>
                    <a:pt x="41267" y="175353"/>
                    <a:pt x="41988" y="174827"/>
                    <a:pt x="41988" y="17360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3" name="Freeform: Shape 2142">
              <a:extLst>
                <a:ext uri="{FF2B5EF4-FFF2-40B4-BE49-F238E27FC236}">
                  <a16:creationId xmlns:a16="http://schemas.microsoft.com/office/drawing/2014/main" id="{DD4C3481-09D7-34B4-1EF6-8D0021DB6FB0}"/>
                </a:ext>
              </a:extLst>
            </p:cNvPr>
            <p:cNvSpPr/>
            <p:nvPr>
              <p:custDataLst>
                <p:tags r:id="rId122"/>
              </p:custDataLst>
            </p:nvPr>
          </p:nvSpPr>
          <p:spPr>
            <a:xfrm>
              <a:off x="12537114" y="5153171"/>
              <a:ext cx="130958" cy="119717"/>
            </a:xfrm>
            <a:custGeom>
              <a:avLst/>
              <a:gdLst>
                <a:gd name="connsiteX0" fmla="*/ 101437 w 130958"/>
                <a:gd name="connsiteY0" fmla="*/ 20053 h 119717"/>
                <a:gd name="connsiteX1" fmla="*/ 103958 w 130958"/>
                <a:gd name="connsiteY1" fmla="*/ 17599 h 119717"/>
                <a:gd name="connsiteX2" fmla="*/ 127556 w 130958"/>
                <a:gd name="connsiteY2" fmla="*/ 5505 h 119717"/>
                <a:gd name="connsiteX3" fmla="*/ 131159 w 130958"/>
                <a:gd name="connsiteY3" fmla="*/ 2175 h 119717"/>
                <a:gd name="connsiteX4" fmla="*/ 128817 w 130958"/>
                <a:gd name="connsiteY4" fmla="*/ 71 h 119717"/>
                <a:gd name="connsiteX5" fmla="*/ 114046 w 130958"/>
                <a:gd name="connsiteY5" fmla="*/ 597 h 119717"/>
                <a:gd name="connsiteX6" fmla="*/ 96032 w 130958"/>
                <a:gd name="connsiteY6" fmla="*/ 71 h 119717"/>
                <a:gd name="connsiteX7" fmla="*/ 92610 w 130958"/>
                <a:gd name="connsiteY7" fmla="*/ 3402 h 119717"/>
                <a:gd name="connsiteX8" fmla="*/ 95312 w 130958"/>
                <a:gd name="connsiteY8" fmla="*/ 5505 h 119717"/>
                <a:gd name="connsiteX9" fmla="*/ 101797 w 130958"/>
                <a:gd name="connsiteY9" fmla="*/ 9536 h 119717"/>
                <a:gd name="connsiteX10" fmla="*/ 96933 w 130958"/>
                <a:gd name="connsiteY10" fmla="*/ 17950 h 119717"/>
                <a:gd name="connsiteX11" fmla="*/ 55142 w 130958"/>
                <a:gd name="connsiteY11" fmla="*/ 64750 h 119717"/>
                <a:gd name="connsiteX12" fmla="*/ 35327 w 130958"/>
                <a:gd name="connsiteY12" fmla="*/ 12691 h 119717"/>
                <a:gd name="connsiteX13" fmla="*/ 34246 w 130958"/>
                <a:gd name="connsiteY13" fmla="*/ 9712 h 119717"/>
                <a:gd name="connsiteX14" fmla="*/ 44874 w 130958"/>
                <a:gd name="connsiteY14" fmla="*/ 5505 h 119717"/>
                <a:gd name="connsiteX15" fmla="*/ 49197 w 130958"/>
                <a:gd name="connsiteY15" fmla="*/ 1999 h 119717"/>
                <a:gd name="connsiteX16" fmla="*/ 46495 w 130958"/>
                <a:gd name="connsiteY16" fmla="*/ 71 h 119717"/>
                <a:gd name="connsiteX17" fmla="*/ 23798 w 130958"/>
                <a:gd name="connsiteY17" fmla="*/ 597 h 119717"/>
                <a:gd name="connsiteX18" fmla="*/ 3623 w 130958"/>
                <a:gd name="connsiteY18" fmla="*/ 71 h 119717"/>
                <a:gd name="connsiteX19" fmla="*/ 200 w 130958"/>
                <a:gd name="connsiteY19" fmla="*/ 3577 h 119717"/>
                <a:gd name="connsiteX20" fmla="*/ 4344 w 130958"/>
                <a:gd name="connsiteY20" fmla="*/ 5505 h 119717"/>
                <a:gd name="connsiteX21" fmla="*/ 17493 w 130958"/>
                <a:gd name="connsiteY21" fmla="*/ 11465 h 119717"/>
                <a:gd name="connsiteX22" fmla="*/ 39650 w 130958"/>
                <a:gd name="connsiteY22" fmla="*/ 69132 h 119717"/>
                <a:gd name="connsiteX23" fmla="*/ 40371 w 130958"/>
                <a:gd name="connsiteY23" fmla="*/ 72112 h 119717"/>
                <a:gd name="connsiteX24" fmla="*/ 32265 w 130958"/>
                <a:gd name="connsiteY24" fmla="*/ 104013 h 119717"/>
                <a:gd name="connsiteX25" fmla="*/ 15332 w 130958"/>
                <a:gd name="connsiteY25" fmla="*/ 114355 h 119717"/>
                <a:gd name="connsiteX26" fmla="*/ 10468 w 130958"/>
                <a:gd name="connsiteY26" fmla="*/ 117860 h 119717"/>
                <a:gd name="connsiteX27" fmla="*/ 12990 w 130958"/>
                <a:gd name="connsiteY27" fmla="*/ 119788 h 119717"/>
                <a:gd name="connsiteX28" fmla="*/ 35687 w 130958"/>
                <a:gd name="connsiteY28" fmla="*/ 119263 h 119717"/>
                <a:gd name="connsiteX29" fmla="*/ 58744 w 130958"/>
                <a:gd name="connsiteY29" fmla="*/ 119788 h 119717"/>
                <a:gd name="connsiteX30" fmla="*/ 62167 w 130958"/>
                <a:gd name="connsiteY30" fmla="*/ 116283 h 119717"/>
                <a:gd name="connsiteX31" fmla="*/ 57123 w 130958"/>
                <a:gd name="connsiteY31" fmla="*/ 114355 h 119717"/>
                <a:gd name="connsiteX32" fmla="*/ 50278 w 130958"/>
                <a:gd name="connsiteY32" fmla="*/ 114004 h 119717"/>
                <a:gd name="connsiteX33" fmla="*/ 45414 w 130958"/>
                <a:gd name="connsiteY33" fmla="*/ 111200 h 119717"/>
                <a:gd name="connsiteX34" fmla="*/ 47936 w 130958"/>
                <a:gd name="connsiteY34" fmla="*/ 100157 h 119717"/>
                <a:gd name="connsiteX35" fmla="*/ 54241 w 130958"/>
                <a:gd name="connsiteY35" fmla="*/ 75442 h 119717"/>
                <a:gd name="connsiteX36" fmla="*/ 56763 w 130958"/>
                <a:gd name="connsiteY36" fmla="*/ 70009 h 119717"/>
                <a:gd name="connsiteX37" fmla="*/ 101437 w 130958"/>
                <a:gd name="connsiteY37" fmla="*/ 20053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53"/>
                  </a:moveTo>
                  <a:lnTo>
                    <a:pt x="103958" y="17599"/>
                  </a:lnTo>
                  <a:cubicBezTo>
                    <a:pt x="109363" y="12341"/>
                    <a:pt x="115307" y="6381"/>
                    <a:pt x="127556" y="5505"/>
                  </a:cubicBezTo>
                  <a:cubicBezTo>
                    <a:pt x="129538" y="5330"/>
                    <a:pt x="131159" y="5330"/>
                    <a:pt x="131159" y="2175"/>
                  </a:cubicBezTo>
                  <a:cubicBezTo>
                    <a:pt x="131159" y="772"/>
                    <a:pt x="130258" y="71"/>
                    <a:pt x="128817" y="71"/>
                  </a:cubicBezTo>
                  <a:cubicBezTo>
                    <a:pt x="124134" y="71"/>
                    <a:pt x="118910" y="597"/>
                    <a:pt x="114046" y="597"/>
                  </a:cubicBezTo>
                  <a:cubicBezTo>
                    <a:pt x="108102" y="597"/>
                    <a:pt x="101797" y="71"/>
                    <a:pt x="96032" y="71"/>
                  </a:cubicBezTo>
                  <a:cubicBezTo>
                    <a:pt x="94952" y="71"/>
                    <a:pt x="92610" y="71"/>
                    <a:pt x="92610" y="3402"/>
                  </a:cubicBezTo>
                  <a:cubicBezTo>
                    <a:pt x="92610" y="5330"/>
                    <a:pt x="94411" y="5505"/>
                    <a:pt x="95312" y="5505"/>
                  </a:cubicBezTo>
                  <a:cubicBezTo>
                    <a:pt x="96573" y="5505"/>
                    <a:pt x="101797" y="5856"/>
                    <a:pt x="101797" y="9536"/>
                  </a:cubicBezTo>
                  <a:cubicBezTo>
                    <a:pt x="101797" y="12516"/>
                    <a:pt x="97654" y="17074"/>
                    <a:pt x="96933" y="17950"/>
                  </a:cubicBezTo>
                  <a:lnTo>
                    <a:pt x="55142" y="64750"/>
                  </a:lnTo>
                  <a:lnTo>
                    <a:pt x="35327" y="12691"/>
                  </a:lnTo>
                  <a:cubicBezTo>
                    <a:pt x="34246" y="10238"/>
                    <a:pt x="34246" y="9887"/>
                    <a:pt x="34246" y="9712"/>
                  </a:cubicBezTo>
                  <a:cubicBezTo>
                    <a:pt x="34246" y="5505"/>
                    <a:pt x="43073" y="5505"/>
                    <a:pt x="44874" y="5505"/>
                  </a:cubicBezTo>
                  <a:cubicBezTo>
                    <a:pt x="47396" y="5505"/>
                    <a:pt x="49197" y="5505"/>
                    <a:pt x="49197" y="1999"/>
                  </a:cubicBezTo>
                  <a:cubicBezTo>
                    <a:pt x="49197" y="71"/>
                    <a:pt x="47036" y="71"/>
                    <a:pt x="46495" y="71"/>
                  </a:cubicBezTo>
                  <a:cubicBezTo>
                    <a:pt x="41451" y="71"/>
                    <a:pt x="28842" y="597"/>
                    <a:pt x="23798" y="597"/>
                  </a:cubicBezTo>
                  <a:cubicBezTo>
                    <a:pt x="19295" y="597"/>
                    <a:pt x="8126" y="71"/>
                    <a:pt x="3623" y="71"/>
                  </a:cubicBezTo>
                  <a:cubicBezTo>
                    <a:pt x="2542" y="71"/>
                    <a:pt x="200" y="71"/>
                    <a:pt x="200" y="3577"/>
                  </a:cubicBezTo>
                  <a:cubicBezTo>
                    <a:pt x="200" y="5505"/>
                    <a:pt x="2002" y="5505"/>
                    <a:pt x="4344" y="5505"/>
                  </a:cubicBezTo>
                  <a:cubicBezTo>
                    <a:pt x="15152" y="5505"/>
                    <a:pt x="15872" y="7082"/>
                    <a:pt x="17493" y="11465"/>
                  </a:cubicBezTo>
                  <a:lnTo>
                    <a:pt x="39650" y="69132"/>
                  </a:lnTo>
                  <a:cubicBezTo>
                    <a:pt x="39830" y="69658"/>
                    <a:pt x="40371" y="71586"/>
                    <a:pt x="40371" y="72112"/>
                  </a:cubicBezTo>
                  <a:cubicBezTo>
                    <a:pt x="40371" y="72638"/>
                    <a:pt x="33165" y="100858"/>
                    <a:pt x="32265" y="104013"/>
                  </a:cubicBezTo>
                  <a:cubicBezTo>
                    <a:pt x="29923" y="113654"/>
                    <a:pt x="29743" y="114179"/>
                    <a:pt x="15332" y="114355"/>
                  </a:cubicBezTo>
                  <a:cubicBezTo>
                    <a:pt x="11909" y="114355"/>
                    <a:pt x="10468" y="114355"/>
                    <a:pt x="10468" y="117860"/>
                  </a:cubicBezTo>
                  <a:cubicBezTo>
                    <a:pt x="10468" y="119788"/>
                    <a:pt x="12630" y="119788"/>
                    <a:pt x="12990" y="119788"/>
                  </a:cubicBezTo>
                  <a:cubicBezTo>
                    <a:pt x="18034" y="119788"/>
                    <a:pt x="30643" y="119263"/>
                    <a:pt x="35687" y="119263"/>
                  </a:cubicBezTo>
                  <a:cubicBezTo>
                    <a:pt x="40731" y="119263"/>
                    <a:pt x="53701" y="119788"/>
                    <a:pt x="58744" y="119788"/>
                  </a:cubicBezTo>
                  <a:cubicBezTo>
                    <a:pt x="60005" y="119788"/>
                    <a:pt x="62167" y="119788"/>
                    <a:pt x="62167" y="116283"/>
                  </a:cubicBezTo>
                  <a:cubicBezTo>
                    <a:pt x="62167" y="114355"/>
                    <a:pt x="60546" y="114355"/>
                    <a:pt x="57123" y="114355"/>
                  </a:cubicBezTo>
                  <a:cubicBezTo>
                    <a:pt x="56763" y="114355"/>
                    <a:pt x="53340" y="114355"/>
                    <a:pt x="50278" y="114004"/>
                  </a:cubicBezTo>
                  <a:cubicBezTo>
                    <a:pt x="46495" y="113654"/>
                    <a:pt x="45414" y="113303"/>
                    <a:pt x="45414" y="111200"/>
                  </a:cubicBezTo>
                  <a:cubicBezTo>
                    <a:pt x="45414" y="109973"/>
                    <a:pt x="47036" y="103838"/>
                    <a:pt x="47936" y="100157"/>
                  </a:cubicBezTo>
                  <a:lnTo>
                    <a:pt x="54241" y="75442"/>
                  </a:lnTo>
                  <a:cubicBezTo>
                    <a:pt x="55142" y="72112"/>
                    <a:pt x="55322" y="71586"/>
                    <a:pt x="56763" y="70009"/>
                  </a:cubicBezTo>
                  <a:lnTo>
                    <a:pt x="101437" y="200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4" name="Freeform: Shape 2143">
              <a:extLst>
                <a:ext uri="{FF2B5EF4-FFF2-40B4-BE49-F238E27FC236}">
                  <a16:creationId xmlns:a16="http://schemas.microsoft.com/office/drawing/2014/main" id="{09787B1B-7F5B-DAE0-D00E-71B68CBBEF2B}"/>
                </a:ext>
              </a:extLst>
            </p:cNvPr>
            <p:cNvSpPr/>
            <p:nvPr>
              <p:custDataLst>
                <p:tags r:id="rId123"/>
              </p:custDataLst>
            </p:nvPr>
          </p:nvSpPr>
          <p:spPr>
            <a:xfrm>
              <a:off x="12641315" y="5245070"/>
              <a:ext cx="77043" cy="55336"/>
            </a:xfrm>
            <a:custGeom>
              <a:avLst/>
              <a:gdLst>
                <a:gd name="connsiteX0" fmla="*/ 9663 w 77043"/>
                <a:gd name="connsiteY0" fmla="*/ 46452 h 55336"/>
                <a:gd name="connsiteX1" fmla="*/ 8402 w 77043"/>
                <a:gd name="connsiteY1" fmla="*/ 51483 h 55336"/>
                <a:gd name="connsiteX2" fmla="*/ 12690 w 77043"/>
                <a:gd name="connsiteY2" fmla="*/ 55409 h 55336"/>
                <a:gd name="connsiteX3" fmla="*/ 17607 w 77043"/>
                <a:gd name="connsiteY3" fmla="*/ 52710 h 55336"/>
                <a:gd name="connsiteX4" fmla="*/ 19877 w 77043"/>
                <a:gd name="connsiteY4" fmla="*/ 45103 h 55336"/>
                <a:gd name="connsiteX5" fmla="*/ 22651 w 77043"/>
                <a:gd name="connsiteY5" fmla="*/ 34060 h 55336"/>
                <a:gd name="connsiteX6" fmla="*/ 24795 w 77043"/>
                <a:gd name="connsiteY6" fmla="*/ 25839 h 55336"/>
                <a:gd name="connsiteX7" fmla="*/ 30091 w 77043"/>
                <a:gd name="connsiteY7" fmla="*/ 14796 h 55336"/>
                <a:gd name="connsiteX8" fmla="*/ 49005 w 77043"/>
                <a:gd name="connsiteY8" fmla="*/ 3508 h 55336"/>
                <a:gd name="connsiteX9" fmla="*/ 56445 w 77043"/>
                <a:gd name="connsiteY9" fmla="*/ 12097 h 55336"/>
                <a:gd name="connsiteX10" fmla="*/ 49005 w 77043"/>
                <a:gd name="connsiteY10" fmla="*/ 38232 h 55336"/>
                <a:gd name="connsiteX11" fmla="*/ 47113 w 77043"/>
                <a:gd name="connsiteY11" fmla="*/ 44857 h 55336"/>
                <a:gd name="connsiteX12" fmla="*/ 59092 w 77043"/>
                <a:gd name="connsiteY12" fmla="*/ 55409 h 55336"/>
                <a:gd name="connsiteX13" fmla="*/ 77250 w 77043"/>
                <a:gd name="connsiteY13" fmla="*/ 36636 h 55336"/>
                <a:gd name="connsiteX14" fmla="*/ 75233 w 77043"/>
                <a:gd name="connsiteY14" fmla="*/ 35041 h 55336"/>
                <a:gd name="connsiteX15" fmla="*/ 72837 w 77043"/>
                <a:gd name="connsiteY15" fmla="*/ 37127 h 55336"/>
                <a:gd name="connsiteX16" fmla="*/ 59471 w 77043"/>
                <a:gd name="connsiteY16" fmla="*/ 51974 h 55336"/>
                <a:gd name="connsiteX17" fmla="*/ 56318 w 77043"/>
                <a:gd name="connsiteY17" fmla="*/ 47679 h 55336"/>
                <a:gd name="connsiteX18" fmla="*/ 59219 w 77043"/>
                <a:gd name="connsiteY18" fmla="*/ 37741 h 55336"/>
                <a:gd name="connsiteX19" fmla="*/ 65902 w 77043"/>
                <a:gd name="connsiteY19" fmla="*/ 14060 h 55336"/>
                <a:gd name="connsiteX20" fmla="*/ 49509 w 77043"/>
                <a:gd name="connsiteY20" fmla="*/ 73 h 55336"/>
                <a:gd name="connsiteX21" fmla="*/ 28199 w 77043"/>
                <a:gd name="connsiteY21" fmla="*/ 11238 h 55336"/>
                <a:gd name="connsiteX22" fmla="*/ 14707 w 77043"/>
                <a:gd name="connsiteY22" fmla="*/ 73 h 55336"/>
                <a:gd name="connsiteX23" fmla="*/ 4746 w 77043"/>
                <a:gd name="connsiteY23" fmla="*/ 6698 h 55336"/>
                <a:gd name="connsiteX24" fmla="*/ 206 w 77043"/>
                <a:gd name="connsiteY24" fmla="*/ 18845 h 55336"/>
                <a:gd name="connsiteX25" fmla="*/ 2350 w 77043"/>
                <a:gd name="connsiteY25" fmla="*/ 20440 h 55336"/>
                <a:gd name="connsiteX26" fmla="*/ 5124 w 77043"/>
                <a:gd name="connsiteY26" fmla="*/ 16760 h 55336"/>
                <a:gd name="connsiteX27" fmla="*/ 14329 w 77043"/>
                <a:gd name="connsiteY27" fmla="*/ 3508 h 55336"/>
                <a:gd name="connsiteX28" fmla="*/ 18490 w 77043"/>
                <a:gd name="connsiteY28" fmla="*/ 9520 h 55336"/>
                <a:gd name="connsiteX29" fmla="*/ 16472 w 77043"/>
                <a:gd name="connsiteY29" fmla="*/ 19704 h 55336"/>
                <a:gd name="connsiteX30" fmla="*/ 13698 w 77043"/>
                <a:gd name="connsiteY30" fmla="*/ 30747 h 55336"/>
                <a:gd name="connsiteX31" fmla="*/ 9663 w 77043"/>
                <a:gd name="connsiteY31" fmla="*/ 46452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52"/>
                  </a:moveTo>
                  <a:cubicBezTo>
                    <a:pt x="9159" y="48047"/>
                    <a:pt x="8402" y="51115"/>
                    <a:pt x="8402" y="51483"/>
                  </a:cubicBezTo>
                  <a:cubicBezTo>
                    <a:pt x="8402" y="54182"/>
                    <a:pt x="10672" y="55409"/>
                    <a:pt x="12690" y="55409"/>
                  </a:cubicBezTo>
                  <a:cubicBezTo>
                    <a:pt x="14959" y="55409"/>
                    <a:pt x="16977" y="53814"/>
                    <a:pt x="17607" y="52710"/>
                  </a:cubicBezTo>
                  <a:cubicBezTo>
                    <a:pt x="18238" y="51605"/>
                    <a:pt x="19247" y="47679"/>
                    <a:pt x="19877" y="45103"/>
                  </a:cubicBezTo>
                  <a:cubicBezTo>
                    <a:pt x="20507" y="42771"/>
                    <a:pt x="21895" y="37127"/>
                    <a:pt x="22651" y="34060"/>
                  </a:cubicBezTo>
                  <a:cubicBezTo>
                    <a:pt x="23408" y="31360"/>
                    <a:pt x="24164" y="28661"/>
                    <a:pt x="24795" y="25839"/>
                  </a:cubicBezTo>
                  <a:cubicBezTo>
                    <a:pt x="26182" y="20809"/>
                    <a:pt x="26434" y="19827"/>
                    <a:pt x="30091" y="14796"/>
                  </a:cubicBezTo>
                  <a:cubicBezTo>
                    <a:pt x="33621" y="9888"/>
                    <a:pt x="39548" y="3508"/>
                    <a:pt x="49005" y="3508"/>
                  </a:cubicBezTo>
                  <a:cubicBezTo>
                    <a:pt x="56318" y="3508"/>
                    <a:pt x="56445" y="9766"/>
                    <a:pt x="56445" y="12097"/>
                  </a:cubicBezTo>
                  <a:cubicBezTo>
                    <a:pt x="56445" y="19459"/>
                    <a:pt x="51022" y="33078"/>
                    <a:pt x="49005" y="38232"/>
                  </a:cubicBezTo>
                  <a:cubicBezTo>
                    <a:pt x="47618" y="41667"/>
                    <a:pt x="47113" y="42771"/>
                    <a:pt x="47113" y="44857"/>
                  </a:cubicBezTo>
                  <a:cubicBezTo>
                    <a:pt x="47113" y="51360"/>
                    <a:pt x="52662" y="55409"/>
                    <a:pt x="59092" y="55409"/>
                  </a:cubicBezTo>
                  <a:cubicBezTo>
                    <a:pt x="71702" y="55409"/>
                    <a:pt x="77250" y="38477"/>
                    <a:pt x="77250" y="36636"/>
                  </a:cubicBezTo>
                  <a:cubicBezTo>
                    <a:pt x="77250" y="35041"/>
                    <a:pt x="75611" y="35041"/>
                    <a:pt x="75233" y="35041"/>
                  </a:cubicBezTo>
                  <a:cubicBezTo>
                    <a:pt x="73467" y="35041"/>
                    <a:pt x="73341" y="35778"/>
                    <a:pt x="72837" y="37127"/>
                  </a:cubicBezTo>
                  <a:cubicBezTo>
                    <a:pt x="69937" y="46943"/>
                    <a:pt x="64515" y="51974"/>
                    <a:pt x="59471" y="51974"/>
                  </a:cubicBezTo>
                  <a:cubicBezTo>
                    <a:pt x="56823" y="51974"/>
                    <a:pt x="56318" y="50256"/>
                    <a:pt x="56318" y="47679"/>
                  </a:cubicBezTo>
                  <a:cubicBezTo>
                    <a:pt x="56318" y="44857"/>
                    <a:pt x="56949" y="43262"/>
                    <a:pt x="59219" y="37741"/>
                  </a:cubicBezTo>
                  <a:cubicBezTo>
                    <a:pt x="60732" y="33937"/>
                    <a:pt x="65902" y="20931"/>
                    <a:pt x="65902" y="14060"/>
                  </a:cubicBezTo>
                  <a:cubicBezTo>
                    <a:pt x="65902" y="2159"/>
                    <a:pt x="56192" y="73"/>
                    <a:pt x="49509" y="73"/>
                  </a:cubicBezTo>
                  <a:cubicBezTo>
                    <a:pt x="39043" y="73"/>
                    <a:pt x="31982" y="6330"/>
                    <a:pt x="28199" y="11238"/>
                  </a:cubicBezTo>
                  <a:cubicBezTo>
                    <a:pt x="27317" y="2772"/>
                    <a:pt x="19877" y="73"/>
                    <a:pt x="14707" y="73"/>
                  </a:cubicBezTo>
                  <a:cubicBezTo>
                    <a:pt x="9285" y="73"/>
                    <a:pt x="6385" y="3876"/>
                    <a:pt x="4746" y="6698"/>
                  </a:cubicBezTo>
                  <a:cubicBezTo>
                    <a:pt x="1972" y="11238"/>
                    <a:pt x="206" y="18232"/>
                    <a:pt x="206" y="18845"/>
                  </a:cubicBezTo>
                  <a:cubicBezTo>
                    <a:pt x="206" y="20440"/>
                    <a:pt x="1972" y="20440"/>
                    <a:pt x="2350" y="20440"/>
                  </a:cubicBezTo>
                  <a:cubicBezTo>
                    <a:pt x="4115" y="20440"/>
                    <a:pt x="4241" y="20072"/>
                    <a:pt x="5124" y="16760"/>
                  </a:cubicBezTo>
                  <a:cubicBezTo>
                    <a:pt x="7015" y="9520"/>
                    <a:pt x="9411" y="3508"/>
                    <a:pt x="14329" y="3508"/>
                  </a:cubicBezTo>
                  <a:cubicBezTo>
                    <a:pt x="17607" y="3508"/>
                    <a:pt x="18490" y="6208"/>
                    <a:pt x="18490" y="9520"/>
                  </a:cubicBezTo>
                  <a:cubicBezTo>
                    <a:pt x="18490" y="11852"/>
                    <a:pt x="17355" y="16391"/>
                    <a:pt x="16472" y="19704"/>
                  </a:cubicBezTo>
                  <a:cubicBezTo>
                    <a:pt x="15590" y="23017"/>
                    <a:pt x="14329" y="28048"/>
                    <a:pt x="13698" y="30747"/>
                  </a:cubicBezTo>
                  <a:lnTo>
                    <a:pt x="9663" y="464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5" name="Freeform: Shape 2144">
              <a:extLst>
                <a:ext uri="{FF2B5EF4-FFF2-40B4-BE49-F238E27FC236}">
                  <a16:creationId xmlns:a16="http://schemas.microsoft.com/office/drawing/2014/main" id="{696D1034-2A52-E496-2A05-96791EEC2D55}"/>
                </a:ext>
              </a:extLst>
            </p:cNvPr>
            <p:cNvSpPr/>
            <p:nvPr>
              <p:custDataLst>
                <p:tags r:id="rId124"/>
              </p:custDataLst>
            </p:nvPr>
          </p:nvSpPr>
          <p:spPr>
            <a:xfrm>
              <a:off x="12798430" y="5161409"/>
              <a:ext cx="110062" cy="135492"/>
            </a:xfrm>
            <a:custGeom>
              <a:avLst/>
              <a:gdLst>
                <a:gd name="connsiteX0" fmla="*/ 106855 w 110062"/>
                <a:gd name="connsiteY0" fmla="*/ 7433 h 135492"/>
                <a:gd name="connsiteX1" fmla="*/ 110277 w 110062"/>
                <a:gd name="connsiteY1" fmla="*/ 3577 h 135492"/>
                <a:gd name="connsiteX2" fmla="*/ 106674 w 110062"/>
                <a:gd name="connsiteY2" fmla="*/ 71 h 135492"/>
                <a:gd name="connsiteX3" fmla="*/ 103432 w 110062"/>
                <a:gd name="connsiteY3" fmla="*/ 1123 h 135492"/>
                <a:gd name="connsiteX4" fmla="*/ 3817 w 110062"/>
                <a:gd name="connsiteY4" fmla="*/ 46871 h 135492"/>
                <a:gd name="connsiteX5" fmla="*/ 214 w 110062"/>
                <a:gd name="connsiteY5" fmla="*/ 50903 h 135492"/>
                <a:gd name="connsiteX6" fmla="*/ 3817 w 110062"/>
                <a:gd name="connsiteY6" fmla="*/ 54759 h 135492"/>
                <a:gd name="connsiteX7" fmla="*/ 103432 w 110062"/>
                <a:gd name="connsiteY7" fmla="*/ 100332 h 135492"/>
                <a:gd name="connsiteX8" fmla="*/ 106674 w 110062"/>
                <a:gd name="connsiteY8" fmla="*/ 101559 h 135492"/>
                <a:gd name="connsiteX9" fmla="*/ 110277 w 110062"/>
                <a:gd name="connsiteY9" fmla="*/ 98054 h 135492"/>
                <a:gd name="connsiteX10" fmla="*/ 106494 w 110062"/>
                <a:gd name="connsiteY10" fmla="*/ 94022 h 135492"/>
                <a:gd name="connsiteX11" fmla="*/ 12284 w 110062"/>
                <a:gd name="connsiteY11" fmla="*/ 50903 h 135492"/>
                <a:gd name="connsiteX12" fmla="*/ 106855 w 110062"/>
                <a:gd name="connsiteY12" fmla="*/ 7433 h 135492"/>
                <a:gd name="connsiteX13" fmla="*/ 103972 w 110062"/>
                <a:gd name="connsiteY13" fmla="*/ 135564 h 135492"/>
                <a:gd name="connsiteX14" fmla="*/ 110277 w 110062"/>
                <a:gd name="connsiteY14" fmla="*/ 132058 h 135492"/>
                <a:gd name="connsiteX15" fmla="*/ 103792 w 110062"/>
                <a:gd name="connsiteY15" fmla="*/ 128553 h 135492"/>
                <a:gd name="connsiteX16" fmla="*/ 6699 w 110062"/>
                <a:gd name="connsiteY16" fmla="*/ 128553 h 135492"/>
                <a:gd name="connsiteX17" fmla="*/ 214 w 110062"/>
                <a:gd name="connsiteY17" fmla="*/ 132058 h 135492"/>
                <a:gd name="connsiteX18" fmla="*/ 6519 w 110062"/>
                <a:gd name="connsiteY18" fmla="*/ 135564 h 135492"/>
                <a:gd name="connsiteX19" fmla="*/ 103972 w 110062"/>
                <a:gd name="connsiteY19" fmla="*/ 135564 h 13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62" h="135492">
                  <a:moveTo>
                    <a:pt x="106855" y="7433"/>
                  </a:moveTo>
                  <a:cubicBezTo>
                    <a:pt x="108836" y="6557"/>
                    <a:pt x="110277" y="5680"/>
                    <a:pt x="110277" y="3577"/>
                  </a:cubicBezTo>
                  <a:cubicBezTo>
                    <a:pt x="110277" y="1649"/>
                    <a:pt x="108836" y="71"/>
                    <a:pt x="106674" y="71"/>
                  </a:cubicBezTo>
                  <a:cubicBezTo>
                    <a:pt x="105774" y="71"/>
                    <a:pt x="104153" y="772"/>
                    <a:pt x="103432" y="1123"/>
                  </a:cubicBezTo>
                  <a:lnTo>
                    <a:pt x="3817" y="46871"/>
                  </a:lnTo>
                  <a:cubicBezTo>
                    <a:pt x="755" y="48274"/>
                    <a:pt x="214" y="49501"/>
                    <a:pt x="214" y="50903"/>
                  </a:cubicBezTo>
                  <a:cubicBezTo>
                    <a:pt x="214" y="52480"/>
                    <a:pt x="1295" y="53707"/>
                    <a:pt x="3817" y="54759"/>
                  </a:cubicBezTo>
                  <a:lnTo>
                    <a:pt x="103432" y="100332"/>
                  </a:lnTo>
                  <a:cubicBezTo>
                    <a:pt x="105774" y="101559"/>
                    <a:pt x="106134" y="101559"/>
                    <a:pt x="106674" y="101559"/>
                  </a:cubicBezTo>
                  <a:cubicBezTo>
                    <a:pt x="108656" y="101559"/>
                    <a:pt x="110277" y="99982"/>
                    <a:pt x="110277" y="98054"/>
                  </a:cubicBezTo>
                  <a:cubicBezTo>
                    <a:pt x="110277" y="96476"/>
                    <a:pt x="109557" y="95424"/>
                    <a:pt x="106494" y="94022"/>
                  </a:cubicBezTo>
                  <a:lnTo>
                    <a:pt x="12284" y="50903"/>
                  </a:lnTo>
                  <a:lnTo>
                    <a:pt x="106855" y="7433"/>
                  </a:lnTo>
                  <a:close/>
                  <a:moveTo>
                    <a:pt x="103972" y="135564"/>
                  </a:moveTo>
                  <a:cubicBezTo>
                    <a:pt x="107035" y="135564"/>
                    <a:pt x="110277" y="135564"/>
                    <a:pt x="110277" y="132058"/>
                  </a:cubicBezTo>
                  <a:cubicBezTo>
                    <a:pt x="110277" y="128553"/>
                    <a:pt x="106494" y="128553"/>
                    <a:pt x="103792" y="128553"/>
                  </a:cubicBezTo>
                  <a:lnTo>
                    <a:pt x="6699" y="128553"/>
                  </a:lnTo>
                  <a:cubicBezTo>
                    <a:pt x="3997" y="128553"/>
                    <a:pt x="214" y="128553"/>
                    <a:pt x="214" y="132058"/>
                  </a:cubicBezTo>
                  <a:cubicBezTo>
                    <a:pt x="214" y="135564"/>
                    <a:pt x="3457" y="135564"/>
                    <a:pt x="6519" y="135564"/>
                  </a:cubicBezTo>
                  <a:lnTo>
                    <a:pt x="103972" y="13556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6" name="Freeform: Shape 2145">
              <a:extLst>
                <a:ext uri="{FF2B5EF4-FFF2-40B4-BE49-F238E27FC236}">
                  <a16:creationId xmlns:a16="http://schemas.microsoft.com/office/drawing/2014/main" id="{FCD24B07-CB75-B550-39D2-40A34AB3072E}"/>
                </a:ext>
              </a:extLst>
            </p:cNvPr>
            <p:cNvSpPr/>
            <p:nvPr>
              <p:custDataLst>
                <p:tags r:id="rId125"/>
              </p:custDataLst>
            </p:nvPr>
          </p:nvSpPr>
          <p:spPr>
            <a:xfrm>
              <a:off x="12971279" y="5157027"/>
              <a:ext cx="73855" cy="151793"/>
            </a:xfrm>
            <a:custGeom>
              <a:avLst/>
              <a:gdLst>
                <a:gd name="connsiteX0" fmla="*/ 74080 w 73855"/>
                <a:gd name="connsiteY0" fmla="*/ 6381 h 151793"/>
                <a:gd name="connsiteX1" fmla="*/ 67235 w 73855"/>
                <a:gd name="connsiteY1" fmla="*/ 71 h 151793"/>
                <a:gd name="connsiteX2" fmla="*/ 57688 w 73855"/>
                <a:gd name="connsiteY2" fmla="*/ 9361 h 151793"/>
                <a:gd name="connsiteX3" fmla="*/ 64353 w 73855"/>
                <a:gd name="connsiteY3" fmla="*/ 15671 h 151793"/>
                <a:gd name="connsiteX4" fmla="*/ 74080 w 73855"/>
                <a:gd name="connsiteY4" fmla="*/ 6381 h 151793"/>
                <a:gd name="connsiteX5" fmla="*/ 37873 w 73855"/>
                <a:gd name="connsiteY5" fmla="*/ 124696 h 151793"/>
                <a:gd name="connsiteX6" fmla="*/ 15717 w 73855"/>
                <a:gd name="connsiteY6" fmla="*/ 148009 h 151793"/>
                <a:gd name="connsiteX7" fmla="*/ 8691 w 73855"/>
                <a:gd name="connsiteY7" fmla="*/ 146431 h 151793"/>
                <a:gd name="connsiteX8" fmla="*/ 16797 w 73855"/>
                <a:gd name="connsiteY8" fmla="*/ 137141 h 151793"/>
                <a:gd name="connsiteX9" fmla="*/ 9952 w 73855"/>
                <a:gd name="connsiteY9" fmla="*/ 131006 h 151793"/>
                <a:gd name="connsiteX10" fmla="*/ 225 w 73855"/>
                <a:gd name="connsiteY10" fmla="*/ 140998 h 151793"/>
                <a:gd name="connsiteX11" fmla="*/ 16077 w 73855"/>
                <a:gd name="connsiteY11" fmla="*/ 151865 h 151793"/>
                <a:gd name="connsiteX12" fmla="*/ 49942 w 73855"/>
                <a:gd name="connsiteY12" fmla="*/ 125222 h 151793"/>
                <a:gd name="connsiteX13" fmla="*/ 66515 w 73855"/>
                <a:gd name="connsiteY13" fmla="*/ 61069 h 151793"/>
                <a:gd name="connsiteX14" fmla="*/ 67415 w 73855"/>
                <a:gd name="connsiteY14" fmla="*/ 54584 h 151793"/>
                <a:gd name="connsiteX15" fmla="*/ 50843 w 73855"/>
                <a:gd name="connsiteY15" fmla="*/ 38458 h 151793"/>
                <a:gd name="connsiteX16" fmla="*/ 22201 w 73855"/>
                <a:gd name="connsiteY16" fmla="*/ 65451 h 151793"/>
                <a:gd name="connsiteX17" fmla="*/ 24363 w 73855"/>
                <a:gd name="connsiteY17" fmla="*/ 67204 h 151793"/>
                <a:gd name="connsiteX18" fmla="*/ 27606 w 73855"/>
                <a:gd name="connsiteY18" fmla="*/ 63698 h 151793"/>
                <a:gd name="connsiteX19" fmla="*/ 50303 w 73855"/>
                <a:gd name="connsiteY19" fmla="*/ 42314 h 151793"/>
                <a:gd name="connsiteX20" fmla="*/ 56067 w 73855"/>
                <a:gd name="connsiteY20" fmla="*/ 50377 h 151793"/>
                <a:gd name="connsiteX21" fmla="*/ 54806 w 73855"/>
                <a:gd name="connsiteY21" fmla="*/ 59316 h 151793"/>
                <a:gd name="connsiteX22" fmla="*/ 37873 w 73855"/>
                <a:gd name="connsiteY22" fmla="*/ 124696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81"/>
                  </a:moveTo>
                  <a:cubicBezTo>
                    <a:pt x="74080" y="3051"/>
                    <a:pt x="71559" y="71"/>
                    <a:pt x="67235" y="71"/>
                  </a:cubicBezTo>
                  <a:cubicBezTo>
                    <a:pt x="63092" y="71"/>
                    <a:pt x="57688" y="4103"/>
                    <a:pt x="57688" y="9361"/>
                  </a:cubicBezTo>
                  <a:cubicBezTo>
                    <a:pt x="57688" y="12867"/>
                    <a:pt x="60210" y="15671"/>
                    <a:pt x="64353" y="15671"/>
                  </a:cubicBezTo>
                  <a:cubicBezTo>
                    <a:pt x="69217" y="15671"/>
                    <a:pt x="74080" y="11114"/>
                    <a:pt x="74080" y="6381"/>
                  </a:cubicBezTo>
                  <a:close/>
                  <a:moveTo>
                    <a:pt x="37873" y="124696"/>
                  </a:moveTo>
                  <a:cubicBezTo>
                    <a:pt x="34451" y="138018"/>
                    <a:pt x="25804" y="148009"/>
                    <a:pt x="15717" y="148009"/>
                  </a:cubicBezTo>
                  <a:cubicBezTo>
                    <a:pt x="14636" y="148009"/>
                    <a:pt x="11934" y="148009"/>
                    <a:pt x="8691" y="146431"/>
                  </a:cubicBezTo>
                  <a:cubicBezTo>
                    <a:pt x="14095" y="145204"/>
                    <a:pt x="16797" y="140647"/>
                    <a:pt x="16797" y="137141"/>
                  </a:cubicBezTo>
                  <a:cubicBezTo>
                    <a:pt x="16797" y="134337"/>
                    <a:pt x="14816" y="131006"/>
                    <a:pt x="9952" y="131006"/>
                  </a:cubicBezTo>
                  <a:cubicBezTo>
                    <a:pt x="5449" y="131006"/>
                    <a:pt x="225" y="134687"/>
                    <a:pt x="225" y="140998"/>
                  </a:cubicBezTo>
                  <a:cubicBezTo>
                    <a:pt x="225" y="148009"/>
                    <a:pt x="7430" y="151865"/>
                    <a:pt x="16077" y="151865"/>
                  </a:cubicBezTo>
                  <a:cubicBezTo>
                    <a:pt x="28686" y="151865"/>
                    <a:pt x="45439" y="142575"/>
                    <a:pt x="49942" y="125222"/>
                  </a:cubicBezTo>
                  <a:lnTo>
                    <a:pt x="66515" y="61069"/>
                  </a:lnTo>
                  <a:cubicBezTo>
                    <a:pt x="67415" y="57564"/>
                    <a:pt x="67415" y="55110"/>
                    <a:pt x="67415" y="54584"/>
                  </a:cubicBezTo>
                  <a:cubicBezTo>
                    <a:pt x="67415" y="44593"/>
                    <a:pt x="59850" y="38458"/>
                    <a:pt x="50843" y="38458"/>
                  </a:cubicBezTo>
                  <a:cubicBezTo>
                    <a:pt x="32469" y="38458"/>
                    <a:pt x="22201" y="63874"/>
                    <a:pt x="22201" y="65451"/>
                  </a:cubicBezTo>
                  <a:cubicBezTo>
                    <a:pt x="22201" y="67204"/>
                    <a:pt x="24003" y="67204"/>
                    <a:pt x="24363" y="67204"/>
                  </a:cubicBezTo>
                  <a:cubicBezTo>
                    <a:pt x="25984" y="67204"/>
                    <a:pt x="26164" y="67029"/>
                    <a:pt x="27606" y="63698"/>
                  </a:cubicBezTo>
                  <a:cubicBezTo>
                    <a:pt x="32109" y="53006"/>
                    <a:pt x="40395" y="42314"/>
                    <a:pt x="50303" y="42314"/>
                  </a:cubicBezTo>
                  <a:cubicBezTo>
                    <a:pt x="52824" y="42314"/>
                    <a:pt x="56067" y="43015"/>
                    <a:pt x="56067" y="50377"/>
                  </a:cubicBezTo>
                  <a:cubicBezTo>
                    <a:pt x="56067" y="54408"/>
                    <a:pt x="55526" y="56337"/>
                    <a:pt x="54806" y="59316"/>
                  </a:cubicBezTo>
                  <a:lnTo>
                    <a:pt x="37873" y="1246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7" name="Freeform: Shape 2146">
              <a:extLst>
                <a:ext uri="{FF2B5EF4-FFF2-40B4-BE49-F238E27FC236}">
                  <a16:creationId xmlns:a16="http://schemas.microsoft.com/office/drawing/2014/main" id="{B4A0DA2B-0594-8A45-7BA6-FC3D004EF95B}"/>
                </a:ext>
              </a:extLst>
            </p:cNvPr>
            <p:cNvSpPr/>
            <p:nvPr>
              <p:custDataLst>
                <p:tags r:id="rId126"/>
              </p:custDataLst>
            </p:nvPr>
          </p:nvSpPr>
          <p:spPr>
            <a:xfrm>
              <a:off x="13068381" y="5141427"/>
              <a:ext cx="41791" cy="175281"/>
            </a:xfrm>
            <a:custGeom>
              <a:avLst/>
              <a:gdLst>
                <a:gd name="connsiteX0" fmla="*/ 42021 w 41791"/>
                <a:gd name="connsiteY0" fmla="*/ 87712 h 175281"/>
                <a:gd name="connsiteX1" fmla="*/ 30132 w 41791"/>
                <a:gd name="connsiteY1" fmla="*/ 33024 h 175281"/>
                <a:gd name="connsiteX2" fmla="*/ 2031 w 41791"/>
                <a:gd name="connsiteY2" fmla="*/ 71 h 175281"/>
                <a:gd name="connsiteX3" fmla="*/ 230 w 41791"/>
                <a:gd name="connsiteY3" fmla="*/ 1824 h 175281"/>
                <a:gd name="connsiteX4" fmla="*/ 3652 w 41791"/>
                <a:gd name="connsiteY4" fmla="*/ 5856 h 175281"/>
                <a:gd name="connsiteX5" fmla="*/ 31573 w 41791"/>
                <a:gd name="connsiteY5" fmla="*/ 87712 h 175281"/>
                <a:gd name="connsiteX6" fmla="*/ 2571 w 41791"/>
                <a:gd name="connsiteY6" fmla="*/ 170620 h 175281"/>
                <a:gd name="connsiteX7" fmla="*/ 230 w 41791"/>
                <a:gd name="connsiteY7" fmla="*/ 173600 h 175281"/>
                <a:gd name="connsiteX8" fmla="*/ 2031 w 41791"/>
                <a:gd name="connsiteY8" fmla="*/ 175353 h 175281"/>
                <a:gd name="connsiteX9" fmla="*/ 30673 w 41791"/>
                <a:gd name="connsiteY9" fmla="*/ 141173 h 175281"/>
                <a:gd name="connsiteX10" fmla="*/ 42021 w 41791"/>
                <a:gd name="connsiteY10" fmla="*/ 87712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12"/>
                  </a:moveTo>
                  <a:cubicBezTo>
                    <a:pt x="42021" y="74040"/>
                    <a:pt x="40040" y="52831"/>
                    <a:pt x="30132" y="33024"/>
                  </a:cubicBezTo>
                  <a:cubicBezTo>
                    <a:pt x="19324" y="11465"/>
                    <a:pt x="3832" y="71"/>
                    <a:pt x="2031" y="71"/>
                  </a:cubicBezTo>
                  <a:cubicBezTo>
                    <a:pt x="950" y="71"/>
                    <a:pt x="230" y="772"/>
                    <a:pt x="230" y="1824"/>
                  </a:cubicBezTo>
                  <a:cubicBezTo>
                    <a:pt x="230" y="2350"/>
                    <a:pt x="230" y="2700"/>
                    <a:pt x="3652" y="5856"/>
                  </a:cubicBezTo>
                  <a:cubicBezTo>
                    <a:pt x="21305" y="23208"/>
                    <a:pt x="31573" y="51078"/>
                    <a:pt x="31573" y="87712"/>
                  </a:cubicBezTo>
                  <a:cubicBezTo>
                    <a:pt x="31573" y="117685"/>
                    <a:pt x="24908" y="148535"/>
                    <a:pt x="2571" y="170620"/>
                  </a:cubicBezTo>
                  <a:cubicBezTo>
                    <a:pt x="230" y="172723"/>
                    <a:pt x="230" y="173074"/>
                    <a:pt x="230" y="173600"/>
                  </a:cubicBezTo>
                  <a:cubicBezTo>
                    <a:pt x="230" y="174652"/>
                    <a:pt x="950" y="175353"/>
                    <a:pt x="2031" y="175353"/>
                  </a:cubicBezTo>
                  <a:cubicBezTo>
                    <a:pt x="3832" y="175353"/>
                    <a:pt x="20045" y="163434"/>
                    <a:pt x="30673" y="141173"/>
                  </a:cubicBezTo>
                  <a:cubicBezTo>
                    <a:pt x="39859" y="121892"/>
                    <a:pt x="42021" y="102436"/>
                    <a:pt x="42021" y="87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8" name="Freeform: Shape 2147">
              <a:extLst>
                <a:ext uri="{FF2B5EF4-FFF2-40B4-BE49-F238E27FC236}">
                  <a16:creationId xmlns:a16="http://schemas.microsoft.com/office/drawing/2014/main" id="{CBC68534-5668-98D3-8B02-637BFEC39409}"/>
                </a:ext>
              </a:extLst>
            </p:cNvPr>
            <p:cNvSpPr/>
            <p:nvPr>
              <p:custDataLst>
                <p:tags r:id="rId127"/>
              </p:custDataLst>
            </p:nvPr>
          </p:nvSpPr>
          <p:spPr>
            <a:xfrm>
              <a:off x="12320088" y="5344141"/>
              <a:ext cx="808077" cy="7010"/>
            </a:xfrm>
            <a:custGeom>
              <a:avLst/>
              <a:gdLst>
                <a:gd name="connsiteX0" fmla="*/ 0 w 808077"/>
                <a:gd name="connsiteY0" fmla="*/ 0 h 7010"/>
                <a:gd name="connsiteX1" fmla="*/ 808077 w 808077"/>
                <a:gd name="connsiteY1" fmla="*/ 0 h 7010"/>
                <a:gd name="connsiteX2" fmla="*/ 808077 w 808077"/>
                <a:gd name="connsiteY2" fmla="*/ 7011 h 7010"/>
                <a:gd name="connsiteX3" fmla="*/ 0 w 808077"/>
                <a:gd name="connsiteY3" fmla="*/ 7011 h 7010"/>
              </a:gdLst>
              <a:ahLst/>
              <a:cxnLst>
                <a:cxn ang="0">
                  <a:pos x="connsiteX0" y="connsiteY0"/>
                </a:cxn>
                <a:cxn ang="0">
                  <a:pos x="connsiteX1" y="connsiteY1"/>
                </a:cxn>
                <a:cxn ang="0">
                  <a:pos x="connsiteX2" y="connsiteY2"/>
                </a:cxn>
                <a:cxn ang="0">
                  <a:pos x="connsiteX3" y="connsiteY3"/>
                </a:cxn>
              </a:cxnLst>
              <a:rect l="l" t="t" r="r" b="b"/>
              <a:pathLst>
                <a:path w="808077" h="7010">
                  <a:moveTo>
                    <a:pt x="0" y="0"/>
                  </a:moveTo>
                  <a:lnTo>
                    <a:pt x="808077" y="0"/>
                  </a:lnTo>
                  <a:lnTo>
                    <a:pt x="808077" y="7011"/>
                  </a:lnTo>
                  <a:lnTo>
                    <a:pt x="0" y="70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49" name="Freeform: Shape 2148">
              <a:extLst>
                <a:ext uri="{FF2B5EF4-FFF2-40B4-BE49-F238E27FC236}">
                  <a16:creationId xmlns:a16="http://schemas.microsoft.com/office/drawing/2014/main" id="{C64CE96E-D765-42B6-B5A7-E2F12EC1F598}"/>
                </a:ext>
              </a:extLst>
            </p:cNvPr>
            <p:cNvSpPr/>
            <p:nvPr>
              <p:custDataLst>
                <p:tags r:id="rId128"/>
              </p:custDataLst>
            </p:nvPr>
          </p:nvSpPr>
          <p:spPr>
            <a:xfrm>
              <a:off x="12327294" y="5391984"/>
              <a:ext cx="128616" cy="119717"/>
            </a:xfrm>
            <a:custGeom>
              <a:avLst/>
              <a:gdLst>
                <a:gd name="connsiteX0" fmla="*/ 47564 w 128616"/>
                <a:gd name="connsiteY0" fmla="*/ 64413 h 119717"/>
                <a:gd name="connsiteX1" fmla="*/ 78187 w 128616"/>
                <a:gd name="connsiteY1" fmla="*/ 64413 h 119717"/>
                <a:gd name="connsiteX2" fmla="*/ 128805 w 128616"/>
                <a:gd name="connsiteY2" fmla="*/ 26552 h 119717"/>
                <a:gd name="connsiteX3" fmla="*/ 93319 w 128616"/>
                <a:gd name="connsiteY3" fmla="*/ 85 h 119717"/>
                <a:gd name="connsiteX4" fmla="*/ 34955 w 128616"/>
                <a:gd name="connsiteY4" fmla="*/ 85 h 119717"/>
                <a:gd name="connsiteX5" fmla="*/ 29551 w 128616"/>
                <a:gd name="connsiteY5" fmla="*/ 3415 h 119717"/>
                <a:gd name="connsiteX6" fmla="*/ 34775 w 128616"/>
                <a:gd name="connsiteY6" fmla="*/ 5519 h 119717"/>
                <a:gd name="connsiteX7" fmla="*/ 42521 w 128616"/>
                <a:gd name="connsiteY7" fmla="*/ 5869 h 119717"/>
                <a:gd name="connsiteX8" fmla="*/ 46484 w 128616"/>
                <a:gd name="connsiteY8" fmla="*/ 8674 h 119717"/>
                <a:gd name="connsiteX9" fmla="*/ 45763 w 128616"/>
                <a:gd name="connsiteY9" fmla="*/ 12004 h 119717"/>
                <a:gd name="connsiteX10" fmla="*/ 21625 w 128616"/>
                <a:gd name="connsiteY10" fmla="*/ 106130 h 119717"/>
                <a:gd name="connsiteX11" fmla="*/ 5233 w 128616"/>
                <a:gd name="connsiteY11" fmla="*/ 114368 h 119717"/>
                <a:gd name="connsiteX12" fmla="*/ 189 w 128616"/>
                <a:gd name="connsiteY12" fmla="*/ 117699 h 119717"/>
                <a:gd name="connsiteX13" fmla="*/ 2891 w 128616"/>
                <a:gd name="connsiteY13" fmla="*/ 119802 h 119717"/>
                <a:gd name="connsiteX14" fmla="*/ 25768 w 128616"/>
                <a:gd name="connsiteY14" fmla="*/ 119276 h 119717"/>
                <a:gd name="connsiteX15" fmla="*/ 37297 w 128616"/>
                <a:gd name="connsiteY15" fmla="*/ 119451 h 119717"/>
                <a:gd name="connsiteX16" fmla="*/ 49005 w 128616"/>
                <a:gd name="connsiteY16" fmla="*/ 119802 h 119717"/>
                <a:gd name="connsiteX17" fmla="*/ 52608 w 128616"/>
                <a:gd name="connsiteY17" fmla="*/ 116296 h 119717"/>
                <a:gd name="connsiteX18" fmla="*/ 47564 w 128616"/>
                <a:gd name="connsiteY18" fmla="*/ 114368 h 119717"/>
                <a:gd name="connsiteX19" fmla="*/ 35856 w 128616"/>
                <a:gd name="connsiteY19" fmla="*/ 111213 h 119717"/>
                <a:gd name="connsiteX20" fmla="*/ 36396 w 128616"/>
                <a:gd name="connsiteY20" fmla="*/ 108233 h 119717"/>
                <a:gd name="connsiteX21" fmla="*/ 47564 w 128616"/>
                <a:gd name="connsiteY21" fmla="*/ 64413 h 119717"/>
                <a:gd name="connsiteX22" fmla="*/ 60534 w 128616"/>
                <a:gd name="connsiteY22" fmla="*/ 12179 h 119717"/>
                <a:gd name="connsiteX23" fmla="*/ 70261 w 128616"/>
                <a:gd name="connsiteY23" fmla="*/ 5519 h 119717"/>
                <a:gd name="connsiteX24" fmla="*/ 87554 w 128616"/>
                <a:gd name="connsiteY24" fmla="*/ 5519 h 119717"/>
                <a:gd name="connsiteX25" fmla="*/ 112053 w 128616"/>
                <a:gd name="connsiteY25" fmla="*/ 22346 h 119717"/>
                <a:gd name="connsiteX26" fmla="*/ 101425 w 128616"/>
                <a:gd name="connsiteY26" fmla="*/ 50566 h 119717"/>
                <a:gd name="connsiteX27" fmla="*/ 73684 w 128616"/>
                <a:gd name="connsiteY27" fmla="*/ 59856 h 119717"/>
                <a:gd name="connsiteX28" fmla="*/ 48285 w 128616"/>
                <a:gd name="connsiteY28" fmla="*/ 59856 h 119717"/>
                <a:gd name="connsiteX29" fmla="*/ 60534 w 128616"/>
                <a:gd name="connsiteY29" fmla="*/ 12179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13"/>
                  </a:moveTo>
                  <a:lnTo>
                    <a:pt x="78187" y="64413"/>
                  </a:lnTo>
                  <a:cubicBezTo>
                    <a:pt x="103767" y="64413"/>
                    <a:pt x="128805" y="46184"/>
                    <a:pt x="128805" y="26552"/>
                  </a:cubicBezTo>
                  <a:cubicBezTo>
                    <a:pt x="128805" y="13056"/>
                    <a:pt x="116917" y="85"/>
                    <a:pt x="93319" y="85"/>
                  </a:cubicBezTo>
                  <a:lnTo>
                    <a:pt x="34955" y="85"/>
                  </a:lnTo>
                  <a:cubicBezTo>
                    <a:pt x="31532" y="85"/>
                    <a:pt x="29551" y="85"/>
                    <a:pt x="29551" y="3415"/>
                  </a:cubicBezTo>
                  <a:cubicBezTo>
                    <a:pt x="29551" y="5519"/>
                    <a:pt x="31172" y="5519"/>
                    <a:pt x="34775" y="5519"/>
                  </a:cubicBezTo>
                  <a:cubicBezTo>
                    <a:pt x="37117" y="5519"/>
                    <a:pt x="40359" y="5694"/>
                    <a:pt x="42521" y="5869"/>
                  </a:cubicBezTo>
                  <a:cubicBezTo>
                    <a:pt x="45403" y="6220"/>
                    <a:pt x="46484" y="6745"/>
                    <a:pt x="46484" y="8674"/>
                  </a:cubicBezTo>
                  <a:cubicBezTo>
                    <a:pt x="46484" y="9375"/>
                    <a:pt x="46303" y="9901"/>
                    <a:pt x="45763" y="12004"/>
                  </a:cubicBezTo>
                  <a:lnTo>
                    <a:pt x="21625" y="106130"/>
                  </a:lnTo>
                  <a:cubicBezTo>
                    <a:pt x="19824" y="112966"/>
                    <a:pt x="19463" y="114368"/>
                    <a:pt x="5233" y="114368"/>
                  </a:cubicBezTo>
                  <a:cubicBezTo>
                    <a:pt x="2170" y="114368"/>
                    <a:pt x="189" y="114368"/>
                    <a:pt x="189" y="117699"/>
                  </a:cubicBezTo>
                  <a:cubicBezTo>
                    <a:pt x="189" y="119802"/>
                    <a:pt x="2350" y="119802"/>
                    <a:pt x="2891" y="119802"/>
                  </a:cubicBezTo>
                  <a:cubicBezTo>
                    <a:pt x="7935" y="119802"/>
                    <a:pt x="20724" y="119276"/>
                    <a:pt x="25768" y="119276"/>
                  </a:cubicBezTo>
                  <a:cubicBezTo>
                    <a:pt x="29551" y="119276"/>
                    <a:pt x="33514" y="119451"/>
                    <a:pt x="37297" y="119451"/>
                  </a:cubicBezTo>
                  <a:cubicBezTo>
                    <a:pt x="41260" y="119451"/>
                    <a:pt x="45223" y="119802"/>
                    <a:pt x="49005" y="119802"/>
                  </a:cubicBezTo>
                  <a:cubicBezTo>
                    <a:pt x="50266" y="119802"/>
                    <a:pt x="52608" y="119802"/>
                    <a:pt x="52608" y="116296"/>
                  </a:cubicBezTo>
                  <a:cubicBezTo>
                    <a:pt x="52608" y="114368"/>
                    <a:pt x="50987" y="114368"/>
                    <a:pt x="47564" y="114368"/>
                  </a:cubicBezTo>
                  <a:cubicBezTo>
                    <a:pt x="40899" y="114368"/>
                    <a:pt x="35856" y="114368"/>
                    <a:pt x="35856" y="111213"/>
                  </a:cubicBezTo>
                  <a:cubicBezTo>
                    <a:pt x="35856" y="110162"/>
                    <a:pt x="36216" y="109285"/>
                    <a:pt x="36396" y="108233"/>
                  </a:cubicBezTo>
                  <a:lnTo>
                    <a:pt x="47564" y="64413"/>
                  </a:lnTo>
                  <a:close/>
                  <a:moveTo>
                    <a:pt x="60534" y="12179"/>
                  </a:moveTo>
                  <a:cubicBezTo>
                    <a:pt x="62155" y="6044"/>
                    <a:pt x="62516" y="5519"/>
                    <a:pt x="70261" y="5519"/>
                  </a:cubicBezTo>
                  <a:lnTo>
                    <a:pt x="87554" y="5519"/>
                  </a:lnTo>
                  <a:cubicBezTo>
                    <a:pt x="102506" y="5519"/>
                    <a:pt x="112053" y="10251"/>
                    <a:pt x="112053" y="22346"/>
                  </a:cubicBezTo>
                  <a:cubicBezTo>
                    <a:pt x="112053" y="29182"/>
                    <a:pt x="108450" y="44256"/>
                    <a:pt x="101425" y="50566"/>
                  </a:cubicBezTo>
                  <a:cubicBezTo>
                    <a:pt x="92418" y="58454"/>
                    <a:pt x="81610" y="59856"/>
                    <a:pt x="73684" y="59856"/>
                  </a:cubicBezTo>
                  <a:lnTo>
                    <a:pt x="48285" y="59856"/>
                  </a:lnTo>
                  <a:lnTo>
                    <a:pt x="60534" y="121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0" name="Freeform: Shape 2149">
              <a:extLst>
                <a:ext uri="{FF2B5EF4-FFF2-40B4-BE49-F238E27FC236}">
                  <a16:creationId xmlns:a16="http://schemas.microsoft.com/office/drawing/2014/main" id="{62B2700B-8E02-12F2-7C14-987961B37A99}"/>
                </a:ext>
              </a:extLst>
            </p:cNvPr>
            <p:cNvSpPr/>
            <p:nvPr>
              <p:custDataLst>
                <p:tags r:id="rId129"/>
              </p:custDataLst>
            </p:nvPr>
          </p:nvSpPr>
          <p:spPr>
            <a:xfrm>
              <a:off x="12478590" y="5380240"/>
              <a:ext cx="41791" cy="175281"/>
            </a:xfrm>
            <a:custGeom>
              <a:avLst/>
              <a:gdLst>
                <a:gd name="connsiteX0" fmla="*/ 41988 w 41791"/>
                <a:gd name="connsiteY0" fmla="*/ 173613 h 175281"/>
                <a:gd name="connsiteX1" fmla="*/ 38926 w 41791"/>
                <a:gd name="connsiteY1" fmla="*/ 169757 h 175281"/>
                <a:gd name="connsiteX2" fmla="*/ 10644 w 41791"/>
                <a:gd name="connsiteY2" fmla="*/ 87726 h 175281"/>
                <a:gd name="connsiteX3" fmla="*/ 39646 w 41791"/>
                <a:gd name="connsiteY3" fmla="*/ 4817 h 175281"/>
                <a:gd name="connsiteX4" fmla="*/ 41988 w 41791"/>
                <a:gd name="connsiteY4" fmla="*/ 1838 h 175281"/>
                <a:gd name="connsiteX5" fmla="*/ 40187 w 41791"/>
                <a:gd name="connsiteY5" fmla="*/ 85 h 175281"/>
                <a:gd name="connsiteX6" fmla="*/ 11545 w 41791"/>
                <a:gd name="connsiteY6" fmla="*/ 34265 h 175281"/>
                <a:gd name="connsiteX7" fmla="*/ 197 w 41791"/>
                <a:gd name="connsiteY7" fmla="*/ 87726 h 175281"/>
                <a:gd name="connsiteX8" fmla="*/ 12086 w 41791"/>
                <a:gd name="connsiteY8" fmla="*/ 142413 h 175281"/>
                <a:gd name="connsiteX9" fmla="*/ 40187 w 41791"/>
                <a:gd name="connsiteY9" fmla="*/ 175366 h 175281"/>
                <a:gd name="connsiteX10" fmla="*/ 41988 w 41791"/>
                <a:gd name="connsiteY10" fmla="*/ 173613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13"/>
                  </a:moveTo>
                  <a:cubicBezTo>
                    <a:pt x="41988" y="173088"/>
                    <a:pt x="41988" y="172737"/>
                    <a:pt x="38926" y="169757"/>
                  </a:cubicBezTo>
                  <a:cubicBezTo>
                    <a:pt x="16409" y="147672"/>
                    <a:pt x="10644" y="114544"/>
                    <a:pt x="10644" y="87726"/>
                  </a:cubicBezTo>
                  <a:cubicBezTo>
                    <a:pt x="10644" y="57227"/>
                    <a:pt x="17490" y="26728"/>
                    <a:pt x="39646" y="4817"/>
                  </a:cubicBezTo>
                  <a:cubicBezTo>
                    <a:pt x="41988" y="2714"/>
                    <a:pt x="41988" y="2363"/>
                    <a:pt x="41988" y="1838"/>
                  </a:cubicBezTo>
                  <a:cubicBezTo>
                    <a:pt x="41988" y="611"/>
                    <a:pt x="41267" y="85"/>
                    <a:pt x="40187" y="85"/>
                  </a:cubicBezTo>
                  <a:cubicBezTo>
                    <a:pt x="38385" y="85"/>
                    <a:pt x="22173" y="12004"/>
                    <a:pt x="11545" y="34265"/>
                  </a:cubicBezTo>
                  <a:cubicBezTo>
                    <a:pt x="2358" y="53546"/>
                    <a:pt x="197" y="73002"/>
                    <a:pt x="197" y="87726"/>
                  </a:cubicBezTo>
                  <a:cubicBezTo>
                    <a:pt x="197" y="101397"/>
                    <a:pt x="2178" y="122607"/>
                    <a:pt x="12086" y="142413"/>
                  </a:cubicBezTo>
                  <a:cubicBezTo>
                    <a:pt x="22894" y="163973"/>
                    <a:pt x="38385" y="175366"/>
                    <a:pt x="40187" y="175366"/>
                  </a:cubicBezTo>
                  <a:cubicBezTo>
                    <a:pt x="41267" y="175366"/>
                    <a:pt x="41988" y="174840"/>
                    <a:pt x="41988" y="1736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1" name="Freeform: Shape 2150">
              <a:extLst>
                <a:ext uri="{FF2B5EF4-FFF2-40B4-BE49-F238E27FC236}">
                  <a16:creationId xmlns:a16="http://schemas.microsoft.com/office/drawing/2014/main" id="{8E12AB1B-5855-7F7B-91BF-4F1921D8BACC}"/>
                </a:ext>
              </a:extLst>
            </p:cNvPr>
            <p:cNvSpPr/>
            <p:nvPr>
              <p:custDataLst>
                <p:tags r:id="rId130"/>
              </p:custDataLst>
            </p:nvPr>
          </p:nvSpPr>
          <p:spPr>
            <a:xfrm>
              <a:off x="12537114" y="5391984"/>
              <a:ext cx="130958" cy="119717"/>
            </a:xfrm>
            <a:custGeom>
              <a:avLst/>
              <a:gdLst>
                <a:gd name="connsiteX0" fmla="*/ 101437 w 130958"/>
                <a:gd name="connsiteY0" fmla="*/ 20067 h 119717"/>
                <a:gd name="connsiteX1" fmla="*/ 103958 w 130958"/>
                <a:gd name="connsiteY1" fmla="*/ 17613 h 119717"/>
                <a:gd name="connsiteX2" fmla="*/ 127556 w 130958"/>
                <a:gd name="connsiteY2" fmla="*/ 5519 h 119717"/>
                <a:gd name="connsiteX3" fmla="*/ 131159 w 130958"/>
                <a:gd name="connsiteY3" fmla="*/ 2188 h 119717"/>
                <a:gd name="connsiteX4" fmla="*/ 128817 w 130958"/>
                <a:gd name="connsiteY4" fmla="*/ 85 h 119717"/>
                <a:gd name="connsiteX5" fmla="*/ 114046 w 130958"/>
                <a:gd name="connsiteY5" fmla="*/ 611 h 119717"/>
                <a:gd name="connsiteX6" fmla="*/ 96032 w 130958"/>
                <a:gd name="connsiteY6" fmla="*/ 85 h 119717"/>
                <a:gd name="connsiteX7" fmla="*/ 92610 w 130958"/>
                <a:gd name="connsiteY7" fmla="*/ 3415 h 119717"/>
                <a:gd name="connsiteX8" fmla="*/ 95312 w 130958"/>
                <a:gd name="connsiteY8" fmla="*/ 5519 h 119717"/>
                <a:gd name="connsiteX9" fmla="*/ 101797 w 130958"/>
                <a:gd name="connsiteY9" fmla="*/ 9550 h 119717"/>
                <a:gd name="connsiteX10" fmla="*/ 96933 w 130958"/>
                <a:gd name="connsiteY10" fmla="*/ 17964 h 119717"/>
                <a:gd name="connsiteX11" fmla="*/ 55142 w 130958"/>
                <a:gd name="connsiteY11" fmla="*/ 64764 h 119717"/>
                <a:gd name="connsiteX12" fmla="*/ 35327 w 130958"/>
                <a:gd name="connsiteY12" fmla="*/ 12705 h 119717"/>
                <a:gd name="connsiteX13" fmla="*/ 34246 w 130958"/>
                <a:gd name="connsiteY13" fmla="*/ 9725 h 119717"/>
                <a:gd name="connsiteX14" fmla="*/ 44874 w 130958"/>
                <a:gd name="connsiteY14" fmla="*/ 5519 h 119717"/>
                <a:gd name="connsiteX15" fmla="*/ 49197 w 130958"/>
                <a:gd name="connsiteY15" fmla="*/ 2013 h 119717"/>
                <a:gd name="connsiteX16" fmla="*/ 46495 w 130958"/>
                <a:gd name="connsiteY16" fmla="*/ 85 h 119717"/>
                <a:gd name="connsiteX17" fmla="*/ 23798 w 130958"/>
                <a:gd name="connsiteY17" fmla="*/ 611 h 119717"/>
                <a:gd name="connsiteX18" fmla="*/ 3623 w 130958"/>
                <a:gd name="connsiteY18" fmla="*/ 85 h 119717"/>
                <a:gd name="connsiteX19" fmla="*/ 200 w 130958"/>
                <a:gd name="connsiteY19" fmla="*/ 3590 h 119717"/>
                <a:gd name="connsiteX20" fmla="*/ 4344 w 130958"/>
                <a:gd name="connsiteY20" fmla="*/ 5519 h 119717"/>
                <a:gd name="connsiteX21" fmla="*/ 17493 w 130958"/>
                <a:gd name="connsiteY21" fmla="*/ 11478 h 119717"/>
                <a:gd name="connsiteX22" fmla="*/ 39650 w 130958"/>
                <a:gd name="connsiteY22" fmla="*/ 69146 h 119717"/>
                <a:gd name="connsiteX23" fmla="*/ 40371 w 130958"/>
                <a:gd name="connsiteY23" fmla="*/ 72125 h 119717"/>
                <a:gd name="connsiteX24" fmla="*/ 32265 w 130958"/>
                <a:gd name="connsiteY24" fmla="*/ 104027 h 119717"/>
                <a:gd name="connsiteX25" fmla="*/ 15332 w 130958"/>
                <a:gd name="connsiteY25" fmla="*/ 114368 h 119717"/>
                <a:gd name="connsiteX26" fmla="*/ 10468 w 130958"/>
                <a:gd name="connsiteY26" fmla="*/ 117874 h 119717"/>
                <a:gd name="connsiteX27" fmla="*/ 12990 w 130958"/>
                <a:gd name="connsiteY27" fmla="*/ 119802 h 119717"/>
                <a:gd name="connsiteX28" fmla="*/ 35687 w 130958"/>
                <a:gd name="connsiteY28" fmla="*/ 119276 h 119717"/>
                <a:gd name="connsiteX29" fmla="*/ 58744 w 130958"/>
                <a:gd name="connsiteY29" fmla="*/ 119802 h 119717"/>
                <a:gd name="connsiteX30" fmla="*/ 62167 w 130958"/>
                <a:gd name="connsiteY30" fmla="*/ 116296 h 119717"/>
                <a:gd name="connsiteX31" fmla="*/ 57123 w 130958"/>
                <a:gd name="connsiteY31" fmla="*/ 114368 h 119717"/>
                <a:gd name="connsiteX32" fmla="*/ 50278 w 130958"/>
                <a:gd name="connsiteY32" fmla="*/ 114018 h 119717"/>
                <a:gd name="connsiteX33" fmla="*/ 45414 w 130958"/>
                <a:gd name="connsiteY33" fmla="*/ 111213 h 119717"/>
                <a:gd name="connsiteX34" fmla="*/ 47936 w 130958"/>
                <a:gd name="connsiteY34" fmla="*/ 100171 h 119717"/>
                <a:gd name="connsiteX35" fmla="*/ 54241 w 130958"/>
                <a:gd name="connsiteY35" fmla="*/ 75456 h 119717"/>
                <a:gd name="connsiteX36" fmla="*/ 56763 w 130958"/>
                <a:gd name="connsiteY36" fmla="*/ 70022 h 119717"/>
                <a:gd name="connsiteX37" fmla="*/ 101437 w 130958"/>
                <a:gd name="connsiteY37" fmla="*/ 20067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67"/>
                  </a:moveTo>
                  <a:lnTo>
                    <a:pt x="103958" y="17613"/>
                  </a:lnTo>
                  <a:cubicBezTo>
                    <a:pt x="109363" y="12355"/>
                    <a:pt x="115307" y="6395"/>
                    <a:pt x="127556" y="5519"/>
                  </a:cubicBezTo>
                  <a:cubicBezTo>
                    <a:pt x="129538" y="5343"/>
                    <a:pt x="131159" y="5343"/>
                    <a:pt x="131159" y="2188"/>
                  </a:cubicBezTo>
                  <a:cubicBezTo>
                    <a:pt x="131159" y="786"/>
                    <a:pt x="130258" y="85"/>
                    <a:pt x="128817" y="85"/>
                  </a:cubicBezTo>
                  <a:cubicBezTo>
                    <a:pt x="124134" y="85"/>
                    <a:pt x="118910" y="611"/>
                    <a:pt x="114046" y="611"/>
                  </a:cubicBezTo>
                  <a:cubicBezTo>
                    <a:pt x="108102" y="611"/>
                    <a:pt x="101797" y="85"/>
                    <a:pt x="96032" y="85"/>
                  </a:cubicBezTo>
                  <a:cubicBezTo>
                    <a:pt x="94952" y="85"/>
                    <a:pt x="92610" y="85"/>
                    <a:pt x="92610" y="3415"/>
                  </a:cubicBezTo>
                  <a:cubicBezTo>
                    <a:pt x="92610" y="5343"/>
                    <a:pt x="94411" y="5519"/>
                    <a:pt x="95312" y="5519"/>
                  </a:cubicBezTo>
                  <a:cubicBezTo>
                    <a:pt x="96573" y="5519"/>
                    <a:pt x="101797" y="5869"/>
                    <a:pt x="101797" y="9550"/>
                  </a:cubicBezTo>
                  <a:cubicBezTo>
                    <a:pt x="101797" y="12530"/>
                    <a:pt x="97654" y="17087"/>
                    <a:pt x="96933" y="17964"/>
                  </a:cubicBezTo>
                  <a:lnTo>
                    <a:pt x="55142" y="64764"/>
                  </a:lnTo>
                  <a:lnTo>
                    <a:pt x="35327" y="12705"/>
                  </a:lnTo>
                  <a:cubicBezTo>
                    <a:pt x="34246" y="10251"/>
                    <a:pt x="34246" y="9901"/>
                    <a:pt x="34246" y="9725"/>
                  </a:cubicBezTo>
                  <a:cubicBezTo>
                    <a:pt x="34246" y="5519"/>
                    <a:pt x="43073" y="5519"/>
                    <a:pt x="44874" y="5519"/>
                  </a:cubicBezTo>
                  <a:cubicBezTo>
                    <a:pt x="47396" y="5519"/>
                    <a:pt x="49197" y="5519"/>
                    <a:pt x="49197" y="2013"/>
                  </a:cubicBezTo>
                  <a:cubicBezTo>
                    <a:pt x="49197" y="85"/>
                    <a:pt x="47036" y="85"/>
                    <a:pt x="46495" y="85"/>
                  </a:cubicBezTo>
                  <a:cubicBezTo>
                    <a:pt x="41451" y="85"/>
                    <a:pt x="28842" y="611"/>
                    <a:pt x="23798" y="611"/>
                  </a:cubicBezTo>
                  <a:cubicBezTo>
                    <a:pt x="19295" y="611"/>
                    <a:pt x="8126" y="85"/>
                    <a:pt x="3623" y="85"/>
                  </a:cubicBezTo>
                  <a:cubicBezTo>
                    <a:pt x="2542" y="85"/>
                    <a:pt x="200" y="85"/>
                    <a:pt x="200" y="3590"/>
                  </a:cubicBezTo>
                  <a:cubicBezTo>
                    <a:pt x="200" y="5519"/>
                    <a:pt x="2002" y="5519"/>
                    <a:pt x="4344" y="5519"/>
                  </a:cubicBezTo>
                  <a:cubicBezTo>
                    <a:pt x="15152" y="5519"/>
                    <a:pt x="15872" y="7096"/>
                    <a:pt x="17493" y="11478"/>
                  </a:cubicBezTo>
                  <a:lnTo>
                    <a:pt x="39650" y="69146"/>
                  </a:lnTo>
                  <a:cubicBezTo>
                    <a:pt x="39830" y="69672"/>
                    <a:pt x="40371" y="71600"/>
                    <a:pt x="40371" y="72125"/>
                  </a:cubicBezTo>
                  <a:cubicBezTo>
                    <a:pt x="40371" y="72651"/>
                    <a:pt x="33165" y="100872"/>
                    <a:pt x="32265" y="104027"/>
                  </a:cubicBezTo>
                  <a:cubicBezTo>
                    <a:pt x="29923" y="113667"/>
                    <a:pt x="29743" y="114193"/>
                    <a:pt x="15332" y="114368"/>
                  </a:cubicBezTo>
                  <a:cubicBezTo>
                    <a:pt x="11909" y="114368"/>
                    <a:pt x="10468" y="114368"/>
                    <a:pt x="10468" y="117874"/>
                  </a:cubicBezTo>
                  <a:cubicBezTo>
                    <a:pt x="10468" y="119802"/>
                    <a:pt x="12630" y="119802"/>
                    <a:pt x="12990" y="119802"/>
                  </a:cubicBezTo>
                  <a:cubicBezTo>
                    <a:pt x="18034" y="119802"/>
                    <a:pt x="30643" y="119276"/>
                    <a:pt x="35687" y="119276"/>
                  </a:cubicBezTo>
                  <a:cubicBezTo>
                    <a:pt x="40731" y="119276"/>
                    <a:pt x="53701" y="119802"/>
                    <a:pt x="58744" y="119802"/>
                  </a:cubicBezTo>
                  <a:cubicBezTo>
                    <a:pt x="60005" y="119802"/>
                    <a:pt x="62167" y="119802"/>
                    <a:pt x="62167" y="116296"/>
                  </a:cubicBezTo>
                  <a:cubicBezTo>
                    <a:pt x="62167" y="114368"/>
                    <a:pt x="60546" y="114368"/>
                    <a:pt x="57123" y="114368"/>
                  </a:cubicBezTo>
                  <a:cubicBezTo>
                    <a:pt x="56763" y="114368"/>
                    <a:pt x="53340" y="114368"/>
                    <a:pt x="50278" y="114018"/>
                  </a:cubicBezTo>
                  <a:cubicBezTo>
                    <a:pt x="46495" y="113667"/>
                    <a:pt x="45414" y="113317"/>
                    <a:pt x="45414" y="111213"/>
                  </a:cubicBezTo>
                  <a:cubicBezTo>
                    <a:pt x="45414" y="109986"/>
                    <a:pt x="47036" y="103851"/>
                    <a:pt x="47936" y="100171"/>
                  </a:cubicBezTo>
                  <a:lnTo>
                    <a:pt x="54241" y="75456"/>
                  </a:lnTo>
                  <a:cubicBezTo>
                    <a:pt x="55142" y="72125"/>
                    <a:pt x="55322" y="71600"/>
                    <a:pt x="56763" y="70022"/>
                  </a:cubicBezTo>
                  <a:lnTo>
                    <a:pt x="101437" y="200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2" name="Freeform: Shape 2151">
              <a:extLst>
                <a:ext uri="{FF2B5EF4-FFF2-40B4-BE49-F238E27FC236}">
                  <a16:creationId xmlns:a16="http://schemas.microsoft.com/office/drawing/2014/main" id="{8573C388-551C-AB64-EBEC-95601BFDAB8E}"/>
                </a:ext>
              </a:extLst>
            </p:cNvPr>
            <p:cNvSpPr/>
            <p:nvPr>
              <p:custDataLst>
                <p:tags r:id="rId131"/>
              </p:custDataLst>
            </p:nvPr>
          </p:nvSpPr>
          <p:spPr>
            <a:xfrm>
              <a:off x="12641315" y="5483884"/>
              <a:ext cx="77043" cy="55336"/>
            </a:xfrm>
            <a:custGeom>
              <a:avLst/>
              <a:gdLst>
                <a:gd name="connsiteX0" fmla="*/ 9663 w 77043"/>
                <a:gd name="connsiteY0" fmla="*/ 46466 h 55336"/>
                <a:gd name="connsiteX1" fmla="*/ 8402 w 77043"/>
                <a:gd name="connsiteY1" fmla="*/ 51496 h 55336"/>
                <a:gd name="connsiteX2" fmla="*/ 12690 w 77043"/>
                <a:gd name="connsiteY2" fmla="*/ 55423 h 55336"/>
                <a:gd name="connsiteX3" fmla="*/ 17607 w 77043"/>
                <a:gd name="connsiteY3" fmla="*/ 52723 h 55336"/>
                <a:gd name="connsiteX4" fmla="*/ 19877 w 77043"/>
                <a:gd name="connsiteY4" fmla="*/ 45116 h 55336"/>
                <a:gd name="connsiteX5" fmla="*/ 22651 w 77043"/>
                <a:gd name="connsiteY5" fmla="*/ 34073 h 55336"/>
                <a:gd name="connsiteX6" fmla="*/ 24795 w 77043"/>
                <a:gd name="connsiteY6" fmla="*/ 25853 h 55336"/>
                <a:gd name="connsiteX7" fmla="*/ 30091 w 77043"/>
                <a:gd name="connsiteY7" fmla="*/ 14810 h 55336"/>
                <a:gd name="connsiteX8" fmla="*/ 49005 w 77043"/>
                <a:gd name="connsiteY8" fmla="*/ 3522 h 55336"/>
                <a:gd name="connsiteX9" fmla="*/ 56445 w 77043"/>
                <a:gd name="connsiteY9" fmla="*/ 12111 h 55336"/>
                <a:gd name="connsiteX10" fmla="*/ 49005 w 77043"/>
                <a:gd name="connsiteY10" fmla="*/ 38245 h 55336"/>
                <a:gd name="connsiteX11" fmla="*/ 47113 w 77043"/>
                <a:gd name="connsiteY11" fmla="*/ 44871 h 55336"/>
                <a:gd name="connsiteX12" fmla="*/ 59092 w 77043"/>
                <a:gd name="connsiteY12" fmla="*/ 55423 h 55336"/>
                <a:gd name="connsiteX13" fmla="*/ 77250 w 77043"/>
                <a:gd name="connsiteY13" fmla="*/ 36650 h 55336"/>
                <a:gd name="connsiteX14" fmla="*/ 75233 w 77043"/>
                <a:gd name="connsiteY14" fmla="*/ 35055 h 55336"/>
                <a:gd name="connsiteX15" fmla="*/ 72837 w 77043"/>
                <a:gd name="connsiteY15" fmla="*/ 37141 h 55336"/>
                <a:gd name="connsiteX16" fmla="*/ 59471 w 77043"/>
                <a:gd name="connsiteY16" fmla="*/ 51987 h 55336"/>
                <a:gd name="connsiteX17" fmla="*/ 56318 w 77043"/>
                <a:gd name="connsiteY17" fmla="*/ 47693 h 55336"/>
                <a:gd name="connsiteX18" fmla="*/ 59219 w 77043"/>
                <a:gd name="connsiteY18" fmla="*/ 37754 h 55336"/>
                <a:gd name="connsiteX19" fmla="*/ 65902 w 77043"/>
                <a:gd name="connsiteY19" fmla="*/ 14074 h 55336"/>
                <a:gd name="connsiteX20" fmla="*/ 49509 w 77043"/>
                <a:gd name="connsiteY20" fmla="*/ 86 h 55336"/>
                <a:gd name="connsiteX21" fmla="*/ 28199 w 77043"/>
                <a:gd name="connsiteY21" fmla="*/ 11252 h 55336"/>
                <a:gd name="connsiteX22" fmla="*/ 14707 w 77043"/>
                <a:gd name="connsiteY22" fmla="*/ 86 h 55336"/>
                <a:gd name="connsiteX23" fmla="*/ 4746 w 77043"/>
                <a:gd name="connsiteY23" fmla="*/ 6712 h 55336"/>
                <a:gd name="connsiteX24" fmla="*/ 206 w 77043"/>
                <a:gd name="connsiteY24" fmla="*/ 18859 h 55336"/>
                <a:gd name="connsiteX25" fmla="*/ 2350 w 77043"/>
                <a:gd name="connsiteY25" fmla="*/ 20454 h 55336"/>
                <a:gd name="connsiteX26" fmla="*/ 5124 w 77043"/>
                <a:gd name="connsiteY26" fmla="*/ 16773 h 55336"/>
                <a:gd name="connsiteX27" fmla="*/ 14329 w 77043"/>
                <a:gd name="connsiteY27" fmla="*/ 3522 h 55336"/>
                <a:gd name="connsiteX28" fmla="*/ 18490 w 77043"/>
                <a:gd name="connsiteY28" fmla="*/ 9534 h 55336"/>
                <a:gd name="connsiteX29" fmla="*/ 16472 w 77043"/>
                <a:gd name="connsiteY29" fmla="*/ 19718 h 55336"/>
                <a:gd name="connsiteX30" fmla="*/ 13698 w 77043"/>
                <a:gd name="connsiteY30" fmla="*/ 30761 h 55336"/>
                <a:gd name="connsiteX31" fmla="*/ 9663 w 77043"/>
                <a:gd name="connsiteY31" fmla="*/ 46466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66"/>
                  </a:moveTo>
                  <a:cubicBezTo>
                    <a:pt x="9159" y="48061"/>
                    <a:pt x="8402" y="51128"/>
                    <a:pt x="8402" y="51496"/>
                  </a:cubicBezTo>
                  <a:cubicBezTo>
                    <a:pt x="8402" y="54196"/>
                    <a:pt x="10672" y="55423"/>
                    <a:pt x="12690" y="55423"/>
                  </a:cubicBezTo>
                  <a:cubicBezTo>
                    <a:pt x="14959" y="55423"/>
                    <a:pt x="16977" y="53828"/>
                    <a:pt x="17607" y="52723"/>
                  </a:cubicBezTo>
                  <a:cubicBezTo>
                    <a:pt x="18238" y="51619"/>
                    <a:pt x="19247" y="47693"/>
                    <a:pt x="19877" y="45116"/>
                  </a:cubicBezTo>
                  <a:cubicBezTo>
                    <a:pt x="20507" y="42785"/>
                    <a:pt x="21895" y="37141"/>
                    <a:pt x="22651" y="34073"/>
                  </a:cubicBezTo>
                  <a:cubicBezTo>
                    <a:pt x="23408" y="31374"/>
                    <a:pt x="24164" y="28675"/>
                    <a:pt x="24795" y="25853"/>
                  </a:cubicBezTo>
                  <a:cubicBezTo>
                    <a:pt x="26182" y="20822"/>
                    <a:pt x="26434" y="19841"/>
                    <a:pt x="30091" y="14810"/>
                  </a:cubicBezTo>
                  <a:cubicBezTo>
                    <a:pt x="33621" y="9902"/>
                    <a:pt x="39548" y="3522"/>
                    <a:pt x="49005" y="3522"/>
                  </a:cubicBezTo>
                  <a:cubicBezTo>
                    <a:pt x="56318" y="3522"/>
                    <a:pt x="56445" y="9779"/>
                    <a:pt x="56445" y="12111"/>
                  </a:cubicBezTo>
                  <a:cubicBezTo>
                    <a:pt x="56445" y="19472"/>
                    <a:pt x="51022" y="33092"/>
                    <a:pt x="49005" y="38245"/>
                  </a:cubicBezTo>
                  <a:cubicBezTo>
                    <a:pt x="47618" y="41681"/>
                    <a:pt x="47113" y="42785"/>
                    <a:pt x="47113" y="44871"/>
                  </a:cubicBezTo>
                  <a:cubicBezTo>
                    <a:pt x="47113" y="51374"/>
                    <a:pt x="52662" y="55423"/>
                    <a:pt x="59092" y="55423"/>
                  </a:cubicBezTo>
                  <a:cubicBezTo>
                    <a:pt x="71702" y="55423"/>
                    <a:pt x="77250" y="38490"/>
                    <a:pt x="77250" y="36650"/>
                  </a:cubicBezTo>
                  <a:cubicBezTo>
                    <a:pt x="77250" y="35055"/>
                    <a:pt x="75611" y="35055"/>
                    <a:pt x="75233" y="35055"/>
                  </a:cubicBezTo>
                  <a:cubicBezTo>
                    <a:pt x="73467" y="35055"/>
                    <a:pt x="73341" y="35791"/>
                    <a:pt x="72837" y="37141"/>
                  </a:cubicBezTo>
                  <a:cubicBezTo>
                    <a:pt x="69937" y="46957"/>
                    <a:pt x="64515" y="51987"/>
                    <a:pt x="59471" y="51987"/>
                  </a:cubicBezTo>
                  <a:cubicBezTo>
                    <a:pt x="56823" y="51987"/>
                    <a:pt x="56318" y="50269"/>
                    <a:pt x="56318" y="47693"/>
                  </a:cubicBezTo>
                  <a:cubicBezTo>
                    <a:pt x="56318" y="44871"/>
                    <a:pt x="56949" y="43276"/>
                    <a:pt x="59219" y="37754"/>
                  </a:cubicBezTo>
                  <a:cubicBezTo>
                    <a:pt x="60732" y="33951"/>
                    <a:pt x="65902" y="20945"/>
                    <a:pt x="65902" y="14074"/>
                  </a:cubicBezTo>
                  <a:cubicBezTo>
                    <a:pt x="65902" y="2172"/>
                    <a:pt x="56192" y="86"/>
                    <a:pt x="49509" y="86"/>
                  </a:cubicBezTo>
                  <a:cubicBezTo>
                    <a:pt x="39043" y="86"/>
                    <a:pt x="31982" y="6344"/>
                    <a:pt x="28199" y="11252"/>
                  </a:cubicBezTo>
                  <a:cubicBezTo>
                    <a:pt x="27317" y="2786"/>
                    <a:pt x="19877" y="86"/>
                    <a:pt x="14707" y="86"/>
                  </a:cubicBezTo>
                  <a:cubicBezTo>
                    <a:pt x="9285" y="86"/>
                    <a:pt x="6385" y="3890"/>
                    <a:pt x="4746" y="6712"/>
                  </a:cubicBezTo>
                  <a:cubicBezTo>
                    <a:pt x="1972" y="11252"/>
                    <a:pt x="206" y="18245"/>
                    <a:pt x="206" y="18859"/>
                  </a:cubicBezTo>
                  <a:cubicBezTo>
                    <a:pt x="206" y="20454"/>
                    <a:pt x="1972" y="20454"/>
                    <a:pt x="2350" y="20454"/>
                  </a:cubicBezTo>
                  <a:cubicBezTo>
                    <a:pt x="4115" y="20454"/>
                    <a:pt x="4241" y="20086"/>
                    <a:pt x="5124" y="16773"/>
                  </a:cubicBezTo>
                  <a:cubicBezTo>
                    <a:pt x="7015" y="9534"/>
                    <a:pt x="9411" y="3522"/>
                    <a:pt x="14329" y="3522"/>
                  </a:cubicBezTo>
                  <a:cubicBezTo>
                    <a:pt x="17607" y="3522"/>
                    <a:pt x="18490" y="6221"/>
                    <a:pt x="18490" y="9534"/>
                  </a:cubicBezTo>
                  <a:cubicBezTo>
                    <a:pt x="18490" y="11865"/>
                    <a:pt x="17355" y="16405"/>
                    <a:pt x="16472" y="19718"/>
                  </a:cubicBezTo>
                  <a:cubicBezTo>
                    <a:pt x="15590" y="23031"/>
                    <a:pt x="14329" y="28061"/>
                    <a:pt x="13698" y="30761"/>
                  </a:cubicBezTo>
                  <a:lnTo>
                    <a:pt x="9663" y="46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3" name="Freeform: Shape 2152">
              <a:extLst>
                <a:ext uri="{FF2B5EF4-FFF2-40B4-BE49-F238E27FC236}">
                  <a16:creationId xmlns:a16="http://schemas.microsoft.com/office/drawing/2014/main" id="{987F7B76-C087-7B04-7ADE-7C571DB88C91}"/>
                </a:ext>
              </a:extLst>
            </p:cNvPr>
            <p:cNvSpPr/>
            <p:nvPr>
              <p:custDataLst>
                <p:tags r:id="rId132"/>
              </p:custDataLst>
            </p:nvPr>
          </p:nvSpPr>
          <p:spPr>
            <a:xfrm>
              <a:off x="12798430" y="5417049"/>
              <a:ext cx="110062" cy="101663"/>
            </a:xfrm>
            <a:custGeom>
              <a:avLst/>
              <a:gdLst>
                <a:gd name="connsiteX0" fmla="*/ 106855 w 110062"/>
                <a:gd name="connsiteY0" fmla="*/ 54773 h 101663"/>
                <a:gd name="connsiteX1" fmla="*/ 110277 w 110062"/>
                <a:gd name="connsiteY1" fmla="*/ 50916 h 101663"/>
                <a:gd name="connsiteX2" fmla="*/ 106855 w 110062"/>
                <a:gd name="connsiteY2" fmla="*/ 47060 h 101663"/>
                <a:gd name="connsiteX3" fmla="*/ 7060 w 110062"/>
                <a:gd name="connsiteY3" fmla="*/ 1312 h 101663"/>
                <a:gd name="connsiteX4" fmla="*/ 3817 w 110062"/>
                <a:gd name="connsiteY4" fmla="*/ 85 h 101663"/>
                <a:gd name="connsiteX5" fmla="*/ 214 w 110062"/>
                <a:gd name="connsiteY5" fmla="*/ 3590 h 101663"/>
                <a:gd name="connsiteX6" fmla="*/ 3637 w 110062"/>
                <a:gd name="connsiteY6" fmla="*/ 7447 h 101663"/>
                <a:gd name="connsiteX7" fmla="*/ 98208 w 110062"/>
                <a:gd name="connsiteY7" fmla="*/ 50916 h 101663"/>
                <a:gd name="connsiteX8" fmla="*/ 3637 w 110062"/>
                <a:gd name="connsiteY8" fmla="*/ 94386 h 101663"/>
                <a:gd name="connsiteX9" fmla="*/ 214 w 110062"/>
                <a:gd name="connsiteY9" fmla="*/ 98242 h 101663"/>
                <a:gd name="connsiteX10" fmla="*/ 3817 w 110062"/>
                <a:gd name="connsiteY10" fmla="*/ 101748 h 101663"/>
                <a:gd name="connsiteX11" fmla="*/ 7060 w 110062"/>
                <a:gd name="connsiteY11" fmla="*/ 100521 h 101663"/>
                <a:gd name="connsiteX12" fmla="*/ 106855 w 110062"/>
                <a:gd name="connsiteY12" fmla="*/ 54773 h 10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062" h="101663">
                  <a:moveTo>
                    <a:pt x="106855" y="54773"/>
                  </a:moveTo>
                  <a:cubicBezTo>
                    <a:pt x="108836" y="53896"/>
                    <a:pt x="110277" y="53020"/>
                    <a:pt x="110277" y="50916"/>
                  </a:cubicBezTo>
                  <a:cubicBezTo>
                    <a:pt x="110277" y="48813"/>
                    <a:pt x="108836" y="47937"/>
                    <a:pt x="106855" y="47060"/>
                  </a:cubicBezTo>
                  <a:lnTo>
                    <a:pt x="7060" y="1312"/>
                  </a:lnTo>
                  <a:cubicBezTo>
                    <a:pt x="4718" y="85"/>
                    <a:pt x="4358" y="85"/>
                    <a:pt x="3817" y="85"/>
                  </a:cubicBezTo>
                  <a:cubicBezTo>
                    <a:pt x="1836" y="85"/>
                    <a:pt x="214" y="1662"/>
                    <a:pt x="214" y="3590"/>
                  </a:cubicBezTo>
                  <a:cubicBezTo>
                    <a:pt x="214" y="5168"/>
                    <a:pt x="1115" y="6220"/>
                    <a:pt x="3637" y="7447"/>
                  </a:cubicBezTo>
                  <a:lnTo>
                    <a:pt x="98208" y="50916"/>
                  </a:lnTo>
                  <a:lnTo>
                    <a:pt x="3637" y="94386"/>
                  </a:lnTo>
                  <a:cubicBezTo>
                    <a:pt x="1115" y="95613"/>
                    <a:pt x="214" y="96665"/>
                    <a:pt x="214" y="98242"/>
                  </a:cubicBezTo>
                  <a:cubicBezTo>
                    <a:pt x="214" y="100171"/>
                    <a:pt x="1836" y="101748"/>
                    <a:pt x="3817" y="101748"/>
                  </a:cubicBezTo>
                  <a:cubicBezTo>
                    <a:pt x="4358" y="101748"/>
                    <a:pt x="4718" y="101748"/>
                    <a:pt x="7060" y="100521"/>
                  </a:cubicBezTo>
                  <a:lnTo>
                    <a:pt x="106855" y="547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4" name="Freeform: Shape 2153">
              <a:extLst>
                <a:ext uri="{FF2B5EF4-FFF2-40B4-BE49-F238E27FC236}">
                  <a16:creationId xmlns:a16="http://schemas.microsoft.com/office/drawing/2014/main" id="{17B1B463-1320-6722-424F-DE3C1ED866C3}"/>
                </a:ext>
              </a:extLst>
            </p:cNvPr>
            <p:cNvSpPr/>
            <p:nvPr>
              <p:custDataLst>
                <p:tags r:id="rId133"/>
              </p:custDataLst>
            </p:nvPr>
          </p:nvSpPr>
          <p:spPr>
            <a:xfrm>
              <a:off x="12971279" y="5395840"/>
              <a:ext cx="73855" cy="151793"/>
            </a:xfrm>
            <a:custGeom>
              <a:avLst/>
              <a:gdLst>
                <a:gd name="connsiteX0" fmla="*/ 74080 w 73855"/>
                <a:gd name="connsiteY0" fmla="*/ 6395 h 151793"/>
                <a:gd name="connsiteX1" fmla="*/ 67235 w 73855"/>
                <a:gd name="connsiteY1" fmla="*/ 85 h 151793"/>
                <a:gd name="connsiteX2" fmla="*/ 57688 w 73855"/>
                <a:gd name="connsiteY2" fmla="*/ 9375 h 151793"/>
                <a:gd name="connsiteX3" fmla="*/ 64353 w 73855"/>
                <a:gd name="connsiteY3" fmla="*/ 15685 h 151793"/>
                <a:gd name="connsiteX4" fmla="*/ 74080 w 73855"/>
                <a:gd name="connsiteY4" fmla="*/ 6395 h 151793"/>
                <a:gd name="connsiteX5" fmla="*/ 37873 w 73855"/>
                <a:gd name="connsiteY5" fmla="*/ 124710 h 151793"/>
                <a:gd name="connsiteX6" fmla="*/ 15717 w 73855"/>
                <a:gd name="connsiteY6" fmla="*/ 148022 h 151793"/>
                <a:gd name="connsiteX7" fmla="*/ 8691 w 73855"/>
                <a:gd name="connsiteY7" fmla="*/ 146445 h 151793"/>
                <a:gd name="connsiteX8" fmla="*/ 16797 w 73855"/>
                <a:gd name="connsiteY8" fmla="*/ 137155 h 151793"/>
                <a:gd name="connsiteX9" fmla="*/ 9952 w 73855"/>
                <a:gd name="connsiteY9" fmla="*/ 131020 h 151793"/>
                <a:gd name="connsiteX10" fmla="*/ 225 w 73855"/>
                <a:gd name="connsiteY10" fmla="*/ 141011 h 151793"/>
                <a:gd name="connsiteX11" fmla="*/ 16077 w 73855"/>
                <a:gd name="connsiteY11" fmla="*/ 151879 h 151793"/>
                <a:gd name="connsiteX12" fmla="*/ 49942 w 73855"/>
                <a:gd name="connsiteY12" fmla="*/ 125236 h 151793"/>
                <a:gd name="connsiteX13" fmla="*/ 66515 w 73855"/>
                <a:gd name="connsiteY13" fmla="*/ 61083 h 151793"/>
                <a:gd name="connsiteX14" fmla="*/ 67415 w 73855"/>
                <a:gd name="connsiteY14" fmla="*/ 54597 h 151793"/>
                <a:gd name="connsiteX15" fmla="*/ 50843 w 73855"/>
                <a:gd name="connsiteY15" fmla="*/ 38471 h 151793"/>
                <a:gd name="connsiteX16" fmla="*/ 22201 w 73855"/>
                <a:gd name="connsiteY16" fmla="*/ 65465 h 151793"/>
                <a:gd name="connsiteX17" fmla="*/ 24363 w 73855"/>
                <a:gd name="connsiteY17" fmla="*/ 67218 h 151793"/>
                <a:gd name="connsiteX18" fmla="*/ 27606 w 73855"/>
                <a:gd name="connsiteY18" fmla="*/ 63712 h 151793"/>
                <a:gd name="connsiteX19" fmla="*/ 50303 w 73855"/>
                <a:gd name="connsiteY19" fmla="*/ 42328 h 151793"/>
                <a:gd name="connsiteX20" fmla="*/ 56067 w 73855"/>
                <a:gd name="connsiteY20" fmla="*/ 50391 h 151793"/>
                <a:gd name="connsiteX21" fmla="*/ 54806 w 73855"/>
                <a:gd name="connsiteY21" fmla="*/ 59330 h 151793"/>
                <a:gd name="connsiteX22" fmla="*/ 37873 w 73855"/>
                <a:gd name="connsiteY22" fmla="*/ 124710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95"/>
                  </a:moveTo>
                  <a:cubicBezTo>
                    <a:pt x="74080" y="3065"/>
                    <a:pt x="71559" y="85"/>
                    <a:pt x="67235" y="85"/>
                  </a:cubicBezTo>
                  <a:cubicBezTo>
                    <a:pt x="63092" y="85"/>
                    <a:pt x="57688" y="4116"/>
                    <a:pt x="57688" y="9375"/>
                  </a:cubicBezTo>
                  <a:cubicBezTo>
                    <a:pt x="57688" y="12880"/>
                    <a:pt x="60210" y="15685"/>
                    <a:pt x="64353" y="15685"/>
                  </a:cubicBezTo>
                  <a:cubicBezTo>
                    <a:pt x="69217" y="15685"/>
                    <a:pt x="74080" y="11128"/>
                    <a:pt x="74080" y="6395"/>
                  </a:cubicBezTo>
                  <a:close/>
                  <a:moveTo>
                    <a:pt x="37873" y="124710"/>
                  </a:moveTo>
                  <a:cubicBezTo>
                    <a:pt x="34451" y="138031"/>
                    <a:pt x="25804" y="148022"/>
                    <a:pt x="15717" y="148022"/>
                  </a:cubicBezTo>
                  <a:cubicBezTo>
                    <a:pt x="14636" y="148022"/>
                    <a:pt x="11934" y="148022"/>
                    <a:pt x="8691" y="146445"/>
                  </a:cubicBezTo>
                  <a:cubicBezTo>
                    <a:pt x="14095" y="145218"/>
                    <a:pt x="16797" y="140661"/>
                    <a:pt x="16797" y="137155"/>
                  </a:cubicBezTo>
                  <a:cubicBezTo>
                    <a:pt x="16797" y="134350"/>
                    <a:pt x="14816" y="131020"/>
                    <a:pt x="9952" y="131020"/>
                  </a:cubicBezTo>
                  <a:cubicBezTo>
                    <a:pt x="5449" y="131020"/>
                    <a:pt x="225" y="134701"/>
                    <a:pt x="225" y="141011"/>
                  </a:cubicBezTo>
                  <a:cubicBezTo>
                    <a:pt x="225" y="148022"/>
                    <a:pt x="7430" y="151879"/>
                    <a:pt x="16077" y="151879"/>
                  </a:cubicBezTo>
                  <a:cubicBezTo>
                    <a:pt x="28686" y="151879"/>
                    <a:pt x="45439" y="142589"/>
                    <a:pt x="49942" y="125236"/>
                  </a:cubicBezTo>
                  <a:lnTo>
                    <a:pt x="66515" y="61083"/>
                  </a:lnTo>
                  <a:cubicBezTo>
                    <a:pt x="67415" y="57577"/>
                    <a:pt x="67415" y="55123"/>
                    <a:pt x="67415" y="54597"/>
                  </a:cubicBezTo>
                  <a:cubicBezTo>
                    <a:pt x="67415" y="44606"/>
                    <a:pt x="59850" y="38471"/>
                    <a:pt x="50843" y="38471"/>
                  </a:cubicBezTo>
                  <a:cubicBezTo>
                    <a:pt x="32469" y="38471"/>
                    <a:pt x="22201" y="63887"/>
                    <a:pt x="22201" y="65465"/>
                  </a:cubicBezTo>
                  <a:cubicBezTo>
                    <a:pt x="22201" y="67218"/>
                    <a:pt x="24003" y="67218"/>
                    <a:pt x="24363" y="67218"/>
                  </a:cubicBezTo>
                  <a:cubicBezTo>
                    <a:pt x="25984" y="67218"/>
                    <a:pt x="26164" y="67042"/>
                    <a:pt x="27606" y="63712"/>
                  </a:cubicBezTo>
                  <a:cubicBezTo>
                    <a:pt x="32109" y="53020"/>
                    <a:pt x="40395" y="42328"/>
                    <a:pt x="50303" y="42328"/>
                  </a:cubicBezTo>
                  <a:cubicBezTo>
                    <a:pt x="52824" y="42328"/>
                    <a:pt x="56067" y="43029"/>
                    <a:pt x="56067" y="50391"/>
                  </a:cubicBezTo>
                  <a:cubicBezTo>
                    <a:pt x="56067" y="54422"/>
                    <a:pt x="55526" y="56350"/>
                    <a:pt x="54806" y="59330"/>
                  </a:cubicBezTo>
                  <a:lnTo>
                    <a:pt x="37873" y="12471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5" name="Freeform: Shape 2154">
              <a:extLst>
                <a:ext uri="{FF2B5EF4-FFF2-40B4-BE49-F238E27FC236}">
                  <a16:creationId xmlns:a16="http://schemas.microsoft.com/office/drawing/2014/main" id="{BF622222-D2D0-DA4B-15B1-2ADF4BE6CF04}"/>
                </a:ext>
              </a:extLst>
            </p:cNvPr>
            <p:cNvSpPr/>
            <p:nvPr>
              <p:custDataLst>
                <p:tags r:id="rId134"/>
              </p:custDataLst>
            </p:nvPr>
          </p:nvSpPr>
          <p:spPr>
            <a:xfrm>
              <a:off x="13068381" y="5380240"/>
              <a:ext cx="41791" cy="175281"/>
            </a:xfrm>
            <a:custGeom>
              <a:avLst/>
              <a:gdLst>
                <a:gd name="connsiteX0" fmla="*/ 42021 w 41791"/>
                <a:gd name="connsiteY0" fmla="*/ 87726 h 175281"/>
                <a:gd name="connsiteX1" fmla="*/ 30132 w 41791"/>
                <a:gd name="connsiteY1" fmla="*/ 33038 h 175281"/>
                <a:gd name="connsiteX2" fmla="*/ 2031 w 41791"/>
                <a:gd name="connsiteY2" fmla="*/ 85 h 175281"/>
                <a:gd name="connsiteX3" fmla="*/ 230 w 41791"/>
                <a:gd name="connsiteY3" fmla="*/ 1838 h 175281"/>
                <a:gd name="connsiteX4" fmla="*/ 3652 w 41791"/>
                <a:gd name="connsiteY4" fmla="*/ 5869 h 175281"/>
                <a:gd name="connsiteX5" fmla="*/ 31573 w 41791"/>
                <a:gd name="connsiteY5" fmla="*/ 87726 h 175281"/>
                <a:gd name="connsiteX6" fmla="*/ 2571 w 41791"/>
                <a:gd name="connsiteY6" fmla="*/ 170634 h 175281"/>
                <a:gd name="connsiteX7" fmla="*/ 230 w 41791"/>
                <a:gd name="connsiteY7" fmla="*/ 173613 h 175281"/>
                <a:gd name="connsiteX8" fmla="*/ 2031 w 41791"/>
                <a:gd name="connsiteY8" fmla="*/ 175366 h 175281"/>
                <a:gd name="connsiteX9" fmla="*/ 30673 w 41791"/>
                <a:gd name="connsiteY9" fmla="*/ 141186 h 175281"/>
                <a:gd name="connsiteX10" fmla="*/ 42021 w 41791"/>
                <a:gd name="connsiteY10" fmla="*/ 87726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26"/>
                  </a:moveTo>
                  <a:cubicBezTo>
                    <a:pt x="42021" y="74054"/>
                    <a:pt x="40040" y="52845"/>
                    <a:pt x="30132" y="33038"/>
                  </a:cubicBezTo>
                  <a:cubicBezTo>
                    <a:pt x="19324" y="11478"/>
                    <a:pt x="3832" y="85"/>
                    <a:pt x="2031" y="85"/>
                  </a:cubicBezTo>
                  <a:cubicBezTo>
                    <a:pt x="950" y="85"/>
                    <a:pt x="230" y="786"/>
                    <a:pt x="230" y="1838"/>
                  </a:cubicBezTo>
                  <a:cubicBezTo>
                    <a:pt x="230" y="2363"/>
                    <a:pt x="230" y="2714"/>
                    <a:pt x="3652" y="5869"/>
                  </a:cubicBezTo>
                  <a:cubicBezTo>
                    <a:pt x="21305" y="23222"/>
                    <a:pt x="31573" y="51092"/>
                    <a:pt x="31573" y="87726"/>
                  </a:cubicBezTo>
                  <a:cubicBezTo>
                    <a:pt x="31573" y="117699"/>
                    <a:pt x="24908" y="148548"/>
                    <a:pt x="2571" y="170634"/>
                  </a:cubicBezTo>
                  <a:cubicBezTo>
                    <a:pt x="230" y="172737"/>
                    <a:pt x="230" y="173088"/>
                    <a:pt x="230" y="173613"/>
                  </a:cubicBezTo>
                  <a:cubicBezTo>
                    <a:pt x="230" y="174665"/>
                    <a:pt x="950" y="175366"/>
                    <a:pt x="2031" y="175366"/>
                  </a:cubicBezTo>
                  <a:cubicBezTo>
                    <a:pt x="3832" y="175366"/>
                    <a:pt x="20045" y="163447"/>
                    <a:pt x="30673" y="141186"/>
                  </a:cubicBezTo>
                  <a:cubicBezTo>
                    <a:pt x="39859" y="121905"/>
                    <a:pt x="42021" y="102449"/>
                    <a:pt x="42021" y="8772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6" name="Freeform: Shape 2155">
              <a:extLst>
                <a:ext uri="{FF2B5EF4-FFF2-40B4-BE49-F238E27FC236}">
                  <a16:creationId xmlns:a16="http://schemas.microsoft.com/office/drawing/2014/main" id="{B50F0789-2897-CA11-F0C9-3302ACB382CD}"/>
                </a:ext>
              </a:extLst>
            </p:cNvPr>
            <p:cNvSpPr/>
            <p:nvPr>
              <p:custDataLst>
                <p:tags r:id="rId135"/>
              </p:custDataLst>
            </p:nvPr>
          </p:nvSpPr>
          <p:spPr>
            <a:xfrm>
              <a:off x="13209906" y="5327139"/>
              <a:ext cx="119790" cy="41015"/>
            </a:xfrm>
            <a:custGeom>
              <a:avLst/>
              <a:gdLst>
                <a:gd name="connsiteX0" fmla="*/ 113903 w 119790"/>
                <a:gd name="connsiteY0" fmla="*/ 7089 h 41015"/>
                <a:gd name="connsiteX1" fmla="*/ 120027 w 119790"/>
                <a:gd name="connsiteY1" fmla="*/ 3584 h 41015"/>
                <a:gd name="connsiteX2" fmla="*/ 114083 w 119790"/>
                <a:gd name="connsiteY2" fmla="*/ 78 h 41015"/>
                <a:gd name="connsiteX3" fmla="*/ 6182 w 119790"/>
                <a:gd name="connsiteY3" fmla="*/ 78 h 41015"/>
                <a:gd name="connsiteX4" fmla="*/ 237 w 119790"/>
                <a:gd name="connsiteY4" fmla="*/ 3584 h 41015"/>
                <a:gd name="connsiteX5" fmla="*/ 6362 w 119790"/>
                <a:gd name="connsiteY5" fmla="*/ 7089 h 41015"/>
                <a:gd name="connsiteX6" fmla="*/ 113903 w 119790"/>
                <a:gd name="connsiteY6" fmla="*/ 7089 h 41015"/>
                <a:gd name="connsiteX7" fmla="*/ 114083 w 119790"/>
                <a:gd name="connsiteY7" fmla="*/ 41094 h 41015"/>
                <a:gd name="connsiteX8" fmla="*/ 120027 w 119790"/>
                <a:gd name="connsiteY8" fmla="*/ 37588 h 41015"/>
                <a:gd name="connsiteX9" fmla="*/ 113903 w 119790"/>
                <a:gd name="connsiteY9" fmla="*/ 34083 h 41015"/>
                <a:gd name="connsiteX10" fmla="*/ 6362 w 119790"/>
                <a:gd name="connsiteY10" fmla="*/ 34083 h 41015"/>
                <a:gd name="connsiteX11" fmla="*/ 237 w 119790"/>
                <a:gd name="connsiteY11" fmla="*/ 37588 h 41015"/>
                <a:gd name="connsiteX12" fmla="*/ 6182 w 119790"/>
                <a:gd name="connsiteY12" fmla="*/ 41094 h 41015"/>
                <a:gd name="connsiteX13" fmla="*/ 11408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903" y="7089"/>
                  </a:moveTo>
                  <a:cubicBezTo>
                    <a:pt x="116605" y="7089"/>
                    <a:pt x="120027" y="7089"/>
                    <a:pt x="120027" y="3584"/>
                  </a:cubicBezTo>
                  <a:cubicBezTo>
                    <a:pt x="120027" y="78"/>
                    <a:pt x="116605" y="78"/>
                    <a:pt x="114083" y="78"/>
                  </a:cubicBezTo>
                  <a:lnTo>
                    <a:pt x="6182" y="78"/>
                  </a:lnTo>
                  <a:cubicBezTo>
                    <a:pt x="3660" y="78"/>
                    <a:pt x="237" y="78"/>
                    <a:pt x="237" y="3584"/>
                  </a:cubicBezTo>
                  <a:cubicBezTo>
                    <a:pt x="237" y="7089"/>
                    <a:pt x="3660" y="7089"/>
                    <a:pt x="6362" y="7089"/>
                  </a:cubicBezTo>
                  <a:lnTo>
                    <a:pt x="113903" y="7089"/>
                  </a:lnTo>
                  <a:close/>
                  <a:moveTo>
                    <a:pt x="114083" y="41094"/>
                  </a:moveTo>
                  <a:cubicBezTo>
                    <a:pt x="116605" y="41094"/>
                    <a:pt x="120027" y="41094"/>
                    <a:pt x="120027" y="37588"/>
                  </a:cubicBezTo>
                  <a:cubicBezTo>
                    <a:pt x="120027" y="34083"/>
                    <a:pt x="116605" y="34083"/>
                    <a:pt x="113903" y="34083"/>
                  </a:cubicBezTo>
                  <a:lnTo>
                    <a:pt x="6362" y="34083"/>
                  </a:lnTo>
                  <a:cubicBezTo>
                    <a:pt x="3660" y="34083"/>
                    <a:pt x="237" y="34083"/>
                    <a:pt x="237" y="37588"/>
                  </a:cubicBezTo>
                  <a:cubicBezTo>
                    <a:pt x="237" y="41094"/>
                    <a:pt x="3660" y="41094"/>
                    <a:pt x="6182" y="41094"/>
                  </a:cubicBezTo>
                  <a:lnTo>
                    <a:pt x="11408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7" name="Freeform: Shape 2156">
              <a:extLst>
                <a:ext uri="{FF2B5EF4-FFF2-40B4-BE49-F238E27FC236}">
                  <a16:creationId xmlns:a16="http://schemas.microsoft.com/office/drawing/2014/main" id="{7AD79962-D1A1-E184-9070-7F0F3E6828BD}"/>
                </a:ext>
              </a:extLst>
            </p:cNvPr>
            <p:cNvSpPr/>
            <p:nvPr>
              <p:custDataLst>
                <p:tags r:id="rId136"/>
              </p:custDataLst>
            </p:nvPr>
          </p:nvSpPr>
          <p:spPr>
            <a:xfrm>
              <a:off x="13398247" y="5313993"/>
              <a:ext cx="69171" cy="79402"/>
            </a:xfrm>
            <a:custGeom>
              <a:avLst/>
              <a:gdLst>
                <a:gd name="connsiteX0" fmla="*/ 25647 w 69171"/>
                <a:gd name="connsiteY0" fmla="*/ 37062 h 79402"/>
                <a:gd name="connsiteX1" fmla="*/ 53208 w 69171"/>
                <a:gd name="connsiteY1" fmla="*/ 33031 h 79402"/>
                <a:gd name="connsiteX2" fmla="*/ 66718 w 69171"/>
                <a:gd name="connsiteY2" fmla="*/ 14977 h 79402"/>
                <a:gd name="connsiteX3" fmla="*/ 47443 w 69171"/>
                <a:gd name="connsiteY3" fmla="*/ 78 h 79402"/>
                <a:gd name="connsiteX4" fmla="*/ 248 w 69171"/>
                <a:gd name="connsiteY4" fmla="*/ 47755 h 79402"/>
                <a:gd name="connsiteX5" fmla="*/ 28529 w 69171"/>
                <a:gd name="connsiteY5" fmla="*/ 79480 h 79402"/>
                <a:gd name="connsiteX6" fmla="*/ 69420 w 69171"/>
                <a:gd name="connsiteY6" fmla="*/ 58797 h 79402"/>
                <a:gd name="connsiteX7" fmla="*/ 67258 w 69171"/>
                <a:gd name="connsiteY7" fmla="*/ 56519 h 79402"/>
                <a:gd name="connsiteX8" fmla="*/ 64917 w 69171"/>
                <a:gd name="connsiteY8" fmla="*/ 58271 h 79402"/>
                <a:gd name="connsiteX9" fmla="*/ 28890 w 69171"/>
                <a:gd name="connsiteY9" fmla="*/ 75624 h 79402"/>
                <a:gd name="connsiteX10" fmla="*/ 13218 w 69171"/>
                <a:gd name="connsiteY10" fmla="*/ 55292 h 79402"/>
                <a:gd name="connsiteX11" fmla="*/ 16100 w 69171"/>
                <a:gd name="connsiteY11" fmla="*/ 37062 h 79402"/>
                <a:gd name="connsiteX12" fmla="*/ 25647 w 69171"/>
                <a:gd name="connsiteY12" fmla="*/ 37062 h 79402"/>
                <a:gd name="connsiteX13" fmla="*/ 17181 w 69171"/>
                <a:gd name="connsiteY13" fmla="*/ 33206 h 79402"/>
                <a:gd name="connsiteX14" fmla="*/ 47443 w 69171"/>
                <a:gd name="connsiteY14" fmla="*/ 3934 h 79402"/>
                <a:gd name="connsiteX15" fmla="*/ 60773 w 69171"/>
                <a:gd name="connsiteY15" fmla="*/ 14977 h 79402"/>
                <a:gd name="connsiteX16" fmla="*/ 24566 w 69171"/>
                <a:gd name="connsiteY16" fmla="*/ 33206 h 79402"/>
                <a:gd name="connsiteX17" fmla="*/ 17181 w 69171"/>
                <a:gd name="connsiteY17" fmla="*/ 33206 h 79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171" h="79402">
                  <a:moveTo>
                    <a:pt x="25647" y="37062"/>
                  </a:moveTo>
                  <a:cubicBezTo>
                    <a:pt x="30871" y="37062"/>
                    <a:pt x="44201" y="36712"/>
                    <a:pt x="53208" y="33031"/>
                  </a:cubicBezTo>
                  <a:cubicBezTo>
                    <a:pt x="65817" y="27772"/>
                    <a:pt x="66718" y="17431"/>
                    <a:pt x="66718" y="14977"/>
                  </a:cubicBezTo>
                  <a:cubicBezTo>
                    <a:pt x="66718" y="7265"/>
                    <a:pt x="59873" y="78"/>
                    <a:pt x="47443" y="78"/>
                  </a:cubicBezTo>
                  <a:cubicBezTo>
                    <a:pt x="27448" y="78"/>
                    <a:pt x="248" y="17080"/>
                    <a:pt x="248" y="47755"/>
                  </a:cubicBezTo>
                  <a:cubicBezTo>
                    <a:pt x="248" y="65633"/>
                    <a:pt x="10876" y="79480"/>
                    <a:pt x="28529" y="79480"/>
                  </a:cubicBezTo>
                  <a:cubicBezTo>
                    <a:pt x="54289" y="79480"/>
                    <a:pt x="69420" y="60901"/>
                    <a:pt x="69420" y="58797"/>
                  </a:cubicBezTo>
                  <a:cubicBezTo>
                    <a:pt x="69420" y="57746"/>
                    <a:pt x="68339" y="56519"/>
                    <a:pt x="67258" y="56519"/>
                  </a:cubicBezTo>
                  <a:cubicBezTo>
                    <a:pt x="66358" y="56519"/>
                    <a:pt x="65997" y="56869"/>
                    <a:pt x="64917" y="58271"/>
                  </a:cubicBezTo>
                  <a:cubicBezTo>
                    <a:pt x="50686" y="75624"/>
                    <a:pt x="31051" y="75624"/>
                    <a:pt x="28890" y="75624"/>
                  </a:cubicBezTo>
                  <a:cubicBezTo>
                    <a:pt x="14839" y="75624"/>
                    <a:pt x="13218" y="60901"/>
                    <a:pt x="13218" y="55292"/>
                  </a:cubicBezTo>
                  <a:cubicBezTo>
                    <a:pt x="13218" y="53188"/>
                    <a:pt x="13398" y="47755"/>
                    <a:pt x="16100" y="37062"/>
                  </a:cubicBezTo>
                  <a:lnTo>
                    <a:pt x="25647" y="37062"/>
                  </a:lnTo>
                  <a:close/>
                  <a:moveTo>
                    <a:pt x="17181" y="33206"/>
                  </a:moveTo>
                  <a:cubicBezTo>
                    <a:pt x="24206" y="6563"/>
                    <a:pt x="42760" y="3934"/>
                    <a:pt x="47443" y="3934"/>
                  </a:cubicBezTo>
                  <a:cubicBezTo>
                    <a:pt x="55910" y="3934"/>
                    <a:pt x="60773" y="9017"/>
                    <a:pt x="60773" y="14977"/>
                  </a:cubicBezTo>
                  <a:cubicBezTo>
                    <a:pt x="60773" y="33206"/>
                    <a:pt x="31952" y="33206"/>
                    <a:pt x="24566" y="33206"/>
                  </a:cubicBezTo>
                  <a:lnTo>
                    <a:pt x="17181" y="332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8" name="Freeform: Shape 2157">
              <a:extLst>
                <a:ext uri="{FF2B5EF4-FFF2-40B4-BE49-F238E27FC236}">
                  <a16:creationId xmlns:a16="http://schemas.microsoft.com/office/drawing/2014/main" id="{F9D21638-8C5F-B4C5-0290-A83FF3CA1F7F}"/>
                </a:ext>
              </a:extLst>
            </p:cNvPr>
            <p:cNvSpPr/>
            <p:nvPr>
              <p:custDataLst>
                <p:tags r:id="rId137"/>
              </p:custDataLst>
            </p:nvPr>
          </p:nvSpPr>
          <p:spPr>
            <a:xfrm>
              <a:off x="13488337" y="5227072"/>
              <a:ext cx="32784" cy="122574"/>
            </a:xfrm>
            <a:custGeom>
              <a:avLst/>
              <a:gdLst>
                <a:gd name="connsiteX0" fmla="*/ 30515 w 32784"/>
                <a:gd name="connsiteY0" fmla="*/ 74 h 122574"/>
                <a:gd name="connsiteX1" fmla="*/ 253 w 32784"/>
                <a:gd name="connsiteY1" fmla="*/ 61300 h 122574"/>
                <a:gd name="connsiteX2" fmla="*/ 30515 w 32784"/>
                <a:gd name="connsiteY2" fmla="*/ 122648 h 122574"/>
                <a:gd name="connsiteX3" fmla="*/ 33037 w 32784"/>
                <a:gd name="connsiteY3" fmla="*/ 121176 h 122574"/>
                <a:gd name="connsiteX4" fmla="*/ 31776 w 32784"/>
                <a:gd name="connsiteY4" fmla="*/ 119335 h 122574"/>
                <a:gd name="connsiteX5" fmla="*/ 8827 w 32784"/>
                <a:gd name="connsiteY5" fmla="*/ 61422 h 122574"/>
                <a:gd name="connsiteX6" fmla="*/ 32155 w 32784"/>
                <a:gd name="connsiteY6" fmla="*/ 3019 h 122574"/>
                <a:gd name="connsiteX7" fmla="*/ 33037 w 32784"/>
                <a:gd name="connsiteY7" fmla="*/ 1546 h 122574"/>
                <a:gd name="connsiteX8" fmla="*/ 30515 w 32784"/>
                <a:gd name="connsiteY8"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84" h="122574">
                  <a:moveTo>
                    <a:pt x="30515" y="74"/>
                  </a:moveTo>
                  <a:cubicBezTo>
                    <a:pt x="6557" y="16515"/>
                    <a:pt x="253" y="42527"/>
                    <a:pt x="253" y="61300"/>
                  </a:cubicBezTo>
                  <a:cubicBezTo>
                    <a:pt x="253" y="78600"/>
                    <a:pt x="5549" y="105471"/>
                    <a:pt x="30515" y="122648"/>
                  </a:cubicBezTo>
                  <a:cubicBezTo>
                    <a:pt x="31524" y="122648"/>
                    <a:pt x="33037" y="122648"/>
                    <a:pt x="33037" y="121176"/>
                  </a:cubicBezTo>
                  <a:cubicBezTo>
                    <a:pt x="33037" y="120440"/>
                    <a:pt x="32659" y="120194"/>
                    <a:pt x="31776" y="119335"/>
                  </a:cubicBezTo>
                  <a:cubicBezTo>
                    <a:pt x="15006" y="104612"/>
                    <a:pt x="8827" y="83753"/>
                    <a:pt x="8827" y="61422"/>
                  </a:cubicBezTo>
                  <a:cubicBezTo>
                    <a:pt x="8827" y="28294"/>
                    <a:pt x="21815" y="12098"/>
                    <a:pt x="32155" y="3019"/>
                  </a:cubicBezTo>
                  <a:cubicBezTo>
                    <a:pt x="32659" y="2528"/>
                    <a:pt x="33037" y="2160"/>
                    <a:pt x="33037" y="1546"/>
                  </a:cubicBezTo>
                  <a:cubicBezTo>
                    <a:pt x="33037" y="74"/>
                    <a:pt x="31524" y="74"/>
                    <a:pt x="3051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59" name="Freeform: Shape 2158">
              <a:extLst>
                <a:ext uri="{FF2B5EF4-FFF2-40B4-BE49-F238E27FC236}">
                  <a16:creationId xmlns:a16="http://schemas.microsoft.com/office/drawing/2014/main" id="{203CECC3-CD5C-2A4F-D324-98F0762DE97B}"/>
                </a:ext>
              </a:extLst>
            </p:cNvPr>
            <p:cNvSpPr/>
            <p:nvPr>
              <p:custDataLst>
                <p:tags r:id="rId138"/>
              </p:custDataLst>
            </p:nvPr>
          </p:nvSpPr>
          <p:spPr>
            <a:xfrm>
              <a:off x="13536434" y="5264985"/>
              <a:ext cx="75152" cy="80366"/>
            </a:xfrm>
            <a:custGeom>
              <a:avLst/>
              <a:gdLst>
                <a:gd name="connsiteX0" fmla="*/ 760 w 75152"/>
                <a:gd name="connsiteY0" fmla="*/ 73937 h 80366"/>
                <a:gd name="connsiteX1" fmla="*/ 256 w 75152"/>
                <a:gd name="connsiteY1" fmla="*/ 76514 h 80366"/>
                <a:gd name="connsiteX2" fmla="*/ 4543 w 75152"/>
                <a:gd name="connsiteY2" fmla="*/ 80440 h 80366"/>
                <a:gd name="connsiteX3" fmla="*/ 10596 w 75152"/>
                <a:gd name="connsiteY3" fmla="*/ 74306 h 80366"/>
                <a:gd name="connsiteX4" fmla="*/ 16396 w 75152"/>
                <a:gd name="connsiteY4" fmla="*/ 51852 h 80366"/>
                <a:gd name="connsiteX5" fmla="*/ 29888 w 75152"/>
                <a:gd name="connsiteY5" fmla="*/ 55410 h 80366"/>
                <a:gd name="connsiteX6" fmla="*/ 48046 w 75152"/>
                <a:gd name="connsiteY6" fmla="*/ 46576 h 80366"/>
                <a:gd name="connsiteX7" fmla="*/ 61033 w 75152"/>
                <a:gd name="connsiteY7" fmla="*/ 55410 h 80366"/>
                <a:gd name="connsiteX8" fmla="*/ 70995 w 75152"/>
                <a:gd name="connsiteY8" fmla="*/ 48907 h 80366"/>
                <a:gd name="connsiteX9" fmla="*/ 75408 w 75152"/>
                <a:gd name="connsiteY9" fmla="*/ 36638 h 80366"/>
                <a:gd name="connsiteX10" fmla="*/ 73391 w 75152"/>
                <a:gd name="connsiteY10" fmla="*/ 35043 h 80366"/>
                <a:gd name="connsiteX11" fmla="*/ 70617 w 75152"/>
                <a:gd name="connsiteY11" fmla="*/ 38846 h 80366"/>
                <a:gd name="connsiteX12" fmla="*/ 61412 w 75152"/>
                <a:gd name="connsiteY12" fmla="*/ 51975 h 80366"/>
                <a:gd name="connsiteX13" fmla="*/ 57251 w 75152"/>
                <a:gd name="connsiteY13" fmla="*/ 45963 h 80366"/>
                <a:gd name="connsiteX14" fmla="*/ 59142 w 75152"/>
                <a:gd name="connsiteY14" fmla="*/ 36269 h 80366"/>
                <a:gd name="connsiteX15" fmla="*/ 61916 w 75152"/>
                <a:gd name="connsiteY15" fmla="*/ 25227 h 80366"/>
                <a:gd name="connsiteX16" fmla="*/ 64816 w 75152"/>
                <a:gd name="connsiteY16" fmla="*/ 14307 h 80366"/>
                <a:gd name="connsiteX17" fmla="*/ 66960 w 75152"/>
                <a:gd name="connsiteY17" fmla="*/ 5227 h 80366"/>
                <a:gd name="connsiteX18" fmla="*/ 62799 w 75152"/>
                <a:gd name="connsiteY18" fmla="*/ 1301 h 80366"/>
                <a:gd name="connsiteX19" fmla="*/ 57629 w 75152"/>
                <a:gd name="connsiteY19" fmla="*/ 4246 h 80366"/>
                <a:gd name="connsiteX20" fmla="*/ 55611 w 75152"/>
                <a:gd name="connsiteY20" fmla="*/ 11362 h 80366"/>
                <a:gd name="connsiteX21" fmla="*/ 52963 w 75152"/>
                <a:gd name="connsiteY21" fmla="*/ 21546 h 80366"/>
                <a:gd name="connsiteX22" fmla="*/ 49054 w 75152"/>
                <a:gd name="connsiteY22" fmla="*/ 36883 h 80366"/>
                <a:gd name="connsiteX23" fmla="*/ 47037 w 75152"/>
                <a:gd name="connsiteY23" fmla="*/ 41791 h 80366"/>
                <a:gd name="connsiteX24" fmla="*/ 30392 w 75152"/>
                <a:gd name="connsiteY24" fmla="*/ 51975 h 80366"/>
                <a:gd name="connsiteX25" fmla="*/ 20053 w 75152"/>
                <a:gd name="connsiteY25" fmla="*/ 41055 h 80366"/>
                <a:gd name="connsiteX26" fmla="*/ 22196 w 75152"/>
                <a:gd name="connsiteY26" fmla="*/ 29644 h 80366"/>
                <a:gd name="connsiteX27" fmla="*/ 24970 w 75152"/>
                <a:gd name="connsiteY27" fmla="*/ 18601 h 80366"/>
                <a:gd name="connsiteX28" fmla="*/ 26736 w 75152"/>
                <a:gd name="connsiteY28" fmla="*/ 11730 h 80366"/>
                <a:gd name="connsiteX29" fmla="*/ 28627 w 75152"/>
                <a:gd name="connsiteY29" fmla="*/ 4000 h 80366"/>
                <a:gd name="connsiteX30" fmla="*/ 24340 w 75152"/>
                <a:gd name="connsiteY30" fmla="*/ 74 h 80366"/>
                <a:gd name="connsiteX31" fmla="*/ 18287 w 75152"/>
                <a:gd name="connsiteY31" fmla="*/ 5841 h 80366"/>
                <a:gd name="connsiteX32" fmla="*/ 760 w 75152"/>
                <a:gd name="connsiteY32" fmla="*/ 73937 h 8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152" h="80366">
                  <a:moveTo>
                    <a:pt x="760" y="73937"/>
                  </a:moveTo>
                  <a:cubicBezTo>
                    <a:pt x="256" y="75778"/>
                    <a:pt x="256" y="76391"/>
                    <a:pt x="256" y="76514"/>
                  </a:cubicBezTo>
                  <a:cubicBezTo>
                    <a:pt x="256" y="79213"/>
                    <a:pt x="2525" y="80440"/>
                    <a:pt x="4543" y="80440"/>
                  </a:cubicBezTo>
                  <a:cubicBezTo>
                    <a:pt x="9082" y="80440"/>
                    <a:pt x="10091" y="76391"/>
                    <a:pt x="10596" y="74306"/>
                  </a:cubicBezTo>
                  <a:cubicBezTo>
                    <a:pt x="10848" y="73692"/>
                    <a:pt x="13370" y="63876"/>
                    <a:pt x="16396" y="51852"/>
                  </a:cubicBezTo>
                  <a:cubicBezTo>
                    <a:pt x="20305" y="54429"/>
                    <a:pt x="25349" y="55410"/>
                    <a:pt x="29888" y="55410"/>
                  </a:cubicBezTo>
                  <a:cubicBezTo>
                    <a:pt x="40732" y="55410"/>
                    <a:pt x="47793" y="46821"/>
                    <a:pt x="48046" y="46576"/>
                  </a:cubicBezTo>
                  <a:cubicBezTo>
                    <a:pt x="50441" y="55042"/>
                    <a:pt x="59142" y="55410"/>
                    <a:pt x="61033" y="55410"/>
                  </a:cubicBezTo>
                  <a:cubicBezTo>
                    <a:pt x="65573" y="55410"/>
                    <a:pt x="68725" y="52711"/>
                    <a:pt x="70995" y="48907"/>
                  </a:cubicBezTo>
                  <a:cubicBezTo>
                    <a:pt x="73769" y="44122"/>
                    <a:pt x="75408" y="37128"/>
                    <a:pt x="75408" y="36638"/>
                  </a:cubicBezTo>
                  <a:cubicBezTo>
                    <a:pt x="75408" y="35043"/>
                    <a:pt x="73769" y="35043"/>
                    <a:pt x="73391" y="35043"/>
                  </a:cubicBezTo>
                  <a:cubicBezTo>
                    <a:pt x="71625" y="35043"/>
                    <a:pt x="71499" y="35533"/>
                    <a:pt x="70617" y="38846"/>
                  </a:cubicBezTo>
                  <a:cubicBezTo>
                    <a:pt x="69103" y="44736"/>
                    <a:pt x="66708" y="51975"/>
                    <a:pt x="61412" y="51975"/>
                  </a:cubicBezTo>
                  <a:cubicBezTo>
                    <a:pt x="58133" y="51975"/>
                    <a:pt x="57251" y="49275"/>
                    <a:pt x="57251" y="45963"/>
                  </a:cubicBezTo>
                  <a:cubicBezTo>
                    <a:pt x="57251" y="43877"/>
                    <a:pt x="58259" y="39460"/>
                    <a:pt x="59142" y="36269"/>
                  </a:cubicBezTo>
                  <a:cubicBezTo>
                    <a:pt x="60025" y="32957"/>
                    <a:pt x="61286" y="27926"/>
                    <a:pt x="61916" y="25227"/>
                  </a:cubicBezTo>
                  <a:lnTo>
                    <a:pt x="64816" y="14307"/>
                  </a:lnTo>
                  <a:cubicBezTo>
                    <a:pt x="65573" y="11239"/>
                    <a:pt x="66960" y="5841"/>
                    <a:pt x="66960" y="5227"/>
                  </a:cubicBezTo>
                  <a:cubicBezTo>
                    <a:pt x="66960" y="2773"/>
                    <a:pt x="64942" y="1301"/>
                    <a:pt x="62799" y="1301"/>
                  </a:cubicBezTo>
                  <a:cubicBezTo>
                    <a:pt x="61412" y="1301"/>
                    <a:pt x="59016" y="1914"/>
                    <a:pt x="57629" y="4246"/>
                  </a:cubicBezTo>
                  <a:cubicBezTo>
                    <a:pt x="57251" y="4982"/>
                    <a:pt x="56242" y="8908"/>
                    <a:pt x="55611" y="11362"/>
                  </a:cubicBezTo>
                  <a:lnTo>
                    <a:pt x="52963" y="21546"/>
                  </a:lnTo>
                  <a:lnTo>
                    <a:pt x="49054" y="36883"/>
                  </a:lnTo>
                  <a:cubicBezTo>
                    <a:pt x="48172" y="39950"/>
                    <a:pt x="48172" y="40196"/>
                    <a:pt x="47037" y="41791"/>
                  </a:cubicBezTo>
                  <a:cubicBezTo>
                    <a:pt x="43128" y="47190"/>
                    <a:pt x="37580" y="51975"/>
                    <a:pt x="30392" y="51975"/>
                  </a:cubicBezTo>
                  <a:cubicBezTo>
                    <a:pt x="20053" y="51975"/>
                    <a:pt x="20053" y="43263"/>
                    <a:pt x="20053" y="41055"/>
                  </a:cubicBezTo>
                  <a:cubicBezTo>
                    <a:pt x="20053" y="37865"/>
                    <a:pt x="20431" y="36269"/>
                    <a:pt x="22196" y="29644"/>
                  </a:cubicBezTo>
                  <a:cubicBezTo>
                    <a:pt x="23457" y="24245"/>
                    <a:pt x="23709" y="23386"/>
                    <a:pt x="24970" y="18601"/>
                  </a:cubicBezTo>
                  <a:lnTo>
                    <a:pt x="26736" y="11730"/>
                  </a:lnTo>
                  <a:cubicBezTo>
                    <a:pt x="27366" y="9153"/>
                    <a:pt x="28627" y="4491"/>
                    <a:pt x="28627" y="4000"/>
                  </a:cubicBezTo>
                  <a:cubicBezTo>
                    <a:pt x="28627" y="1792"/>
                    <a:pt x="26862" y="74"/>
                    <a:pt x="24340" y="74"/>
                  </a:cubicBezTo>
                  <a:cubicBezTo>
                    <a:pt x="19800" y="74"/>
                    <a:pt x="18666" y="4368"/>
                    <a:pt x="18287" y="5841"/>
                  </a:cubicBezTo>
                  <a:lnTo>
                    <a:pt x="760" y="739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0" name="Freeform: Shape 2159">
              <a:extLst>
                <a:ext uri="{FF2B5EF4-FFF2-40B4-BE49-F238E27FC236}">
                  <a16:creationId xmlns:a16="http://schemas.microsoft.com/office/drawing/2014/main" id="{DAA06B51-901A-4CFC-C3CB-68BF916C2C32}"/>
                </a:ext>
              </a:extLst>
            </p:cNvPr>
            <p:cNvSpPr/>
            <p:nvPr>
              <p:custDataLst>
                <p:tags r:id="rId139"/>
              </p:custDataLst>
            </p:nvPr>
          </p:nvSpPr>
          <p:spPr>
            <a:xfrm>
              <a:off x="13621049" y="5278167"/>
              <a:ext cx="42602" cy="76422"/>
            </a:xfrm>
            <a:custGeom>
              <a:avLst/>
              <a:gdLst>
                <a:gd name="connsiteX0" fmla="*/ 42863 w 42602"/>
                <a:gd name="connsiteY0" fmla="*/ 3843 h 76422"/>
                <a:gd name="connsiteX1" fmla="*/ 38900 w 42602"/>
                <a:gd name="connsiteY1" fmla="*/ 75 h 76422"/>
                <a:gd name="connsiteX2" fmla="*/ 33315 w 42602"/>
                <a:gd name="connsiteY2" fmla="*/ 5333 h 76422"/>
                <a:gd name="connsiteX3" fmla="*/ 37278 w 42602"/>
                <a:gd name="connsiteY3" fmla="*/ 9102 h 76422"/>
                <a:gd name="connsiteX4" fmla="*/ 42863 w 42602"/>
                <a:gd name="connsiteY4" fmla="*/ 3843 h 76422"/>
                <a:gd name="connsiteX5" fmla="*/ 23228 w 42602"/>
                <a:gd name="connsiteY5" fmla="*/ 62475 h 76422"/>
                <a:gd name="connsiteX6" fmla="*/ 10348 w 42602"/>
                <a:gd name="connsiteY6" fmla="*/ 73518 h 76422"/>
                <a:gd name="connsiteX7" fmla="*/ 7106 w 42602"/>
                <a:gd name="connsiteY7" fmla="*/ 73080 h 76422"/>
                <a:gd name="connsiteX8" fmla="*/ 9898 w 42602"/>
                <a:gd name="connsiteY8" fmla="*/ 68435 h 76422"/>
                <a:gd name="connsiteX9" fmla="*/ 5845 w 42602"/>
                <a:gd name="connsiteY9" fmla="*/ 64841 h 76422"/>
                <a:gd name="connsiteX10" fmla="*/ 261 w 42602"/>
                <a:gd name="connsiteY10" fmla="*/ 70450 h 76422"/>
                <a:gd name="connsiteX11" fmla="*/ 10438 w 42602"/>
                <a:gd name="connsiteY11" fmla="*/ 76498 h 76422"/>
                <a:gd name="connsiteX12" fmla="*/ 31064 w 42602"/>
                <a:gd name="connsiteY12" fmla="*/ 62563 h 76422"/>
                <a:gd name="connsiteX13" fmla="*/ 39170 w 42602"/>
                <a:gd name="connsiteY13" fmla="*/ 31187 h 76422"/>
                <a:gd name="connsiteX14" fmla="*/ 39620 w 42602"/>
                <a:gd name="connsiteY14" fmla="*/ 28295 h 76422"/>
                <a:gd name="connsiteX15" fmla="*/ 28542 w 42602"/>
                <a:gd name="connsiteY15" fmla="*/ 19794 h 76422"/>
                <a:gd name="connsiteX16" fmla="*/ 10979 w 42602"/>
                <a:gd name="connsiteY16" fmla="*/ 33378 h 76422"/>
                <a:gd name="connsiteX17" fmla="*/ 12870 w 42602"/>
                <a:gd name="connsiteY17" fmla="*/ 34605 h 76422"/>
                <a:gd name="connsiteX18" fmla="*/ 14852 w 42602"/>
                <a:gd name="connsiteY18" fmla="*/ 33378 h 76422"/>
                <a:gd name="connsiteX19" fmla="*/ 28182 w 42602"/>
                <a:gd name="connsiteY19" fmla="*/ 22774 h 76422"/>
                <a:gd name="connsiteX20" fmla="*/ 31964 w 42602"/>
                <a:gd name="connsiteY20" fmla="*/ 27419 h 76422"/>
                <a:gd name="connsiteX21" fmla="*/ 31694 w 42602"/>
                <a:gd name="connsiteY21" fmla="*/ 29697 h 76422"/>
                <a:gd name="connsiteX22" fmla="*/ 23228 w 42602"/>
                <a:gd name="connsiteY22" fmla="*/ 62475 h 7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02" h="76422">
                  <a:moveTo>
                    <a:pt x="42863" y="3843"/>
                  </a:moveTo>
                  <a:cubicBezTo>
                    <a:pt x="42863" y="1828"/>
                    <a:pt x="41331" y="75"/>
                    <a:pt x="38900" y="75"/>
                  </a:cubicBezTo>
                  <a:cubicBezTo>
                    <a:pt x="36108" y="75"/>
                    <a:pt x="33315" y="2704"/>
                    <a:pt x="33315" y="5333"/>
                  </a:cubicBezTo>
                  <a:cubicBezTo>
                    <a:pt x="33315" y="7437"/>
                    <a:pt x="35027" y="9102"/>
                    <a:pt x="37278" y="9102"/>
                  </a:cubicBezTo>
                  <a:cubicBezTo>
                    <a:pt x="40341" y="9102"/>
                    <a:pt x="42863" y="6297"/>
                    <a:pt x="42863" y="3843"/>
                  </a:cubicBezTo>
                  <a:close/>
                  <a:moveTo>
                    <a:pt x="23228" y="62475"/>
                  </a:moveTo>
                  <a:cubicBezTo>
                    <a:pt x="21517" y="69136"/>
                    <a:pt x="15842" y="73518"/>
                    <a:pt x="10348" y="73518"/>
                  </a:cubicBezTo>
                  <a:cubicBezTo>
                    <a:pt x="8817" y="73518"/>
                    <a:pt x="7826" y="73255"/>
                    <a:pt x="7106" y="73080"/>
                  </a:cubicBezTo>
                  <a:cubicBezTo>
                    <a:pt x="9267" y="71853"/>
                    <a:pt x="9898" y="69574"/>
                    <a:pt x="9898" y="68435"/>
                  </a:cubicBezTo>
                  <a:cubicBezTo>
                    <a:pt x="9898" y="66945"/>
                    <a:pt x="8817" y="64841"/>
                    <a:pt x="5845" y="64841"/>
                  </a:cubicBezTo>
                  <a:cubicBezTo>
                    <a:pt x="2782" y="64841"/>
                    <a:pt x="261" y="67558"/>
                    <a:pt x="261" y="70450"/>
                  </a:cubicBezTo>
                  <a:cubicBezTo>
                    <a:pt x="261" y="74219"/>
                    <a:pt x="4314" y="76498"/>
                    <a:pt x="10438" y="76498"/>
                  </a:cubicBezTo>
                  <a:cubicBezTo>
                    <a:pt x="16563" y="76498"/>
                    <a:pt x="28272" y="73430"/>
                    <a:pt x="31064" y="62563"/>
                  </a:cubicBezTo>
                  <a:lnTo>
                    <a:pt x="39170" y="31187"/>
                  </a:lnTo>
                  <a:cubicBezTo>
                    <a:pt x="39350" y="30311"/>
                    <a:pt x="39620" y="29522"/>
                    <a:pt x="39620" y="28295"/>
                  </a:cubicBezTo>
                  <a:cubicBezTo>
                    <a:pt x="39620" y="23300"/>
                    <a:pt x="34847" y="19794"/>
                    <a:pt x="28542" y="19794"/>
                  </a:cubicBezTo>
                  <a:cubicBezTo>
                    <a:pt x="17644" y="19794"/>
                    <a:pt x="10979" y="31626"/>
                    <a:pt x="10979" y="33378"/>
                  </a:cubicBezTo>
                  <a:cubicBezTo>
                    <a:pt x="10979" y="34605"/>
                    <a:pt x="12420" y="34605"/>
                    <a:pt x="12870" y="34605"/>
                  </a:cubicBezTo>
                  <a:cubicBezTo>
                    <a:pt x="14221" y="34605"/>
                    <a:pt x="14401" y="34255"/>
                    <a:pt x="14852" y="33378"/>
                  </a:cubicBezTo>
                  <a:cubicBezTo>
                    <a:pt x="18995" y="24790"/>
                    <a:pt x="25119" y="22774"/>
                    <a:pt x="28182" y="22774"/>
                  </a:cubicBezTo>
                  <a:cubicBezTo>
                    <a:pt x="31784" y="22774"/>
                    <a:pt x="31964" y="25929"/>
                    <a:pt x="31964" y="27419"/>
                  </a:cubicBezTo>
                  <a:cubicBezTo>
                    <a:pt x="31964" y="28646"/>
                    <a:pt x="31874" y="28996"/>
                    <a:pt x="31694" y="29697"/>
                  </a:cubicBezTo>
                  <a:lnTo>
                    <a:pt x="23228" y="624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1" name="Freeform: Shape 2160">
              <a:extLst>
                <a:ext uri="{FF2B5EF4-FFF2-40B4-BE49-F238E27FC236}">
                  <a16:creationId xmlns:a16="http://schemas.microsoft.com/office/drawing/2014/main" id="{CF3369B4-8758-AD5E-183D-4B802E1832F2}"/>
                </a:ext>
              </a:extLst>
            </p:cNvPr>
            <p:cNvSpPr/>
            <p:nvPr>
              <p:custDataLst>
                <p:tags r:id="rId140"/>
              </p:custDataLst>
            </p:nvPr>
          </p:nvSpPr>
          <p:spPr>
            <a:xfrm>
              <a:off x="13698631" y="5285353"/>
              <a:ext cx="85240" cy="6012"/>
            </a:xfrm>
            <a:custGeom>
              <a:avLst/>
              <a:gdLst>
                <a:gd name="connsiteX0" fmla="*/ 80461 w 85240"/>
                <a:gd name="connsiteY0" fmla="*/ 6086 h 6012"/>
                <a:gd name="connsiteX1" fmla="*/ 85504 w 85240"/>
                <a:gd name="connsiteY1" fmla="*/ 3141 h 6012"/>
                <a:gd name="connsiteX2" fmla="*/ 80461 w 85240"/>
                <a:gd name="connsiteY2" fmla="*/ 74 h 6012"/>
                <a:gd name="connsiteX3" fmla="*/ 5308 w 85240"/>
                <a:gd name="connsiteY3" fmla="*/ 74 h 6012"/>
                <a:gd name="connsiteX4" fmla="*/ 264 w 85240"/>
                <a:gd name="connsiteY4" fmla="*/ 3019 h 6012"/>
                <a:gd name="connsiteX5" fmla="*/ 5308 w 85240"/>
                <a:gd name="connsiteY5" fmla="*/ 6086 h 6012"/>
                <a:gd name="connsiteX6" fmla="*/ 80461 w 85240"/>
                <a:gd name="connsiteY6" fmla="*/ 6086 h 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240" h="6012">
                  <a:moveTo>
                    <a:pt x="80461" y="6086"/>
                  </a:moveTo>
                  <a:cubicBezTo>
                    <a:pt x="82478" y="6086"/>
                    <a:pt x="85504" y="6086"/>
                    <a:pt x="85504" y="3141"/>
                  </a:cubicBezTo>
                  <a:cubicBezTo>
                    <a:pt x="85504" y="74"/>
                    <a:pt x="82604" y="74"/>
                    <a:pt x="80461" y="74"/>
                  </a:cubicBezTo>
                  <a:lnTo>
                    <a:pt x="5308" y="74"/>
                  </a:lnTo>
                  <a:cubicBezTo>
                    <a:pt x="3291" y="74"/>
                    <a:pt x="264" y="74"/>
                    <a:pt x="264" y="3019"/>
                  </a:cubicBezTo>
                  <a:cubicBezTo>
                    <a:pt x="264" y="6086"/>
                    <a:pt x="3164" y="6086"/>
                    <a:pt x="5308" y="6086"/>
                  </a:cubicBezTo>
                  <a:lnTo>
                    <a:pt x="80461" y="60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2" name="Freeform: Shape 2161">
              <a:extLst>
                <a:ext uri="{FF2B5EF4-FFF2-40B4-BE49-F238E27FC236}">
                  <a16:creationId xmlns:a16="http://schemas.microsoft.com/office/drawing/2014/main" id="{8214BCA0-C073-76DE-F593-1373BF7482DE}"/>
                </a:ext>
              </a:extLst>
            </p:cNvPr>
            <p:cNvSpPr/>
            <p:nvPr>
              <p:custDataLst>
                <p:tags r:id="rId141"/>
              </p:custDataLst>
            </p:nvPr>
          </p:nvSpPr>
          <p:spPr>
            <a:xfrm>
              <a:off x="13800246" y="5232961"/>
              <a:ext cx="88140" cy="109936"/>
            </a:xfrm>
            <a:custGeom>
              <a:avLst/>
              <a:gdLst>
                <a:gd name="connsiteX0" fmla="*/ 8467 w 88140"/>
                <a:gd name="connsiteY0" fmla="*/ 107311 h 109936"/>
                <a:gd name="connsiteX1" fmla="*/ 16158 w 88140"/>
                <a:gd name="connsiteY1" fmla="*/ 77005 h 109936"/>
                <a:gd name="connsiteX2" fmla="*/ 44782 w 88140"/>
                <a:gd name="connsiteY2" fmla="*/ 87802 h 109936"/>
                <a:gd name="connsiteX3" fmla="*/ 87402 w 88140"/>
                <a:gd name="connsiteY3" fmla="*/ 53692 h 109936"/>
                <a:gd name="connsiteX4" fmla="*/ 78828 w 88140"/>
                <a:gd name="connsiteY4" fmla="*/ 37006 h 109936"/>
                <a:gd name="connsiteX5" fmla="*/ 88411 w 88140"/>
                <a:gd name="connsiteY5" fmla="*/ 17497 h 109936"/>
                <a:gd name="connsiteX6" fmla="*/ 65966 w 88140"/>
                <a:gd name="connsiteY6" fmla="*/ 74 h 109936"/>
                <a:gd name="connsiteX7" fmla="*/ 19815 w 88140"/>
                <a:gd name="connsiteY7" fmla="*/ 31484 h 109936"/>
                <a:gd name="connsiteX8" fmla="*/ 775 w 88140"/>
                <a:gd name="connsiteY8" fmla="*/ 105716 h 109936"/>
                <a:gd name="connsiteX9" fmla="*/ 271 w 88140"/>
                <a:gd name="connsiteY9" fmla="*/ 107802 h 109936"/>
                <a:gd name="connsiteX10" fmla="*/ 4306 w 88140"/>
                <a:gd name="connsiteY10" fmla="*/ 110010 h 109936"/>
                <a:gd name="connsiteX11" fmla="*/ 8467 w 88140"/>
                <a:gd name="connsiteY11" fmla="*/ 107311 h 109936"/>
                <a:gd name="connsiteX12" fmla="*/ 47934 w 88140"/>
                <a:gd name="connsiteY12" fmla="*/ 38601 h 109936"/>
                <a:gd name="connsiteX13" fmla="*/ 56383 w 88140"/>
                <a:gd name="connsiteY13" fmla="*/ 37374 h 109936"/>
                <a:gd name="connsiteX14" fmla="*/ 62309 w 88140"/>
                <a:gd name="connsiteY14" fmla="*/ 37865 h 109936"/>
                <a:gd name="connsiteX15" fmla="*/ 54617 w 88140"/>
                <a:gd name="connsiteY15" fmla="*/ 39337 h 109936"/>
                <a:gd name="connsiteX16" fmla="*/ 47934 w 88140"/>
                <a:gd name="connsiteY16" fmla="*/ 38601 h 109936"/>
                <a:gd name="connsiteX17" fmla="*/ 68362 w 88140"/>
                <a:gd name="connsiteY17" fmla="*/ 32711 h 109936"/>
                <a:gd name="connsiteX18" fmla="*/ 56761 w 88140"/>
                <a:gd name="connsiteY18" fmla="*/ 31730 h 109936"/>
                <a:gd name="connsiteX19" fmla="*/ 39864 w 88140"/>
                <a:gd name="connsiteY19" fmla="*/ 39091 h 109936"/>
                <a:gd name="connsiteX20" fmla="*/ 54365 w 88140"/>
                <a:gd name="connsiteY20" fmla="*/ 44981 h 109936"/>
                <a:gd name="connsiteX21" fmla="*/ 69875 w 88140"/>
                <a:gd name="connsiteY21" fmla="*/ 42404 h 109936"/>
                <a:gd name="connsiteX22" fmla="*/ 71388 w 88140"/>
                <a:gd name="connsiteY22" fmla="*/ 48907 h 109936"/>
                <a:gd name="connsiteX23" fmla="*/ 63948 w 88140"/>
                <a:gd name="connsiteY23" fmla="*/ 73201 h 109936"/>
                <a:gd name="connsiteX24" fmla="*/ 44656 w 88140"/>
                <a:gd name="connsiteY24" fmla="*/ 82158 h 109936"/>
                <a:gd name="connsiteX25" fmla="*/ 19941 w 88140"/>
                <a:gd name="connsiteY25" fmla="*/ 64735 h 109936"/>
                <a:gd name="connsiteX26" fmla="*/ 22211 w 88140"/>
                <a:gd name="connsiteY26" fmla="*/ 53815 h 109936"/>
                <a:gd name="connsiteX27" fmla="*/ 27129 w 88140"/>
                <a:gd name="connsiteY27" fmla="*/ 34306 h 109936"/>
                <a:gd name="connsiteX28" fmla="*/ 40495 w 88140"/>
                <a:gd name="connsiteY28" fmla="*/ 14307 h 109936"/>
                <a:gd name="connsiteX29" fmla="*/ 65335 w 88140"/>
                <a:gd name="connsiteY29" fmla="*/ 5718 h 109936"/>
                <a:gd name="connsiteX30" fmla="*/ 73910 w 88140"/>
                <a:gd name="connsiteY30" fmla="*/ 13080 h 109936"/>
                <a:gd name="connsiteX31" fmla="*/ 68362 w 88140"/>
                <a:gd name="connsiteY31" fmla="*/ 32711 h 109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40" h="109936">
                  <a:moveTo>
                    <a:pt x="8467" y="107311"/>
                  </a:moveTo>
                  <a:lnTo>
                    <a:pt x="16158" y="77005"/>
                  </a:lnTo>
                  <a:cubicBezTo>
                    <a:pt x="18554" y="80072"/>
                    <a:pt x="27003" y="87802"/>
                    <a:pt x="44782" y="87802"/>
                  </a:cubicBezTo>
                  <a:cubicBezTo>
                    <a:pt x="73027" y="87802"/>
                    <a:pt x="87402" y="69152"/>
                    <a:pt x="87402" y="53692"/>
                  </a:cubicBezTo>
                  <a:cubicBezTo>
                    <a:pt x="87402" y="46576"/>
                    <a:pt x="84502" y="40932"/>
                    <a:pt x="78828" y="37006"/>
                  </a:cubicBezTo>
                  <a:cubicBezTo>
                    <a:pt x="84376" y="32589"/>
                    <a:pt x="88411" y="24736"/>
                    <a:pt x="88411" y="17497"/>
                  </a:cubicBezTo>
                  <a:cubicBezTo>
                    <a:pt x="88411" y="7558"/>
                    <a:pt x="81097" y="74"/>
                    <a:pt x="65966" y="74"/>
                  </a:cubicBezTo>
                  <a:cubicBezTo>
                    <a:pt x="47304" y="74"/>
                    <a:pt x="24859" y="11607"/>
                    <a:pt x="19815" y="31484"/>
                  </a:cubicBezTo>
                  <a:lnTo>
                    <a:pt x="775" y="105716"/>
                  </a:lnTo>
                  <a:cubicBezTo>
                    <a:pt x="271" y="107434"/>
                    <a:pt x="271" y="107679"/>
                    <a:pt x="271" y="107802"/>
                  </a:cubicBezTo>
                  <a:cubicBezTo>
                    <a:pt x="271" y="110010"/>
                    <a:pt x="2414" y="110010"/>
                    <a:pt x="4306" y="110010"/>
                  </a:cubicBezTo>
                  <a:cubicBezTo>
                    <a:pt x="6827" y="110010"/>
                    <a:pt x="7836" y="110010"/>
                    <a:pt x="8467" y="107311"/>
                  </a:cubicBezTo>
                  <a:close/>
                  <a:moveTo>
                    <a:pt x="47934" y="38601"/>
                  </a:moveTo>
                  <a:cubicBezTo>
                    <a:pt x="49574" y="37865"/>
                    <a:pt x="50708" y="37374"/>
                    <a:pt x="56383" y="37374"/>
                  </a:cubicBezTo>
                  <a:cubicBezTo>
                    <a:pt x="58400" y="37374"/>
                    <a:pt x="60039" y="37374"/>
                    <a:pt x="62309" y="37865"/>
                  </a:cubicBezTo>
                  <a:cubicBezTo>
                    <a:pt x="59535" y="39337"/>
                    <a:pt x="56887" y="39337"/>
                    <a:pt x="54617" y="39337"/>
                  </a:cubicBezTo>
                  <a:cubicBezTo>
                    <a:pt x="50835" y="39337"/>
                    <a:pt x="50456" y="39214"/>
                    <a:pt x="47934" y="38601"/>
                  </a:cubicBezTo>
                  <a:close/>
                  <a:moveTo>
                    <a:pt x="68362" y="32711"/>
                  </a:moveTo>
                  <a:cubicBezTo>
                    <a:pt x="63570" y="31730"/>
                    <a:pt x="59283" y="31730"/>
                    <a:pt x="56761" y="31730"/>
                  </a:cubicBezTo>
                  <a:cubicBezTo>
                    <a:pt x="51339" y="31730"/>
                    <a:pt x="39864" y="31730"/>
                    <a:pt x="39864" y="39091"/>
                  </a:cubicBezTo>
                  <a:cubicBezTo>
                    <a:pt x="39864" y="44858"/>
                    <a:pt x="48187" y="44981"/>
                    <a:pt x="54365" y="44981"/>
                  </a:cubicBezTo>
                  <a:cubicBezTo>
                    <a:pt x="58022" y="44981"/>
                    <a:pt x="63192" y="44981"/>
                    <a:pt x="69875" y="42404"/>
                  </a:cubicBezTo>
                  <a:cubicBezTo>
                    <a:pt x="71010" y="44122"/>
                    <a:pt x="71388" y="46699"/>
                    <a:pt x="71388" y="48907"/>
                  </a:cubicBezTo>
                  <a:cubicBezTo>
                    <a:pt x="71388" y="53202"/>
                    <a:pt x="68740" y="66698"/>
                    <a:pt x="63948" y="73201"/>
                  </a:cubicBezTo>
                  <a:cubicBezTo>
                    <a:pt x="59409" y="79213"/>
                    <a:pt x="52474" y="82158"/>
                    <a:pt x="44656" y="82158"/>
                  </a:cubicBezTo>
                  <a:cubicBezTo>
                    <a:pt x="33938" y="82158"/>
                    <a:pt x="19941" y="77373"/>
                    <a:pt x="19941" y="64735"/>
                  </a:cubicBezTo>
                  <a:cubicBezTo>
                    <a:pt x="19941" y="62404"/>
                    <a:pt x="21202" y="57373"/>
                    <a:pt x="22211" y="53815"/>
                  </a:cubicBezTo>
                  <a:cubicBezTo>
                    <a:pt x="22841" y="51116"/>
                    <a:pt x="26877" y="35411"/>
                    <a:pt x="27129" y="34306"/>
                  </a:cubicBezTo>
                  <a:cubicBezTo>
                    <a:pt x="28264" y="30012"/>
                    <a:pt x="30407" y="21669"/>
                    <a:pt x="40495" y="14307"/>
                  </a:cubicBezTo>
                  <a:cubicBezTo>
                    <a:pt x="50835" y="6699"/>
                    <a:pt x="60796" y="5718"/>
                    <a:pt x="65335" y="5718"/>
                  </a:cubicBezTo>
                  <a:cubicBezTo>
                    <a:pt x="73910" y="5718"/>
                    <a:pt x="73910" y="11117"/>
                    <a:pt x="73910" y="13080"/>
                  </a:cubicBezTo>
                  <a:cubicBezTo>
                    <a:pt x="73910" y="16024"/>
                    <a:pt x="71640" y="27190"/>
                    <a:pt x="68362" y="327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3" name="Freeform: Shape 2162">
              <a:extLst>
                <a:ext uri="{FF2B5EF4-FFF2-40B4-BE49-F238E27FC236}">
                  <a16:creationId xmlns:a16="http://schemas.microsoft.com/office/drawing/2014/main" id="{7C8F7DDD-3686-788B-8222-AAB7C5ED1D8D}"/>
                </a:ext>
              </a:extLst>
            </p:cNvPr>
            <p:cNvSpPr/>
            <p:nvPr>
              <p:custDataLst>
                <p:tags r:id="rId142"/>
              </p:custDataLst>
            </p:nvPr>
          </p:nvSpPr>
          <p:spPr>
            <a:xfrm>
              <a:off x="13906067" y="5205376"/>
              <a:ext cx="75116" cy="60822"/>
            </a:xfrm>
            <a:custGeom>
              <a:avLst/>
              <a:gdLst>
                <a:gd name="connsiteX0" fmla="*/ 40356 w 75116"/>
                <a:gd name="connsiteY0" fmla="*/ 4979 h 60822"/>
                <a:gd name="connsiteX1" fmla="*/ 71519 w 75116"/>
                <a:gd name="connsiteY1" fmla="*/ 4979 h 60822"/>
                <a:gd name="connsiteX2" fmla="*/ 75392 w 75116"/>
                <a:gd name="connsiteY2" fmla="*/ 2525 h 60822"/>
                <a:gd name="connsiteX3" fmla="*/ 71519 w 75116"/>
                <a:gd name="connsiteY3" fmla="*/ 71 h 60822"/>
                <a:gd name="connsiteX4" fmla="*/ 4149 w 75116"/>
                <a:gd name="connsiteY4" fmla="*/ 71 h 60822"/>
                <a:gd name="connsiteX5" fmla="*/ 276 w 75116"/>
                <a:gd name="connsiteY5" fmla="*/ 2525 h 60822"/>
                <a:gd name="connsiteX6" fmla="*/ 4149 w 75116"/>
                <a:gd name="connsiteY6" fmla="*/ 4979 h 60822"/>
                <a:gd name="connsiteX7" fmla="*/ 35312 w 75116"/>
                <a:gd name="connsiteY7" fmla="*/ 4979 h 60822"/>
                <a:gd name="connsiteX8" fmla="*/ 35312 w 75116"/>
                <a:gd name="connsiteY8" fmla="*/ 57125 h 60822"/>
                <a:gd name="connsiteX9" fmla="*/ 37834 w 75116"/>
                <a:gd name="connsiteY9" fmla="*/ 60894 h 60822"/>
                <a:gd name="connsiteX10" fmla="*/ 40356 w 75116"/>
                <a:gd name="connsiteY10" fmla="*/ 57125 h 60822"/>
                <a:gd name="connsiteX11" fmla="*/ 40356 w 75116"/>
                <a:gd name="connsiteY11" fmla="*/ 4979 h 6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16" h="60822">
                  <a:moveTo>
                    <a:pt x="40356" y="4979"/>
                  </a:moveTo>
                  <a:lnTo>
                    <a:pt x="71519" y="4979"/>
                  </a:lnTo>
                  <a:cubicBezTo>
                    <a:pt x="72961" y="4979"/>
                    <a:pt x="75392" y="4979"/>
                    <a:pt x="75392" y="2525"/>
                  </a:cubicBezTo>
                  <a:cubicBezTo>
                    <a:pt x="75392" y="71"/>
                    <a:pt x="72961" y="71"/>
                    <a:pt x="71519" y="71"/>
                  </a:cubicBezTo>
                  <a:lnTo>
                    <a:pt x="4149" y="71"/>
                  </a:lnTo>
                  <a:cubicBezTo>
                    <a:pt x="2798" y="71"/>
                    <a:pt x="276" y="71"/>
                    <a:pt x="276" y="2525"/>
                  </a:cubicBezTo>
                  <a:cubicBezTo>
                    <a:pt x="276" y="4979"/>
                    <a:pt x="2798" y="4979"/>
                    <a:pt x="4149" y="4979"/>
                  </a:cubicBezTo>
                  <a:lnTo>
                    <a:pt x="35312" y="4979"/>
                  </a:lnTo>
                  <a:lnTo>
                    <a:pt x="35312" y="57125"/>
                  </a:lnTo>
                  <a:cubicBezTo>
                    <a:pt x="35312" y="58440"/>
                    <a:pt x="35312" y="60894"/>
                    <a:pt x="37834" y="60894"/>
                  </a:cubicBezTo>
                  <a:cubicBezTo>
                    <a:pt x="40356" y="60894"/>
                    <a:pt x="40356" y="58527"/>
                    <a:pt x="40356" y="57125"/>
                  </a:cubicBezTo>
                  <a:lnTo>
                    <a:pt x="40356" y="49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4" name="Freeform: Shape 2163">
              <a:extLst>
                <a:ext uri="{FF2B5EF4-FFF2-40B4-BE49-F238E27FC236}">
                  <a16:creationId xmlns:a16="http://schemas.microsoft.com/office/drawing/2014/main" id="{9924546E-E21B-C256-24FC-8389EE66DB0D}"/>
                </a:ext>
              </a:extLst>
            </p:cNvPr>
            <p:cNvSpPr/>
            <p:nvPr>
              <p:custDataLst>
                <p:tags r:id="rId143"/>
              </p:custDataLst>
            </p:nvPr>
          </p:nvSpPr>
          <p:spPr>
            <a:xfrm>
              <a:off x="14005803" y="5264617"/>
              <a:ext cx="77296" cy="54477"/>
            </a:xfrm>
            <a:custGeom>
              <a:avLst/>
              <a:gdLst>
                <a:gd name="connsiteX0" fmla="*/ 45676 w 77296"/>
                <a:gd name="connsiteY0" fmla="*/ 24859 h 54477"/>
                <a:gd name="connsiteX1" fmla="*/ 63077 w 77296"/>
                <a:gd name="connsiteY1" fmla="*/ 7804 h 54477"/>
                <a:gd name="connsiteX2" fmla="*/ 74804 w 77296"/>
                <a:gd name="connsiteY2" fmla="*/ 6945 h 54477"/>
                <a:gd name="connsiteX3" fmla="*/ 74804 w 77296"/>
                <a:gd name="connsiteY3" fmla="*/ 74 h 54477"/>
                <a:gd name="connsiteX4" fmla="*/ 62573 w 77296"/>
                <a:gd name="connsiteY4" fmla="*/ 565 h 54477"/>
                <a:gd name="connsiteX5" fmla="*/ 48576 w 77296"/>
                <a:gd name="connsiteY5" fmla="*/ 74 h 54477"/>
                <a:gd name="connsiteX6" fmla="*/ 48576 w 77296"/>
                <a:gd name="connsiteY6" fmla="*/ 6945 h 54477"/>
                <a:gd name="connsiteX7" fmla="*/ 51981 w 77296"/>
                <a:gd name="connsiteY7" fmla="*/ 7681 h 54477"/>
                <a:gd name="connsiteX8" fmla="*/ 40128 w 77296"/>
                <a:gd name="connsiteY8" fmla="*/ 19337 h 54477"/>
                <a:gd name="connsiteX9" fmla="*/ 27897 w 77296"/>
                <a:gd name="connsiteY9" fmla="*/ 6945 h 54477"/>
                <a:gd name="connsiteX10" fmla="*/ 31301 w 77296"/>
                <a:gd name="connsiteY10" fmla="*/ 6945 h 54477"/>
                <a:gd name="connsiteX11" fmla="*/ 31301 w 77296"/>
                <a:gd name="connsiteY11" fmla="*/ 74 h 54477"/>
                <a:gd name="connsiteX12" fmla="*/ 15287 w 77296"/>
                <a:gd name="connsiteY12" fmla="*/ 565 h 54477"/>
                <a:gd name="connsiteX13" fmla="*/ 1038 w 77296"/>
                <a:gd name="connsiteY13" fmla="*/ 74 h 54477"/>
                <a:gd name="connsiteX14" fmla="*/ 1038 w 77296"/>
                <a:gd name="connsiteY14" fmla="*/ 6945 h 54477"/>
                <a:gd name="connsiteX15" fmla="*/ 10495 w 77296"/>
                <a:gd name="connsiteY15" fmla="*/ 6945 h 54477"/>
                <a:gd name="connsiteX16" fmla="*/ 31175 w 77296"/>
                <a:gd name="connsiteY16" fmla="*/ 27926 h 54477"/>
                <a:gd name="connsiteX17" fmla="*/ 13017 w 77296"/>
                <a:gd name="connsiteY17" fmla="*/ 45717 h 54477"/>
                <a:gd name="connsiteX18" fmla="*/ 7343 w 77296"/>
                <a:gd name="connsiteY18" fmla="*/ 47558 h 54477"/>
                <a:gd name="connsiteX19" fmla="*/ 282 w 77296"/>
                <a:gd name="connsiteY19" fmla="*/ 47680 h 54477"/>
                <a:gd name="connsiteX20" fmla="*/ 282 w 77296"/>
                <a:gd name="connsiteY20" fmla="*/ 54551 h 54477"/>
                <a:gd name="connsiteX21" fmla="*/ 12513 w 77296"/>
                <a:gd name="connsiteY21" fmla="*/ 54061 h 54477"/>
                <a:gd name="connsiteX22" fmla="*/ 26509 w 77296"/>
                <a:gd name="connsiteY22" fmla="*/ 54551 h 54477"/>
                <a:gd name="connsiteX23" fmla="*/ 26509 w 77296"/>
                <a:gd name="connsiteY23" fmla="*/ 47680 h 54477"/>
                <a:gd name="connsiteX24" fmla="*/ 23105 w 77296"/>
                <a:gd name="connsiteY24" fmla="*/ 46821 h 54477"/>
                <a:gd name="connsiteX25" fmla="*/ 36723 w 77296"/>
                <a:gd name="connsiteY25" fmla="*/ 33570 h 54477"/>
                <a:gd name="connsiteX26" fmla="*/ 50720 w 77296"/>
                <a:gd name="connsiteY26" fmla="*/ 47680 h 54477"/>
                <a:gd name="connsiteX27" fmla="*/ 47441 w 77296"/>
                <a:gd name="connsiteY27" fmla="*/ 47680 h 54477"/>
                <a:gd name="connsiteX28" fmla="*/ 47441 w 77296"/>
                <a:gd name="connsiteY28" fmla="*/ 54551 h 54477"/>
                <a:gd name="connsiteX29" fmla="*/ 63455 w 77296"/>
                <a:gd name="connsiteY29" fmla="*/ 54061 h 54477"/>
                <a:gd name="connsiteX30" fmla="*/ 77578 w 77296"/>
                <a:gd name="connsiteY30" fmla="*/ 54551 h 54477"/>
                <a:gd name="connsiteX31" fmla="*/ 77578 w 77296"/>
                <a:gd name="connsiteY31" fmla="*/ 47680 h 54477"/>
                <a:gd name="connsiteX32" fmla="*/ 68247 w 77296"/>
                <a:gd name="connsiteY32" fmla="*/ 47680 h 54477"/>
                <a:gd name="connsiteX33" fmla="*/ 45676 w 77296"/>
                <a:gd name="connsiteY33" fmla="*/ 24859 h 5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296" h="54477">
                  <a:moveTo>
                    <a:pt x="45676" y="24859"/>
                  </a:moveTo>
                  <a:lnTo>
                    <a:pt x="63077" y="7804"/>
                  </a:lnTo>
                  <a:cubicBezTo>
                    <a:pt x="66103" y="6945"/>
                    <a:pt x="69382" y="6945"/>
                    <a:pt x="74804" y="6945"/>
                  </a:cubicBezTo>
                  <a:lnTo>
                    <a:pt x="74804" y="74"/>
                  </a:lnTo>
                  <a:cubicBezTo>
                    <a:pt x="70769" y="442"/>
                    <a:pt x="66608" y="565"/>
                    <a:pt x="62573" y="565"/>
                  </a:cubicBezTo>
                  <a:cubicBezTo>
                    <a:pt x="58285" y="565"/>
                    <a:pt x="49585" y="197"/>
                    <a:pt x="48576" y="74"/>
                  </a:cubicBezTo>
                  <a:lnTo>
                    <a:pt x="48576" y="6945"/>
                  </a:lnTo>
                  <a:cubicBezTo>
                    <a:pt x="50215" y="6945"/>
                    <a:pt x="51098" y="7190"/>
                    <a:pt x="51981" y="7681"/>
                  </a:cubicBezTo>
                  <a:lnTo>
                    <a:pt x="40128" y="19337"/>
                  </a:lnTo>
                  <a:lnTo>
                    <a:pt x="27897" y="6945"/>
                  </a:lnTo>
                  <a:lnTo>
                    <a:pt x="31301" y="6945"/>
                  </a:lnTo>
                  <a:lnTo>
                    <a:pt x="31301" y="74"/>
                  </a:lnTo>
                  <a:cubicBezTo>
                    <a:pt x="30545" y="74"/>
                    <a:pt x="20583" y="565"/>
                    <a:pt x="15287" y="565"/>
                  </a:cubicBezTo>
                  <a:cubicBezTo>
                    <a:pt x="10495" y="565"/>
                    <a:pt x="5830" y="442"/>
                    <a:pt x="1038" y="74"/>
                  </a:cubicBezTo>
                  <a:lnTo>
                    <a:pt x="1038" y="6945"/>
                  </a:lnTo>
                  <a:lnTo>
                    <a:pt x="10495" y="6945"/>
                  </a:lnTo>
                  <a:lnTo>
                    <a:pt x="31175" y="27926"/>
                  </a:lnTo>
                  <a:lnTo>
                    <a:pt x="13017" y="45717"/>
                  </a:lnTo>
                  <a:cubicBezTo>
                    <a:pt x="11378" y="47190"/>
                    <a:pt x="11252" y="47312"/>
                    <a:pt x="7343" y="47558"/>
                  </a:cubicBezTo>
                  <a:cubicBezTo>
                    <a:pt x="5326" y="47680"/>
                    <a:pt x="912" y="47680"/>
                    <a:pt x="282" y="47680"/>
                  </a:cubicBezTo>
                  <a:lnTo>
                    <a:pt x="282" y="54551"/>
                  </a:lnTo>
                  <a:cubicBezTo>
                    <a:pt x="4317" y="54183"/>
                    <a:pt x="8478" y="54061"/>
                    <a:pt x="12513" y="54061"/>
                  </a:cubicBezTo>
                  <a:cubicBezTo>
                    <a:pt x="15918" y="54061"/>
                    <a:pt x="24870" y="54429"/>
                    <a:pt x="26509" y="54551"/>
                  </a:cubicBezTo>
                  <a:lnTo>
                    <a:pt x="26509" y="47680"/>
                  </a:lnTo>
                  <a:cubicBezTo>
                    <a:pt x="24492" y="47680"/>
                    <a:pt x="23988" y="47435"/>
                    <a:pt x="23105" y="46821"/>
                  </a:cubicBezTo>
                  <a:lnTo>
                    <a:pt x="36723" y="33570"/>
                  </a:lnTo>
                  <a:lnTo>
                    <a:pt x="50720" y="47680"/>
                  </a:lnTo>
                  <a:lnTo>
                    <a:pt x="47441" y="47680"/>
                  </a:lnTo>
                  <a:lnTo>
                    <a:pt x="47441" y="54551"/>
                  </a:lnTo>
                  <a:cubicBezTo>
                    <a:pt x="47567" y="54551"/>
                    <a:pt x="57655" y="54061"/>
                    <a:pt x="63455" y="54061"/>
                  </a:cubicBezTo>
                  <a:cubicBezTo>
                    <a:pt x="68121" y="54061"/>
                    <a:pt x="72912" y="54183"/>
                    <a:pt x="77578" y="54551"/>
                  </a:cubicBezTo>
                  <a:lnTo>
                    <a:pt x="77578" y="47680"/>
                  </a:lnTo>
                  <a:lnTo>
                    <a:pt x="68247" y="47680"/>
                  </a:lnTo>
                  <a:lnTo>
                    <a:pt x="45676" y="248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5" name="Freeform: Shape 2164">
              <a:extLst>
                <a:ext uri="{FF2B5EF4-FFF2-40B4-BE49-F238E27FC236}">
                  <a16:creationId xmlns:a16="http://schemas.microsoft.com/office/drawing/2014/main" id="{90F3353C-06D9-4D34-B17F-B1A6701E49BA}"/>
                </a:ext>
              </a:extLst>
            </p:cNvPr>
            <p:cNvSpPr/>
            <p:nvPr>
              <p:custDataLst>
                <p:tags r:id="rId144"/>
              </p:custDataLst>
            </p:nvPr>
          </p:nvSpPr>
          <p:spPr>
            <a:xfrm>
              <a:off x="14096432" y="5227072"/>
              <a:ext cx="32658" cy="122574"/>
            </a:xfrm>
            <a:custGeom>
              <a:avLst/>
              <a:gdLst>
                <a:gd name="connsiteX0" fmla="*/ 2682 w 32658"/>
                <a:gd name="connsiteY0" fmla="*/ 74 h 122574"/>
                <a:gd name="connsiteX1" fmla="*/ 287 w 32658"/>
                <a:gd name="connsiteY1" fmla="*/ 1546 h 122574"/>
                <a:gd name="connsiteX2" fmla="*/ 1421 w 32658"/>
                <a:gd name="connsiteY2" fmla="*/ 3387 h 122574"/>
                <a:gd name="connsiteX3" fmla="*/ 24371 w 32658"/>
                <a:gd name="connsiteY3" fmla="*/ 61300 h 122574"/>
                <a:gd name="connsiteX4" fmla="*/ 2556 w 32658"/>
                <a:gd name="connsiteY4" fmla="*/ 118354 h 122574"/>
                <a:gd name="connsiteX5" fmla="*/ 287 w 32658"/>
                <a:gd name="connsiteY5" fmla="*/ 121176 h 122574"/>
                <a:gd name="connsiteX6" fmla="*/ 1926 w 32658"/>
                <a:gd name="connsiteY6" fmla="*/ 122648 h 122574"/>
                <a:gd name="connsiteX7" fmla="*/ 23740 w 32658"/>
                <a:gd name="connsiteY7" fmla="*/ 99213 h 122574"/>
                <a:gd name="connsiteX8" fmla="*/ 32945 w 32658"/>
                <a:gd name="connsiteY8" fmla="*/ 61422 h 122574"/>
                <a:gd name="connsiteX9" fmla="*/ 2682 w 32658"/>
                <a:gd name="connsiteY9"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58" h="122574">
                  <a:moveTo>
                    <a:pt x="2682" y="74"/>
                  </a:moveTo>
                  <a:cubicBezTo>
                    <a:pt x="1800" y="74"/>
                    <a:pt x="287" y="74"/>
                    <a:pt x="287" y="1546"/>
                  </a:cubicBezTo>
                  <a:cubicBezTo>
                    <a:pt x="287" y="2160"/>
                    <a:pt x="665" y="2528"/>
                    <a:pt x="1421" y="3387"/>
                  </a:cubicBezTo>
                  <a:cubicBezTo>
                    <a:pt x="12266" y="13080"/>
                    <a:pt x="24371" y="29644"/>
                    <a:pt x="24371" y="61300"/>
                  </a:cubicBezTo>
                  <a:cubicBezTo>
                    <a:pt x="24371" y="86943"/>
                    <a:pt x="16174" y="106329"/>
                    <a:pt x="2556" y="118354"/>
                  </a:cubicBezTo>
                  <a:cubicBezTo>
                    <a:pt x="413" y="120440"/>
                    <a:pt x="287" y="120562"/>
                    <a:pt x="287" y="121176"/>
                  </a:cubicBezTo>
                  <a:cubicBezTo>
                    <a:pt x="287" y="121789"/>
                    <a:pt x="665" y="122648"/>
                    <a:pt x="1926" y="122648"/>
                  </a:cubicBezTo>
                  <a:cubicBezTo>
                    <a:pt x="3439" y="122648"/>
                    <a:pt x="15418" y="114550"/>
                    <a:pt x="23740" y="99213"/>
                  </a:cubicBezTo>
                  <a:cubicBezTo>
                    <a:pt x="29288" y="89029"/>
                    <a:pt x="32945" y="75778"/>
                    <a:pt x="32945" y="61422"/>
                  </a:cubicBezTo>
                  <a:cubicBezTo>
                    <a:pt x="32945" y="44122"/>
                    <a:pt x="27649" y="17251"/>
                    <a:pt x="2682"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166" name="Group 2165" descr="\documentclass{article}&#10;\usepackage{amsmath}&#10;\pagestyle{empty}&#10;\begin{document}&#10;&#10;&#10;\[&#10;\frac{P(Y_n \le j)}{P(Y_n &gt; j)}  =  e^{(\mu_j -\boldsymbol{\beta}^\top \mathbf{x})} \longrightarrow e^ {(\mu_j -\boldsymbol{\beta}^\top \mathbf{x} + \beta_j)} =  e^ {(\mu_j -\boldsymbol{\beta}^\top \mathbf{x})} \cdot e^{(\beta_j)}&#10;\]&#10;\end{document}" title="IguanaTex Shape Display">
            <a:extLst>
              <a:ext uri="{FF2B5EF4-FFF2-40B4-BE49-F238E27FC236}">
                <a16:creationId xmlns:a16="http://schemas.microsoft.com/office/drawing/2014/main" id="{BAAB7CEA-030F-BAD2-EF18-165D309F6BFD}"/>
              </a:ext>
            </a:extLst>
          </p:cNvPr>
          <p:cNvGrpSpPr>
            <a:grpSpLocks noChangeAspect="1"/>
          </p:cNvGrpSpPr>
          <p:nvPr>
            <p:custDataLst>
              <p:tags r:id="rId6"/>
            </p:custDataLst>
          </p:nvPr>
        </p:nvGrpSpPr>
        <p:grpSpPr>
          <a:xfrm>
            <a:off x="6930943" y="5375888"/>
            <a:ext cx="3924896" cy="343601"/>
            <a:chOff x="8580432" y="5794932"/>
            <a:chExt cx="3924896" cy="343601"/>
          </a:xfrm>
        </p:grpSpPr>
        <p:sp>
          <p:nvSpPr>
            <p:cNvPr id="2167" name="Freeform: Shape 2166">
              <a:extLst>
                <a:ext uri="{FF2B5EF4-FFF2-40B4-BE49-F238E27FC236}">
                  <a16:creationId xmlns:a16="http://schemas.microsoft.com/office/drawing/2014/main" id="{DED5A5F4-1797-C823-9603-1E15E74ED115}"/>
                </a:ext>
              </a:extLst>
            </p:cNvPr>
            <p:cNvSpPr/>
            <p:nvPr>
              <p:custDataLst>
                <p:tags r:id="rId64"/>
              </p:custDataLst>
            </p:nvPr>
          </p:nvSpPr>
          <p:spPr>
            <a:xfrm>
              <a:off x="8586437" y="5804676"/>
              <a:ext cx="107195" cy="99337"/>
            </a:xfrm>
            <a:custGeom>
              <a:avLst/>
              <a:gdLst>
                <a:gd name="connsiteX0" fmla="*/ 39589 w 107195"/>
                <a:gd name="connsiteY0" fmla="*/ 53449 h 99337"/>
                <a:gd name="connsiteX1" fmla="*/ 65111 w 107195"/>
                <a:gd name="connsiteY1" fmla="*/ 53449 h 99337"/>
                <a:gd name="connsiteX2" fmla="*/ 107299 w 107195"/>
                <a:gd name="connsiteY2" fmla="*/ 22033 h 99337"/>
                <a:gd name="connsiteX3" fmla="*/ 77723 w 107195"/>
                <a:gd name="connsiteY3" fmla="*/ 71 h 99337"/>
                <a:gd name="connsiteX4" fmla="*/ 29079 w 107195"/>
                <a:gd name="connsiteY4" fmla="*/ 71 h 99337"/>
                <a:gd name="connsiteX5" fmla="*/ 24575 w 107195"/>
                <a:gd name="connsiteY5" fmla="*/ 2835 h 99337"/>
                <a:gd name="connsiteX6" fmla="*/ 28929 w 107195"/>
                <a:gd name="connsiteY6" fmla="*/ 4580 h 99337"/>
                <a:gd name="connsiteX7" fmla="*/ 35385 w 107195"/>
                <a:gd name="connsiteY7" fmla="*/ 4871 h 99337"/>
                <a:gd name="connsiteX8" fmla="*/ 38688 w 107195"/>
                <a:gd name="connsiteY8" fmla="*/ 7198 h 99337"/>
                <a:gd name="connsiteX9" fmla="*/ 38087 w 107195"/>
                <a:gd name="connsiteY9" fmla="*/ 9961 h 99337"/>
                <a:gd name="connsiteX10" fmla="*/ 17969 w 107195"/>
                <a:gd name="connsiteY10" fmla="*/ 88064 h 99337"/>
                <a:gd name="connsiteX11" fmla="*/ 4307 w 107195"/>
                <a:gd name="connsiteY11" fmla="*/ 94900 h 99337"/>
                <a:gd name="connsiteX12" fmla="*/ 103 w 107195"/>
                <a:gd name="connsiteY12" fmla="*/ 97663 h 99337"/>
                <a:gd name="connsiteX13" fmla="*/ 2355 w 107195"/>
                <a:gd name="connsiteY13" fmla="*/ 99408 h 99337"/>
                <a:gd name="connsiteX14" fmla="*/ 21422 w 107195"/>
                <a:gd name="connsiteY14" fmla="*/ 98972 h 99337"/>
                <a:gd name="connsiteX15" fmla="*/ 31031 w 107195"/>
                <a:gd name="connsiteY15" fmla="*/ 99118 h 99337"/>
                <a:gd name="connsiteX16" fmla="*/ 40790 w 107195"/>
                <a:gd name="connsiteY16" fmla="*/ 99408 h 99337"/>
                <a:gd name="connsiteX17" fmla="*/ 43792 w 107195"/>
                <a:gd name="connsiteY17" fmla="*/ 96500 h 99337"/>
                <a:gd name="connsiteX18" fmla="*/ 39589 w 107195"/>
                <a:gd name="connsiteY18" fmla="*/ 94900 h 99337"/>
                <a:gd name="connsiteX19" fmla="*/ 29830 w 107195"/>
                <a:gd name="connsiteY19" fmla="*/ 92282 h 99337"/>
                <a:gd name="connsiteX20" fmla="*/ 30280 w 107195"/>
                <a:gd name="connsiteY20" fmla="*/ 89809 h 99337"/>
                <a:gd name="connsiteX21" fmla="*/ 39589 w 107195"/>
                <a:gd name="connsiteY21" fmla="*/ 53449 h 99337"/>
                <a:gd name="connsiteX22" fmla="*/ 50398 w 107195"/>
                <a:gd name="connsiteY22" fmla="*/ 10107 h 99337"/>
                <a:gd name="connsiteX23" fmla="*/ 58505 w 107195"/>
                <a:gd name="connsiteY23" fmla="*/ 4580 h 99337"/>
                <a:gd name="connsiteX24" fmla="*/ 72918 w 107195"/>
                <a:gd name="connsiteY24" fmla="*/ 4580 h 99337"/>
                <a:gd name="connsiteX25" fmla="*/ 93337 w 107195"/>
                <a:gd name="connsiteY25" fmla="*/ 18542 h 99337"/>
                <a:gd name="connsiteX26" fmla="*/ 84479 w 107195"/>
                <a:gd name="connsiteY26" fmla="*/ 41959 h 99337"/>
                <a:gd name="connsiteX27" fmla="*/ 61358 w 107195"/>
                <a:gd name="connsiteY27" fmla="*/ 49667 h 99337"/>
                <a:gd name="connsiteX28" fmla="*/ 40189 w 107195"/>
                <a:gd name="connsiteY28" fmla="*/ 49667 h 99337"/>
                <a:gd name="connsiteX29" fmla="*/ 50398 w 107195"/>
                <a:gd name="connsiteY29" fmla="*/ 10107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49"/>
                  </a:moveTo>
                  <a:lnTo>
                    <a:pt x="65111" y="53449"/>
                  </a:lnTo>
                  <a:cubicBezTo>
                    <a:pt x="86430" y="53449"/>
                    <a:pt x="107299" y="38323"/>
                    <a:pt x="107299" y="22033"/>
                  </a:cubicBezTo>
                  <a:cubicBezTo>
                    <a:pt x="107299" y="10834"/>
                    <a:pt x="97390" y="71"/>
                    <a:pt x="77723" y="71"/>
                  </a:cubicBezTo>
                  <a:lnTo>
                    <a:pt x="29079" y="71"/>
                  </a:lnTo>
                  <a:cubicBezTo>
                    <a:pt x="26227" y="71"/>
                    <a:pt x="24575" y="71"/>
                    <a:pt x="24575" y="2835"/>
                  </a:cubicBezTo>
                  <a:cubicBezTo>
                    <a:pt x="24575" y="4580"/>
                    <a:pt x="25926" y="4580"/>
                    <a:pt x="28929" y="4580"/>
                  </a:cubicBezTo>
                  <a:cubicBezTo>
                    <a:pt x="30881" y="4580"/>
                    <a:pt x="33583" y="4725"/>
                    <a:pt x="35385" y="4871"/>
                  </a:cubicBezTo>
                  <a:cubicBezTo>
                    <a:pt x="37787" y="5162"/>
                    <a:pt x="38688" y="5598"/>
                    <a:pt x="38688" y="7198"/>
                  </a:cubicBezTo>
                  <a:cubicBezTo>
                    <a:pt x="38688" y="7780"/>
                    <a:pt x="38538" y="8216"/>
                    <a:pt x="38087" y="9961"/>
                  </a:cubicBezTo>
                  <a:lnTo>
                    <a:pt x="17969" y="88064"/>
                  </a:lnTo>
                  <a:cubicBezTo>
                    <a:pt x="16468" y="93736"/>
                    <a:pt x="16168" y="94900"/>
                    <a:pt x="4307" y="94900"/>
                  </a:cubicBezTo>
                  <a:cubicBezTo>
                    <a:pt x="1755" y="94900"/>
                    <a:pt x="103" y="94900"/>
                    <a:pt x="103" y="97663"/>
                  </a:cubicBezTo>
                  <a:cubicBezTo>
                    <a:pt x="103" y="99408"/>
                    <a:pt x="1905" y="99408"/>
                    <a:pt x="2355" y="99408"/>
                  </a:cubicBezTo>
                  <a:cubicBezTo>
                    <a:pt x="6559" y="99408"/>
                    <a:pt x="17219" y="98972"/>
                    <a:pt x="21422" y="98972"/>
                  </a:cubicBezTo>
                  <a:cubicBezTo>
                    <a:pt x="24575" y="98972"/>
                    <a:pt x="27878" y="99118"/>
                    <a:pt x="31031" y="99118"/>
                  </a:cubicBezTo>
                  <a:cubicBezTo>
                    <a:pt x="34334" y="99118"/>
                    <a:pt x="37637" y="99408"/>
                    <a:pt x="40790" y="99408"/>
                  </a:cubicBezTo>
                  <a:cubicBezTo>
                    <a:pt x="41841" y="99408"/>
                    <a:pt x="43792" y="99408"/>
                    <a:pt x="43792" y="96500"/>
                  </a:cubicBezTo>
                  <a:cubicBezTo>
                    <a:pt x="43792" y="94900"/>
                    <a:pt x="42441" y="94900"/>
                    <a:pt x="39589" y="94900"/>
                  </a:cubicBezTo>
                  <a:cubicBezTo>
                    <a:pt x="34034" y="94900"/>
                    <a:pt x="29830" y="94900"/>
                    <a:pt x="29830" y="92282"/>
                  </a:cubicBezTo>
                  <a:cubicBezTo>
                    <a:pt x="29830" y="91409"/>
                    <a:pt x="30130" y="90682"/>
                    <a:pt x="30280" y="89809"/>
                  </a:cubicBezTo>
                  <a:lnTo>
                    <a:pt x="39589" y="53449"/>
                  </a:lnTo>
                  <a:close/>
                  <a:moveTo>
                    <a:pt x="50398" y="10107"/>
                  </a:moveTo>
                  <a:cubicBezTo>
                    <a:pt x="51749" y="5016"/>
                    <a:pt x="52050" y="4580"/>
                    <a:pt x="58505" y="4580"/>
                  </a:cubicBezTo>
                  <a:lnTo>
                    <a:pt x="72918" y="4580"/>
                  </a:lnTo>
                  <a:cubicBezTo>
                    <a:pt x="85379" y="4580"/>
                    <a:pt x="93337" y="8507"/>
                    <a:pt x="93337" y="18542"/>
                  </a:cubicBezTo>
                  <a:cubicBezTo>
                    <a:pt x="93337" y="24215"/>
                    <a:pt x="90334" y="36723"/>
                    <a:pt x="84479" y="41959"/>
                  </a:cubicBezTo>
                  <a:cubicBezTo>
                    <a:pt x="76972" y="48504"/>
                    <a:pt x="67964" y="49667"/>
                    <a:pt x="61358" y="49667"/>
                  </a:cubicBezTo>
                  <a:lnTo>
                    <a:pt x="40189" y="49667"/>
                  </a:lnTo>
                  <a:lnTo>
                    <a:pt x="50398" y="101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8" name="Freeform: Shape 2167">
              <a:extLst>
                <a:ext uri="{FF2B5EF4-FFF2-40B4-BE49-F238E27FC236}">
                  <a16:creationId xmlns:a16="http://schemas.microsoft.com/office/drawing/2014/main" id="{A6894FF9-D133-C710-43B0-CFBF3273BEB3}"/>
                </a:ext>
              </a:extLst>
            </p:cNvPr>
            <p:cNvSpPr/>
            <p:nvPr>
              <p:custDataLst>
                <p:tags r:id="rId65"/>
              </p:custDataLst>
            </p:nvPr>
          </p:nvSpPr>
          <p:spPr>
            <a:xfrm>
              <a:off x="8712535" y="5794932"/>
              <a:ext cx="34831" cy="145442"/>
            </a:xfrm>
            <a:custGeom>
              <a:avLst/>
              <a:gdLst>
                <a:gd name="connsiteX0" fmla="*/ 34942 w 34831"/>
                <a:gd name="connsiteY0" fmla="*/ 144059 h 145442"/>
                <a:gd name="connsiteX1" fmla="*/ 32390 w 34831"/>
                <a:gd name="connsiteY1" fmla="*/ 140860 h 145442"/>
                <a:gd name="connsiteX2" fmla="*/ 8819 w 34831"/>
                <a:gd name="connsiteY2" fmla="*/ 72792 h 145442"/>
                <a:gd name="connsiteX3" fmla="*/ 32990 w 34831"/>
                <a:gd name="connsiteY3" fmla="*/ 3998 h 145442"/>
                <a:gd name="connsiteX4" fmla="*/ 34942 w 34831"/>
                <a:gd name="connsiteY4" fmla="*/ 1526 h 145442"/>
                <a:gd name="connsiteX5" fmla="*/ 33441 w 34831"/>
                <a:gd name="connsiteY5" fmla="*/ 71 h 145442"/>
                <a:gd name="connsiteX6" fmla="*/ 9570 w 34831"/>
                <a:gd name="connsiteY6" fmla="*/ 28433 h 145442"/>
                <a:gd name="connsiteX7" fmla="*/ 111 w 34831"/>
                <a:gd name="connsiteY7" fmla="*/ 72792 h 145442"/>
                <a:gd name="connsiteX8" fmla="*/ 10020 w 34831"/>
                <a:gd name="connsiteY8" fmla="*/ 118171 h 145442"/>
                <a:gd name="connsiteX9" fmla="*/ 33441 w 34831"/>
                <a:gd name="connsiteY9" fmla="*/ 145514 h 145442"/>
                <a:gd name="connsiteX10" fmla="*/ 34942 w 34831"/>
                <a:gd name="connsiteY10" fmla="*/ 144059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59"/>
                  </a:moveTo>
                  <a:cubicBezTo>
                    <a:pt x="34942" y="143623"/>
                    <a:pt x="34942" y="143332"/>
                    <a:pt x="32390" y="140860"/>
                  </a:cubicBezTo>
                  <a:cubicBezTo>
                    <a:pt x="13623" y="122534"/>
                    <a:pt x="8819" y="95045"/>
                    <a:pt x="8819" y="72792"/>
                  </a:cubicBezTo>
                  <a:cubicBezTo>
                    <a:pt x="8819" y="47486"/>
                    <a:pt x="14524" y="22178"/>
                    <a:pt x="32990" y="3998"/>
                  </a:cubicBezTo>
                  <a:cubicBezTo>
                    <a:pt x="34942" y="2253"/>
                    <a:pt x="34942" y="1962"/>
                    <a:pt x="34942" y="1526"/>
                  </a:cubicBezTo>
                  <a:cubicBezTo>
                    <a:pt x="34942" y="508"/>
                    <a:pt x="34342" y="71"/>
                    <a:pt x="33441" y="71"/>
                  </a:cubicBezTo>
                  <a:cubicBezTo>
                    <a:pt x="31940" y="71"/>
                    <a:pt x="18427" y="9961"/>
                    <a:pt x="9570" y="28433"/>
                  </a:cubicBezTo>
                  <a:cubicBezTo>
                    <a:pt x="1913" y="44431"/>
                    <a:pt x="111" y="60575"/>
                    <a:pt x="111" y="72792"/>
                  </a:cubicBezTo>
                  <a:cubicBezTo>
                    <a:pt x="111" y="84137"/>
                    <a:pt x="1763" y="101736"/>
                    <a:pt x="10020" y="118171"/>
                  </a:cubicBezTo>
                  <a:cubicBezTo>
                    <a:pt x="19028" y="136060"/>
                    <a:pt x="31940" y="145514"/>
                    <a:pt x="33441" y="145514"/>
                  </a:cubicBezTo>
                  <a:cubicBezTo>
                    <a:pt x="34342" y="145514"/>
                    <a:pt x="34942" y="145077"/>
                    <a:pt x="34942" y="14405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69" name="Freeform: Shape 2168">
              <a:extLst>
                <a:ext uri="{FF2B5EF4-FFF2-40B4-BE49-F238E27FC236}">
                  <a16:creationId xmlns:a16="http://schemas.microsoft.com/office/drawing/2014/main" id="{CC416FE7-E573-79B0-7577-AFC2AB26EED3}"/>
                </a:ext>
              </a:extLst>
            </p:cNvPr>
            <p:cNvSpPr/>
            <p:nvPr>
              <p:custDataLst>
                <p:tags r:id="rId66"/>
              </p:custDataLst>
            </p:nvPr>
          </p:nvSpPr>
          <p:spPr>
            <a:xfrm>
              <a:off x="8761312" y="5804676"/>
              <a:ext cx="109147" cy="99337"/>
            </a:xfrm>
            <a:custGeom>
              <a:avLst/>
              <a:gdLst>
                <a:gd name="connsiteX0" fmla="*/ 84490 w 109147"/>
                <a:gd name="connsiteY0" fmla="*/ 16652 h 99337"/>
                <a:gd name="connsiteX1" fmla="*/ 86592 w 109147"/>
                <a:gd name="connsiteY1" fmla="*/ 14615 h 99337"/>
                <a:gd name="connsiteX2" fmla="*/ 106260 w 109147"/>
                <a:gd name="connsiteY2" fmla="*/ 4580 h 99337"/>
                <a:gd name="connsiteX3" fmla="*/ 109262 w 109147"/>
                <a:gd name="connsiteY3" fmla="*/ 1817 h 99337"/>
                <a:gd name="connsiteX4" fmla="*/ 107311 w 109147"/>
                <a:gd name="connsiteY4" fmla="*/ 71 h 99337"/>
                <a:gd name="connsiteX5" fmla="*/ 95000 w 109147"/>
                <a:gd name="connsiteY5" fmla="*/ 508 h 99337"/>
                <a:gd name="connsiteX6" fmla="*/ 79986 w 109147"/>
                <a:gd name="connsiteY6" fmla="*/ 71 h 99337"/>
                <a:gd name="connsiteX7" fmla="*/ 77134 w 109147"/>
                <a:gd name="connsiteY7" fmla="*/ 2835 h 99337"/>
                <a:gd name="connsiteX8" fmla="*/ 79386 w 109147"/>
                <a:gd name="connsiteY8" fmla="*/ 4580 h 99337"/>
                <a:gd name="connsiteX9" fmla="*/ 84791 w 109147"/>
                <a:gd name="connsiteY9" fmla="*/ 7925 h 99337"/>
                <a:gd name="connsiteX10" fmla="*/ 80737 w 109147"/>
                <a:gd name="connsiteY10" fmla="*/ 14906 h 99337"/>
                <a:gd name="connsiteX11" fmla="*/ 45906 w 109147"/>
                <a:gd name="connsiteY11" fmla="*/ 53740 h 99337"/>
                <a:gd name="connsiteX12" fmla="*/ 29391 w 109147"/>
                <a:gd name="connsiteY12" fmla="*/ 10543 h 99337"/>
                <a:gd name="connsiteX13" fmla="*/ 28490 w 109147"/>
                <a:gd name="connsiteY13" fmla="*/ 8071 h 99337"/>
                <a:gd name="connsiteX14" fmla="*/ 37348 w 109147"/>
                <a:gd name="connsiteY14" fmla="*/ 4580 h 99337"/>
                <a:gd name="connsiteX15" fmla="*/ 40951 w 109147"/>
                <a:gd name="connsiteY15" fmla="*/ 1671 h 99337"/>
                <a:gd name="connsiteX16" fmla="*/ 38699 w 109147"/>
                <a:gd name="connsiteY16" fmla="*/ 71 h 99337"/>
                <a:gd name="connsiteX17" fmla="*/ 19783 w 109147"/>
                <a:gd name="connsiteY17" fmla="*/ 508 h 99337"/>
                <a:gd name="connsiteX18" fmla="*/ 2968 w 109147"/>
                <a:gd name="connsiteY18" fmla="*/ 71 h 99337"/>
                <a:gd name="connsiteX19" fmla="*/ 115 w 109147"/>
                <a:gd name="connsiteY19" fmla="*/ 2980 h 99337"/>
                <a:gd name="connsiteX20" fmla="*/ 3568 w 109147"/>
                <a:gd name="connsiteY20" fmla="*/ 4580 h 99337"/>
                <a:gd name="connsiteX21" fmla="*/ 14528 w 109147"/>
                <a:gd name="connsiteY21" fmla="*/ 9525 h 99337"/>
                <a:gd name="connsiteX22" fmla="*/ 32994 w 109147"/>
                <a:gd name="connsiteY22" fmla="*/ 57376 h 99337"/>
                <a:gd name="connsiteX23" fmla="*/ 33595 w 109147"/>
                <a:gd name="connsiteY23" fmla="*/ 59848 h 99337"/>
                <a:gd name="connsiteX24" fmla="*/ 26839 w 109147"/>
                <a:gd name="connsiteY24" fmla="*/ 86319 h 99337"/>
                <a:gd name="connsiteX25" fmla="*/ 12726 w 109147"/>
                <a:gd name="connsiteY25" fmla="*/ 94900 h 99337"/>
                <a:gd name="connsiteX26" fmla="*/ 8673 w 109147"/>
                <a:gd name="connsiteY26" fmla="*/ 97809 h 99337"/>
                <a:gd name="connsiteX27" fmla="*/ 10775 w 109147"/>
                <a:gd name="connsiteY27" fmla="*/ 99408 h 99337"/>
                <a:gd name="connsiteX28" fmla="*/ 29691 w 109147"/>
                <a:gd name="connsiteY28" fmla="*/ 98972 h 99337"/>
                <a:gd name="connsiteX29" fmla="*/ 48909 w 109147"/>
                <a:gd name="connsiteY29" fmla="*/ 99408 h 99337"/>
                <a:gd name="connsiteX30" fmla="*/ 51761 w 109147"/>
                <a:gd name="connsiteY30" fmla="*/ 96500 h 99337"/>
                <a:gd name="connsiteX31" fmla="*/ 47557 w 109147"/>
                <a:gd name="connsiteY31" fmla="*/ 94900 h 99337"/>
                <a:gd name="connsiteX32" fmla="*/ 41852 w 109147"/>
                <a:gd name="connsiteY32" fmla="*/ 94609 h 99337"/>
                <a:gd name="connsiteX33" fmla="*/ 37799 w 109147"/>
                <a:gd name="connsiteY33" fmla="*/ 92282 h 99337"/>
                <a:gd name="connsiteX34" fmla="*/ 39901 w 109147"/>
                <a:gd name="connsiteY34" fmla="*/ 83119 h 99337"/>
                <a:gd name="connsiteX35" fmla="*/ 45155 w 109147"/>
                <a:gd name="connsiteY35" fmla="*/ 62612 h 99337"/>
                <a:gd name="connsiteX36" fmla="*/ 47257 w 109147"/>
                <a:gd name="connsiteY36" fmla="*/ 58103 h 99337"/>
                <a:gd name="connsiteX37" fmla="*/ 84490 w 109147"/>
                <a:gd name="connsiteY37" fmla="*/ 16652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52"/>
                  </a:moveTo>
                  <a:lnTo>
                    <a:pt x="86592" y="14615"/>
                  </a:lnTo>
                  <a:cubicBezTo>
                    <a:pt x="91096" y="10252"/>
                    <a:pt x="96051" y="5307"/>
                    <a:pt x="106260" y="4580"/>
                  </a:cubicBezTo>
                  <a:cubicBezTo>
                    <a:pt x="107911" y="4435"/>
                    <a:pt x="109262" y="4435"/>
                    <a:pt x="109262" y="1817"/>
                  </a:cubicBezTo>
                  <a:cubicBezTo>
                    <a:pt x="109262" y="653"/>
                    <a:pt x="108512" y="71"/>
                    <a:pt x="107311" y="71"/>
                  </a:cubicBezTo>
                  <a:cubicBezTo>
                    <a:pt x="103407" y="71"/>
                    <a:pt x="99053" y="508"/>
                    <a:pt x="95000" y="508"/>
                  </a:cubicBezTo>
                  <a:cubicBezTo>
                    <a:pt x="90045" y="508"/>
                    <a:pt x="84791" y="71"/>
                    <a:pt x="79986" y="71"/>
                  </a:cubicBezTo>
                  <a:cubicBezTo>
                    <a:pt x="79086" y="71"/>
                    <a:pt x="77134" y="71"/>
                    <a:pt x="77134" y="2835"/>
                  </a:cubicBezTo>
                  <a:cubicBezTo>
                    <a:pt x="77134" y="4435"/>
                    <a:pt x="78635" y="4580"/>
                    <a:pt x="79386" y="4580"/>
                  </a:cubicBezTo>
                  <a:cubicBezTo>
                    <a:pt x="80437" y="4580"/>
                    <a:pt x="84791" y="4871"/>
                    <a:pt x="84791" y="7925"/>
                  </a:cubicBezTo>
                  <a:cubicBezTo>
                    <a:pt x="84791" y="10398"/>
                    <a:pt x="81338" y="14179"/>
                    <a:pt x="80737" y="14906"/>
                  </a:cubicBezTo>
                  <a:lnTo>
                    <a:pt x="45906" y="53740"/>
                  </a:lnTo>
                  <a:lnTo>
                    <a:pt x="29391" y="10543"/>
                  </a:lnTo>
                  <a:cubicBezTo>
                    <a:pt x="28490" y="8507"/>
                    <a:pt x="28490" y="8216"/>
                    <a:pt x="28490" y="8071"/>
                  </a:cubicBezTo>
                  <a:cubicBezTo>
                    <a:pt x="28490" y="4580"/>
                    <a:pt x="35847" y="4580"/>
                    <a:pt x="37348" y="4580"/>
                  </a:cubicBezTo>
                  <a:cubicBezTo>
                    <a:pt x="39450" y="4580"/>
                    <a:pt x="40951" y="4580"/>
                    <a:pt x="40951" y="1671"/>
                  </a:cubicBezTo>
                  <a:cubicBezTo>
                    <a:pt x="40951" y="71"/>
                    <a:pt x="39150" y="71"/>
                    <a:pt x="38699" y="71"/>
                  </a:cubicBezTo>
                  <a:cubicBezTo>
                    <a:pt x="34496" y="71"/>
                    <a:pt x="23986" y="508"/>
                    <a:pt x="19783" y="508"/>
                  </a:cubicBezTo>
                  <a:cubicBezTo>
                    <a:pt x="16029" y="508"/>
                    <a:pt x="6721" y="71"/>
                    <a:pt x="2968" y="71"/>
                  </a:cubicBezTo>
                  <a:cubicBezTo>
                    <a:pt x="2067" y="71"/>
                    <a:pt x="115" y="71"/>
                    <a:pt x="115" y="2980"/>
                  </a:cubicBezTo>
                  <a:cubicBezTo>
                    <a:pt x="115" y="4580"/>
                    <a:pt x="1616" y="4580"/>
                    <a:pt x="3568" y="4580"/>
                  </a:cubicBezTo>
                  <a:cubicBezTo>
                    <a:pt x="12576" y="4580"/>
                    <a:pt x="13177" y="5889"/>
                    <a:pt x="14528" y="9525"/>
                  </a:cubicBezTo>
                  <a:lnTo>
                    <a:pt x="32994" y="57376"/>
                  </a:lnTo>
                  <a:cubicBezTo>
                    <a:pt x="33144" y="57812"/>
                    <a:pt x="33595" y="59412"/>
                    <a:pt x="33595" y="59848"/>
                  </a:cubicBezTo>
                  <a:cubicBezTo>
                    <a:pt x="33595" y="60284"/>
                    <a:pt x="27590" y="83701"/>
                    <a:pt x="26839" y="86319"/>
                  </a:cubicBezTo>
                  <a:cubicBezTo>
                    <a:pt x="24887" y="94318"/>
                    <a:pt x="24737" y="94754"/>
                    <a:pt x="12726" y="94900"/>
                  </a:cubicBezTo>
                  <a:cubicBezTo>
                    <a:pt x="9874" y="94900"/>
                    <a:pt x="8673" y="94900"/>
                    <a:pt x="8673" y="97809"/>
                  </a:cubicBezTo>
                  <a:cubicBezTo>
                    <a:pt x="8673" y="99408"/>
                    <a:pt x="10474" y="99408"/>
                    <a:pt x="10775" y="99408"/>
                  </a:cubicBezTo>
                  <a:cubicBezTo>
                    <a:pt x="14978" y="99408"/>
                    <a:pt x="25488" y="98972"/>
                    <a:pt x="29691" y="98972"/>
                  </a:cubicBezTo>
                  <a:cubicBezTo>
                    <a:pt x="33895" y="98972"/>
                    <a:pt x="44705" y="99408"/>
                    <a:pt x="48909" y="99408"/>
                  </a:cubicBezTo>
                  <a:cubicBezTo>
                    <a:pt x="49960" y="99408"/>
                    <a:pt x="51761" y="99408"/>
                    <a:pt x="51761" y="96500"/>
                  </a:cubicBezTo>
                  <a:cubicBezTo>
                    <a:pt x="51761" y="94900"/>
                    <a:pt x="50410" y="94900"/>
                    <a:pt x="47557" y="94900"/>
                  </a:cubicBezTo>
                  <a:cubicBezTo>
                    <a:pt x="47257" y="94900"/>
                    <a:pt x="44405" y="94900"/>
                    <a:pt x="41852" y="94609"/>
                  </a:cubicBezTo>
                  <a:cubicBezTo>
                    <a:pt x="38699" y="94318"/>
                    <a:pt x="37799" y="94027"/>
                    <a:pt x="37799" y="92282"/>
                  </a:cubicBezTo>
                  <a:cubicBezTo>
                    <a:pt x="37799" y="91264"/>
                    <a:pt x="39150" y="86173"/>
                    <a:pt x="39901" y="83119"/>
                  </a:cubicBezTo>
                  <a:lnTo>
                    <a:pt x="45155" y="62612"/>
                  </a:lnTo>
                  <a:cubicBezTo>
                    <a:pt x="45906" y="59848"/>
                    <a:pt x="46056" y="59412"/>
                    <a:pt x="47257" y="58103"/>
                  </a:cubicBezTo>
                  <a:lnTo>
                    <a:pt x="84490" y="166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0" name="Freeform: Shape 2169">
              <a:extLst>
                <a:ext uri="{FF2B5EF4-FFF2-40B4-BE49-F238E27FC236}">
                  <a16:creationId xmlns:a16="http://schemas.microsoft.com/office/drawing/2014/main" id="{4E9B886A-C359-4CAA-3483-9C0119222E51}"/>
                </a:ext>
              </a:extLst>
            </p:cNvPr>
            <p:cNvSpPr/>
            <p:nvPr>
              <p:custDataLst>
                <p:tags r:id="rId67"/>
              </p:custDataLst>
            </p:nvPr>
          </p:nvSpPr>
          <p:spPr>
            <a:xfrm>
              <a:off x="8848158" y="5880931"/>
              <a:ext cx="64212" cy="45916"/>
            </a:xfrm>
            <a:custGeom>
              <a:avLst/>
              <a:gdLst>
                <a:gd name="connsiteX0" fmla="*/ 8003 w 64212"/>
                <a:gd name="connsiteY0" fmla="*/ 38557 h 45916"/>
                <a:gd name="connsiteX1" fmla="*/ 6952 w 64212"/>
                <a:gd name="connsiteY1" fmla="*/ 42731 h 45916"/>
                <a:gd name="connsiteX2" fmla="*/ 10525 w 64212"/>
                <a:gd name="connsiteY2" fmla="*/ 45989 h 45916"/>
                <a:gd name="connsiteX3" fmla="*/ 14624 w 64212"/>
                <a:gd name="connsiteY3" fmla="*/ 43749 h 45916"/>
                <a:gd name="connsiteX4" fmla="*/ 16515 w 64212"/>
                <a:gd name="connsiteY4" fmla="*/ 37437 h 45916"/>
                <a:gd name="connsiteX5" fmla="*/ 18827 w 64212"/>
                <a:gd name="connsiteY5" fmla="*/ 28274 h 45916"/>
                <a:gd name="connsiteX6" fmla="*/ 20614 w 64212"/>
                <a:gd name="connsiteY6" fmla="*/ 21453 h 45916"/>
                <a:gd name="connsiteX7" fmla="*/ 25028 w 64212"/>
                <a:gd name="connsiteY7" fmla="*/ 12290 h 45916"/>
                <a:gd name="connsiteX8" fmla="*/ 40792 w 64212"/>
                <a:gd name="connsiteY8" fmla="*/ 2923 h 45916"/>
                <a:gd name="connsiteX9" fmla="*/ 46993 w 64212"/>
                <a:gd name="connsiteY9" fmla="*/ 10050 h 45916"/>
                <a:gd name="connsiteX10" fmla="*/ 40792 w 64212"/>
                <a:gd name="connsiteY10" fmla="*/ 31736 h 45916"/>
                <a:gd name="connsiteX11" fmla="*/ 39216 w 64212"/>
                <a:gd name="connsiteY11" fmla="*/ 37233 h 45916"/>
                <a:gd name="connsiteX12" fmla="*/ 49200 w 64212"/>
                <a:gd name="connsiteY12" fmla="*/ 45989 h 45916"/>
                <a:gd name="connsiteX13" fmla="*/ 64333 w 64212"/>
                <a:gd name="connsiteY13" fmla="*/ 30412 h 45916"/>
                <a:gd name="connsiteX14" fmla="*/ 62652 w 64212"/>
                <a:gd name="connsiteY14" fmla="*/ 29089 h 45916"/>
                <a:gd name="connsiteX15" fmla="*/ 60655 w 64212"/>
                <a:gd name="connsiteY15" fmla="*/ 30819 h 45916"/>
                <a:gd name="connsiteX16" fmla="*/ 49515 w 64212"/>
                <a:gd name="connsiteY16" fmla="*/ 43138 h 45916"/>
                <a:gd name="connsiteX17" fmla="*/ 46888 w 64212"/>
                <a:gd name="connsiteY17" fmla="*/ 39575 h 45916"/>
                <a:gd name="connsiteX18" fmla="*/ 49305 w 64212"/>
                <a:gd name="connsiteY18" fmla="*/ 31328 h 45916"/>
                <a:gd name="connsiteX19" fmla="*/ 54875 w 64212"/>
                <a:gd name="connsiteY19" fmla="*/ 11679 h 45916"/>
                <a:gd name="connsiteX20" fmla="*/ 41212 w 64212"/>
                <a:gd name="connsiteY20" fmla="*/ 73 h 45916"/>
                <a:gd name="connsiteX21" fmla="*/ 23452 w 64212"/>
                <a:gd name="connsiteY21" fmla="*/ 9337 h 45916"/>
                <a:gd name="connsiteX22" fmla="*/ 12207 w 64212"/>
                <a:gd name="connsiteY22" fmla="*/ 73 h 45916"/>
                <a:gd name="connsiteX23" fmla="*/ 3904 w 64212"/>
                <a:gd name="connsiteY23" fmla="*/ 5570 h 45916"/>
                <a:gd name="connsiteX24" fmla="*/ 121 w 64212"/>
                <a:gd name="connsiteY24" fmla="*/ 15650 h 45916"/>
                <a:gd name="connsiteX25" fmla="*/ 1907 w 64212"/>
                <a:gd name="connsiteY25" fmla="*/ 16973 h 45916"/>
                <a:gd name="connsiteX26" fmla="*/ 4219 w 64212"/>
                <a:gd name="connsiteY26" fmla="*/ 13919 h 45916"/>
                <a:gd name="connsiteX27" fmla="*/ 11891 w 64212"/>
                <a:gd name="connsiteY27" fmla="*/ 2923 h 45916"/>
                <a:gd name="connsiteX28" fmla="*/ 15359 w 64212"/>
                <a:gd name="connsiteY28" fmla="*/ 7912 h 45916"/>
                <a:gd name="connsiteX29" fmla="*/ 13678 w 64212"/>
                <a:gd name="connsiteY29" fmla="*/ 16362 h 45916"/>
                <a:gd name="connsiteX30" fmla="*/ 11366 w 64212"/>
                <a:gd name="connsiteY30" fmla="*/ 25525 h 45916"/>
                <a:gd name="connsiteX31" fmla="*/ 8003 w 64212"/>
                <a:gd name="connsiteY31" fmla="*/ 38557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57"/>
                  </a:moveTo>
                  <a:cubicBezTo>
                    <a:pt x="7582" y="39880"/>
                    <a:pt x="6952" y="42426"/>
                    <a:pt x="6952" y="42731"/>
                  </a:cubicBezTo>
                  <a:cubicBezTo>
                    <a:pt x="6952" y="44971"/>
                    <a:pt x="8844" y="45989"/>
                    <a:pt x="10525" y="45989"/>
                  </a:cubicBezTo>
                  <a:cubicBezTo>
                    <a:pt x="12417" y="45989"/>
                    <a:pt x="14098" y="44665"/>
                    <a:pt x="14624" y="43749"/>
                  </a:cubicBezTo>
                  <a:cubicBezTo>
                    <a:pt x="15149" y="42833"/>
                    <a:pt x="15990" y="39575"/>
                    <a:pt x="16515" y="37437"/>
                  </a:cubicBezTo>
                  <a:cubicBezTo>
                    <a:pt x="17041" y="35503"/>
                    <a:pt x="18197" y="30819"/>
                    <a:pt x="18827" y="28274"/>
                  </a:cubicBezTo>
                  <a:cubicBezTo>
                    <a:pt x="19458" y="26034"/>
                    <a:pt x="20089" y="23794"/>
                    <a:pt x="20614" y="21453"/>
                  </a:cubicBezTo>
                  <a:cubicBezTo>
                    <a:pt x="21770" y="17279"/>
                    <a:pt x="21980" y="16464"/>
                    <a:pt x="25028" y="12290"/>
                  </a:cubicBezTo>
                  <a:cubicBezTo>
                    <a:pt x="27971" y="8218"/>
                    <a:pt x="32910" y="2923"/>
                    <a:pt x="40792" y="2923"/>
                  </a:cubicBezTo>
                  <a:cubicBezTo>
                    <a:pt x="46888" y="2923"/>
                    <a:pt x="46993" y="8116"/>
                    <a:pt x="46993" y="10050"/>
                  </a:cubicBezTo>
                  <a:cubicBezTo>
                    <a:pt x="46993" y="16159"/>
                    <a:pt x="42474" y="27460"/>
                    <a:pt x="40792" y="31736"/>
                  </a:cubicBezTo>
                  <a:cubicBezTo>
                    <a:pt x="39636" y="34586"/>
                    <a:pt x="39216" y="35503"/>
                    <a:pt x="39216" y="37233"/>
                  </a:cubicBezTo>
                  <a:cubicBezTo>
                    <a:pt x="39216" y="42629"/>
                    <a:pt x="43840" y="45989"/>
                    <a:pt x="49200" y="45989"/>
                  </a:cubicBezTo>
                  <a:cubicBezTo>
                    <a:pt x="59709" y="45989"/>
                    <a:pt x="64333" y="31939"/>
                    <a:pt x="64333" y="30412"/>
                  </a:cubicBezTo>
                  <a:cubicBezTo>
                    <a:pt x="64333" y="29089"/>
                    <a:pt x="62967" y="29089"/>
                    <a:pt x="62652" y="29089"/>
                  </a:cubicBezTo>
                  <a:cubicBezTo>
                    <a:pt x="61180" y="29089"/>
                    <a:pt x="61075" y="29699"/>
                    <a:pt x="60655" y="30819"/>
                  </a:cubicBezTo>
                  <a:cubicBezTo>
                    <a:pt x="58238" y="38964"/>
                    <a:pt x="53719" y="43138"/>
                    <a:pt x="49515" y="43138"/>
                  </a:cubicBezTo>
                  <a:cubicBezTo>
                    <a:pt x="47308" y="43138"/>
                    <a:pt x="46888" y="41713"/>
                    <a:pt x="46888" y="39575"/>
                  </a:cubicBezTo>
                  <a:cubicBezTo>
                    <a:pt x="46888" y="37233"/>
                    <a:pt x="47413" y="35910"/>
                    <a:pt x="49305" y="31328"/>
                  </a:cubicBezTo>
                  <a:cubicBezTo>
                    <a:pt x="50566" y="28172"/>
                    <a:pt x="54875" y="17380"/>
                    <a:pt x="54875" y="11679"/>
                  </a:cubicBezTo>
                  <a:cubicBezTo>
                    <a:pt x="54875" y="1803"/>
                    <a:pt x="46782" y="73"/>
                    <a:pt x="41212" y="73"/>
                  </a:cubicBezTo>
                  <a:cubicBezTo>
                    <a:pt x="32490" y="73"/>
                    <a:pt x="26604" y="5265"/>
                    <a:pt x="23452" y="9337"/>
                  </a:cubicBezTo>
                  <a:cubicBezTo>
                    <a:pt x="22716" y="2313"/>
                    <a:pt x="16515" y="73"/>
                    <a:pt x="12207" y="73"/>
                  </a:cubicBezTo>
                  <a:cubicBezTo>
                    <a:pt x="7688" y="73"/>
                    <a:pt x="5270" y="3229"/>
                    <a:pt x="3904" y="5570"/>
                  </a:cubicBezTo>
                  <a:cubicBezTo>
                    <a:pt x="1592" y="9337"/>
                    <a:pt x="121" y="15141"/>
                    <a:pt x="121" y="15650"/>
                  </a:cubicBezTo>
                  <a:cubicBezTo>
                    <a:pt x="121" y="16973"/>
                    <a:pt x="1592" y="16973"/>
                    <a:pt x="1907" y="16973"/>
                  </a:cubicBezTo>
                  <a:cubicBezTo>
                    <a:pt x="3379" y="16973"/>
                    <a:pt x="3484" y="16668"/>
                    <a:pt x="4219" y="13919"/>
                  </a:cubicBezTo>
                  <a:cubicBezTo>
                    <a:pt x="5796" y="7912"/>
                    <a:pt x="7793" y="2923"/>
                    <a:pt x="11891" y="2923"/>
                  </a:cubicBezTo>
                  <a:cubicBezTo>
                    <a:pt x="14624" y="2923"/>
                    <a:pt x="15359" y="5163"/>
                    <a:pt x="15359" y="7912"/>
                  </a:cubicBezTo>
                  <a:cubicBezTo>
                    <a:pt x="15359" y="9846"/>
                    <a:pt x="14414" y="13613"/>
                    <a:pt x="13678" y="16362"/>
                  </a:cubicBezTo>
                  <a:cubicBezTo>
                    <a:pt x="12942" y="19111"/>
                    <a:pt x="11891" y="23285"/>
                    <a:pt x="11366" y="25525"/>
                  </a:cubicBezTo>
                  <a:lnTo>
                    <a:pt x="8003" y="385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1" name="Freeform: Shape 2170">
              <a:extLst>
                <a:ext uri="{FF2B5EF4-FFF2-40B4-BE49-F238E27FC236}">
                  <a16:creationId xmlns:a16="http://schemas.microsoft.com/office/drawing/2014/main" id="{FAB412AE-29F2-E5DE-ACA4-1BAD19E6F437}"/>
                </a:ext>
              </a:extLst>
            </p:cNvPr>
            <p:cNvSpPr/>
            <p:nvPr>
              <p:custDataLst>
                <p:tags r:id="rId68"/>
              </p:custDataLst>
            </p:nvPr>
          </p:nvSpPr>
          <p:spPr>
            <a:xfrm>
              <a:off x="8979106" y="5811512"/>
              <a:ext cx="91731" cy="112427"/>
            </a:xfrm>
            <a:custGeom>
              <a:avLst/>
              <a:gdLst>
                <a:gd name="connsiteX0" fmla="*/ 89008 w 91731"/>
                <a:gd name="connsiteY0" fmla="*/ 6180 h 112427"/>
                <a:gd name="connsiteX1" fmla="*/ 91861 w 91731"/>
                <a:gd name="connsiteY1" fmla="*/ 2980 h 112427"/>
                <a:gd name="connsiteX2" fmla="*/ 88858 w 91731"/>
                <a:gd name="connsiteY2" fmla="*/ 71 h 112427"/>
                <a:gd name="connsiteX3" fmla="*/ 86156 w 91731"/>
                <a:gd name="connsiteY3" fmla="*/ 944 h 112427"/>
                <a:gd name="connsiteX4" fmla="*/ 3132 w 91731"/>
                <a:gd name="connsiteY4" fmla="*/ 38904 h 112427"/>
                <a:gd name="connsiteX5" fmla="*/ 129 w 91731"/>
                <a:gd name="connsiteY5" fmla="*/ 42250 h 112427"/>
                <a:gd name="connsiteX6" fmla="*/ 3132 w 91731"/>
                <a:gd name="connsiteY6" fmla="*/ 45449 h 112427"/>
                <a:gd name="connsiteX7" fmla="*/ 86156 w 91731"/>
                <a:gd name="connsiteY7" fmla="*/ 83264 h 112427"/>
                <a:gd name="connsiteX8" fmla="*/ 88858 w 91731"/>
                <a:gd name="connsiteY8" fmla="*/ 84282 h 112427"/>
                <a:gd name="connsiteX9" fmla="*/ 91861 w 91731"/>
                <a:gd name="connsiteY9" fmla="*/ 81374 h 112427"/>
                <a:gd name="connsiteX10" fmla="*/ 88708 w 91731"/>
                <a:gd name="connsiteY10" fmla="*/ 78028 h 112427"/>
                <a:gd name="connsiteX11" fmla="*/ 10188 w 91731"/>
                <a:gd name="connsiteY11" fmla="*/ 42250 h 112427"/>
                <a:gd name="connsiteX12" fmla="*/ 89008 w 91731"/>
                <a:gd name="connsiteY12" fmla="*/ 6180 h 112427"/>
                <a:gd name="connsiteX13" fmla="*/ 86606 w 91731"/>
                <a:gd name="connsiteY13" fmla="*/ 112498 h 112427"/>
                <a:gd name="connsiteX14" fmla="*/ 91861 w 91731"/>
                <a:gd name="connsiteY14" fmla="*/ 109589 h 112427"/>
                <a:gd name="connsiteX15" fmla="*/ 86456 w 91731"/>
                <a:gd name="connsiteY15" fmla="*/ 106681 h 112427"/>
                <a:gd name="connsiteX16" fmla="*/ 5534 w 91731"/>
                <a:gd name="connsiteY16" fmla="*/ 106681 h 112427"/>
                <a:gd name="connsiteX17" fmla="*/ 129 w 91731"/>
                <a:gd name="connsiteY17" fmla="*/ 109589 h 112427"/>
                <a:gd name="connsiteX18" fmla="*/ 5384 w 91731"/>
                <a:gd name="connsiteY18" fmla="*/ 112498 h 112427"/>
                <a:gd name="connsiteX19" fmla="*/ 86606 w 91731"/>
                <a:gd name="connsiteY19" fmla="*/ 112498 h 11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731" h="112427">
                  <a:moveTo>
                    <a:pt x="89008" y="6180"/>
                  </a:moveTo>
                  <a:cubicBezTo>
                    <a:pt x="90660" y="5453"/>
                    <a:pt x="91861" y="4725"/>
                    <a:pt x="91861" y="2980"/>
                  </a:cubicBezTo>
                  <a:cubicBezTo>
                    <a:pt x="91861" y="1380"/>
                    <a:pt x="90660" y="71"/>
                    <a:pt x="88858" y="71"/>
                  </a:cubicBezTo>
                  <a:cubicBezTo>
                    <a:pt x="88108" y="71"/>
                    <a:pt x="86756" y="653"/>
                    <a:pt x="86156" y="944"/>
                  </a:cubicBezTo>
                  <a:lnTo>
                    <a:pt x="3132" y="38904"/>
                  </a:lnTo>
                  <a:cubicBezTo>
                    <a:pt x="579" y="40068"/>
                    <a:pt x="129" y="41086"/>
                    <a:pt x="129" y="42250"/>
                  </a:cubicBezTo>
                  <a:cubicBezTo>
                    <a:pt x="129" y="43559"/>
                    <a:pt x="1030" y="44577"/>
                    <a:pt x="3132" y="45449"/>
                  </a:cubicBezTo>
                  <a:lnTo>
                    <a:pt x="86156" y="83264"/>
                  </a:lnTo>
                  <a:cubicBezTo>
                    <a:pt x="88108" y="84282"/>
                    <a:pt x="88408" y="84282"/>
                    <a:pt x="88858" y="84282"/>
                  </a:cubicBezTo>
                  <a:cubicBezTo>
                    <a:pt x="90510" y="84282"/>
                    <a:pt x="91861" y="82973"/>
                    <a:pt x="91861" y="81374"/>
                  </a:cubicBezTo>
                  <a:cubicBezTo>
                    <a:pt x="91861" y="80065"/>
                    <a:pt x="91260" y="79192"/>
                    <a:pt x="88708" y="78028"/>
                  </a:cubicBezTo>
                  <a:lnTo>
                    <a:pt x="10188" y="42250"/>
                  </a:lnTo>
                  <a:lnTo>
                    <a:pt x="89008" y="6180"/>
                  </a:lnTo>
                  <a:close/>
                  <a:moveTo>
                    <a:pt x="86606" y="112498"/>
                  </a:moveTo>
                  <a:cubicBezTo>
                    <a:pt x="89158" y="112498"/>
                    <a:pt x="91861" y="112498"/>
                    <a:pt x="91861" y="109589"/>
                  </a:cubicBezTo>
                  <a:cubicBezTo>
                    <a:pt x="91861" y="106681"/>
                    <a:pt x="88708" y="106681"/>
                    <a:pt x="86456" y="106681"/>
                  </a:cubicBezTo>
                  <a:lnTo>
                    <a:pt x="5534" y="106681"/>
                  </a:lnTo>
                  <a:cubicBezTo>
                    <a:pt x="3282" y="106681"/>
                    <a:pt x="129" y="106681"/>
                    <a:pt x="129" y="109589"/>
                  </a:cubicBezTo>
                  <a:cubicBezTo>
                    <a:pt x="129" y="112498"/>
                    <a:pt x="2831" y="112498"/>
                    <a:pt x="5384" y="112498"/>
                  </a:cubicBezTo>
                  <a:lnTo>
                    <a:pt x="86606" y="1124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2" name="Freeform: Shape 2171">
              <a:extLst>
                <a:ext uri="{FF2B5EF4-FFF2-40B4-BE49-F238E27FC236}">
                  <a16:creationId xmlns:a16="http://schemas.microsoft.com/office/drawing/2014/main" id="{F6426477-F50E-AD77-C108-AF58DC918393}"/>
                </a:ext>
              </a:extLst>
            </p:cNvPr>
            <p:cNvSpPr/>
            <p:nvPr>
              <p:custDataLst>
                <p:tags r:id="rId69"/>
              </p:custDataLst>
            </p:nvPr>
          </p:nvSpPr>
          <p:spPr>
            <a:xfrm>
              <a:off x="9123167" y="5807876"/>
              <a:ext cx="61554" cy="125953"/>
            </a:xfrm>
            <a:custGeom>
              <a:avLst/>
              <a:gdLst>
                <a:gd name="connsiteX0" fmla="*/ 61694 w 61554"/>
                <a:gd name="connsiteY0" fmla="*/ 5307 h 125953"/>
                <a:gd name="connsiteX1" fmla="*/ 55989 w 61554"/>
                <a:gd name="connsiteY1" fmla="*/ 71 h 125953"/>
                <a:gd name="connsiteX2" fmla="*/ 48032 w 61554"/>
                <a:gd name="connsiteY2" fmla="*/ 7780 h 125953"/>
                <a:gd name="connsiteX3" fmla="*/ 53587 w 61554"/>
                <a:gd name="connsiteY3" fmla="*/ 13016 h 125953"/>
                <a:gd name="connsiteX4" fmla="*/ 61694 w 61554"/>
                <a:gd name="connsiteY4" fmla="*/ 5307 h 125953"/>
                <a:gd name="connsiteX5" fmla="*/ 31517 w 61554"/>
                <a:gd name="connsiteY5" fmla="*/ 103481 h 125953"/>
                <a:gd name="connsiteX6" fmla="*/ 13051 w 61554"/>
                <a:gd name="connsiteY6" fmla="*/ 122825 h 125953"/>
                <a:gd name="connsiteX7" fmla="*/ 7196 w 61554"/>
                <a:gd name="connsiteY7" fmla="*/ 121516 h 125953"/>
                <a:gd name="connsiteX8" fmla="*/ 13952 w 61554"/>
                <a:gd name="connsiteY8" fmla="*/ 113807 h 125953"/>
                <a:gd name="connsiteX9" fmla="*/ 8247 w 61554"/>
                <a:gd name="connsiteY9" fmla="*/ 108717 h 125953"/>
                <a:gd name="connsiteX10" fmla="*/ 139 w 61554"/>
                <a:gd name="connsiteY10" fmla="*/ 117007 h 125953"/>
                <a:gd name="connsiteX11" fmla="*/ 13351 w 61554"/>
                <a:gd name="connsiteY11" fmla="*/ 126024 h 125953"/>
                <a:gd name="connsiteX12" fmla="*/ 41576 w 61554"/>
                <a:gd name="connsiteY12" fmla="*/ 103917 h 125953"/>
                <a:gd name="connsiteX13" fmla="*/ 55389 w 61554"/>
                <a:gd name="connsiteY13" fmla="*/ 50685 h 125953"/>
                <a:gd name="connsiteX14" fmla="*/ 56139 w 61554"/>
                <a:gd name="connsiteY14" fmla="*/ 45304 h 125953"/>
                <a:gd name="connsiteX15" fmla="*/ 42327 w 61554"/>
                <a:gd name="connsiteY15" fmla="*/ 31923 h 125953"/>
                <a:gd name="connsiteX16" fmla="*/ 18456 w 61554"/>
                <a:gd name="connsiteY16" fmla="*/ 54321 h 125953"/>
                <a:gd name="connsiteX17" fmla="*/ 20257 w 61554"/>
                <a:gd name="connsiteY17" fmla="*/ 55776 h 125953"/>
                <a:gd name="connsiteX18" fmla="*/ 22960 w 61554"/>
                <a:gd name="connsiteY18" fmla="*/ 52867 h 125953"/>
                <a:gd name="connsiteX19" fmla="*/ 41877 w 61554"/>
                <a:gd name="connsiteY19" fmla="*/ 35123 h 125953"/>
                <a:gd name="connsiteX20" fmla="*/ 46681 w 61554"/>
                <a:gd name="connsiteY20" fmla="*/ 41813 h 125953"/>
                <a:gd name="connsiteX21" fmla="*/ 45630 w 61554"/>
                <a:gd name="connsiteY21" fmla="*/ 49231 h 125953"/>
                <a:gd name="connsiteX22" fmla="*/ 31517 w 61554"/>
                <a:gd name="connsiteY22" fmla="*/ 103481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07"/>
                  </a:moveTo>
                  <a:cubicBezTo>
                    <a:pt x="61694" y="2544"/>
                    <a:pt x="59593" y="71"/>
                    <a:pt x="55989" y="71"/>
                  </a:cubicBezTo>
                  <a:cubicBezTo>
                    <a:pt x="52536" y="71"/>
                    <a:pt x="48032" y="3416"/>
                    <a:pt x="48032" y="7780"/>
                  </a:cubicBezTo>
                  <a:cubicBezTo>
                    <a:pt x="48032" y="10689"/>
                    <a:pt x="50134" y="13016"/>
                    <a:pt x="53587" y="13016"/>
                  </a:cubicBezTo>
                  <a:cubicBezTo>
                    <a:pt x="57641" y="13016"/>
                    <a:pt x="61694" y="9234"/>
                    <a:pt x="61694" y="5307"/>
                  </a:cubicBezTo>
                  <a:close/>
                  <a:moveTo>
                    <a:pt x="31517" y="103481"/>
                  </a:moveTo>
                  <a:cubicBezTo>
                    <a:pt x="28665" y="114534"/>
                    <a:pt x="21459" y="122825"/>
                    <a:pt x="13051" y="122825"/>
                  </a:cubicBezTo>
                  <a:cubicBezTo>
                    <a:pt x="12150" y="122825"/>
                    <a:pt x="9898" y="122825"/>
                    <a:pt x="7196" y="121516"/>
                  </a:cubicBezTo>
                  <a:cubicBezTo>
                    <a:pt x="11700" y="120498"/>
                    <a:pt x="13952" y="116716"/>
                    <a:pt x="13952" y="113807"/>
                  </a:cubicBezTo>
                  <a:cubicBezTo>
                    <a:pt x="13952" y="111480"/>
                    <a:pt x="12300" y="108717"/>
                    <a:pt x="8247" y="108717"/>
                  </a:cubicBezTo>
                  <a:cubicBezTo>
                    <a:pt x="4493" y="108717"/>
                    <a:pt x="139" y="111771"/>
                    <a:pt x="139" y="117007"/>
                  </a:cubicBezTo>
                  <a:cubicBezTo>
                    <a:pt x="139" y="122825"/>
                    <a:pt x="6145" y="126024"/>
                    <a:pt x="13351" y="126024"/>
                  </a:cubicBezTo>
                  <a:cubicBezTo>
                    <a:pt x="23861" y="126024"/>
                    <a:pt x="37823" y="118316"/>
                    <a:pt x="41576" y="103917"/>
                  </a:cubicBezTo>
                  <a:lnTo>
                    <a:pt x="55389" y="50685"/>
                  </a:lnTo>
                  <a:cubicBezTo>
                    <a:pt x="56139" y="47776"/>
                    <a:pt x="56139" y="45740"/>
                    <a:pt x="56139" y="45304"/>
                  </a:cubicBezTo>
                  <a:cubicBezTo>
                    <a:pt x="56139" y="37014"/>
                    <a:pt x="49834" y="31923"/>
                    <a:pt x="42327" y="31923"/>
                  </a:cubicBezTo>
                  <a:cubicBezTo>
                    <a:pt x="27013" y="31923"/>
                    <a:pt x="18456" y="53012"/>
                    <a:pt x="18456" y="54321"/>
                  </a:cubicBezTo>
                  <a:cubicBezTo>
                    <a:pt x="18456" y="55776"/>
                    <a:pt x="19957" y="55776"/>
                    <a:pt x="20257" y="55776"/>
                  </a:cubicBezTo>
                  <a:cubicBezTo>
                    <a:pt x="21609" y="55776"/>
                    <a:pt x="21759" y="55630"/>
                    <a:pt x="22960" y="52867"/>
                  </a:cubicBezTo>
                  <a:cubicBezTo>
                    <a:pt x="26713" y="43995"/>
                    <a:pt x="33619" y="35123"/>
                    <a:pt x="41877" y="35123"/>
                  </a:cubicBezTo>
                  <a:cubicBezTo>
                    <a:pt x="43979" y="35123"/>
                    <a:pt x="46681" y="35705"/>
                    <a:pt x="46681" y="41813"/>
                  </a:cubicBezTo>
                  <a:cubicBezTo>
                    <a:pt x="46681" y="45158"/>
                    <a:pt x="46231" y="46758"/>
                    <a:pt x="45630" y="49231"/>
                  </a:cubicBezTo>
                  <a:lnTo>
                    <a:pt x="31517" y="103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3" name="Freeform: Shape 2172">
              <a:extLst>
                <a:ext uri="{FF2B5EF4-FFF2-40B4-BE49-F238E27FC236}">
                  <a16:creationId xmlns:a16="http://schemas.microsoft.com/office/drawing/2014/main" id="{5A887CF3-96E7-575D-0C9D-DBB7CFA2F3D8}"/>
                </a:ext>
              </a:extLst>
            </p:cNvPr>
            <p:cNvSpPr/>
            <p:nvPr>
              <p:custDataLst>
                <p:tags r:id="rId70"/>
              </p:custDataLst>
            </p:nvPr>
          </p:nvSpPr>
          <p:spPr>
            <a:xfrm>
              <a:off x="9204097" y="5794932"/>
              <a:ext cx="34831" cy="145442"/>
            </a:xfrm>
            <a:custGeom>
              <a:avLst/>
              <a:gdLst>
                <a:gd name="connsiteX0" fmla="*/ 34975 w 34831"/>
                <a:gd name="connsiteY0" fmla="*/ 72792 h 145442"/>
                <a:gd name="connsiteX1" fmla="*/ 25066 w 34831"/>
                <a:gd name="connsiteY1" fmla="*/ 27414 h 145442"/>
                <a:gd name="connsiteX2" fmla="*/ 1646 w 34831"/>
                <a:gd name="connsiteY2" fmla="*/ 71 h 145442"/>
                <a:gd name="connsiteX3" fmla="*/ 144 w 34831"/>
                <a:gd name="connsiteY3" fmla="*/ 1526 h 145442"/>
                <a:gd name="connsiteX4" fmla="*/ 2997 w 34831"/>
                <a:gd name="connsiteY4" fmla="*/ 4871 h 145442"/>
                <a:gd name="connsiteX5" fmla="*/ 26267 w 34831"/>
                <a:gd name="connsiteY5" fmla="*/ 72792 h 145442"/>
                <a:gd name="connsiteX6" fmla="*/ 2096 w 34831"/>
                <a:gd name="connsiteY6" fmla="*/ 141587 h 145442"/>
                <a:gd name="connsiteX7" fmla="*/ 144 w 34831"/>
                <a:gd name="connsiteY7" fmla="*/ 144059 h 145442"/>
                <a:gd name="connsiteX8" fmla="*/ 1646 w 34831"/>
                <a:gd name="connsiteY8" fmla="*/ 145514 h 145442"/>
                <a:gd name="connsiteX9" fmla="*/ 25517 w 34831"/>
                <a:gd name="connsiteY9" fmla="*/ 117152 h 145442"/>
                <a:gd name="connsiteX10" fmla="*/ 34975 w 34831"/>
                <a:gd name="connsiteY10" fmla="*/ 72792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792"/>
                  </a:moveTo>
                  <a:cubicBezTo>
                    <a:pt x="34975" y="61448"/>
                    <a:pt x="33324" y="43849"/>
                    <a:pt x="25066" y="27414"/>
                  </a:cubicBezTo>
                  <a:cubicBezTo>
                    <a:pt x="16058" y="9525"/>
                    <a:pt x="3147" y="71"/>
                    <a:pt x="1646" y="71"/>
                  </a:cubicBezTo>
                  <a:cubicBezTo>
                    <a:pt x="745" y="71"/>
                    <a:pt x="144" y="653"/>
                    <a:pt x="144" y="1526"/>
                  </a:cubicBezTo>
                  <a:cubicBezTo>
                    <a:pt x="144" y="1962"/>
                    <a:pt x="144" y="2253"/>
                    <a:pt x="2997" y="4871"/>
                  </a:cubicBezTo>
                  <a:cubicBezTo>
                    <a:pt x="17710" y="19270"/>
                    <a:pt x="26267" y="42395"/>
                    <a:pt x="26267" y="72792"/>
                  </a:cubicBezTo>
                  <a:cubicBezTo>
                    <a:pt x="26267" y="97663"/>
                    <a:pt x="20713" y="123261"/>
                    <a:pt x="2096" y="141587"/>
                  </a:cubicBezTo>
                  <a:cubicBezTo>
                    <a:pt x="144" y="143332"/>
                    <a:pt x="144" y="143623"/>
                    <a:pt x="144" y="144059"/>
                  </a:cubicBezTo>
                  <a:cubicBezTo>
                    <a:pt x="144" y="144932"/>
                    <a:pt x="745" y="145514"/>
                    <a:pt x="1646" y="145514"/>
                  </a:cubicBezTo>
                  <a:cubicBezTo>
                    <a:pt x="3147" y="145514"/>
                    <a:pt x="16659" y="135624"/>
                    <a:pt x="25517" y="117152"/>
                  </a:cubicBezTo>
                  <a:cubicBezTo>
                    <a:pt x="33174" y="101154"/>
                    <a:pt x="34975" y="85010"/>
                    <a:pt x="34975" y="7279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4" name="Freeform: Shape 2173">
              <a:extLst>
                <a:ext uri="{FF2B5EF4-FFF2-40B4-BE49-F238E27FC236}">
                  <a16:creationId xmlns:a16="http://schemas.microsoft.com/office/drawing/2014/main" id="{C6968F2F-3BB0-1D71-B4E4-D238520724D5}"/>
                </a:ext>
              </a:extLst>
            </p:cNvPr>
            <p:cNvSpPr/>
            <p:nvPr>
              <p:custDataLst>
                <p:tags r:id="rId71"/>
              </p:custDataLst>
            </p:nvPr>
          </p:nvSpPr>
          <p:spPr>
            <a:xfrm>
              <a:off x="8580432" y="5963137"/>
              <a:ext cx="673492" cy="5817"/>
            </a:xfrm>
            <a:custGeom>
              <a:avLst/>
              <a:gdLst>
                <a:gd name="connsiteX0" fmla="*/ 0 w 673492"/>
                <a:gd name="connsiteY0" fmla="*/ 0 h 5817"/>
                <a:gd name="connsiteX1" fmla="*/ 673493 w 673492"/>
                <a:gd name="connsiteY1" fmla="*/ 0 h 5817"/>
                <a:gd name="connsiteX2" fmla="*/ 673493 w 673492"/>
                <a:gd name="connsiteY2" fmla="*/ 5817 h 5817"/>
                <a:gd name="connsiteX3" fmla="*/ 0 w 673492"/>
                <a:gd name="connsiteY3" fmla="*/ 5817 h 5817"/>
              </a:gdLst>
              <a:ahLst/>
              <a:cxnLst>
                <a:cxn ang="0">
                  <a:pos x="connsiteX0" y="connsiteY0"/>
                </a:cxn>
                <a:cxn ang="0">
                  <a:pos x="connsiteX1" y="connsiteY1"/>
                </a:cxn>
                <a:cxn ang="0">
                  <a:pos x="connsiteX2" y="connsiteY2"/>
                </a:cxn>
                <a:cxn ang="0">
                  <a:pos x="connsiteX3" y="connsiteY3"/>
                </a:cxn>
              </a:cxnLst>
              <a:rect l="l" t="t" r="r" b="b"/>
              <a:pathLst>
                <a:path w="673492" h="5817">
                  <a:moveTo>
                    <a:pt x="0" y="0"/>
                  </a:moveTo>
                  <a:lnTo>
                    <a:pt x="673493" y="0"/>
                  </a:lnTo>
                  <a:lnTo>
                    <a:pt x="673493" y="5817"/>
                  </a:lnTo>
                  <a:lnTo>
                    <a:pt x="0" y="58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5" name="Freeform: Shape 2174">
              <a:extLst>
                <a:ext uri="{FF2B5EF4-FFF2-40B4-BE49-F238E27FC236}">
                  <a16:creationId xmlns:a16="http://schemas.microsoft.com/office/drawing/2014/main" id="{16BAA384-F0AB-9018-86B0-DF825EC95AAF}"/>
                </a:ext>
              </a:extLst>
            </p:cNvPr>
            <p:cNvSpPr/>
            <p:nvPr>
              <p:custDataLst>
                <p:tags r:id="rId72"/>
              </p:custDataLst>
            </p:nvPr>
          </p:nvSpPr>
          <p:spPr>
            <a:xfrm>
              <a:off x="8586437" y="6002835"/>
              <a:ext cx="107195" cy="99337"/>
            </a:xfrm>
            <a:custGeom>
              <a:avLst/>
              <a:gdLst>
                <a:gd name="connsiteX0" fmla="*/ 39589 w 107195"/>
                <a:gd name="connsiteY0" fmla="*/ 53462 h 99337"/>
                <a:gd name="connsiteX1" fmla="*/ 65111 w 107195"/>
                <a:gd name="connsiteY1" fmla="*/ 53462 h 99337"/>
                <a:gd name="connsiteX2" fmla="*/ 107299 w 107195"/>
                <a:gd name="connsiteY2" fmla="*/ 22047 h 99337"/>
                <a:gd name="connsiteX3" fmla="*/ 77723 w 107195"/>
                <a:gd name="connsiteY3" fmla="*/ 85 h 99337"/>
                <a:gd name="connsiteX4" fmla="*/ 29079 w 107195"/>
                <a:gd name="connsiteY4" fmla="*/ 85 h 99337"/>
                <a:gd name="connsiteX5" fmla="*/ 24575 w 107195"/>
                <a:gd name="connsiteY5" fmla="*/ 2848 h 99337"/>
                <a:gd name="connsiteX6" fmla="*/ 28929 w 107195"/>
                <a:gd name="connsiteY6" fmla="*/ 4594 h 99337"/>
                <a:gd name="connsiteX7" fmla="*/ 35385 w 107195"/>
                <a:gd name="connsiteY7" fmla="*/ 4884 h 99337"/>
                <a:gd name="connsiteX8" fmla="*/ 38688 w 107195"/>
                <a:gd name="connsiteY8" fmla="*/ 7211 h 99337"/>
                <a:gd name="connsiteX9" fmla="*/ 38087 w 107195"/>
                <a:gd name="connsiteY9" fmla="*/ 9975 h 99337"/>
                <a:gd name="connsiteX10" fmla="*/ 17969 w 107195"/>
                <a:gd name="connsiteY10" fmla="*/ 88078 h 99337"/>
                <a:gd name="connsiteX11" fmla="*/ 4307 w 107195"/>
                <a:gd name="connsiteY11" fmla="*/ 94913 h 99337"/>
                <a:gd name="connsiteX12" fmla="*/ 103 w 107195"/>
                <a:gd name="connsiteY12" fmla="*/ 97677 h 99337"/>
                <a:gd name="connsiteX13" fmla="*/ 2355 w 107195"/>
                <a:gd name="connsiteY13" fmla="*/ 99422 h 99337"/>
                <a:gd name="connsiteX14" fmla="*/ 21422 w 107195"/>
                <a:gd name="connsiteY14" fmla="*/ 98986 h 99337"/>
                <a:gd name="connsiteX15" fmla="*/ 31031 w 107195"/>
                <a:gd name="connsiteY15" fmla="*/ 99131 h 99337"/>
                <a:gd name="connsiteX16" fmla="*/ 40790 w 107195"/>
                <a:gd name="connsiteY16" fmla="*/ 99422 h 99337"/>
                <a:gd name="connsiteX17" fmla="*/ 43792 w 107195"/>
                <a:gd name="connsiteY17" fmla="*/ 96513 h 99337"/>
                <a:gd name="connsiteX18" fmla="*/ 39589 w 107195"/>
                <a:gd name="connsiteY18" fmla="*/ 94913 h 99337"/>
                <a:gd name="connsiteX19" fmla="*/ 29830 w 107195"/>
                <a:gd name="connsiteY19" fmla="*/ 92295 h 99337"/>
                <a:gd name="connsiteX20" fmla="*/ 30280 w 107195"/>
                <a:gd name="connsiteY20" fmla="*/ 89823 h 99337"/>
                <a:gd name="connsiteX21" fmla="*/ 39589 w 107195"/>
                <a:gd name="connsiteY21" fmla="*/ 53462 h 99337"/>
                <a:gd name="connsiteX22" fmla="*/ 50398 w 107195"/>
                <a:gd name="connsiteY22" fmla="*/ 10120 h 99337"/>
                <a:gd name="connsiteX23" fmla="*/ 58505 w 107195"/>
                <a:gd name="connsiteY23" fmla="*/ 4594 h 99337"/>
                <a:gd name="connsiteX24" fmla="*/ 72918 w 107195"/>
                <a:gd name="connsiteY24" fmla="*/ 4594 h 99337"/>
                <a:gd name="connsiteX25" fmla="*/ 93337 w 107195"/>
                <a:gd name="connsiteY25" fmla="*/ 18556 h 99337"/>
                <a:gd name="connsiteX26" fmla="*/ 84479 w 107195"/>
                <a:gd name="connsiteY26" fmla="*/ 41972 h 99337"/>
                <a:gd name="connsiteX27" fmla="*/ 61358 w 107195"/>
                <a:gd name="connsiteY27" fmla="*/ 49681 h 99337"/>
                <a:gd name="connsiteX28" fmla="*/ 40189 w 107195"/>
                <a:gd name="connsiteY28" fmla="*/ 49681 h 99337"/>
                <a:gd name="connsiteX29" fmla="*/ 50398 w 107195"/>
                <a:gd name="connsiteY29" fmla="*/ 10120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62"/>
                  </a:moveTo>
                  <a:lnTo>
                    <a:pt x="65111" y="53462"/>
                  </a:lnTo>
                  <a:cubicBezTo>
                    <a:pt x="86430" y="53462"/>
                    <a:pt x="107299" y="38336"/>
                    <a:pt x="107299" y="22047"/>
                  </a:cubicBezTo>
                  <a:cubicBezTo>
                    <a:pt x="107299" y="10848"/>
                    <a:pt x="97390" y="85"/>
                    <a:pt x="77723" y="85"/>
                  </a:cubicBezTo>
                  <a:lnTo>
                    <a:pt x="29079" y="85"/>
                  </a:lnTo>
                  <a:cubicBezTo>
                    <a:pt x="26227" y="85"/>
                    <a:pt x="24575" y="85"/>
                    <a:pt x="24575" y="2848"/>
                  </a:cubicBezTo>
                  <a:cubicBezTo>
                    <a:pt x="24575" y="4594"/>
                    <a:pt x="25926" y="4594"/>
                    <a:pt x="28929" y="4594"/>
                  </a:cubicBezTo>
                  <a:cubicBezTo>
                    <a:pt x="30881" y="4594"/>
                    <a:pt x="33583" y="4739"/>
                    <a:pt x="35385" y="4884"/>
                  </a:cubicBezTo>
                  <a:cubicBezTo>
                    <a:pt x="37787" y="5175"/>
                    <a:pt x="38688" y="5612"/>
                    <a:pt x="38688" y="7211"/>
                  </a:cubicBezTo>
                  <a:cubicBezTo>
                    <a:pt x="38688" y="7793"/>
                    <a:pt x="38538" y="8230"/>
                    <a:pt x="38087" y="9975"/>
                  </a:cubicBezTo>
                  <a:lnTo>
                    <a:pt x="17969" y="88078"/>
                  </a:lnTo>
                  <a:cubicBezTo>
                    <a:pt x="16468" y="93750"/>
                    <a:pt x="16168" y="94913"/>
                    <a:pt x="4307" y="94913"/>
                  </a:cubicBezTo>
                  <a:cubicBezTo>
                    <a:pt x="1755" y="94913"/>
                    <a:pt x="103" y="94913"/>
                    <a:pt x="103" y="97677"/>
                  </a:cubicBezTo>
                  <a:cubicBezTo>
                    <a:pt x="103" y="99422"/>
                    <a:pt x="1905" y="99422"/>
                    <a:pt x="2355" y="99422"/>
                  </a:cubicBezTo>
                  <a:cubicBezTo>
                    <a:pt x="6559" y="99422"/>
                    <a:pt x="17219" y="98986"/>
                    <a:pt x="21422" y="98986"/>
                  </a:cubicBezTo>
                  <a:cubicBezTo>
                    <a:pt x="24575" y="98986"/>
                    <a:pt x="27878" y="99131"/>
                    <a:pt x="31031" y="99131"/>
                  </a:cubicBezTo>
                  <a:cubicBezTo>
                    <a:pt x="34334" y="99131"/>
                    <a:pt x="37637" y="99422"/>
                    <a:pt x="40790" y="99422"/>
                  </a:cubicBezTo>
                  <a:cubicBezTo>
                    <a:pt x="41841" y="99422"/>
                    <a:pt x="43792" y="99422"/>
                    <a:pt x="43792" y="96513"/>
                  </a:cubicBezTo>
                  <a:cubicBezTo>
                    <a:pt x="43792" y="94913"/>
                    <a:pt x="42441" y="94913"/>
                    <a:pt x="39589" y="94913"/>
                  </a:cubicBezTo>
                  <a:cubicBezTo>
                    <a:pt x="34034" y="94913"/>
                    <a:pt x="29830" y="94913"/>
                    <a:pt x="29830" y="92295"/>
                  </a:cubicBezTo>
                  <a:cubicBezTo>
                    <a:pt x="29830" y="91423"/>
                    <a:pt x="30130" y="90695"/>
                    <a:pt x="30280" y="89823"/>
                  </a:cubicBezTo>
                  <a:lnTo>
                    <a:pt x="39589" y="53462"/>
                  </a:lnTo>
                  <a:close/>
                  <a:moveTo>
                    <a:pt x="50398" y="10120"/>
                  </a:moveTo>
                  <a:cubicBezTo>
                    <a:pt x="51749" y="5030"/>
                    <a:pt x="52050" y="4594"/>
                    <a:pt x="58505" y="4594"/>
                  </a:cubicBezTo>
                  <a:lnTo>
                    <a:pt x="72918" y="4594"/>
                  </a:lnTo>
                  <a:cubicBezTo>
                    <a:pt x="85379" y="4594"/>
                    <a:pt x="93337" y="8520"/>
                    <a:pt x="93337" y="18556"/>
                  </a:cubicBezTo>
                  <a:cubicBezTo>
                    <a:pt x="93337" y="24228"/>
                    <a:pt x="90334" y="36736"/>
                    <a:pt x="84479" y="41972"/>
                  </a:cubicBezTo>
                  <a:cubicBezTo>
                    <a:pt x="76972" y="48517"/>
                    <a:pt x="67964" y="49681"/>
                    <a:pt x="61358" y="49681"/>
                  </a:cubicBezTo>
                  <a:lnTo>
                    <a:pt x="40189" y="49681"/>
                  </a:lnTo>
                  <a:lnTo>
                    <a:pt x="50398" y="1012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6" name="Freeform: Shape 2175">
              <a:extLst>
                <a:ext uri="{FF2B5EF4-FFF2-40B4-BE49-F238E27FC236}">
                  <a16:creationId xmlns:a16="http://schemas.microsoft.com/office/drawing/2014/main" id="{E02D8984-784E-7F22-F6E2-9D4219E69BED}"/>
                </a:ext>
              </a:extLst>
            </p:cNvPr>
            <p:cNvSpPr/>
            <p:nvPr>
              <p:custDataLst>
                <p:tags r:id="rId73"/>
              </p:custDataLst>
            </p:nvPr>
          </p:nvSpPr>
          <p:spPr>
            <a:xfrm>
              <a:off x="8712535" y="5993091"/>
              <a:ext cx="34831" cy="145442"/>
            </a:xfrm>
            <a:custGeom>
              <a:avLst/>
              <a:gdLst>
                <a:gd name="connsiteX0" fmla="*/ 34942 w 34831"/>
                <a:gd name="connsiteY0" fmla="*/ 144073 h 145442"/>
                <a:gd name="connsiteX1" fmla="*/ 32390 w 34831"/>
                <a:gd name="connsiteY1" fmla="*/ 140873 h 145442"/>
                <a:gd name="connsiteX2" fmla="*/ 8819 w 34831"/>
                <a:gd name="connsiteY2" fmla="*/ 72806 h 145442"/>
                <a:gd name="connsiteX3" fmla="*/ 32990 w 34831"/>
                <a:gd name="connsiteY3" fmla="*/ 4012 h 145442"/>
                <a:gd name="connsiteX4" fmla="*/ 34942 w 34831"/>
                <a:gd name="connsiteY4" fmla="*/ 1539 h 145442"/>
                <a:gd name="connsiteX5" fmla="*/ 33441 w 34831"/>
                <a:gd name="connsiteY5" fmla="*/ 85 h 145442"/>
                <a:gd name="connsiteX6" fmla="*/ 9570 w 34831"/>
                <a:gd name="connsiteY6" fmla="*/ 28446 h 145442"/>
                <a:gd name="connsiteX7" fmla="*/ 111 w 34831"/>
                <a:gd name="connsiteY7" fmla="*/ 72806 h 145442"/>
                <a:gd name="connsiteX8" fmla="*/ 10020 w 34831"/>
                <a:gd name="connsiteY8" fmla="*/ 118184 h 145442"/>
                <a:gd name="connsiteX9" fmla="*/ 33441 w 34831"/>
                <a:gd name="connsiteY9" fmla="*/ 145527 h 145442"/>
                <a:gd name="connsiteX10" fmla="*/ 34942 w 34831"/>
                <a:gd name="connsiteY10" fmla="*/ 144073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73"/>
                  </a:moveTo>
                  <a:cubicBezTo>
                    <a:pt x="34942" y="143637"/>
                    <a:pt x="34942" y="143346"/>
                    <a:pt x="32390" y="140873"/>
                  </a:cubicBezTo>
                  <a:cubicBezTo>
                    <a:pt x="13623" y="122547"/>
                    <a:pt x="8819" y="95059"/>
                    <a:pt x="8819" y="72806"/>
                  </a:cubicBezTo>
                  <a:cubicBezTo>
                    <a:pt x="8819" y="47499"/>
                    <a:pt x="14524" y="22192"/>
                    <a:pt x="32990" y="4012"/>
                  </a:cubicBezTo>
                  <a:cubicBezTo>
                    <a:pt x="34942" y="2266"/>
                    <a:pt x="34942" y="1976"/>
                    <a:pt x="34942" y="1539"/>
                  </a:cubicBezTo>
                  <a:cubicBezTo>
                    <a:pt x="34942" y="521"/>
                    <a:pt x="34342" y="85"/>
                    <a:pt x="33441" y="85"/>
                  </a:cubicBezTo>
                  <a:cubicBezTo>
                    <a:pt x="31940" y="85"/>
                    <a:pt x="18427" y="9975"/>
                    <a:pt x="9570" y="28446"/>
                  </a:cubicBezTo>
                  <a:cubicBezTo>
                    <a:pt x="1913" y="44445"/>
                    <a:pt x="111" y="60589"/>
                    <a:pt x="111" y="72806"/>
                  </a:cubicBezTo>
                  <a:cubicBezTo>
                    <a:pt x="111" y="84151"/>
                    <a:pt x="1763" y="101749"/>
                    <a:pt x="10020" y="118184"/>
                  </a:cubicBezTo>
                  <a:cubicBezTo>
                    <a:pt x="19028" y="136074"/>
                    <a:pt x="31940" y="145527"/>
                    <a:pt x="33441" y="145527"/>
                  </a:cubicBezTo>
                  <a:cubicBezTo>
                    <a:pt x="34342" y="145527"/>
                    <a:pt x="34942" y="145091"/>
                    <a:pt x="34942" y="144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7" name="Freeform: Shape 2176">
              <a:extLst>
                <a:ext uri="{FF2B5EF4-FFF2-40B4-BE49-F238E27FC236}">
                  <a16:creationId xmlns:a16="http://schemas.microsoft.com/office/drawing/2014/main" id="{C45FEADB-CD5C-013D-D8AE-E5BE54699955}"/>
                </a:ext>
              </a:extLst>
            </p:cNvPr>
            <p:cNvSpPr/>
            <p:nvPr>
              <p:custDataLst>
                <p:tags r:id="rId74"/>
              </p:custDataLst>
            </p:nvPr>
          </p:nvSpPr>
          <p:spPr>
            <a:xfrm>
              <a:off x="8761312" y="6002835"/>
              <a:ext cx="109147" cy="99337"/>
            </a:xfrm>
            <a:custGeom>
              <a:avLst/>
              <a:gdLst>
                <a:gd name="connsiteX0" fmla="*/ 84490 w 109147"/>
                <a:gd name="connsiteY0" fmla="*/ 16665 h 99337"/>
                <a:gd name="connsiteX1" fmla="*/ 86592 w 109147"/>
                <a:gd name="connsiteY1" fmla="*/ 14629 h 99337"/>
                <a:gd name="connsiteX2" fmla="*/ 106260 w 109147"/>
                <a:gd name="connsiteY2" fmla="*/ 4594 h 99337"/>
                <a:gd name="connsiteX3" fmla="*/ 109262 w 109147"/>
                <a:gd name="connsiteY3" fmla="*/ 1830 h 99337"/>
                <a:gd name="connsiteX4" fmla="*/ 107311 w 109147"/>
                <a:gd name="connsiteY4" fmla="*/ 85 h 99337"/>
                <a:gd name="connsiteX5" fmla="*/ 95000 w 109147"/>
                <a:gd name="connsiteY5" fmla="*/ 521 h 99337"/>
                <a:gd name="connsiteX6" fmla="*/ 79986 w 109147"/>
                <a:gd name="connsiteY6" fmla="*/ 85 h 99337"/>
                <a:gd name="connsiteX7" fmla="*/ 77134 w 109147"/>
                <a:gd name="connsiteY7" fmla="*/ 2848 h 99337"/>
                <a:gd name="connsiteX8" fmla="*/ 79386 w 109147"/>
                <a:gd name="connsiteY8" fmla="*/ 4594 h 99337"/>
                <a:gd name="connsiteX9" fmla="*/ 84791 w 109147"/>
                <a:gd name="connsiteY9" fmla="*/ 7939 h 99337"/>
                <a:gd name="connsiteX10" fmla="*/ 80737 w 109147"/>
                <a:gd name="connsiteY10" fmla="*/ 14920 h 99337"/>
                <a:gd name="connsiteX11" fmla="*/ 45906 w 109147"/>
                <a:gd name="connsiteY11" fmla="*/ 53753 h 99337"/>
                <a:gd name="connsiteX12" fmla="*/ 29391 w 109147"/>
                <a:gd name="connsiteY12" fmla="*/ 10557 h 99337"/>
                <a:gd name="connsiteX13" fmla="*/ 28490 w 109147"/>
                <a:gd name="connsiteY13" fmla="*/ 8084 h 99337"/>
                <a:gd name="connsiteX14" fmla="*/ 37348 w 109147"/>
                <a:gd name="connsiteY14" fmla="*/ 4594 h 99337"/>
                <a:gd name="connsiteX15" fmla="*/ 40951 w 109147"/>
                <a:gd name="connsiteY15" fmla="*/ 1685 h 99337"/>
                <a:gd name="connsiteX16" fmla="*/ 38699 w 109147"/>
                <a:gd name="connsiteY16" fmla="*/ 85 h 99337"/>
                <a:gd name="connsiteX17" fmla="*/ 19783 w 109147"/>
                <a:gd name="connsiteY17" fmla="*/ 521 h 99337"/>
                <a:gd name="connsiteX18" fmla="*/ 2968 w 109147"/>
                <a:gd name="connsiteY18" fmla="*/ 85 h 99337"/>
                <a:gd name="connsiteX19" fmla="*/ 115 w 109147"/>
                <a:gd name="connsiteY19" fmla="*/ 2994 h 99337"/>
                <a:gd name="connsiteX20" fmla="*/ 3568 w 109147"/>
                <a:gd name="connsiteY20" fmla="*/ 4594 h 99337"/>
                <a:gd name="connsiteX21" fmla="*/ 14528 w 109147"/>
                <a:gd name="connsiteY21" fmla="*/ 9539 h 99337"/>
                <a:gd name="connsiteX22" fmla="*/ 32994 w 109147"/>
                <a:gd name="connsiteY22" fmla="*/ 57389 h 99337"/>
                <a:gd name="connsiteX23" fmla="*/ 33595 w 109147"/>
                <a:gd name="connsiteY23" fmla="*/ 59862 h 99337"/>
                <a:gd name="connsiteX24" fmla="*/ 26839 w 109147"/>
                <a:gd name="connsiteY24" fmla="*/ 86332 h 99337"/>
                <a:gd name="connsiteX25" fmla="*/ 12726 w 109147"/>
                <a:gd name="connsiteY25" fmla="*/ 94913 h 99337"/>
                <a:gd name="connsiteX26" fmla="*/ 8673 w 109147"/>
                <a:gd name="connsiteY26" fmla="*/ 97822 h 99337"/>
                <a:gd name="connsiteX27" fmla="*/ 10775 w 109147"/>
                <a:gd name="connsiteY27" fmla="*/ 99422 h 99337"/>
                <a:gd name="connsiteX28" fmla="*/ 29691 w 109147"/>
                <a:gd name="connsiteY28" fmla="*/ 98986 h 99337"/>
                <a:gd name="connsiteX29" fmla="*/ 48909 w 109147"/>
                <a:gd name="connsiteY29" fmla="*/ 99422 h 99337"/>
                <a:gd name="connsiteX30" fmla="*/ 51761 w 109147"/>
                <a:gd name="connsiteY30" fmla="*/ 96513 h 99337"/>
                <a:gd name="connsiteX31" fmla="*/ 47557 w 109147"/>
                <a:gd name="connsiteY31" fmla="*/ 94913 h 99337"/>
                <a:gd name="connsiteX32" fmla="*/ 41852 w 109147"/>
                <a:gd name="connsiteY32" fmla="*/ 94622 h 99337"/>
                <a:gd name="connsiteX33" fmla="*/ 37799 w 109147"/>
                <a:gd name="connsiteY33" fmla="*/ 92295 h 99337"/>
                <a:gd name="connsiteX34" fmla="*/ 39901 w 109147"/>
                <a:gd name="connsiteY34" fmla="*/ 83132 h 99337"/>
                <a:gd name="connsiteX35" fmla="*/ 45155 w 109147"/>
                <a:gd name="connsiteY35" fmla="*/ 62625 h 99337"/>
                <a:gd name="connsiteX36" fmla="*/ 47257 w 109147"/>
                <a:gd name="connsiteY36" fmla="*/ 58116 h 99337"/>
                <a:gd name="connsiteX37" fmla="*/ 84490 w 109147"/>
                <a:gd name="connsiteY37" fmla="*/ 16665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65"/>
                  </a:moveTo>
                  <a:lnTo>
                    <a:pt x="86592" y="14629"/>
                  </a:lnTo>
                  <a:cubicBezTo>
                    <a:pt x="91096" y="10266"/>
                    <a:pt x="96051" y="5321"/>
                    <a:pt x="106260" y="4594"/>
                  </a:cubicBezTo>
                  <a:cubicBezTo>
                    <a:pt x="107911" y="4448"/>
                    <a:pt x="109262" y="4448"/>
                    <a:pt x="109262" y="1830"/>
                  </a:cubicBezTo>
                  <a:cubicBezTo>
                    <a:pt x="109262" y="667"/>
                    <a:pt x="108512" y="85"/>
                    <a:pt x="107311" y="85"/>
                  </a:cubicBezTo>
                  <a:cubicBezTo>
                    <a:pt x="103407" y="85"/>
                    <a:pt x="99053" y="521"/>
                    <a:pt x="95000" y="521"/>
                  </a:cubicBezTo>
                  <a:cubicBezTo>
                    <a:pt x="90045" y="521"/>
                    <a:pt x="84791" y="85"/>
                    <a:pt x="79986" y="85"/>
                  </a:cubicBezTo>
                  <a:cubicBezTo>
                    <a:pt x="79086" y="85"/>
                    <a:pt x="77134" y="85"/>
                    <a:pt x="77134" y="2848"/>
                  </a:cubicBezTo>
                  <a:cubicBezTo>
                    <a:pt x="77134" y="4448"/>
                    <a:pt x="78635" y="4594"/>
                    <a:pt x="79386" y="4594"/>
                  </a:cubicBezTo>
                  <a:cubicBezTo>
                    <a:pt x="80437" y="4594"/>
                    <a:pt x="84791" y="4884"/>
                    <a:pt x="84791" y="7939"/>
                  </a:cubicBezTo>
                  <a:cubicBezTo>
                    <a:pt x="84791" y="10411"/>
                    <a:pt x="81338" y="14193"/>
                    <a:pt x="80737" y="14920"/>
                  </a:cubicBezTo>
                  <a:lnTo>
                    <a:pt x="45906" y="53753"/>
                  </a:lnTo>
                  <a:lnTo>
                    <a:pt x="29391" y="10557"/>
                  </a:lnTo>
                  <a:cubicBezTo>
                    <a:pt x="28490" y="8520"/>
                    <a:pt x="28490" y="8230"/>
                    <a:pt x="28490" y="8084"/>
                  </a:cubicBezTo>
                  <a:cubicBezTo>
                    <a:pt x="28490" y="4594"/>
                    <a:pt x="35847" y="4594"/>
                    <a:pt x="37348" y="4594"/>
                  </a:cubicBezTo>
                  <a:cubicBezTo>
                    <a:pt x="39450" y="4594"/>
                    <a:pt x="40951" y="4594"/>
                    <a:pt x="40951" y="1685"/>
                  </a:cubicBezTo>
                  <a:cubicBezTo>
                    <a:pt x="40951" y="85"/>
                    <a:pt x="39150" y="85"/>
                    <a:pt x="38699" y="85"/>
                  </a:cubicBezTo>
                  <a:cubicBezTo>
                    <a:pt x="34496" y="85"/>
                    <a:pt x="23986" y="521"/>
                    <a:pt x="19783" y="521"/>
                  </a:cubicBezTo>
                  <a:cubicBezTo>
                    <a:pt x="16029" y="521"/>
                    <a:pt x="6721" y="85"/>
                    <a:pt x="2968" y="85"/>
                  </a:cubicBezTo>
                  <a:cubicBezTo>
                    <a:pt x="2067" y="85"/>
                    <a:pt x="115" y="85"/>
                    <a:pt x="115" y="2994"/>
                  </a:cubicBezTo>
                  <a:cubicBezTo>
                    <a:pt x="115" y="4594"/>
                    <a:pt x="1616" y="4594"/>
                    <a:pt x="3568" y="4594"/>
                  </a:cubicBezTo>
                  <a:cubicBezTo>
                    <a:pt x="12576" y="4594"/>
                    <a:pt x="13177" y="5902"/>
                    <a:pt x="14528" y="9539"/>
                  </a:cubicBezTo>
                  <a:lnTo>
                    <a:pt x="32994" y="57389"/>
                  </a:lnTo>
                  <a:cubicBezTo>
                    <a:pt x="33144" y="57825"/>
                    <a:pt x="33595" y="59425"/>
                    <a:pt x="33595" y="59862"/>
                  </a:cubicBezTo>
                  <a:cubicBezTo>
                    <a:pt x="33595" y="60298"/>
                    <a:pt x="27590" y="83714"/>
                    <a:pt x="26839" y="86332"/>
                  </a:cubicBezTo>
                  <a:cubicBezTo>
                    <a:pt x="24887" y="94332"/>
                    <a:pt x="24737" y="94768"/>
                    <a:pt x="12726" y="94913"/>
                  </a:cubicBezTo>
                  <a:cubicBezTo>
                    <a:pt x="9874" y="94913"/>
                    <a:pt x="8673" y="94913"/>
                    <a:pt x="8673" y="97822"/>
                  </a:cubicBezTo>
                  <a:cubicBezTo>
                    <a:pt x="8673" y="99422"/>
                    <a:pt x="10474" y="99422"/>
                    <a:pt x="10775" y="99422"/>
                  </a:cubicBezTo>
                  <a:cubicBezTo>
                    <a:pt x="14978" y="99422"/>
                    <a:pt x="25488" y="98986"/>
                    <a:pt x="29691" y="98986"/>
                  </a:cubicBezTo>
                  <a:cubicBezTo>
                    <a:pt x="33895" y="98986"/>
                    <a:pt x="44705" y="99422"/>
                    <a:pt x="48909" y="99422"/>
                  </a:cubicBezTo>
                  <a:cubicBezTo>
                    <a:pt x="49960" y="99422"/>
                    <a:pt x="51761" y="99422"/>
                    <a:pt x="51761" y="96513"/>
                  </a:cubicBezTo>
                  <a:cubicBezTo>
                    <a:pt x="51761" y="94913"/>
                    <a:pt x="50410" y="94913"/>
                    <a:pt x="47557" y="94913"/>
                  </a:cubicBezTo>
                  <a:cubicBezTo>
                    <a:pt x="47257" y="94913"/>
                    <a:pt x="44405" y="94913"/>
                    <a:pt x="41852" y="94622"/>
                  </a:cubicBezTo>
                  <a:cubicBezTo>
                    <a:pt x="38699" y="94332"/>
                    <a:pt x="37799" y="94041"/>
                    <a:pt x="37799" y="92295"/>
                  </a:cubicBezTo>
                  <a:cubicBezTo>
                    <a:pt x="37799" y="91277"/>
                    <a:pt x="39150" y="86187"/>
                    <a:pt x="39901" y="83132"/>
                  </a:cubicBezTo>
                  <a:lnTo>
                    <a:pt x="45155" y="62625"/>
                  </a:lnTo>
                  <a:cubicBezTo>
                    <a:pt x="45906" y="59862"/>
                    <a:pt x="46056" y="59425"/>
                    <a:pt x="47257" y="58116"/>
                  </a:cubicBezTo>
                  <a:lnTo>
                    <a:pt x="84490" y="1666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8" name="Freeform: Shape 2177">
              <a:extLst>
                <a:ext uri="{FF2B5EF4-FFF2-40B4-BE49-F238E27FC236}">
                  <a16:creationId xmlns:a16="http://schemas.microsoft.com/office/drawing/2014/main" id="{7B763274-B5C8-8E5D-771A-8B75D2653800}"/>
                </a:ext>
              </a:extLst>
            </p:cNvPr>
            <p:cNvSpPr/>
            <p:nvPr>
              <p:custDataLst>
                <p:tags r:id="rId75"/>
              </p:custDataLst>
            </p:nvPr>
          </p:nvSpPr>
          <p:spPr>
            <a:xfrm>
              <a:off x="8848158" y="6079091"/>
              <a:ext cx="64212" cy="45916"/>
            </a:xfrm>
            <a:custGeom>
              <a:avLst/>
              <a:gdLst>
                <a:gd name="connsiteX0" fmla="*/ 8003 w 64212"/>
                <a:gd name="connsiteY0" fmla="*/ 38570 h 45916"/>
                <a:gd name="connsiteX1" fmla="*/ 6952 w 64212"/>
                <a:gd name="connsiteY1" fmla="*/ 42745 h 45916"/>
                <a:gd name="connsiteX2" fmla="*/ 10525 w 64212"/>
                <a:gd name="connsiteY2" fmla="*/ 46002 h 45916"/>
                <a:gd name="connsiteX3" fmla="*/ 14624 w 64212"/>
                <a:gd name="connsiteY3" fmla="*/ 43763 h 45916"/>
                <a:gd name="connsiteX4" fmla="*/ 16515 w 64212"/>
                <a:gd name="connsiteY4" fmla="*/ 37450 h 45916"/>
                <a:gd name="connsiteX5" fmla="*/ 18827 w 64212"/>
                <a:gd name="connsiteY5" fmla="*/ 28288 h 45916"/>
                <a:gd name="connsiteX6" fmla="*/ 20614 w 64212"/>
                <a:gd name="connsiteY6" fmla="*/ 21466 h 45916"/>
                <a:gd name="connsiteX7" fmla="*/ 25028 w 64212"/>
                <a:gd name="connsiteY7" fmla="*/ 12303 h 45916"/>
                <a:gd name="connsiteX8" fmla="*/ 40792 w 64212"/>
                <a:gd name="connsiteY8" fmla="*/ 2937 h 45916"/>
                <a:gd name="connsiteX9" fmla="*/ 46993 w 64212"/>
                <a:gd name="connsiteY9" fmla="*/ 10064 h 45916"/>
                <a:gd name="connsiteX10" fmla="*/ 40792 w 64212"/>
                <a:gd name="connsiteY10" fmla="*/ 31749 h 45916"/>
                <a:gd name="connsiteX11" fmla="*/ 39216 w 64212"/>
                <a:gd name="connsiteY11" fmla="*/ 37247 h 45916"/>
                <a:gd name="connsiteX12" fmla="*/ 49200 w 64212"/>
                <a:gd name="connsiteY12" fmla="*/ 46002 h 45916"/>
                <a:gd name="connsiteX13" fmla="*/ 64333 w 64212"/>
                <a:gd name="connsiteY13" fmla="*/ 30426 h 45916"/>
                <a:gd name="connsiteX14" fmla="*/ 62652 w 64212"/>
                <a:gd name="connsiteY14" fmla="*/ 29102 h 45916"/>
                <a:gd name="connsiteX15" fmla="*/ 60655 w 64212"/>
                <a:gd name="connsiteY15" fmla="*/ 30833 h 45916"/>
                <a:gd name="connsiteX16" fmla="*/ 49515 w 64212"/>
                <a:gd name="connsiteY16" fmla="*/ 43152 h 45916"/>
                <a:gd name="connsiteX17" fmla="*/ 46888 w 64212"/>
                <a:gd name="connsiteY17" fmla="*/ 39588 h 45916"/>
                <a:gd name="connsiteX18" fmla="*/ 49305 w 64212"/>
                <a:gd name="connsiteY18" fmla="*/ 31342 h 45916"/>
                <a:gd name="connsiteX19" fmla="*/ 54875 w 64212"/>
                <a:gd name="connsiteY19" fmla="*/ 11693 h 45916"/>
                <a:gd name="connsiteX20" fmla="*/ 41212 w 64212"/>
                <a:gd name="connsiteY20" fmla="*/ 86 h 45916"/>
                <a:gd name="connsiteX21" fmla="*/ 23452 w 64212"/>
                <a:gd name="connsiteY21" fmla="*/ 9351 h 45916"/>
                <a:gd name="connsiteX22" fmla="*/ 12207 w 64212"/>
                <a:gd name="connsiteY22" fmla="*/ 86 h 45916"/>
                <a:gd name="connsiteX23" fmla="*/ 3904 w 64212"/>
                <a:gd name="connsiteY23" fmla="*/ 5584 h 45916"/>
                <a:gd name="connsiteX24" fmla="*/ 121 w 64212"/>
                <a:gd name="connsiteY24" fmla="*/ 15663 h 45916"/>
                <a:gd name="connsiteX25" fmla="*/ 1907 w 64212"/>
                <a:gd name="connsiteY25" fmla="*/ 16987 h 45916"/>
                <a:gd name="connsiteX26" fmla="*/ 4219 w 64212"/>
                <a:gd name="connsiteY26" fmla="*/ 13932 h 45916"/>
                <a:gd name="connsiteX27" fmla="*/ 11891 w 64212"/>
                <a:gd name="connsiteY27" fmla="*/ 2937 h 45916"/>
                <a:gd name="connsiteX28" fmla="*/ 15359 w 64212"/>
                <a:gd name="connsiteY28" fmla="*/ 7926 h 45916"/>
                <a:gd name="connsiteX29" fmla="*/ 13678 w 64212"/>
                <a:gd name="connsiteY29" fmla="*/ 16376 h 45916"/>
                <a:gd name="connsiteX30" fmla="*/ 11366 w 64212"/>
                <a:gd name="connsiteY30" fmla="*/ 25539 h 45916"/>
                <a:gd name="connsiteX31" fmla="*/ 8003 w 64212"/>
                <a:gd name="connsiteY31" fmla="*/ 38570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70"/>
                  </a:moveTo>
                  <a:cubicBezTo>
                    <a:pt x="7582" y="39894"/>
                    <a:pt x="6952" y="42439"/>
                    <a:pt x="6952" y="42745"/>
                  </a:cubicBezTo>
                  <a:cubicBezTo>
                    <a:pt x="6952" y="44984"/>
                    <a:pt x="8844" y="46002"/>
                    <a:pt x="10525" y="46002"/>
                  </a:cubicBezTo>
                  <a:cubicBezTo>
                    <a:pt x="12417" y="46002"/>
                    <a:pt x="14098" y="44679"/>
                    <a:pt x="14624" y="43763"/>
                  </a:cubicBezTo>
                  <a:cubicBezTo>
                    <a:pt x="15149" y="42846"/>
                    <a:pt x="15990" y="39588"/>
                    <a:pt x="16515" y="37450"/>
                  </a:cubicBezTo>
                  <a:cubicBezTo>
                    <a:pt x="17041" y="35516"/>
                    <a:pt x="18197" y="30833"/>
                    <a:pt x="18827" y="28288"/>
                  </a:cubicBezTo>
                  <a:cubicBezTo>
                    <a:pt x="19458" y="26048"/>
                    <a:pt x="20089" y="23808"/>
                    <a:pt x="20614" y="21466"/>
                  </a:cubicBezTo>
                  <a:cubicBezTo>
                    <a:pt x="21770" y="17292"/>
                    <a:pt x="21980" y="16478"/>
                    <a:pt x="25028" y="12303"/>
                  </a:cubicBezTo>
                  <a:cubicBezTo>
                    <a:pt x="27971" y="8231"/>
                    <a:pt x="32910" y="2937"/>
                    <a:pt x="40792" y="2937"/>
                  </a:cubicBezTo>
                  <a:cubicBezTo>
                    <a:pt x="46888" y="2937"/>
                    <a:pt x="46993" y="8129"/>
                    <a:pt x="46993" y="10064"/>
                  </a:cubicBezTo>
                  <a:cubicBezTo>
                    <a:pt x="46993" y="16172"/>
                    <a:pt x="42474" y="27473"/>
                    <a:pt x="40792" y="31749"/>
                  </a:cubicBezTo>
                  <a:cubicBezTo>
                    <a:pt x="39636" y="34600"/>
                    <a:pt x="39216" y="35516"/>
                    <a:pt x="39216" y="37247"/>
                  </a:cubicBezTo>
                  <a:cubicBezTo>
                    <a:pt x="39216" y="42643"/>
                    <a:pt x="43840" y="46002"/>
                    <a:pt x="49200" y="46002"/>
                  </a:cubicBezTo>
                  <a:cubicBezTo>
                    <a:pt x="59709" y="46002"/>
                    <a:pt x="64333" y="31953"/>
                    <a:pt x="64333" y="30426"/>
                  </a:cubicBezTo>
                  <a:cubicBezTo>
                    <a:pt x="64333" y="29102"/>
                    <a:pt x="62967" y="29102"/>
                    <a:pt x="62652" y="29102"/>
                  </a:cubicBezTo>
                  <a:cubicBezTo>
                    <a:pt x="61180" y="29102"/>
                    <a:pt x="61075" y="29713"/>
                    <a:pt x="60655" y="30833"/>
                  </a:cubicBezTo>
                  <a:cubicBezTo>
                    <a:pt x="58238" y="38978"/>
                    <a:pt x="53719" y="43152"/>
                    <a:pt x="49515" y="43152"/>
                  </a:cubicBezTo>
                  <a:cubicBezTo>
                    <a:pt x="47308" y="43152"/>
                    <a:pt x="46888" y="41726"/>
                    <a:pt x="46888" y="39588"/>
                  </a:cubicBezTo>
                  <a:cubicBezTo>
                    <a:pt x="46888" y="37247"/>
                    <a:pt x="47413" y="35923"/>
                    <a:pt x="49305" y="31342"/>
                  </a:cubicBezTo>
                  <a:cubicBezTo>
                    <a:pt x="50566" y="28186"/>
                    <a:pt x="54875" y="17394"/>
                    <a:pt x="54875" y="11693"/>
                  </a:cubicBezTo>
                  <a:cubicBezTo>
                    <a:pt x="54875" y="1817"/>
                    <a:pt x="46782" y="86"/>
                    <a:pt x="41212" y="86"/>
                  </a:cubicBezTo>
                  <a:cubicBezTo>
                    <a:pt x="32490" y="86"/>
                    <a:pt x="26604" y="5279"/>
                    <a:pt x="23452" y="9351"/>
                  </a:cubicBezTo>
                  <a:cubicBezTo>
                    <a:pt x="22716" y="2326"/>
                    <a:pt x="16515" y="86"/>
                    <a:pt x="12207" y="86"/>
                  </a:cubicBezTo>
                  <a:cubicBezTo>
                    <a:pt x="7688" y="86"/>
                    <a:pt x="5270" y="3242"/>
                    <a:pt x="3904" y="5584"/>
                  </a:cubicBezTo>
                  <a:cubicBezTo>
                    <a:pt x="1592" y="9351"/>
                    <a:pt x="121" y="15154"/>
                    <a:pt x="121" y="15663"/>
                  </a:cubicBezTo>
                  <a:cubicBezTo>
                    <a:pt x="121" y="16987"/>
                    <a:pt x="1592" y="16987"/>
                    <a:pt x="1907" y="16987"/>
                  </a:cubicBezTo>
                  <a:cubicBezTo>
                    <a:pt x="3379" y="16987"/>
                    <a:pt x="3484" y="16681"/>
                    <a:pt x="4219" y="13932"/>
                  </a:cubicBezTo>
                  <a:cubicBezTo>
                    <a:pt x="5796" y="7926"/>
                    <a:pt x="7793" y="2937"/>
                    <a:pt x="11891" y="2937"/>
                  </a:cubicBezTo>
                  <a:cubicBezTo>
                    <a:pt x="14624" y="2937"/>
                    <a:pt x="15359" y="5177"/>
                    <a:pt x="15359" y="7926"/>
                  </a:cubicBezTo>
                  <a:cubicBezTo>
                    <a:pt x="15359" y="9860"/>
                    <a:pt x="14414" y="13627"/>
                    <a:pt x="13678" y="16376"/>
                  </a:cubicBezTo>
                  <a:cubicBezTo>
                    <a:pt x="12942" y="19125"/>
                    <a:pt x="11891" y="23299"/>
                    <a:pt x="11366" y="25539"/>
                  </a:cubicBezTo>
                  <a:lnTo>
                    <a:pt x="8003" y="385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79" name="Freeform: Shape 2178">
              <a:extLst>
                <a:ext uri="{FF2B5EF4-FFF2-40B4-BE49-F238E27FC236}">
                  <a16:creationId xmlns:a16="http://schemas.microsoft.com/office/drawing/2014/main" id="{216FD1C8-0B5B-C02D-B5E0-47C7360F9293}"/>
                </a:ext>
              </a:extLst>
            </p:cNvPr>
            <p:cNvSpPr/>
            <p:nvPr>
              <p:custDataLst>
                <p:tags r:id="rId76"/>
              </p:custDataLst>
            </p:nvPr>
          </p:nvSpPr>
          <p:spPr>
            <a:xfrm>
              <a:off x="8979106" y="6023634"/>
              <a:ext cx="91731" cy="84356"/>
            </a:xfrm>
            <a:custGeom>
              <a:avLst/>
              <a:gdLst>
                <a:gd name="connsiteX0" fmla="*/ 89008 w 91731"/>
                <a:gd name="connsiteY0" fmla="*/ 45463 h 84356"/>
                <a:gd name="connsiteX1" fmla="*/ 91861 w 91731"/>
                <a:gd name="connsiteY1" fmla="*/ 42263 h 84356"/>
                <a:gd name="connsiteX2" fmla="*/ 89008 w 91731"/>
                <a:gd name="connsiteY2" fmla="*/ 39063 h 84356"/>
                <a:gd name="connsiteX3" fmla="*/ 5834 w 91731"/>
                <a:gd name="connsiteY3" fmla="*/ 1103 h 84356"/>
                <a:gd name="connsiteX4" fmla="*/ 3132 w 91731"/>
                <a:gd name="connsiteY4" fmla="*/ 85 h 84356"/>
                <a:gd name="connsiteX5" fmla="*/ 129 w 91731"/>
                <a:gd name="connsiteY5" fmla="*/ 2994 h 84356"/>
                <a:gd name="connsiteX6" fmla="*/ 2982 w 91731"/>
                <a:gd name="connsiteY6" fmla="*/ 6193 h 84356"/>
                <a:gd name="connsiteX7" fmla="*/ 81802 w 91731"/>
                <a:gd name="connsiteY7" fmla="*/ 42263 h 84356"/>
                <a:gd name="connsiteX8" fmla="*/ 2982 w 91731"/>
                <a:gd name="connsiteY8" fmla="*/ 78333 h 84356"/>
                <a:gd name="connsiteX9" fmla="*/ 129 w 91731"/>
                <a:gd name="connsiteY9" fmla="*/ 81533 h 84356"/>
                <a:gd name="connsiteX10" fmla="*/ 3132 w 91731"/>
                <a:gd name="connsiteY10" fmla="*/ 84441 h 84356"/>
                <a:gd name="connsiteX11" fmla="*/ 5834 w 91731"/>
                <a:gd name="connsiteY11" fmla="*/ 83423 h 84356"/>
                <a:gd name="connsiteX12" fmla="*/ 89008 w 91731"/>
                <a:gd name="connsiteY12" fmla="*/ 45463 h 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731" h="84356">
                  <a:moveTo>
                    <a:pt x="89008" y="45463"/>
                  </a:moveTo>
                  <a:cubicBezTo>
                    <a:pt x="90660" y="44736"/>
                    <a:pt x="91861" y="44008"/>
                    <a:pt x="91861" y="42263"/>
                  </a:cubicBezTo>
                  <a:cubicBezTo>
                    <a:pt x="91861" y="40518"/>
                    <a:pt x="90660" y="39791"/>
                    <a:pt x="89008" y="39063"/>
                  </a:cubicBezTo>
                  <a:lnTo>
                    <a:pt x="5834" y="1103"/>
                  </a:lnTo>
                  <a:cubicBezTo>
                    <a:pt x="3882" y="85"/>
                    <a:pt x="3582" y="85"/>
                    <a:pt x="3132" y="85"/>
                  </a:cubicBezTo>
                  <a:cubicBezTo>
                    <a:pt x="1480" y="85"/>
                    <a:pt x="129" y="1394"/>
                    <a:pt x="129" y="2994"/>
                  </a:cubicBezTo>
                  <a:cubicBezTo>
                    <a:pt x="129" y="4303"/>
                    <a:pt x="880" y="5175"/>
                    <a:pt x="2982" y="6193"/>
                  </a:cubicBezTo>
                  <a:lnTo>
                    <a:pt x="81802" y="42263"/>
                  </a:lnTo>
                  <a:lnTo>
                    <a:pt x="2982" y="78333"/>
                  </a:lnTo>
                  <a:cubicBezTo>
                    <a:pt x="880" y="79351"/>
                    <a:pt x="129" y="80224"/>
                    <a:pt x="129" y="81533"/>
                  </a:cubicBezTo>
                  <a:cubicBezTo>
                    <a:pt x="129" y="83132"/>
                    <a:pt x="1480" y="84441"/>
                    <a:pt x="3132" y="84441"/>
                  </a:cubicBezTo>
                  <a:cubicBezTo>
                    <a:pt x="3582" y="84441"/>
                    <a:pt x="3882" y="84441"/>
                    <a:pt x="5834" y="83423"/>
                  </a:cubicBezTo>
                  <a:lnTo>
                    <a:pt x="89008" y="454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0" name="Freeform: Shape 2179">
              <a:extLst>
                <a:ext uri="{FF2B5EF4-FFF2-40B4-BE49-F238E27FC236}">
                  <a16:creationId xmlns:a16="http://schemas.microsoft.com/office/drawing/2014/main" id="{94F2A836-E162-C5B7-EDBC-3C4166355B80}"/>
                </a:ext>
              </a:extLst>
            </p:cNvPr>
            <p:cNvSpPr/>
            <p:nvPr>
              <p:custDataLst>
                <p:tags r:id="rId77"/>
              </p:custDataLst>
            </p:nvPr>
          </p:nvSpPr>
          <p:spPr>
            <a:xfrm>
              <a:off x="9123167" y="6006035"/>
              <a:ext cx="61554" cy="125953"/>
            </a:xfrm>
            <a:custGeom>
              <a:avLst/>
              <a:gdLst>
                <a:gd name="connsiteX0" fmla="*/ 61694 w 61554"/>
                <a:gd name="connsiteY0" fmla="*/ 5321 h 125953"/>
                <a:gd name="connsiteX1" fmla="*/ 55989 w 61554"/>
                <a:gd name="connsiteY1" fmla="*/ 85 h 125953"/>
                <a:gd name="connsiteX2" fmla="*/ 48032 w 61554"/>
                <a:gd name="connsiteY2" fmla="*/ 7793 h 125953"/>
                <a:gd name="connsiteX3" fmla="*/ 53587 w 61554"/>
                <a:gd name="connsiteY3" fmla="*/ 13029 h 125953"/>
                <a:gd name="connsiteX4" fmla="*/ 61694 w 61554"/>
                <a:gd name="connsiteY4" fmla="*/ 5321 h 125953"/>
                <a:gd name="connsiteX5" fmla="*/ 31517 w 61554"/>
                <a:gd name="connsiteY5" fmla="*/ 103494 h 125953"/>
                <a:gd name="connsiteX6" fmla="*/ 13051 w 61554"/>
                <a:gd name="connsiteY6" fmla="*/ 122838 h 125953"/>
                <a:gd name="connsiteX7" fmla="*/ 7196 w 61554"/>
                <a:gd name="connsiteY7" fmla="*/ 121529 h 125953"/>
                <a:gd name="connsiteX8" fmla="*/ 13952 w 61554"/>
                <a:gd name="connsiteY8" fmla="*/ 113821 h 125953"/>
                <a:gd name="connsiteX9" fmla="*/ 8247 w 61554"/>
                <a:gd name="connsiteY9" fmla="*/ 108730 h 125953"/>
                <a:gd name="connsiteX10" fmla="*/ 139 w 61554"/>
                <a:gd name="connsiteY10" fmla="*/ 117021 h 125953"/>
                <a:gd name="connsiteX11" fmla="*/ 13351 w 61554"/>
                <a:gd name="connsiteY11" fmla="*/ 126038 h 125953"/>
                <a:gd name="connsiteX12" fmla="*/ 41576 w 61554"/>
                <a:gd name="connsiteY12" fmla="*/ 103931 h 125953"/>
                <a:gd name="connsiteX13" fmla="*/ 55389 w 61554"/>
                <a:gd name="connsiteY13" fmla="*/ 50699 h 125953"/>
                <a:gd name="connsiteX14" fmla="*/ 56139 w 61554"/>
                <a:gd name="connsiteY14" fmla="*/ 45317 h 125953"/>
                <a:gd name="connsiteX15" fmla="*/ 42327 w 61554"/>
                <a:gd name="connsiteY15" fmla="*/ 31937 h 125953"/>
                <a:gd name="connsiteX16" fmla="*/ 18456 w 61554"/>
                <a:gd name="connsiteY16" fmla="*/ 54335 h 125953"/>
                <a:gd name="connsiteX17" fmla="*/ 20257 w 61554"/>
                <a:gd name="connsiteY17" fmla="*/ 55789 h 125953"/>
                <a:gd name="connsiteX18" fmla="*/ 22960 w 61554"/>
                <a:gd name="connsiteY18" fmla="*/ 52880 h 125953"/>
                <a:gd name="connsiteX19" fmla="*/ 41877 w 61554"/>
                <a:gd name="connsiteY19" fmla="*/ 35136 h 125953"/>
                <a:gd name="connsiteX20" fmla="*/ 46681 w 61554"/>
                <a:gd name="connsiteY20" fmla="*/ 41827 h 125953"/>
                <a:gd name="connsiteX21" fmla="*/ 45630 w 61554"/>
                <a:gd name="connsiteY21" fmla="*/ 49244 h 125953"/>
                <a:gd name="connsiteX22" fmla="*/ 31517 w 61554"/>
                <a:gd name="connsiteY22" fmla="*/ 103494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21"/>
                  </a:moveTo>
                  <a:cubicBezTo>
                    <a:pt x="61694" y="2557"/>
                    <a:pt x="59593" y="85"/>
                    <a:pt x="55989" y="85"/>
                  </a:cubicBezTo>
                  <a:cubicBezTo>
                    <a:pt x="52536" y="85"/>
                    <a:pt x="48032" y="3430"/>
                    <a:pt x="48032" y="7793"/>
                  </a:cubicBezTo>
                  <a:cubicBezTo>
                    <a:pt x="48032" y="10702"/>
                    <a:pt x="50134" y="13029"/>
                    <a:pt x="53587" y="13029"/>
                  </a:cubicBezTo>
                  <a:cubicBezTo>
                    <a:pt x="57641" y="13029"/>
                    <a:pt x="61694" y="9248"/>
                    <a:pt x="61694" y="5321"/>
                  </a:cubicBezTo>
                  <a:close/>
                  <a:moveTo>
                    <a:pt x="31517" y="103494"/>
                  </a:moveTo>
                  <a:cubicBezTo>
                    <a:pt x="28665" y="114548"/>
                    <a:pt x="21459" y="122838"/>
                    <a:pt x="13051" y="122838"/>
                  </a:cubicBezTo>
                  <a:cubicBezTo>
                    <a:pt x="12150" y="122838"/>
                    <a:pt x="9898" y="122838"/>
                    <a:pt x="7196" y="121529"/>
                  </a:cubicBezTo>
                  <a:cubicBezTo>
                    <a:pt x="11700" y="120511"/>
                    <a:pt x="13952" y="116730"/>
                    <a:pt x="13952" y="113821"/>
                  </a:cubicBezTo>
                  <a:cubicBezTo>
                    <a:pt x="13952" y="111494"/>
                    <a:pt x="12300" y="108730"/>
                    <a:pt x="8247" y="108730"/>
                  </a:cubicBezTo>
                  <a:cubicBezTo>
                    <a:pt x="4493" y="108730"/>
                    <a:pt x="139" y="111785"/>
                    <a:pt x="139" y="117021"/>
                  </a:cubicBezTo>
                  <a:cubicBezTo>
                    <a:pt x="139" y="122838"/>
                    <a:pt x="6145" y="126038"/>
                    <a:pt x="13351" y="126038"/>
                  </a:cubicBezTo>
                  <a:cubicBezTo>
                    <a:pt x="23861" y="126038"/>
                    <a:pt x="37823" y="118330"/>
                    <a:pt x="41576" y="103931"/>
                  </a:cubicBezTo>
                  <a:lnTo>
                    <a:pt x="55389" y="50699"/>
                  </a:lnTo>
                  <a:cubicBezTo>
                    <a:pt x="56139" y="47790"/>
                    <a:pt x="56139" y="45754"/>
                    <a:pt x="56139" y="45317"/>
                  </a:cubicBezTo>
                  <a:cubicBezTo>
                    <a:pt x="56139" y="37027"/>
                    <a:pt x="49834" y="31937"/>
                    <a:pt x="42327" y="31937"/>
                  </a:cubicBezTo>
                  <a:cubicBezTo>
                    <a:pt x="27013" y="31937"/>
                    <a:pt x="18456" y="53026"/>
                    <a:pt x="18456" y="54335"/>
                  </a:cubicBezTo>
                  <a:cubicBezTo>
                    <a:pt x="18456" y="55789"/>
                    <a:pt x="19957" y="55789"/>
                    <a:pt x="20257" y="55789"/>
                  </a:cubicBezTo>
                  <a:cubicBezTo>
                    <a:pt x="21609" y="55789"/>
                    <a:pt x="21759" y="55644"/>
                    <a:pt x="22960" y="52880"/>
                  </a:cubicBezTo>
                  <a:cubicBezTo>
                    <a:pt x="26713" y="44008"/>
                    <a:pt x="33619" y="35136"/>
                    <a:pt x="41877" y="35136"/>
                  </a:cubicBezTo>
                  <a:cubicBezTo>
                    <a:pt x="43979" y="35136"/>
                    <a:pt x="46681" y="35718"/>
                    <a:pt x="46681" y="41827"/>
                  </a:cubicBezTo>
                  <a:cubicBezTo>
                    <a:pt x="46681" y="45172"/>
                    <a:pt x="46231" y="46772"/>
                    <a:pt x="45630" y="49244"/>
                  </a:cubicBezTo>
                  <a:lnTo>
                    <a:pt x="31517" y="1034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1" name="Freeform: Shape 2180">
              <a:extLst>
                <a:ext uri="{FF2B5EF4-FFF2-40B4-BE49-F238E27FC236}">
                  <a16:creationId xmlns:a16="http://schemas.microsoft.com/office/drawing/2014/main" id="{D5605DF0-6F10-CBCC-7B88-EE781D5B25AC}"/>
                </a:ext>
              </a:extLst>
            </p:cNvPr>
            <p:cNvSpPr/>
            <p:nvPr>
              <p:custDataLst>
                <p:tags r:id="rId78"/>
              </p:custDataLst>
            </p:nvPr>
          </p:nvSpPr>
          <p:spPr>
            <a:xfrm>
              <a:off x="9204097" y="5993091"/>
              <a:ext cx="34831" cy="145442"/>
            </a:xfrm>
            <a:custGeom>
              <a:avLst/>
              <a:gdLst>
                <a:gd name="connsiteX0" fmla="*/ 34975 w 34831"/>
                <a:gd name="connsiteY0" fmla="*/ 72806 h 145442"/>
                <a:gd name="connsiteX1" fmla="*/ 25066 w 34831"/>
                <a:gd name="connsiteY1" fmla="*/ 27428 h 145442"/>
                <a:gd name="connsiteX2" fmla="*/ 1646 w 34831"/>
                <a:gd name="connsiteY2" fmla="*/ 85 h 145442"/>
                <a:gd name="connsiteX3" fmla="*/ 144 w 34831"/>
                <a:gd name="connsiteY3" fmla="*/ 1539 h 145442"/>
                <a:gd name="connsiteX4" fmla="*/ 2997 w 34831"/>
                <a:gd name="connsiteY4" fmla="*/ 4884 h 145442"/>
                <a:gd name="connsiteX5" fmla="*/ 26267 w 34831"/>
                <a:gd name="connsiteY5" fmla="*/ 72806 h 145442"/>
                <a:gd name="connsiteX6" fmla="*/ 2096 w 34831"/>
                <a:gd name="connsiteY6" fmla="*/ 141600 h 145442"/>
                <a:gd name="connsiteX7" fmla="*/ 144 w 34831"/>
                <a:gd name="connsiteY7" fmla="*/ 144073 h 145442"/>
                <a:gd name="connsiteX8" fmla="*/ 1646 w 34831"/>
                <a:gd name="connsiteY8" fmla="*/ 145527 h 145442"/>
                <a:gd name="connsiteX9" fmla="*/ 25517 w 34831"/>
                <a:gd name="connsiteY9" fmla="*/ 117166 h 145442"/>
                <a:gd name="connsiteX10" fmla="*/ 34975 w 34831"/>
                <a:gd name="connsiteY10" fmla="*/ 72806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806"/>
                  </a:moveTo>
                  <a:cubicBezTo>
                    <a:pt x="34975" y="61462"/>
                    <a:pt x="33324" y="43863"/>
                    <a:pt x="25066" y="27428"/>
                  </a:cubicBezTo>
                  <a:cubicBezTo>
                    <a:pt x="16058" y="9539"/>
                    <a:pt x="3147" y="85"/>
                    <a:pt x="1646" y="85"/>
                  </a:cubicBezTo>
                  <a:cubicBezTo>
                    <a:pt x="745" y="85"/>
                    <a:pt x="144" y="667"/>
                    <a:pt x="144" y="1539"/>
                  </a:cubicBezTo>
                  <a:cubicBezTo>
                    <a:pt x="144" y="1976"/>
                    <a:pt x="144" y="2266"/>
                    <a:pt x="2997" y="4884"/>
                  </a:cubicBezTo>
                  <a:cubicBezTo>
                    <a:pt x="17710" y="19283"/>
                    <a:pt x="26267" y="42409"/>
                    <a:pt x="26267" y="72806"/>
                  </a:cubicBezTo>
                  <a:cubicBezTo>
                    <a:pt x="26267" y="97677"/>
                    <a:pt x="20713" y="123275"/>
                    <a:pt x="2096" y="141600"/>
                  </a:cubicBezTo>
                  <a:cubicBezTo>
                    <a:pt x="144" y="143346"/>
                    <a:pt x="144" y="143637"/>
                    <a:pt x="144" y="144073"/>
                  </a:cubicBezTo>
                  <a:cubicBezTo>
                    <a:pt x="144" y="144946"/>
                    <a:pt x="745" y="145527"/>
                    <a:pt x="1646" y="145527"/>
                  </a:cubicBezTo>
                  <a:cubicBezTo>
                    <a:pt x="3147" y="145527"/>
                    <a:pt x="16659" y="135637"/>
                    <a:pt x="25517" y="117166"/>
                  </a:cubicBezTo>
                  <a:cubicBezTo>
                    <a:pt x="33174" y="101167"/>
                    <a:pt x="34975" y="85023"/>
                    <a:pt x="34975" y="7280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2" name="Freeform: Shape 2181">
              <a:extLst>
                <a:ext uri="{FF2B5EF4-FFF2-40B4-BE49-F238E27FC236}">
                  <a16:creationId xmlns:a16="http://schemas.microsoft.com/office/drawing/2014/main" id="{176B0D91-3D76-3D46-33F3-E2325094F079}"/>
                </a:ext>
              </a:extLst>
            </p:cNvPr>
            <p:cNvSpPr/>
            <p:nvPr>
              <p:custDataLst>
                <p:tags r:id="rId79"/>
              </p:custDataLst>
            </p:nvPr>
          </p:nvSpPr>
          <p:spPr>
            <a:xfrm>
              <a:off x="9322051" y="5949029"/>
              <a:ext cx="99839" cy="34033"/>
            </a:xfrm>
            <a:custGeom>
              <a:avLst/>
              <a:gdLst>
                <a:gd name="connsiteX0" fmla="*/ 94887 w 99839"/>
                <a:gd name="connsiteY0" fmla="*/ 5896 h 34033"/>
                <a:gd name="connsiteX1" fmla="*/ 99991 w 99839"/>
                <a:gd name="connsiteY1" fmla="*/ 2987 h 34033"/>
                <a:gd name="connsiteX2" fmla="*/ 95037 w 99839"/>
                <a:gd name="connsiteY2" fmla="*/ 78 h 34033"/>
                <a:gd name="connsiteX3" fmla="*/ 5106 w 99839"/>
                <a:gd name="connsiteY3" fmla="*/ 78 h 34033"/>
                <a:gd name="connsiteX4" fmla="*/ 152 w 99839"/>
                <a:gd name="connsiteY4" fmla="*/ 2987 h 34033"/>
                <a:gd name="connsiteX5" fmla="*/ 5257 w 99839"/>
                <a:gd name="connsiteY5" fmla="*/ 5896 h 34033"/>
                <a:gd name="connsiteX6" fmla="*/ 94887 w 99839"/>
                <a:gd name="connsiteY6" fmla="*/ 5896 h 34033"/>
                <a:gd name="connsiteX7" fmla="*/ 95037 w 99839"/>
                <a:gd name="connsiteY7" fmla="*/ 34112 h 34033"/>
                <a:gd name="connsiteX8" fmla="*/ 99991 w 99839"/>
                <a:gd name="connsiteY8" fmla="*/ 31203 h 34033"/>
                <a:gd name="connsiteX9" fmla="*/ 94887 w 99839"/>
                <a:gd name="connsiteY9" fmla="*/ 28294 h 34033"/>
                <a:gd name="connsiteX10" fmla="*/ 5257 w 99839"/>
                <a:gd name="connsiteY10" fmla="*/ 28294 h 34033"/>
                <a:gd name="connsiteX11" fmla="*/ 152 w 99839"/>
                <a:gd name="connsiteY11" fmla="*/ 31203 h 34033"/>
                <a:gd name="connsiteX12" fmla="*/ 5106 w 99839"/>
                <a:gd name="connsiteY12" fmla="*/ 34112 h 34033"/>
                <a:gd name="connsiteX13" fmla="*/ 95037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4887" y="5896"/>
                  </a:moveTo>
                  <a:cubicBezTo>
                    <a:pt x="97139" y="5896"/>
                    <a:pt x="99991" y="5896"/>
                    <a:pt x="99991" y="2987"/>
                  </a:cubicBezTo>
                  <a:cubicBezTo>
                    <a:pt x="99991" y="78"/>
                    <a:pt x="97139" y="78"/>
                    <a:pt x="95037" y="78"/>
                  </a:cubicBezTo>
                  <a:lnTo>
                    <a:pt x="5106" y="78"/>
                  </a:lnTo>
                  <a:cubicBezTo>
                    <a:pt x="3005" y="78"/>
                    <a:pt x="152" y="78"/>
                    <a:pt x="152" y="2987"/>
                  </a:cubicBezTo>
                  <a:cubicBezTo>
                    <a:pt x="152" y="5896"/>
                    <a:pt x="3005" y="5896"/>
                    <a:pt x="5257" y="5896"/>
                  </a:cubicBezTo>
                  <a:lnTo>
                    <a:pt x="94887" y="5896"/>
                  </a:lnTo>
                  <a:close/>
                  <a:moveTo>
                    <a:pt x="95037" y="34112"/>
                  </a:moveTo>
                  <a:cubicBezTo>
                    <a:pt x="97139" y="34112"/>
                    <a:pt x="99991" y="34112"/>
                    <a:pt x="99991" y="31203"/>
                  </a:cubicBezTo>
                  <a:cubicBezTo>
                    <a:pt x="99991" y="28294"/>
                    <a:pt x="97139" y="28294"/>
                    <a:pt x="94887" y="28294"/>
                  </a:cubicBezTo>
                  <a:lnTo>
                    <a:pt x="5257" y="28294"/>
                  </a:lnTo>
                  <a:cubicBezTo>
                    <a:pt x="3005" y="28294"/>
                    <a:pt x="152" y="28294"/>
                    <a:pt x="152" y="31203"/>
                  </a:cubicBezTo>
                  <a:cubicBezTo>
                    <a:pt x="152" y="34112"/>
                    <a:pt x="3005" y="34112"/>
                    <a:pt x="5106" y="34112"/>
                  </a:cubicBezTo>
                  <a:lnTo>
                    <a:pt x="95037"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3" name="Freeform: Shape 2182">
              <a:extLst>
                <a:ext uri="{FF2B5EF4-FFF2-40B4-BE49-F238E27FC236}">
                  <a16:creationId xmlns:a16="http://schemas.microsoft.com/office/drawing/2014/main" id="{37FB7EB9-608F-EBEB-6F2F-E95F70A4954B}"/>
                </a:ext>
              </a:extLst>
            </p:cNvPr>
            <p:cNvSpPr/>
            <p:nvPr>
              <p:custDataLst>
                <p:tags r:id="rId80"/>
              </p:custDataLst>
            </p:nvPr>
          </p:nvSpPr>
          <p:spPr>
            <a:xfrm>
              <a:off x="9479024" y="5938121"/>
              <a:ext cx="57651" cy="65885"/>
            </a:xfrm>
            <a:custGeom>
              <a:avLst/>
              <a:gdLst>
                <a:gd name="connsiteX0" fmla="*/ 21331 w 57651"/>
                <a:gd name="connsiteY0" fmla="*/ 30766 h 65885"/>
                <a:gd name="connsiteX1" fmla="*/ 44302 w 57651"/>
                <a:gd name="connsiteY1" fmla="*/ 27421 h 65885"/>
                <a:gd name="connsiteX2" fmla="*/ 55562 w 57651"/>
                <a:gd name="connsiteY2" fmla="*/ 12441 h 65885"/>
                <a:gd name="connsiteX3" fmla="*/ 39498 w 57651"/>
                <a:gd name="connsiteY3" fmla="*/ 78 h 65885"/>
                <a:gd name="connsiteX4" fmla="*/ 163 w 57651"/>
                <a:gd name="connsiteY4" fmla="*/ 39638 h 65885"/>
                <a:gd name="connsiteX5" fmla="*/ 23734 w 57651"/>
                <a:gd name="connsiteY5" fmla="*/ 65963 h 65885"/>
                <a:gd name="connsiteX6" fmla="*/ 57814 w 57651"/>
                <a:gd name="connsiteY6" fmla="*/ 48801 h 65885"/>
                <a:gd name="connsiteX7" fmla="*/ 56012 w 57651"/>
                <a:gd name="connsiteY7" fmla="*/ 46910 h 65885"/>
                <a:gd name="connsiteX8" fmla="*/ 54061 w 57651"/>
                <a:gd name="connsiteY8" fmla="*/ 48365 h 65885"/>
                <a:gd name="connsiteX9" fmla="*/ 24034 w 57651"/>
                <a:gd name="connsiteY9" fmla="*/ 62764 h 65885"/>
                <a:gd name="connsiteX10" fmla="*/ 10972 w 57651"/>
                <a:gd name="connsiteY10" fmla="*/ 45892 h 65885"/>
                <a:gd name="connsiteX11" fmla="*/ 13374 w 57651"/>
                <a:gd name="connsiteY11" fmla="*/ 30766 h 65885"/>
                <a:gd name="connsiteX12" fmla="*/ 21331 w 57651"/>
                <a:gd name="connsiteY12" fmla="*/ 30766 h 65885"/>
                <a:gd name="connsiteX13" fmla="*/ 14275 w 57651"/>
                <a:gd name="connsiteY13" fmla="*/ 27567 h 65885"/>
                <a:gd name="connsiteX14" fmla="*/ 39498 w 57651"/>
                <a:gd name="connsiteY14" fmla="*/ 3278 h 65885"/>
                <a:gd name="connsiteX15" fmla="*/ 50608 w 57651"/>
                <a:gd name="connsiteY15" fmla="*/ 12441 h 65885"/>
                <a:gd name="connsiteX16" fmla="*/ 20431 w 57651"/>
                <a:gd name="connsiteY16" fmla="*/ 27567 h 65885"/>
                <a:gd name="connsiteX17" fmla="*/ 14275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31" y="30766"/>
                  </a:moveTo>
                  <a:cubicBezTo>
                    <a:pt x="25685" y="30766"/>
                    <a:pt x="36795" y="30475"/>
                    <a:pt x="44302" y="27421"/>
                  </a:cubicBezTo>
                  <a:cubicBezTo>
                    <a:pt x="54811" y="23058"/>
                    <a:pt x="55562" y="14477"/>
                    <a:pt x="55562" y="12441"/>
                  </a:cubicBezTo>
                  <a:cubicBezTo>
                    <a:pt x="55562" y="6041"/>
                    <a:pt x="49857" y="78"/>
                    <a:pt x="39498" y="78"/>
                  </a:cubicBezTo>
                  <a:cubicBezTo>
                    <a:pt x="22833" y="78"/>
                    <a:pt x="163" y="14186"/>
                    <a:pt x="163" y="39638"/>
                  </a:cubicBezTo>
                  <a:cubicBezTo>
                    <a:pt x="163" y="54473"/>
                    <a:pt x="9020" y="65963"/>
                    <a:pt x="23734" y="65963"/>
                  </a:cubicBezTo>
                  <a:cubicBezTo>
                    <a:pt x="45203" y="65963"/>
                    <a:pt x="57814" y="50547"/>
                    <a:pt x="57814" y="48801"/>
                  </a:cubicBezTo>
                  <a:cubicBezTo>
                    <a:pt x="57814" y="47929"/>
                    <a:pt x="56913" y="46910"/>
                    <a:pt x="56012" y="46910"/>
                  </a:cubicBezTo>
                  <a:cubicBezTo>
                    <a:pt x="55262" y="46910"/>
                    <a:pt x="54961" y="47201"/>
                    <a:pt x="54061" y="48365"/>
                  </a:cubicBezTo>
                  <a:cubicBezTo>
                    <a:pt x="42200" y="62764"/>
                    <a:pt x="25835" y="62764"/>
                    <a:pt x="24034" y="62764"/>
                  </a:cubicBezTo>
                  <a:cubicBezTo>
                    <a:pt x="12323" y="62764"/>
                    <a:pt x="10972" y="50547"/>
                    <a:pt x="10972" y="45892"/>
                  </a:cubicBezTo>
                  <a:cubicBezTo>
                    <a:pt x="10972" y="44147"/>
                    <a:pt x="11122" y="39638"/>
                    <a:pt x="13374" y="30766"/>
                  </a:cubicBezTo>
                  <a:lnTo>
                    <a:pt x="21331" y="30766"/>
                  </a:lnTo>
                  <a:close/>
                  <a:moveTo>
                    <a:pt x="14275" y="27567"/>
                  </a:moveTo>
                  <a:cubicBezTo>
                    <a:pt x="20130" y="5459"/>
                    <a:pt x="35594" y="3278"/>
                    <a:pt x="39498" y="3278"/>
                  </a:cubicBezTo>
                  <a:cubicBezTo>
                    <a:pt x="46554" y="3278"/>
                    <a:pt x="50608" y="7496"/>
                    <a:pt x="50608" y="12441"/>
                  </a:cubicBezTo>
                  <a:cubicBezTo>
                    <a:pt x="50608" y="27567"/>
                    <a:pt x="26586" y="27567"/>
                    <a:pt x="20431" y="27567"/>
                  </a:cubicBezTo>
                  <a:lnTo>
                    <a:pt x="14275"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4" name="Freeform: Shape 2183">
              <a:extLst>
                <a:ext uri="{FF2B5EF4-FFF2-40B4-BE49-F238E27FC236}">
                  <a16:creationId xmlns:a16="http://schemas.microsoft.com/office/drawing/2014/main" id="{64A1A5AC-2DC3-3633-DA0F-F4DBA87C21B4}"/>
                </a:ext>
              </a:extLst>
            </p:cNvPr>
            <p:cNvSpPr/>
            <p:nvPr>
              <p:custDataLst>
                <p:tags r:id="rId81"/>
              </p:custDataLst>
            </p:nvPr>
          </p:nvSpPr>
          <p:spPr>
            <a:xfrm>
              <a:off x="9554110" y="5865997"/>
              <a:ext cx="27324" cy="101707"/>
            </a:xfrm>
            <a:custGeom>
              <a:avLst/>
              <a:gdLst>
                <a:gd name="connsiteX0" fmla="*/ 25390 w 27324"/>
                <a:gd name="connsiteY0" fmla="*/ 74 h 101707"/>
                <a:gd name="connsiteX1" fmla="*/ 167 w 27324"/>
                <a:gd name="connsiteY1" fmla="*/ 50877 h 101707"/>
                <a:gd name="connsiteX2" fmla="*/ 25390 w 27324"/>
                <a:gd name="connsiteY2" fmla="*/ 101782 h 101707"/>
                <a:gd name="connsiteX3" fmla="*/ 27492 w 27324"/>
                <a:gd name="connsiteY3" fmla="*/ 100560 h 101707"/>
                <a:gd name="connsiteX4" fmla="*/ 26441 w 27324"/>
                <a:gd name="connsiteY4" fmla="*/ 99033 h 101707"/>
                <a:gd name="connsiteX5" fmla="*/ 7314 w 27324"/>
                <a:gd name="connsiteY5" fmla="*/ 50979 h 101707"/>
                <a:gd name="connsiteX6" fmla="*/ 26756 w 27324"/>
                <a:gd name="connsiteY6" fmla="*/ 2517 h 101707"/>
                <a:gd name="connsiteX7" fmla="*/ 27492 w 27324"/>
                <a:gd name="connsiteY7" fmla="*/ 1296 h 101707"/>
                <a:gd name="connsiteX8" fmla="*/ 25390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390" y="74"/>
                  </a:moveTo>
                  <a:cubicBezTo>
                    <a:pt x="5422" y="13716"/>
                    <a:pt x="167" y="35300"/>
                    <a:pt x="167" y="50877"/>
                  </a:cubicBezTo>
                  <a:cubicBezTo>
                    <a:pt x="167" y="65232"/>
                    <a:pt x="4581" y="87528"/>
                    <a:pt x="25390" y="101782"/>
                  </a:cubicBezTo>
                  <a:cubicBezTo>
                    <a:pt x="26230" y="101782"/>
                    <a:pt x="27492" y="101782"/>
                    <a:pt x="27492" y="100560"/>
                  </a:cubicBezTo>
                  <a:cubicBezTo>
                    <a:pt x="27492" y="99949"/>
                    <a:pt x="27176" y="99746"/>
                    <a:pt x="26441" y="99033"/>
                  </a:cubicBezTo>
                  <a:cubicBezTo>
                    <a:pt x="12463" y="86816"/>
                    <a:pt x="7314" y="69508"/>
                    <a:pt x="7314" y="50979"/>
                  </a:cubicBezTo>
                  <a:cubicBezTo>
                    <a:pt x="7314" y="23490"/>
                    <a:pt x="18138" y="10051"/>
                    <a:pt x="26756" y="2517"/>
                  </a:cubicBezTo>
                  <a:cubicBezTo>
                    <a:pt x="27176" y="2110"/>
                    <a:pt x="27492" y="1805"/>
                    <a:pt x="27492" y="1296"/>
                  </a:cubicBezTo>
                  <a:cubicBezTo>
                    <a:pt x="27492" y="74"/>
                    <a:pt x="26230" y="74"/>
                    <a:pt x="25390"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5" name="Freeform: Shape 2184">
              <a:extLst>
                <a:ext uri="{FF2B5EF4-FFF2-40B4-BE49-F238E27FC236}">
                  <a16:creationId xmlns:a16="http://schemas.microsoft.com/office/drawing/2014/main" id="{3B2EEC0E-608E-5A9C-A826-FA416A6E223E}"/>
                </a:ext>
              </a:extLst>
            </p:cNvPr>
            <p:cNvSpPr/>
            <p:nvPr>
              <p:custDataLst>
                <p:tags r:id="rId82"/>
              </p:custDataLst>
            </p:nvPr>
          </p:nvSpPr>
          <p:spPr>
            <a:xfrm>
              <a:off x="9594196" y="5897456"/>
              <a:ext cx="62635" cy="66685"/>
            </a:xfrm>
            <a:custGeom>
              <a:avLst/>
              <a:gdLst>
                <a:gd name="connsiteX0" fmla="*/ 591 w 62635"/>
                <a:gd name="connsiteY0" fmla="*/ 61363 h 66685"/>
                <a:gd name="connsiteX1" fmla="*/ 170 w 62635"/>
                <a:gd name="connsiteY1" fmla="*/ 63501 h 66685"/>
                <a:gd name="connsiteX2" fmla="*/ 3743 w 62635"/>
                <a:gd name="connsiteY2" fmla="*/ 66759 h 66685"/>
                <a:gd name="connsiteX3" fmla="*/ 8788 w 62635"/>
                <a:gd name="connsiteY3" fmla="*/ 61669 h 66685"/>
                <a:gd name="connsiteX4" fmla="*/ 13622 w 62635"/>
                <a:gd name="connsiteY4" fmla="*/ 43038 h 66685"/>
                <a:gd name="connsiteX5" fmla="*/ 24867 w 62635"/>
                <a:gd name="connsiteY5" fmla="*/ 45990 h 66685"/>
                <a:gd name="connsiteX6" fmla="*/ 40001 w 62635"/>
                <a:gd name="connsiteY6" fmla="*/ 38660 h 66685"/>
                <a:gd name="connsiteX7" fmla="*/ 50825 w 62635"/>
                <a:gd name="connsiteY7" fmla="*/ 45990 h 66685"/>
                <a:gd name="connsiteX8" fmla="*/ 59128 w 62635"/>
                <a:gd name="connsiteY8" fmla="*/ 40594 h 66685"/>
                <a:gd name="connsiteX9" fmla="*/ 62806 w 62635"/>
                <a:gd name="connsiteY9" fmla="*/ 30413 h 66685"/>
                <a:gd name="connsiteX10" fmla="*/ 61125 w 62635"/>
                <a:gd name="connsiteY10" fmla="*/ 29090 h 66685"/>
                <a:gd name="connsiteX11" fmla="*/ 58813 w 62635"/>
                <a:gd name="connsiteY11" fmla="*/ 32246 h 66685"/>
                <a:gd name="connsiteX12" fmla="*/ 51141 w 62635"/>
                <a:gd name="connsiteY12" fmla="*/ 43139 h 66685"/>
                <a:gd name="connsiteX13" fmla="*/ 47673 w 62635"/>
                <a:gd name="connsiteY13" fmla="*/ 38151 h 66685"/>
                <a:gd name="connsiteX14" fmla="*/ 49249 w 62635"/>
                <a:gd name="connsiteY14" fmla="*/ 30108 h 66685"/>
                <a:gd name="connsiteX15" fmla="*/ 51561 w 62635"/>
                <a:gd name="connsiteY15" fmla="*/ 20945 h 66685"/>
                <a:gd name="connsiteX16" fmla="*/ 53978 w 62635"/>
                <a:gd name="connsiteY16" fmla="*/ 11884 h 66685"/>
                <a:gd name="connsiteX17" fmla="*/ 55765 w 62635"/>
                <a:gd name="connsiteY17" fmla="*/ 4350 h 66685"/>
                <a:gd name="connsiteX18" fmla="*/ 52297 w 62635"/>
                <a:gd name="connsiteY18" fmla="*/ 1092 h 66685"/>
                <a:gd name="connsiteX19" fmla="*/ 47988 w 62635"/>
                <a:gd name="connsiteY19" fmla="*/ 3535 h 66685"/>
                <a:gd name="connsiteX20" fmla="*/ 46306 w 62635"/>
                <a:gd name="connsiteY20" fmla="*/ 9440 h 66685"/>
                <a:gd name="connsiteX21" fmla="*/ 44099 w 62635"/>
                <a:gd name="connsiteY21" fmla="*/ 17891 h 66685"/>
                <a:gd name="connsiteX22" fmla="*/ 40842 w 62635"/>
                <a:gd name="connsiteY22" fmla="*/ 30617 h 66685"/>
                <a:gd name="connsiteX23" fmla="*/ 39160 w 62635"/>
                <a:gd name="connsiteY23" fmla="*/ 34689 h 66685"/>
                <a:gd name="connsiteX24" fmla="*/ 25288 w 62635"/>
                <a:gd name="connsiteY24" fmla="*/ 43139 h 66685"/>
                <a:gd name="connsiteX25" fmla="*/ 16670 w 62635"/>
                <a:gd name="connsiteY25" fmla="*/ 34078 h 66685"/>
                <a:gd name="connsiteX26" fmla="*/ 18457 w 62635"/>
                <a:gd name="connsiteY26" fmla="*/ 24610 h 66685"/>
                <a:gd name="connsiteX27" fmla="*/ 20769 w 62635"/>
                <a:gd name="connsiteY27" fmla="*/ 15447 h 66685"/>
                <a:gd name="connsiteX28" fmla="*/ 22240 w 62635"/>
                <a:gd name="connsiteY28" fmla="*/ 9746 h 66685"/>
                <a:gd name="connsiteX29" fmla="*/ 23816 w 62635"/>
                <a:gd name="connsiteY29" fmla="*/ 3332 h 66685"/>
                <a:gd name="connsiteX30" fmla="*/ 20243 w 62635"/>
                <a:gd name="connsiteY30" fmla="*/ 74 h 66685"/>
                <a:gd name="connsiteX31" fmla="*/ 15199 w 62635"/>
                <a:gd name="connsiteY31" fmla="*/ 4859 h 66685"/>
                <a:gd name="connsiteX32" fmla="*/ 591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591" y="61363"/>
                  </a:moveTo>
                  <a:cubicBezTo>
                    <a:pt x="170" y="62890"/>
                    <a:pt x="170" y="63400"/>
                    <a:pt x="170" y="63501"/>
                  </a:cubicBezTo>
                  <a:cubicBezTo>
                    <a:pt x="170" y="65741"/>
                    <a:pt x="2062" y="66759"/>
                    <a:pt x="3743" y="66759"/>
                  </a:cubicBezTo>
                  <a:cubicBezTo>
                    <a:pt x="7527" y="66759"/>
                    <a:pt x="8368" y="63400"/>
                    <a:pt x="8788" y="61669"/>
                  </a:cubicBezTo>
                  <a:cubicBezTo>
                    <a:pt x="8998" y="61160"/>
                    <a:pt x="11100" y="53015"/>
                    <a:pt x="13622" y="43038"/>
                  </a:cubicBezTo>
                  <a:cubicBezTo>
                    <a:pt x="16880" y="45176"/>
                    <a:pt x="21084" y="45990"/>
                    <a:pt x="24867" y="45990"/>
                  </a:cubicBezTo>
                  <a:cubicBezTo>
                    <a:pt x="33905" y="45990"/>
                    <a:pt x="39791" y="38863"/>
                    <a:pt x="40001" y="38660"/>
                  </a:cubicBezTo>
                  <a:cubicBezTo>
                    <a:pt x="41998" y="45685"/>
                    <a:pt x="49249" y="45990"/>
                    <a:pt x="50825" y="45990"/>
                  </a:cubicBezTo>
                  <a:cubicBezTo>
                    <a:pt x="54609" y="45990"/>
                    <a:pt x="57236" y="43750"/>
                    <a:pt x="59128" y="40594"/>
                  </a:cubicBezTo>
                  <a:cubicBezTo>
                    <a:pt x="61440" y="36624"/>
                    <a:pt x="62806" y="30820"/>
                    <a:pt x="62806" y="30413"/>
                  </a:cubicBezTo>
                  <a:cubicBezTo>
                    <a:pt x="62806" y="29090"/>
                    <a:pt x="61440" y="29090"/>
                    <a:pt x="61125" y="29090"/>
                  </a:cubicBezTo>
                  <a:cubicBezTo>
                    <a:pt x="59653" y="29090"/>
                    <a:pt x="59548" y="29497"/>
                    <a:pt x="58813" y="32246"/>
                  </a:cubicBezTo>
                  <a:cubicBezTo>
                    <a:pt x="57552" y="37133"/>
                    <a:pt x="55555" y="43139"/>
                    <a:pt x="51141" y="43139"/>
                  </a:cubicBezTo>
                  <a:cubicBezTo>
                    <a:pt x="48408" y="43139"/>
                    <a:pt x="47673" y="40900"/>
                    <a:pt x="47673" y="38151"/>
                  </a:cubicBezTo>
                  <a:cubicBezTo>
                    <a:pt x="47673" y="36420"/>
                    <a:pt x="48513" y="32755"/>
                    <a:pt x="49249" y="30108"/>
                  </a:cubicBezTo>
                  <a:cubicBezTo>
                    <a:pt x="49985" y="27359"/>
                    <a:pt x="51036" y="23185"/>
                    <a:pt x="51561" y="20945"/>
                  </a:cubicBezTo>
                  <a:lnTo>
                    <a:pt x="53978" y="11884"/>
                  </a:lnTo>
                  <a:cubicBezTo>
                    <a:pt x="54609" y="9339"/>
                    <a:pt x="55765" y="4859"/>
                    <a:pt x="55765" y="4350"/>
                  </a:cubicBezTo>
                  <a:cubicBezTo>
                    <a:pt x="55765" y="2314"/>
                    <a:pt x="54083" y="1092"/>
                    <a:pt x="52297" y="1092"/>
                  </a:cubicBezTo>
                  <a:cubicBezTo>
                    <a:pt x="51141" y="1092"/>
                    <a:pt x="49144" y="1601"/>
                    <a:pt x="47988" y="3535"/>
                  </a:cubicBezTo>
                  <a:cubicBezTo>
                    <a:pt x="47673" y="4146"/>
                    <a:pt x="46832" y="7404"/>
                    <a:pt x="46306" y="9440"/>
                  </a:cubicBezTo>
                  <a:lnTo>
                    <a:pt x="44099" y="17891"/>
                  </a:lnTo>
                  <a:lnTo>
                    <a:pt x="40842" y="30617"/>
                  </a:lnTo>
                  <a:cubicBezTo>
                    <a:pt x="40106" y="33162"/>
                    <a:pt x="40106" y="33366"/>
                    <a:pt x="39160" y="34689"/>
                  </a:cubicBezTo>
                  <a:cubicBezTo>
                    <a:pt x="35902" y="39169"/>
                    <a:pt x="31278" y="43139"/>
                    <a:pt x="25288" y="43139"/>
                  </a:cubicBezTo>
                  <a:cubicBezTo>
                    <a:pt x="16670" y="43139"/>
                    <a:pt x="16670" y="35911"/>
                    <a:pt x="16670" y="34078"/>
                  </a:cubicBezTo>
                  <a:cubicBezTo>
                    <a:pt x="16670" y="31431"/>
                    <a:pt x="16985" y="30108"/>
                    <a:pt x="18457" y="24610"/>
                  </a:cubicBezTo>
                  <a:cubicBezTo>
                    <a:pt x="19508" y="20130"/>
                    <a:pt x="19718" y="19418"/>
                    <a:pt x="20769" y="15447"/>
                  </a:cubicBezTo>
                  <a:lnTo>
                    <a:pt x="22240" y="9746"/>
                  </a:lnTo>
                  <a:cubicBezTo>
                    <a:pt x="22765" y="7608"/>
                    <a:pt x="23816" y="3739"/>
                    <a:pt x="23816" y="3332"/>
                  </a:cubicBezTo>
                  <a:cubicBezTo>
                    <a:pt x="23816" y="1499"/>
                    <a:pt x="22345" y="74"/>
                    <a:pt x="20243" y="74"/>
                  </a:cubicBezTo>
                  <a:cubicBezTo>
                    <a:pt x="16460" y="74"/>
                    <a:pt x="15514" y="3637"/>
                    <a:pt x="15199" y="4859"/>
                  </a:cubicBezTo>
                  <a:lnTo>
                    <a:pt x="591"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6" name="Freeform: Shape 2185">
              <a:extLst>
                <a:ext uri="{FF2B5EF4-FFF2-40B4-BE49-F238E27FC236}">
                  <a16:creationId xmlns:a16="http://schemas.microsoft.com/office/drawing/2014/main" id="{84997E8C-BF3E-D33E-5A29-BD78F8AD4816}"/>
                </a:ext>
              </a:extLst>
            </p:cNvPr>
            <p:cNvSpPr/>
            <p:nvPr>
              <p:custDataLst>
                <p:tags r:id="rId83"/>
              </p:custDataLst>
            </p:nvPr>
          </p:nvSpPr>
          <p:spPr>
            <a:xfrm>
              <a:off x="9664719" y="5908393"/>
              <a:ext cx="35506" cy="63412"/>
            </a:xfrm>
            <a:custGeom>
              <a:avLst/>
              <a:gdLst>
                <a:gd name="connsiteX0" fmla="*/ 35682 w 35506"/>
                <a:gd name="connsiteY0" fmla="*/ 3202 h 63412"/>
                <a:gd name="connsiteX1" fmla="*/ 32379 w 35506"/>
                <a:gd name="connsiteY1" fmla="*/ 75 h 63412"/>
                <a:gd name="connsiteX2" fmla="*/ 27725 w 35506"/>
                <a:gd name="connsiteY2" fmla="*/ 4438 h 63412"/>
                <a:gd name="connsiteX3" fmla="*/ 31028 w 35506"/>
                <a:gd name="connsiteY3" fmla="*/ 7565 h 63412"/>
                <a:gd name="connsiteX4" fmla="*/ 35682 w 35506"/>
                <a:gd name="connsiteY4" fmla="*/ 3202 h 63412"/>
                <a:gd name="connsiteX5" fmla="*/ 19317 w 35506"/>
                <a:gd name="connsiteY5" fmla="*/ 51852 h 63412"/>
                <a:gd name="connsiteX6" fmla="*/ 8583 w 35506"/>
                <a:gd name="connsiteY6" fmla="*/ 61015 h 63412"/>
                <a:gd name="connsiteX7" fmla="*/ 5880 w 35506"/>
                <a:gd name="connsiteY7" fmla="*/ 60652 h 63412"/>
                <a:gd name="connsiteX8" fmla="*/ 8207 w 35506"/>
                <a:gd name="connsiteY8" fmla="*/ 56797 h 63412"/>
                <a:gd name="connsiteX9" fmla="*/ 4829 w 35506"/>
                <a:gd name="connsiteY9" fmla="*/ 53816 h 63412"/>
                <a:gd name="connsiteX10" fmla="*/ 175 w 35506"/>
                <a:gd name="connsiteY10" fmla="*/ 58470 h 63412"/>
                <a:gd name="connsiteX11" fmla="*/ 8658 w 35506"/>
                <a:gd name="connsiteY11" fmla="*/ 63488 h 63412"/>
                <a:gd name="connsiteX12" fmla="*/ 25848 w 35506"/>
                <a:gd name="connsiteY12" fmla="*/ 51925 h 63412"/>
                <a:gd name="connsiteX13" fmla="*/ 32604 w 35506"/>
                <a:gd name="connsiteY13" fmla="*/ 25891 h 63412"/>
                <a:gd name="connsiteX14" fmla="*/ 32979 w 35506"/>
                <a:gd name="connsiteY14" fmla="*/ 23491 h 63412"/>
                <a:gd name="connsiteX15" fmla="*/ 23746 w 35506"/>
                <a:gd name="connsiteY15" fmla="*/ 16437 h 63412"/>
                <a:gd name="connsiteX16" fmla="*/ 9108 w 35506"/>
                <a:gd name="connsiteY16" fmla="*/ 27709 h 63412"/>
                <a:gd name="connsiteX17" fmla="*/ 10684 w 35506"/>
                <a:gd name="connsiteY17" fmla="*/ 28727 h 63412"/>
                <a:gd name="connsiteX18" fmla="*/ 12336 w 35506"/>
                <a:gd name="connsiteY18" fmla="*/ 27709 h 63412"/>
                <a:gd name="connsiteX19" fmla="*/ 23446 w 35506"/>
                <a:gd name="connsiteY19" fmla="*/ 18910 h 63412"/>
                <a:gd name="connsiteX20" fmla="*/ 26599 w 35506"/>
                <a:gd name="connsiteY20" fmla="*/ 22764 h 63412"/>
                <a:gd name="connsiteX21" fmla="*/ 26374 w 35506"/>
                <a:gd name="connsiteY21" fmla="*/ 24655 h 63412"/>
                <a:gd name="connsiteX22" fmla="*/ 19317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682" y="3202"/>
                  </a:moveTo>
                  <a:cubicBezTo>
                    <a:pt x="35682" y="1529"/>
                    <a:pt x="34406" y="75"/>
                    <a:pt x="32379" y="75"/>
                  </a:cubicBezTo>
                  <a:cubicBezTo>
                    <a:pt x="30052" y="75"/>
                    <a:pt x="27725" y="2256"/>
                    <a:pt x="27725" y="4438"/>
                  </a:cubicBezTo>
                  <a:cubicBezTo>
                    <a:pt x="27725" y="6183"/>
                    <a:pt x="29151" y="7565"/>
                    <a:pt x="31028" y="7565"/>
                  </a:cubicBezTo>
                  <a:cubicBezTo>
                    <a:pt x="33580" y="7565"/>
                    <a:pt x="35682" y="5238"/>
                    <a:pt x="35682" y="3202"/>
                  </a:cubicBezTo>
                  <a:close/>
                  <a:moveTo>
                    <a:pt x="19317" y="51852"/>
                  </a:moveTo>
                  <a:cubicBezTo>
                    <a:pt x="17891" y="57379"/>
                    <a:pt x="13162" y="61015"/>
                    <a:pt x="8583" y="61015"/>
                  </a:cubicBezTo>
                  <a:cubicBezTo>
                    <a:pt x="7306" y="61015"/>
                    <a:pt x="6481" y="60797"/>
                    <a:pt x="5880" y="60652"/>
                  </a:cubicBezTo>
                  <a:cubicBezTo>
                    <a:pt x="7682" y="59634"/>
                    <a:pt x="8207" y="57743"/>
                    <a:pt x="8207" y="56797"/>
                  </a:cubicBezTo>
                  <a:cubicBezTo>
                    <a:pt x="8207" y="55561"/>
                    <a:pt x="7306" y="53816"/>
                    <a:pt x="4829" y="53816"/>
                  </a:cubicBezTo>
                  <a:cubicBezTo>
                    <a:pt x="2277" y="53816"/>
                    <a:pt x="175" y="56070"/>
                    <a:pt x="175" y="58470"/>
                  </a:cubicBezTo>
                  <a:cubicBezTo>
                    <a:pt x="175" y="61597"/>
                    <a:pt x="3553" y="63488"/>
                    <a:pt x="8658" y="63488"/>
                  </a:cubicBezTo>
                  <a:cubicBezTo>
                    <a:pt x="13762" y="63488"/>
                    <a:pt x="23521" y="60943"/>
                    <a:pt x="25848" y="51925"/>
                  </a:cubicBezTo>
                  <a:lnTo>
                    <a:pt x="32604" y="25891"/>
                  </a:lnTo>
                  <a:cubicBezTo>
                    <a:pt x="32754" y="25164"/>
                    <a:pt x="32979" y="24509"/>
                    <a:pt x="32979" y="23491"/>
                  </a:cubicBezTo>
                  <a:cubicBezTo>
                    <a:pt x="32979" y="19346"/>
                    <a:pt x="29001" y="16437"/>
                    <a:pt x="23746" y="16437"/>
                  </a:cubicBezTo>
                  <a:cubicBezTo>
                    <a:pt x="14663" y="16437"/>
                    <a:pt x="9108" y="26255"/>
                    <a:pt x="9108" y="27709"/>
                  </a:cubicBezTo>
                  <a:cubicBezTo>
                    <a:pt x="9108" y="28727"/>
                    <a:pt x="10309" y="28727"/>
                    <a:pt x="10684" y="28727"/>
                  </a:cubicBezTo>
                  <a:cubicBezTo>
                    <a:pt x="11810" y="28727"/>
                    <a:pt x="11961" y="28436"/>
                    <a:pt x="12336" y="27709"/>
                  </a:cubicBezTo>
                  <a:cubicBezTo>
                    <a:pt x="15789" y="20582"/>
                    <a:pt x="20894" y="18910"/>
                    <a:pt x="23446" y="18910"/>
                  </a:cubicBezTo>
                  <a:cubicBezTo>
                    <a:pt x="26449" y="18910"/>
                    <a:pt x="26599" y="21528"/>
                    <a:pt x="26599" y="22764"/>
                  </a:cubicBezTo>
                  <a:cubicBezTo>
                    <a:pt x="26599" y="23782"/>
                    <a:pt x="26524" y="24073"/>
                    <a:pt x="26374" y="24655"/>
                  </a:cubicBezTo>
                  <a:lnTo>
                    <a:pt x="19317"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7" name="Freeform: Shape 2186">
              <a:extLst>
                <a:ext uri="{FF2B5EF4-FFF2-40B4-BE49-F238E27FC236}">
                  <a16:creationId xmlns:a16="http://schemas.microsoft.com/office/drawing/2014/main" id="{334EA210-3BFB-5162-07C7-E1B28D468108}"/>
                </a:ext>
              </a:extLst>
            </p:cNvPr>
            <p:cNvSpPr/>
            <p:nvPr>
              <p:custDataLst>
                <p:tags r:id="rId84"/>
              </p:custDataLst>
            </p:nvPr>
          </p:nvSpPr>
          <p:spPr>
            <a:xfrm>
              <a:off x="9729379" y="5914357"/>
              <a:ext cx="71043" cy="4988"/>
            </a:xfrm>
            <a:custGeom>
              <a:avLst/>
              <a:gdLst>
                <a:gd name="connsiteX0" fmla="*/ 67019 w 71043"/>
                <a:gd name="connsiteY0" fmla="*/ 5063 h 4988"/>
                <a:gd name="connsiteX1" fmla="*/ 71222 w 71043"/>
                <a:gd name="connsiteY1" fmla="*/ 2619 h 4988"/>
                <a:gd name="connsiteX2" fmla="*/ 67019 w 71043"/>
                <a:gd name="connsiteY2" fmla="*/ 74 h 4988"/>
                <a:gd name="connsiteX3" fmla="*/ 4383 w 71043"/>
                <a:gd name="connsiteY3" fmla="*/ 74 h 4988"/>
                <a:gd name="connsiteX4" fmla="*/ 179 w 71043"/>
                <a:gd name="connsiteY4" fmla="*/ 2517 h 4988"/>
                <a:gd name="connsiteX5" fmla="*/ 4383 w 71043"/>
                <a:gd name="connsiteY5" fmla="*/ 5063 h 4988"/>
                <a:gd name="connsiteX6" fmla="*/ 67019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19" y="5063"/>
                  </a:moveTo>
                  <a:cubicBezTo>
                    <a:pt x="68700" y="5063"/>
                    <a:pt x="71222" y="5063"/>
                    <a:pt x="71222" y="2619"/>
                  </a:cubicBezTo>
                  <a:cubicBezTo>
                    <a:pt x="71222" y="74"/>
                    <a:pt x="68805" y="74"/>
                    <a:pt x="67019" y="74"/>
                  </a:cubicBezTo>
                  <a:lnTo>
                    <a:pt x="4383" y="74"/>
                  </a:lnTo>
                  <a:cubicBezTo>
                    <a:pt x="2701" y="74"/>
                    <a:pt x="179" y="74"/>
                    <a:pt x="179" y="2517"/>
                  </a:cubicBezTo>
                  <a:cubicBezTo>
                    <a:pt x="179" y="5063"/>
                    <a:pt x="2596" y="5063"/>
                    <a:pt x="4383" y="5063"/>
                  </a:cubicBezTo>
                  <a:lnTo>
                    <a:pt x="67019"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8" name="Freeform: Shape 2187">
              <a:extLst>
                <a:ext uri="{FF2B5EF4-FFF2-40B4-BE49-F238E27FC236}">
                  <a16:creationId xmlns:a16="http://schemas.microsoft.com/office/drawing/2014/main" id="{8485A07C-1973-90C9-95DC-6540D14F65EF}"/>
                </a:ext>
              </a:extLst>
            </p:cNvPr>
            <p:cNvSpPr/>
            <p:nvPr>
              <p:custDataLst>
                <p:tags r:id="rId85"/>
              </p:custDataLst>
            </p:nvPr>
          </p:nvSpPr>
          <p:spPr>
            <a:xfrm>
              <a:off x="9814070" y="5870884"/>
              <a:ext cx="73460" cy="91221"/>
            </a:xfrm>
            <a:custGeom>
              <a:avLst/>
              <a:gdLst>
                <a:gd name="connsiteX0" fmla="*/ 7016 w 73460"/>
                <a:gd name="connsiteY0" fmla="*/ 89056 h 91221"/>
                <a:gd name="connsiteX1" fmla="*/ 13427 w 73460"/>
                <a:gd name="connsiteY1" fmla="*/ 63909 h 91221"/>
                <a:gd name="connsiteX2" fmla="*/ 37283 w 73460"/>
                <a:gd name="connsiteY2" fmla="*/ 72868 h 91221"/>
                <a:gd name="connsiteX3" fmla="*/ 72805 w 73460"/>
                <a:gd name="connsiteY3" fmla="*/ 44565 h 91221"/>
                <a:gd name="connsiteX4" fmla="*/ 65659 w 73460"/>
                <a:gd name="connsiteY4" fmla="*/ 30719 h 91221"/>
                <a:gd name="connsiteX5" fmla="*/ 73646 w 73460"/>
                <a:gd name="connsiteY5" fmla="*/ 14531 h 91221"/>
                <a:gd name="connsiteX6" fmla="*/ 54939 w 73460"/>
                <a:gd name="connsiteY6" fmla="*/ 74 h 91221"/>
                <a:gd name="connsiteX7" fmla="*/ 16475 w 73460"/>
                <a:gd name="connsiteY7" fmla="*/ 26137 h 91221"/>
                <a:gd name="connsiteX8" fmla="*/ 605 w 73460"/>
                <a:gd name="connsiteY8" fmla="*/ 87732 h 91221"/>
                <a:gd name="connsiteX9" fmla="*/ 185 w 73460"/>
                <a:gd name="connsiteY9" fmla="*/ 89463 h 91221"/>
                <a:gd name="connsiteX10" fmla="*/ 3548 w 73460"/>
                <a:gd name="connsiteY10" fmla="*/ 91295 h 91221"/>
                <a:gd name="connsiteX11" fmla="*/ 7016 w 73460"/>
                <a:gd name="connsiteY11" fmla="*/ 89056 h 91221"/>
                <a:gd name="connsiteX12" fmla="*/ 39911 w 73460"/>
                <a:gd name="connsiteY12" fmla="*/ 32042 h 91221"/>
                <a:gd name="connsiteX13" fmla="*/ 46952 w 73460"/>
                <a:gd name="connsiteY13" fmla="*/ 31024 h 91221"/>
                <a:gd name="connsiteX14" fmla="*/ 51891 w 73460"/>
                <a:gd name="connsiteY14" fmla="*/ 31431 h 91221"/>
                <a:gd name="connsiteX15" fmla="*/ 45480 w 73460"/>
                <a:gd name="connsiteY15" fmla="*/ 32653 h 91221"/>
                <a:gd name="connsiteX16" fmla="*/ 39911 w 73460"/>
                <a:gd name="connsiteY16" fmla="*/ 32042 h 91221"/>
                <a:gd name="connsiteX17" fmla="*/ 56936 w 73460"/>
                <a:gd name="connsiteY17" fmla="*/ 27155 h 91221"/>
                <a:gd name="connsiteX18" fmla="*/ 47267 w 73460"/>
                <a:gd name="connsiteY18" fmla="*/ 26341 h 91221"/>
                <a:gd name="connsiteX19" fmla="*/ 33185 w 73460"/>
                <a:gd name="connsiteY19" fmla="*/ 32449 h 91221"/>
                <a:gd name="connsiteX20" fmla="*/ 45270 w 73460"/>
                <a:gd name="connsiteY20" fmla="*/ 37336 h 91221"/>
                <a:gd name="connsiteX21" fmla="*/ 58197 w 73460"/>
                <a:gd name="connsiteY21" fmla="*/ 35198 h 91221"/>
                <a:gd name="connsiteX22" fmla="*/ 59458 w 73460"/>
                <a:gd name="connsiteY22" fmla="*/ 40594 h 91221"/>
                <a:gd name="connsiteX23" fmla="*/ 53257 w 73460"/>
                <a:gd name="connsiteY23" fmla="*/ 60752 h 91221"/>
                <a:gd name="connsiteX24" fmla="*/ 37178 w 73460"/>
                <a:gd name="connsiteY24" fmla="*/ 68185 h 91221"/>
                <a:gd name="connsiteX25" fmla="*/ 16580 w 73460"/>
                <a:gd name="connsiteY25" fmla="*/ 53728 h 91221"/>
                <a:gd name="connsiteX26" fmla="*/ 18471 w 73460"/>
                <a:gd name="connsiteY26" fmla="*/ 44667 h 91221"/>
                <a:gd name="connsiteX27" fmla="*/ 22570 w 73460"/>
                <a:gd name="connsiteY27" fmla="*/ 28479 h 91221"/>
                <a:gd name="connsiteX28" fmla="*/ 33710 w 73460"/>
                <a:gd name="connsiteY28" fmla="*/ 11884 h 91221"/>
                <a:gd name="connsiteX29" fmla="*/ 54413 w 73460"/>
                <a:gd name="connsiteY29" fmla="*/ 4757 h 91221"/>
                <a:gd name="connsiteX30" fmla="*/ 61560 w 73460"/>
                <a:gd name="connsiteY30" fmla="*/ 10866 h 91221"/>
                <a:gd name="connsiteX31" fmla="*/ 56936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16" y="89056"/>
                  </a:moveTo>
                  <a:lnTo>
                    <a:pt x="13427" y="63909"/>
                  </a:lnTo>
                  <a:cubicBezTo>
                    <a:pt x="15424" y="66454"/>
                    <a:pt x="22465" y="72868"/>
                    <a:pt x="37283" y="72868"/>
                  </a:cubicBezTo>
                  <a:cubicBezTo>
                    <a:pt x="60824" y="72868"/>
                    <a:pt x="72805" y="57393"/>
                    <a:pt x="72805" y="44565"/>
                  </a:cubicBezTo>
                  <a:cubicBezTo>
                    <a:pt x="72805" y="38660"/>
                    <a:pt x="70388" y="33977"/>
                    <a:pt x="65659" y="30719"/>
                  </a:cubicBezTo>
                  <a:cubicBezTo>
                    <a:pt x="70283" y="27053"/>
                    <a:pt x="73646" y="20538"/>
                    <a:pt x="73646" y="14531"/>
                  </a:cubicBezTo>
                  <a:cubicBezTo>
                    <a:pt x="73646" y="6284"/>
                    <a:pt x="67550" y="74"/>
                    <a:pt x="54939" y="74"/>
                  </a:cubicBezTo>
                  <a:cubicBezTo>
                    <a:pt x="39385" y="74"/>
                    <a:pt x="20678" y="9644"/>
                    <a:pt x="16475" y="26137"/>
                  </a:cubicBezTo>
                  <a:lnTo>
                    <a:pt x="605" y="87732"/>
                  </a:lnTo>
                  <a:cubicBezTo>
                    <a:pt x="185" y="89157"/>
                    <a:pt x="185" y="89361"/>
                    <a:pt x="185" y="89463"/>
                  </a:cubicBezTo>
                  <a:cubicBezTo>
                    <a:pt x="185" y="91295"/>
                    <a:pt x="1972" y="91295"/>
                    <a:pt x="3548" y="91295"/>
                  </a:cubicBezTo>
                  <a:cubicBezTo>
                    <a:pt x="5650" y="91295"/>
                    <a:pt x="6491" y="91295"/>
                    <a:pt x="7016" y="89056"/>
                  </a:cubicBezTo>
                  <a:close/>
                  <a:moveTo>
                    <a:pt x="39911" y="32042"/>
                  </a:moveTo>
                  <a:cubicBezTo>
                    <a:pt x="41277" y="31431"/>
                    <a:pt x="42223" y="31024"/>
                    <a:pt x="46952" y="31024"/>
                  </a:cubicBezTo>
                  <a:cubicBezTo>
                    <a:pt x="48633" y="31024"/>
                    <a:pt x="50000" y="31024"/>
                    <a:pt x="51891" y="31431"/>
                  </a:cubicBezTo>
                  <a:cubicBezTo>
                    <a:pt x="49579" y="32653"/>
                    <a:pt x="47372" y="32653"/>
                    <a:pt x="45480" y="32653"/>
                  </a:cubicBezTo>
                  <a:cubicBezTo>
                    <a:pt x="42328" y="32653"/>
                    <a:pt x="42012" y="32551"/>
                    <a:pt x="39911" y="32042"/>
                  </a:cubicBezTo>
                  <a:close/>
                  <a:moveTo>
                    <a:pt x="56936" y="27155"/>
                  </a:moveTo>
                  <a:cubicBezTo>
                    <a:pt x="52942" y="26341"/>
                    <a:pt x="49369" y="26341"/>
                    <a:pt x="47267" y="26341"/>
                  </a:cubicBezTo>
                  <a:cubicBezTo>
                    <a:pt x="42748" y="26341"/>
                    <a:pt x="33185" y="26341"/>
                    <a:pt x="33185" y="32449"/>
                  </a:cubicBezTo>
                  <a:cubicBezTo>
                    <a:pt x="33185" y="37234"/>
                    <a:pt x="40121" y="37336"/>
                    <a:pt x="45270" y="37336"/>
                  </a:cubicBezTo>
                  <a:cubicBezTo>
                    <a:pt x="48318" y="37336"/>
                    <a:pt x="52627" y="37336"/>
                    <a:pt x="58197" y="35198"/>
                  </a:cubicBezTo>
                  <a:cubicBezTo>
                    <a:pt x="59143" y="36624"/>
                    <a:pt x="59458" y="38762"/>
                    <a:pt x="59458" y="40594"/>
                  </a:cubicBezTo>
                  <a:cubicBezTo>
                    <a:pt x="59458" y="44157"/>
                    <a:pt x="57251" y="55357"/>
                    <a:pt x="53257" y="60752"/>
                  </a:cubicBezTo>
                  <a:cubicBezTo>
                    <a:pt x="49474" y="65741"/>
                    <a:pt x="43694" y="68185"/>
                    <a:pt x="37178" y="68185"/>
                  </a:cubicBezTo>
                  <a:cubicBezTo>
                    <a:pt x="28245" y="68185"/>
                    <a:pt x="16580" y="64214"/>
                    <a:pt x="16580" y="53728"/>
                  </a:cubicBezTo>
                  <a:cubicBezTo>
                    <a:pt x="16580" y="51793"/>
                    <a:pt x="17631" y="47619"/>
                    <a:pt x="18471" y="44667"/>
                  </a:cubicBezTo>
                  <a:cubicBezTo>
                    <a:pt x="18997" y="42427"/>
                    <a:pt x="22360" y="29395"/>
                    <a:pt x="22570" y="28479"/>
                  </a:cubicBezTo>
                  <a:cubicBezTo>
                    <a:pt x="23516" y="24915"/>
                    <a:pt x="25302" y="17992"/>
                    <a:pt x="33710" y="11884"/>
                  </a:cubicBezTo>
                  <a:cubicBezTo>
                    <a:pt x="42328" y="5572"/>
                    <a:pt x="50630" y="4757"/>
                    <a:pt x="54413" y="4757"/>
                  </a:cubicBezTo>
                  <a:cubicBezTo>
                    <a:pt x="61560" y="4757"/>
                    <a:pt x="61560" y="9237"/>
                    <a:pt x="61560" y="10866"/>
                  </a:cubicBezTo>
                  <a:cubicBezTo>
                    <a:pt x="61560" y="13309"/>
                    <a:pt x="59668" y="22574"/>
                    <a:pt x="56936"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89" name="Freeform: Shape 2188">
              <a:extLst>
                <a:ext uri="{FF2B5EF4-FFF2-40B4-BE49-F238E27FC236}">
                  <a16:creationId xmlns:a16="http://schemas.microsoft.com/office/drawing/2014/main" id="{706E5F45-BBB2-EE07-4511-3EDB9A64501A}"/>
                </a:ext>
              </a:extLst>
            </p:cNvPr>
            <p:cNvSpPr/>
            <p:nvPr>
              <p:custDataLst>
                <p:tags r:id="rId86"/>
              </p:custDataLst>
            </p:nvPr>
          </p:nvSpPr>
          <p:spPr>
            <a:xfrm>
              <a:off x="9902267" y="5847994"/>
              <a:ext cx="62605" cy="50468"/>
            </a:xfrm>
            <a:custGeom>
              <a:avLst/>
              <a:gdLst>
                <a:gd name="connsiteX0" fmla="*/ 33595 w 62605"/>
                <a:gd name="connsiteY0" fmla="*/ 4143 h 50468"/>
                <a:gd name="connsiteX1" fmla="*/ 59568 w 62605"/>
                <a:gd name="connsiteY1" fmla="*/ 4143 h 50468"/>
                <a:gd name="connsiteX2" fmla="*/ 62796 w 62605"/>
                <a:gd name="connsiteY2" fmla="*/ 2107 h 50468"/>
                <a:gd name="connsiteX3" fmla="*/ 59568 w 62605"/>
                <a:gd name="connsiteY3" fmla="*/ 71 h 50468"/>
                <a:gd name="connsiteX4" fmla="*/ 3418 w 62605"/>
                <a:gd name="connsiteY4" fmla="*/ 71 h 50468"/>
                <a:gd name="connsiteX5" fmla="*/ 190 w 62605"/>
                <a:gd name="connsiteY5" fmla="*/ 2107 h 50468"/>
                <a:gd name="connsiteX6" fmla="*/ 3418 w 62605"/>
                <a:gd name="connsiteY6" fmla="*/ 4143 h 50468"/>
                <a:gd name="connsiteX7" fmla="*/ 29392 w 62605"/>
                <a:gd name="connsiteY7" fmla="*/ 4143 h 50468"/>
                <a:gd name="connsiteX8" fmla="*/ 29392 w 62605"/>
                <a:gd name="connsiteY8" fmla="*/ 47412 h 50468"/>
                <a:gd name="connsiteX9" fmla="*/ 31493 w 62605"/>
                <a:gd name="connsiteY9" fmla="*/ 50539 h 50468"/>
                <a:gd name="connsiteX10" fmla="*/ 33595 w 62605"/>
                <a:gd name="connsiteY10" fmla="*/ 47412 h 50468"/>
                <a:gd name="connsiteX11" fmla="*/ 33595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595" y="4143"/>
                  </a:moveTo>
                  <a:lnTo>
                    <a:pt x="59568" y="4143"/>
                  </a:lnTo>
                  <a:cubicBezTo>
                    <a:pt x="60770" y="4143"/>
                    <a:pt x="62796" y="4143"/>
                    <a:pt x="62796" y="2107"/>
                  </a:cubicBezTo>
                  <a:cubicBezTo>
                    <a:pt x="62796" y="71"/>
                    <a:pt x="60770" y="71"/>
                    <a:pt x="59568" y="71"/>
                  </a:cubicBezTo>
                  <a:lnTo>
                    <a:pt x="3418" y="71"/>
                  </a:lnTo>
                  <a:cubicBezTo>
                    <a:pt x="2292" y="71"/>
                    <a:pt x="190" y="71"/>
                    <a:pt x="190" y="2107"/>
                  </a:cubicBezTo>
                  <a:cubicBezTo>
                    <a:pt x="190" y="4143"/>
                    <a:pt x="2292" y="4143"/>
                    <a:pt x="3418" y="4143"/>
                  </a:cubicBezTo>
                  <a:lnTo>
                    <a:pt x="29392" y="4143"/>
                  </a:lnTo>
                  <a:lnTo>
                    <a:pt x="29392" y="47412"/>
                  </a:lnTo>
                  <a:cubicBezTo>
                    <a:pt x="29392" y="48503"/>
                    <a:pt x="29392" y="50539"/>
                    <a:pt x="31493" y="50539"/>
                  </a:cubicBezTo>
                  <a:cubicBezTo>
                    <a:pt x="33595" y="50539"/>
                    <a:pt x="33595" y="48576"/>
                    <a:pt x="33595" y="47412"/>
                  </a:cubicBezTo>
                  <a:lnTo>
                    <a:pt x="33595"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0" name="Freeform: Shape 2189">
              <a:extLst>
                <a:ext uri="{FF2B5EF4-FFF2-40B4-BE49-F238E27FC236}">
                  <a16:creationId xmlns:a16="http://schemas.microsoft.com/office/drawing/2014/main" id="{C20015B4-4FEE-3262-DA43-F84A9792971A}"/>
                </a:ext>
              </a:extLst>
            </p:cNvPr>
            <p:cNvSpPr/>
            <p:nvPr>
              <p:custDataLst>
                <p:tags r:id="rId87"/>
              </p:custDataLst>
            </p:nvPr>
          </p:nvSpPr>
          <p:spPr>
            <a:xfrm>
              <a:off x="9985392" y="5897151"/>
              <a:ext cx="64422" cy="45203"/>
            </a:xfrm>
            <a:custGeom>
              <a:avLst/>
              <a:gdLst>
                <a:gd name="connsiteX0" fmla="*/ 38030 w 64422"/>
                <a:gd name="connsiteY0" fmla="*/ 20639 h 45203"/>
                <a:gd name="connsiteX1" fmla="*/ 52533 w 64422"/>
                <a:gd name="connsiteY1" fmla="*/ 6488 h 45203"/>
                <a:gd name="connsiteX2" fmla="*/ 62307 w 64422"/>
                <a:gd name="connsiteY2" fmla="*/ 5775 h 45203"/>
                <a:gd name="connsiteX3" fmla="*/ 62307 w 64422"/>
                <a:gd name="connsiteY3" fmla="*/ 74 h 45203"/>
                <a:gd name="connsiteX4" fmla="*/ 52113 w 64422"/>
                <a:gd name="connsiteY4" fmla="*/ 481 h 45203"/>
                <a:gd name="connsiteX5" fmla="*/ 40447 w 64422"/>
                <a:gd name="connsiteY5" fmla="*/ 74 h 45203"/>
                <a:gd name="connsiteX6" fmla="*/ 40447 w 64422"/>
                <a:gd name="connsiteY6" fmla="*/ 5775 h 45203"/>
                <a:gd name="connsiteX7" fmla="*/ 43285 w 64422"/>
                <a:gd name="connsiteY7" fmla="*/ 6386 h 45203"/>
                <a:gd name="connsiteX8" fmla="*/ 33406 w 64422"/>
                <a:gd name="connsiteY8" fmla="*/ 16058 h 45203"/>
                <a:gd name="connsiteX9" fmla="*/ 23212 w 64422"/>
                <a:gd name="connsiteY9" fmla="*/ 5775 h 45203"/>
                <a:gd name="connsiteX10" fmla="*/ 26049 w 64422"/>
                <a:gd name="connsiteY10" fmla="*/ 5775 h 45203"/>
                <a:gd name="connsiteX11" fmla="*/ 26049 w 64422"/>
                <a:gd name="connsiteY11" fmla="*/ 74 h 45203"/>
                <a:gd name="connsiteX12" fmla="*/ 12702 w 64422"/>
                <a:gd name="connsiteY12" fmla="*/ 481 h 45203"/>
                <a:gd name="connsiteX13" fmla="*/ 827 w 64422"/>
                <a:gd name="connsiteY13" fmla="*/ 74 h 45203"/>
                <a:gd name="connsiteX14" fmla="*/ 827 w 64422"/>
                <a:gd name="connsiteY14" fmla="*/ 5775 h 45203"/>
                <a:gd name="connsiteX15" fmla="*/ 8709 w 64422"/>
                <a:gd name="connsiteY15" fmla="*/ 5775 h 45203"/>
                <a:gd name="connsiteX16" fmla="*/ 25944 w 64422"/>
                <a:gd name="connsiteY16" fmla="*/ 23185 h 45203"/>
                <a:gd name="connsiteX17" fmla="*/ 10811 w 64422"/>
                <a:gd name="connsiteY17" fmla="*/ 37947 h 45203"/>
                <a:gd name="connsiteX18" fmla="*/ 6082 w 64422"/>
                <a:gd name="connsiteY18" fmla="*/ 39474 h 45203"/>
                <a:gd name="connsiteX19" fmla="*/ 196 w 64422"/>
                <a:gd name="connsiteY19" fmla="*/ 39576 h 45203"/>
                <a:gd name="connsiteX20" fmla="*/ 196 w 64422"/>
                <a:gd name="connsiteY20" fmla="*/ 45277 h 45203"/>
                <a:gd name="connsiteX21" fmla="*/ 10390 w 64422"/>
                <a:gd name="connsiteY21" fmla="*/ 44870 h 45203"/>
                <a:gd name="connsiteX22" fmla="*/ 22056 w 64422"/>
                <a:gd name="connsiteY22" fmla="*/ 45277 h 45203"/>
                <a:gd name="connsiteX23" fmla="*/ 22056 w 64422"/>
                <a:gd name="connsiteY23" fmla="*/ 39576 h 45203"/>
                <a:gd name="connsiteX24" fmla="*/ 19218 w 64422"/>
                <a:gd name="connsiteY24" fmla="*/ 38863 h 45203"/>
                <a:gd name="connsiteX25" fmla="*/ 30568 w 64422"/>
                <a:gd name="connsiteY25" fmla="*/ 27868 h 45203"/>
                <a:gd name="connsiteX26" fmla="*/ 42234 w 64422"/>
                <a:gd name="connsiteY26" fmla="*/ 39576 h 45203"/>
                <a:gd name="connsiteX27" fmla="*/ 39501 w 64422"/>
                <a:gd name="connsiteY27" fmla="*/ 39576 h 45203"/>
                <a:gd name="connsiteX28" fmla="*/ 39501 w 64422"/>
                <a:gd name="connsiteY28" fmla="*/ 45277 h 45203"/>
                <a:gd name="connsiteX29" fmla="*/ 52848 w 64422"/>
                <a:gd name="connsiteY29" fmla="*/ 44870 h 45203"/>
                <a:gd name="connsiteX30" fmla="*/ 64619 w 64422"/>
                <a:gd name="connsiteY30" fmla="*/ 45277 h 45203"/>
                <a:gd name="connsiteX31" fmla="*/ 64619 w 64422"/>
                <a:gd name="connsiteY31" fmla="*/ 39576 h 45203"/>
                <a:gd name="connsiteX32" fmla="*/ 56842 w 64422"/>
                <a:gd name="connsiteY32" fmla="*/ 39576 h 45203"/>
                <a:gd name="connsiteX33" fmla="*/ 38030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30" y="20639"/>
                  </a:moveTo>
                  <a:lnTo>
                    <a:pt x="52533" y="6488"/>
                  </a:lnTo>
                  <a:cubicBezTo>
                    <a:pt x="55055" y="5775"/>
                    <a:pt x="57788" y="5775"/>
                    <a:pt x="62307" y="5775"/>
                  </a:cubicBezTo>
                  <a:lnTo>
                    <a:pt x="62307" y="74"/>
                  </a:lnTo>
                  <a:cubicBezTo>
                    <a:pt x="58944" y="379"/>
                    <a:pt x="55476" y="481"/>
                    <a:pt x="52113" y="481"/>
                  </a:cubicBezTo>
                  <a:cubicBezTo>
                    <a:pt x="48539" y="481"/>
                    <a:pt x="41288" y="176"/>
                    <a:pt x="40447" y="74"/>
                  </a:cubicBezTo>
                  <a:lnTo>
                    <a:pt x="40447" y="5775"/>
                  </a:lnTo>
                  <a:cubicBezTo>
                    <a:pt x="41813" y="5775"/>
                    <a:pt x="42549" y="5979"/>
                    <a:pt x="43285" y="6386"/>
                  </a:cubicBezTo>
                  <a:lnTo>
                    <a:pt x="33406" y="16058"/>
                  </a:lnTo>
                  <a:lnTo>
                    <a:pt x="23212" y="5775"/>
                  </a:lnTo>
                  <a:lnTo>
                    <a:pt x="26049" y="5775"/>
                  </a:lnTo>
                  <a:lnTo>
                    <a:pt x="26049" y="74"/>
                  </a:lnTo>
                  <a:cubicBezTo>
                    <a:pt x="25419" y="74"/>
                    <a:pt x="17116" y="481"/>
                    <a:pt x="12702" y="481"/>
                  </a:cubicBezTo>
                  <a:cubicBezTo>
                    <a:pt x="8709" y="481"/>
                    <a:pt x="4820" y="379"/>
                    <a:pt x="827" y="74"/>
                  </a:cubicBezTo>
                  <a:lnTo>
                    <a:pt x="827" y="5775"/>
                  </a:lnTo>
                  <a:lnTo>
                    <a:pt x="8709" y="5775"/>
                  </a:lnTo>
                  <a:lnTo>
                    <a:pt x="25944" y="23185"/>
                  </a:lnTo>
                  <a:lnTo>
                    <a:pt x="10811" y="37947"/>
                  </a:lnTo>
                  <a:cubicBezTo>
                    <a:pt x="9445" y="39169"/>
                    <a:pt x="9339" y="39271"/>
                    <a:pt x="6082" y="39474"/>
                  </a:cubicBezTo>
                  <a:cubicBezTo>
                    <a:pt x="4400" y="39576"/>
                    <a:pt x="722" y="39576"/>
                    <a:pt x="196" y="39576"/>
                  </a:cubicBezTo>
                  <a:lnTo>
                    <a:pt x="196" y="45277"/>
                  </a:lnTo>
                  <a:cubicBezTo>
                    <a:pt x="3559" y="44972"/>
                    <a:pt x="7027" y="44870"/>
                    <a:pt x="10390" y="44870"/>
                  </a:cubicBezTo>
                  <a:cubicBezTo>
                    <a:pt x="13228" y="44870"/>
                    <a:pt x="20690" y="45176"/>
                    <a:pt x="22056" y="45277"/>
                  </a:cubicBezTo>
                  <a:lnTo>
                    <a:pt x="22056" y="39576"/>
                  </a:lnTo>
                  <a:cubicBezTo>
                    <a:pt x="20374" y="39576"/>
                    <a:pt x="19954" y="39372"/>
                    <a:pt x="19218" y="38863"/>
                  </a:cubicBezTo>
                  <a:lnTo>
                    <a:pt x="30568" y="27868"/>
                  </a:lnTo>
                  <a:lnTo>
                    <a:pt x="42234" y="39576"/>
                  </a:lnTo>
                  <a:lnTo>
                    <a:pt x="39501" y="39576"/>
                  </a:lnTo>
                  <a:lnTo>
                    <a:pt x="39501" y="45277"/>
                  </a:lnTo>
                  <a:cubicBezTo>
                    <a:pt x="39607" y="45277"/>
                    <a:pt x="48014" y="44870"/>
                    <a:pt x="52848" y="44870"/>
                  </a:cubicBezTo>
                  <a:cubicBezTo>
                    <a:pt x="56737" y="44870"/>
                    <a:pt x="60730" y="44972"/>
                    <a:pt x="64619" y="45277"/>
                  </a:cubicBezTo>
                  <a:lnTo>
                    <a:pt x="64619" y="39576"/>
                  </a:lnTo>
                  <a:lnTo>
                    <a:pt x="56842" y="39576"/>
                  </a:lnTo>
                  <a:lnTo>
                    <a:pt x="38030"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1" name="Freeform: Shape 2190">
              <a:extLst>
                <a:ext uri="{FF2B5EF4-FFF2-40B4-BE49-F238E27FC236}">
                  <a16:creationId xmlns:a16="http://schemas.microsoft.com/office/drawing/2014/main" id="{A8A6D4D1-DD90-A1F5-C874-56038EE685CE}"/>
                </a:ext>
              </a:extLst>
            </p:cNvPr>
            <p:cNvSpPr/>
            <p:nvPr>
              <p:custDataLst>
                <p:tags r:id="rId88"/>
              </p:custDataLst>
            </p:nvPr>
          </p:nvSpPr>
          <p:spPr>
            <a:xfrm>
              <a:off x="10060927" y="5865997"/>
              <a:ext cx="27219" cy="101707"/>
            </a:xfrm>
            <a:custGeom>
              <a:avLst/>
              <a:gdLst>
                <a:gd name="connsiteX0" fmla="*/ 2198 w 27219"/>
                <a:gd name="connsiteY0" fmla="*/ 74 h 101707"/>
                <a:gd name="connsiteX1" fmla="*/ 201 w 27219"/>
                <a:gd name="connsiteY1" fmla="*/ 1296 h 101707"/>
                <a:gd name="connsiteX2" fmla="*/ 1147 w 27219"/>
                <a:gd name="connsiteY2" fmla="*/ 2823 h 101707"/>
                <a:gd name="connsiteX3" fmla="*/ 20274 w 27219"/>
                <a:gd name="connsiteY3" fmla="*/ 50877 h 101707"/>
                <a:gd name="connsiteX4" fmla="*/ 2093 w 27219"/>
                <a:gd name="connsiteY4" fmla="*/ 98218 h 101707"/>
                <a:gd name="connsiteX5" fmla="*/ 201 w 27219"/>
                <a:gd name="connsiteY5" fmla="*/ 100560 h 101707"/>
                <a:gd name="connsiteX6" fmla="*/ 1567 w 27219"/>
                <a:gd name="connsiteY6" fmla="*/ 101782 h 101707"/>
                <a:gd name="connsiteX7" fmla="*/ 19749 w 27219"/>
                <a:gd name="connsiteY7" fmla="*/ 82336 h 101707"/>
                <a:gd name="connsiteX8" fmla="*/ 27420 w 27219"/>
                <a:gd name="connsiteY8" fmla="*/ 50979 h 101707"/>
                <a:gd name="connsiteX9" fmla="*/ 219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198" y="74"/>
                  </a:moveTo>
                  <a:cubicBezTo>
                    <a:pt x="1462" y="74"/>
                    <a:pt x="201" y="74"/>
                    <a:pt x="201" y="1296"/>
                  </a:cubicBezTo>
                  <a:cubicBezTo>
                    <a:pt x="201" y="1805"/>
                    <a:pt x="516" y="2110"/>
                    <a:pt x="1147" y="2823"/>
                  </a:cubicBezTo>
                  <a:cubicBezTo>
                    <a:pt x="10185" y="10866"/>
                    <a:pt x="20274" y="24610"/>
                    <a:pt x="20274" y="50877"/>
                  </a:cubicBezTo>
                  <a:cubicBezTo>
                    <a:pt x="20274" y="72155"/>
                    <a:pt x="13443" y="88241"/>
                    <a:pt x="2093" y="98218"/>
                  </a:cubicBezTo>
                  <a:cubicBezTo>
                    <a:pt x="306" y="99949"/>
                    <a:pt x="201" y="100051"/>
                    <a:pt x="201" y="100560"/>
                  </a:cubicBezTo>
                  <a:cubicBezTo>
                    <a:pt x="201" y="101069"/>
                    <a:pt x="516" y="101782"/>
                    <a:pt x="1567" y="101782"/>
                  </a:cubicBezTo>
                  <a:cubicBezTo>
                    <a:pt x="2828" y="101782"/>
                    <a:pt x="12812" y="95062"/>
                    <a:pt x="19749" y="82336"/>
                  </a:cubicBezTo>
                  <a:cubicBezTo>
                    <a:pt x="24373" y="73886"/>
                    <a:pt x="27420" y="62890"/>
                    <a:pt x="27420" y="50979"/>
                  </a:cubicBezTo>
                  <a:cubicBezTo>
                    <a:pt x="27420" y="36624"/>
                    <a:pt x="23006" y="14327"/>
                    <a:pt x="219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2" name="Freeform: Shape 2191">
              <a:extLst>
                <a:ext uri="{FF2B5EF4-FFF2-40B4-BE49-F238E27FC236}">
                  <a16:creationId xmlns:a16="http://schemas.microsoft.com/office/drawing/2014/main" id="{8218E30C-CFD5-EDB7-E1B3-8E923DB70114}"/>
                </a:ext>
              </a:extLst>
            </p:cNvPr>
            <p:cNvSpPr/>
            <p:nvPr>
              <p:custDataLst>
                <p:tags r:id="rId89"/>
              </p:custDataLst>
            </p:nvPr>
          </p:nvSpPr>
          <p:spPr>
            <a:xfrm>
              <a:off x="10162053" y="5963137"/>
              <a:ext cx="91731" cy="5817"/>
            </a:xfrm>
            <a:custGeom>
              <a:avLst/>
              <a:gdLst>
                <a:gd name="connsiteX0" fmla="*/ 86685 w 91731"/>
                <a:gd name="connsiteY0" fmla="*/ 5896 h 5817"/>
                <a:gd name="connsiteX1" fmla="*/ 91939 w 91731"/>
                <a:gd name="connsiteY1" fmla="*/ 2987 h 5817"/>
                <a:gd name="connsiteX2" fmla="*/ 86685 w 91731"/>
                <a:gd name="connsiteY2" fmla="*/ 78 h 5817"/>
                <a:gd name="connsiteX3" fmla="*/ 5462 w 91731"/>
                <a:gd name="connsiteY3" fmla="*/ 78 h 5817"/>
                <a:gd name="connsiteX4" fmla="*/ 207 w 91731"/>
                <a:gd name="connsiteY4" fmla="*/ 2987 h 5817"/>
                <a:gd name="connsiteX5" fmla="*/ 5462 w 91731"/>
                <a:gd name="connsiteY5" fmla="*/ 5896 h 5817"/>
                <a:gd name="connsiteX6" fmla="*/ 86685 w 91731"/>
                <a:gd name="connsiteY6" fmla="*/ 5896 h 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31" h="5817">
                  <a:moveTo>
                    <a:pt x="86685" y="5896"/>
                  </a:moveTo>
                  <a:cubicBezTo>
                    <a:pt x="89237" y="5896"/>
                    <a:pt x="91939" y="5896"/>
                    <a:pt x="91939" y="2987"/>
                  </a:cubicBezTo>
                  <a:cubicBezTo>
                    <a:pt x="91939" y="78"/>
                    <a:pt x="89237" y="78"/>
                    <a:pt x="86685" y="78"/>
                  </a:cubicBezTo>
                  <a:lnTo>
                    <a:pt x="5462" y="78"/>
                  </a:lnTo>
                  <a:cubicBezTo>
                    <a:pt x="2910" y="78"/>
                    <a:pt x="207" y="78"/>
                    <a:pt x="207" y="2987"/>
                  </a:cubicBezTo>
                  <a:cubicBezTo>
                    <a:pt x="207" y="5896"/>
                    <a:pt x="2910" y="5896"/>
                    <a:pt x="5462" y="5896"/>
                  </a:cubicBezTo>
                  <a:lnTo>
                    <a:pt x="86685" y="58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3" name="Freeform: Shape 2192">
              <a:extLst>
                <a:ext uri="{FF2B5EF4-FFF2-40B4-BE49-F238E27FC236}">
                  <a16:creationId xmlns:a16="http://schemas.microsoft.com/office/drawing/2014/main" id="{231C06E6-20F3-EF82-8C14-EFC25D42071A}"/>
                </a:ext>
              </a:extLst>
            </p:cNvPr>
            <p:cNvSpPr/>
            <p:nvPr>
              <p:custDataLst>
                <p:tags r:id="rId90"/>
              </p:custDataLst>
            </p:nvPr>
          </p:nvSpPr>
          <p:spPr>
            <a:xfrm>
              <a:off x="10249599" y="5928085"/>
              <a:ext cx="133319" cy="75920"/>
            </a:xfrm>
            <a:custGeom>
              <a:avLst/>
              <a:gdLst>
                <a:gd name="connsiteX0" fmla="*/ 117168 w 133319"/>
                <a:gd name="connsiteY0" fmla="*/ 40947 h 75920"/>
                <a:gd name="connsiteX1" fmla="*/ 103656 w 133319"/>
                <a:gd name="connsiteY1" fmla="*/ 54910 h 75920"/>
                <a:gd name="connsiteX2" fmla="*/ 95699 w 133319"/>
                <a:gd name="connsiteY2" fmla="*/ 74254 h 75920"/>
                <a:gd name="connsiteX3" fmla="*/ 98701 w 133319"/>
                <a:gd name="connsiteY3" fmla="*/ 75999 h 75920"/>
                <a:gd name="connsiteX4" fmla="*/ 102004 w 133319"/>
                <a:gd name="connsiteY4" fmla="*/ 73090 h 75920"/>
                <a:gd name="connsiteX5" fmla="*/ 131281 w 133319"/>
                <a:gd name="connsiteY5" fmla="*/ 39929 h 75920"/>
                <a:gd name="connsiteX6" fmla="*/ 133533 w 133319"/>
                <a:gd name="connsiteY6" fmla="*/ 38038 h 75920"/>
                <a:gd name="connsiteX7" fmla="*/ 132332 w 133319"/>
                <a:gd name="connsiteY7" fmla="*/ 36439 h 75920"/>
                <a:gd name="connsiteX8" fmla="*/ 101854 w 133319"/>
                <a:gd name="connsiteY8" fmla="*/ 2260 h 75920"/>
                <a:gd name="connsiteX9" fmla="*/ 98701 w 133319"/>
                <a:gd name="connsiteY9" fmla="*/ 78 h 75920"/>
                <a:gd name="connsiteX10" fmla="*/ 95699 w 133319"/>
                <a:gd name="connsiteY10" fmla="*/ 1823 h 75920"/>
                <a:gd name="connsiteX11" fmla="*/ 103356 w 133319"/>
                <a:gd name="connsiteY11" fmla="*/ 21022 h 75920"/>
                <a:gd name="connsiteX12" fmla="*/ 117168 w 133319"/>
                <a:gd name="connsiteY12" fmla="*/ 35130 h 75920"/>
                <a:gd name="connsiteX13" fmla="*/ 5618 w 133319"/>
                <a:gd name="connsiteY13" fmla="*/ 35130 h 75920"/>
                <a:gd name="connsiteX14" fmla="*/ 214 w 133319"/>
                <a:gd name="connsiteY14" fmla="*/ 38038 h 75920"/>
                <a:gd name="connsiteX15" fmla="*/ 5618 w 133319"/>
                <a:gd name="connsiteY15" fmla="*/ 40947 h 75920"/>
                <a:gd name="connsiteX16" fmla="*/ 117168 w 133319"/>
                <a:gd name="connsiteY16" fmla="*/ 40947 h 7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19" h="75920">
                  <a:moveTo>
                    <a:pt x="117168" y="40947"/>
                  </a:moveTo>
                  <a:cubicBezTo>
                    <a:pt x="108911" y="47056"/>
                    <a:pt x="104857" y="53019"/>
                    <a:pt x="103656" y="54910"/>
                  </a:cubicBezTo>
                  <a:cubicBezTo>
                    <a:pt x="96900" y="64945"/>
                    <a:pt x="95699" y="74108"/>
                    <a:pt x="95699" y="74254"/>
                  </a:cubicBezTo>
                  <a:cubicBezTo>
                    <a:pt x="95699" y="75999"/>
                    <a:pt x="97500" y="75999"/>
                    <a:pt x="98701" y="75999"/>
                  </a:cubicBezTo>
                  <a:cubicBezTo>
                    <a:pt x="101254" y="75999"/>
                    <a:pt x="101404" y="75708"/>
                    <a:pt x="102004" y="73090"/>
                  </a:cubicBezTo>
                  <a:cubicBezTo>
                    <a:pt x="105458" y="58837"/>
                    <a:pt x="114315" y="46620"/>
                    <a:pt x="131281" y="39929"/>
                  </a:cubicBezTo>
                  <a:cubicBezTo>
                    <a:pt x="133082" y="39347"/>
                    <a:pt x="133533" y="39057"/>
                    <a:pt x="133533" y="38038"/>
                  </a:cubicBezTo>
                  <a:cubicBezTo>
                    <a:pt x="133533" y="37020"/>
                    <a:pt x="132632" y="36584"/>
                    <a:pt x="132332" y="36439"/>
                  </a:cubicBezTo>
                  <a:cubicBezTo>
                    <a:pt x="125726" y="33966"/>
                    <a:pt x="107559" y="26694"/>
                    <a:pt x="101854" y="2260"/>
                  </a:cubicBezTo>
                  <a:cubicBezTo>
                    <a:pt x="101404" y="514"/>
                    <a:pt x="101254" y="78"/>
                    <a:pt x="98701" y="78"/>
                  </a:cubicBezTo>
                  <a:cubicBezTo>
                    <a:pt x="97500" y="78"/>
                    <a:pt x="95699" y="78"/>
                    <a:pt x="95699" y="1823"/>
                  </a:cubicBezTo>
                  <a:cubicBezTo>
                    <a:pt x="95699" y="2114"/>
                    <a:pt x="97050" y="11277"/>
                    <a:pt x="103356" y="21022"/>
                  </a:cubicBezTo>
                  <a:cubicBezTo>
                    <a:pt x="106358" y="25385"/>
                    <a:pt x="110712" y="30475"/>
                    <a:pt x="117168" y="35130"/>
                  </a:cubicBezTo>
                  <a:lnTo>
                    <a:pt x="5618" y="35130"/>
                  </a:lnTo>
                  <a:cubicBezTo>
                    <a:pt x="2916" y="35130"/>
                    <a:pt x="214" y="35130"/>
                    <a:pt x="214" y="38038"/>
                  </a:cubicBezTo>
                  <a:cubicBezTo>
                    <a:pt x="214" y="40947"/>
                    <a:pt x="2916" y="40947"/>
                    <a:pt x="5618" y="40947"/>
                  </a:cubicBezTo>
                  <a:lnTo>
                    <a:pt x="117168" y="409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4" name="Freeform: Shape 2193">
              <a:extLst>
                <a:ext uri="{FF2B5EF4-FFF2-40B4-BE49-F238E27FC236}">
                  <a16:creationId xmlns:a16="http://schemas.microsoft.com/office/drawing/2014/main" id="{09182B78-0AD1-503F-234B-2AB4FD252DCC}"/>
                </a:ext>
              </a:extLst>
            </p:cNvPr>
            <p:cNvSpPr/>
            <p:nvPr>
              <p:custDataLst>
                <p:tags r:id="rId91"/>
              </p:custDataLst>
            </p:nvPr>
          </p:nvSpPr>
          <p:spPr>
            <a:xfrm>
              <a:off x="10440085" y="5938121"/>
              <a:ext cx="57651" cy="65885"/>
            </a:xfrm>
            <a:custGeom>
              <a:avLst/>
              <a:gdLst>
                <a:gd name="connsiteX0" fmla="*/ 21395 w 57651"/>
                <a:gd name="connsiteY0" fmla="*/ 30766 h 65885"/>
                <a:gd name="connsiteX1" fmla="*/ 44366 w 57651"/>
                <a:gd name="connsiteY1" fmla="*/ 27421 h 65885"/>
                <a:gd name="connsiteX2" fmla="*/ 55626 w 57651"/>
                <a:gd name="connsiteY2" fmla="*/ 12441 h 65885"/>
                <a:gd name="connsiteX3" fmla="*/ 39561 w 57651"/>
                <a:gd name="connsiteY3" fmla="*/ 78 h 65885"/>
                <a:gd name="connsiteX4" fmla="*/ 226 w 57651"/>
                <a:gd name="connsiteY4" fmla="*/ 39638 h 65885"/>
                <a:gd name="connsiteX5" fmla="*/ 23797 w 57651"/>
                <a:gd name="connsiteY5" fmla="*/ 65963 h 65885"/>
                <a:gd name="connsiteX6" fmla="*/ 57878 w 57651"/>
                <a:gd name="connsiteY6" fmla="*/ 48801 h 65885"/>
                <a:gd name="connsiteX7" fmla="*/ 56076 w 57651"/>
                <a:gd name="connsiteY7" fmla="*/ 46910 h 65885"/>
                <a:gd name="connsiteX8" fmla="*/ 54124 w 57651"/>
                <a:gd name="connsiteY8" fmla="*/ 48365 h 65885"/>
                <a:gd name="connsiteX9" fmla="*/ 24098 w 57651"/>
                <a:gd name="connsiteY9" fmla="*/ 62764 h 65885"/>
                <a:gd name="connsiteX10" fmla="*/ 11036 w 57651"/>
                <a:gd name="connsiteY10" fmla="*/ 45892 h 65885"/>
                <a:gd name="connsiteX11" fmla="*/ 13438 w 57651"/>
                <a:gd name="connsiteY11" fmla="*/ 30766 h 65885"/>
                <a:gd name="connsiteX12" fmla="*/ 21395 w 57651"/>
                <a:gd name="connsiteY12" fmla="*/ 30766 h 65885"/>
                <a:gd name="connsiteX13" fmla="*/ 14339 w 57651"/>
                <a:gd name="connsiteY13" fmla="*/ 27567 h 65885"/>
                <a:gd name="connsiteX14" fmla="*/ 39561 w 57651"/>
                <a:gd name="connsiteY14" fmla="*/ 3278 h 65885"/>
                <a:gd name="connsiteX15" fmla="*/ 50671 w 57651"/>
                <a:gd name="connsiteY15" fmla="*/ 12441 h 65885"/>
                <a:gd name="connsiteX16" fmla="*/ 20494 w 57651"/>
                <a:gd name="connsiteY16" fmla="*/ 27567 h 65885"/>
                <a:gd name="connsiteX17" fmla="*/ 1433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95" y="30766"/>
                  </a:moveTo>
                  <a:cubicBezTo>
                    <a:pt x="25749" y="30766"/>
                    <a:pt x="36859" y="30475"/>
                    <a:pt x="44366" y="27421"/>
                  </a:cubicBezTo>
                  <a:cubicBezTo>
                    <a:pt x="54875" y="23058"/>
                    <a:pt x="55626" y="14477"/>
                    <a:pt x="55626" y="12441"/>
                  </a:cubicBezTo>
                  <a:cubicBezTo>
                    <a:pt x="55626" y="6041"/>
                    <a:pt x="49921" y="78"/>
                    <a:pt x="39561" y="78"/>
                  </a:cubicBezTo>
                  <a:cubicBezTo>
                    <a:pt x="22897" y="78"/>
                    <a:pt x="226" y="14186"/>
                    <a:pt x="226" y="39638"/>
                  </a:cubicBezTo>
                  <a:cubicBezTo>
                    <a:pt x="226" y="54473"/>
                    <a:pt x="9084" y="65963"/>
                    <a:pt x="23797" y="65963"/>
                  </a:cubicBezTo>
                  <a:cubicBezTo>
                    <a:pt x="45267" y="65963"/>
                    <a:pt x="57878" y="50547"/>
                    <a:pt x="57878" y="48801"/>
                  </a:cubicBezTo>
                  <a:cubicBezTo>
                    <a:pt x="57878" y="47929"/>
                    <a:pt x="56977" y="46910"/>
                    <a:pt x="56076" y="46910"/>
                  </a:cubicBezTo>
                  <a:cubicBezTo>
                    <a:pt x="55325" y="46910"/>
                    <a:pt x="55025" y="47201"/>
                    <a:pt x="54124" y="48365"/>
                  </a:cubicBezTo>
                  <a:cubicBezTo>
                    <a:pt x="42264" y="62764"/>
                    <a:pt x="25899" y="62764"/>
                    <a:pt x="24098" y="62764"/>
                  </a:cubicBezTo>
                  <a:cubicBezTo>
                    <a:pt x="12387" y="62764"/>
                    <a:pt x="11036" y="50547"/>
                    <a:pt x="11036" y="45892"/>
                  </a:cubicBezTo>
                  <a:cubicBezTo>
                    <a:pt x="11036" y="44147"/>
                    <a:pt x="11186" y="39638"/>
                    <a:pt x="13438" y="30766"/>
                  </a:cubicBezTo>
                  <a:lnTo>
                    <a:pt x="21395" y="30766"/>
                  </a:lnTo>
                  <a:close/>
                  <a:moveTo>
                    <a:pt x="14339" y="27567"/>
                  </a:moveTo>
                  <a:cubicBezTo>
                    <a:pt x="20194" y="5459"/>
                    <a:pt x="35658" y="3278"/>
                    <a:pt x="39561" y="3278"/>
                  </a:cubicBezTo>
                  <a:cubicBezTo>
                    <a:pt x="46618" y="3278"/>
                    <a:pt x="50671" y="7496"/>
                    <a:pt x="50671" y="12441"/>
                  </a:cubicBezTo>
                  <a:cubicBezTo>
                    <a:pt x="50671" y="27567"/>
                    <a:pt x="26650" y="27567"/>
                    <a:pt x="20494" y="27567"/>
                  </a:cubicBezTo>
                  <a:lnTo>
                    <a:pt x="1433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5" name="Freeform: Shape 2194">
              <a:extLst>
                <a:ext uri="{FF2B5EF4-FFF2-40B4-BE49-F238E27FC236}">
                  <a16:creationId xmlns:a16="http://schemas.microsoft.com/office/drawing/2014/main" id="{3A74A25F-C450-9531-2B6F-C5273E18CA39}"/>
                </a:ext>
              </a:extLst>
            </p:cNvPr>
            <p:cNvSpPr/>
            <p:nvPr>
              <p:custDataLst>
                <p:tags r:id="rId92"/>
              </p:custDataLst>
            </p:nvPr>
          </p:nvSpPr>
          <p:spPr>
            <a:xfrm>
              <a:off x="10515171" y="5865997"/>
              <a:ext cx="27324" cy="101707"/>
            </a:xfrm>
            <a:custGeom>
              <a:avLst/>
              <a:gdLst>
                <a:gd name="connsiteX0" fmla="*/ 25453 w 27324"/>
                <a:gd name="connsiteY0" fmla="*/ 74 h 101707"/>
                <a:gd name="connsiteX1" fmla="*/ 231 w 27324"/>
                <a:gd name="connsiteY1" fmla="*/ 50877 h 101707"/>
                <a:gd name="connsiteX2" fmla="*/ 25453 w 27324"/>
                <a:gd name="connsiteY2" fmla="*/ 101782 h 101707"/>
                <a:gd name="connsiteX3" fmla="*/ 27555 w 27324"/>
                <a:gd name="connsiteY3" fmla="*/ 100560 h 101707"/>
                <a:gd name="connsiteX4" fmla="*/ 26504 w 27324"/>
                <a:gd name="connsiteY4" fmla="*/ 99033 h 101707"/>
                <a:gd name="connsiteX5" fmla="*/ 7377 w 27324"/>
                <a:gd name="connsiteY5" fmla="*/ 50979 h 101707"/>
                <a:gd name="connsiteX6" fmla="*/ 26820 w 27324"/>
                <a:gd name="connsiteY6" fmla="*/ 2517 h 101707"/>
                <a:gd name="connsiteX7" fmla="*/ 27555 w 27324"/>
                <a:gd name="connsiteY7" fmla="*/ 1296 h 101707"/>
                <a:gd name="connsiteX8" fmla="*/ 2545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453" y="74"/>
                  </a:moveTo>
                  <a:cubicBezTo>
                    <a:pt x="5486" y="13716"/>
                    <a:pt x="231" y="35300"/>
                    <a:pt x="231" y="50877"/>
                  </a:cubicBezTo>
                  <a:cubicBezTo>
                    <a:pt x="231" y="65232"/>
                    <a:pt x="4645" y="87528"/>
                    <a:pt x="25453" y="101782"/>
                  </a:cubicBezTo>
                  <a:cubicBezTo>
                    <a:pt x="26294" y="101782"/>
                    <a:pt x="27555" y="101782"/>
                    <a:pt x="27555" y="100560"/>
                  </a:cubicBezTo>
                  <a:cubicBezTo>
                    <a:pt x="27555" y="99949"/>
                    <a:pt x="27240" y="99746"/>
                    <a:pt x="26504" y="99033"/>
                  </a:cubicBezTo>
                  <a:cubicBezTo>
                    <a:pt x="12527" y="86816"/>
                    <a:pt x="7377" y="69508"/>
                    <a:pt x="7377" y="50979"/>
                  </a:cubicBezTo>
                  <a:cubicBezTo>
                    <a:pt x="7377" y="23490"/>
                    <a:pt x="18202" y="10051"/>
                    <a:pt x="26820" y="2517"/>
                  </a:cubicBezTo>
                  <a:cubicBezTo>
                    <a:pt x="27240" y="2110"/>
                    <a:pt x="27555" y="1805"/>
                    <a:pt x="27555" y="1296"/>
                  </a:cubicBezTo>
                  <a:cubicBezTo>
                    <a:pt x="27555" y="74"/>
                    <a:pt x="26294" y="74"/>
                    <a:pt x="2545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6" name="Freeform: Shape 2195">
              <a:extLst>
                <a:ext uri="{FF2B5EF4-FFF2-40B4-BE49-F238E27FC236}">
                  <a16:creationId xmlns:a16="http://schemas.microsoft.com/office/drawing/2014/main" id="{27B15F5F-208D-EC40-5C26-A3719FA36A49}"/>
                </a:ext>
              </a:extLst>
            </p:cNvPr>
            <p:cNvSpPr/>
            <p:nvPr>
              <p:custDataLst>
                <p:tags r:id="rId93"/>
              </p:custDataLst>
            </p:nvPr>
          </p:nvSpPr>
          <p:spPr>
            <a:xfrm>
              <a:off x="10555257" y="5897456"/>
              <a:ext cx="62635" cy="66685"/>
            </a:xfrm>
            <a:custGeom>
              <a:avLst/>
              <a:gdLst>
                <a:gd name="connsiteX0" fmla="*/ 654 w 62635"/>
                <a:gd name="connsiteY0" fmla="*/ 61363 h 66685"/>
                <a:gd name="connsiteX1" fmla="*/ 234 w 62635"/>
                <a:gd name="connsiteY1" fmla="*/ 63501 h 66685"/>
                <a:gd name="connsiteX2" fmla="*/ 3807 w 62635"/>
                <a:gd name="connsiteY2" fmla="*/ 66759 h 66685"/>
                <a:gd name="connsiteX3" fmla="*/ 8852 w 62635"/>
                <a:gd name="connsiteY3" fmla="*/ 61669 h 66685"/>
                <a:gd name="connsiteX4" fmla="*/ 13686 w 62635"/>
                <a:gd name="connsiteY4" fmla="*/ 43038 h 66685"/>
                <a:gd name="connsiteX5" fmla="*/ 24931 w 62635"/>
                <a:gd name="connsiteY5" fmla="*/ 45990 h 66685"/>
                <a:gd name="connsiteX6" fmla="*/ 40065 w 62635"/>
                <a:gd name="connsiteY6" fmla="*/ 38660 h 66685"/>
                <a:gd name="connsiteX7" fmla="*/ 50889 w 62635"/>
                <a:gd name="connsiteY7" fmla="*/ 45990 h 66685"/>
                <a:gd name="connsiteX8" fmla="*/ 59192 w 62635"/>
                <a:gd name="connsiteY8" fmla="*/ 40594 h 66685"/>
                <a:gd name="connsiteX9" fmla="*/ 62870 w 62635"/>
                <a:gd name="connsiteY9" fmla="*/ 30413 h 66685"/>
                <a:gd name="connsiteX10" fmla="*/ 61188 w 62635"/>
                <a:gd name="connsiteY10" fmla="*/ 29090 h 66685"/>
                <a:gd name="connsiteX11" fmla="*/ 58876 w 62635"/>
                <a:gd name="connsiteY11" fmla="*/ 32246 h 66685"/>
                <a:gd name="connsiteX12" fmla="*/ 51205 w 62635"/>
                <a:gd name="connsiteY12" fmla="*/ 43139 h 66685"/>
                <a:gd name="connsiteX13" fmla="*/ 47736 w 62635"/>
                <a:gd name="connsiteY13" fmla="*/ 38151 h 66685"/>
                <a:gd name="connsiteX14" fmla="*/ 49313 w 62635"/>
                <a:gd name="connsiteY14" fmla="*/ 30108 h 66685"/>
                <a:gd name="connsiteX15" fmla="*/ 51625 w 62635"/>
                <a:gd name="connsiteY15" fmla="*/ 20945 h 66685"/>
                <a:gd name="connsiteX16" fmla="*/ 54042 w 62635"/>
                <a:gd name="connsiteY16" fmla="*/ 11884 h 66685"/>
                <a:gd name="connsiteX17" fmla="*/ 55829 w 62635"/>
                <a:gd name="connsiteY17" fmla="*/ 4350 h 66685"/>
                <a:gd name="connsiteX18" fmla="*/ 52361 w 62635"/>
                <a:gd name="connsiteY18" fmla="*/ 1092 h 66685"/>
                <a:gd name="connsiteX19" fmla="*/ 48052 w 62635"/>
                <a:gd name="connsiteY19" fmla="*/ 3535 h 66685"/>
                <a:gd name="connsiteX20" fmla="*/ 46370 w 62635"/>
                <a:gd name="connsiteY20" fmla="*/ 9440 h 66685"/>
                <a:gd name="connsiteX21" fmla="*/ 44163 w 62635"/>
                <a:gd name="connsiteY21" fmla="*/ 17891 h 66685"/>
                <a:gd name="connsiteX22" fmla="*/ 40905 w 62635"/>
                <a:gd name="connsiteY22" fmla="*/ 30617 h 66685"/>
                <a:gd name="connsiteX23" fmla="*/ 39224 w 62635"/>
                <a:gd name="connsiteY23" fmla="*/ 34689 h 66685"/>
                <a:gd name="connsiteX24" fmla="*/ 25351 w 62635"/>
                <a:gd name="connsiteY24" fmla="*/ 43139 h 66685"/>
                <a:gd name="connsiteX25" fmla="*/ 16734 w 62635"/>
                <a:gd name="connsiteY25" fmla="*/ 34078 h 66685"/>
                <a:gd name="connsiteX26" fmla="*/ 18520 w 62635"/>
                <a:gd name="connsiteY26" fmla="*/ 24610 h 66685"/>
                <a:gd name="connsiteX27" fmla="*/ 20832 w 62635"/>
                <a:gd name="connsiteY27" fmla="*/ 15447 h 66685"/>
                <a:gd name="connsiteX28" fmla="*/ 22304 w 62635"/>
                <a:gd name="connsiteY28" fmla="*/ 9746 h 66685"/>
                <a:gd name="connsiteX29" fmla="*/ 23880 w 62635"/>
                <a:gd name="connsiteY29" fmla="*/ 3332 h 66685"/>
                <a:gd name="connsiteX30" fmla="*/ 20307 w 62635"/>
                <a:gd name="connsiteY30" fmla="*/ 74 h 66685"/>
                <a:gd name="connsiteX31" fmla="*/ 15262 w 62635"/>
                <a:gd name="connsiteY31" fmla="*/ 4859 h 66685"/>
                <a:gd name="connsiteX32" fmla="*/ 65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654" y="61363"/>
                  </a:moveTo>
                  <a:cubicBezTo>
                    <a:pt x="234" y="62890"/>
                    <a:pt x="234" y="63400"/>
                    <a:pt x="234" y="63501"/>
                  </a:cubicBezTo>
                  <a:cubicBezTo>
                    <a:pt x="234" y="65741"/>
                    <a:pt x="2126" y="66759"/>
                    <a:pt x="3807" y="66759"/>
                  </a:cubicBezTo>
                  <a:cubicBezTo>
                    <a:pt x="7591" y="66759"/>
                    <a:pt x="8431" y="63400"/>
                    <a:pt x="8852" y="61669"/>
                  </a:cubicBezTo>
                  <a:cubicBezTo>
                    <a:pt x="9062" y="61160"/>
                    <a:pt x="11164" y="53015"/>
                    <a:pt x="13686" y="43038"/>
                  </a:cubicBezTo>
                  <a:cubicBezTo>
                    <a:pt x="16944" y="45176"/>
                    <a:pt x="21148" y="45990"/>
                    <a:pt x="24931" y="45990"/>
                  </a:cubicBezTo>
                  <a:cubicBezTo>
                    <a:pt x="33969" y="45990"/>
                    <a:pt x="39854" y="38863"/>
                    <a:pt x="40065" y="38660"/>
                  </a:cubicBezTo>
                  <a:cubicBezTo>
                    <a:pt x="42061" y="45685"/>
                    <a:pt x="49313" y="45990"/>
                    <a:pt x="50889" y="45990"/>
                  </a:cubicBezTo>
                  <a:cubicBezTo>
                    <a:pt x="54673" y="45990"/>
                    <a:pt x="57300" y="43750"/>
                    <a:pt x="59192" y="40594"/>
                  </a:cubicBezTo>
                  <a:cubicBezTo>
                    <a:pt x="61504" y="36624"/>
                    <a:pt x="62870" y="30820"/>
                    <a:pt x="62870" y="30413"/>
                  </a:cubicBezTo>
                  <a:cubicBezTo>
                    <a:pt x="62870" y="29090"/>
                    <a:pt x="61504" y="29090"/>
                    <a:pt x="61188" y="29090"/>
                  </a:cubicBezTo>
                  <a:cubicBezTo>
                    <a:pt x="59717" y="29090"/>
                    <a:pt x="59612" y="29497"/>
                    <a:pt x="58876" y="32246"/>
                  </a:cubicBezTo>
                  <a:cubicBezTo>
                    <a:pt x="57615" y="37133"/>
                    <a:pt x="55618" y="43139"/>
                    <a:pt x="51205" y="43139"/>
                  </a:cubicBezTo>
                  <a:cubicBezTo>
                    <a:pt x="48472" y="43139"/>
                    <a:pt x="47736" y="40900"/>
                    <a:pt x="47736" y="38151"/>
                  </a:cubicBezTo>
                  <a:cubicBezTo>
                    <a:pt x="47736" y="36420"/>
                    <a:pt x="48577" y="32755"/>
                    <a:pt x="49313" y="30108"/>
                  </a:cubicBezTo>
                  <a:cubicBezTo>
                    <a:pt x="50049" y="27359"/>
                    <a:pt x="51099" y="23185"/>
                    <a:pt x="51625" y="20945"/>
                  </a:cubicBezTo>
                  <a:lnTo>
                    <a:pt x="54042" y="11884"/>
                  </a:lnTo>
                  <a:cubicBezTo>
                    <a:pt x="54673" y="9339"/>
                    <a:pt x="55829" y="4859"/>
                    <a:pt x="55829" y="4350"/>
                  </a:cubicBezTo>
                  <a:cubicBezTo>
                    <a:pt x="55829" y="2314"/>
                    <a:pt x="54147" y="1092"/>
                    <a:pt x="52361" y="1092"/>
                  </a:cubicBezTo>
                  <a:cubicBezTo>
                    <a:pt x="51205" y="1092"/>
                    <a:pt x="49208" y="1601"/>
                    <a:pt x="48052" y="3535"/>
                  </a:cubicBezTo>
                  <a:cubicBezTo>
                    <a:pt x="47736" y="4146"/>
                    <a:pt x="46896" y="7404"/>
                    <a:pt x="46370" y="9440"/>
                  </a:cubicBezTo>
                  <a:lnTo>
                    <a:pt x="44163" y="17891"/>
                  </a:lnTo>
                  <a:lnTo>
                    <a:pt x="40905" y="30617"/>
                  </a:lnTo>
                  <a:cubicBezTo>
                    <a:pt x="40170" y="33162"/>
                    <a:pt x="40170" y="33366"/>
                    <a:pt x="39224" y="34689"/>
                  </a:cubicBezTo>
                  <a:cubicBezTo>
                    <a:pt x="35966" y="39169"/>
                    <a:pt x="31342" y="43139"/>
                    <a:pt x="25351" y="43139"/>
                  </a:cubicBezTo>
                  <a:cubicBezTo>
                    <a:pt x="16734" y="43139"/>
                    <a:pt x="16734" y="35911"/>
                    <a:pt x="16734" y="34078"/>
                  </a:cubicBezTo>
                  <a:cubicBezTo>
                    <a:pt x="16734" y="31431"/>
                    <a:pt x="17049" y="30108"/>
                    <a:pt x="18520" y="24610"/>
                  </a:cubicBezTo>
                  <a:cubicBezTo>
                    <a:pt x="19571" y="20130"/>
                    <a:pt x="19781" y="19418"/>
                    <a:pt x="20832" y="15447"/>
                  </a:cubicBezTo>
                  <a:lnTo>
                    <a:pt x="22304" y="9746"/>
                  </a:lnTo>
                  <a:cubicBezTo>
                    <a:pt x="22829" y="7608"/>
                    <a:pt x="23880" y="3739"/>
                    <a:pt x="23880" y="3332"/>
                  </a:cubicBezTo>
                  <a:cubicBezTo>
                    <a:pt x="23880" y="1499"/>
                    <a:pt x="22409" y="74"/>
                    <a:pt x="20307" y="74"/>
                  </a:cubicBezTo>
                  <a:cubicBezTo>
                    <a:pt x="16524" y="74"/>
                    <a:pt x="15578" y="3637"/>
                    <a:pt x="15262" y="4859"/>
                  </a:cubicBezTo>
                  <a:lnTo>
                    <a:pt x="65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7" name="Freeform: Shape 2196">
              <a:extLst>
                <a:ext uri="{FF2B5EF4-FFF2-40B4-BE49-F238E27FC236}">
                  <a16:creationId xmlns:a16="http://schemas.microsoft.com/office/drawing/2014/main" id="{88812693-9F42-4E93-F2C6-4E16A9C1151A}"/>
                </a:ext>
              </a:extLst>
            </p:cNvPr>
            <p:cNvSpPr/>
            <p:nvPr>
              <p:custDataLst>
                <p:tags r:id="rId94"/>
              </p:custDataLst>
            </p:nvPr>
          </p:nvSpPr>
          <p:spPr>
            <a:xfrm>
              <a:off x="10625780" y="5908393"/>
              <a:ext cx="35506" cy="63412"/>
            </a:xfrm>
            <a:custGeom>
              <a:avLst/>
              <a:gdLst>
                <a:gd name="connsiteX0" fmla="*/ 35746 w 35506"/>
                <a:gd name="connsiteY0" fmla="*/ 3202 h 63412"/>
                <a:gd name="connsiteX1" fmla="*/ 32443 w 35506"/>
                <a:gd name="connsiteY1" fmla="*/ 75 h 63412"/>
                <a:gd name="connsiteX2" fmla="*/ 27788 w 35506"/>
                <a:gd name="connsiteY2" fmla="*/ 4438 h 63412"/>
                <a:gd name="connsiteX3" fmla="*/ 31091 w 35506"/>
                <a:gd name="connsiteY3" fmla="*/ 7565 h 63412"/>
                <a:gd name="connsiteX4" fmla="*/ 35746 w 35506"/>
                <a:gd name="connsiteY4" fmla="*/ 3202 h 63412"/>
                <a:gd name="connsiteX5" fmla="*/ 19381 w 35506"/>
                <a:gd name="connsiteY5" fmla="*/ 51852 h 63412"/>
                <a:gd name="connsiteX6" fmla="*/ 8646 w 35506"/>
                <a:gd name="connsiteY6" fmla="*/ 61015 h 63412"/>
                <a:gd name="connsiteX7" fmla="*/ 5944 w 35506"/>
                <a:gd name="connsiteY7" fmla="*/ 60652 h 63412"/>
                <a:gd name="connsiteX8" fmla="*/ 8271 w 35506"/>
                <a:gd name="connsiteY8" fmla="*/ 56797 h 63412"/>
                <a:gd name="connsiteX9" fmla="*/ 4893 w 35506"/>
                <a:gd name="connsiteY9" fmla="*/ 53816 h 63412"/>
                <a:gd name="connsiteX10" fmla="*/ 239 w 35506"/>
                <a:gd name="connsiteY10" fmla="*/ 58470 h 63412"/>
                <a:gd name="connsiteX11" fmla="*/ 8721 w 35506"/>
                <a:gd name="connsiteY11" fmla="*/ 63488 h 63412"/>
                <a:gd name="connsiteX12" fmla="*/ 25912 w 35506"/>
                <a:gd name="connsiteY12" fmla="*/ 51925 h 63412"/>
                <a:gd name="connsiteX13" fmla="*/ 32668 w 35506"/>
                <a:gd name="connsiteY13" fmla="*/ 25891 h 63412"/>
                <a:gd name="connsiteX14" fmla="*/ 33043 w 35506"/>
                <a:gd name="connsiteY14" fmla="*/ 23491 h 63412"/>
                <a:gd name="connsiteX15" fmla="*/ 23810 w 35506"/>
                <a:gd name="connsiteY15" fmla="*/ 16437 h 63412"/>
                <a:gd name="connsiteX16" fmla="*/ 9172 w 35506"/>
                <a:gd name="connsiteY16" fmla="*/ 27709 h 63412"/>
                <a:gd name="connsiteX17" fmla="*/ 10748 w 35506"/>
                <a:gd name="connsiteY17" fmla="*/ 28727 h 63412"/>
                <a:gd name="connsiteX18" fmla="*/ 12400 w 35506"/>
                <a:gd name="connsiteY18" fmla="*/ 27709 h 63412"/>
                <a:gd name="connsiteX19" fmla="*/ 23510 w 35506"/>
                <a:gd name="connsiteY19" fmla="*/ 18910 h 63412"/>
                <a:gd name="connsiteX20" fmla="*/ 26662 w 35506"/>
                <a:gd name="connsiteY20" fmla="*/ 22764 h 63412"/>
                <a:gd name="connsiteX21" fmla="*/ 26437 w 35506"/>
                <a:gd name="connsiteY21" fmla="*/ 24655 h 63412"/>
                <a:gd name="connsiteX22" fmla="*/ 1938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46" y="3202"/>
                  </a:moveTo>
                  <a:cubicBezTo>
                    <a:pt x="35746" y="1529"/>
                    <a:pt x="34469" y="75"/>
                    <a:pt x="32443" y="75"/>
                  </a:cubicBezTo>
                  <a:cubicBezTo>
                    <a:pt x="30116" y="75"/>
                    <a:pt x="27788" y="2256"/>
                    <a:pt x="27788" y="4438"/>
                  </a:cubicBezTo>
                  <a:cubicBezTo>
                    <a:pt x="27788" y="6183"/>
                    <a:pt x="29215" y="7565"/>
                    <a:pt x="31091" y="7565"/>
                  </a:cubicBezTo>
                  <a:cubicBezTo>
                    <a:pt x="33644" y="7565"/>
                    <a:pt x="35746" y="5238"/>
                    <a:pt x="35746" y="3202"/>
                  </a:cubicBezTo>
                  <a:close/>
                  <a:moveTo>
                    <a:pt x="19381" y="51852"/>
                  </a:moveTo>
                  <a:cubicBezTo>
                    <a:pt x="17955" y="57379"/>
                    <a:pt x="13225" y="61015"/>
                    <a:pt x="8646" y="61015"/>
                  </a:cubicBezTo>
                  <a:cubicBezTo>
                    <a:pt x="7370" y="61015"/>
                    <a:pt x="6545" y="60797"/>
                    <a:pt x="5944" y="60652"/>
                  </a:cubicBezTo>
                  <a:cubicBezTo>
                    <a:pt x="7746" y="59634"/>
                    <a:pt x="8271" y="57743"/>
                    <a:pt x="8271" y="56797"/>
                  </a:cubicBezTo>
                  <a:cubicBezTo>
                    <a:pt x="8271" y="55561"/>
                    <a:pt x="7370" y="53816"/>
                    <a:pt x="4893" y="53816"/>
                  </a:cubicBezTo>
                  <a:cubicBezTo>
                    <a:pt x="2341" y="53816"/>
                    <a:pt x="239" y="56070"/>
                    <a:pt x="239" y="58470"/>
                  </a:cubicBezTo>
                  <a:cubicBezTo>
                    <a:pt x="239" y="61597"/>
                    <a:pt x="3617" y="63488"/>
                    <a:pt x="8721" y="63488"/>
                  </a:cubicBezTo>
                  <a:cubicBezTo>
                    <a:pt x="13826" y="63488"/>
                    <a:pt x="23585" y="60943"/>
                    <a:pt x="25912" y="51925"/>
                  </a:cubicBezTo>
                  <a:lnTo>
                    <a:pt x="32668" y="25891"/>
                  </a:lnTo>
                  <a:cubicBezTo>
                    <a:pt x="32818" y="25164"/>
                    <a:pt x="33043" y="24509"/>
                    <a:pt x="33043" y="23491"/>
                  </a:cubicBezTo>
                  <a:cubicBezTo>
                    <a:pt x="33043" y="19346"/>
                    <a:pt x="29065" y="16437"/>
                    <a:pt x="23810" y="16437"/>
                  </a:cubicBezTo>
                  <a:cubicBezTo>
                    <a:pt x="14727" y="16437"/>
                    <a:pt x="9172" y="26255"/>
                    <a:pt x="9172" y="27709"/>
                  </a:cubicBezTo>
                  <a:cubicBezTo>
                    <a:pt x="9172" y="28727"/>
                    <a:pt x="10373" y="28727"/>
                    <a:pt x="10748" y="28727"/>
                  </a:cubicBezTo>
                  <a:cubicBezTo>
                    <a:pt x="11874" y="28727"/>
                    <a:pt x="12024" y="28436"/>
                    <a:pt x="12400" y="27709"/>
                  </a:cubicBezTo>
                  <a:cubicBezTo>
                    <a:pt x="15853" y="20582"/>
                    <a:pt x="20957" y="18910"/>
                    <a:pt x="23510" y="18910"/>
                  </a:cubicBezTo>
                  <a:cubicBezTo>
                    <a:pt x="26512" y="18910"/>
                    <a:pt x="26662" y="21528"/>
                    <a:pt x="26662" y="22764"/>
                  </a:cubicBezTo>
                  <a:cubicBezTo>
                    <a:pt x="26662" y="23782"/>
                    <a:pt x="26587" y="24073"/>
                    <a:pt x="26437" y="24655"/>
                  </a:cubicBezTo>
                  <a:lnTo>
                    <a:pt x="1938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8" name="Freeform: Shape 2197">
              <a:extLst>
                <a:ext uri="{FF2B5EF4-FFF2-40B4-BE49-F238E27FC236}">
                  <a16:creationId xmlns:a16="http://schemas.microsoft.com/office/drawing/2014/main" id="{2AEFC0FE-A8CF-4ED8-F8AA-ECD4344DDD2E}"/>
                </a:ext>
              </a:extLst>
            </p:cNvPr>
            <p:cNvSpPr/>
            <p:nvPr>
              <p:custDataLst>
                <p:tags r:id="rId95"/>
              </p:custDataLst>
            </p:nvPr>
          </p:nvSpPr>
          <p:spPr>
            <a:xfrm>
              <a:off x="10690441" y="5914357"/>
              <a:ext cx="71043" cy="4988"/>
            </a:xfrm>
            <a:custGeom>
              <a:avLst/>
              <a:gdLst>
                <a:gd name="connsiteX0" fmla="*/ 67082 w 71043"/>
                <a:gd name="connsiteY0" fmla="*/ 5063 h 4988"/>
                <a:gd name="connsiteX1" fmla="*/ 71286 w 71043"/>
                <a:gd name="connsiteY1" fmla="*/ 2619 h 4988"/>
                <a:gd name="connsiteX2" fmla="*/ 67082 w 71043"/>
                <a:gd name="connsiteY2" fmla="*/ 74 h 4988"/>
                <a:gd name="connsiteX3" fmla="*/ 4446 w 71043"/>
                <a:gd name="connsiteY3" fmla="*/ 74 h 4988"/>
                <a:gd name="connsiteX4" fmla="*/ 243 w 71043"/>
                <a:gd name="connsiteY4" fmla="*/ 2517 h 4988"/>
                <a:gd name="connsiteX5" fmla="*/ 4446 w 71043"/>
                <a:gd name="connsiteY5" fmla="*/ 5063 h 4988"/>
                <a:gd name="connsiteX6" fmla="*/ 6708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82" y="5063"/>
                  </a:moveTo>
                  <a:cubicBezTo>
                    <a:pt x="68764" y="5063"/>
                    <a:pt x="71286" y="5063"/>
                    <a:pt x="71286" y="2619"/>
                  </a:cubicBezTo>
                  <a:cubicBezTo>
                    <a:pt x="71286" y="74"/>
                    <a:pt x="68869" y="74"/>
                    <a:pt x="67082" y="74"/>
                  </a:cubicBezTo>
                  <a:lnTo>
                    <a:pt x="4446" y="74"/>
                  </a:lnTo>
                  <a:cubicBezTo>
                    <a:pt x="2765" y="74"/>
                    <a:pt x="243" y="74"/>
                    <a:pt x="243" y="2517"/>
                  </a:cubicBezTo>
                  <a:cubicBezTo>
                    <a:pt x="243" y="5063"/>
                    <a:pt x="2660" y="5063"/>
                    <a:pt x="4446" y="5063"/>
                  </a:cubicBezTo>
                  <a:lnTo>
                    <a:pt x="6708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99" name="Freeform: Shape 2198">
              <a:extLst>
                <a:ext uri="{FF2B5EF4-FFF2-40B4-BE49-F238E27FC236}">
                  <a16:creationId xmlns:a16="http://schemas.microsoft.com/office/drawing/2014/main" id="{A081C4F7-69F2-4AFD-9B18-FD682EB3C6DA}"/>
                </a:ext>
              </a:extLst>
            </p:cNvPr>
            <p:cNvSpPr/>
            <p:nvPr>
              <p:custDataLst>
                <p:tags r:id="rId96"/>
              </p:custDataLst>
            </p:nvPr>
          </p:nvSpPr>
          <p:spPr>
            <a:xfrm>
              <a:off x="10775132" y="5870884"/>
              <a:ext cx="73460" cy="91221"/>
            </a:xfrm>
            <a:custGeom>
              <a:avLst/>
              <a:gdLst>
                <a:gd name="connsiteX0" fmla="*/ 7080 w 73460"/>
                <a:gd name="connsiteY0" fmla="*/ 89056 h 91221"/>
                <a:gd name="connsiteX1" fmla="*/ 13491 w 73460"/>
                <a:gd name="connsiteY1" fmla="*/ 63909 h 91221"/>
                <a:gd name="connsiteX2" fmla="*/ 37347 w 73460"/>
                <a:gd name="connsiteY2" fmla="*/ 72868 h 91221"/>
                <a:gd name="connsiteX3" fmla="*/ 72869 w 73460"/>
                <a:gd name="connsiteY3" fmla="*/ 44565 h 91221"/>
                <a:gd name="connsiteX4" fmla="*/ 65722 w 73460"/>
                <a:gd name="connsiteY4" fmla="*/ 30719 h 91221"/>
                <a:gd name="connsiteX5" fmla="*/ 73709 w 73460"/>
                <a:gd name="connsiteY5" fmla="*/ 14531 h 91221"/>
                <a:gd name="connsiteX6" fmla="*/ 55003 w 73460"/>
                <a:gd name="connsiteY6" fmla="*/ 74 h 91221"/>
                <a:gd name="connsiteX7" fmla="*/ 16538 w 73460"/>
                <a:gd name="connsiteY7" fmla="*/ 26137 h 91221"/>
                <a:gd name="connsiteX8" fmla="*/ 669 w 73460"/>
                <a:gd name="connsiteY8" fmla="*/ 87732 h 91221"/>
                <a:gd name="connsiteX9" fmla="*/ 249 w 73460"/>
                <a:gd name="connsiteY9" fmla="*/ 89463 h 91221"/>
                <a:gd name="connsiteX10" fmla="*/ 3612 w 73460"/>
                <a:gd name="connsiteY10" fmla="*/ 91295 h 91221"/>
                <a:gd name="connsiteX11" fmla="*/ 7080 w 73460"/>
                <a:gd name="connsiteY11" fmla="*/ 89056 h 91221"/>
                <a:gd name="connsiteX12" fmla="*/ 39974 w 73460"/>
                <a:gd name="connsiteY12" fmla="*/ 32042 h 91221"/>
                <a:gd name="connsiteX13" fmla="*/ 47016 w 73460"/>
                <a:gd name="connsiteY13" fmla="*/ 31024 h 91221"/>
                <a:gd name="connsiteX14" fmla="*/ 51955 w 73460"/>
                <a:gd name="connsiteY14" fmla="*/ 31431 h 91221"/>
                <a:gd name="connsiteX15" fmla="*/ 45544 w 73460"/>
                <a:gd name="connsiteY15" fmla="*/ 32653 h 91221"/>
                <a:gd name="connsiteX16" fmla="*/ 39974 w 73460"/>
                <a:gd name="connsiteY16" fmla="*/ 32042 h 91221"/>
                <a:gd name="connsiteX17" fmla="*/ 57000 w 73460"/>
                <a:gd name="connsiteY17" fmla="*/ 27155 h 91221"/>
                <a:gd name="connsiteX18" fmla="*/ 47331 w 73460"/>
                <a:gd name="connsiteY18" fmla="*/ 26341 h 91221"/>
                <a:gd name="connsiteX19" fmla="*/ 33248 w 73460"/>
                <a:gd name="connsiteY19" fmla="*/ 32449 h 91221"/>
                <a:gd name="connsiteX20" fmla="*/ 45334 w 73460"/>
                <a:gd name="connsiteY20" fmla="*/ 37336 h 91221"/>
                <a:gd name="connsiteX21" fmla="*/ 58261 w 73460"/>
                <a:gd name="connsiteY21" fmla="*/ 35198 h 91221"/>
                <a:gd name="connsiteX22" fmla="*/ 59522 w 73460"/>
                <a:gd name="connsiteY22" fmla="*/ 40594 h 91221"/>
                <a:gd name="connsiteX23" fmla="*/ 53321 w 73460"/>
                <a:gd name="connsiteY23" fmla="*/ 60752 h 91221"/>
                <a:gd name="connsiteX24" fmla="*/ 37242 w 73460"/>
                <a:gd name="connsiteY24" fmla="*/ 68185 h 91221"/>
                <a:gd name="connsiteX25" fmla="*/ 16643 w 73460"/>
                <a:gd name="connsiteY25" fmla="*/ 53728 h 91221"/>
                <a:gd name="connsiteX26" fmla="*/ 18535 w 73460"/>
                <a:gd name="connsiteY26" fmla="*/ 44667 h 91221"/>
                <a:gd name="connsiteX27" fmla="*/ 22634 w 73460"/>
                <a:gd name="connsiteY27" fmla="*/ 28479 h 91221"/>
                <a:gd name="connsiteX28" fmla="*/ 33774 w 73460"/>
                <a:gd name="connsiteY28" fmla="*/ 11884 h 91221"/>
                <a:gd name="connsiteX29" fmla="*/ 54477 w 73460"/>
                <a:gd name="connsiteY29" fmla="*/ 4757 h 91221"/>
                <a:gd name="connsiteX30" fmla="*/ 61624 w 73460"/>
                <a:gd name="connsiteY30" fmla="*/ 10866 h 91221"/>
                <a:gd name="connsiteX31" fmla="*/ 57000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80" y="89056"/>
                  </a:moveTo>
                  <a:lnTo>
                    <a:pt x="13491" y="63909"/>
                  </a:lnTo>
                  <a:cubicBezTo>
                    <a:pt x="15487" y="66454"/>
                    <a:pt x="22529" y="72868"/>
                    <a:pt x="37347" y="72868"/>
                  </a:cubicBezTo>
                  <a:cubicBezTo>
                    <a:pt x="60888" y="72868"/>
                    <a:pt x="72869" y="57393"/>
                    <a:pt x="72869" y="44565"/>
                  </a:cubicBezTo>
                  <a:cubicBezTo>
                    <a:pt x="72869" y="38660"/>
                    <a:pt x="70452" y="33977"/>
                    <a:pt x="65722" y="30719"/>
                  </a:cubicBezTo>
                  <a:cubicBezTo>
                    <a:pt x="70346" y="27053"/>
                    <a:pt x="73709" y="20538"/>
                    <a:pt x="73709" y="14531"/>
                  </a:cubicBezTo>
                  <a:cubicBezTo>
                    <a:pt x="73709" y="6284"/>
                    <a:pt x="67614" y="74"/>
                    <a:pt x="55003" y="74"/>
                  </a:cubicBezTo>
                  <a:cubicBezTo>
                    <a:pt x="39449" y="74"/>
                    <a:pt x="20742" y="9644"/>
                    <a:pt x="16538" y="26137"/>
                  </a:cubicBezTo>
                  <a:lnTo>
                    <a:pt x="669" y="87732"/>
                  </a:lnTo>
                  <a:cubicBezTo>
                    <a:pt x="249" y="89157"/>
                    <a:pt x="249" y="89361"/>
                    <a:pt x="249" y="89463"/>
                  </a:cubicBezTo>
                  <a:cubicBezTo>
                    <a:pt x="249" y="91295"/>
                    <a:pt x="2035" y="91295"/>
                    <a:pt x="3612" y="91295"/>
                  </a:cubicBezTo>
                  <a:cubicBezTo>
                    <a:pt x="5714" y="91295"/>
                    <a:pt x="6554" y="91295"/>
                    <a:pt x="7080" y="89056"/>
                  </a:cubicBezTo>
                  <a:close/>
                  <a:moveTo>
                    <a:pt x="39974" y="32042"/>
                  </a:moveTo>
                  <a:cubicBezTo>
                    <a:pt x="41341" y="31431"/>
                    <a:pt x="42286" y="31024"/>
                    <a:pt x="47016" y="31024"/>
                  </a:cubicBezTo>
                  <a:cubicBezTo>
                    <a:pt x="48697" y="31024"/>
                    <a:pt x="50063" y="31024"/>
                    <a:pt x="51955" y="31431"/>
                  </a:cubicBezTo>
                  <a:cubicBezTo>
                    <a:pt x="49643" y="32653"/>
                    <a:pt x="47436" y="32653"/>
                    <a:pt x="45544" y="32653"/>
                  </a:cubicBezTo>
                  <a:cubicBezTo>
                    <a:pt x="42391" y="32653"/>
                    <a:pt x="42076" y="32551"/>
                    <a:pt x="39974" y="32042"/>
                  </a:cubicBezTo>
                  <a:close/>
                  <a:moveTo>
                    <a:pt x="57000" y="27155"/>
                  </a:moveTo>
                  <a:cubicBezTo>
                    <a:pt x="53006" y="26341"/>
                    <a:pt x="49433" y="26341"/>
                    <a:pt x="47331" y="26341"/>
                  </a:cubicBezTo>
                  <a:cubicBezTo>
                    <a:pt x="42812" y="26341"/>
                    <a:pt x="33248" y="26341"/>
                    <a:pt x="33248" y="32449"/>
                  </a:cubicBezTo>
                  <a:cubicBezTo>
                    <a:pt x="33248" y="37234"/>
                    <a:pt x="40184" y="37336"/>
                    <a:pt x="45334" y="37336"/>
                  </a:cubicBezTo>
                  <a:cubicBezTo>
                    <a:pt x="48382" y="37336"/>
                    <a:pt x="52691" y="37336"/>
                    <a:pt x="58261" y="35198"/>
                  </a:cubicBezTo>
                  <a:cubicBezTo>
                    <a:pt x="59206" y="36624"/>
                    <a:pt x="59522" y="38762"/>
                    <a:pt x="59522" y="40594"/>
                  </a:cubicBezTo>
                  <a:cubicBezTo>
                    <a:pt x="59522" y="44157"/>
                    <a:pt x="57315" y="55357"/>
                    <a:pt x="53321" y="60752"/>
                  </a:cubicBezTo>
                  <a:cubicBezTo>
                    <a:pt x="49538" y="65741"/>
                    <a:pt x="43758" y="68185"/>
                    <a:pt x="37242" y="68185"/>
                  </a:cubicBezTo>
                  <a:cubicBezTo>
                    <a:pt x="28309" y="68185"/>
                    <a:pt x="16643" y="64214"/>
                    <a:pt x="16643" y="53728"/>
                  </a:cubicBezTo>
                  <a:cubicBezTo>
                    <a:pt x="16643" y="51793"/>
                    <a:pt x="17694" y="47619"/>
                    <a:pt x="18535" y="44667"/>
                  </a:cubicBezTo>
                  <a:cubicBezTo>
                    <a:pt x="19061" y="42427"/>
                    <a:pt x="22424" y="29395"/>
                    <a:pt x="22634" y="28479"/>
                  </a:cubicBezTo>
                  <a:cubicBezTo>
                    <a:pt x="23580" y="24915"/>
                    <a:pt x="25366" y="17992"/>
                    <a:pt x="33774" y="11884"/>
                  </a:cubicBezTo>
                  <a:cubicBezTo>
                    <a:pt x="42391" y="5572"/>
                    <a:pt x="50694" y="4757"/>
                    <a:pt x="54477" y="4757"/>
                  </a:cubicBezTo>
                  <a:cubicBezTo>
                    <a:pt x="61624" y="4757"/>
                    <a:pt x="61624" y="9237"/>
                    <a:pt x="61624" y="10866"/>
                  </a:cubicBezTo>
                  <a:cubicBezTo>
                    <a:pt x="61624" y="13309"/>
                    <a:pt x="59732" y="22574"/>
                    <a:pt x="57000"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0" name="Freeform: Shape 2199">
              <a:extLst>
                <a:ext uri="{FF2B5EF4-FFF2-40B4-BE49-F238E27FC236}">
                  <a16:creationId xmlns:a16="http://schemas.microsoft.com/office/drawing/2014/main" id="{EAB82349-CD11-70BA-A734-B6A0906F068A}"/>
                </a:ext>
              </a:extLst>
            </p:cNvPr>
            <p:cNvSpPr/>
            <p:nvPr>
              <p:custDataLst>
                <p:tags r:id="rId97"/>
              </p:custDataLst>
            </p:nvPr>
          </p:nvSpPr>
          <p:spPr>
            <a:xfrm>
              <a:off x="10863329" y="5847994"/>
              <a:ext cx="62605" cy="50468"/>
            </a:xfrm>
            <a:custGeom>
              <a:avLst/>
              <a:gdLst>
                <a:gd name="connsiteX0" fmla="*/ 33659 w 62605"/>
                <a:gd name="connsiteY0" fmla="*/ 4143 h 50468"/>
                <a:gd name="connsiteX1" fmla="*/ 59632 w 62605"/>
                <a:gd name="connsiteY1" fmla="*/ 4143 h 50468"/>
                <a:gd name="connsiteX2" fmla="*/ 62860 w 62605"/>
                <a:gd name="connsiteY2" fmla="*/ 2107 h 50468"/>
                <a:gd name="connsiteX3" fmla="*/ 59632 w 62605"/>
                <a:gd name="connsiteY3" fmla="*/ 71 h 50468"/>
                <a:gd name="connsiteX4" fmla="*/ 3482 w 62605"/>
                <a:gd name="connsiteY4" fmla="*/ 71 h 50468"/>
                <a:gd name="connsiteX5" fmla="*/ 254 w 62605"/>
                <a:gd name="connsiteY5" fmla="*/ 2107 h 50468"/>
                <a:gd name="connsiteX6" fmla="*/ 3482 w 62605"/>
                <a:gd name="connsiteY6" fmla="*/ 4143 h 50468"/>
                <a:gd name="connsiteX7" fmla="*/ 29455 w 62605"/>
                <a:gd name="connsiteY7" fmla="*/ 4143 h 50468"/>
                <a:gd name="connsiteX8" fmla="*/ 29455 w 62605"/>
                <a:gd name="connsiteY8" fmla="*/ 47412 h 50468"/>
                <a:gd name="connsiteX9" fmla="*/ 31557 w 62605"/>
                <a:gd name="connsiteY9" fmla="*/ 50539 h 50468"/>
                <a:gd name="connsiteX10" fmla="*/ 33659 w 62605"/>
                <a:gd name="connsiteY10" fmla="*/ 47412 h 50468"/>
                <a:gd name="connsiteX11" fmla="*/ 3365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659" y="4143"/>
                  </a:moveTo>
                  <a:lnTo>
                    <a:pt x="59632" y="4143"/>
                  </a:lnTo>
                  <a:cubicBezTo>
                    <a:pt x="60833" y="4143"/>
                    <a:pt x="62860" y="4143"/>
                    <a:pt x="62860" y="2107"/>
                  </a:cubicBezTo>
                  <a:cubicBezTo>
                    <a:pt x="62860" y="71"/>
                    <a:pt x="60833" y="71"/>
                    <a:pt x="59632" y="71"/>
                  </a:cubicBezTo>
                  <a:lnTo>
                    <a:pt x="3482" y="71"/>
                  </a:lnTo>
                  <a:cubicBezTo>
                    <a:pt x="2356" y="71"/>
                    <a:pt x="254" y="71"/>
                    <a:pt x="254" y="2107"/>
                  </a:cubicBezTo>
                  <a:cubicBezTo>
                    <a:pt x="254" y="4143"/>
                    <a:pt x="2356" y="4143"/>
                    <a:pt x="3482" y="4143"/>
                  </a:cubicBezTo>
                  <a:lnTo>
                    <a:pt x="29455" y="4143"/>
                  </a:lnTo>
                  <a:lnTo>
                    <a:pt x="29455" y="47412"/>
                  </a:lnTo>
                  <a:cubicBezTo>
                    <a:pt x="29455" y="48503"/>
                    <a:pt x="29455" y="50539"/>
                    <a:pt x="31557" y="50539"/>
                  </a:cubicBezTo>
                  <a:cubicBezTo>
                    <a:pt x="33659" y="50539"/>
                    <a:pt x="33659" y="48576"/>
                    <a:pt x="33659" y="47412"/>
                  </a:cubicBezTo>
                  <a:lnTo>
                    <a:pt x="3365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1" name="Freeform: Shape 2200">
              <a:extLst>
                <a:ext uri="{FF2B5EF4-FFF2-40B4-BE49-F238E27FC236}">
                  <a16:creationId xmlns:a16="http://schemas.microsoft.com/office/drawing/2014/main" id="{474DF3A3-F544-64BD-9A59-3D2EFA72F28F}"/>
                </a:ext>
              </a:extLst>
            </p:cNvPr>
            <p:cNvSpPr/>
            <p:nvPr>
              <p:custDataLst>
                <p:tags r:id="rId98"/>
              </p:custDataLst>
            </p:nvPr>
          </p:nvSpPr>
          <p:spPr>
            <a:xfrm>
              <a:off x="10946454" y="5897151"/>
              <a:ext cx="64422" cy="45203"/>
            </a:xfrm>
            <a:custGeom>
              <a:avLst/>
              <a:gdLst>
                <a:gd name="connsiteX0" fmla="*/ 38094 w 64422"/>
                <a:gd name="connsiteY0" fmla="*/ 20639 h 45203"/>
                <a:gd name="connsiteX1" fmla="*/ 52597 w 64422"/>
                <a:gd name="connsiteY1" fmla="*/ 6488 h 45203"/>
                <a:gd name="connsiteX2" fmla="*/ 62371 w 64422"/>
                <a:gd name="connsiteY2" fmla="*/ 5775 h 45203"/>
                <a:gd name="connsiteX3" fmla="*/ 62371 w 64422"/>
                <a:gd name="connsiteY3" fmla="*/ 74 h 45203"/>
                <a:gd name="connsiteX4" fmla="*/ 52176 w 64422"/>
                <a:gd name="connsiteY4" fmla="*/ 481 h 45203"/>
                <a:gd name="connsiteX5" fmla="*/ 40511 w 64422"/>
                <a:gd name="connsiteY5" fmla="*/ 74 h 45203"/>
                <a:gd name="connsiteX6" fmla="*/ 40511 w 64422"/>
                <a:gd name="connsiteY6" fmla="*/ 5775 h 45203"/>
                <a:gd name="connsiteX7" fmla="*/ 43349 w 64422"/>
                <a:gd name="connsiteY7" fmla="*/ 6386 h 45203"/>
                <a:gd name="connsiteX8" fmla="*/ 33470 w 64422"/>
                <a:gd name="connsiteY8" fmla="*/ 16058 h 45203"/>
                <a:gd name="connsiteX9" fmla="*/ 23276 w 64422"/>
                <a:gd name="connsiteY9" fmla="*/ 5775 h 45203"/>
                <a:gd name="connsiteX10" fmla="*/ 26113 w 64422"/>
                <a:gd name="connsiteY10" fmla="*/ 5775 h 45203"/>
                <a:gd name="connsiteX11" fmla="*/ 26113 w 64422"/>
                <a:gd name="connsiteY11" fmla="*/ 74 h 45203"/>
                <a:gd name="connsiteX12" fmla="*/ 12766 w 64422"/>
                <a:gd name="connsiteY12" fmla="*/ 481 h 45203"/>
                <a:gd name="connsiteX13" fmla="*/ 891 w 64422"/>
                <a:gd name="connsiteY13" fmla="*/ 74 h 45203"/>
                <a:gd name="connsiteX14" fmla="*/ 891 w 64422"/>
                <a:gd name="connsiteY14" fmla="*/ 5775 h 45203"/>
                <a:gd name="connsiteX15" fmla="*/ 8773 w 64422"/>
                <a:gd name="connsiteY15" fmla="*/ 5775 h 45203"/>
                <a:gd name="connsiteX16" fmla="*/ 26008 w 64422"/>
                <a:gd name="connsiteY16" fmla="*/ 23185 h 45203"/>
                <a:gd name="connsiteX17" fmla="*/ 10875 w 64422"/>
                <a:gd name="connsiteY17" fmla="*/ 37947 h 45203"/>
                <a:gd name="connsiteX18" fmla="*/ 6145 w 64422"/>
                <a:gd name="connsiteY18" fmla="*/ 39474 h 45203"/>
                <a:gd name="connsiteX19" fmla="*/ 260 w 64422"/>
                <a:gd name="connsiteY19" fmla="*/ 39576 h 45203"/>
                <a:gd name="connsiteX20" fmla="*/ 260 w 64422"/>
                <a:gd name="connsiteY20" fmla="*/ 45277 h 45203"/>
                <a:gd name="connsiteX21" fmla="*/ 10454 w 64422"/>
                <a:gd name="connsiteY21" fmla="*/ 44870 h 45203"/>
                <a:gd name="connsiteX22" fmla="*/ 22120 w 64422"/>
                <a:gd name="connsiteY22" fmla="*/ 45277 h 45203"/>
                <a:gd name="connsiteX23" fmla="*/ 22120 w 64422"/>
                <a:gd name="connsiteY23" fmla="*/ 39576 h 45203"/>
                <a:gd name="connsiteX24" fmla="*/ 19282 w 64422"/>
                <a:gd name="connsiteY24" fmla="*/ 38863 h 45203"/>
                <a:gd name="connsiteX25" fmla="*/ 30632 w 64422"/>
                <a:gd name="connsiteY25" fmla="*/ 27868 h 45203"/>
                <a:gd name="connsiteX26" fmla="*/ 42298 w 64422"/>
                <a:gd name="connsiteY26" fmla="*/ 39576 h 45203"/>
                <a:gd name="connsiteX27" fmla="*/ 39565 w 64422"/>
                <a:gd name="connsiteY27" fmla="*/ 39576 h 45203"/>
                <a:gd name="connsiteX28" fmla="*/ 39565 w 64422"/>
                <a:gd name="connsiteY28" fmla="*/ 45277 h 45203"/>
                <a:gd name="connsiteX29" fmla="*/ 52912 w 64422"/>
                <a:gd name="connsiteY29" fmla="*/ 44870 h 45203"/>
                <a:gd name="connsiteX30" fmla="*/ 64683 w 64422"/>
                <a:gd name="connsiteY30" fmla="*/ 45277 h 45203"/>
                <a:gd name="connsiteX31" fmla="*/ 64683 w 64422"/>
                <a:gd name="connsiteY31" fmla="*/ 39576 h 45203"/>
                <a:gd name="connsiteX32" fmla="*/ 56906 w 64422"/>
                <a:gd name="connsiteY32" fmla="*/ 39576 h 45203"/>
                <a:gd name="connsiteX33" fmla="*/ 3809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94" y="20639"/>
                  </a:moveTo>
                  <a:lnTo>
                    <a:pt x="52597" y="6488"/>
                  </a:lnTo>
                  <a:cubicBezTo>
                    <a:pt x="55119" y="5775"/>
                    <a:pt x="57852" y="5775"/>
                    <a:pt x="62371" y="5775"/>
                  </a:cubicBezTo>
                  <a:lnTo>
                    <a:pt x="62371" y="74"/>
                  </a:lnTo>
                  <a:cubicBezTo>
                    <a:pt x="59008" y="379"/>
                    <a:pt x="55539" y="481"/>
                    <a:pt x="52176" y="481"/>
                  </a:cubicBezTo>
                  <a:cubicBezTo>
                    <a:pt x="48603" y="481"/>
                    <a:pt x="41352" y="176"/>
                    <a:pt x="40511" y="74"/>
                  </a:cubicBezTo>
                  <a:lnTo>
                    <a:pt x="40511" y="5775"/>
                  </a:lnTo>
                  <a:cubicBezTo>
                    <a:pt x="41877" y="5775"/>
                    <a:pt x="42613" y="5979"/>
                    <a:pt x="43349" y="6386"/>
                  </a:cubicBezTo>
                  <a:lnTo>
                    <a:pt x="33470" y="16058"/>
                  </a:lnTo>
                  <a:lnTo>
                    <a:pt x="23276" y="5775"/>
                  </a:lnTo>
                  <a:lnTo>
                    <a:pt x="26113" y="5775"/>
                  </a:lnTo>
                  <a:lnTo>
                    <a:pt x="26113" y="74"/>
                  </a:lnTo>
                  <a:cubicBezTo>
                    <a:pt x="25483" y="74"/>
                    <a:pt x="17180" y="481"/>
                    <a:pt x="12766" y="481"/>
                  </a:cubicBezTo>
                  <a:cubicBezTo>
                    <a:pt x="8773" y="481"/>
                    <a:pt x="4884" y="379"/>
                    <a:pt x="891" y="74"/>
                  </a:cubicBezTo>
                  <a:lnTo>
                    <a:pt x="891" y="5775"/>
                  </a:lnTo>
                  <a:lnTo>
                    <a:pt x="8773" y="5775"/>
                  </a:lnTo>
                  <a:lnTo>
                    <a:pt x="26008" y="23185"/>
                  </a:lnTo>
                  <a:lnTo>
                    <a:pt x="10875" y="37947"/>
                  </a:lnTo>
                  <a:cubicBezTo>
                    <a:pt x="9508" y="39169"/>
                    <a:pt x="9403" y="39271"/>
                    <a:pt x="6145" y="39474"/>
                  </a:cubicBezTo>
                  <a:cubicBezTo>
                    <a:pt x="4464" y="39576"/>
                    <a:pt x="786" y="39576"/>
                    <a:pt x="260" y="39576"/>
                  </a:cubicBezTo>
                  <a:lnTo>
                    <a:pt x="260" y="45277"/>
                  </a:lnTo>
                  <a:cubicBezTo>
                    <a:pt x="3623" y="44972"/>
                    <a:pt x="7091" y="44870"/>
                    <a:pt x="10454" y="44870"/>
                  </a:cubicBezTo>
                  <a:cubicBezTo>
                    <a:pt x="13292" y="44870"/>
                    <a:pt x="20753" y="45176"/>
                    <a:pt x="22120" y="45277"/>
                  </a:cubicBezTo>
                  <a:lnTo>
                    <a:pt x="22120" y="39576"/>
                  </a:lnTo>
                  <a:cubicBezTo>
                    <a:pt x="20438" y="39576"/>
                    <a:pt x="20018" y="39372"/>
                    <a:pt x="19282" y="38863"/>
                  </a:cubicBezTo>
                  <a:lnTo>
                    <a:pt x="30632" y="27868"/>
                  </a:lnTo>
                  <a:lnTo>
                    <a:pt x="42298" y="39576"/>
                  </a:lnTo>
                  <a:lnTo>
                    <a:pt x="39565" y="39576"/>
                  </a:lnTo>
                  <a:lnTo>
                    <a:pt x="39565" y="45277"/>
                  </a:lnTo>
                  <a:cubicBezTo>
                    <a:pt x="39670" y="45277"/>
                    <a:pt x="48078" y="44870"/>
                    <a:pt x="52912" y="44870"/>
                  </a:cubicBezTo>
                  <a:cubicBezTo>
                    <a:pt x="56801" y="44870"/>
                    <a:pt x="60794" y="44972"/>
                    <a:pt x="64683" y="45277"/>
                  </a:cubicBezTo>
                  <a:lnTo>
                    <a:pt x="64683" y="39576"/>
                  </a:lnTo>
                  <a:lnTo>
                    <a:pt x="56906" y="39576"/>
                  </a:lnTo>
                  <a:lnTo>
                    <a:pt x="3809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2" name="Freeform: Shape 2201">
              <a:extLst>
                <a:ext uri="{FF2B5EF4-FFF2-40B4-BE49-F238E27FC236}">
                  <a16:creationId xmlns:a16="http://schemas.microsoft.com/office/drawing/2014/main" id="{E4D3E005-12D3-5B37-A14B-4D155EB70FF5}"/>
                </a:ext>
              </a:extLst>
            </p:cNvPr>
            <p:cNvSpPr/>
            <p:nvPr>
              <p:custDataLst>
                <p:tags r:id="rId99"/>
              </p:custDataLst>
            </p:nvPr>
          </p:nvSpPr>
          <p:spPr>
            <a:xfrm>
              <a:off x="11021884" y="5879334"/>
              <a:ext cx="77349" cy="75033"/>
            </a:xfrm>
            <a:custGeom>
              <a:avLst/>
              <a:gdLst>
                <a:gd name="connsiteX0" fmla="*/ 41567 w 77349"/>
                <a:gd name="connsiteY0" fmla="*/ 40085 h 75033"/>
                <a:gd name="connsiteX1" fmla="*/ 73725 w 77349"/>
                <a:gd name="connsiteY1" fmla="*/ 40085 h 75033"/>
                <a:gd name="connsiteX2" fmla="*/ 77614 w 77349"/>
                <a:gd name="connsiteY2" fmla="*/ 37642 h 75033"/>
                <a:gd name="connsiteX3" fmla="*/ 73725 w 77349"/>
                <a:gd name="connsiteY3" fmla="*/ 35096 h 75033"/>
                <a:gd name="connsiteX4" fmla="*/ 41567 w 77349"/>
                <a:gd name="connsiteY4" fmla="*/ 35096 h 75033"/>
                <a:gd name="connsiteX5" fmla="*/ 41567 w 77349"/>
                <a:gd name="connsiteY5" fmla="*/ 3841 h 75033"/>
                <a:gd name="connsiteX6" fmla="*/ 39044 w 77349"/>
                <a:gd name="connsiteY6" fmla="*/ 74 h 75033"/>
                <a:gd name="connsiteX7" fmla="*/ 36417 w 77349"/>
                <a:gd name="connsiteY7" fmla="*/ 3841 h 75033"/>
                <a:gd name="connsiteX8" fmla="*/ 36417 w 77349"/>
                <a:gd name="connsiteY8" fmla="*/ 35096 h 75033"/>
                <a:gd name="connsiteX9" fmla="*/ 4153 w 77349"/>
                <a:gd name="connsiteY9" fmla="*/ 35096 h 75033"/>
                <a:gd name="connsiteX10" fmla="*/ 265 w 77349"/>
                <a:gd name="connsiteY10" fmla="*/ 37540 h 75033"/>
                <a:gd name="connsiteX11" fmla="*/ 4153 w 77349"/>
                <a:gd name="connsiteY11" fmla="*/ 40085 h 75033"/>
                <a:gd name="connsiteX12" fmla="*/ 36417 w 77349"/>
                <a:gd name="connsiteY12" fmla="*/ 40085 h 75033"/>
                <a:gd name="connsiteX13" fmla="*/ 36417 w 77349"/>
                <a:gd name="connsiteY13" fmla="*/ 71341 h 75033"/>
                <a:gd name="connsiteX14" fmla="*/ 38939 w 77349"/>
                <a:gd name="connsiteY14" fmla="*/ 75108 h 75033"/>
                <a:gd name="connsiteX15" fmla="*/ 41567 w 77349"/>
                <a:gd name="connsiteY15" fmla="*/ 71341 h 75033"/>
                <a:gd name="connsiteX16" fmla="*/ 41567 w 77349"/>
                <a:gd name="connsiteY16" fmla="*/ 40085 h 75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349" h="75033">
                  <a:moveTo>
                    <a:pt x="41567" y="40085"/>
                  </a:moveTo>
                  <a:lnTo>
                    <a:pt x="73725" y="40085"/>
                  </a:lnTo>
                  <a:cubicBezTo>
                    <a:pt x="75092" y="40085"/>
                    <a:pt x="77614" y="40085"/>
                    <a:pt x="77614" y="37642"/>
                  </a:cubicBezTo>
                  <a:cubicBezTo>
                    <a:pt x="77614" y="35096"/>
                    <a:pt x="75197" y="35096"/>
                    <a:pt x="73725" y="35096"/>
                  </a:cubicBezTo>
                  <a:lnTo>
                    <a:pt x="41567" y="35096"/>
                  </a:lnTo>
                  <a:lnTo>
                    <a:pt x="41567" y="3841"/>
                  </a:lnTo>
                  <a:cubicBezTo>
                    <a:pt x="41567" y="2517"/>
                    <a:pt x="41567" y="74"/>
                    <a:pt x="39044" y="74"/>
                  </a:cubicBezTo>
                  <a:cubicBezTo>
                    <a:pt x="36417" y="74"/>
                    <a:pt x="36417" y="2415"/>
                    <a:pt x="36417" y="3841"/>
                  </a:cubicBezTo>
                  <a:lnTo>
                    <a:pt x="36417" y="35096"/>
                  </a:lnTo>
                  <a:lnTo>
                    <a:pt x="4153" y="35096"/>
                  </a:lnTo>
                  <a:cubicBezTo>
                    <a:pt x="2787" y="35096"/>
                    <a:pt x="265" y="35096"/>
                    <a:pt x="265" y="37540"/>
                  </a:cubicBezTo>
                  <a:cubicBezTo>
                    <a:pt x="265" y="40085"/>
                    <a:pt x="2682" y="40085"/>
                    <a:pt x="4153" y="40085"/>
                  </a:cubicBezTo>
                  <a:lnTo>
                    <a:pt x="36417" y="40085"/>
                  </a:lnTo>
                  <a:lnTo>
                    <a:pt x="36417" y="71341"/>
                  </a:lnTo>
                  <a:cubicBezTo>
                    <a:pt x="36417" y="72664"/>
                    <a:pt x="36417" y="75108"/>
                    <a:pt x="38939" y="75108"/>
                  </a:cubicBezTo>
                  <a:cubicBezTo>
                    <a:pt x="41567" y="75108"/>
                    <a:pt x="41567" y="72766"/>
                    <a:pt x="41567" y="71341"/>
                  </a:cubicBezTo>
                  <a:lnTo>
                    <a:pt x="41567" y="400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3" name="Freeform: Shape 2202">
              <a:extLst>
                <a:ext uri="{FF2B5EF4-FFF2-40B4-BE49-F238E27FC236}">
                  <a16:creationId xmlns:a16="http://schemas.microsoft.com/office/drawing/2014/main" id="{C6B41CD6-5D24-7257-CCD6-05B313F61738}"/>
                </a:ext>
              </a:extLst>
            </p:cNvPr>
            <p:cNvSpPr/>
            <p:nvPr>
              <p:custDataLst>
                <p:tags r:id="rId100"/>
              </p:custDataLst>
            </p:nvPr>
          </p:nvSpPr>
          <p:spPr>
            <a:xfrm>
              <a:off x="11111815" y="5870578"/>
              <a:ext cx="61402" cy="91526"/>
            </a:xfrm>
            <a:custGeom>
              <a:avLst/>
              <a:gdLst>
                <a:gd name="connsiteX0" fmla="*/ 61673 w 61402"/>
                <a:gd name="connsiteY0" fmla="*/ 14225 h 91526"/>
                <a:gd name="connsiteX1" fmla="*/ 44438 w 61402"/>
                <a:gd name="connsiteY1" fmla="*/ 74 h 91526"/>
                <a:gd name="connsiteX2" fmla="*/ 16798 w 61402"/>
                <a:gd name="connsiteY2" fmla="*/ 26239 h 91526"/>
                <a:gd name="connsiteX3" fmla="*/ 298 w 61402"/>
                <a:gd name="connsiteY3" fmla="*/ 90379 h 91526"/>
                <a:gd name="connsiteX4" fmla="*/ 1770 w 61402"/>
                <a:gd name="connsiteY4" fmla="*/ 91601 h 91526"/>
                <a:gd name="connsiteX5" fmla="*/ 3766 w 61402"/>
                <a:gd name="connsiteY5" fmla="*/ 90888 h 91526"/>
                <a:gd name="connsiteX6" fmla="*/ 10808 w 61402"/>
                <a:gd name="connsiteY6" fmla="*/ 63705 h 91526"/>
                <a:gd name="connsiteX7" fmla="*/ 26572 w 61402"/>
                <a:gd name="connsiteY7" fmla="*/ 72766 h 91526"/>
                <a:gd name="connsiteX8" fmla="*/ 57890 w 61402"/>
                <a:gd name="connsiteY8" fmla="*/ 46906 h 91526"/>
                <a:gd name="connsiteX9" fmla="*/ 49692 w 61402"/>
                <a:gd name="connsiteY9" fmla="*/ 31431 h 91526"/>
                <a:gd name="connsiteX10" fmla="*/ 61673 w 61402"/>
                <a:gd name="connsiteY10" fmla="*/ 14225 h 91526"/>
                <a:gd name="connsiteX11" fmla="*/ 40865 w 61402"/>
                <a:gd name="connsiteY11" fmla="*/ 31329 h 91526"/>
                <a:gd name="connsiteX12" fmla="*/ 35505 w 61402"/>
                <a:gd name="connsiteY12" fmla="*/ 32042 h 91526"/>
                <a:gd name="connsiteX13" fmla="*/ 30565 w 61402"/>
                <a:gd name="connsiteY13" fmla="*/ 31533 h 91526"/>
                <a:gd name="connsiteX14" fmla="*/ 35505 w 61402"/>
                <a:gd name="connsiteY14" fmla="*/ 30820 h 91526"/>
                <a:gd name="connsiteX15" fmla="*/ 40865 w 61402"/>
                <a:gd name="connsiteY15" fmla="*/ 31329 h 91526"/>
                <a:gd name="connsiteX16" fmla="*/ 54737 w 61402"/>
                <a:gd name="connsiteY16" fmla="*/ 12393 h 91526"/>
                <a:gd name="connsiteX17" fmla="*/ 45489 w 61402"/>
                <a:gd name="connsiteY17" fmla="*/ 29293 h 91526"/>
                <a:gd name="connsiteX18" fmla="*/ 35610 w 61402"/>
                <a:gd name="connsiteY18" fmla="*/ 27970 h 91526"/>
                <a:gd name="connsiteX19" fmla="*/ 26677 w 61402"/>
                <a:gd name="connsiteY19" fmla="*/ 31839 h 91526"/>
                <a:gd name="connsiteX20" fmla="*/ 35295 w 61402"/>
                <a:gd name="connsiteY20" fmla="*/ 34791 h 91526"/>
                <a:gd name="connsiteX21" fmla="*/ 45278 w 61402"/>
                <a:gd name="connsiteY21" fmla="*/ 33366 h 91526"/>
                <a:gd name="connsiteX22" fmla="*/ 50113 w 61402"/>
                <a:gd name="connsiteY22" fmla="*/ 44157 h 91526"/>
                <a:gd name="connsiteX23" fmla="*/ 26887 w 61402"/>
                <a:gd name="connsiteY23" fmla="*/ 69915 h 91526"/>
                <a:gd name="connsiteX24" fmla="*/ 13015 w 61402"/>
                <a:gd name="connsiteY24" fmla="*/ 57087 h 91526"/>
                <a:gd name="connsiteX25" fmla="*/ 13330 w 61402"/>
                <a:gd name="connsiteY25" fmla="*/ 54135 h 91526"/>
                <a:gd name="connsiteX26" fmla="*/ 20266 w 61402"/>
                <a:gd name="connsiteY26" fmla="*/ 27053 h 91526"/>
                <a:gd name="connsiteX27" fmla="*/ 44228 w 61402"/>
                <a:gd name="connsiteY27" fmla="*/ 2925 h 91526"/>
                <a:gd name="connsiteX28" fmla="*/ 54737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673" y="14225"/>
                  </a:moveTo>
                  <a:cubicBezTo>
                    <a:pt x="61673" y="5266"/>
                    <a:pt x="53686" y="74"/>
                    <a:pt x="44438" y="74"/>
                  </a:cubicBezTo>
                  <a:cubicBezTo>
                    <a:pt x="30040" y="74"/>
                    <a:pt x="19425" y="15956"/>
                    <a:pt x="16798" y="26239"/>
                  </a:cubicBezTo>
                  <a:lnTo>
                    <a:pt x="298" y="90379"/>
                  </a:lnTo>
                  <a:cubicBezTo>
                    <a:pt x="88" y="91092"/>
                    <a:pt x="1139" y="91601"/>
                    <a:pt x="1770" y="91601"/>
                  </a:cubicBezTo>
                  <a:cubicBezTo>
                    <a:pt x="2715" y="91601"/>
                    <a:pt x="3556" y="91499"/>
                    <a:pt x="3766" y="90888"/>
                  </a:cubicBezTo>
                  <a:lnTo>
                    <a:pt x="10808" y="63705"/>
                  </a:lnTo>
                  <a:cubicBezTo>
                    <a:pt x="13015" y="68388"/>
                    <a:pt x="18059" y="72766"/>
                    <a:pt x="26572" y="72766"/>
                  </a:cubicBezTo>
                  <a:cubicBezTo>
                    <a:pt x="41285" y="72766"/>
                    <a:pt x="57890" y="62483"/>
                    <a:pt x="57890" y="46906"/>
                  </a:cubicBezTo>
                  <a:cubicBezTo>
                    <a:pt x="57890" y="40900"/>
                    <a:pt x="55052" y="34791"/>
                    <a:pt x="49692" y="31431"/>
                  </a:cubicBezTo>
                  <a:cubicBezTo>
                    <a:pt x="54842" y="28275"/>
                    <a:pt x="61673" y="22472"/>
                    <a:pt x="61673" y="14225"/>
                  </a:cubicBezTo>
                  <a:close/>
                  <a:moveTo>
                    <a:pt x="40865" y="31329"/>
                  </a:moveTo>
                  <a:cubicBezTo>
                    <a:pt x="39288" y="31635"/>
                    <a:pt x="38552" y="32042"/>
                    <a:pt x="35505" y="32042"/>
                  </a:cubicBezTo>
                  <a:cubicBezTo>
                    <a:pt x="33823" y="32042"/>
                    <a:pt x="31301" y="31940"/>
                    <a:pt x="30565" y="31533"/>
                  </a:cubicBezTo>
                  <a:cubicBezTo>
                    <a:pt x="31616" y="30922"/>
                    <a:pt x="34559" y="30820"/>
                    <a:pt x="35505" y="30820"/>
                  </a:cubicBezTo>
                  <a:cubicBezTo>
                    <a:pt x="37081" y="30820"/>
                    <a:pt x="39393" y="30922"/>
                    <a:pt x="40865" y="31329"/>
                  </a:cubicBezTo>
                  <a:close/>
                  <a:moveTo>
                    <a:pt x="54737" y="12393"/>
                  </a:moveTo>
                  <a:cubicBezTo>
                    <a:pt x="54737" y="17789"/>
                    <a:pt x="52004" y="25730"/>
                    <a:pt x="45489" y="29293"/>
                  </a:cubicBezTo>
                  <a:cubicBezTo>
                    <a:pt x="43492" y="28682"/>
                    <a:pt x="41495" y="27970"/>
                    <a:pt x="35610" y="27970"/>
                  </a:cubicBezTo>
                  <a:cubicBezTo>
                    <a:pt x="31932" y="27970"/>
                    <a:pt x="26677" y="28173"/>
                    <a:pt x="26677" y="31839"/>
                  </a:cubicBezTo>
                  <a:cubicBezTo>
                    <a:pt x="26677" y="34384"/>
                    <a:pt x="29935" y="34791"/>
                    <a:pt x="35295" y="34791"/>
                  </a:cubicBezTo>
                  <a:cubicBezTo>
                    <a:pt x="38868" y="34791"/>
                    <a:pt x="42021" y="34282"/>
                    <a:pt x="45278" y="33366"/>
                  </a:cubicBezTo>
                  <a:cubicBezTo>
                    <a:pt x="48431" y="35504"/>
                    <a:pt x="50113" y="39678"/>
                    <a:pt x="50113" y="44157"/>
                  </a:cubicBezTo>
                  <a:cubicBezTo>
                    <a:pt x="50113" y="58920"/>
                    <a:pt x="39709" y="69915"/>
                    <a:pt x="26887" y="69915"/>
                  </a:cubicBezTo>
                  <a:cubicBezTo>
                    <a:pt x="18795" y="69915"/>
                    <a:pt x="13015" y="65130"/>
                    <a:pt x="13015" y="57087"/>
                  </a:cubicBezTo>
                  <a:cubicBezTo>
                    <a:pt x="13015" y="56069"/>
                    <a:pt x="13120" y="55051"/>
                    <a:pt x="13330" y="54135"/>
                  </a:cubicBezTo>
                  <a:lnTo>
                    <a:pt x="20266" y="27053"/>
                  </a:lnTo>
                  <a:cubicBezTo>
                    <a:pt x="22788" y="17382"/>
                    <a:pt x="32037" y="2925"/>
                    <a:pt x="44228" y="2925"/>
                  </a:cubicBezTo>
                  <a:cubicBezTo>
                    <a:pt x="50428" y="2925"/>
                    <a:pt x="54737" y="6182"/>
                    <a:pt x="54737"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4" name="Freeform: Shape 2203">
              <a:extLst>
                <a:ext uri="{FF2B5EF4-FFF2-40B4-BE49-F238E27FC236}">
                  <a16:creationId xmlns:a16="http://schemas.microsoft.com/office/drawing/2014/main" id="{B2DAFFFF-2B53-ADD5-A1C6-600E08FA5DBC}"/>
                </a:ext>
              </a:extLst>
            </p:cNvPr>
            <p:cNvSpPr/>
            <p:nvPr>
              <p:custDataLst>
                <p:tags r:id="rId101"/>
              </p:custDataLst>
            </p:nvPr>
          </p:nvSpPr>
          <p:spPr>
            <a:xfrm>
              <a:off x="11177548" y="5908393"/>
              <a:ext cx="35506" cy="63412"/>
            </a:xfrm>
            <a:custGeom>
              <a:avLst/>
              <a:gdLst>
                <a:gd name="connsiteX0" fmla="*/ 35782 w 35506"/>
                <a:gd name="connsiteY0" fmla="*/ 3202 h 63412"/>
                <a:gd name="connsiteX1" fmla="*/ 32479 w 35506"/>
                <a:gd name="connsiteY1" fmla="*/ 75 h 63412"/>
                <a:gd name="connsiteX2" fmla="*/ 27825 w 35506"/>
                <a:gd name="connsiteY2" fmla="*/ 4438 h 63412"/>
                <a:gd name="connsiteX3" fmla="*/ 31128 w 35506"/>
                <a:gd name="connsiteY3" fmla="*/ 7565 h 63412"/>
                <a:gd name="connsiteX4" fmla="*/ 35782 w 35506"/>
                <a:gd name="connsiteY4" fmla="*/ 3202 h 63412"/>
                <a:gd name="connsiteX5" fmla="*/ 19418 w 35506"/>
                <a:gd name="connsiteY5" fmla="*/ 51852 h 63412"/>
                <a:gd name="connsiteX6" fmla="*/ 8683 w 35506"/>
                <a:gd name="connsiteY6" fmla="*/ 61015 h 63412"/>
                <a:gd name="connsiteX7" fmla="*/ 5981 w 35506"/>
                <a:gd name="connsiteY7" fmla="*/ 60652 h 63412"/>
                <a:gd name="connsiteX8" fmla="*/ 8308 w 35506"/>
                <a:gd name="connsiteY8" fmla="*/ 56797 h 63412"/>
                <a:gd name="connsiteX9" fmla="*/ 4930 w 35506"/>
                <a:gd name="connsiteY9" fmla="*/ 53816 h 63412"/>
                <a:gd name="connsiteX10" fmla="*/ 275 w 35506"/>
                <a:gd name="connsiteY10" fmla="*/ 58470 h 63412"/>
                <a:gd name="connsiteX11" fmla="*/ 8758 w 35506"/>
                <a:gd name="connsiteY11" fmla="*/ 63488 h 63412"/>
                <a:gd name="connsiteX12" fmla="*/ 25948 w 35506"/>
                <a:gd name="connsiteY12" fmla="*/ 51925 h 63412"/>
                <a:gd name="connsiteX13" fmla="*/ 32704 w 35506"/>
                <a:gd name="connsiteY13" fmla="*/ 25891 h 63412"/>
                <a:gd name="connsiteX14" fmla="*/ 33080 w 35506"/>
                <a:gd name="connsiteY14" fmla="*/ 23491 h 63412"/>
                <a:gd name="connsiteX15" fmla="*/ 23847 w 35506"/>
                <a:gd name="connsiteY15" fmla="*/ 16437 h 63412"/>
                <a:gd name="connsiteX16" fmla="*/ 9208 w 35506"/>
                <a:gd name="connsiteY16" fmla="*/ 27709 h 63412"/>
                <a:gd name="connsiteX17" fmla="*/ 10785 w 35506"/>
                <a:gd name="connsiteY17" fmla="*/ 28727 h 63412"/>
                <a:gd name="connsiteX18" fmla="*/ 12436 w 35506"/>
                <a:gd name="connsiteY18" fmla="*/ 27709 h 63412"/>
                <a:gd name="connsiteX19" fmla="*/ 23546 w 35506"/>
                <a:gd name="connsiteY19" fmla="*/ 18910 h 63412"/>
                <a:gd name="connsiteX20" fmla="*/ 26699 w 35506"/>
                <a:gd name="connsiteY20" fmla="*/ 22764 h 63412"/>
                <a:gd name="connsiteX21" fmla="*/ 26474 w 35506"/>
                <a:gd name="connsiteY21" fmla="*/ 24655 h 63412"/>
                <a:gd name="connsiteX22" fmla="*/ 19418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82" y="3202"/>
                  </a:moveTo>
                  <a:cubicBezTo>
                    <a:pt x="35782" y="1529"/>
                    <a:pt x="34506" y="75"/>
                    <a:pt x="32479" y="75"/>
                  </a:cubicBezTo>
                  <a:cubicBezTo>
                    <a:pt x="30152" y="75"/>
                    <a:pt x="27825" y="2256"/>
                    <a:pt x="27825" y="4438"/>
                  </a:cubicBezTo>
                  <a:cubicBezTo>
                    <a:pt x="27825" y="6183"/>
                    <a:pt x="29251" y="7565"/>
                    <a:pt x="31128" y="7565"/>
                  </a:cubicBezTo>
                  <a:cubicBezTo>
                    <a:pt x="33680" y="7565"/>
                    <a:pt x="35782" y="5238"/>
                    <a:pt x="35782" y="3202"/>
                  </a:cubicBezTo>
                  <a:close/>
                  <a:moveTo>
                    <a:pt x="19418" y="51852"/>
                  </a:moveTo>
                  <a:cubicBezTo>
                    <a:pt x="17991" y="57379"/>
                    <a:pt x="13262" y="61015"/>
                    <a:pt x="8683" y="61015"/>
                  </a:cubicBezTo>
                  <a:cubicBezTo>
                    <a:pt x="7407" y="61015"/>
                    <a:pt x="6581" y="60797"/>
                    <a:pt x="5981" y="60652"/>
                  </a:cubicBezTo>
                  <a:cubicBezTo>
                    <a:pt x="7782" y="59634"/>
                    <a:pt x="8308" y="57743"/>
                    <a:pt x="8308" y="56797"/>
                  </a:cubicBezTo>
                  <a:cubicBezTo>
                    <a:pt x="8308" y="55561"/>
                    <a:pt x="7407" y="53816"/>
                    <a:pt x="4930" y="53816"/>
                  </a:cubicBezTo>
                  <a:cubicBezTo>
                    <a:pt x="2377" y="53816"/>
                    <a:pt x="275" y="56070"/>
                    <a:pt x="275" y="58470"/>
                  </a:cubicBezTo>
                  <a:cubicBezTo>
                    <a:pt x="275" y="61597"/>
                    <a:pt x="3654" y="63488"/>
                    <a:pt x="8758" y="63488"/>
                  </a:cubicBezTo>
                  <a:cubicBezTo>
                    <a:pt x="13863" y="63488"/>
                    <a:pt x="23621" y="60943"/>
                    <a:pt x="25948" y="51925"/>
                  </a:cubicBezTo>
                  <a:lnTo>
                    <a:pt x="32704" y="25891"/>
                  </a:lnTo>
                  <a:cubicBezTo>
                    <a:pt x="32855" y="25164"/>
                    <a:pt x="33080" y="24509"/>
                    <a:pt x="33080" y="23491"/>
                  </a:cubicBezTo>
                  <a:cubicBezTo>
                    <a:pt x="33080" y="19346"/>
                    <a:pt x="29101" y="16437"/>
                    <a:pt x="23847" y="16437"/>
                  </a:cubicBezTo>
                  <a:cubicBezTo>
                    <a:pt x="14763" y="16437"/>
                    <a:pt x="9208" y="26255"/>
                    <a:pt x="9208" y="27709"/>
                  </a:cubicBezTo>
                  <a:cubicBezTo>
                    <a:pt x="9208" y="28727"/>
                    <a:pt x="10410" y="28727"/>
                    <a:pt x="10785" y="28727"/>
                  </a:cubicBezTo>
                  <a:cubicBezTo>
                    <a:pt x="11911" y="28727"/>
                    <a:pt x="12061" y="28436"/>
                    <a:pt x="12436" y="27709"/>
                  </a:cubicBezTo>
                  <a:cubicBezTo>
                    <a:pt x="15889" y="20582"/>
                    <a:pt x="20994" y="18910"/>
                    <a:pt x="23546" y="18910"/>
                  </a:cubicBezTo>
                  <a:cubicBezTo>
                    <a:pt x="26549" y="18910"/>
                    <a:pt x="26699" y="21528"/>
                    <a:pt x="26699" y="22764"/>
                  </a:cubicBezTo>
                  <a:cubicBezTo>
                    <a:pt x="26699" y="23782"/>
                    <a:pt x="26624" y="24073"/>
                    <a:pt x="26474" y="24655"/>
                  </a:cubicBezTo>
                  <a:lnTo>
                    <a:pt x="19418"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5" name="Freeform: Shape 2204">
              <a:extLst>
                <a:ext uri="{FF2B5EF4-FFF2-40B4-BE49-F238E27FC236}">
                  <a16:creationId xmlns:a16="http://schemas.microsoft.com/office/drawing/2014/main" id="{A07593A2-9E1E-A78D-6C9A-3E75CFB077A7}"/>
                </a:ext>
              </a:extLst>
            </p:cNvPr>
            <p:cNvSpPr/>
            <p:nvPr>
              <p:custDataLst>
                <p:tags r:id="rId102"/>
              </p:custDataLst>
            </p:nvPr>
          </p:nvSpPr>
          <p:spPr>
            <a:xfrm>
              <a:off x="11238320" y="5865997"/>
              <a:ext cx="27219" cy="101707"/>
            </a:xfrm>
            <a:custGeom>
              <a:avLst/>
              <a:gdLst>
                <a:gd name="connsiteX0" fmla="*/ 2276 w 27219"/>
                <a:gd name="connsiteY0" fmla="*/ 74 h 101707"/>
                <a:gd name="connsiteX1" fmla="*/ 279 w 27219"/>
                <a:gd name="connsiteY1" fmla="*/ 1296 h 101707"/>
                <a:gd name="connsiteX2" fmla="*/ 1225 w 27219"/>
                <a:gd name="connsiteY2" fmla="*/ 2823 h 101707"/>
                <a:gd name="connsiteX3" fmla="*/ 20352 w 27219"/>
                <a:gd name="connsiteY3" fmla="*/ 50877 h 101707"/>
                <a:gd name="connsiteX4" fmla="*/ 2171 w 27219"/>
                <a:gd name="connsiteY4" fmla="*/ 98218 h 101707"/>
                <a:gd name="connsiteX5" fmla="*/ 279 w 27219"/>
                <a:gd name="connsiteY5" fmla="*/ 100560 h 101707"/>
                <a:gd name="connsiteX6" fmla="*/ 1645 w 27219"/>
                <a:gd name="connsiteY6" fmla="*/ 101782 h 101707"/>
                <a:gd name="connsiteX7" fmla="*/ 19827 w 27219"/>
                <a:gd name="connsiteY7" fmla="*/ 82336 h 101707"/>
                <a:gd name="connsiteX8" fmla="*/ 27499 w 27219"/>
                <a:gd name="connsiteY8" fmla="*/ 50979 h 101707"/>
                <a:gd name="connsiteX9" fmla="*/ 2276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276" y="74"/>
                  </a:moveTo>
                  <a:cubicBezTo>
                    <a:pt x="1540" y="74"/>
                    <a:pt x="279" y="74"/>
                    <a:pt x="279" y="1296"/>
                  </a:cubicBezTo>
                  <a:cubicBezTo>
                    <a:pt x="279" y="1805"/>
                    <a:pt x="595" y="2110"/>
                    <a:pt x="1225" y="2823"/>
                  </a:cubicBezTo>
                  <a:cubicBezTo>
                    <a:pt x="10263" y="10866"/>
                    <a:pt x="20352" y="24610"/>
                    <a:pt x="20352" y="50877"/>
                  </a:cubicBezTo>
                  <a:cubicBezTo>
                    <a:pt x="20352" y="72155"/>
                    <a:pt x="13521" y="88241"/>
                    <a:pt x="2171" y="98218"/>
                  </a:cubicBezTo>
                  <a:cubicBezTo>
                    <a:pt x="384" y="99949"/>
                    <a:pt x="279" y="100051"/>
                    <a:pt x="279" y="100560"/>
                  </a:cubicBezTo>
                  <a:cubicBezTo>
                    <a:pt x="279" y="101069"/>
                    <a:pt x="595" y="101782"/>
                    <a:pt x="1645" y="101782"/>
                  </a:cubicBezTo>
                  <a:cubicBezTo>
                    <a:pt x="2907" y="101782"/>
                    <a:pt x="12890" y="95062"/>
                    <a:pt x="19827" y="82336"/>
                  </a:cubicBezTo>
                  <a:cubicBezTo>
                    <a:pt x="24451" y="73886"/>
                    <a:pt x="27499" y="62890"/>
                    <a:pt x="27499" y="50979"/>
                  </a:cubicBezTo>
                  <a:cubicBezTo>
                    <a:pt x="27499" y="36624"/>
                    <a:pt x="23085" y="14327"/>
                    <a:pt x="2276"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6" name="Freeform: Shape 2205">
              <a:extLst>
                <a:ext uri="{FF2B5EF4-FFF2-40B4-BE49-F238E27FC236}">
                  <a16:creationId xmlns:a16="http://schemas.microsoft.com/office/drawing/2014/main" id="{207CB0BF-41E2-1A8E-2AD2-C52803139C94}"/>
                </a:ext>
              </a:extLst>
            </p:cNvPr>
            <p:cNvSpPr/>
            <p:nvPr>
              <p:custDataLst>
                <p:tags r:id="rId103"/>
              </p:custDataLst>
            </p:nvPr>
          </p:nvSpPr>
          <p:spPr>
            <a:xfrm>
              <a:off x="11335392" y="5949029"/>
              <a:ext cx="99839" cy="34033"/>
            </a:xfrm>
            <a:custGeom>
              <a:avLst/>
              <a:gdLst>
                <a:gd name="connsiteX0" fmla="*/ 95020 w 99839"/>
                <a:gd name="connsiteY0" fmla="*/ 5896 h 34033"/>
                <a:gd name="connsiteX1" fmla="*/ 100125 w 99839"/>
                <a:gd name="connsiteY1" fmla="*/ 2987 h 34033"/>
                <a:gd name="connsiteX2" fmla="*/ 95170 w 99839"/>
                <a:gd name="connsiteY2" fmla="*/ 78 h 34033"/>
                <a:gd name="connsiteX3" fmla="*/ 5240 w 99839"/>
                <a:gd name="connsiteY3" fmla="*/ 78 h 34033"/>
                <a:gd name="connsiteX4" fmla="*/ 286 w 99839"/>
                <a:gd name="connsiteY4" fmla="*/ 2987 h 34033"/>
                <a:gd name="connsiteX5" fmla="*/ 5390 w 99839"/>
                <a:gd name="connsiteY5" fmla="*/ 5896 h 34033"/>
                <a:gd name="connsiteX6" fmla="*/ 95020 w 99839"/>
                <a:gd name="connsiteY6" fmla="*/ 5896 h 34033"/>
                <a:gd name="connsiteX7" fmla="*/ 95170 w 99839"/>
                <a:gd name="connsiteY7" fmla="*/ 34112 h 34033"/>
                <a:gd name="connsiteX8" fmla="*/ 100125 w 99839"/>
                <a:gd name="connsiteY8" fmla="*/ 31203 h 34033"/>
                <a:gd name="connsiteX9" fmla="*/ 95020 w 99839"/>
                <a:gd name="connsiteY9" fmla="*/ 28294 h 34033"/>
                <a:gd name="connsiteX10" fmla="*/ 5390 w 99839"/>
                <a:gd name="connsiteY10" fmla="*/ 28294 h 34033"/>
                <a:gd name="connsiteX11" fmla="*/ 286 w 99839"/>
                <a:gd name="connsiteY11" fmla="*/ 31203 h 34033"/>
                <a:gd name="connsiteX12" fmla="*/ 5240 w 99839"/>
                <a:gd name="connsiteY12" fmla="*/ 34112 h 34033"/>
                <a:gd name="connsiteX13" fmla="*/ 95170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5020" y="5896"/>
                  </a:moveTo>
                  <a:cubicBezTo>
                    <a:pt x="97272" y="5896"/>
                    <a:pt x="100125" y="5896"/>
                    <a:pt x="100125" y="2987"/>
                  </a:cubicBezTo>
                  <a:cubicBezTo>
                    <a:pt x="100125" y="78"/>
                    <a:pt x="97272" y="78"/>
                    <a:pt x="95170" y="78"/>
                  </a:cubicBezTo>
                  <a:lnTo>
                    <a:pt x="5240" y="78"/>
                  </a:lnTo>
                  <a:cubicBezTo>
                    <a:pt x="3138" y="78"/>
                    <a:pt x="286" y="78"/>
                    <a:pt x="286" y="2987"/>
                  </a:cubicBezTo>
                  <a:cubicBezTo>
                    <a:pt x="286" y="5896"/>
                    <a:pt x="3138" y="5896"/>
                    <a:pt x="5390" y="5896"/>
                  </a:cubicBezTo>
                  <a:lnTo>
                    <a:pt x="95020" y="5896"/>
                  </a:lnTo>
                  <a:close/>
                  <a:moveTo>
                    <a:pt x="95170" y="34112"/>
                  </a:moveTo>
                  <a:cubicBezTo>
                    <a:pt x="97272" y="34112"/>
                    <a:pt x="100125" y="34112"/>
                    <a:pt x="100125" y="31203"/>
                  </a:cubicBezTo>
                  <a:cubicBezTo>
                    <a:pt x="100125" y="28294"/>
                    <a:pt x="97272" y="28294"/>
                    <a:pt x="95020" y="28294"/>
                  </a:cubicBezTo>
                  <a:lnTo>
                    <a:pt x="5390" y="28294"/>
                  </a:lnTo>
                  <a:cubicBezTo>
                    <a:pt x="3138" y="28294"/>
                    <a:pt x="286" y="28294"/>
                    <a:pt x="286" y="31203"/>
                  </a:cubicBezTo>
                  <a:cubicBezTo>
                    <a:pt x="286" y="34112"/>
                    <a:pt x="3138" y="34112"/>
                    <a:pt x="5240" y="34112"/>
                  </a:cubicBezTo>
                  <a:lnTo>
                    <a:pt x="95170"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7" name="Freeform: Shape 2206">
              <a:extLst>
                <a:ext uri="{FF2B5EF4-FFF2-40B4-BE49-F238E27FC236}">
                  <a16:creationId xmlns:a16="http://schemas.microsoft.com/office/drawing/2014/main" id="{6BAEEE7E-7F12-3EF8-A549-6E04E85385BF}"/>
                </a:ext>
              </a:extLst>
            </p:cNvPr>
            <p:cNvSpPr/>
            <p:nvPr>
              <p:custDataLst>
                <p:tags r:id="rId104"/>
              </p:custDataLst>
            </p:nvPr>
          </p:nvSpPr>
          <p:spPr>
            <a:xfrm>
              <a:off x="11492365" y="5938121"/>
              <a:ext cx="57651" cy="65885"/>
            </a:xfrm>
            <a:custGeom>
              <a:avLst/>
              <a:gdLst>
                <a:gd name="connsiteX0" fmla="*/ 21465 w 57651"/>
                <a:gd name="connsiteY0" fmla="*/ 30766 h 65885"/>
                <a:gd name="connsiteX1" fmla="*/ 44436 w 57651"/>
                <a:gd name="connsiteY1" fmla="*/ 27421 h 65885"/>
                <a:gd name="connsiteX2" fmla="*/ 55696 w 57651"/>
                <a:gd name="connsiteY2" fmla="*/ 12441 h 65885"/>
                <a:gd name="connsiteX3" fmla="*/ 39631 w 57651"/>
                <a:gd name="connsiteY3" fmla="*/ 78 h 65885"/>
                <a:gd name="connsiteX4" fmla="*/ 296 w 57651"/>
                <a:gd name="connsiteY4" fmla="*/ 39638 h 65885"/>
                <a:gd name="connsiteX5" fmla="*/ 23867 w 57651"/>
                <a:gd name="connsiteY5" fmla="*/ 65963 h 65885"/>
                <a:gd name="connsiteX6" fmla="*/ 57948 w 57651"/>
                <a:gd name="connsiteY6" fmla="*/ 48801 h 65885"/>
                <a:gd name="connsiteX7" fmla="*/ 56146 w 57651"/>
                <a:gd name="connsiteY7" fmla="*/ 46910 h 65885"/>
                <a:gd name="connsiteX8" fmla="*/ 54194 w 57651"/>
                <a:gd name="connsiteY8" fmla="*/ 48365 h 65885"/>
                <a:gd name="connsiteX9" fmla="*/ 24167 w 57651"/>
                <a:gd name="connsiteY9" fmla="*/ 62764 h 65885"/>
                <a:gd name="connsiteX10" fmla="*/ 11106 w 57651"/>
                <a:gd name="connsiteY10" fmla="*/ 45892 h 65885"/>
                <a:gd name="connsiteX11" fmla="*/ 13508 w 57651"/>
                <a:gd name="connsiteY11" fmla="*/ 30766 h 65885"/>
                <a:gd name="connsiteX12" fmla="*/ 21465 w 57651"/>
                <a:gd name="connsiteY12" fmla="*/ 30766 h 65885"/>
                <a:gd name="connsiteX13" fmla="*/ 14409 w 57651"/>
                <a:gd name="connsiteY13" fmla="*/ 27567 h 65885"/>
                <a:gd name="connsiteX14" fmla="*/ 39631 w 57651"/>
                <a:gd name="connsiteY14" fmla="*/ 3278 h 65885"/>
                <a:gd name="connsiteX15" fmla="*/ 50741 w 57651"/>
                <a:gd name="connsiteY15" fmla="*/ 12441 h 65885"/>
                <a:gd name="connsiteX16" fmla="*/ 20564 w 57651"/>
                <a:gd name="connsiteY16" fmla="*/ 27567 h 65885"/>
                <a:gd name="connsiteX17" fmla="*/ 1440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465" y="30766"/>
                  </a:moveTo>
                  <a:cubicBezTo>
                    <a:pt x="25819" y="30766"/>
                    <a:pt x="36929" y="30475"/>
                    <a:pt x="44436" y="27421"/>
                  </a:cubicBezTo>
                  <a:cubicBezTo>
                    <a:pt x="54945" y="23058"/>
                    <a:pt x="55696" y="14477"/>
                    <a:pt x="55696" y="12441"/>
                  </a:cubicBezTo>
                  <a:cubicBezTo>
                    <a:pt x="55696" y="6041"/>
                    <a:pt x="49990" y="78"/>
                    <a:pt x="39631" y="78"/>
                  </a:cubicBezTo>
                  <a:cubicBezTo>
                    <a:pt x="22966" y="78"/>
                    <a:pt x="296" y="14186"/>
                    <a:pt x="296" y="39638"/>
                  </a:cubicBezTo>
                  <a:cubicBezTo>
                    <a:pt x="296" y="54473"/>
                    <a:pt x="9154" y="65963"/>
                    <a:pt x="23867" y="65963"/>
                  </a:cubicBezTo>
                  <a:cubicBezTo>
                    <a:pt x="45336" y="65963"/>
                    <a:pt x="57948" y="50547"/>
                    <a:pt x="57948" y="48801"/>
                  </a:cubicBezTo>
                  <a:cubicBezTo>
                    <a:pt x="57948" y="47929"/>
                    <a:pt x="57047" y="46910"/>
                    <a:pt x="56146" y="46910"/>
                  </a:cubicBezTo>
                  <a:cubicBezTo>
                    <a:pt x="55395" y="46910"/>
                    <a:pt x="55095" y="47201"/>
                    <a:pt x="54194" y="48365"/>
                  </a:cubicBezTo>
                  <a:cubicBezTo>
                    <a:pt x="42334" y="62764"/>
                    <a:pt x="25969" y="62764"/>
                    <a:pt x="24167" y="62764"/>
                  </a:cubicBezTo>
                  <a:cubicBezTo>
                    <a:pt x="12457" y="62764"/>
                    <a:pt x="11106" y="50547"/>
                    <a:pt x="11106" y="45892"/>
                  </a:cubicBezTo>
                  <a:cubicBezTo>
                    <a:pt x="11106" y="44147"/>
                    <a:pt x="11256" y="39638"/>
                    <a:pt x="13508" y="30766"/>
                  </a:cubicBezTo>
                  <a:lnTo>
                    <a:pt x="21465" y="30766"/>
                  </a:lnTo>
                  <a:close/>
                  <a:moveTo>
                    <a:pt x="14409" y="27567"/>
                  </a:moveTo>
                  <a:cubicBezTo>
                    <a:pt x="20264" y="5459"/>
                    <a:pt x="35728" y="3278"/>
                    <a:pt x="39631" y="3278"/>
                  </a:cubicBezTo>
                  <a:cubicBezTo>
                    <a:pt x="46688" y="3278"/>
                    <a:pt x="50741" y="7496"/>
                    <a:pt x="50741" y="12441"/>
                  </a:cubicBezTo>
                  <a:cubicBezTo>
                    <a:pt x="50741" y="27567"/>
                    <a:pt x="26720" y="27567"/>
                    <a:pt x="20564" y="27567"/>
                  </a:cubicBezTo>
                  <a:lnTo>
                    <a:pt x="1440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8" name="Freeform: Shape 2207">
              <a:extLst>
                <a:ext uri="{FF2B5EF4-FFF2-40B4-BE49-F238E27FC236}">
                  <a16:creationId xmlns:a16="http://schemas.microsoft.com/office/drawing/2014/main" id="{383BA77A-7B9B-C9E5-21D4-56D3B1D024EA}"/>
                </a:ext>
              </a:extLst>
            </p:cNvPr>
            <p:cNvSpPr/>
            <p:nvPr>
              <p:custDataLst>
                <p:tags r:id="rId105"/>
              </p:custDataLst>
            </p:nvPr>
          </p:nvSpPr>
          <p:spPr>
            <a:xfrm>
              <a:off x="11567451" y="5865997"/>
              <a:ext cx="27324" cy="101707"/>
            </a:xfrm>
            <a:custGeom>
              <a:avLst/>
              <a:gdLst>
                <a:gd name="connsiteX0" fmla="*/ 25523 w 27324"/>
                <a:gd name="connsiteY0" fmla="*/ 74 h 101707"/>
                <a:gd name="connsiteX1" fmla="*/ 301 w 27324"/>
                <a:gd name="connsiteY1" fmla="*/ 50877 h 101707"/>
                <a:gd name="connsiteX2" fmla="*/ 25523 w 27324"/>
                <a:gd name="connsiteY2" fmla="*/ 101782 h 101707"/>
                <a:gd name="connsiteX3" fmla="*/ 27625 w 27324"/>
                <a:gd name="connsiteY3" fmla="*/ 100560 h 101707"/>
                <a:gd name="connsiteX4" fmla="*/ 26574 w 27324"/>
                <a:gd name="connsiteY4" fmla="*/ 99033 h 101707"/>
                <a:gd name="connsiteX5" fmla="*/ 7447 w 27324"/>
                <a:gd name="connsiteY5" fmla="*/ 50979 h 101707"/>
                <a:gd name="connsiteX6" fmla="*/ 26889 w 27324"/>
                <a:gd name="connsiteY6" fmla="*/ 2517 h 101707"/>
                <a:gd name="connsiteX7" fmla="*/ 27625 w 27324"/>
                <a:gd name="connsiteY7" fmla="*/ 1296 h 101707"/>
                <a:gd name="connsiteX8" fmla="*/ 2552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23" y="74"/>
                  </a:moveTo>
                  <a:cubicBezTo>
                    <a:pt x="5555" y="13716"/>
                    <a:pt x="301" y="35300"/>
                    <a:pt x="301" y="50877"/>
                  </a:cubicBezTo>
                  <a:cubicBezTo>
                    <a:pt x="301" y="65232"/>
                    <a:pt x="4715" y="87528"/>
                    <a:pt x="25523" y="101782"/>
                  </a:cubicBezTo>
                  <a:cubicBezTo>
                    <a:pt x="26364" y="101782"/>
                    <a:pt x="27625" y="101782"/>
                    <a:pt x="27625" y="100560"/>
                  </a:cubicBezTo>
                  <a:cubicBezTo>
                    <a:pt x="27625" y="99949"/>
                    <a:pt x="27310" y="99746"/>
                    <a:pt x="26574" y="99033"/>
                  </a:cubicBezTo>
                  <a:cubicBezTo>
                    <a:pt x="12597" y="86816"/>
                    <a:pt x="7447" y="69508"/>
                    <a:pt x="7447" y="50979"/>
                  </a:cubicBezTo>
                  <a:cubicBezTo>
                    <a:pt x="7447" y="23490"/>
                    <a:pt x="18272" y="10051"/>
                    <a:pt x="26889" y="2517"/>
                  </a:cubicBezTo>
                  <a:cubicBezTo>
                    <a:pt x="27310" y="2110"/>
                    <a:pt x="27625" y="1805"/>
                    <a:pt x="27625" y="1296"/>
                  </a:cubicBezTo>
                  <a:cubicBezTo>
                    <a:pt x="27625" y="74"/>
                    <a:pt x="26364" y="74"/>
                    <a:pt x="2552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09" name="Freeform: Shape 2208">
              <a:extLst>
                <a:ext uri="{FF2B5EF4-FFF2-40B4-BE49-F238E27FC236}">
                  <a16:creationId xmlns:a16="http://schemas.microsoft.com/office/drawing/2014/main" id="{CEFC92F4-BCA5-9F42-7CDE-760D2B47FED0}"/>
                </a:ext>
              </a:extLst>
            </p:cNvPr>
            <p:cNvSpPr/>
            <p:nvPr>
              <p:custDataLst>
                <p:tags r:id="rId106"/>
              </p:custDataLst>
            </p:nvPr>
          </p:nvSpPr>
          <p:spPr>
            <a:xfrm>
              <a:off x="11607537" y="5897456"/>
              <a:ext cx="62635" cy="66685"/>
            </a:xfrm>
            <a:custGeom>
              <a:avLst/>
              <a:gdLst>
                <a:gd name="connsiteX0" fmla="*/ 724 w 62635"/>
                <a:gd name="connsiteY0" fmla="*/ 61363 h 66685"/>
                <a:gd name="connsiteX1" fmla="*/ 304 w 62635"/>
                <a:gd name="connsiteY1" fmla="*/ 63501 h 66685"/>
                <a:gd name="connsiteX2" fmla="*/ 3877 w 62635"/>
                <a:gd name="connsiteY2" fmla="*/ 66759 h 66685"/>
                <a:gd name="connsiteX3" fmla="*/ 8922 w 62635"/>
                <a:gd name="connsiteY3" fmla="*/ 61669 h 66685"/>
                <a:gd name="connsiteX4" fmla="*/ 13756 w 62635"/>
                <a:gd name="connsiteY4" fmla="*/ 43038 h 66685"/>
                <a:gd name="connsiteX5" fmla="*/ 25001 w 62635"/>
                <a:gd name="connsiteY5" fmla="*/ 45990 h 66685"/>
                <a:gd name="connsiteX6" fmla="*/ 40134 w 62635"/>
                <a:gd name="connsiteY6" fmla="*/ 38660 h 66685"/>
                <a:gd name="connsiteX7" fmla="*/ 50959 w 62635"/>
                <a:gd name="connsiteY7" fmla="*/ 45990 h 66685"/>
                <a:gd name="connsiteX8" fmla="*/ 59262 w 62635"/>
                <a:gd name="connsiteY8" fmla="*/ 40594 h 66685"/>
                <a:gd name="connsiteX9" fmla="*/ 62940 w 62635"/>
                <a:gd name="connsiteY9" fmla="*/ 30413 h 66685"/>
                <a:gd name="connsiteX10" fmla="*/ 61258 w 62635"/>
                <a:gd name="connsiteY10" fmla="*/ 29090 h 66685"/>
                <a:gd name="connsiteX11" fmla="*/ 58946 w 62635"/>
                <a:gd name="connsiteY11" fmla="*/ 32246 h 66685"/>
                <a:gd name="connsiteX12" fmla="*/ 51274 w 62635"/>
                <a:gd name="connsiteY12" fmla="*/ 43139 h 66685"/>
                <a:gd name="connsiteX13" fmla="*/ 47806 w 62635"/>
                <a:gd name="connsiteY13" fmla="*/ 38151 h 66685"/>
                <a:gd name="connsiteX14" fmla="*/ 49383 w 62635"/>
                <a:gd name="connsiteY14" fmla="*/ 30108 h 66685"/>
                <a:gd name="connsiteX15" fmla="*/ 51695 w 62635"/>
                <a:gd name="connsiteY15" fmla="*/ 20945 h 66685"/>
                <a:gd name="connsiteX16" fmla="*/ 54112 w 62635"/>
                <a:gd name="connsiteY16" fmla="*/ 11884 h 66685"/>
                <a:gd name="connsiteX17" fmla="*/ 55899 w 62635"/>
                <a:gd name="connsiteY17" fmla="*/ 4350 h 66685"/>
                <a:gd name="connsiteX18" fmla="*/ 52430 w 62635"/>
                <a:gd name="connsiteY18" fmla="*/ 1092 h 66685"/>
                <a:gd name="connsiteX19" fmla="*/ 48122 w 62635"/>
                <a:gd name="connsiteY19" fmla="*/ 3535 h 66685"/>
                <a:gd name="connsiteX20" fmla="*/ 46440 w 62635"/>
                <a:gd name="connsiteY20" fmla="*/ 9440 h 66685"/>
                <a:gd name="connsiteX21" fmla="*/ 44233 w 62635"/>
                <a:gd name="connsiteY21" fmla="*/ 17891 h 66685"/>
                <a:gd name="connsiteX22" fmla="*/ 40975 w 62635"/>
                <a:gd name="connsiteY22" fmla="*/ 30617 h 66685"/>
                <a:gd name="connsiteX23" fmla="*/ 39294 w 62635"/>
                <a:gd name="connsiteY23" fmla="*/ 34689 h 66685"/>
                <a:gd name="connsiteX24" fmla="*/ 25421 w 62635"/>
                <a:gd name="connsiteY24" fmla="*/ 43139 h 66685"/>
                <a:gd name="connsiteX25" fmla="*/ 16804 w 62635"/>
                <a:gd name="connsiteY25" fmla="*/ 34078 h 66685"/>
                <a:gd name="connsiteX26" fmla="*/ 18590 w 62635"/>
                <a:gd name="connsiteY26" fmla="*/ 24610 h 66685"/>
                <a:gd name="connsiteX27" fmla="*/ 20902 w 62635"/>
                <a:gd name="connsiteY27" fmla="*/ 15447 h 66685"/>
                <a:gd name="connsiteX28" fmla="*/ 22374 w 62635"/>
                <a:gd name="connsiteY28" fmla="*/ 9746 h 66685"/>
                <a:gd name="connsiteX29" fmla="*/ 23950 w 62635"/>
                <a:gd name="connsiteY29" fmla="*/ 3332 h 66685"/>
                <a:gd name="connsiteX30" fmla="*/ 20377 w 62635"/>
                <a:gd name="connsiteY30" fmla="*/ 74 h 66685"/>
                <a:gd name="connsiteX31" fmla="*/ 15332 w 62635"/>
                <a:gd name="connsiteY31" fmla="*/ 4859 h 66685"/>
                <a:gd name="connsiteX32" fmla="*/ 72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724" y="61363"/>
                  </a:moveTo>
                  <a:cubicBezTo>
                    <a:pt x="304" y="62890"/>
                    <a:pt x="304" y="63400"/>
                    <a:pt x="304" y="63501"/>
                  </a:cubicBezTo>
                  <a:cubicBezTo>
                    <a:pt x="304" y="65741"/>
                    <a:pt x="2196" y="66759"/>
                    <a:pt x="3877" y="66759"/>
                  </a:cubicBezTo>
                  <a:cubicBezTo>
                    <a:pt x="7660" y="66759"/>
                    <a:pt x="8501" y="63400"/>
                    <a:pt x="8922" y="61669"/>
                  </a:cubicBezTo>
                  <a:cubicBezTo>
                    <a:pt x="9132" y="61160"/>
                    <a:pt x="11234" y="53015"/>
                    <a:pt x="13756" y="43038"/>
                  </a:cubicBezTo>
                  <a:cubicBezTo>
                    <a:pt x="17014" y="45176"/>
                    <a:pt x="21218" y="45990"/>
                    <a:pt x="25001" y="45990"/>
                  </a:cubicBezTo>
                  <a:cubicBezTo>
                    <a:pt x="34039" y="45990"/>
                    <a:pt x="39924" y="38863"/>
                    <a:pt x="40134" y="38660"/>
                  </a:cubicBezTo>
                  <a:cubicBezTo>
                    <a:pt x="42131" y="45685"/>
                    <a:pt x="49383" y="45990"/>
                    <a:pt x="50959" y="45990"/>
                  </a:cubicBezTo>
                  <a:cubicBezTo>
                    <a:pt x="54742" y="45990"/>
                    <a:pt x="57370" y="43750"/>
                    <a:pt x="59262" y="40594"/>
                  </a:cubicBezTo>
                  <a:cubicBezTo>
                    <a:pt x="61574" y="36624"/>
                    <a:pt x="62940" y="30820"/>
                    <a:pt x="62940" y="30413"/>
                  </a:cubicBezTo>
                  <a:cubicBezTo>
                    <a:pt x="62940" y="29090"/>
                    <a:pt x="61574" y="29090"/>
                    <a:pt x="61258" y="29090"/>
                  </a:cubicBezTo>
                  <a:cubicBezTo>
                    <a:pt x="59787" y="29090"/>
                    <a:pt x="59682" y="29497"/>
                    <a:pt x="58946" y="32246"/>
                  </a:cubicBezTo>
                  <a:cubicBezTo>
                    <a:pt x="57685" y="37133"/>
                    <a:pt x="55688" y="43139"/>
                    <a:pt x="51274" y="43139"/>
                  </a:cubicBezTo>
                  <a:cubicBezTo>
                    <a:pt x="48542" y="43139"/>
                    <a:pt x="47806" y="40900"/>
                    <a:pt x="47806" y="38151"/>
                  </a:cubicBezTo>
                  <a:cubicBezTo>
                    <a:pt x="47806" y="36420"/>
                    <a:pt x="48647" y="32755"/>
                    <a:pt x="49383" y="30108"/>
                  </a:cubicBezTo>
                  <a:cubicBezTo>
                    <a:pt x="50118" y="27359"/>
                    <a:pt x="51169" y="23185"/>
                    <a:pt x="51695" y="20945"/>
                  </a:cubicBezTo>
                  <a:lnTo>
                    <a:pt x="54112" y="11884"/>
                  </a:lnTo>
                  <a:cubicBezTo>
                    <a:pt x="54742" y="9339"/>
                    <a:pt x="55899" y="4859"/>
                    <a:pt x="55899" y="4350"/>
                  </a:cubicBezTo>
                  <a:cubicBezTo>
                    <a:pt x="55899" y="2314"/>
                    <a:pt x="54217" y="1092"/>
                    <a:pt x="52430" y="1092"/>
                  </a:cubicBezTo>
                  <a:cubicBezTo>
                    <a:pt x="51274" y="1092"/>
                    <a:pt x="49278" y="1601"/>
                    <a:pt x="48122" y="3535"/>
                  </a:cubicBezTo>
                  <a:cubicBezTo>
                    <a:pt x="47806" y="4146"/>
                    <a:pt x="46966" y="7404"/>
                    <a:pt x="46440" y="9440"/>
                  </a:cubicBezTo>
                  <a:lnTo>
                    <a:pt x="44233" y="17891"/>
                  </a:lnTo>
                  <a:lnTo>
                    <a:pt x="40975" y="30617"/>
                  </a:lnTo>
                  <a:cubicBezTo>
                    <a:pt x="40240" y="33162"/>
                    <a:pt x="40240" y="33366"/>
                    <a:pt x="39294" y="34689"/>
                  </a:cubicBezTo>
                  <a:cubicBezTo>
                    <a:pt x="36036" y="39169"/>
                    <a:pt x="31412" y="43139"/>
                    <a:pt x="25421" y="43139"/>
                  </a:cubicBezTo>
                  <a:cubicBezTo>
                    <a:pt x="16804" y="43139"/>
                    <a:pt x="16804" y="35911"/>
                    <a:pt x="16804" y="34078"/>
                  </a:cubicBezTo>
                  <a:cubicBezTo>
                    <a:pt x="16804" y="31431"/>
                    <a:pt x="17119" y="30108"/>
                    <a:pt x="18590" y="24610"/>
                  </a:cubicBezTo>
                  <a:cubicBezTo>
                    <a:pt x="19641" y="20130"/>
                    <a:pt x="19851" y="19418"/>
                    <a:pt x="20902" y="15447"/>
                  </a:cubicBezTo>
                  <a:lnTo>
                    <a:pt x="22374" y="9746"/>
                  </a:lnTo>
                  <a:cubicBezTo>
                    <a:pt x="22899" y="7608"/>
                    <a:pt x="23950" y="3739"/>
                    <a:pt x="23950" y="3332"/>
                  </a:cubicBezTo>
                  <a:cubicBezTo>
                    <a:pt x="23950" y="1499"/>
                    <a:pt x="22479" y="74"/>
                    <a:pt x="20377" y="74"/>
                  </a:cubicBezTo>
                  <a:cubicBezTo>
                    <a:pt x="16593" y="74"/>
                    <a:pt x="15648" y="3637"/>
                    <a:pt x="15332" y="4859"/>
                  </a:cubicBezTo>
                  <a:lnTo>
                    <a:pt x="72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0" name="Freeform: Shape 2209">
              <a:extLst>
                <a:ext uri="{FF2B5EF4-FFF2-40B4-BE49-F238E27FC236}">
                  <a16:creationId xmlns:a16="http://schemas.microsoft.com/office/drawing/2014/main" id="{239AE1E0-4034-1AAF-ABD9-B3B067AA9B15}"/>
                </a:ext>
              </a:extLst>
            </p:cNvPr>
            <p:cNvSpPr/>
            <p:nvPr>
              <p:custDataLst>
                <p:tags r:id="rId107"/>
              </p:custDataLst>
            </p:nvPr>
          </p:nvSpPr>
          <p:spPr>
            <a:xfrm>
              <a:off x="11678060" y="5908393"/>
              <a:ext cx="35506" cy="63412"/>
            </a:xfrm>
            <a:custGeom>
              <a:avLst/>
              <a:gdLst>
                <a:gd name="connsiteX0" fmla="*/ 35815 w 35506"/>
                <a:gd name="connsiteY0" fmla="*/ 3202 h 63412"/>
                <a:gd name="connsiteX1" fmla="*/ 32512 w 35506"/>
                <a:gd name="connsiteY1" fmla="*/ 75 h 63412"/>
                <a:gd name="connsiteX2" fmla="*/ 27858 w 35506"/>
                <a:gd name="connsiteY2" fmla="*/ 4438 h 63412"/>
                <a:gd name="connsiteX3" fmla="*/ 31161 w 35506"/>
                <a:gd name="connsiteY3" fmla="*/ 7565 h 63412"/>
                <a:gd name="connsiteX4" fmla="*/ 35815 w 35506"/>
                <a:gd name="connsiteY4" fmla="*/ 3202 h 63412"/>
                <a:gd name="connsiteX5" fmla="*/ 19451 w 35506"/>
                <a:gd name="connsiteY5" fmla="*/ 51852 h 63412"/>
                <a:gd name="connsiteX6" fmla="*/ 8716 w 35506"/>
                <a:gd name="connsiteY6" fmla="*/ 61015 h 63412"/>
                <a:gd name="connsiteX7" fmla="*/ 6014 w 35506"/>
                <a:gd name="connsiteY7" fmla="*/ 60652 h 63412"/>
                <a:gd name="connsiteX8" fmla="*/ 8341 w 35506"/>
                <a:gd name="connsiteY8" fmla="*/ 56797 h 63412"/>
                <a:gd name="connsiteX9" fmla="*/ 4963 w 35506"/>
                <a:gd name="connsiteY9" fmla="*/ 53816 h 63412"/>
                <a:gd name="connsiteX10" fmla="*/ 309 w 35506"/>
                <a:gd name="connsiteY10" fmla="*/ 58470 h 63412"/>
                <a:gd name="connsiteX11" fmla="*/ 8791 w 35506"/>
                <a:gd name="connsiteY11" fmla="*/ 63488 h 63412"/>
                <a:gd name="connsiteX12" fmla="*/ 25982 w 35506"/>
                <a:gd name="connsiteY12" fmla="*/ 51925 h 63412"/>
                <a:gd name="connsiteX13" fmla="*/ 32738 w 35506"/>
                <a:gd name="connsiteY13" fmla="*/ 25891 h 63412"/>
                <a:gd name="connsiteX14" fmla="*/ 33113 w 35506"/>
                <a:gd name="connsiteY14" fmla="*/ 23491 h 63412"/>
                <a:gd name="connsiteX15" fmla="*/ 23880 w 35506"/>
                <a:gd name="connsiteY15" fmla="*/ 16437 h 63412"/>
                <a:gd name="connsiteX16" fmla="*/ 9242 w 35506"/>
                <a:gd name="connsiteY16" fmla="*/ 27709 h 63412"/>
                <a:gd name="connsiteX17" fmla="*/ 10818 w 35506"/>
                <a:gd name="connsiteY17" fmla="*/ 28727 h 63412"/>
                <a:gd name="connsiteX18" fmla="*/ 12470 w 35506"/>
                <a:gd name="connsiteY18" fmla="*/ 27709 h 63412"/>
                <a:gd name="connsiteX19" fmla="*/ 23579 w 35506"/>
                <a:gd name="connsiteY19" fmla="*/ 18910 h 63412"/>
                <a:gd name="connsiteX20" fmla="*/ 26732 w 35506"/>
                <a:gd name="connsiteY20" fmla="*/ 22764 h 63412"/>
                <a:gd name="connsiteX21" fmla="*/ 26507 w 35506"/>
                <a:gd name="connsiteY21" fmla="*/ 24655 h 63412"/>
                <a:gd name="connsiteX22" fmla="*/ 1945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15" y="3202"/>
                  </a:moveTo>
                  <a:cubicBezTo>
                    <a:pt x="35815" y="1529"/>
                    <a:pt x="34539" y="75"/>
                    <a:pt x="32512" y="75"/>
                  </a:cubicBezTo>
                  <a:cubicBezTo>
                    <a:pt x="30185" y="75"/>
                    <a:pt x="27858" y="2256"/>
                    <a:pt x="27858" y="4438"/>
                  </a:cubicBezTo>
                  <a:cubicBezTo>
                    <a:pt x="27858" y="6183"/>
                    <a:pt x="29285" y="7565"/>
                    <a:pt x="31161" y="7565"/>
                  </a:cubicBezTo>
                  <a:cubicBezTo>
                    <a:pt x="33714" y="7565"/>
                    <a:pt x="35815" y="5238"/>
                    <a:pt x="35815" y="3202"/>
                  </a:cubicBezTo>
                  <a:close/>
                  <a:moveTo>
                    <a:pt x="19451" y="51852"/>
                  </a:moveTo>
                  <a:cubicBezTo>
                    <a:pt x="18025" y="57379"/>
                    <a:pt x="13295" y="61015"/>
                    <a:pt x="8716" y="61015"/>
                  </a:cubicBezTo>
                  <a:cubicBezTo>
                    <a:pt x="7440" y="61015"/>
                    <a:pt x="6614" y="60797"/>
                    <a:pt x="6014" y="60652"/>
                  </a:cubicBezTo>
                  <a:cubicBezTo>
                    <a:pt x="7815" y="59634"/>
                    <a:pt x="8341" y="57743"/>
                    <a:pt x="8341" y="56797"/>
                  </a:cubicBezTo>
                  <a:cubicBezTo>
                    <a:pt x="8341" y="55561"/>
                    <a:pt x="7440" y="53816"/>
                    <a:pt x="4963" y="53816"/>
                  </a:cubicBezTo>
                  <a:cubicBezTo>
                    <a:pt x="2411" y="53816"/>
                    <a:pt x="309" y="56070"/>
                    <a:pt x="309" y="58470"/>
                  </a:cubicBezTo>
                  <a:cubicBezTo>
                    <a:pt x="309" y="61597"/>
                    <a:pt x="3687" y="63488"/>
                    <a:pt x="8791" y="63488"/>
                  </a:cubicBezTo>
                  <a:cubicBezTo>
                    <a:pt x="13896" y="63488"/>
                    <a:pt x="23655" y="60943"/>
                    <a:pt x="25982" y="51925"/>
                  </a:cubicBezTo>
                  <a:lnTo>
                    <a:pt x="32738" y="25891"/>
                  </a:lnTo>
                  <a:cubicBezTo>
                    <a:pt x="32888" y="25164"/>
                    <a:pt x="33113" y="24509"/>
                    <a:pt x="33113" y="23491"/>
                  </a:cubicBezTo>
                  <a:cubicBezTo>
                    <a:pt x="33113" y="19346"/>
                    <a:pt x="29134" y="16437"/>
                    <a:pt x="23880" y="16437"/>
                  </a:cubicBezTo>
                  <a:cubicBezTo>
                    <a:pt x="14797" y="16437"/>
                    <a:pt x="9242" y="26255"/>
                    <a:pt x="9242" y="27709"/>
                  </a:cubicBezTo>
                  <a:cubicBezTo>
                    <a:pt x="9242" y="28727"/>
                    <a:pt x="10443" y="28727"/>
                    <a:pt x="10818" y="28727"/>
                  </a:cubicBezTo>
                  <a:cubicBezTo>
                    <a:pt x="11944" y="28727"/>
                    <a:pt x="12094" y="28436"/>
                    <a:pt x="12470" y="27709"/>
                  </a:cubicBezTo>
                  <a:cubicBezTo>
                    <a:pt x="15923" y="20582"/>
                    <a:pt x="21027" y="18910"/>
                    <a:pt x="23579" y="18910"/>
                  </a:cubicBezTo>
                  <a:cubicBezTo>
                    <a:pt x="26582" y="18910"/>
                    <a:pt x="26732" y="21528"/>
                    <a:pt x="26732" y="22764"/>
                  </a:cubicBezTo>
                  <a:cubicBezTo>
                    <a:pt x="26732" y="23782"/>
                    <a:pt x="26657" y="24073"/>
                    <a:pt x="26507" y="24655"/>
                  </a:cubicBezTo>
                  <a:lnTo>
                    <a:pt x="1945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1" name="Freeform: Shape 2210">
              <a:extLst>
                <a:ext uri="{FF2B5EF4-FFF2-40B4-BE49-F238E27FC236}">
                  <a16:creationId xmlns:a16="http://schemas.microsoft.com/office/drawing/2014/main" id="{1746B81F-CD23-D70B-6813-0AA9FCA71E7B}"/>
                </a:ext>
              </a:extLst>
            </p:cNvPr>
            <p:cNvSpPr/>
            <p:nvPr>
              <p:custDataLst>
                <p:tags r:id="rId108"/>
              </p:custDataLst>
            </p:nvPr>
          </p:nvSpPr>
          <p:spPr>
            <a:xfrm>
              <a:off x="11742720" y="5914357"/>
              <a:ext cx="71043" cy="4988"/>
            </a:xfrm>
            <a:custGeom>
              <a:avLst/>
              <a:gdLst>
                <a:gd name="connsiteX0" fmla="*/ 67152 w 71043"/>
                <a:gd name="connsiteY0" fmla="*/ 5063 h 4988"/>
                <a:gd name="connsiteX1" fmla="*/ 71356 w 71043"/>
                <a:gd name="connsiteY1" fmla="*/ 2619 h 4988"/>
                <a:gd name="connsiteX2" fmla="*/ 67152 w 71043"/>
                <a:gd name="connsiteY2" fmla="*/ 74 h 4988"/>
                <a:gd name="connsiteX3" fmla="*/ 4516 w 71043"/>
                <a:gd name="connsiteY3" fmla="*/ 74 h 4988"/>
                <a:gd name="connsiteX4" fmla="*/ 312 w 71043"/>
                <a:gd name="connsiteY4" fmla="*/ 2517 h 4988"/>
                <a:gd name="connsiteX5" fmla="*/ 4516 w 71043"/>
                <a:gd name="connsiteY5" fmla="*/ 5063 h 4988"/>
                <a:gd name="connsiteX6" fmla="*/ 6715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152" y="5063"/>
                  </a:moveTo>
                  <a:cubicBezTo>
                    <a:pt x="68834" y="5063"/>
                    <a:pt x="71356" y="5063"/>
                    <a:pt x="71356" y="2619"/>
                  </a:cubicBezTo>
                  <a:cubicBezTo>
                    <a:pt x="71356" y="74"/>
                    <a:pt x="68939" y="74"/>
                    <a:pt x="67152" y="74"/>
                  </a:cubicBezTo>
                  <a:lnTo>
                    <a:pt x="4516" y="74"/>
                  </a:lnTo>
                  <a:cubicBezTo>
                    <a:pt x="2835" y="74"/>
                    <a:pt x="312" y="74"/>
                    <a:pt x="312" y="2517"/>
                  </a:cubicBezTo>
                  <a:cubicBezTo>
                    <a:pt x="312" y="5063"/>
                    <a:pt x="2730" y="5063"/>
                    <a:pt x="4516" y="5063"/>
                  </a:cubicBezTo>
                  <a:lnTo>
                    <a:pt x="6715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2" name="Freeform: Shape 2211">
              <a:extLst>
                <a:ext uri="{FF2B5EF4-FFF2-40B4-BE49-F238E27FC236}">
                  <a16:creationId xmlns:a16="http://schemas.microsoft.com/office/drawing/2014/main" id="{1F23DD5D-B7E9-16A9-A83F-D9E5C21F3CB0}"/>
                </a:ext>
              </a:extLst>
            </p:cNvPr>
            <p:cNvSpPr/>
            <p:nvPr>
              <p:custDataLst>
                <p:tags r:id="rId109"/>
              </p:custDataLst>
            </p:nvPr>
          </p:nvSpPr>
          <p:spPr>
            <a:xfrm>
              <a:off x="11827411" y="5870884"/>
              <a:ext cx="73460" cy="91221"/>
            </a:xfrm>
            <a:custGeom>
              <a:avLst/>
              <a:gdLst>
                <a:gd name="connsiteX0" fmla="*/ 7150 w 73460"/>
                <a:gd name="connsiteY0" fmla="*/ 89056 h 91221"/>
                <a:gd name="connsiteX1" fmla="*/ 13560 w 73460"/>
                <a:gd name="connsiteY1" fmla="*/ 63909 h 91221"/>
                <a:gd name="connsiteX2" fmla="*/ 37417 w 73460"/>
                <a:gd name="connsiteY2" fmla="*/ 72868 h 91221"/>
                <a:gd name="connsiteX3" fmla="*/ 72939 w 73460"/>
                <a:gd name="connsiteY3" fmla="*/ 44565 h 91221"/>
                <a:gd name="connsiteX4" fmla="*/ 65792 w 73460"/>
                <a:gd name="connsiteY4" fmla="*/ 30719 h 91221"/>
                <a:gd name="connsiteX5" fmla="*/ 73779 w 73460"/>
                <a:gd name="connsiteY5" fmla="*/ 14531 h 91221"/>
                <a:gd name="connsiteX6" fmla="*/ 55073 w 73460"/>
                <a:gd name="connsiteY6" fmla="*/ 74 h 91221"/>
                <a:gd name="connsiteX7" fmla="*/ 16608 w 73460"/>
                <a:gd name="connsiteY7" fmla="*/ 26137 h 91221"/>
                <a:gd name="connsiteX8" fmla="*/ 739 w 73460"/>
                <a:gd name="connsiteY8" fmla="*/ 87732 h 91221"/>
                <a:gd name="connsiteX9" fmla="*/ 319 w 73460"/>
                <a:gd name="connsiteY9" fmla="*/ 89463 h 91221"/>
                <a:gd name="connsiteX10" fmla="*/ 3682 w 73460"/>
                <a:gd name="connsiteY10" fmla="*/ 91295 h 91221"/>
                <a:gd name="connsiteX11" fmla="*/ 7150 w 73460"/>
                <a:gd name="connsiteY11" fmla="*/ 89056 h 91221"/>
                <a:gd name="connsiteX12" fmla="*/ 40044 w 73460"/>
                <a:gd name="connsiteY12" fmla="*/ 32042 h 91221"/>
                <a:gd name="connsiteX13" fmla="*/ 47085 w 73460"/>
                <a:gd name="connsiteY13" fmla="*/ 31024 h 91221"/>
                <a:gd name="connsiteX14" fmla="*/ 52025 w 73460"/>
                <a:gd name="connsiteY14" fmla="*/ 31431 h 91221"/>
                <a:gd name="connsiteX15" fmla="*/ 45614 w 73460"/>
                <a:gd name="connsiteY15" fmla="*/ 32653 h 91221"/>
                <a:gd name="connsiteX16" fmla="*/ 40044 w 73460"/>
                <a:gd name="connsiteY16" fmla="*/ 32042 h 91221"/>
                <a:gd name="connsiteX17" fmla="*/ 57069 w 73460"/>
                <a:gd name="connsiteY17" fmla="*/ 27155 h 91221"/>
                <a:gd name="connsiteX18" fmla="*/ 47401 w 73460"/>
                <a:gd name="connsiteY18" fmla="*/ 26341 h 91221"/>
                <a:gd name="connsiteX19" fmla="*/ 33318 w 73460"/>
                <a:gd name="connsiteY19" fmla="*/ 32449 h 91221"/>
                <a:gd name="connsiteX20" fmla="*/ 45404 w 73460"/>
                <a:gd name="connsiteY20" fmla="*/ 37336 h 91221"/>
                <a:gd name="connsiteX21" fmla="*/ 58330 w 73460"/>
                <a:gd name="connsiteY21" fmla="*/ 35198 h 91221"/>
                <a:gd name="connsiteX22" fmla="*/ 59592 w 73460"/>
                <a:gd name="connsiteY22" fmla="*/ 40594 h 91221"/>
                <a:gd name="connsiteX23" fmla="*/ 53391 w 73460"/>
                <a:gd name="connsiteY23" fmla="*/ 60752 h 91221"/>
                <a:gd name="connsiteX24" fmla="*/ 37312 w 73460"/>
                <a:gd name="connsiteY24" fmla="*/ 68185 h 91221"/>
                <a:gd name="connsiteX25" fmla="*/ 16713 w 73460"/>
                <a:gd name="connsiteY25" fmla="*/ 53728 h 91221"/>
                <a:gd name="connsiteX26" fmla="*/ 18605 w 73460"/>
                <a:gd name="connsiteY26" fmla="*/ 44667 h 91221"/>
                <a:gd name="connsiteX27" fmla="*/ 22704 w 73460"/>
                <a:gd name="connsiteY27" fmla="*/ 28479 h 91221"/>
                <a:gd name="connsiteX28" fmla="*/ 33844 w 73460"/>
                <a:gd name="connsiteY28" fmla="*/ 11884 h 91221"/>
                <a:gd name="connsiteX29" fmla="*/ 54547 w 73460"/>
                <a:gd name="connsiteY29" fmla="*/ 4757 h 91221"/>
                <a:gd name="connsiteX30" fmla="*/ 61693 w 73460"/>
                <a:gd name="connsiteY30" fmla="*/ 10866 h 91221"/>
                <a:gd name="connsiteX31" fmla="*/ 57069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150" y="89056"/>
                  </a:moveTo>
                  <a:lnTo>
                    <a:pt x="13560" y="63909"/>
                  </a:lnTo>
                  <a:cubicBezTo>
                    <a:pt x="15557" y="66454"/>
                    <a:pt x="22599" y="72868"/>
                    <a:pt x="37417" y="72868"/>
                  </a:cubicBezTo>
                  <a:cubicBezTo>
                    <a:pt x="60958" y="72868"/>
                    <a:pt x="72939" y="57393"/>
                    <a:pt x="72939" y="44565"/>
                  </a:cubicBezTo>
                  <a:cubicBezTo>
                    <a:pt x="72939" y="38660"/>
                    <a:pt x="70521" y="33977"/>
                    <a:pt x="65792" y="30719"/>
                  </a:cubicBezTo>
                  <a:cubicBezTo>
                    <a:pt x="70416" y="27053"/>
                    <a:pt x="73779" y="20538"/>
                    <a:pt x="73779" y="14531"/>
                  </a:cubicBezTo>
                  <a:cubicBezTo>
                    <a:pt x="73779" y="6284"/>
                    <a:pt x="67684" y="74"/>
                    <a:pt x="55073" y="74"/>
                  </a:cubicBezTo>
                  <a:cubicBezTo>
                    <a:pt x="39519" y="74"/>
                    <a:pt x="20812" y="9644"/>
                    <a:pt x="16608" y="26137"/>
                  </a:cubicBezTo>
                  <a:lnTo>
                    <a:pt x="739" y="87732"/>
                  </a:lnTo>
                  <a:cubicBezTo>
                    <a:pt x="319" y="89157"/>
                    <a:pt x="319" y="89361"/>
                    <a:pt x="319" y="89463"/>
                  </a:cubicBezTo>
                  <a:cubicBezTo>
                    <a:pt x="319" y="91295"/>
                    <a:pt x="2105" y="91295"/>
                    <a:pt x="3682" y="91295"/>
                  </a:cubicBezTo>
                  <a:cubicBezTo>
                    <a:pt x="5784" y="91295"/>
                    <a:pt x="6624" y="91295"/>
                    <a:pt x="7150" y="89056"/>
                  </a:cubicBezTo>
                  <a:close/>
                  <a:moveTo>
                    <a:pt x="40044" y="32042"/>
                  </a:moveTo>
                  <a:cubicBezTo>
                    <a:pt x="41410" y="31431"/>
                    <a:pt x="42356" y="31024"/>
                    <a:pt x="47085" y="31024"/>
                  </a:cubicBezTo>
                  <a:cubicBezTo>
                    <a:pt x="48767" y="31024"/>
                    <a:pt x="50133" y="31024"/>
                    <a:pt x="52025" y="31431"/>
                  </a:cubicBezTo>
                  <a:cubicBezTo>
                    <a:pt x="49713" y="32653"/>
                    <a:pt x="47506" y="32653"/>
                    <a:pt x="45614" y="32653"/>
                  </a:cubicBezTo>
                  <a:cubicBezTo>
                    <a:pt x="42461" y="32653"/>
                    <a:pt x="42146" y="32551"/>
                    <a:pt x="40044" y="32042"/>
                  </a:cubicBezTo>
                  <a:close/>
                  <a:moveTo>
                    <a:pt x="57069" y="27155"/>
                  </a:moveTo>
                  <a:cubicBezTo>
                    <a:pt x="53076" y="26341"/>
                    <a:pt x="49503" y="26341"/>
                    <a:pt x="47401" y="26341"/>
                  </a:cubicBezTo>
                  <a:cubicBezTo>
                    <a:pt x="42882" y="26341"/>
                    <a:pt x="33318" y="26341"/>
                    <a:pt x="33318" y="32449"/>
                  </a:cubicBezTo>
                  <a:cubicBezTo>
                    <a:pt x="33318" y="37234"/>
                    <a:pt x="40254" y="37336"/>
                    <a:pt x="45404" y="37336"/>
                  </a:cubicBezTo>
                  <a:cubicBezTo>
                    <a:pt x="48452" y="37336"/>
                    <a:pt x="52760" y="37336"/>
                    <a:pt x="58330" y="35198"/>
                  </a:cubicBezTo>
                  <a:cubicBezTo>
                    <a:pt x="59276" y="36624"/>
                    <a:pt x="59592" y="38762"/>
                    <a:pt x="59592" y="40594"/>
                  </a:cubicBezTo>
                  <a:cubicBezTo>
                    <a:pt x="59592" y="44157"/>
                    <a:pt x="57385" y="55357"/>
                    <a:pt x="53391" y="60752"/>
                  </a:cubicBezTo>
                  <a:cubicBezTo>
                    <a:pt x="49608" y="65741"/>
                    <a:pt x="43828" y="68185"/>
                    <a:pt x="37312" y="68185"/>
                  </a:cubicBezTo>
                  <a:cubicBezTo>
                    <a:pt x="28379" y="68185"/>
                    <a:pt x="16713" y="64214"/>
                    <a:pt x="16713" y="53728"/>
                  </a:cubicBezTo>
                  <a:cubicBezTo>
                    <a:pt x="16713" y="51793"/>
                    <a:pt x="17764" y="47619"/>
                    <a:pt x="18605" y="44667"/>
                  </a:cubicBezTo>
                  <a:cubicBezTo>
                    <a:pt x="19130" y="42427"/>
                    <a:pt x="22493" y="29395"/>
                    <a:pt x="22704" y="28479"/>
                  </a:cubicBezTo>
                  <a:cubicBezTo>
                    <a:pt x="23649" y="24915"/>
                    <a:pt x="25436" y="17992"/>
                    <a:pt x="33844" y="11884"/>
                  </a:cubicBezTo>
                  <a:cubicBezTo>
                    <a:pt x="42461" y="5572"/>
                    <a:pt x="50764" y="4757"/>
                    <a:pt x="54547" y="4757"/>
                  </a:cubicBezTo>
                  <a:cubicBezTo>
                    <a:pt x="61693" y="4757"/>
                    <a:pt x="61693" y="9237"/>
                    <a:pt x="61693" y="10866"/>
                  </a:cubicBezTo>
                  <a:cubicBezTo>
                    <a:pt x="61693" y="13309"/>
                    <a:pt x="59802" y="22574"/>
                    <a:pt x="57069"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3" name="Freeform: Shape 2212">
              <a:extLst>
                <a:ext uri="{FF2B5EF4-FFF2-40B4-BE49-F238E27FC236}">
                  <a16:creationId xmlns:a16="http://schemas.microsoft.com/office/drawing/2014/main" id="{6ABB3D1E-9F5F-9140-3B3A-18BBB96328E5}"/>
                </a:ext>
              </a:extLst>
            </p:cNvPr>
            <p:cNvSpPr/>
            <p:nvPr>
              <p:custDataLst>
                <p:tags r:id="rId110"/>
              </p:custDataLst>
            </p:nvPr>
          </p:nvSpPr>
          <p:spPr>
            <a:xfrm>
              <a:off x="11915608" y="5847994"/>
              <a:ext cx="62605" cy="50468"/>
            </a:xfrm>
            <a:custGeom>
              <a:avLst/>
              <a:gdLst>
                <a:gd name="connsiteX0" fmla="*/ 33729 w 62605"/>
                <a:gd name="connsiteY0" fmla="*/ 4143 h 50468"/>
                <a:gd name="connsiteX1" fmla="*/ 59702 w 62605"/>
                <a:gd name="connsiteY1" fmla="*/ 4143 h 50468"/>
                <a:gd name="connsiteX2" fmla="*/ 62930 w 62605"/>
                <a:gd name="connsiteY2" fmla="*/ 2107 h 50468"/>
                <a:gd name="connsiteX3" fmla="*/ 59702 w 62605"/>
                <a:gd name="connsiteY3" fmla="*/ 71 h 50468"/>
                <a:gd name="connsiteX4" fmla="*/ 3552 w 62605"/>
                <a:gd name="connsiteY4" fmla="*/ 71 h 50468"/>
                <a:gd name="connsiteX5" fmla="*/ 324 w 62605"/>
                <a:gd name="connsiteY5" fmla="*/ 2107 h 50468"/>
                <a:gd name="connsiteX6" fmla="*/ 3552 w 62605"/>
                <a:gd name="connsiteY6" fmla="*/ 4143 h 50468"/>
                <a:gd name="connsiteX7" fmla="*/ 29525 w 62605"/>
                <a:gd name="connsiteY7" fmla="*/ 4143 h 50468"/>
                <a:gd name="connsiteX8" fmla="*/ 29525 w 62605"/>
                <a:gd name="connsiteY8" fmla="*/ 47412 h 50468"/>
                <a:gd name="connsiteX9" fmla="*/ 31627 w 62605"/>
                <a:gd name="connsiteY9" fmla="*/ 50539 h 50468"/>
                <a:gd name="connsiteX10" fmla="*/ 33729 w 62605"/>
                <a:gd name="connsiteY10" fmla="*/ 47412 h 50468"/>
                <a:gd name="connsiteX11" fmla="*/ 3372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729" y="4143"/>
                  </a:moveTo>
                  <a:lnTo>
                    <a:pt x="59702" y="4143"/>
                  </a:lnTo>
                  <a:cubicBezTo>
                    <a:pt x="60903" y="4143"/>
                    <a:pt x="62930" y="4143"/>
                    <a:pt x="62930" y="2107"/>
                  </a:cubicBezTo>
                  <a:cubicBezTo>
                    <a:pt x="62930" y="71"/>
                    <a:pt x="60903" y="71"/>
                    <a:pt x="59702" y="71"/>
                  </a:cubicBezTo>
                  <a:lnTo>
                    <a:pt x="3552" y="71"/>
                  </a:lnTo>
                  <a:cubicBezTo>
                    <a:pt x="2426" y="71"/>
                    <a:pt x="324" y="71"/>
                    <a:pt x="324" y="2107"/>
                  </a:cubicBezTo>
                  <a:cubicBezTo>
                    <a:pt x="324" y="4143"/>
                    <a:pt x="2426" y="4143"/>
                    <a:pt x="3552" y="4143"/>
                  </a:cubicBezTo>
                  <a:lnTo>
                    <a:pt x="29525" y="4143"/>
                  </a:lnTo>
                  <a:lnTo>
                    <a:pt x="29525" y="47412"/>
                  </a:lnTo>
                  <a:cubicBezTo>
                    <a:pt x="29525" y="48503"/>
                    <a:pt x="29525" y="50539"/>
                    <a:pt x="31627" y="50539"/>
                  </a:cubicBezTo>
                  <a:cubicBezTo>
                    <a:pt x="33729" y="50539"/>
                    <a:pt x="33729" y="48576"/>
                    <a:pt x="33729" y="47412"/>
                  </a:cubicBezTo>
                  <a:lnTo>
                    <a:pt x="3372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4" name="Freeform: Shape 2213">
              <a:extLst>
                <a:ext uri="{FF2B5EF4-FFF2-40B4-BE49-F238E27FC236}">
                  <a16:creationId xmlns:a16="http://schemas.microsoft.com/office/drawing/2014/main" id="{21A298BD-5EA0-2832-2BF0-3B187B3272B2}"/>
                </a:ext>
              </a:extLst>
            </p:cNvPr>
            <p:cNvSpPr/>
            <p:nvPr>
              <p:custDataLst>
                <p:tags r:id="rId111"/>
              </p:custDataLst>
            </p:nvPr>
          </p:nvSpPr>
          <p:spPr>
            <a:xfrm>
              <a:off x="11998733" y="5897151"/>
              <a:ext cx="64422" cy="45203"/>
            </a:xfrm>
            <a:custGeom>
              <a:avLst/>
              <a:gdLst>
                <a:gd name="connsiteX0" fmla="*/ 38164 w 64422"/>
                <a:gd name="connsiteY0" fmla="*/ 20639 h 45203"/>
                <a:gd name="connsiteX1" fmla="*/ 52667 w 64422"/>
                <a:gd name="connsiteY1" fmla="*/ 6488 h 45203"/>
                <a:gd name="connsiteX2" fmla="*/ 62440 w 64422"/>
                <a:gd name="connsiteY2" fmla="*/ 5775 h 45203"/>
                <a:gd name="connsiteX3" fmla="*/ 62440 w 64422"/>
                <a:gd name="connsiteY3" fmla="*/ 74 h 45203"/>
                <a:gd name="connsiteX4" fmla="*/ 52246 w 64422"/>
                <a:gd name="connsiteY4" fmla="*/ 481 h 45203"/>
                <a:gd name="connsiteX5" fmla="*/ 40581 w 64422"/>
                <a:gd name="connsiteY5" fmla="*/ 74 h 45203"/>
                <a:gd name="connsiteX6" fmla="*/ 40581 w 64422"/>
                <a:gd name="connsiteY6" fmla="*/ 5775 h 45203"/>
                <a:gd name="connsiteX7" fmla="*/ 43418 w 64422"/>
                <a:gd name="connsiteY7" fmla="*/ 6386 h 45203"/>
                <a:gd name="connsiteX8" fmla="*/ 33540 w 64422"/>
                <a:gd name="connsiteY8" fmla="*/ 16058 h 45203"/>
                <a:gd name="connsiteX9" fmla="*/ 23345 w 64422"/>
                <a:gd name="connsiteY9" fmla="*/ 5775 h 45203"/>
                <a:gd name="connsiteX10" fmla="*/ 26183 w 64422"/>
                <a:gd name="connsiteY10" fmla="*/ 5775 h 45203"/>
                <a:gd name="connsiteX11" fmla="*/ 26183 w 64422"/>
                <a:gd name="connsiteY11" fmla="*/ 74 h 45203"/>
                <a:gd name="connsiteX12" fmla="*/ 12836 w 64422"/>
                <a:gd name="connsiteY12" fmla="*/ 481 h 45203"/>
                <a:gd name="connsiteX13" fmla="*/ 960 w 64422"/>
                <a:gd name="connsiteY13" fmla="*/ 74 h 45203"/>
                <a:gd name="connsiteX14" fmla="*/ 960 w 64422"/>
                <a:gd name="connsiteY14" fmla="*/ 5775 h 45203"/>
                <a:gd name="connsiteX15" fmla="*/ 8843 w 64422"/>
                <a:gd name="connsiteY15" fmla="*/ 5775 h 45203"/>
                <a:gd name="connsiteX16" fmla="*/ 26078 w 64422"/>
                <a:gd name="connsiteY16" fmla="*/ 23185 h 45203"/>
                <a:gd name="connsiteX17" fmla="*/ 10944 w 64422"/>
                <a:gd name="connsiteY17" fmla="*/ 37947 h 45203"/>
                <a:gd name="connsiteX18" fmla="*/ 6215 w 64422"/>
                <a:gd name="connsiteY18" fmla="*/ 39474 h 45203"/>
                <a:gd name="connsiteX19" fmla="*/ 330 w 64422"/>
                <a:gd name="connsiteY19" fmla="*/ 39576 h 45203"/>
                <a:gd name="connsiteX20" fmla="*/ 330 w 64422"/>
                <a:gd name="connsiteY20" fmla="*/ 45277 h 45203"/>
                <a:gd name="connsiteX21" fmla="*/ 10524 w 64422"/>
                <a:gd name="connsiteY21" fmla="*/ 44870 h 45203"/>
                <a:gd name="connsiteX22" fmla="*/ 22189 w 64422"/>
                <a:gd name="connsiteY22" fmla="*/ 45277 h 45203"/>
                <a:gd name="connsiteX23" fmla="*/ 22189 w 64422"/>
                <a:gd name="connsiteY23" fmla="*/ 39576 h 45203"/>
                <a:gd name="connsiteX24" fmla="*/ 19352 w 64422"/>
                <a:gd name="connsiteY24" fmla="*/ 38863 h 45203"/>
                <a:gd name="connsiteX25" fmla="*/ 30702 w 64422"/>
                <a:gd name="connsiteY25" fmla="*/ 27868 h 45203"/>
                <a:gd name="connsiteX26" fmla="*/ 42367 w 64422"/>
                <a:gd name="connsiteY26" fmla="*/ 39576 h 45203"/>
                <a:gd name="connsiteX27" fmla="*/ 39635 w 64422"/>
                <a:gd name="connsiteY27" fmla="*/ 39576 h 45203"/>
                <a:gd name="connsiteX28" fmla="*/ 39635 w 64422"/>
                <a:gd name="connsiteY28" fmla="*/ 45277 h 45203"/>
                <a:gd name="connsiteX29" fmla="*/ 52982 w 64422"/>
                <a:gd name="connsiteY29" fmla="*/ 44870 h 45203"/>
                <a:gd name="connsiteX30" fmla="*/ 64752 w 64422"/>
                <a:gd name="connsiteY30" fmla="*/ 45277 h 45203"/>
                <a:gd name="connsiteX31" fmla="*/ 64752 w 64422"/>
                <a:gd name="connsiteY31" fmla="*/ 39576 h 45203"/>
                <a:gd name="connsiteX32" fmla="*/ 56976 w 64422"/>
                <a:gd name="connsiteY32" fmla="*/ 39576 h 45203"/>
                <a:gd name="connsiteX33" fmla="*/ 3816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164" y="20639"/>
                  </a:moveTo>
                  <a:lnTo>
                    <a:pt x="52667" y="6488"/>
                  </a:lnTo>
                  <a:cubicBezTo>
                    <a:pt x="55189" y="5775"/>
                    <a:pt x="57921" y="5775"/>
                    <a:pt x="62440" y="5775"/>
                  </a:cubicBezTo>
                  <a:lnTo>
                    <a:pt x="62440" y="74"/>
                  </a:lnTo>
                  <a:cubicBezTo>
                    <a:pt x="59077" y="379"/>
                    <a:pt x="55609" y="481"/>
                    <a:pt x="52246" y="481"/>
                  </a:cubicBezTo>
                  <a:cubicBezTo>
                    <a:pt x="48673" y="481"/>
                    <a:pt x="41422" y="176"/>
                    <a:pt x="40581" y="74"/>
                  </a:cubicBezTo>
                  <a:lnTo>
                    <a:pt x="40581" y="5775"/>
                  </a:lnTo>
                  <a:cubicBezTo>
                    <a:pt x="41947" y="5775"/>
                    <a:pt x="42683" y="5979"/>
                    <a:pt x="43418" y="6386"/>
                  </a:cubicBezTo>
                  <a:lnTo>
                    <a:pt x="33540" y="16058"/>
                  </a:lnTo>
                  <a:lnTo>
                    <a:pt x="23345" y="5775"/>
                  </a:lnTo>
                  <a:lnTo>
                    <a:pt x="26183" y="5775"/>
                  </a:lnTo>
                  <a:lnTo>
                    <a:pt x="26183" y="74"/>
                  </a:lnTo>
                  <a:cubicBezTo>
                    <a:pt x="25552" y="74"/>
                    <a:pt x="17250" y="481"/>
                    <a:pt x="12836" y="481"/>
                  </a:cubicBezTo>
                  <a:cubicBezTo>
                    <a:pt x="8843" y="481"/>
                    <a:pt x="4954" y="379"/>
                    <a:pt x="960" y="74"/>
                  </a:cubicBezTo>
                  <a:lnTo>
                    <a:pt x="960" y="5775"/>
                  </a:lnTo>
                  <a:lnTo>
                    <a:pt x="8843" y="5775"/>
                  </a:lnTo>
                  <a:lnTo>
                    <a:pt x="26078" y="23185"/>
                  </a:lnTo>
                  <a:lnTo>
                    <a:pt x="10944" y="37947"/>
                  </a:lnTo>
                  <a:cubicBezTo>
                    <a:pt x="9578" y="39169"/>
                    <a:pt x="9473" y="39271"/>
                    <a:pt x="6215" y="39474"/>
                  </a:cubicBezTo>
                  <a:cubicBezTo>
                    <a:pt x="4534" y="39576"/>
                    <a:pt x="855" y="39576"/>
                    <a:pt x="330" y="39576"/>
                  </a:cubicBezTo>
                  <a:lnTo>
                    <a:pt x="330" y="45277"/>
                  </a:lnTo>
                  <a:cubicBezTo>
                    <a:pt x="3693" y="44972"/>
                    <a:pt x="7161" y="44870"/>
                    <a:pt x="10524" y="44870"/>
                  </a:cubicBezTo>
                  <a:cubicBezTo>
                    <a:pt x="13362" y="44870"/>
                    <a:pt x="20823" y="45176"/>
                    <a:pt x="22189" y="45277"/>
                  </a:cubicBezTo>
                  <a:lnTo>
                    <a:pt x="22189" y="39576"/>
                  </a:lnTo>
                  <a:cubicBezTo>
                    <a:pt x="20508" y="39576"/>
                    <a:pt x="20088" y="39372"/>
                    <a:pt x="19352" y="38863"/>
                  </a:cubicBezTo>
                  <a:lnTo>
                    <a:pt x="30702" y="27868"/>
                  </a:lnTo>
                  <a:lnTo>
                    <a:pt x="42367" y="39576"/>
                  </a:lnTo>
                  <a:lnTo>
                    <a:pt x="39635" y="39576"/>
                  </a:lnTo>
                  <a:lnTo>
                    <a:pt x="39635" y="45277"/>
                  </a:lnTo>
                  <a:cubicBezTo>
                    <a:pt x="39740" y="45277"/>
                    <a:pt x="48148" y="44870"/>
                    <a:pt x="52982" y="44870"/>
                  </a:cubicBezTo>
                  <a:cubicBezTo>
                    <a:pt x="56870" y="44870"/>
                    <a:pt x="60864" y="44972"/>
                    <a:pt x="64752" y="45277"/>
                  </a:cubicBezTo>
                  <a:lnTo>
                    <a:pt x="64752" y="39576"/>
                  </a:lnTo>
                  <a:lnTo>
                    <a:pt x="56976" y="39576"/>
                  </a:lnTo>
                  <a:lnTo>
                    <a:pt x="3816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5" name="Freeform: Shape 2214">
              <a:extLst>
                <a:ext uri="{FF2B5EF4-FFF2-40B4-BE49-F238E27FC236}">
                  <a16:creationId xmlns:a16="http://schemas.microsoft.com/office/drawing/2014/main" id="{C9A885D8-195F-1072-0157-CC0873BF16BA}"/>
                </a:ext>
              </a:extLst>
            </p:cNvPr>
            <p:cNvSpPr/>
            <p:nvPr>
              <p:custDataLst>
                <p:tags r:id="rId112"/>
              </p:custDataLst>
            </p:nvPr>
          </p:nvSpPr>
          <p:spPr>
            <a:xfrm>
              <a:off x="12074268" y="5865997"/>
              <a:ext cx="27219" cy="101707"/>
            </a:xfrm>
            <a:custGeom>
              <a:avLst/>
              <a:gdLst>
                <a:gd name="connsiteX0" fmla="*/ 2331 w 27219"/>
                <a:gd name="connsiteY0" fmla="*/ 74 h 101707"/>
                <a:gd name="connsiteX1" fmla="*/ 335 w 27219"/>
                <a:gd name="connsiteY1" fmla="*/ 1296 h 101707"/>
                <a:gd name="connsiteX2" fmla="*/ 1281 w 27219"/>
                <a:gd name="connsiteY2" fmla="*/ 2823 h 101707"/>
                <a:gd name="connsiteX3" fmla="*/ 20408 w 27219"/>
                <a:gd name="connsiteY3" fmla="*/ 50877 h 101707"/>
                <a:gd name="connsiteX4" fmla="*/ 2226 w 27219"/>
                <a:gd name="connsiteY4" fmla="*/ 98218 h 101707"/>
                <a:gd name="connsiteX5" fmla="*/ 335 w 27219"/>
                <a:gd name="connsiteY5" fmla="*/ 100560 h 101707"/>
                <a:gd name="connsiteX6" fmla="*/ 1701 w 27219"/>
                <a:gd name="connsiteY6" fmla="*/ 101782 h 101707"/>
                <a:gd name="connsiteX7" fmla="*/ 19882 w 27219"/>
                <a:gd name="connsiteY7" fmla="*/ 82336 h 101707"/>
                <a:gd name="connsiteX8" fmla="*/ 27554 w 27219"/>
                <a:gd name="connsiteY8" fmla="*/ 50979 h 101707"/>
                <a:gd name="connsiteX9" fmla="*/ 2331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31" y="74"/>
                  </a:moveTo>
                  <a:cubicBezTo>
                    <a:pt x="1596" y="74"/>
                    <a:pt x="335" y="74"/>
                    <a:pt x="335" y="1296"/>
                  </a:cubicBezTo>
                  <a:cubicBezTo>
                    <a:pt x="335" y="1805"/>
                    <a:pt x="650" y="2110"/>
                    <a:pt x="1281" y="2823"/>
                  </a:cubicBezTo>
                  <a:cubicBezTo>
                    <a:pt x="10319" y="10866"/>
                    <a:pt x="20408" y="24610"/>
                    <a:pt x="20408" y="50877"/>
                  </a:cubicBezTo>
                  <a:cubicBezTo>
                    <a:pt x="20408" y="72155"/>
                    <a:pt x="13577" y="88241"/>
                    <a:pt x="2226" y="98218"/>
                  </a:cubicBezTo>
                  <a:cubicBezTo>
                    <a:pt x="440" y="99949"/>
                    <a:pt x="335" y="100051"/>
                    <a:pt x="335" y="100560"/>
                  </a:cubicBezTo>
                  <a:cubicBezTo>
                    <a:pt x="335" y="101069"/>
                    <a:pt x="650" y="101782"/>
                    <a:pt x="1701" y="101782"/>
                  </a:cubicBezTo>
                  <a:cubicBezTo>
                    <a:pt x="2962" y="101782"/>
                    <a:pt x="12946" y="95062"/>
                    <a:pt x="19882" y="82336"/>
                  </a:cubicBezTo>
                  <a:cubicBezTo>
                    <a:pt x="24506" y="73886"/>
                    <a:pt x="27554" y="62890"/>
                    <a:pt x="27554" y="50979"/>
                  </a:cubicBezTo>
                  <a:cubicBezTo>
                    <a:pt x="27554" y="36624"/>
                    <a:pt x="23140" y="14327"/>
                    <a:pt x="2331"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6" name="Freeform: Shape 2215">
              <a:extLst>
                <a:ext uri="{FF2B5EF4-FFF2-40B4-BE49-F238E27FC236}">
                  <a16:creationId xmlns:a16="http://schemas.microsoft.com/office/drawing/2014/main" id="{BB05E698-58E9-3CE2-B2F9-A962CA9340A8}"/>
                </a:ext>
              </a:extLst>
            </p:cNvPr>
            <p:cNvSpPr/>
            <p:nvPr>
              <p:custDataLst>
                <p:tags r:id="rId113"/>
              </p:custDataLst>
            </p:nvPr>
          </p:nvSpPr>
          <p:spPr>
            <a:xfrm>
              <a:off x="12167504" y="5958337"/>
              <a:ext cx="15914" cy="15416"/>
            </a:xfrm>
            <a:custGeom>
              <a:avLst/>
              <a:gdLst>
                <a:gd name="connsiteX0" fmla="*/ 16255 w 15914"/>
                <a:gd name="connsiteY0" fmla="*/ 7786 h 15416"/>
                <a:gd name="connsiteX1" fmla="*/ 8298 w 15914"/>
                <a:gd name="connsiteY1" fmla="*/ 78 h 15416"/>
                <a:gd name="connsiteX2" fmla="*/ 341 w 15914"/>
                <a:gd name="connsiteY2" fmla="*/ 7786 h 15416"/>
                <a:gd name="connsiteX3" fmla="*/ 8298 w 15914"/>
                <a:gd name="connsiteY3" fmla="*/ 15495 h 15416"/>
                <a:gd name="connsiteX4" fmla="*/ 16255 w 15914"/>
                <a:gd name="connsiteY4" fmla="*/ 7786 h 15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4" h="15416">
                  <a:moveTo>
                    <a:pt x="16255" y="7786"/>
                  </a:moveTo>
                  <a:cubicBezTo>
                    <a:pt x="16255" y="3569"/>
                    <a:pt x="12652" y="78"/>
                    <a:pt x="8298" y="78"/>
                  </a:cubicBezTo>
                  <a:cubicBezTo>
                    <a:pt x="3944" y="78"/>
                    <a:pt x="341" y="3569"/>
                    <a:pt x="341" y="7786"/>
                  </a:cubicBezTo>
                  <a:cubicBezTo>
                    <a:pt x="341" y="12004"/>
                    <a:pt x="3944" y="15495"/>
                    <a:pt x="8298" y="15495"/>
                  </a:cubicBezTo>
                  <a:cubicBezTo>
                    <a:pt x="12652" y="15495"/>
                    <a:pt x="16255" y="12004"/>
                    <a:pt x="16255" y="778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7" name="Freeform: Shape 2216">
              <a:extLst>
                <a:ext uri="{FF2B5EF4-FFF2-40B4-BE49-F238E27FC236}">
                  <a16:creationId xmlns:a16="http://schemas.microsoft.com/office/drawing/2014/main" id="{30BFF707-447E-F673-2F4F-D0C64C98D413}"/>
                </a:ext>
              </a:extLst>
            </p:cNvPr>
            <p:cNvSpPr/>
            <p:nvPr>
              <p:custDataLst>
                <p:tags r:id="rId114"/>
              </p:custDataLst>
            </p:nvPr>
          </p:nvSpPr>
          <p:spPr>
            <a:xfrm>
              <a:off x="12236565" y="5938121"/>
              <a:ext cx="57651" cy="65885"/>
            </a:xfrm>
            <a:custGeom>
              <a:avLst/>
              <a:gdLst>
                <a:gd name="connsiteX0" fmla="*/ 21514 w 57651"/>
                <a:gd name="connsiteY0" fmla="*/ 30766 h 65885"/>
                <a:gd name="connsiteX1" fmla="*/ 44485 w 57651"/>
                <a:gd name="connsiteY1" fmla="*/ 27421 h 65885"/>
                <a:gd name="connsiteX2" fmla="*/ 55745 w 57651"/>
                <a:gd name="connsiteY2" fmla="*/ 12441 h 65885"/>
                <a:gd name="connsiteX3" fmla="*/ 39681 w 57651"/>
                <a:gd name="connsiteY3" fmla="*/ 78 h 65885"/>
                <a:gd name="connsiteX4" fmla="*/ 345 w 57651"/>
                <a:gd name="connsiteY4" fmla="*/ 39638 h 65885"/>
                <a:gd name="connsiteX5" fmla="*/ 23917 w 57651"/>
                <a:gd name="connsiteY5" fmla="*/ 65963 h 65885"/>
                <a:gd name="connsiteX6" fmla="*/ 57997 w 57651"/>
                <a:gd name="connsiteY6" fmla="*/ 48801 h 65885"/>
                <a:gd name="connsiteX7" fmla="*/ 56195 w 57651"/>
                <a:gd name="connsiteY7" fmla="*/ 46910 h 65885"/>
                <a:gd name="connsiteX8" fmla="*/ 54244 w 57651"/>
                <a:gd name="connsiteY8" fmla="*/ 48365 h 65885"/>
                <a:gd name="connsiteX9" fmla="*/ 24217 w 57651"/>
                <a:gd name="connsiteY9" fmla="*/ 62764 h 65885"/>
                <a:gd name="connsiteX10" fmla="*/ 11155 w 57651"/>
                <a:gd name="connsiteY10" fmla="*/ 45892 h 65885"/>
                <a:gd name="connsiteX11" fmla="*/ 13557 w 57651"/>
                <a:gd name="connsiteY11" fmla="*/ 30766 h 65885"/>
                <a:gd name="connsiteX12" fmla="*/ 21514 w 57651"/>
                <a:gd name="connsiteY12" fmla="*/ 30766 h 65885"/>
                <a:gd name="connsiteX13" fmla="*/ 14458 w 57651"/>
                <a:gd name="connsiteY13" fmla="*/ 27567 h 65885"/>
                <a:gd name="connsiteX14" fmla="*/ 39681 w 57651"/>
                <a:gd name="connsiteY14" fmla="*/ 3278 h 65885"/>
                <a:gd name="connsiteX15" fmla="*/ 50791 w 57651"/>
                <a:gd name="connsiteY15" fmla="*/ 12441 h 65885"/>
                <a:gd name="connsiteX16" fmla="*/ 20614 w 57651"/>
                <a:gd name="connsiteY16" fmla="*/ 27567 h 65885"/>
                <a:gd name="connsiteX17" fmla="*/ 14458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514" y="30766"/>
                  </a:moveTo>
                  <a:cubicBezTo>
                    <a:pt x="25868" y="30766"/>
                    <a:pt x="36978" y="30475"/>
                    <a:pt x="44485" y="27421"/>
                  </a:cubicBezTo>
                  <a:cubicBezTo>
                    <a:pt x="54994" y="23058"/>
                    <a:pt x="55745" y="14477"/>
                    <a:pt x="55745" y="12441"/>
                  </a:cubicBezTo>
                  <a:cubicBezTo>
                    <a:pt x="55745" y="6041"/>
                    <a:pt x="50040" y="78"/>
                    <a:pt x="39681" y="78"/>
                  </a:cubicBezTo>
                  <a:cubicBezTo>
                    <a:pt x="23016" y="78"/>
                    <a:pt x="345" y="14186"/>
                    <a:pt x="345" y="39638"/>
                  </a:cubicBezTo>
                  <a:cubicBezTo>
                    <a:pt x="345" y="54473"/>
                    <a:pt x="9203" y="65963"/>
                    <a:pt x="23917" y="65963"/>
                  </a:cubicBezTo>
                  <a:cubicBezTo>
                    <a:pt x="45386" y="65963"/>
                    <a:pt x="57997" y="50547"/>
                    <a:pt x="57997" y="48801"/>
                  </a:cubicBezTo>
                  <a:cubicBezTo>
                    <a:pt x="57997" y="47929"/>
                    <a:pt x="57096" y="46910"/>
                    <a:pt x="56195" y="46910"/>
                  </a:cubicBezTo>
                  <a:cubicBezTo>
                    <a:pt x="55445" y="46910"/>
                    <a:pt x="55144" y="47201"/>
                    <a:pt x="54244" y="48365"/>
                  </a:cubicBezTo>
                  <a:cubicBezTo>
                    <a:pt x="42383" y="62764"/>
                    <a:pt x="26018" y="62764"/>
                    <a:pt x="24217" y="62764"/>
                  </a:cubicBezTo>
                  <a:cubicBezTo>
                    <a:pt x="12506" y="62764"/>
                    <a:pt x="11155" y="50547"/>
                    <a:pt x="11155" y="45892"/>
                  </a:cubicBezTo>
                  <a:cubicBezTo>
                    <a:pt x="11155" y="44147"/>
                    <a:pt x="11305" y="39638"/>
                    <a:pt x="13557" y="30766"/>
                  </a:cubicBezTo>
                  <a:lnTo>
                    <a:pt x="21514" y="30766"/>
                  </a:lnTo>
                  <a:close/>
                  <a:moveTo>
                    <a:pt x="14458" y="27567"/>
                  </a:moveTo>
                  <a:cubicBezTo>
                    <a:pt x="20313" y="5459"/>
                    <a:pt x="35777" y="3278"/>
                    <a:pt x="39681" y="3278"/>
                  </a:cubicBezTo>
                  <a:cubicBezTo>
                    <a:pt x="46737" y="3278"/>
                    <a:pt x="50791" y="7496"/>
                    <a:pt x="50791" y="12441"/>
                  </a:cubicBezTo>
                  <a:cubicBezTo>
                    <a:pt x="50791" y="27567"/>
                    <a:pt x="26769" y="27567"/>
                    <a:pt x="20614" y="27567"/>
                  </a:cubicBezTo>
                  <a:lnTo>
                    <a:pt x="14458"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8" name="Freeform: Shape 2217">
              <a:extLst>
                <a:ext uri="{FF2B5EF4-FFF2-40B4-BE49-F238E27FC236}">
                  <a16:creationId xmlns:a16="http://schemas.microsoft.com/office/drawing/2014/main" id="{1D17FB57-7A0B-1870-97DD-E06A6BE342F6}"/>
                </a:ext>
              </a:extLst>
            </p:cNvPr>
            <p:cNvSpPr/>
            <p:nvPr>
              <p:custDataLst>
                <p:tags r:id="rId115"/>
              </p:custDataLst>
            </p:nvPr>
          </p:nvSpPr>
          <p:spPr>
            <a:xfrm>
              <a:off x="12311651" y="5865997"/>
              <a:ext cx="27324" cy="101707"/>
            </a:xfrm>
            <a:custGeom>
              <a:avLst/>
              <a:gdLst>
                <a:gd name="connsiteX0" fmla="*/ 25573 w 27324"/>
                <a:gd name="connsiteY0" fmla="*/ 74 h 101707"/>
                <a:gd name="connsiteX1" fmla="*/ 350 w 27324"/>
                <a:gd name="connsiteY1" fmla="*/ 50877 h 101707"/>
                <a:gd name="connsiteX2" fmla="*/ 25573 w 27324"/>
                <a:gd name="connsiteY2" fmla="*/ 101782 h 101707"/>
                <a:gd name="connsiteX3" fmla="*/ 27675 w 27324"/>
                <a:gd name="connsiteY3" fmla="*/ 100560 h 101707"/>
                <a:gd name="connsiteX4" fmla="*/ 26624 w 27324"/>
                <a:gd name="connsiteY4" fmla="*/ 99033 h 101707"/>
                <a:gd name="connsiteX5" fmla="*/ 7497 w 27324"/>
                <a:gd name="connsiteY5" fmla="*/ 50979 h 101707"/>
                <a:gd name="connsiteX6" fmla="*/ 26939 w 27324"/>
                <a:gd name="connsiteY6" fmla="*/ 2517 h 101707"/>
                <a:gd name="connsiteX7" fmla="*/ 27675 w 27324"/>
                <a:gd name="connsiteY7" fmla="*/ 1296 h 101707"/>
                <a:gd name="connsiteX8" fmla="*/ 2557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73" y="74"/>
                  </a:moveTo>
                  <a:cubicBezTo>
                    <a:pt x="5605" y="13716"/>
                    <a:pt x="350" y="35300"/>
                    <a:pt x="350" y="50877"/>
                  </a:cubicBezTo>
                  <a:cubicBezTo>
                    <a:pt x="350" y="65232"/>
                    <a:pt x="4764" y="87528"/>
                    <a:pt x="25573" y="101782"/>
                  </a:cubicBezTo>
                  <a:cubicBezTo>
                    <a:pt x="26413" y="101782"/>
                    <a:pt x="27675" y="101782"/>
                    <a:pt x="27675" y="100560"/>
                  </a:cubicBezTo>
                  <a:cubicBezTo>
                    <a:pt x="27675" y="99949"/>
                    <a:pt x="27359" y="99746"/>
                    <a:pt x="26624" y="99033"/>
                  </a:cubicBezTo>
                  <a:cubicBezTo>
                    <a:pt x="12646" y="86816"/>
                    <a:pt x="7497" y="69508"/>
                    <a:pt x="7497" y="50979"/>
                  </a:cubicBezTo>
                  <a:cubicBezTo>
                    <a:pt x="7497" y="23490"/>
                    <a:pt x="18321" y="10051"/>
                    <a:pt x="26939" y="2517"/>
                  </a:cubicBezTo>
                  <a:cubicBezTo>
                    <a:pt x="27359" y="2110"/>
                    <a:pt x="27675" y="1805"/>
                    <a:pt x="27675" y="1296"/>
                  </a:cubicBezTo>
                  <a:cubicBezTo>
                    <a:pt x="27675" y="74"/>
                    <a:pt x="26413" y="74"/>
                    <a:pt x="2557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19" name="Freeform: Shape 2218">
              <a:extLst>
                <a:ext uri="{FF2B5EF4-FFF2-40B4-BE49-F238E27FC236}">
                  <a16:creationId xmlns:a16="http://schemas.microsoft.com/office/drawing/2014/main" id="{D6EC2A42-540E-ECE3-766E-77A7321BB992}"/>
                </a:ext>
              </a:extLst>
            </p:cNvPr>
            <p:cNvSpPr/>
            <p:nvPr>
              <p:custDataLst>
                <p:tags r:id="rId116"/>
              </p:custDataLst>
            </p:nvPr>
          </p:nvSpPr>
          <p:spPr>
            <a:xfrm>
              <a:off x="12351605" y="5870578"/>
              <a:ext cx="61402" cy="91526"/>
            </a:xfrm>
            <a:custGeom>
              <a:avLst/>
              <a:gdLst>
                <a:gd name="connsiteX0" fmla="*/ 61755 w 61402"/>
                <a:gd name="connsiteY0" fmla="*/ 14225 h 91526"/>
                <a:gd name="connsiteX1" fmla="*/ 44520 w 61402"/>
                <a:gd name="connsiteY1" fmla="*/ 74 h 91526"/>
                <a:gd name="connsiteX2" fmla="*/ 16880 w 61402"/>
                <a:gd name="connsiteY2" fmla="*/ 26239 h 91526"/>
                <a:gd name="connsiteX3" fmla="*/ 381 w 61402"/>
                <a:gd name="connsiteY3" fmla="*/ 90379 h 91526"/>
                <a:gd name="connsiteX4" fmla="*/ 1852 w 61402"/>
                <a:gd name="connsiteY4" fmla="*/ 91601 h 91526"/>
                <a:gd name="connsiteX5" fmla="*/ 3849 w 61402"/>
                <a:gd name="connsiteY5" fmla="*/ 90888 h 91526"/>
                <a:gd name="connsiteX6" fmla="*/ 10890 w 61402"/>
                <a:gd name="connsiteY6" fmla="*/ 63705 h 91526"/>
                <a:gd name="connsiteX7" fmla="*/ 26654 w 61402"/>
                <a:gd name="connsiteY7" fmla="*/ 72766 h 91526"/>
                <a:gd name="connsiteX8" fmla="*/ 57972 w 61402"/>
                <a:gd name="connsiteY8" fmla="*/ 46906 h 91526"/>
                <a:gd name="connsiteX9" fmla="*/ 49775 w 61402"/>
                <a:gd name="connsiteY9" fmla="*/ 31431 h 91526"/>
                <a:gd name="connsiteX10" fmla="*/ 61755 w 61402"/>
                <a:gd name="connsiteY10" fmla="*/ 14225 h 91526"/>
                <a:gd name="connsiteX11" fmla="*/ 40947 w 61402"/>
                <a:gd name="connsiteY11" fmla="*/ 31329 h 91526"/>
                <a:gd name="connsiteX12" fmla="*/ 35587 w 61402"/>
                <a:gd name="connsiteY12" fmla="*/ 32042 h 91526"/>
                <a:gd name="connsiteX13" fmla="*/ 30648 w 61402"/>
                <a:gd name="connsiteY13" fmla="*/ 31533 h 91526"/>
                <a:gd name="connsiteX14" fmla="*/ 35587 w 61402"/>
                <a:gd name="connsiteY14" fmla="*/ 30820 h 91526"/>
                <a:gd name="connsiteX15" fmla="*/ 40947 w 61402"/>
                <a:gd name="connsiteY15" fmla="*/ 31329 h 91526"/>
                <a:gd name="connsiteX16" fmla="*/ 54819 w 61402"/>
                <a:gd name="connsiteY16" fmla="*/ 12393 h 91526"/>
                <a:gd name="connsiteX17" fmla="*/ 45571 w 61402"/>
                <a:gd name="connsiteY17" fmla="*/ 29293 h 91526"/>
                <a:gd name="connsiteX18" fmla="*/ 35692 w 61402"/>
                <a:gd name="connsiteY18" fmla="*/ 27970 h 91526"/>
                <a:gd name="connsiteX19" fmla="*/ 26759 w 61402"/>
                <a:gd name="connsiteY19" fmla="*/ 31839 h 91526"/>
                <a:gd name="connsiteX20" fmla="*/ 35377 w 61402"/>
                <a:gd name="connsiteY20" fmla="*/ 34791 h 91526"/>
                <a:gd name="connsiteX21" fmla="*/ 45361 w 61402"/>
                <a:gd name="connsiteY21" fmla="*/ 33366 h 91526"/>
                <a:gd name="connsiteX22" fmla="*/ 50195 w 61402"/>
                <a:gd name="connsiteY22" fmla="*/ 44157 h 91526"/>
                <a:gd name="connsiteX23" fmla="*/ 26969 w 61402"/>
                <a:gd name="connsiteY23" fmla="*/ 69915 h 91526"/>
                <a:gd name="connsiteX24" fmla="*/ 13097 w 61402"/>
                <a:gd name="connsiteY24" fmla="*/ 57087 h 91526"/>
                <a:gd name="connsiteX25" fmla="*/ 13412 w 61402"/>
                <a:gd name="connsiteY25" fmla="*/ 54135 h 91526"/>
                <a:gd name="connsiteX26" fmla="*/ 20348 w 61402"/>
                <a:gd name="connsiteY26" fmla="*/ 27053 h 91526"/>
                <a:gd name="connsiteX27" fmla="*/ 44310 w 61402"/>
                <a:gd name="connsiteY27" fmla="*/ 2925 h 91526"/>
                <a:gd name="connsiteX28" fmla="*/ 54819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755" y="14225"/>
                  </a:moveTo>
                  <a:cubicBezTo>
                    <a:pt x="61755" y="5266"/>
                    <a:pt x="53768" y="74"/>
                    <a:pt x="44520" y="74"/>
                  </a:cubicBezTo>
                  <a:cubicBezTo>
                    <a:pt x="30122" y="74"/>
                    <a:pt x="19508" y="15956"/>
                    <a:pt x="16880" y="26239"/>
                  </a:cubicBezTo>
                  <a:lnTo>
                    <a:pt x="381" y="90379"/>
                  </a:lnTo>
                  <a:cubicBezTo>
                    <a:pt x="170" y="91092"/>
                    <a:pt x="1221" y="91601"/>
                    <a:pt x="1852" y="91601"/>
                  </a:cubicBezTo>
                  <a:cubicBezTo>
                    <a:pt x="2798" y="91601"/>
                    <a:pt x="3638" y="91499"/>
                    <a:pt x="3849" y="90888"/>
                  </a:cubicBezTo>
                  <a:lnTo>
                    <a:pt x="10890" y="63705"/>
                  </a:lnTo>
                  <a:cubicBezTo>
                    <a:pt x="13097" y="68388"/>
                    <a:pt x="18141" y="72766"/>
                    <a:pt x="26654" y="72766"/>
                  </a:cubicBezTo>
                  <a:cubicBezTo>
                    <a:pt x="41367" y="72766"/>
                    <a:pt x="57972" y="62483"/>
                    <a:pt x="57972" y="46906"/>
                  </a:cubicBezTo>
                  <a:cubicBezTo>
                    <a:pt x="57972" y="40900"/>
                    <a:pt x="55134" y="34791"/>
                    <a:pt x="49775" y="31431"/>
                  </a:cubicBezTo>
                  <a:cubicBezTo>
                    <a:pt x="54924" y="28275"/>
                    <a:pt x="61755" y="22472"/>
                    <a:pt x="61755" y="14225"/>
                  </a:cubicBezTo>
                  <a:close/>
                  <a:moveTo>
                    <a:pt x="40947" y="31329"/>
                  </a:moveTo>
                  <a:cubicBezTo>
                    <a:pt x="39370" y="31635"/>
                    <a:pt x="38635" y="32042"/>
                    <a:pt x="35587" y="32042"/>
                  </a:cubicBezTo>
                  <a:cubicBezTo>
                    <a:pt x="33906" y="32042"/>
                    <a:pt x="31383" y="31940"/>
                    <a:pt x="30648" y="31533"/>
                  </a:cubicBezTo>
                  <a:cubicBezTo>
                    <a:pt x="31699" y="30922"/>
                    <a:pt x="34641" y="30820"/>
                    <a:pt x="35587" y="30820"/>
                  </a:cubicBezTo>
                  <a:cubicBezTo>
                    <a:pt x="37163" y="30820"/>
                    <a:pt x="39475" y="30922"/>
                    <a:pt x="40947" y="31329"/>
                  </a:cubicBezTo>
                  <a:close/>
                  <a:moveTo>
                    <a:pt x="54819" y="12393"/>
                  </a:moveTo>
                  <a:cubicBezTo>
                    <a:pt x="54819" y="17789"/>
                    <a:pt x="52087" y="25730"/>
                    <a:pt x="45571" y="29293"/>
                  </a:cubicBezTo>
                  <a:cubicBezTo>
                    <a:pt x="43574" y="28682"/>
                    <a:pt x="41577" y="27970"/>
                    <a:pt x="35692" y="27970"/>
                  </a:cubicBezTo>
                  <a:cubicBezTo>
                    <a:pt x="32014" y="27970"/>
                    <a:pt x="26759" y="28173"/>
                    <a:pt x="26759" y="31839"/>
                  </a:cubicBezTo>
                  <a:cubicBezTo>
                    <a:pt x="26759" y="34384"/>
                    <a:pt x="30017" y="34791"/>
                    <a:pt x="35377" y="34791"/>
                  </a:cubicBezTo>
                  <a:cubicBezTo>
                    <a:pt x="38950" y="34791"/>
                    <a:pt x="42103" y="34282"/>
                    <a:pt x="45361" y="33366"/>
                  </a:cubicBezTo>
                  <a:cubicBezTo>
                    <a:pt x="48514" y="35504"/>
                    <a:pt x="50195" y="39678"/>
                    <a:pt x="50195" y="44157"/>
                  </a:cubicBezTo>
                  <a:cubicBezTo>
                    <a:pt x="50195" y="58920"/>
                    <a:pt x="39791" y="69915"/>
                    <a:pt x="26969" y="69915"/>
                  </a:cubicBezTo>
                  <a:cubicBezTo>
                    <a:pt x="18877" y="69915"/>
                    <a:pt x="13097" y="65130"/>
                    <a:pt x="13097" y="57087"/>
                  </a:cubicBezTo>
                  <a:cubicBezTo>
                    <a:pt x="13097" y="56069"/>
                    <a:pt x="13202" y="55051"/>
                    <a:pt x="13412" y="54135"/>
                  </a:cubicBezTo>
                  <a:lnTo>
                    <a:pt x="20348" y="27053"/>
                  </a:lnTo>
                  <a:cubicBezTo>
                    <a:pt x="22871" y="17382"/>
                    <a:pt x="32119" y="2925"/>
                    <a:pt x="44310" y="2925"/>
                  </a:cubicBezTo>
                  <a:cubicBezTo>
                    <a:pt x="50510" y="2925"/>
                    <a:pt x="54819" y="6182"/>
                    <a:pt x="54819"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0" name="Freeform: Shape 2219">
              <a:extLst>
                <a:ext uri="{FF2B5EF4-FFF2-40B4-BE49-F238E27FC236}">
                  <a16:creationId xmlns:a16="http://schemas.microsoft.com/office/drawing/2014/main" id="{57B9A90A-C8F9-A62E-8EEB-DD1BC48EB4DF}"/>
                </a:ext>
              </a:extLst>
            </p:cNvPr>
            <p:cNvSpPr/>
            <p:nvPr>
              <p:custDataLst>
                <p:tags r:id="rId117"/>
              </p:custDataLst>
            </p:nvPr>
          </p:nvSpPr>
          <p:spPr>
            <a:xfrm>
              <a:off x="12417337" y="5908393"/>
              <a:ext cx="35506" cy="63412"/>
            </a:xfrm>
            <a:custGeom>
              <a:avLst/>
              <a:gdLst>
                <a:gd name="connsiteX0" fmla="*/ 35864 w 35506"/>
                <a:gd name="connsiteY0" fmla="*/ 3202 h 63412"/>
                <a:gd name="connsiteX1" fmla="*/ 32562 w 35506"/>
                <a:gd name="connsiteY1" fmla="*/ 75 h 63412"/>
                <a:gd name="connsiteX2" fmla="*/ 27907 w 35506"/>
                <a:gd name="connsiteY2" fmla="*/ 4438 h 63412"/>
                <a:gd name="connsiteX3" fmla="*/ 31210 w 35506"/>
                <a:gd name="connsiteY3" fmla="*/ 7565 h 63412"/>
                <a:gd name="connsiteX4" fmla="*/ 35864 w 35506"/>
                <a:gd name="connsiteY4" fmla="*/ 3202 h 63412"/>
                <a:gd name="connsiteX5" fmla="*/ 19500 w 35506"/>
                <a:gd name="connsiteY5" fmla="*/ 51852 h 63412"/>
                <a:gd name="connsiteX6" fmla="*/ 8765 w 35506"/>
                <a:gd name="connsiteY6" fmla="*/ 61015 h 63412"/>
                <a:gd name="connsiteX7" fmla="*/ 6063 w 35506"/>
                <a:gd name="connsiteY7" fmla="*/ 60652 h 63412"/>
                <a:gd name="connsiteX8" fmla="*/ 8390 w 35506"/>
                <a:gd name="connsiteY8" fmla="*/ 56797 h 63412"/>
                <a:gd name="connsiteX9" fmla="*/ 5012 w 35506"/>
                <a:gd name="connsiteY9" fmla="*/ 53816 h 63412"/>
                <a:gd name="connsiteX10" fmla="*/ 358 w 35506"/>
                <a:gd name="connsiteY10" fmla="*/ 58470 h 63412"/>
                <a:gd name="connsiteX11" fmla="*/ 8840 w 35506"/>
                <a:gd name="connsiteY11" fmla="*/ 63488 h 63412"/>
                <a:gd name="connsiteX12" fmla="*/ 26031 w 35506"/>
                <a:gd name="connsiteY12" fmla="*/ 51925 h 63412"/>
                <a:gd name="connsiteX13" fmla="*/ 32787 w 35506"/>
                <a:gd name="connsiteY13" fmla="*/ 25891 h 63412"/>
                <a:gd name="connsiteX14" fmla="*/ 33162 w 35506"/>
                <a:gd name="connsiteY14" fmla="*/ 23491 h 63412"/>
                <a:gd name="connsiteX15" fmla="*/ 23929 w 35506"/>
                <a:gd name="connsiteY15" fmla="*/ 16437 h 63412"/>
                <a:gd name="connsiteX16" fmla="*/ 9291 w 35506"/>
                <a:gd name="connsiteY16" fmla="*/ 27709 h 63412"/>
                <a:gd name="connsiteX17" fmla="*/ 10867 w 35506"/>
                <a:gd name="connsiteY17" fmla="*/ 28727 h 63412"/>
                <a:gd name="connsiteX18" fmla="*/ 12519 w 35506"/>
                <a:gd name="connsiteY18" fmla="*/ 27709 h 63412"/>
                <a:gd name="connsiteX19" fmla="*/ 23629 w 35506"/>
                <a:gd name="connsiteY19" fmla="*/ 18910 h 63412"/>
                <a:gd name="connsiteX20" fmla="*/ 26781 w 35506"/>
                <a:gd name="connsiteY20" fmla="*/ 22764 h 63412"/>
                <a:gd name="connsiteX21" fmla="*/ 26556 w 35506"/>
                <a:gd name="connsiteY21" fmla="*/ 24655 h 63412"/>
                <a:gd name="connsiteX22" fmla="*/ 19500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64" y="3202"/>
                  </a:moveTo>
                  <a:cubicBezTo>
                    <a:pt x="35864" y="1529"/>
                    <a:pt x="34588" y="75"/>
                    <a:pt x="32562" y="75"/>
                  </a:cubicBezTo>
                  <a:cubicBezTo>
                    <a:pt x="30234" y="75"/>
                    <a:pt x="27907" y="2256"/>
                    <a:pt x="27907" y="4438"/>
                  </a:cubicBezTo>
                  <a:cubicBezTo>
                    <a:pt x="27907" y="6183"/>
                    <a:pt x="29334" y="7565"/>
                    <a:pt x="31210" y="7565"/>
                  </a:cubicBezTo>
                  <a:cubicBezTo>
                    <a:pt x="33763" y="7565"/>
                    <a:pt x="35864" y="5238"/>
                    <a:pt x="35864" y="3202"/>
                  </a:cubicBezTo>
                  <a:close/>
                  <a:moveTo>
                    <a:pt x="19500" y="51852"/>
                  </a:moveTo>
                  <a:cubicBezTo>
                    <a:pt x="18074" y="57379"/>
                    <a:pt x="13344" y="61015"/>
                    <a:pt x="8765" y="61015"/>
                  </a:cubicBezTo>
                  <a:cubicBezTo>
                    <a:pt x="7489" y="61015"/>
                    <a:pt x="6663" y="60797"/>
                    <a:pt x="6063" y="60652"/>
                  </a:cubicBezTo>
                  <a:cubicBezTo>
                    <a:pt x="7864" y="59634"/>
                    <a:pt x="8390" y="57743"/>
                    <a:pt x="8390" y="56797"/>
                  </a:cubicBezTo>
                  <a:cubicBezTo>
                    <a:pt x="8390" y="55561"/>
                    <a:pt x="7489" y="53816"/>
                    <a:pt x="5012" y="53816"/>
                  </a:cubicBezTo>
                  <a:cubicBezTo>
                    <a:pt x="2460" y="53816"/>
                    <a:pt x="358" y="56070"/>
                    <a:pt x="358" y="58470"/>
                  </a:cubicBezTo>
                  <a:cubicBezTo>
                    <a:pt x="358" y="61597"/>
                    <a:pt x="3736" y="63488"/>
                    <a:pt x="8840" y="63488"/>
                  </a:cubicBezTo>
                  <a:cubicBezTo>
                    <a:pt x="13945" y="63488"/>
                    <a:pt x="23704" y="60943"/>
                    <a:pt x="26031" y="51925"/>
                  </a:cubicBezTo>
                  <a:lnTo>
                    <a:pt x="32787" y="25891"/>
                  </a:lnTo>
                  <a:cubicBezTo>
                    <a:pt x="32937" y="25164"/>
                    <a:pt x="33162" y="24509"/>
                    <a:pt x="33162" y="23491"/>
                  </a:cubicBezTo>
                  <a:cubicBezTo>
                    <a:pt x="33162" y="19346"/>
                    <a:pt x="29184" y="16437"/>
                    <a:pt x="23929" y="16437"/>
                  </a:cubicBezTo>
                  <a:cubicBezTo>
                    <a:pt x="14846" y="16437"/>
                    <a:pt x="9291" y="26255"/>
                    <a:pt x="9291" y="27709"/>
                  </a:cubicBezTo>
                  <a:cubicBezTo>
                    <a:pt x="9291" y="28727"/>
                    <a:pt x="10492" y="28727"/>
                    <a:pt x="10867" y="28727"/>
                  </a:cubicBezTo>
                  <a:cubicBezTo>
                    <a:pt x="11993" y="28727"/>
                    <a:pt x="12143" y="28436"/>
                    <a:pt x="12519" y="27709"/>
                  </a:cubicBezTo>
                  <a:cubicBezTo>
                    <a:pt x="15972" y="20582"/>
                    <a:pt x="21076" y="18910"/>
                    <a:pt x="23629" y="18910"/>
                  </a:cubicBezTo>
                  <a:cubicBezTo>
                    <a:pt x="26631" y="18910"/>
                    <a:pt x="26781" y="21528"/>
                    <a:pt x="26781" y="22764"/>
                  </a:cubicBezTo>
                  <a:cubicBezTo>
                    <a:pt x="26781" y="23782"/>
                    <a:pt x="26706" y="24073"/>
                    <a:pt x="26556" y="24655"/>
                  </a:cubicBezTo>
                  <a:lnTo>
                    <a:pt x="19500"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1" name="Freeform: Shape 2220">
              <a:extLst>
                <a:ext uri="{FF2B5EF4-FFF2-40B4-BE49-F238E27FC236}">
                  <a16:creationId xmlns:a16="http://schemas.microsoft.com/office/drawing/2014/main" id="{0859ED04-0B5E-20D1-953A-0F49AB32486B}"/>
                </a:ext>
              </a:extLst>
            </p:cNvPr>
            <p:cNvSpPr/>
            <p:nvPr>
              <p:custDataLst>
                <p:tags r:id="rId118"/>
              </p:custDataLst>
            </p:nvPr>
          </p:nvSpPr>
          <p:spPr>
            <a:xfrm>
              <a:off x="12478109" y="5865997"/>
              <a:ext cx="27219" cy="101707"/>
            </a:xfrm>
            <a:custGeom>
              <a:avLst/>
              <a:gdLst>
                <a:gd name="connsiteX0" fmla="*/ 2358 w 27219"/>
                <a:gd name="connsiteY0" fmla="*/ 74 h 101707"/>
                <a:gd name="connsiteX1" fmla="*/ 361 w 27219"/>
                <a:gd name="connsiteY1" fmla="*/ 1296 h 101707"/>
                <a:gd name="connsiteX2" fmla="*/ 1307 w 27219"/>
                <a:gd name="connsiteY2" fmla="*/ 2823 h 101707"/>
                <a:gd name="connsiteX3" fmla="*/ 20434 w 27219"/>
                <a:gd name="connsiteY3" fmla="*/ 50877 h 101707"/>
                <a:gd name="connsiteX4" fmla="*/ 2253 w 27219"/>
                <a:gd name="connsiteY4" fmla="*/ 98218 h 101707"/>
                <a:gd name="connsiteX5" fmla="*/ 361 w 27219"/>
                <a:gd name="connsiteY5" fmla="*/ 100560 h 101707"/>
                <a:gd name="connsiteX6" fmla="*/ 1728 w 27219"/>
                <a:gd name="connsiteY6" fmla="*/ 101782 h 101707"/>
                <a:gd name="connsiteX7" fmla="*/ 19909 w 27219"/>
                <a:gd name="connsiteY7" fmla="*/ 82336 h 101707"/>
                <a:gd name="connsiteX8" fmla="*/ 27581 w 27219"/>
                <a:gd name="connsiteY8" fmla="*/ 50979 h 101707"/>
                <a:gd name="connsiteX9" fmla="*/ 235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58" y="74"/>
                  </a:moveTo>
                  <a:cubicBezTo>
                    <a:pt x="1623" y="74"/>
                    <a:pt x="361" y="74"/>
                    <a:pt x="361" y="1296"/>
                  </a:cubicBezTo>
                  <a:cubicBezTo>
                    <a:pt x="361" y="1805"/>
                    <a:pt x="677" y="2110"/>
                    <a:pt x="1307" y="2823"/>
                  </a:cubicBezTo>
                  <a:cubicBezTo>
                    <a:pt x="10345" y="10866"/>
                    <a:pt x="20434" y="24610"/>
                    <a:pt x="20434" y="50877"/>
                  </a:cubicBezTo>
                  <a:cubicBezTo>
                    <a:pt x="20434" y="72155"/>
                    <a:pt x="13603" y="88241"/>
                    <a:pt x="2253" y="98218"/>
                  </a:cubicBezTo>
                  <a:cubicBezTo>
                    <a:pt x="467" y="99949"/>
                    <a:pt x="361" y="100051"/>
                    <a:pt x="361" y="100560"/>
                  </a:cubicBezTo>
                  <a:cubicBezTo>
                    <a:pt x="361" y="101069"/>
                    <a:pt x="677" y="101782"/>
                    <a:pt x="1728" y="101782"/>
                  </a:cubicBezTo>
                  <a:cubicBezTo>
                    <a:pt x="2989" y="101782"/>
                    <a:pt x="12973" y="95062"/>
                    <a:pt x="19909" y="82336"/>
                  </a:cubicBezTo>
                  <a:cubicBezTo>
                    <a:pt x="24533" y="73886"/>
                    <a:pt x="27581" y="62890"/>
                    <a:pt x="27581" y="50979"/>
                  </a:cubicBezTo>
                  <a:cubicBezTo>
                    <a:pt x="27581" y="36624"/>
                    <a:pt x="23167" y="14327"/>
                    <a:pt x="235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222" name="Group 2221" descr="\documentclass{article}&#10;\usepackage{amsmath}&#10;\pagestyle{empty}&#10;\begin{document}&#10;&#10;&#10;\[&#10;e^{\ln\left( \frac{P(Y_n \le j)}{P(Y_n &gt; j)} \right) } = e^{(\mu_j - \boldsymbol{\beta}^\top\mathbf{x})}&#10;\]&#10;&#10;&#10;&#10;\end{document}" title="IguanaTex Shape Display">
            <a:extLst>
              <a:ext uri="{FF2B5EF4-FFF2-40B4-BE49-F238E27FC236}">
                <a16:creationId xmlns:a16="http://schemas.microsoft.com/office/drawing/2014/main" id="{399DBD57-83F8-168F-BC7A-E9526537105D}"/>
              </a:ext>
            </a:extLst>
          </p:cNvPr>
          <p:cNvGrpSpPr>
            <a:grpSpLocks noChangeAspect="1"/>
          </p:cNvGrpSpPr>
          <p:nvPr>
            <p:custDataLst>
              <p:tags r:id="rId7"/>
            </p:custDataLst>
          </p:nvPr>
        </p:nvGrpSpPr>
        <p:grpSpPr>
          <a:xfrm>
            <a:off x="6902869" y="4552981"/>
            <a:ext cx="1565290" cy="183257"/>
            <a:chOff x="10124598" y="5234688"/>
            <a:chExt cx="1886429" cy="220855"/>
          </a:xfrm>
        </p:grpSpPr>
        <p:sp>
          <p:nvSpPr>
            <p:cNvPr id="2223" name="Freeform: Shape 2222">
              <a:extLst>
                <a:ext uri="{FF2B5EF4-FFF2-40B4-BE49-F238E27FC236}">
                  <a16:creationId xmlns:a16="http://schemas.microsoft.com/office/drawing/2014/main" id="{99144F42-7D12-EBC3-3905-1BA943A11304}"/>
                </a:ext>
              </a:extLst>
            </p:cNvPr>
            <p:cNvSpPr/>
            <p:nvPr>
              <p:custDataLst>
                <p:tags r:id="rId34"/>
              </p:custDataLst>
            </p:nvPr>
          </p:nvSpPr>
          <p:spPr>
            <a:xfrm>
              <a:off x="10124598" y="5373580"/>
              <a:ext cx="69479" cy="81963"/>
            </a:xfrm>
            <a:custGeom>
              <a:avLst/>
              <a:gdLst>
                <a:gd name="connsiteX0" fmla="*/ 25693 w 69479"/>
                <a:gd name="connsiteY0" fmla="*/ 38253 h 81963"/>
                <a:gd name="connsiteX1" fmla="*/ 53376 w 69479"/>
                <a:gd name="connsiteY1" fmla="*/ 34092 h 81963"/>
                <a:gd name="connsiteX2" fmla="*/ 66946 w 69479"/>
                <a:gd name="connsiteY2" fmla="*/ 15455 h 81963"/>
                <a:gd name="connsiteX3" fmla="*/ 47586 w 69479"/>
                <a:gd name="connsiteY3" fmla="*/ 76 h 81963"/>
                <a:gd name="connsiteX4" fmla="*/ 181 w 69479"/>
                <a:gd name="connsiteY4" fmla="*/ 49290 h 81963"/>
                <a:gd name="connsiteX5" fmla="*/ 28588 w 69479"/>
                <a:gd name="connsiteY5" fmla="*/ 82040 h 81963"/>
                <a:gd name="connsiteX6" fmla="*/ 69660 w 69479"/>
                <a:gd name="connsiteY6" fmla="*/ 60689 h 81963"/>
                <a:gd name="connsiteX7" fmla="*/ 67489 w 69479"/>
                <a:gd name="connsiteY7" fmla="*/ 58337 h 81963"/>
                <a:gd name="connsiteX8" fmla="*/ 65137 w 69479"/>
                <a:gd name="connsiteY8" fmla="*/ 60146 h 81963"/>
                <a:gd name="connsiteX9" fmla="*/ 28950 w 69479"/>
                <a:gd name="connsiteY9" fmla="*/ 78059 h 81963"/>
                <a:gd name="connsiteX10" fmla="*/ 13208 w 69479"/>
                <a:gd name="connsiteY10" fmla="*/ 57071 h 81963"/>
                <a:gd name="connsiteX11" fmla="*/ 16103 w 69479"/>
                <a:gd name="connsiteY11" fmla="*/ 38253 h 81963"/>
                <a:gd name="connsiteX12" fmla="*/ 25693 w 69479"/>
                <a:gd name="connsiteY12" fmla="*/ 38253 h 81963"/>
                <a:gd name="connsiteX13" fmla="*/ 17189 w 69479"/>
                <a:gd name="connsiteY13" fmla="*/ 34273 h 81963"/>
                <a:gd name="connsiteX14" fmla="*/ 47586 w 69479"/>
                <a:gd name="connsiteY14" fmla="*/ 4056 h 81963"/>
                <a:gd name="connsiteX15" fmla="*/ 60975 w 69479"/>
                <a:gd name="connsiteY15" fmla="*/ 15455 h 81963"/>
                <a:gd name="connsiteX16" fmla="*/ 24607 w 69479"/>
                <a:gd name="connsiteY16" fmla="*/ 34273 h 81963"/>
                <a:gd name="connsiteX17" fmla="*/ 17189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693" y="38253"/>
                  </a:moveTo>
                  <a:cubicBezTo>
                    <a:pt x="30940" y="38253"/>
                    <a:pt x="44329" y="37891"/>
                    <a:pt x="53376" y="34092"/>
                  </a:cubicBezTo>
                  <a:cubicBezTo>
                    <a:pt x="66042" y="28664"/>
                    <a:pt x="66946" y="17988"/>
                    <a:pt x="66946" y="15455"/>
                  </a:cubicBezTo>
                  <a:cubicBezTo>
                    <a:pt x="66946" y="7494"/>
                    <a:pt x="60071" y="76"/>
                    <a:pt x="47586" y="76"/>
                  </a:cubicBezTo>
                  <a:cubicBezTo>
                    <a:pt x="27502" y="76"/>
                    <a:pt x="181" y="17627"/>
                    <a:pt x="181" y="49290"/>
                  </a:cubicBezTo>
                  <a:cubicBezTo>
                    <a:pt x="181" y="67746"/>
                    <a:pt x="10856" y="82040"/>
                    <a:pt x="28588" y="82040"/>
                  </a:cubicBezTo>
                  <a:cubicBezTo>
                    <a:pt x="54462" y="82040"/>
                    <a:pt x="69660" y="62860"/>
                    <a:pt x="69660" y="60689"/>
                  </a:cubicBezTo>
                  <a:cubicBezTo>
                    <a:pt x="69660" y="59604"/>
                    <a:pt x="68575" y="58337"/>
                    <a:pt x="67489" y="58337"/>
                  </a:cubicBezTo>
                  <a:cubicBezTo>
                    <a:pt x="66584" y="58337"/>
                    <a:pt x="66222" y="58699"/>
                    <a:pt x="65137" y="60146"/>
                  </a:cubicBezTo>
                  <a:cubicBezTo>
                    <a:pt x="50843" y="78059"/>
                    <a:pt x="31121" y="78059"/>
                    <a:pt x="28950" y="78059"/>
                  </a:cubicBezTo>
                  <a:cubicBezTo>
                    <a:pt x="14837" y="78059"/>
                    <a:pt x="13208" y="62860"/>
                    <a:pt x="13208" y="57071"/>
                  </a:cubicBezTo>
                  <a:cubicBezTo>
                    <a:pt x="13208" y="54899"/>
                    <a:pt x="13389" y="49290"/>
                    <a:pt x="16103" y="38253"/>
                  </a:cubicBezTo>
                  <a:lnTo>
                    <a:pt x="25693" y="38253"/>
                  </a:lnTo>
                  <a:close/>
                  <a:moveTo>
                    <a:pt x="17189" y="34273"/>
                  </a:moveTo>
                  <a:cubicBezTo>
                    <a:pt x="24245" y="6770"/>
                    <a:pt x="42882" y="4056"/>
                    <a:pt x="47586" y="4056"/>
                  </a:cubicBezTo>
                  <a:cubicBezTo>
                    <a:pt x="56090" y="4056"/>
                    <a:pt x="60975" y="9304"/>
                    <a:pt x="60975" y="15455"/>
                  </a:cubicBezTo>
                  <a:cubicBezTo>
                    <a:pt x="60975" y="34273"/>
                    <a:pt x="32026" y="34273"/>
                    <a:pt x="24607" y="34273"/>
                  </a:cubicBezTo>
                  <a:lnTo>
                    <a:pt x="17189"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4" name="Freeform: Shape 2223">
              <a:extLst>
                <a:ext uri="{FF2B5EF4-FFF2-40B4-BE49-F238E27FC236}">
                  <a16:creationId xmlns:a16="http://schemas.microsoft.com/office/drawing/2014/main" id="{335CB3FF-B5E2-8ADE-5B92-B7623CD39CAA}"/>
                </a:ext>
              </a:extLst>
            </p:cNvPr>
            <p:cNvSpPr/>
            <p:nvPr>
              <p:custDataLst>
                <p:tags r:id="rId35"/>
              </p:custDataLst>
            </p:nvPr>
          </p:nvSpPr>
          <p:spPr>
            <a:xfrm>
              <a:off x="10207617" y="5278148"/>
              <a:ext cx="28497" cy="87898"/>
            </a:xfrm>
            <a:custGeom>
              <a:avLst/>
              <a:gdLst>
                <a:gd name="connsiteX0" fmla="*/ 19184 w 28497"/>
                <a:gd name="connsiteY0" fmla="*/ 71 h 87898"/>
                <a:gd name="connsiteX1" fmla="*/ 185 w 28497"/>
                <a:gd name="connsiteY1" fmla="*/ 1464 h 87898"/>
                <a:gd name="connsiteX2" fmla="*/ 185 w 28497"/>
                <a:gd name="connsiteY2" fmla="*/ 6024 h 87898"/>
                <a:gd name="connsiteX3" fmla="*/ 9685 w 28497"/>
                <a:gd name="connsiteY3" fmla="*/ 13116 h 87898"/>
                <a:gd name="connsiteX4" fmla="*/ 9685 w 28497"/>
                <a:gd name="connsiteY4" fmla="*/ 77964 h 87898"/>
                <a:gd name="connsiteX5" fmla="*/ 185 w 28497"/>
                <a:gd name="connsiteY5" fmla="*/ 83410 h 87898"/>
                <a:gd name="connsiteX6" fmla="*/ 185 w 28497"/>
                <a:gd name="connsiteY6" fmla="*/ 87970 h 87898"/>
                <a:gd name="connsiteX7" fmla="*/ 14371 w 28497"/>
                <a:gd name="connsiteY7" fmla="*/ 87463 h 87898"/>
                <a:gd name="connsiteX8" fmla="*/ 28683 w 28497"/>
                <a:gd name="connsiteY8" fmla="*/ 87970 h 87898"/>
                <a:gd name="connsiteX9" fmla="*/ 28683 w 28497"/>
                <a:gd name="connsiteY9" fmla="*/ 83410 h 87898"/>
                <a:gd name="connsiteX10" fmla="*/ 19184 w 28497"/>
                <a:gd name="connsiteY10" fmla="*/ 77964 h 87898"/>
                <a:gd name="connsiteX11" fmla="*/ 19184 w 28497"/>
                <a:gd name="connsiteY11" fmla="*/ 71 h 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97" h="87898">
                  <a:moveTo>
                    <a:pt x="19184" y="71"/>
                  </a:moveTo>
                  <a:lnTo>
                    <a:pt x="185" y="1464"/>
                  </a:lnTo>
                  <a:lnTo>
                    <a:pt x="185" y="6024"/>
                  </a:lnTo>
                  <a:cubicBezTo>
                    <a:pt x="8671" y="6024"/>
                    <a:pt x="9685" y="6910"/>
                    <a:pt x="9685" y="13116"/>
                  </a:cubicBezTo>
                  <a:lnTo>
                    <a:pt x="9685" y="77964"/>
                  </a:lnTo>
                  <a:cubicBezTo>
                    <a:pt x="9685" y="83410"/>
                    <a:pt x="8418" y="83410"/>
                    <a:pt x="185" y="83410"/>
                  </a:cubicBezTo>
                  <a:lnTo>
                    <a:pt x="185" y="87970"/>
                  </a:lnTo>
                  <a:cubicBezTo>
                    <a:pt x="439" y="87970"/>
                    <a:pt x="9305" y="87463"/>
                    <a:pt x="14371" y="87463"/>
                  </a:cubicBezTo>
                  <a:cubicBezTo>
                    <a:pt x="19184" y="87463"/>
                    <a:pt x="23870" y="87590"/>
                    <a:pt x="28683" y="87970"/>
                  </a:cubicBezTo>
                  <a:lnTo>
                    <a:pt x="28683" y="83410"/>
                  </a:lnTo>
                  <a:cubicBezTo>
                    <a:pt x="20450" y="83410"/>
                    <a:pt x="19184" y="83410"/>
                    <a:pt x="19184" y="77964"/>
                  </a:cubicBezTo>
                  <a:lnTo>
                    <a:pt x="19184" y="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5" name="Freeform: Shape 2224">
              <a:extLst>
                <a:ext uri="{FF2B5EF4-FFF2-40B4-BE49-F238E27FC236}">
                  <a16:creationId xmlns:a16="http://schemas.microsoft.com/office/drawing/2014/main" id="{A3DBF3DB-85A0-55E6-B5E8-B2D8556841A6}"/>
                </a:ext>
              </a:extLst>
            </p:cNvPr>
            <p:cNvSpPr/>
            <p:nvPr>
              <p:custDataLst>
                <p:tags r:id="rId36"/>
              </p:custDataLst>
            </p:nvPr>
          </p:nvSpPr>
          <p:spPr>
            <a:xfrm>
              <a:off x="10248325" y="5310192"/>
              <a:ext cx="67887" cy="55854"/>
            </a:xfrm>
            <a:custGeom>
              <a:avLst/>
              <a:gdLst>
                <a:gd name="connsiteX0" fmla="*/ 58576 w 67887"/>
                <a:gd name="connsiteY0" fmla="*/ 17549 h 55854"/>
                <a:gd name="connsiteX1" fmla="*/ 39577 w 67887"/>
                <a:gd name="connsiteY1" fmla="*/ 71 h 55854"/>
                <a:gd name="connsiteX2" fmla="*/ 18933 w 67887"/>
                <a:gd name="connsiteY2" fmla="*/ 12357 h 55854"/>
                <a:gd name="connsiteX3" fmla="*/ 18806 w 67887"/>
                <a:gd name="connsiteY3" fmla="*/ 12357 h 55854"/>
                <a:gd name="connsiteX4" fmla="*/ 18806 w 67887"/>
                <a:gd name="connsiteY4" fmla="*/ 71 h 55854"/>
                <a:gd name="connsiteX5" fmla="*/ 188 w 67887"/>
                <a:gd name="connsiteY5" fmla="*/ 1464 h 55854"/>
                <a:gd name="connsiteX6" fmla="*/ 188 w 67887"/>
                <a:gd name="connsiteY6" fmla="*/ 6024 h 55854"/>
                <a:gd name="connsiteX7" fmla="*/ 9687 w 67887"/>
                <a:gd name="connsiteY7" fmla="*/ 13116 h 55854"/>
                <a:gd name="connsiteX8" fmla="*/ 9687 w 67887"/>
                <a:gd name="connsiteY8" fmla="*/ 45920 h 55854"/>
                <a:gd name="connsiteX9" fmla="*/ 188 w 67887"/>
                <a:gd name="connsiteY9" fmla="*/ 51366 h 55854"/>
                <a:gd name="connsiteX10" fmla="*/ 188 w 67887"/>
                <a:gd name="connsiteY10" fmla="*/ 55926 h 55854"/>
                <a:gd name="connsiteX11" fmla="*/ 14626 w 67887"/>
                <a:gd name="connsiteY11" fmla="*/ 55419 h 55854"/>
                <a:gd name="connsiteX12" fmla="*/ 29192 w 67887"/>
                <a:gd name="connsiteY12" fmla="*/ 55926 h 55854"/>
                <a:gd name="connsiteX13" fmla="*/ 29192 w 67887"/>
                <a:gd name="connsiteY13" fmla="*/ 51366 h 55854"/>
                <a:gd name="connsiteX14" fmla="*/ 19693 w 67887"/>
                <a:gd name="connsiteY14" fmla="*/ 45920 h 55854"/>
                <a:gd name="connsiteX15" fmla="*/ 19693 w 67887"/>
                <a:gd name="connsiteY15" fmla="*/ 23122 h 55854"/>
                <a:gd name="connsiteX16" fmla="*/ 38564 w 67887"/>
                <a:gd name="connsiteY16" fmla="*/ 3617 h 55854"/>
                <a:gd name="connsiteX17" fmla="*/ 48570 w 67887"/>
                <a:gd name="connsiteY17" fmla="*/ 17043 h 55854"/>
                <a:gd name="connsiteX18" fmla="*/ 48570 w 67887"/>
                <a:gd name="connsiteY18" fmla="*/ 45920 h 55854"/>
                <a:gd name="connsiteX19" fmla="*/ 39071 w 67887"/>
                <a:gd name="connsiteY19" fmla="*/ 51366 h 55854"/>
                <a:gd name="connsiteX20" fmla="*/ 39071 w 67887"/>
                <a:gd name="connsiteY20" fmla="*/ 55926 h 55854"/>
                <a:gd name="connsiteX21" fmla="*/ 53510 w 67887"/>
                <a:gd name="connsiteY21" fmla="*/ 55419 h 55854"/>
                <a:gd name="connsiteX22" fmla="*/ 68075 w 67887"/>
                <a:gd name="connsiteY22" fmla="*/ 55926 h 55854"/>
                <a:gd name="connsiteX23" fmla="*/ 68075 w 67887"/>
                <a:gd name="connsiteY23" fmla="*/ 51366 h 55854"/>
                <a:gd name="connsiteX24" fmla="*/ 58576 w 67887"/>
                <a:gd name="connsiteY24" fmla="*/ 45920 h 55854"/>
                <a:gd name="connsiteX25" fmla="*/ 58576 w 67887"/>
                <a:gd name="connsiteY25" fmla="*/ 17549 h 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887" h="55854">
                  <a:moveTo>
                    <a:pt x="58576" y="17549"/>
                  </a:moveTo>
                  <a:cubicBezTo>
                    <a:pt x="58576" y="6530"/>
                    <a:pt x="53130" y="71"/>
                    <a:pt x="39577" y="71"/>
                  </a:cubicBezTo>
                  <a:cubicBezTo>
                    <a:pt x="29192" y="71"/>
                    <a:pt x="22479" y="5770"/>
                    <a:pt x="18933" y="12357"/>
                  </a:cubicBezTo>
                  <a:lnTo>
                    <a:pt x="18806" y="12357"/>
                  </a:lnTo>
                  <a:lnTo>
                    <a:pt x="18806" y="71"/>
                  </a:lnTo>
                  <a:lnTo>
                    <a:pt x="188" y="1464"/>
                  </a:lnTo>
                  <a:lnTo>
                    <a:pt x="188" y="6024"/>
                  </a:lnTo>
                  <a:cubicBezTo>
                    <a:pt x="8674" y="6024"/>
                    <a:pt x="9687" y="6910"/>
                    <a:pt x="9687" y="13116"/>
                  </a:cubicBezTo>
                  <a:lnTo>
                    <a:pt x="9687" y="45920"/>
                  </a:lnTo>
                  <a:cubicBezTo>
                    <a:pt x="9687" y="51366"/>
                    <a:pt x="8420" y="51366"/>
                    <a:pt x="188" y="51366"/>
                  </a:cubicBezTo>
                  <a:lnTo>
                    <a:pt x="188" y="55926"/>
                  </a:lnTo>
                  <a:cubicBezTo>
                    <a:pt x="441" y="55926"/>
                    <a:pt x="9307" y="55419"/>
                    <a:pt x="14626" y="55419"/>
                  </a:cubicBezTo>
                  <a:cubicBezTo>
                    <a:pt x="19313" y="55419"/>
                    <a:pt x="28052" y="55799"/>
                    <a:pt x="29192" y="55926"/>
                  </a:cubicBezTo>
                  <a:lnTo>
                    <a:pt x="29192" y="51366"/>
                  </a:lnTo>
                  <a:cubicBezTo>
                    <a:pt x="20959" y="51366"/>
                    <a:pt x="19693" y="51366"/>
                    <a:pt x="19693" y="45920"/>
                  </a:cubicBezTo>
                  <a:lnTo>
                    <a:pt x="19693" y="23122"/>
                  </a:lnTo>
                  <a:cubicBezTo>
                    <a:pt x="19693" y="9823"/>
                    <a:pt x="30205" y="3617"/>
                    <a:pt x="38564" y="3617"/>
                  </a:cubicBezTo>
                  <a:cubicBezTo>
                    <a:pt x="47430" y="3617"/>
                    <a:pt x="48570" y="10583"/>
                    <a:pt x="48570" y="17043"/>
                  </a:cubicBezTo>
                  <a:lnTo>
                    <a:pt x="48570" y="45920"/>
                  </a:lnTo>
                  <a:cubicBezTo>
                    <a:pt x="48570" y="51366"/>
                    <a:pt x="47303" y="51366"/>
                    <a:pt x="39071" y="51366"/>
                  </a:cubicBezTo>
                  <a:lnTo>
                    <a:pt x="39071" y="55926"/>
                  </a:lnTo>
                  <a:cubicBezTo>
                    <a:pt x="39324" y="55926"/>
                    <a:pt x="48190" y="55419"/>
                    <a:pt x="53510" y="55419"/>
                  </a:cubicBezTo>
                  <a:cubicBezTo>
                    <a:pt x="58196" y="55419"/>
                    <a:pt x="66935" y="55799"/>
                    <a:pt x="68075" y="55926"/>
                  </a:cubicBezTo>
                  <a:lnTo>
                    <a:pt x="68075" y="51366"/>
                  </a:lnTo>
                  <a:cubicBezTo>
                    <a:pt x="59842" y="51366"/>
                    <a:pt x="58576" y="51366"/>
                    <a:pt x="58576" y="45920"/>
                  </a:cubicBezTo>
                  <a:lnTo>
                    <a:pt x="58576" y="175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6" name="Freeform: Shape 2225">
              <a:extLst>
                <a:ext uri="{FF2B5EF4-FFF2-40B4-BE49-F238E27FC236}">
                  <a16:creationId xmlns:a16="http://schemas.microsoft.com/office/drawing/2014/main" id="{7BEAA211-FADE-F170-024B-05E77D5E0332}"/>
                </a:ext>
              </a:extLst>
            </p:cNvPr>
            <p:cNvSpPr/>
            <p:nvPr>
              <p:custDataLst>
                <p:tags r:id="rId37"/>
              </p:custDataLst>
            </p:nvPr>
          </p:nvSpPr>
          <p:spPr>
            <a:xfrm>
              <a:off x="10339312" y="5243915"/>
              <a:ext cx="41977" cy="180935"/>
            </a:xfrm>
            <a:custGeom>
              <a:avLst/>
              <a:gdLst>
                <a:gd name="connsiteX0" fmla="*/ 42169 w 41977"/>
                <a:gd name="connsiteY0" fmla="*/ 179198 h 180935"/>
                <a:gd name="connsiteX1" fmla="*/ 39093 w 41977"/>
                <a:gd name="connsiteY1" fmla="*/ 175217 h 180935"/>
                <a:gd name="connsiteX2" fmla="*/ 10686 w 41977"/>
                <a:gd name="connsiteY2" fmla="*/ 90540 h 180935"/>
                <a:gd name="connsiteX3" fmla="*/ 39817 w 41977"/>
                <a:gd name="connsiteY3" fmla="*/ 4957 h 180935"/>
                <a:gd name="connsiteX4" fmla="*/ 42169 w 41977"/>
                <a:gd name="connsiteY4" fmla="*/ 1881 h 180935"/>
                <a:gd name="connsiteX5" fmla="*/ 40360 w 41977"/>
                <a:gd name="connsiteY5" fmla="*/ 72 h 180935"/>
                <a:gd name="connsiteX6" fmla="*/ 11591 w 41977"/>
                <a:gd name="connsiteY6" fmla="*/ 35354 h 180935"/>
                <a:gd name="connsiteX7" fmla="*/ 192 w 41977"/>
                <a:gd name="connsiteY7" fmla="*/ 90540 h 180935"/>
                <a:gd name="connsiteX8" fmla="*/ 12134 w 41977"/>
                <a:gd name="connsiteY8" fmla="*/ 146992 h 180935"/>
                <a:gd name="connsiteX9" fmla="*/ 40360 w 41977"/>
                <a:gd name="connsiteY9" fmla="*/ 181007 h 180935"/>
                <a:gd name="connsiteX10" fmla="*/ 42169 w 41977"/>
                <a:gd name="connsiteY10" fmla="*/ 179198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169" y="179198"/>
                  </a:moveTo>
                  <a:cubicBezTo>
                    <a:pt x="42169" y="178655"/>
                    <a:pt x="42169" y="178293"/>
                    <a:pt x="39093" y="175217"/>
                  </a:cubicBezTo>
                  <a:cubicBezTo>
                    <a:pt x="16476" y="152420"/>
                    <a:pt x="10686" y="118223"/>
                    <a:pt x="10686" y="90540"/>
                  </a:cubicBezTo>
                  <a:cubicBezTo>
                    <a:pt x="10686" y="59057"/>
                    <a:pt x="17562" y="27574"/>
                    <a:pt x="39817" y="4957"/>
                  </a:cubicBezTo>
                  <a:cubicBezTo>
                    <a:pt x="42169" y="2786"/>
                    <a:pt x="42169" y="2424"/>
                    <a:pt x="42169" y="1881"/>
                  </a:cubicBezTo>
                  <a:cubicBezTo>
                    <a:pt x="42169" y="615"/>
                    <a:pt x="41446" y="72"/>
                    <a:pt x="40360" y="72"/>
                  </a:cubicBezTo>
                  <a:cubicBezTo>
                    <a:pt x="38551" y="72"/>
                    <a:pt x="22266" y="12375"/>
                    <a:pt x="11591" y="35354"/>
                  </a:cubicBezTo>
                  <a:cubicBezTo>
                    <a:pt x="2363" y="55257"/>
                    <a:pt x="192" y="75341"/>
                    <a:pt x="192" y="90540"/>
                  </a:cubicBezTo>
                  <a:cubicBezTo>
                    <a:pt x="192" y="104653"/>
                    <a:pt x="2182" y="126546"/>
                    <a:pt x="12134" y="146992"/>
                  </a:cubicBezTo>
                  <a:cubicBezTo>
                    <a:pt x="22990" y="169247"/>
                    <a:pt x="38551" y="181007"/>
                    <a:pt x="40360" y="181007"/>
                  </a:cubicBezTo>
                  <a:cubicBezTo>
                    <a:pt x="41446" y="181007"/>
                    <a:pt x="42169" y="180465"/>
                    <a:pt x="42169" y="17919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7" name="Freeform: Shape 2226">
              <a:extLst>
                <a:ext uri="{FF2B5EF4-FFF2-40B4-BE49-F238E27FC236}">
                  <a16:creationId xmlns:a16="http://schemas.microsoft.com/office/drawing/2014/main" id="{C1075E71-273F-D80D-9DFD-498106612CF9}"/>
                </a:ext>
              </a:extLst>
            </p:cNvPr>
            <p:cNvSpPr/>
            <p:nvPr>
              <p:custDataLst>
                <p:tags r:id="rId38"/>
              </p:custDataLst>
            </p:nvPr>
          </p:nvSpPr>
          <p:spPr>
            <a:xfrm>
              <a:off x="10424242" y="5240749"/>
              <a:ext cx="75812" cy="61789"/>
            </a:xfrm>
            <a:custGeom>
              <a:avLst/>
              <a:gdLst>
                <a:gd name="connsiteX0" fmla="*/ 26071 w 75812"/>
                <a:gd name="connsiteY0" fmla="*/ 34445 h 61789"/>
                <a:gd name="connsiteX1" fmla="*/ 45793 w 75812"/>
                <a:gd name="connsiteY1" fmla="*/ 34445 h 61789"/>
                <a:gd name="connsiteX2" fmla="*/ 76009 w 75812"/>
                <a:gd name="connsiteY2" fmla="*/ 14723 h 61789"/>
                <a:gd name="connsiteX3" fmla="*/ 53483 w 75812"/>
                <a:gd name="connsiteY3" fmla="*/ 67 h 61789"/>
                <a:gd name="connsiteX4" fmla="*/ 17838 w 75812"/>
                <a:gd name="connsiteY4" fmla="*/ 67 h 61789"/>
                <a:gd name="connsiteX5" fmla="*/ 14672 w 75812"/>
                <a:gd name="connsiteY5" fmla="*/ 2601 h 61789"/>
                <a:gd name="connsiteX6" fmla="*/ 18019 w 75812"/>
                <a:gd name="connsiteY6" fmla="*/ 4139 h 61789"/>
                <a:gd name="connsiteX7" fmla="*/ 23809 w 75812"/>
                <a:gd name="connsiteY7" fmla="*/ 4681 h 61789"/>
                <a:gd name="connsiteX8" fmla="*/ 23538 w 75812"/>
                <a:gd name="connsiteY8" fmla="*/ 6943 h 61789"/>
                <a:gd name="connsiteX9" fmla="*/ 11687 w 75812"/>
                <a:gd name="connsiteY9" fmla="*/ 54348 h 61789"/>
                <a:gd name="connsiteX10" fmla="*/ 3906 w 75812"/>
                <a:gd name="connsiteY10" fmla="*/ 57786 h 61789"/>
                <a:gd name="connsiteX11" fmla="*/ 197 w 75812"/>
                <a:gd name="connsiteY11" fmla="*/ 60319 h 61789"/>
                <a:gd name="connsiteX12" fmla="*/ 1826 w 75812"/>
                <a:gd name="connsiteY12" fmla="*/ 61857 h 61789"/>
                <a:gd name="connsiteX13" fmla="*/ 7887 w 75812"/>
                <a:gd name="connsiteY13" fmla="*/ 61586 h 61789"/>
                <a:gd name="connsiteX14" fmla="*/ 14582 w 75812"/>
                <a:gd name="connsiteY14" fmla="*/ 61495 h 61789"/>
                <a:gd name="connsiteX15" fmla="*/ 21276 w 75812"/>
                <a:gd name="connsiteY15" fmla="*/ 61586 h 61789"/>
                <a:gd name="connsiteX16" fmla="*/ 27609 w 75812"/>
                <a:gd name="connsiteY16" fmla="*/ 61857 h 61789"/>
                <a:gd name="connsiteX17" fmla="*/ 29871 w 75812"/>
                <a:gd name="connsiteY17" fmla="*/ 59324 h 61789"/>
                <a:gd name="connsiteX18" fmla="*/ 26885 w 75812"/>
                <a:gd name="connsiteY18" fmla="*/ 57786 h 61789"/>
                <a:gd name="connsiteX19" fmla="*/ 22995 w 75812"/>
                <a:gd name="connsiteY19" fmla="*/ 57605 h 61789"/>
                <a:gd name="connsiteX20" fmla="*/ 20643 w 75812"/>
                <a:gd name="connsiteY20" fmla="*/ 56610 h 61789"/>
                <a:gd name="connsiteX21" fmla="*/ 20914 w 75812"/>
                <a:gd name="connsiteY21" fmla="*/ 55343 h 61789"/>
                <a:gd name="connsiteX22" fmla="*/ 26071 w 75812"/>
                <a:gd name="connsiteY22" fmla="*/ 34445 h 61789"/>
                <a:gd name="connsiteX23" fmla="*/ 32585 w 75812"/>
                <a:gd name="connsiteY23" fmla="*/ 7124 h 61789"/>
                <a:gd name="connsiteX24" fmla="*/ 37108 w 75812"/>
                <a:gd name="connsiteY24" fmla="*/ 4139 h 61789"/>
                <a:gd name="connsiteX25" fmla="*/ 50497 w 75812"/>
                <a:gd name="connsiteY25" fmla="*/ 4139 h 61789"/>
                <a:gd name="connsiteX26" fmla="*/ 65967 w 75812"/>
                <a:gd name="connsiteY26" fmla="*/ 13457 h 61789"/>
                <a:gd name="connsiteX27" fmla="*/ 59544 w 75812"/>
                <a:gd name="connsiteY27" fmla="*/ 26846 h 61789"/>
                <a:gd name="connsiteX28" fmla="*/ 43712 w 75812"/>
                <a:gd name="connsiteY28" fmla="*/ 30917 h 61789"/>
                <a:gd name="connsiteX29" fmla="*/ 26614 w 75812"/>
                <a:gd name="connsiteY29" fmla="*/ 30917 h 61789"/>
                <a:gd name="connsiteX30" fmla="*/ 32585 w 75812"/>
                <a:gd name="connsiteY30" fmla="*/ 7124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45"/>
                  </a:moveTo>
                  <a:lnTo>
                    <a:pt x="45793" y="34445"/>
                  </a:lnTo>
                  <a:cubicBezTo>
                    <a:pt x="59725" y="34445"/>
                    <a:pt x="76009" y="25941"/>
                    <a:pt x="76009" y="14723"/>
                  </a:cubicBezTo>
                  <a:cubicBezTo>
                    <a:pt x="76009" y="6310"/>
                    <a:pt x="66601" y="67"/>
                    <a:pt x="53483" y="67"/>
                  </a:cubicBezTo>
                  <a:lnTo>
                    <a:pt x="17838" y="67"/>
                  </a:lnTo>
                  <a:cubicBezTo>
                    <a:pt x="16029" y="67"/>
                    <a:pt x="14672" y="67"/>
                    <a:pt x="14672" y="2601"/>
                  </a:cubicBezTo>
                  <a:cubicBezTo>
                    <a:pt x="14672" y="4139"/>
                    <a:pt x="15758" y="4139"/>
                    <a:pt x="18019" y="4139"/>
                  </a:cubicBezTo>
                  <a:cubicBezTo>
                    <a:pt x="18924" y="4139"/>
                    <a:pt x="21909" y="4139"/>
                    <a:pt x="23809" y="4681"/>
                  </a:cubicBezTo>
                  <a:cubicBezTo>
                    <a:pt x="23809" y="5767"/>
                    <a:pt x="23809" y="5948"/>
                    <a:pt x="23538" y="6943"/>
                  </a:cubicBezTo>
                  <a:lnTo>
                    <a:pt x="11687" y="54348"/>
                  </a:lnTo>
                  <a:cubicBezTo>
                    <a:pt x="10963" y="57062"/>
                    <a:pt x="10872" y="57786"/>
                    <a:pt x="3906" y="57786"/>
                  </a:cubicBezTo>
                  <a:cubicBezTo>
                    <a:pt x="1645" y="57786"/>
                    <a:pt x="197" y="57786"/>
                    <a:pt x="197" y="60319"/>
                  </a:cubicBezTo>
                  <a:cubicBezTo>
                    <a:pt x="197" y="61043"/>
                    <a:pt x="830" y="61857"/>
                    <a:pt x="1826" y="61857"/>
                  </a:cubicBezTo>
                  <a:cubicBezTo>
                    <a:pt x="3725" y="61857"/>
                    <a:pt x="5897" y="61586"/>
                    <a:pt x="7887" y="61586"/>
                  </a:cubicBezTo>
                  <a:cubicBezTo>
                    <a:pt x="10149" y="61586"/>
                    <a:pt x="12320" y="61495"/>
                    <a:pt x="14582" y="61495"/>
                  </a:cubicBezTo>
                  <a:cubicBezTo>
                    <a:pt x="16843" y="61495"/>
                    <a:pt x="19015" y="61586"/>
                    <a:pt x="21276" y="61586"/>
                  </a:cubicBezTo>
                  <a:cubicBezTo>
                    <a:pt x="23357" y="61586"/>
                    <a:pt x="25619" y="61857"/>
                    <a:pt x="27609" y="61857"/>
                  </a:cubicBezTo>
                  <a:cubicBezTo>
                    <a:pt x="28152" y="61857"/>
                    <a:pt x="29871" y="61857"/>
                    <a:pt x="29871" y="59324"/>
                  </a:cubicBezTo>
                  <a:cubicBezTo>
                    <a:pt x="29871" y="57786"/>
                    <a:pt x="28604" y="57786"/>
                    <a:pt x="26885" y="57786"/>
                  </a:cubicBezTo>
                  <a:cubicBezTo>
                    <a:pt x="26704" y="57786"/>
                    <a:pt x="24533" y="57786"/>
                    <a:pt x="22995" y="57605"/>
                  </a:cubicBezTo>
                  <a:cubicBezTo>
                    <a:pt x="20733" y="57424"/>
                    <a:pt x="20643" y="57334"/>
                    <a:pt x="20643" y="56610"/>
                  </a:cubicBezTo>
                  <a:cubicBezTo>
                    <a:pt x="20643" y="56429"/>
                    <a:pt x="20643" y="56248"/>
                    <a:pt x="20914" y="55343"/>
                  </a:cubicBezTo>
                  <a:lnTo>
                    <a:pt x="26071" y="34445"/>
                  </a:lnTo>
                  <a:close/>
                  <a:moveTo>
                    <a:pt x="32585" y="7124"/>
                  </a:moveTo>
                  <a:cubicBezTo>
                    <a:pt x="33308" y="4319"/>
                    <a:pt x="33308" y="4139"/>
                    <a:pt x="37108" y="4139"/>
                  </a:cubicBezTo>
                  <a:lnTo>
                    <a:pt x="50497" y="4139"/>
                  </a:lnTo>
                  <a:cubicBezTo>
                    <a:pt x="59725" y="4139"/>
                    <a:pt x="65967" y="6581"/>
                    <a:pt x="65967" y="13457"/>
                  </a:cubicBezTo>
                  <a:cubicBezTo>
                    <a:pt x="65967" y="16080"/>
                    <a:pt x="64701" y="23137"/>
                    <a:pt x="59544" y="26846"/>
                  </a:cubicBezTo>
                  <a:cubicBezTo>
                    <a:pt x="54387" y="30555"/>
                    <a:pt x="47331" y="30917"/>
                    <a:pt x="43712" y="30917"/>
                  </a:cubicBezTo>
                  <a:lnTo>
                    <a:pt x="26614" y="30917"/>
                  </a:lnTo>
                  <a:lnTo>
                    <a:pt x="32585" y="712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8" name="Freeform: Shape 2227">
              <a:extLst>
                <a:ext uri="{FF2B5EF4-FFF2-40B4-BE49-F238E27FC236}">
                  <a16:creationId xmlns:a16="http://schemas.microsoft.com/office/drawing/2014/main" id="{AD4A5684-3F59-859B-DCD6-ECE661D5DD1B}"/>
                </a:ext>
              </a:extLst>
            </p:cNvPr>
            <p:cNvSpPr/>
            <p:nvPr>
              <p:custDataLst>
                <p:tags r:id="rId39"/>
              </p:custDataLst>
            </p:nvPr>
          </p:nvSpPr>
          <p:spPr>
            <a:xfrm>
              <a:off x="10521945" y="5234688"/>
              <a:ext cx="26597" cy="90467"/>
            </a:xfrm>
            <a:custGeom>
              <a:avLst/>
              <a:gdLst>
                <a:gd name="connsiteX0" fmla="*/ 26529 w 26597"/>
                <a:gd name="connsiteY0" fmla="*/ 2239 h 90467"/>
                <a:gd name="connsiteX1" fmla="*/ 26800 w 26597"/>
                <a:gd name="connsiteY1" fmla="*/ 1334 h 90467"/>
                <a:gd name="connsiteX2" fmla="*/ 25262 w 26597"/>
                <a:gd name="connsiteY2" fmla="*/ 67 h 90467"/>
                <a:gd name="connsiteX3" fmla="*/ 202 w 26597"/>
                <a:gd name="connsiteY3" fmla="*/ 45301 h 90467"/>
                <a:gd name="connsiteX4" fmla="*/ 25262 w 26597"/>
                <a:gd name="connsiteY4" fmla="*/ 90535 h 90467"/>
                <a:gd name="connsiteX5" fmla="*/ 26800 w 26597"/>
                <a:gd name="connsiteY5" fmla="*/ 89269 h 90467"/>
                <a:gd name="connsiteX6" fmla="*/ 26076 w 26597"/>
                <a:gd name="connsiteY6" fmla="*/ 88093 h 90467"/>
                <a:gd name="connsiteX7" fmla="*/ 7168 w 26597"/>
                <a:gd name="connsiteY7" fmla="*/ 45301 h 90467"/>
                <a:gd name="connsiteX8" fmla="*/ 26529 w 26597"/>
                <a:gd name="connsiteY8" fmla="*/ 2239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39"/>
                  </a:moveTo>
                  <a:cubicBezTo>
                    <a:pt x="26529" y="2148"/>
                    <a:pt x="26800" y="1786"/>
                    <a:pt x="26800" y="1334"/>
                  </a:cubicBezTo>
                  <a:cubicBezTo>
                    <a:pt x="26800" y="972"/>
                    <a:pt x="26619" y="67"/>
                    <a:pt x="25262" y="67"/>
                  </a:cubicBezTo>
                  <a:cubicBezTo>
                    <a:pt x="23453" y="67"/>
                    <a:pt x="202" y="14542"/>
                    <a:pt x="202" y="45301"/>
                  </a:cubicBezTo>
                  <a:cubicBezTo>
                    <a:pt x="202" y="75970"/>
                    <a:pt x="23453" y="90535"/>
                    <a:pt x="25262" y="90535"/>
                  </a:cubicBezTo>
                  <a:cubicBezTo>
                    <a:pt x="26619" y="90535"/>
                    <a:pt x="26800" y="89631"/>
                    <a:pt x="26800" y="89269"/>
                  </a:cubicBezTo>
                  <a:cubicBezTo>
                    <a:pt x="26800" y="88636"/>
                    <a:pt x="26438" y="88364"/>
                    <a:pt x="26076" y="88093"/>
                  </a:cubicBezTo>
                  <a:cubicBezTo>
                    <a:pt x="10063" y="75337"/>
                    <a:pt x="7168" y="56972"/>
                    <a:pt x="7168" y="45301"/>
                  </a:cubicBezTo>
                  <a:cubicBezTo>
                    <a:pt x="7168" y="23137"/>
                    <a:pt x="17391" y="8571"/>
                    <a:pt x="26529" y="223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29" name="Freeform: Shape 2228">
              <a:extLst>
                <a:ext uri="{FF2B5EF4-FFF2-40B4-BE49-F238E27FC236}">
                  <a16:creationId xmlns:a16="http://schemas.microsoft.com/office/drawing/2014/main" id="{BE6C979E-C68F-1C29-FE6C-8044A28AA185}"/>
                </a:ext>
              </a:extLst>
            </p:cNvPr>
            <p:cNvSpPr/>
            <p:nvPr>
              <p:custDataLst>
                <p:tags r:id="rId40"/>
              </p:custDataLst>
            </p:nvPr>
          </p:nvSpPr>
          <p:spPr>
            <a:xfrm>
              <a:off x="10566878" y="5240749"/>
              <a:ext cx="79973" cy="61789"/>
            </a:xfrm>
            <a:custGeom>
              <a:avLst/>
              <a:gdLst>
                <a:gd name="connsiteX0" fmla="*/ 62809 w 79973"/>
                <a:gd name="connsiteY0" fmla="*/ 11376 h 61789"/>
                <a:gd name="connsiteX1" fmla="*/ 65342 w 79973"/>
                <a:gd name="connsiteY1" fmla="*/ 9295 h 61789"/>
                <a:gd name="connsiteX2" fmla="*/ 77646 w 79973"/>
                <a:gd name="connsiteY2" fmla="*/ 4139 h 61789"/>
                <a:gd name="connsiteX3" fmla="*/ 80179 w 79973"/>
                <a:gd name="connsiteY3" fmla="*/ 1605 h 61789"/>
                <a:gd name="connsiteX4" fmla="*/ 78731 w 79973"/>
                <a:gd name="connsiteY4" fmla="*/ 67 h 61789"/>
                <a:gd name="connsiteX5" fmla="*/ 74660 w 79973"/>
                <a:gd name="connsiteY5" fmla="*/ 339 h 61789"/>
                <a:gd name="connsiteX6" fmla="*/ 70408 w 79973"/>
                <a:gd name="connsiteY6" fmla="*/ 429 h 61789"/>
                <a:gd name="connsiteX7" fmla="*/ 65071 w 79973"/>
                <a:gd name="connsiteY7" fmla="*/ 339 h 61789"/>
                <a:gd name="connsiteX8" fmla="*/ 60185 w 79973"/>
                <a:gd name="connsiteY8" fmla="*/ 67 h 61789"/>
                <a:gd name="connsiteX9" fmla="*/ 58014 w 79973"/>
                <a:gd name="connsiteY9" fmla="*/ 2601 h 61789"/>
                <a:gd name="connsiteX10" fmla="*/ 59733 w 79973"/>
                <a:gd name="connsiteY10" fmla="*/ 4139 h 61789"/>
                <a:gd name="connsiteX11" fmla="*/ 62538 w 79973"/>
                <a:gd name="connsiteY11" fmla="*/ 5405 h 61789"/>
                <a:gd name="connsiteX12" fmla="*/ 59643 w 79973"/>
                <a:gd name="connsiteY12" fmla="*/ 9386 h 61789"/>
                <a:gd name="connsiteX13" fmla="*/ 35759 w 79973"/>
                <a:gd name="connsiteY13" fmla="*/ 32274 h 61789"/>
                <a:gd name="connsiteX14" fmla="*/ 21736 w 79973"/>
                <a:gd name="connsiteY14" fmla="*/ 6491 h 61789"/>
                <a:gd name="connsiteX15" fmla="*/ 21194 w 79973"/>
                <a:gd name="connsiteY15" fmla="*/ 5315 h 61789"/>
                <a:gd name="connsiteX16" fmla="*/ 25808 w 79973"/>
                <a:gd name="connsiteY16" fmla="*/ 4139 h 61789"/>
                <a:gd name="connsiteX17" fmla="*/ 28612 w 79973"/>
                <a:gd name="connsiteY17" fmla="*/ 1605 h 61789"/>
                <a:gd name="connsiteX18" fmla="*/ 26984 w 79973"/>
                <a:gd name="connsiteY18" fmla="*/ 67 h 61789"/>
                <a:gd name="connsiteX19" fmla="*/ 20470 w 79973"/>
                <a:gd name="connsiteY19" fmla="*/ 339 h 61789"/>
                <a:gd name="connsiteX20" fmla="*/ 13956 w 79973"/>
                <a:gd name="connsiteY20" fmla="*/ 429 h 61789"/>
                <a:gd name="connsiteX21" fmla="*/ 8166 w 79973"/>
                <a:gd name="connsiteY21" fmla="*/ 339 h 61789"/>
                <a:gd name="connsiteX22" fmla="*/ 2376 w 79973"/>
                <a:gd name="connsiteY22" fmla="*/ 67 h 61789"/>
                <a:gd name="connsiteX23" fmla="*/ 205 w 79973"/>
                <a:gd name="connsiteY23" fmla="*/ 2601 h 61789"/>
                <a:gd name="connsiteX24" fmla="*/ 3100 w 79973"/>
                <a:gd name="connsiteY24" fmla="*/ 4139 h 61789"/>
                <a:gd name="connsiteX25" fmla="*/ 10337 w 79973"/>
                <a:gd name="connsiteY25" fmla="*/ 6762 h 61789"/>
                <a:gd name="connsiteX26" fmla="*/ 26893 w 79973"/>
                <a:gd name="connsiteY26" fmla="*/ 37069 h 61789"/>
                <a:gd name="connsiteX27" fmla="*/ 22822 w 79973"/>
                <a:gd name="connsiteY27" fmla="*/ 53624 h 61789"/>
                <a:gd name="connsiteX28" fmla="*/ 14589 w 79973"/>
                <a:gd name="connsiteY28" fmla="*/ 57786 h 61789"/>
                <a:gd name="connsiteX29" fmla="*/ 11061 w 79973"/>
                <a:gd name="connsiteY29" fmla="*/ 60319 h 61789"/>
                <a:gd name="connsiteX30" fmla="*/ 12690 w 79973"/>
                <a:gd name="connsiteY30" fmla="*/ 61857 h 61789"/>
                <a:gd name="connsiteX31" fmla="*/ 18751 w 79973"/>
                <a:gd name="connsiteY31" fmla="*/ 61586 h 61789"/>
                <a:gd name="connsiteX32" fmla="*/ 25265 w 79973"/>
                <a:gd name="connsiteY32" fmla="*/ 61495 h 61789"/>
                <a:gd name="connsiteX33" fmla="*/ 31959 w 79973"/>
                <a:gd name="connsiteY33" fmla="*/ 61586 h 61789"/>
                <a:gd name="connsiteX34" fmla="*/ 38111 w 79973"/>
                <a:gd name="connsiteY34" fmla="*/ 61857 h 61789"/>
                <a:gd name="connsiteX35" fmla="*/ 40373 w 79973"/>
                <a:gd name="connsiteY35" fmla="*/ 59324 h 61789"/>
                <a:gd name="connsiteX36" fmla="*/ 37387 w 79973"/>
                <a:gd name="connsiteY36" fmla="*/ 57786 h 61789"/>
                <a:gd name="connsiteX37" fmla="*/ 33497 w 79973"/>
                <a:gd name="connsiteY37" fmla="*/ 57605 h 61789"/>
                <a:gd name="connsiteX38" fmla="*/ 31145 w 79973"/>
                <a:gd name="connsiteY38" fmla="*/ 56610 h 61789"/>
                <a:gd name="connsiteX39" fmla="*/ 32231 w 79973"/>
                <a:gd name="connsiteY39" fmla="*/ 51725 h 61789"/>
                <a:gd name="connsiteX40" fmla="*/ 35849 w 79973"/>
                <a:gd name="connsiteY40" fmla="*/ 37159 h 61789"/>
                <a:gd name="connsiteX41" fmla="*/ 62809 w 79973"/>
                <a:gd name="connsiteY41" fmla="*/ 11376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76"/>
                  </a:moveTo>
                  <a:lnTo>
                    <a:pt x="65342" y="9295"/>
                  </a:lnTo>
                  <a:cubicBezTo>
                    <a:pt x="67785" y="7305"/>
                    <a:pt x="71313" y="4500"/>
                    <a:pt x="77646" y="4139"/>
                  </a:cubicBezTo>
                  <a:cubicBezTo>
                    <a:pt x="78912" y="4048"/>
                    <a:pt x="80179" y="4048"/>
                    <a:pt x="80179" y="1605"/>
                  </a:cubicBezTo>
                  <a:cubicBezTo>
                    <a:pt x="80179" y="339"/>
                    <a:pt x="79093" y="67"/>
                    <a:pt x="78731" y="67"/>
                  </a:cubicBezTo>
                  <a:cubicBezTo>
                    <a:pt x="77465" y="67"/>
                    <a:pt x="76017" y="339"/>
                    <a:pt x="74660" y="339"/>
                  </a:cubicBezTo>
                  <a:cubicBezTo>
                    <a:pt x="73303" y="339"/>
                    <a:pt x="71856" y="429"/>
                    <a:pt x="70408" y="429"/>
                  </a:cubicBezTo>
                  <a:cubicBezTo>
                    <a:pt x="70408" y="429"/>
                    <a:pt x="65071" y="339"/>
                    <a:pt x="65071" y="339"/>
                  </a:cubicBezTo>
                  <a:cubicBezTo>
                    <a:pt x="63533" y="339"/>
                    <a:pt x="61723" y="67"/>
                    <a:pt x="60185" y="67"/>
                  </a:cubicBezTo>
                  <a:cubicBezTo>
                    <a:pt x="59009" y="67"/>
                    <a:pt x="58014" y="701"/>
                    <a:pt x="58014" y="2601"/>
                  </a:cubicBezTo>
                  <a:cubicBezTo>
                    <a:pt x="58014" y="3867"/>
                    <a:pt x="59100" y="4139"/>
                    <a:pt x="59733" y="4139"/>
                  </a:cubicBezTo>
                  <a:cubicBezTo>
                    <a:pt x="61995" y="4229"/>
                    <a:pt x="62538" y="4772"/>
                    <a:pt x="62538" y="5405"/>
                  </a:cubicBezTo>
                  <a:cubicBezTo>
                    <a:pt x="62538" y="6672"/>
                    <a:pt x="60366" y="8662"/>
                    <a:pt x="59643" y="9386"/>
                  </a:cubicBezTo>
                  <a:lnTo>
                    <a:pt x="35759" y="32274"/>
                  </a:lnTo>
                  <a:lnTo>
                    <a:pt x="21736" y="6491"/>
                  </a:lnTo>
                  <a:cubicBezTo>
                    <a:pt x="21194" y="5586"/>
                    <a:pt x="21194" y="5405"/>
                    <a:pt x="21194" y="5315"/>
                  </a:cubicBezTo>
                  <a:cubicBezTo>
                    <a:pt x="21194" y="4139"/>
                    <a:pt x="25084" y="4139"/>
                    <a:pt x="25808" y="4139"/>
                  </a:cubicBezTo>
                  <a:cubicBezTo>
                    <a:pt x="27165" y="4139"/>
                    <a:pt x="28612" y="4139"/>
                    <a:pt x="28612" y="1605"/>
                  </a:cubicBezTo>
                  <a:cubicBezTo>
                    <a:pt x="28612" y="520"/>
                    <a:pt x="27707" y="67"/>
                    <a:pt x="26984" y="67"/>
                  </a:cubicBezTo>
                  <a:cubicBezTo>
                    <a:pt x="24903" y="67"/>
                    <a:pt x="22551" y="339"/>
                    <a:pt x="20470" y="339"/>
                  </a:cubicBezTo>
                  <a:cubicBezTo>
                    <a:pt x="18299" y="339"/>
                    <a:pt x="16127" y="429"/>
                    <a:pt x="13956" y="429"/>
                  </a:cubicBezTo>
                  <a:cubicBezTo>
                    <a:pt x="12056" y="429"/>
                    <a:pt x="10066" y="339"/>
                    <a:pt x="8166" y="339"/>
                  </a:cubicBezTo>
                  <a:cubicBezTo>
                    <a:pt x="6990" y="339"/>
                    <a:pt x="2467" y="67"/>
                    <a:pt x="2376" y="67"/>
                  </a:cubicBezTo>
                  <a:cubicBezTo>
                    <a:pt x="1110" y="67"/>
                    <a:pt x="205" y="701"/>
                    <a:pt x="205" y="2601"/>
                  </a:cubicBezTo>
                  <a:cubicBezTo>
                    <a:pt x="205" y="4139"/>
                    <a:pt x="1472" y="4139"/>
                    <a:pt x="3100" y="4139"/>
                  </a:cubicBezTo>
                  <a:cubicBezTo>
                    <a:pt x="8890" y="4139"/>
                    <a:pt x="9252" y="4772"/>
                    <a:pt x="10337" y="6762"/>
                  </a:cubicBezTo>
                  <a:lnTo>
                    <a:pt x="26893" y="37069"/>
                  </a:lnTo>
                  <a:lnTo>
                    <a:pt x="22822" y="53624"/>
                  </a:lnTo>
                  <a:cubicBezTo>
                    <a:pt x="21736" y="57696"/>
                    <a:pt x="21284" y="57786"/>
                    <a:pt x="14589" y="57786"/>
                  </a:cubicBezTo>
                  <a:cubicBezTo>
                    <a:pt x="12509" y="57786"/>
                    <a:pt x="11061" y="57786"/>
                    <a:pt x="11061" y="60319"/>
                  </a:cubicBezTo>
                  <a:cubicBezTo>
                    <a:pt x="11061" y="61043"/>
                    <a:pt x="11695" y="61857"/>
                    <a:pt x="12690" y="61857"/>
                  </a:cubicBezTo>
                  <a:cubicBezTo>
                    <a:pt x="14589" y="61857"/>
                    <a:pt x="16761" y="61586"/>
                    <a:pt x="18751" y="61586"/>
                  </a:cubicBezTo>
                  <a:cubicBezTo>
                    <a:pt x="20922" y="61586"/>
                    <a:pt x="23093" y="61495"/>
                    <a:pt x="25265" y="61495"/>
                  </a:cubicBezTo>
                  <a:cubicBezTo>
                    <a:pt x="27526" y="61495"/>
                    <a:pt x="29698" y="61586"/>
                    <a:pt x="31959" y="61586"/>
                  </a:cubicBezTo>
                  <a:cubicBezTo>
                    <a:pt x="33950" y="61586"/>
                    <a:pt x="36211" y="61857"/>
                    <a:pt x="38111" y="61857"/>
                  </a:cubicBezTo>
                  <a:cubicBezTo>
                    <a:pt x="38744" y="61857"/>
                    <a:pt x="40373" y="61857"/>
                    <a:pt x="40373" y="59324"/>
                  </a:cubicBezTo>
                  <a:cubicBezTo>
                    <a:pt x="40373" y="57786"/>
                    <a:pt x="39106" y="57786"/>
                    <a:pt x="37387" y="57786"/>
                  </a:cubicBezTo>
                  <a:cubicBezTo>
                    <a:pt x="37207" y="57786"/>
                    <a:pt x="35035" y="57786"/>
                    <a:pt x="33497" y="57605"/>
                  </a:cubicBezTo>
                  <a:cubicBezTo>
                    <a:pt x="31236" y="57424"/>
                    <a:pt x="31145" y="57334"/>
                    <a:pt x="31145" y="56610"/>
                  </a:cubicBezTo>
                  <a:cubicBezTo>
                    <a:pt x="31145" y="55977"/>
                    <a:pt x="31145" y="55796"/>
                    <a:pt x="32231" y="51725"/>
                  </a:cubicBezTo>
                  <a:lnTo>
                    <a:pt x="35849" y="37159"/>
                  </a:lnTo>
                  <a:lnTo>
                    <a:pt x="62809" y="113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0" name="Freeform: Shape 2229">
              <a:extLst>
                <a:ext uri="{FF2B5EF4-FFF2-40B4-BE49-F238E27FC236}">
                  <a16:creationId xmlns:a16="http://schemas.microsoft.com/office/drawing/2014/main" id="{FA6261CE-7DC9-5C6B-A6F0-F6607C9F82C8}"/>
                </a:ext>
              </a:extLst>
            </p:cNvPr>
            <p:cNvSpPr/>
            <p:nvPr>
              <p:custDataLst>
                <p:tags r:id="rId41"/>
              </p:custDataLst>
            </p:nvPr>
          </p:nvSpPr>
          <p:spPr>
            <a:xfrm>
              <a:off x="10640186" y="5280645"/>
              <a:ext cx="63327" cy="40981"/>
            </a:xfrm>
            <a:custGeom>
              <a:avLst/>
              <a:gdLst>
                <a:gd name="connsiteX0" fmla="*/ 9618 w 63327"/>
                <a:gd name="connsiteY0" fmla="*/ 31189 h 40981"/>
                <a:gd name="connsiteX1" fmla="*/ 8080 w 63327"/>
                <a:gd name="connsiteY1" fmla="*/ 37884 h 40981"/>
                <a:gd name="connsiteX2" fmla="*/ 11427 w 63327"/>
                <a:gd name="connsiteY2" fmla="*/ 41050 h 40981"/>
                <a:gd name="connsiteX3" fmla="*/ 15770 w 63327"/>
                <a:gd name="connsiteY3" fmla="*/ 38065 h 40981"/>
                <a:gd name="connsiteX4" fmla="*/ 17489 w 63327"/>
                <a:gd name="connsiteY4" fmla="*/ 31008 h 40981"/>
                <a:gd name="connsiteX5" fmla="*/ 20745 w 63327"/>
                <a:gd name="connsiteY5" fmla="*/ 18253 h 40981"/>
                <a:gd name="connsiteX6" fmla="*/ 39472 w 63327"/>
                <a:gd name="connsiteY6" fmla="*/ 3144 h 40981"/>
                <a:gd name="connsiteX7" fmla="*/ 45805 w 63327"/>
                <a:gd name="connsiteY7" fmla="*/ 9658 h 40981"/>
                <a:gd name="connsiteX8" fmla="*/ 39925 w 63327"/>
                <a:gd name="connsiteY8" fmla="*/ 29290 h 40981"/>
                <a:gd name="connsiteX9" fmla="*/ 39020 w 63327"/>
                <a:gd name="connsiteY9" fmla="*/ 33089 h 40981"/>
                <a:gd name="connsiteX10" fmla="*/ 48881 w 63327"/>
                <a:gd name="connsiteY10" fmla="*/ 41050 h 40981"/>
                <a:gd name="connsiteX11" fmla="*/ 63537 w 63327"/>
                <a:gd name="connsiteY11" fmla="*/ 27028 h 40981"/>
                <a:gd name="connsiteX12" fmla="*/ 61637 w 63327"/>
                <a:gd name="connsiteY12" fmla="*/ 25761 h 40981"/>
                <a:gd name="connsiteX13" fmla="*/ 59466 w 63327"/>
                <a:gd name="connsiteY13" fmla="*/ 27842 h 40981"/>
                <a:gd name="connsiteX14" fmla="*/ 49243 w 63327"/>
                <a:gd name="connsiteY14" fmla="*/ 37975 h 40981"/>
                <a:gd name="connsiteX15" fmla="*/ 46529 w 63327"/>
                <a:gd name="connsiteY15" fmla="*/ 34537 h 40981"/>
                <a:gd name="connsiteX16" fmla="*/ 47705 w 63327"/>
                <a:gd name="connsiteY16" fmla="*/ 29742 h 40981"/>
                <a:gd name="connsiteX17" fmla="*/ 53404 w 63327"/>
                <a:gd name="connsiteY17" fmla="*/ 10834 h 40981"/>
                <a:gd name="connsiteX18" fmla="*/ 40015 w 63327"/>
                <a:gd name="connsiteY18" fmla="*/ 68 h 40981"/>
                <a:gd name="connsiteX19" fmla="*/ 22917 w 63327"/>
                <a:gd name="connsiteY19" fmla="*/ 9025 h 40981"/>
                <a:gd name="connsiteX20" fmla="*/ 11880 w 63327"/>
                <a:gd name="connsiteY20" fmla="*/ 68 h 40981"/>
                <a:gd name="connsiteX21" fmla="*/ 209 w 63327"/>
                <a:gd name="connsiteY21" fmla="*/ 14091 h 40981"/>
                <a:gd name="connsiteX22" fmla="*/ 2109 w 63327"/>
                <a:gd name="connsiteY22" fmla="*/ 15358 h 40981"/>
                <a:gd name="connsiteX23" fmla="*/ 4190 w 63327"/>
                <a:gd name="connsiteY23" fmla="*/ 13639 h 40981"/>
                <a:gd name="connsiteX24" fmla="*/ 11427 w 63327"/>
                <a:gd name="connsiteY24" fmla="*/ 3144 h 40981"/>
                <a:gd name="connsiteX25" fmla="*/ 15136 w 63327"/>
                <a:gd name="connsiteY25" fmla="*/ 7939 h 40981"/>
                <a:gd name="connsiteX26" fmla="*/ 13689 w 63327"/>
                <a:gd name="connsiteY26" fmla="*/ 14996 h 40981"/>
                <a:gd name="connsiteX27" fmla="*/ 11699 w 63327"/>
                <a:gd name="connsiteY27" fmla="*/ 23138 h 40981"/>
                <a:gd name="connsiteX28" fmla="*/ 9618 w 63327"/>
                <a:gd name="connsiteY28" fmla="*/ 31189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89"/>
                  </a:moveTo>
                  <a:cubicBezTo>
                    <a:pt x="9075" y="33451"/>
                    <a:pt x="8080" y="37432"/>
                    <a:pt x="8080" y="37884"/>
                  </a:cubicBezTo>
                  <a:cubicBezTo>
                    <a:pt x="8080" y="39874"/>
                    <a:pt x="9708" y="41050"/>
                    <a:pt x="11427" y="41050"/>
                  </a:cubicBezTo>
                  <a:cubicBezTo>
                    <a:pt x="12784" y="41050"/>
                    <a:pt x="14775" y="40327"/>
                    <a:pt x="15770" y="38065"/>
                  </a:cubicBezTo>
                  <a:cubicBezTo>
                    <a:pt x="15860" y="37613"/>
                    <a:pt x="16946" y="33361"/>
                    <a:pt x="17489" y="31008"/>
                  </a:cubicBezTo>
                  <a:cubicBezTo>
                    <a:pt x="20564" y="18795"/>
                    <a:pt x="20564" y="18614"/>
                    <a:pt x="20745" y="18253"/>
                  </a:cubicBezTo>
                  <a:cubicBezTo>
                    <a:pt x="21922" y="15810"/>
                    <a:pt x="28435" y="3144"/>
                    <a:pt x="39472" y="3144"/>
                  </a:cubicBezTo>
                  <a:cubicBezTo>
                    <a:pt x="43905" y="3144"/>
                    <a:pt x="45805" y="5587"/>
                    <a:pt x="45805" y="9658"/>
                  </a:cubicBezTo>
                  <a:cubicBezTo>
                    <a:pt x="45805" y="14815"/>
                    <a:pt x="42005" y="24133"/>
                    <a:pt x="39925" y="29290"/>
                  </a:cubicBezTo>
                  <a:cubicBezTo>
                    <a:pt x="39472" y="30375"/>
                    <a:pt x="39020" y="31551"/>
                    <a:pt x="39020" y="33089"/>
                  </a:cubicBezTo>
                  <a:cubicBezTo>
                    <a:pt x="39020" y="37794"/>
                    <a:pt x="43543" y="41050"/>
                    <a:pt x="48881" y="41050"/>
                  </a:cubicBezTo>
                  <a:cubicBezTo>
                    <a:pt x="58561" y="41050"/>
                    <a:pt x="63537" y="29290"/>
                    <a:pt x="63537" y="27028"/>
                  </a:cubicBezTo>
                  <a:cubicBezTo>
                    <a:pt x="63537" y="25761"/>
                    <a:pt x="61999" y="25761"/>
                    <a:pt x="61637" y="25761"/>
                  </a:cubicBezTo>
                  <a:cubicBezTo>
                    <a:pt x="60099" y="25761"/>
                    <a:pt x="60009" y="26123"/>
                    <a:pt x="59466" y="27842"/>
                  </a:cubicBezTo>
                  <a:cubicBezTo>
                    <a:pt x="57747" y="33270"/>
                    <a:pt x="53585" y="37975"/>
                    <a:pt x="49243" y="37975"/>
                  </a:cubicBezTo>
                  <a:cubicBezTo>
                    <a:pt x="47162" y="37975"/>
                    <a:pt x="46529" y="36527"/>
                    <a:pt x="46529" y="34537"/>
                  </a:cubicBezTo>
                  <a:cubicBezTo>
                    <a:pt x="46529" y="32637"/>
                    <a:pt x="46891" y="31732"/>
                    <a:pt x="47705" y="29742"/>
                  </a:cubicBezTo>
                  <a:cubicBezTo>
                    <a:pt x="49243" y="26123"/>
                    <a:pt x="53404" y="15810"/>
                    <a:pt x="53404" y="10834"/>
                  </a:cubicBezTo>
                  <a:cubicBezTo>
                    <a:pt x="53404" y="4140"/>
                    <a:pt x="48610" y="68"/>
                    <a:pt x="40015" y="68"/>
                  </a:cubicBezTo>
                  <a:cubicBezTo>
                    <a:pt x="31783" y="68"/>
                    <a:pt x="26083" y="5044"/>
                    <a:pt x="22917" y="9025"/>
                  </a:cubicBezTo>
                  <a:cubicBezTo>
                    <a:pt x="22464" y="1606"/>
                    <a:pt x="15227" y="68"/>
                    <a:pt x="11880" y="68"/>
                  </a:cubicBezTo>
                  <a:cubicBezTo>
                    <a:pt x="2833" y="68"/>
                    <a:pt x="209" y="13910"/>
                    <a:pt x="209" y="14091"/>
                  </a:cubicBezTo>
                  <a:cubicBezTo>
                    <a:pt x="209" y="15358"/>
                    <a:pt x="1657" y="15358"/>
                    <a:pt x="2109" y="15358"/>
                  </a:cubicBezTo>
                  <a:cubicBezTo>
                    <a:pt x="3647" y="15358"/>
                    <a:pt x="3828" y="14815"/>
                    <a:pt x="4190" y="13639"/>
                  </a:cubicBezTo>
                  <a:cubicBezTo>
                    <a:pt x="5547" y="8392"/>
                    <a:pt x="7628" y="3144"/>
                    <a:pt x="11427" y="3144"/>
                  </a:cubicBezTo>
                  <a:cubicBezTo>
                    <a:pt x="14503" y="3144"/>
                    <a:pt x="15136" y="6039"/>
                    <a:pt x="15136" y="7939"/>
                  </a:cubicBezTo>
                  <a:cubicBezTo>
                    <a:pt x="15136" y="9206"/>
                    <a:pt x="14232" y="12644"/>
                    <a:pt x="13689" y="14996"/>
                  </a:cubicBezTo>
                  <a:cubicBezTo>
                    <a:pt x="13056" y="17438"/>
                    <a:pt x="12151" y="21147"/>
                    <a:pt x="11699" y="23138"/>
                  </a:cubicBezTo>
                  <a:lnTo>
                    <a:pt x="9618" y="311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1" name="Freeform: Shape 2230">
              <a:extLst>
                <a:ext uri="{FF2B5EF4-FFF2-40B4-BE49-F238E27FC236}">
                  <a16:creationId xmlns:a16="http://schemas.microsoft.com/office/drawing/2014/main" id="{E9DA35BE-5003-BEEE-D402-0762594DE947}"/>
                </a:ext>
              </a:extLst>
            </p:cNvPr>
            <p:cNvSpPr/>
            <p:nvPr>
              <p:custDataLst>
                <p:tags r:id="rId42"/>
              </p:custDataLst>
            </p:nvPr>
          </p:nvSpPr>
          <p:spPr>
            <a:xfrm>
              <a:off x="10735159" y="5237492"/>
              <a:ext cx="69027" cy="84949"/>
            </a:xfrm>
            <a:custGeom>
              <a:avLst/>
              <a:gdLst>
                <a:gd name="connsiteX0" fmla="*/ 67160 w 69027"/>
                <a:gd name="connsiteY0" fmla="*/ 5224 h 84949"/>
                <a:gd name="connsiteX1" fmla="*/ 69241 w 69027"/>
                <a:gd name="connsiteY1" fmla="*/ 2601 h 84949"/>
                <a:gd name="connsiteX2" fmla="*/ 66708 w 69027"/>
                <a:gd name="connsiteY2" fmla="*/ 67 h 84949"/>
                <a:gd name="connsiteX3" fmla="*/ 64989 w 69027"/>
                <a:gd name="connsiteY3" fmla="*/ 610 h 84949"/>
                <a:gd name="connsiteX4" fmla="*/ 2295 w 69027"/>
                <a:gd name="connsiteY4" fmla="*/ 29198 h 84949"/>
                <a:gd name="connsiteX5" fmla="*/ 214 w 69027"/>
                <a:gd name="connsiteY5" fmla="*/ 31822 h 84949"/>
                <a:gd name="connsiteX6" fmla="*/ 2295 w 69027"/>
                <a:gd name="connsiteY6" fmla="*/ 34445 h 84949"/>
                <a:gd name="connsiteX7" fmla="*/ 64718 w 69027"/>
                <a:gd name="connsiteY7" fmla="*/ 62943 h 84949"/>
                <a:gd name="connsiteX8" fmla="*/ 66708 w 69027"/>
                <a:gd name="connsiteY8" fmla="*/ 63576 h 84949"/>
                <a:gd name="connsiteX9" fmla="*/ 69241 w 69027"/>
                <a:gd name="connsiteY9" fmla="*/ 61043 h 84949"/>
                <a:gd name="connsiteX10" fmla="*/ 66979 w 69027"/>
                <a:gd name="connsiteY10" fmla="*/ 58329 h 84949"/>
                <a:gd name="connsiteX11" fmla="*/ 8809 w 69027"/>
                <a:gd name="connsiteY11" fmla="*/ 31822 h 84949"/>
                <a:gd name="connsiteX12" fmla="*/ 67160 w 69027"/>
                <a:gd name="connsiteY12" fmla="*/ 5224 h 84949"/>
                <a:gd name="connsiteX13" fmla="*/ 65351 w 69027"/>
                <a:gd name="connsiteY13" fmla="*/ 85017 h 84949"/>
                <a:gd name="connsiteX14" fmla="*/ 69241 w 69027"/>
                <a:gd name="connsiteY14" fmla="*/ 82484 h 84949"/>
                <a:gd name="connsiteX15" fmla="*/ 65351 w 69027"/>
                <a:gd name="connsiteY15" fmla="*/ 79951 h 84949"/>
                <a:gd name="connsiteX16" fmla="*/ 4104 w 69027"/>
                <a:gd name="connsiteY16" fmla="*/ 79951 h 84949"/>
                <a:gd name="connsiteX17" fmla="*/ 214 w 69027"/>
                <a:gd name="connsiteY17" fmla="*/ 82484 h 84949"/>
                <a:gd name="connsiteX18" fmla="*/ 4104 w 69027"/>
                <a:gd name="connsiteY18" fmla="*/ 85017 h 84949"/>
                <a:gd name="connsiteX19" fmla="*/ 65351 w 69027"/>
                <a:gd name="connsiteY19" fmla="*/ 85017 h 8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027" h="84949">
                  <a:moveTo>
                    <a:pt x="67160" y="5224"/>
                  </a:moveTo>
                  <a:cubicBezTo>
                    <a:pt x="68336" y="4681"/>
                    <a:pt x="69241" y="3958"/>
                    <a:pt x="69241" y="2601"/>
                  </a:cubicBezTo>
                  <a:cubicBezTo>
                    <a:pt x="69241" y="1244"/>
                    <a:pt x="68065" y="67"/>
                    <a:pt x="66708" y="67"/>
                  </a:cubicBezTo>
                  <a:cubicBezTo>
                    <a:pt x="66165" y="67"/>
                    <a:pt x="65803" y="248"/>
                    <a:pt x="64989" y="610"/>
                  </a:cubicBezTo>
                  <a:lnTo>
                    <a:pt x="2295" y="29198"/>
                  </a:lnTo>
                  <a:cubicBezTo>
                    <a:pt x="1119" y="29741"/>
                    <a:pt x="214" y="30465"/>
                    <a:pt x="214" y="31822"/>
                  </a:cubicBezTo>
                  <a:cubicBezTo>
                    <a:pt x="214" y="33179"/>
                    <a:pt x="1119" y="33902"/>
                    <a:pt x="2295" y="34445"/>
                  </a:cubicBezTo>
                  <a:lnTo>
                    <a:pt x="64718" y="62943"/>
                  </a:lnTo>
                  <a:cubicBezTo>
                    <a:pt x="66075" y="63576"/>
                    <a:pt x="66437" y="63576"/>
                    <a:pt x="66708" y="63576"/>
                  </a:cubicBezTo>
                  <a:cubicBezTo>
                    <a:pt x="68065" y="63576"/>
                    <a:pt x="69241" y="62400"/>
                    <a:pt x="69241" y="61043"/>
                  </a:cubicBezTo>
                  <a:cubicBezTo>
                    <a:pt x="69241" y="59595"/>
                    <a:pt x="68246" y="58872"/>
                    <a:pt x="66979" y="58329"/>
                  </a:cubicBezTo>
                  <a:lnTo>
                    <a:pt x="8809" y="31822"/>
                  </a:lnTo>
                  <a:lnTo>
                    <a:pt x="67160" y="5224"/>
                  </a:lnTo>
                  <a:close/>
                  <a:moveTo>
                    <a:pt x="65351" y="85017"/>
                  </a:moveTo>
                  <a:cubicBezTo>
                    <a:pt x="66799" y="85017"/>
                    <a:pt x="69241" y="85017"/>
                    <a:pt x="69241" y="82484"/>
                  </a:cubicBezTo>
                  <a:cubicBezTo>
                    <a:pt x="69241" y="79951"/>
                    <a:pt x="66708" y="79951"/>
                    <a:pt x="65351" y="79951"/>
                  </a:cubicBezTo>
                  <a:lnTo>
                    <a:pt x="4104" y="79951"/>
                  </a:lnTo>
                  <a:cubicBezTo>
                    <a:pt x="2747" y="79951"/>
                    <a:pt x="214" y="79951"/>
                    <a:pt x="214" y="82484"/>
                  </a:cubicBezTo>
                  <a:cubicBezTo>
                    <a:pt x="214" y="85017"/>
                    <a:pt x="2657" y="85017"/>
                    <a:pt x="4104" y="85017"/>
                  </a:cubicBezTo>
                  <a:lnTo>
                    <a:pt x="65351" y="850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2" name="Freeform: Shape 2231">
              <a:extLst>
                <a:ext uri="{FF2B5EF4-FFF2-40B4-BE49-F238E27FC236}">
                  <a16:creationId xmlns:a16="http://schemas.microsoft.com/office/drawing/2014/main" id="{7B430933-120D-C49C-104C-AFA12F2A0165}"/>
                </a:ext>
              </a:extLst>
            </p:cNvPr>
            <p:cNvSpPr/>
            <p:nvPr>
              <p:custDataLst>
                <p:tags r:id="rId43"/>
              </p:custDataLst>
            </p:nvPr>
          </p:nvSpPr>
          <p:spPr>
            <a:xfrm>
              <a:off x="10822040" y="5242197"/>
              <a:ext cx="42791" cy="78887"/>
            </a:xfrm>
            <a:custGeom>
              <a:avLst/>
              <a:gdLst>
                <a:gd name="connsiteX0" fmla="*/ 43011 w 42791"/>
                <a:gd name="connsiteY0" fmla="*/ 3958 h 78887"/>
                <a:gd name="connsiteX1" fmla="*/ 39030 w 42791"/>
                <a:gd name="connsiteY1" fmla="*/ 67 h 78887"/>
                <a:gd name="connsiteX2" fmla="*/ 33421 w 42791"/>
                <a:gd name="connsiteY2" fmla="*/ 5496 h 78887"/>
                <a:gd name="connsiteX3" fmla="*/ 37402 w 42791"/>
                <a:gd name="connsiteY3" fmla="*/ 9386 h 78887"/>
                <a:gd name="connsiteX4" fmla="*/ 43011 w 42791"/>
                <a:gd name="connsiteY4" fmla="*/ 3958 h 78887"/>
                <a:gd name="connsiteX5" fmla="*/ 23289 w 42791"/>
                <a:gd name="connsiteY5" fmla="*/ 64481 h 78887"/>
                <a:gd name="connsiteX6" fmla="*/ 10352 w 42791"/>
                <a:gd name="connsiteY6" fmla="*/ 75880 h 78887"/>
                <a:gd name="connsiteX7" fmla="*/ 7095 w 42791"/>
                <a:gd name="connsiteY7" fmla="*/ 75427 h 78887"/>
                <a:gd name="connsiteX8" fmla="*/ 9900 w 42791"/>
                <a:gd name="connsiteY8" fmla="*/ 70632 h 78887"/>
                <a:gd name="connsiteX9" fmla="*/ 5828 w 42791"/>
                <a:gd name="connsiteY9" fmla="*/ 66923 h 78887"/>
                <a:gd name="connsiteX10" fmla="*/ 219 w 42791"/>
                <a:gd name="connsiteY10" fmla="*/ 72713 h 78887"/>
                <a:gd name="connsiteX11" fmla="*/ 10442 w 42791"/>
                <a:gd name="connsiteY11" fmla="*/ 78955 h 78887"/>
                <a:gd name="connsiteX12" fmla="*/ 31160 w 42791"/>
                <a:gd name="connsiteY12" fmla="*/ 64571 h 78887"/>
                <a:gd name="connsiteX13" fmla="*/ 39302 w 42791"/>
                <a:gd name="connsiteY13" fmla="*/ 32184 h 78887"/>
                <a:gd name="connsiteX14" fmla="*/ 39754 w 42791"/>
                <a:gd name="connsiteY14" fmla="*/ 29198 h 78887"/>
                <a:gd name="connsiteX15" fmla="*/ 28626 w 42791"/>
                <a:gd name="connsiteY15" fmla="*/ 20423 h 78887"/>
                <a:gd name="connsiteX16" fmla="*/ 10985 w 42791"/>
                <a:gd name="connsiteY16" fmla="*/ 34445 h 78887"/>
                <a:gd name="connsiteX17" fmla="*/ 12885 w 42791"/>
                <a:gd name="connsiteY17" fmla="*/ 35712 h 78887"/>
                <a:gd name="connsiteX18" fmla="*/ 14875 w 42791"/>
                <a:gd name="connsiteY18" fmla="*/ 34445 h 78887"/>
                <a:gd name="connsiteX19" fmla="*/ 28265 w 42791"/>
                <a:gd name="connsiteY19" fmla="*/ 23499 h 78887"/>
                <a:gd name="connsiteX20" fmla="*/ 32064 w 42791"/>
                <a:gd name="connsiteY20" fmla="*/ 28293 h 78887"/>
                <a:gd name="connsiteX21" fmla="*/ 31793 w 42791"/>
                <a:gd name="connsiteY21" fmla="*/ 30646 h 78887"/>
                <a:gd name="connsiteX22" fmla="*/ 23289 w 42791"/>
                <a:gd name="connsiteY22" fmla="*/ 64481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58"/>
                  </a:moveTo>
                  <a:cubicBezTo>
                    <a:pt x="43011" y="1877"/>
                    <a:pt x="41473" y="67"/>
                    <a:pt x="39030" y="67"/>
                  </a:cubicBezTo>
                  <a:cubicBezTo>
                    <a:pt x="36226" y="67"/>
                    <a:pt x="33421" y="2782"/>
                    <a:pt x="33421" y="5496"/>
                  </a:cubicBezTo>
                  <a:cubicBezTo>
                    <a:pt x="33421" y="7667"/>
                    <a:pt x="35140" y="9386"/>
                    <a:pt x="37402" y="9386"/>
                  </a:cubicBezTo>
                  <a:cubicBezTo>
                    <a:pt x="40478" y="9386"/>
                    <a:pt x="43011" y="6491"/>
                    <a:pt x="43011" y="3958"/>
                  </a:cubicBezTo>
                  <a:close/>
                  <a:moveTo>
                    <a:pt x="23289" y="64481"/>
                  </a:moveTo>
                  <a:cubicBezTo>
                    <a:pt x="21570" y="71356"/>
                    <a:pt x="15870" y="75880"/>
                    <a:pt x="10352" y="75880"/>
                  </a:cubicBezTo>
                  <a:cubicBezTo>
                    <a:pt x="8814" y="75880"/>
                    <a:pt x="7819" y="75608"/>
                    <a:pt x="7095" y="75427"/>
                  </a:cubicBezTo>
                  <a:cubicBezTo>
                    <a:pt x="9266" y="74161"/>
                    <a:pt x="9900" y="71808"/>
                    <a:pt x="9900" y="70632"/>
                  </a:cubicBezTo>
                  <a:cubicBezTo>
                    <a:pt x="9900" y="69094"/>
                    <a:pt x="8814" y="66923"/>
                    <a:pt x="5828" y="66923"/>
                  </a:cubicBezTo>
                  <a:cubicBezTo>
                    <a:pt x="2753" y="66923"/>
                    <a:pt x="219" y="69728"/>
                    <a:pt x="219" y="72713"/>
                  </a:cubicBezTo>
                  <a:cubicBezTo>
                    <a:pt x="219" y="76603"/>
                    <a:pt x="4291" y="78955"/>
                    <a:pt x="10442" y="78955"/>
                  </a:cubicBezTo>
                  <a:cubicBezTo>
                    <a:pt x="16594" y="78955"/>
                    <a:pt x="28355" y="75789"/>
                    <a:pt x="31160" y="64571"/>
                  </a:cubicBezTo>
                  <a:lnTo>
                    <a:pt x="39302" y="32184"/>
                  </a:lnTo>
                  <a:cubicBezTo>
                    <a:pt x="39483" y="31279"/>
                    <a:pt x="39754" y="30465"/>
                    <a:pt x="39754" y="29198"/>
                  </a:cubicBezTo>
                  <a:cubicBezTo>
                    <a:pt x="39754" y="24041"/>
                    <a:pt x="34959" y="20423"/>
                    <a:pt x="28626" y="20423"/>
                  </a:cubicBezTo>
                  <a:cubicBezTo>
                    <a:pt x="17680" y="20423"/>
                    <a:pt x="10985" y="32636"/>
                    <a:pt x="10985" y="34445"/>
                  </a:cubicBezTo>
                  <a:cubicBezTo>
                    <a:pt x="10985" y="35712"/>
                    <a:pt x="12433" y="35712"/>
                    <a:pt x="12885" y="35712"/>
                  </a:cubicBezTo>
                  <a:cubicBezTo>
                    <a:pt x="14242" y="35712"/>
                    <a:pt x="14423" y="35350"/>
                    <a:pt x="14875" y="34445"/>
                  </a:cubicBezTo>
                  <a:cubicBezTo>
                    <a:pt x="19037" y="25579"/>
                    <a:pt x="25189" y="23499"/>
                    <a:pt x="28265" y="23499"/>
                  </a:cubicBezTo>
                  <a:cubicBezTo>
                    <a:pt x="31883" y="23499"/>
                    <a:pt x="32064" y="26756"/>
                    <a:pt x="32064" y="28293"/>
                  </a:cubicBezTo>
                  <a:cubicBezTo>
                    <a:pt x="32064" y="29560"/>
                    <a:pt x="31974" y="29922"/>
                    <a:pt x="31793" y="30646"/>
                  </a:cubicBezTo>
                  <a:lnTo>
                    <a:pt x="23289" y="64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3" name="Freeform: Shape 2232">
              <a:extLst>
                <a:ext uri="{FF2B5EF4-FFF2-40B4-BE49-F238E27FC236}">
                  <a16:creationId xmlns:a16="http://schemas.microsoft.com/office/drawing/2014/main" id="{91601EE3-2032-A405-7DDF-6550B4FABDBC}"/>
                </a:ext>
              </a:extLst>
            </p:cNvPr>
            <p:cNvSpPr/>
            <p:nvPr>
              <p:custDataLst>
                <p:tags r:id="rId44"/>
              </p:custDataLst>
            </p:nvPr>
          </p:nvSpPr>
          <p:spPr>
            <a:xfrm>
              <a:off x="10886107" y="5234688"/>
              <a:ext cx="26507" cy="90467"/>
            </a:xfrm>
            <a:custGeom>
              <a:avLst/>
              <a:gdLst>
                <a:gd name="connsiteX0" fmla="*/ 26730 w 26507"/>
                <a:gd name="connsiteY0" fmla="*/ 45301 h 90467"/>
                <a:gd name="connsiteX1" fmla="*/ 1670 w 26507"/>
                <a:gd name="connsiteY1" fmla="*/ 67 h 90467"/>
                <a:gd name="connsiteX2" fmla="*/ 223 w 26507"/>
                <a:gd name="connsiteY2" fmla="*/ 1334 h 90467"/>
                <a:gd name="connsiteX3" fmla="*/ 766 w 26507"/>
                <a:gd name="connsiteY3" fmla="*/ 2510 h 90467"/>
                <a:gd name="connsiteX4" fmla="*/ 19764 w 26507"/>
                <a:gd name="connsiteY4" fmla="*/ 45301 h 90467"/>
                <a:gd name="connsiteX5" fmla="*/ 15150 w 26507"/>
                <a:gd name="connsiteY5" fmla="*/ 69366 h 90467"/>
                <a:gd name="connsiteX6" fmla="*/ 675 w 26507"/>
                <a:gd name="connsiteY6" fmla="*/ 88274 h 90467"/>
                <a:gd name="connsiteX7" fmla="*/ 223 w 26507"/>
                <a:gd name="connsiteY7" fmla="*/ 89269 h 90467"/>
                <a:gd name="connsiteX8" fmla="*/ 1670 w 26507"/>
                <a:gd name="connsiteY8" fmla="*/ 90535 h 90467"/>
                <a:gd name="connsiteX9" fmla="*/ 26730 w 26507"/>
                <a:gd name="connsiteY9" fmla="*/ 45301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1"/>
                  </a:moveTo>
                  <a:cubicBezTo>
                    <a:pt x="26730" y="14633"/>
                    <a:pt x="3480" y="67"/>
                    <a:pt x="1670" y="67"/>
                  </a:cubicBezTo>
                  <a:cubicBezTo>
                    <a:pt x="223" y="67"/>
                    <a:pt x="223" y="1153"/>
                    <a:pt x="223" y="1334"/>
                  </a:cubicBezTo>
                  <a:cubicBezTo>
                    <a:pt x="223" y="1425"/>
                    <a:pt x="223" y="1967"/>
                    <a:pt x="766" y="2510"/>
                  </a:cubicBezTo>
                  <a:cubicBezTo>
                    <a:pt x="14336" y="13276"/>
                    <a:pt x="19764" y="29017"/>
                    <a:pt x="19764" y="45301"/>
                  </a:cubicBezTo>
                  <a:cubicBezTo>
                    <a:pt x="19764" y="53444"/>
                    <a:pt x="18226" y="61947"/>
                    <a:pt x="15150" y="69366"/>
                  </a:cubicBezTo>
                  <a:cubicBezTo>
                    <a:pt x="10807" y="79679"/>
                    <a:pt x="5108" y="84655"/>
                    <a:pt x="675" y="88274"/>
                  </a:cubicBezTo>
                  <a:cubicBezTo>
                    <a:pt x="404" y="88455"/>
                    <a:pt x="223" y="88907"/>
                    <a:pt x="223" y="89269"/>
                  </a:cubicBezTo>
                  <a:cubicBezTo>
                    <a:pt x="223" y="89450"/>
                    <a:pt x="223" y="90535"/>
                    <a:pt x="1670" y="90535"/>
                  </a:cubicBezTo>
                  <a:cubicBezTo>
                    <a:pt x="3480" y="90535"/>
                    <a:pt x="26730" y="76060"/>
                    <a:pt x="26730" y="4530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4" name="Freeform: Shape 2233">
              <a:extLst>
                <a:ext uri="{FF2B5EF4-FFF2-40B4-BE49-F238E27FC236}">
                  <a16:creationId xmlns:a16="http://schemas.microsoft.com/office/drawing/2014/main" id="{678D501A-3996-2D2A-31FC-9E0EFB04740C}"/>
                </a:ext>
              </a:extLst>
            </p:cNvPr>
            <p:cNvSpPr/>
            <p:nvPr>
              <p:custDataLst>
                <p:tags r:id="rId45"/>
              </p:custDataLst>
            </p:nvPr>
          </p:nvSpPr>
          <p:spPr>
            <a:xfrm>
              <a:off x="10413476" y="5331307"/>
              <a:ext cx="512767" cy="6151"/>
            </a:xfrm>
            <a:custGeom>
              <a:avLst/>
              <a:gdLst>
                <a:gd name="connsiteX0" fmla="*/ 0 w 512767"/>
                <a:gd name="connsiteY0" fmla="*/ 0 h 6151"/>
                <a:gd name="connsiteX1" fmla="*/ 512767 w 512767"/>
                <a:gd name="connsiteY1" fmla="*/ 0 h 6151"/>
                <a:gd name="connsiteX2" fmla="*/ 512767 w 512767"/>
                <a:gd name="connsiteY2" fmla="*/ 6151 h 6151"/>
                <a:gd name="connsiteX3" fmla="*/ 0 w 512767"/>
                <a:gd name="connsiteY3" fmla="*/ 6151 h 6151"/>
              </a:gdLst>
              <a:ahLst/>
              <a:cxnLst>
                <a:cxn ang="0">
                  <a:pos x="connsiteX0" y="connsiteY0"/>
                </a:cxn>
                <a:cxn ang="0">
                  <a:pos x="connsiteX1" y="connsiteY1"/>
                </a:cxn>
                <a:cxn ang="0">
                  <a:pos x="connsiteX2" y="connsiteY2"/>
                </a:cxn>
                <a:cxn ang="0">
                  <a:pos x="connsiteX3" y="connsiteY3"/>
                </a:cxn>
              </a:cxnLst>
              <a:rect l="l" t="t" r="r" b="b"/>
              <a:pathLst>
                <a:path w="512767" h="6151">
                  <a:moveTo>
                    <a:pt x="0" y="0"/>
                  </a:moveTo>
                  <a:lnTo>
                    <a:pt x="512767" y="0"/>
                  </a:lnTo>
                  <a:lnTo>
                    <a:pt x="512767" y="6151"/>
                  </a:lnTo>
                  <a:lnTo>
                    <a:pt x="0" y="61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5" name="Freeform: Shape 2234">
              <a:extLst>
                <a:ext uri="{FF2B5EF4-FFF2-40B4-BE49-F238E27FC236}">
                  <a16:creationId xmlns:a16="http://schemas.microsoft.com/office/drawing/2014/main" id="{000C3777-71CF-9A4A-6D6A-FADF63D87E88}"/>
                </a:ext>
              </a:extLst>
            </p:cNvPr>
            <p:cNvSpPr/>
            <p:nvPr>
              <p:custDataLst>
                <p:tags r:id="rId46"/>
              </p:custDataLst>
            </p:nvPr>
          </p:nvSpPr>
          <p:spPr>
            <a:xfrm>
              <a:off x="10424242" y="5349671"/>
              <a:ext cx="75812" cy="61789"/>
            </a:xfrm>
            <a:custGeom>
              <a:avLst/>
              <a:gdLst>
                <a:gd name="connsiteX0" fmla="*/ 26071 w 75812"/>
                <a:gd name="connsiteY0" fmla="*/ 34451 h 61789"/>
                <a:gd name="connsiteX1" fmla="*/ 45793 w 75812"/>
                <a:gd name="connsiteY1" fmla="*/ 34451 h 61789"/>
                <a:gd name="connsiteX2" fmla="*/ 76009 w 75812"/>
                <a:gd name="connsiteY2" fmla="*/ 14729 h 61789"/>
                <a:gd name="connsiteX3" fmla="*/ 53483 w 75812"/>
                <a:gd name="connsiteY3" fmla="*/ 73 h 61789"/>
                <a:gd name="connsiteX4" fmla="*/ 17838 w 75812"/>
                <a:gd name="connsiteY4" fmla="*/ 73 h 61789"/>
                <a:gd name="connsiteX5" fmla="*/ 14672 w 75812"/>
                <a:gd name="connsiteY5" fmla="*/ 2607 h 61789"/>
                <a:gd name="connsiteX6" fmla="*/ 18019 w 75812"/>
                <a:gd name="connsiteY6" fmla="*/ 4145 h 61789"/>
                <a:gd name="connsiteX7" fmla="*/ 23809 w 75812"/>
                <a:gd name="connsiteY7" fmla="*/ 4687 h 61789"/>
                <a:gd name="connsiteX8" fmla="*/ 23538 w 75812"/>
                <a:gd name="connsiteY8" fmla="*/ 6949 h 61789"/>
                <a:gd name="connsiteX9" fmla="*/ 11687 w 75812"/>
                <a:gd name="connsiteY9" fmla="*/ 54354 h 61789"/>
                <a:gd name="connsiteX10" fmla="*/ 3906 w 75812"/>
                <a:gd name="connsiteY10" fmla="*/ 57792 h 61789"/>
                <a:gd name="connsiteX11" fmla="*/ 197 w 75812"/>
                <a:gd name="connsiteY11" fmla="*/ 60325 h 61789"/>
                <a:gd name="connsiteX12" fmla="*/ 1826 w 75812"/>
                <a:gd name="connsiteY12" fmla="*/ 61863 h 61789"/>
                <a:gd name="connsiteX13" fmla="*/ 7887 w 75812"/>
                <a:gd name="connsiteY13" fmla="*/ 61592 h 61789"/>
                <a:gd name="connsiteX14" fmla="*/ 14582 w 75812"/>
                <a:gd name="connsiteY14" fmla="*/ 61501 h 61789"/>
                <a:gd name="connsiteX15" fmla="*/ 21276 w 75812"/>
                <a:gd name="connsiteY15" fmla="*/ 61592 h 61789"/>
                <a:gd name="connsiteX16" fmla="*/ 27609 w 75812"/>
                <a:gd name="connsiteY16" fmla="*/ 61863 h 61789"/>
                <a:gd name="connsiteX17" fmla="*/ 29871 w 75812"/>
                <a:gd name="connsiteY17" fmla="*/ 59330 h 61789"/>
                <a:gd name="connsiteX18" fmla="*/ 26885 w 75812"/>
                <a:gd name="connsiteY18" fmla="*/ 57792 h 61789"/>
                <a:gd name="connsiteX19" fmla="*/ 22995 w 75812"/>
                <a:gd name="connsiteY19" fmla="*/ 57611 h 61789"/>
                <a:gd name="connsiteX20" fmla="*/ 20643 w 75812"/>
                <a:gd name="connsiteY20" fmla="*/ 56616 h 61789"/>
                <a:gd name="connsiteX21" fmla="*/ 20914 w 75812"/>
                <a:gd name="connsiteY21" fmla="*/ 55349 h 61789"/>
                <a:gd name="connsiteX22" fmla="*/ 26071 w 75812"/>
                <a:gd name="connsiteY22" fmla="*/ 34451 h 61789"/>
                <a:gd name="connsiteX23" fmla="*/ 32585 w 75812"/>
                <a:gd name="connsiteY23" fmla="*/ 7130 h 61789"/>
                <a:gd name="connsiteX24" fmla="*/ 37108 w 75812"/>
                <a:gd name="connsiteY24" fmla="*/ 4145 h 61789"/>
                <a:gd name="connsiteX25" fmla="*/ 50497 w 75812"/>
                <a:gd name="connsiteY25" fmla="*/ 4145 h 61789"/>
                <a:gd name="connsiteX26" fmla="*/ 65967 w 75812"/>
                <a:gd name="connsiteY26" fmla="*/ 13463 h 61789"/>
                <a:gd name="connsiteX27" fmla="*/ 59544 w 75812"/>
                <a:gd name="connsiteY27" fmla="*/ 26852 h 61789"/>
                <a:gd name="connsiteX28" fmla="*/ 43712 w 75812"/>
                <a:gd name="connsiteY28" fmla="*/ 30923 h 61789"/>
                <a:gd name="connsiteX29" fmla="*/ 26614 w 75812"/>
                <a:gd name="connsiteY29" fmla="*/ 30923 h 61789"/>
                <a:gd name="connsiteX30" fmla="*/ 32585 w 75812"/>
                <a:gd name="connsiteY30" fmla="*/ 7130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51"/>
                  </a:moveTo>
                  <a:lnTo>
                    <a:pt x="45793" y="34451"/>
                  </a:lnTo>
                  <a:cubicBezTo>
                    <a:pt x="59725" y="34451"/>
                    <a:pt x="76009" y="25947"/>
                    <a:pt x="76009" y="14729"/>
                  </a:cubicBezTo>
                  <a:cubicBezTo>
                    <a:pt x="76009" y="6316"/>
                    <a:pt x="66601" y="73"/>
                    <a:pt x="53483" y="73"/>
                  </a:cubicBezTo>
                  <a:lnTo>
                    <a:pt x="17838" y="73"/>
                  </a:lnTo>
                  <a:cubicBezTo>
                    <a:pt x="16029" y="73"/>
                    <a:pt x="14672" y="73"/>
                    <a:pt x="14672" y="2607"/>
                  </a:cubicBezTo>
                  <a:cubicBezTo>
                    <a:pt x="14672" y="4145"/>
                    <a:pt x="15758" y="4145"/>
                    <a:pt x="18019" y="4145"/>
                  </a:cubicBezTo>
                  <a:cubicBezTo>
                    <a:pt x="18924" y="4145"/>
                    <a:pt x="21909" y="4145"/>
                    <a:pt x="23809" y="4687"/>
                  </a:cubicBezTo>
                  <a:cubicBezTo>
                    <a:pt x="23809" y="5773"/>
                    <a:pt x="23809" y="5954"/>
                    <a:pt x="23538" y="6949"/>
                  </a:cubicBezTo>
                  <a:lnTo>
                    <a:pt x="11687" y="54354"/>
                  </a:lnTo>
                  <a:cubicBezTo>
                    <a:pt x="10963" y="57068"/>
                    <a:pt x="10872" y="57792"/>
                    <a:pt x="3906" y="57792"/>
                  </a:cubicBezTo>
                  <a:cubicBezTo>
                    <a:pt x="1645" y="57792"/>
                    <a:pt x="197" y="57792"/>
                    <a:pt x="197" y="60325"/>
                  </a:cubicBezTo>
                  <a:cubicBezTo>
                    <a:pt x="197" y="61049"/>
                    <a:pt x="830" y="61863"/>
                    <a:pt x="1826" y="61863"/>
                  </a:cubicBezTo>
                  <a:cubicBezTo>
                    <a:pt x="3725" y="61863"/>
                    <a:pt x="5897" y="61592"/>
                    <a:pt x="7887" y="61592"/>
                  </a:cubicBezTo>
                  <a:cubicBezTo>
                    <a:pt x="10149" y="61592"/>
                    <a:pt x="12320" y="61501"/>
                    <a:pt x="14582" y="61501"/>
                  </a:cubicBezTo>
                  <a:cubicBezTo>
                    <a:pt x="16843" y="61501"/>
                    <a:pt x="19015" y="61592"/>
                    <a:pt x="21276" y="61592"/>
                  </a:cubicBezTo>
                  <a:cubicBezTo>
                    <a:pt x="23357" y="61592"/>
                    <a:pt x="25619" y="61863"/>
                    <a:pt x="27609" y="61863"/>
                  </a:cubicBezTo>
                  <a:cubicBezTo>
                    <a:pt x="28152" y="61863"/>
                    <a:pt x="29871" y="61863"/>
                    <a:pt x="29871" y="59330"/>
                  </a:cubicBezTo>
                  <a:cubicBezTo>
                    <a:pt x="29871" y="57792"/>
                    <a:pt x="28604" y="57792"/>
                    <a:pt x="26885" y="57792"/>
                  </a:cubicBezTo>
                  <a:cubicBezTo>
                    <a:pt x="26704" y="57792"/>
                    <a:pt x="24533" y="57792"/>
                    <a:pt x="22995" y="57611"/>
                  </a:cubicBezTo>
                  <a:cubicBezTo>
                    <a:pt x="20733" y="57430"/>
                    <a:pt x="20643" y="57340"/>
                    <a:pt x="20643" y="56616"/>
                  </a:cubicBezTo>
                  <a:cubicBezTo>
                    <a:pt x="20643" y="56435"/>
                    <a:pt x="20643" y="56254"/>
                    <a:pt x="20914" y="55349"/>
                  </a:cubicBezTo>
                  <a:lnTo>
                    <a:pt x="26071" y="34451"/>
                  </a:lnTo>
                  <a:close/>
                  <a:moveTo>
                    <a:pt x="32585" y="7130"/>
                  </a:moveTo>
                  <a:cubicBezTo>
                    <a:pt x="33308" y="4325"/>
                    <a:pt x="33308" y="4145"/>
                    <a:pt x="37108" y="4145"/>
                  </a:cubicBezTo>
                  <a:lnTo>
                    <a:pt x="50497" y="4145"/>
                  </a:lnTo>
                  <a:cubicBezTo>
                    <a:pt x="59725" y="4145"/>
                    <a:pt x="65967" y="6587"/>
                    <a:pt x="65967" y="13463"/>
                  </a:cubicBezTo>
                  <a:cubicBezTo>
                    <a:pt x="65967" y="16086"/>
                    <a:pt x="64701" y="23143"/>
                    <a:pt x="59544" y="26852"/>
                  </a:cubicBezTo>
                  <a:cubicBezTo>
                    <a:pt x="54387" y="30561"/>
                    <a:pt x="47331" y="30923"/>
                    <a:pt x="43712" y="30923"/>
                  </a:cubicBezTo>
                  <a:lnTo>
                    <a:pt x="26614" y="30923"/>
                  </a:lnTo>
                  <a:lnTo>
                    <a:pt x="32585" y="71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6" name="Freeform: Shape 2235">
              <a:extLst>
                <a:ext uri="{FF2B5EF4-FFF2-40B4-BE49-F238E27FC236}">
                  <a16:creationId xmlns:a16="http://schemas.microsoft.com/office/drawing/2014/main" id="{54DA3669-E7B6-960E-6546-3E03FBA99BBD}"/>
                </a:ext>
              </a:extLst>
            </p:cNvPr>
            <p:cNvSpPr/>
            <p:nvPr>
              <p:custDataLst>
                <p:tags r:id="rId47"/>
              </p:custDataLst>
            </p:nvPr>
          </p:nvSpPr>
          <p:spPr>
            <a:xfrm>
              <a:off x="10521945" y="5343610"/>
              <a:ext cx="26597" cy="90467"/>
            </a:xfrm>
            <a:custGeom>
              <a:avLst/>
              <a:gdLst>
                <a:gd name="connsiteX0" fmla="*/ 26529 w 26597"/>
                <a:gd name="connsiteY0" fmla="*/ 2245 h 90467"/>
                <a:gd name="connsiteX1" fmla="*/ 26800 w 26597"/>
                <a:gd name="connsiteY1" fmla="*/ 1340 h 90467"/>
                <a:gd name="connsiteX2" fmla="*/ 25262 w 26597"/>
                <a:gd name="connsiteY2" fmla="*/ 73 h 90467"/>
                <a:gd name="connsiteX3" fmla="*/ 202 w 26597"/>
                <a:gd name="connsiteY3" fmla="*/ 45307 h 90467"/>
                <a:gd name="connsiteX4" fmla="*/ 25262 w 26597"/>
                <a:gd name="connsiteY4" fmla="*/ 90541 h 90467"/>
                <a:gd name="connsiteX5" fmla="*/ 26800 w 26597"/>
                <a:gd name="connsiteY5" fmla="*/ 89275 h 90467"/>
                <a:gd name="connsiteX6" fmla="*/ 26076 w 26597"/>
                <a:gd name="connsiteY6" fmla="*/ 88099 h 90467"/>
                <a:gd name="connsiteX7" fmla="*/ 7168 w 26597"/>
                <a:gd name="connsiteY7" fmla="*/ 45307 h 90467"/>
                <a:gd name="connsiteX8" fmla="*/ 26529 w 26597"/>
                <a:gd name="connsiteY8" fmla="*/ 2245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45"/>
                  </a:moveTo>
                  <a:cubicBezTo>
                    <a:pt x="26529" y="2154"/>
                    <a:pt x="26800" y="1792"/>
                    <a:pt x="26800" y="1340"/>
                  </a:cubicBezTo>
                  <a:cubicBezTo>
                    <a:pt x="26800" y="978"/>
                    <a:pt x="26619" y="73"/>
                    <a:pt x="25262" y="73"/>
                  </a:cubicBezTo>
                  <a:cubicBezTo>
                    <a:pt x="23453" y="73"/>
                    <a:pt x="202" y="14548"/>
                    <a:pt x="202" y="45307"/>
                  </a:cubicBezTo>
                  <a:cubicBezTo>
                    <a:pt x="202" y="75976"/>
                    <a:pt x="23453" y="90541"/>
                    <a:pt x="25262" y="90541"/>
                  </a:cubicBezTo>
                  <a:cubicBezTo>
                    <a:pt x="26619" y="90541"/>
                    <a:pt x="26800" y="89637"/>
                    <a:pt x="26800" y="89275"/>
                  </a:cubicBezTo>
                  <a:cubicBezTo>
                    <a:pt x="26800" y="88641"/>
                    <a:pt x="26438" y="88370"/>
                    <a:pt x="26076" y="88099"/>
                  </a:cubicBezTo>
                  <a:cubicBezTo>
                    <a:pt x="10063" y="75343"/>
                    <a:pt x="7168" y="56978"/>
                    <a:pt x="7168" y="45307"/>
                  </a:cubicBezTo>
                  <a:cubicBezTo>
                    <a:pt x="7168" y="23143"/>
                    <a:pt x="17391" y="8577"/>
                    <a:pt x="26529" y="224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7" name="Freeform: Shape 2236">
              <a:extLst>
                <a:ext uri="{FF2B5EF4-FFF2-40B4-BE49-F238E27FC236}">
                  <a16:creationId xmlns:a16="http://schemas.microsoft.com/office/drawing/2014/main" id="{D90CB057-A401-B3FA-36A8-DE42CEAD419C}"/>
                </a:ext>
              </a:extLst>
            </p:cNvPr>
            <p:cNvSpPr/>
            <p:nvPr>
              <p:custDataLst>
                <p:tags r:id="rId48"/>
              </p:custDataLst>
            </p:nvPr>
          </p:nvSpPr>
          <p:spPr>
            <a:xfrm>
              <a:off x="10566878" y="5349671"/>
              <a:ext cx="79973" cy="61789"/>
            </a:xfrm>
            <a:custGeom>
              <a:avLst/>
              <a:gdLst>
                <a:gd name="connsiteX0" fmla="*/ 62809 w 79973"/>
                <a:gd name="connsiteY0" fmla="*/ 11382 h 61789"/>
                <a:gd name="connsiteX1" fmla="*/ 65342 w 79973"/>
                <a:gd name="connsiteY1" fmla="*/ 9301 h 61789"/>
                <a:gd name="connsiteX2" fmla="*/ 77646 w 79973"/>
                <a:gd name="connsiteY2" fmla="*/ 4145 h 61789"/>
                <a:gd name="connsiteX3" fmla="*/ 80179 w 79973"/>
                <a:gd name="connsiteY3" fmla="*/ 1611 h 61789"/>
                <a:gd name="connsiteX4" fmla="*/ 78731 w 79973"/>
                <a:gd name="connsiteY4" fmla="*/ 73 h 61789"/>
                <a:gd name="connsiteX5" fmla="*/ 74660 w 79973"/>
                <a:gd name="connsiteY5" fmla="*/ 345 h 61789"/>
                <a:gd name="connsiteX6" fmla="*/ 70408 w 79973"/>
                <a:gd name="connsiteY6" fmla="*/ 435 h 61789"/>
                <a:gd name="connsiteX7" fmla="*/ 65071 w 79973"/>
                <a:gd name="connsiteY7" fmla="*/ 345 h 61789"/>
                <a:gd name="connsiteX8" fmla="*/ 60185 w 79973"/>
                <a:gd name="connsiteY8" fmla="*/ 73 h 61789"/>
                <a:gd name="connsiteX9" fmla="*/ 58014 w 79973"/>
                <a:gd name="connsiteY9" fmla="*/ 2607 h 61789"/>
                <a:gd name="connsiteX10" fmla="*/ 59733 w 79973"/>
                <a:gd name="connsiteY10" fmla="*/ 4145 h 61789"/>
                <a:gd name="connsiteX11" fmla="*/ 62538 w 79973"/>
                <a:gd name="connsiteY11" fmla="*/ 5411 h 61789"/>
                <a:gd name="connsiteX12" fmla="*/ 59643 w 79973"/>
                <a:gd name="connsiteY12" fmla="*/ 9392 h 61789"/>
                <a:gd name="connsiteX13" fmla="*/ 35759 w 79973"/>
                <a:gd name="connsiteY13" fmla="*/ 32280 h 61789"/>
                <a:gd name="connsiteX14" fmla="*/ 21736 w 79973"/>
                <a:gd name="connsiteY14" fmla="*/ 6497 h 61789"/>
                <a:gd name="connsiteX15" fmla="*/ 21194 w 79973"/>
                <a:gd name="connsiteY15" fmla="*/ 5321 h 61789"/>
                <a:gd name="connsiteX16" fmla="*/ 25808 w 79973"/>
                <a:gd name="connsiteY16" fmla="*/ 4145 h 61789"/>
                <a:gd name="connsiteX17" fmla="*/ 28612 w 79973"/>
                <a:gd name="connsiteY17" fmla="*/ 1611 h 61789"/>
                <a:gd name="connsiteX18" fmla="*/ 26984 w 79973"/>
                <a:gd name="connsiteY18" fmla="*/ 73 h 61789"/>
                <a:gd name="connsiteX19" fmla="*/ 20470 w 79973"/>
                <a:gd name="connsiteY19" fmla="*/ 345 h 61789"/>
                <a:gd name="connsiteX20" fmla="*/ 13956 w 79973"/>
                <a:gd name="connsiteY20" fmla="*/ 435 h 61789"/>
                <a:gd name="connsiteX21" fmla="*/ 8166 w 79973"/>
                <a:gd name="connsiteY21" fmla="*/ 345 h 61789"/>
                <a:gd name="connsiteX22" fmla="*/ 2376 w 79973"/>
                <a:gd name="connsiteY22" fmla="*/ 73 h 61789"/>
                <a:gd name="connsiteX23" fmla="*/ 205 w 79973"/>
                <a:gd name="connsiteY23" fmla="*/ 2607 h 61789"/>
                <a:gd name="connsiteX24" fmla="*/ 3100 w 79973"/>
                <a:gd name="connsiteY24" fmla="*/ 4145 h 61789"/>
                <a:gd name="connsiteX25" fmla="*/ 10337 w 79973"/>
                <a:gd name="connsiteY25" fmla="*/ 6768 h 61789"/>
                <a:gd name="connsiteX26" fmla="*/ 26893 w 79973"/>
                <a:gd name="connsiteY26" fmla="*/ 37075 h 61789"/>
                <a:gd name="connsiteX27" fmla="*/ 22822 w 79973"/>
                <a:gd name="connsiteY27" fmla="*/ 53630 h 61789"/>
                <a:gd name="connsiteX28" fmla="*/ 14589 w 79973"/>
                <a:gd name="connsiteY28" fmla="*/ 57792 h 61789"/>
                <a:gd name="connsiteX29" fmla="*/ 11061 w 79973"/>
                <a:gd name="connsiteY29" fmla="*/ 60325 h 61789"/>
                <a:gd name="connsiteX30" fmla="*/ 12690 w 79973"/>
                <a:gd name="connsiteY30" fmla="*/ 61863 h 61789"/>
                <a:gd name="connsiteX31" fmla="*/ 18751 w 79973"/>
                <a:gd name="connsiteY31" fmla="*/ 61592 h 61789"/>
                <a:gd name="connsiteX32" fmla="*/ 25265 w 79973"/>
                <a:gd name="connsiteY32" fmla="*/ 61501 h 61789"/>
                <a:gd name="connsiteX33" fmla="*/ 31959 w 79973"/>
                <a:gd name="connsiteY33" fmla="*/ 61592 h 61789"/>
                <a:gd name="connsiteX34" fmla="*/ 38111 w 79973"/>
                <a:gd name="connsiteY34" fmla="*/ 61863 h 61789"/>
                <a:gd name="connsiteX35" fmla="*/ 40373 w 79973"/>
                <a:gd name="connsiteY35" fmla="*/ 59330 h 61789"/>
                <a:gd name="connsiteX36" fmla="*/ 37387 w 79973"/>
                <a:gd name="connsiteY36" fmla="*/ 57792 h 61789"/>
                <a:gd name="connsiteX37" fmla="*/ 33497 w 79973"/>
                <a:gd name="connsiteY37" fmla="*/ 57611 h 61789"/>
                <a:gd name="connsiteX38" fmla="*/ 31145 w 79973"/>
                <a:gd name="connsiteY38" fmla="*/ 56616 h 61789"/>
                <a:gd name="connsiteX39" fmla="*/ 32231 w 79973"/>
                <a:gd name="connsiteY39" fmla="*/ 51731 h 61789"/>
                <a:gd name="connsiteX40" fmla="*/ 35849 w 79973"/>
                <a:gd name="connsiteY40" fmla="*/ 37165 h 61789"/>
                <a:gd name="connsiteX41" fmla="*/ 62809 w 79973"/>
                <a:gd name="connsiteY41" fmla="*/ 11382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82"/>
                  </a:moveTo>
                  <a:lnTo>
                    <a:pt x="65342" y="9301"/>
                  </a:lnTo>
                  <a:cubicBezTo>
                    <a:pt x="67785" y="7311"/>
                    <a:pt x="71313" y="4506"/>
                    <a:pt x="77646" y="4145"/>
                  </a:cubicBezTo>
                  <a:cubicBezTo>
                    <a:pt x="78912" y="4054"/>
                    <a:pt x="80179" y="4054"/>
                    <a:pt x="80179" y="1611"/>
                  </a:cubicBezTo>
                  <a:cubicBezTo>
                    <a:pt x="80179" y="345"/>
                    <a:pt x="79093" y="73"/>
                    <a:pt x="78731" y="73"/>
                  </a:cubicBezTo>
                  <a:cubicBezTo>
                    <a:pt x="77465" y="73"/>
                    <a:pt x="76017" y="345"/>
                    <a:pt x="74660" y="345"/>
                  </a:cubicBezTo>
                  <a:cubicBezTo>
                    <a:pt x="73303" y="345"/>
                    <a:pt x="71856" y="435"/>
                    <a:pt x="70408" y="435"/>
                  </a:cubicBezTo>
                  <a:cubicBezTo>
                    <a:pt x="70408" y="435"/>
                    <a:pt x="65071" y="345"/>
                    <a:pt x="65071" y="345"/>
                  </a:cubicBezTo>
                  <a:cubicBezTo>
                    <a:pt x="63533" y="345"/>
                    <a:pt x="61723" y="73"/>
                    <a:pt x="60185" y="73"/>
                  </a:cubicBezTo>
                  <a:cubicBezTo>
                    <a:pt x="59009" y="73"/>
                    <a:pt x="58014" y="707"/>
                    <a:pt x="58014" y="2607"/>
                  </a:cubicBezTo>
                  <a:cubicBezTo>
                    <a:pt x="58014" y="3873"/>
                    <a:pt x="59100" y="4145"/>
                    <a:pt x="59733" y="4145"/>
                  </a:cubicBezTo>
                  <a:cubicBezTo>
                    <a:pt x="61995" y="4235"/>
                    <a:pt x="62538" y="4778"/>
                    <a:pt x="62538" y="5411"/>
                  </a:cubicBezTo>
                  <a:cubicBezTo>
                    <a:pt x="62538" y="6678"/>
                    <a:pt x="60366" y="8668"/>
                    <a:pt x="59643" y="9392"/>
                  </a:cubicBezTo>
                  <a:lnTo>
                    <a:pt x="35759" y="32280"/>
                  </a:lnTo>
                  <a:lnTo>
                    <a:pt x="21736" y="6497"/>
                  </a:lnTo>
                  <a:cubicBezTo>
                    <a:pt x="21194" y="5592"/>
                    <a:pt x="21194" y="5411"/>
                    <a:pt x="21194" y="5321"/>
                  </a:cubicBezTo>
                  <a:cubicBezTo>
                    <a:pt x="21194" y="4145"/>
                    <a:pt x="25084" y="4145"/>
                    <a:pt x="25808" y="4145"/>
                  </a:cubicBezTo>
                  <a:cubicBezTo>
                    <a:pt x="27165" y="4145"/>
                    <a:pt x="28612" y="4145"/>
                    <a:pt x="28612" y="1611"/>
                  </a:cubicBezTo>
                  <a:cubicBezTo>
                    <a:pt x="28612" y="526"/>
                    <a:pt x="27707" y="73"/>
                    <a:pt x="26984" y="73"/>
                  </a:cubicBezTo>
                  <a:cubicBezTo>
                    <a:pt x="24903" y="73"/>
                    <a:pt x="22551" y="345"/>
                    <a:pt x="20470" y="345"/>
                  </a:cubicBezTo>
                  <a:cubicBezTo>
                    <a:pt x="18299" y="345"/>
                    <a:pt x="16127" y="435"/>
                    <a:pt x="13956" y="435"/>
                  </a:cubicBezTo>
                  <a:cubicBezTo>
                    <a:pt x="12056" y="435"/>
                    <a:pt x="10066" y="345"/>
                    <a:pt x="8166" y="345"/>
                  </a:cubicBezTo>
                  <a:cubicBezTo>
                    <a:pt x="6990" y="345"/>
                    <a:pt x="2467" y="73"/>
                    <a:pt x="2376" y="73"/>
                  </a:cubicBezTo>
                  <a:cubicBezTo>
                    <a:pt x="1110" y="73"/>
                    <a:pt x="205" y="707"/>
                    <a:pt x="205" y="2607"/>
                  </a:cubicBezTo>
                  <a:cubicBezTo>
                    <a:pt x="205" y="4145"/>
                    <a:pt x="1472" y="4145"/>
                    <a:pt x="3100" y="4145"/>
                  </a:cubicBezTo>
                  <a:cubicBezTo>
                    <a:pt x="8890" y="4145"/>
                    <a:pt x="9252" y="4778"/>
                    <a:pt x="10337" y="6768"/>
                  </a:cubicBezTo>
                  <a:lnTo>
                    <a:pt x="26893" y="37075"/>
                  </a:lnTo>
                  <a:lnTo>
                    <a:pt x="22822" y="53630"/>
                  </a:lnTo>
                  <a:cubicBezTo>
                    <a:pt x="21736" y="57702"/>
                    <a:pt x="21284" y="57792"/>
                    <a:pt x="14589" y="57792"/>
                  </a:cubicBezTo>
                  <a:cubicBezTo>
                    <a:pt x="12509" y="57792"/>
                    <a:pt x="11061" y="57792"/>
                    <a:pt x="11061" y="60325"/>
                  </a:cubicBezTo>
                  <a:cubicBezTo>
                    <a:pt x="11061" y="61049"/>
                    <a:pt x="11695" y="61863"/>
                    <a:pt x="12690" y="61863"/>
                  </a:cubicBezTo>
                  <a:cubicBezTo>
                    <a:pt x="14589" y="61863"/>
                    <a:pt x="16761" y="61592"/>
                    <a:pt x="18751" y="61592"/>
                  </a:cubicBezTo>
                  <a:cubicBezTo>
                    <a:pt x="20922" y="61592"/>
                    <a:pt x="23093" y="61501"/>
                    <a:pt x="25265" y="61501"/>
                  </a:cubicBezTo>
                  <a:cubicBezTo>
                    <a:pt x="27526" y="61501"/>
                    <a:pt x="29698" y="61592"/>
                    <a:pt x="31959" y="61592"/>
                  </a:cubicBezTo>
                  <a:cubicBezTo>
                    <a:pt x="33950" y="61592"/>
                    <a:pt x="36211" y="61863"/>
                    <a:pt x="38111" y="61863"/>
                  </a:cubicBezTo>
                  <a:cubicBezTo>
                    <a:pt x="38744" y="61863"/>
                    <a:pt x="40373" y="61863"/>
                    <a:pt x="40373" y="59330"/>
                  </a:cubicBezTo>
                  <a:cubicBezTo>
                    <a:pt x="40373" y="57792"/>
                    <a:pt x="39106" y="57792"/>
                    <a:pt x="37387" y="57792"/>
                  </a:cubicBezTo>
                  <a:cubicBezTo>
                    <a:pt x="37207" y="57792"/>
                    <a:pt x="35035" y="57792"/>
                    <a:pt x="33497" y="57611"/>
                  </a:cubicBezTo>
                  <a:cubicBezTo>
                    <a:pt x="31236" y="57430"/>
                    <a:pt x="31145" y="57340"/>
                    <a:pt x="31145" y="56616"/>
                  </a:cubicBezTo>
                  <a:cubicBezTo>
                    <a:pt x="31145" y="55983"/>
                    <a:pt x="31145" y="55802"/>
                    <a:pt x="32231" y="51731"/>
                  </a:cubicBezTo>
                  <a:lnTo>
                    <a:pt x="35849" y="37165"/>
                  </a:lnTo>
                  <a:lnTo>
                    <a:pt x="62809" y="11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8" name="Freeform: Shape 2237">
              <a:extLst>
                <a:ext uri="{FF2B5EF4-FFF2-40B4-BE49-F238E27FC236}">
                  <a16:creationId xmlns:a16="http://schemas.microsoft.com/office/drawing/2014/main" id="{89B111D4-768B-83B8-D657-E28C1A138465}"/>
                </a:ext>
              </a:extLst>
            </p:cNvPr>
            <p:cNvSpPr/>
            <p:nvPr>
              <p:custDataLst>
                <p:tags r:id="rId49"/>
              </p:custDataLst>
            </p:nvPr>
          </p:nvSpPr>
          <p:spPr>
            <a:xfrm>
              <a:off x="10640186" y="5389567"/>
              <a:ext cx="63327" cy="40981"/>
            </a:xfrm>
            <a:custGeom>
              <a:avLst/>
              <a:gdLst>
                <a:gd name="connsiteX0" fmla="*/ 9618 w 63327"/>
                <a:gd name="connsiteY0" fmla="*/ 31195 h 40981"/>
                <a:gd name="connsiteX1" fmla="*/ 8080 w 63327"/>
                <a:gd name="connsiteY1" fmla="*/ 37890 h 40981"/>
                <a:gd name="connsiteX2" fmla="*/ 11427 w 63327"/>
                <a:gd name="connsiteY2" fmla="*/ 41056 h 40981"/>
                <a:gd name="connsiteX3" fmla="*/ 15770 w 63327"/>
                <a:gd name="connsiteY3" fmla="*/ 38071 h 40981"/>
                <a:gd name="connsiteX4" fmla="*/ 17489 w 63327"/>
                <a:gd name="connsiteY4" fmla="*/ 31014 h 40981"/>
                <a:gd name="connsiteX5" fmla="*/ 20745 w 63327"/>
                <a:gd name="connsiteY5" fmla="*/ 18259 h 40981"/>
                <a:gd name="connsiteX6" fmla="*/ 39472 w 63327"/>
                <a:gd name="connsiteY6" fmla="*/ 3150 h 40981"/>
                <a:gd name="connsiteX7" fmla="*/ 45805 w 63327"/>
                <a:gd name="connsiteY7" fmla="*/ 9664 h 40981"/>
                <a:gd name="connsiteX8" fmla="*/ 39925 w 63327"/>
                <a:gd name="connsiteY8" fmla="*/ 29296 h 40981"/>
                <a:gd name="connsiteX9" fmla="*/ 39020 w 63327"/>
                <a:gd name="connsiteY9" fmla="*/ 33095 h 40981"/>
                <a:gd name="connsiteX10" fmla="*/ 48881 w 63327"/>
                <a:gd name="connsiteY10" fmla="*/ 41056 h 40981"/>
                <a:gd name="connsiteX11" fmla="*/ 63537 w 63327"/>
                <a:gd name="connsiteY11" fmla="*/ 27034 h 40981"/>
                <a:gd name="connsiteX12" fmla="*/ 61637 w 63327"/>
                <a:gd name="connsiteY12" fmla="*/ 25767 h 40981"/>
                <a:gd name="connsiteX13" fmla="*/ 59466 w 63327"/>
                <a:gd name="connsiteY13" fmla="*/ 27848 h 40981"/>
                <a:gd name="connsiteX14" fmla="*/ 49243 w 63327"/>
                <a:gd name="connsiteY14" fmla="*/ 37981 h 40981"/>
                <a:gd name="connsiteX15" fmla="*/ 46529 w 63327"/>
                <a:gd name="connsiteY15" fmla="*/ 34543 h 40981"/>
                <a:gd name="connsiteX16" fmla="*/ 47705 w 63327"/>
                <a:gd name="connsiteY16" fmla="*/ 29748 h 40981"/>
                <a:gd name="connsiteX17" fmla="*/ 53404 w 63327"/>
                <a:gd name="connsiteY17" fmla="*/ 10840 h 40981"/>
                <a:gd name="connsiteX18" fmla="*/ 40015 w 63327"/>
                <a:gd name="connsiteY18" fmla="*/ 74 h 40981"/>
                <a:gd name="connsiteX19" fmla="*/ 22917 w 63327"/>
                <a:gd name="connsiteY19" fmla="*/ 9031 h 40981"/>
                <a:gd name="connsiteX20" fmla="*/ 11880 w 63327"/>
                <a:gd name="connsiteY20" fmla="*/ 74 h 40981"/>
                <a:gd name="connsiteX21" fmla="*/ 209 w 63327"/>
                <a:gd name="connsiteY21" fmla="*/ 14097 h 40981"/>
                <a:gd name="connsiteX22" fmla="*/ 2109 w 63327"/>
                <a:gd name="connsiteY22" fmla="*/ 15364 h 40981"/>
                <a:gd name="connsiteX23" fmla="*/ 4190 w 63327"/>
                <a:gd name="connsiteY23" fmla="*/ 13645 h 40981"/>
                <a:gd name="connsiteX24" fmla="*/ 11427 w 63327"/>
                <a:gd name="connsiteY24" fmla="*/ 3150 h 40981"/>
                <a:gd name="connsiteX25" fmla="*/ 15136 w 63327"/>
                <a:gd name="connsiteY25" fmla="*/ 7945 h 40981"/>
                <a:gd name="connsiteX26" fmla="*/ 13689 w 63327"/>
                <a:gd name="connsiteY26" fmla="*/ 15002 h 40981"/>
                <a:gd name="connsiteX27" fmla="*/ 11699 w 63327"/>
                <a:gd name="connsiteY27" fmla="*/ 23144 h 40981"/>
                <a:gd name="connsiteX28" fmla="*/ 9618 w 63327"/>
                <a:gd name="connsiteY28" fmla="*/ 31195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95"/>
                  </a:moveTo>
                  <a:cubicBezTo>
                    <a:pt x="9075" y="33457"/>
                    <a:pt x="8080" y="37438"/>
                    <a:pt x="8080" y="37890"/>
                  </a:cubicBezTo>
                  <a:cubicBezTo>
                    <a:pt x="8080" y="39880"/>
                    <a:pt x="9708" y="41056"/>
                    <a:pt x="11427" y="41056"/>
                  </a:cubicBezTo>
                  <a:cubicBezTo>
                    <a:pt x="12784" y="41056"/>
                    <a:pt x="14775" y="40333"/>
                    <a:pt x="15770" y="38071"/>
                  </a:cubicBezTo>
                  <a:cubicBezTo>
                    <a:pt x="15860" y="37619"/>
                    <a:pt x="16946" y="33367"/>
                    <a:pt x="17489" y="31014"/>
                  </a:cubicBezTo>
                  <a:cubicBezTo>
                    <a:pt x="20564" y="18801"/>
                    <a:pt x="20564" y="18620"/>
                    <a:pt x="20745" y="18259"/>
                  </a:cubicBezTo>
                  <a:cubicBezTo>
                    <a:pt x="21922" y="15816"/>
                    <a:pt x="28435" y="3150"/>
                    <a:pt x="39472" y="3150"/>
                  </a:cubicBezTo>
                  <a:cubicBezTo>
                    <a:pt x="43905" y="3150"/>
                    <a:pt x="45805" y="5593"/>
                    <a:pt x="45805" y="9664"/>
                  </a:cubicBezTo>
                  <a:cubicBezTo>
                    <a:pt x="45805" y="14821"/>
                    <a:pt x="42005" y="24139"/>
                    <a:pt x="39925" y="29296"/>
                  </a:cubicBezTo>
                  <a:cubicBezTo>
                    <a:pt x="39472" y="30381"/>
                    <a:pt x="39020" y="31557"/>
                    <a:pt x="39020" y="33095"/>
                  </a:cubicBezTo>
                  <a:cubicBezTo>
                    <a:pt x="39020" y="37800"/>
                    <a:pt x="43543" y="41056"/>
                    <a:pt x="48881" y="41056"/>
                  </a:cubicBezTo>
                  <a:cubicBezTo>
                    <a:pt x="58561" y="41056"/>
                    <a:pt x="63537" y="29296"/>
                    <a:pt x="63537" y="27034"/>
                  </a:cubicBezTo>
                  <a:cubicBezTo>
                    <a:pt x="63537" y="25767"/>
                    <a:pt x="61999" y="25767"/>
                    <a:pt x="61637" y="25767"/>
                  </a:cubicBezTo>
                  <a:cubicBezTo>
                    <a:pt x="60099" y="25767"/>
                    <a:pt x="60009" y="26129"/>
                    <a:pt x="59466" y="27848"/>
                  </a:cubicBezTo>
                  <a:cubicBezTo>
                    <a:pt x="57747" y="33276"/>
                    <a:pt x="53585" y="37981"/>
                    <a:pt x="49243" y="37981"/>
                  </a:cubicBezTo>
                  <a:cubicBezTo>
                    <a:pt x="47162" y="37981"/>
                    <a:pt x="46529" y="36533"/>
                    <a:pt x="46529" y="34543"/>
                  </a:cubicBezTo>
                  <a:cubicBezTo>
                    <a:pt x="46529" y="32643"/>
                    <a:pt x="46891" y="31738"/>
                    <a:pt x="47705" y="29748"/>
                  </a:cubicBezTo>
                  <a:cubicBezTo>
                    <a:pt x="49243" y="26129"/>
                    <a:pt x="53404" y="15816"/>
                    <a:pt x="53404" y="10840"/>
                  </a:cubicBezTo>
                  <a:cubicBezTo>
                    <a:pt x="53404" y="4146"/>
                    <a:pt x="48610" y="74"/>
                    <a:pt x="40015" y="74"/>
                  </a:cubicBezTo>
                  <a:cubicBezTo>
                    <a:pt x="31783" y="74"/>
                    <a:pt x="26083" y="5050"/>
                    <a:pt x="22917" y="9031"/>
                  </a:cubicBezTo>
                  <a:cubicBezTo>
                    <a:pt x="22464" y="1612"/>
                    <a:pt x="15227" y="74"/>
                    <a:pt x="11880" y="74"/>
                  </a:cubicBezTo>
                  <a:cubicBezTo>
                    <a:pt x="2833" y="74"/>
                    <a:pt x="209" y="13916"/>
                    <a:pt x="209" y="14097"/>
                  </a:cubicBezTo>
                  <a:cubicBezTo>
                    <a:pt x="209" y="15364"/>
                    <a:pt x="1657" y="15364"/>
                    <a:pt x="2109" y="15364"/>
                  </a:cubicBezTo>
                  <a:cubicBezTo>
                    <a:pt x="3647" y="15364"/>
                    <a:pt x="3828" y="14821"/>
                    <a:pt x="4190" y="13645"/>
                  </a:cubicBezTo>
                  <a:cubicBezTo>
                    <a:pt x="5547" y="8398"/>
                    <a:pt x="7628" y="3150"/>
                    <a:pt x="11427" y="3150"/>
                  </a:cubicBezTo>
                  <a:cubicBezTo>
                    <a:pt x="14503" y="3150"/>
                    <a:pt x="15136" y="6045"/>
                    <a:pt x="15136" y="7945"/>
                  </a:cubicBezTo>
                  <a:cubicBezTo>
                    <a:pt x="15136" y="9212"/>
                    <a:pt x="14232" y="12650"/>
                    <a:pt x="13689" y="15002"/>
                  </a:cubicBezTo>
                  <a:cubicBezTo>
                    <a:pt x="13056" y="17444"/>
                    <a:pt x="12151" y="21153"/>
                    <a:pt x="11699" y="23144"/>
                  </a:cubicBezTo>
                  <a:lnTo>
                    <a:pt x="9618" y="311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39" name="Freeform: Shape 2238">
              <a:extLst>
                <a:ext uri="{FF2B5EF4-FFF2-40B4-BE49-F238E27FC236}">
                  <a16:creationId xmlns:a16="http://schemas.microsoft.com/office/drawing/2014/main" id="{20343FDF-3E98-0A37-5A3F-1A1A35137B31}"/>
                </a:ext>
              </a:extLst>
            </p:cNvPr>
            <p:cNvSpPr/>
            <p:nvPr>
              <p:custDataLst>
                <p:tags r:id="rId50"/>
              </p:custDataLst>
            </p:nvPr>
          </p:nvSpPr>
          <p:spPr>
            <a:xfrm>
              <a:off x="10735159" y="5357090"/>
              <a:ext cx="69027" cy="63508"/>
            </a:xfrm>
            <a:custGeom>
              <a:avLst/>
              <a:gdLst>
                <a:gd name="connsiteX0" fmla="*/ 67160 w 69027"/>
                <a:gd name="connsiteY0" fmla="*/ 34451 h 63508"/>
                <a:gd name="connsiteX1" fmla="*/ 69241 w 69027"/>
                <a:gd name="connsiteY1" fmla="*/ 31828 h 63508"/>
                <a:gd name="connsiteX2" fmla="*/ 67160 w 69027"/>
                <a:gd name="connsiteY2" fmla="*/ 29204 h 63508"/>
                <a:gd name="connsiteX3" fmla="*/ 4737 w 69027"/>
                <a:gd name="connsiteY3" fmla="*/ 707 h 63508"/>
                <a:gd name="connsiteX4" fmla="*/ 2747 w 69027"/>
                <a:gd name="connsiteY4" fmla="*/ 73 h 63508"/>
                <a:gd name="connsiteX5" fmla="*/ 214 w 69027"/>
                <a:gd name="connsiteY5" fmla="*/ 2607 h 63508"/>
                <a:gd name="connsiteX6" fmla="*/ 2295 w 69027"/>
                <a:gd name="connsiteY6" fmla="*/ 5230 h 63508"/>
                <a:gd name="connsiteX7" fmla="*/ 60647 w 69027"/>
                <a:gd name="connsiteY7" fmla="*/ 31828 h 63508"/>
                <a:gd name="connsiteX8" fmla="*/ 2295 w 69027"/>
                <a:gd name="connsiteY8" fmla="*/ 58425 h 63508"/>
                <a:gd name="connsiteX9" fmla="*/ 214 w 69027"/>
                <a:gd name="connsiteY9" fmla="*/ 61049 h 63508"/>
                <a:gd name="connsiteX10" fmla="*/ 2747 w 69027"/>
                <a:gd name="connsiteY10" fmla="*/ 63582 h 63508"/>
                <a:gd name="connsiteX11" fmla="*/ 4466 w 69027"/>
                <a:gd name="connsiteY11" fmla="*/ 63039 h 63508"/>
                <a:gd name="connsiteX12" fmla="*/ 67160 w 69027"/>
                <a:gd name="connsiteY12" fmla="*/ 34451 h 63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027" h="63508">
                  <a:moveTo>
                    <a:pt x="67160" y="34451"/>
                  </a:moveTo>
                  <a:cubicBezTo>
                    <a:pt x="68336" y="33908"/>
                    <a:pt x="69241" y="33185"/>
                    <a:pt x="69241" y="31828"/>
                  </a:cubicBezTo>
                  <a:cubicBezTo>
                    <a:pt x="69241" y="30471"/>
                    <a:pt x="68336" y="29747"/>
                    <a:pt x="67160" y="29204"/>
                  </a:cubicBezTo>
                  <a:lnTo>
                    <a:pt x="4737" y="707"/>
                  </a:lnTo>
                  <a:cubicBezTo>
                    <a:pt x="3380" y="73"/>
                    <a:pt x="3019" y="73"/>
                    <a:pt x="2747" y="73"/>
                  </a:cubicBezTo>
                  <a:cubicBezTo>
                    <a:pt x="1390" y="73"/>
                    <a:pt x="214" y="1250"/>
                    <a:pt x="214" y="2607"/>
                  </a:cubicBezTo>
                  <a:cubicBezTo>
                    <a:pt x="214" y="3964"/>
                    <a:pt x="1119" y="4687"/>
                    <a:pt x="2295" y="5230"/>
                  </a:cubicBezTo>
                  <a:lnTo>
                    <a:pt x="60647" y="31828"/>
                  </a:lnTo>
                  <a:lnTo>
                    <a:pt x="2295" y="58425"/>
                  </a:lnTo>
                  <a:cubicBezTo>
                    <a:pt x="1119" y="58968"/>
                    <a:pt x="214" y="59692"/>
                    <a:pt x="214" y="61049"/>
                  </a:cubicBezTo>
                  <a:cubicBezTo>
                    <a:pt x="214" y="62406"/>
                    <a:pt x="1390" y="63582"/>
                    <a:pt x="2747" y="63582"/>
                  </a:cubicBezTo>
                  <a:cubicBezTo>
                    <a:pt x="3290" y="63582"/>
                    <a:pt x="3652" y="63401"/>
                    <a:pt x="4466" y="63039"/>
                  </a:cubicBezTo>
                  <a:lnTo>
                    <a:pt x="67160" y="344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0" name="Freeform: Shape 2239">
              <a:extLst>
                <a:ext uri="{FF2B5EF4-FFF2-40B4-BE49-F238E27FC236}">
                  <a16:creationId xmlns:a16="http://schemas.microsoft.com/office/drawing/2014/main" id="{AA11EAB5-A908-E12F-22D3-B96D65A88AB8}"/>
                </a:ext>
              </a:extLst>
            </p:cNvPr>
            <p:cNvSpPr/>
            <p:nvPr>
              <p:custDataLst>
                <p:tags r:id="rId51"/>
              </p:custDataLst>
            </p:nvPr>
          </p:nvSpPr>
          <p:spPr>
            <a:xfrm>
              <a:off x="10822040" y="5351119"/>
              <a:ext cx="42791" cy="78887"/>
            </a:xfrm>
            <a:custGeom>
              <a:avLst/>
              <a:gdLst>
                <a:gd name="connsiteX0" fmla="*/ 43011 w 42791"/>
                <a:gd name="connsiteY0" fmla="*/ 3964 h 78887"/>
                <a:gd name="connsiteX1" fmla="*/ 39030 w 42791"/>
                <a:gd name="connsiteY1" fmla="*/ 73 h 78887"/>
                <a:gd name="connsiteX2" fmla="*/ 33421 w 42791"/>
                <a:gd name="connsiteY2" fmla="*/ 5502 h 78887"/>
                <a:gd name="connsiteX3" fmla="*/ 37402 w 42791"/>
                <a:gd name="connsiteY3" fmla="*/ 9392 h 78887"/>
                <a:gd name="connsiteX4" fmla="*/ 43011 w 42791"/>
                <a:gd name="connsiteY4" fmla="*/ 3964 h 78887"/>
                <a:gd name="connsiteX5" fmla="*/ 23289 w 42791"/>
                <a:gd name="connsiteY5" fmla="*/ 64487 h 78887"/>
                <a:gd name="connsiteX6" fmla="*/ 10352 w 42791"/>
                <a:gd name="connsiteY6" fmla="*/ 75886 h 78887"/>
                <a:gd name="connsiteX7" fmla="*/ 7095 w 42791"/>
                <a:gd name="connsiteY7" fmla="*/ 75433 h 78887"/>
                <a:gd name="connsiteX8" fmla="*/ 9900 w 42791"/>
                <a:gd name="connsiteY8" fmla="*/ 70638 h 78887"/>
                <a:gd name="connsiteX9" fmla="*/ 5828 w 42791"/>
                <a:gd name="connsiteY9" fmla="*/ 66929 h 78887"/>
                <a:gd name="connsiteX10" fmla="*/ 219 w 42791"/>
                <a:gd name="connsiteY10" fmla="*/ 72719 h 78887"/>
                <a:gd name="connsiteX11" fmla="*/ 10442 w 42791"/>
                <a:gd name="connsiteY11" fmla="*/ 78961 h 78887"/>
                <a:gd name="connsiteX12" fmla="*/ 31160 w 42791"/>
                <a:gd name="connsiteY12" fmla="*/ 64577 h 78887"/>
                <a:gd name="connsiteX13" fmla="*/ 39302 w 42791"/>
                <a:gd name="connsiteY13" fmla="*/ 32190 h 78887"/>
                <a:gd name="connsiteX14" fmla="*/ 39754 w 42791"/>
                <a:gd name="connsiteY14" fmla="*/ 29204 h 78887"/>
                <a:gd name="connsiteX15" fmla="*/ 28626 w 42791"/>
                <a:gd name="connsiteY15" fmla="*/ 20429 h 78887"/>
                <a:gd name="connsiteX16" fmla="*/ 10985 w 42791"/>
                <a:gd name="connsiteY16" fmla="*/ 34451 h 78887"/>
                <a:gd name="connsiteX17" fmla="*/ 12885 w 42791"/>
                <a:gd name="connsiteY17" fmla="*/ 35718 h 78887"/>
                <a:gd name="connsiteX18" fmla="*/ 14875 w 42791"/>
                <a:gd name="connsiteY18" fmla="*/ 34451 h 78887"/>
                <a:gd name="connsiteX19" fmla="*/ 28265 w 42791"/>
                <a:gd name="connsiteY19" fmla="*/ 23505 h 78887"/>
                <a:gd name="connsiteX20" fmla="*/ 32064 w 42791"/>
                <a:gd name="connsiteY20" fmla="*/ 28299 h 78887"/>
                <a:gd name="connsiteX21" fmla="*/ 31793 w 42791"/>
                <a:gd name="connsiteY21" fmla="*/ 30652 h 78887"/>
                <a:gd name="connsiteX22" fmla="*/ 23289 w 42791"/>
                <a:gd name="connsiteY22" fmla="*/ 64487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64"/>
                  </a:moveTo>
                  <a:cubicBezTo>
                    <a:pt x="43011" y="1883"/>
                    <a:pt x="41473" y="73"/>
                    <a:pt x="39030" y="73"/>
                  </a:cubicBezTo>
                  <a:cubicBezTo>
                    <a:pt x="36226" y="73"/>
                    <a:pt x="33421" y="2788"/>
                    <a:pt x="33421" y="5502"/>
                  </a:cubicBezTo>
                  <a:cubicBezTo>
                    <a:pt x="33421" y="7673"/>
                    <a:pt x="35140" y="9392"/>
                    <a:pt x="37402" y="9392"/>
                  </a:cubicBezTo>
                  <a:cubicBezTo>
                    <a:pt x="40478" y="9392"/>
                    <a:pt x="43011" y="6497"/>
                    <a:pt x="43011" y="3964"/>
                  </a:cubicBezTo>
                  <a:close/>
                  <a:moveTo>
                    <a:pt x="23289" y="64487"/>
                  </a:moveTo>
                  <a:cubicBezTo>
                    <a:pt x="21570" y="71362"/>
                    <a:pt x="15870" y="75886"/>
                    <a:pt x="10352" y="75886"/>
                  </a:cubicBezTo>
                  <a:cubicBezTo>
                    <a:pt x="8814" y="75886"/>
                    <a:pt x="7819" y="75614"/>
                    <a:pt x="7095" y="75433"/>
                  </a:cubicBezTo>
                  <a:cubicBezTo>
                    <a:pt x="9266" y="74167"/>
                    <a:pt x="9900" y="71814"/>
                    <a:pt x="9900" y="70638"/>
                  </a:cubicBezTo>
                  <a:cubicBezTo>
                    <a:pt x="9900" y="69100"/>
                    <a:pt x="8814" y="66929"/>
                    <a:pt x="5828" y="66929"/>
                  </a:cubicBezTo>
                  <a:cubicBezTo>
                    <a:pt x="2753" y="66929"/>
                    <a:pt x="219" y="69734"/>
                    <a:pt x="219" y="72719"/>
                  </a:cubicBezTo>
                  <a:cubicBezTo>
                    <a:pt x="219" y="76609"/>
                    <a:pt x="4291" y="78961"/>
                    <a:pt x="10442" y="78961"/>
                  </a:cubicBezTo>
                  <a:cubicBezTo>
                    <a:pt x="16594" y="78961"/>
                    <a:pt x="28355" y="75795"/>
                    <a:pt x="31160" y="64577"/>
                  </a:cubicBezTo>
                  <a:lnTo>
                    <a:pt x="39302" y="32190"/>
                  </a:lnTo>
                  <a:cubicBezTo>
                    <a:pt x="39483" y="31285"/>
                    <a:pt x="39754" y="30471"/>
                    <a:pt x="39754" y="29204"/>
                  </a:cubicBezTo>
                  <a:cubicBezTo>
                    <a:pt x="39754" y="24047"/>
                    <a:pt x="34959" y="20429"/>
                    <a:pt x="28626" y="20429"/>
                  </a:cubicBezTo>
                  <a:cubicBezTo>
                    <a:pt x="17680" y="20429"/>
                    <a:pt x="10985" y="32642"/>
                    <a:pt x="10985" y="34451"/>
                  </a:cubicBezTo>
                  <a:cubicBezTo>
                    <a:pt x="10985" y="35718"/>
                    <a:pt x="12433" y="35718"/>
                    <a:pt x="12885" y="35718"/>
                  </a:cubicBezTo>
                  <a:cubicBezTo>
                    <a:pt x="14242" y="35718"/>
                    <a:pt x="14423" y="35356"/>
                    <a:pt x="14875" y="34451"/>
                  </a:cubicBezTo>
                  <a:cubicBezTo>
                    <a:pt x="19037" y="25585"/>
                    <a:pt x="25189" y="23505"/>
                    <a:pt x="28265" y="23505"/>
                  </a:cubicBezTo>
                  <a:cubicBezTo>
                    <a:pt x="31883" y="23505"/>
                    <a:pt x="32064" y="26761"/>
                    <a:pt x="32064" y="28299"/>
                  </a:cubicBezTo>
                  <a:cubicBezTo>
                    <a:pt x="32064" y="29566"/>
                    <a:pt x="31974" y="29928"/>
                    <a:pt x="31793" y="30652"/>
                  </a:cubicBezTo>
                  <a:lnTo>
                    <a:pt x="23289" y="644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1" name="Freeform: Shape 2240">
              <a:extLst>
                <a:ext uri="{FF2B5EF4-FFF2-40B4-BE49-F238E27FC236}">
                  <a16:creationId xmlns:a16="http://schemas.microsoft.com/office/drawing/2014/main" id="{3910FA50-4B5A-EDDB-367A-2A269826958D}"/>
                </a:ext>
              </a:extLst>
            </p:cNvPr>
            <p:cNvSpPr/>
            <p:nvPr>
              <p:custDataLst>
                <p:tags r:id="rId52"/>
              </p:custDataLst>
            </p:nvPr>
          </p:nvSpPr>
          <p:spPr>
            <a:xfrm>
              <a:off x="10886107" y="5343610"/>
              <a:ext cx="26507" cy="90467"/>
            </a:xfrm>
            <a:custGeom>
              <a:avLst/>
              <a:gdLst>
                <a:gd name="connsiteX0" fmla="*/ 26730 w 26507"/>
                <a:gd name="connsiteY0" fmla="*/ 45307 h 90467"/>
                <a:gd name="connsiteX1" fmla="*/ 1670 w 26507"/>
                <a:gd name="connsiteY1" fmla="*/ 73 h 90467"/>
                <a:gd name="connsiteX2" fmla="*/ 223 w 26507"/>
                <a:gd name="connsiteY2" fmla="*/ 1340 h 90467"/>
                <a:gd name="connsiteX3" fmla="*/ 766 w 26507"/>
                <a:gd name="connsiteY3" fmla="*/ 2516 h 90467"/>
                <a:gd name="connsiteX4" fmla="*/ 19764 w 26507"/>
                <a:gd name="connsiteY4" fmla="*/ 45307 h 90467"/>
                <a:gd name="connsiteX5" fmla="*/ 15150 w 26507"/>
                <a:gd name="connsiteY5" fmla="*/ 69372 h 90467"/>
                <a:gd name="connsiteX6" fmla="*/ 675 w 26507"/>
                <a:gd name="connsiteY6" fmla="*/ 88280 h 90467"/>
                <a:gd name="connsiteX7" fmla="*/ 223 w 26507"/>
                <a:gd name="connsiteY7" fmla="*/ 89275 h 90467"/>
                <a:gd name="connsiteX8" fmla="*/ 1670 w 26507"/>
                <a:gd name="connsiteY8" fmla="*/ 90541 h 90467"/>
                <a:gd name="connsiteX9" fmla="*/ 26730 w 26507"/>
                <a:gd name="connsiteY9" fmla="*/ 45307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7"/>
                  </a:moveTo>
                  <a:cubicBezTo>
                    <a:pt x="26730" y="14639"/>
                    <a:pt x="3480" y="73"/>
                    <a:pt x="1670" y="73"/>
                  </a:cubicBezTo>
                  <a:cubicBezTo>
                    <a:pt x="223" y="73"/>
                    <a:pt x="223" y="1159"/>
                    <a:pt x="223" y="1340"/>
                  </a:cubicBezTo>
                  <a:cubicBezTo>
                    <a:pt x="223" y="1431"/>
                    <a:pt x="223" y="1973"/>
                    <a:pt x="766" y="2516"/>
                  </a:cubicBezTo>
                  <a:cubicBezTo>
                    <a:pt x="14336" y="13282"/>
                    <a:pt x="19764" y="29023"/>
                    <a:pt x="19764" y="45307"/>
                  </a:cubicBezTo>
                  <a:cubicBezTo>
                    <a:pt x="19764" y="53450"/>
                    <a:pt x="18226" y="61953"/>
                    <a:pt x="15150" y="69372"/>
                  </a:cubicBezTo>
                  <a:cubicBezTo>
                    <a:pt x="10807" y="79685"/>
                    <a:pt x="5108" y="84661"/>
                    <a:pt x="675" y="88280"/>
                  </a:cubicBezTo>
                  <a:cubicBezTo>
                    <a:pt x="404" y="88461"/>
                    <a:pt x="223" y="88913"/>
                    <a:pt x="223" y="89275"/>
                  </a:cubicBezTo>
                  <a:cubicBezTo>
                    <a:pt x="223" y="89456"/>
                    <a:pt x="223" y="90541"/>
                    <a:pt x="1670" y="90541"/>
                  </a:cubicBezTo>
                  <a:cubicBezTo>
                    <a:pt x="3480" y="90541"/>
                    <a:pt x="26730" y="76066"/>
                    <a:pt x="26730" y="4530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2" name="Freeform: Shape 2241">
              <a:extLst>
                <a:ext uri="{FF2B5EF4-FFF2-40B4-BE49-F238E27FC236}">
                  <a16:creationId xmlns:a16="http://schemas.microsoft.com/office/drawing/2014/main" id="{3386BC83-7333-3A37-2DB5-097C5BDD4220}"/>
                </a:ext>
              </a:extLst>
            </p:cNvPr>
            <p:cNvSpPr/>
            <p:nvPr>
              <p:custDataLst>
                <p:tags r:id="rId53"/>
              </p:custDataLst>
            </p:nvPr>
          </p:nvSpPr>
          <p:spPr>
            <a:xfrm>
              <a:off x="10958269" y="5243915"/>
              <a:ext cx="41977" cy="180935"/>
            </a:xfrm>
            <a:custGeom>
              <a:avLst/>
              <a:gdLst>
                <a:gd name="connsiteX0" fmla="*/ 42204 w 41977"/>
                <a:gd name="connsiteY0" fmla="*/ 90540 h 180935"/>
                <a:gd name="connsiteX1" fmla="*/ 30262 w 41977"/>
                <a:gd name="connsiteY1" fmla="*/ 34088 h 180935"/>
                <a:gd name="connsiteX2" fmla="*/ 2036 w 41977"/>
                <a:gd name="connsiteY2" fmla="*/ 72 h 180935"/>
                <a:gd name="connsiteX3" fmla="*/ 227 w 41977"/>
                <a:gd name="connsiteY3" fmla="*/ 1881 h 180935"/>
                <a:gd name="connsiteX4" fmla="*/ 3664 w 41977"/>
                <a:gd name="connsiteY4" fmla="*/ 6043 h 180935"/>
                <a:gd name="connsiteX5" fmla="*/ 31709 w 41977"/>
                <a:gd name="connsiteY5" fmla="*/ 90540 h 180935"/>
                <a:gd name="connsiteX6" fmla="*/ 2579 w 41977"/>
                <a:gd name="connsiteY6" fmla="*/ 176122 h 180935"/>
                <a:gd name="connsiteX7" fmla="*/ 227 w 41977"/>
                <a:gd name="connsiteY7" fmla="*/ 179198 h 180935"/>
                <a:gd name="connsiteX8" fmla="*/ 2036 w 41977"/>
                <a:gd name="connsiteY8" fmla="*/ 181007 h 180935"/>
                <a:gd name="connsiteX9" fmla="*/ 30805 w 41977"/>
                <a:gd name="connsiteY9" fmla="*/ 145725 h 180935"/>
                <a:gd name="connsiteX10" fmla="*/ 42204 w 41977"/>
                <a:gd name="connsiteY10" fmla="*/ 90540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204" y="90540"/>
                  </a:moveTo>
                  <a:cubicBezTo>
                    <a:pt x="42204" y="76427"/>
                    <a:pt x="40213" y="54533"/>
                    <a:pt x="30262" y="34088"/>
                  </a:cubicBezTo>
                  <a:cubicBezTo>
                    <a:pt x="19406" y="11833"/>
                    <a:pt x="3845" y="72"/>
                    <a:pt x="2036" y="72"/>
                  </a:cubicBezTo>
                  <a:cubicBezTo>
                    <a:pt x="950" y="72"/>
                    <a:pt x="227" y="795"/>
                    <a:pt x="227" y="1881"/>
                  </a:cubicBezTo>
                  <a:cubicBezTo>
                    <a:pt x="227" y="2424"/>
                    <a:pt x="227" y="2786"/>
                    <a:pt x="3664" y="6043"/>
                  </a:cubicBezTo>
                  <a:cubicBezTo>
                    <a:pt x="21396" y="23955"/>
                    <a:pt x="31709" y="52724"/>
                    <a:pt x="31709" y="90540"/>
                  </a:cubicBezTo>
                  <a:cubicBezTo>
                    <a:pt x="31709" y="121480"/>
                    <a:pt x="25015" y="153324"/>
                    <a:pt x="2579" y="176122"/>
                  </a:cubicBezTo>
                  <a:cubicBezTo>
                    <a:pt x="227" y="178293"/>
                    <a:pt x="227" y="178655"/>
                    <a:pt x="227" y="179198"/>
                  </a:cubicBezTo>
                  <a:cubicBezTo>
                    <a:pt x="227" y="180284"/>
                    <a:pt x="950" y="181007"/>
                    <a:pt x="2036" y="181007"/>
                  </a:cubicBezTo>
                  <a:cubicBezTo>
                    <a:pt x="3845" y="181007"/>
                    <a:pt x="20130" y="168704"/>
                    <a:pt x="30805" y="145725"/>
                  </a:cubicBezTo>
                  <a:cubicBezTo>
                    <a:pt x="40033" y="125822"/>
                    <a:pt x="42204" y="105738"/>
                    <a:pt x="42204" y="9054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3" name="Freeform: Shape 2242">
              <a:extLst>
                <a:ext uri="{FF2B5EF4-FFF2-40B4-BE49-F238E27FC236}">
                  <a16:creationId xmlns:a16="http://schemas.microsoft.com/office/drawing/2014/main" id="{64A4ABB5-7BA8-B3B0-F4BB-527817D3DF3E}"/>
                </a:ext>
              </a:extLst>
            </p:cNvPr>
            <p:cNvSpPr/>
            <p:nvPr>
              <p:custDataLst>
                <p:tags r:id="rId54"/>
              </p:custDataLst>
            </p:nvPr>
          </p:nvSpPr>
          <p:spPr>
            <a:xfrm>
              <a:off x="11087758" y="5387150"/>
              <a:ext cx="120322" cy="42338"/>
            </a:xfrm>
            <a:custGeom>
              <a:avLst/>
              <a:gdLst>
                <a:gd name="connsiteX0" fmla="*/ 114404 w 120322"/>
                <a:gd name="connsiteY0" fmla="*/ 7313 h 42338"/>
                <a:gd name="connsiteX1" fmla="*/ 120556 w 120322"/>
                <a:gd name="connsiteY1" fmla="*/ 3695 h 42338"/>
                <a:gd name="connsiteX2" fmla="*/ 114585 w 120322"/>
                <a:gd name="connsiteY2" fmla="*/ 76 h 42338"/>
                <a:gd name="connsiteX3" fmla="*/ 6205 w 120322"/>
                <a:gd name="connsiteY3" fmla="*/ 76 h 42338"/>
                <a:gd name="connsiteX4" fmla="*/ 234 w 120322"/>
                <a:gd name="connsiteY4" fmla="*/ 3695 h 42338"/>
                <a:gd name="connsiteX5" fmla="*/ 6386 w 120322"/>
                <a:gd name="connsiteY5" fmla="*/ 7313 h 42338"/>
                <a:gd name="connsiteX6" fmla="*/ 114404 w 120322"/>
                <a:gd name="connsiteY6" fmla="*/ 7313 h 42338"/>
                <a:gd name="connsiteX7" fmla="*/ 114585 w 120322"/>
                <a:gd name="connsiteY7" fmla="*/ 42415 h 42338"/>
                <a:gd name="connsiteX8" fmla="*/ 120556 w 120322"/>
                <a:gd name="connsiteY8" fmla="*/ 38796 h 42338"/>
                <a:gd name="connsiteX9" fmla="*/ 114404 w 120322"/>
                <a:gd name="connsiteY9" fmla="*/ 35177 h 42338"/>
                <a:gd name="connsiteX10" fmla="*/ 6386 w 120322"/>
                <a:gd name="connsiteY10" fmla="*/ 35177 h 42338"/>
                <a:gd name="connsiteX11" fmla="*/ 234 w 120322"/>
                <a:gd name="connsiteY11" fmla="*/ 38796 h 42338"/>
                <a:gd name="connsiteX12" fmla="*/ 6205 w 120322"/>
                <a:gd name="connsiteY12" fmla="*/ 42415 h 42338"/>
                <a:gd name="connsiteX13" fmla="*/ 114585 w 120322"/>
                <a:gd name="connsiteY13" fmla="*/ 42415 h 4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22" h="42338">
                  <a:moveTo>
                    <a:pt x="114404" y="7313"/>
                  </a:moveTo>
                  <a:cubicBezTo>
                    <a:pt x="117118" y="7313"/>
                    <a:pt x="120556" y="7313"/>
                    <a:pt x="120556" y="3695"/>
                  </a:cubicBezTo>
                  <a:cubicBezTo>
                    <a:pt x="120556" y="76"/>
                    <a:pt x="117118" y="76"/>
                    <a:pt x="114585" y="76"/>
                  </a:cubicBezTo>
                  <a:lnTo>
                    <a:pt x="6205" y="76"/>
                  </a:lnTo>
                  <a:cubicBezTo>
                    <a:pt x="3672" y="76"/>
                    <a:pt x="234" y="76"/>
                    <a:pt x="234" y="3695"/>
                  </a:cubicBezTo>
                  <a:cubicBezTo>
                    <a:pt x="234" y="7313"/>
                    <a:pt x="3672" y="7313"/>
                    <a:pt x="6386" y="7313"/>
                  </a:cubicBezTo>
                  <a:lnTo>
                    <a:pt x="114404" y="7313"/>
                  </a:lnTo>
                  <a:close/>
                  <a:moveTo>
                    <a:pt x="114585" y="42415"/>
                  </a:moveTo>
                  <a:cubicBezTo>
                    <a:pt x="117118" y="42415"/>
                    <a:pt x="120556" y="42415"/>
                    <a:pt x="120556" y="38796"/>
                  </a:cubicBezTo>
                  <a:cubicBezTo>
                    <a:pt x="120556" y="35177"/>
                    <a:pt x="117118" y="35177"/>
                    <a:pt x="114404" y="35177"/>
                  </a:cubicBezTo>
                  <a:lnTo>
                    <a:pt x="6386" y="35177"/>
                  </a:lnTo>
                  <a:cubicBezTo>
                    <a:pt x="3672" y="35177"/>
                    <a:pt x="234" y="35177"/>
                    <a:pt x="234" y="38796"/>
                  </a:cubicBezTo>
                  <a:cubicBezTo>
                    <a:pt x="234" y="42415"/>
                    <a:pt x="3672" y="42415"/>
                    <a:pt x="6205" y="42415"/>
                  </a:cubicBezTo>
                  <a:lnTo>
                    <a:pt x="114585" y="424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4" name="Freeform: Shape 2243">
              <a:extLst>
                <a:ext uri="{FF2B5EF4-FFF2-40B4-BE49-F238E27FC236}">
                  <a16:creationId xmlns:a16="http://schemas.microsoft.com/office/drawing/2014/main" id="{E189A276-39CB-1D18-778E-2312972D29FF}"/>
                </a:ext>
              </a:extLst>
            </p:cNvPr>
            <p:cNvSpPr/>
            <p:nvPr>
              <p:custDataLst>
                <p:tags r:id="rId55"/>
              </p:custDataLst>
            </p:nvPr>
          </p:nvSpPr>
          <p:spPr>
            <a:xfrm>
              <a:off x="11276936" y="5373580"/>
              <a:ext cx="69479" cy="81963"/>
            </a:xfrm>
            <a:custGeom>
              <a:avLst/>
              <a:gdLst>
                <a:gd name="connsiteX0" fmla="*/ 25756 w 69479"/>
                <a:gd name="connsiteY0" fmla="*/ 38253 h 81963"/>
                <a:gd name="connsiteX1" fmla="*/ 53439 w 69479"/>
                <a:gd name="connsiteY1" fmla="*/ 34092 h 81963"/>
                <a:gd name="connsiteX2" fmla="*/ 67010 w 69479"/>
                <a:gd name="connsiteY2" fmla="*/ 15455 h 81963"/>
                <a:gd name="connsiteX3" fmla="*/ 47649 w 69479"/>
                <a:gd name="connsiteY3" fmla="*/ 76 h 81963"/>
                <a:gd name="connsiteX4" fmla="*/ 244 w 69479"/>
                <a:gd name="connsiteY4" fmla="*/ 49290 h 81963"/>
                <a:gd name="connsiteX5" fmla="*/ 28651 w 69479"/>
                <a:gd name="connsiteY5" fmla="*/ 82040 h 81963"/>
                <a:gd name="connsiteX6" fmla="*/ 69724 w 69479"/>
                <a:gd name="connsiteY6" fmla="*/ 60689 h 81963"/>
                <a:gd name="connsiteX7" fmla="*/ 67552 w 69479"/>
                <a:gd name="connsiteY7" fmla="*/ 58337 h 81963"/>
                <a:gd name="connsiteX8" fmla="*/ 65200 w 69479"/>
                <a:gd name="connsiteY8" fmla="*/ 60146 h 81963"/>
                <a:gd name="connsiteX9" fmla="*/ 29013 w 69479"/>
                <a:gd name="connsiteY9" fmla="*/ 78059 h 81963"/>
                <a:gd name="connsiteX10" fmla="*/ 13272 w 69479"/>
                <a:gd name="connsiteY10" fmla="*/ 57071 h 81963"/>
                <a:gd name="connsiteX11" fmla="*/ 16167 w 69479"/>
                <a:gd name="connsiteY11" fmla="*/ 38253 h 81963"/>
                <a:gd name="connsiteX12" fmla="*/ 25756 w 69479"/>
                <a:gd name="connsiteY12" fmla="*/ 38253 h 81963"/>
                <a:gd name="connsiteX13" fmla="*/ 17252 w 69479"/>
                <a:gd name="connsiteY13" fmla="*/ 34273 h 81963"/>
                <a:gd name="connsiteX14" fmla="*/ 47649 w 69479"/>
                <a:gd name="connsiteY14" fmla="*/ 4056 h 81963"/>
                <a:gd name="connsiteX15" fmla="*/ 61039 w 69479"/>
                <a:gd name="connsiteY15" fmla="*/ 15455 h 81963"/>
                <a:gd name="connsiteX16" fmla="*/ 24671 w 69479"/>
                <a:gd name="connsiteY16" fmla="*/ 34273 h 81963"/>
                <a:gd name="connsiteX17" fmla="*/ 17252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756" y="38253"/>
                  </a:moveTo>
                  <a:cubicBezTo>
                    <a:pt x="31003" y="38253"/>
                    <a:pt x="44393" y="37891"/>
                    <a:pt x="53439" y="34092"/>
                  </a:cubicBezTo>
                  <a:cubicBezTo>
                    <a:pt x="66105" y="28664"/>
                    <a:pt x="67010" y="17988"/>
                    <a:pt x="67010" y="15455"/>
                  </a:cubicBezTo>
                  <a:cubicBezTo>
                    <a:pt x="67010" y="7494"/>
                    <a:pt x="60134" y="76"/>
                    <a:pt x="47649" y="76"/>
                  </a:cubicBezTo>
                  <a:cubicBezTo>
                    <a:pt x="27566" y="76"/>
                    <a:pt x="244" y="17627"/>
                    <a:pt x="244" y="49290"/>
                  </a:cubicBezTo>
                  <a:cubicBezTo>
                    <a:pt x="244" y="67746"/>
                    <a:pt x="10919" y="82040"/>
                    <a:pt x="28651" y="82040"/>
                  </a:cubicBezTo>
                  <a:cubicBezTo>
                    <a:pt x="54525" y="82040"/>
                    <a:pt x="69724" y="62860"/>
                    <a:pt x="69724" y="60689"/>
                  </a:cubicBezTo>
                  <a:cubicBezTo>
                    <a:pt x="69724" y="59604"/>
                    <a:pt x="68638" y="58337"/>
                    <a:pt x="67552" y="58337"/>
                  </a:cubicBezTo>
                  <a:cubicBezTo>
                    <a:pt x="66648" y="58337"/>
                    <a:pt x="66286" y="58699"/>
                    <a:pt x="65200" y="60146"/>
                  </a:cubicBezTo>
                  <a:cubicBezTo>
                    <a:pt x="50906" y="78059"/>
                    <a:pt x="31184" y="78059"/>
                    <a:pt x="29013" y="78059"/>
                  </a:cubicBezTo>
                  <a:cubicBezTo>
                    <a:pt x="14900" y="78059"/>
                    <a:pt x="13272" y="62860"/>
                    <a:pt x="13272" y="57071"/>
                  </a:cubicBezTo>
                  <a:cubicBezTo>
                    <a:pt x="13272" y="54899"/>
                    <a:pt x="13453" y="49290"/>
                    <a:pt x="16167" y="38253"/>
                  </a:cubicBezTo>
                  <a:lnTo>
                    <a:pt x="25756" y="38253"/>
                  </a:lnTo>
                  <a:close/>
                  <a:moveTo>
                    <a:pt x="17252" y="34273"/>
                  </a:moveTo>
                  <a:cubicBezTo>
                    <a:pt x="24309" y="6770"/>
                    <a:pt x="42945" y="4056"/>
                    <a:pt x="47649" y="4056"/>
                  </a:cubicBezTo>
                  <a:cubicBezTo>
                    <a:pt x="56153" y="4056"/>
                    <a:pt x="61039" y="9304"/>
                    <a:pt x="61039" y="15455"/>
                  </a:cubicBezTo>
                  <a:cubicBezTo>
                    <a:pt x="61039" y="34273"/>
                    <a:pt x="32089" y="34273"/>
                    <a:pt x="24671" y="34273"/>
                  </a:cubicBezTo>
                  <a:lnTo>
                    <a:pt x="17252"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5" name="Freeform: Shape 2244">
              <a:extLst>
                <a:ext uri="{FF2B5EF4-FFF2-40B4-BE49-F238E27FC236}">
                  <a16:creationId xmlns:a16="http://schemas.microsoft.com/office/drawing/2014/main" id="{6A4E0F56-110A-FAE0-F2E0-50C9C4F88509}"/>
                </a:ext>
              </a:extLst>
            </p:cNvPr>
            <p:cNvSpPr/>
            <p:nvPr>
              <p:custDataLst>
                <p:tags r:id="rId56"/>
              </p:custDataLst>
            </p:nvPr>
          </p:nvSpPr>
          <p:spPr>
            <a:xfrm>
              <a:off x="11367427" y="5283856"/>
              <a:ext cx="32930" cy="126528"/>
            </a:xfrm>
            <a:custGeom>
              <a:avLst/>
              <a:gdLst>
                <a:gd name="connsiteX0" fmla="*/ 30646 w 32930"/>
                <a:gd name="connsiteY0" fmla="*/ 72 h 126528"/>
                <a:gd name="connsiteX1" fmla="*/ 249 w 32930"/>
                <a:gd name="connsiteY1" fmla="*/ 63273 h 126528"/>
                <a:gd name="connsiteX2" fmla="*/ 30646 w 32930"/>
                <a:gd name="connsiteY2" fmla="*/ 126600 h 126528"/>
                <a:gd name="connsiteX3" fmla="*/ 33179 w 32930"/>
                <a:gd name="connsiteY3" fmla="*/ 125080 h 126528"/>
                <a:gd name="connsiteX4" fmla="*/ 31913 w 32930"/>
                <a:gd name="connsiteY4" fmla="*/ 123180 h 126528"/>
                <a:gd name="connsiteX5" fmla="*/ 8861 w 32930"/>
                <a:gd name="connsiteY5" fmla="*/ 63399 h 126528"/>
                <a:gd name="connsiteX6" fmla="*/ 32293 w 32930"/>
                <a:gd name="connsiteY6" fmla="*/ 3111 h 126528"/>
                <a:gd name="connsiteX7" fmla="*/ 33179 w 32930"/>
                <a:gd name="connsiteY7" fmla="*/ 1592 h 126528"/>
                <a:gd name="connsiteX8" fmla="*/ 30646 w 32930"/>
                <a:gd name="connsiteY8"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0" h="126528">
                  <a:moveTo>
                    <a:pt x="30646" y="72"/>
                  </a:moveTo>
                  <a:cubicBezTo>
                    <a:pt x="6582" y="17043"/>
                    <a:pt x="249" y="43894"/>
                    <a:pt x="249" y="63273"/>
                  </a:cubicBezTo>
                  <a:cubicBezTo>
                    <a:pt x="249" y="81131"/>
                    <a:pt x="5568" y="108868"/>
                    <a:pt x="30646" y="126600"/>
                  </a:cubicBezTo>
                  <a:cubicBezTo>
                    <a:pt x="31659" y="126600"/>
                    <a:pt x="33179" y="126600"/>
                    <a:pt x="33179" y="125080"/>
                  </a:cubicBezTo>
                  <a:cubicBezTo>
                    <a:pt x="33179" y="124320"/>
                    <a:pt x="32799" y="124067"/>
                    <a:pt x="31913" y="123180"/>
                  </a:cubicBezTo>
                  <a:cubicBezTo>
                    <a:pt x="15068" y="107982"/>
                    <a:pt x="8861" y="86450"/>
                    <a:pt x="8861" y="63399"/>
                  </a:cubicBezTo>
                  <a:cubicBezTo>
                    <a:pt x="8861" y="29202"/>
                    <a:pt x="21907" y="12484"/>
                    <a:pt x="32293" y="3111"/>
                  </a:cubicBezTo>
                  <a:cubicBezTo>
                    <a:pt x="32799" y="2605"/>
                    <a:pt x="33179" y="2225"/>
                    <a:pt x="33179" y="1592"/>
                  </a:cubicBezTo>
                  <a:cubicBezTo>
                    <a:pt x="33179" y="72"/>
                    <a:pt x="31659" y="72"/>
                    <a:pt x="30646"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6" name="Freeform: Shape 2245">
              <a:extLst>
                <a:ext uri="{FF2B5EF4-FFF2-40B4-BE49-F238E27FC236}">
                  <a16:creationId xmlns:a16="http://schemas.microsoft.com/office/drawing/2014/main" id="{F040D80C-12EA-54D2-EC38-77BD4064A5EF}"/>
                </a:ext>
              </a:extLst>
            </p:cNvPr>
            <p:cNvSpPr/>
            <p:nvPr>
              <p:custDataLst>
                <p:tags r:id="rId57"/>
              </p:custDataLst>
            </p:nvPr>
          </p:nvSpPr>
          <p:spPr>
            <a:xfrm>
              <a:off x="11415737" y="5322992"/>
              <a:ext cx="75486" cy="82958"/>
            </a:xfrm>
            <a:custGeom>
              <a:avLst/>
              <a:gdLst>
                <a:gd name="connsiteX0" fmla="*/ 759 w 75486"/>
                <a:gd name="connsiteY0" fmla="*/ 76318 h 82958"/>
                <a:gd name="connsiteX1" fmla="*/ 252 w 75486"/>
                <a:gd name="connsiteY1" fmla="*/ 78978 h 82958"/>
                <a:gd name="connsiteX2" fmla="*/ 4558 w 75486"/>
                <a:gd name="connsiteY2" fmla="*/ 83031 h 82958"/>
                <a:gd name="connsiteX3" fmla="*/ 10638 w 75486"/>
                <a:gd name="connsiteY3" fmla="*/ 76698 h 82958"/>
                <a:gd name="connsiteX4" fmla="*/ 16464 w 75486"/>
                <a:gd name="connsiteY4" fmla="*/ 53520 h 82958"/>
                <a:gd name="connsiteX5" fmla="*/ 30016 w 75486"/>
                <a:gd name="connsiteY5" fmla="*/ 57193 h 82958"/>
                <a:gd name="connsiteX6" fmla="*/ 48254 w 75486"/>
                <a:gd name="connsiteY6" fmla="*/ 48074 h 82958"/>
                <a:gd name="connsiteX7" fmla="*/ 61300 w 75486"/>
                <a:gd name="connsiteY7" fmla="*/ 57193 h 82958"/>
                <a:gd name="connsiteX8" fmla="*/ 71306 w 75486"/>
                <a:gd name="connsiteY8" fmla="*/ 50480 h 82958"/>
                <a:gd name="connsiteX9" fmla="*/ 75739 w 75486"/>
                <a:gd name="connsiteY9" fmla="*/ 37815 h 82958"/>
                <a:gd name="connsiteX10" fmla="*/ 73712 w 75486"/>
                <a:gd name="connsiteY10" fmla="*/ 36168 h 82958"/>
                <a:gd name="connsiteX11" fmla="*/ 70926 w 75486"/>
                <a:gd name="connsiteY11" fmla="*/ 40095 h 82958"/>
                <a:gd name="connsiteX12" fmla="*/ 61680 w 75486"/>
                <a:gd name="connsiteY12" fmla="*/ 53647 h 82958"/>
                <a:gd name="connsiteX13" fmla="*/ 57500 w 75486"/>
                <a:gd name="connsiteY13" fmla="*/ 47441 h 82958"/>
                <a:gd name="connsiteX14" fmla="*/ 59400 w 75486"/>
                <a:gd name="connsiteY14" fmla="*/ 37435 h 82958"/>
                <a:gd name="connsiteX15" fmla="*/ 62186 w 75486"/>
                <a:gd name="connsiteY15" fmla="*/ 26036 h 82958"/>
                <a:gd name="connsiteX16" fmla="*/ 65099 w 75486"/>
                <a:gd name="connsiteY16" fmla="*/ 14764 h 82958"/>
                <a:gd name="connsiteX17" fmla="*/ 67253 w 75486"/>
                <a:gd name="connsiteY17" fmla="*/ 5391 h 82958"/>
                <a:gd name="connsiteX18" fmla="*/ 63073 w 75486"/>
                <a:gd name="connsiteY18" fmla="*/ 1338 h 82958"/>
                <a:gd name="connsiteX19" fmla="*/ 57880 w 75486"/>
                <a:gd name="connsiteY19" fmla="*/ 4378 h 82958"/>
                <a:gd name="connsiteX20" fmla="*/ 55854 w 75486"/>
                <a:gd name="connsiteY20" fmla="*/ 11724 h 82958"/>
                <a:gd name="connsiteX21" fmla="*/ 53194 w 75486"/>
                <a:gd name="connsiteY21" fmla="*/ 22236 h 82958"/>
                <a:gd name="connsiteX22" fmla="*/ 49268 w 75486"/>
                <a:gd name="connsiteY22" fmla="*/ 38068 h 82958"/>
                <a:gd name="connsiteX23" fmla="*/ 47241 w 75486"/>
                <a:gd name="connsiteY23" fmla="*/ 43134 h 82958"/>
                <a:gd name="connsiteX24" fmla="*/ 30523 w 75486"/>
                <a:gd name="connsiteY24" fmla="*/ 53647 h 82958"/>
                <a:gd name="connsiteX25" fmla="*/ 20137 w 75486"/>
                <a:gd name="connsiteY25" fmla="*/ 42374 h 82958"/>
                <a:gd name="connsiteX26" fmla="*/ 22290 w 75486"/>
                <a:gd name="connsiteY26" fmla="*/ 30596 h 82958"/>
                <a:gd name="connsiteX27" fmla="*/ 25076 w 75486"/>
                <a:gd name="connsiteY27" fmla="*/ 19197 h 82958"/>
                <a:gd name="connsiteX28" fmla="*/ 26850 w 75486"/>
                <a:gd name="connsiteY28" fmla="*/ 12104 h 82958"/>
                <a:gd name="connsiteX29" fmla="*/ 28749 w 75486"/>
                <a:gd name="connsiteY29" fmla="*/ 4125 h 82958"/>
                <a:gd name="connsiteX30" fmla="*/ 24443 w 75486"/>
                <a:gd name="connsiteY30" fmla="*/ 72 h 82958"/>
                <a:gd name="connsiteX31" fmla="*/ 18364 w 75486"/>
                <a:gd name="connsiteY31" fmla="*/ 6024 h 82958"/>
                <a:gd name="connsiteX32" fmla="*/ 759 w 75486"/>
                <a:gd name="connsiteY32" fmla="*/ 76318 h 8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486" h="82958">
                  <a:moveTo>
                    <a:pt x="759" y="76318"/>
                  </a:moveTo>
                  <a:cubicBezTo>
                    <a:pt x="252" y="78218"/>
                    <a:pt x="252" y="78851"/>
                    <a:pt x="252" y="78978"/>
                  </a:cubicBezTo>
                  <a:cubicBezTo>
                    <a:pt x="252" y="81764"/>
                    <a:pt x="2532" y="83031"/>
                    <a:pt x="4558" y="83031"/>
                  </a:cubicBezTo>
                  <a:cubicBezTo>
                    <a:pt x="9118" y="83031"/>
                    <a:pt x="10131" y="78851"/>
                    <a:pt x="10638" y="76698"/>
                  </a:cubicBezTo>
                  <a:cubicBezTo>
                    <a:pt x="10891" y="76065"/>
                    <a:pt x="13424" y="65932"/>
                    <a:pt x="16464" y="53520"/>
                  </a:cubicBezTo>
                  <a:cubicBezTo>
                    <a:pt x="20390" y="56180"/>
                    <a:pt x="25456" y="57193"/>
                    <a:pt x="30016" y="57193"/>
                  </a:cubicBezTo>
                  <a:cubicBezTo>
                    <a:pt x="40908" y="57193"/>
                    <a:pt x="48001" y="48327"/>
                    <a:pt x="48254" y="48074"/>
                  </a:cubicBezTo>
                  <a:cubicBezTo>
                    <a:pt x="50661" y="56813"/>
                    <a:pt x="59400" y="57193"/>
                    <a:pt x="61300" y="57193"/>
                  </a:cubicBezTo>
                  <a:cubicBezTo>
                    <a:pt x="65859" y="57193"/>
                    <a:pt x="69026" y="54407"/>
                    <a:pt x="71306" y="50480"/>
                  </a:cubicBezTo>
                  <a:cubicBezTo>
                    <a:pt x="74092" y="45541"/>
                    <a:pt x="75739" y="38321"/>
                    <a:pt x="75739" y="37815"/>
                  </a:cubicBezTo>
                  <a:cubicBezTo>
                    <a:pt x="75739" y="36168"/>
                    <a:pt x="74092" y="36168"/>
                    <a:pt x="73712" y="36168"/>
                  </a:cubicBezTo>
                  <a:cubicBezTo>
                    <a:pt x="71939" y="36168"/>
                    <a:pt x="71812" y="36675"/>
                    <a:pt x="70926" y="40095"/>
                  </a:cubicBezTo>
                  <a:cubicBezTo>
                    <a:pt x="69406" y="46174"/>
                    <a:pt x="66999" y="53647"/>
                    <a:pt x="61680" y="53647"/>
                  </a:cubicBezTo>
                  <a:cubicBezTo>
                    <a:pt x="58387" y="53647"/>
                    <a:pt x="57500" y="50860"/>
                    <a:pt x="57500" y="47441"/>
                  </a:cubicBezTo>
                  <a:cubicBezTo>
                    <a:pt x="57500" y="45288"/>
                    <a:pt x="58513" y="40728"/>
                    <a:pt x="59400" y="37435"/>
                  </a:cubicBezTo>
                  <a:cubicBezTo>
                    <a:pt x="60287" y="34015"/>
                    <a:pt x="61553" y="28822"/>
                    <a:pt x="62186" y="26036"/>
                  </a:cubicBezTo>
                  <a:lnTo>
                    <a:pt x="65099" y="14764"/>
                  </a:lnTo>
                  <a:cubicBezTo>
                    <a:pt x="65859" y="11597"/>
                    <a:pt x="67253" y="6024"/>
                    <a:pt x="67253" y="5391"/>
                  </a:cubicBezTo>
                  <a:cubicBezTo>
                    <a:pt x="67253" y="2858"/>
                    <a:pt x="65226" y="1338"/>
                    <a:pt x="63073" y="1338"/>
                  </a:cubicBezTo>
                  <a:cubicBezTo>
                    <a:pt x="61680" y="1338"/>
                    <a:pt x="59273" y="1972"/>
                    <a:pt x="57880" y="4378"/>
                  </a:cubicBezTo>
                  <a:cubicBezTo>
                    <a:pt x="57500" y="5138"/>
                    <a:pt x="56487" y="9191"/>
                    <a:pt x="55854" y="11724"/>
                  </a:cubicBezTo>
                  <a:lnTo>
                    <a:pt x="53194" y="22236"/>
                  </a:lnTo>
                  <a:lnTo>
                    <a:pt x="49268" y="38068"/>
                  </a:lnTo>
                  <a:cubicBezTo>
                    <a:pt x="48381" y="41235"/>
                    <a:pt x="48381" y="41488"/>
                    <a:pt x="47241" y="43134"/>
                  </a:cubicBezTo>
                  <a:cubicBezTo>
                    <a:pt x="43315" y="48707"/>
                    <a:pt x="37742" y="53647"/>
                    <a:pt x="30523" y="53647"/>
                  </a:cubicBezTo>
                  <a:cubicBezTo>
                    <a:pt x="20137" y="53647"/>
                    <a:pt x="20137" y="44654"/>
                    <a:pt x="20137" y="42374"/>
                  </a:cubicBezTo>
                  <a:cubicBezTo>
                    <a:pt x="20137" y="39081"/>
                    <a:pt x="20517" y="37435"/>
                    <a:pt x="22290" y="30596"/>
                  </a:cubicBezTo>
                  <a:cubicBezTo>
                    <a:pt x="23557" y="25023"/>
                    <a:pt x="23810" y="24136"/>
                    <a:pt x="25076" y="19197"/>
                  </a:cubicBezTo>
                  <a:lnTo>
                    <a:pt x="26850" y="12104"/>
                  </a:lnTo>
                  <a:cubicBezTo>
                    <a:pt x="27483" y="9444"/>
                    <a:pt x="28749" y="4631"/>
                    <a:pt x="28749" y="4125"/>
                  </a:cubicBezTo>
                  <a:cubicBezTo>
                    <a:pt x="28749" y="1845"/>
                    <a:pt x="26976" y="72"/>
                    <a:pt x="24443" y="72"/>
                  </a:cubicBezTo>
                  <a:cubicBezTo>
                    <a:pt x="19884" y="72"/>
                    <a:pt x="18744" y="4505"/>
                    <a:pt x="18364" y="6024"/>
                  </a:cubicBezTo>
                  <a:lnTo>
                    <a:pt x="759" y="763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7" name="Freeform: Shape 2246">
              <a:extLst>
                <a:ext uri="{FF2B5EF4-FFF2-40B4-BE49-F238E27FC236}">
                  <a16:creationId xmlns:a16="http://schemas.microsoft.com/office/drawing/2014/main" id="{6EF27E1B-654C-5B99-E9DF-FA4207523133}"/>
                </a:ext>
              </a:extLst>
            </p:cNvPr>
            <p:cNvSpPr/>
            <p:nvPr>
              <p:custDataLst>
                <p:tags r:id="rId58"/>
              </p:custDataLst>
            </p:nvPr>
          </p:nvSpPr>
          <p:spPr>
            <a:xfrm>
              <a:off x="11500728" y="5336598"/>
              <a:ext cx="42791" cy="78887"/>
            </a:xfrm>
            <a:custGeom>
              <a:avLst/>
              <a:gdLst>
                <a:gd name="connsiteX0" fmla="*/ 43048 w 42791"/>
                <a:gd name="connsiteY0" fmla="*/ 3963 h 78887"/>
                <a:gd name="connsiteX1" fmla="*/ 39068 w 42791"/>
                <a:gd name="connsiteY1" fmla="*/ 73 h 78887"/>
                <a:gd name="connsiteX2" fmla="*/ 33459 w 42791"/>
                <a:gd name="connsiteY2" fmla="*/ 5501 h 78887"/>
                <a:gd name="connsiteX3" fmla="*/ 37439 w 42791"/>
                <a:gd name="connsiteY3" fmla="*/ 9391 h 78887"/>
                <a:gd name="connsiteX4" fmla="*/ 43048 w 42791"/>
                <a:gd name="connsiteY4" fmla="*/ 3963 h 78887"/>
                <a:gd name="connsiteX5" fmla="*/ 23326 w 42791"/>
                <a:gd name="connsiteY5" fmla="*/ 64486 h 78887"/>
                <a:gd name="connsiteX6" fmla="*/ 10389 w 42791"/>
                <a:gd name="connsiteY6" fmla="*/ 75885 h 78887"/>
                <a:gd name="connsiteX7" fmla="*/ 7132 w 42791"/>
                <a:gd name="connsiteY7" fmla="*/ 75432 h 78887"/>
                <a:gd name="connsiteX8" fmla="*/ 9937 w 42791"/>
                <a:gd name="connsiteY8" fmla="*/ 70638 h 78887"/>
                <a:gd name="connsiteX9" fmla="*/ 5866 w 42791"/>
                <a:gd name="connsiteY9" fmla="*/ 66928 h 78887"/>
                <a:gd name="connsiteX10" fmla="*/ 257 w 42791"/>
                <a:gd name="connsiteY10" fmla="*/ 72718 h 78887"/>
                <a:gd name="connsiteX11" fmla="*/ 10480 w 42791"/>
                <a:gd name="connsiteY11" fmla="*/ 78961 h 78887"/>
                <a:gd name="connsiteX12" fmla="*/ 31197 w 42791"/>
                <a:gd name="connsiteY12" fmla="*/ 64576 h 78887"/>
                <a:gd name="connsiteX13" fmla="*/ 39339 w 42791"/>
                <a:gd name="connsiteY13" fmla="*/ 32189 h 78887"/>
                <a:gd name="connsiteX14" fmla="*/ 39791 w 42791"/>
                <a:gd name="connsiteY14" fmla="*/ 29203 h 78887"/>
                <a:gd name="connsiteX15" fmla="*/ 28664 w 42791"/>
                <a:gd name="connsiteY15" fmla="*/ 20428 h 78887"/>
                <a:gd name="connsiteX16" fmla="*/ 11023 w 42791"/>
                <a:gd name="connsiteY16" fmla="*/ 34450 h 78887"/>
                <a:gd name="connsiteX17" fmla="*/ 12922 w 42791"/>
                <a:gd name="connsiteY17" fmla="*/ 35717 h 78887"/>
                <a:gd name="connsiteX18" fmla="*/ 14913 w 42791"/>
                <a:gd name="connsiteY18" fmla="*/ 34450 h 78887"/>
                <a:gd name="connsiteX19" fmla="*/ 28302 w 42791"/>
                <a:gd name="connsiteY19" fmla="*/ 23504 h 78887"/>
                <a:gd name="connsiteX20" fmla="*/ 32102 w 42791"/>
                <a:gd name="connsiteY20" fmla="*/ 28299 h 78887"/>
                <a:gd name="connsiteX21" fmla="*/ 31830 w 42791"/>
                <a:gd name="connsiteY21" fmla="*/ 30651 h 78887"/>
                <a:gd name="connsiteX22" fmla="*/ 23326 w 42791"/>
                <a:gd name="connsiteY22" fmla="*/ 64486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48" y="3963"/>
                  </a:moveTo>
                  <a:cubicBezTo>
                    <a:pt x="43048" y="1882"/>
                    <a:pt x="41510" y="73"/>
                    <a:pt x="39068" y="73"/>
                  </a:cubicBezTo>
                  <a:cubicBezTo>
                    <a:pt x="36263" y="73"/>
                    <a:pt x="33459" y="2787"/>
                    <a:pt x="33459" y="5501"/>
                  </a:cubicBezTo>
                  <a:cubicBezTo>
                    <a:pt x="33459" y="7672"/>
                    <a:pt x="35177" y="9391"/>
                    <a:pt x="37439" y="9391"/>
                  </a:cubicBezTo>
                  <a:cubicBezTo>
                    <a:pt x="40515" y="9391"/>
                    <a:pt x="43048" y="6496"/>
                    <a:pt x="43048" y="3963"/>
                  </a:cubicBezTo>
                  <a:close/>
                  <a:moveTo>
                    <a:pt x="23326" y="64486"/>
                  </a:moveTo>
                  <a:cubicBezTo>
                    <a:pt x="21607" y="71361"/>
                    <a:pt x="15908" y="75885"/>
                    <a:pt x="10389" y="75885"/>
                  </a:cubicBezTo>
                  <a:cubicBezTo>
                    <a:pt x="8851" y="75885"/>
                    <a:pt x="7856" y="75613"/>
                    <a:pt x="7132" y="75432"/>
                  </a:cubicBezTo>
                  <a:cubicBezTo>
                    <a:pt x="9304" y="74166"/>
                    <a:pt x="9937" y="71814"/>
                    <a:pt x="9937" y="70638"/>
                  </a:cubicBezTo>
                  <a:cubicBezTo>
                    <a:pt x="9937" y="69100"/>
                    <a:pt x="8851" y="66928"/>
                    <a:pt x="5866" y="66928"/>
                  </a:cubicBezTo>
                  <a:cubicBezTo>
                    <a:pt x="2790" y="66928"/>
                    <a:pt x="257" y="69733"/>
                    <a:pt x="257" y="72718"/>
                  </a:cubicBezTo>
                  <a:cubicBezTo>
                    <a:pt x="257" y="76608"/>
                    <a:pt x="4328" y="78961"/>
                    <a:pt x="10480" y="78961"/>
                  </a:cubicBezTo>
                  <a:cubicBezTo>
                    <a:pt x="16632" y="78961"/>
                    <a:pt x="28392" y="75794"/>
                    <a:pt x="31197" y="64576"/>
                  </a:cubicBezTo>
                  <a:lnTo>
                    <a:pt x="39339" y="32189"/>
                  </a:lnTo>
                  <a:cubicBezTo>
                    <a:pt x="39520" y="31284"/>
                    <a:pt x="39791" y="30470"/>
                    <a:pt x="39791" y="29203"/>
                  </a:cubicBezTo>
                  <a:cubicBezTo>
                    <a:pt x="39791" y="24047"/>
                    <a:pt x="34997" y="20428"/>
                    <a:pt x="28664" y="20428"/>
                  </a:cubicBezTo>
                  <a:cubicBezTo>
                    <a:pt x="17717" y="20428"/>
                    <a:pt x="11023" y="32641"/>
                    <a:pt x="11023" y="34450"/>
                  </a:cubicBezTo>
                  <a:cubicBezTo>
                    <a:pt x="11023" y="35717"/>
                    <a:pt x="12470" y="35717"/>
                    <a:pt x="12922" y="35717"/>
                  </a:cubicBezTo>
                  <a:cubicBezTo>
                    <a:pt x="14279" y="35717"/>
                    <a:pt x="14460" y="35355"/>
                    <a:pt x="14913" y="34450"/>
                  </a:cubicBezTo>
                  <a:cubicBezTo>
                    <a:pt x="19074" y="25585"/>
                    <a:pt x="25226" y="23504"/>
                    <a:pt x="28302" y="23504"/>
                  </a:cubicBezTo>
                  <a:cubicBezTo>
                    <a:pt x="31921" y="23504"/>
                    <a:pt x="32102" y="26761"/>
                    <a:pt x="32102" y="28299"/>
                  </a:cubicBezTo>
                  <a:cubicBezTo>
                    <a:pt x="32102" y="29565"/>
                    <a:pt x="32011" y="29927"/>
                    <a:pt x="31830" y="30651"/>
                  </a:cubicBezTo>
                  <a:lnTo>
                    <a:pt x="23326" y="644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8" name="Freeform: Shape 2247">
              <a:extLst>
                <a:ext uri="{FF2B5EF4-FFF2-40B4-BE49-F238E27FC236}">
                  <a16:creationId xmlns:a16="http://schemas.microsoft.com/office/drawing/2014/main" id="{F70BF8F5-2164-42C5-F359-84C61955CE87}"/>
                </a:ext>
              </a:extLst>
            </p:cNvPr>
            <p:cNvSpPr/>
            <p:nvPr>
              <p:custDataLst>
                <p:tags r:id="rId59"/>
              </p:custDataLst>
            </p:nvPr>
          </p:nvSpPr>
          <p:spPr>
            <a:xfrm>
              <a:off x="11578655" y="5344017"/>
              <a:ext cx="85618" cy="6206"/>
            </a:xfrm>
            <a:custGeom>
              <a:avLst/>
              <a:gdLst>
                <a:gd name="connsiteX0" fmla="*/ 80813 w 85618"/>
                <a:gd name="connsiteY0" fmla="*/ 6278 h 6206"/>
                <a:gd name="connsiteX1" fmla="*/ 85879 w 85618"/>
                <a:gd name="connsiteY1" fmla="*/ 3238 h 6206"/>
                <a:gd name="connsiteX2" fmla="*/ 80813 w 85618"/>
                <a:gd name="connsiteY2" fmla="*/ 72 h 6206"/>
                <a:gd name="connsiteX3" fmla="*/ 5327 w 85618"/>
                <a:gd name="connsiteY3" fmla="*/ 72 h 6206"/>
                <a:gd name="connsiteX4" fmla="*/ 261 w 85618"/>
                <a:gd name="connsiteY4" fmla="*/ 3111 h 6206"/>
                <a:gd name="connsiteX5" fmla="*/ 5327 w 85618"/>
                <a:gd name="connsiteY5" fmla="*/ 6278 h 6206"/>
                <a:gd name="connsiteX6" fmla="*/ 80813 w 85618"/>
                <a:gd name="connsiteY6" fmla="*/ 6278 h 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18" h="6206">
                  <a:moveTo>
                    <a:pt x="80813" y="6278"/>
                  </a:moveTo>
                  <a:cubicBezTo>
                    <a:pt x="82840" y="6278"/>
                    <a:pt x="85879" y="6278"/>
                    <a:pt x="85879" y="3238"/>
                  </a:cubicBezTo>
                  <a:cubicBezTo>
                    <a:pt x="85879" y="72"/>
                    <a:pt x="82966" y="72"/>
                    <a:pt x="80813" y="72"/>
                  </a:cubicBezTo>
                  <a:lnTo>
                    <a:pt x="5327" y="72"/>
                  </a:lnTo>
                  <a:cubicBezTo>
                    <a:pt x="3300" y="72"/>
                    <a:pt x="261" y="72"/>
                    <a:pt x="261" y="3111"/>
                  </a:cubicBezTo>
                  <a:cubicBezTo>
                    <a:pt x="261" y="6278"/>
                    <a:pt x="3174" y="6278"/>
                    <a:pt x="5327" y="6278"/>
                  </a:cubicBezTo>
                  <a:lnTo>
                    <a:pt x="80813" y="62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49" name="Freeform: Shape 2248">
              <a:extLst>
                <a:ext uri="{FF2B5EF4-FFF2-40B4-BE49-F238E27FC236}">
                  <a16:creationId xmlns:a16="http://schemas.microsoft.com/office/drawing/2014/main" id="{F510A420-AB69-125A-E0A4-BB6AE5567117}"/>
                </a:ext>
              </a:extLst>
            </p:cNvPr>
            <p:cNvSpPr/>
            <p:nvPr>
              <p:custDataLst>
                <p:tags r:id="rId60"/>
              </p:custDataLst>
            </p:nvPr>
          </p:nvSpPr>
          <p:spPr>
            <a:xfrm>
              <a:off x="11680721" y="5289935"/>
              <a:ext cx="88531" cy="113482"/>
            </a:xfrm>
            <a:custGeom>
              <a:avLst/>
              <a:gdLst>
                <a:gd name="connsiteX0" fmla="*/ 8499 w 88531"/>
                <a:gd name="connsiteY0" fmla="*/ 110768 h 113482"/>
                <a:gd name="connsiteX1" fmla="*/ 16225 w 88531"/>
                <a:gd name="connsiteY1" fmla="*/ 79484 h 113482"/>
                <a:gd name="connsiteX2" fmla="*/ 44976 w 88531"/>
                <a:gd name="connsiteY2" fmla="*/ 90630 h 113482"/>
                <a:gd name="connsiteX3" fmla="*/ 87786 w 88531"/>
                <a:gd name="connsiteY3" fmla="*/ 55420 h 113482"/>
                <a:gd name="connsiteX4" fmla="*/ 79173 w 88531"/>
                <a:gd name="connsiteY4" fmla="*/ 38195 h 113482"/>
                <a:gd name="connsiteX5" fmla="*/ 88799 w 88531"/>
                <a:gd name="connsiteY5" fmla="*/ 18057 h 113482"/>
                <a:gd name="connsiteX6" fmla="*/ 66254 w 88531"/>
                <a:gd name="connsiteY6" fmla="*/ 72 h 113482"/>
                <a:gd name="connsiteX7" fmla="*/ 19898 w 88531"/>
                <a:gd name="connsiteY7" fmla="*/ 32495 h 113482"/>
                <a:gd name="connsiteX8" fmla="*/ 773 w 88531"/>
                <a:gd name="connsiteY8" fmla="*/ 109122 h 113482"/>
                <a:gd name="connsiteX9" fmla="*/ 267 w 88531"/>
                <a:gd name="connsiteY9" fmla="*/ 111275 h 113482"/>
                <a:gd name="connsiteX10" fmla="*/ 4320 w 88531"/>
                <a:gd name="connsiteY10" fmla="*/ 113555 h 113482"/>
                <a:gd name="connsiteX11" fmla="*/ 8499 w 88531"/>
                <a:gd name="connsiteY11" fmla="*/ 110768 h 113482"/>
                <a:gd name="connsiteX12" fmla="*/ 48142 w 88531"/>
                <a:gd name="connsiteY12" fmla="*/ 39841 h 113482"/>
                <a:gd name="connsiteX13" fmla="*/ 56628 w 88531"/>
                <a:gd name="connsiteY13" fmla="*/ 38575 h 113482"/>
                <a:gd name="connsiteX14" fmla="*/ 62581 w 88531"/>
                <a:gd name="connsiteY14" fmla="*/ 39081 h 113482"/>
                <a:gd name="connsiteX15" fmla="*/ 54855 w 88531"/>
                <a:gd name="connsiteY15" fmla="*/ 40601 h 113482"/>
                <a:gd name="connsiteX16" fmla="*/ 48142 w 88531"/>
                <a:gd name="connsiteY16" fmla="*/ 39841 h 113482"/>
                <a:gd name="connsiteX17" fmla="*/ 68661 w 88531"/>
                <a:gd name="connsiteY17" fmla="*/ 33762 h 113482"/>
                <a:gd name="connsiteX18" fmla="*/ 57008 w 88531"/>
                <a:gd name="connsiteY18" fmla="*/ 32749 h 113482"/>
                <a:gd name="connsiteX19" fmla="*/ 40037 w 88531"/>
                <a:gd name="connsiteY19" fmla="*/ 40348 h 113482"/>
                <a:gd name="connsiteX20" fmla="*/ 54602 w 88531"/>
                <a:gd name="connsiteY20" fmla="*/ 46427 h 113482"/>
                <a:gd name="connsiteX21" fmla="*/ 70180 w 88531"/>
                <a:gd name="connsiteY21" fmla="*/ 43768 h 113482"/>
                <a:gd name="connsiteX22" fmla="*/ 71700 w 88531"/>
                <a:gd name="connsiteY22" fmla="*/ 50480 h 113482"/>
                <a:gd name="connsiteX23" fmla="*/ 64228 w 88531"/>
                <a:gd name="connsiteY23" fmla="*/ 75558 h 113482"/>
                <a:gd name="connsiteX24" fmla="*/ 44849 w 88531"/>
                <a:gd name="connsiteY24" fmla="*/ 84804 h 113482"/>
                <a:gd name="connsiteX25" fmla="*/ 20025 w 88531"/>
                <a:gd name="connsiteY25" fmla="*/ 66819 h 113482"/>
                <a:gd name="connsiteX26" fmla="*/ 22305 w 88531"/>
                <a:gd name="connsiteY26" fmla="*/ 55547 h 113482"/>
                <a:gd name="connsiteX27" fmla="*/ 27244 w 88531"/>
                <a:gd name="connsiteY27" fmla="*/ 35408 h 113482"/>
                <a:gd name="connsiteX28" fmla="*/ 40670 w 88531"/>
                <a:gd name="connsiteY28" fmla="*/ 14764 h 113482"/>
                <a:gd name="connsiteX29" fmla="*/ 65621 w 88531"/>
                <a:gd name="connsiteY29" fmla="*/ 5898 h 113482"/>
                <a:gd name="connsiteX30" fmla="*/ 74233 w 88531"/>
                <a:gd name="connsiteY30" fmla="*/ 13497 h 113482"/>
                <a:gd name="connsiteX31" fmla="*/ 68661 w 88531"/>
                <a:gd name="connsiteY31" fmla="*/ 33762 h 11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531" h="113482">
                  <a:moveTo>
                    <a:pt x="8499" y="110768"/>
                  </a:moveTo>
                  <a:lnTo>
                    <a:pt x="16225" y="79484"/>
                  </a:lnTo>
                  <a:cubicBezTo>
                    <a:pt x="18632" y="82651"/>
                    <a:pt x="27118" y="90630"/>
                    <a:pt x="44976" y="90630"/>
                  </a:cubicBezTo>
                  <a:cubicBezTo>
                    <a:pt x="73347" y="90630"/>
                    <a:pt x="87786" y="71378"/>
                    <a:pt x="87786" y="55420"/>
                  </a:cubicBezTo>
                  <a:cubicBezTo>
                    <a:pt x="87786" y="48074"/>
                    <a:pt x="84872" y="42248"/>
                    <a:pt x="79173" y="38195"/>
                  </a:cubicBezTo>
                  <a:cubicBezTo>
                    <a:pt x="84746" y="33635"/>
                    <a:pt x="88799" y="25529"/>
                    <a:pt x="88799" y="18057"/>
                  </a:cubicBezTo>
                  <a:cubicBezTo>
                    <a:pt x="88799" y="7798"/>
                    <a:pt x="81453" y="72"/>
                    <a:pt x="66254" y="72"/>
                  </a:cubicBezTo>
                  <a:cubicBezTo>
                    <a:pt x="47509" y="72"/>
                    <a:pt x="24965" y="11977"/>
                    <a:pt x="19898" y="32495"/>
                  </a:cubicBezTo>
                  <a:lnTo>
                    <a:pt x="773" y="109122"/>
                  </a:lnTo>
                  <a:cubicBezTo>
                    <a:pt x="267" y="110895"/>
                    <a:pt x="267" y="111148"/>
                    <a:pt x="267" y="111275"/>
                  </a:cubicBezTo>
                  <a:cubicBezTo>
                    <a:pt x="267" y="113555"/>
                    <a:pt x="2420" y="113555"/>
                    <a:pt x="4320" y="113555"/>
                  </a:cubicBezTo>
                  <a:cubicBezTo>
                    <a:pt x="6853" y="113555"/>
                    <a:pt x="7866" y="113555"/>
                    <a:pt x="8499" y="110768"/>
                  </a:cubicBezTo>
                  <a:close/>
                  <a:moveTo>
                    <a:pt x="48142" y="39841"/>
                  </a:moveTo>
                  <a:cubicBezTo>
                    <a:pt x="49789" y="39081"/>
                    <a:pt x="50929" y="38575"/>
                    <a:pt x="56628" y="38575"/>
                  </a:cubicBezTo>
                  <a:cubicBezTo>
                    <a:pt x="58655" y="38575"/>
                    <a:pt x="60301" y="38575"/>
                    <a:pt x="62581" y="39081"/>
                  </a:cubicBezTo>
                  <a:cubicBezTo>
                    <a:pt x="59795" y="40601"/>
                    <a:pt x="57135" y="40601"/>
                    <a:pt x="54855" y="40601"/>
                  </a:cubicBezTo>
                  <a:cubicBezTo>
                    <a:pt x="51056" y="40601"/>
                    <a:pt x="50676" y="40475"/>
                    <a:pt x="48142" y="39841"/>
                  </a:cubicBezTo>
                  <a:close/>
                  <a:moveTo>
                    <a:pt x="68661" y="33762"/>
                  </a:moveTo>
                  <a:cubicBezTo>
                    <a:pt x="63848" y="32749"/>
                    <a:pt x="59541" y="32749"/>
                    <a:pt x="57008" y="32749"/>
                  </a:cubicBezTo>
                  <a:cubicBezTo>
                    <a:pt x="51562" y="32749"/>
                    <a:pt x="40037" y="32749"/>
                    <a:pt x="40037" y="40348"/>
                  </a:cubicBezTo>
                  <a:cubicBezTo>
                    <a:pt x="40037" y="46301"/>
                    <a:pt x="48396" y="46427"/>
                    <a:pt x="54602" y="46427"/>
                  </a:cubicBezTo>
                  <a:cubicBezTo>
                    <a:pt x="58275" y="46427"/>
                    <a:pt x="63468" y="46427"/>
                    <a:pt x="70180" y="43768"/>
                  </a:cubicBezTo>
                  <a:cubicBezTo>
                    <a:pt x="71320" y="45541"/>
                    <a:pt x="71700" y="48201"/>
                    <a:pt x="71700" y="50480"/>
                  </a:cubicBezTo>
                  <a:cubicBezTo>
                    <a:pt x="71700" y="54913"/>
                    <a:pt x="69041" y="68845"/>
                    <a:pt x="64228" y="75558"/>
                  </a:cubicBezTo>
                  <a:cubicBezTo>
                    <a:pt x="59668" y="81764"/>
                    <a:pt x="52702" y="84804"/>
                    <a:pt x="44849" y="84804"/>
                  </a:cubicBezTo>
                  <a:cubicBezTo>
                    <a:pt x="34084" y="84804"/>
                    <a:pt x="20025" y="79864"/>
                    <a:pt x="20025" y="66819"/>
                  </a:cubicBezTo>
                  <a:cubicBezTo>
                    <a:pt x="20025" y="64412"/>
                    <a:pt x="21292" y="59220"/>
                    <a:pt x="22305" y="55547"/>
                  </a:cubicBezTo>
                  <a:cubicBezTo>
                    <a:pt x="22938" y="52760"/>
                    <a:pt x="26991" y="36548"/>
                    <a:pt x="27244" y="35408"/>
                  </a:cubicBezTo>
                  <a:cubicBezTo>
                    <a:pt x="28384" y="30976"/>
                    <a:pt x="30537" y="22363"/>
                    <a:pt x="40670" y="14764"/>
                  </a:cubicBezTo>
                  <a:cubicBezTo>
                    <a:pt x="51056" y="6911"/>
                    <a:pt x="61061" y="5898"/>
                    <a:pt x="65621" y="5898"/>
                  </a:cubicBezTo>
                  <a:cubicBezTo>
                    <a:pt x="74233" y="5898"/>
                    <a:pt x="74233" y="11471"/>
                    <a:pt x="74233" y="13497"/>
                  </a:cubicBezTo>
                  <a:cubicBezTo>
                    <a:pt x="74233" y="16537"/>
                    <a:pt x="71954" y="28062"/>
                    <a:pt x="68661" y="337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0" name="Freeform: Shape 2249">
              <a:extLst>
                <a:ext uri="{FF2B5EF4-FFF2-40B4-BE49-F238E27FC236}">
                  <a16:creationId xmlns:a16="http://schemas.microsoft.com/office/drawing/2014/main" id="{85CB6793-AAA9-4A91-5358-838BEBD5AE45}"/>
                </a:ext>
              </a:extLst>
            </p:cNvPr>
            <p:cNvSpPr/>
            <p:nvPr>
              <p:custDataLst>
                <p:tags r:id="rId61"/>
              </p:custDataLst>
            </p:nvPr>
          </p:nvSpPr>
          <p:spPr>
            <a:xfrm>
              <a:off x="11787013" y="5261460"/>
              <a:ext cx="75450" cy="62784"/>
            </a:xfrm>
            <a:custGeom>
              <a:avLst/>
              <a:gdLst>
                <a:gd name="connsiteX0" fmla="*/ 40530 w 75450"/>
                <a:gd name="connsiteY0" fmla="*/ 5135 h 62784"/>
                <a:gd name="connsiteX1" fmla="*/ 71832 w 75450"/>
                <a:gd name="connsiteY1" fmla="*/ 5135 h 62784"/>
                <a:gd name="connsiteX2" fmla="*/ 75722 w 75450"/>
                <a:gd name="connsiteY2" fmla="*/ 2602 h 62784"/>
                <a:gd name="connsiteX3" fmla="*/ 71832 w 75450"/>
                <a:gd name="connsiteY3" fmla="*/ 69 h 62784"/>
                <a:gd name="connsiteX4" fmla="*/ 4162 w 75450"/>
                <a:gd name="connsiteY4" fmla="*/ 69 h 62784"/>
                <a:gd name="connsiteX5" fmla="*/ 272 w 75450"/>
                <a:gd name="connsiteY5" fmla="*/ 2602 h 62784"/>
                <a:gd name="connsiteX6" fmla="*/ 4162 w 75450"/>
                <a:gd name="connsiteY6" fmla="*/ 5135 h 62784"/>
                <a:gd name="connsiteX7" fmla="*/ 35464 w 75450"/>
                <a:gd name="connsiteY7" fmla="*/ 5135 h 62784"/>
                <a:gd name="connsiteX8" fmla="*/ 35464 w 75450"/>
                <a:gd name="connsiteY8" fmla="*/ 58963 h 62784"/>
                <a:gd name="connsiteX9" fmla="*/ 37997 w 75450"/>
                <a:gd name="connsiteY9" fmla="*/ 62853 h 62784"/>
                <a:gd name="connsiteX10" fmla="*/ 40530 w 75450"/>
                <a:gd name="connsiteY10" fmla="*/ 58963 h 62784"/>
                <a:gd name="connsiteX11" fmla="*/ 40530 w 75450"/>
                <a:gd name="connsiteY11" fmla="*/ 5135 h 6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450" h="62784">
                  <a:moveTo>
                    <a:pt x="40530" y="5135"/>
                  </a:moveTo>
                  <a:lnTo>
                    <a:pt x="71832" y="5135"/>
                  </a:lnTo>
                  <a:cubicBezTo>
                    <a:pt x="73280" y="5135"/>
                    <a:pt x="75722" y="5135"/>
                    <a:pt x="75722" y="2602"/>
                  </a:cubicBezTo>
                  <a:cubicBezTo>
                    <a:pt x="75722" y="69"/>
                    <a:pt x="73280" y="69"/>
                    <a:pt x="71832" y="69"/>
                  </a:cubicBezTo>
                  <a:lnTo>
                    <a:pt x="4162" y="69"/>
                  </a:lnTo>
                  <a:cubicBezTo>
                    <a:pt x="2805" y="69"/>
                    <a:pt x="272" y="69"/>
                    <a:pt x="272" y="2602"/>
                  </a:cubicBezTo>
                  <a:cubicBezTo>
                    <a:pt x="272" y="5135"/>
                    <a:pt x="2805" y="5135"/>
                    <a:pt x="4162" y="5135"/>
                  </a:cubicBezTo>
                  <a:lnTo>
                    <a:pt x="35464" y="5135"/>
                  </a:lnTo>
                  <a:lnTo>
                    <a:pt x="35464" y="58963"/>
                  </a:lnTo>
                  <a:cubicBezTo>
                    <a:pt x="35464" y="60320"/>
                    <a:pt x="35464" y="62853"/>
                    <a:pt x="37997" y="62853"/>
                  </a:cubicBezTo>
                  <a:cubicBezTo>
                    <a:pt x="40530" y="62853"/>
                    <a:pt x="40530" y="60411"/>
                    <a:pt x="40530" y="58963"/>
                  </a:cubicBezTo>
                  <a:lnTo>
                    <a:pt x="40530" y="51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1" name="Freeform: Shape 2250">
              <a:extLst>
                <a:ext uri="{FF2B5EF4-FFF2-40B4-BE49-F238E27FC236}">
                  <a16:creationId xmlns:a16="http://schemas.microsoft.com/office/drawing/2014/main" id="{D15DA0C7-7488-08FE-1805-D3F1B4022B3D}"/>
                </a:ext>
              </a:extLst>
            </p:cNvPr>
            <p:cNvSpPr/>
            <p:nvPr>
              <p:custDataLst>
                <p:tags r:id="rId62"/>
              </p:custDataLst>
            </p:nvPr>
          </p:nvSpPr>
          <p:spPr>
            <a:xfrm>
              <a:off x="11887192" y="5322612"/>
              <a:ext cx="77639" cy="56234"/>
            </a:xfrm>
            <a:custGeom>
              <a:avLst/>
              <a:gdLst>
                <a:gd name="connsiteX0" fmla="*/ 45874 w 77639"/>
                <a:gd name="connsiteY0" fmla="*/ 25656 h 56234"/>
                <a:gd name="connsiteX1" fmla="*/ 63352 w 77639"/>
                <a:gd name="connsiteY1" fmla="*/ 8051 h 56234"/>
                <a:gd name="connsiteX2" fmla="*/ 75131 w 77639"/>
                <a:gd name="connsiteY2" fmla="*/ 7164 h 56234"/>
                <a:gd name="connsiteX3" fmla="*/ 75131 w 77639"/>
                <a:gd name="connsiteY3" fmla="*/ 72 h 56234"/>
                <a:gd name="connsiteX4" fmla="*/ 62846 w 77639"/>
                <a:gd name="connsiteY4" fmla="*/ 578 h 56234"/>
                <a:gd name="connsiteX5" fmla="*/ 48787 w 77639"/>
                <a:gd name="connsiteY5" fmla="*/ 72 h 56234"/>
                <a:gd name="connsiteX6" fmla="*/ 48787 w 77639"/>
                <a:gd name="connsiteY6" fmla="*/ 7164 h 56234"/>
                <a:gd name="connsiteX7" fmla="*/ 52207 w 77639"/>
                <a:gd name="connsiteY7" fmla="*/ 7924 h 56234"/>
                <a:gd name="connsiteX8" fmla="*/ 40301 w 77639"/>
                <a:gd name="connsiteY8" fmla="*/ 19957 h 56234"/>
                <a:gd name="connsiteX9" fmla="*/ 28016 w 77639"/>
                <a:gd name="connsiteY9" fmla="*/ 7164 h 56234"/>
                <a:gd name="connsiteX10" fmla="*/ 31435 w 77639"/>
                <a:gd name="connsiteY10" fmla="*/ 7164 h 56234"/>
                <a:gd name="connsiteX11" fmla="*/ 31435 w 77639"/>
                <a:gd name="connsiteY11" fmla="*/ 72 h 56234"/>
                <a:gd name="connsiteX12" fmla="*/ 15350 w 77639"/>
                <a:gd name="connsiteY12" fmla="*/ 578 h 56234"/>
                <a:gd name="connsiteX13" fmla="*/ 1038 w 77639"/>
                <a:gd name="connsiteY13" fmla="*/ 72 h 56234"/>
                <a:gd name="connsiteX14" fmla="*/ 1038 w 77639"/>
                <a:gd name="connsiteY14" fmla="*/ 7164 h 56234"/>
                <a:gd name="connsiteX15" fmla="*/ 10537 w 77639"/>
                <a:gd name="connsiteY15" fmla="*/ 7164 h 56234"/>
                <a:gd name="connsiteX16" fmla="*/ 31309 w 77639"/>
                <a:gd name="connsiteY16" fmla="*/ 28822 h 56234"/>
                <a:gd name="connsiteX17" fmla="*/ 13070 w 77639"/>
                <a:gd name="connsiteY17" fmla="*/ 47187 h 56234"/>
                <a:gd name="connsiteX18" fmla="*/ 7371 w 77639"/>
                <a:gd name="connsiteY18" fmla="*/ 49087 h 56234"/>
                <a:gd name="connsiteX19" fmla="*/ 278 w 77639"/>
                <a:gd name="connsiteY19" fmla="*/ 49214 h 56234"/>
                <a:gd name="connsiteX20" fmla="*/ 278 w 77639"/>
                <a:gd name="connsiteY20" fmla="*/ 56307 h 56234"/>
                <a:gd name="connsiteX21" fmla="*/ 12564 w 77639"/>
                <a:gd name="connsiteY21" fmla="*/ 55800 h 56234"/>
                <a:gd name="connsiteX22" fmla="*/ 26622 w 77639"/>
                <a:gd name="connsiteY22" fmla="*/ 56307 h 56234"/>
                <a:gd name="connsiteX23" fmla="*/ 26622 w 77639"/>
                <a:gd name="connsiteY23" fmla="*/ 49214 h 56234"/>
                <a:gd name="connsiteX24" fmla="*/ 23203 w 77639"/>
                <a:gd name="connsiteY24" fmla="*/ 48327 h 56234"/>
                <a:gd name="connsiteX25" fmla="*/ 36881 w 77639"/>
                <a:gd name="connsiteY25" fmla="*/ 34649 h 56234"/>
                <a:gd name="connsiteX26" fmla="*/ 50940 w 77639"/>
                <a:gd name="connsiteY26" fmla="*/ 49214 h 56234"/>
                <a:gd name="connsiteX27" fmla="*/ 47647 w 77639"/>
                <a:gd name="connsiteY27" fmla="*/ 49214 h 56234"/>
                <a:gd name="connsiteX28" fmla="*/ 47647 w 77639"/>
                <a:gd name="connsiteY28" fmla="*/ 56307 h 56234"/>
                <a:gd name="connsiteX29" fmla="*/ 63732 w 77639"/>
                <a:gd name="connsiteY29" fmla="*/ 55800 h 56234"/>
                <a:gd name="connsiteX30" fmla="*/ 77918 w 77639"/>
                <a:gd name="connsiteY30" fmla="*/ 56307 h 56234"/>
                <a:gd name="connsiteX31" fmla="*/ 77918 w 77639"/>
                <a:gd name="connsiteY31" fmla="*/ 49214 h 56234"/>
                <a:gd name="connsiteX32" fmla="*/ 68545 w 77639"/>
                <a:gd name="connsiteY32" fmla="*/ 49214 h 56234"/>
                <a:gd name="connsiteX33" fmla="*/ 45874 w 77639"/>
                <a:gd name="connsiteY33" fmla="*/ 25656 h 5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39" h="56234">
                  <a:moveTo>
                    <a:pt x="45874" y="25656"/>
                  </a:moveTo>
                  <a:lnTo>
                    <a:pt x="63352" y="8051"/>
                  </a:lnTo>
                  <a:cubicBezTo>
                    <a:pt x="66392" y="7164"/>
                    <a:pt x="69685" y="7164"/>
                    <a:pt x="75131" y="7164"/>
                  </a:cubicBezTo>
                  <a:lnTo>
                    <a:pt x="75131" y="72"/>
                  </a:lnTo>
                  <a:cubicBezTo>
                    <a:pt x="71078" y="452"/>
                    <a:pt x="66899" y="578"/>
                    <a:pt x="62846" y="578"/>
                  </a:cubicBezTo>
                  <a:cubicBezTo>
                    <a:pt x="58539" y="578"/>
                    <a:pt x="49800" y="198"/>
                    <a:pt x="48787" y="72"/>
                  </a:cubicBezTo>
                  <a:lnTo>
                    <a:pt x="48787" y="7164"/>
                  </a:lnTo>
                  <a:cubicBezTo>
                    <a:pt x="50434" y="7164"/>
                    <a:pt x="51320" y="7418"/>
                    <a:pt x="52207" y="7924"/>
                  </a:cubicBezTo>
                  <a:lnTo>
                    <a:pt x="40301" y="19957"/>
                  </a:lnTo>
                  <a:lnTo>
                    <a:pt x="28016" y="7164"/>
                  </a:lnTo>
                  <a:lnTo>
                    <a:pt x="31435" y="7164"/>
                  </a:lnTo>
                  <a:lnTo>
                    <a:pt x="31435" y="72"/>
                  </a:lnTo>
                  <a:cubicBezTo>
                    <a:pt x="30675" y="72"/>
                    <a:pt x="20670" y="578"/>
                    <a:pt x="15350" y="578"/>
                  </a:cubicBezTo>
                  <a:cubicBezTo>
                    <a:pt x="10537" y="578"/>
                    <a:pt x="5851" y="452"/>
                    <a:pt x="1038" y="72"/>
                  </a:cubicBezTo>
                  <a:lnTo>
                    <a:pt x="1038" y="7164"/>
                  </a:lnTo>
                  <a:lnTo>
                    <a:pt x="10537" y="7164"/>
                  </a:lnTo>
                  <a:lnTo>
                    <a:pt x="31309" y="28822"/>
                  </a:lnTo>
                  <a:lnTo>
                    <a:pt x="13070" y="47187"/>
                  </a:lnTo>
                  <a:cubicBezTo>
                    <a:pt x="11424" y="48707"/>
                    <a:pt x="11297" y="48834"/>
                    <a:pt x="7371" y="49087"/>
                  </a:cubicBezTo>
                  <a:cubicBezTo>
                    <a:pt x="5344" y="49214"/>
                    <a:pt x="911" y="49214"/>
                    <a:pt x="278" y="49214"/>
                  </a:cubicBezTo>
                  <a:lnTo>
                    <a:pt x="278" y="56307"/>
                  </a:lnTo>
                  <a:cubicBezTo>
                    <a:pt x="4331" y="55927"/>
                    <a:pt x="8511" y="55800"/>
                    <a:pt x="12564" y="55800"/>
                  </a:cubicBezTo>
                  <a:cubicBezTo>
                    <a:pt x="15983" y="55800"/>
                    <a:pt x="24976" y="56180"/>
                    <a:pt x="26622" y="56307"/>
                  </a:cubicBezTo>
                  <a:lnTo>
                    <a:pt x="26622" y="49214"/>
                  </a:lnTo>
                  <a:cubicBezTo>
                    <a:pt x="24596" y="49214"/>
                    <a:pt x="24089" y="48961"/>
                    <a:pt x="23203" y="48327"/>
                  </a:cubicBezTo>
                  <a:lnTo>
                    <a:pt x="36881" y="34649"/>
                  </a:lnTo>
                  <a:lnTo>
                    <a:pt x="50940" y="49214"/>
                  </a:lnTo>
                  <a:lnTo>
                    <a:pt x="47647" y="49214"/>
                  </a:lnTo>
                  <a:lnTo>
                    <a:pt x="47647" y="56307"/>
                  </a:lnTo>
                  <a:cubicBezTo>
                    <a:pt x="47774" y="56307"/>
                    <a:pt x="57906" y="55800"/>
                    <a:pt x="63732" y="55800"/>
                  </a:cubicBezTo>
                  <a:cubicBezTo>
                    <a:pt x="68419" y="55800"/>
                    <a:pt x="73231" y="55927"/>
                    <a:pt x="77918" y="56307"/>
                  </a:cubicBezTo>
                  <a:lnTo>
                    <a:pt x="77918" y="49214"/>
                  </a:lnTo>
                  <a:lnTo>
                    <a:pt x="68545" y="49214"/>
                  </a:lnTo>
                  <a:lnTo>
                    <a:pt x="45874" y="256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2" name="Freeform: Shape 2251">
              <a:extLst>
                <a:ext uri="{FF2B5EF4-FFF2-40B4-BE49-F238E27FC236}">
                  <a16:creationId xmlns:a16="http://schemas.microsoft.com/office/drawing/2014/main" id="{2141FE98-CB9C-1006-F82A-AA985B8C5B25}"/>
                </a:ext>
              </a:extLst>
            </p:cNvPr>
            <p:cNvSpPr/>
            <p:nvPr>
              <p:custDataLst>
                <p:tags r:id="rId63"/>
              </p:custDataLst>
            </p:nvPr>
          </p:nvSpPr>
          <p:spPr>
            <a:xfrm>
              <a:off x="11978224" y="5283856"/>
              <a:ext cx="32803" cy="126528"/>
            </a:xfrm>
            <a:custGeom>
              <a:avLst/>
              <a:gdLst>
                <a:gd name="connsiteX0" fmla="*/ 2689 w 32803"/>
                <a:gd name="connsiteY0" fmla="*/ 72 h 126528"/>
                <a:gd name="connsiteX1" fmla="*/ 283 w 32803"/>
                <a:gd name="connsiteY1" fmla="*/ 1592 h 126528"/>
                <a:gd name="connsiteX2" fmla="*/ 1423 w 32803"/>
                <a:gd name="connsiteY2" fmla="*/ 3491 h 126528"/>
                <a:gd name="connsiteX3" fmla="*/ 24474 w 32803"/>
                <a:gd name="connsiteY3" fmla="*/ 63273 h 126528"/>
                <a:gd name="connsiteX4" fmla="*/ 2563 w 32803"/>
                <a:gd name="connsiteY4" fmla="*/ 122167 h 126528"/>
                <a:gd name="connsiteX5" fmla="*/ 283 w 32803"/>
                <a:gd name="connsiteY5" fmla="*/ 125080 h 126528"/>
                <a:gd name="connsiteX6" fmla="*/ 1929 w 32803"/>
                <a:gd name="connsiteY6" fmla="*/ 126600 h 126528"/>
                <a:gd name="connsiteX7" fmla="*/ 23841 w 32803"/>
                <a:gd name="connsiteY7" fmla="*/ 102409 h 126528"/>
                <a:gd name="connsiteX8" fmla="*/ 33087 w 32803"/>
                <a:gd name="connsiteY8" fmla="*/ 63399 h 126528"/>
                <a:gd name="connsiteX9" fmla="*/ 2689 w 32803"/>
                <a:gd name="connsiteY9"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03" h="126528">
                  <a:moveTo>
                    <a:pt x="2689" y="72"/>
                  </a:moveTo>
                  <a:cubicBezTo>
                    <a:pt x="1803" y="72"/>
                    <a:pt x="283" y="72"/>
                    <a:pt x="283" y="1592"/>
                  </a:cubicBezTo>
                  <a:cubicBezTo>
                    <a:pt x="283" y="2225"/>
                    <a:pt x="663" y="2605"/>
                    <a:pt x="1423" y="3491"/>
                  </a:cubicBezTo>
                  <a:cubicBezTo>
                    <a:pt x="12315" y="13497"/>
                    <a:pt x="24474" y="30596"/>
                    <a:pt x="24474" y="63273"/>
                  </a:cubicBezTo>
                  <a:cubicBezTo>
                    <a:pt x="24474" y="89743"/>
                    <a:pt x="16241" y="109755"/>
                    <a:pt x="2563" y="122167"/>
                  </a:cubicBezTo>
                  <a:cubicBezTo>
                    <a:pt x="409" y="124320"/>
                    <a:pt x="283" y="124447"/>
                    <a:pt x="283" y="125080"/>
                  </a:cubicBezTo>
                  <a:cubicBezTo>
                    <a:pt x="283" y="125713"/>
                    <a:pt x="663" y="126600"/>
                    <a:pt x="1929" y="126600"/>
                  </a:cubicBezTo>
                  <a:cubicBezTo>
                    <a:pt x="3449" y="126600"/>
                    <a:pt x="15481" y="118241"/>
                    <a:pt x="23841" y="102409"/>
                  </a:cubicBezTo>
                  <a:cubicBezTo>
                    <a:pt x="29414" y="91897"/>
                    <a:pt x="33087" y="78218"/>
                    <a:pt x="33087" y="63399"/>
                  </a:cubicBezTo>
                  <a:cubicBezTo>
                    <a:pt x="33087" y="45541"/>
                    <a:pt x="27767" y="17803"/>
                    <a:pt x="2689"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253" name="Group 2252" descr="\documentclass{article}&#10;\usepackage{amsmath}&#10;\pagestyle{empty}&#10;\begin{document}&#10;&#10;&#10;\[&#10;\frac{P(Y_n \le j)}{P(Y_n &gt; j)}  = e^{ (\mu_j -\boldsymbol{\beta}^\top \mathbf{x})}&#10;\]&#10;&#10;\end{document}" title="IguanaTex Shape Display">
            <a:extLst>
              <a:ext uri="{FF2B5EF4-FFF2-40B4-BE49-F238E27FC236}">
                <a16:creationId xmlns:a16="http://schemas.microsoft.com/office/drawing/2014/main" id="{4C4A3474-D960-9AD5-F1AC-A093C0C69C8F}"/>
              </a:ext>
            </a:extLst>
          </p:cNvPr>
          <p:cNvGrpSpPr>
            <a:grpSpLocks noChangeAspect="1"/>
          </p:cNvGrpSpPr>
          <p:nvPr>
            <p:custDataLst>
              <p:tags r:id="rId8"/>
            </p:custDataLst>
          </p:nvPr>
        </p:nvGrpSpPr>
        <p:grpSpPr>
          <a:xfrm>
            <a:off x="6937476" y="4923845"/>
            <a:ext cx="1432361" cy="328052"/>
            <a:chOff x="10164660" y="5327260"/>
            <a:chExt cx="1726228" cy="395356"/>
          </a:xfrm>
        </p:grpSpPr>
        <p:sp>
          <p:nvSpPr>
            <p:cNvPr id="2254" name="Freeform: Shape 2253">
              <a:extLst>
                <a:ext uri="{FF2B5EF4-FFF2-40B4-BE49-F238E27FC236}">
                  <a16:creationId xmlns:a16="http://schemas.microsoft.com/office/drawing/2014/main" id="{21B4A0B2-5F2B-2A61-C0EB-DCFC223F4E74}"/>
                </a:ext>
              </a:extLst>
            </p:cNvPr>
            <p:cNvSpPr/>
            <p:nvPr>
              <p:custDataLst>
                <p:tags r:id="rId9"/>
              </p:custDataLst>
            </p:nvPr>
          </p:nvSpPr>
          <p:spPr>
            <a:xfrm>
              <a:off x="10171536" y="5338473"/>
              <a:ext cx="122731" cy="114299"/>
            </a:xfrm>
            <a:custGeom>
              <a:avLst/>
              <a:gdLst>
                <a:gd name="connsiteX0" fmla="*/ 45391 w 122731"/>
                <a:gd name="connsiteY0" fmla="*/ 61489 h 114299"/>
                <a:gd name="connsiteX1" fmla="*/ 74613 w 122731"/>
                <a:gd name="connsiteY1" fmla="*/ 61489 h 114299"/>
                <a:gd name="connsiteX2" fmla="*/ 122915 w 122731"/>
                <a:gd name="connsiteY2" fmla="*/ 25341 h 114299"/>
                <a:gd name="connsiteX3" fmla="*/ 89052 w 122731"/>
                <a:gd name="connsiteY3" fmla="*/ 71 h 114299"/>
                <a:gd name="connsiteX4" fmla="*/ 33359 w 122731"/>
                <a:gd name="connsiteY4" fmla="*/ 71 h 114299"/>
                <a:gd name="connsiteX5" fmla="*/ 28202 w 122731"/>
                <a:gd name="connsiteY5" fmla="*/ 3251 h 114299"/>
                <a:gd name="connsiteX6" fmla="*/ 33187 w 122731"/>
                <a:gd name="connsiteY6" fmla="*/ 5259 h 114299"/>
                <a:gd name="connsiteX7" fmla="*/ 40578 w 122731"/>
                <a:gd name="connsiteY7" fmla="*/ 5594 h 114299"/>
                <a:gd name="connsiteX8" fmla="*/ 44360 w 122731"/>
                <a:gd name="connsiteY8" fmla="*/ 8271 h 114299"/>
                <a:gd name="connsiteX9" fmla="*/ 43672 w 122731"/>
                <a:gd name="connsiteY9" fmla="*/ 11451 h 114299"/>
                <a:gd name="connsiteX10" fmla="*/ 20639 w 122731"/>
                <a:gd name="connsiteY10" fmla="*/ 101318 h 114299"/>
                <a:gd name="connsiteX11" fmla="*/ 4997 w 122731"/>
                <a:gd name="connsiteY11" fmla="*/ 109183 h 114299"/>
                <a:gd name="connsiteX12" fmla="*/ 184 w 122731"/>
                <a:gd name="connsiteY12" fmla="*/ 112363 h 114299"/>
                <a:gd name="connsiteX13" fmla="*/ 2762 w 122731"/>
                <a:gd name="connsiteY13" fmla="*/ 114371 h 114299"/>
                <a:gd name="connsiteX14" fmla="*/ 24592 w 122731"/>
                <a:gd name="connsiteY14" fmla="*/ 113869 h 114299"/>
                <a:gd name="connsiteX15" fmla="*/ 35593 w 122731"/>
                <a:gd name="connsiteY15" fmla="*/ 114036 h 114299"/>
                <a:gd name="connsiteX16" fmla="*/ 46767 w 122731"/>
                <a:gd name="connsiteY16" fmla="*/ 114371 h 114299"/>
                <a:gd name="connsiteX17" fmla="*/ 50204 w 122731"/>
                <a:gd name="connsiteY17" fmla="*/ 111024 h 114299"/>
                <a:gd name="connsiteX18" fmla="*/ 45391 w 122731"/>
                <a:gd name="connsiteY18" fmla="*/ 109183 h 114299"/>
                <a:gd name="connsiteX19" fmla="*/ 34218 w 122731"/>
                <a:gd name="connsiteY19" fmla="*/ 106171 h 114299"/>
                <a:gd name="connsiteX20" fmla="*/ 34734 w 122731"/>
                <a:gd name="connsiteY20" fmla="*/ 103326 h 114299"/>
                <a:gd name="connsiteX21" fmla="*/ 45391 w 122731"/>
                <a:gd name="connsiteY21" fmla="*/ 61489 h 114299"/>
                <a:gd name="connsiteX22" fmla="*/ 57768 w 122731"/>
                <a:gd name="connsiteY22" fmla="*/ 11618 h 114299"/>
                <a:gd name="connsiteX23" fmla="*/ 67050 w 122731"/>
                <a:gd name="connsiteY23" fmla="*/ 5259 h 114299"/>
                <a:gd name="connsiteX24" fmla="*/ 83552 w 122731"/>
                <a:gd name="connsiteY24" fmla="*/ 5259 h 114299"/>
                <a:gd name="connsiteX25" fmla="*/ 106929 w 122731"/>
                <a:gd name="connsiteY25" fmla="*/ 21325 h 114299"/>
                <a:gd name="connsiteX26" fmla="*/ 96787 w 122731"/>
                <a:gd name="connsiteY26" fmla="*/ 48268 h 114299"/>
                <a:gd name="connsiteX27" fmla="*/ 70316 w 122731"/>
                <a:gd name="connsiteY27" fmla="*/ 57137 h 114299"/>
                <a:gd name="connsiteX28" fmla="*/ 46079 w 122731"/>
                <a:gd name="connsiteY28" fmla="*/ 57137 h 114299"/>
                <a:gd name="connsiteX29" fmla="*/ 57768 w 122731"/>
                <a:gd name="connsiteY29" fmla="*/ 11618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489"/>
                  </a:moveTo>
                  <a:lnTo>
                    <a:pt x="74613" y="61489"/>
                  </a:lnTo>
                  <a:cubicBezTo>
                    <a:pt x="99022" y="61489"/>
                    <a:pt x="122915" y="44084"/>
                    <a:pt x="122915" y="25341"/>
                  </a:cubicBezTo>
                  <a:cubicBezTo>
                    <a:pt x="122915" y="12455"/>
                    <a:pt x="111570" y="71"/>
                    <a:pt x="89052" y="71"/>
                  </a:cubicBezTo>
                  <a:lnTo>
                    <a:pt x="33359" y="71"/>
                  </a:lnTo>
                  <a:cubicBezTo>
                    <a:pt x="30093" y="71"/>
                    <a:pt x="28202" y="71"/>
                    <a:pt x="28202" y="3251"/>
                  </a:cubicBezTo>
                  <a:cubicBezTo>
                    <a:pt x="28202" y="5259"/>
                    <a:pt x="29749" y="5259"/>
                    <a:pt x="33187" y="5259"/>
                  </a:cubicBezTo>
                  <a:cubicBezTo>
                    <a:pt x="35422" y="5259"/>
                    <a:pt x="38516" y="5426"/>
                    <a:pt x="40578" y="5594"/>
                  </a:cubicBezTo>
                  <a:cubicBezTo>
                    <a:pt x="43329" y="5928"/>
                    <a:pt x="44360" y="6431"/>
                    <a:pt x="44360" y="8271"/>
                  </a:cubicBezTo>
                  <a:cubicBezTo>
                    <a:pt x="44360" y="8941"/>
                    <a:pt x="44188" y="9443"/>
                    <a:pt x="43672" y="11451"/>
                  </a:cubicBezTo>
                  <a:lnTo>
                    <a:pt x="20639" y="101318"/>
                  </a:lnTo>
                  <a:cubicBezTo>
                    <a:pt x="18920" y="107844"/>
                    <a:pt x="18576" y="109183"/>
                    <a:pt x="4997" y="109183"/>
                  </a:cubicBezTo>
                  <a:cubicBezTo>
                    <a:pt x="2074" y="109183"/>
                    <a:pt x="184" y="109183"/>
                    <a:pt x="184" y="112363"/>
                  </a:cubicBezTo>
                  <a:cubicBezTo>
                    <a:pt x="184" y="114371"/>
                    <a:pt x="2246" y="114371"/>
                    <a:pt x="2762" y="114371"/>
                  </a:cubicBezTo>
                  <a:cubicBezTo>
                    <a:pt x="7575" y="114371"/>
                    <a:pt x="19779" y="113869"/>
                    <a:pt x="24592" y="113869"/>
                  </a:cubicBezTo>
                  <a:cubicBezTo>
                    <a:pt x="28202" y="113869"/>
                    <a:pt x="31984" y="114036"/>
                    <a:pt x="35593" y="114036"/>
                  </a:cubicBezTo>
                  <a:cubicBezTo>
                    <a:pt x="39375" y="114036"/>
                    <a:pt x="43157" y="114371"/>
                    <a:pt x="46767" y="114371"/>
                  </a:cubicBezTo>
                  <a:cubicBezTo>
                    <a:pt x="47970" y="114371"/>
                    <a:pt x="50204" y="114371"/>
                    <a:pt x="50204" y="111024"/>
                  </a:cubicBezTo>
                  <a:cubicBezTo>
                    <a:pt x="50204" y="109183"/>
                    <a:pt x="48657" y="109183"/>
                    <a:pt x="45391" y="109183"/>
                  </a:cubicBezTo>
                  <a:cubicBezTo>
                    <a:pt x="39031" y="109183"/>
                    <a:pt x="34218" y="109183"/>
                    <a:pt x="34218" y="106171"/>
                  </a:cubicBezTo>
                  <a:cubicBezTo>
                    <a:pt x="34218" y="105167"/>
                    <a:pt x="34562" y="104330"/>
                    <a:pt x="34734" y="103326"/>
                  </a:cubicBezTo>
                  <a:lnTo>
                    <a:pt x="45391" y="61489"/>
                  </a:lnTo>
                  <a:close/>
                  <a:moveTo>
                    <a:pt x="57768" y="11618"/>
                  </a:moveTo>
                  <a:cubicBezTo>
                    <a:pt x="59315" y="5761"/>
                    <a:pt x="59658" y="5259"/>
                    <a:pt x="67050" y="5259"/>
                  </a:cubicBezTo>
                  <a:lnTo>
                    <a:pt x="83552" y="5259"/>
                  </a:lnTo>
                  <a:cubicBezTo>
                    <a:pt x="97819" y="5259"/>
                    <a:pt x="106929" y="9777"/>
                    <a:pt x="106929" y="21325"/>
                  </a:cubicBezTo>
                  <a:cubicBezTo>
                    <a:pt x="106929" y="27851"/>
                    <a:pt x="103491" y="42243"/>
                    <a:pt x="96787" y="48268"/>
                  </a:cubicBezTo>
                  <a:cubicBezTo>
                    <a:pt x="88193" y="55799"/>
                    <a:pt x="77879" y="57137"/>
                    <a:pt x="70316" y="57137"/>
                  </a:cubicBezTo>
                  <a:lnTo>
                    <a:pt x="46079" y="57137"/>
                  </a:lnTo>
                  <a:lnTo>
                    <a:pt x="57768" y="116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5" name="Freeform: Shape 2254">
              <a:extLst>
                <a:ext uri="{FF2B5EF4-FFF2-40B4-BE49-F238E27FC236}">
                  <a16:creationId xmlns:a16="http://schemas.microsoft.com/office/drawing/2014/main" id="{76BC0952-BE44-69B6-B469-D3312ECAB2CC}"/>
                </a:ext>
              </a:extLst>
            </p:cNvPr>
            <p:cNvSpPr/>
            <p:nvPr>
              <p:custDataLst>
                <p:tags r:id="rId10"/>
              </p:custDataLst>
            </p:nvPr>
          </p:nvSpPr>
          <p:spPr>
            <a:xfrm>
              <a:off x="10315910" y="5327260"/>
              <a:ext cx="39879" cy="167349"/>
            </a:xfrm>
            <a:custGeom>
              <a:avLst/>
              <a:gdLst>
                <a:gd name="connsiteX0" fmla="*/ 40070 w 39879"/>
                <a:gd name="connsiteY0" fmla="*/ 165747 h 167349"/>
                <a:gd name="connsiteX1" fmla="*/ 37148 w 39879"/>
                <a:gd name="connsiteY1" fmla="*/ 162066 h 167349"/>
                <a:gd name="connsiteX2" fmla="*/ 10161 w 39879"/>
                <a:gd name="connsiteY2" fmla="*/ 83746 h 167349"/>
                <a:gd name="connsiteX3" fmla="*/ 37836 w 39879"/>
                <a:gd name="connsiteY3" fmla="*/ 4590 h 167349"/>
                <a:gd name="connsiteX4" fmla="*/ 40070 w 39879"/>
                <a:gd name="connsiteY4" fmla="*/ 1745 h 167349"/>
                <a:gd name="connsiteX5" fmla="*/ 38352 w 39879"/>
                <a:gd name="connsiteY5" fmla="*/ 71 h 167349"/>
                <a:gd name="connsiteX6" fmla="*/ 11021 w 39879"/>
                <a:gd name="connsiteY6" fmla="*/ 32704 h 167349"/>
                <a:gd name="connsiteX7" fmla="*/ 191 w 39879"/>
                <a:gd name="connsiteY7" fmla="*/ 83746 h 167349"/>
                <a:gd name="connsiteX8" fmla="*/ 11536 w 39879"/>
                <a:gd name="connsiteY8" fmla="*/ 135959 h 167349"/>
                <a:gd name="connsiteX9" fmla="*/ 38352 w 39879"/>
                <a:gd name="connsiteY9" fmla="*/ 167421 h 167349"/>
                <a:gd name="connsiteX10" fmla="*/ 40070 w 39879"/>
                <a:gd name="connsiteY10" fmla="*/ 165747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47"/>
                  </a:moveTo>
                  <a:cubicBezTo>
                    <a:pt x="40070" y="165245"/>
                    <a:pt x="40070" y="164911"/>
                    <a:pt x="37148" y="162066"/>
                  </a:cubicBezTo>
                  <a:cubicBezTo>
                    <a:pt x="15662" y="140980"/>
                    <a:pt x="10161" y="109350"/>
                    <a:pt x="10161" y="83746"/>
                  </a:cubicBezTo>
                  <a:cubicBezTo>
                    <a:pt x="10161" y="54627"/>
                    <a:pt x="16693" y="25508"/>
                    <a:pt x="37836" y="4590"/>
                  </a:cubicBezTo>
                  <a:cubicBezTo>
                    <a:pt x="40070" y="2581"/>
                    <a:pt x="40070" y="2247"/>
                    <a:pt x="40070" y="1745"/>
                  </a:cubicBezTo>
                  <a:cubicBezTo>
                    <a:pt x="40070" y="573"/>
                    <a:pt x="39383" y="71"/>
                    <a:pt x="38352" y="71"/>
                  </a:cubicBezTo>
                  <a:cubicBezTo>
                    <a:pt x="36633" y="71"/>
                    <a:pt x="21162" y="11451"/>
                    <a:pt x="11021" y="32704"/>
                  </a:cubicBezTo>
                  <a:cubicBezTo>
                    <a:pt x="2254" y="51113"/>
                    <a:pt x="191" y="69689"/>
                    <a:pt x="191" y="83746"/>
                  </a:cubicBezTo>
                  <a:cubicBezTo>
                    <a:pt x="191" y="96799"/>
                    <a:pt x="2082" y="117049"/>
                    <a:pt x="11536" y="135959"/>
                  </a:cubicBezTo>
                  <a:cubicBezTo>
                    <a:pt x="21850" y="156543"/>
                    <a:pt x="36633" y="167421"/>
                    <a:pt x="38352" y="167421"/>
                  </a:cubicBezTo>
                  <a:cubicBezTo>
                    <a:pt x="39383" y="167421"/>
                    <a:pt x="40070" y="166919"/>
                    <a:pt x="40070" y="16574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6" name="Freeform: Shape 2255">
              <a:extLst>
                <a:ext uri="{FF2B5EF4-FFF2-40B4-BE49-F238E27FC236}">
                  <a16:creationId xmlns:a16="http://schemas.microsoft.com/office/drawing/2014/main" id="{6FEAA79D-E7FB-9229-CE1E-8799A7CC837B}"/>
                </a:ext>
              </a:extLst>
            </p:cNvPr>
            <p:cNvSpPr/>
            <p:nvPr>
              <p:custDataLst>
                <p:tags r:id="rId11"/>
              </p:custDataLst>
            </p:nvPr>
          </p:nvSpPr>
          <p:spPr>
            <a:xfrm>
              <a:off x="10371756" y="5338473"/>
              <a:ext cx="124966" cy="114299"/>
            </a:xfrm>
            <a:custGeom>
              <a:avLst/>
              <a:gdLst>
                <a:gd name="connsiteX0" fmla="*/ 96799 w 124966"/>
                <a:gd name="connsiteY0" fmla="*/ 19149 h 114299"/>
                <a:gd name="connsiteX1" fmla="*/ 99206 w 124966"/>
                <a:gd name="connsiteY1" fmla="*/ 16806 h 114299"/>
                <a:gd name="connsiteX2" fmla="*/ 121724 w 124966"/>
                <a:gd name="connsiteY2" fmla="*/ 5259 h 114299"/>
                <a:gd name="connsiteX3" fmla="*/ 125161 w 124966"/>
                <a:gd name="connsiteY3" fmla="*/ 2079 h 114299"/>
                <a:gd name="connsiteX4" fmla="*/ 122927 w 124966"/>
                <a:gd name="connsiteY4" fmla="*/ 71 h 114299"/>
                <a:gd name="connsiteX5" fmla="*/ 108832 w 124966"/>
                <a:gd name="connsiteY5" fmla="*/ 573 h 114299"/>
                <a:gd name="connsiteX6" fmla="*/ 91642 w 124966"/>
                <a:gd name="connsiteY6" fmla="*/ 71 h 114299"/>
                <a:gd name="connsiteX7" fmla="*/ 88376 w 124966"/>
                <a:gd name="connsiteY7" fmla="*/ 3251 h 114299"/>
                <a:gd name="connsiteX8" fmla="*/ 90955 w 124966"/>
                <a:gd name="connsiteY8" fmla="*/ 5259 h 114299"/>
                <a:gd name="connsiteX9" fmla="*/ 97143 w 124966"/>
                <a:gd name="connsiteY9" fmla="*/ 9108 h 114299"/>
                <a:gd name="connsiteX10" fmla="*/ 92502 w 124966"/>
                <a:gd name="connsiteY10" fmla="*/ 17141 h 114299"/>
                <a:gd name="connsiteX11" fmla="*/ 52623 w 124966"/>
                <a:gd name="connsiteY11" fmla="*/ 61823 h 114299"/>
                <a:gd name="connsiteX12" fmla="*/ 33714 w 124966"/>
                <a:gd name="connsiteY12" fmla="*/ 12120 h 114299"/>
                <a:gd name="connsiteX13" fmla="*/ 32683 w 124966"/>
                <a:gd name="connsiteY13" fmla="*/ 9275 h 114299"/>
                <a:gd name="connsiteX14" fmla="*/ 42825 w 124966"/>
                <a:gd name="connsiteY14" fmla="*/ 5259 h 114299"/>
                <a:gd name="connsiteX15" fmla="*/ 46950 w 124966"/>
                <a:gd name="connsiteY15" fmla="*/ 1912 h 114299"/>
                <a:gd name="connsiteX16" fmla="*/ 44372 w 124966"/>
                <a:gd name="connsiteY16" fmla="*/ 71 h 114299"/>
                <a:gd name="connsiteX17" fmla="*/ 22713 w 124966"/>
                <a:gd name="connsiteY17" fmla="*/ 573 h 114299"/>
                <a:gd name="connsiteX18" fmla="*/ 3461 w 124966"/>
                <a:gd name="connsiteY18" fmla="*/ 71 h 114299"/>
                <a:gd name="connsiteX19" fmla="*/ 195 w 124966"/>
                <a:gd name="connsiteY19" fmla="*/ 3418 h 114299"/>
                <a:gd name="connsiteX20" fmla="*/ 4149 w 124966"/>
                <a:gd name="connsiteY20" fmla="*/ 5259 h 114299"/>
                <a:gd name="connsiteX21" fmla="*/ 16697 w 124966"/>
                <a:gd name="connsiteY21" fmla="*/ 10949 h 114299"/>
                <a:gd name="connsiteX22" fmla="*/ 37840 w 124966"/>
                <a:gd name="connsiteY22" fmla="*/ 66007 h 114299"/>
                <a:gd name="connsiteX23" fmla="*/ 38527 w 124966"/>
                <a:gd name="connsiteY23" fmla="*/ 68852 h 114299"/>
                <a:gd name="connsiteX24" fmla="*/ 30792 w 124966"/>
                <a:gd name="connsiteY24" fmla="*/ 99309 h 114299"/>
                <a:gd name="connsiteX25" fmla="*/ 14634 w 124966"/>
                <a:gd name="connsiteY25" fmla="*/ 109183 h 114299"/>
                <a:gd name="connsiteX26" fmla="*/ 9993 w 124966"/>
                <a:gd name="connsiteY26" fmla="*/ 112530 h 114299"/>
                <a:gd name="connsiteX27" fmla="*/ 12400 w 124966"/>
                <a:gd name="connsiteY27" fmla="*/ 114371 h 114299"/>
                <a:gd name="connsiteX28" fmla="*/ 34058 w 124966"/>
                <a:gd name="connsiteY28" fmla="*/ 113869 h 114299"/>
                <a:gd name="connsiteX29" fmla="*/ 56060 w 124966"/>
                <a:gd name="connsiteY29" fmla="*/ 114371 h 114299"/>
                <a:gd name="connsiteX30" fmla="*/ 59326 w 124966"/>
                <a:gd name="connsiteY30" fmla="*/ 111024 h 114299"/>
                <a:gd name="connsiteX31" fmla="*/ 54513 w 124966"/>
                <a:gd name="connsiteY31" fmla="*/ 109183 h 114299"/>
                <a:gd name="connsiteX32" fmla="*/ 47981 w 124966"/>
                <a:gd name="connsiteY32" fmla="*/ 108848 h 114299"/>
                <a:gd name="connsiteX33" fmla="*/ 43340 w 124966"/>
                <a:gd name="connsiteY33" fmla="*/ 106171 h 114299"/>
                <a:gd name="connsiteX34" fmla="*/ 45747 w 124966"/>
                <a:gd name="connsiteY34" fmla="*/ 95628 h 114299"/>
                <a:gd name="connsiteX35" fmla="*/ 51763 w 124966"/>
                <a:gd name="connsiteY35" fmla="*/ 72032 h 114299"/>
                <a:gd name="connsiteX36" fmla="*/ 54170 w 124966"/>
                <a:gd name="connsiteY36" fmla="*/ 66844 h 114299"/>
                <a:gd name="connsiteX37" fmla="*/ 96799 w 124966"/>
                <a:gd name="connsiteY37" fmla="*/ 19149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49"/>
                  </a:moveTo>
                  <a:lnTo>
                    <a:pt x="99206" y="16806"/>
                  </a:lnTo>
                  <a:cubicBezTo>
                    <a:pt x="104362" y="11786"/>
                    <a:pt x="110035" y="6096"/>
                    <a:pt x="121724" y="5259"/>
                  </a:cubicBezTo>
                  <a:cubicBezTo>
                    <a:pt x="123614" y="5092"/>
                    <a:pt x="125161" y="5092"/>
                    <a:pt x="125161" y="2079"/>
                  </a:cubicBezTo>
                  <a:cubicBezTo>
                    <a:pt x="125161" y="741"/>
                    <a:pt x="124302" y="71"/>
                    <a:pt x="122927" y="71"/>
                  </a:cubicBezTo>
                  <a:cubicBezTo>
                    <a:pt x="118458" y="71"/>
                    <a:pt x="113473" y="573"/>
                    <a:pt x="108832" y="573"/>
                  </a:cubicBezTo>
                  <a:cubicBezTo>
                    <a:pt x="103159" y="573"/>
                    <a:pt x="97143" y="71"/>
                    <a:pt x="91642" y="71"/>
                  </a:cubicBezTo>
                  <a:cubicBezTo>
                    <a:pt x="90611" y="71"/>
                    <a:pt x="88376" y="71"/>
                    <a:pt x="88376" y="3251"/>
                  </a:cubicBezTo>
                  <a:cubicBezTo>
                    <a:pt x="88376" y="5092"/>
                    <a:pt x="90095" y="5259"/>
                    <a:pt x="90955" y="5259"/>
                  </a:cubicBezTo>
                  <a:cubicBezTo>
                    <a:pt x="92158" y="5259"/>
                    <a:pt x="97143" y="5594"/>
                    <a:pt x="97143" y="9108"/>
                  </a:cubicBezTo>
                  <a:cubicBezTo>
                    <a:pt x="97143" y="11953"/>
                    <a:pt x="93189" y="16304"/>
                    <a:pt x="92502" y="17141"/>
                  </a:cubicBezTo>
                  <a:lnTo>
                    <a:pt x="52623" y="61823"/>
                  </a:lnTo>
                  <a:lnTo>
                    <a:pt x="33714" y="12120"/>
                  </a:lnTo>
                  <a:cubicBezTo>
                    <a:pt x="32683" y="9777"/>
                    <a:pt x="32683" y="9443"/>
                    <a:pt x="32683" y="9275"/>
                  </a:cubicBezTo>
                  <a:cubicBezTo>
                    <a:pt x="32683" y="5259"/>
                    <a:pt x="41106" y="5259"/>
                    <a:pt x="42825" y="5259"/>
                  </a:cubicBezTo>
                  <a:cubicBezTo>
                    <a:pt x="45231" y="5259"/>
                    <a:pt x="46950" y="5259"/>
                    <a:pt x="46950" y="1912"/>
                  </a:cubicBezTo>
                  <a:cubicBezTo>
                    <a:pt x="46950" y="71"/>
                    <a:pt x="44887" y="71"/>
                    <a:pt x="44372" y="71"/>
                  </a:cubicBezTo>
                  <a:cubicBezTo>
                    <a:pt x="39559" y="71"/>
                    <a:pt x="27526" y="573"/>
                    <a:pt x="22713" y="573"/>
                  </a:cubicBezTo>
                  <a:cubicBezTo>
                    <a:pt x="18416" y="573"/>
                    <a:pt x="7758" y="71"/>
                    <a:pt x="3461" y="71"/>
                  </a:cubicBezTo>
                  <a:cubicBezTo>
                    <a:pt x="2430" y="71"/>
                    <a:pt x="195" y="71"/>
                    <a:pt x="195" y="3418"/>
                  </a:cubicBezTo>
                  <a:cubicBezTo>
                    <a:pt x="195" y="5259"/>
                    <a:pt x="1914" y="5259"/>
                    <a:pt x="4149" y="5259"/>
                  </a:cubicBezTo>
                  <a:cubicBezTo>
                    <a:pt x="14462" y="5259"/>
                    <a:pt x="15150" y="6765"/>
                    <a:pt x="16697" y="10949"/>
                  </a:cubicBezTo>
                  <a:lnTo>
                    <a:pt x="37840" y="66007"/>
                  </a:lnTo>
                  <a:cubicBezTo>
                    <a:pt x="38012" y="66509"/>
                    <a:pt x="38527" y="68350"/>
                    <a:pt x="38527" y="68852"/>
                  </a:cubicBezTo>
                  <a:cubicBezTo>
                    <a:pt x="38527" y="69354"/>
                    <a:pt x="31652" y="96297"/>
                    <a:pt x="30792" y="99309"/>
                  </a:cubicBezTo>
                  <a:cubicBezTo>
                    <a:pt x="28558" y="108514"/>
                    <a:pt x="28386" y="109016"/>
                    <a:pt x="14634" y="109183"/>
                  </a:cubicBezTo>
                  <a:cubicBezTo>
                    <a:pt x="11368" y="109183"/>
                    <a:pt x="9993" y="109183"/>
                    <a:pt x="9993" y="112530"/>
                  </a:cubicBezTo>
                  <a:cubicBezTo>
                    <a:pt x="9993" y="114371"/>
                    <a:pt x="12056" y="114371"/>
                    <a:pt x="12400" y="114371"/>
                  </a:cubicBezTo>
                  <a:cubicBezTo>
                    <a:pt x="17213" y="114371"/>
                    <a:pt x="29245" y="113869"/>
                    <a:pt x="34058" y="113869"/>
                  </a:cubicBezTo>
                  <a:cubicBezTo>
                    <a:pt x="38871" y="113869"/>
                    <a:pt x="51247" y="114371"/>
                    <a:pt x="56060" y="114371"/>
                  </a:cubicBezTo>
                  <a:cubicBezTo>
                    <a:pt x="57264" y="114371"/>
                    <a:pt x="59326" y="114371"/>
                    <a:pt x="59326" y="111024"/>
                  </a:cubicBezTo>
                  <a:cubicBezTo>
                    <a:pt x="59326" y="109183"/>
                    <a:pt x="57779" y="109183"/>
                    <a:pt x="54513" y="109183"/>
                  </a:cubicBezTo>
                  <a:cubicBezTo>
                    <a:pt x="54170" y="109183"/>
                    <a:pt x="50904" y="109183"/>
                    <a:pt x="47981" y="108848"/>
                  </a:cubicBezTo>
                  <a:cubicBezTo>
                    <a:pt x="44372" y="108514"/>
                    <a:pt x="43340" y="108179"/>
                    <a:pt x="43340" y="106171"/>
                  </a:cubicBezTo>
                  <a:cubicBezTo>
                    <a:pt x="43340" y="104999"/>
                    <a:pt x="44887" y="99142"/>
                    <a:pt x="45747" y="95628"/>
                  </a:cubicBezTo>
                  <a:lnTo>
                    <a:pt x="51763" y="72032"/>
                  </a:lnTo>
                  <a:cubicBezTo>
                    <a:pt x="52623" y="68852"/>
                    <a:pt x="52794" y="68350"/>
                    <a:pt x="54170" y="66844"/>
                  </a:cubicBezTo>
                  <a:lnTo>
                    <a:pt x="96799" y="191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7" name="Freeform: Shape 2256">
              <a:extLst>
                <a:ext uri="{FF2B5EF4-FFF2-40B4-BE49-F238E27FC236}">
                  <a16:creationId xmlns:a16="http://schemas.microsoft.com/office/drawing/2014/main" id="{6D3225CA-8AD9-D8BF-165C-0F7F2804E424}"/>
                </a:ext>
              </a:extLst>
            </p:cNvPr>
            <p:cNvSpPr/>
            <p:nvPr>
              <p:custDataLst>
                <p:tags r:id="rId12"/>
              </p:custDataLst>
            </p:nvPr>
          </p:nvSpPr>
          <p:spPr>
            <a:xfrm>
              <a:off x="10471189" y="5426214"/>
              <a:ext cx="73518" cy="52832"/>
            </a:xfrm>
            <a:custGeom>
              <a:avLst/>
              <a:gdLst>
                <a:gd name="connsiteX0" fmla="*/ 9225 w 73518"/>
                <a:gd name="connsiteY0" fmla="*/ 44353 h 52832"/>
                <a:gd name="connsiteX1" fmla="*/ 8022 w 73518"/>
                <a:gd name="connsiteY1" fmla="*/ 49156 h 52832"/>
                <a:gd name="connsiteX2" fmla="*/ 12113 w 73518"/>
                <a:gd name="connsiteY2" fmla="*/ 52905 h 52832"/>
                <a:gd name="connsiteX3" fmla="*/ 16806 w 73518"/>
                <a:gd name="connsiteY3" fmla="*/ 50328 h 52832"/>
                <a:gd name="connsiteX4" fmla="*/ 18972 w 73518"/>
                <a:gd name="connsiteY4" fmla="*/ 43065 h 52832"/>
                <a:gd name="connsiteX5" fmla="*/ 21619 w 73518"/>
                <a:gd name="connsiteY5" fmla="*/ 32522 h 52832"/>
                <a:gd name="connsiteX6" fmla="*/ 23664 w 73518"/>
                <a:gd name="connsiteY6" fmla="*/ 24673 h 52832"/>
                <a:gd name="connsiteX7" fmla="*/ 28718 w 73518"/>
                <a:gd name="connsiteY7" fmla="*/ 14130 h 52832"/>
                <a:gd name="connsiteX8" fmla="*/ 46767 w 73518"/>
                <a:gd name="connsiteY8" fmla="*/ 3353 h 52832"/>
                <a:gd name="connsiteX9" fmla="*/ 53866 w 73518"/>
                <a:gd name="connsiteY9" fmla="*/ 11553 h 52832"/>
                <a:gd name="connsiteX10" fmla="*/ 46767 w 73518"/>
                <a:gd name="connsiteY10" fmla="*/ 36505 h 52832"/>
                <a:gd name="connsiteX11" fmla="*/ 44962 w 73518"/>
                <a:gd name="connsiteY11" fmla="*/ 42831 h 52832"/>
                <a:gd name="connsiteX12" fmla="*/ 56393 w 73518"/>
                <a:gd name="connsiteY12" fmla="*/ 52905 h 52832"/>
                <a:gd name="connsiteX13" fmla="*/ 73720 w 73518"/>
                <a:gd name="connsiteY13" fmla="*/ 34982 h 52832"/>
                <a:gd name="connsiteX14" fmla="*/ 71794 w 73518"/>
                <a:gd name="connsiteY14" fmla="*/ 33459 h 52832"/>
                <a:gd name="connsiteX15" fmla="*/ 69508 w 73518"/>
                <a:gd name="connsiteY15" fmla="*/ 35450 h 52832"/>
                <a:gd name="connsiteX16" fmla="*/ 56754 w 73518"/>
                <a:gd name="connsiteY16" fmla="*/ 49625 h 52832"/>
                <a:gd name="connsiteX17" fmla="*/ 53746 w 73518"/>
                <a:gd name="connsiteY17" fmla="*/ 45525 h 52832"/>
                <a:gd name="connsiteX18" fmla="*/ 56513 w 73518"/>
                <a:gd name="connsiteY18" fmla="*/ 36036 h 52832"/>
                <a:gd name="connsiteX19" fmla="*/ 62890 w 73518"/>
                <a:gd name="connsiteY19" fmla="*/ 13427 h 52832"/>
                <a:gd name="connsiteX20" fmla="*/ 47248 w 73518"/>
                <a:gd name="connsiteY20" fmla="*/ 73 h 52832"/>
                <a:gd name="connsiteX21" fmla="*/ 26913 w 73518"/>
                <a:gd name="connsiteY21" fmla="*/ 10733 h 52832"/>
                <a:gd name="connsiteX22" fmla="*/ 14038 w 73518"/>
                <a:gd name="connsiteY22" fmla="*/ 73 h 52832"/>
                <a:gd name="connsiteX23" fmla="*/ 4533 w 73518"/>
                <a:gd name="connsiteY23" fmla="*/ 6399 h 52832"/>
                <a:gd name="connsiteX24" fmla="*/ 201 w 73518"/>
                <a:gd name="connsiteY24" fmla="*/ 17996 h 52832"/>
                <a:gd name="connsiteX25" fmla="*/ 2246 w 73518"/>
                <a:gd name="connsiteY25" fmla="*/ 19519 h 52832"/>
                <a:gd name="connsiteX26" fmla="*/ 4894 w 73518"/>
                <a:gd name="connsiteY26" fmla="*/ 16004 h 52832"/>
                <a:gd name="connsiteX27" fmla="*/ 13677 w 73518"/>
                <a:gd name="connsiteY27" fmla="*/ 3353 h 52832"/>
                <a:gd name="connsiteX28" fmla="*/ 17648 w 73518"/>
                <a:gd name="connsiteY28" fmla="*/ 9093 h 52832"/>
                <a:gd name="connsiteX29" fmla="*/ 15723 w 73518"/>
                <a:gd name="connsiteY29" fmla="*/ 18816 h 52832"/>
                <a:gd name="connsiteX30" fmla="*/ 13076 w 73518"/>
                <a:gd name="connsiteY30" fmla="*/ 29359 h 52832"/>
                <a:gd name="connsiteX31" fmla="*/ 9225 w 73518"/>
                <a:gd name="connsiteY31" fmla="*/ 44353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53"/>
                  </a:moveTo>
                  <a:cubicBezTo>
                    <a:pt x="8744" y="45876"/>
                    <a:pt x="8022" y="48805"/>
                    <a:pt x="8022" y="49156"/>
                  </a:cubicBezTo>
                  <a:cubicBezTo>
                    <a:pt x="8022" y="51734"/>
                    <a:pt x="10188" y="52905"/>
                    <a:pt x="12113" y="52905"/>
                  </a:cubicBezTo>
                  <a:cubicBezTo>
                    <a:pt x="14279" y="52905"/>
                    <a:pt x="16204" y="51382"/>
                    <a:pt x="16806" y="50328"/>
                  </a:cubicBezTo>
                  <a:cubicBezTo>
                    <a:pt x="17407" y="49274"/>
                    <a:pt x="18370" y="45525"/>
                    <a:pt x="18972" y="43065"/>
                  </a:cubicBezTo>
                  <a:cubicBezTo>
                    <a:pt x="19573" y="40839"/>
                    <a:pt x="20897" y="35450"/>
                    <a:pt x="21619" y="32522"/>
                  </a:cubicBezTo>
                  <a:cubicBezTo>
                    <a:pt x="22341" y="29945"/>
                    <a:pt x="23063" y="27367"/>
                    <a:pt x="23664" y="24673"/>
                  </a:cubicBezTo>
                  <a:cubicBezTo>
                    <a:pt x="24988" y="19870"/>
                    <a:pt x="25229" y="18933"/>
                    <a:pt x="28718" y="14130"/>
                  </a:cubicBezTo>
                  <a:cubicBezTo>
                    <a:pt x="32087" y="9444"/>
                    <a:pt x="37742" y="3353"/>
                    <a:pt x="46767" y="3353"/>
                  </a:cubicBezTo>
                  <a:cubicBezTo>
                    <a:pt x="53746" y="3353"/>
                    <a:pt x="53866" y="9327"/>
                    <a:pt x="53866" y="11553"/>
                  </a:cubicBezTo>
                  <a:cubicBezTo>
                    <a:pt x="53866" y="18582"/>
                    <a:pt x="48692" y="31585"/>
                    <a:pt x="46767" y="36505"/>
                  </a:cubicBezTo>
                  <a:cubicBezTo>
                    <a:pt x="45443" y="39785"/>
                    <a:pt x="44962" y="40839"/>
                    <a:pt x="44962" y="42831"/>
                  </a:cubicBezTo>
                  <a:cubicBezTo>
                    <a:pt x="44962" y="49039"/>
                    <a:pt x="50256" y="52905"/>
                    <a:pt x="56393" y="52905"/>
                  </a:cubicBezTo>
                  <a:cubicBezTo>
                    <a:pt x="68425" y="52905"/>
                    <a:pt x="73720" y="36739"/>
                    <a:pt x="73720" y="34982"/>
                  </a:cubicBezTo>
                  <a:cubicBezTo>
                    <a:pt x="73720" y="33459"/>
                    <a:pt x="72155" y="33459"/>
                    <a:pt x="71794" y="33459"/>
                  </a:cubicBezTo>
                  <a:cubicBezTo>
                    <a:pt x="70110" y="33459"/>
                    <a:pt x="69990" y="34162"/>
                    <a:pt x="69508" y="35450"/>
                  </a:cubicBezTo>
                  <a:cubicBezTo>
                    <a:pt x="66741" y="44822"/>
                    <a:pt x="61567" y="49625"/>
                    <a:pt x="56754" y="49625"/>
                  </a:cubicBezTo>
                  <a:cubicBezTo>
                    <a:pt x="54227" y="49625"/>
                    <a:pt x="53746" y="47985"/>
                    <a:pt x="53746" y="45525"/>
                  </a:cubicBezTo>
                  <a:cubicBezTo>
                    <a:pt x="53746" y="42831"/>
                    <a:pt x="54347" y="41308"/>
                    <a:pt x="56513" y="36036"/>
                  </a:cubicBezTo>
                  <a:cubicBezTo>
                    <a:pt x="57957" y="32405"/>
                    <a:pt x="62890" y="19987"/>
                    <a:pt x="62890" y="13427"/>
                  </a:cubicBezTo>
                  <a:cubicBezTo>
                    <a:pt x="62890" y="2064"/>
                    <a:pt x="53625" y="73"/>
                    <a:pt x="47248" y="73"/>
                  </a:cubicBezTo>
                  <a:cubicBezTo>
                    <a:pt x="37261" y="73"/>
                    <a:pt x="30523" y="6047"/>
                    <a:pt x="26913" y="10733"/>
                  </a:cubicBezTo>
                  <a:cubicBezTo>
                    <a:pt x="26071" y="2650"/>
                    <a:pt x="18972" y="73"/>
                    <a:pt x="14038" y="73"/>
                  </a:cubicBezTo>
                  <a:cubicBezTo>
                    <a:pt x="8864" y="73"/>
                    <a:pt x="6097" y="3704"/>
                    <a:pt x="4533" y="6399"/>
                  </a:cubicBezTo>
                  <a:cubicBezTo>
                    <a:pt x="1886" y="10733"/>
                    <a:pt x="201" y="17410"/>
                    <a:pt x="201" y="17996"/>
                  </a:cubicBezTo>
                  <a:cubicBezTo>
                    <a:pt x="201" y="19519"/>
                    <a:pt x="1886" y="19519"/>
                    <a:pt x="2246" y="19519"/>
                  </a:cubicBezTo>
                  <a:cubicBezTo>
                    <a:pt x="3931" y="19519"/>
                    <a:pt x="4051" y="19167"/>
                    <a:pt x="4894" y="16004"/>
                  </a:cubicBezTo>
                  <a:cubicBezTo>
                    <a:pt x="6699" y="9093"/>
                    <a:pt x="8985" y="3353"/>
                    <a:pt x="13677" y="3353"/>
                  </a:cubicBezTo>
                  <a:cubicBezTo>
                    <a:pt x="16806" y="3353"/>
                    <a:pt x="17648" y="5930"/>
                    <a:pt x="17648" y="9093"/>
                  </a:cubicBezTo>
                  <a:cubicBezTo>
                    <a:pt x="17648" y="11319"/>
                    <a:pt x="16565" y="15653"/>
                    <a:pt x="15723" y="18816"/>
                  </a:cubicBezTo>
                  <a:cubicBezTo>
                    <a:pt x="14881" y="21979"/>
                    <a:pt x="13677" y="26782"/>
                    <a:pt x="13076" y="29359"/>
                  </a:cubicBezTo>
                  <a:lnTo>
                    <a:pt x="9225" y="443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8" name="Freeform: Shape 2257">
              <a:extLst>
                <a:ext uri="{FF2B5EF4-FFF2-40B4-BE49-F238E27FC236}">
                  <a16:creationId xmlns:a16="http://schemas.microsoft.com/office/drawing/2014/main" id="{2B402B7E-418A-FE3A-A45B-19C3A98C5780}"/>
                </a:ext>
              </a:extLst>
            </p:cNvPr>
            <p:cNvSpPr/>
            <p:nvPr>
              <p:custDataLst>
                <p:tags r:id="rId13"/>
              </p:custDataLst>
            </p:nvPr>
          </p:nvSpPr>
          <p:spPr>
            <a:xfrm>
              <a:off x="10621114" y="5346338"/>
              <a:ext cx="105026" cy="129361"/>
            </a:xfrm>
            <a:custGeom>
              <a:avLst/>
              <a:gdLst>
                <a:gd name="connsiteX0" fmla="*/ 101970 w 105026"/>
                <a:gd name="connsiteY0" fmla="*/ 7100 h 129361"/>
                <a:gd name="connsiteX1" fmla="*/ 105236 w 105026"/>
                <a:gd name="connsiteY1" fmla="*/ 3418 h 129361"/>
                <a:gd name="connsiteX2" fmla="*/ 101798 w 105026"/>
                <a:gd name="connsiteY2" fmla="*/ 71 h 129361"/>
                <a:gd name="connsiteX3" fmla="*/ 98704 w 105026"/>
                <a:gd name="connsiteY3" fmla="*/ 1075 h 129361"/>
                <a:gd name="connsiteX4" fmla="*/ 3647 w 105026"/>
                <a:gd name="connsiteY4" fmla="*/ 44754 h 129361"/>
                <a:gd name="connsiteX5" fmla="*/ 209 w 105026"/>
                <a:gd name="connsiteY5" fmla="*/ 48603 h 129361"/>
                <a:gd name="connsiteX6" fmla="*/ 3647 w 105026"/>
                <a:gd name="connsiteY6" fmla="*/ 52284 h 129361"/>
                <a:gd name="connsiteX7" fmla="*/ 98704 w 105026"/>
                <a:gd name="connsiteY7" fmla="*/ 95795 h 129361"/>
                <a:gd name="connsiteX8" fmla="*/ 101798 w 105026"/>
                <a:gd name="connsiteY8" fmla="*/ 96967 h 129361"/>
                <a:gd name="connsiteX9" fmla="*/ 105236 w 105026"/>
                <a:gd name="connsiteY9" fmla="*/ 93620 h 129361"/>
                <a:gd name="connsiteX10" fmla="*/ 101626 w 105026"/>
                <a:gd name="connsiteY10" fmla="*/ 89771 h 129361"/>
                <a:gd name="connsiteX11" fmla="*/ 11726 w 105026"/>
                <a:gd name="connsiteY11" fmla="*/ 48603 h 129361"/>
                <a:gd name="connsiteX12" fmla="*/ 101970 w 105026"/>
                <a:gd name="connsiteY12" fmla="*/ 7100 h 129361"/>
                <a:gd name="connsiteX13" fmla="*/ 99220 w 105026"/>
                <a:gd name="connsiteY13" fmla="*/ 129432 h 129361"/>
                <a:gd name="connsiteX14" fmla="*/ 105236 w 105026"/>
                <a:gd name="connsiteY14" fmla="*/ 126085 h 129361"/>
                <a:gd name="connsiteX15" fmla="*/ 99048 w 105026"/>
                <a:gd name="connsiteY15" fmla="*/ 122738 h 129361"/>
                <a:gd name="connsiteX16" fmla="*/ 6397 w 105026"/>
                <a:gd name="connsiteY16" fmla="*/ 122738 h 129361"/>
                <a:gd name="connsiteX17" fmla="*/ 209 w 105026"/>
                <a:gd name="connsiteY17" fmla="*/ 126085 h 129361"/>
                <a:gd name="connsiteX18" fmla="*/ 6225 w 105026"/>
                <a:gd name="connsiteY18" fmla="*/ 129432 h 129361"/>
                <a:gd name="connsiteX19" fmla="*/ 99220 w 105026"/>
                <a:gd name="connsiteY19" fmla="*/ 129432 h 12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026" h="129361">
                  <a:moveTo>
                    <a:pt x="101970" y="7100"/>
                  </a:moveTo>
                  <a:cubicBezTo>
                    <a:pt x="103861" y="6263"/>
                    <a:pt x="105236" y="5426"/>
                    <a:pt x="105236" y="3418"/>
                  </a:cubicBezTo>
                  <a:cubicBezTo>
                    <a:pt x="105236" y="1577"/>
                    <a:pt x="103861" y="71"/>
                    <a:pt x="101798" y="71"/>
                  </a:cubicBezTo>
                  <a:cubicBezTo>
                    <a:pt x="100938" y="71"/>
                    <a:pt x="99391" y="741"/>
                    <a:pt x="98704" y="1075"/>
                  </a:cubicBezTo>
                  <a:lnTo>
                    <a:pt x="3647" y="44754"/>
                  </a:lnTo>
                  <a:cubicBezTo>
                    <a:pt x="725" y="46092"/>
                    <a:pt x="209" y="47264"/>
                    <a:pt x="209" y="48603"/>
                  </a:cubicBezTo>
                  <a:cubicBezTo>
                    <a:pt x="209" y="50109"/>
                    <a:pt x="1241" y="51280"/>
                    <a:pt x="3647" y="52284"/>
                  </a:cubicBezTo>
                  <a:lnTo>
                    <a:pt x="98704" y="95795"/>
                  </a:lnTo>
                  <a:cubicBezTo>
                    <a:pt x="100938" y="96967"/>
                    <a:pt x="101282" y="96967"/>
                    <a:pt x="101798" y="96967"/>
                  </a:cubicBezTo>
                  <a:cubicBezTo>
                    <a:pt x="103689" y="96967"/>
                    <a:pt x="105236" y="95460"/>
                    <a:pt x="105236" y="93620"/>
                  </a:cubicBezTo>
                  <a:cubicBezTo>
                    <a:pt x="105236" y="92113"/>
                    <a:pt x="104548" y="91109"/>
                    <a:pt x="101626" y="89771"/>
                  </a:cubicBezTo>
                  <a:lnTo>
                    <a:pt x="11726" y="48603"/>
                  </a:lnTo>
                  <a:lnTo>
                    <a:pt x="101970" y="7100"/>
                  </a:lnTo>
                  <a:close/>
                  <a:moveTo>
                    <a:pt x="99220" y="129432"/>
                  </a:moveTo>
                  <a:cubicBezTo>
                    <a:pt x="102142" y="129432"/>
                    <a:pt x="105236" y="129432"/>
                    <a:pt x="105236" y="126085"/>
                  </a:cubicBezTo>
                  <a:cubicBezTo>
                    <a:pt x="105236" y="122738"/>
                    <a:pt x="101626" y="122738"/>
                    <a:pt x="99048" y="122738"/>
                  </a:cubicBezTo>
                  <a:lnTo>
                    <a:pt x="6397" y="122738"/>
                  </a:lnTo>
                  <a:cubicBezTo>
                    <a:pt x="3819" y="122738"/>
                    <a:pt x="209" y="122738"/>
                    <a:pt x="209" y="126085"/>
                  </a:cubicBezTo>
                  <a:cubicBezTo>
                    <a:pt x="209" y="129432"/>
                    <a:pt x="3303" y="129432"/>
                    <a:pt x="6225" y="129432"/>
                  </a:cubicBezTo>
                  <a:lnTo>
                    <a:pt x="99220" y="1294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59" name="Freeform: Shape 2258">
              <a:extLst>
                <a:ext uri="{FF2B5EF4-FFF2-40B4-BE49-F238E27FC236}">
                  <a16:creationId xmlns:a16="http://schemas.microsoft.com/office/drawing/2014/main" id="{35C5A943-2C7D-CD8C-9109-BEDA71652C06}"/>
                </a:ext>
              </a:extLst>
            </p:cNvPr>
            <p:cNvSpPr/>
            <p:nvPr>
              <p:custDataLst>
                <p:tags r:id="rId14"/>
              </p:custDataLst>
            </p:nvPr>
          </p:nvSpPr>
          <p:spPr>
            <a:xfrm>
              <a:off x="10786054" y="5342155"/>
              <a:ext cx="70476" cy="144924"/>
            </a:xfrm>
            <a:custGeom>
              <a:avLst/>
              <a:gdLst>
                <a:gd name="connsiteX0" fmla="*/ 70696 w 70476"/>
                <a:gd name="connsiteY0" fmla="*/ 6096 h 144924"/>
                <a:gd name="connsiteX1" fmla="*/ 64164 w 70476"/>
                <a:gd name="connsiteY1" fmla="*/ 71 h 144924"/>
                <a:gd name="connsiteX2" fmla="*/ 55054 w 70476"/>
                <a:gd name="connsiteY2" fmla="*/ 8941 h 144924"/>
                <a:gd name="connsiteX3" fmla="*/ 61414 w 70476"/>
                <a:gd name="connsiteY3" fmla="*/ 14965 h 144924"/>
                <a:gd name="connsiteX4" fmla="*/ 70696 w 70476"/>
                <a:gd name="connsiteY4" fmla="*/ 6096 h 144924"/>
                <a:gd name="connsiteX5" fmla="*/ 36145 w 70476"/>
                <a:gd name="connsiteY5" fmla="*/ 119057 h 144924"/>
                <a:gd name="connsiteX6" fmla="*/ 15002 w 70476"/>
                <a:gd name="connsiteY6" fmla="*/ 141314 h 144924"/>
                <a:gd name="connsiteX7" fmla="*/ 8299 w 70476"/>
                <a:gd name="connsiteY7" fmla="*/ 139808 h 144924"/>
                <a:gd name="connsiteX8" fmla="*/ 16034 w 70476"/>
                <a:gd name="connsiteY8" fmla="*/ 130939 h 144924"/>
                <a:gd name="connsiteX9" fmla="*/ 9502 w 70476"/>
                <a:gd name="connsiteY9" fmla="*/ 125081 h 144924"/>
                <a:gd name="connsiteX10" fmla="*/ 220 w 70476"/>
                <a:gd name="connsiteY10" fmla="*/ 134620 h 144924"/>
                <a:gd name="connsiteX11" fmla="*/ 15346 w 70476"/>
                <a:gd name="connsiteY11" fmla="*/ 144996 h 144924"/>
                <a:gd name="connsiteX12" fmla="*/ 47662 w 70476"/>
                <a:gd name="connsiteY12" fmla="*/ 119559 h 144924"/>
                <a:gd name="connsiteX13" fmla="*/ 63476 w 70476"/>
                <a:gd name="connsiteY13" fmla="*/ 58309 h 144924"/>
                <a:gd name="connsiteX14" fmla="*/ 64336 w 70476"/>
                <a:gd name="connsiteY14" fmla="*/ 52117 h 144924"/>
                <a:gd name="connsiteX15" fmla="*/ 48522 w 70476"/>
                <a:gd name="connsiteY15" fmla="*/ 36721 h 144924"/>
                <a:gd name="connsiteX16" fmla="*/ 21191 w 70476"/>
                <a:gd name="connsiteY16" fmla="*/ 62493 h 144924"/>
                <a:gd name="connsiteX17" fmla="*/ 23253 w 70476"/>
                <a:gd name="connsiteY17" fmla="*/ 64166 h 144924"/>
                <a:gd name="connsiteX18" fmla="*/ 26347 w 70476"/>
                <a:gd name="connsiteY18" fmla="*/ 60819 h 144924"/>
                <a:gd name="connsiteX19" fmla="*/ 48006 w 70476"/>
                <a:gd name="connsiteY19" fmla="*/ 40402 h 144924"/>
                <a:gd name="connsiteX20" fmla="*/ 53506 w 70476"/>
                <a:gd name="connsiteY20" fmla="*/ 48101 h 144924"/>
                <a:gd name="connsiteX21" fmla="*/ 52303 w 70476"/>
                <a:gd name="connsiteY21" fmla="*/ 56635 h 144924"/>
                <a:gd name="connsiteX22" fmla="*/ 36145 w 70476"/>
                <a:gd name="connsiteY22" fmla="*/ 119057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096"/>
                  </a:moveTo>
                  <a:cubicBezTo>
                    <a:pt x="70696" y="2916"/>
                    <a:pt x="68289" y="71"/>
                    <a:pt x="64164" y="71"/>
                  </a:cubicBezTo>
                  <a:cubicBezTo>
                    <a:pt x="60210" y="71"/>
                    <a:pt x="55054" y="3920"/>
                    <a:pt x="55054" y="8941"/>
                  </a:cubicBezTo>
                  <a:cubicBezTo>
                    <a:pt x="55054" y="12288"/>
                    <a:pt x="57460" y="14965"/>
                    <a:pt x="61414" y="14965"/>
                  </a:cubicBezTo>
                  <a:cubicBezTo>
                    <a:pt x="66055" y="14965"/>
                    <a:pt x="70696" y="10614"/>
                    <a:pt x="70696" y="6096"/>
                  </a:cubicBezTo>
                  <a:close/>
                  <a:moveTo>
                    <a:pt x="36145" y="119057"/>
                  </a:moveTo>
                  <a:cubicBezTo>
                    <a:pt x="32879" y="131775"/>
                    <a:pt x="24628" y="141314"/>
                    <a:pt x="15002" y="141314"/>
                  </a:cubicBezTo>
                  <a:cubicBezTo>
                    <a:pt x="13971" y="141314"/>
                    <a:pt x="11393" y="141314"/>
                    <a:pt x="8299" y="139808"/>
                  </a:cubicBezTo>
                  <a:cubicBezTo>
                    <a:pt x="13455" y="138637"/>
                    <a:pt x="16034" y="134286"/>
                    <a:pt x="16034" y="130939"/>
                  </a:cubicBezTo>
                  <a:cubicBezTo>
                    <a:pt x="16034" y="128261"/>
                    <a:pt x="14143" y="125081"/>
                    <a:pt x="9502" y="125081"/>
                  </a:cubicBezTo>
                  <a:cubicBezTo>
                    <a:pt x="5205" y="125081"/>
                    <a:pt x="220" y="128596"/>
                    <a:pt x="220" y="134620"/>
                  </a:cubicBezTo>
                  <a:cubicBezTo>
                    <a:pt x="220" y="141314"/>
                    <a:pt x="7095" y="144996"/>
                    <a:pt x="15346" y="144996"/>
                  </a:cubicBezTo>
                  <a:cubicBezTo>
                    <a:pt x="27379" y="144996"/>
                    <a:pt x="43365" y="136126"/>
                    <a:pt x="47662" y="119559"/>
                  </a:cubicBezTo>
                  <a:lnTo>
                    <a:pt x="63476" y="58309"/>
                  </a:lnTo>
                  <a:cubicBezTo>
                    <a:pt x="64336" y="54962"/>
                    <a:pt x="64336" y="52619"/>
                    <a:pt x="64336" y="52117"/>
                  </a:cubicBezTo>
                  <a:cubicBezTo>
                    <a:pt x="64336" y="42578"/>
                    <a:pt x="57116" y="36721"/>
                    <a:pt x="48522" y="36721"/>
                  </a:cubicBezTo>
                  <a:cubicBezTo>
                    <a:pt x="30989" y="36721"/>
                    <a:pt x="21191" y="60986"/>
                    <a:pt x="21191" y="62493"/>
                  </a:cubicBezTo>
                  <a:cubicBezTo>
                    <a:pt x="21191" y="64166"/>
                    <a:pt x="22910" y="64166"/>
                    <a:pt x="23253" y="64166"/>
                  </a:cubicBezTo>
                  <a:cubicBezTo>
                    <a:pt x="24800" y="64166"/>
                    <a:pt x="24972" y="63999"/>
                    <a:pt x="26347" y="60819"/>
                  </a:cubicBezTo>
                  <a:cubicBezTo>
                    <a:pt x="30645" y="50611"/>
                    <a:pt x="38552" y="40402"/>
                    <a:pt x="48006" y="40402"/>
                  </a:cubicBezTo>
                  <a:cubicBezTo>
                    <a:pt x="50412" y="40402"/>
                    <a:pt x="53506" y="41072"/>
                    <a:pt x="53506" y="48101"/>
                  </a:cubicBezTo>
                  <a:cubicBezTo>
                    <a:pt x="53506" y="51950"/>
                    <a:pt x="52991" y="53790"/>
                    <a:pt x="52303" y="56635"/>
                  </a:cubicBezTo>
                  <a:lnTo>
                    <a:pt x="36145" y="1190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0" name="Freeform: Shape 2259">
              <a:extLst>
                <a:ext uri="{FF2B5EF4-FFF2-40B4-BE49-F238E27FC236}">
                  <a16:creationId xmlns:a16="http://schemas.microsoft.com/office/drawing/2014/main" id="{7D00C768-9BB5-0439-AC66-F59CB358AE43}"/>
                </a:ext>
              </a:extLst>
            </p:cNvPr>
            <p:cNvSpPr/>
            <p:nvPr>
              <p:custDataLst>
                <p:tags r:id="rId15"/>
              </p:custDataLst>
            </p:nvPr>
          </p:nvSpPr>
          <p:spPr>
            <a:xfrm>
              <a:off x="10878713" y="5327260"/>
              <a:ext cx="39879" cy="167349"/>
            </a:xfrm>
            <a:custGeom>
              <a:avLst/>
              <a:gdLst>
                <a:gd name="connsiteX0" fmla="*/ 40104 w 39879"/>
                <a:gd name="connsiteY0" fmla="*/ 83746 h 167349"/>
                <a:gd name="connsiteX1" fmla="*/ 28759 w 39879"/>
                <a:gd name="connsiteY1" fmla="*/ 31533 h 167349"/>
                <a:gd name="connsiteX2" fmla="*/ 1943 w 39879"/>
                <a:gd name="connsiteY2" fmla="*/ 71 h 167349"/>
                <a:gd name="connsiteX3" fmla="*/ 224 w 39879"/>
                <a:gd name="connsiteY3" fmla="*/ 1745 h 167349"/>
                <a:gd name="connsiteX4" fmla="*/ 3490 w 39879"/>
                <a:gd name="connsiteY4" fmla="*/ 5594 h 167349"/>
                <a:gd name="connsiteX5" fmla="*/ 30134 w 39879"/>
                <a:gd name="connsiteY5" fmla="*/ 83746 h 167349"/>
                <a:gd name="connsiteX6" fmla="*/ 2459 w 39879"/>
                <a:gd name="connsiteY6" fmla="*/ 162902 h 167349"/>
                <a:gd name="connsiteX7" fmla="*/ 224 w 39879"/>
                <a:gd name="connsiteY7" fmla="*/ 165747 h 167349"/>
                <a:gd name="connsiteX8" fmla="*/ 1943 w 39879"/>
                <a:gd name="connsiteY8" fmla="*/ 167421 h 167349"/>
                <a:gd name="connsiteX9" fmla="*/ 29274 w 39879"/>
                <a:gd name="connsiteY9" fmla="*/ 134788 h 167349"/>
                <a:gd name="connsiteX10" fmla="*/ 40104 w 39879"/>
                <a:gd name="connsiteY10" fmla="*/ 83746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46"/>
                  </a:moveTo>
                  <a:cubicBezTo>
                    <a:pt x="40104" y="70693"/>
                    <a:pt x="38213" y="50443"/>
                    <a:pt x="28759" y="31533"/>
                  </a:cubicBezTo>
                  <a:cubicBezTo>
                    <a:pt x="18445" y="10949"/>
                    <a:pt x="3662" y="71"/>
                    <a:pt x="1943" y="71"/>
                  </a:cubicBezTo>
                  <a:cubicBezTo>
                    <a:pt x="912" y="71"/>
                    <a:pt x="224" y="741"/>
                    <a:pt x="224" y="1745"/>
                  </a:cubicBezTo>
                  <a:cubicBezTo>
                    <a:pt x="224" y="2247"/>
                    <a:pt x="224" y="2581"/>
                    <a:pt x="3490" y="5594"/>
                  </a:cubicBezTo>
                  <a:cubicBezTo>
                    <a:pt x="20336" y="22161"/>
                    <a:pt x="30134" y="48770"/>
                    <a:pt x="30134" y="83746"/>
                  </a:cubicBezTo>
                  <a:cubicBezTo>
                    <a:pt x="30134" y="112363"/>
                    <a:pt x="23774" y="141816"/>
                    <a:pt x="2459" y="162902"/>
                  </a:cubicBezTo>
                  <a:cubicBezTo>
                    <a:pt x="224" y="164911"/>
                    <a:pt x="224" y="165245"/>
                    <a:pt x="224" y="165747"/>
                  </a:cubicBezTo>
                  <a:cubicBezTo>
                    <a:pt x="224" y="166751"/>
                    <a:pt x="912" y="167421"/>
                    <a:pt x="1943" y="167421"/>
                  </a:cubicBezTo>
                  <a:cubicBezTo>
                    <a:pt x="3662" y="167421"/>
                    <a:pt x="19133" y="156041"/>
                    <a:pt x="29274" y="134788"/>
                  </a:cubicBezTo>
                  <a:cubicBezTo>
                    <a:pt x="38041" y="116379"/>
                    <a:pt x="40104" y="97803"/>
                    <a:pt x="40104" y="8374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1" name="Freeform: Shape 2260">
              <a:extLst>
                <a:ext uri="{FF2B5EF4-FFF2-40B4-BE49-F238E27FC236}">
                  <a16:creationId xmlns:a16="http://schemas.microsoft.com/office/drawing/2014/main" id="{E31D950D-74ED-9A04-ABDA-BEDD81408818}"/>
                </a:ext>
              </a:extLst>
            </p:cNvPr>
            <p:cNvSpPr/>
            <p:nvPr>
              <p:custDataLst>
                <p:tags r:id="rId16"/>
              </p:custDataLst>
            </p:nvPr>
          </p:nvSpPr>
          <p:spPr>
            <a:xfrm>
              <a:off x="10164660" y="5520801"/>
              <a:ext cx="771101" cy="6693"/>
            </a:xfrm>
            <a:custGeom>
              <a:avLst/>
              <a:gdLst>
                <a:gd name="connsiteX0" fmla="*/ 0 w 771101"/>
                <a:gd name="connsiteY0" fmla="*/ 0 h 6693"/>
                <a:gd name="connsiteX1" fmla="*/ 771102 w 771101"/>
                <a:gd name="connsiteY1" fmla="*/ 0 h 6693"/>
                <a:gd name="connsiteX2" fmla="*/ 771102 w 771101"/>
                <a:gd name="connsiteY2" fmla="*/ 6694 h 6693"/>
                <a:gd name="connsiteX3" fmla="*/ 0 w 771101"/>
                <a:gd name="connsiteY3" fmla="*/ 6694 h 6693"/>
              </a:gdLst>
              <a:ahLst/>
              <a:cxnLst>
                <a:cxn ang="0">
                  <a:pos x="connsiteX0" y="connsiteY0"/>
                </a:cxn>
                <a:cxn ang="0">
                  <a:pos x="connsiteX1" y="connsiteY1"/>
                </a:cxn>
                <a:cxn ang="0">
                  <a:pos x="connsiteX2" y="connsiteY2"/>
                </a:cxn>
                <a:cxn ang="0">
                  <a:pos x="connsiteX3" y="connsiteY3"/>
                </a:cxn>
              </a:cxnLst>
              <a:rect l="l" t="t" r="r" b="b"/>
              <a:pathLst>
                <a:path w="771101" h="6693">
                  <a:moveTo>
                    <a:pt x="0" y="0"/>
                  </a:moveTo>
                  <a:lnTo>
                    <a:pt x="771102" y="0"/>
                  </a:lnTo>
                  <a:lnTo>
                    <a:pt x="771102" y="6694"/>
                  </a:lnTo>
                  <a:lnTo>
                    <a:pt x="0" y="66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2" name="Freeform: Shape 2261">
              <a:extLst>
                <a:ext uri="{FF2B5EF4-FFF2-40B4-BE49-F238E27FC236}">
                  <a16:creationId xmlns:a16="http://schemas.microsoft.com/office/drawing/2014/main" id="{FCAC108D-CF0D-E543-EE63-652AAB21C4DC}"/>
                </a:ext>
              </a:extLst>
            </p:cNvPr>
            <p:cNvSpPr/>
            <p:nvPr>
              <p:custDataLst>
                <p:tags r:id="rId17"/>
              </p:custDataLst>
            </p:nvPr>
          </p:nvSpPr>
          <p:spPr>
            <a:xfrm>
              <a:off x="10171536" y="5566479"/>
              <a:ext cx="122731" cy="114299"/>
            </a:xfrm>
            <a:custGeom>
              <a:avLst/>
              <a:gdLst>
                <a:gd name="connsiteX0" fmla="*/ 45391 w 122731"/>
                <a:gd name="connsiteY0" fmla="*/ 61502 h 114299"/>
                <a:gd name="connsiteX1" fmla="*/ 74613 w 122731"/>
                <a:gd name="connsiteY1" fmla="*/ 61502 h 114299"/>
                <a:gd name="connsiteX2" fmla="*/ 122915 w 122731"/>
                <a:gd name="connsiteY2" fmla="*/ 25355 h 114299"/>
                <a:gd name="connsiteX3" fmla="*/ 89052 w 122731"/>
                <a:gd name="connsiteY3" fmla="*/ 85 h 114299"/>
                <a:gd name="connsiteX4" fmla="*/ 33359 w 122731"/>
                <a:gd name="connsiteY4" fmla="*/ 85 h 114299"/>
                <a:gd name="connsiteX5" fmla="*/ 28202 w 122731"/>
                <a:gd name="connsiteY5" fmla="*/ 3264 h 114299"/>
                <a:gd name="connsiteX6" fmla="*/ 33187 w 122731"/>
                <a:gd name="connsiteY6" fmla="*/ 5273 h 114299"/>
                <a:gd name="connsiteX7" fmla="*/ 40578 w 122731"/>
                <a:gd name="connsiteY7" fmla="*/ 5607 h 114299"/>
                <a:gd name="connsiteX8" fmla="*/ 44360 w 122731"/>
                <a:gd name="connsiteY8" fmla="*/ 8285 h 114299"/>
                <a:gd name="connsiteX9" fmla="*/ 43672 w 122731"/>
                <a:gd name="connsiteY9" fmla="*/ 11465 h 114299"/>
                <a:gd name="connsiteX10" fmla="*/ 20639 w 122731"/>
                <a:gd name="connsiteY10" fmla="*/ 101331 h 114299"/>
                <a:gd name="connsiteX11" fmla="*/ 4997 w 122731"/>
                <a:gd name="connsiteY11" fmla="*/ 109197 h 114299"/>
                <a:gd name="connsiteX12" fmla="*/ 184 w 122731"/>
                <a:gd name="connsiteY12" fmla="*/ 112376 h 114299"/>
                <a:gd name="connsiteX13" fmla="*/ 2762 w 122731"/>
                <a:gd name="connsiteY13" fmla="*/ 114385 h 114299"/>
                <a:gd name="connsiteX14" fmla="*/ 24592 w 122731"/>
                <a:gd name="connsiteY14" fmla="*/ 113882 h 114299"/>
                <a:gd name="connsiteX15" fmla="*/ 35593 w 122731"/>
                <a:gd name="connsiteY15" fmla="*/ 114050 h 114299"/>
                <a:gd name="connsiteX16" fmla="*/ 46767 w 122731"/>
                <a:gd name="connsiteY16" fmla="*/ 114385 h 114299"/>
                <a:gd name="connsiteX17" fmla="*/ 50204 w 122731"/>
                <a:gd name="connsiteY17" fmla="*/ 111038 h 114299"/>
                <a:gd name="connsiteX18" fmla="*/ 45391 w 122731"/>
                <a:gd name="connsiteY18" fmla="*/ 109197 h 114299"/>
                <a:gd name="connsiteX19" fmla="*/ 34218 w 122731"/>
                <a:gd name="connsiteY19" fmla="*/ 106184 h 114299"/>
                <a:gd name="connsiteX20" fmla="*/ 34734 w 122731"/>
                <a:gd name="connsiteY20" fmla="*/ 103339 h 114299"/>
                <a:gd name="connsiteX21" fmla="*/ 45391 w 122731"/>
                <a:gd name="connsiteY21" fmla="*/ 61502 h 114299"/>
                <a:gd name="connsiteX22" fmla="*/ 57768 w 122731"/>
                <a:gd name="connsiteY22" fmla="*/ 11632 h 114299"/>
                <a:gd name="connsiteX23" fmla="*/ 67050 w 122731"/>
                <a:gd name="connsiteY23" fmla="*/ 5273 h 114299"/>
                <a:gd name="connsiteX24" fmla="*/ 83552 w 122731"/>
                <a:gd name="connsiteY24" fmla="*/ 5273 h 114299"/>
                <a:gd name="connsiteX25" fmla="*/ 106929 w 122731"/>
                <a:gd name="connsiteY25" fmla="*/ 21338 h 114299"/>
                <a:gd name="connsiteX26" fmla="*/ 96787 w 122731"/>
                <a:gd name="connsiteY26" fmla="*/ 48281 h 114299"/>
                <a:gd name="connsiteX27" fmla="*/ 70316 w 122731"/>
                <a:gd name="connsiteY27" fmla="*/ 57151 h 114299"/>
                <a:gd name="connsiteX28" fmla="*/ 46079 w 122731"/>
                <a:gd name="connsiteY28" fmla="*/ 57151 h 114299"/>
                <a:gd name="connsiteX29" fmla="*/ 57768 w 122731"/>
                <a:gd name="connsiteY29" fmla="*/ 11632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502"/>
                  </a:moveTo>
                  <a:lnTo>
                    <a:pt x="74613" y="61502"/>
                  </a:lnTo>
                  <a:cubicBezTo>
                    <a:pt x="99022" y="61502"/>
                    <a:pt x="122915" y="44098"/>
                    <a:pt x="122915" y="25355"/>
                  </a:cubicBezTo>
                  <a:cubicBezTo>
                    <a:pt x="122915" y="12469"/>
                    <a:pt x="111570" y="85"/>
                    <a:pt x="89052" y="85"/>
                  </a:cubicBezTo>
                  <a:lnTo>
                    <a:pt x="33359" y="85"/>
                  </a:lnTo>
                  <a:cubicBezTo>
                    <a:pt x="30093" y="85"/>
                    <a:pt x="28202" y="85"/>
                    <a:pt x="28202" y="3264"/>
                  </a:cubicBezTo>
                  <a:cubicBezTo>
                    <a:pt x="28202" y="5273"/>
                    <a:pt x="29749" y="5273"/>
                    <a:pt x="33187" y="5273"/>
                  </a:cubicBezTo>
                  <a:cubicBezTo>
                    <a:pt x="35422" y="5273"/>
                    <a:pt x="38516" y="5440"/>
                    <a:pt x="40578" y="5607"/>
                  </a:cubicBezTo>
                  <a:cubicBezTo>
                    <a:pt x="43329" y="5942"/>
                    <a:pt x="44360" y="6444"/>
                    <a:pt x="44360" y="8285"/>
                  </a:cubicBezTo>
                  <a:cubicBezTo>
                    <a:pt x="44360" y="8954"/>
                    <a:pt x="44188" y="9456"/>
                    <a:pt x="43672" y="11465"/>
                  </a:cubicBezTo>
                  <a:lnTo>
                    <a:pt x="20639" y="101331"/>
                  </a:lnTo>
                  <a:cubicBezTo>
                    <a:pt x="18920" y="107858"/>
                    <a:pt x="18576" y="109197"/>
                    <a:pt x="4997" y="109197"/>
                  </a:cubicBezTo>
                  <a:cubicBezTo>
                    <a:pt x="2074" y="109197"/>
                    <a:pt x="184" y="109197"/>
                    <a:pt x="184" y="112376"/>
                  </a:cubicBezTo>
                  <a:cubicBezTo>
                    <a:pt x="184" y="114385"/>
                    <a:pt x="2246" y="114385"/>
                    <a:pt x="2762" y="114385"/>
                  </a:cubicBezTo>
                  <a:cubicBezTo>
                    <a:pt x="7575" y="114385"/>
                    <a:pt x="19779" y="113882"/>
                    <a:pt x="24592" y="113882"/>
                  </a:cubicBezTo>
                  <a:cubicBezTo>
                    <a:pt x="28202" y="113882"/>
                    <a:pt x="31984" y="114050"/>
                    <a:pt x="35593" y="114050"/>
                  </a:cubicBezTo>
                  <a:cubicBezTo>
                    <a:pt x="39375" y="114050"/>
                    <a:pt x="43157" y="114385"/>
                    <a:pt x="46767" y="114385"/>
                  </a:cubicBezTo>
                  <a:cubicBezTo>
                    <a:pt x="47970" y="114385"/>
                    <a:pt x="50204" y="114385"/>
                    <a:pt x="50204" y="111038"/>
                  </a:cubicBezTo>
                  <a:cubicBezTo>
                    <a:pt x="50204" y="109197"/>
                    <a:pt x="48657" y="109197"/>
                    <a:pt x="45391" y="109197"/>
                  </a:cubicBezTo>
                  <a:cubicBezTo>
                    <a:pt x="39031" y="109197"/>
                    <a:pt x="34218" y="109197"/>
                    <a:pt x="34218" y="106184"/>
                  </a:cubicBezTo>
                  <a:cubicBezTo>
                    <a:pt x="34218" y="105180"/>
                    <a:pt x="34562" y="104344"/>
                    <a:pt x="34734" y="103339"/>
                  </a:cubicBezTo>
                  <a:lnTo>
                    <a:pt x="45391" y="61502"/>
                  </a:lnTo>
                  <a:close/>
                  <a:moveTo>
                    <a:pt x="57768" y="11632"/>
                  </a:moveTo>
                  <a:cubicBezTo>
                    <a:pt x="59315" y="5775"/>
                    <a:pt x="59658" y="5273"/>
                    <a:pt x="67050" y="5273"/>
                  </a:cubicBezTo>
                  <a:lnTo>
                    <a:pt x="83552" y="5273"/>
                  </a:lnTo>
                  <a:cubicBezTo>
                    <a:pt x="97819" y="5273"/>
                    <a:pt x="106929" y="9791"/>
                    <a:pt x="106929" y="21338"/>
                  </a:cubicBezTo>
                  <a:cubicBezTo>
                    <a:pt x="106929" y="27865"/>
                    <a:pt x="103491" y="42257"/>
                    <a:pt x="96787" y="48281"/>
                  </a:cubicBezTo>
                  <a:cubicBezTo>
                    <a:pt x="88193" y="55812"/>
                    <a:pt x="77879" y="57151"/>
                    <a:pt x="70316" y="57151"/>
                  </a:cubicBezTo>
                  <a:lnTo>
                    <a:pt x="46079" y="57151"/>
                  </a:lnTo>
                  <a:lnTo>
                    <a:pt x="57768" y="116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3" name="Freeform: Shape 2262">
              <a:extLst>
                <a:ext uri="{FF2B5EF4-FFF2-40B4-BE49-F238E27FC236}">
                  <a16:creationId xmlns:a16="http://schemas.microsoft.com/office/drawing/2014/main" id="{900FC3F1-7C35-F9AA-F1A7-C2F11EF8806A}"/>
                </a:ext>
              </a:extLst>
            </p:cNvPr>
            <p:cNvSpPr/>
            <p:nvPr>
              <p:custDataLst>
                <p:tags r:id="rId18"/>
              </p:custDataLst>
            </p:nvPr>
          </p:nvSpPr>
          <p:spPr>
            <a:xfrm>
              <a:off x="10315910" y="5555267"/>
              <a:ext cx="39879" cy="167349"/>
            </a:xfrm>
            <a:custGeom>
              <a:avLst/>
              <a:gdLst>
                <a:gd name="connsiteX0" fmla="*/ 40070 w 39879"/>
                <a:gd name="connsiteY0" fmla="*/ 165761 h 167349"/>
                <a:gd name="connsiteX1" fmla="*/ 37148 w 39879"/>
                <a:gd name="connsiteY1" fmla="*/ 162079 h 167349"/>
                <a:gd name="connsiteX2" fmla="*/ 10161 w 39879"/>
                <a:gd name="connsiteY2" fmla="*/ 83760 h 167349"/>
                <a:gd name="connsiteX3" fmla="*/ 37836 w 39879"/>
                <a:gd name="connsiteY3" fmla="*/ 4603 h 167349"/>
                <a:gd name="connsiteX4" fmla="*/ 40070 w 39879"/>
                <a:gd name="connsiteY4" fmla="*/ 1758 h 167349"/>
                <a:gd name="connsiteX5" fmla="*/ 38352 w 39879"/>
                <a:gd name="connsiteY5" fmla="*/ 85 h 167349"/>
                <a:gd name="connsiteX6" fmla="*/ 11021 w 39879"/>
                <a:gd name="connsiteY6" fmla="*/ 32718 h 167349"/>
                <a:gd name="connsiteX7" fmla="*/ 191 w 39879"/>
                <a:gd name="connsiteY7" fmla="*/ 83760 h 167349"/>
                <a:gd name="connsiteX8" fmla="*/ 11536 w 39879"/>
                <a:gd name="connsiteY8" fmla="*/ 135973 h 167349"/>
                <a:gd name="connsiteX9" fmla="*/ 38352 w 39879"/>
                <a:gd name="connsiteY9" fmla="*/ 167434 h 167349"/>
                <a:gd name="connsiteX10" fmla="*/ 40070 w 39879"/>
                <a:gd name="connsiteY10" fmla="*/ 165761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61"/>
                  </a:moveTo>
                  <a:cubicBezTo>
                    <a:pt x="40070" y="165259"/>
                    <a:pt x="40070" y="164924"/>
                    <a:pt x="37148" y="162079"/>
                  </a:cubicBezTo>
                  <a:cubicBezTo>
                    <a:pt x="15662" y="140993"/>
                    <a:pt x="10161" y="109364"/>
                    <a:pt x="10161" y="83760"/>
                  </a:cubicBezTo>
                  <a:cubicBezTo>
                    <a:pt x="10161" y="54641"/>
                    <a:pt x="16693" y="25522"/>
                    <a:pt x="37836" y="4603"/>
                  </a:cubicBezTo>
                  <a:cubicBezTo>
                    <a:pt x="40070" y="2595"/>
                    <a:pt x="40070" y="2260"/>
                    <a:pt x="40070" y="1758"/>
                  </a:cubicBezTo>
                  <a:cubicBezTo>
                    <a:pt x="40070" y="587"/>
                    <a:pt x="39383" y="85"/>
                    <a:pt x="38352" y="85"/>
                  </a:cubicBezTo>
                  <a:cubicBezTo>
                    <a:pt x="36633" y="85"/>
                    <a:pt x="21162" y="11465"/>
                    <a:pt x="11021" y="32718"/>
                  </a:cubicBezTo>
                  <a:cubicBezTo>
                    <a:pt x="2254" y="51126"/>
                    <a:pt x="191" y="69702"/>
                    <a:pt x="191" y="83760"/>
                  </a:cubicBezTo>
                  <a:cubicBezTo>
                    <a:pt x="191" y="96813"/>
                    <a:pt x="2082" y="117062"/>
                    <a:pt x="11536" y="135973"/>
                  </a:cubicBezTo>
                  <a:cubicBezTo>
                    <a:pt x="21850" y="156557"/>
                    <a:pt x="36633" y="167434"/>
                    <a:pt x="38352" y="167434"/>
                  </a:cubicBezTo>
                  <a:cubicBezTo>
                    <a:pt x="39383" y="167434"/>
                    <a:pt x="40070" y="166932"/>
                    <a:pt x="40070" y="16576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4" name="Freeform: Shape 2263">
              <a:extLst>
                <a:ext uri="{FF2B5EF4-FFF2-40B4-BE49-F238E27FC236}">
                  <a16:creationId xmlns:a16="http://schemas.microsoft.com/office/drawing/2014/main" id="{3D2BDCDE-313B-91F8-7CFC-107836C263BA}"/>
                </a:ext>
              </a:extLst>
            </p:cNvPr>
            <p:cNvSpPr/>
            <p:nvPr>
              <p:custDataLst>
                <p:tags r:id="rId19"/>
              </p:custDataLst>
            </p:nvPr>
          </p:nvSpPr>
          <p:spPr>
            <a:xfrm>
              <a:off x="10371756" y="5566479"/>
              <a:ext cx="124966" cy="114299"/>
            </a:xfrm>
            <a:custGeom>
              <a:avLst/>
              <a:gdLst>
                <a:gd name="connsiteX0" fmla="*/ 96799 w 124966"/>
                <a:gd name="connsiteY0" fmla="*/ 19163 h 114299"/>
                <a:gd name="connsiteX1" fmla="*/ 99206 w 124966"/>
                <a:gd name="connsiteY1" fmla="*/ 16820 h 114299"/>
                <a:gd name="connsiteX2" fmla="*/ 121724 w 124966"/>
                <a:gd name="connsiteY2" fmla="*/ 5273 h 114299"/>
                <a:gd name="connsiteX3" fmla="*/ 125161 w 124966"/>
                <a:gd name="connsiteY3" fmla="*/ 2093 h 114299"/>
                <a:gd name="connsiteX4" fmla="*/ 122927 w 124966"/>
                <a:gd name="connsiteY4" fmla="*/ 85 h 114299"/>
                <a:gd name="connsiteX5" fmla="*/ 108832 w 124966"/>
                <a:gd name="connsiteY5" fmla="*/ 587 h 114299"/>
                <a:gd name="connsiteX6" fmla="*/ 91642 w 124966"/>
                <a:gd name="connsiteY6" fmla="*/ 85 h 114299"/>
                <a:gd name="connsiteX7" fmla="*/ 88376 w 124966"/>
                <a:gd name="connsiteY7" fmla="*/ 3264 h 114299"/>
                <a:gd name="connsiteX8" fmla="*/ 90955 w 124966"/>
                <a:gd name="connsiteY8" fmla="*/ 5273 h 114299"/>
                <a:gd name="connsiteX9" fmla="*/ 97143 w 124966"/>
                <a:gd name="connsiteY9" fmla="*/ 9122 h 114299"/>
                <a:gd name="connsiteX10" fmla="*/ 92502 w 124966"/>
                <a:gd name="connsiteY10" fmla="*/ 17154 h 114299"/>
                <a:gd name="connsiteX11" fmla="*/ 52623 w 124966"/>
                <a:gd name="connsiteY11" fmla="*/ 61837 h 114299"/>
                <a:gd name="connsiteX12" fmla="*/ 33714 w 124966"/>
                <a:gd name="connsiteY12" fmla="*/ 12134 h 114299"/>
                <a:gd name="connsiteX13" fmla="*/ 32683 w 124966"/>
                <a:gd name="connsiteY13" fmla="*/ 9289 h 114299"/>
                <a:gd name="connsiteX14" fmla="*/ 42825 w 124966"/>
                <a:gd name="connsiteY14" fmla="*/ 5273 h 114299"/>
                <a:gd name="connsiteX15" fmla="*/ 46950 w 124966"/>
                <a:gd name="connsiteY15" fmla="*/ 1926 h 114299"/>
                <a:gd name="connsiteX16" fmla="*/ 44372 w 124966"/>
                <a:gd name="connsiteY16" fmla="*/ 85 h 114299"/>
                <a:gd name="connsiteX17" fmla="*/ 22713 w 124966"/>
                <a:gd name="connsiteY17" fmla="*/ 587 h 114299"/>
                <a:gd name="connsiteX18" fmla="*/ 3461 w 124966"/>
                <a:gd name="connsiteY18" fmla="*/ 85 h 114299"/>
                <a:gd name="connsiteX19" fmla="*/ 195 w 124966"/>
                <a:gd name="connsiteY19" fmla="*/ 3432 h 114299"/>
                <a:gd name="connsiteX20" fmla="*/ 4149 w 124966"/>
                <a:gd name="connsiteY20" fmla="*/ 5273 h 114299"/>
                <a:gd name="connsiteX21" fmla="*/ 16697 w 124966"/>
                <a:gd name="connsiteY21" fmla="*/ 10963 h 114299"/>
                <a:gd name="connsiteX22" fmla="*/ 37840 w 124966"/>
                <a:gd name="connsiteY22" fmla="*/ 66021 h 114299"/>
                <a:gd name="connsiteX23" fmla="*/ 38527 w 124966"/>
                <a:gd name="connsiteY23" fmla="*/ 68865 h 114299"/>
                <a:gd name="connsiteX24" fmla="*/ 30792 w 124966"/>
                <a:gd name="connsiteY24" fmla="*/ 99323 h 114299"/>
                <a:gd name="connsiteX25" fmla="*/ 14634 w 124966"/>
                <a:gd name="connsiteY25" fmla="*/ 109197 h 114299"/>
                <a:gd name="connsiteX26" fmla="*/ 9993 w 124966"/>
                <a:gd name="connsiteY26" fmla="*/ 112544 h 114299"/>
                <a:gd name="connsiteX27" fmla="*/ 12400 w 124966"/>
                <a:gd name="connsiteY27" fmla="*/ 114385 h 114299"/>
                <a:gd name="connsiteX28" fmla="*/ 34058 w 124966"/>
                <a:gd name="connsiteY28" fmla="*/ 113882 h 114299"/>
                <a:gd name="connsiteX29" fmla="*/ 56060 w 124966"/>
                <a:gd name="connsiteY29" fmla="*/ 114385 h 114299"/>
                <a:gd name="connsiteX30" fmla="*/ 59326 w 124966"/>
                <a:gd name="connsiteY30" fmla="*/ 111038 h 114299"/>
                <a:gd name="connsiteX31" fmla="*/ 54513 w 124966"/>
                <a:gd name="connsiteY31" fmla="*/ 109197 h 114299"/>
                <a:gd name="connsiteX32" fmla="*/ 47981 w 124966"/>
                <a:gd name="connsiteY32" fmla="*/ 108862 h 114299"/>
                <a:gd name="connsiteX33" fmla="*/ 43340 w 124966"/>
                <a:gd name="connsiteY33" fmla="*/ 106184 h 114299"/>
                <a:gd name="connsiteX34" fmla="*/ 45747 w 124966"/>
                <a:gd name="connsiteY34" fmla="*/ 95641 h 114299"/>
                <a:gd name="connsiteX35" fmla="*/ 51763 w 124966"/>
                <a:gd name="connsiteY35" fmla="*/ 72045 h 114299"/>
                <a:gd name="connsiteX36" fmla="*/ 54170 w 124966"/>
                <a:gd name="connsiteY36" fmla="*/ 66857 h 114299"/>
                <a:gd name="connsiteX37" fmla="*/ 96799 w 124966"/>
                <a:gd name="connsiteY37" fmla="*/ 19163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63"/>
                  </a:moveTo>
                  <a:lnTo>
                    <a:pt x="99206" y="16820"/>
                  </a:lnTo>
                  <a:cubicBezTo>
                    <a:pt x="104362" y="11799"/>
                    <a:pt x="110035" y="6109"/>
                    <a:pt x="121724" y="5273"/>
                  </a:cubicBezTo>
                  <a:cubicBezTo>
                    <a:pt x="123614" y="5105"/>
                    <a:pt x="125161" y="5105"/>
                    <a:pt x="125161" y="2093"/>
                  </a:cubicBezTo>
                  <a:cubicBezTo>
                    <a:pt x="125161" y="754"/>
                    <a:pt x="124302" y="85"/>
                    <a:pt x="122927" y="85"/>
                  </a:cubicBezTo>
                  <a:cubicBezTo>
                    <a:pt x="118458" y="85"/>
                    <a:pt x="113473" y="587"/>
                    <a:pt x="108832" y="587"/>
                  </a:cubicBezTo>
                  <a:cubicBezTo>
                    <a:pt x="103159" y="587"/>
                    <a:pt x="97143" y="85"/>
                    <a:pt x="91642" y="85"/>
                  </a:cubicBezTo>
                  <a:cubicBezTo>
                    <a:pt x="90611" y="85"/>
                    <a:pt x="88376" y="85"/>
                    <a:pt x="88376" y="3264"/>
                  </a:cubicBezTo>
                  <a:cubicBezTo>
                    <a:pt x="88376" y="5105"/>
                    <a:pt x="90095" y="5273"/>
                    <a:pt x="90955" y="5273"/>
                  </a:cubicBezTo>
                  <a:cubicBezTo>
                    <a:pt x="92158" y="5273"/>
                    <a:pt x="97143" y="5607"/>
                    <a:pt x="97143" y="9122"/>
                  </a:cubicBezTo>
                  <a:cubicBezTo>
                    <a:pt x="97143" y="11967"/>
                    <a:pt x="93189" y="16318"/>
                    <a:pt x="92502" y="17154"/>
                  </a:cubicBezTo>
                  <a:lnTo>
                    <a:pt x="52623" y="61837"/>
                  </a:lnTo>
                  <a:lnTo>
                    <a:pt x="33714" y="12134"/>
                  </a:lnTo>
                  <a:cubicBezTo>
                    <a:pt x="32683" y="9791"/>
                    <a:pt x="32683" y="9456"/>
                    <a:pt x="32683" y="9289"/>
                  </a:cubicBezTo>
                  <a:cubicBezTo>
                    <a:pt x="32683" y="5273"/>
                    <a:pt x="41106" y="5273"/>
                    <a:pt x="42825" y="5273"/>
                  </a:cubicBezTo>
                  <a:cubicBezTo>
                    <a:pt x="45231" y="5273"/>
                    <a:pt x="46950" y="5273"/>
                    <a:pt x="46950" y="1926"/>
                  </a:cubicBezTo>
                  <a:cubicBezTo>
                    <a:pt x="46950" y="85"/>
                    <a:pt x="44887" y="85"/>
                    <a:pt x="44372" y="85"/>
                  </a:cubicBezTo>
                  <a:cubicBezTo>
                    <a:pt x="39559" y="85"/>
                    <a:pt x="27526" y="587"/>
                    <a:pt x="22713" y="587"/>
                  </a:cubicBezTo>
                  <a:cubicBezTo>
                    <a:pt x="18416" y="587"/>
                    <a:pt x="7758" y="85"/>
                    <a:pt x="3461" y="85"/>
                  </a:cubicBezTo>
                  <a:cubicBezTo>
                    <a:pt x="2430" y="85"/>
                    <a:pt x="195" y="85"/>
                    <a:pt x="195" y="3432"/>
                  </a:cubicBezTo>
                  <a:cubicBezTo>
                    <a:pt x="195" y="5273"/>
                    <a:pt x="1914" y="5273"/>
                    <a:pt x="4149" y="5273"/>
                  </a:cubicBezTo>
                  <a:cubicBezTo>
                    <a:pt x="14462" y="5273"/>
                    <a:pt x="15150" y="6779"/>
                    <a:pt x="16697" y="10963"/>
                  </a:cubicBezTo>
                  <a:lnTo>
                    <a:pt x="37840" y="66021"/>
                  </a:lnTo>
                  <a:cubicBezTo>
                    <a:pt x="38012" y="66523"/>
                    <a:pt x="38527" y="68363"/>
                    <a:pt x="38527" y="68865"/>
                  </a:cubicBezTo>
                  <a:cubicBezTo>
                    <a:pt x="38527" y="69368"/>
                    <a:pt x="31652" y="96311"/>
                    <a:pt x="30792" y="99323"/>
                  </a:cubicBezTo>
                  <a:cubicBezTo>
                    <a:pt x="28558" y="108527"/>
                    <a:pt x="28386" y="109029"/>
                    <a:pt x="14634" y="109197"/>
                  </a:cubicBezTo>
                  <a:cubicBezTo>
                    <a:pt x="11368" y="109197"/>
                    <a:pt x="9993" y="109197"/>
                    <a:pt x="9993" y="112544"/>
                  </a:cubicBezTo>
                  <a:cubicBezTo>
                    <a:pt x="9993" y="114385"/>
                    <a:pt x="12056" y="114385"/>
                    <a:pt x="12400" y="114385"/>
                  </a:cubicBezTo>
                  <a:cubicBezTo>
                    <a:pt x="17213" y="114385"/>
                    <a:pt x="29245" y="113882"/>
                    <a:pt x="34058" y="113882"/>
                  </a:cubicBezTo>
                  <a:cubicBezTo>
                    <a:pt x="38871" y="113882"/>
                    <a:pt x="51247" y="114385"/>
                    <a:pt x="56060" y="114385"/>
                  </a:cubicBezTo>
                  <a:cubicBezTo>
                    <a:pt x="57264" y="114385"/>
                    <a:pt x="59326" y="114385"/>
                    <a:pt x="59326" y="111038"/>
                  </a:cubicBezTo>
                  <a:cubicBezTo>
                    <a:pt x="59326" y="109197"/>
                    <a:pt x="57779" y="109197"/>
                    <a:pt x="54513" y="109197"/>
                  </a:cubicBezTo>
                  <a:cubicBezTo>
                    <a:pt x="54170" y="109197"/>
                    <a:pt x="50904" y="109197"/>
                    <a:pt x="47981" y="108862"/>
                  </a:cubicBezTo>
                  <a:cubicBezTo>
                    <a:pt x="44372" y="108527"/>
                    <a:pt x="43340" y="108193"/>
                    <a:pt x="43340" y="106184"/>
                  </a:cubicBezTo>
                  <a:cubicBezTo>
                    <a:pt x="43340" y="105013"/>
                    <a:pt x="44887" y="99156"/>
                    <a:pt x="45747" y="95641"/>
                  </a:cubicBezTo>
                  <a:lnTo>
                    <a:pt x="51763" y="72045"/>
                  </a:lnTo>
                  <a:cubicBezTo>
                    <a:pt x="52623" y="68865"/>
                    <a:pt x="52794" y="68363"/>
                    <a:pt x="54170" y="66857"/>
                  </a:cubicBezTo>
                  <a:lnTo>
                    <a:pt x="96799" y="191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5" name="Freeform: Shape 2264">
              <a:extLst>
                <a:ext uri="{FF2B5EF4-FFF2-40B4-BE49-F238E27FC236}">
                  <a16:creationId xmlns:a16="http://schemas.microsoft.com/office/drawing/2014/main" id="{BD8E1753-FD14-2127-6DB0-D16732A63F5C}"/>
                </a:ext>
              </a:extLst>
            </p:cNvPr>
            <p:cNvSpPr/>
            <p:nvPr>
              <p:custDataLst>
                <p:tags r:id="rId20"/>
              </p:custDataLst>
            </p:nvPr>
          </p:nvSpPr>
          <p:spPr>
            <a:xfrm>
              <a:off x="10471189" y="5654221"/>
              <a:ext cx="73518" cy="52832"/>
            </a:xfrm>
            <a:custGeom>
              <a:avLst/>
              <a:gdLst>
                <a:gd name="connsiteX0" fmla="*/ 9225 w 73518"/>
                <a:gd name="connsiteY0" fmla="*/ 44367 h 52832"/>
                <a:gd name="connsiteX1" fmla="*/ 8022 w 73518"/>
                <a:gd name="connsiteY1" fmla="*/ 49170 h 52832"/>
                <a:gd name="connsiteX2" fmla="*/ 12113 w 73518"/>
                <a:gd name="connsiteY2" fmla="*/ 52919 h 52832"/>
                <a:gd name="connsiteX3" fmla="*/ 16806 w 73518"/>
                <a:gd name="connsiteY3" fmla="*/ 50341 h 52832"/>
                <a:gd name="connsiteX4" fmla="*/ 18972 w 73518"/>
                <a:gd name="connsiteY4" fmla="*/ 43078 h 52832"/>
                <a:gd name="connsiteX5" fmla="*/ 21619 w 73518"/>
                <a:gd name="connsiteY5" fmla="*/ 32535 h 52832"/>
                <a:gd name="connsiteX6" fmla="*/ 23664 w 73518"/>
                <a:gd name="connsiteY6" fmla="*/ 24687 h 52832"/>
                <a:gd name="connsiteX7" fmla="*/ 28718 w 73518"/>
                <a:gd name="connsiteY7" fmla="*/ 14144 h 52832"/>
                <a:gd name="connsiteX8" fmla="*/ 46767 w 73518"/>
                <a:gd name="connsiteY8" fmla="*/ 3366 h 52832"/>
                <a:gd name="connsiteX9" fmla="*/ 53866 w 73518"/>
                <a:gd name="connsiteY9" fmla="*/ 11566 h 52832"/>
                <a:gd name="connsiteX10" fmla="*/ 46767 w 73518"/>
                <a:gd name="connsiteY10" fmla="*/ 36518 h 52832"/>
                <a:gd name="connsiteX11" fmla="*/ 44962 w 73518"/>
                <a:gd name="connsiteY11" fmla="*/ 42844 h 52832"/>
                <a:gd name="connsiteX12" fmla="*/ 56393 w 73518"/>
                <a:gd name="connsiteY12" fmla="*/ 52919 h 52832"/>
                <a:gd name="connsiteX13" fmla="*/ 73720 w 73518"/>
                <a:gd name="connsiteY13" fmla="*/ 34995 h 52832"/>
                <a:gd name="connsiteX14" fmla="*/ 71794 w 73518"/>
                <a:gd name="connsiteY14" fmla="*/ 33473 h 52832"/>
                <a:gd name="connsiteX15" fmla="*/ 69508 w 73518"/>
                <a:gd name="connsiteY15" fmla="*/ 35464 h 52832"/>
                <a:gd name="connsiteX16" fmla="*/ 56754 w 73518"/>
                <a:gd name="connsiteY16" fmla="*/ 49639 h 52832"/>
                <a:gd name="connsiteX17" fmla="*/ 53746 w 73518"/>
                <a:gd name="connsiteY17" fmla="*/ 45538 h 52832"/>
                <a:gd name="connsiteX18" fmla="*/ 56513 w 73518"/>
                <a:gd name="connsiteY18" fmla="*/ 36050 h 52832"/>
                <a:gd name="connsiteX19" fmla="*/ 62890 w 73518"/>
                <a:gd name="connsiteY19" fmla="*/ 13441 h 52832"/>
                <a:gd name="connsiteX20" fmla="*/ 47248 w 73518"/>
                <a:gd name="connsiteY20" fmla="*/ 86 h 52832"/>
                <a:gd name="connsiteX21" fmla="*/ 26913 w 73518"/>
                <a:gd name="connsiteY21" fmla="*/ 10746 h 52832"/>
                <a:gd name="connsiteX22" fmla="*/ 14038 w 73518"/>
                <a:gd name="connsiteY22" fmla="*/ 86 h 52832"/>
                <a:gd name="connsiteX23" fmla="*/ 4533 w 73518"/>
                <a:gd name="connsiteY23" fmla="*/ 6412 h 52832"/>
                <a:gd name="connsiteX24" fmla="*/ 201 w 73518"/>
                <a:gd name="connsiteY24" fmla="*/ 18009 h 52832"/>
                <a:gd name="connsiteX25" fmla="*/ 2246 w 73518"/>
                <a:gd name="connsiteY25" fmla="*/ 19532 h 52832"/>
                <a:gd name="connsiteX26" fmla="*/ 4894 w 73518"/>
                <a:gd name="connsiteY26" fmla="*/ 16018 h 52832"/>
                <a:gd name="connsiteX27" fmla="*/ 13677 w 73518"/>
                <a:gd name="connsiteY27" fmla="*/ 3366 h 52832"/>
                <a:gd name="connsiteX28" fmla="*/ 17648 w 73518"/>
                <a:gd name="connsiteY28" fmla="*/ 9106 h 52832"/>
                <a:gd name="connsiteX29" fmla="*/ 15723 w 73518"/>
                <a:gd name="connsiteY29" fmla="*/ 18829 h 52832"/>
                <a:gd name="connsiteX30" fmla="*/ 13076 w 73518"/>
                <a:gd name="connsiteY30" fmla="*/ 29372 h 52832"/>
                <a:gd name="connsiteX31" fmla="*/ 9225 w 73518"/>
                <a:gd name="connsiteY31" fmla="*/ 44367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67"/>
                  </a:moveTo>
                  <a:cubicBezTo>
                    <a:pt x="8744" y="45890"/>
                    <a:pt x="8022" y="48818"/>
                    <a:pt x="8022" y="49170"/>
                  </a:cubicBezTo>
                  <a:cubicBezTo>
                    <a:pt x="8022" y="51747"/>
                    <a:pt x="10188" y="52919"/>
                    <a:pt x="12113" y="52919"/>
                  </a:cubicBezTo>
                  <a:cubicBezTo>
                    <a:pt x="14279" y="52919"/>
                    <a:pt x="16204" y="51396"/>
                    <a:pt x="16806" y="50341"/>
                  </a:cubicBezTo>
                  <a:cubicBezTo>
                    <a:pt x="17407" y="49287"/>
                    <a:pt x="18370" y="45538"/>
                    <a:pt x="18972" y="43078"/>
                  </a:cubicBezTo>
                  <a:cubicBezTo>
                    <a:pt x="19573" y="40853"/>
                    <a:pt x="20897" y="35464"/>
                    <a:pt x="21619" y="32535"/>
                  </a:cubicBezTo>
                  <a:cubicBezTo>
                    <a:pt x="22341" y="29958"/>
                    <a:pt x="23063" y="27381"/>
                    <a:pt x="23664" y="24687"/>
                  </a:cubicBezTo>
                  <a:cubicBezTo>
                    <a:pt x="24988" y="19884"/>
                    <a:pt x="25229" y="18947"/>
                    <a:pt x="28718" y="14144"/>
                  </a:cubicBezTo>
                  <a:cubicBezTo>
                    <a:pt x="32087" y="9458"/>
                    <a:pt x="37742" y="3366"/>
                    <a:pt x="46767" y="3366"/>
                  </a:cubicBezTo>
                  <a:cubicBezTo>
                    <a:pt x="53746" y="3366"/>
                    <a:pt x="53866" y="9341"/>
                    <a:pt x="53866" y="11566"/>
                  </a:cubicBezTo>
                  <a:cubicBezTo>
                    <a:pt x="53866" y="18595"/>
                    <a:pt x="48692" y="31598"/>
                    <a:pt x="46767" y="36518"/>
                  </a:cubicBezTo>
                  <a:cubicBezTo>
                    <a:pt x="45443" y="39798"/>
                    <a:pt x="44962" y="40853"/>
                    <a:pt x="44962" y="42844"/>
                  </a:cubicBezTo>
                  <a:cubicBezTo>
                    <a:pt x="44962" y="49053"/>
                    <a:pt x="50256" y="52919"/>
                    <a:pt x="56393" y="52919"/>
                  </a:cubicBezTo>
                  <a:cubicBezTo>
                    <a:pt x="68425" y="52919"/>
                    <a:pt x="73720" y="36753"/>
                    <a:pt x="73720" y="34995"/>
                  </a:cubicBezTo>
                  <a:cubicBezTo>
                    <a:pt x="73720" y="33473"/>
                    <a:pt x="72155" y="33473"/>
                    <a:pt x="71794" y="33473"/>
                  </a:cubicBezTo>
                  <a:cubicBezTo>
                    <a:pt x="70110" y="33473"/>
                    <a:pt x="69990" y="34175"/>
                    <a:pt x="69508" y="35464"/>
                  </a:cubicBezTo>
                  <a:cubicBezTo>
                    <a:pt x="66741" y="44836"/>
                    <a:pt x="61567" y="49639"/>
                    <a:pt x="56754" y="49639"/>
                  </a:cubicBezTo>
                  <a:cubicBezTo>
                    <a:pt x="54227" y="49639"/>
                    <a:pt x="53746" y="47998"/>
                    <a:pt x="53746" y="45538"/>
                  </a:cubicBezTo>
                  <a:cubicBezTo>
                    <a:pt x="53746" y="42844"/>
                    <a:pt x="54347" y="41321"/>
                    <a:pt x="56513" y="36050"/>
                  </a:cubicBezTo>
                  <a:cubicBezTo>
                    <a:pt x="57957" y="32418"/>
                    <a:pt x="62890" y="20001"/>
                    <a:pt x="62890" y="13441"/>
                  </a:cubicBezTo>
                  <a:cubicBezTo>
                    <a:pt x="62890" y="2078"/>
                    <a:pt x="53625" y="86"/>
                    <a:pt x="47248" y="86"/>
                  </a:cubicBezTo>
                  <a:cubicBezTo>
                    <a:pt x="37261" y="86"/>
                    <a:pt x="30523" y="6061"/>
                    <a:pt x="26913" y="10746"/>
                  </a:cubicBezTo>
                  <a:cubicBezTo>
                    <a:pt x="26071" y="2663"/>
                    <a:pt x="18972" y="86"/>
                    <a:pt x="14038" y="86"/>
                  </a:cubicBezTo>
                  <a:cubicBezTo>
                    <a:pt x="8864" y="86"/>
                    <a:pt x="6097" y="3718"/>
                    <a:pt x="4533" y="6412"/>
                  </a:cubicBezTo>
                  <a:cubicBezTo>
                    <a:pt x="1886" y="10746"/>
                    <a:pt x="201" y="17424"/>
                    <a:pt x="201" y="18009"/>
                  </a:cubicBezTo>
                  <a:cubicBezTo>
                    <a:pt x="201" y="19532"/>
                    <a:pt x="1886" y="19532"/>
                    <a:pt x="2246" y="19532"/>
                  </a:cubicBezTo>
                  <a:cubicBezTo>
                    <a:pt x="3931" y="19532"/>
                    <a:pt x="4051" y="19181"/>
                    <a:pt x="4894" y="16018"/>
                  </a:cubicBezTo>
                  <a:cubicBezTo>
                    <a:pt x="6699" y="9106"/>
                    <a:pt x="8985" y="3366"/>
                    <a:pt x="13677" y="3366"/>
                  </a:cubicBezTo>
                  <a:cubicBezTo>
                    <a:pt x="16806" y="3366"/>
                    <a:pt x="17648" y="5944"/>
                    <a:pt x="17648" y="9106"/>
                  </a:cubicBezTo>
                  <a:cubicBezTo>
                    <a:pt x="17648" y="11332"/>
                    <a:pt x="16565" y="15667"/>
                    <a:pt x="15723" y="18829"/>
                  </a:cubicBezTo>
                  <a:cubicBezTo>
                    <a:pt x="14881" y="21992"/>
                    <a:pt x="13677" y="26795"/>
                    <a:pt x="13076" y="29372"/>
                  </a:cubicBezTo>
                  <a:lnTo>
                    <a:pt x="9225" y="443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6" name="Freeform: Shape 2265">
              <a:extLst>
                <a:ext uri="{FF2B5EF4-FFF2-40B4-BE49-F238E27FC236}">
                  <a16:creationId xmlns:a16="http://schemas.microsoft.com/office/drawing/2014/main" id="{ECE0C804-6D3A-0906-22A9-F2D192A723F6}"/>
                </a:ext>
              </a:extLst>
            </p:cNvPr>
            <p:cNvSpPr/>
            <p:nvPr>
              <p:custDataLst>
                <p:tags r:id="rId21"/>
              </p:custDataLst>
            </p:nvPr>
          </p:nvSpPr>
          <p:spPr>
            <a:xfrm>
              <a:off x="10621114" y="5590410"/>
              <a:ext cx="105026" cy="97062"/>
            </a:xfrm>
            <a:custGeom>
              <a:avLst/>
              <a:gdLst>
                <a:gd name="connsiteX0" fmla="*/ 101970 w 105026"/>
                <a:gd name="connsiteY0" fmla="*/ 52298 h 97062"/>
                <a:gd name="connsiteX1" fmla="*/ 105236 w 105026"/>
                <a:gd name="connsiteY1" fmla="*/ 48616 h 97062"/>
                <a:gd name="connsiteX2" fmla="*/ 101970 w 105026"/>
                <a:gd name="connsiteY2" fmla="*/ 44934 h 97062"/>
                <a:gd name="connsiteX3" fmla="*/ 6741 w 105026"/>
                <a:gd name="connsiteY3" fmla="*/ 1256 h 97062"/>
                <a:gd name="connsiteX4" fmla="*/ 3647 w 105026"/>
                <a:gd name="connsiteY4" fmla="*/ 85 h 97062"/>
                <a:gd name="connsiteX5" fmla="*/ 209 w 105026"/>
                <a:gd name="connsiteY5" fmla="*/ 3432 h 97062"/>
                <a:gd name="connsiteX6" fmla="*/ 3475 w 105026"/>
                <a:gd name="connsiteY6" fmla="*/ 7113 h 97062"/>
                <a:gd name="connsiteX7" fmla="*/ 93719 w 105026"/>
                <a:gd name="connsiteY7" fmla="*/ 48616 h 97062"/>
                <a:gd name="connsiteX8" fmla="*/ 3475 w 105026"/>
                <a:gd name="connsiteY8" fmla="*/ 90119 h 97062"/>
                <a:gd name="connsiteX9" fmla="*/ 209 w 105026"/>
                <a:gd name="connsiteY9" fmla="*/ 93801 h 97062"/>
                <a:gd name="connsiteX10" fmla="*/ 3647 w 105026"/>
                <a:gd name="connsiteY10" fmla="*/ 97148 h 97062"/>
                <a:gd name="connsiteX11" fmla="*/ 6741 w 105026"/>
                <a:gd name="connsiteY11" fmla="*/ 95976 h 97062"/>
                <a:gd name="connsiteX12" fmla="*/ 101970 w 105026"/>
                <a:gd name="connsiteY12" fmla="*/ 52298 h 9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026" h="97062">
                  <a:moveTo>
                    <a:pt x="101970" y="52298"/>
                  </a:moveTo>
                  <a:cubicBezTo>
                    <a:pt x="103861" y="51461"/>
                    <a:pt x="105236" y="50624"/>
                    <a:pt x="105236" y="48616"/>
                  </a:cubicBezTo>
                  <a:cubicBezTo>
                    <a:pt x="105236" y="46608"/>
                    <a:pt x="103861" y="45771"/>
                    <a:pt x="101970" y="44934"/>
                  </a:cubicBezTo>
                  <a:lnTo>
                    <a:pt x="6741" y="1256"/>
                  </a:lnTo>
                  <a:cubicBezTo>
                    <a:pt x="4506" y="85"/>
                    <a:pt x="4163" y="85"/>
                    <a:pt x="3647" y="85"/>
                  </a:cubicBezTo>
                  <a:cubicBezTo>
                    <a:pt x="1756" y="85"/>
                    <a:pt x="209" y="1591"/>
                    <a:pt x="209" y="3432"/>
                  </a:cubicBezTo>
                  <a:cubicBezTo>
                    <a:pt x="209" y="4938"/>
                    <a:pt x="1069" y="5942"/>
                    <a:pt x="3475" y="7113"/>
                  </a:cubicBezTo>
                  <a:lnTo>
                    <a:pt x="93719" y="48616"/>
                  </a:lnTo>
                  <a:lnTo>
                    <a:pt x="3475" y="90119"/>
                  </a:lnTo>
                  <a:cubicBezTo>
                    <a:pt x="1069" y="91290"/>
                    <a:pt x="209" y="92294"/>
                    <a:pt x="209" y="93801"/>
                  </a:cubicBezTo>
                  <a:cubicBezTo>
                    <a:pt x="209" y="95641"/>
                    <a:pt x="1756" y="97148"/>
                    <a:pt x="3647" y="97148"/>
                  </a:cubicBezTo>
                  <a:cubicBezTo>
                    <a:pt x="4163" y="97148"/>
                    <a:pt x="4506" y="97148"/>
                    <a:pt x="6741" y="95976"/>
                  </a:cubicBezTo>
                  <a:lnTo>
                    <a:pt x="101970" y="522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7" name="Freeform: Shape 2266">
              <a:extLst>
                <a:ext uri="{FF2B5EF4-FFF2-40B4-BE49-F238E27FC236}">
                  <a16:creationId xmlns:a16="http://schemas.microsoft.com/office/drawing/2014/main" id="{A15D8F46-5297-8AFD-7649-48F95350EDF0}"/>
                </a:ext>
              </a:extLst>
            </p:cNvPr>
            <p:cNvSpPr/>
            <p:nvPr>
              <p:custDataLst>
                <p:tags r:id="rId22"/>
              </p:custDataLst>
            </p:nvPr>
          </p:nvSpPr>
          <p:spPr>
            <a:xfrm>
              <a:off x="10786054" y="5570161"/>
              <a:ext cx="70476" cy="144924"/>
            </a:xfrm>
            <a:custGeom>
              <a:avLst/>
              <a:gdLst>
                <a:gd name="connsiteX0" fmla="*/ 70696 w 70476"/>
                <a:gd name="connsiteY0" fmla="*/ 6109 h 144924"/>
                <a:gd name="connsiteX1" fmla="*/ 64164 w 70476"/>
                <a:gd name="connsiteY1" fmla="*/ 85 h 144924"/>
                <a:gd name="connsiteX2" fmla="*/ 55054 w 70476"/>
                <a:gd name="connsiteY2" fmla="*/ 8954 h 144924"/>
                <a:gd name="connsiteX3" fmla="*/ 61414 w 70476"/>
                <a:gd name="connsiteY3" fmla="*/ 14979 h 144924"/>
                <a:gd name="connsiteX4" fmla="*/ 70696 w 70476"/>
                <a:gd name="connsiteY4" fmla="*/ 6109 h 144924"/>
                <a:gd name="connsiteX5" fmla="*/ 36145 w 70476"/>
                <a:gd name="connsiteY5" fmla="*/ 119070 h 144924"/>
                <a:gd name="connsiteX6" fmla="*/ 15002 w 70476"/>
                <a:gd name="connsiteY6" fmla="*/ 141328 h 144924"/>
                <a:gd name="connsiteX7" fmla="*/ 8299 w 70476"/>
                <a:gd name="connsiteY7" fmla="*/ 139822 h 144924"/>
                <a:gd name="connsiteX8" fmla="*/ 16034 w 70476"/>
                <a:gd name="connsiteY8" fmla="*/ 130952 h 144924"/>
                <a:gd name="connsiteX9" fmla="*/ 9502 w 70476"/>
                <a:gd name="connsiteY9" fmla="*/ 125095 h 144924"/>
                <a:gd name="connsiteX10" fmla="*/ 220 w 70476"/>
                <a:gd name="connsiteY10" fmla="*/ 134634 h 144924"/>
                <a:gd name="connsiteX11" fmla="*/ 15346 w 70476"/>
                <a:gd name="connsiteY11" fmla="*/ 145009 h 144924"/>
                <a:gd name="connsiteX12" fmla="*/ 47662 w 70476"/>
                <a:gd name="connsiteY12" fmla="*/ 119572 h 144924"/>
                <a:gd name="connsiteX13" fmla="*/ 63476 w 70476"/>
                <a:gd name="connsiteY13" fmla="*/ 58322 h 144924"/>
                <a:gd name="connsiteX14" fmla="*/ 64336 w 70476"/>
                <a:gd name="connsiteY14" fmla="*/ 52131 h 144924"/>
                <a:gd name="connsiteX15" fmla="*/ 48522 w 70476"/>
                <a:gd name="connsiteY15" fmla="*/ 36734 h 144924"/>
                <a:gd name="connsiteX16" fmla="*/ 21191 w 70476"/>
                <a:gd name="connsiteY16" fmla="*/ 62506 h 144924"/>
                <a:gd name="connsiteX17" fmla="*/ 23253 w 70476"/>
                <a:gd name="connsiteY17" fmla="*/ 64180 h 144924"/>
                <a:gd name="connsiteX18" fmla="*/ 26347 w 70476"/>
                <a:gd name="connsiteY18" fmla="*/ 60833 h 144924"/>
                <a:gd name="connsiteX19" fmla="*/ 48006 w 70476"/>
                <a:gd name="connsiteY19" fmla="*/ 40416 h 144924"/>
                <a:gd name="connsiteX20" fmla="*/ 53506 w 70476"/>
                <a:gd name="connsiteY20" fmla="*/ 48114 h 144924"/>
                <a:gd name="connsiteX21" fmla="*/ 52303 w 70476"/>
                <a:gd name="connsiteY21" fmla="*/ 56649 h 144924"/>
                <a:gd name="connsiteX22" fmla="*/ 36145 w 70476"/>
                <a:gd name="connsiteY22" fmla="*/ 119070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109"/>
                  </a:moveTo>
                  <a:cubicBezTo>
                    <a:pt x="70696" y="2930"/>
                    <a:pt x="68289" y="85"/>
                    <a:pt x="64164" y="85"/>
                  </a:cubicBezTo>
                  <a:cubicBezTo>
                    <a:pt x="60210" y="85"/>
                    <a:pt x="55054" y="3934"/>
                    <a:pt x="55054" y="8954"/>
                  </a:cubicBezTo>
                  <a:cubicBezTo>
                    <a:pt x="55054" y="12301"/>
                    <a:pt x="57460" y="14979"/>
                    <a:pt x="61414" y="14979"/>
                  </a:cubicBezTo>
                  <a:cubicBezTo>
                    <a:pt x="66055" y="14979"/>
                    <a:pt x="70696" y="10628"/>
                    <a:pt x="70696" y="6109"/>
                  </a:cubicBezTo>
                  <a:close/>
                  <a:moveTo>
                    <a:pt x="36145" y="119070"/>
                  </a:moveTo>
                  <a:cubicBezTo>
                    <a:pt x="32879" y="131789"/>
                    <a:pt x="24628" y="141328"/>
                    <a:pt x="15002" y="141328"/>
                  </a:cubicBezTo>
                  <a:cubicBezTo>
                    <a:pt x="13971" y="141328"/>
                    <a:pt x="11393" y="141328"/>
                    <a:pt x="8299" y="139822"/>
                  </a:cubicBezTo>
                  <a:cubicBezTo>
                    <a:pt x="13455" y="138650"/>
                    <a:pt x="16034" y="134299"/>
                    <a:pt x="16034" y="130952"/>
                  </a:cubicBezTo>
                  <a:cubicBezTo>
                    <a:pt x="16034" y="128275"/>
                    <a:pt x="14143" y="125095"/>
                    <a:pt x="9502" y="125095"/>
                  </a:cubicBezTo>
                  <a:cubicBezTo>
                    <a:pt x="5205" y="125095"/>
                    <a:pt x="220" y="128609"/>
                    <a:pt x="220" y="134634"/>
                  </a:cubicBezTo>
                  <a:cubicBezTo>
                    <a:pt x="220" y="141328"/>
                    <a:pt x="7095" y="145009"/>
                    <a:pt x="15346" y="145009"/>
                  </a:cubicBezTo>
                  <a:cubicBezTo>
                    <a:pt x="27379" y="145009"/>
                    <a:pt x="43365" y="136140"/>
                    <a:pt x="47662" y="119572"/>
                  </a:cubicBezTo>
                  <a:lnTo>
                    <a:pt x="63476" y="58322"/>
                  </a:lnTo>
                  <a:cubicBezTo>
                    <a:pt x="64336" y="54975"/>
                    <a:pt x="64336" y="52633"/>
                    <a:pt x="64336" y="52131"/>
                  </a:cubicBezTo>
                  <a:cubicBezTo>
                    <a:pt x="64336" y="42592"/>
                    <a:pt x="57116" y="36734"/>
                    <a:pt x="48522" y="36734"/>
                  </a:cubicBezTo>
                  <a:cubicBezTo>
                    <a:pt x="30989" y="36734"/>
                    <a:pt x="21191" y="61000"/>
                    <a:pt x="21191" y="62506"/>
                  </a:cubicBezTo>
                  <a:cubicBezTo>
                    <a:pt x="21191" y="64180"/>
                    <a:pt x="22910" y="64180"/>
                    <a:pt x="23253" y="64180"/>
                  </a:cubicBezTo>
                  <a:cubicBezTo>
                    <a:pt x="24800" y="64180"/>
                    <a:pt x="24972" y="64012"/>
                    <a:pt x="26347" y="60833"/>
                  </a:cubicBezTo>
                  <a:cubicBezTo>
                    <a:pt x="30645" y="50624"/>
                    <a:pt x="38552" y="40416"/>
                    <a:pt x="48006" y="40416"/>
                  </a:cubicBezTo>
                  <a:cubicBezTo>
                    <a:pt x="50412" y="40416"/>
                    <a:pt x="53506" y="41085"/>
                    <a:pt x="53506" y="48114"/>
                  </a:cubicBezTo>
                  <a:cubicBezTo>
                    <a:pt x="53506" y="51963"/>
                    <a:pt x="52991" y="53804"/>
                    <a:pt x="52303" y="56649"/>
                  </a:cubicBezTo>
                  <a:lnTo>
                    <a:pt x="36145" y="1190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8" name="Freeform: Shape 2267">
              <a:extLst>
                <a:ext uri="{FF2B5EF4-FFF2-40B4-BE49-F238E27FC236}">
                  <a16:creationId xmlns:a16="http://schemas.microsoft.com/office/drawing/2014/main" id="{E65BC6F8-A842-7648-616E-9E00B7C4BD8F}"/>
                </a:ext>
              </a:extLst>
            </p:cNvPr>
            <p:cNvSpPr/>
            <p:nvPr>
              <p:custDataLst>
                <p:tags r:id="rId23"/>
              </p:custDataLst>
            </p:nvPr>
          </p:nvSpPr>
          <p:spPr>
            <a:xfrm>
              <a:off x="10878713" y="5555267"/>
              <a:ext cx="39879" cy="167349"/>
            </a:xfrm>
            <a:custGeom>
              <a:avLst/>
              <a:gdLst>
                <a:gd name="connsiteX0" fmla="*/ 40104 w 39879"/>
                <a:gd name="connsiteY0" fmla="*/ 83760 h 167349"/>
                <a:gd name="connsiteX1" fmla="*/ 28759 w 39879"/>
                <a:gd name="connsiteY1" fmla="*/ 31547 h 167349"/>
                <a:gd name="connsiteX2" fmla="*/ 1943 w 39879"/>
                <a:gd name="connsiteY2" fmla="*/ 85 h 167349"/>
                <a:gd name="connsiteX3" fmla="*/ 224 w 39879"/>
                <a:gd name="connsiteY3" fmla="*/ 1758 h 167349"/>
                <a:gd name="connsiteX4" fmla="*/ 3490 w 39879"/>
                <a:gd name="connsiteY4" fmla="*/ 5607 h 167349"/>
                <a:gd name="connsiteX5" fmla="*/ 30134 w 39879"/>
                <a:gd name="connsiteY5" fmla="*/ 83760 h 167349"/>
                <a:gd name="connsiteX6" fmla="*/ 2459 w 39879"/>
                <a:gd name="connsiteY6" fmla="*/ 162916 h 167349"/>
                <a:gd name="connsiteX7" fmla="*/ 224 w 39879"/>
                <a:gd name="connsiteY7" fmla="*/ 165761 h 167349"/>
                <a:gd name="connsiteX8" fmla="*/ 1943 w 39879"/>
                <a:gd name="connsiteY8" fmla="*/ 167434 h 167349"/>
                <a:gd name="connsiteX9" fmla="*/ 29274 w 39879"/>
                <a:gd name="connsiteY9" fmla="*/ 134801 h 167349"/>
                <a:gd name="connsiteX10" fmla="*/ 40104 w 39879"/>
                <a:gd name="connsiteY10" fmla="*/ 83760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60"/>
                  </a:moveTo>
                  <a:cubicBezTo>
                    <a:pt x="40104" y="70706"/>
                    <a:pt x="38213" y="50457"/>
                    <a:pt x="28759" y="31547"/>
                  </a:cubicBezTo>
                  <a:cubicBezTo>
                    <a:pt x="18445" y="10963"/>
                    <a:pt x="3662" y="85"/>
                    <a:pt x="1943" y="85"/>
                  </a:cubicBezTo>
                  <a:cubicBezTo>
                    <a:pt x="912" y="85"/>
                    <a:pt x="224" y="754"/>
                    <a:pt x="224" y="1758"/>
                  </a:cubicBezTo>
                  <a:cubicBezTo>
                    <a:pt x="224" y="2260"/>
                    <a:pt x="224" y="2595"/>
                    <a:pt x="3490" y="5607"/>
                  </a:cubicBezTo>
                  <a:cubicBezTo>
                    <a:pt x="20336" y="22175"/>
                    <a:pt x="30134" y="48784"/>
                    <a:pt x="30134" y="83760"/>
                  </a:cubicBezTo>
                  <a:cubicBezTo>
                    <a:pt x="30134" y="112376"/>
                    <a:pt x="23774" y="141830"/>
                    <a:pt x="2459" y="162916"/>
                  </a:cubicBezTo>
                  <a:cubicBezTo>
                    <a:pt x="224" y="164924"/>
                    <a:pt x="224" y="165259"/>
                    <a:pt x="224" y="165761"/>
                  </a:cubicBezTo>
                  <a:cubicBezTo>
                    <a:pt x="224" y="166765"/>
                    <a:pt x="912" y="167434"/>
                    <a:pt x="1943" y="167434"/>
                  </a:cubicBezTo>
                  <a:cubicBezTo>
                    <a:pt x="3662" y="167434"/>
                    <a:pt x="19133" y="156055"/>
                    <a:pt x="29274" y="134801"/>
                  </a:cubicBezTo>
                  <a:cubicBezTo>
                    <a:pt x="38041" y="116393"/>
                    <a:pt x="40104" y="97817"/>
                    <a:pt x="40104" y="8376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69" name="Freeform: Shape 2268">
              <a:extLst>
                <a:ext uri="{FF2B5EF4-FFF2-40B4-BE49-F238E27FC236}">
                  <a16:creationId xmlns:a16="http://schemas.microsoft.com/office/drawing/2014/main" id="{11B9DF00-6770-3BB2-4146-49347077F343}"/>
                </a:ext>
              </a:extLst>
            </p:cNvPr>
            <p:cNvSpPr/>
            <p:nvPr>
              <p:custDataLst>
                <p:tags r:id="rId24"/>
              </p:custDataLst>
            </p:nvPr>
          </p:nvSpPr>
          <p:spPr>
            <a:xfrm>
              <a:off x="11013762" y="5504569"/>
              <a:ext cx="114308" cy="39159"/>
            </a:xfrm>
            <a:custGeom>
              <a:avLst/>
              <a:gdLst>
                <a:gd name="connsiteX0" fmla="*/ 108697 w 114308"/>
                <a:gd name="connsiteY0" fmla="*/ 6772 h 39159"/>
                <a:gd name="connsiteX1" fmla="*/ 114541 w 114308"/>
                <a:gd name="connsiteY1" fmla="*/ 3425 h 39159"/>
                <a:gd name="connsiteX2" fmla="*/ 108869 w 114308"/>
                <a:gd name="connsiteY2" fmla="*/ 78 h 39159"/>
                <a:gd name="connsiteX3" fmla="*/ 5905 w 114308"/>
                <a:gd name="connsiteY3" fmla="*/ 78 h 39159"/>
                <a:gd name="connsiteX4" fmla="*/ 232 w 114308"/>
                <a:gd name="connsiteY4" fmla="*/ 3425 h 39159"/>
                <a:gd name="connsiteX5" fmla="*/ 6077 w 114308"/>
                <a:gd name="connsiteY5" fmla="*/ 6772 h 39159"/>
                <a:gd name="connsiteX6" fmla="*/ 108697 w 114308"/>
                <a:gd name="connsiteY6" fmla="*/ 6772 h 39159"/>
                <a:gd name="connsiteX7" fmla="*/ 108869 w 114308"/>
                <a:gd name="connsiteY7" fmla="*/ 39238 h 39159"/>
                <a:gd name="connsiteX8" fmla="*/ 114541 w 114308"/>
                <a:gd name="connsiteY8" fmla="*/ 35891 h 39159"/>
                <a:gd name="connsiteX9" fmla="*/ 108697 w 114308"/>
                <a:gd name="connsiteY9" fmla="*/ 32544 h 39159"/>
                <a:gd name="connsiteX10" fmla="*/ 6077 w 114308"/>
                <a:gd name="connsiteY10" fmla="*/ 32544 h 39159"/>
                <a:gd name="connsiteX11" fmla="*/ 232 w 114308"/>
                <a:gd name="connsiteY11" fmla="*/ 35891 h 39159"/>
                <a:gd name="connsiteX12" fmla="*/ 5905 w 114308"/>
                <a:gd name="connsiteY12" fmla="*/ 39238 h 39159"/>
                <a:gd name="connsiteX13" fmla="*/ 108869 w 114308"/>
                <a:gd name="connsiteY13" fmla="*/ 39238 h 3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308" h="39159">
                  <a:moveTo>
                    <a:pt x="108697" y="6772"/>
                  </a:moveTo>
                  <a:cubicBezTo>
                    <a:pt x="111275" y="6772"/>
                    <a:pt x="114541" y="6772"/>
                    <a:pt x="114541" y="3425"/>
                  </a:cubicBezTo>
                  <a:cubicBezTo>
                    <a:pt x="114541" y="78"/>
                    <a:pt x="111275" y="78"/>
                    <a:pt x="108869" y="78"/>
                  </a:cubicBezTo>
                  <a:lnTo>
                    <a:pt x="5905" y="78"/>
                  </a:lnTo>
                  <a:cubicBezTo>
                    <a:pt x="3498" y="78"/>
                    <a:pt x="232" y="78"/>
                    <a:pt x="232" y="3425"/>
                  </a:cubicBezTo>
                  <a:cubicBezTo>
                    <a:pt x="232" y="6772"/>
                    <a:pt x="3498" y="6772"/>
                    <a:pt x="6077" y="6772"/>
                  </a:cubicBezTo>
                  <a:lnTo>
                    <a:pt x="108697" y="6772"/>
                  </a:lnTo>
                  <a:close/>
                  <a:moveTo>
                    <a:pt x="108869" y="39238"/>
                  </a:moveTo>
                  <a:cubicBezTo>
                    <a:pt x="111275" y="39238"/>
                    <a:pt x="114541" y="39238"/>
                    <a:pt x="114541" y="35891"/>
                  </a:cubicBezTo>
                  <a:cubicBezTo>
                    <a:pt x="114541" y="32544"/>
                    <a:pt x="111275" y="32544"/>
                    <a:pt x="108697" y="32544"/>
                  </a:cubicBezTo>
                  <a:lnTo>
                    <a:pt x="6077" y="32544"/>
                  </a:lnTo>
                  <a:cubicBezTo>
                    <a:pt x="3498" y="32544"/>
                    <a:pt x="232" y="32544"/>
                    <a:pt x="232" y="35891"/>
                  </a:cubicBezTo>
                  <a:cubicBezTo>
                    <a:pt x="232" y="39238"/>
                    <a:pt x="3498" y="39238"/>
                    <a:pt x="5905" y="39238"/>
                  </a:cubicBezTo>
                  <a:lnTo>
                    <a:pt x="108869" y="392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0" name="Freeform: Shape 2269">
              <a:extLst>
                <a:ext uri="{FF2B5EF4-FFF2-40B4-BE49-F238E27FC236}">
                  <a16:creationId xmlns:a16="http://schemas.microsoft.com/office/drawing/2014/main" id="{36D9AF93-0B20-9EDB-BBF7-559769C6A433}"/>
                </a:ext>
              </a:extLst>
            </p:cNvPr>
            <p:cNvSpPr/>
            <p:nvPr>
              <p:custDataLst>
                <p:tags r:id="rId25"/>
              </p:custDataLst>
            </p:nvPr>
          </p:nvSpPr>
          <p:spPr>
            <a:xfrm>
              <a:off x="11193485" y="5492017"/>
              <a:ext cx="66006" cy="75809"/>
            </a:xfrm>
            <a:custGeom>
              <a:avLst/>
              <a:gdLst>
                <a:gd name="connsiteX0" fmla="*/ 24480 w 66006"/>
                <a:gd name="connsiteY0" fmla="*/ 35389 h 75809"/>
                <a:gd name="connsiteX1" fmla="*/ 50779 w 66006"/>
                <a:gd name="connsiteY1" fmla="*/ 31540 h 75809"/>
                <a:gd name="connsiteX2" fmla="*/ 63671 w 66006"/>
                <a:gd name="connsiteY2" fmla="*/ 14303 h 75809"/>
                <a:gd name="connsiteX3" fmla="*/ 45279 w 66006"/>
                <a:gd name="connsiteY3" fmla="*/ 78 h 75809"/>
                <a:gd name="connsiteX4" fmla="*/ 243 w 66006"/>
                <a:gd name="connsiteY4" fmla="*/ 45597 h 75809"/>
                <a:gd name="connsiteX5" fmla="*/ 27230 w 66006"/>
                <a:gd name="connsiteY5" fmla="*/ 75887 h 75809"/>
                <a:gd name="connsiteX6" fmla="*/ 66250 w 66006"/>
                <a:gd name="connsiteY6" fmla="*/ 56140 h 75809"/>
                <a:gd name="connsiteX7" fmla="*/ 64187 w 66006"/>
                <a:gd name="connsiteY7" fmla="*/ 53965 h 75809"/>
                <a:gd name="connsiteX8" fmla="*/ 61952 w 66006"/>
                <a:gd name="connsiteY8" fmla="*/ 55638 h 75809"/>
                <a:gd name="connsiteX9" fmla="*/ 27574 w 66006"/>
                <a:gd name="connsiteY9" fmla="*/ 72206 h 75809"/>
                <a:gd name="connsiteX10" fmla="*/ 12619 w 66006"/>
                <a:gd name="connsiteY10" fmla="*/ 52793 h 75809"/>
                <a:gd name="connsiteX11" fmla="*/ 15369 w 66006"/>
                <a:gd name="connsiteY11" fmla="*/ 35389 h 75809"/>
                <a:gd name="connsiteX12" fmla="*/ 24480 w 66006"/>
                <a:gd name="connsiteY12" fmla="*/ 35389 h 75809"/>
                <a:gd name="connsiteX13" fmla="*/ 16401 w 66006"/>
                <a:gd name="connsiteY13" fmla="*/ 31707 h 75809"/>
                <a:gd name="connsiteX14" fmla="*/ 45279 w 66006"/>
                <a:gd name="connsiteY14" fmla="*/ 3760 h 75809"/>
                <a:gd name="connsiteX15" fmla="*/ 57999 w 66006"/>
                <a:gd name="connsiteY15" fmla="*/ 14303 h 75809"/>
                <a:gd name="connsiteX16" fmla="*/ 23448 w 66006"/>
                <a:gd name="connsiteY16" fmla="*/ 31707 h 75809"/>
                <a:gd name="connsiteX17" fmla="*/ 16401 w 66006"/>
                <a:gd name="connsiteY17" fmla="*/ 31707 h 75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006" h="75809">
                  <a:moveTo>
                    <a:pt x="24480" y="35389"/>
                  </a:moveTo>
                  <a:cubicBezTo>
                    <a:pt x="29465" y="35389"/>
                    <a:pt x="42185" y="35054"/>
                    <a:pt x="50779" y="31540"/>
                  </a:cubicBezTo>
                  <a:cubicBezTo>
                    <a:pt x="62812" y="26519"/>
                    <a:pt x="63671" y="16646"/>
                    <a:pt x="63671" y="14303"/>
                  </a:cubicBezTo>
                  <a:cubicBezTo>
                    <a:pt x="63671" y="6939"/>
                    <a:pt x="57139" y="78"/>
                    <a:pt x="45279" y="78"/>
                  </a:cubicBezTo>
                  <a:cubicBezTo>
                    <a:pt x="26199" y="78"/>
                    <a:pt x="243" y="16311"/>
                    <a:pt x="243" y="45597"/>
                  </a:cubicBezTo>
                  <a:cubicBezTo>
                    <a:pt x="243" y="62667"/>
                    <a:pt x="10384" y="75887"/>
                    <a:pt x="27230" y="75887"/>
                  </a:cubicBezTo>
                  <a:cubicBezTo>
                    <a:pt x="51811" y="75887"/>
                    <a:pt x="66250" y="58148"/>
                    <a:pt x="66250" y="56140"/>
                  </a:cubicBezTo>
                  <a:cubicBezTo>
                    <a:pt x="66250" y="55136"/>
                    <a:pt x="65218" y="53965"/>
                    <a:pt x="64187" y="53965"/>
                  </a:cubicBezTo>
                  <a:cubicBezTo>
                    <a:pt x="63327" y="53965"/>
                    <a:pt x="62984" y="54299"/>
                    <a:pt x="61952" y="55638"/>
                  </a:cubicBezTo>
                  <a:cubicBezTo>
                    <a:pt x="48373" y="72206"/>
                    <a:pt x="29636" y="72206"/>
                    <a:pt x="27574" y="72206"/>
                  </a:cubicBezTo>
                  <a:cubicBezTo>
                    <a:pt x="14166" y="72206"/>
                    <a:pt x="12619" y="58148"/>
                    <a:pt x="12619" y="52793"/>
                  </a:cubicBezTo>
                  <a:cubicBezTo>
                    <a:pt x="12619" y="50785"/>
                    <a:pt x="12791" y="45597"/>
                    <a:pt x="15369" y="35389"/>
                  </a:cubicBezTo>
                  <a:lnTo>
                    <a:pt x="24480" y="35389"/>
                  </a:lnTo>
                  <a:close/>
                  <a:moveTo>
                    <a:pt x="16401" y="31707"/>
                  </a:moveTo>
                  <a:cubicBezTo>
                    <a:pt x="23104" y="6270"/>
                    <a:pt x="40809" y="3760"/>
                    <a:pt x="45279" y="3760"/>
                  </a:cubicBezTo>
                  <a:cubicBezTo>
                    <a:pt x="53358" y="3760"/>
                    <a:pt x="57999" y="8613"/>
                    <a:pt x="57999" y="14303"/>
                  </a:cubicBezTo>
                  <a:cubicBezTo>
                    <a:pt x="57999" y="31707"/>
                    <a:pt x="30496" y="31707"/>
                    <a:pt x="23448" y="31707"/>
                  </a:cubicBezTo>
                  <a:lnTo>
                    <a:pt x="16401" y="317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1" name="Freeform: Shape 2270">
              <a:extLst>
                <a:ext uri="{FF2B5EF4-FFF2-40B4-BE49-F238E27FC236}">
                  <a16:creationId xmlns:a16="http://schemas.microsoft.com/office/drawing/2014/main" id="{2263699E-1ADF-9BD1-871E-6F4715B040B4}"/>
                </a:ext>
              </a:extLst>
            </p:cNvPr>
            <p:cNvSpPr/>
            <p:nvPr>
              <p:custDataLst>
                <p:tags r:id="rId26"/>
              </p:custDataLst>
            </p:nvPr>
          </p:nvSpPr>
          <p:spPr>
            <a:xfrm>
              <a:off x="11279454" y="5409030"/>
              <a:ext cx="31284" cy="117027"/>
            </a:xfrm>
            <a:custGeom>
              <a:avLst/>
              <a:gdLst>
                <a:gd name="connsiteX0" fmla="*/ 29125 w 31284"/>
                <a:gd name="connsiteY0" fmla="*/ 74 h 117027"/>
                <a:gd name="connsiteX1" fmla="*/ 247 w 31284"/>
                <a:gd name="connsiteY1" fmla="*/ 58529 h 117027"/>
                <a:gd name="connsiteX2" fmla="*/ 29125 w 31284"/>
                <a:gd name="connsiteY2" fmla="*/ 117101 h 117027"/>
                <a:gd name="connsiteX3" fmla="*/ 31532 w 31284"/>
                <a:gd name="connsiteY3" fmla="*/ 115696 h 117027"/>
                <a:gd name="connsiteX4" fmla="*/ 30329 w 31284"/>
                <a:gd name="connsiteY4" fmla="*/ 113938 h 117027"/>
                <a:gd name="connsiteX5" fmla="*/ 8429 w 31284"/>
                <a:gd name="connsiteY5" fmla="*/ 58646 h 117027"/>
                <a:gd name="connsiteX6" fmla="*/ 30690 w 31284"/>
                <a:gd name="connsiteY6" fmla="*/ 2885 h 117027"/>
                <a:gd name="connsiteX7" fmla="*/ 31532 w 31284"/>
                <a:gd name="connsiteY7" fmla="*/ 1480 h 117027"/>
                <a:gd name="connsiteX8" fmla="*/ 29125 w 31284"/>
                <a:gd name="connsiteY8"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284" h="117027">
                  <a:moveTo>
                    <a:pt x="29125" y="74"/>
                  </a:moveTo>
                  <a:cubicBezTo>
                    <a:pt x="6264" y="15771"/>
                    <a:pt x="247" y="40606"/>
                    <a:pt x="247" y="58529"/>
                  </a:cubicBezTo>
                  <a:cubicBezTo>
                    <a:pt x="247" y="75046"/>
                    <a:pt x="5301" y="100701"/>
                    <a:pt x="29125" y="117101"/>
                  </a:cubicBezTo>
                  <a:cubicBezTo>
                    <a:pt x="30088" y="117101"/>
                    <a:pt x="31532" y="117101"/>
                    <a:pt x="31532" y="115696"/>
                  </a:cubicBezTo>
                  <a:cubicBezTo>
                    <a:pt x="31532" y="114993"/>
                    <a:pt x="31171" y="114758"/>
                    <a:pt x="30329" y="113938"/>
                  </a:cubicBezTo>
                  <a:cubicBezTo>
                    <a:pt x="14325" y="99881"/>
                    <a:pt x="8429" y="79967"/>
                    <a:pt x="8429" y="58646"/>
                  </a:cubicBezTo>
                  <a:cubicBezTo>
                    <a:pt x="8429" y="27017"/>
                    <a:pt x="20823" y="11554"/>
                    <a:pt x="30690" y="2885"/>
                  </a:cubicBezTo>
                  <a:cubicBezTo>
                    <a:pt x="31171" y="2417"/>
                    <a:pt x="31532" y="2065"/>
                    <a:pt x="31532" y="1480"/>
                  </a:cubicBezTo>
                  <a:cubicBezTo>
                    <a:pt x="31532" y="74"/>
                    <a:pt x="30088" y="74"/>
                    <a:pt x="2912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2" name="Freeform: Shape 2271">
              <a:extLst>
                <a:ext uri="{FF2B5EF4-FFF2-40B4-BE49-F238E27FC236}">
                  <a16:creationId xmlns:a16="http://schemas.microsoft.com/office/drawing/2014/main" id="{38CB3DC2-AA7A-0435-D02C-FD046F254717}"/>
                </a:ext>
              </a:extLst>
            </p:cNvPr>
            <p:cNvSpPr/>
            <p:nvPr>
              <p:custDataLst>
                <p:tags r:id="rId27"/>
              </p:custDataLst>
            </p:nvPr>
          </p:nvSpPr>
          <p:spPr>
            <a:xfrm>
              <a:off x="11325349" y="5445228"/>
              <a:ext cx="71713" cy="76729"/>
            </a:xfrm>
            <a:custGeom>
              <a:avLst/>
              <a:gdLst>
                <a:gd name="connsiteX0" fmla="*/ 732 w 71713"/>
                <a:gd name="connsiteY0" fmla="*/ 70595 h 76729"/>
                <a:gd name="connsiteX1" fmla="*/ 250 w 71713"/>
                <a:gd name="connsiteY1" fmla="*/ 73055 h 76729"/>
                <a:gd name="connsiteX2" fmla="*/ 4342 w 71713"/>
                <a:gd name="connsiteY2" fmla="*/ 76804 h 76729"/>
                <a:gd name="connsiteX3" fmla="*/ 10117 w 71713"/>
                <a:gd name="connsiteY3" fmla="*/ 70946 h 76729"/>
                <a:gd name="connsiteX4" fmla="*/ 15652 w 71713"/>
                <a:gd name="connsiteY4" fmla="*/ 49509 h 76729"/>
                <a:gd name="connsiteX5" fmla="*/ 28527 w 71713"/>
                <a:gd name="connsiteY5" fmla="*/ 52906 h 76729"/>
                <a:gd name="connsiteX6" fmla="*/ 45854 w 71713"/>
                <a:gd name="connsiteY6" fmla="*/ 44472 h 76729"/>
                <a:gd name="connsiteX7" fmla="*/ 58247 w 71713"/>
                <a:gd name="connsiteY7" fmla="*/ 52906 h 76729"/>
                <a:gd name="connsiteX8" fmla="*/ 67753 w 71713"/>
                <a:gd name="connsiteY8" fmla="*/ 46697 h 76729"/>
                <a:gd name="connsiteX9" fmla="*/ 71964 w 71713"/>
                <a:gd name="connsiteY9" fmla="*/ 34983 h 76729"/>
                <a:gd name="connsiteX10" fmla="*/ 70039 w 71713"/>
                <a:gd name="connsiteY10" fmla="*/ 33460 h 76729"/>
                <a:gd name="connsiteX11" fmla="*/ 67392 w 71713"/>
                <a:gd name="connsiteY11" fmla="*/ 37092 h 76729"/>
                <a:gd name="connsiteX12" fmla="*/ 58608 w 71713"/>
                <a:gd name="connsiteY12" fmla="*/ 49626 h 76729"/>
                <a:gd name="connsiteX13" fmla="*/ 54637 w 71713"/>
                <a:gd name="connsiteY13" fmla="*/ 43886 h 76729"/>
                <a:gd name="connsiteX14" fmla="*/ 56442 w 71713"/>
                <a:gd name="connsiteY14" fmla="*/ 34632 h 76729"/>
                <a:gd name="connsiteX15" fmla="*/ 59089 w 71713"/>
                <a:gd name="connsiteY15" fmla="*/ 24089 h 76729"/>
                <a:gd name="connsiteX16" fmla="*/ 61857 w 71713"/>
                <a:gd name="connsiteY16" fmla="*/ 13663 h 76729"/>
                <a:gd name="connsiteX17" fmla="*/ 63902 w 71713"/>
                <a:gd name="connsiteY17" fmla="*/ 4994 h 76729"/>
                <a:gd name="connsiteX18" fmla="*/ 59932 w 71713"/>
                <a:gd name="connsiteY18" fmla="*/ 1245 h 76729"/>
                <a:gd name="connsiteX19" fmla="*/ 54998 w 71713"/>
                <a:gd name="connsiteY19" fmla="*/ 4057 h 76729"/>
                <a:gd name="connsiteX20" fmla="*/ 53073 w 71713"/>
                <a:gd name="connsiteY20" fmla="*/ 10851 h 76729"/>
                <a:gd name="connsiteX21" fmla="*/ 50546 w 71713"/>
                <a:gd name="connsiteY21" fmla="*/ 20574 h 76729"/>
                <a:gd name="connsiteX22" fmla="*/ 46816 w 71713"/>
                <a:gd name="connsiteY22" fmla="*/ 35217 h 76729"/>
                <a:gd name="connsiteX23" fmla="*/ 44891 w 71713"/>
                <a:gd name="connsiteY23" fmla="*/ 39903 h 76729"/>
                <a:gd name="connsiteX24" fmla="*/ 29008 w 71713"/>
                <a:gd name="connsiteY24" fmla="*/ 49626 h 76729"/>
                <a:gd name="connsiteX25" fmla="*/ 19142 w 71713"/>
                <a:gd name="connsiteY25" fmla="*/ 39200 h 76729"/>
                <a:gd name="connsiteX26" fmla="*/ 21187 w 71713"/>
                <a:gd name="connsiteY26" fmla="*/ 28306 h 76729"/>
                <a:gd name="connsiteX27" fmla="*/ 23834 w 71713"/>
                <a:gd name="connsiteY27" fmla="*/ 17763 h 76729"/>
                <a:gd name="connsiteX28" fmla="*/ 25519 w 71713"/>
                <a:gd name="connsiteY28" fmla="*/ 11203 h 76729"/>
                <a:gd name="connsiteX29" fmla="*/ 27324 w 71713"/>
                <a:gd name="connsiteY29" fmla="*/ 3822 h 76729"/>
                <a:gd name="connsiteX30" fmla="*/ 23233 w 71713"/>
                <a:gd name="connsiteY30" fmla="*/ 74 h 76729"/>
                <a:gd name="connsiteX31" fmla="*/ 17457 w 71713"/>
                <a:gd name="connsiteY31" fmla="*/ 5580 h 76729"/>
                <a:gd name="connsiteX32" fmla="*/ 732 w 71713"/>
                <a:gd name="connsiteY32" fmla="*/ 70595 h 7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1713" h="76729">
                  <a:moveTo>
                    <a:pt x="732" y="70595"/>
                  </a:moveTo>
                  <a:cubicBezTo>
                    <a:pt x="250" y="72352"/>
                    <a:pt x="250" y="72938"/>
                    <a:pt x="250" y="73055"/>
                  </a:cubicBezTo>
                  <a:cubicBezTo>
                    <a:pt x="250" y="75632"/>
                    <a:pt x="2416" y="76804"/>
                    <a:pt x="4342" y="76804"/>
                  </a:cubicBezTo>
                  <a:cubicBezTo>
                    <a:pt x="8673" y="76804"/>
                    <a:pt x="9636" y="72938"/>
                    <a:pt x="10117" y="70946"/>
                  </a:cubicBezTo>
                  <a:cubicBezTo>
                    <a:pt x="10358" y="70361"/>
                    <a:pt x="12764" y="60989"/>
                    <a:pt x="15652" y="49509"/>
                  </a:cubicBezTo>
                  <a:cubicBezTo>
                    <a:pt x="19382" y="51969"/>
                    <a:pt x="24195" y="52906"/>
                    <a:pt x="28527" y="52906"/>
                  </a:cubicBezTo>
                  <a:cubicBezTo>
                    <a:pt x="38875" y="52906"/>
                    <a:pt x="45613" y="44706"/>
                    <a:pt x="45854" y="44472"/>
                  </a:cubicBezTo>
                  <a:cubicBezTo>
                    <a:pt x="48140" y="52555"/>
                    <a:pt x="56442" y="52906"/>
                    <a:pt x="58247" y="52906"/>
                  </a:cubicBezTo>
                  <a:cubicBezTo>
                    <a:pt x="62579" y="52906"/>
                    <a:pt x="65587" y="50329"/>
                    <a:pt x="67753" y="46697"/>
                  </a:cubicBezTo>
                  <a:cubicBezTo>
                    <a:pt x="70400" y="42129"/>
                    <a:pt x="71964" y="35452"/>
                    <a:pt x="71964" y="34983"/>
                  </a:cubicBezTo>
                  <a:cubicBezTo>
                    <a:pt x="71964" y="33460"/>
                    <a:pt x="70400" y="33460"/>
                    <a:pt x="70039" y="33460"/>
                  </a:cubicBezTo>
                  <a:cubicBezTo>
                    <a:pt x="68354" y="33460"/>
                    <a:pt x="68234" y="33929"/>
                    <a:pt x="67392" y="37092"/>
                  </a:cubicBezTo>
                  <a:cubicBezTo>
                    <a:pt x="65948" y="42715"/>
                    <a:pt x="63662" y="49626"/>
                    <a:pt x="58608" y="49626"/>
                  </a:cubicBezTo>
                  <a:cubicBezTo>
                    <a:pt x="55480" y="49626"/>
                    <a:pt x="54637" y="47049"/>
                    <a:pt x="54637" y="43886"/>
                  </a:cubicBezTo>
                  <a:cubicBezTo>
                    <a:pt x="54637" y="41895"/>
                    <a:pt x="55600" y="37677"/>
                    <a:pt x="56442" y="34632"/>
                  </a:cubicBezTo>
                  <a:cubicBezTo>
                    <a:pt x="57285" y="31469"/>
                    <a:pt x="58488" y="26666"/>
                    <a:pt x="59089" y="24089"/>
                  </a:cubicBezTo>
                  <a:lnTo>
                    <a:pt x="61857" y="13663"/>
                  </a:lnTo>
                  <a:cubicBezTo>
                    <a:pt x="62579" y="10734"/>
                    <a:pt x="63902" y="5580"/>
                    <a:pt x="63902" y="4994"/>
                  </a:cubicBezTo>
                  <a:cubicBezTo>
                    <a:pt x="63902" y="2651"/>
                    <a:pt x="61977" y="1245"/>
                    <a:pt x="59932" y="1245"/>
                  </a:cubicBezTo>
                  <a:cubicBezTo>
                    <a:pt x="58608" y="1245"/>
                    <a:pt x="56322" y="1831"/>
                    <a:pt x="54998" y="4057"/>
                  </a:cubicBezTo>
                  <a:cubicBezTo>
                    <a:pt x="54637" y="4760"/>
                    <a:pt x="53675" y="8508"/>
                    <a:pt x="53073" y="10851"/>
                  </a:cubicBezTo>
                  <a:lnTo>
                    <a:pt x="50546" y="20574"/>
                  </a:lnTo>
                  <a:lnTo>
                    <a:pt x="46816" y="35217"/>
                  </a:lnTo>
                  <a:cubicBezTo>
                    <a:pt x="45974" y="38146"/>
                    <a:pt x="45974" y="38380"/>
                    <a:pt x="44891" y="39903"/>
                  </a:cubicBezTo>
                  <a:cubicBezTo>
                    <a:pt x="41161" y="45057"/>
                    <a:pt x="35867" y="49626"/>
                    <a:pt x="29008" y="49626"/>
                  </a:cubicBezTo>
                  <a:cubicBezTo>
                    <a:pt x="19142" y="49626"/>
                    <a:pt x="19142" y="41309"/>
                    <a:pt x="19142" y="39200"/>
                  </a:cubicBezTo>
                  <a:cubicBezTo>
                    <a:pt x="19142" y="36154"/>
                    <a:pt x="19502" y="34632"/>
                    <a:pt x="21187" y="28306"/>
                  </a:cubicBezTo>
                  <a:cubicBezTo>
                    <a:pt x="22390" y="23151"/>
                    <a:pt x="22631" y="22331"/>
                    <a:pt x="23834" y="17763"/>
                  </a:cubicBezTo>
                  <a:lnTo>
                    <a:pt x="25519" y="11203"/>
                  </a:lnTo>
                  <a:cubicBezTo>
                    <a:pt x="26120" y="8743"/>
                    <a:pt x="27324" y="4291"/>
                    <a:pt x="27324" y="3822"/>
                  </a:cubicBezTo>
                  <a:cubicBezTo>
                    <a:pt x="27324" y="1714"/>
                    <a:pt x="25639" y="74"/>
                    <a:pt x="23233" y="74"/>
                  </a:cubicBezTo>
                  <a:cubicBezTo>
                    <a:pt x="18901" y="74"/>
                    <a:pt x="17818" y="4174"/>
                    <a:pt x="17457" y="5580"/>
                  </a:cubicBezTo>
                  <a:lnTo>
                    <a:pt x="732" y="705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3" name="Freeform: Shape 2272">
              <a:extLst>
                <a:ext uri="{FF2B5EF4-FFF2-40B4-BE49-F238E27FC236}">
                  <a16:creationId xmlns:a16="http://schemas.microsoft.com/office/drawing/2014/main" id="{D5D56D45-4B64-F213-8CBE-063D01CAB1A5}"/>
                </a:ext>
              </a:extLst>
            </p:cNvPr>
            <p:cNvSpPr/>
            <p:nvPr>
              <p:custDataLst>
                <p:tags r:id="rId28"/>
              </p:custDataLst>
            </p:nvPr>
          </p:nvSpPr>
          <p:spPr>
            <a:xfrm>
              <a:off x="11406093" y="5457812"/>
              <a:ext cx="40652" cy="72964"/>
            </a:xfrm>
            <a:custGeom>
              <a:avLst/>
              <a:gdLst>
                <a:gd name="connsiteX0" fmla="*/ 40908 w 40652"/>
                <a:gd name="connsiteY0" fmla="*/ 3673 h 72964"/>
                <a:gd name="connsiteX1" fmla="*/ 37126 w 40652"/>
                <a:gd name="connsiteY1" fmla="*/ 75 h 72964"/>
                <a:gd name="connsiteX2" fmla="*/ 31798 w 40652"/>
                <a:gd name="connsiteY2" fmla="*/ 5095 h 72964"/>
                <a:gd name="connsiteX3" fmla="*/ 35579 w 40652"/>
                <a:gd name="connsiteY3" fmla="*/ 8693 h 72964"/>
                <a:gd name="connsiteX4" fmla="*/ 40908 w 40652"/>
                <a:gd name="connsiteY4" fmla="*/ 3673 h 72964"/>
                <a:gd name="connsiteX5" fmla="*/ 22172 w 40652"/>
                <a:gd name="connsiteY5" fmla="*/ 59651 h 72964"/>
                <a:gd name="connsiteX6" fmla="*/ 9881 w 40652"/>
                <a:gd name="connsiteY6" fmla="*/ 70194 h 72964"/>
                <a:gd name="connsiteX7" fmla="*/ 6787 w 40652"/>
                <a:gd name="connsiteY7" fmla="*/ 69776 h 72964"/>
                <a:gd name="connsiteX8" fmla="*/ 9452 w 40652"/>
                <a:gd name="connsiteY8" fmla="*/ 65341 h 72964"/>
                <a:gd name="connsiteX9" fmla="*/ 5584 w 40652"/>
                <a:gd name="connsiteY9" fmla="*/ 61910 h 72964"/>
                <a:gd name="connsiteX10" fmla="*/ 255 w 40652"/>
                <a:gd name="connsiteY10" fmla="*/ 67266 h 72964"/>
                <a:gd name="connsiteX11" fmla="*/ 9967 w 40652"/>
                <a:gd name="connsiteY11" fmla="*/ 73039 h 72964"/>
                <a:gd name="connsiteX12" fmla="*/ 29649 w 40652"/>
                <a:gd name="connsiteY12" fmla="*/ 59735 h 72964"/>
                <a:gd name="connsiteX13" fmla="*/ 37384 w 40652"/>
                <a:gd name="connsiteY13" fmla="*/ 29779 h 72964"/>
                <a:gd name="connsiteX14" fmla="*/ 37814 w 40652"/>
                <a:gd name="connsiteY14" fmla="*/ 27018 h 72964"/>
                <a:gd name="connsiteX15" fmla="*/ 27242 w 40652"/>
                <a:gd name="connsiteY15" fmla="*/ 18902 h 72964"/>
                <a:gd name="connsiteX16" fmla="*/ 10483 w 40652"/>
                <a:gd name="connsiteY16" fmla="*/ 31871 h 72964"/>
                <a:gd name="connsiteX17" fmla="*/ 12288 w 40652"/>
                <a:gd name="connsiteY17" fmla="*/ 33043 h 72964"/>
                <a:gd name="connsiteX18" fmla="*/ 14179 w 40652"/>
                <a:gd name="connsiteY18" fmla="*/ 31871 h 72964"/>
                <a:gd name="connsiteX19" fmla="*/ 26899 w 40652"/>
                <a:gd name="connsiteY19" fmla="*/ 21747 h 72964"/>
                <a:gd name="connsiteX20" fmla="*/ 30508 w 40652"/>
                <a:gd name="connsiteY20" fmla="*/ 26181 h 72964"/>
                <a:gd name="connsiteX21" fmla="*/ 30251 w 40652"/>
                <a:gd name="connsiteY21" fmla="*/ 28357 h 72964"/>
                <a:gd name="connsiteX22" fmla="*/ 22172 w 40652"/>
                <a:gd name="connsiteY22" fmla="*/ 59651 h 7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652" h="72964">
                  <a:moveTo>
                    <a:pt x="40908" y="3673"/>
                  </a:moveTo>
                  <a:cubicBezTo>
                    <a:pt x="40908" y="1748"/>
                    <a:pt x="39447" y="75"/>
                    <a:pt x="37126" y="75"/>
                  </a:cubicBezTo>
                  <a:cubicBezTo>
                    <a:pt x="34462" y="75"/>
                    <a:pt x="31798" y="2585"/>
                    <a:pt x="31798" y="5095"/>
                  </a:cubicBezTo>
                  <a:cubicBezTo>
                    <a:pt x="31798" y="7104"/>
                    <a:pt x="33431" y="8693"/>
                    <a:pt x="35579" y="8693"/>
                  </a:cubicBezTo>
                  <a:cubicBezTo>
                    <a:pt x="38501" y="8693"/>
                    <a:pt x="40908" y="6016"/>
                    <a:pt x="40908" y="3673"/>
                  </a:cubicBezTo>
                  <a:close/>
                  <a:moveTo>
                    <a:pt x="22172" y="59651"/>
                  </a:moveTo>
                  <a:cubicBezTo>
                    <a:pt x="20539" y="66011"/>
                    <a:pt x="15124" y="70194"/>
                    <a:pt x="9881" y="70194"/>
                  </a:cubicBezTo>
                  <a:cubicBezTo>
                    <a:pt x="8420" y="70194"/>
                    <a:pt x="7475" y="69943"/>
                    <a:pt x="6787" y="69776"/>
                  </a:cubicBezTo>
                  <a:cubicBezTo>
                    <a:pt x="8850" y="68604"/>
                    <a:pt x="9452" y="66429"/>
                    <a:pt x="9452" y="65341"/>
                  </a:cubicBezTo>
                  <a:cubicBezTo>
                    <a:pt x="9452" y="63919"/>
                    <a:pt x="8420" y="61910"/>
                    <a:pt x="5584" y="61910"/>
                  </a:cubicBezTo>
                  <a:cubicBezTo>
                    <a:pt x="2662" y="61910"/>
                    <a:pt x="255" y="64504"/>
                    <a:pt x="255" y="67266"/>
                  </a:cubicBezTo>
                  <a:cubicBezTo>
                    <a:pt x="255" y="70864"/>
                    <a:pt x="4123" y="73039"/>
                    <a:pt x="9967" y="73039"/>
                  </a:cubicBezTo>
                  <a:cubicBezTo>
                    <a:pt x="15812" y="73039"/>
                    <a:pt x="26985" y="70111"/>
                    <a:pt x="29649" y="59735"/>
                  </a:cubicBezTo>
                  <a:lnTo>
                    <a:pt x="37384" y="29779"/>
                  </a:lnTo>
                  <a:cubicBezTo>
                    <a:pt x="37556" y="28943"/>
                    <a:pt x="37814" y="28190"/>
                    <a:pt x="37814" y="27018"/>
                  </a:cubicBezTo>
                  <a:cubicBezTo>
                    <a:pt x="37814" y="22249"/>
                    <a:pt x="33259" y="18902"/>
                    <a:pt x="27242" y="18902"/>
                  </a:cubicBezTo>
                  <a:cubicBezTo>
                    <a:pt x="16843" y="18902"/>
                    <a:pt x="10483" y="30198"/>
                    <a:pt x="10483" y="31871"/>
                  </a:cubicBezTo>
                  <a:cubicBezTo>
                    <a:pt x="10483" y="33043"/>
                    <a:pt x="11858" y="33043"/>
                    <a:pt x="12288" y="33043"/>
                  </a:cubicBezTo>
                  <a:cubicBezTo>
                    <a:pt x="13577" y="33043"/>
                    <a:pt x="13749" y="32708"/>
                    <a:pt x="14179" y="31871"/>
                  </a:cubicBezTo>
                  <a:cubicBezTo>
                    <a:pt x="18132" y="23671"/>
                    <a:pt x="23977" y="21747"/>
                    <a:pt x="26899" y="21747"/>
                  </a:cubicBezTo>
                  <a:cubicBezTo>
                    <a:pt x="30337" y="21747"/>
                    <a:pt x="30508" y="24759"/>
                    <a:pt x="30508" y="26181"/>
                  </a:cubicBezTo>
                  <a:cubicBezTo>
                    <a:pt x="30508" y="27353"/>
                    <a:pt x="30423" y="27688"/>
                    <a:pt x="30251" y="28357"/>
                  </a:cubicBezTo>
                  <a:lnTo>
                    <a:pt x="22172" y="596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4" name="Freeform: Shape 2273">
              <a:extLst>
                <a:ext uri="{FF2B5EF4-FFF2-40B4-BE49-F238E27FC236}">
                  <a16:creationId xmlns:a16="http://schemas.microsoft.com/office/drawing/2014/main" id="{AD32F959-2987-7BD1-40E8-F9D23CD6FA89}"/>
                </a:ext>
              </a:extLst>
            </p:cNvPr>
            <p:cNvSpPr/>
            <p:nvPr>
              <p:custDataLst>
                <p:tags r:id="rId29"/>
              </p:custDataLst>
            </p:nvPr>
          </p:nvSpPr>
          <p:spPr>
            <a:xfrm>
              <a:off x="11480125" y="5464674"/>
              <a:ext cx="81339" cy="5740"/>
            </a:xfrm>
            <a:custGeom>
              <a:avLst/>
              <a:gdLst>
                <a:gd name="connsiteX0" fmla="*/ 76786 w 81339"/>
                <a:gd name="connsiteY0" fmla="*/ 5814 h 5740"/>
                <a:gd name="connsiteX1" fmla="*/ 81599 w 81339"/>
                <a:gd name="connsiteY1" fmla="*/ 3002 h 5740"/>
                <a:gd name="connsiteX2" fmla="*/ 76786 w 81339"/>
                <a:gd name="connsiteY2" fmla="*/ 74 h 5740"/>
                <a:gd name="connsiteX3" fmla="*/ 5072 w 81339"/>
                <a:gd name="connsiteY3" fmla="*/ 74 h 5740"/>
                <a:gd name="connsiteX4" fmla="*/ 259 w 81339"/>
                <a:gd name="connsiteY4" fmla="*/ 2885 h 5740"/>
                <a:gd name="connsiteX5" fmla="*/ 5072 w 81339"/>
                <a:gd name="connsiteY5" fmla="*/ 5814 h 5740"/>
                <a:gd name="connsiteX6" fmla="*/ 76786 w 81339"/>
                <a:gd name="connsiteY6" fmla="*/ 5814 h 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39" h="5740">
                  <a:moveTo>
                    <a:pt x="76786" y="5814"/>
                  </a:moveTo>
                  <a:cubicBezTo>
                    <a:pt x="78711" y="5814"/>
                    <a:pt x="81599" y="5814"/>
                    <a:pt x="81599" y="3002"/>
                  </a:cubicBezTo>
                  <a:cubicBezTo>
                    <a:pt x="81599" y="74"/>
                    <a:pt x="78831" y="74"/>
                    <a:pt x="76786" y="74"/>
                  </a:cubicBezTo>
                  <a:lnTo>
                    <a:pt x="5072" y="74"/>
                  </a:lnTo>
                  <a:cubicBezTo>
                    <a:pt x="3147" y="74"/>
                    <a:pt x="259" y="74"/>
                    <a:pt x="259" y="2885"/>
                  </a:cubicBezTo>
                  <a:cubicBezTo>
                    <a:pt x="259" y="5814"/>
                    <a:pt x="3026" y="5814"/>
                    <a:pt x="5072" y="5814"/>
                  </a:cubicBezTo>
                  <a:lnTo>
                    <a:pt x="76786" y="581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5" name="Freeform: Shape 2274">
              <a:extLst>
                <a:ext uri="{FF2B5EF4-FFF2-40B4-BE49-F238E27FC236}">
                  <a16:creationId xmlns:a16="http://schemas.microsoft.com/office/drawing/2014/main" id="{871085AC-2892-F07D-2847-08FCF847E0FB}"/>
                </a:ext>
              </a:extLst>
            </p:cNvPr>
            <p:cNvSpPr/>
            <p:nvPr>
              <p:custDataLst>
                <p:tags r:id="rId30"/>
              </p:custDataLst>
            </p:nvPr>
          </p:nvSpPr>
          <p:spPr>
            <a:xfrm>
              <a:off x="11577090" y="5414653"/>
              <a:ext cx="84107" cy="104961"/>
            </a:xfrm>
            <a:custGeom>
              <a:avLst/>
              <a:gdLst>
                <a:gd name="connsiteX0" fmla="*/ 8086 w 84107"/>
                <a:gd name="connsiteY0" fmla="*/ 102458 h 104961"/>
                <a:gd name="connsiteX1" fmla="*/ 15426 w 84107"/>
                <a:gd name="connsiteY1" fmla="*/ 73524 h 104961"/>
                <a:gd name="connsiteX2" fmla="*/ 42740 w 84107"/>
                <a:gd name="connsiteY2" fmla="*/ 83832 h 104961"/>
                <a:gd name="connsiteX3" fmla="*/ 83410 w 84107"/>
                <a:gd name="connsiteY3" fmla="*/ 51266 h 104961"/>
                <a:gd name="connsiteX4" fmla="*/ 75228 w 84107"/>
                <a:gd name="connsiteY4" fmla="*/ 35334 h 104961"/>
                <a:gd name="connsiteX5" fmla="*/ 84372 w 84107"/>
                <a:gd name="connsiteY5" fmla="*/ 16708 h 104961"/>
                <a:gd name="connsiteX6" fmla="*/ 62955 w 84107"/>
                <a:gd name="connsiteY6" fmla="*/ 74 h 104961"/>
                <a:gd name="connsiteX7" fmla="*/ 18916 w 84107"/>
                <a:gd name="connsiteY7" fmla="*/ 30063 h 104961"/>
                <a:gd name="connsiteX8" fmla="*/ 747 w 84107"/>
                <a:gd name="connsiteY8" fmla="*/ 100935 h 104961"/>
                <a:gd name="connsiteX9" fmla="*/ 265 w 84107"/>
                <a:gd name="connsiteY9" fmla="*/ 102927 h 104961"/>
                <a:gd name="connsiteX10" fmla="*/ 4116 w 84107"/>
                <a:gd name="connsiteY10" fmla="*/ 105035 h 104961"/>
                <a:gd name="connsiteX11" fmla="*/ 8086 w 84107"/>
                <a:gd name="connsiteY11" fmla="*/ 102458 h 104961"/>
                <a:gd name="connsiteX12" fmla="*/ 45748 w 84107"/>
                <a:gd name="connsiteY12" fmla="*/ 36857 h 104961"/>
                <a:gd name="connsiteX13" fmla="*/ 53810 w 84107"/>
                <a:gd name="connsiteY13" fmla="*/ 35686 h 104961"/>
                <a:gd name="connsiteX14" fmla="*/ 59465 w 84107"/>
                <a:gd name="connsiteY14" fmla="*/ 36154 h 104961"/>
                <a:gd name="connsiteX15" fmla="*/ 52125 w 84107"/>
                <a:gd name="connsiteY15" fmla="*/ 37560 h 104961"/>
                <a:gd name="connsiteX16" fmla="*/ 45748 w 84107"/>
                <a:gd name="connsiteY16" fmla="*/ 36857 h 104961"/>
                <a:gd name="connsiteX17" fmla="*/ 65241 w 84107"/>
                <a:gd name="connsiteY17" fmla="*/ 31234 h 104961"/>
                <a:gd name="connsiteX18" fmla="*/ 54171 w 84107"/>
                <a:gd name="connsiteY18" fmla="*/ 30297 h 104961"/>
                <a:gd name="connsiteX19" fmla="*/ 38047 w 84107"/>
                <a:gd name="connsiteY19" fmla="*/ 37326 h 104961"/>
                <a:gd name="connsiteX20" fmla="*/ 51885 w 84107"/>
                <a:gd name="connsiteY20" fmla="*/ 42949 h 104961"/>
                <a:gd name="connsiteX21" fmla="*/ 66685 w 84107"/>
                <a:gd name="connsiteY21" fmla="*/ 40489 h 104961"/>
                <a:gd name="connsiteX22" fmla="*/ 68129 w 84107"/>
                <a:gd name="connsiteY22" fmla="*/ 46697 h 104961"/>
                <a:gd name="connsiteX23" fmla="*/ 61029 w 84107"/>
                <a:gd name="connsiteY23" fmla="*/ 69892 h 104961"/>
                <a:gd name="connsiteX24" fmla="*/ 42620 w 84107"/>
                <a:gd name="connsiteY24" fmla="*/ 78444 h 104961"/>
                <a:gd name="connsiteX25" fmla="*/ 19036 w 84107"/>
                <a:gd name="connsiteY25" fmla="*/ 61809 h 104961"/>
                <a:gd name="connsiteX26" fmla="*/ 21202 w 84107"/>
                <a:gd name="connsiteY26" fmla="*/ 51383 h 104961"/>
                <a:gd name="connsiteX27" fmla="*/ 25894 w 84107"/>
                <a:gd name="connsiteY27" fmla="*/ 32757 h 104961"/>
                <a:gd name="connsiteX28" fmla="*/ 38649 w 84107"/>
                <a:gd name="connsiteY28" fmla="*/ 13663 h 104961"/>
                <a:gd name="connsiteX29" fmla="*/ 62353 w 84107"/>
                <a:gd name="connsiteY29" fmla="*/ 5463 h 104961"/>
                <a:gd name="connsiteX30" fmla="*/ 70535 w 84107"/>
                <a:gd name="connsiteY30" fmla="*/ 12491 h 104961"/>
                <a:gd name="connsiteX31" fmla="*/ 65241 w 84107"/>
                <a:gd name="connsiteY31" fmla="*/ 31234 h 1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107" h="104961">
                  <a:moveTo>
                    <a:pt x="8086" y="102458"/>
                  </a:moveTo>
                  <a:lnTo>
                    <a:pt x="15426" y="73524"/>
                  </a:lnTo>
                  <a:cubicBezTo>
                    <a:pt x="17712" y="76452"/>
                    <a:pt x="25774" y="83832"/>
                    <a:pt x="42740" y="83832"/>
                  </a:cubicBezTo>
                  <a:cubicBezTo>
                    <a:pt x="69693" y="83832"/>
                    <a:pt x="83410" y="66026"/>
                    <a:pt x="83410" y="51266"/>
                  </a:cubicBezTo>
                  <a:cubicBezTo>
                    <a:pt x="83410" y="44472"/>
                    <a:pt x="80642" y="39083"/>
                    <a:pt x="75228" y="35334"/>
                  </a:cubicBezTo>
                  <a:cubicBezTo>
                    <a:pt x="80522" y="31117"/>
                    <a:pt x="84372" y="23620"/>
                    <a:pt x="84372" y="16708"/>
                  </a:cubicBezTo>
                  <a:cubicBezTo>
                    <a:pt x="84372" y="7220"/>
                    <a:pt x="77394" y="74"/>
                    <a:pt x="62955" y="74"/>
                  </a:cubicBezTo>
                  <a:cubicBezTo>
                    <a:pt x="45146" y="74"/>
                    <a:pt x="23729" y="11085"/>
                    <a:pt x="18916" y="30063"/>
                  </a:cubicBezTo>
                  <a:lnTo>
                    <a:pt x="747" y="100935"/>
                  </a:lnTo>
                  <a:cubicBezTo>
                    <a:pt x="265" y="102575"/>
                    <a:pt x="265" y="102810"/>
                    <a:pt x="265" y="102927"/>
                  </a:cubicBezTo>
                  <a:cubicBezTo>
                    <a:pt x="265" y="105035"/>
                    <a:pt x="2311" y="105035"/>
                    <a:pt x="4116" y="105035"/>
                  </a:cubicBezTo>
                  <a:cubicBezTo>
                    <a:pt x="6522" y="105035"/>
                    <a:pt x="7485" y="105035"/>
                    <a:pt x="8086" y="102458"/>
                  </a:cubicBezTo>
                  <a:close/>
                  <a:moveTo>
                    <a:pt x="45748" y="36857"/>
                  </a:moveTo>
                  <a:cubicBezTo>
                    <a:pt x="47312" y="36154"/>
                    <a:pt x="48395" y="35686"/>
                    <a:pt x="53810" y="35686"/>
                  </a:cubicBezTo>
                  <a:cubicBezTo>
                    <a:pt x="55735" y="35686"/>
                    <a:pt x="57299" y="35686"/>
                    <a:pt x="59465" y="36154"/>
                  </a:cubicBezTo>
                  <a:cubicBezTo>
                    <a:pt x="56818" y="37560"/>
                    <a:pt x="54291" y="37560"/>
                    <a:pt x="52125" y="37560"/>
                  </a:cubicBezTo>
                  <a:cubicBezTo>
                    <a:pt x="48516" y="37560"/>
                    <a:pt x="48155" y="37443"/>
                    <a:pt x="45748" y="36857"/>
                  </a:cubicBezTo>
                  <a:close/>
                  <a:moveTo>
                    <a:pt x="65241" y="31234"/>
                  </a:moveTo>
                  <a:cubicBezTo>
                    <a:pt x="60668" y="30297"/>
                    <a:pt x="56577" y="30297"/>
                    <a:pt x="54171" y="30297"/>
                  </a:cubicBezTo>
                  <a:cubicBezTo>
                    <a:pt x="48997" y="30297"/>
                    <a:pt x="38047" y="30297"/>
                    <a:pt x="38047" y="37326"/>
                  </a:cubicBezTo>
                  <a:cubicBezTo>
                    <a:pt x="38047" y="42832"/>
                    <a:pt x="45989" y="42949"/>
                    <a:pt x="51885" y="42949"/>
                  </a:cubicBezTo>
                  <a:cubicBezTo>
                    <a:pt x="55374" y="42949"/>
                    <a:pt x="60307" y="42949"/>
                    <a:pt x="66685" y="40489"/>
                  </a:cubicBezTo>
                  <a:cubicBezTo>
                    <a:pt x="67768" y="42129"/>
                    <a:pt x="68129" y="44589"/>
                    <a:pt x="68129" y="46697"/>
                  </a:cubicBezTo>
                  <a:cubicBezTo>
                    <a:pt x="68129" y="50797"/>
                    <a:pt x="65602" y="63683"/>
                    <a:pt x="61029" y="69892"/>
                  </a:cubicBezTo>
                  <a:cubicBezTo>
                    <a:pt x="56698" y="75632"/>
                    <a:pt x="50080" y="78444"/>
                    <a:pt x="42620" y="78444"/>
                  </a:cubicBezTo>
                  <a:cubicBezTo>
                    <a:pt x="32392" y="78444"/>
                    <a:pt x="19036" y="73875"/>
                    <a:pt x="19036" y="61809"/>
                  </a:cubicBezTo>
                  <a:cubicBezTo>
                    <a:pt x="19036" y="59583"/>
                    <a:pt x="20239" y="54780"/>
                    <a:pt x="21202" y="51383"/>
                  </a:cubicBezTo>
                  <a:cubicBezTo>
                    <a:pt x="21803" y="48806"/>
                    <a:pt x="25654" y="33812"/>
                    <a:pt x="25894" y="32757"/>
                  </a:cubicBezTo>
                  <a:cubicBezTo>
                    <a:pt x="26977" y="28657"/>
                    <a:pt x="29023" y="20691"/>
                    <a:pt x="38649" y="13663"/>
                  </a:cubicBezTo>
                  <a:cubicBezTo>
                    <a:pt x="48516" y="6400"/>
                    <a:pt x="58021" y="5463"/>
                    <a:pt x="62353" y="5463"/>
                  </a:cubicBezTo>
                  <a:cubicBezTo>
                    <a:pt x="70535" y="5463"/>
                    <a:pt x="70535" y="10617"/>
                    <a:pt x="70535" y="12491"/>
                  </a:cubicBezTo>
                  <a:cubicBezTo>
                    <a:pt x="70535" y="15303"/>
                    <a:pt x="68369" y="25963"/>
                    <a:pt x="65241" y="312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6" name="Freeform: Shape 2275">
              <a:extLst>
                <a:ext uri="{FF2B5EF4-FFF2-40B4-BE49-F238E27FC236}">
                  <a16:creationId xmlns:a16="http://schemas.microsoft.com/office/drawing/2014/main" id="{0F7FA83E-BAF5-E68C-B362-7774BACBB964}"/>
                </a:ext>
              </a:extLst>
            </p:cNvPr>
            <p:cNvSpPr/>
            <p:nvPr>
              <p:custDataLst>
                <p:tags r:id="rId31"/>
              </p:custDataLst>
            </p:nvPr>
          </p:nvSpPr>
          <p:spPr>
            <a:xfrm>
              <a:off x="11678069" y="5388316"/>
              <a:ext cx="71679" cy="58070"/>
            </a:xfrm>
            <a:custGeom>
              <a:avLst/>
              <a:gdLst>
                <a:gd name="connsiteX0" fmla="*/ 38517 w 71679"/>
                <a:gd name="connsiteY0" fmla="*/ 4757 h 58070"/>
                <a:gd name="connsiteX1" fmla="*/ 68254 w 71679"/>
                <a:gd name="connsiteY1" fmla="*/ 4757 h 58070"/>
                <a:gd name="connsiteX2" fmla="*/ 71950 w 71679"/>
                <a:gd name="connsiteY2" fmla="*/ 2414 h 58070"/>
                <a:gd name="connsiteX3" fmla="*/ 68254 w 71679"/>
                <a:gd name="connsiteY3" fmla="*/ 71 h 58070"/>
                <a:gd name="connsiteX4" fmla="*/ 3966 w 71679"/>
                <a:gd name="connsiteY4" fmla="*/ 71 h 58070"/>
                <a:gd name="connsiteX5" fmla="*/ 271 w 71679"/>
                <a:gd name="connsiteY5" fmla="*/ 2414 h 58070"/>
                <a:gd name="connsiteX6" fmla="*/ 3966 w 71679"/>
                <a:gd name="connsiteY6" fmla="*/ 4757 h 58070"/>
                <a:gd name="connsiteX7" fmla="*/ 33704 w 71679"/>
                <a:gd name="connsiteY7" fmla="*/ 4757 h 58070"/>
                <a:gd name="connsiteX8" fmla="*/ 33704 w 71679"/>
                <a:gd name="connsiteY8" fmla="*/ 54543 h 58070"/>
                <a:gd name="connsiteX9" fmla="*/ 36110 w 71679"/>
                <a:gd name="connsiteY9" fmla="*/ 58141 h 58070"/>
                <a:gd name="connsiteX10" fmla="*/ 38517 w 71679"/>
                <a:gd name="connsiteY10" fmla="*/ 54543 h 58070"/>
                <a:gd name="connsiteX11" fmla="*/ 38517 w 71679"/>
                <a:gd name="connsiteY11" fmla="*/ 4757 h 5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679" h="58070">
                  <a:moveTo>
                    <a:pt x="38517" y="4757"/>
                  </a:moveTo>
                  <a:lnTo>
                    <a:pt x="68254" y="4757"/>
                  </a:lnTo>
                  <a:cubicBezTo>
                    <a:pt x="69629" y="4757"/>
                    <a:pt x="71950" y="4757"/>
                    <a:pt x="71950" y="2414"/>
                  </a:cubicBezTo>
                  <a:cubicBezTo>
                    <a:pt x="71950" y="71"/>
                    <a:pt x="69629" y="71"/>
                    <a:pt x="68254" y="71"/>
                  </a:cubicBezTo>
                  <a:lnTo>
                    <a:pt x="3966" y="71"/>
                  </a:lnTo>
                  <a:cubicBezTo>
                    <a:pt x="2677" y="71"/>
                    <a:pt x="271" y="71"/>
                    <a:pt x="271" y="2414"/>
                  </a:cubicBezTo>
                  <a:cubicBezTo>
                    <a:pt x="271" y="4757"/>
                    <a:pt x="2677" y="4757"/>
                    <a:pt x="3966" y="4757"/>
                  </a:cubicBezTo>
                  <a:lnTo>
                    <a:pt x="33704" y="4757"/>
                  </a:lnTo>
                  <a:lnTo>
                    <a:pt x="33704" y="54543"/>
                  </a:lnTo>
                  <a:cubicBezTo>
                    <a:pt x="33704" y="55798"/>
                    <a:pt x="33704" y="58141"/>
                    <a:pt x="36110" y="58141"/>
                  </a:cubicBezTo>
                  <a:cubicBezTo>
                    <a:pt x="38517" y="58141"/>
                    <a:pt x="38517" y="55882"/>
                    <a:pt x="38517" y="54543"/>
                  </a:cubicBezTo>
                  <a:lnTo>
                    <a:pt x="38517" y="47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7" name="Freeform: Shape 2276">
              <a:extLst>
                <a:ext uri="{FF2B5EF4-FFF2-40B4-BE49-F238E27FC236}">
                  <a16:creationId xmlns:a16="http://schemas.microsoft.com/office/drawing/2014/main" id="{856A923E-96BB-AFF5-6188-1B7AD0FAFB26}"/>
                </a:ext>
              </a:extLst>
            </p:cNvPr>
            <p:cNvSpPr/>
            <p:nvPr>
              <p:custDataLst>
                <p:tags r:id="rId32"/>
              </p:custDataLst>
            </p:nvPr>
          </p:nvSpPr>
          <p:spPr>
            <a:xfrm>
              <a:off x="11773242" y="5444876"/>
              <a:ext cx="73759" cy="52012"/>
            </a:xfrm>
            <a:custGeom>
              <a:avLst/>
              <a:gdLst>
                <a:gd name="connsiteX0" fmla="*/ 43594 w 73759"/>
                <a:gd name="connsiteY0" fmla="*/ 23737 h 52012"/>
                <a:gd name="connsiteX1" fmla="*/ 60198 w 73759"/>
                <a:gd name="connsiteY1" fmla="*/ 7454 h 52012"/>
                <a:gd name="connsiteX2" fmla="*/ 71389 w 73759"/>
                <a:gd name="connsiteY2" fmla="*/ 6634 h 52012"/>
                <a:gd name="connsiteX3" fmla="*/ 71389 w 73759"/>
                <a:gd name="connsiteY3" fmla="*/ 74 h 52012"/>
                <a:gd name="connsiteX4" fmla="*/ 59717 w 73759"/>
                <a:gd name="connsiteY4" fmla="*/ 542 h 52012"/>
                <a:gd name="connsiteX5" fmla="*/ 46361 w 73759"/>
                <a:gd name="connsiteY5" fmla="*/ 74 h 52012"/>
                <a:gd name="connsiteX6" fmla="*/ 46361 w 73759"/>
                <a:gd name="connsiteY6" fmla="*/ 6634 h 52012"/>
                <a:gd name="connsiteX7" fmla="*/ 49610 w 73759"/>
                <a:gd name="connsiteY7" fmla="*/ 7337 h 52012"/>
                <a:gd name="connsiteX8" fmla="*/ 38299 w 73759"/>
                <a:gd name="connsiteY8" fmla="*/ 18466 h 52012"/>
                <a:gd name="connsiteX9" fmla="*/ 26628 w 73759"/>
                <a:gd name="connsiteY9" fmla="*/ 6634 h 52012"/>
                <a:gd name="connsiteX10" fmla="*/ 29876 w 73759"/>
                <a:gd name="connsiteY10" fmla="*/ 6634 h 52012"/>
                <a:gd name="connsiteX11" fmla="*/ 29876 w 73759"/>
                <a:gd name="connsiteY11" fmla="*/ 74 h 52012"/>
                <a:gd name="connsiteX12" fmla="*/ 14595 w 73759"/>
                <a:gd name="connsiteY12" fmla="*/ 542 h 52012"/>
                <a:gd name="connsiteX13" fmla="*/ 998 w 73759"/>
                <a:gd name="connsiteY13" fmla="*/ 74 h 52012"/>
                <a:gd name="connsiteX14" fmla="*/ 998 w 73759"/>
                <a:gd name="connsiteY14" fmla="*/ 6634 h 52012"/>
                <a:gd name="connsiteX15" fmla="*/ 10023 w 73759"/>
                <a:gd name="connsiteY15" fmla="*/ 6634 h 52012"/>
                <a:gd name="connsiteX16" fmla="*/ 29756 w 73759"/>
                <a:gd name="connsiteY16" fmla="*/ 26666 h 52012"/>
                <a:gd name="connsiteX17" fmla="*/ 12429 w 73759"/>
                <a:gd name="connsiteY17" fmla="*/ 43652 h 52012"/>
                <a:gd name="connsiteX18" fmla="*/ 7015 w 73759"/>
                <a:gd name="connsiteY18" fmla="*/ 45409 h 52012"/>
                <a:gd name="connsiteX19" fmla="*/ 277 w 73759"/>
                <a:gd name="connsiteY19" fmla="*/ 45526 h 52012"/>
                <a:gd name="connsiteX20" fmla="*/ 277 w 73759"/>
                <a:gd name="connsiteY20" fmla="*/ 52086 h 52012"/>
                <a:gd name="connsiteX21" fmla="*/ 11948 w 73759"/>
                <a:gd name="connsiteY21" fmla="*/ 51618 h 52012"/>
                <a:gd name="connsiteX22" fmla="*/ 25304 w 73759"/>
                <a:gd name="connsiteY22" fmla="*/ 52086 h 52012"/>
                <a:gd name="connsiteX23" fmla="*/ 25304 w 73759"/>
                <a:gd name="connsiteY23" fmla="*/ 45526 h 52012"/>
                <a:gd name="connsiteX24" fmla="*/ 22055 w 73759"/>
                <a:gd name="connsiteY24" fmla="*/ 44706 h 52012"/>
                <a:gd name="connsiteX25" fmla="*/ 35050 w 73759"/>
                <a:gd name="connsiteY25" fmla="*/ 32054 h 52012"/>
                <a:gd name="connsiteX26" fmla="*/ 48407 w 73759"/>
                <a:gd name="connsiteY26" fmla="*/ 45526 h 52012"/>
                <a:gd name="connsiteX27" fmla="*/ 45278 w 73759"/>
                <a:gd name="connsiteY27" fmla="*/ 45526 h 52012"/>
                <a:gd name="connsiteX28" fmla="*/ 45278 w 73759"/>
                <a:gd name="connsiteY28" fmla="*/ 52086 h 52012"/>
                <a:gd name="connsiteX29" fmla="*/ 60559 w 73759"/>
                <a:gd name="connsiteY29" fmla="*/ 51618 h 52012"/>
                <a:gd name="connsiteX30" fmla="*/ 74036 w 73759"/>
                <a:gd name="connsiteY30" fmla="*/ 52086 h 52012"/>
                <a:gd name="connsiteX31" fmla="*/ 74036 w 73759"/>
                <a:gd name="connsiteY31" fmla="*/ 45526 h 52012"/>
                <a:gd name="connsiteX32" fmla="*/ 65132 w 73759"/>
                <a:gd name="connsiteY32" fmla="*/ 45526 h 52012"/>
                <a:gd name="connsiteX33" fmla="*/ 43594 w 73759"/>
                <a:gd name="connsiteY33" fmla="*/ 23737 h 5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3759" h="52012">
                  <a:moveTo>
                    <a:pt x="43594" y="23737"/>
                  </a:moveTo>
                  <a:lnTo>
                    <a:pt x="60198" y="7454"/>
                  </a:lnTo>
                  <a:cubicBezTo>
                    <a:pt x="63086" y="6634"/>
                    <a:pt x="66215" y="6634"/>
                    <a:pt x="71389" y="6634"/>
                  </a:cubicBezTo>
                  <a:lnTo>
                    <a:pt x="71389" y="74"/>
                  </a:lnTo>
                  <a:cubicBezTo>
                    <a:pt x="67538" y="425"/>
                    <a:pt x="63568" y="542"/>
                    <a:pt x="59717" y="542"/>
                  </a:cubicBezTo>
                  <a:cubicBezTo>
                    <a:pt x="55626" y="542"/>
                    <a:pt x="47324" y="191"/>
                    <a:pt x="46361" y="74"/>
                  </a:cubicBezTo>
                  <a:lnTo>
                    <a:pt x="46361" y="6634"/>
                  </a:lnTo>
                  <a:cubicBezTo>
                    <a:pt x="47925" y="6634"/>
                    <a:pt x="48768" y="6868"/>
                    <a:pt x="49610" y="7337"/>
                  </a:cubicBezTo>
                  <a:lnTo>
                    <a:pt x="38299" y="18466"/>
                  </a:lnTo>
                  <a:lnTo>
                    <a:pt x="26628" y="6634"/>
                  </a:lnTo>
                  <a:lnTo>
                    <a:pt x="29876" y="6634"/>
                  </a:lnTo>
                  <a:lnTo>
                    <a:pt x="29876" y="74"/>
                  </a:lnTo>
                  <a:cubicBezTo>
                    <a:pt x="29155" y="74"/>
                    <a:pt x="19649" y="542"/>
                    <a:pt x="14595" y="542"/>
                  </a:cubicBezTo>
                  <a:cubicBezTo>
                    <a:pt x="10023" y="542"/>
                    <a:pt x="5571" y="425"/>
                    <a:pt x="998" y="74"/>
                  </a:cubicBezTo>
                  <a:lnTo>
                    <a:pt x="998" y="6634"/>
                  </a:lnTo>
                  <a:lnTo>
                    <a:pt x="10023" y="6634"/>
                  </a:lnTo>
                  <a:lnTo>
                    <a:pt x="29756" y="26666"/>
                  </a:lnTo>
                  <a:lnTo>
                    <a:pt x="12429" y="43652"/>
                  </a:lnTo>
                  <a:cubicBezTo>
                    <a:pt x="10865" y="45057"/>
                    <a:pt x="10745" y="45175"/>
                    <a:pt x="7015" y="45409"/>
                  </a:cubicBezTo>
                  <a:cubicBezTo>
                    <a:pt x="5090" y="45526"/>
                    <a:pt x="878" y="45526"/>
                    <a:pt x="277" y="45526"/>
                  </a:cubicBezTo>
                  <a:lnTo>
                    <a:pt x="277" y="52086"/>
                  </a:lnTo>
                  <a:cubicBezTo>
                    <a:pt x="4127" y="51735"/>
                    <a:pt x="8098" y="51618"/>
                    <a:pt x="11948" y="51618"/>
                  </a:cubicBezTo>
                  <a:cubicBezTo>
                    <a:pt x="15197" y="51618"/>
                    <a:pt x="23740" y="51969"/>
                    <a:pt x="25304" y="52086"/>
                  </a:cubicBezTo>
                  <a:lnTo>
                    <a:pt x="25304" y="45526"/>
                  </a:lnTo>
                  <a:cubicBezTo>
                    <a:pt x="23379" y="45526"/>
                    <a:pt x="22898" y="45292"/>
                    <a:pt x="22055" y="44706"/>
                  </a:cubicBezTo>
                  <a:lnTo>
                    <a:pt x="35050" y="32054"/>
                  </a:lnTo>
                  <a:lnTo>
                    <a:pt x="48407" y="45526"/>
                  </a:lnTo>
                  <a:lnTo>
                    <a:pt x="45278" y="45526"/>
                  </a:lnTo>
                  <a:lnTo>
                    <a:pt x="45278" y="52086"/>
                  </a:lnTo>
                  <a:cubicBezTo>
                    <a:pt x="45398" y="52086"/>
                    <a:pt x="55024" y="51618"/>
                    <a:pt x="60559" y="51618"/>
                  </a:cubicBezTo>
                  <a:cubicBezTo>
                    <a:pt x="65011" y="51618"/>
                    <a:pt x="69584" y="51735"/>
                    <a:pt x="74036" y="52086"/>
                  </a:cubicBezTo>
                  <a:lnTo>
                    <a:pt x="74036" y="45526"/>
                  </a:lnTo>
                  <a:lnTo>
                    <a:pt x="65132" y="45526"/>
                  </a:lnTo>
                  <a:lnTo>
                    <a:pt x="43594" y="237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78" name="Freeform: Shape 2277">
              <a:extLst>
                <a:ext uri="{FF2B5EF4-FFF2-40B4-BE49-F238E27FC236}">
                  <a16:creationId xmlns:a16="http://schemas.microsoft.com/office/drawing/2014/main" id="{9394DD75-9DCD-A495-ACDB-C9ACA3AA8EF8}"/>
                </a:ext>
              </a:extLst>
            </p:cNvPr>
            <p:cNvSpPr/>
            <p:nvPr>
              <p:custDataLst>
                <p:tags r:id="rId33"/>
              </p:custDataLst>
            </p:nvPr>
          </p:nvSpPr>
          <p:spPr>
            <a:xfrm>
              <a:off x="11859724" y="5409030"/>
              <a:ext cx="31164" cy="117027"/>
            </a:xfrm>
            <a:custGeom>
              <a:avLst/>
              <a:gdLst>
                <a:gd name="connsiteX0" fmla="*/ 2567 w 31164"/>
                <a:gd name="connsiteY0" fmla="*/ 74 h 117027"/>
                <a:gd name="connsiteX1" fmla="*/ 281 w 31164"/>
                <a:gd name="connsiteY1" fmla="*/ 1480 h 117027"/>
                <a:gd name="connsiteX2" fmla="*/ 1364 w 31164"/>
                <a:gd name="connsiteY2" fmla="*/ 3237 h 117027"/>
                <a:gd name="connsiteX3" fmla="*/ 23263 w 31164"/>
                <a:gd name="connsiteY3" fmla="*/ 58529 h 117027"/>
                <a:gd name="connsiteX4" fmla="*/ 2447 w 31164"/>
                <a:gd name="connsiteY4" fmla="*/ 113001 h 117027"/>
                <a:gd name="connsiteX5" fmla="*/ 281 w 31164"/>
                <a:gd name="connsiteY5" fmla="*/ 115696 h 117027"/>
                <a:gd name="connsiteX6" fmla="*/ 1846 w 31164"/>
                <a:gd name="connsiteY6" fmla="*/ 117101 h 117027"/>
                <a:gd name="connsiteX7" fmla="*/ 22662 w 31164"/>
                <a:gd name="connsiteY7" fmla="*/ 94727 h 117027"/>
                <a:gd name="connsiteX8" fmla="*/ 31445 w 31164"/>
                <a:gd name="connsiteY8" fmla="*/ 58646 h 117027"/>
                <a:gd name="connsiteX9" fmla="*/ 2567 w 31164"/>
                <a:gd name="connsiteY9"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164" h="117027">
                  <a:moveTo>
                    <a:pt x="2567" y="74"/>
                  </a:moveTo>
                  <a:cubicBezTo>
                    <a:pt x="1725" y="74"/>
                    <a:pt x="281" y="74"/>
                    <a:pt x="281" y="1480"/>
                  </a:cubicBezTo>
                  <a:cubicBezTo>
                    <a:pt x="281" y="2065"/>
                    <a:pt x="642" y="2417"/>
                    <a:pt x="1364" y="3237"/>
                  </a:cubicBezTo>
                  <a:cubicBezTo>
                    <a:pt x="11712" y="12491"/>
                    <a:pt x="23263" y="28306"/>
                    <a:pt x="23263" y="58529"/>
                  </a:cubicBezTo>
                  <a:cubicBezTo>
                    <a:pt x="23263" y="83012"/>
                    <a:pt x="15442" y="101521"/>
                    <a:pt x="2447" y="113001"/>
                  </a:cubicBezTo>
                  <a:cubicBezTo>
                    <a:pt x="402" y="114993"/>
                    <a:pt x="281" y="115110"/>
                    <a:pt x="281" y="115696"/>
                  </a:cubicBezTo>
                  <a:cubicBezTo>
                    <a:pt x="281" y="116281"/>
                    <a:pt x="642" y="117101"/>
                    <a:pt x="1846" y="117101"/>
                  </a:cubicBezTo>
                  <a:cubicBezTo>
                    <a:pt x="3289" y="117101"/>
                    <a:pt x="14720" y="109370"/>
                    <a:pt x="22662" y="94727"/>
                  </a:cubicBezTo>
                  <a:cubicBezTo>
                    <a:pt x="27956" y="85004"/>
                    <a:pt x="31445" y="72352"/>
                    <a:pt x="31445" y="58646"/>
                  </a:cubicBezTo>
                  <a:cubicBezTo>
                    <a:pt x="31445" y="42129"/>
                    <a:pt x="26392" y="16474"/>
                    <a:pt x="2567"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cxnSp>
        <p:nvCxnSpPr>
          <p:cNvPr id="2279" name="Straight Connector 2278">
            <a:extLst>
              <a:ext uri="{FF2B5EF4-FFF2-40B4-BE49-F238E27FC236}">
                <a16:creationId xmlns:a16="http://schemas.microsoft.com/office/drawing/2014/main" id="{DD49F7A7-86EE-B7B4-A73B-541466456EE7}"/>
              </a:ext>
            </a:extLst>
          </p:cNvPr>
          <p:cNvCxnSpPr>
            <a:cxnSpLocks/>
          </p:cNvCxnSpPr>
          <p:nvPr/>
        </p:nvCxnSpPr>
        <p:spPr>
          <a:xfrm>
            <a:off x="6096000" y="1310311"/>
            <a:ext cx="0" cy="4895924"/>
          </a:xfrm>
          <a:prstGeom prst="line">
            <a:avLst/>
          </a:prstGeom>
          <a:ln w="635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6676116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279"/>
                                        </p:tgtEl>
                                        <p:attrNameLst>
                                          <p:attrName>style.visibility</p:attrName>
                                        </p:attrNameLst>
                                      </p:cBhvr>
                                      <p:to>
                                        <p:strVal val="visible"/>
                                      </p:to>
                                    </p:set>
                                    <p:animEffect transition="in" filter="fade">
                                      <p:cBhvr>
                                        <p:cTn id="7" dur="500"/>
                                        <p:tgtEl>
                                          <p:spTgt spid="22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55290F-071A-47E3-5BB3-B7A902B037BD}"/>
            </a:ext>
          </a:extLst>
        </p:cNvPr>
        <p:cNvGrpSpPr/>
        <p:nvPr/>
      </p:nvGrpSpPr>
      <p:grpSpPr>
        <a:xfrm>
          <a:off x="0" y="0"/>
          <a:ext cx="0" cy="0"/>
          <a:chOff x="0" y="0"/>
          <a:chExt cx="0" cy="0"/>
        </a:xfrm>
      </p:grpSpPr>
      <p:sp>
        <p:nvSpPr>
          <p:cNvPr id="2" name="Freeform: Shape 1">
            <a:extLst>
              <a:ext uri="{FF2B5EF4-FFF2-40B4-BE49-F238E27FC236}">
                <a16:creationId xmlns:a16="http://schemas.microsoft.com/office/drawing/2014/main" id="{A25C1C91-E42C-6EE0-869D-0E7D4F0A17FD}"/>
              </a:ext>
            </a:extLst>
          </p:cNvPr>
          <p:cNvSpPr/>
          <p:nvPr/>
        </p:nvSpPr>
        <p:spPr>
          <a:xfrm>
            <a:off x="5867061" y="1206499"/>
            <a:ext cx="6336000" cy="5664249"/>
          </a:xfrm>
          <a:custGeom>
            <a:avLst/>
            <a:gdLst>
              <a:gd name="csX0" fmla="*/ 533119 w 5212353"/>
              <a:gd name="csY0" fmla="*/ 0 h 5664249"/>
              <a:gd name="csX1" fmla="*/ 5173103 w 5212353"/>
              <a:gd name="csY1" fmla="*/ 0 h 5664249"/>
              <a:gd name="csX2" fmla="*/ 5212353 w 5212353"/>
              <a:gd name="csY2" fmla="*/ 3957 h 5664249"/>
              <a:gd name="csX3" fmla="*/ 5212353 w 5212353"/>
              <a:gd name="csY3" fmla="*/ 5660293 h 5664249"/>
              <a:gd name="csX4" fmla="*/ 5173103 w 5212353"/>
              <a:gd name="csY4" fmla="*/ 5664249 h 5664249"/>
              <a:gd name="csX5" fmla="*/ 533119 w 5212353"/>
              <a:gd name="csY5" fmla="*/ 5664249 h 5664249"/>
              <a:gd name="csX6" fmla="*/ 0 w 5212353"/>
              <a:gd name="csY6" fmla="*/ 5131130 h 5664249"/>
              <a:gd name="csX7" fmla="*/ 0 w 5212353"/>
              <a:gd name="csY7" fmla="*/ 533119 h 5664249"/>
              <a:gd name="csX8" fmla="*/ 533119 w 5212353"/>
              <a:gd name="csY8" fmla="*/ 0 h 56642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212353" h="5664249">
                <a:moveTo>
                  <a:pt x="533119" y="0"/>
                </a:moveTo>
                <a:lnTo>
                  <a:pt x="5173103" y="0"/>
                </a:lnTo>
                <a:lnTo>
                  <a:pt x="5212353" y="3957"/>
                </a:lnTo>
                <a:lnTo>
                  <a:pt x="5212353" y="5660293"/>
                </a:lnTo>
                <a:lnTo>
                  <a:pt x="5173103" y="5664249"/>
                </a:lnTo>
                <a:lnTo>
                  <a:pt x="533119" y="5664249"/>
                </a:lnTo>
                <a:cubicBezTo>
                  <a:pt x="238686" y="5664249"/>
                  <a:pt x="0" y="5425563"/>
                  <a:pt x="0" y="5131130"/>
                </a:cubicBezTo>
                <a:lnTo>
                  <a:pt x="0" y="533119"/>
                </a:lnTo>
                <a:cubicBezTo>
                  <a:pt x="0" y="238686"/>
                  <a:pt x="238686" y="0"/>
                  <a:pt x="533119" y="0"/>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Rectangle: Rounded Corners 5">
            <a:extLst>
              <a:ext uri="{FF2B5EF4-FFF2-40B4-BE49-F238E27FC236}">
                <a16:creationId xmlns:a16="http://schemas.microsoft.com/office/drawing/2014/main" id="{1CF4EDC4-6324-C661-DA45-60311E1B4837}"/>
              </a:ext>
            </a:extLst>
          </p:cNvPr>
          <p:cNvSpPr/>
          <p:nvPr/>
        </p:nvSpPr>
        <p:spPr>
          <a:xfrm>
            <a:off x="5867061" y="1206499"/>
            <a:ext cx="2279626" cy="595213"/>
          </a:xfrm>
          <a:prstGeom prst="roundRect">
            <a:avLst>
              <a:gd name="adj" fmla="val 17766"/>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b="1" noProof="0">
                <a:solidFill>
                  <a:schemeClr val="tx1"/>
                </a:solidFill>
                <a:highlight>
                  <a:srgbClr val="FFC000"/>
                </a:highlight>
              </a:rPr>
              <a:t>Parental education</a:t>
            </a:r>
          </a:p>
        </p:txBody>
      </p:sp>
      <p:sp>
        <p:nvSpPr>
          <p:cNvPr id="5" name="Slide Number Placeholder 2">
            <a:extLst>
              <a:ext uri="{FF2B5EF4-FFF2-40B4-BE49-F238E27FC236}">
                <a16:creationId xmlns:a16="http://schemas.microsoft.com/office/drawing/2014/main" id="{CC844801-223E-BCCA-35A0-D396D4216A45}"/>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64EB61B3-BA91-CD76-1BE5-68B7890FD1B0}"/>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B5924123-D62F-E10F-00C3-8882E914DFB9}"/>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DBB5DCF7-929B-7880-C3B0-36983A5AEEF9}"/>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8" name="Picture 7" descr="\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title="IguanaTex Picture Display">
            <a:extLst>
              <a:ext uri="{FF2B5EF4-FFF2-40B4-BE49-F238E27FC236}">
                <a16:creationId xmlns:a16="http://schemas.microsoft.com/office/drawing/2014/main" id="{8007E71F-AC69-E5CE-31E4-11BD14BAFA68}"/>
              </a:ext>
            </a:extLst>
          </p:cNvPr>
          <p:cNvPicPr>
            <a:picLocks noChangeAspect="1"/>
          </p:cNvPicPr>
          <p:nvPr>
            <p:custDataLst>
              <p:tags r:id="rId1"/>
            </p:custDataLst>
          </p:nvPr>
        </p:nvPicPr>
        <p:blipFill>
          <a:blip r:embed="rId146">
            <a:extLst>
              <a:ext uri="{28A0092B-C50C-407E-A947-70E740481C1C}">
                <a14:useLocalDpi xmlns:a14="http://schemas.microsoft.com/office/drawing/2010/main" val="0"/>
              </a:ext>
            </a:extLst>
          </a:blip>
          <a:stretch>
            <a:fillRect/>
          </a:stretch>
        </p:blipFill>
        <p:spPr>
          <a:xfrm>
            <a:off x="1004528" y="1671823"/>
            <a:ext cx="2706656" cy="710522"/>
          </a:xfrm>
          <a:prstGeom prst="rect">
            <a:avLst/>
          </a:prstGeom>
        </p:spPr>
      </p:pic>
      <p:sp>
        <p:nvSpPr>
          <p:cNvPr id="3" name="TextBox 2">
            <a:extLst>
              <a:ext uri="{FF2B5EF4-FFF2-40B4-BE49-F238E27FC236}">
                <a16:creationId xmlns:a16="http://schemas.microsoft.com/office/drawing/2014/main" id="{621E2AA7-4547-3772-C9F0-F2D1137EF917}"/>
              </a:ext>
            </a:extLst>
          </p:cNvPr>
          <p:cNvSpPr txBox="1"/>
          <p:nvPr/>
        </p:nvSpPr>
        <p:spPr>
          <a:xfrm>
            <a:off x="896087" y="1194769"/>
            <a:ext cx="3674264"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Results of the Ordinal Logistic Regression Regarding the Intention to Apply to Postgraduate Studies</a:t>
            </a:r>
            <a:endPar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C10DDF8D-7AFB-80D0-4B39-3F5A5656D11F}"/>
                  </a:ext>
                </a:extLst>
              </p:cNvPr>
              <p:cNvSpPr txBox="1"/>
              <p:nvPr/>
            </p:nvSpPr>
            <p:spPr>
              <a:xfrm>
                <a:off x="6079625" y="2027084"/>
                <a:ext cx="5402964" cy="1661993"/>
              </a:xfrm>
              <a:prstGeom prst="rect">
                <a:avLst/>
              </a:prstGeom>
              <a:noFill/>
            </p:spPr>
            <p:txBody>
              <a:bodyPr wrap="square">
                <a:spAutoFit/>
              </a:bodyPr>
              <a:lstStyle>
                <a:defPPr>
                  <a:defRPr lang="en-US"/>
                </a:defPPr>
                <a:lvl1pPr marR="0" lvl="0" fontAlgn="auto">
                  <a:lnSpc>
                    <a:spcPct val="100000"/>
                  </a:lnSpc>
                  <a:spcBef>
                    <a:spcPts val="600"/>
                  </a:spcBef>
                  <a:spcAft>
                    <a:spcPts val="600"/>
                  </a:spcAft>
                  <a:buClrTx/>
                  <a:buSzTx/>
                  <a:tabLst/>
                  <a:defRPr kumimoji="0" sz="1100" b="1" i="0" u="none" strike="noStrike" cap="none" spc="0" normalizeH="0" baseline="0">
                    <a:ln>
                      <a:noFill/>
                    </a:ln>
                    <a:solidFill>
                      <a:prstClr val="black"/>
                    </a:solidFill>
                    <a:effectLst/>
                    <a:uLnTx/>
                    <a:uFillTx/>
                    <a:latin typeface="Aptos" panose="020B0004020202020204"/>
                  </a:defRPr>
                </a:lvl1pPr>
              </a:lstStyle>
              <a:p>
                <a:r>
                  <a:rPr lang="en-US" b="0"/>
                  <a:t>For students, whose parents completed higher education, </a:t>
                </a:r>
                <a:r>
                  <a:rPr lang="en-US">
                    <a:solidFill>
                      <a:schemeClr val="bg1"/>
                    </a:solidFill>
                    <a:highlight>
                      <a:srgbClr val="FF0000"/>
                    </a:highlight>
                  </a:rPr>
                  <a:t>the probabilities of being in a higher category of intention to apply</a:t>
                </a:r>
                <a:r>
                  <a:rPr lang="en-US" b="0"/>
                  <a:t> (that is, “somewhat likely” or “very likely”, compared with “not likely”) </a:t>
                </a:r>
                <a:r>
                  <a:rPr lang="en-US"/>
                  <a:t>are 2.85 times greater than for students whose parents do not hold a university degree, holding all other variables constant.</a:t>
                </a:r>
              </a:p>
              <a:p>
                <a:r>
                  <a:rPr lang="en-US" b="0"/>
                  <a:t>This corresponds to an increase of approximately 185%:</a:t>
                </a:r>
                <a:endParaRPr lang="en-US" b="0" i="1">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d>
                        <m:dPr>
                          <m:ctrlPr>
                            <a:rPr lang="en-GB" b="0" i="1" smtClean="0">
                              <a:latin typeface="Cambria Math" panose="02040503050406030204" pitchFamily="18" charset="0"/>
                            </a:rPr>
                          </m:ctrlPr>
                        </m:dPr>
                        <m:e>
                          <m:r>
                            <a:rPr lang="en-GB" b="0" i="1" smtClean="0">
                              <a:latin typeface="Cambria Math" panose="02040503050406030204" pitchFamily="18" charset="0"/>
                            </a:rPr>
                            <m:t>2.8511−1</m:t>
                          </m:r>
                        </m:e>
                      </m:d>
                      <m:r>
                        <a:rPr lang="en-GB" b="0" i="1" smtClean="0">
                          <a:latin typeface="Cambria Math" panose="02040503050406030204" pitchFamily="18" charset="0"/>
                        </a:rPr>
                        <m:t>×100≈185%</m:t>
                      </m:r>
                    </m:oMath>
                  </m:oMathPara>
                </a14:m>
                <a:endParaRPr lang="en-GB" b="0"/>
              </a:p>
              <a:p>
                <a:r>
                  <a:rPr lang="en-US">
                    <a:highlight>
                      <a:srgbClr val="FFC000"/>
                    </a:highlight>
                  </a:rPr>
                  <a:t>Using the lower cumulative odds </a:t>
                </a:r>
                <a:r>
                  <a:rPr lang="en-GB" b="0"/>
                  <a:t>(Logit </a:t>
                </a:r>
                <a14:m>
                  <m:oMath xmlns:m="http://schemas.openxmlformats.org/officeDocument/2006/math">
                    <m:r>
                      <a:rPr lang="en-GB" b="0" i="1" dirty="0">
                        <a:latin typeface="Cambria Math" panose="02040503050406030204" pitchFamily="18" charset="0"/>
                      </a:rPr>
                      <m:t>𝑑𝑒</m:t>
                    </m:r>
                    <m:r>
                      <a:rPr lang="en-GB" b="0" i="1" dirty="0">
                        <a:latin typeface="Cambria Math" panose="02040503050406030204" pitchFamily="18" charset="0"/>
                      </a:rPr>
                      <m:t> </m:t>
                    </m:r>
                    <m:r>
                      <a:rPr lang="en-GB" b="0" i="1" dirty="0">
                        <a:latin typeface="Cambria Math" panose="02040503050406030204" pitchFamily="18" charset="0"/>
                      </a:rPr>
                      <m:t>𝑃</m:t>
                    </m:r>
                    <m:d>
                      <m:dPr>
                        <m:ctrlPr>
                          <a:rPr lang="en-GB" b="0" i="1" dirty="0">
                            <a:latin typeface="Cambria Math" panose="02040503050406030204" pitchFamily="18" charset="0"/>
                          </a:rPr>
                        </m:ctrlPr>
                      </m:dPr>
                      <m:e>
                        <m:r>
                          <a:rPr lang="en-GB" b="0" i="1" dirty="0">
                            <a:latin typeface="Cambria Math" panose="02040503050406030204" pitchFamily="18" charset="0"/>
                          </a:rPr>
                          <m:t>𝑌</m:t>
                        </m:r>
                        <m:r>
                          <a:rPr lang="en-GB" b="0" i="1" dirty="0">
                            <a:latin typeface="Cambria Math" panose="02040503050406030204" pitchFamily="18" charset="0"/>
                          </a:rPr>
                          <m:t> ≤</m:t>
                        </m:r>
                        <m:r>
                          <a:rPr lang="en-GB" b="0" i="1" dirty="0">
                            <a:latin typeface="Cambria Math" panose="02040503050406030204" pitchFamily="18" charset="0"/>
                          </a:rPr>
                          <m:t>𝑗</m:t>
                        </m:r>
                      </m:e>
                    </m:d>
                    <m:r>
                      <a:rPr lang="en-GB" b="0" i="1" dirty="0">
                        <a:latin typeface="Cambria Math" panose="02040503050406030204" pitchFamily="18" charset="0"/>
                      </a:rPr>
                      <m:t> </m:t>
                    </m:r>
                  </m:oMath>
                </a14:m>
                <a:r>
                  <a:rPr lang="en-US" b="0"/>
                  <a:t>the inverse odds ratio is:</a:t>
                </a:r>
                <a:endParaRPr lang="en-GB" b="0"/>
              </a:p>
            </p:txBody>
          </p:sp>
        </mc:Choice>
        <mc:Fallback xmlns="">
          <p:sp>
            <p:nvSpPr>
              <p:cNvPr id="15" name="TextBox 14">
                <a:extLst>
                  <a:ext uri="{FF2B5EF4-FFF2-40B4-BE49-F238E27FC236}">
                    <a16:creationId xmlns:a16="http://schemas.microsoft.com/office/drawing/2014/main" id="{C10DDF8D-7AFB-80D0-4B39-3F5A5656D11F}"/>
                  </a:ext>
                </a:extLst>
              </p:cNvPr>
              <p:cNvSpPr txBox="1">
                <a:spLocks noRot="1" noChangeAspect="1" noMove="1" noResize="1" noEditPoints="1" noAdjustHandles="1" noChangeArrowheads="1" noChangeShapeType="1" noTextEdit="1"/>
              </p:cNvSpPr>
              <p:nvPr/>
            </p:nvSpPr>
            <p:spPr>
              <a:xfrm>
                <a:off x="6079625" y="2027084"/>
                <a:ext cx="5402964" cy="1661993"/>
              </a:xfrm>
              <a:prstGeom prst="rect">
                <a:avLst/>
              </a:prstGeom>
              <a:blipFill>
                <a:blip r:embed="rId147"/>
                <a:stretch>
                  <a:fillRect t="-368" b="-1838"/>
                </a:stretch>
              </a:blipFill>
            </p:spPr>
            <p:txBody>
              <a:bodyPr/>
              <a:lstStyle/>
              <a:p>
                <a:r>
                  <a:rPr lang="en-US">
                    <a:noFill/>
                  </a:rPr>
                  <a:t> </a:t>
                </a:r>
              </a:p>
            </p:txBody>
          </p:sp>
        </mc:Fallback>
      </mc:AlternateContent>
      <p:pic>
        <p:nvPicPr>
          <p:cNvPr id="9" name="Picture 8" descr="\documentclass{article}&#10;\usepackage{amsmath}&#10;\pagestyle{empty}&#10;\begin{document}&#10;&#10;&#10;$\text{OR}_{\text{Inferior}} = 1/\text{OR}$&#10;&#10;\end{document}" title="IguanaTex Picture Display">
            <a:extLst>
              <a:ext uri="{FF2B5EF4-FFF2-40B4-BE49-F238E27FC236}">
                <a16:creationId xmlns:a16="http://schemas.microsoft.com/office/drawing/2014/main" id="{4297BF8D-77DB-FD12-69A3-631A8F6ABDF5}"/>
              </a:ext>
            </a:extLst>
          </p:cNvPr>
          <p:cNvPicPr>
            <a:picLocks noChangeAspect="1"/>
          </p:cNvPicPr>
          <p:nvPr>
            <p:custDataLst>
              <p:tags r:id="rId2"/>
            </p:custDataLst>
          </p:nvPr>
        </p:nvPicPr>
        <p:blipFill>
          <a:blip r:embed="rId148" cstate="print">
            <a:extLst>
              <a:ext uri="{28A0092B-C50C-407E-A947-70E740481C1C}">
                <a14:useLocalDpi xmlns:a14="http://schemas.microsoft.com/office/drawing/2010/main" val="0"/>
              </a:ext>
            </a:extLst>
          </a:blip>
          <a:stretch>
            <a:fillRect/>
          </a:stretch>
        </p:blipFill>
        <p:spPr>
          <a:xfrm>
            <a:off x="6098104" y="4353650"/>
            <a:ext cx="1187029" cy="150405"/>
          </a:xfrm>
          <a:prstGeom prst="rect">
            <a:avLst/>
          </a:prstGeom>
        </p:spPr>
      </p:pic>
      <p:pic>
        <p:nvPicPr>
          <p:cNvPr id="16" name="Picture 15" descr="\documentclass{article}&#10;\usepackage{amsmath}&#10;\pagestyle{empty}&#10;\begin{document}&#10;&#10;&#10;$$  \text{OR}_{\text{Inferior}} = \frac{1}{2.85} \approx \mathbf{0.35}$$&#10;&#10;\end{document}" title="IguanaTex Picture Display">
            <a:extLst>
              <a:ext uri="{FF2B5EF4-FFF2-40B4-BE49-F238E27FC236}">
                <a16:creationId xmlns:a16="http://schemas.microsoft.com/office/drawing/2014/main" id="{BC92736E-590B-AEBA-349B-052C29E99750}"/>
              </a:ext>
            </a:extLst>
          </p:cNvPr>
          <p:cNvPicPr>
            <a:picLocks noChangeAspect="1"/>
          </p:cNvPicPr>
          <p:nvPr>
            <p:custDataLst>
              <p:tags r:id="rId3"/>
            </p:custDataLst>
          </p:nvPr>
        </p:nvPicPr>
        <p:blipFill>
          <a:blip r:embed="rId149" cstate="print">
            <a:extLst>
              <a:ext uri="{28A0092B-C50C-407E-A947-70E740481C1C}">
                <a14:useLocalDpi xmlns:a14="http://schemas.microsoft.com/office/drawing/2010/main" val="0"/>
              </a:ext>
            </a:extLst>
          </a:blip>
          <a:stretch>
            <a:fillRect/>
          </a:stretch>
        </p:blipFill>
        <p:spPr>
          <a:xfrm>
            <a:off x="6098104" y="4690491"/>
            <a:ext cx="1492367" cy="285897"/>
          </a:xfrm>
          <a:prstGeom prst="rect">
            <a:avLst/>
          </a:prstGeom>
        </p:spPr>
      </p:pic>
      <p:sp>
        <p:nvSpPr>
          <p:cNvPr id="20" name="TextBox 19">
            <a:extLst>
              <a:ext uri="{FF2B5EF4-FFF2-40B4-BE49-F238E27FC236}">
                <a16:creationId xmlns:a16="http://schemas.microsoft.com/office/drawing/2014/main" id="{62E9BAE7-A378-E534-DEDB-5757DA50ECAF}"/>
              </a:ext>
            </a:extLst>
          </p:cNvPr>
          <p:cNvSpPr txBox="1"/>
          <p:nvPr/>
        </p:nvSpPr>
        <p:spPr>
          <a:xfrm>
            <a:off x="7821515" y="4263122"/>
            <a:ext cx="2846486" cy="769441"/>
          </a:xfrm>
          <a:prstGeom prst="rect">
            <a:avLst/>
          </a:prstGeom>
          <a:noFill/>
        </p:spPr>
        <p:txBody>
          <a:bodyPr wrap="square">
            <a:spAutoFit/>
          </a:bodyPr>
          <a:lstStyle/>
          <a:p>
            <a:pPr lvl="0">
              <a:defRPr/>
            </a:pPr>
            <a:r>
              <a:rPr lang="en-US" sz="1100">
                <a:solidFill>
                  <a:prstClr val="black"/>
                </a:solidFill>
              </a:rPr>
              <a:t>Thus, the lower cumulative odds (“not likely” vs “somewhat or very likely”) are 65% lower for students whose parents have higher education:</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ADC98553-12E6-10BA-FA7C-D03C128077DA}"/>
                  </a:ext>
                </a:extLst>
              </p:cNvPr>
              <p:cNvSpPr txBox="1"/>
              <p:nvPr/>
            </p:nvSpPr>
            <p:spPr>
              <a:xfrm>
                <a:off x="6098104" y="5107245"/>
                <a:ext cx="5127580"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d>
                        <m:dPr>
                          <m:ctrlPr>
                            <a:rPr kumimoji="0" lang="en-GB" sz="105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dPr>
                        <m:e>
                          <m:r>
                            <a:rPr kumimoji="0" lang="en-GB" sz="105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1−0.35</m:t>
                          </m:r>
                        </m:e>
                      </m:d>
                      <m:r>
                        <a:rPr kumimoji="0" lang="en-GB" sz="105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×100≈65%</m:t>
                      </m:r>
                    </m:oMath>
                  </m:oMathPara>
                </a14:m>
                <a:endParaRPr kumimoji="0" lang="en-GB" sz="1050" b="0" i="0" u="none" strike="noStrike" kern="1200" cap="none" spc="0" normalizeH="0" baseline="0" noProof="0">
                  <a:ln>
                    <a:noFill/>
                  </a:ln>
                  <a:solidFill>
                    <a:prstClr val="black"/>
                  </a:solidFill>
                  <a:effectLst/>
                  <a:uLnTx/>
                  <a:uFillTx/>
                  <a:latin typeface="Aptos" panose="020B0004020202020204"/>
                  <a:ea typeface="+mn-ea"/>
                  <a:cs typeface="+mn-cs"/>
                </a:endParaRPr>
              </a:p>
            </p:txBody>
          </p:sp>
        </mc:Choice>
        <mc:Fallback xmlns="">
          <p:sp>
            <p:nvSpPr>
              <p:cNvPr id="25" name="TextBox 24">
                <a:extLst>
                  <a:ext uri="{FF2B5EF4-FFF2-40B4-BE49-F238E27FC236}">
                    <a16:creationId xmlns:a16="http://schemas.microsoft.com/office/drawing/2014/main" id="{ADC98553-12E6-10BA-FA7C-D03C128077DA}"/>
                  </a:ext>
                </a:extLst>
              </p:cNvPr>
              <p:cNvSpPr txBox="1">
                <a:spLocks noRot="1" noChangeAspect="1" noMove="1" noResize="1" noEditPoints="1" noAdjustHandles="1" noChangeArrowheads="1" noChangeShapeType="1" noTextEdit="1"/>
              </p:cNvSpPr>
              <p:nvPr/>
            </p:nvSpPr>
            <p:spPr>
              <a:xfrm>
                <a:off x="6098104" y="5107245"/>
                <a:ext cx="5127580" cy="261610"/>
              </a:xfrm>
              <a:prstGeom prst="rect">
                <a:avLst/>
              </a:prstGeom>
              <a:blipFill>
                <a:blip r:embed="rId150"/>
                <a:stretch>
                  <a:fillRect/>
                </a:stretch>
              </a:blipFill>
            </p:spPr>
            <p:txBody>
              <a:bodyPr/>
              <a:lstStyle/>
              <a:p>
                <a:r>
                  <a:rPr lang="en-US">
                    <a:noFill/>
                  </a:rPr>
                  <a:t> </a:t>
                </a:r>
              </a:p>
            </p:txBody>
          </p:sp>
        </mc:Fallback>
      </mc:AlternateContent>
      <p:sp>
        <p:nvSpPr>
          <p:cNvPr id="29" name="TextBox 28">
            <a:extLst>
              <a:ext uri="{FF2B5EF4-FFF2-40B4-BE49-F238E27FC236}">
                <a16:creationId xmlns:a16="http://schemas.microsoft.com/office/drawing/2014/main" id="{4092DB0D-0B10-0E29-1006-9456E65016CB}"/>
              </a:ext>
            </a:extLst>
          </p:cNvPr>
          <p:cNvSpPr txBox="1"/>
          <p:nvPr/>
        </p:nvSpPr>
        <p:spPr>
          <a:xfrm>
            <a:off x="6098103" y="5444641"/>
            <a:ext cx="5384485" cy="6001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For students whose parents did attend university</a:t>
            </a:r>
            <a:r>
              <a:rPr kumimoji="0" lang="en-US" sz="1100" b="1" i="0" u="none" strike="noStrike" kern="1200" cap="none" spc="0" normalizeH="0" baseline="0" noProof="0">
                <a:ln>
                  <a:noFill/>
                </a:ln>
                <a:solidFill>
                  <a:schemeClr val="bg1"/>
                </a:solidFill>
                <a:effectLst/>
                <a:highlight>
                  <a:srgbClr val="FF0000"/>
                </a:highlight>
                <a:uLnTx/>
                <a:uFillTx/>
                <a:latin typeface="Aptos" panose="020B0004020202020204"/>
                <a:ea typeface="+mn-ea"/>
                <a:cs typeface="+mn-cs"/>
              </a:rPr>
              <a:t>, the probabilities of being in a lower category of intention to apply </a:t>
            </a: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are 65% lower than for students whose parents do not have higher education.</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12" name="Group 11" descr="\documentclass{article}&#10;\usepackage{amsmath}&#10;\pagestyle{empty}&#10;\begin{document}&#10;&#10;&#10;\[&#10; =\frac{P(Y_n \le j)}{P(Y_n &gt; j)}  = e^{ (\mu_j -\boldsymbol{\beta}^\top \mathbf{x})}&#10;\]&#10;&#10;\end{document}" title="IguanaTex Shape Display">
            <a:extLst>
              <a:ext uri="{FF2B5EF4-FFF2-40B4-BE49-F238E27FC236}">
                <a16:creationId xmlns:a16="http://schemas.microsoft.com/office/drawing/2014/main" id="{020E6BA9-F2C4-1B35-F55B-5BF19139B463}"/>
              </a:ext>
            </a:extLst>
          </p:cNvPr>
          <p:cNvGrpSpPr>
            <a:grpSpLocks noChangeAspect="1"/>
          </p:cNvGrpSpPr>
          <p:nvPr>
            <p:custDataLst>
              <p:tags r:id="rId4"/>
            </p:custDataLst>
          </p:nvPr>
        </p:nvGrpSpPr>
        <p:grpSpPr>
          <a:xfrm>
            <a:off x="2684843" y="3317240"/>
            <a:ext cx="1592884" cy="328051"/>
            <a:chOff x="12118418" y="5141427"/>
            <a:chExt cx="2010672" cy="414094"/>
          </a:xfrm>
        </p:grpSpPr>
        <p:sp>
          <p:nvSpPr>
            <p:cNvPr id="13" name="Freeform: Shape 12">
              <a:extLst>
                <a:ext uri="{FF2B5EF4-FFF2-40B4-BE49-F238E27FC236}">
                  <a16:creationId xmlns:a16="http://schemas.microsoft.com/office/drawing/2014/main" id="{E5F145BE-3352-CD15-6A2B-B0ADB815EF18}"/>
                </a:ext>
              </a:extLst>
            </p:cNvPr>
            <p:cNvSpPr/>
            <p:nvPr>
              <p:custDataLst>
                <p:tags r:id="rId118"/>
              </p:custDataLst>
            </p:nvPr>
          </p:nvSpPr>
          <p:spPr>
            <a:xfrm>
              <a:off x="12118418" y="5327139"/>
              <a:ext cx="119790" cy="41015"/>
            </a:xfrm>
            <a:custGeom>
              <a:avLst/>
              <a:gdLst>
                <a:gd name="connsiteX0" fmla="*/ 113843 w 119790"/>
                <a:gd name="connsiteY0" fmla="*/ 7089 h 41015"/>
                <a:gd name="connsiteX1" fmla="*/ 119967 w 119790"/>
                <a:gd name="connsiteY1" fmla="*/ 3584 h 41015"/>
                <a:gd name="connsiteX2" fmla="*/ 114023 w 119790"/>
                <a:gd name="connsiteY2" fmla="*/ 78 h 41015"/>
                <a:gd name="connsiteX3" fmla="*/ 6122 w 119790"/>
                <a:gd name="connsiteY3" fmla="*/ 78 h 41015"/>
                <a:gd name="connsiteX4" fmla="*/ 177 w 119790"/>
                <a:gd name="connsiteY4" fmla="*/ 3584 h 41015"/>
                <a:gd name="connsiteX5" fmla="*/ 6302 w 119790"/>
                <a:gd name="connsiteY5" fmla="*/ 7089 h 41015"/>
                <a:gd name="connsiteX6" fmla="*/ 113843 w 119790"/>
                <a:gd name="connsiteY6" fmla="*/ 7089 h 41015"/>
                <a:gd name="connsiteX7" fmla="*/ 114023 w 119790"/>
                <a:gd name="connsiteY7" fmla="*/ 41094 h 41015"/>
                <a:gd name="connsiteX8" fmla="*/ 119967 w 119790"/>
                <a:gd name="connsiteY8" fmla="*/ 37588 h 41015"/>
                <a:gd name="connsiteX9" fmla="*/ 113843 w 119790"/>
                <a:gd name="connsiteY9" fmla="*/ 34083 h 41015"/>
                <a:gd name="connsiteX10" fmla="*/ 6302 w 119790"/>
                <a:gd name="connsiteY10" fmla="*/ 34083 h 41015"/>
                <a:gd name="connsiteX11" fmla="*/ 177 w 119790"/>
                <a:gd name="connsiteY11" fmla="*/ 37588 h 41015"/>
                <a:gd name="connsiteX12" fmla="*/ 6122 w 119790"/>
                <a:gd name="connsiteY12" fmla="*/ 41094 h 41015"/>
                <a:gd name="connsiteX13" fmla="*/ 11402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843" y="7089"/>
                  </a:moveTo>
                  <a:cubicBezTo>
                    <a:pt x="116545" y="7089"/>
                    <a:pt x="119967" y="7089"/>
                    <a:pt x="119967" y="3584"/>
                  </a:cubicBezTo>
                  <a:cubicBezTo>
                    <a:pt x="119967" y="78"/>
                    <a:pt x="116545" y="78"/>
                    <a:pt x="114023" y="78"/>
                  </a:cubicBezTo>
                  <a:lnTo>
                    <a:pt x="6122" y="78"/>
                  </a:lnTo>
                  <a:cubicBezTo>
                    <a:pt x="3600" y="78"/>
                    <a:pt x="177" y="78"/>
                    <a:pt x="177" y="3584"/>
                  </a:cubicBezTo>
                  <a:cubicBezTo>
                    <a:pt x="177" y="7089"/>
                    <a:pt x="3600" y="7089"/>
                    <a:pt x="6302" y="7089"/>
                  </a:cubicBezTo>
                  <a:lnTo>
                    <a:pt x="113843" y="7089"/>
                  </a:lnTo>
                  <a:close/>
                  <a:moveTo>
                    <a:pt x="114023" y="41094"/>
                  </a:moveTo>
                  <a:cubicBezTo>
                    <a:pt x="116545" y="41094"/>
                    <a:pt x="119967" y="41094"/>
                    <a:pt x="119967" y="37588"/>
                  </a:cubicBezTo>
                  <a:cubicBezTo>
                    <a:pt x="119967" y="34083"/>
                    <a:pt x="116545" y="34083"/>
                    <a:pt x="113843" y="34083"/>
                  </a:cubicBezTo>
                  <a:lnTo>
                    <a:pt x="6302" y="34083"/>
                  </a:lnTo>
                  <a:cubicBezTo>
                    <a:pt x="3600" y="34083"/>
                    <a:pt x="177" y="34083"/>
                    <a:pt x="177" y="37588"/>
                  </a:cubicBezTo>
                  <a:cubicBezTo>
                    <a:pt x="177" y="41094"/>
                    <a:pt x="3600" y="41094"/>
                    <a:pt x="6122" y="41094"/>
                  </a:cubicBezTo>
                  <a:lnTo>
                    <a:pt x="11402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4" name="Freeform: Shape 13">
              <a:extLst>
                <a:ext uri="{FF2B5EF4-FFF2-40B4-BE49-F238E27FC236}">
                  <a16:creationId xmlns:a16="http://schemas.microsoft.com/office/drawing/2014/main" id="{D70EAA1F-16E0-BB13-E3BC-BEF2377E71C6}"/>
                </a:ext>
              </a:extLst>
            </p:cNvPr>
            <p:cNvSpPr/>
            <p:nvPr>
              <p:custDataLst>
                <p:tags r:id="rId119"/>
              </p:custDataLst>
            </p:nvPr>
          </p:nvSpPr>
          <p:spPr>
            <a:xfrm>
              <a:off x="12327294" y="5153171"/>
              <a:ext cx="128616" cy="119717"/>
            </a:xfrm>
            <a:custGeom>
              <a:avLst/>
              <a:gdLst>
                <a:gd name="connsiteX0" fmla="*/ 47564 w 128616"/>
                <a:gd name="connsiteY0" fmla="*/ 64400 h 119717"/>
                <a:gd name="connsiteX1" fmla="*/ 78187 w 128616"/>
                <a:gd name="connsiteY1" fmla="*/ 64400 h 119717"/>
                <a:gd name="connsiteX2" fmla="*/ 128805 w 128616"/>
                <a:gd name="connsiteY2" fmla="*/ 26539 h 119717"/>
                <a:gd name="connsiteX3" fmla="*/ 93319 w 128616"/>
                <a:gd name="connsiteY3" fmla="*/ 71 h 119717"/>
                <a:gd name="connsiteX4" fmla="*/ 34955 w 128616"/>
                <a:gd name="connsiteY4" fmla="*/ 71 h 119717"/>
                <a:gd name="connsiteX5" fmla="*/ 29551 w 128616"/>
                <a:gd name="connsiteY5" fmla="*/ 3402 h 119717"/>
                <a:gd name="connsiteX6" fmla="*/ 34775 w 128616"/>
                <a:gd name="connsiteY6" fmla="*/ 5505 h 119717"/>
                <a:gd name="connsiteX7" fmla="*/ 42521 w 128616"/>
                <a:gd name="connsiteY7" fmla="*/ 5856 h 119717"/>
                <a:gd name="connsiteX8" fmla="*/ 46484 w 128616"/>
                <a:gd name="connsiteY8" fmla="*/ 8660 h 119717"/>
                <a:gd name="connsiteX9" fmla="*/ 45763 w 128616"/>
                <a:gd name="connsiteY9" fmla="*/ 11990 h 119717"/>
                <a:gd name="connsiteX10" fmla="*/ 21625 w 128616"/>
                <a:gd name="connsiteY10" fmla="*/ 106117 h 119717"/>
                <a:gd name="connsiteX11" fmla="*/ 5233 w 128616"/>
                <a:gd name="connsiteY11" fmla="*/ 114355 h 119717"/>
                <a:gd name="connsiteX12" fmla="*/ 189 w 128616"/>
                <a:gd name="connsiteY12" fmla="*/ 117685 h 119717"/>
                <a:gd name="connsiteX13" fmla="*/ 2891 w 128616"/>
                <a:gd name="connsiteY13" fmla="*/ 119788 h 119717"/>
                <a:gd name="connsiteX14" fmla="*/ 25768 w 128616"/>
                <a:gd name="connsiteY14" fmla="*/ 119263 h 119717"/>
                <a:gd name="connsiteX15" fmla="*/ 37297 w 128616"/>
                <a:gd name="connsiteY15" fmla="*/ 119438 h 119717"/>
                <a:gd name="connsiteX16" fmla="*/ 49005 w 128616"/>
                <a:gd name="connsiteY16" fmla="*/ 119788 h 119717"/>
                <a:gd name="connsiteX17" fmla="*/ 52608 w 128616"/>
                <a:gd name="connsiteY17" fmla="*/ 116283 h 119717"/>
                <a:gd name="connsiteX18" fmla="*/ 47564 w 128616"/>
                <a:gd name="connsiteY18" fmla="*/ 114355 h 119717"/>
                <a:gd name="connsiteX19" fmla="*/ 35856 w 128616"/>
                <a:gd name="connsiteY19" fmla="*/ 111200 h 119717"/>
                <a:gd name="connsiteX20" fmla="*/ 36396 w 128616"/>
                <a:gd name="connsiteY20" fmla="*/ 108220 h 119717"/>
                <a:gd name="connsiteX21" fmla="*/ 47564 w 128616"/>
                <a:gd name="connsiteY21" fmla="*/ 64400 h 119717"/>
                <a:gd name="connsiteX22" fmla="*/ 60534 w 128616"/>
                <a:gd name="connsiteY22" fmla="*/ 12166 h 119717"/>
                <a:gd name="connsiteX23" fmla="*/ 70261 w 128616"/>
                <a:gd name="connsiteY23" fmla="*/ 5505 h 119717"/>
                <a:gd name="connsiteX24" fmla="*/ 87554 w 128616"/>
                <a:gd name="connsiteY24" fmla="*/ 5505 h 119717"/>
                <a:gd name="connsiteX25" fmla="*/ 112053 w 128616"/>
                <a:gd name="connsiteY25" fmla="*/ 22332 h 119717"/>
                <a:gd name="connsiteX26" fmla="*/ 101425 w 128616"/>
                <a:gd name="connsiteY26" fmla="*/ 50552 h 119717"/>
                <a:gd name="connsiteX27" fmla="*/ 73684 w 128616"/>
                <a:gd name="connsiteY27" fmla="*/ 59842 h 119717"/>
                <a:gd name="connsiteX28" fmla="*/ 48285 w 128616"/>
                <a:gd name="connsiteY28" fmla="*/ 59842 h 119717"/>
                <a:gd name="connsiteX29" fmla="*/ 60534 w 128616"/>
                <a:gd name="connsiteY29" fmla="*/ 12166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00"/>
                  </a:moveTo>
                  <a:lnTo>
                    <a:pt x="78187" y="64400"/>
                  </a:lnTo>
                  <a:cubicBezTo>
                    <a:pt x="103767" y="64400"/>
                    <a:pt x="128805" y="46170"/>
                    <a:pt x="128805" y="26539"/>
                  </a:cubicBezTo>
                  <a:cubicBezTo>
                    <a:pt x="128805" y="13042"/>
                    <a:pt x="116917" y="71"/>
                    <a:pt x="93319" y="71"/>
                  </a:cubicBezTo>
                  <a:lnTo>
                    <a:pt x="34955" y="71"/>
                  </a:lnTo>
                  <a:cubicBezTo>
                    <a:pt x="31532" y="71"/>
                    <a:pt x="29551" y="71"/>
                    <a:pt x="29551" y="3402"/>
                  </a:cubicBezTo>
                  <a:cubicBezTo>
                    <a:pt x="29551" y="5505"/>
                    <a:pt x="31172" y="5505"/>
                    <a:pt x="34775" y="5505"/>
                  </a:cubicBezTo>
                  <a:cubicBezTo>
                    <a:pt x="37117" y="5505"/>
                    <a:pt x="40359" y="5680"/>
                    <a:pt x="42521" y="5856"/>
                  </a:cubicBezTo>
                  <a:cubicBezTo>
                    <a:pt x="45403" y="6206"/>
                    <a:pt x="46484" y="6732"/>
                    <a:pt x="46484" y="8660"/>
                  </a:cubicBezTo>
                  <a:cubicBezTo>
                    <a:pt x="46484" y="9361"/>
                    <a:pt x="46303" y="9887"/>
                    <a:pt x="45763" y="11990"/>
                  </a:cubicBezTo>
                  <a:lnTo>
                    <a:pt x="21625" y="106117"/>
                  </a:lnTo>
                  <a:cubicBezTo>
                    <a:pt x="19824" y="112952"/>
                    <a:pt x="19463" y="114355"/>
                    <a:pt x="5233" y="114355"/>
                  </a:cubicBezTo>
                  <a:cubicBezTo>
                    <a:pt x="2170" y="114355"/>
                    <a:pt x="189" y="114355"/>
                    <a:pt x="189" y="117685"/>
                  </a:cubicBezTo>
                  <a:cubicBezTo>
                    <a:pt x="189" y="119788"/>
                    <a:pt x="2350" y="119788"/>
                    <a:pt x="2891" y="119788"/>
                  </a:cubicBezTo>
                  <a:cubicBezTo>
                    <a:pt x="7935" y="119788"/>
                    <a:pt x="20724" y="119263"/>
                    <a:pt x="25768" y="119263"/>
                  </a:cubicBezTo>
                  <a:cubicBezTo>
                    <a:pt x="29551" y="119263"/>
                    <a:pt x="33514" y="119438"/>
                    <a:pt x="37297" y="119438"/>
                  </a:cubicBezTo>
                  <a:cubicBezTo>
                    <a:pt x="41260" y="119438"/>
                    <a:pt x="45223" y="119788"/>
                    <a:pt x="49005" y="119788"/>
                  </a:cubicBezTo>
                  <a:cubicBezTo>
                    <a:pt x="50266" y="119788"/>
                    <a:pt x="52608" y="119788"/>
                    <a:pt x="52608" y="116283"/>
                  </a:cubicBezTo>
                  <a:cubicBezTo>
                    <a:pt x="52608" y="114355"/>
                    <a:pt x="50987" y="114355"/>
                    <a:pt x="47564" y="114355"/>
                  </a:cubicBezTo>
                  <a:cubicBezTo>
                    <a:pt x="40899" y="114355"/>
                    <a:pt x="35856" y="114355"/>
                    <a:pt x="35856" y="111200"/>
                  </a:cubicBezTo>
                  <a:cubicBezTo>
                    <a:pt x="35856" y="110148"/>
                    <a:pt x="36216" y="109272"/>
                    <a:pt x="36396" y="108220"/>
                  </a:cubicBezTo>
                  <a:lnTo>
                    <a:pt x="47564" y="64400"/>
                  </a:lnTo>
                  <a:close/>
                  <a:moveTo>
                    <a:pt x="60534" y="12166"/>
                  </a:moveTo>
                  <a:cubicBezTo>
                    <a:pt x="62155" y="6031"/>
                    <a:pt x="62516" y="5505"/>
                    <a:pt x="70261" y="5505"/>
                  </a:cubicBezTo>
                  <a:lnTo>
                    <a:pt x="87554" y="5505"/>
                  </a:lnTo>
                  <a:cubicBezTo>
                    <a:pt x="102506" y="5505"/>
                    <a:pt x="112053" y="10238"/>
                    <a:pt x="112053" y="22332"/>
                  </a:cubicBezTo>
                  <a:cubicBezTo>
                    <a:pt x="112053" y="29168"/>
                    <a:pt x="108450" y="44242"/>
                    <a:pt x="101425" y="50552"/>
                  </a:cubicBezTo>
                  <a:cubicBezTo>
                    <a:pt x="92418" y="58440"/>
                    <a:pt x="81610" y="59842"/>
                    <a:pt x="73684" y="59842"/>
                  </a:cubicBezTo>
                  <a:lnTo>
                    <a:pt x="48285" y="59842"/>
                  </a:lnTo>
                  <a:lnTo>
                    <a:pt x="60534" y="121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7" name="Freeform: Shape 16">
              <a:extLst>
                <a:ext uri="{FF2B5EF4-FFF2-40B4-BE49-F238E27FC236}">
                  <a16:creationId xmlns:a16="http://schemas.microsoft.com/office/drawing/2014/main" id="{2720682D-E3BE-ED4D-12FB-4305C3B8C10C}"/>
                </a:ext>
              </a:extLst>
            </p:cNvPr>
            <p:cNvSpPr/>
            <p:nvPr>
              <p:custDataLst>
                <p:tags r:id="rId120"/>
              </p:custDataLst>
            </p:nvPr>
          </p:nvSpPr>
          <p:spPr>
            <a:xfrm>
              <a:off x="12478590" y="5141427"/>
              <a:ext cx="41791" cy="175281"/>
            </a:xfrm>
            <a:custGeom>
              <a:avLst/>
              <a:gdLst>
                <a:gd name="connsiteX0" fmla="*/ 41988 w 41791"/>
                <a:gd name="connsiteY0" fmla="*/ 173600 h 175281"/>
                <a:gd name="connsiteX1" fmla="*/ 38926 w 41791"/>
                <a:gd name="connsiteY1" fmla="*/ 169744 h 175281"/>
                <a:gd name="connsiteX2" fmla="*/ 10644 w 41791"/>
                <a:gd name="connsiteY2" fmla="*/ 87712 h 175281"/>
                <a:gd name="connsiteX3" fmla="*/ 39646 w 41791"/>
                <a:gd name="connsiteY3" fmla="*/ 4804 h 175281"/>
                <a:gd name="connsiteX4" fmla="*/ 41988 w 41791"/>
                <a:gd name="connsiteY4" fmla="*/ 1824 h 175281"/>
                <a:gd name="connsiteX5" fmla="*/ 40187 w 41791"/>
                <a:gd name="connsiteY5" fmla="*/ 71 h 175281"/>
                <a:gd name="connsiteX6" fmla="*/ 11545 w 41791"/>
                <a:gd name="connsiteY6" fmla="*/ 34251 h 175281"/>
                <a:gd name="connsiteX7" fmla="*/ 197 w 41791"/>
                <a:gd name="connsiteY7" fmla="*/ 87712 h 175281"/>
                <a:gd name="connsiteX8" fmla="*/ 12086 w 41791"/>
                <a:gd name="connsiteY8" fmla="*/ 142400 h 175281"/>
                <a:gd name="connsiteX9" fmla="*/ 40187 w 41791"/>
                <a:gd name="connsiteY9" fmla="*/ 175353 h 175281"/>
                <a:gd name="connsiteX10" fmla="*/ 41988 w 41791"/>
                <a:gd name="connsiteY10" fmla="*/ 173600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00"/>
                  </a:moveTo>
                  <a:cubicBezTo>
                    <a:pt x="41988" y="173074"/>
                    <a:pt x="41988" y="172723"/>
                    <a:pt x="38926" y="169744"/>
                  </a:cubicBezTo>
                  <a:cubicBezTo>
                    <a:pt x="16409" y="147658"/>
                    <a:pt x="10644" y="114530"/>
                    <a:pt x="10644" y="87712"/>
                  </a:cubicBezTo>
                  <a:cubicBezTo>
                    <a:pt x="10644" y="57213"/>
                    <a:pt x="17490" y="26714"/>
                    <a:pt x="39646" y="4804"/>
                  </a:cubicBezTo>
                  <a:cubicBezTo>
                    <a:pt x="41988" y="2700"/>
                    <a:pt x="41988" y="2350"/>
                    <a:pt x="41988" y="1824"/>
                  </a:cubicBezTo>
                  <a:cubicBezTo>
                    <a:pt x="41988" y="597"/>
                    <a:pt x="41267" y="71"/>
                    <a:pt x="40187" y="71"/>
                  </a:cubicBezTo>
                  <a:cubicBezTo>
                    <a:pt x="38385" y="71"/>
                    <a:pt x="22173" y="11990"/>
                    <a:pt x="11545" y="34251"/>
                  </a:cubicBezTo>
                  <a:cubicBezTo>
                    <a:pt x="2358" y="53532"/>
                    <a:pt x="197" y="72988"/>
                    <a:pt x="197" y="87712"/>
                  </a:cubicBezTo>
                  <a:cubicBezTo>
                    <a:pt x="197" y="101384"/>
                    <a:pt x="2178" y="122593"/>
                    <a:pt x="12086" y="142400"/>
                  </a:cubicBezTo>
                  <a:cubicBezTo>
                    <a:pt x="22894" y="163959"/>
                    <a:pt x="38385" y="175353"/>
                    <a:pt x="40187" y="175353"/>
                  </a:cubicBezTo>
                  <a:cubicBezTo>
                    <a:pt x="41267" y="175353"/>
                    <a:pt x="41988" y="174827"/>
                    <a:pt x="41988" y="17360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 name="Freeform: Shape 17">
              <a:extLst>
                <a:ext uri="{FF2B5EF4-FFF2-40B4-BE49-F238E27FC236}">
                  <a16:creationId xmlns:a16="http://schemas.microsoft.com/office/drawing/2014/main" id="{CCAFBDD5-02F9-E93A-876F-54F82ADA9263}"/>
                </a:ext>
              </a:extLst>
            </p:cNvPr>
            <p:cNvSpPr/>
            <p:nvPr>
              <p:custDataLst>
                <p:tags r:id="rId121"/>
              </p:custDataLst>
            </p:nvPr>
          </p:nvSpPr>
          <p:spPr>
            <a:xfrm>
              <a:off x="12537114" y="5153171"/>
              <a:ext cx="130958" cy="119717"/>
            </a:xfrm>
            <a:custGeom>
              <a:avLst/>
              <a:gdLst>
                <a:gd name="connsiteX0" fmla="*/ 101437 w 130958"/>
                <a:gd name="connsiteY0" fmla="*/ 20053 h 119717"/>
                <a:gd name="connsiteX1" fmla="*/ 103958 w 130958"/>
                <a:gd name="connsiteY1" fmla="*/ 17599 h 119717"/>
                <a:gd name="connsiteX2" fmla="*/ 127556 w 130958"/>
                <a:gd name="connsiteY2" fmla="*/ 5505 h 119717"/>
                <a:gd name="connsiteX3" fmla="*/ 131159 w 130958"/>
                <a:gd name="connsiteY3" fmla="*/ 2175 h 119717"/>
                <a:gd name="connsiteX4" fmla="*/ 128817 w 130958"/>
                <a:gd name="connsiteY4" fmla="*/ 71 h 119717"/>
                <a:gd name="connsiteX5" fmla="*/ 114046 w 130958"/>
                <a:gd name="connsiteY5" fmla="*/ 597 h 119717"/>
                <a:gd name="connsiteX6" fmla="*/ 96032 w 130958"/>
                <a:gd name="connsiteY6" fmla="*/ 71 h 119717"/>
                <a:gd name="connsiteX7" fmla="*/ 92610 w 130958"/>
                <a:gd name="connsiteY7" fmla="*/ 3402 h 119717"/>
                <a:gd name="connsiteX8" fmla="*/ 95312 w 130958"/>
                <a:gd name="connsiteY8" fmla="*/ 5505 h 119717"/>
                <a:gd name="connsiteX9" fmla="*/ 101797 w 130958"/>
                <a:gd name="connsiteY9" fmla="*/ 9536 h 119717"/>
                <a:gd name="connsiteX10" fmla="*/ 96933 w 130958"/>
                <a:gd name="connsiteY10" fmla="*/ 17950 h 119717"/>
                <a:gd name="connsiteX11" fmla="*/ 55142 w 130958"/>
                <a:gd name="connsiteY11" fmla="*/ 64750 h 119717"/>
                <a:gd name="connsiteX12" fmla="*/ 35327 w 130958"/>
                <a:gd name="connsiteY12" fmla="*/ 12691 h 119717"/>
                <a:gd name="connsiteX13" fmla="*/ 34246 w 130958"/>
                <a:gd name="connsiteY13" fmla="*/ 9712 h 119717"/>
                <a:gd name="connsiteX14" fmla="*/ 44874 w 130958"/>
                <a:gd name="connsiteY14" fmla="*/ 5505 h 119717"/>
                <a:gd name="connsiteX15" fmla="*/ 49197 w 130958"/>
                <a:gd name="connsiteY15" fmla="*/ 1999 h 119717"/>
                <a:gd name="connsiteX16" fmla="*/ 46495 w 130958"/>
                <a:gd name="connsiteY16" fmla="*/ 71 h 119717"/>
                <a:gd name="connsiteX17" fmla="*/ 23798 w 130958"/>
                <a:gd name="connsiteY17" fmla="*/ 597 h 119717"/>
                <a:gd name="connsiteX18" fmla="*/ 3623 w 130958"/>
                <a:gd name="connsiteY18" fmla="*/ 71 h 119717"/>
                <a:gd name="connsiteX19" fmla="*/ 200 w 130958"/>
                <a:gd name="connsiteY19" fmla="*/ 3577 h 119717"/>
                <a:gd name="connsiteX20" fmla="*/ 4344 w 130958"/>
                <a:gd name="connsiteY20" fmla="*/ 5505 h 119717"/>
                <a:gd name="connsiteX21" fmla="*/ 17493 w 130958"/>
                <a:gd name="connsiteY21" fmla="*/ 11465 h 119717"/>
                <a:gd name="connsiteX22" fmla="*/ 39650 w 130958"/>
                <a:gd name="connsiteY22" fmla="*/ 69132 h 119717"/>
                <a:gd name="connsiteX23" fmla="*/ 40371 w 130958"/>
                <a:gd name="connsiteY23" fmla="*/ 72112 h 119717"/>
                <a:gd name="connsiteX24" fmla="*/ 32265 w 130958"/>
                <a:gd name="connsiteY24" fmla="*/ 104013 h 119717"/>
                <a:gd name="connsiteX25" fmla="*/ 15332 w 130958"/>
                <a:gd name="connsiteY25" fmla="*/ 114355 h 119717"/>
                <a:gd name="connsiteX26" fmla="*/ 10468 w 130958"/>
                <a:gd name="connsiteY26" fmla="*/ 117860 h 119717"/>
                <a:gd name="connsiteX27" fmla="*/ 12990 w 130958"/>
                <a:gd name="connsiteY27" fmla="*/ 119788 h 119717"/>
                <a:gd name="connsiteX28" fmla="*/ 35687 w 130958"/>
                <a:gd name="connsiteY28" fmla="*/ 119263 h 119717"/>
                <a:gd name="connsiteX29" fmla="*/ 58744 w 130958"/>
                <a:gd name="connsiteY29" fmla="*/ 119788 h 119717"/>
                <a:gd name="connsiteX30" fmla="*/ 62167 w 130958"/>
                <a:gd name="connsiteY30" fmla="*/ 116283 h 119717"/>
                <a:gd name="connsiteX31" fmla="*/ 57123 w 130958"/>
                <a:gd name="connsiteY31" fmla="*/ 114355 h 119717"/>
                <a:gd name="connsiteX32" fmla="*/ 50278 w 130958"/>
                <a:gd name="connsiteY32" fmla="*/ 114004 h 119717"/>
                <a:gd name="connsiteX33" fmla="*/ 45414 w 130958"/>
                <a:gd name="connsiteY33" fmla="*/ 111200 h 119717"/>
                <a:gd name="connsiteX34" fmla="*/ 47936 w 130958"/>
                <a:gd name="connsiteY34" fmla="*/ 100157 h 119717"/>
                <a:gd name="connsiteX35" fmla="*/ 54241 w 130958"/>
                <a:gd name="connsiteY35" fmla="*/ 75442 h 119717"/>
                <a:gd name="connsiteX36" fmla="*/ 56763 w 130958"/>
                <a:gd name="connsiteY36" fmla="*/ 70009 h 119717"/>
                <a:gd name="connsiteX37" fmla="*/ 101437 w 130958"/>
                <a:gd name="connsiteY37" fmla="*/ 20053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53"/>
                  </a:moveTo>
                  <a:lnTo>
                    <a:pt x="103958" y="17599"/>
                  </a:lnTo>
                  <a:cubicBezTo>
                    <a:pt x="109363" y="12341"/>
                    <a:pt x="115307" y="6381"/>
                    <a:pt x="127556" y="5505"/>
                  </a:cubicBezTo>
                  <a:cubicBezTo>
                    <a:pt x="129538" y="5330"/>
                    <a:pt x="131159" y="5330"/>
                    <a:pt x="131159" y="2175"/>
                  </a:cubicBezTo>
                  <a:cubicBezTo>
                    <a:pt x="131159" y="772"/>
                    <a:pt x="130258" y="71"/>
                    <a:pt x="128817" y="71"/>
                  </a:cubicBezTo>
                  <a:cubicBezTo>
                    <a:pt x="124134" y="71"/>
                    <a:pt x="118910" y="597"/>
                    <a:pt x="114046" y="597"/>
                  </a:cubicBezTo>
                  <a:cubicBezTo>
                    <a:pt x="108102" y="597"/>
                    <a:pt x="101797" y="71"/>
                    <a:pt x="96032" y="71"/>
                  </a:cubicBezTo>
                  <a:cubicBezTo>
                    <a:pt x="94952" y="71"/>
                    <a:pt x="92610" y="71"/>
                    <a:pt x="92610" y="3402"/>
                  </a:cubicBezTo>
                  <a:cubicBezTo>
                    <a:pt x="92610" y="5330"/>
                    <a:pt x="94411" y="5505"/>
                    <a:pt x="95312" y="5505"/>
                  </a:cubicBezTo>
                  <a:cubicBezTo>
                    <a:pt x="96573" y="5505"/>
                    <a:pt x="101797" y="5856"/>
                    <a:pt x="101797" y="9536"/>
                  </a:cubicBezTo>
                  <a:cubicBezTo>
                    <a:pt x="101797" y="12516"/>
                    <a:pt x="97654" y="17074"/>
                    <a:pt x="96933" y="17950"/>
                  </a:cubicBezTo>
                  <a:lnTo>
                    <a:pt x="55142" y="64750"/>
                  </a:lnTo>
                  <a:lnTo>
                    <a:pt x="35327" y="12691"/>
                  </a:lnTo>
                  <a:cubicBezTo>
                    <a:pt x="34246" y="10238"/>
                    <a:pt x="34246" y="9887"/>
                    <a:pt x="34246" y="9712"/>
                  </a:cubicBezTo>
                  <a:cubicBezTo>
                    <a:pt x="34246" y="5505"/>
                    <a:pt x="43073" y="5505"/>
                    <a:pt x="44874" y="5505"/>
                  </a:cubicBezTo>
                  <a:cubicBezTo>
                    <a:pt x="47396" y="5505"/>
                    <a:pt x="49197" y="5505"/>
                    <a:pt x="49197" y="1999"/>
                  </a:cubicBezTo>
                  <a:cubicBezTo>
                    <a:pt x="49197" y="71"/>
                    <a:pt x="47036" y="71"/>
                    <a:pt x="46495" y="71"/>
                  </a:cubicBezTo>
                  <a:cubicBezTo>
                    <a:pt x="41451" y="71"/>
                    <a:pt x="28842" y="597"/>
                    <a:pt x="23798" y="597"/>
                  </a:cubicBezTo>
                  <a:cubicBezTo>
                    <a:pt x="19295" y="597"/>
                    <a:pt x="8126" y="71"/>
                    <a:pt x="3623" y="71"/>
                  </a:cubicBezTo>
                  <a:cubicBezTo>
                    <a:pt x="2542" y="71"/>
                    <a:pt x="200" y="71"/>
                    <a:pt x="200" y="3577"/>
                  </a:cubicBezTo>
                  <a:cubicBezTo>
                    <a:pt x="200" y="5505"/>
                    <a:pt x="2002" y="5505"/>
                    <a:pt x="4344" y="5505"/>
                  </a:cubicBezTo>
                  <a:cubicBezTo>
                    <a:pt x="15152" y="5505"/>
                    <a:pt x="15872" y="7082"/>
                    <a:pt x="17493" y="11465"/>
                  </a:cubicBezTo>
                  <a:lnTo>
                    <a:pt x="39650" y="69132"/>
                  </a:lnTo>
                  <a:cubicBezTo>
                    <a:pt x="39830" y="69658"/>
                    <a:pt x="40371" y="71586"/>
                    <a:pt x="40371" y="72112"/>
                  </a:cubicBezTo>
                  <a:cubicBezTo>
                    <a:pt x="40371" y="72638"/>
                    <a:pt x="33165" y="100858"/>
                    <a:pt x="32265" y="104013"/>
                  </a:cubicBezTo>
                  <a:cubicBezTo>
                    <a:pt x="29923" y="113654"/>
                    <a:pt x="29743" y="114179"/>
                    <a:pt x="15332" y="114355"/>
                  </a:cubicBezTo>
                  <a:cubicBezTo>
                    <a:pt x="11909" y="114355"/>
                    <a:pt x="10468" y="114355"/>
                    <a:pt x="10468" y="117860"/>
                  </a:cubicBezTo>
                  <a:cubicBezTo>
                    <a:pt x="10468" y="119788"/>
                    <a:pt x="12630" y="119788"/>
                    <a:pt x="12990" y="119788"/>
                  </a:cubicBezTo>
                  <a:cubicBezTo>
                    <a:pt x="18034" y="119788"/>
                    <a:pt x="30643" y="119263"/>
                    <a:pt x="35687" y="119263"/>
                  </a:cubicBezTo>
                  <a:cubicBezTo>
                    <a:pt x="40731" y="119263"/>
                    <a:pt x="53701" y="119788"/>
                    <a:pt x="58744" y="119788"/>
                  </a:cubicBezTo>
                  <a:cubicBezTo>
                    <a:pt x="60005" y="119788"/>
                    <a:pt x="62167" y="119788"/>
                    <a:pt x="62167" y="116283"/>
                  </a:cubicBezTo>
                  <a:cubicBezTo>
                    <a:pt x="62167" y="114355"/>
                    <a:pt x="60546" y="114355"/>
                    <a:pt x="57123" y="114355"/>
                  </a:cubicBezTo>
                  <a:cubicBezTo>
                    <a:pt x="56763" y="114355"/>
                    <a:pt x="53340" y="114355"/>
                    <a:pt x="50278" y="114004"/>
                  </a:cubicBezTo>
                  <a:cubicBezTo>
                    <a:pt x="46495" y="113654"/>
                    <a:pt x="45414" y="113303"/>
                    <a:pt x="45414" y="111200"/>
                  </a:cubicBezTo>
                  <a:cubicBezTo>
                    <a:pt x="45414" y="109973"/>
                    <a:pt x="47036" y="103838"/>
                    <a:pt x="47936" y="100157"/>
                  </a:cubicBezTo>
                  <a:lnTo>
                    <a:pt x="54241" y="75442"/>
                  </a:lnTo>
                  <a:cubicBezTo>
                    <a:pt x="55142" y="72112"/>
                    <a:pt x="55322" y="71586"/>
                    <a:pt x="56763" y="70009"/>
                  </a:cubicBezTo>
                  <a:lnTo>
                    <a:pt x="101437" y="200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 name="Freeform: Shape 18">
              <a:extLst>
                <a:ext uri="{FF2B5EF4-FFF2-40B4-BE49-F238E27FC236}">
                  <a16:creationId xmlns:a16="http://schemas.microsoft.com/office/drawing/2014/main" id="{66B6F79D-16DA-9BDC-E9E5-3EC32B4F0925}"/>
                </a:ext>
              </a:extLst>
            </p:cNvPr>
            <p:cNvSpPr/>
            <p:nvPr>
              <p:custDataLst>
                <p:tags r:id="rId122"/>
              </p:custDataLst>
            </p:nvPr>
          </p:nvSpPr>
          <p:spPr>
            <a:xfrm>
              <a:off x="12641315" y="5245070"/>
              <a:ext cx="77043" cy="55336"/>
            </a:xfrm>
            <a:custGeom>
              <a:avLst/>
              <a:gdLst>
                <a:gd name="connsiteX0" fmla="*/ 9663 w 77043"/>
                <a:gd name="connsiteY0" fmla="*/ 46452 h 55336"/>
                <a:gd name="connsiteX1" fmla="*/ 8402 w 77043"/>
                <a:gd name="connsiteY1" fmla="*/ 51483 h 55336"/>
                <a:gd name="connsiteX2" fmla="*/ 12690 w 77043"/>
                <a:gd name="connsiteY2" fmla="*/ 55409 h 55336"/>
                <a:gd name="connsiteX3" fmla="*/ 17607 w 77043"/>
                <a:gd name="connsiteY3" fmla="*/ 52710 h 55336"/>
                <a:gd name="connsiteX4" fmla="*/ 19877 w 77043"/>
                <a:gd name="connsiteY4" fmla="*/ 45103 h 55336"/>
                <a:gd name="connsiteX5" fmla="*/ 22651 w 77043"/>
                <a:gd name="connsiteY5" fmla="*/ 34060 h 55336"/>
                <a:gd name="connsiteX6" fmla="*/ 24795 w 77043"/>
                <a:gd name="connsiteY6" fmla="*/ 25839 h 55336"/>
                <a:gd name="connsiteX7" fmla="*/ 30091 w 77043"/>
                <a:gd name="connsiteY7" fmla="*/ 14796 h 55336"/>
                <a:gd name="connsiteX8" fmla="*/ 49005 w 77043"/>
                <a:gd name="connsiteY8" fmla="*/ 3508 h 55336"/>
                <a:gd name="connsiteX9" fmla="*/ 56445 w 77043"/>
                <a:gd name="connsiteY9" fmla="*/ 12097 h 55336"/>
                <a:gd name="connsiteX10" fmla="*/ 49005 w 77043"/>
                <a:gd name="connsiteY10" fmla="*/ 38232 h 55336"/>
                <a:gd name="connsiteX11" fmla="*/ 47113 w 77043"/>
                <a:gd name="connsiteY11" fmla="*/ 44857 h 55336"/>
                <a:gd name="connsiteX12" fmla="*/ 59092 w 77043"/>
                <a:gd name="connsiteY12" fmla="*/ 55409 h 55336"/>
                <a:gd name="connsiteX13" fmla="*/ 77250 w 77043"/>
                <a:gd name="connsiteY13" fmla="*/ 36636 h 55336"/>
                <a:gd name="connsiteX14" fmla="*/ 75233 w 77043"/>
                <a:gd name="connsiteY14" fmla="*/ 35041 h 55336"/>
                <a:gd name="connsiteX15" fmla="*/ 72837 w 77043"/>
                <a:gd name="connsiteY15" fmla="*/ 37127 h 55336"/>
                <a:gd name="connsiteX16" fmla="*/ 59471 w 77043"/>
                <a:gd name="connsiteY16" fmla="*/ 51974 h 55336"/>
                <a:gd name="connsiteX17" fmla="*/ 56318 w 77043"/>
                <a:gd name="connsiteY17" fmla="*/ 47679 h 55336"/>
                <a:gd name="connsiteX18" fmla="*/ 59219 w 77043"/>
                <a:gd name="connsiteY18" fmla="*/ 37741 h 55336"/>
                <a:gd name="connsiteX19" fmla="*/ 65902 w 77043"/>
                <a:gd name="connsiteY19" fmla="*/ 14060 h 55336"/>
                <a:gd name="connsiteX20" fmla="*/ 49509 w 77043"/>
                <a:gd name="connsiteY20" fmla="*/ 73 h 55336"/>
                <a:gd name="connsiteX21" fmla="*/ 28199 w 77043"/>
                <a:gd name="connsiteY21" fmla="*/ 11238 h 55336"/>
                <a:gd name="connsiteX22" fmla="*/ 14707 w 77043"/>
                <a:gd name="connsiteY22" fmla="*/ 73 h 55336"/>
                <a:gd name="connsiteX23" fmla="*/ 4746 w 77043"/>
                <a:gd name="connsiteY23" fmla="*/ 6698 h 55336"/>
                <a:gd name="connsiteX24" fmla="*/ 206 w 77043"/>
                <a:gd name="connsiteY24" fmla="*/ 18845 h 55336"/>
                <a:gd name="connsiteX25" fmla="*/ 2350 w 77043"/>
                <a:gd name="connsiteY25" fmla="*/ 20440 h 55336"/>
                <a:gd name="connsiteX26" fmla="*/ 5124 w 77043"/>
                <a:gd name="connsiteY26" fmla="*/ 16760 h 55336"/>
                <a:gd name="connsiteX27" fmla="*/ 14329 w 77043"/>
                <a:gd name="connsiteY27" fmla="*/ 3508 h 55336"/>
                <a:gd name="connsiteX28" fmla="*/ 18490 w 77043"/>
                <a:gd name="connsiteY28" fmla="*/ 9520 h 55336"/>
                <a:gd name="connsiteX29" fmla="*/ 16472 w 77043"/>
                <a:gd name="connsiteY29" fmla="*/ 19704 h 55336"/>
                <a:gd name="connsiteX30" fmla="*/ 13698 w 77043"/>
                <a:gd name="connsiteY30" fmla="*/ 30747 h 55336"/>
                <a:gd name="connsiteX31" fmla="*/ 9663 w 77043"/>
                <a:gd name="connsiteY31" fmla="*/ 46452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52"/>
                  </a:moveTo>
                  <a:cubicBezTo>
                    <a:pt x="9159" y="48047"/>
                    <a:pt x="8402" y="51115"/>
                    <a:pt x="8402" y="51483"/>
                  </a:cubicBezTo>
                  <a:cubicBezTo>
                    <a:pt x="8402" y="54182"/>
                    <a:pt x="10672" y="55409"/>
                    <a:pt x="12690" y="55409"/>
                  </a:cubicBezTo>
                  <a:cubicBezTo>
                    <a:pt x="14959" y="55409"/>
                    <a:pt x="16977" y="53814"/>
                    <a:pt x="17607" y="52710"/>
                  </a:cubicBezTo>
                  <a:cubicBezTo>
                    <a:pt x="18238" y="51605"/>
                    <a:pt x="19247" y="47679"/>
                    <a:pt x="19877" y="45103"/>
                  </a:cubicBezTo>
                  <a:cubicBezTo>
                    <a:pt x="20507" y="42771"/>
                    <a:pt x="21895" y="37127"/>
                    <a:pt x="22651" y="34060"/>
                  </a:cubicBezTo>
                  <a:cubicBezTo>
                    <a:pt x="23408" y="31360"/>
                    <a:pt x="24164" y="28661"/>
                    <a:pt x="24795" y="25839"/>
                  </a:cubicBezTo>
                  <a:cubicBezTo>
                    <a:pt x="26182" y="20809"/>
                    <a:pt x="26434" y="19827"/>
                    <a:pt x="30091" y="14796"/>
                  </a:cubicBezTo>
                  <a:cubicBezTo>
                    <a:pt x="33621" y="9888"/>
                    <a:pt x="39548" y="3508"/>
                    <a:pt x="49005" y="3508"/>
                  </a:cubicBezTo>
                  <a:cubicBezTo>
                    <a:pt x="56318" y="3508"/>
                    <a:pt x="56445" y="9766"/>
                    <a:pt x="56445" y="12097"/>
                  </a:cubicBezTo>
                  <a:cubicBezTo>
                    <a:pt x="56445" y="19459"/>
                    <a:pt x="51022" y="33078"/>
                    <a:pt x="49005" y="38232"/>
                  </a:cubicBezTo>
                  <a:cubicBezTo>
                    <a:pt x="47618" y="41667"/>
                    <a:pt x="47113" y="42771"/>
                    <a:pt x="47113" y="44857"/>
                  </a:cubicBezTo>
                  <a:cubicBezTo>
                    <a:pt x="47113" y="51360"/>
                    <a:pt x="52662" y="55409"/>
                    <a:pt x="59092" y="55409"/>
                  </a:cubicBezTo>
                  <a:cubicBezTo>
                    <a:pt x="71702" y="55409"/>
                    <a:pt x="77250" y="38477"/>
                    <a:pt x="77250" y="36636"/>
                  </a:cubicBezTo>
                  <a:cubicBezTo>
                    <a:pt x="77250" y="35041"/>
                    <a:pt x="75611" y="35041"/>
                    <a:pt x="75233" y="35041"/>
                  </a:cubicBezTo>
                  <a:cubicBezTo>
                    <a:pt x="73467" y="35041"/>
                    <a:pt x="73341" y="35778"/>
                    <a:pt x="72837" y="37127"/>
                  </a:cubicBezTo>
                  <a:cubicBezTo>
                    <a:pt x="69937" y="46943"/>
                    <a:pt x="64515" y="51974"/>
                    <a:pt x="59471" y="51974"/>
                  </a:cubicBezTo>
                  <a:cubicBezTo>
                    <a:pt x="56823" y="51974"/>
                    <a:pt x="56318" y="50256"/>
                    <a:pt x="56318" y="47679"/>
                  </a:cubicBezTo>
                  <a:cubicBezTo>
                    <a:pt x="56318" y="44857"/>
                    <a:pt x="56949" y="43262"/>
                    <a:pt x="59219" y="37741"/>
                  </a:cubicBezTo>
                  <a:cubicBezTo>
                    <a:pt x="60732" y="33937"/>
                    <a:pt x="65902" y="20931"/>
                    <a:pt x="65902" y="14060"/>
                  </a:cubicBezTo>
                  <a:cubicBezTo>
                    <a:pt x="65902" y="2159"/>
                    <a:pt x="56192" y="73"/>
                    <a:pt x="49509" y="73"/>
                  </a:cubicBezTo>
                  <a:cubicBezTo>
                    <a:pt x="39043" y="73"/>
                    <a:pt x="31982" y="6330"/>
                    <a:pt x="28199" y="11238"/>
                  </a:cubicBezTo>
                  <a:cubicBezTo>
                    <a:pt x="27317" y="2772"/>
                    <a:pt x="19877" y="73"/>
                    <a:pt x="14707" y="73"/>
                  </a:cubicBezTo>
                  <a:cubicBezTo>
                    <a:pt x="9285" y="73"/>
                    <a:pt x="6385" y="3876"/>
                    <a:pt x="4746" y="6698"/>
                  </a:cubicBezTo>
                  <a:cubicBezTo>
                    <a:pt x="1972" y="11238"/>
                    <a:pt x="206" y="18232"/>
                    <a:pt x="206" y="18845"/>
                  </a:cubicBezTo>
                  <a:cubicBezTo>
                    <a:pt x="206" y="20440"/>
                    <a:pt x="1972" y="20440"/>
                    <a:pt x="2350" y="20440"/>
                  </a:cubicBezTo>
                  <a:cubicBezTo>
                    <a:pt x="4115" y="20440"/>
                    <a:pt x="4241" y="20072"/>
                    <a:pt x="5124" y="16760"/>
                  </a:cubicBezTo>
                  <a:cubicBezTo>
                    <a:pt x="7015" y="9520"/>
                    <a:pt x="9411" y="3508"/>
                    <a:pt x="14329" y="3508"/>
                  </a:cubicBezTo>
                  <a:cubicBezTo>
                    <a:pt x="17607" y="3508"/>
                    <a:pt x="18490" y="6208"/>
                    <a:pt x="18490" y="9520"/>
                  </a:cubicBezTo>
                  <a:cubicBezTo>
                    <a:pt x="18490" y="11852"/>
                    <a:pt x="17355" y="16391"/>
                    <a:pt x="16472" y="19704"/>
                  </a:cubicBezTo>
                  <a:cubicBezTo>
                    <a:pt x="15590" y="23017"/>
                    <a:pt x="14329" y="28048"/>
                    <a:pt x="13698" y="30747"/>
                  </a:cubicBezTo>
                  <a:lnTo>
                    <a:pt x="9663" y="464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 name="Freeform: Shape 20">
              <a:extLst>
                <a:ext uri="{FF2B5EF4-FFF2-40B4-BE49-F238E27FC236}">
                  <a16:creationId xmlns:a16="http://schemas.microsoft.com/office/drawing/2014/main" id="{7396AC44-C33A-D268-B9FC-5E08AC8D5D52}"/>
                </a:ext>
              </a:extLst>
            </p:cNvPr>
            <p:cNvSpPr/>
            <p:nvPr>
              <p:custDataLst>
                <p:tags r:id="rId123"/>
              </p:custDataLst>
            </p:nvPr>
          </p:nvSpPr>
          <p:spPr>
            <a:xfrm>
              <a:off x="12798430" y="5161409"/>
              <a:ext cx="110062" cy="135492"/>
            </a:xfrm>
            <a:custGeom>
              <a:avLst/>
              <a:gdLst>
                <a:gd name="connsiteX0" fmla="*/ 106855 w 110062"/>
                <a:gd name="connsiteY0" fmla="*/ 7433 h 135492"/>
                <a:gd name="connsiteX1" fmla="*/ 110277 w 110062"/>
                <a:gd name="connsiteY1" fmla="*/ 3577 h 135492"/>
                <a:gd name="connsiteX2" fmla="*/ 106674 w 110062"/>
                <a:gd name="connsiteY2" fmla="*/ 71 h 135492"/>
                <a:gd name="connsiteX3" fmla="*/ 103432 w 110062"/>
                <a:gd name="connsiteY3" fmla="*/ 1123 h 135492"/>
                <a:gd name="connsiteX4" fmla="*/ 3817 w 110062"/>
                <a:gd name="connsiteY4" fmla="*/ 46871 h 135492"/>
                <a:gd name="connsiteX5" fmla="*/ 214 w 110062"/>
                <a:gd name="connsiteY5" fmla="*/ 50903 h 135492"/>
                <a:gd name="connsiteX6" fmla="*/ 3817 w 110062"/>
                <a:gd name="connsiteY6" fmla="*/ 54759 h 135492"/>
                <a:gd name="connsiteX7" fmla="*/ 103432 w 110062"/>
                <a:gd name="connsiteY7" fmla="*/ 100332 h 135492"/>
                <a:gd name="connsiteX8" fmla="*/ 106674 w 110062"/>
                <a:gd name="connsiteY8" fmla="*/ 101559 h 135492"/>
                <a:gd name="connsiteX9" fmla="*/ 110277 w 110062"/>
                <a:gd name="connsiteY9" fmla="*/ 98054 h 135492"/>
                <a:gd name="connsiteX10" fmla="*/ 106494 w 110062"/>
                <a:gd name="connsiteY10" fmla="*/ 94022 h 135492"/>
                <a:gd name="connsiteX11" fmla="*/ 12284 w 110062"/>
                <a:gd name="connsiteY11" fmla="*/ 50903 h 135492"/>
                <a:gd name="connsiteX12" fmla="*/ 106855 w 110062"/>
                <a:gd name="connsiteY12" fmla="*/ 7433 h 135492"/>
                <a:gd name="connsiteX13" fmla="*/ 103972 w 110062"/>
                <a:gd name="connsiteY13" fmla="*/ 135564 h 135492"/>
                <a:gd name="connsiteX14" fmla="*/ 110277 w 110062"/>
                <a:gd name="connsiteY14" fmla="*/ 132058 h 135492"/>
                <a:gd name="connsiteX15" fmla="*/ 103792 w 110062"/>
                <a:gd name="connsiteY15" fmla="*/ 128553 h 135492"/>
                <a:gd name="connsiteX16" fmla="*/ 6699 w 110062"/>
                <a:gd name="connsiteY16" fmla="*/ 128553 h 135492"/>
                <a:gd name="connsiteX17" fmla="*/ 214 w 110062"/>
                <a:gd name="connsiteY17" fmla="*/ 132058 h 135492"/>
                <a:gd name="connsiteX18" fmla="*/ 6519 w 110062"/>
                <a:gd name="connsiteY18" fmla="*/ 135564 h 135492"/>
                <a:gd name="connsiteX19" fmla="*/ 103972 w 110062"/>
                <a:gd name="connsiteY19" fmla="*/ 135564 h 13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62" h="135492">
                  <a:moveTo>
                    <a:pt x="106855" y="7433"/>
                  </a:moveTo>
                  <a:cubicBezTo>
                    <a:pt x="108836" y="6557"/>
                    <a:pt x="110277" y="5680"/>
                    <a:pt x="110277" y="3577"/>
                  </a:cubicBezTo>
                  <a:cubicBezTo>
                    <a:pt x="110277" y="1649"/>
                    <a:pt x="108836" y="71"/>
                    <a:pt x="106674" y="71"/>
                  </a:cubicBezTo>
                  <a:cubicBezTo>
                    <a:pt x="105774" y="71"/>
                    <a:pt x="104153" y="772"/>
                    <a:pt x="103432" y="1123"/>
                  </a:cubicBezTo>
                  <a:lnTo>
                    <a:pt x="3817" y="46871"/>
                  </a:lnTo>
                  <a:cubicBezTo>
                    <a:pt x="755" y="48274"/>
                    <a:pt x="214" y="49501"/>
                    <a:pt x="214" y="50903"/>
                  </a:cubicBezTo>
                  <a:cubicBezTo>
                    <a:pt x="214" y="52480"/>
                    <a:pt x="1295" y="53707"/>
                    <a:pt x="3817" y="54759"/>
                  </a:cubicBezTo>
                  <a:lnTo>
                    <a:pt x="103432" y="100332"/>
                  </a:lnTo>
                  <a:cubicBezTo>
                    <a:pt x="105774" y="101559"/>
                    <a:pt x="106134" y="101559"/>
                    <a:pt x="106674" y="101559"/>
                  </a:cubicBezTo>
                  <a:cubicBezTo>
                    <a:pt x="108656" y="101559"/>
                    <a:pt x="110277" y="99982"/>
                    <a:pt x="110277" y="98054"/>
                  </a:cubicBezTo>
                  <a:cubicBezTo>
                    <a:pt x="110277" y="96476"/>
                    <a:pt x="109557" y="95424"/>
                    <a:pt x="106494" y="94022"/>
                  </a:cubicBezTo>
                  <a:lnTo>
                    <a:pt x="12284" y="50903"/>
                  </a:lnTo>
                  <a:lnTo>
                    <a:pt x="106855" y="7433"/>
                  </a:lnTo>
                  <a:close/>
                  <a:moveTo>
                    <a:pt x="103972" y="135564"/>
                  </a:moveTo>
                  <a:cubicBezTo>
                    <a:pt x="107035" y="135564"/>
                    <a:pt x="110277" y="135564"/>
                    <a:pt x="110277" y="132058"/>
                  </a:cubicBezTo>
                  <a:cubicBezTo>
                    <a:pt x="110277" y="128553"/>
                    <a:pt x="106494" y="128553"/>
                    <a:pt x="103792" y="128553"/>
                  </a:cubicBezTo>
                  <a:lnTo>
                    <a:pt x="6699" y="128553"/>
                  </a:lnTo>
                  <a:cubicBezTo>
                    <a:pt x="3997" y="128553"/>
                    <a:pt x="214" y="128553"/>
                    <a:pt x="214" y="132058"/>
                  </a:cubicBezTo>
                  <a:cubicBezTo>
                    <a:pt x="214" y="135564"/>
                    <a:pt x="3457" y="135564"/>
                    <a:pt x="6519" y="135564"/>
                  </a:cubicBezTo>
                  <a:lnTo>
                    <a:pt x="103972" y="13556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 name="Freeform: Shape 21">
              <a:extLst>
                <a:ext uri="{FF2B5EF4-FFF2-40B4-BE49-F238E27FC236}">
                  <a16:creationId xmlns:a16="http://schemas.microsoft.com/office/drawing/2014/main" id="{D4C151ED-23C5-069C-DF50-BB39F27F8562}"/>
                </a:ext>
              </a:extLst>
            </p:cNvPr>
            <p:cNvSpPr/>
            <p:nvPr>
              <p:custDataLst>
                <p:tags r:id="rId124"/>
              </p:custDataLst>
            </p:nvPr>
          </p:nvSpPr>
          <p:spPr>
            <a:xfrm>
              <a:off x="12971279" y="5157027"/>
              <a:ext cx="73855" cy="151793"/>
            </a:xfrm>
            <a:custGeom>
              <a:avLst/>
              <a:gdLst>
                <a:gd name="connsiteX0" fmla="*/ 74080 w 73855"/>
                <a:gd name="connsiteY0" fmla="*/ 6381 h 151793"/>
                <a:gd name="connsiteX1" fmla="*/ 67235 w 73855"/>
                <a:gd name="connsiteY1" fmla="*/ 71 h 151793"/>
                <a:gd name="connsiteX2" fmla="*/ 57688 w 73855"/>
                <a:gd name="connsiteY2" fmla="*/ 9361 h 151793"/>
                <a:gd name="connsiteX3" fmla="*/ 64353 w 73855"/>
                <a:gd name="connsiteY3" fmla="*/ 15671 h 151793"/>
                <a:gd name="connsiteX4" fmla="*/ 74080 w 73855"/>
                <a:gd name="connsiteY4" fmla="*/ 6381 h 151793"/>
                <a:gd name="connsiteX5" fmla="*/ 37873 w 73855"/>
                <a:gd name="connsiteY5" fmla="*/ 124696 h 151793"/>
                <a:gd name="connsiteX6" fmla="*/ 15717 w 73855"/>
                <a:gd name="connsiteY6" fmla="*/ 148009 h 151793"/>
                <a:gd name="connsiteX7" fmla="*/ 8691 w 73855"/>
                <a:gd name="connsiteY7" fmla="*/ 146431 h 151793"/>
                <a:gd name="connsiteX8" fmla="*/ 16797 w 73855"/>
                <a:gd name="connsiteY8" fmla="*/ 137141 h 151793"/>
                <a:gd name="connsiteX9" fmla="*/ 9952 w 73855"/>
                <a:gd name="connsiteY9" fmla="*/ 131006 h 151793"/>
                <a:gd name="connsiteX10" fmla="*/ 225 w 73855"/>
                <a:gd name="connsiteY10" fmla="*/ 140998 h 151793"/>
                <a:gd name="connsiteX11" fmla="*/ 16077 w 73855"/>
                <a:gd name="connsiteY11" fmla="*/ 151865 h 151793"/>
                <a:gd name="connsiteX12" fmla="*/ 49942 w 73855"/>
                <a:gd name="connsiteY12" fmla="*/ 125222 h 151793"/>
                <a:gd name="connsiteX13" fmla="*/ 66515 w 73855"/>
                <a:gd name="connsiteY13" fmla="*/ 61069 h 151793"/>
                <a:gd name="connsiteX14" fmla="*/ 67415 w 73855"/>
                <a:gd name="connsiteY14" fmla="*/ 54584 h 151793"/>
                <a:gd name="connsiteX15" fmla="*/ 50843 w 73855"/>
                <a:gd name="connsiteY15" fmla="*/ 38458 h 151793"/>
                <a:gd name="connsiteX16" fmla="*/ 22201 w 73855"/>
                <a:gd name="connsiteY16" fmla="*/ 65451 h 151793"/>
                <a:gd name="connsiteX17" fmla="*/ 24363 w 73855"/>
                <a:gd name="connsiteY17" fmla="*/ 67204 h 151793"/>
                <a:gd name="connsiteX18" fmla="*/ 27606 w 73855"/>
                <a:gd name="connsiteY18" fmla="*/ 63698 h 151793"/>
                <a:gd name="connsiteX19" fmla="*/ 50303 w 73855"/>
                <a:gd name="connsiteY19" fmla="*/ 42314 h 151793"/>
                <a:gd name="connsiteX20" fmla="*/ 56067 w 73855"/>
                <a:gd name="connsiteY20" fmla="*/ 50377 h 151793"/>
                <a:gd name="connsiteX21" fmla="*/ 54806 w 73855"/>
                <a:gd name="connsiteY21" fmla="*/ 59316 h 151793"/>
                <a:gd name="connsiteX22" fmla="*/ 37873 w 73855"/>
                <a:gd name="connsiteY22" fmla="*/ 124696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81"/>
                  </a:moveTo>
                  <a:cubicBezTo>
                    <a:pt x="74080" y="3051"/>
                    <a:pt x="71559" y="71"/>
                    <a:pt x="67235" y="71"/>
                  </a:cubicBezTo>
                  <a:cubicBezTo>
                    <a:pt x="63092" y="71"/>
                    <a:pt x="57688" y="4103"/>
                    <a:pt x="57688" y="9361"/>
                  </a:cubicBezTo>
                  <a:cubicBezTo>
                    <a:pt x="57688" y="12867"/>
                    <a:pt x="60210" y="15671"/>
                    <a:pt x="64353" y="15671"/>
                  </a:cubicBezTo>
                  <a:cubicBezTo>
                    <a:pt x="69217" y="15671"/>
                    <a:pt x="74080" y="11114"/>
                    <a:pt x="74080" y="6381"/>
                  </a:cubicBezTo>
                  <a:close/>
                  <a:moveTo>
                    <a:pt x="37873" y="124696"/>
                  </a:moveTo>
                  <a:cubicBezTo>
                    <a:pt x="34451" y="138018"/>
                    <a:pt x="25804" y="148009"/>
                    <a:pt x="15717" y="148009"/>
                  </a:cubicBezTo>
                  <a:cubicBezTo>
                    <a:pt x="14636" y="148009"/>
                    <a:pt x="11934" y="148009"/>
                    <a:pt x="8691" y="146431"/>
                  </a:cubicBezTo>
                  <a:cubicBezTo>
                    <a:pt x="14095" y="145204"/>
                    <a:pt x="16797" y="140647"/>
                    <a:pt x="16797" y="137141"/>
                  </a:cubicBezTo>
                  <a:cubicBezTo>
                    <a:pt x="16797" y="134337"/>
                    <a:pt x="14816" y="131006"/>
                    <a:pt x="9952" y="131006"/>
                  </a:cubicBezTo>
                  <a:cubicBezTo>
                    <a:pt x="5449" y="131006"/>
                    <a:pt x="225" y="134687"/>
                    <a:pt x="225" y="140998"/>
                  </a:cubicBezTo>
                  <a:cubicBezTo>
                    <a:pt x="225" y="148009"/>
                    <a:pt x="7430" y="151865"/>
                    <a:pt x="16077" y="151865"/>
                  </a:cubicBezTo>
                  <a:cubicBezTo>
                    <a:pt x="28686" y="151865"/>
                    <a:pt x="45439" y="142575"/>
                    <a:pt x="49942" y="125222"/>
                  </a:cubicBezTo>
                  <a:lnTo>
                    <a:pt x="66515" y="61069"/>
                  </a:lnTo>
                  <a:cubicBezTo>
                    <a:pt x="67415" y="57564"/>
                    <a:pt x="67415" y="55110"/>
                    <a:pt x="67415" y="54584"/>
                  </a:cubicBezTo>
                  <a:cubicBezTo>
                    <a:pt x="67415" y="44593"/>
                    <a:pt x="59850" y="38458"/>
                    <a:pt x="50843" y="38458"/>
                  </a:cubicBezTo>
                  <a:cubicBezTo>
                    <a:pt x="32469" y="38458"/>
                    <a:pt x="22201" y="63874"/>
                    <a:pt x="22201" y="65451"/>
                  </a:cubicBezTo>
                  <a:cubicBezTo>
                    <a:pt x="22201" y="67204"/>
                    <a:pt x="24003" y="67204"/>
                    <a:pt x="24363" y="67204"/>
                  </a:cubicBezTo>
                  <a:cubicBezTo>
                    <a:pt x="25984" y="67204"/>
                    <a:pt x="26164" y="67029"/>
                    <a:pt x="27606" y="63698"/>
                  </a:cubicBezTo>
                  <a:cubicBezTo>
                    <a:pt x="32109" y="53006"/>
                    <a:pt x="40395" y="42314"/>
                    <a:pt x="50303" y="42314"/>
                  </a:cubicBezTo>
                  <a:cubicBezTo>
                    <a:pt x="52824" y="42314"/>
                    <a:pt x="56067" y="43015"/>
                    <a:pt x="56067" y="50377"/>
                  </a:cubicBezTo>
                  <a:cubicBezTo>
                    <a:pt x="56067" y="54408"/>
                    <a:pt x="55526" y="56337"/>
                    <a:pt x="54806" y="59316"/>
                  </a:cubicBezTo>
                  <a:lnTo>
                    <a:pt x="37873" y="1246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3" name="Freeform: Shape 22">
              <a:extLst>
                <a:ext uri="{FF2B5EF4-FFF2-40B4-BE49-F238E27FC236}">
                  <a16:creationId xmlns:a16="http://schemas.microsoft.com/office/drawing/2014/main" id="{0E270E24-76B3-83CD-2473-DFA54811A5AD}"/>
                </a:ext>
              </a:extLst>
            </p:cNvPr>
            <p:cNvSpPr/>
            <p:nvPr>
              <p:custDataLst>
                <p:tags r:id="rId125"/>
              </p:custDataLst>
            </p:nvPr>
          </p:nvSpPr>
          <p:spPr>
            <a:xfrm>
              <a:off x="13068381" y="5141427"/>
              <a:ext cx="41791" cy="175281"/>
            </a:xfrm>
            <a:custGeom>
              <a:avLst/>
              <a:gdLst>
                <a:gd name="connsiteX0" fmla="*/ 42021 w 41791"/>
                <a:gd name="connsiteY0" fmla="*/ 87712 h 175281"/>
                <a:gd name="connsiteX1" fmla="*/ 30132 w 41791"/>
                <a:gd name="connsiteY1" fmla="*/ 33024 h 175281"/>
                <a:gd name="connsiteX2" fmla="*/ 2031 w 41791"/>
                <a:gd name="connsiteY2" fmla="*/ 71 h 175281"/>
                <a:gd name="connsiteX3" fmla="*/ 230 w 41791"/>
                <a:gd name="connsiteY3" fmla="*/ 1824 h 175281"/>
                <a:gd name="connsiteX4" fmla="*/ 3652 w 41791"/>
                <a:gd name="connsiteY4" fmla="*/ 5856 h 175281"/>
                <a:gd name="connsiteX5" fmla="*/ 31573 w 41791"/>
                <a:gd name="connsiteY5" fmla="*/ 87712 h 175281"/>
                <a:gd name="connsiteX6" fmla="*/ 2571 w 41791"/>
                <a:gd name="connsiteY6" fmla="*/ 170620 h 175281"/>
                <a:gd name="connsiteX7" fmla="*/ 230 w 41791"/>
                <a:gd name="connsiteY7" fmla="*/ 173600 h 175281"/>
                <a:gd name="connsiteX8" fmla="*/ 2031 w 41791"/>
                <a:gd name="connsiteY8" fmla="*/ 175353 h 175281"/>
                <a:gd name="connsiteX9" fmla="*/ 30673 w 41791"/>
                <a:gd name="connsiteY9" fmla="*/ 141173 h 175281"/>
                <a:gd name="connsiteX10" fmla="*/ 42021 w 41791"/>
                <a:gd name="connsiteY10" fmla="*/ 87712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12"/>
                  </a:moveTo>
                  <a:cubicBezTo>
                    <a:pt x="42021" y="74040"/>
                    <a:pt x="40040" y="52831"/>
                    <a:pt x="30132" y="33024"/>
                  </a:cubicBezTo>
                  <a:cubicBezTo>
                    <a:pt x="19324" y="11465"/>
                    <a:pt x="3832" y="71"/>
                    <a:pt x="2031" y="71"/>
                  </a:cubicBezTo>
                  <a:cubicBezTo>
                    <a:pt x="950" y="71"/>
                    <a:pt x="230" y="772"/>
                    <a:pt x="230" y="1824"/>
                  </a:cubicBezTo>
                  <a:cubicBezTo>
                    <a:pt x="230" y="2350"/>
                    <a:pt x="230" y="2700"/>
                    <a:pt x="3652" y="5856"/>
                  </a:cubicBezTo>
                  <a:cubicBezTo>
                    <a:pt x="21305" y="23208"/>
                    <a:pt x="31573" y="51078"/>
                    <a:pt x="31573" y="87712"/>
                  </a:cubicBezTo>
                  <a:cubicBezTo>
                    <a:pt x="31573" y="117685"/>
                    <a:pt x="24908" y="148535"/>
                    <a:pt x="2571" y="170620"/>
                  </a:cubicBezTo>
                  <a:cubicBezTo>
                    <a:pt x="230" y="172723"/>
                    <a:pt x="230" y="173074"/>
                    <a:pt x="230" y="173600"/>
                  </a:cubicBezTo>
                  <a:cubicBezTo>
                    <a:pt x="230" y="174652"/>
                    <a:pt x="950" y="175353"/>
                    <a:pt x="2031" y="175353"/>
                  </a:cubicBezTo>
                  <a:cubicBezTo>
                    <a:pt x="3832" y="175353"/>
                    <a:pt x="20045" y="163434"/>
                    <a:pt x="30673" y="141173"/>
                  </a:cubicBezTo>
                  <a:cubicBezTo>
                    <a:pt x="39859" y="121892"/>
                    <a:pt x="42021" y="102436"/>
                    <a:pt x="42021" y="87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4" name="Freeform: Shape 23">
              <a:extLst>
                <a:ext uri="{FF2B5EF4-FFF2-40B4-BE49-F238E27FC236}">
                  <a16:creationId xmlns:a16="http://schemas.microsoft.com/office/drawing/2014/main" id="{4A510FF3-D632-2FEA-0C15-F825F5F861E4}"/>
                </a:ext>
              </a:extLst>
            </p:cNvPr>
            <p:cNvSpPr/>
            <p:nvPr>
              <p:custDataLst>
                <p:tags r:id="rId126"/>
              </p:custDataLst>
            </p:nvPr>
          </p:nvSpPr>
          <p:spPr>
            <a:xfrm>
              <a:off x="12320088" y="5344141"/>
              <a:ext cx="808077" cy="7010"/>
            </a:xfrm>
            <a:custGeom>
              <a:avLst/>
              <a:gdLst>
                <a:gd name="connsiteX0" fmla="*/ 0 w 808077"/>
                <a:gd name="connsiteY0" fmla="*/ 0 h 7010"/>
                <a:gd name="connsiteX1" fmla="*/ 808077 w 808077"/>
                <a:gd name="connsiteY1" fmla="*/ 0 h 7010"/>
                <a:gd name="connsiteX2" fmla="*/ 808077 w 808077"/>
                <a:gd name="connsiteY2" fmla="*/ 7011 h 7010"/>
                <a:gd name="connsiteX3" fmla="*/ 0 w 808077"/>
                <a:gd name="connsiteY3" fmla="*/ 7011 h 7010"/>
              </a:gdLst>
              <a:ahLst/>
              <a:cxnLst>
                <a:cxn ang="0">
                  <a:pos x="connsiteX0" y="connsiteY0"/>
                </a:cxn>
                <a:cxn ang="0">
                  <a:pos x="connsiteX1" y="connsiteY1"/>
                </a:cxn>
                <a:cxn ang="0">
                  <a:pos x="connsiteX2" y="connsiteY2"/>
                </a:cxn>
                <a:cxn ang="0">
                  <a:pos x="connsiteX3" y="connsiteY3"/>
                </a:cxn>
              </a:cxnLst>
              <a:rect l="l" t="t" r="r" b="b"/>
              <a:pathLst>
                <a:path w="808077" h="7010">
                  <a:moveTo>
                    <a:pt x="0" y="0"/>
                  </a:moveTo>
                  <a:lnTo>
                    <a:pt x="808077" y="0"/>
                  </a:lnTo>
                  <a:lnTo>
                    <a:pt x="808077" y="7011"/>
                  </a:lnTo>
                  <a:lnTo>
                    <a:pt x="0" y="70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6" name="Freeform: Shape 25">
              <a:extLst>
                <a:ext uri="{FF2B5EF4-FFF2-40B4-BE49-F238E27FC236}">
                  <a16:creationId xmlns:a16="http://schemas.microsoft.com/office/drawing/2014/main" id="{373AAD51-7EE1-0590-F112-C2F50173D8EE}"/>
                </a:ext>
              </a:extLst>
            </p:cNvPr>
            <p:cNvSpPr/>
            <p:nvPr>
              <p:custDataLst>
                <p:tags r:id="rId127"/>
              </p:custDataLst>
            </p:nvPr>
          </p:nvSpPr>
          <p:spPr>
            <a:xfrm>
              <a:off x="12327294" y="5391984"/>
              <a:ext cx="128616" cy="119717"/>
            </a:xfrm>
            <a:custGeom>
              <a:avLst/>
              <a:gdLst>
                <a:gd name="connsiteX0" fmla="*/ 47564 w 128616"/>
                <a:gd name="connsiteY0" fmla="*/ 64413 h 119717"/>
                <a:gd name="connsiteX1" fmla="*/ 78187 w 128616"/>
                <a:gd name="connsiteY1" fmla="*/ 64413 h 119717"/>
                <a:gd name="connsiteX2" fmla="*/ 128805 w 128616"/>
                <a:gd name="connsiteY2" fmla="*/ 26552 h 119717"/>
                <a:gd name="connsiteX3" fmla="*/ 93319 w 128616"/>
                <a:gd name="connsiteY3" fmla="*/ 85 h 119717"/>
                <a:gd name="connsiteX4" fmla="*/ 34955 w 128616"/>
                <a:gd name="connsiteY4" fmla="*/ 85 h 119717"/>
                <a:gd name="connsiteX5" fmla="*/ 29551 w 128616"/>
                <a:gd name="connsiteY5" fmla="*/ 3415 h 119717"/>
                <a:gd name="connsiteX6" fmla="*/ 34775 w 128616"/>
                <a:gd name="connsiteY6" fmla="*/ 5519 h 119717"/>
                <a:gd name="connsiteX7" fmla="*/ 42521 w 128616"/>
                <a:gd name="connsiteY7" fmla="*/ 5869 h 119717"/>
                <a:gd name="connsiteX8" fmla="*/ 46484 w 128616"/>
                <a:gd name="connsiteY8" fmla="*/ 8674 h 119717"/>
                <a:gd name="connsiteX9" fmla="*/ 45763 w 128616"/>
                <a:gd name="connsiteY9" fmla="*/ 12004 h 119717"/>
                <a:gd name="connsiteX10" fmla="*/ 21625 w 128616"/>
                <a:gd name="connsiteY10" fmla="*/ 106130 h 119717"/>
                <a:gd name="connsiteX11" fmla="*/ 5233 w 128616"/>
                <a:gd name="connsiteY11" fmla="*/ 114368 h 119717"/>
                <a:gd name="connsiteX12" fmla="*/ 189 w 128616"/>
                <a:gd name="connsiteY12" fmla="*/ 117699 h 119717"/>
                <a:gd name="connsiteX13" fmla="*/ 2891 w 128616"/>
                <a:gd name="connsiteY13" fmla="*/ 119802 h 119717"/>
                <a:gd name="connsiteX14" fmla="*/ 25768 w 128616"/>
                <a:gd name="connsiteY14" fmla="*/ 119276 h 119717"/>
                <a:gd name="connsiteX15" fmla="*/ 37297 w 128616"/>
                <a:gd name="connsiteY15" fmla="*/ 119451 h 119717"/>
                <a:gd name="connsiteX16" fmla="*/ 49005 w 128616"/>
                <a:gd name="connsiteY16" fmla="*/ 119802 h 119717"/>
                <a:gd name="connsiteX17" fmla="*/ 52608 w 128616"/>
                <a:gd name="connsiteY17" fmla="*/ 116296 h 119717"/>
                <a:gd name="connsiteX18" fmla="*/ 47564 w 128616"/>
                <a:gd name="connsiteY18" fmla="*/ 114368 h 119717"/>
                <a:gd name="connsiteX19" fmla="*/ 35856 w 128616"/>
                <a:gd name="connsiteY19" fmla="*/ 111213 h 119717"/>
                <a:gd name="connsiteX20" fmla="*/ 36396 w 128616"/>
                <a:gd name="connsiteY20" fmla="*/ 108233 h 119717"/>
                <a:gd name="connsiteX21" fmla="*/ 47564 w 128616"/>
                <a:gd name="connsiteY21" fmla="*/ 64413 h 119717"/>
                <a:gd name="connsiteX22" fmla="*/ 60534 w 128616"/>
                <a:gd name="connsiteY22" fmla="*/ 12179 h 119717"/>
                <a:gd name="connsiteX23" fmla="*/ 70261 w 128616"/>
                <a:gd name="connsiteY23" fmla="*/ 5519 h 119717"/>
                <a:gd name="connsiteX24" fmla="*/ 87554 w 128616"/>
                <a:gd name="connsiteY24" fmla="*/ 5519 h 119717"/>
                <a:gd name="connsiteX25" fmla="*/ 112053 w 128616"/>
                <a:gd name="connsiteY25" fmla="*/ 22346 h 119717"/>
                <a:gd name="connsiteX26" fmla="*/ 101425 w 128616"/>
                <a:gd name="connsiteY26" fmla="*/ 50566 h 119717"/>
                <a:gd name="connsiteX27" fmla="*/ 73684 w 128616"/>
                <a:gd name="connsiteY27" fmla="*/ 59856 h 119717"/>
                <a:gd name="connsiteX28" fmla="*/ 48285 w 128616"/>
                <a:gd name="connsiteY28" fmla="*/ 59856 h 119717"/>
                <a:gd name="connsiteX29" fmla="*/ 60534 w 128616"/>
                <a:gd name="connsiteY29" fmla="*/ 12179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13"/>
                  </a:moveTo>
                  <a:lnTo>
                    <a:pt x="78187" y="64413"/>
                  </a:lnTo>
                  <a:cubicBezTo>
                    <a:pt x="103767" y="64413"/>
                    <a:pt x="128805" y="46184"/>
                    <a:pt x="128805" y="26552"/>
                  </a:cubicBezTo>
                  <a:cubicBezTo>
                    <a:pt x="128805" y="13056"/>
                    <a:pt x="116917" y="85"/>
                    <a:pt x="93319" y="85"/>
                  </a:cubicBezTo>
                  <a:lnTo>
                    <a:pt x="34955" y="85"/>
                  </a:lnTo>
                  <a:cubicBezTo>
                    <a:pt x="31532" y="85"/>
                    <a:pt x="29551" y="85"/>
                    <a:pt x="29551" y="3415"/>
                  </a:cubicBezTo>
                  <a:cubicBezTo>
                    <a:pt x="29551" y="5519"/>
                    <a:pt x="31172" y="5519"/>
                    <a:pt x="34775" y="5519"/>
                  </a:cubicBezTo>
                  <a:cubicBezTo>
                    <a:pt x="37117" y="5519"/>
                    <a:pt x="40359" y="5694"/>
                    <a:pt x="42521" y="5869"/>
                  </a:cubicBezTo>
                  <a:cubicBezTo>
                    <a:pt x="45403" y="6220"/>
                    <a:pt x="46484" y="6745"/>
                    <a:pt x="46484" y="8674"/>
                  </a:cubicBezTo>
                  <a:cubicBezTo>
                    <a:pt x="46484" y="9375"/>
                    <a:pt x="46303" y="9901"/>
                    <a:pt x="45763" y="12004"/>
                  </a:cubicBezTo>
                  <a:lnTo>
                    <a:pt x="21625" y="106130"/>
                  </a:lnTo>
                  <a:cubicBezTo>
                    <a:pt x="19824" y="112966"/>
                    <a:pt x="19463" y="114368"/>
                    <a:pt x="5233" y="114368"/>
                  </a:cubicBezTo>
                  <a:cubicBezTo>
                    <a:pt x="2170" y="114368"/>
                    <a:pt x="189" y="114368"/>
                    <a:pt x="189" y="117699"/>
                  </a:cubicBezTo>
                  <a:cubicBezTo>
                    <a:pt x="189" y="119802"/>
                    <a:pt x="2350" y="119802"/>
                    <a:pt x="2891" y="119802"/>
                  </a:cubicBezTo>
                  <a:cubicBezTo>
                    <a:pt x="7935" y="119802"/>
                    <a:pt x="20724" y="119276"/>
                    <a:pt x="25768" y="119276"/>
                  </a:cubicBezTo>
                  <a:cubicBezTo>
                    <a:pt x="29551" y="119276"/>
                    <a:pt x="33514" y="119451"/>
                    <a:pt x="37297" y="119451"/>
                  </a:cubicBezTo>
                  <a:cubicBezTo>
                    <a:pt x="41260" y="119451"/>
                    <a:pt x="45223" y="119802"/>
                    <a:pt x="49005" y="119802"/>
                  </a:cubicBezTo>
                  <a:cubicBezTo>
                    <a:pt x="50266" y="119802"/>
                    <a:pt x="52608" y="119802"/>
                    <a:pt x="52608" y="116296"/>
                  </a:cubicBezTo>
                  <a:cubicBezTo>
                    <a:pt x="52608" y="114368"/>
                    <a:pt x="50987" y="114368"/>
                    <a:pt x="47564" y="114368"/>
                  </a:cubicBezTo>
                  <a:cubicBezTo>
                    <a:pt x="40899" y="114368"/>
                    <a:pt x="35856" y="114368"/>
                    <a:pt x="35856" y="111213"/>
                  </a:cubicBezTo>
                  <a:cubicBezTo>
                    <a:pt x="35856" y="110162"/>
                    <a:pt x="36216" y="109285"/>
                    <a:pt x="36396" y="108233"/>
                  </a:cubicBezTo>
                  <a:lnTo>
                    <a:pt x="47564" y="64413"/>
                  </a:lnTo>
                  <a:close/>
                  <a:moveTo>
                    <a:pt x="60534" y="12179"/>
                  </a:moveTo>
                  <a:cubicBezTo>
                    <a:pt x="62155" y="6044"/>
                    <a:pt x="62516" y="5519"/>
                    <a:pt x="70261" y="5519"/>
                  </a:cubicBezTo>
                  <a:lnTo>
                    <a:pt x="87554" y="5519"/>
                  </a:lnTo>
                  <a:cubicBezTo>
                    <a:pt x="102506" y="5519"/>
                    <a:pt x="112053" y="10251"/>
                    <a:pt x="112053" y="22346"/>
                  </a:cubicBezTo>
                  <a:cubicBezTo>
                    <a:pt x="112053" y="29182"/>
                    <a:pt x="108450" y="44256"/>
                    <a:pt x="101425" y="50566"/>
                  </a:cubicBezTo>
                  <a:cubicBezTo>
                    <a:pt x="92418" y="58454"/>
                    <a:pt x="81610" y="59856"/>
                    <a:pt x="73684" y="59856"/>
                  </a:cubicBezTo>
                  <a:lnTo>
                    <a:pt x="48285" y="59856"/>
                  </a:lnTo>
                  <a:lnTo>
                    <a:pt x="60534" y="121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7" name="Freeform: Shape 26">
              <a:extLst>
                <a:ext uri="{FF2B5EF4-FFF2-40B4-BE49-F238E27FC236}">
                  <a16:creationId xmlns:a16="http://schemas.microsoft.com/office/drawing/2014/main" id="{747114B5-4D7E-AB2E-7D69-0C2E2CD37BF3}"/>
                </a:ext>
              </a:extLst>
            </p:cNvPr>
            <p:cNvSpPr/>
            <p:nvPr>
              <p:custDataLst>
                <p:tags r:id="rId128"/>
              </p:custDataLst>
            </p:nvPr>
          </p:nvSpPr>
          <p:spPr>
            <a:xfrm>
              <a:off x="12478590" y="5380240"/>
              <a:ext cx="41791" cy="175281"/>
            </a:xfrm>
            <a:custGeom>
              <a:avLst/>
              <a:gdLst>
                <a:gd name="connsiteX0" fmla="*/ 41988 w 41791"/>
                <a:gd name="connsiteY0" fmla="*/ 173613 h 175281"/>
                <a:gd name="connsiteX1" fmla="*/ 38926 w 41791"/>
                <a:gd name="connsiteY1" fmla="*/ 169757 h 175281"/>
                <a:gd name="connsiteX2" fmla="*/ 10644 w 41791"/>
                <a:gd name="connsiteY2" fmla="*/ 87726 h 175281"/>
                <a:gd name="connsiteX3" fmla="*/ 39646 w 41791"/>
                <a:gd name="connsiteY3" fmla="*/ 4817 h 175281"/>
                <a:gd name="connsiteX4" fmla="*/ 41988 w 41791"/>
                <a:gd name="connsiteY4" fmla="*/ 1838 h 175281"/>
                <a:gd name="connsiteX5" fmla="*/ 40187 w 41791"/>
                <a:gd name="connsiteY5" fmla="*/ 85 h 175281"/>
                <a:gd name="connsiteX6" fmla="*/ 11545 w 41791"/>
                <a:gd name="connsiteY6" fmla="*/ 34265 h 175281"/>
                <a:gd name="connsiteX7" fmla="*/ 197 w 41791"/>
                <a:gd name="connsiteY7" fmla="*/ 87726 h 175281"/>
                <a:gd name="connsiteX8" fmla="*/ 12086 w 41791"/>
                <a:gd name="connsiteY8" fmla="*/ 142413 h 175281"/>
                <a:gd name="connsiteX9" fmla="*/ 40187 w 41791"/>
                <a:gd name="connsiteY9" fmla="*/ 175366 h 175281"/>
                <a:gd name="connsiteX10" fmla="*/ 41988 w 41791"/>
                <a:gd name="connsiteY10" fmla="*/ 173613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13"/>
                  </a:moveTo>
                  <a:cubicBezTo>
                    <a:pt x="41988" y="173088"/>
                    <a:pt x="41988" y="172737"/>
                    <a:pt x="38926" y="169757"/>
                  </a:cubicBezTo>
                  <a:cubicBezTo>
                    <a:pt x="16409" y="147672"/>
                    <a:pt x="10644" y="114544"/>
                    <a:pt x="10644" y="87726"/>
                  </a:cubicBezTo>
                  <a:cubicBezTo>
                    <a:pt x="10644" y="57227"/>
                    <a:pt x="17490" y="26728"/>
                    <a:pt x="39646" y="4817"/>
                  </a:cubicBezTo>
                  <a:cubicBezTo>
                    <a:pt x="41988" y="2714"/>
                    <a:pt x="41988" y="2363"/>
                    <a:pt x="41988" y="1838"/>
                  </a:cubicBezTo>
                  <a:cubicBezTo>
                    <a:pt x="41988" y="611"/>
                    <a:pt x="41267" y="85"/>
                    <a:pt x="40187" y="85"/>
                  </a:cubicBezTo>
                  <a:cubicBezTo>
                    <a:pt x="38385" y="85"/>
                    <a:pt x="22173" y="12004"/>
                    <a:pt x="11545" y="34265"/>
                  </a:cubicBezTo>
                  <a:cubicBezTo>
                    <a:pt x="2358" y="53546"/>
                    <a:pt x="197" y="73002"/>
                    <a:pt x="197" y="87726"/>
                  </a:cubicBezTo>
                  <a:cubicBezTo>
                    <a:pt x="197" y="101397"/>
                    <a:pt x="2178" y="122607"/>
                    <a:pt x="12086" y="142413"/>
                  </a:cubicBezTo>
                  <a:cubicBezTo>
                    <a:pt x="22894" y="163973"/>
                    <a:pt x="38385" y="175366"/>
                    <a:pt x="40187" y="175366"/>
                  </a:cubicBezTo>
                  <a:cubicBezTo>
                    <a:pt x="41267" y="175366"/>
                    <a:pt x="41988" y="174840"/>
                    <a:pt x="41988" y="1736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8" name="Freeform: Shape 27">
              <a:extLst>
                <a:ext uri="{FF2B5EF4-FFF2-40B4-BE49-F238E27FC236}">
                  <a16:creationId xmlns:a16="http://schemas.microsoft.com/office/drawing/2014/main" id="{665FC26B-0765-2F1D-C8C9-CB5C6BAB1132}"/>
                </a:ext>
              </a:extLst>
            </p:cNvPr>
            <p:cNvSpPr/>
            <p:nvPr>
              <p:custDataLst>
                <p:tags r:id="rId129"/>
              </p:custDataLst>
            </p:nvPr>
          </p:nvSpPr>
          <p:spPr>
            <a:xfrm>
              <a:off x="12537114" y="5391984"/>
              <a:ext cx="130958" cy="119717"/>
            </a:xfrm>
            <a:custGeom>
              <a:avLst/>
              <a:gdLst>
                <a:gd name="connsiteX0" fmla="*/ 101437 w 130958"/>
                <a:gd name="connsiteY0" fmla="*/ 20067 h 119717"/>
                <a:gd name="connsiteX1" fmla="*/ 103958 w 130958"/>
                <a:gd name="connsiteY1" fmla="*/ 17613 h 119717"/>
                <a:gd name="connsiteX2" fmla="*/ 127556 w 130958"/>
                <a:gd name="connsiteY2" fmla="*/ 5519 h 119717"/>
                <a:gd name="connsiteX3" fmla="*/ 131159 w 130958"/>
                <a:gd name="connsiteY3" fmla="*/ 2188 h 119717"/>
                <a:gd name="connsiteX4" fmla="*/ 128817 w 130958"/>
                <a:gd name="connsiteY4" fmla="*/ 85 h 119717"/>
                <a:gd name="connsiteX5" fmla="*/ 114046 w 130958"/>
                <a:gd name="connsiteY5" fmla="*/ 611 h 119717"/>
                <a:gd name="connsiteX6" fmla="*/ 96032 w 130958"/>
                <a:gd name="connsiteY6" fmla="*/ 85 h 119717"/>
                <a:gd name="connsiteX7" fmla="*/ 92610 w 130958"/>
                <a:gd name="connsiteY7" fmla="*/ 3415 h 119717"/>
                <a:gd name="connsiteX8" fmla="*/ 95312 w 130958"/>
                <a:gd name="connsiteY8" fmla="*/ 5519 h 119717"/>
                <a:gd name="connsiteX9" fmla="*/ 101797 w 130958"/>
                <a:gd name="connsiteY9" fmla="*/ 9550 h 119717"/>
                <a:gd name="connsiteX10" fmla="*/ 96933 w 130958"/>
                <a:gd name="connsiteY10" fmla="*/ 17964 h 119717"/>
                <a:gd name="connsiteX11" fmla="*/ 55142 w 130958"/>
                <a:gd name="connsiteY11" fmla="*/ 64764 h 119717"/>
                <a:gd name="connsiteX12" fmla="*/ 35327 w 130958"/>
                <a:gd name="connsiteY12" fmla="*/ 12705 h 119717"/>
                <a:gd name="connsiteX13" fmla="*/ 34246 w 130958"/>
                <a:gd name="connsiteY13" fmla="*/ 9725 h 119717"/>
                <a:gd name="connsiteX14" fmla="*/ 44874 w 130958"/>
                <a:gd name="connsiteY14" fmla="*/ 5519 h 119717"/>
                <a:gd name="connsiteX15" fmla="*/ 49197 w 130958"/>
                <a:gd name="connsiteY15" fmla="*/ 2013 h 119717"/>
                <a:gd name="connsiteX16" fmla="*/ 46495 w 130958"/>
                <a:gd name="connsiteY16" fmla="*/ 85 h 119717"/>
                <a:gd name="connsiteX17" fmla="*/ 23798 w 130958"/>
                <a:gd name="connsiteY17" fmla="*/ 611 h 119717"/>
                <a:gd name="connsiteX18" fmla="*/ 3623 w 130958"/>
                <a:gd name="connsiteY18" fmla="*/ 85 h 119717"/>
                <a:gd name="connsiteX19" fmla="*/ 200 w 130958"/>
                <a:gd name="connsiteY19" fmla="*/ 3590 h 119717"/>
                <a:gd name="connsiteX20" fmla="*/ 4344 w 130958"/>
                <a:gd name="connsiteY20" fmla="*/ 5519 h 119717"/>
                <a:gd name="connsiteX21" fmla="*/ 17493 w 130958"/>
                <a:gd name="connsiteY21" fmla="*/ 11478 h 119717"/>
                <a:gd name="connsiteX22" fmla="*/ 39650 w 130958"/>
                <a:gd name="connsiteY22" fmla="*/ 69146 h 119717"/>
                <a:gd name="connsiteX23" fmla="*/ 40371 w 130958"/>
                <a:gd name="connsiteY23" fmla="*/ 72125 h 119717"/>
                <a:gd name="connsiteX24" fmla="*/ 32265 w 130958"/>
                <a:gd name="connsiteY24" fmla="*/ 104027 h 119717"/>
                <a:gd name="connsiteX25" fmla="*/ 15332 w 130958"/>
                <a:gd name="connsiteY25" fmla="*/ 114368 h 119717"/>
                <a:gd name="connsiteX26" fmla="*/ 10468 w 130958"/>
                <a:gd name="connsiteY26" fmla="*/ 117874 h 119717"/>
                <a:gd name="connsiteX27" fmla="*/ 12990 w 130958"/>
                <a:gd name="connsiteY27" fmla="*/ 119802 h 119717"/>
                <a:gd name="connsiteX28" fmla="*/ 35687 w 130958"/>
                <a:gd name="connsiteY28" fmla="*/ 119276 h 119717"/>
                <a:gd name="connsiteX29" fmla="*/ 58744 w 130958"/>
                <a:gd name="connsiteY29" fmla="*/ 119802 h 119717"/>
                <a:gd name="connsiteX30" fmla="*/ 62167 w 130958"/>
                <a:gd name="connsiteY30" fmla="*/ 116296 h 119717"/>
                <a:gd name="connsiteX31" fmla="*/ 57123 w 130958"/>
                <a:gd name="connsiteY31" fmla="*/ 114368 h 119717"/>
                <a:gd name="connsiteX32" fmla="*/ 50278 w 130958"/>
                <a:gd name="connsiteY32" fmla="*/ 114018 h 119717"/>
                <a:gd name="connsiteX33" fmla="*/ 45414 w 130958"/>
                <a:gd name="connsiteY33" fmla="*/ 111213 h 119717"/>
                <a:gd name="connsiteX34" fmla="*/ 47936 w 130958"/>
                <a:gd name="connsiteY34" fmla="*/ 100171 h 119717"/>
                <a:gd name="connsiteX35" fmla="*/ 54241 w 130958"/>
                <a:gd name="connsiteY35" fmla="*/ 75456 h 119717"/>
                <a:gd name="connsiteX36" fmla="*/ 56763 w 130958"/>
                <a:gd name="connsiteY36" fmla="*/ 70022 h 119717"/>
                <a:gd name="connsiteX37" fmla="*/ 101437 w 130958"/>
                <a:gd name="connsiteY37" fmla="*/ 20067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67"/>
                  </a:moveTo>
                  <a:lnTo>
                    <a:pt x="103958" y="17613"/>
                  </a:lnTo>
                  <a:cubicBezTo>
                    <a:pt x="109363" y="12355"/>
                    <a:pt x="115307" y="6395"/>
                    <a:pt x="127556" y="5519"/>
                  </a:cubicBezTo>
                  <a:cubicBezTo>
                    <a:pt x="129538" y="5343"/>
                    <a:pt x="131159" y="5343"/>
                    <a:pt x="131159" y="2188"/>
                  </a:cubicBezTo>
                  <a:cubicBezTo>
                    <a:pt x="131159" y="786"/>
                    <a:pt x="130258" y="85"/>
                    <a:pt x="128817" y="85"/>
                  </a:cubicBezTo>
                  <a:cubicBezTo>
                    <a:pt x="124134" y="85"/>
                    <a:pt x="118910" y="611"/>
                    <a:pt x="114046" y="611"/>
                  </a:cubicBezTo>
                  <a:cubicBezTo>
                    <a:pt x="108102" y="611"/>
                    <a:pt x="101797" y="85"/>
                    <a:pt x="96032" y="85"/>
                  </a:cubicBezTo>
                  <a:cubicBezTo>
                    <a:pt x="94952" y="85"/>
                    <a:pt x="92610" y="85"/>
                    <a:pt x="92610" y="3415"/>
                  </a:cubicBezTo>
                  <a:cubicBezTo>
                    <a:pt x="92610" y="5343"/>
                    <a:pt x="94411" y="5519"/>
                    <a:pt x="95312" y="5519"/>
                  </a:cubicBezTo>
                  <a:cubicBezTo>
                    <a:pt x="96573" y="5519"/>
                    <a:pt x="101797" y="5869"/>
                    <a:pt x="101797" y="9550"/>
                  </a:cubicBezTo>
                  <a:cubicBezTo>
                    <a:pt x="101797" y="12530"/>
                    <a:pt x="97654" y="17087"/>
                    <a:pt x="96933" y="17964"/>
                  </a:cubicBezTo>
                  <a:lnTo>
                    <a:pt x="55142" y="64764"/>
                  </a:lnTo>
                  <a:lnTo>
                    <a:pt x="35327" y="12705"/>
                  </a:lnTo>
                  <a:cubicBezTo>
                    <a:pt x="34246" y="10251"/>
                    <a:pt x="34246" y="9901"/>
                    <a:pt x="34246" y="9725"/>
                  </a:cubicBezTo>
                  <a:cubicBezTo>
                    <a:pt x="34246" y="5519"/>
                    <a:pt x="43073" y="5519"/>
                    <a:pt x="44874" y="5519"/>
                  </a:cubicBezTo>
                  <a:cubicBezTo>
                    <a:pt x="47396" y="5519"/>
                    <a:pt x="49197" y="5519"/>
                    <a:pt x="49197" y="2013"/>
                  </a:cubicBezTo>
                  <a:cubicBezTo>
                    <a:pt x="49197" y="85"/>
                    <a:pt x="47036" y="85"/>
                    <a:pt x="46495" y="85"/>
                  </a:cubicBezTo>
                  <a:cubicBezTo>
                    <a:pt x="41451" y="85"/>
                    <a:pt x="28842" y="611"/>
                    <a:pt x="23798" y="611"/>
                  </a:cubicBezTo>
                  <a:cubicBezTo>
                    <a:pt x="19295" y="611"/>
                    <a:pt x="8126" y="85"/>
                    <a:pt x="3623" y="85"/>
                  </a:cubicBezTo>
                  <a:cubicBezTo>
                    <a:pt x="2542" y="85"/>
                    <a:pt x="200" y="85"/>
                    <a:pt x="200" y="3590"/>
                  </a:cubicBezTo>
                  <a:cubicBezTo>
                    <a:pt x="200" y="5519"/>
                    <a:pt x="2002" y="5519"/>
                    <a:pt x="4344" y="5519"/>
                  </a:cubicBezTo>
                  <a:cubicBezTo>
                    <a:pt x="15152" y="5519"/>
                    <a:pt x="15872" y="7096"/>
                    <a:pt x="17493" y="11478"/>
                  </a:cubicBezTo>
                  <a:lnTo>
                    <a:pt x="39650" y="69146"/>
                  </a:lnTo>
                  <a:cubicBezTo>
                    <a:pt x="39830" y="69672"/>
                    <a:pt x="40371" y="71600"/>
                    <a:pt x="40371" y="72125"/>
                  </a:cubicBezTo>
                  <a:cubicBezTo>
                    <a:pt x="40371" y="72651"/>
                    <a:pt x="33165" y="100872"/>
                    <a:pt x="32265" y="104027"/>
                  </a:cubicBezTo>
                  <a:cubicBezTo>
                    <a:pt x="29923" y="113667"/>
                    <a:pt x="29743" y="114193"/>
                    <a:pt x="15332" y="114368"/>
                  </a:cubicBezTo>
                  <a:cubicBezTo>
                    <a:pt x="11909" y="114368"/>
                    <a:pt x="10468" y="114368"/>
                    <a:pt x="10468" y="117874"/>
                  </a:cubicBezTo>
                  <a:cubicBezTo>
                    <a:pt x="10468" y="119802"/>
                    <a:pt x="12630" y="119802"/>
                    <a:pt x="12990" y="119802"/>
                  </a:cubicBezTo>
                  <a:cubicBezTo>
                    <a:pt x="18034" y="119802"/>
                    <a:pt x="30643" y="119276"/>
                    <a:pt x="35687" y="119276"/>
                  </a:cubicBezTo>
                  <a:cubicBezTo>
                    <a:pt x="40731" y="119276"/>
                    <a:pt x="53701" y="119802"/>
                    <a:pt x="58744" y="119802"/>
                  </a:cubicBezTo>
                  <a:cubicBezTo>
                    <a:pt x="60005" y="119802"/>
                    <a:pt x="62167" y="119802"/>
                    <a:pt x="62167" y="116296"/>
                  </a:cubicBezTo>
                  <a:cubicBezTo>
                    <a:pt x="62167" y="114368"/>
                    <a:pt x="60546" y="114368"/>
                    <a:pt x="57123" y="114368"/>
                  </a:cubicBezTo>
                  <a:cubicBezTo>
                    <a:pt x="56763" y="114368"/>
                    <a:pt x="53340" y="114368"/>
                    <a:pt x="50278" y="114018"/>
                  </a:cubicBezTo>
                  <a:cubicBezTo>
                    <a:pt x="46495" y="113667"/>
                    <a:pt x="45414" y="113317"/>
                    <a:pt x="45414" y="111213"/>
                  </a:cubicBezTo>
                  <a:cubicBezTo>
                    <a:pt x="45414" y="109986"/>
                    <a:pt x="47036" y="103851"/>
                    <a:pt x="47936" y="100171"/>
                  </a:cubicBezTo>
                  <a:lnTo>
                    <a:pt x="54241" y="75456"/>
                  </a:lnTo>
                  <a:cubicBezTo>
                    <a:pt x="55142" y="72125"/>
                    <a:pt x="55322" y="71600"/>
                    <a:pt x="56763" y="70022"/>
                  </a:cubicBezTo>
                  <a:lnTo>
                    <a:pt x="101437" y="200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0" name="Freeform: Shape 29">
              <a:extLst>
                <a:ext uri="{FF2B5EF4-FFF2-40B4-BE49-F238E27FC236}">
                  <a16:creationId xmlns:a16="http://schemas.microsoft.com/office/drawing/2014/main" id="{44C83612-702C-E18A-D7AB-0CE1F03E3F30}"/>
                </a:ext>
              </a:extLst>
            </p:cNvPr>
            <p:cNvSpPr/>
            <p:nvPr>
              <p:custDataLst>
                <p:tags r:id="rId130"/>
              </p:custDataLst>
            </p:nvPr>
          </p:nvSpPr>
          <p:spPr>
            <a:xfrm>
              <a:off x="12641315" y="5483884"/>
              <a:ext cx="77043" cy="55336"/>
            </a:xfrm>
            <a:custGeom>
              <a:avLst/>
              <a:gdLst>
                <a:gd name="connsiteX0" fmla="*/ 9663 w 77043"/>
                <a:gd name="connsiteY0" fmla="*/ 46466 h 55336"/>
                <a:gd name="connsiteX1" fmla="*/ 8402 w 77043"/>
                <a:gd name="connsiteY1" fmla="*/ 51496 h 55336"/>
                <a:gd name="connsiteX2" fmla="*/ 12690 w 77043"/>
                <a:gd name="connsiteY2" fmla="*/ 55423 h 55336"/>
                <a:gd name="connsiteX3" fmla="*/ 17607 w 77043"/>
                <a:gd name="connsiteY3" fmla="*/ 52723 h 55336"/>
                <a:gd name="connsiteX4" fmla="*/ 19877 w 77043"/>
                <a:gd name="connsiteY4" fmla="*/ 45116 h 55336"/>
                <a:gd name="connsiteX5" fmla="*/ 22651 w 77043"/>
                <a:gd name="connsiteY5" fmla="*/ 34073 h 55336"/>
                <a:gd name="connsiteX6" fmla="*/ 24795 w 77043"/>
                <a:gd name="connsiteY6" fmla="*/ 25853 h 55336"/>
                <a:gd name="connsiteX7" fmla="*/ 30091 w 77043"/>
                <a:gd name="connsiteY7" fmla="*/ 14810 h 55336"/>
                <a:gd name="connsiteX8" fmla="*/ 49005 w 77043"/>
                <a:gd name="connsiteY8" fmla="*/ 3522 h 55336"/>
                <a:gd name="connsiteX9" fmla="*/ 56445 w 77043"/>
                <a:gd name="connsiteY9" fmla="*/ 12111 h 55336"/>
                <a:gd name="connsiteX10" fmla="*/ 49005 w 77043"/>
                <a:gd name="connsiteY10" fmla="*/ 38245 h 55336"/>
                <a:gd name="connsiteX11" fmla="*/ 47113 w 77043"/>
                <a:gd name="connsiteY11" fmla="*/ 44871 h 55336"/>
                <a:gd name="connsiteX12" fmla="*/ 59092 w 77043"/>
                <a:gd name="connsiteY12" fmla="*/ 55423 h 55336"/>
                <a:gd name="connsiteX13" fmla="*/ 77250 w 77043"/>
                <a:gd name="connsiteY13" fmla="*/ 36650 h 55336"/>
                <a:gd name="connsiteX14" fmla="*/ 75233 w 77043"/>
                <a:gd name="connsiteY14" fmla="*/ 35055 h 55336"/>
                <a:gd name="connsiteX15" fmla="*/ 72837 w 77043"/>
                <a:gd name="connsiteY15" fmla="*/ 37141 h 55336"/>
                <a:gd name="connsiteX16" fmla="*/ 59471 w 77043"/>
                <a:gd name="connsiteY16" fmla="*/ 51987 h 55336"/>
                <a:gd name="connsiteX17" fmla="*/ 56318 w 77043"/>
                <a:gd name="connsiteY17" fmla="*/ 47693 h 55336"/>
                <a:gd name="connsiteX18" fmla="*/ 59219 w 77043"/>
                <a:gd name="connsiteY18" fmla="*/ 37754 h 55336"/>
                <a:gd name="connsiteX19" fmla="*/ 65902 w 77043"/>
                <a:gd name="connsiteY19" fmla="*/ 14074 h 55336"/>
                <a:gd name="connsiteX20" fmla="*/ 49509 w 77043"/>
                <a:gd name="connsiteY20" fmla="*/ 86 h 55336"/>
                <a:gd name="connsiteX21" fmla="*/ 28199 w 77043"/>
                <a:gd name="connsiteY21" fmla="*/ 11252 h 55336"/>
                <a:gd name="connsiteX22" fmla="*/ 14707 w 77043"/>
                <a:gd name="connsiteY22" fmla="*/ 86 h 55336"/>
                <a:gd name="connsiteX23" fmla="*/ 4746 w 77043"/>
                <a:gd name="connsiteY23" fmla="*/ 6712 h 55336"/>
                <a:gd name="connsiteX24" fmla="*/ 206 w 77043"/>
                <a:gd name="connsiteY24" fmla="*/ 18859 h 55336"/>
                <a:gd name="connsiteX25" fmla="*/ 2350 w 77043"/>
                <a:gd name="connsiteY25" fmla="*/ 20454 h 55336"/>
                <a:gd name="connsiteX26" fmla="*/ 5124 w 77043"/>
                <a:gd name="connsiteY26" fmla="*/ 16773 h 55336"/>
                <a:gd name="connsiteX27" fmla="*/ 14329 w 77043"/>
                <a:gd name="connsiteY27" fmla="*/ 3522 h 55336"/>
                <a:gd name="connsiteX28" fmla="*/ 18490 w 77043"/>
                <a:gd name="connsiteY28" fmla="*/ 9534 h 55336"/>
                <a:gd name="connsiteX29" fmla="*/ 16472 w 77043"/>
                <a:gd name="connsiteY29" fmla="*/ 19718 h 55336"/>
                <a:gd name="connsiteX30" fmla="*/ 13698 w 77043"/>
                <a:gd name="connsiteY30" fmla="*/ 30761 h 55336"/>
                <a:gd name="connsiteX31" fmla="*/ 9663 w 77043"/>
                <a:gd name="connsiteY31" fmla="*/ 46466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66"/>
                  </a:moveTo>
                  <a:cubicBezTo>
                    <a:pt x="9159" y="48061"/>
                    <a:pt x="8402" y="51128"/>
                    <a:pt x="8402" y="51496"/>
                  </a:cubicBezTo>
                  <a:cubicBezTo>
                    <a:pt x="8402" y="54196"/>
                    <a:pt x="10672" y="55423"/>
                    <a:pt x="12690" y="55423"/>
                  </a:cubicBezTo>
                  <a:cubicBezTo>
                    <a:pt x="14959" y="55423"/>
                    <a:pt x="16977" y="53828"/>
                    <a:pt x="17607" y="52723"/>
                  </a:cubicBezTo>
                  <a:cubicBezTo>
                    <a:pt x="18238" y="51619"/>
                    <a:pt x="19247" y="47693"/>
                    <a:pt x="19877" y="45116"/>
                  </a:cubicBezTo>
                  <a:cubicBezTo>
                    <a:pt x="20507" y="42785"/>
                    <a:pt x="21895" y="37141"/>
                    <a:pt x="22651" y="34073"/>
                  </a:cubicBezTo>
                  <a:cubicBezTo>
                    <a:pt x="23408" y="31374"/>
                    <a:pt x="24164" y="28675"/>
                    <a:pt x="24795" y="25853"/>
                  </a:cubicBezTo>
                  <a:cubicBezTo>
                    <a:pt x="26182" y="20822"/>
                    <a:pt x="26434" y="19841"/>
                    <a:pt x="30091" y="14810"/>
                  </a:cubicBezTo>
                  <a:cubicBezTo>
                    <a:pt x="33621" y="9902"/>
                    <a:pt x="39548" y="3522"/>
                    <a:pt x="49005" y="3522"/>
                  </a:cubicBezTo>
                  <a:cubicBezTo>
                    <a:pt x="56318" y="3522"/>
                    <a:pt x="56445" y="9779"/>
                    <a:pt x="56445" y="12111"/>
                  </a:cubicBezTo>
                  <a:cubicBezTo>
                    <a:pt x="56445" y="19472"/>
                    <a:pt x="51022" y="33092"/>
                    <a:pt x="49005" y="38245"/>
                  </a:cubicBezTo>
                  <a:cubicBezTo>
                    <a:pt x="47618" y="41681"/>
                    <a:pt x="47113" y="42785"/>
                    <a:pt x="47113" y="44871"/>
                  </a:cubicBezTo>
                  <a:cubicBezTo>
                    <a:pt x="47113" y="51374"/>
                    <a:pt x="52662" y="55423"/>
                    <a:pt x="59092" y="55423"/>
                  </a:cubicBezTo>
                  <a:cubicBezTo>
                    <a:pt x="71702" y="55423"/>
                    <a:pt x="77250" y="38490"/>
                    <a:pt x="77250" y="36650"/>
                  </a:cubicBezTo>
                  <a:cubicBezTo>
                    <a:pt x="77250" y="35055"/>
                    <a:pt x="75611" y="35055"/>
                    <a:pt x="75233" y="35055"/>
                  </a:cubicBezTo>
                  <a:cubicBezTo>
                    <a:pt x="73467" y="35055"/>
                    <a:pt x="73341" y="35791"/>
                    <a:pt x="72837" y="37141"/>
                  </a:cubicBezTo>
                  <a:cubicBezTo>
                    <a:pt x="69937" y="46957"/>
                    <a:pt x="64515" y="51987"/>
                    <a:pt x="59471" y="51987"/>
                  </a:cubicBezTo>
                  <a:cubicBezTo>
                    <a:pt x="56823" y="51987"/>
                    <a:pt x="56318" y="50269"/>
                    <a:pt x="56318" y="47693"/>
                  </a:cubicBezTo>
                  <a:cubicBezTo>
                    <a:pt x="56318" y="44871"/>
                    <a:pt x="56949" y="43276"/>
                    <a:pt x="59219" y="37754"/>
                  </a:cubicBezTo>
                  <a:cubicBezTo>
                    <a:pt x="60732" y="33951"/>
                    <a:pt x="65902" y="20945"/>
                    <a:pt x="65902" y="14074"/>
                  </a:cubicBezTo>
                  <a:cubicBezTo>
                    <a:pt x="65902" y="2172"/>
                    <a:pt x="56192" y="86"/>
                    <a:pt x="49509" y="86"/>
                  </a:cubicBezTo>
                  <a:cubicBezTo>
                    <a:pt x="39043" y="86"/>
                    <a:pt x="31982" y="6344"/>
                    <a:pt x="28199" y="11252"/>
                  </a:cubicBezTo>
                  <a:cubicBezTo>
                    <a:pt x="27317" y="2786"/>
                    <a:pt x="19877" y="86"/>
                    <a:pt x="14707" y="86"/>
                  </a:cubicBezTo>
                  <a:cubicBezTo>
                    <a:pt x="9285" y="86"/>
                    <a:pt x="6385" y="3890"/>
                    <a:pt x="4746" y="6712"/>
                  </a:cubicBezTo>
                  <a:cubicBezTo>
                    <a:pt x="1972" y="11252"/>
                    <a:pt x="206" y="18245"/>
                    <a:pt x="206" y="18859"/>
                  </a:cubicBezTo>
                  <a:cubicBezTo>
                    <a:pt x="206" y="20454"/>
                    <a:pt x="1972" y="20454"/>
                    <a:pt x="2350" y="20454"/>
                  </a:cubicBezTo>
                  <a:cubicBezTo>
                    <a:pt x="4115" y="20454"/>
                    <a:pt x="4241" y="20086"/>
                    <a:pt x="5124" y="16773"/>
                  </a:cubicBezTo>
                  <a:cubicBezTo>
                    <a:pt x="7015" y="9534"/>
                    <a:pt x="9411" y="3522"/>
                    <a:pt x="14329" y="3522"/>
                  </a:cubicBezTo>
                  <a:cubicBezTo>
                    <a:pt x="17607" y="3522"/>
                    <a:pt x="18490" y="6221"/>
                    <a:pt x="18490" y="9534"/>
                  </a:cubicBezTo>
                  <a:cubicBezTo>
                    <a:pt x="18490" y="11865"/>
                    <a:pt x="17355" y="16405"/>
                    <a:pt x="16472" y="19718"/>
                  </a:cubicBezTo>
                  <a:cubicBezTo>
                    <a:pt x="15590" y="23031"/>
                    <a:pt x="14329" y="28061"/>
                    <a:pt x="13698" y="30761"/>
                  </a:cubicBezTo>
                  <a:lnTo>
                    <a:pt x="9663" y="46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1" name="Freeform: Shape 30">
              <a:extLst>
                <a:ext uri="{FF2B5EF4-FFF2-40B4-BE49-F238E27FC236}">
                  <a16:creationId xmlns:a16="http://schemas.microsoft.com/office/drawing/2014/main" id="{E39A711B-85D3-F5DE-9C22-FC14C135A237}"/>
                </a:ext>
              </a:extLst>
            </p:cNvPr>
            <p:cNvSpPr/>
            <p:nvPr>
              <p:custDataLst>
                <p:tags r:id="rId131"/>
              </p:custDataLst>
            </p:nvPr>
          </p:nvSpPr>
          <p:spPr>
            <a:xfrm>
              <a:off x="12798430" y="5417049"/>
              <a:ext cx="110062" cy="101663"/>
            </a:xfrm>
            <a:custGeom>
              <a:avLst/>
              <a:gdLst>
                <a:gd name="connsiteX0" fmla="*/ 106855 w 110062"/>
                <a:gd name="connsiteY0" fmla="*/ 54773 h 101663"/>
                <a:gd name="connsiteX1" fmla="*/ 110277 w 110062"/>
                <a:gd name="connsiteY1" fmla="*/ 50916 h 101663"/>
                <a:gd name="connsiteX2" fmla="*/ 106855 w 110062"/>
                <a:gd name="connsiteY2" fmla="*/ 47060 h 101663"/>
                <a:gd name="connsiteX3" fmla="*/ 7060 w 110062"/>
                <a:gd name="connsiteY3" fmla="*/ 1312 h 101663"/>
                <a:gd name="connsiteX4" fmla="*/ 3817 w 110062"/>
                <a:gd name="connsiteY4" fmla="*/ 85 h 101663"/>
                <a:gd name="connsiteX5" fmla="*/ 214 w 110062"/>
                <a:gd name="connsiteY5" fmla="*/ 3590 h 101663"/>
                <a:gd name="connsiteX6" fmla="*/ 3637 w 110062"/>
                <a:gd name="connsiteY6" fmla="*/ 7447 h 101663"/>
                <a:gd name="connsiteX7" fmla="*/ 98208 w 110062"/>
                <a:gd name="connsiteY7" fmla="*/ 50916 h 101663"/>
                <a:gd name="connsiteX8" fmla="*/ 3637 w 110062"/>
                <a:gd name="connsiteY8" fmla="*/ 94386 h 101663"/>
                <a:gd name="connsiteX9" fmla="*/ 214 w 110062"/>
                <a:gd name="connsiteY9" fmla="*/ 98242 h 101663"/>
                <a:gd name="connsiteX10" fmla="*/ 3817 w 110062"/>
                <a:gd name="connsiteY10" fmla="*/ 101748 h 101663"/>
                <a:gd name="connsiteX11" fmla="*/ 7060 w 110062"/>
                <a:gd name="connsiteY11" fmla="*/ 100521 h 101663"/>
                <a:gd name="connsiteX12" fmla="*/ 106855 w 110062"/>
                <a:gd name="connsiteY12" fmla="*/ 54773 h 10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062" h="101663">
                  <a:moveTo>
                    <a:pt x="106855" y="54773"/>
                  </a:moveTo>
                  <a:cubicBezTo>
                    <a:pt x="108836" y="53896"/>
                    <a:pt x="110277" y="53020"/>
                    <a:pt x="110277" y="50916"/>
                  </a:cubicBezTo>
                  <a:cubicBezTo>
                    <a:pt x="110277" y="48813"/>
                    <a:pt x="108836" y="47937"/>
                    <a:pt x="106855" y="47060"/>
                  </a:cubicBezTo>
                  <a:lnTo>
                    <a:pt x="7060" y="1312"/>
                  </a:lnTo>
                  <a:cubicBezTo>
                    <a:pt x="4718" y="85"/>
                    <a:pt x="4358" y="85"/>
                    <a:pt x="3817" y="85"/>
                  </a:cubicBezTo>
                  <a:cubicBezTo>
                    <a:pt x="1836" y="85"/>
                    <a:pt x="214" y="1662"/>
                    <a:pt x="214" y="3590"/>
                  </a:cubicBezTo>
                  <a:cubicBezTo>
                    <a:pt x="214" y="5168"/>
                    <a:pt x="1115" y="6220"/>
                    <a:pt x="3637" y="7447"/>
                  </a:cubicBezTo>
                  <a:lnTo>
                    <a:pt x="98208" y="50916"/>
                  </a:lnTo>
                  <a:lnTo>
                    <a:pt x="3637" y="94386"/>
                  </a:lnTo>
                  <a:cubicBezTo>
                    <a:pt x="1115" y="95613"/>
                    <a:pt x="214" y="96665"/>
                    <a:pt x="214" y="98242"/>
                  </a:cubicBezTo>
                  <a:cubicBezTo>
                    <a:pt x="214" y="100171"/>
                    <a:pt x="1836" y="101748"/>
                    <a:pt x="3817" y="101748"/>
                  </a:cubicBezTo>
                  <a:cubicBezTo>
                    <a:pt x="4358" y="101748"/>
                    <a:pt x="4718" y="101748"/>
                    <a:pt x="7060" y="100521"/>
                  </a:cubicBezTo>
                  <a:lnTo>
                    <a:pt x="106855" y="547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2" name="Freeform: Shape 31">
              <a:extLst>
                <a:ext uri="{FF2B5EF4-FFF2-40B4-BE49-F238E27FC236}">
                  <a16:creationId xmlns:a16="http://schemas.microsoft.com/office/drawing/2014/main" id="{F1E27DC0-8AA9-01D0-B505-A2129291A011}"/>
                </a:ext>
              </a:extLst>
            </p:cNvPr>
            <p:cNvSpPr/>
            <p:nvPr>
              <p:custDataLst>
                <p:tags r:id="rId132"/>
              </p:custDataLst>
            </p:nvPr>
          </p:nvSpPr>
          <p:spPr>
            <a:xfrm>
              <a:off x="12971279" y="5395840"/>
              <a:ext cx="73855" cy="151793"/>
            </a:xfrm>
            <a:custGeom>
              <a:avLst/>
              <a:gdLst>
                <a:gd name="connsiteX0" fmla="*/ 74080 w 73855"/>
                <a:gd name="connsiteY0" fmla="*/ 6395 h 151793"/>
                <a:gd name="connsiteX1" fmla="*/ 67235 w 73855"/>
                <a:gd name="connsiteY1" fmla="*/ 85 h 151793"/>
                <a:gd name="connsiteX2" fmla="*/ 57688 w 73855"/>
                <a:gd name="connsiteY2" fmla="*/ 9375 h 151793"/>
                <a:gd name="connsiteX3" fmla="*/ 64353 w 73855"/>
                <a:gd name="connsiteY3" fmla="*/ 15685 h 151793"/>
                <a:gd name="connsiteX4" fmla="*/ 74080 w 73855"/>
                <a:gd name="connsiteY4" fmla="*/ 6395 h 151793"/>
                <a:gd name="connsiteX5" fmla="*/ 37873 w 73855"/>
                <a:gd name="connsiteY5" fmla="*/ 124710 h 151793"/>
                <a:gd name="connsiteX6" fmla="*/ 15717 w 73855"/>
                <a:gd name="connsiteY6" fmla="*/ 148022 h 151793"/>
                <a:gd name="connsiteX7" fmla="*/ 8691 w 73855"/>
                <a:gd name="connsiteY7" fmla="*/ 146445 h 151793"/>
                <a:gd name="connsiteX8" fmla="*/ 16797 w 73855"/>
                <a:gd name="connsiteY8" fmla="*/ 137155 h 151793"/>
                <a:gd name="connsiteX9" fmla="*/ 9952 w 73855"/>
                <a:gd name="connsiteY9" fmla="*/ 131020 h 151793"/>
                <a:gd name="connsiteX10" fmla="*/ 225 w 73855"/>
                <a:gd name="connsiteY10" fmla="*/ 141011 h 151793"/>
                <a:gd name="connsiteX11" fmla="*/ 16077 w 73855"/>
                <a:gd name="connsiteY11" fmla="*/ 151879 h 151793"/>
                <a:gd name="connsiteX12" fmla="*/ 49942 w 73855"/>
                <a:gd name="connsiteY12" fmla="*/ 125236 h 151793"/>
                <a:gd name="connsiteX13" fmla="*/ 66515 w 73855"/>
                <a:gd name="connsiteY13" fmla="*/ 61083 h 151793"/>
                <a:gd name="connsiteX14" fmla="*/ 67415 w 73855"/>
                <a:gd name="connsiteY14" fmla="*/ 54597 h 151793"/>
                <a:gd name="connsiteX15" fmla="*/ 50843 w 73855"/>
                <a:gd name="connsiteY15" fmla="*/ 38471 h 151793"/>
                <a:gd name="connsiteX16" fmla="*/ 22201 w 73855"/>
                <a:gd name="connsiteY16" fmla="*/ 65465 h 151793"/>
                <a:gd name="connsiteX17" fmla="*/ 24363 w 73855"/>
                <a:gd name="connsiteY17" fmla="*/ 67218 h 151793"/>
                <a:gd name="connsiteX18" fmla="*/ 27606 w 73855"/>
                <a:gd name="connsiteY18" fmla="*/ 63712 h 151793"/>
                <a:gd name="connsiteX19" fmla="*/ 50303 w 73855"/>
                <a:gd name="connsiteY19" fmla="*/ 42328 h 151793"/>
                <a:gd name="connsiteX20" fmla="*/ 56067 w 73855"/>
                <a:gd name="connsiteY20" fmla="*/ 50391 h 151793"/>
                <a:gd name="connsiteX21" fmla="*/ 54806 w 73855"/>
                <a:gd name="connsiteY21" fmla="*/ 59330 h 151793"/>
                <a:gd name="connsiteX22" fmla="*/ 37873 w 73855"/>
                <a:gd name="connsiteY22" fmla="*/ 124710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95"/>
                  </a:moveTo>
                  <a:cubicBezTo>
                    <a:pt x="74080" y="3065"/>
                    <a:pt x="71559" y="85"/>
                    <a:pt x="67235" y="85"/>
                  </a:cubicBezTo>
                  <a:cubicBezTo>
                    <a:pt x="63092" y="85"/>
                    <a:pt x="57688" y="4116"/>
                    <a:pt x="57688" y="9375"/>
                  </a:cubicBezTo>
                  <a:cubicBezTo>
                    <a:pt x="57688" y="12880"/>
                    <a:pt x="60210" y="15685"/>
                    <a:pt x="64353" y="15685"/>
                  </a:cubicBezTo>
                  <a:cubicBezTo>
                    <a:pt x="69217" y="15685"/>
                    <a:pt x="74080" y="11128"/>
                    <a:pt x="74080" y="6395"/>
                  </a:cubicBezTo>
                  <a:close/>
                  <a:moveTo>
                    <a:pt x="37873" y="124710"/>
                  </a:moveTo>
                  <a:cubicBezTo>
                    <a:pt x="34451" y="138031"/>
                    <a:pt x="25804" y="148022"/>
                    <a:pt x="15717" y="148022"/>
                  </a:cubicBezTo>
                  <a:cubicBezTo>
                    <a:pt x="14636" y="148022"/>
                    <a:pt x="11934" y="148022"/>
                    <a:pt x="8691" y="146445"/>
                  </a:cubicBezTo>
                  <a:cubicBezTo>
                    <a:pt x="14095" y="145218"/>
                    <a:pt x="16797" y="140661"/>
                    <a:pt x="16797" y="137155"/>
                  </a:cubicBezTo>
                  <a:cubicBezTo>
                    <a:pt x="16797" y="134350"/>
                    <a:pt x="14816" y="131020"/>
                    <a:pt x="9952" y="131020"/>
                  </a:cubicBezTo>
                  <a:cubicBezTo>
                    <a:pt x="5449" y="131020"/>
                    <a:pt x="225" y="134701"/>
                    <a:pt x="225" y="141011"/>
                  </a:cubicBezTo>
                  <a:cubicBezTo>
                    <a:pt x="225" y="148022"/>
                    <a:pt x="7430" y="151879"/>
                    <a:pt x="16077" y="151879"/>
                  </a:cubicBezTo>
                  <a:cubicBezTo>
                    <a:pt x="28686" y="151879"/>
                    <a:pt x="45439" y="142589"/>
                    <a:pt x="49942" y="125236"/>
                  </a:cubicBezTo>
                  <a:lnTo>
                    <a:pt x="66515" y="61083"/>
                  </a:lnTo>
                  <a:cubicBezTo>
                    <a:pt x="67415" y="57577"/>
                    <a:pt x="67415" y="55123"/>
                    <a:pt x="67415" y="54597"/>
                  </a:cubicBezTo>
                  <a:cubicBezTo>
                    <a:pt x="67415" y="44606"/>
                    <a:pt x="59850" y="38471"/>
                    <a:pt x="50843" y="38471"/>
                  </a:cubicBezTo>
                  <a:cubicBezTo>
                    <a:pt x="32469" y="38471"/>
                    <a:pt x="22201" y="63887"/>
                    <a:pt x="22201" y="65465"/>
                  </a:cubicBezTo>
                  <a:cubicBezTo>
                    <a:pt x="22201" y="67218"/>
                    <a:pt x="24003" y="67218"/>
                    <a:pt x="24363" y="67218"/>
                  </a:cubicBezTo>
                  <a:cubicBezTo>
                    <a:pt x="25984" y="67218"/>
                    <a:pt x="26164" y="67042"/>
                    <a:pt x="27606" y="63712"/>
                  </a:cubicBezTo>
                  <a:cubicBezTo>
                    <a:pt x="32109" y="53020"/>
                    <a:pt x="40395" y="42328"/>
                    <a:pt x="50303" y="42328"/>
                  </a:cubicBezTo>
                  <a:cubicBezTo>
                    <a:pt x="52824" y="42328"/>
                    <a:pt x="56067" y="43029"/>
                    <a:pt x="56067" y="50391"/>
                  </a:cubicBezTo>
                  <a:cubicBezTo>
                    <a:pt x="56067" y="54422"/>
                    <a:pt x="55526" y="56350"/>
                    <a:pt x="54806" y="59330"/>
                  </a:cubicBezTo>
                  <a:lnTo>
                    <a:pt x="37873" y="12471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3" name="Freeform: Shape 32">
              <a:extLst>
                <a:ext uri="{FF2B5EF4-FFF2-40B4-BE49-F238E27FC236}">
                  <a16:creationId xmlns:a16="http://schemas.microsoft.com/office/drawing/2014/main" id="{C0DB57CD-095D-2F85-0E8D-EE0215861813}"/>
                </a:ext>
              </a:extLst>
            </p:cNvPr>
            <p:cNvSpPr/>
            <p:nvPr>
              <p:custDataLst>
                <p:tags r:id="rId133"/>
              </p:custDataLst>
            </p:nvPr>
          </p:nvSpPr>
          <p:spPr>
            <a:xfrm>
              <a:off x="13068381" y="5380240"/>
              <a:ext cx="41791" cy="175281"/>
            </a:xfrm>
            <a:custGeom>
              <a:avLst/>
              <a:gdLst>
                <a:gd name="connsiteX0" fmla="*/ 42021 w 41791"/>
                <a:gd name="connsiteY0" fmla="*/ 87726 h 175281"/>
                <a:gd name="connsiteX1" fmla="*/ 30132 w 41791"/>
                <a:gd name="connsiteY1" fmla="*/ 33038 h 175281"/>
                <a:gd name="connsiteX2" fmla="*/ 2031 w 41791"/>
                <a:gd name="connsiteY2" fmla="*/ 85 h 175281"/>
                <a:gd name="connsiteX3" fmla="*/ 230 w 41791"/>
                <a:gd name="connsiteY3" fmla="*/ 1838 h 175281"/>
                <a:gd name="connsiteX4" fmla="*/ 3652 w 41791"/>
                <a:gd name="connsiteY4" fmla="*/ 5869 h 175281"/>
                <a:gd name="connsiteX5" fmla="*/ 31573 w 41791"/>
                <a:gd name="connsiteY5" fmla="*/ 87726 h 175281"/>
                <a:gd name="connsiteX6" fmla="*/ 2571 w 41791"/>
                <a:gd name="connsiteY6" fmla="*/ 170634 h 175281"/>
                <a:gd name="connsiteX7" fmla="*/ 230 w 41791"/>
                <a:gd name="connsiteY7" fmla="*/ 173613 h 175281"/>
                <a:gd name="connsiteX8" fmla="*/ 2031 w 41791"/>
                <a:gd name="connsiteY8" fmla="*/ 175366 h 175281"/>
                <a:gd name="connsiteX9" fmla="*/ 30673 w 41791"/>
                <a:gd name="connsiteY9" fmla="*/ 141186 h 175281"/>
                <a:gd name="connsiteX10" fmla="*/ 42021 w 41791"/>
                <a:gd name="connsiteY10" fmla="*/ 87726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26"/>
                  </a:moveTo>
                  <a:cubicBezTo>
                    <a:pt x="42021" y="74054"/>
                    <a:pt x="40040" y="52845"/>
                    <a:pt x="30132" y="33038"/>
                  </a:cubicBezTo>
                  <a:cubicBezTo>
                    <a:pt x="19324" y="11478"/>
                    <a:pt x="3832" y="85"/>
                    <a:pt x="2031" y="85"/>
                  </a:cubicBezTo>
                  <a:cubicBezTo>
                    <a:pt x="950" y="85"/>
                    <a:pt x="230" y="786"/>
                    <a:pt x="230" y="1838"/>
                  </a:cubicBezTo>
                  <a:cubicBezTo>
                    <a:pt x="230" y="2363"/>
                    <a:pt x="230" y="2714"/>
                    <a:pt x="3652" y="5869"/>
                  </a:cubicBezTo>
                  <a:cubicBezTo>
                    <a:pt x="21305" y="23222"/>
                    <a:pt x="31573" y="51092"/>
                    <a:pt x="31573" y="87726"/>
                  </a:cubicBezTo>
                  <a:cubicBezTo>
                    <a:pt x="31573" y="117699"/>
                    <a:pt x="24908" y="148548"/>
                    <a:pt x="2571" y="170634"/>
                  </a:cubicBezTo>
                  <a:cubicBezTo>
                    <a:pt x="230" y="172737"/>
                    <a:pt x="230" y="173088"/>
                    <a:pt x="230" y="173613"/>
                  </a:cubicBezTo>
                  <a:cubicBezTo>
                    <a:pt x="230" y="174665"/>
                    <a:pt x="950" y="175366"/>
                    <a:pt x="2031" y="175366"/>
                  </a:cubicBezTo>
                  <a:cubicBezTo>
                    <a:pt x="3832" y="175366"/>
                    <a:pt x="20045" y="163447"/>
                    <a:pt x="30673" y="141186"/>
                  </a:cubicBezTo>
                  <a:cubicBezTo>
                    <a:pt x="39859" y="121905"/>
                    <a:pt x="42021" y="102449"/>
                    <a:pt x="42021" y="8772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4" name="Freeform: Shape 33">
              <a:extLst>
                <a:ext uri="{FF2B5EF4-FFF2-40B4-BE49-F238E27FC236}">
                  <a16:creationId xmlns:a16="http://schemas.microsoft.com/office/drawing/2014/main" id="{EB770AC3-1E25-BFC4-8020-76AA0E83F6B1}"/>
                </a:ext>
              </a:extLst>
            </p:cNvPr>
            <p:cNvSpPr/>
            <p:nvPr>
              <p:custDataLst>
                <p:tags r:id="rId134"/>
              </p:custDataLst>
            </p:nvPr>
          </p:nvSpPr>
          <p:spPr>
            <a:xfrm>
              <a:off x="13209906" y="5327139"/>
              <a:ext cx="119790" cy="41015"/>
            </a:xfrm>
            <a:custGeom>
              <a:avLst/>
              <a:gdLst>
                <a:gd name="connsiteX0" fmla="*/ 113903 w 119790"/>
                <a:gd name="connsiteY0" fmla="*/ 7089 h 41015"/>
                <a:gd name="connsiteX1" fmla="*/ 120027 w 119790"/>
                <a:gd name="connsiteY1" fmla="*/ 3584 h 41015"/>
                <a:gd name="connsiteX2" fmla="*/ 114083 w 119790"/>
                <a:gd name="connsiteY2" fmla="*/ 78 h 41015"/>
                <a:gd name="connsiteX3" fmla="*/ 6182 w 119790"/>
                <a:gd name="connsiteY3" fmla="*/ 78 h 41015"/>
                <a:gd name="connsiteX4" fmla="*/ 237 w 119790"/>
                <a:gd name="connsiteY4" fmla="*/ 3584 h 41015"/>
                <a:gd name="connsiteX5" fmla="*/ 6362 w 119790"/>
                <a:gd name="connsiteY5" fmla="*/ 7089 h 41015"/>
                <a:gd name="connsiteX6" fmla="*/ 113903 w 119790"/>
                <a:gd name="connsiteY6" fmla="*/ 7089 h 41015"/>
                <a:gd name="connsiteX7" fmla="*/ 114083 w 119790"/>
                <a:gd name="connsiteY7" fmla="*/ 41094 h 41015"/>
                <a:gd name="connsiteX8" fmla="*/ 120027 w 119790"/>
                <a:gd name="connsiteY8" fmla="*/ 37588 h 41015"/>
                <a:gd name="connsiteX9" fmla="*/ 113903 w 119790"/>
                <a:gd name="connsiteY9" fmla="*/ 34083 h 41015"/>
                <a:gd name="connsiteX10" fmla="*/ 6362 w 119790"/>
                <a:gd name="connsiteY10" fmla="*/ 34083 h 41015"/>
                <a:gd name="connsiteX11" fmla="*/ 237 w 119790"/>
                <a:gd name="connsiteY11" fmla="*/ 37588 h 41015"/>
                <a:gd name="connsiteX12" fmla="*/ 6182 w 119790"/>
                <a:gd name="connsiteY12" fmla="*/ 41094 h 41015"/>
                <a:gd name="connsiteX13" fmla="*/ 11408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903" y="7089"/>
                  </a:moveTo>
                  <a:cubicBezTo>
                    <a:pt x="116605" y="7089"/>
                    <a:pt x="120027" y="7089"/>
                    <a:pt x="120027" y="3584"/>
                  </a:cubicBezTo>
                  <a:cubicBezTo>
                    <a:pt x="120027" y="78"/>
                    <a:pt x="116605" y="78"/>
                    <a:pt x="114083" y="78"/>
                  </a:cubicBezTo>
                  <a:lnTo>
                    <a:pt x="6182" y="78"/>
                  </a:lnTo>
                  <a:cubicBezTo>
                    <a:pt x="3660" y="78"/>
                    <a:pt x="237" y="78"/>
                    <a:pt x="237" y="3584"/>
                  </a:cubicBezTo>
                  <a:cubicBezTo>
                    <a:pt x="237" y="7089"/>
                    <a:pt x="3660" y="7089"/>
                    <a:pt x="6362" y="7089"/>
                  </a:cubicBezTo>
                  <a:lnTo>
                    <a:pt x="113903" y="7089"/>
                  </a:lnTo>
                  <a:close/>
                  <a:moveTo>
                    <a:pt x="114083" y="41094"/>
                  </a:moveTo>
                  <a:cubicBezTo>
                    <a:pt x="116605" y="41094"/>
                    <a:pt x="120027" y="41094"/>
                    <a:pt x="120027" y="37588"/>
                  </a:cubicBezTo>
                  <a:cubicBezTo>
                    <a:pt x="120027" y="34083"/>
                    <a:pt x="116605" y="34083"/>
                    <a:pt x="113903" y="34083"/>
                  </a:cubicBezTo>
                  <a:lnTo>
                    <a:pt x="6362" y="34083"/>
                  </a:lnTo>
                  <a:cubicBezTo>
                    <a:pt x="3660" y="34083"/>
                    <a:pt x="237" y="34083"/>
                    <a:pt x="237" y="37588"/>
                  </a:cubicBezTo>
                  <a:cubicBezTo>
                    <a:pt x="237" y="41094"/>
                    <a:pt x="3660" y="41094"/>
                    <a:pt x="6182" y="41094"/>
                  </a:cubicBezTo>
                  <a:lnTo>
                    <a:pt x="11408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5" name="Freeform: Shape 34">
              <a:extLst>
                <a:ext uri="{FF2B5EF4-FFF2-40B4-BE49-F238E27FC236}">
                  <a16:creationId xmlns:a16="http://schemas.microsoft.com/office/drawing/2014/main" id="{E50B7BD4-5437-C7FC-6FAC-4EF0F3DB5F38}"/>
                </a:ext>
              </a:extLst>
            </p:cNvPr>
            <p:cNvSpPr/>
            <p:nvPr>
              <p:custDataLst>
                <p:tags r:id="rId135"/>
              </p:custDataLst>
            </p:nvPr>
          </p:nvSpPr>
          <p:spPr>
            <a:xfrm>
              <a:off x="13398247" y="5313993"/>
              <a:ext cx="69171" cy="79402"/>
            </a:xfrm>
            <a:custGeom>
              <a:avLst/>
              <a:gdLst>
                <a:gd name="connsiteX0" fmla="*/ 25647 w 69171"/>
                <a:gd name="connsiteY0" fmla="*/ 37062 h 79402"/>
                <a:gd name="connsiteX1" fmla="*/ 53208 w 69171"/>
                <a:gd name="connsiteY1" fmla="*/ 33031 h 79402"/>
                <a:gd name="connsiteX2" fmla="*/ 66718 w 69171"/>
                <a:gd name="connsiteY2" fmla="*/ 14977 h 79402"/>
                <a:gd name="connsiteX3" fmla="*/ 47443 w 69171"/>
                <a:gd name="connsiteY3" fmla="*/ 78 h 79402"/>
                <a:gd name="connsiteX4" fmla="*/ 248 w 69171"/>
                <a:gd name="connsiteY4" fmla="*/ 47755 h 79402"/>
                <a:gd name="connsiteX5" fmla="*/ 28529 w 69171"/>
                <a:gd name="connsiteY5" fmla="*/ 79480 h 79402"/>
                <a:gd name="connsiteX6" fmla="*/ 69420 w 69171"/>
                <a:gd name="connsiteY6" fmla="*/ 58797 h 79402"/>
                <a:gd name="connsiteX7" fmla="*/ 67258 w 69171"/>
                <a:gd name="connsiteY7" fmla="*/ 56519 h 79402"/>
                <a:gd name="connsiteX8" fmla="*/ 64917 w 69171"/>
                <a:gd name="connsiteY8" fmla="*/ 58271 h 79402"/>
                <a:gd name="connsiteX9" fmla="*/ 28890 w 69171"/>
                <a:gd name="connsiteY9" fmla="*/ 75624 h 79402"/>
                <a:gd name="connsiteX10" fmla="*/ 13218 w 69171"/>
                <a:gd name="connsiteY10" fmla="*/ 55292 h 79402"/>
                <a:gd name="connsiteX11" fmla="*/ 16100 w 69171"/>
                <a:gd name="connsiteY11" fmla="*/ 37062 h 79402"/>
                <a:gd name="connsiteX12" fmla="*/ 25647 w 69171"/>
                <a:gd name="connsiteY12" fmla="*/ 37062 h 79402"/>
                <a:gd name="connsiteX13" fmla="*/ 17181 w 69171"/>
                <a:gd name="connsiteY13" fmla="*/ 33206 h 79402"/>
                <a:gd name="connsiteX14" fmla="*/ 47443 w 69171"/>
                <a:gd name="connsiteY14" fmla="*/ 3934 h 79402"/>
                <a:gd name="connsiteX15" fmla="*/ 60773 w 69171"/>
                <a:gd name="connsiteY15" fmla="*/ 14977 h 79402"/>
                <a:gd name="connsiteX16" fmla="*/ 24566 w 69171"/>
                <a:gd name="connsiteY16" fmla="*/ 33206 h 79402"/>
                <a:gd name="connsiteX17" fmla="*/ 17181 w 69171"/>
                <a:gd name="connsiteY17" fmla="*/ 33206 h 79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171" h="79402">
                  <a:moveTo>
                    <a:pt x="25647" y="37062"/>
                  </a:moveTo>
                  <a:cubicBezTo>
                    <a:pt x="30871" y="37062"/>
                    <a:pt x="44201" y="36712"/>
                    <a:pt x="53208" y="33031"/>
                  </a:cubicBezTo>
                  <a:cubicBezTo>
                    <a:pt x="65817" y="27772"/>
                    <a:pt x="66718" y="17431"/>
                    <a:pt x="66718" y="14977"/>
                  </a:cubicBezTo>
                  <a:cubicBezTo>
                    <a:pt x="66718" y="7265"/>
                    <a:pt x="59873" y="78"/>
                    <a:pt x="47443" y="78"/>
                  </a:cubicBezTo>
                  <a:cubicBezTo>
                    <a:pt x="27448" y="78"/>
                    <a:pt x="248" y="17080"/>
                    <a:pt x="248" y="47755"/>
                  </a:cubicBezTo>
                  <a:cubicBezTo>
                    <a:pt x="248" y="65633"/>
                    <a:pt x="10876" y="79480"/>
                    <a:pt x="28529" y="79480"/>
                  </a:cubicBezTo>
                  <a:cubicBezTo>
                    <a:pt x="54289" y="79480"/>
                    <a:pt x="69420" y="60901"/>
                    <a:pt x="69420" y="58797"/>
                  </a:cubicBezTo>
                  <a:cubicBezTo>
                    <a:pt x="69420" y="57746"/>
                    <a:pt x="68339" y="56519"/>
                    <a:pt x="67258" y="56519"/>
                  </a:cubicBezTo>
                  <a:cubicBezTo>
                    <a:pt x="66358" y="56519"/>
                    <a:pt x="65997" y="56869"/>
                    <a:pt x="64917" y="58271"/>
                  </a:cubicBezTo>
                  <a:cubicBezTo>
                    <a:pt x="50686" y="75624"/>
                    <a:pt x="31051" y="75624"/>
                    <a:pt x="28890" y="75624"/>
                  </a:cubicBezTo>
                  <a:cubicBezTo>
                    <a:pt x="14839" y="75624"/>
                    <a:pt x="13218" y="60901"/>
                    <a:pt x="13218" y="55292"/>
                  </a:cubicBezTo>
                  <a:cubicBezTo>
                    <a:pt x="13218" y="53188"/>
                    <a:pt x="13398" y="47755"/>
                    <a:pt x="16100" y="37062"/>
                  </a:cubicBezTo>
                  <a:lnTo>
                    <a:pt x="25647" y="37062"/>
                  </a:lnTo>
                  <a:close/>
                  <a:moveTo>
                    <a:pt x="17181" y="33206"/>
                  </a:moveTo>
                  <a:cubicBezTo>
                    <a:pt x="24206" y="6563"/>
                    <a:pt x="42760" y="3934"/>
                    <a:pt x="47443" y="3934"/>
                  </a:cubicBezTo>
                  <a:cubicBezTo>
                    <a:pt x="55910" y="3934"/>
                    <a:pt x="60773" y="9017"/>
                    <a:pt x="60773" y="14977"/>
                  </a:cubicBezTo>
                  <a:cubicBezTo>
                    <a:pt x="60773" y="33206"/>
                    <a:pt x="31952" y="33206"/>
                    <a:pt x="24566" y="33206"/>
                  </a:cubicBezTo>
                  <a:lnTo>
                    <a:pt x="17181" y="332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7" name="Freeform: Shape 36">
              <a:extLst>
                <a:ext uri="{FF2B5EF4-FFF2-40B4-BE49-F238E27FC236}">
                  <a16:creationId xmlns:a16="http://schemas.microsoft.com/office/drawing/2014/main" id="{64AF06D8-0193-B8F6-3901-E3969348644F}"/>
                </a:ext>
              </a:extLst>
            </p:cNvPr>
            <p:cNvSpPr/>
            <p:nvPr>
              <p:custDataLst>
                <p:tags r:id="rId136"/>
              </p:custDataLst>
            </p:nvPr>
          </p:nvSpPr>
          <p:spPr>
            <a:xfrm>
              <a:off x="13488337" y="5227072"/>
              <a:ext cx="32784" cy="122574"/>
            </a:xfrm>
            <a:custGeom>
              <a:avLst/>
              <a:gdLst>
                <a:gd name="connsiteX0" fmla="*/ 30515 w 32784"/>
                <a:gd name="connsiteY0" fmla="*/ 74 h 122574"/>
                <a:gd name="connsiteX1" fmla="*/ 253 w 32784"/>
                <a:gd name="connsiteY1" fmla="*/ 61300 h 122574"/>
                <a:gd name="connsiteX2" fmla="*/ 30515 w 32784"/>
                <a:gd name="connsiteY2" fmla="*/ 122648 h 122574"/>
                <a:gd name="connsiteX3" fmla="*/ 33037 w 32784"/>
                <a:gd name="connsiteY3" fmla="*/ 121176 h 122574"/>
                <a:gd name="connsiteX4" fmla="*/ 31776 w 32784"/>
                <a:gd name="connsiteY4" fmla="*/ 119335 h 122574"/>
                <a:gd name="connsiteX5" fmla="*/ 8827 w 32784"/>
                <a:gd name="connsiteY5" fmla="*/ 61422 h 122574"/>
                <a:gd name="connsiteX6" fmla="*/ 32155 w 32784"/>
                <a:gd name="connsiteY6" fmla="*/ 3019 h 122574"/>
                <a:gd name="connsiteX7" fmla="*/ 33037 w 32784"/>
                <a:gd name="connsiteY7" fmla="*/ 1546 h 122574"/>
                <a:gd name="connsiteX8" fmla="*/ 30515 w 32784"/>
                <a:gd name="connsiteY8"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84" h="122574">
                  <a:moveTo>
                    <a:pt x="30515" y="74"/>
                  </a:moveTo>
                  <a:cubicBezTo>
                    <a:pt x="6557" y="16515"/>
                    <a:pt x="253" y="42527"/>
                    <a:pt x="253" y="61300"/>
                  </a:cubicBezTo>
                  <a:cubicBezTo>
                    <a:pt x="253" y="78600"/>
                    <a:pt x="5549" y="105471"/>
                    <a:pt x="30515" y="122648"/>
                  </a:cubicBezTo>
                  <a:cubicBezTo>
                    <a:pt x="31524" y="122648"/>
                    <a:pt x="33037" y="122648"/>
                    <a:pt x="33037" y="121176"/>
                  </a:cubicBezTo>
                  <a:cubicBezTo>
                    <a:pt x="33037" y="120440"/>
                    <a:pt x="32659" y="120194"/>
                    <a:pt x="31776" y="119335"/>
                  </a:cubicBezTo>
                  <a:cubicBezTo>
                    <a:pt x="15006" y="104612"/>
                    <a:pt x="8827" y="83753"/>
                    <a:pt x="8827" y="61422"/>
                  </a:cubicBezTo>
                  <a:cubicBezTo>
                    <a:pt x="8827" y="28294"/>
                    <a:pt x="21815" y="12098"/>
                    <a:pt x="32155" y="3019"/>
                  </a:cubicBezTo>
                  <a:cubicBezTo>
                    <a:pt x="32659" y="2528"/>
                    <a:pt x="33037" y="2160"/>
                    <a:pt x="33037" y="1546"/>
                  </a:cubicBezTo>
                  <a:cubicBezTo>
                    <a:pt x="33037" y="74"/>
                    <a:pt x="31524" y="74"/>
                    <a:pt x="3051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8" name="Freeform: Shape 37">
              <a:extLst>
                <a:ext uri="{FF2B5EF4-FFF2-40B4-BE49-F238E27FC236}">
                  <a16:creationId xmlns:a16="http://schemas.microsoft.com/office/drawing/2014/main" id="{ABCCC72D-584A-6282-4A46-6CB9F0E88992}"/>
                </a:ext>
              </a:extLst>
            </p:cNvPr>
            <p:cNvSpPr/>
            <p:nvPr>
              <p:custDataLst>
                <p:tags r:id="rId137"/>
              </p:custDataLst>
            </p:nvPr>
          </p:nvSpPr>
          <p:spPr>
            <a:xfrm>
              <a:off x="13536434" y="5264985"/>
              <a:ext cx="75152" cy="80366"/>
            </a:xfrm>
            <a:custGeom>
              <a:avLst/>
              <a:gdLst>
                <a:gd name="connsiteX0" fmla="*/ 760 w 75152"/>
                <a:gd name="connsiteY0" fmla="*/ 73937 h 80366"/>
                <a:gd name="connsiteX1" fmla="*/ 256 w 75152"/>
                <a:gd name="connsiteY1" fmla="*/ 76514 h 80366"/>
                <a:gd name="connsiteX2" fmla="*/ 4543 w 75152"/>
                <a:gd name="connsiteY2" fmla="*/ 80440 h 80366"/>
                <a:gd name="connsiteX3" fmla="*/ 10596 w 75152"/>
                <a:gd name="connsiteY3" fmla="*/ 74306 h 80366"/>
                <a:gd name="connsiteX4" fmla="*/ 16396 w 75152"/>
                <a:gd name="connsiteY4" fmla="*/ 51852 h 80366"/>
                <a:gd name="connsiteX5" fmla="*/ 29888 w 75152"/>
                <a:gd name="connsiteY5" fmla="*/ 55410 h 80366"/>
                <a:gd name="connsiteX6" fmla="*/ 48046 w 75152"/>
                <a:gd name="connsiteY6" fmla="*/ 46576 h 80366"/>
                <a:gd name="connsiteX7" fmla="*/ 61033 w 75152"/>
                <a:gd name="connsiteY7" fmla="*/ 55410 h 80366"/>
                <a:gd name="connsiteX8" fmla="*/ 70995 w 75152"/>
                <a:gd name="connsiteY8" fmla="*/ 48907 h 80366"/>
                <a:gd name="connsiteX9" fmla="*/ 75408 w 75152"/>
                <a:gd name="connsiteY9" fmla="*/ 36638 h 80366"/>
                <a:gd name="connsiteX10" fmla="*/ 73391 w 75152"/>
                <a:gd name="connsiteY10" fmla="*/ 35043 h 80366"/>
                <a:gd name="connsiteX11" fmla="*/ 70617 w 75152"/>
                <a:gd name="connsiteY11" fmla="*/ 38846 h 80366"/>
                <a:gd name="connsiteX12" fmla="*/ 61412 w 75152"/>
                <a:gd name="connsiteY12" fmla="*/ 51975 h 80366"/>
                <a:gd name="connsiteX13" fmla="*/ 57251 w 75152"/>
                <a:gd name="connsiteY13" fmla="*/ 45963 h 80366"/>
                <a:gd name="connsiteX14" fmla="*/ 59142 w 75152"/>
                <a:gd name="connsiteY14" fmla="*/ 36269 h 80366"/>
                <a:gd name="connsiteX15" fmla="*/ 61916 w 75152"/>
                <a:gd name="connsiteY15" fmla="*/ 25227 h 80366"/>
                <a:gd name="connsiteX16" fmla="*/ 64816 w 75152"/>
                <a:gd name="connsiteY16" fmla="*/ 14307 h 80366"/>
                <a:gd name="connsiteX17" fmla="*/ 66960 w 75152"/>
                <a:gd name="connsiteY17" fmla="*/ 5227 h 80366"/>
                <a:gd name="connsiteX18" fmla="*/ 62799 w 75152"/>
                <a:gd name="connsiteY18" fmla="*/ 1301 h 80366"/>
                <a:gd name="connsiteX19" fmla="*/ 57629 w 75152"/>
                <a:gd name="connsiteY19" fmla="*/ 4246 h 80366"/>
                <a:gd name="connsiteX20" fmla="*/ 55611 w 75152"/>
                <a:gd name="connsiteY20" fmla="*/ 11362 h 80366"/>
                <a:gd name="connsiteX21" fmla="*/ 52963 w 75152"/>
                <a:gd name="connsiteY21" fmla="*/ 21546 h 80366"/>
                <a:gd name="connsiteX22" fmla="*/ 49054 w 75152"/>
                <a:gd name="connsiteY22" fmla="*/ 36883 h 80366"/>
                <a:gd name="connsiteX23" fmla="*/ 47037 w 75152"/>
                <a:gd name="connsiteY23" fmla="*/ 41791 h 80366"/>
                <a:gd name="connsiteX24" fmla="*/ 30392 w 75152"/>
                <a:gd name="connsiteY24" fmla="*/ 51975 h 80366"/>
                <a:gd name="connsiteX25" fmla="*/ 20053 w 75152"/>
                <a:gd name="connsiteY25" fmla="*/ 41055 h 80366"/>
                <a:gd name="connsiteX26" fmla="*/ 22196 w 75152"/>
                <a:gd name="connsiteY26" fmla="*/ 29644 h 80366"/>
                <a:gd name="connsiteX27" fmla="*/ 24970 w 75152"/>
                <a:gd name="connsiteY27" fmla="*/ 18601 h 80366"/>
                <a:gd name="connsiteX28" fmla="*/ 26736 w 75152"/>
                <a:gd name="connsiteY28" fmla="*/ 11730 h 80366"/>
                <a:gd name="connsiteX29" fmla="*/ 28627 w 75152"/>
                <a:gd name="connsiteY29" fmla="*/ 4000 h 80366"/>
                <a:gd name="connsiteX30" fmla="*/ 24340 w 75152"/>
                <a:gd name="connsiteY30" fmla="*/ 74 h 80366"/>
                <a:gd name="connsiteX31" fmla="*/ 18287 w 75152"/>
                <a:gd name="connsiteY31" fmla="*/ 5841 h 80366"/>
                <a:gd name="connsiteX32" fmla="*/ 760 w 75152"/>
                <a:gd name="connsiteY32" fmla="*/ 73937 h 8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152" h="80366">
                  <a:moveTo>
                    <a:pt x="760" y="73937"/>
                  </a:moveTo>
                  <a:cubicBezTo>
                    <a:pt x="256" y="75778"/>
                    <a:pt x="256" y="76391"/>
                    <a:pt x="256" y="76514"/>
                  </a:cubicBezTo>
                  <a:cubicBezTo>
                    <a:pt x="256" y="79213"/>
                    <a:pt x="2525" y="80440"/>
                    <a:pt x="4543" y="80440"/>
                  </a:cubicBezTo>
                  <a:cubicBezTo>
                    <a:pt x="9082" y="80440"/>
                    <a:pt x="10091" y="76391"/>
                    <a:pt x="10596" y="74306"/>
                  </a:cubicBezTo>
                  <a:cubicBezTo>
                    <a:pt x="10848" y="73692"/>
                    <a:pt x="13370" y="63876"/>
                    <a:pt x="16396" y="51852"/>
                  </a:cubicBezTo>
                  <a:cubicBezTo>
                    <a:pt x="20305" y="54429"/>
                    <a:pt x="25349" y="55410"/>
                    <a:pt x="29888" y="55410"/>
                  </a:cubicBezTo>
                  <a:cubicBezTo>
                    <a:pt x="40732" y="55410"/>
                    <a:pt x="47793" y="46821"/>
                    <a:pt x="48046" y="46576"/>
                  </a:cubicBezTo>
                  <a:cubicBezTo>
                    <a:pt x="50441" y="55042"/>
                    <a:pt x="59142" y="55410"/>
                    <a:pt x="61033" y="55410"/>
                  </a:cubicBezTo>
                  <a:cubicBezTo>
                    <a:pt x="65573" y="55410"/>
                    <a:pt x="68725" y="52711"/>
                    <a:pt x="70995" y="48907"/>
                  </a:cubicBezTo>
                  <a:cubicBezTo>
                    <a:pt x="73769" y="44122"/>
                    <a:pt x="75408" y="37128"/>
                    <a:pt x="75408" y="36638"/>
                  </a:cubicBezTo>
                  <a:cubicBezTo>
                    <a:pt x="75408" y="35043"/>
                    <a:pt x="73769" y="35043"/>
                    <a:pt x="73391" y="35043"/>
                  </a:cubicBezTo>
                  <a:cubicBezTo>
                    <a:pt x="71625" y="35043"/>
                    <a:pt x="71499" y="35533"/>
                    <a:pt x="70617" y="38846"/>
                  </a:cubicBezTo>
                  <a:cubicBezTo>
                    <a:pt x="69103" y="44736"/>
                    <a:pt x="66708" y="51975"/>
                    <a:pt x="61412" y="51975"/>
                  </a:cubicBezTo>
                  <a:cubicBezTo>
                    <a:pt x="58133" y="51975"/>
                    <a:pt x="57251" y="49275"/>
                    <a:pt x="57251" y="45963"/>
                  </a:cubicBezTo>
                  <a:cubicBezTo>
                    <a:pt x="57251" y="43877"/>
                    <a:pt x="58259" y="39460"/>
                    <a:pt x="59142" y="36269"/>
                  </a:cubicBezTo>
                  <a:cubicBezTo>
                    <a:pt x="60025" y="32957"/>
                    <a:pt x="61286" y="27926"/>
                    <a:pt x="61916" y="25227"/>
                  </a:cubicBezTo>
                  <a:lnTo>
                    <a:pt x="64816" y="14307"/>
                  </a:lnTo>
                  <a:cubicBezTo>
                    <a:pt x="65573" y="11239"/>
                    <a:pt x="66960" y="5841"/>
                    <a:pt x="66960" y="5227"/>
                  </a:cubicBezTo>
                  <a:cubicBezTo>
                    <a:pt x="66960" y="2773"/>
                    <a:pt x="64942" y="1301"/>
                    <a:pt x="62799" y="1301"/>
                  </a:cubicBezTo>
                  <a:cubicBezTo>
                    <a:pt x="61412" y="1301"/>
                    <a:pt x="59016" y="1914"/>
                    <a:pt x="57629" y="4246"/>
                  </a:cubicBezTo>
                  <a:cubicBezTo>
                    <a:pt x="57251" y="4982"/>
                    <a:pt x="56242" y="8908"/>
                    <a:pt x="55611" y="11362"/>
                  </a:cubicBezTo>
                  <a:lnTo>
                    <a:pt x="52963" y="21546"/>
                  </a:lnTo>
                  <a:lnTo>
                    <a:pt x="49054" y="36883"/>
                  </a:lnTo>
                  <a:cubicBezTo>
                    <a:pt x="48172" y="39950"/>
                    <a:pt x="48172" y="40196"/>
                    <a:pt x="47037" y="41791"/>
                  </a:cubicBezTo>
                  <a:cubicBezTo>
                    <a:pt x="43128" y="47190"/>
                    <a:pt x="37580" y="51975"/>
                    <a:pt x="30392" y="51975"/>
                  </a:cubicBezTo>
                  <a:cubicBezTo>
                    <a:pt x="20053" y="51975"/>
                    <a:pt x="20053" y="43263"/>
                    <a:pt x="20053" y="41055"/>
                  </a:cubicBezTo>
                  <a:cubicBezTo>
                    <a:pt x="20053" y="37865"/>
                    <a:pt x="20431" y="36269"/>
                    <a:pt x="22196" y="29644"/>
                  </a:cubicBezTo>
                  <a:cubicBezTo>
                    <a:pt x="23457" y="24245"/>
                    <a:pt x="23709" y="23386"/>
                    <a:pt x="24970" y="18601"/>
                  </a:cubicBezTo>
                  <a:lnTo>
                    <a:pt x="26736" y="11730"/>
                  </a:lnTo>
                  <a:cubicBezTo>
                    <a:pt x="27366" y="9153"/>
                    <a:pt x="28627" y="4491"/>
                    <a:pt x="28627" y="4000"/>
                  </a:cubicBezTo>
                  <a:cubicBezTo>
                    <a:pt x="28627" y="1792"/>
                    <a:pt x="26862" y="74"/>
                    <a:pt x="24340" y="74"/>
                  </a:cubicBezTo>
                  <a:cubicBezTo>
                    <a:pt x="19800" y="74"/>
                    <a:pt x="18666" y="4368"/>
                    <a:pt x="18287" y="5841"/>
                  </a:cubicBezTo>
                  <a:lnTo>
                    <a:pt x="760" y="739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9" name="Freeform: Shape 38">
              <a:extLst>
                <a:ext uri="{FF2B5EF4-FFF2-40B4-BE49-F238E27FC236}">
                  <a16:creationId xmlns:a16="http://schemas.microsoft.com/office/drawing/2014/main" id="{376920D7-EC06-7C5C-B976-332EAAE49AF4}"/>
                </a:ext>
              </a:extLst>
            </p:cNvPr>
            <p:cNvSpPr/>
            <p:nvPr>
              <p:custDataLst>
                <p:tags r:id="rId138"/>
              </p:custDataLst>
            </p:nvPr>
          </p:nvSpPr>
          <p:spPr>
            <a:xfrm>
              <a:off x="13621049" y="5278167"/>
              <a:ext cx="42602" cy="76422"/>
            </a:xfrm>
            <a:custGeom>
              <a:avLst/>
              <a:gdLst>
                <a:gd name="connsiteX0" fmla="*/ 42863 w 42602"/>
                <a:gd name="connsiteY0" fmla="*/ 3843 h 76422"/>
                <a:gd name="connsiteX1" fmla="*/ 38900 w 42602"/>
                <a:gd name="connsiteY1" fmla="*/ 75 h 76422"/>
                <a:gd name="connsiteX2" fmla="*/ 33315 w 42602"/>
                <a:gd name="connsiteY2" fmla="*/ 5333 h 76422"/>
                <a:gd name="connsiteX3" fmla="*/ 37278 w 42602"/>
                <a:gd name="connsiteY3" fmla="*/ 9102 h 76422"/>
                <a:gd name="connsiteX4" fmla="*/ 42863 w 42602"/>
                <a:gd name="connsiteY4" fmla="*/ 3843 h 76422"/>
                <a:gd name="connsiteX5" fmla="*/ 23228 w 42602"/>
                <a:gd name="connsiteY5" fmla="*/ 62475 h 76422"/>
                <a:gd name="connsiteX6" fmla="*/ 10348 w 42602"/>
                <a:gd name="connsiteY6" fmla="*/ 73518 h 76422"/>
                <a:gd name="connsiteX7" fmla="*/ 7106 w 42602"/>
                <a:gd name="connsiteY7" fmla="*/ 73080 h 76422"/>
                <a:gd name="connsiteX8" fmla="*/ 9898 w 42602"/>
                <a:gd name="connsiteY8" fmla="*/ 68435 h 76422"/>
                <a:gd name="connsiteX9" fmla="*/ 5845 w 42602"/>
                <a:gd name="connsiteY9" fmla="*/ 64841 h 76422"/>
                <a:gd name="connsiteX10" fmla="*/ 261 w 42602"/>
                <a:gd name="connsiteY10" fmla="*/ 70450 h 76422"/>
                <a:gd name="connsiteX11" fmla="*/ 10438 w 42602"/>
                <a:gd name="connsiteY11" fmla="*/ 76498 h 76422"/>
                <a:gd name="connsiteX12" fmla="*/ 31064 w 42602"/>
                <a:gd name="connsiteY12" fmla="*/ 62563 h 76422"/>
                <a:gd name="connsiteX13" fmla="*/ 39170 w 42602"/>
                <a:gd name="connsiteY13" fmla="*/ 31187 h 76422"/>
                <a:gd name="connsiteX14" fmla="*/ 39620 w 42602"/>
                <a:gd name="connsiteY14" fmla="*/ 28295 h 76422"/>
                <a:gd name="connsiteX15" fmla="*/ 28542 w 42602"/>
                <a:gd name="connsiteY15" fmla="*/ 19794 h 76422"/>
                <a:gd name="connsiteX16" fmla="*/ 10979 w 42602"/>
                <a:gd name="connsiteY16" fmla="*/ 33378 h 76422"/>
                <a:gd name="connsiteX17" fmla="*/ 12870 w 42602"/>
                <a:gd name="connsiteY17" fmla="*/ 34605 h 76422"/>
                <a:gd name="connsiteX18" fmla="*/ 14852 w 42602"/>
                <a:gd name="connsiteY18" fmla="*/ 33378 h 76422"/>
                <a:gd name="connsiteX19" fmla="*/ 28182 w 42602"/>
                <a:gd name="connsiteY19" fmla="*/ 22774 h 76422"/>
                <a:gd name="connsiteX20" fmla="*/ 31964 w 42602"/>
                <a:gd name="connsiteY20" fmla="*/ 27419 h 76422"/>
                <a:gd name="connsiteX21" fmla="*/ 31694 w 42602"/>
                <a:gd name="connsiteY21" fmla="*/ 29697 h 76422"/>
                <a:gd name="connsiteX22" fmla="*/ 23228 w 42602"/>
                <a:gd name="connsiteY22" fmla="*/ 62475 h 7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02" h="76422">
                  <a:moveTo>
                    <a:pt x="42863" y="3843"/>
                  </a:moveTo>
                  <a:cubicBezTo>
                    <a:pt x="42863" y="1828"/>
                    <a:pt x="41331" y="75"/>
                    <a:pt x="38900" y="75"/>
                  </a:cubicBezTo>
                  <a:cubicBezTo>
                    <a:pt x="36108" y="75"/>
                    <a:pt x="33315" y="2704"/>
                    <a:pt x="33315" y="5333"/>
                  </a:cubicBezTo>
                  <a:cubicBezTo>
                    <a:pt x="33315" y="7437"/>
                    <a:pt x="35027" y="9102"/>
                    <a:pt x="37278" y="9102"/>
                  </a:cubicBezTo>
                  <a:cubicBezTo>
                    <a:pt x="40341" y="9102"/>
                    <a:pt x="42863" y="6297"/>
                    <a:pt x="42863" y="3843"/>
                  </a:cubicBezTo>
                  <a:close/>
                  <a:moveTo>
                    <a:pt x="23228" y="62475"/>
                  </a:moveTo>
                  <a:cubicBezTo>
                    <a:pt x="21517" y="69136"/>
                    <a:pt x="15842" y="73518"/>
                    <a:pt x="10348" y="73518"/>
                  </a:cubicBezTo>
                  <a:cubicBezTo>
                    <a:pt x="8817" y="73518"/>
                    <a:pt x="7826" y="73255"/>
                    <a:pt x="7106" y="73080"/>
                  </a:cubicBezTo>
                  <a:cubicBezTo>
                    <a:pt x="9267" y="71853"/>
                    <a:pt x="9898" y="69574"/>
                    <a:pt x="9898" y="68435"/>
                  </a:cubicBezTo>
                  <a:cubicBezTo>
                    <a:pt x="9898" y="66945"/>
                    <a:pt x="8817" y="64841"/>
                    <a:pt x="5845" y="64841"/>
                  </a:cubicBezTo>
                  <a:cubicBezTo>
                    <a:pt x="2782" y="64841"/>
                    <a:pt x="261" y="67558"/>
                    <a:pt x="261" y="70450"/>
                  </a:cubicBezTo>
                  <a:cubicBezTo>
                    <a:pt x="261" y="74219"/>
                    <a:pt x="4314" y="76498"/>
                    <a:pt x="10438" y="76498"/>
                  </a:cubicBezTo>
                  <a:cubicBezTo>
                    <a:pt x="16563" y="76498"/>
                    <a:pt x="28272" y="73430"/>
                    <a:pt x="31064" y="62563"/>
                  </a:cubicBezTo>
                  <a:lnTo>
                    <a:pt x="39170" y="31187"/>
                  </a:lnTo>
                  <a:cubicBezTo>
                    <a:pt x="39350" y="30311"/>
                    <a:pt x="39620" y="29522"/>
                    <a:pt x="39620" y="28295"/>
                  </a:cubicBezTo>
                  <a:cubicBezTo>
                    <a:pt x="39620" y="23300"/>
                    <a:pt x="34847" y="19794"/>
                    <a:pt x="28542" y="19794"/>
                  </a:cubicBezTo>
                  <a:cubicBezTo>
                    <a:pt x="17644" y="19794"/>
                    <a:pt x="10979" y="31626"/>
                    <a:pt x="10979" y="33378"/>
                  </a:cubicBezTo>
                  <a:cubicBezTo>
                    <a:pt x="10979" y="34605"/>
                    <a:pt x="12420" y="34605"/>
                    <a:pt x="12870" y="34605"/>
                  </a:cubicBezTo>
                  <a:cubicBezTo>
                    <a:pt x="14221" y="34605"/>
                    <a:pt x="14401" y="34255"/>
                    <a:pt x="14852" y="33378"/>
                  </a:cubicBezTo>
                  <a:cubicBezTo>
                    <a:pt x="18995" y="24790"/>
                    <a:pt x="25119" y="22774"/>
                    <a:pt x="28182" y="22774"/>
                  </a:cubicBezTo>
                  <a:cubicBezTo>
                    <a:pt x="31784" y="22774"/>
                    <a:pt x="31964" y="25929"/>
                    <a:pt x="31964" y="27419"/>
                  </a:cubicBezTo>
                  <a:cubicBezTo>
                    <a:pt x="31964" y="28646"/>
                    <a:pt x="31874" y="28996"/>
                    <a:pt x="31694" y="29697"/>
                  </a:cubicBezTo>
                  <a:lnTo>
                    <a:pt x="23228" y="624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0" name="Freeform: Shape 39">
              <a:extLst>
                <a:ext uri="{FF2B5EF4-FFF2-40B4-BE49-F238E27FC236}">
                  <a16:creationId xmlns:a16="http://schemas.microsoft.com/office/drawing/2014/main" id="{1C717845-8CC4-4394-3095-8951E7215118}"/>
                </a:ext>
              </a:extLst>
            </p:cNvPr>
            <p:cNvSpPr/>
            <p:nvPr>
              <p:custDataLst>
                <p:tags r:id="rId139"/>
              </p:custDataLst>
            </p:nvPr>
          </p:nvSpPr>
          <p:spPr>
            <a:xfrm>
              <a:off x="13698631" y="5285353"/>
              <a:ext cx="85240" cy="6012"/>
            </a:xfrm>
            <a:custGeom>
              <a:avLst/>
              <a:gdLst>
                <a:gd name="connsiteX0" fmla="*/ 80461 w 85240"/>
                <a:gd name="connsiteY0" fmla="*/ 6086 h 6012"/>
                <a:gd name="connsiteX1" fmla="*/ 85504 w 85240"/>
                <a:gd name="connsiteY1" fmla="*/ 3141 h 6012"/>
                <a:gd name="connsiteX2" fmla="*/ 80461 w 85240"/>
                <a:gd name="connsiteY2" fmla="*/ 74 h 6012"/>
                <a:gd name="connsiteX3" fmla="*/ 5308 w 85240"/>
                <a:gd name="connsiteY3" fmla="*/ 74 h 6012"/>
                <a:gd name="connsiteX4" fmla="*/ 264 w 85240"/>
                <a:gd name="connsiteY4" fmla="*/ 3019 h 6012"/>
                <a:gd name="connsiteX5" fmla="*/ 5308 w 85240"/>
                <a:gd name="connsiteY5" fmla="*/ 6086 h 6012"/>
                <a:gd name="connsiteX6" fmla="*/ 80461 w 85240"/>
                <a:gd name="connsiteY6" fmla="*/ 6086 h 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240" h="6012">
                  <a:moveTo>
                    <a:pt x="80461" y="6086"/>
                  </a:moveTo>
                  <a:cubicBezTo>
                    <a:pt x="82478" y="6086"/>
                    <a:pt x="85504" y="6086"/>
                    <a:pt x="85504" y="3141"/>
                  </a:cubicBezTo>
                  <a:cubicBezTo>
                    <a:pt x="85504" y="74"/>
                    <a:pt x="82604" y="74"/>
                    <a:pt x="80461" y="74"/>
                  </a:cubicBezTo>
                  <a:lnTo>
                    <a:pt x="5308" y="74"/>
                  </a:lnTo>
                  <a:cubicBezTo>
                    <a:pt x="3291" y="74"/>
                    <a:pt x="264" y="74"/>
                    <a:pt x="264" y="3019"/>
                  </a:cubicBezTo>
                  <a:cubicBezTo>
                    <a:pt x="264" y="6086"/>
                    <a:pt x="3164" y="6086"/>
                    <a:pt x="5308" y="6086"/>
                  </a:cubicBezTo>
                  <a:lnTo>
                    <a:pt x="80461" y="60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1" name="Freeform: Shape 40">
              <a:extLst>
                <a:ext uri="{FF2B5EF4-FFF2-40B4-BE49-F238E27FC236}">
                  <a16:creationId xmlns:a16="http://schemas.microsoft.com/office/drawing/2014/main" id="{4EEAB185-515C-F6F6-80C2-447151F93AA8}"/>
                </a:ext>
              </a:extLst>
            </p:cNvPr>
            <p:cNvSpPr/>
            <p:nvPr>
              <p:custDataLst>
                <p:tags r:id="rId140"/>
              </p:custDataLst>
            </p:nvPr>
          </p:nvSpPr>
          <p:spPr>
            <a:xfrm>
              <a:off x="13800246" y="5232961"/>
              <a:ext cx="88140" cy="109936"/>
            </a:xfrm>
            <a:custGeom>
              <a:avLst/>
              <a:gdLst>
                <a:gd name="connsiteX0" fmla="*/ 8467 w 88140"/>
                <a:gd name="connsiteY0" fmla="*/ 107311 h 109936"/>
                <a:gd name="connsiteX1" fmla="*/ 16158 w 88140"/>
                <a:gd name="connsiteY1" fmla="*/ 77005 h 109936"/>
                <a:gd name="connsiteX2" fmla="*/ 44782 w 88140"/>
                <a:gd name="connsiteY2" fmla="*/ 87802 h 109936"/>
                <a:gd name="connsiteX3" fmla="*/ 87402 w 88140"/>
                <a:gd name="connsiteY3" fmla="*/ 53692 h 109936"/>
                <a:gd name="connsiteX4" fmla="*/ 78828 w 88140"/>
                <a:gd name="connsiteY4" fmla="*/ 37006 h 109936"/>
                <a:gd name="connsiteX5" fmla="*/ 88411 w 88140"/>
                <a:gd name="connsiteY5" fmla="*/ 17497 h 109936"/>
                <a:gd name="connsiteX6" fmla="*/ 65966 w 88140"/>
                <a:gd name="connsiteY6" fmla="*/ 74 h 109936"/>
                <a:gd name="connsiteX7" fmla="*/ 19815 w 88140"/>
                <a:gd name="connsiteY7" fmla="*/ 31484 h 109936"/>
                <a:gd name="connsiteX8" fmla="*/ 775 w 88140"/>
                <a:gd name="connsiteY8" fmla="*/ 105716 h 109936"/>
                <a:gd name="connsiteX9" fmla="*/ 271 w 88140"/>
                <a:gd name="connsiteY9" fmla="*/ 107802 h 109936"/>
                <a:gd name="connsiteX10" fmla="*/ 4306 w 88140"/>
                <a:gd name="connsiteY10" fmla="*/ 110010 h 109936"/>
                <a:gd name="connsiteX11" fmla="*/ 8467 w 88140"/>
                <a:gd name="connsiteY11" fmla="*/ 107311 h 109936"/>
                <a:gd name="connsiteX12" fmla="*/ 47934 w 88140"/>
                <a:gd name="connsiteY12" fmla="*/ 38601 h 109936"/>
                <a:gd name="connsiteX13" fmla="*/ 56383 w 88140"/>
                <a:gd name="connsiteY13" fmla="*/ 37374 h 109936"/>
                <a:gd name="connsiteX14" fmla="*/ 62309 w 88140"/>
                <a:gd name="connsiteY14" fmla="*/ 37865 h 109936"/>
                <a:gd name="connsiteX15" fmla="*/ 54617 w 88140"/>
                <a:gd name="connsiteY15" fmla="*/ 39337 h 109936"/>
                <a:gd name="connsiteX16" fmla="*/ 47934 w 88140"/>
                <a:gd name="connsiteY16" fmla="*/ 38601 h 109936"/>
                <a:gd name="connsiteX17" fmla="*/ 68362 w 88140"/>
                <a:gd name="connsiteY17" fmla="*/ 32711 h 109936"/>
                <a:gd name="connsiteX18" fmla="*/ 56761 w 88140"/>
                <a:gd name="connsiteY18" fmla="*/ 31730 h 109936"/>
                <a:gd name="connsiteX19" fmla="*/ 39864 w 88140"/>
                <a:gd name="connsiteY19" fmla="*/ 39091 h 109936"/>
                <a:gd name="connsiteX20" fmla="*/ 54365 w 88140"/>
                <a:gd name="connsiteY20" fmla="*/ 44981 h 109936"/>
                <a:gd name="connsiteX21" fmla="*/ 69875 w 88140"/>
                <a:gd name="connsiteY21" fmla="*/ 42404 h 109936"/>
                <a:gd name="connsiteX22" fmla="*/ 71388 w 88140"/>
                <a:gd name="connsiteY22" fmla="*/ 48907 h 109936"/>
                <a:gd name="connsiteX23" fmla="*/ 63948 w 88140"/>
                <a:gd name="connsiteY23" fmla="*/ 73201 h 109936"/>
                <a:gd name="connsiteX24" fmla="*/ 44656 w 88140"/>
                <a:gd name="connsiteY24" fmla="*/ 82158 h 109936"/>
                <a:gd name="connsiteX25" fmla="*/ 19941 w 88140"/>
                <a:gd name="connsiteY25" fmla="*/ 64735 h 109936"/>
                <a:gd name="connsiteX26" fmla="*/ 22211 w 88140"/>
                <a:gd name="connsiteY26" fmla="*/ 53815 h 109936"/>
                <a:gd name="connsiteX27" fmla="*/ 27129 w 88140"/>
                <a:gd name="connsiteY27" fmla="*/ 34306 h 109936"/>
                <a:gd name="connsiteX28" fmla="*/ 40495 w 88140"/>
                <a:gd name="connsiteY28" fmla="*/ 14307 h 109936"/>
                <a:gd name="connsiteX29" fmla="*/ 65335 w 88140"/>
                <a:gd name="connsiteY29" fmla="*/ 5718 h 109936"/>
                <a:gd name="connsiteX30" fmla="*/ 73910 w 88140"/>
                <a:gd name="connsiteY30" fmla="*/ 13080 h 109936"/>
                <a:gd name="connsiteX31" fmla="*/ 68362 w 88140"/>
                <a:gd name="connsiteY31" fmla="*/ 32711 h 109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40" h="109936">
                  <a:moveTo>
                    <a:pt x="8467" y="107311"/>
                  </a:moveTo>
                  <a:lnTo>
                    <a:pt x="16158" y="77005"/>
                  </a:lnTo>
                  <a:cubicBezTo>
                    <a:pt x="18554" y="80072"/>
                    <a:pt x="27003" y="87802"/>
                    <a:pt x="44782" y="87802"/>
                  </a:cubicBezTo>
                  <a:cubicBezTo>
                    <a:pt x="73027" y="87802"/>
                    <a:pt x="87402" y="69152"/>
                    <a:pt x="87402" y="53692"/>
                  </a:cubicBezTo>
                  <a:cubicBezTo>
                    <a:pt x="87402" y="46576"/>
                    <a:pt x="84502" y="40932"/>
                    <a:pt x="78828" y="37006"/>
                  </a:cubicBezTo>
                  <a:cubicBezTo>
                    <a:pt x="84376" y="32589"/>
                    <a:pt x="88411" y="24736"/>
                    <a:pt x="88411" y="17497"/>
                  </a:cubicBezTo>
                  <a:cubicBezTo>
                    <a:pt x="88411" y="7558"/>
                    <a:pt x="81097" y="74"/>
                    <a:pt x="65966" y="74"/>
                  </a:cubicBezTo>
                  <a:cubicBezTo>
                    <a:pt x="47304" y="74"/>
                    <a:pt x="24859" y="11607"/>
                    <a:pt x="19815" y="31484"/>
                  </a:cubicBezTo>
                  <a:lnTo>
                    <a:pt x="775" y="105716"/>
                  </a:lnTo>
                  <a:cubicBezTo>
                    <a:pt x="271" y="107434"/>
                    <a:pt x="271" y="107679"/>
                    <a:pt x="271" y="107802"/>
                  </a:cubicBezTo>
                  <a:cubicBezTo>
                    <a:pt x="271" y="110010"/>
                    <a:pt x="2414" y="110010"/>
                    <a:pt x="4306" y="110010"/>
                  </a:cubicBezTo>
                  <a:cubicBezTo>
                    <a:pt x="6827" y="110010"/>
                    <a:pt x="7836" y="110010"/>
                    <a:pt x="8467" y="107311"/>
                  </a:cubicBezTo>
                  <a:close/>
                  <a:moveTo>
                    <a:pt x="47934" y="38601"/>
                  </a:moveTo>
                  <a:cubicBezTo>
                    <a:pt x="49574" y="37865"/>
                    <a:pt x="50708" y="37374"/>
                    <a:pt x="56383" y="37374"/>
                  </a:cubicBezTo>
                  <a:cubicBezTo>
                    <a:pt x="58400" y="37374"/>
                    <a:pt x="60039" y="37374"/>
                    <a:pt x="62309" y="37865"/>
                  </a:cubicBezTo>
                  <a:cubicBezTo>
                    <a:pt x="59535" y="39337"/>
                    <a:pt x="56887" y="39337"/>
                    <a:pt x="54617" y="39337"/>
                  </a:cubicBezTo>
                  <a:cubicBezTo>
                    <a:pt x="50835" y="39337"/>
                    <a:pt x="50456" y="39214"/>
                    <a:pt x="47934" y="38601"/>
                  </a:cubicBezTo>
                  <a:close/>
                  <a:moveTo>
                    <a:pt x="68362" y="32711"/>
                  </a:moveTo>
                  <a:cubicBezTo>
                    <a:pt x="63570" y="31730"/>
                    <a:pt x="59283" y="31730"/>
                    <a:pt x="56761" y="31730"/>
                  </a:cubicBezTo>
                  <a:cubicBezTo>
                    <a:pt x="51339" y="31730"/>
                    <a:pt x="39864" y="31730"/>
                    <a:pt x="39864" y="39091"/>
                  </a:cubicBezTo>
                  <a:cubicBezTo>
                    <a:pt x="39864" y="44858"/>
                    <a:pt x="48187" y="44981"/>
                    <a:pt x="54365" y="44981"/>
                  </a:cubicBezTo>
                  <a:cubicBezTo>
                    <a:pt x="58022" y="44981"/>
                    <a:pt x="63192" y="44981"/>
                    <a:pt x="69875" y="42404"/>
                  </a:cubicBezTo>
                  <a:cubicBezTo>
                    <a:pt x="71010" y="44122"/>
                    <a:pt x="71388" y="46699"/>
                    <a:pt x="71388" y="48907"/>
                  </a:cubicBezTo>
                  <a:cubicBezTo>
                    <a:pt x="71388" y="53202"/>
                    <a:pt x="68740" y="66698"/>
                    <a:pt x="63948" y="73201"/>
                  </a:cubicBezTo>
                  <a:cubicBezTo>
                    <a:pt x="59409" y="79213"/>
                    <a:pt x="52474" y="82158"/>
                    <a:pt x="44656" y="82158"/>
                  </a:cubicBezTo>
                  <a:cubicBezTo>
                    <a:pt x="33938" y="82158"/>
                    <a:pt x="19941" y="77373"/>
                    <a:pt x="19941" y="64735"/>
                  </a:cubicBezTo>
                  <a:cubicBezTo>
                    <a:pt x="19941" y="62404"/>
                    <a:pt x="21202" y="57373"/>
                    <a:pt x="22211" y="53815"/>
                  </a:cubicBezTo>
                  <a:cubicBezTo>
                    <a:pt x="22841" y="51116"/>
                    <a:pt x="26877" y="35411"/>
                    <a:pt x="27129" y="34306"/>
                  </a:cubicBezTo>
                  <a:cubicBezTo>
                    <a:pt x="28264" y="30012"/>
                    <a:pt x="30407" y="21669"/>
                    <a:pt x="40495" y="14307"/>
                  </a:cubicBezTo>
                  <a:cubicBezTo>
                    <a:pt x="50835" y="6699"/>
                    <a:pt x="60796" y="5718"/>
                    <a:pt x="65335" y="5718"/>
                  </a:cubicBezTo>
                  <a:cubicBezTo>
                    <a:pt x="73910" y="5718"/>
                    <a:pt x="73910" y="11117"/>
                    <a:pt x="73910" y="13080"/>
                  </a:cubicBezTo>
                  <a:cubicBezTo>
                    <a:pt x="73910" y="16024"/>
                    <a:pt x="71640" y="27190"/>
                    <a:pt x="68362" y="327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2" name="Freeform: Shape 41">
              <a:extLst>
                <a:ext uri="{FF2B5EF4-FFF2-40B4-BE49-F238E27FC236}">
                  <a16:creationId xmlns:a16="http://schemas.microsoft.com/office/drawing/2014/main" id="{1C24B4DD-F71C-79BB-A792-466598B20E9B}"/>
                </a:ext>
              </a:extLst>
            </p:cNvPr>
            <p:cNvSpPr/>
            <p:nvPr>
              <p:custDataLst>
                <p:tags r:id="rId141"/>
              </p:custDataLst>
            </p:nvPr>
          </p:nvSpPr>
          <p:spPr>
            <a:xfrm>
              <a:off x="13906067" y="5205376"/>
              <a:ext cx="75116" cy="60822"/>
            </a:xfrm>
            <a:custGeom>
              <a:avLst/>
              <a:gdLst>
                <a:gd name="connsiteX0" fmla="*/ 40356 w 75116"/>
                <a:gd name="connsiteY0" fmla="*/ 4979 h 60822"/>
                <a:gd name="connsiteX1" fmla="*/ 71519 w 75116"/>
                <a:gd name="connsiteY1" fmla="*/ 4979 h 60822"/>
                <a:gd name="connsiteX2" fmla="*/ 75392 w 75116"/>
                <a:gd name="connsiteY2" fmla="*/ 2525 h 60822"/>
                <a:gd name="connsiteX3" fmla="*/ 71519 w 75116"/>
                <a:gd name="connsiteY3" fmla="*/ 71 h 60822"/>
                <a:gd name="connsiteX4" fmla="*/ 4149 w 75116"/>
                <a:gd name="connsiteY4" fmla="*/ 71 h 60822"/>
                <a:gd name="connsiteX5" fmla="*/ 276 w 75116"/>
                <a:gd name="connsiteY5" fmla="*/ 2525 h 60822"/>
                <a:gd name="connsiteX6" fmla="*/ 4149 w 75116"/>
                <a:gd name="connsiteY6" fmla="*/ 4979 h 60822"/>
                <a:gd name="connsiteX7" fmla="*/ 35312 w 75116"/>
                <a:gd name="connsiteY7" fmla="*/ 4979 h 60822"/>
                <a:gd name="connsiteX8" fmla="*/ 35312 w 75116"/>
                <a:gd name="connsiteY8" fmla="*/ 57125 h 60822"/>
                <a:gd name="connsiteX9" fmla="*/ 37834 w 75116"/>
                <a:gd name="connsiteY9" fmla="*/ 60894 h 60822"/>
                <a:gd name="connsiteX10" fmla="*/ 40356 w 75116"/>
                <a:gd name="connsiteY10" fmla="*/ 57125 h 60822"/>
                <a:gd name="connsiteX11" fmla="*/ 40356 w 75116"/>
                <a:gd name="connsiteY11" fmla="*/ 4979 h 6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16" h="60822">
                  <a:moveTo>
                    <a:pt x="40356" y="4979"/>
                  </a:moveTo>
                  <a:lnTo>
                    <a:pt x="71519" y="4979"/>
                  </a:lnTo>
                  <a:cubicBezTo>
                    <a:pt x="72961" y="4979"/>
                    <a:pt x="75392" y="4979"/>
                    <a:pt x="75392" y="2525"/>
                  </a:cubicBezTo>
                  <a:cubicBezTo>
                    <a:pt x="75392" y="71"/>
                    <a:pt x="72961" y="71"/>
                    <a:pt x="71519" y="71"/>
                  </a:cubicBezTo>
                  <a:lnTo>
                    <a:pt x="4149" y="71"/>
                  </a:lnTo>
                  <a:cubicBezTo>
                    <a:pt x="2798" y="71"/>
                    <a:pt x="276" y="71"/>
                    <a:pt x="276" y="2525"/>
                  </a:cubicBezTo>
                  <a:cubicBezTo>
                    <a:pt x="276" y="4979"/>
                    <a:pt x="2798" y="4979"/>
                    <a:pt x="4149" y="4979"/>
                  </a:cubicBezTo>
                  <a:lnTo>
                    <a:pt x="35312" y="4979"/>
                  </a:lnTo>
                  <a:lnTo>
                    <a:pt x="35312" y="57125"/>
                  </a:lnTo>
                  <a:cubicBezTo>
                    <a:pt x="35312" y="58440"/>
                    <a:pt x="35312" y="60894"/>
                    <a:pt x="37834" y="60894"/>
                  </a:cubicBezTo>
                  <a:cubicBezTo>
                    <a:pt x="40356" y="60894"/>
                    <a:pt x="40356" y="58527"/>
                    <a:pt x="40356" y="57125"/>
                  </a:cubicBezTo>
                  <a:lnTo>
                    <a:pt x="40356" y="49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3" name="Freeform: Shape 42">
              <a:extLst>
                <a:ext uri="{FF2B5EF4-FFF2-40B4-BE49-F238E27FC236}">
                  <a16:creationId xmlns:a16="http://schemas.microsoft.com/office/drawing/2014/main" id="{12A2B051-3428-F25B-76AA-5C498F156D35}"/>
                </a:ext>
              </a:extLst>
            </p:cNvPr>
            <p:cNvSpPr/>
            <p:nvPr>
              <p:custDataLst>
                <p:tags r:id="rId142"/>
              </p:custDataLst>
            </p:nvPr>
          </p:nvSpPr>
          <p:spPr>
            <a:xfrm>
              <a:off x="14005803" y="5264617"/>
              <a:ext cx="77296" cy="54477"/>
            </a:xfrm>
            <a:custGeom>
              <a:avLst/>
              <a:gdLst>
                <a:gd name="connsiteX0" fmla="*/ 45676 w 77296"/>
                <a:gd name="connsiteY0" fmla="*/ 24859 h 54477"/>
                <a:gd name="connsiteX1" fmla="*/ 63077 w 77296"/>
                <a:gd name="connsiteY1" fmla="*/ 7804 h 54477"/>
                <a:gd name="connsiteX2" fmla="*/ 74804 w 77296"/>
                <a:gd name="connsiteY2" fmla="*/ 6945 h 54477"/>
                <a:gd name="connsiteX3" fmla="*/ 74804 w 77296"/>
                <a:gd name="connsiteY3" fmla="*/ 74 h 54477"/>
                <a:gd name="connsiteX4" fmla="*/ 62573 w 77296"/>
                <a:gd name="connsiteY4" fmla="*/ 565 h 54477"/>
                <a:gd name="connsiteX5" fmla="*/ 48576 w 77296"/>
                <a:gd name="connsiteY5" fmla="*/ 74 h 54477"/>
                <a:gd name="connsiteX6" fmla="*/ 48576 w 77296"/>
                <a:gd name="connsiteY6" fmla="*/ 6945 h 54477"/>
                <a:gd name="connsiteX7" fmla="*/ 51981 w 77296"/>
                <a:gd name="connsiteY7" fmla="*/ 7681 h 54477"/>
                <a:gd name="connsiteX8" fmla="*/ 40128 w 77296"/>
                <a:gd name="connsiteY8" fmla="*/ 19337 h 54477"/>
                <a:gd name="connsiteX9" fmla="*/ 27897 w 77296"/>
                <a:gd name="connsiteY9" fmla="*/ 6945 h 54477"/>
                <a:gd name="connsiteX10" fmla="*/ 31301 w 77296"/>
                <a:gd name="connsiteY10" fmla="*/ 6945 h 54477"/>
                <a:gd name="connsiteX11" fmla="*/ 31301 w 77296"/>
                <a:gd name="connsiteY11" fmla="*/ 74 h 54477"/>
                <a:gd name="connsiteX12" fmla="*/ 15287 w 77296"/>
                <a:gd name="connsiteY12" fmla="*/ 565 h 54477"/>
                <a:gd name="connsiteX13" fmla="*/ 1038 w 77296"/>
                <a:gd name="connsiteY13" fmla="*/ 74 h 54477"/>
                <a:gd name="connsiteX14" fmla="*/ 1038 w 77296"/>
                <a:gd name="connsiteY14" fmla="*/ 6945 h 54477"/>
                <a:gd name="connsiteX15" fmla="*/ 10495 w 77296"/>
                <a:gd name="connsiteY15" fmla="*/ 6945 h 54477"/>
                <a:gd name="connsiteX16" fmla="*/ 31175 w 77296"/>
                <a:gd name="connsiteY16" fmla="*/ 27926 h 54477"/>
                <a:gd name="connsiteX17" fmla="*/ 13017 w 77296"/>
                <a:gd name="connsiteY17" fmla="*/ 45717 h 54477"/>
                <a:gd name="connsiteX18" fmla="*/ 7343 w 77296"/>
                <a:gd name="connsiteY18" fmla="*/ 47558 h 54477"/>
                <a:gd name="connsiteX19" fmla="*/ 282 w 77296"/>
                <a:gd name="connsiteY19" fmla="*/ 47680 h 54477"/>
                <a:gd name="connsiteX20" fmla="*/ 282 w 77296"/>
                <a:gd name="connsiteY20" fmla="*/ 54551 h 54477"/>
                <a:gd name="connsiteX21" fmla="*/ 12513 w 77296"/>
                <a:gd name="connsiteY21" fmla="*/ 54061 h 54477"/>
                <a:gd name="connsiteX22" fmla="*/ 26509 w 77296"/>
                <a:gd name="connsiteY22" fmla="*/ 54551 h 54477"/>
                <a:gd name="connsiteX23" fmla="*/ 26509 w 77296"/>
                <a:gd name="connsiteY23" fmla="*/ 47680 h 54477"/>
                <a:gd name="connsiteX24" fmla="*/ 23105 w 77296"/>
                <a:gd name="connsiteY24" fmla="*/ 46821 h 54477"/>
                <a:gd name="connsiteX25" fmla="*/ 36723 w 77296"/>
                <a:gd name="connsiteY25" fmla="*/ 33570 h 54477"/>
                <a:gd name="connsiteX26" fmla="*/ 50720 w 77296"/>
                <a:gd name="connsiteY26" fmla="*/ 47680 h 54477"/>
                <a:gd name="connsiteX27" fmla="*/ 47441 w 77296"/>
                <a:gd name="connsiteY27" fmla="*/ 47680 h 54477"/>
                <a:gd name="connsiteX28" fmla="*/ 47441 w 77296"/>
                <a:gd name="connsiteY28" fmla="*/ 54551 h 54477"/>
                <a:gd name="connsiteX29" fmla="*/ 63455 w 77296"/>
                <a:gd name="connsiteY29" fmla="*/ 54061 h 54477"/>
                <a:gd name="connsiteX30" fmla="*/ 77578 w 77296"/>
                <a:gd name="connsiteY30" fmla="*/ 54551 h 54477"/>
                <a:gd name="connsiteX31" fmla="*/ 77578 w 77296"/>
                <a:gd name="connsiteY31" fmla="*/ 47680 h 54477"/>
                <a:gd name="connsiteX32" fmla="*/ 68247 w 77296"/>
                <a:gd name="connsiteY32" fmla="*/ 47680 h 54477"/>
                <a:gd name="connsiteX33" fmla="*/ 45676 w 77296"/>
                <a:gd name="connsiteY33" fmla="*/ 24859 h 5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296" h="54477">
                  <a:moveTo>
                    <a:pt x="45676" y="24859"/>
                  </a:moveTo>
                  <a:lnTo>
                    <a:pt x="63077" y="7804"/>
                  </a:lnTo>
                  <a:cubicBezTo>
                    <a:pt x="66103" y="6945"/>
                    <a:pt x="69382" y="6945"/>
                    <a:pt x="74804" y="6945"/>
                  </a:cubicBezTo>
                  <a:lnTo>
                    <a:pt x="74804" y="74"/>
                  </a:lnTo>
                  <a:cubicBezTo>
                    <a:pt x="70769" y="442"/>
                    <a:pt x="66608" y="565"/>
                    <a:pt x="62573" y="565"/>
                  </a:cubicBezTo>
                  <a:cubicBezTo>
                    <a:pt x="58285" y="565"/>
                    <a:pt x="49585" y="197"/>
                    <a:pt x="48576" y="74"/>
                  </a:cubicBezTo>
                  <a:lnTo>
                    <a:pt x="48576" y="6945"/>
                  </a:lnTo>
                  <a:cubicBezTo>
                    <a:pt x="50215" y="6945"/>
                    <a:pt x="51098" y="7190"/>
                    <a:pt x="51981" y="7681"/>
                  </a:cubicBezTo>
                  <a:lnTo>
                    <a:pt x="40128" y="19337"/>
                  </a:lnTo>
                  <a:lnTo>
                    <a:pt x="27897" y="6945"/>
                  </a:lnTo>
                  <a:lnTo>
                    <a:pt x="31301" y="6945"/>
                  </a:lnTo>
                  <a:lnTo>
                    <a:pt x="31301" y="74"/>
                  </a:lnTo>
                  <a:cubicBezTo>
                    <a:pt x="30545" y="74"/>
                    <a:pt x="20583" y="565"/>
                    <a:pt x="15287" y="565"/>
                  </a:cubicBezTo>
                  <a:cubicBezTo>
                    <a:pt x="10495" y="565"/>
                    <a:pt x="5830" y="442"/>
                    <a:pt x="1038" y="74"/>
                  </a:cubicBezTo>
                  <a:lnTo>
                    <a:pt x="1038" y="6945"/>
                  </a:lnTo>
                  <a:lnTo>
                    <a:pt x="10495" y="6945"/>
                  </a:lnTo>
                  <a:lnTo>
                    <a:pt x="31175" y="27926"/>
                  </a:lnTo>
                  <a:lnTo>
                    <a:pt x="13017" y="45717"/>
                  </a:lnTo>
                  <a:cubicBezTo>
                    <a:pt x="11378" y="47190"/>
                    <a:pt x="11252" y="47312"/>
                    <a:pt x="7343" y="47558"/>
                  </a:cubicBezTo>
                  <a:cubicBezTo>
                    <a:pt x="5326" y="47680"/>
                    <a:pt x="912" y="47680"/>
                    <a:pt x="282" y="47680"/>
                  </a:cubicBezTo>
                  <a:lnTo>
                    <a:pt x="282" y="54551"/>
                  </a:lnTo>
                  <a:cubicBezTo>
                    <a:pt x="4317" y="54183"/>
                    <a:pt x="8478" y="54061"/>
                    <a:pt x="12513" y="54061"/>
                  </a:cubicBezTo>
                  <a:cubicBezTo>
                    <a:pt x="15918" y="54061"/>
                    <a:pt x="24870" y="54429"/>
                    <a:pt x="26509" y="54551"/>
                  </a:cubicBezTo>
                  <a:lnTo>
                    <a:pt x="26509" y="47680"/>
                  </a:lnTo>
                  <a:cubicBezTo>
                    <a:pt x="24492" y="47680"/>
                    <a:pt x="23988" y="47435"/>
                    <a:pt x="23105" y="46821"/>
                  </a:cubicBezTo>
                  <a:lnTo>
                    <a:pt x="36723" y="33570"/>
                  </a:lnTo>
                  <a:lnTo>
                    <a:pt x="50720" y="47680"/>
                  </a:lnTo>
                  <a:lnTo>
                    <a:pt x="47441" y="47680"/>
                  </a:lnTo>
                  <a:lnTo>
                    <a:pt x="47441" y="54551"/>
                  </a:lnTo>
                  <a:cubicBezTo>
                    <a:pt x="47567" y="54551"/>
                    <a:pt x="57655" y="54061"/>
                    <a:pt x="63455" y="54061"/>
                  </a:cubicBezTo>
                  <a:cubicBezTo>
                    <a:pt x="68121" y="54061"/>
                    <a:pt x="72912" y="54183"/>
                    <a:pt x="77578" y="54551"/>
                  </a:cubicBezTo>
                  <a:lnTo>
                    <a:pt x="77578" y="47680"/>
                  </a:lnTo>
                  <a:lnTo>
                    <a:pt x="68247" y="47680"/>
                  </a:lnTo>
                  <a:lnTo>
                    <a:pt x="45676" y="248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4" name="Freeform: Shape 43">
              <a:extLst>
                <a:ext uri="{FF2B5EF4-FFF2-40B4-BE49-F238E27FC236}">
                  <a16:creationId xmlns:a16="http://schemas.microsoft.com/office/drawing/2014/main" id="{1FBB1C8F-8B9D-C620-0E23-2BC78BA54587}"/>
                </a:ext>
              </a:extLst>
            </p:cNvPr>
            <p:cNvSpPr/>
            <p:nvPr>
              <p:custDataLst>
                <p:tags r:id="rId143"/>
              </p:custDataLst>
            </p:nvPr>
          </p:nvSpPr>
          <p:spPr>
            <a:xfrm>
              <a:off x="14096432" y="5227072"/>
              <a:ext cx="32658" cy="122574"/>
            </a:xfrm>
            <a:custGeom>
              <a:avLst/>
              <a:gdLst>
                <a:gd name="connsiteX0" fmla="*/ 2682 w 32658"/>
                <a:gd name="connsiteY0" fmla="*/ 74 h 122574"/>
                <a:gd name="connsiteX1" fmla="*/ 287 w 32658"/>
                <a:gd name="connsiteY1" fmla="*/ 1546 h 122574"/>
                <a:gd name="connsiteX2" fmla="*/ 1421 w 32658"/>
                <a:gd name="connsiteY2" fmla="*/ 3387 h 122574"/>
                <a:gd name="connsiteX3" fmla="*/ 24371 w 32658"/>
                <a:gd name="connsiteY3" fmla="*/ 61300 h 122574"/>
                <a:gd name="connsiteX4" fmla="*/ 2556 w 32658"/>
                <a:gd name="connsiteY4" fmla="*/ 118354 h 122574"/>
                <a:gd name="connsiteX5" fmla="*/ 287 w 32658"/>
                <a:gd name="connsiteY5" fmla="*/ 121176 h 122574"/>
                <a:gd name="connsiteX6" fmla="*/ 1926 w 32658"/>
                <a:gd name="connsiteY6" fmla="*/ 122648 h 122574"/>
                <a:gd name="connsiteX7" fmla="*/ 23740 w 32658"/>
                <a:gd name="connsiteY7" fmla="*/ 99213 h 122574"/>
                <a:gd name="connsiteX8" fmla="*/ 32945 w 32658"/>
                <a:gd name="connsiteY8" fmla="*/ 61422 h 122574"/>
                <a:gd name="connsiteX9" fmla="*/ 2682 w 32658"/>
                <a:gd name="connsiteY9"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58" h="122574">
                  <a:moveTo>
                    <a:pt x="2682" y="74"/>
                  </a:moveTo>
                  <a:cubicBezTo>
                    <a:pt x="1800" y="74"/>
                    <a:pt x="287" y="74"/>
                    <a:pt x="287" y="1546"/>
                  </a:cubicBezTo>
                  <a:cubicBezTo>
                    <a:pt x="287" y="2160"/>
                    <a:pt x="665" y="2528"/>
                    <a:pt x="1421" y="3387"/>
                  </a:cubicBezTo>
                  <a:cubicBezTo>
                    <a:pt x="12266" y="13080"/>
                    <a:pt x="24371" y="29644"/>
                    <a:pt x="24371" y="61300"/>
                  </a:cubicBezTo>
                  <a:cubicBezTo>
                    <a:pt x="24371" y="86943"/>
                    <a:pt x="16174" y="106329"/>
                    <a:pt x="2556" y="118354"/>
                  </a:cubicBezTo>
                  <a:cubicBezTo>
                    <a:pt x="413" y="120440"/>
                    <a:pt x="287" y="120562"/>
                    <a:pt x="287" y="121176"/>
                  </a:cubicBezTo>
                  <a:cubicBezTo>
                    <a:pt x="287" y="121789"/>
                    <a:pt x="665" y="122648"/>
                    <a:pt x="1926" y="122648"/>
                  </a:cubicBezTo>
                  <a:cubicBezTo>
                    <a:pt x="3439" y="122648"/>
                    <a:pt x="15418" y="114550"/>
                    <a:pt x="23740" y="99213"/>
                  </a:cubicBezTo>
                  <a:cubicBezTo>
                    <a:pt x="29288" y="89029"/>
                    <a:pt x="32945" y="75778"/>
                    <a:pt x="32945" y="61422"/>
                  </a:cubicBezTo>
                  <a:cubicBezTo>
                    <a:pt x="32945" y="44122"/>
                    <a:pt x="27649" y="17251"/>
                    <a:pt x="2682"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45" name="Group 44" descr="\documentclass{article}&#10;\usepackage{amsmath}&#10;\pagestyle{empty}&#10;\begin{document}&#10;&#10;&#10;\[&#10;\frac{P(Y_n \le j)}{P(Y_n &gt; j)}  =  e^{(\mu_j -\boldsymbol{\beta}^\top \mathbf{x})} \longrightarrow e^ {(\mu_j -\boldsymbol{\beta}^\top \mathbf{x} + \beta_j)} =  e^ {(\mu_j -\boldsymbol{\beta}^\top \mathbf{x})} \cdot e^{(\beta_j)}&#10;\]&#10;\end{document}" title="IguanaTex Shape Display">
            <a:extLst>
              <a:ext uri="{FF2B5EF4-FFF2-40B4-BE49-F238E27FC236}">
                <a16:creationId xmlns:a16="http://schemas.microsoft.com/office/drawing/2014/main" id="{8FD297C7-79FA-7458-F50D-0787E1D14C71}"/>
              </a:ext>
            </a:extLst>
          </p:cNvPr>
          <p:cNvGrpSpPr>
            <a:grpSpLocks noChangeAspect="1"/>
          </p:cNvGrpSpPr>
          <p:nvPr>
            <p:custDataLst>
              <p:tags r:id="rId5"/>
            </p:custDataLst>
          </p:nvPr>
        </p:nvGrpSpPr>
        <p:grpSpPr>
          <a:xfrm>
            <a:off x="1032602" y="4219102"/>
            <a:ext cx="3924896" cy="343601"/>
            <a:chOff x="8580432" y="5794932"/>
            <a:chExt cx="3924896" cy="343601"/>
          </a:xfrm>
        </p:grpSpPr>
        <p:sp>
          <p:nvSpPr>
            <p:cNvPr id="46" name="Freeform: Shape 45">
              <a:extLst>
                <a:ext uri="{FF2B5EF4-FFF2-40B4-BE49-F238E27FC236}">
                  <a16:creationId xmlns:a16="http://schemas.microsoft.com/office/drawing/2014/main" id="{EB1F56A0-626B-31AE-4387-8FA8266B4E61}"/>
                </a:ext>
              </a:extLst>
            </p:cNvPr>
            <p:cNvSpPr/>
            <p:nvPr>
              <p:custDataLst>
                <p:tags r:id="rId63"/>
              </p:custDataLst>
            </p:nvPr>
          </p:nvSpPr>
          <p:spPr>
            <a:xfrm>
              <a:off x="8586437" y="5804676"/>
              <a:ext cx="107195" cy="99337"/>
            </a:xfrm>
            <a:custGeom>
              <a:avLst/>
              <a:gdLst>
                <a:gd name="connsiteX0" fmla="*/ 39589 w 107195"/>
                <a:gd name="connsiteY0" fmla="*/ 53449 h 99337"/>
                <a:gd name="connsiteX1" fmla="*/ 65111 w 107195"/>
                <a:gd name="connsiteY1" fmla="*/ 53449 h 99337"/>
                <a:gd name="connsiteX2" fmla="*/ 107299 w 107195"/>
                <a:gd name="connsiteY2" fmla="*/ 22033 h 99337"/>
                <a:gd name="connsiteX3" fmla="*/ 77723 w 107195"/>
                <a:gd name="connsiteY3" fmla="*/ 71 h 99337"/>
                <a:gd name="connsiteX4" fmla="*/ 29079 w 107195"/>
                <a:gd name="connsiteY4" fmla="*/ 71 h 99337"/>
                <a:gd name="connsiteX5" fmla="*/ 24575 w 107195"/>
                <a:gd name="connsiteY5" fmla="*/ 2835 h 99337"/>
                <a:gd name="connsiteX6" fmla="*/ 28929 w 107195"/>
                <a:gd name="connsiteY6" fmla="*/ 4580 h 99337"/>
                <a:gd name="connsiteX7" fmla="*/ 35385 w 107195"/>
                <a:gd name="connsiteY7" fmla="*/ 4871 h 99337"/>
                <a:gd name="connsiteX8" fmla="*/ 38688 w 107195"/>
                <a:gd name="connsiteY8" fmla="*/ 7198 h 99337"/>
                <a:gd name="connsiteX9" fmla="*/ 38087 w 107195"/>
                <a:gd name="connsiteY9" fmla="*/ 9961 h 99337"/>
                <a:gd name="connsiteX10" fmla="*/ 17969 w 107195"/>
                <a:gd name="connsiteY10" fmla="*/ 88064 h 99337"/>
                <a:gd name="connsiteX11" fmla="*/ 4307 w 107195"/>
                <a:gd name="connsiteY11" fmla="*/ 94900 h 99337"/>
                <a:gd name="connsiteX12" fmla="*/ 103 w 107195"/>
                <a:gd name="connsiteY12" fmla="*/ 97663 h 99337"/>
                <a:gd name="connsiteX13" fmla="*/ 2355 w 107195"/>
                <a:gd name="connsiteY13" fmla="*/ 99408 h 99337"/>
                <a:gd name="connsiteX14" fmla="*/ 21422 w 107195"/>
                <a:gd name="connsiteY14" fmla="*/ 98972 h 99337"/>
                <a:gd name="connsiteX15" fmla="*/ 31031 w 107195"/>
                <a:gd name="connsiteY15" fmla="*/ 99118 h 99337"/>
                <a:gd name="connsiteX16" fmla="*/ 40790 w 107195"/>
                <a:gd name="connsiteY16" fmla="*/ 99408 h 99337"/>
                <a:gd name="connsiteX17" fmla="*/ 43792 w 107195"/>
                <a:gd name="connsiteY17" fmla="*/ 96500 h 99337"/>
                <a:gd name="connsiteX18" fmla="*/ 39589 w 107195"/>
                <a:gd name="connsiteY18" fmla="*/ 94900 h 99337"/>
                <a:gd name="connsiteX19" fmla="*/ 29830 w 107195"/>
                <a:gd name="connsiteY19" fmla="*/ 92282 h 99337"/>
                <a:gd name="connsiteX20" fmla="*/ 30280 w 107195"/>
                <a:gd name="connsiteY20" fmla="*/ 89809 h 99337"/>
                <a:gd name="connsiteX21" fmla="*/ 39589 w 107195"/>
                <a:gd name="connsiteY21" fmla="*/ 53449 h 99337"/>
                <a:gd name="connsiteX22" fmla="*/ 50398 w 107195"/>
                <a:gd name="connsiteY22" fmla="*/ 10107 h 99337"/>
                <a:gd name="connsiteX23" fmla="*/ 58505 w 107195"/>
                <a:gd name="connsiteY23" fmla="*/ 4580 h 99337"/>
                <a:gd name="connsiteX24" fmla="*/ 72918 w 107195"/>
                <a:gd name="connsiteY24" fmla="*/ 4580 h 99337"/>
                <a:gd name="connsiteX25" fmla="*/ 93337 w 107195"/>
                <a:gd name="connsiteY25" fmla="*/ 18542 h 99337"/>
                <a:gd name="connsiteX26" fmla="*/ 84479 w 107195"/>
                <a:gd name="connsiteY26" fmla="*/ 41959 h 99337"/>
                <a:gd name="connsiteX27" fmla="*/ 61358 w 107195"/>
                <a:gd name="connsiteY27" fmla="*/ 49667 h 99337"/>
                <a:gd name="connsiteX28" fmla="*/ 40189 w 107195"/>
                <a:gd name="connsiteY28" fmla="*/ 49667 h 99337"/>
                <a:gd name="connsiteX29" fmla="*/ 50398 w 107195"/>
                <a:gd name="connsiteY29" fmla="*/ 10107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49"/>
                  </a:moveTo>
                  <a:lnTo>
                    <a:pt x="65111" y="53449"/>
                  </a:lnTo>
                  <a:cubicBezTo>
                    <a:pt x="86430" y="53449"/>
                    <a:pt x="107299" y="38323"/>
                    <a:pt x="107299" y="22033"/>
                  </a:cubicBezTo>
                  <a:cubicBezTo>
                    <a:pt x="107299" y="10834"/>
                    <a:pt x="97390" y="71"/>
                    <a:pt x="77723" y="71"/>
                  </a:cubicBezTo>
                  <a:lnTo>
                    <a:pt x="29079" y="71"/>
                  </a:lnTo>
                  <a:cubicBezTo>
                    <a:pt x="26227" y="71"/>
                    <a:pt x="24575" y="71"/>
                    <a:pt x="24575" y="2835"/>
                  </a:cubicBezTo>
                  <a:cubicBezTo>
                    <a:pt x="24575" y="4580"/>
                    <a:pt x="25926" y="4580"/>
                    <a:pt x="28929" y="4580"/>
                  </a:cubicBezTo>
                  <a:cubicBezTo>
                    <a:pt x="30881" y="4580"/>
                    <a:pt x="33583" y="4725"/>
                    <a:pt x="35385" y="4871"/>
                  </a:cubicBezTo>
                  <a:cubicBezTo>
                    <a:pt x="37787" y="5162"/>
                    <a:pt x="38688" y="5598"/>
                    <a:pt x="38688" y="7198"/>
                  </a:cubicBezTo>
                  <a:cubicBezTo>
                    <a:pt x="38688" y="7780"/>
                    <a:pt x="38538" y="8216"/>
                    <a:pt x="38087" y="9961"/>
                  </a:cubicBezTo>
                  <a:lnTo>
                    <a:pt x="17969" y="88064"/>
                  </a:lnTo>
                  <a:cubicBezTo>
                    <a:pt x="16468" y="93736"/>
                    <a:pt x="16168" y="94900"/>
                    <a:pt x="4307" y="94900"/>
                  </a:cubicBezTo>
                  <a:cubicBezTo>
                    <a:pt x="1755" y="94900"/>
                    <a:pt x="103" y="94900"/>
                    <a:pt x="103" y="97663"/>
                  </a:cubicBezTo>
                  <a:cubicBezTo>
                    <a:pt x="103" y="99408"/>
                    <a:pt x="1905" y="99408"/>
                    <a:pt x="2355" y="99408"/>
                  </a:cubicBezTo>
                  <a:cubicBezTo>
                    <a:pt x="6559" y="99408"/>
                    <a:pt x="17219" y="98972"/>
                    <a:pt x="21422" y="98972"/>
                  </a:cubicBezTo>
                  <a:cubicBezTo>
                    <a:pt x="24575" y="98972"/>
                    <a:pt x="27878" y="99118"/>
                    <a:pt x="31031" y="99118"/>
                  </a:cubicBezTo>
                  <a:cubicBezTo>
                    <a:pt x="34334" y="99118"/>
                    <a:pt x="37637" y="99408"/>
                    <a:pt x="40790" y="99408"/>
                  </a:cubicBezTo>
                  <a:cubicBezTo>
                    <a:pt x="41841" y="99408"/>
                    <a:pt x="43792" y="99408"/>
                    <a:pt x="43792" y="96500"/>
                  </a:cubicBezTo>
                  <a:cubicBezTo>
                    <a:pt x="43792" y="94900"/>
                    <a:pt x="42441" y="94900"/>
                    <a:pt x="39589" y="94900"/>
                  </a:cubicBezTo>
                  <a:cubicBezTo>
                    <a:pt x="34034" y="94900"/>
                    <a:pt x="29830" y="94900"/>
                    <a:pt x="29830" y="92282"/>
                  </a:cubicBezTo>
                  <a:cubicBezTo>
                    <a:pt x="29830" y="91409"/>
                    <a:pt x="30130" y="90682"/>
                    <a:pt x="30280" y="89809"/>
                  </a:cubicBezTo>
                  <a:lnTo>
                    <a:pt x="39589" y="53449"/>
                  </a:lnTo>
                  <a:close/>
                  <a:moveTo>
                    <a:pt x="50398" y="10107"/>
                  </a:moveTo>
                  <a:cubicBezTo>
                    <a:pt x="51749" y="5016"/>
                    <a:pt x="52050" y="4580"/>
                    <a:pt x="58505" y="4580"/>
                  </a:cubicBezTo>
                  <a:lnTo>
                    <a:pt x="72918" y="4580"/>
                  </a:lnTo>
                  <a:cubicBezTo>
                    <a:pt x="85379" y="4580"/>
                    <a:pt x="93337" y="8507"/>
                    <a:pt x="93337" y="18542"/>
                  </a:cubicBezTo>
                  <a:cubicBezTo>
                    <a:pt x="93337" y="24215"/>
                    <a:pt x="90334" y="36723"/>
                    <a:pt x="84479" y="41959"/>
                  </a:cubicBezTo>
                  <a:cubicBezTo>
                    <a:pt x="76972" y="48504"/>
                    <a:pt x="67964" y="49667"/>
                    <a:pt x="61358" y="49667"/>
                  </a:cubicBezTo>
                  <a:lnTo>
                    <a:pt x="40189" y="49667"/>
                  </a:lnTo>
                  <a:lnTo>
                    <a:pt x="50398" y="101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7" name="Freeform: Shape 46">
              <a:extLst>
                <a:ext uri="{FF2B5EF4-FFF2-40B4-BE49-F238E27FC236}">
                  <a16:creationId xmlns:a16="http://schemas.microsoft.com/office/drawing/2014/main" id="{17EB12F4-19DE-3AD6-A152-4170A637EF22}"/>
                </a:ext>
              </a:extLst>
            </p:cNvPr>
            <p:cNvSpPr/>
            <p:nvPr>
              <p:custDataLst>
                <p:tags r:id="rId64"/>
              </p:custDataLst>
            </p:nvPr>
          </p:nvSpPr>
          <p:spPr>
            <a:xfrm>
              <a:off x="8712535" y="5794932"/>
              <a:ext cx="34831" cy="145442"/>
            </a:xfrm>
            <a:custGeom>
              <a:avLst/>
              <a:gdLst>
                <a:gd name="connsiteX0" fmla="*/ 34942 w 34831"/>
                <a:gd name="connsiteY0" fmla="*/ 144059 h 145442"/>
                <a:gd name="connsiteX1" fmla="*/ 32390 w 34831"/>
                <a:gd name="connsiteY1" fmla="*/ 140860 h 145442"/>
                <a:gd name="connsiteX2" fmla="*/ 8819 w 34831"/>
                <a:gd name="connsiteY2" fmla="*/ 72792 h 145442"/>
                <a:gd name="connsiteX3" fmla="*/ 32990 w 34831"/>
                <a:gd name="connsiteY3" fmla="*/ 3998 h 145442"/>
                <a:gd name="connsiteX4" fmla="*/ 34942 w 34831"/>
                <a:gd name="connsiteY4" fmla="*/ 1526 h 145442"/>
                <a:gd name="connsiteX5" fmla="*/ 33441 w 34831"/>
                <a:gd name="connsiteY5" fmla="*/ 71 h 145442"/>
                <a:gd name="connsiteX6" fmla="*/ 9570 w 34831"/>
                <a:gd name="connsiteY6" fmla="*/ 28433 h 145442"/>
                <a:gd name="connsiteX7" fmla="*/ 111 w 34831"/>
                <a:gd name="connsiteY7" fmla="*/ 72792 h 145442"/>
                <a:gd name="connsiteX8" fmla="*/ 10020 w 34831"/>
                <a:gd name="connsiteY8" fmla="*/ 118171 h 145442"/>
                <a:gd name="connsiteX9" fmla="*/ 33441 w 34831"/>
                <a:gd name="connsiteY9" fmla="*/ 145514 h 145442"/>
                <a:gd name="connsiteX10" fmla="*/ 34942 w 34831"/>
                <a:gd name="connsiteY10" fmla="*/ 144059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59"/>
                  </a:moveTo>
                  <a:cubicBezTo>
                    <a:pt x="34942" y="143623"/>
                    <a:pt x="34942" y="143332"/>
                    <a:pt x="32390" y="140860"/>
                  </a:cubicBezTo>
                  <a:cubicBezTo>
                    <a:pt x="13623" y="122534"/>
                    <a:pt x="8819" y="95045"/>
                    <a:pt x="8819" y="72792"/>
                  </a:cubicBezTo>
                  <a:cubicBezTo>
                    <a:pt x="8819" y="47486"/>
                    <a:pt x="14524" y="22178"/>
                    <a:pt x="32990" y="3998"/>
                  </a:cubicBezTo>
                  <a:cubicBezTo>
                    <a:pt x="34942" y="2253"/>
                    <a:pt x="34942" y="1962"/>
                    <a:pt x="34942" y="1526"/>
                  </a:cubicBezTo>
                  <a:cubicBezTo>
                    <a:pt x="34942" y="508"/>
                    <a:pt x="34342" y="71"/>
                    <a:pt x="33441" y="71"/>
                  </a:cubicBezTo>
                  <a:cubicBezTo>
                    <a:pt x="31940" y="71"/>
                    <a:pt x="18427" y="9961"/>
                    <a:pt x="9570" y="28433"/>
                  </a:cubicBezTo>
                  <a:cubicBezTo>
                    <a:pt x="1913" y="44431"/>
                    <a:pt x="111" y="60575"/>
                    <a:pt x="111" y="72792"/>
                  </a:cubicBezTo>
                  <a:cubicBezTo>
                    <a:pt x="111" y="84137"/>
                    <a:pt x="1763" y="101736"/>
                    <a:pt x="10020" y="118171"/>
                  </a:cubicBezTo>
                  <a:cubicBezTo>
                    <a:pt x="19028" y="136060"/>
                    <a:pt x="31940" y="145514"/>
                    <a:pt x="33441" y="145514"/>
                  </a:cubicBezTo>
                  <a:cubicBezTo>
                    <a:pt x="34342" y="145514"/>
                    <a:pt x="34942" y="145077"/>
                    <a:pt x="34942" y="14405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8" name="Freeform: Shape 47">
              <a:extLst>
                <a:ext uri="{FF2B5EF4-FFF2-40B4-BE49-F238E27FC236}">
                  <a16:creationId xmlns:a16="http://schemas.microsoft.com/office/drawing/2014/main" id="{6C7BC6FA-4D83-07FB-760D-A45A0C484B7E}"/>
                </a:ext>
              </a:extLst>
            </p:cNvPr>
            <p:cNvSpPr/>
            <p:nvPr>
              <p:custDataLst>
                <p:tags r:id="rId65"/>
              </p:custDataLst>
            </p:nvPr>
          </p:nvSpPr>
          <p:spPr>
            <a:xfrm>
              <a:off x="8761312" y="5804676"/>
              <a:ext cx="109147" cy="99337"/>
            </a:xfrm>
            <a:custGeom>
              <a:avLst/>
              <a:gdLst>
                <a:gd name="connsiteX0" fmla="*/ 84490 w 109147"/>
                <a:gd name="connsiteY0" fmla="*/ 16652 h 99337"/>
                <a:gd name="connsiteX1" fmla="*/ 86592 w 109147"/>
                <a:gd name="connsiteY1" fmla="*/ 14615 h 99337"/>
                <a:gd name="connsiteX2" fmla="*/ 106260 w 109147"/>
                <a:gd name="connsiteY2" fmla="*/ 4580 h 99337"/>
                <a:gd name="connsiteX3" fmla="*/ 109262 w 109147"/>
                <a:gd name="connsiteY3" fmla="*/ 1817 h 99337"/>
                <a:gd name="connsiteX4" fmla="*/ 107311 w 109147"/>
                <a:gd name="connsiteY4" fmla="*/ 71 h 99337"/>
                <a:gd name="connsiteX5" fmla="*/ 95000 w 109147"/>
                <a:gd name="connsiteY5" fmla="*/ 508 h 99337"/>
                <a:gd name="connsiteX6" fmla="*/ 79986 w 109147"/>
                <a:gd name="connsiteY6" fmla="*/ 71 h 99337"/>
                <a:gd name="connsiteX7" fmla="*/ 77134 w 109147"/>
                <a:gd name="connsiteY7" fmla="*/ 2835 h 99337"/>
                <a:gd name="connsiteX8" fmla="*/ 79386 w 109147"/>
                <a:gd name="connsiteY8" fmla="*/ 4580 h 99337"/>
                <a:gd name="connsiteX9" fmla="*/ 84791 w 109147"/>
                <a:gd name="connsiteY9" fmla="*/ 7925 h 99337"/>
                <a:gd name="connsiteX10" fmla="*/ 80737 w 109147"/>
                <a:gd name="connsiteY10" fmla="*/ 14906 h 99337"/>
                <a:gd name="connsiteX11" fmla="*/ 45906 w 109147"/>
                <a:gd name="connsiteY11" fmla="*/ 53740 h 99337"/>
                <a:gd name="connsiteX12" fmla="*/ 29391 w 109147"/>
                <a:gd name="connsiteY12" fmla="*/ 10543 h 99337"/>
                <a:gd name="connsiteX13" fmla="*/ 28490 w 109147"/>
                <a:gd name="connsiteY13" fmla="*/ 8071 h 99337"/>
                <a:gd name="connsiteX14" fmla="*/ 37348 w 109147"/>
                <a:gd name="connsiteY14" fmla="*/ 4580 h 99337"/>
                <a:gd name="connsiteX15" fmla="*/ 40951 w 109147"/>
                <a:gd name="connsiteY15" fmla="*/ 1671 h 99337"/>
                <a:gd name="connsiteX16" fmla="*/ 38699 w 109147"/>
                <a:gd name="connsiteY16" fmla="*/ 71 h 99337"/>
                <a:gd name="connsiteX17" fmla="*/ 19783 w 109147"/>
                <a:gd name="connsiteY17" fmla="*/ 508 h 99337"/>
                <a:gd name="connsiteX18" fmla="*/ 2968 w 109147"/>
                <a:gd name="connsiteY18" fmla="*/ 71 h 99337"/>
                <a:gd name="connsiteX19" fmla="*/ 115 w 109147"/>
                <a:gd name="connsiteY19" fmla="*/ 2980 h 99337"/>
                <a:gd name="connsiteX20" fmla="*/ 3568 w 109147"/>
                <a:gd name="connsiteY20" fmla="*/ 4580 h 99337"/>
                <a:gd name="connsiteX21" fmla="*/ 14528 w 109147"/>
                <a:gd name="connsiteY21" fmla="*/ 9525 h 99337"/>
                <a:gd name="connsiteX22" fmla="*/ 32994 w 109147"/>
                <a:gd name="connsiteY22" fmla="*/ 57376 h 99337"/>
                <a:gd name="connsiteX23" fmla="*/ 33595 w 109147"/>
                <a:gd name="connsiteY23" fmla="*/ 59848 h 99337"/>
                <a:gd name="connsiteX24" fmla="*/ 26839 w 109147"/>
                <a:gd name="connsiteY24" fmla="*/ 86319 h 99337"/>
                <a:gd name="connsiteX25" fmla="*/ 12726 w 109147"/>
                <a:gd name="connsiteY25" fmla="*/ 94900 h 99337"/>
                <a:gd name="connsiteX26" fmla="*/ 8673 w 109147"/>
                <a:gd name="connsiteY26" fmla="*/ 97809 h 99337"/>
                <a:gd name="connsiteX27" fmla="*/ 10775 w 109147"/>
                <a:gd name="connsiteY27" fmla="*/ 99408 h 99337"/>
                <a:gd name="connsiteX28" fmla="*/ 29691 w 109147"/>
                <a:gd name="connsiteY28" fmla="*/ 98972 h 99337"/>
                <a:gd name="connsiteX29" fmla="*/ 48909 w 109147"/>
                <a:gd name="connsiteY29" fmla="*/ 99408 h 99337"/>
                <a:gd name="connsiteX30" fmla="*/ 51761 w 109147"/>
                <a:gd name="connsiteY30" fmla="*/ 96500 h 99337"/>
                <a:gd name="connsiteX31" fmla="*/ 47557 w 109147"/>
                <a:gd name="connsiteY31" fmla="*/ 94900 h 99337"/>
                <a:gd name="connsiteX32" fmla="*/ 41852 w 109147"/>
                <a:gd name="connsiteY32" fmla="*/ 94609 h 99337"/>
                <a:gd name="connsiteX33" fmla="*/ 37799 w 109147"/>
                <a:gd name="connsiteY33" fmla="*/ 92282 h 99337"/>
                <a:gd name="connsiteX34" fmla="*/ 39901 w 109147"/>
                <a:gd name="connsiteY34" fmla="*/ 83119 h 99337"/>
                <a:gd name="connsiteX35" fmla="*/ 45155 w 109147"/>
                <a:gd name="connsiteY35" fmla="*/ 62612 h 99337"/>
                <a:gd name="connsiteX36" fmla="*/ 47257 w 109147"/>
                <a:gd name="connsiteY36" fmla="*/ 58103 h 99337"/>
                <a:gd name="connsiteX37" fmla="*/ 84490 w 109147"/>
                <a:gd name="connsiteY37" fmla="*/ 16652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52"/>
                  </a:moveTo>
                  <a:lnTo>
                    <a:pt x="86592" y="14615"/>
                  </a:lnTo>
                  <a:cubicBezTo>
                    <a:pt x="91096" y="10252"/>
                    <a:pt x="96051" y="5307"/>
                    <a:pt x="106260" y="4580"/>
                  </a:cubicBezTo>
                  <a:cubicBezTo>
                    <a:pt x="107911" y="4435"/>
                    <a:pt x="109262" y="4435"/>
                    <a:pt x="109262" y="1817"/>
                  </a:cubicBezTo>
                  <a:cubicBezTo>
                    <a:pt x="109262" y="653"/>
                    <a:pt x="108512" y="71"/>
                    <a:pt x="107311" y="71"/>
                  </a:cubicBezTo>
                  <a:cubicBezTo>
                    <a:pt x="103407" y="71"/>
                    <a:pt x="99053" y="508"/>
                    <a:pt x="95000" y="508"/>
                  </a:cubicBezTo>
                  <a:cubicBezTo>
                    <a:pt x="90045" y="508"/>
                    <a:pt x="84791" y="71"/>
                    <a:pt x="79986" y="71"/>
                  </a:cubicBezTo>
                  <a:cubicBezTo>
                    <a:pt x="79086" y="71"/>
                    <a:pt x="77134" y="71"/>
                    <a:pt x="77134" y="2835"/>
                  </a:cubicBezTo>
                  <a:cubicBezTo>
                    <a:pt x="77134" y="4435"/>
                    <a:pt x="78635" y="4580"/>
                    <a:pt x="79386" y="4580"/>
                  </a:cubicBezTo>
                  <a:cubicBezTo>
                    <a:pt x="80437" y="4580"/>
                    <a:pt x="84791" y="4871"/>
                    <a:pt x="84791" y="7925"/>
                  </a:cubicBezTo>
                  <a:cubicBezTo>
                    <a:pt x="84791" y="10398"/>
                    <a:pt x="81338" y="14179"/>
                    <a:pt x="80737" y="14906"/>
                  </a:cubicBezTo>
                  <a:lnTo>
                    <a:pt x="45906" y="53740"/>
                  </a:lnTo>
                  <a:lnTo>
                    <a:pt x="29391" y="10543"/>
                  </a:lnTo>
                  <a:cubicBezTo>
                    <a:pt x="28490" y="8507"/>
                    <a:pt x="28490" y="8216"/>
                    <a:pt x="28490" y="8071"/>
                  </a:cubicBezTo>
                  <a:cubicBezTo>
                    <a:pt x="28490" y="4580"/>
                    <a:pt x="35847" y="4580"/>
                    <a:pt x="37348" y="4580"/>
                  </a:cubicBezTo>
                  <a:cubicBezTo>
                    <a:pt x="39450" y="4580"/>
                    <a:pt x="40951" y="4580"/>
                    <a:pt x="40951" y="1671"/>
                  </a:cubicBezTo>
                  <a:cubicBezTo>
                    <a:pt x="40951" y="71"/>
                    <a:pt x="39150" y="71"/>
                    <a:pt x="38699" y="71"/>
                  </a:cubicBezTo>
                  <a:cubicBezTo>
                    <a:pt x="34496" y="71"/>
                    <a:pt x="23986" y="508"/>
                    <a:pt x="19783" y="508"/>
                  </a:cubicBezTo>
                  <a:cubicBezTo>
                    <a:pt x="16029" y="508"/>
                    <a:pt x="6721" y="71"/>
                    <a:pt x="2968" y="71"/>
                  </a:cubicBezTo>
                  <a:cubicBezTo>
                    <a:pt x="2067" y="71"/>
                    <a:pt x="115" y="71"/>
                    <a:pt x="115" y="2980"/>
                  </a:cubicBezTo>
                  <a:cubicBezTo>
                    <a:pt x="115" y="4580"/>
                    <a:pt x="1616" y="4580"/>
                    <a:pt x="3568" y="4580"/>
                  </a:cubicBezTo>
                  <a:cubicBezTo>
                    <a:pt x="12576" y="4580"/>
                    <a:pt x="13177" y="5889"/>
                    <a:pt x="14528" y="9525"/>
                  </a:cubicBezTo>
                  <a:lnTo>
                    <a:pt x="32994" y="57376"/>
                  </a:lnTo>
                  <a:cubicBezTo>
                    <a:pt x="33144" y="57812"/>
                    <a:pt x="33595" y="59412"/>
                    <a:pt x="33595" y="59848"/>
                  </a:cubicBezTo>
                  <a:cubicBezTo>
                    <a:pt x="33595" y="60284"/>
                    <a:pt x="27590" y="83701"/>
                    <a:pt x="26839" y="86319"/>
                  </a:cubicBezTo>
                  <a:cubicBezTo>
                    <a:pt x="24887" y="94318"/>
                    <a:pt x="24737" y="94754"/>
                    <a:pt x="12726" y="94900"/>
                  </a:cubicBezTo>
                  <a:cubicBezTo>
                    <a:pt x="9874" y="94900"/>
                    <a:pt x="8673" y="94900"/>
                    <a:pt x="8673" y="97809"/>
                  </a:cubicBezTo>
                  <a:cubicBezTo>
                    <a:pt x="8673" y="99408"/>
                    <a:pt x="10474" y="99408"/>
                    <a:pt x="10775" y="99408"/>
                  </a:cubicBezTo>
                  <a:cubicBezTo>
                    <a:pt x="14978" y="99408"/>
                    <a:pt x="25488" y="98972"/>
                    <a:pt x="29691" y="98972"/>
                  </a:cubicBezTo>
                  <a:cubicBezTo>
                    <a:pt x="33895" y="98972"/>
                    <a:pt x="44705" y="99408"/>
                    <a:pt x="48909" y="99408"/>
                  </a:cubicBezTo>
                  <a:cubicBezTo>
                    <a:pt x="49960" y="99408"/>
                    <a:pt x="51761" y="99408"/>
                    <a:pt x="51761" y="96500"/>
                  </a:cubicBezTo>
                  <a:cubicBezTo>
                    <a:pt x="51761" y="94900"/>
                    <a:pt x="50410" y="94900"/>
                    <a:pt x="47557" y="94900"/>
                  </a:cubicBezTo>
                  <a:cubicBezTo>
                    <a:pt x="47257" y="94900"/>
                    <a:pt x="44405" y="94900"/>
                    <a:pt x="41852" y="94609"/>
                  </a:cubicBezTo>
                  <a:cubicBezTo>
                    <a:pt x="38699" y="94318"/>
                    <a:pt x="37799" y="94027"/>
                    <a:pt x="37799" y="92282"/>
                  </a:cubicBezTo>
                  <a:cubicBezTo>
                    <a:pt x="37799" y="91264"/>
                    <a:pt x="39150" y="86173"/>
                    <a:pt x="39901" y="83119"/>
                  </a:cubicBezTo>
                  <a:lnTo>
                    <a:pt x="45155" y="62612"/>
                  </a:lnTo>
                  <a:cubicBezTo>
                    <a:pt x="45906" y="59848"/>
                    <a:pt x="46056" y="59412"/>
                    <a:pt x="47257" y="58103"/>
                  </a:cubicBezTo>
                  <a:lnTo>
                    <a:pt x="84490" y="166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0" name="Freeform: Shape 49">
              <a:extLst>
                <a:ext uri="{FF2B5EF4-FFF2-40B4-BE49-F238E27FC236}">
                  <a16:creationId xmlns:a16="http://schemas.microsoft.com/office/drawing/2014/main" id="{9002C8D3-9C05-8033-1C1D-827E2C83D999}"/>
                </a:ext>
              </a:extLst>
            </p:cNvPr>
            <p:cNvSpPr/>
            <p:nvPr>
              <p:custDataLst>
                <p:tags r:id="rId66"/>
              </p:custDataLst>
            </p:nvPr>
          </p:nvSpPr>
          <p:spPr>
            <a:xfrm>
              <a:off x="8848158" y="5880931"/>
              <a:ext cx="64212" cy="45916"/>
            </a:xfrm>
            <a:custGeom>
              <a:avLst/>
              <a:gdLst>
                <a:gd name="connsiteX0" fmla="*/ 8003 w 64212"/>
                <a:gd name="connsiteY0" fmla="*/ 38557 h 45916"/>
                <a:gd name="connsiteX1" fmla="*/ 6952 w 64212"/>
                <a:gd name="connsiteY1" fmla="*/ 42731 h 45916"/>
                <a:gd name="connsiteX2" fmla="*/ 10525 w 64212"/>
                <a:gd name="connsiteY2" fmla="*/ 45989 h 45916"/>
                <a:gd name="connsiteX3" fmla="*/ 14624 w 64212"/>
                <a:gd name="connsiteY3" fmla="*/ 43749 h 45916"/>
                <a:gd name="connsiteX4" fmla="*/ 16515 w 64212"/>
                <a:gd name="connsiteY4" fmla="*/ 37437 h 45916"/>
                <a:gd name="connsiteX5" fmla="*/ 18827 w 64212"/>
                <a:gd name="connsiteY5" fmla="*/ 28274 h 45916"/>
                <a:gd name="connsiteX6" fmla="*/ 20614 w 64212"/>
                <a:gd name="connsiteY6" fmla="*/ 21453 h 45916"/>
                <a:gd name="connsiteX7" fmla="*/ 25028 w 64212"/>
                <a:gd name="connsiteY7" fmla="*/ 12290 h 45916"/>
                <a:gd name="connsiteX8" fmla="*/ 40792 w 64212"/>
                <a:gd name="connsiteY8" fmla="*/ 2923 h 45916"/>
                <a:gd name="connsiteX9" fmla="*/ 46993 w 64212"/>
                <a:gd name="connsiteY9" fmla="*/ 10050 h 45916"/>
                <a:gd name="connsiteX10" fmla="*/ 40792 w 64212"/>
                <a:gd name="connsiteY10" fmla="*/ 31736 h 45916"/>
                <a:gd name="connsiteX11" fmla="*/ 39216 w 64212"/>
                <a:gd name="connsiteY11" fmla="*/ 37233 h 45916"/>
                <a:gd name="connsiteX12" fmla="*/ 49200 w 64212"/>
                <a:gd name="connsiteY12" fmla="*/ 45989 h 45916"/>
                <a:gd name="connsiteX13" fmla="*/ 64333 w 64212"/>
                <a:gd name="connsiteY13" fmla="*/ 30412 h 45916"/>
                <a:gd name="connsiteX14" fmla="*/ 62652 w 64212"/>
                <a:gd name="connsiteY14" fmla="*/ 29089 h 45916"/>
                <a:gd name="connsiteX15" fmla="*/ 60655 w 64212"/>
                <a:gd name="connsiteY15" fmla="*/ 30819 h 45916"/>
                <a:gd name="connsiteX16" fmla="*/ 49515 w 64212"/>
                <a:gd name="connsiteY16" fmla="*/ 43138 h 45916"/>
                <a:gd name="connsiteX17" fmla="*/ 46888 w 64212"/>
                <a:gd name="connsiteY17" fmla="*/ 39575 h 45916"/>
                <a:gd name="connsiteX18" fmla="*/ 49305 w 64212"/>
                <a:gd name="connsiteY18" fmla="*/ 31328 h 45916"/>
                <a:gd name="connsiteX19" fmla="*/ 54875 w 64212"/>
                <a:gd name="connsiteY19" fmla="*/ 11679 h 45916"/>
                <a:gd name="connsiteX20" fmla="*/ 41212 w 64212"/>
                <a:gd name="connsiteY20" fmla="*/ 73 h 45916"/>
                <a:gd name="connsiteX21" fmla="*/ 23452 w 64212"/>
                <a:gd name="connsiteY21" fmla="*/ 9337 h 45916"/>
                <a:gd name="connsiteX22" fmla="*/ 12207 w 64212"/>
                <a:gd name="connsiteY22" fmla="*/ 73 h 45916"/>
                <a:gd name="connsiteX23" fmla="*/ 3904 w 64212"/>
                <a:gd name="connsiteY23" fmla="*/ 5570 h 45916"/>
                <a:gd name="connsiteX24" fmla="*/ 121 w 64212"/>
                <a:gd name="connsiteY24" fmla="*/ 15650 h 45916"/>
                <a:gd name="connsiteX25" fmla="*/ 1907 w 64212"/>
                <a:gd name="connsiteY25" fmla="*/ 16973 h 45916"/>
                <a:gd name="connsiteX26" fmla="*/ 4219 w 64212"/>
                <a:gd name="connsiteY26" fmla="*/ 13919 h 45916"/>
                <a:gd name="connsiteX27" fmla="*/ 11891 w 64212"/>
                <a:gd name="connsiteY27" fmla="*/ 2923 h 45916"/>
                <a:gd name="connsiteX28" fmla="*/ 15359 w 64212"/>
                <a:gd name="connsiteY28" fmla="*/ 7912 h 45916"/>
                <a:gd name="connsiteX29" fmla="*/ 13678 w 64212"/>
                <a:gd name="connsiteY29" fmla="*/ 16362 h 45916"/>
                <a:gd name="connsiteX30" fmla="*/ 11366 w 64212"/>
                <a:gd name="connsiteY30" fmla="*/ 25525 h 45916"/>
                <a:gd name="connsiteX31" fmla="*/ 8003 w 64212"/>
                <a:gd name="connsiteY31" fmla="*/ 38557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57"/>
                  </a:moveTo>
                  <a:cubicBezTo>
                    <a:pt x="7582" y="39880"/>
                    <a:pt x="6952" y="42426"/>
                    <a:pt x="6952" y="42731"/>
                  </a:cubicBezTo>
                  <a:cubicBezTo>
                    <a:pt x="6952" y="44971"/>
                    <a:pt x="8844" y="45989"/>
                    <a:pt x="10525" y="45989"/>
                  </a:cubicBezTo>
                  <a:cubicBezTo>
                    <a:pt x="12417" y="45989"/>
                    <a:pt x="14098" y="44665"/>
                    <a:pt x="14624" y="43749"/>
                  </a:cubicBezTo>
                  <a:cubicBezTo>
                    <a:pt x="15149" y="42833"/>
                    <a:pt x="15990" y="39575"/>
                    <a:pt x="16515" y="37437"/>
                  </a:cubicBezTo>
                  <a:cubicBezTo>
                    <a:pt x="17041" y="35503"/>
                    <a:pt x="18197" y="30819"/>
                    <a:pt x="18827" y="28274"/>
                  </a:cubicBezTo>
                  <a:cubicBezTo>
                    <a:pt x="19458" y="26034"/>
                    <a:pt x="20089" y="23794"/>
                    <a:pt x="20614" y="21453"/>
                  </a:cubicBezTo>
                  <a:cubicBezTo>
                    <a:pt x="21770" y="17279"/>
                    <a:pt x="21980" y="16464"/>
                    <a:pt x="25028" y="12290"/>
                  </a:cubicBezTo>
                  <a:cubicBezTo>
                    <a:pt x="27971" y="8218"/>
                    <a:pt x="32910" y="2923"/>
                    <a:pt x="40792" y="2923"/>
                  </a:cubicBezTo>
                  <a:cubicBezTo>
                    <a:pt x="46888" y="2923"/>
                    <a:pt x="46993" y="8116"/>
                    <a:pt x="46993" y="10050"/>
                  </a:cubicBezTo>
                  <a:cubicBezTo>
                    <a:pt x="46993" y="16159"/>
                    <a:pt x="42474" y="27460"/>
                    <a:pt x="40792" y="31736"/>
                  </a:cubicBezTo>
                  <a:cubicBezTo>
                    <a:pt x="39636" y="34586"/>
                    <a:pt x="39216" y="35503"/>
                    <a:pt x="39216" y="37233"/>
                  </a:cubicBezTo>
                  <a:cubicBezTo>
                    <a:pt x="39216" y="42629"/>
                    <a:pt x="43840" y="45989"/>
                    <a:pt x="49200" y="45989"/>
                  </a:cubicBezTo>
                  <a:cubicBezTo>
                    <a:pt x="59709" y="45989"/>
                    <a:pt x="64333" y="31939"/>
                    <a:pt x="64333" y="30412"/>
                  </a:cubicBezTo>
                  <a:cubicBezTo>
                    <a:pt x="64333" y="29089"/>
                    <a:pt x="62967" y="29089"/>
                    <a:pt x="62652" y="29089"/>
                  </a:cubicBezTo>
                  <a:cubicBezTo>
                    <a:pt x="61180" y="29089"/>
                    <a:pt x="61075" y="29699"/>
                    <a:pt x="60655" y="30819"/>
                  </a:cubicBezTo>
                  <a:cubicBezTo>
                    <a:pt x="58238" y="38964"/>
                    <a:pt x="53719" y="43138"/>
                    <a:pt x="49515" y="43138"/>
                  </a:cubicBezTo>
                  <a:cubicBezTo>
                    <a:pt x="47308" y="43138"/>
                    <a:pt x="46888" y="41713"/>
                    <a:pt x="46888" y="39575"/>
                  </a:cubicBezTo>
                  <a:cubicBezTo>
                    <a:pt x="46888" y="37233"/>
                    <a:pt x="47413" y="35910"/>
                    <a:pt x="49305" y="31328"/>
                  </a:cubicBezTo>
                  <a:cubicBezTo>
                    <a:pt x="50566" y="28172"/>
                    <a:pt x="54875" y="17380"/>
                    <a:pt x="54875" y="11679"/>
                  </a:cubicBezTo>
                  <a:cubicBezTo>
                    <a:pt x="54875" y="1803"/>
                    <a:pt x="46782" y="73"/>
                    <a:pt x="41212" y="73"/>
                  </a:cubicBezTo>
                  <a:cubicBezTo>
                    <a:pt x="32490" y="73"/>
                    <a:pt x="26604" y="5265"/>
                    <a:pt x="23452" y="9337"/>
                  </a:cubicBezTo>
                  <a:cubicBezTo>
                    <a:pt x="22716" y="2313"/>
                    <a:pt x="16515" y="73"/>
                    <a:pt x="12207" y="73"/>
                  </a:cubicBezTo>
                  <a:cubicBezTo>
                    <a:pt x="7688" y="73"/>
                    <a:pt x="5270" y="3229"/>
                    <a:pt x="3904" y="5570"/>
                  </a:cubicBezTo>
                  <a:cubicBezTo>
                    <a:pt x="1592" y="9337"/>
                    <a:pt x="121" y="15141"/>
                    <a:pt x="121" y="15650"/>
                  </a:cubicBezTo>
                  <a:cubicBezTo>
                    <a:pt x="121" y="16973"/>
                    <a:pt x="1592" y="16973"/>
                    <a:pt x="1907" y="16973"/>
                  </a:cubicBezTo>
                  <a:cubicBezTo>
                    <a:pt x="3379" y="16973"/>
                    <a:pt x="3484" y="16668"/>
                    <a:pt x="4219" y="13919"/>
                  </a:cubicBezTo>
                  <a:cubicBezTo>
                    <a:pt x="5796" y="7912"/>
                    <a:pt x="7793" y="2923"/>
                    <a:pt x="11891" y="2923"/>
                  </a:cubicBezTo>
                  <a:cubicBezTo>
                    <a:pt x="14624" y="2923"/>
                    <a:pt x="15359" y="5163"/>
                    <a:pt x="15359" y="7912"/>
                  </a:cubicBezTo>
                  <a:cubicBezTo>
                    <a:pt x="15359" y="9846"/>
                    <a:pt x="14414" y="13613"/>
                    <a:pt x="13678" y="16362"/>
                  </a:cubicBezTo>
                  <a:cubicBezTo>
                    <a:pt x="12942" y="19111"/>
                    <a:pt x="11891" y="23285"/>
                    <a:pt x="11366" y="25525"/>
                  </a:cubicBezTo>
                  <a:lnTo>
                    <a:pt x="8003" y="385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1" name="Freeform: Shape 50">
              <a:extLst>
                <a:ext uri="{FF2B5EF4-FFF2-40B4-BE49-F238E27FC236}">
                  <a16:creationId xmlns:a16="http://schemas.microsoft.com/office/drawing/2014/main" id="{6C0AF0F3-9246-CE86-AF58-8A24730BDC8D}"/>
                </a:ext>
              </a:extLst>
            </p:cNvPr>
            <p:cNvSpPr/>
            <p:nvPr>
              <p:custDataLst>
                <p:tags r:id="rId67"/>
              </p:custDataLst>
            </p:nvPr>
          </p:nvSpPr>
          <p:spPr>
            <a:xfrm>
              <a:off x="8979106" y="5811512"/>
              <a:ext cx="91731" cy="112427"/>
            </a:xfrm>
            <a:custGeom>
              <a:avLst/>
              <a:gdLst>
                <a:gd name="connsiteX0" fmla="*/ 89008 w 91731"/>
                <a:gd name="connsiteY0" fmla="*/ 6180 h 112427"/>
                <a:gd name="connsiteX1" fmla="*/ 91861 w 91731"/>
                <a:gd name="connsiteY1" fmla="*/ 2980 h 112427"/>
                <a:gd name="connsiteX2" fmla="*/ 88858 w 91731"/>
                <a:gd name="connsiteY2" fmla="*/ 71 h 112427"/>
                <a:gd name="connsiteX3" fmla="*/ 86156 w 91731"/>
                <a:gd name="connsiteY3" fmla="*/ 944 h 112427"/>
                <a:gd name="connsiteX4" fmla="*/ 3132 w 91731"/>
                <a:gd name="connsiteY4" fmla="*/ 38904 h 112427"/>
                <a:gd name="connsiteX5" fmla="*/ 129 w 91731"/>
                <a:gd name="connsiteY5" fmla="*/ 42250 h 112427"/>
                <a:gd name="connsiteX6" fmla="*/ 3132 w 91731"/>
                <a:gd name="connsiteY6" fmla="*/ 45449 h 112427"/>
                <a:gd name="connsiteX7" fmla="*/ 86156 w 91731"/>
                <a:gd name="connsiteY7" fmla="*/ 83264 h 112427"/>
                <a:gd name="connsiteX8" fmla="*/ 88858 w 91731"/>
                <a:gd name="connsiteY8" fmla="*/ 84282 h 112427"/>
                <a:gd name="connsiteX9" fmla="*/ 91861 w 91731"/>
                <a:gd name="connsiteY9" fmla="*/ 81374 h 112427"/>
                <a:gd name="connsiteX10" fmla="*/ 88708 w 91731"/>
                <a:gd name="connsiteY10" fmla="*/ 78028 h 112427"/>
                <a:gd name="connsiteX11" fmla="*/ 10188 w 91731"/>
                <a:gd name="connsiteY11" fmla="*/ 42250 h 112427"/>
                <a:gd name="connsiteX12" fmla="*/ 89008 w 91731"/>
                <a:gd name="connsiteY12" fmla="*/ 6180 h 112427"/>
                <a:gd name="connsiteX13" fmla="*/ 86606 w 91731"/>
                <a:gd name="connsiteY13" fmla="*/ 112498 h 112427"/>
                <a:gd name="connsiteX14" fmla="*/ 91861 w 91731"/>
                <a:gd name="connsiteY14" fmla="*/ 109589 h 112427"/>
                <a:gd name="connsiteX15" fmla="*/ 86456 w 91731"/>
                <a:gd name="connsiteY15" fmla="*/ 106681 h 112427"/>
                <a:gd name="connsiteX16" fmla="*/ 5534 w 91731"/>
                <a:gd name="connsiteY16" fmla="*/ 106681 h 112427"/>
                <a:gd name="connsiteX17" fmla="*/ 129 w 91731"/>
                <a:gd name="connsiteY17" fmla="*/ 109589 h 112427"/>
                <a:gd name="connsiteX18" fmla="*/ 5384 w 91731"/>
                <a:gd name="connsiteY18" fmla="*/ 112498 h 112427"/>
                <a:gd name="connsiteX19" fmla="*/ 86606 w 91731"/>
                <a:gd name="connsiteY19" fmla="*/ 112498 h 11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731" h="112427">
                  <a:moveTo>
                    <a:pt x="89008" y="6180"/>
                  </a:moveTo>
                  <a:cubicBezTo>
                    <a:pt x="90660" y="5453"/>
                    <a:pt x="91861" y="4725"/>
                    <a:pt x="91861" y="2980"/>
                  </a:cubicBezTo>
                  <a:cubicBezTo>
                    <a:pt x="91861" y="1380"/>
                    <a:pt x="90660" y="71"/>
                    <a:pt x="88858" y="71"/>
                  </a:cubicBezTo>
                  <a:cubicBezTo>
                    <a:pt x="88108" y="71"/>
                    <a:pt x="86756" y="653"/>
                    <a:pt x="86156" y="944"/>
                  </a:cubicBezTo>
                  <a:lnTo>
                    <a:pt x="3132" y="38904"/>
                  </a:lnTo>
                  <a:cubicBezTo>
                    <a:pt x="579" y="40068"/>
                    <a:pt x="129" y="41086"/>
                    <a:pt x="129" y="42250"/>
                  </a:cubicBezTo>
                  <a:cubicBezTo>
                    <a:pt x="129" y="43559"/>
                    <a:pt x="1030" y="44577"/>
                    <a:pt x="3132" y="45449"/>
                  </a:cubicBezTo>
                  <a:lnTo>
                    <a:pt x="86156" y="83264"/>
                  </a:lnTo>
                  <a:cubicBezTo>
                    <a:pt x="88108" y="84282"/>
                    <a:pt x="88408" y="84282"/>
                    <a:pt x="88858" y="84282"/>
                  </a:cubicBezTo>
                  <a:cubicBezTo>
                    <a:pt x="90510" y="84282"/>
                    <a:pt x="91861" y="82973"/>
                    <a:pt x="91861" y="81374"/>
                  </a:cubicBezTo>
                  <a:cubicBezTo>
                    <a:pt x="91861" y="80065"/>
                    <a:pt x="91260" y="79192"/>
                    <a:pt x="88708" y="78028"/>
                  </a:cubicBezTo>
                  <a:lnTo>
                    <a:pt x="10188" y="42250"/>
                  </a:lnTo>
                  <a:lnTo>
                    <a:pt x="89008" y="6180"/>
                  </a:lnTo>
                  <a:close/>
                  <a:moveTo>
                    <a:pt x="86606" y="112498"/>
                  </a:moveTo>
                  <a:cubicBezTo>
                    <a:pt x="89158" y="112498"/>
                    <a:pt x="91861" y="112498"/>
                    <a:pt x="91861" y="109589"/>
                  </a:cubicBezTo>
                  <a:cubicBezTo>
                    <a:pt x="91861" y="106681"/>
                    <a:pt x="88708" y="106681"/>
                    <a:pt x="86456" y="106681"/>
                  </a:cubicBezTo>
                  <a:lnTo>
                    <a:pt x="5534" y="106681"/>
                  </a:lnTo>
                  <a:cubicBezTo>
                    <a:pt x="3282" y="106681"/>
                    <a:pt x="129" y="106681"/>
                    <a:pt x="129" y="109589"/>
                  </a:cubicBezTo>
                  <a:cubicBezTo>
                    <a:pt x="129" y="112498"/>
                    <a:pt x="2831" y="112498"/>
                    <a:pt x="5384" y="112498"/>
                  </a:cubicBezTo>
                  <a:lnTo>
                    <a:pt x="86606" y="1124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2" name="Freeform: Shape 51">
              <a:extLst>
                <a:ext uri="{FF2B5EF4-FFF2-40B4-BE49-F238E27FC236}">
                  <a16:creationId xmlns:a16="http://schemas.microsoft.com/office/drawing/2014/main" id="{0892AF0B-126A-A85F-59C2-B66160A5AC3C}"/>
                </a:ext>
              </a:extLst>
            </p:cNvPr>
            <p:cNvSpPr/>
            <p:nvPr>
              <p:custDataLst>
                <p:tags r:id="rId68"/>
              </p:custDataLst>
            </p:nvPr>
          </p:nvSpPr>
          <p:spPr>
            <a:xfrm>
              <a:off x="9123167" y="5807876"/>
              <a:ext cx="61554" cy="125953"/>
            </a:xfrm>
            <a:custGeom>
              <a:avLst/>
              <a:gdLst>
                <a:gd name="connsiteX0" fmla="*/ 61694 w 61554"/>
                <a:gd name="connsiteY0" fmla="*/ 5307 h 125953"/>
                <a:gd name="connsiteX1" fmla="*/ 55989 w 61554"/>
                <a:gd name="connsiteY1" fmla="*/ 71 h 125953"/>
                <a:gd name="connsiteX2" fmla="*/ 48032 w 61554"/>
                <a:gd name="connsiteY2" fmla="*/ 7780 h 125953"/>
                <a:gd name="connsiteX3" fmla="*/ 53587 w 61554"/>
                <a:gd name="connsiteY3" fmla="*/ 13016 h 125953"/>
                <a:gd name="connsiteX4" fmla="*/ 61694 w 61554"/>
                <a:gd name="connsiteY4" fmla="*/ 5307 h 125953"/>
                <a:gd name="connsiteX5" fmla="*/ 31517 w 61554"/>
                <a:gd name="connsiteY5" fmla="*/ 103481 h 125953"/>
                <a:gd name="connsiteX6" fmla="*/ 13051 w 61554"/>
                <a:gd name="connsiteY6" fmla="*/ 122825 h 125953"/>
                <a:gd name="connsiteX7" fmla="*/ 7196 w 61554"/>
                <a:gd name="connsiteY7" fmla="*/ 121516 h 125953"/>
                <a:gd name="connsiteX8" fmla="*/ 13952 w 61554"/>
                <a:gd name="connsiteY8" fmla="*/ 113807 h 125953"/>
                <a:gd name="connsiteX9" fmla="*/ 8247 w 61554"/>
                <a:gd name="connsiteY9" fmla="*/ 108717 h 125953"/>
                <a:gd name="connsiteX10" fmla="*/ 139 w 61554"/>
                <a:gd name="connsiteY10" fmla="*/ 117007 h 125953"/>
                <a:gd name="connsiteX11" fmla="*/ 13351 w 61554"/>
                <a:gd name="connsiteY11" fmla="*/ 126024 h 125953"/>
                <a:gd name="connsiteX12" fmla="*/ 41576 w 61554"/>
                <a:gd name="connsiteY12" fmla="*/ 103917 h 125953"/>
                <a:gd name="connsiteX13" fmla="*/ 55389 w 61554"/>
                <a:gd name="connsiteY13" fmla="*/ 50685 h 125953"/>
                <a:gd name="connsiteX14" fmla="*/ 56139 w 61554"/>
                <a:gd name="connsiteY14" fmla="*/ 45304 h 125953"/>
                <a:gd name="connsiteX15" fmla="*/ 42327 w 61554"/>
                <a:gd name="connsiteY15" fmla="*/ 31923 h 125953"/>
                <a:gd name="connsiteX16" fmla="*/ 18456 w 61554"/>
                <a:gd name="connsiteY16" fmla="*/ 54321 h 125953"/>
                <a:gd name="connsiteX17" fmla="*/ 20257 w 61554"/>
                <a:gd name="connsiteY17" fmla="*/ 55776 h 125953"/>
                <a:gd name="connsiteX18" fmla="*/ 22960 w 61554"/>
                <a:gd name="connsiteY18" fmla="*/ 52867 h 125953"/>
                <a:gd name="connsiteX19" fmla="*/ 41877 w 61554"/>
                <a:gd name="connsiteY19" fmla="*/ 35123 h 125953"/>
                <a:gd name="connsiteX20" fmla="*/ 46681 w 61554"/>
                <a:gd name="connsiteY20" fmla="*/ 41813 h 125953"/>
                <a:gd name="connsiteX21" fmla="*/ 45630 w 61554"/>
                <a:gd name="connsiteY21" fmla="*/ 49231 h 125953"/>
                <a:gd name="connsiteX22" fmla="*/ 31517 w 61554"/>
                <a:gd name="connsiteY22" fmla="*/ 103481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07"/>
                  </a:moveTo>
                  <a:cubicBezTo>
                    <a:pt x="61694" y="2544"/>
                    <a:pt x="59593" y="71"/>
                    <a:pt x="55989" y="71"/>
                  </a:cubicBezTo>
                  <a:cubicBezTo>
                    <a:pt x="52536" y="71"/>
                    <a:pt x="48032" y="3416"/>
                    <a:pt x="48032" y="7780"/>
                  </a:cubicBezTo>
                  <a:cubicBezTo>
                    <a:pt x="48032" y="10689"/>
                    <a:pt x="50134" y="13016"/>
                    <a:pt x="53587" y="13016"/>
                  </a:cubicBezTo>
                  <a:cubicBezTo>
                    <a:pt x="57641" y="13016"/>
                    <a:pt x="61694" y="9234"/>
                    <a:pt x="61694" y="5307"/>
                  </a:cubicBezTo>
                  <a:close/>
                  <a:moveTo>
                    <a:pt x="31517" y="103481"/>
                  </a:moveTo>
                  <a:cubicBezTo>
                    <a:pt x="28665" y="114534"/>
                    <a:pt x="21459" y="122825"/>
                    <a:pt x="13051" y="122825"/>
                  </a:cubicBezTo>
                  <a:cubicBezTo>
                    <a:pt x="12150" y="122825"/>
                    <a:pt x="9898" y="122825"/>
                    <a:pt x="7196" y="121516"/>
                  </a:cubicBezTo>
                  <a:cubicBezTo>
                    <a:pt x="11700" y="120498"/>
                    <a:pt x="13952" y="116716"/>
                    <a:pt x="13952" y="113807"/>
                  </a:cubicBezTo>
                  <a:cubicBezTo>
                    <a:pt x="13952" y="111480"/>
                    <a:pt x="12300" y="108717"/>
                    <a:pt x="8247" y="108717"/>
                  </a:cubicBezTo>
                  <a:cubicBezTo>
                    <a:pt x="4493" y="108717"/>
                    <a:pt x="139" y="111771"/>
                    <a:pt x="139" y="117007"/>
                  </a:cubicBezTo>
                  <a:cubicBezTo>
                    <a:pt x="139" y="122825"/>
                    <a:pt x="6145" y="126024"/>
                    <a:pt x="13351" y="126024"/>
                  </a:cubicBezTo>
                  <a:cubicBezTo>
                    <a:pt x="23861" y="126024"/>
                    <a:pt x="37823" y="118316"/>
                    <a:pt x="41576" y="103917"/>
                  </a:cubicBezTo>
                  <a:lnTo>
                    <a:pt x="55389" y="50685"/>
                  </a:lnTo>
                  <a:cubicBezTo>
                    <a:pt x="56139" y="47776"/>
                    <a:pt x="56139" y="45740"/>
                    <a:pt x="56139" y="45304"/>
                  </a:cubicBezTo>
                  <a:cubicBezTo>
                    <a:pt x="56139" y="37014"/>
                    <a:pt x="49834" y="31923"/>
                    <a:pt x="42327" y="31923"/>
                  </a:cubicBezTo>
                  <a:cubicBezTo>
                    <a:pt x="27013" y="31923"/>
                    <a:pt x="18456" y="53012"/>
                    <a:pt x="18456" y="54321"/>
                  </a:cubicBezTo>
                  <a:cubicBezTo>
                    <a:pt x="18456" y="55776"/>
                    <a:pt x="19957" y="55776"/>
                    <a:pt x="20257" y="55776"/>
                  </a:cubicBezTo>
                  <a:cubicBezTo>
                    <a:pt x="21609" y="55776"/>
                    <a:pt x="21759" y="55630"/>
                    <a:pt x="22960" y="52867"/>
                  </a:cubicBezTo>
                  <a:cubicBezTo>
                    <a:pt x="26713" y="43995"/>
                    <a:pt x="33619" y="35123"/>
                    <a:pt x="41877" y="35123"/>
                  </a:cubicBezTo>
                  <a:cubicBezTo>
                    <a:pt x="43979" y="35123"/>
                    <a:pt x="46681" y="35705"/>
                    <a:pt x="46681" y="41813"/>
                  </a:cubicBezTo>
                  <a:cubicBezTo>
                    <a:pt x="46681" y="45158"/>
                    <a:pt x="46231" y="46758"/>
                    <a:pt x="45630" y="49231"/>
                  </a:cubicBezTo>
                  <a:lnTo>
                    <a:pt x="31517" y="103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3" name="Freeform: Shape 52">
              <a:extLst>
                <a:ext uri="{FF2B5EF4-FFF2-40B4-BE49-F238E27FC236}">
                  <a16:creationId xmlns:a16="http://schemas.microsoft.com/office/drawing/2014/main" id="{5DD26E54-CE6D-D4E4-440E-506B37A4B658}"/>
                </a:ext>
              </a:extLst>
            </p:cNvPr>
            <p:cNvSpPr/>
            <p:nvPr>
              <p:custDataLst>
                <p:tags r:id="rId69"/>
              </p:custDataLst>
            </p:nvPr>
          </p:nvSpPr>
          <p:spPr>
            <a:xfrm>
              <a:off x="9204097" y="5794932"/>
              <a:ext cx="34831" cy="145442"/>
            </a:xfrm>
            <a:custGeom>
              <a:avLst/>
              <a:gdLst>
                <a:gd name="connsiteX0" fmla="*/ 34975 w 34831"/>
                <a:gd name="connsiteY0" fmla="*/ 72792 h 145442"/>
                <a:gd name="connsiteX1" fmla="*/ 25066 w 34831"/>
                <a:gd name="connsiteY1" fmla="*/ 27414 h 145442"/>
                <a:gd name="connsiteX2" fmla="*/ 1646 w 34831"/>
                <a:gd name="connsiteY2" fmla="*/ 71 h 145442"/>
                <a:gd name="connsiteX3" fmla="*/ 144 w 34831"/>
                <a:gd name="connsiteY3" fmla="*/ 1526 h 145442"/>
                <a:gd name="connsiteX4" fmla="*/ 2997 w 34831"/>
                <a:gd name="connsiteY4" fmla="*/ 4871 h 145442"/>
                <a:gd name="connsiteX5" fmla="*/ 26267 w 34831"/>
                <a:gd name="connsiteY5" fmla="*/ 72792 h 145442"/>
                <a:gd name="connsiteX6" fmla="*/ 2096 w 34831"/>
                <a:gd name="connsiteY6" fmla="*/ 141587 h 145442"/>
                <a:gd name="connsiteX7" fmla="*/ 144 w 34831"/>
                <a:gd name="connsiteY7" fmla="*/ 144059 h 145442"/>
                <a:gd name="connsiteX8" fmla="*/ 1646 w 34831"/>
                <a:gd name="connsiteY8" fmla="*/ 145514 h 145442"/>
                <a:gd name="connsiteX9" fmla="*/ 25517 w 34831"/>
                <a:gd name="connsiteY9" fmla="*/ 117152 h 145442"/>
                <a:gd name="connsiteX10" fmla="*/ 34975 w 34831"/>
                <a:gd name="connsiteY10" fmla="*/ 72792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792"/>
                  </a:moveTo>
                  <a:cubicBezTo>
                    <a:pt x="34975" y="61448"/>
                    <a:pt x="33324" y="43849"/>
                    <a:pt x="25066" y="27414"/>
                  </a:cubicBezTo>
                  <a:cubicBezTo>
                    <a:pt x="16058" y="9525"/>
                    <a:pt x="3147" y="71"/>
                    <a:pt x="1646" y="71"/>
                  </a:cubicBezTo>
                  <a:cubicBezTo>
                    <a:pt x="745" y="71"/>
                    <a:pt x="144" y="653"/>
                    <a:pt x="144" y="1526"/>
                  </a:cubicBezTo>
                  <a:cubicBezTo>
                    <a:pt x="144" y="1962"/>
                    <a:pt x="144" y="2253"/>
                    <a:pt x="2997" y="4871"/>
                  </a:cubicBezTo>
                  <a:cubicBezTo>
                    <a:pt x="17710" y="19270"/>
                    <a:pt x="26267" y="42395"/>
                    <a:pt x="26267" y="72792"/>
                  </a:cubicBezTo>
                  <a:cubicBezTo>
                    <a:pt x="26267" y="97663"/>
                    <a:pt x="20713" y="123261"/>
                    <a:pt x="2096" y="141587"/>
                  </a:cubicBezTo>
                  <a:cubicBezTo>
                    <a:pt x="144" y="143332"/>
                    <a:pt x="144" y="143623"/>
                    <a:pt x="144" y="144059"/>
                  </a:cubicBezTo>
                  <a:cubicBezTo>
                    <a:pt x="144" y="144932"/>
                    <a:pt x="745" y="145514"/>
                    <a:pt x="1646" y="145514"/>
                  </a:cubicBezTo>
                  <a:cubicBezTo>
                    <a:pt x="3147" y="145514"/>
                    <a:pt x="16659" y="135624"/>
                    <a:pt x="25517" y="117152"/>
                  </a:cubicBezTo>
                  <a:cubicBezTo>
                    <a:pt x="33174" y="101154"/>
                    <a:pt x="34975" y="85010"/>
                    <a:pt x="34975" y="7279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4" name="Freeform: Shape 53">
              <a:extLst>
                <a:ext uri="{FF2B5EF4-FFF2-40B4-BE49-F238E27FC236}">
                  <a16:creationId xmlns:a16="http://schemas.microsoft.com/office/drawing/2014/main" id="{B6EE77EF-570A-73AB-F7ED-D3AB8FC9B1C2}"/>
                </a:ext>
              </a:extLst>
            </p:cNvPr>
            <p:cNvSpPr/>
            <p:nvPr>
              <p:custDataLst>
                <p:tags r:id="rId70"/>
              </p:custDataLst>
            </p:nvPr>
          </p:nvSpPr>
          <p:spPr>
            <a:xfrm>
              <a:off x="8580432" y="5963137"/>
              <a:ext cx="673492" cy="5817"/>
            </a:xfrm>
            <a:custGeom>
              <a:avLst/>
              <a:gdLst>
                <a:gd name="connsiteX0" fmla="*/ 0 w 673492"/>
                <a:gd name="connsiteY0" fmla="*/ 0 h 5817"/>
                <a:gd name="connsiteX1" fmla="*/ 673493 w 673492"/>
                <a:gd name="connsiteY1" fmla="*/ 0 h 5817"/>
                <a:gd name="connsiteX2" fmla="*/ 673493 w 673492"/>
                <a:gd name="connsiteY2" fmla="*/ 5817 h 5817"/>
                <a:gd name="connsiteX3" fmla="*/ 0 w 673492"/>
                <a:gd name="connsiteY3" fmla="*/ 5817 h 5817"/>
              </a:gdLst>
              <a:ahLst/>
              <a:cxnLst>
                <a:cxn ang="0">
                  <a:pos x="connsiteX0" y="connsiteY0"/>
                </a:cxn>
                <a:cxn ang="0">
                  <a:pos x="connsiteX1" y="connsiteY1"/>
                </a:cxn>
                <a:cxn ang="0">
                  <a:pos x="connsiteX2" y="connsiteY2"/>
                </a:cxn>
                <a:cxn ang="0">
                  <a:pos x="connsiteX3" y="connsiteY3"/>
                </a:cxn>
              </a:cxnLst>
              <a:rect l="l" t="t" r="r" b="b"/>
              <a:pathLst>
                <a:path w="673492" h="5817">
                  <a:moveTo>
                    <a:pt x="0" y="0"/>
                  </a:moveTo>
                  <a:lnTo>
                    <a:pt x="673493" y="0"/>
                  </a:lnTo>
                  <a:lnTo>
                    <a:pt x="673493" y="5817"/>
                  </a:lnTo>
                  <a:lnTo>
                    <a:pt x="0" y="58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5" name="Freeform: Shape 54">
              <a:extLst>
                <a:ext uri="{FF2B5EF4-FFF2-40B4-BE49-F238E27FC236}">
                  <a16:creationId xmlns:a16="http://schemas.microsoft.com/office/drawing/2014/main" id="{63C9F0C1-CCBF-131B-4837-D82B47B48BB5}"/>
                </a:ext>
              </a:extLst>
            </p:cNvPr>
            <p:cNvSpPr/>
            <p:nvPr>
              <p:custDataLst>
                <p:tags r:id="rId71"/>
              </p:custDataLst>
            </p:nvPr>
          </p:nvSpPr>
          <p:spPr>
            <a:xfrm>
              <a:off x="8586437" y="6002835"/>
              <a:ext cx="107195" cy="99337"/>
            </a:xfrm>
            <a:custGeom>
              <a:avLst/>
              <a:gdLst>
                <a:gd name="connsiteX0" fmla="*/ 39589 w 107195"/>
                <a:gd name="connsiteY0" fmla="*/ 53462 h 99337"/>
                <a:gd name="connsiteX1" fmla="*/ 65111 w 107195"/>
                <a:gd name="connsiteY1" fmla="*/ 53462 h 99337"/>
                <a:gd name="connsiteX2" fmla="*/ 107299 w 107195"/>
                <a:gd name="connsiteY2" fmla="*/ 22047 h 99337"/>
                <a:gd name="connsiteX3" fmla="*/ 77723 w 107195"/>
                <a:gd name="connsiteY3" fmla="*/ 85 h 99337"/>
                <a:gd name="connsiteX4" fmla="*/ 29079 w 107195"/>
                <a:gd name="connsiteY4" fmla="*/ 85 h 99337"/>
                <a:gd name="connsiteX5" fmla="*/ 24575 w 107195"/>
                <a:gd name="connsiteY5" fmla="*/ 2848 h 99337"/>
                <a:gd name="connsiteX6" fmla="*/ 28929 w 107195"/>
                <a:gd name="connsiteY6" fmla="*/ 4594 h 99337"/>
                <a:gd name="connsiteX7" fmla="*/ 35385 w 107195"/>
                <a:gd name="connsiteY7" fmla="*/ 4884 h 99337"/>
                <a:gd name="connsiteX8" fmla="*/ 38688 w 107195"/>
                <a:gd name="connsiteY8" fmla="*/ 7211 h 99337"/>
                <a:gd name="connsiteX9" fmla="*/ 38087 w 107195"/>
                <a:gd name="connsiteY9" fmla="*/ 9975 h 99337"/>
                <a:gd name="connsiteX10" fmla="*/ 17969 w 107195"/>
                <a:gd name="connsiteY10" fmla="*/ 88078 h 99337"/>
                <a:gd name="connsiteX11" fmla="*/ 4307 w 107195"/>
                <a:gd name="connsiteY11" fmla="*/ 94913 h 99337"/>
                <a:gd name="connsiteX12" fmla="*/ 103 w 107195"/>
                <a:gd name="connsiteY12" fmla="*/ 97677 h 99337"/>
                <a:gd name="connsiteX13" fmla="*/ 2355 w 107195"/>
                <a:gd name="connsiteY13" fmla="*/ 99422 h 99337"/>
                <a:gd name="connsiteX14" fmla="*/ 21422 w 107195"/>
                <a:gd name="connsiteY14" fmla="*/ 98986 h 99337"/>
                <a:gd name="connsiteX15" fmla="*/ 31031 w 107195"/>
                <a:gd name="connsiteY15" fmla="*/ 99131 h 99337"/>
                <a:gd name="connsiteX16" fmla="*/ 40790 w 107195"/>
                <a:gd name="connsiteY16" fmla="*/ 99422 h 99337"/>
                <a:gd name="connsiteX17" fmla="*/ 43792 w 107195"/>
                <a:gd name="connsiteY17" fmla="*/ 96513 h 99337"/>
                <a:gd name="connsiteX18" fmla="*/ 39589 w 107195"/>
                <a:gd name="connsiteY18" fmla="*/ 94913 h 99337"/>
                <a:gd name="connsiteX19" fmla="*/ 29830 w 107195"/>
                <a:gd name="connsiteY19" fmla="*/ 92295 h 99337"/>
                <a:gd name="connsiteX20" fmla="*/ 30280 w 107195"/>
                <a:gd name="connsiteY20" fmla="*/ 89823 h 99337"/>
                <a:gd name="connsiteX21" fmla="*/ 39589 w 107195"/>
                <a:gd name="connsiteY21" fmla="*/ 53462 h 99337"/>
                <a:gd name="connsiteX22" fmla="*/ 50398 w 107195"/>
                <a:gd name="connsiteY22" fmla="*/ 10120 h 99337"/>
                <a:gd name="connsiteX23" fmla="*/ 58505 w 107195"/>
                <a:gd name="connsiteY23" fmla="*/ 4594 h 99337"/>
                <a:gd name="connsiteX24" fmla="*/ 72918 w 107195"/>
                <a:gd name="connsiteY24" fmla="*/ 4594 h 99337"/>
                <a:gd name="connsiteX25" fmla="*/ 93337 w 107195"/>
                <a:gd name="connsiteY25" fmla="*/ 18556 h 99337"/>
                <a:gd name="connsiteX26" fmla="*/ 84479 w 107195"/>
                <a:gd name="connsiteY26" fmla="*/ 41972 h 99337"/>
                <a:gd name="connsiteX27" fmla="*/ 61358 w 107195"/>
                <a:gd name="connsiteY27" fmla="*/ 49681 h 99337"/>
                <a:gd name="connsiteX28" fmla="*/ 40189 w 107195"/>
                <a:gd name="connsiteY28" fmla="*/ 49681 h 99337"/>
                <a:gd name="connsiteX29" fmla="*/ 50398 w 107195"/>
                <a:gd name="connsiteY29" fmla="*/ 10120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62"/>
                  </a:moveTo>
                  <a:lnTo>
                    <a:pt x="65111" y="53462"/>
                  </a:lnTo>
                  <a:cubicBezTo>
                    <a:pt x="86430" y="53462"/>
                    <a:pt x="107299" y="38336"/>
                    <a:pt x="107299" y="22047"/>
                  </a:cubicBezTo>
                  <a:cubicBezTo>
                    <a:pt x="107299" y="10848"/>
                    <a:pt x="97390" y="85"/>
                    <a:pt x="77723" y="85"/>
                  </a:cubicBezTo>
                  <a:lnTo>
                    <a:pt x="29079" y="85"/>
                  </a:lnTo>
                  <a:cubicBezTo>
                    <a:pt x="26227" y="85"/>
                    <a:pt x="24575" y="85"/>
                    <a:pt x="24575" y="2848"/>
                  </a:cubicBezTo>
                  <a:cubicBezTo>
                    <a:pt x="24575" y="4594"/>
                    <a:pt x="25926" y="4594"/>
                    <a:pt x="28929" y="4594"/>
                  </a:cubicBezTo>
                  <a:cubicBezTo>
                    <a:pt x="30881" y="4594"/>
                    <a:pt x="33583" y="4739"/>
                    <a:pt x="35385" y="4884"/>
                  </a:cubicBezTo>
                  <a:cubicBezTo>
                    <a:pt x="37787" y="5175"/>
                    <a:pt x="38688" y="5612"/>
                    <a:pt x="38688" y="7211"/>
                  </a:cubicBezTo>
                  <a:cubicBezTo>
                    <a:pt x="38688" y="7793"/>
                    <a:pt x="38538" y="8230"/>
                    <a:pt x="38087" y="9975"/>
                  </a:cubicBezTo>
                  <a:lnTo>
                    <a:pt x="17969" y="88078"/>
                  </a:lnTo>
                  <a:cubicBezTo>
                    <a:pt x="16468" y="93750"/>
                    <a:pt x="16168" y="94913"/>
                    <a:pt x="4307" y="94913"/>
                  </a:cubicBezTo>
                  <a:cubicBezTo>
                    <a:pt x="1755" y="94913"/>
                    <a:pt x="103" y="94913"/>
                    <a:pt x="103" y="97677"/>
                  </a:cubicBezTo>
                  <a:cubicBezTo>
                    <a:pt x="103" y="99422"/>
                    <a:pt x="1905" y="99422"/>
                    <a:pt x="2355" y="99422"/>
                  </a:cubicBezTo>
                  <a:cubicBezTo>
                    <a:pt x="6559" y="99422"/>
                    <a:pt x="17219" y="98986"/>
                    <a:pt x="21422" y="98986"/>
                  </a:cubicBezTo>
                  <a:cubicBezTo>
                    <a:pt x="24575" y="98986"/>
                    <a:pt x="27878" y="99131"/>
                    <a:pt x="31031" y="99131"/>
                  </a:cubicBezTo>
                  <a:cubicBezTo>
                    <a:pt x="34334" y="99131"/>
                    <a:pt x="37637" y="99422"/>
                    <a:pt x="40790" y="99422"/>
                  </a:cubicBezTo>
                  <a:cubicBezTo>
                    <a:pt x="41841" y="99422"/>
                    <a:pt x="43792" y="99422"/>
                    <a:pt x="43792" y="96513"/>
                  </a:cubicBezTo>
                  <a:cubicBezTo>
                    <a:pt x="43792" y="94913"/>
                    <a:pt x="42441" y="94913"/>
                    <a:pt x="39589" y="94913"/>
                  </a:cubicBezTo>
                  <a:cubicBezTo>
                    <a:pt x="34034" y="94913"/>
                    <a:pt x="29830" y="94913"/>
                    <a:pt x="29830" y="92295"/>
                  </a:cubicBezTo>
                  <a:cubicBezTo>
                    <a:pt x="29830" y="91423"/>
                    <a:pt x="30130" y="90695"/>
                    <a:pt x="30280" y="89823"/>
                  </a:cubicBezTo>
                  <a:lnTo>
                    <a:pt x="39589" y="53462"/>
                  </a:lnTo>
                  <a:close/>
                  <a:moveTo>
                    <a:pt x="50398" y="10120"/>
                  </a:moveTo>
                  <a:cubicBezTo>
                    <a:pt x="51749" y="5030"/>
                    <a:pt x="52050" y="4594"/>
                    <a:pt x="58505" y="4594"/>
                  </a:cubicBezTo>
                  <a:lnTo>
                    <a:pt x="72918" y="4594"/>
                  </a:lnTo>
                  <a:cubicBezTo>
                    <a:pt x="85379" y="4594"/>
                    <a:pt x="93337" y="8520"/>
                    <a:pt x="93337" y="18556"/>
                  </a:cubicBezTo>
                  <a:cubicBezTo>
                    <a:pt x="93337" y="24228"/>
                    <a:pt x="90334" y="36736"/>
                    <a:pt x="84479" y="41972"/>
                  </a:cubicBezTo>
                  <a:cubicBezTo>
                    <a:pt x="76972" y="48517"/>
                    <a:pt x="67964" y="49681"/>
                    <a:pt x="61358" y="49681"/>
                  </a:cubicBezTo>
                  <a:lnTo>
                    <a:pt x="40189" y="49681"/>
                  </a:lnTo>
                  <a:lnTo>
                    <a:pt x="50398" y="1012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6" name="Freeform: Shape 55">
              <a:extLst>
                <a:ext uri="{FF2B5EF4-FFF2-40B4-BE49-F238E27FC236}">
                  <a16:creationId xmlns:a16="http://schemas.microsoft.com/office/drawing/2014/main" id="{0943188F-AC2C-45F8-A65D-A600F5EEADD6}"/>
                </a:ext>
              </a:extLst>
            </p:cNvPr>
            <p:cNvSpPr/>
            <p:nvPr>
              <p:custDataLst>
                <p:tags r:id="rId72"/>
              </p:custDataLst>
            </p:nvPr>
          </p:nvSpPr>
          <p:spPr>
            <a:xfrm>
              <a:off x="8712535" y="5993091"/>
              <a:ext cx="34831" cy="145442"/>
            </a:xfrm>
            <a:custGeom>
              <a:avLst/>
              <a:gdLst>
                <a:gd name="connsiteX0" fmla="*/ 34942 w 34831"/>
                <a:gd name="connsiteY0" fmla="*/ 144073 h 145442"/>
                <a:gd name="connsiteX1" fmla="*/ 32390 w 34831"/>
                <a:gd name="connsiteY1" fmla="*/ 140873 h 145442"/>
                <a:gd name="connsiteX2" fmla="*/ 8819 w 34831"/>
                <a:gd name="connsiteY2" fmla="*/ 72806 h 145442"/>
                <a:gd name="connsiteX3" fmla="*/ 32990 w 34831"/>
                <a:gd name="connsiteY3" fmla="*/ 4012 h 145442"/>
                <a:gd name="connsiteX4" fmla="*/ 34942 w 34831"/>
                <a:gd name="connsiteY4" fmla="*/ 1539 h 145442"/>
                <a:gd name="connsiteX5" fmla="*/ 33441 w 34831"/>
                <a:gd name="connsiteY5" fmla="*/ 85 h 145442"/>
                <a:gd name="connsiteX6" fmla="*/ 9570 w 34831"/>
                <a:gd name="connsiteY6" fmla="*/ 28446 h 145442"/>
                <a:gd name="connsiteX7" fmla="*/ 111 w 34831"/>
                <a:gd name="connsiteY7" fmla="*/ 72806 h 145442"/>
                <a:gd name="connsiteX8" fmla="*/ 10020 w 34831"/>
                <a:gd name="connsiteY8" fmla="*/ 118184 h 145442"/>
                <a:gd name="connsiteX9" fmla="*/ 33441 w 34831"/>
                <a:gd name="connsiteY9" fmla="*/ 145527 h 145442"/>
                <a:gd name="connsiteX10" fmla="*/ 34942 w 34831"/>
                <a:gd name="connsiteY10" fmla="*/ 144073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73"/>
                  </a:moveTo>
                  <a:cubicBezTo>
                    <a:pt x="34942" y="143637"/>
                    <a:pt x="34942" y="143346"/>
                    <a:pt x="32390" y="140873"/>
                  </a:cubicBezTo>
                  <a:cubicBezTo>
                    <a:pt x="13623" y="122547"/>
                    <a:pt x="8819" y="95059"/>
                    <a:pt x="8819" y="72806"/>
                  </a:cubicBezTo>
                  <a:cubicBezTo>
                    <a:pt x="8819" y="47499"/>
                    <a:pt x="14524" y="22192"/>
                    <a:pt x="32990" y="4012"/>
                  </a:cubicBezTo>
                  <a:cubicBezTo>
                    <a:pt x="34942" y="2266"/>
                    <a:pt x="34942" y="1976"/>
                    <a:pt x="34942" y="1539"/>
                  </a:cubicBezTo>
                  <a:cubicBezTo>
                    <a:pt x="34942" y="521"/>
                    <a:pt x="34342" y="85"/>
                    <a:pt x="33441" y="85"/>
                  </a:cubicBezTo>
                  <a:cubicBezTo>
                    <a:pt x="31940" y="85"/>
                    <a:pt x="18427" y="9975"/>
                    <a:pt x="9570" y="28446"/>
                  </a:cubicBezTo>
                  <a:cubicBezTo>
                    <a:pt x="1913" y="44445"/>
                    <a:pt x="111" y="60589"/>
                    <a:pt x="111" y="72806"/>
                  </a:cubicBezTo>
                  <a:cubicBezTo>
                    <a:pt x="111" y="84151"/>
                    <a:pt x="1763" y="101749"/>
                    <a:pt x="10020" y="118184"/>
                  </a:cubicBezTo>
                  <a:cubicBezTo>
                    <a:pt x="19028" y="136074"/>
                    <a:pt x="31940" y="145527"/>
                    <a:pt x="33441" y="145527"/>
                  </a:cubicBezTo>
                  <a:cubicBezTo>
                    <a:pt x="34342" y="145527"/>
                    <a:pt x="34942" y="145091"/>
                    <a:pt x="34942" y="144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7" name="Freeform: Shape 56">
              <a:extLst>
                <a:ext uri="{FF2B5EF4-FFF2-40B4-BE49-F238E27FC236}">
                  <a16:creationId xmlns:a16="http://schemas.microsoft.com/office/drawing/2014/main" id="{E4C150CE-568A-1CC1-A59D-883BB25E73E9}"/>
                </a:ext>
              </a:extLst>
            </p:cNvPr>
            <p:cNvSpPr/>
            <p:nvPr>
              <p:custDataLst>
                <p:tags r:id="rId73"/>
              </p:custDataLst>
            </p:nvPr>
          </p:nvSpPr>
          <p:spPr>
            <a:xfrm>
              <a:off x="8761312" y="6002835"/>
              <a:ext cx="109147" cy="99337"/>
            </a:xfrm>
            <a:custGeom>
              <a:avLst/>
              <a:gdLst>
                <a:gd name="connsiteX0" fmla="*/ 84490 w 109147"/>
                <a:gd name="connsiteY0" fmla="*/ 16665 h 99337"/>
                <a:gd name="connsiteX1" fmla="*/ 86592 w 109147"/>
                <a:gd name="connsiteY1" fmla="*/ 14629 h 99337"/>
                <a:gd name="connsiteX2" fmla="*/ 106260 w 109147"/>
                <a:gd name="connsiteY2" fmla="*/ 4594 h 99337"/>
                <a:gd name="connsiteX3" fmla="*/ 109262 w 109147"/>
                <a:gd name="connsiteY3" fmla="*/ 1830 h 99337"/>
                <a:gd name="connsiteX4" fmla="*/ 107311 w 109147"/>
                <a:gd name="connsiteY4" fmla="*/ 85 h 99337"/>
                <a:gd name="connsiteX5" fmla="*/ 95000 w 109147"/>
                <a:gd name="connsiteY5" fmla="*/ 521 h 99337"/>
                <a:gd name="connsiteX6" fmla="*/ 79986 w 109147"/>
                <a:gd name="connsiteY6" fmla="*/ 85 h 99337"/>
                <a:gd name="connsiteX7" fmla="*/ 77134 w 109147"/>
                <a:gd name="connsiteY7" fmla="*/ 2848 h 99337"/>
                <a:gd name="connsiteX8" fmla="*/ 79386 w 109147"/>
                <a:gd name="connsiteY8" fmla="*/ 4594 h 99337"/>
                <a:gd name="connsiteX9" fmla="*/ 84791 w 109147"/>
                <a:gd name="connsiteY9" fmla="*/ 7939 h 99337"/>
                <a:gd name="connsiteX10" fmla="*/ 80737 w 109147"/>
                <a:gd name="connsiteY10" fmla="*/ 14920 h 99337"/>
                <a:gd name="connsiteX11" fmla="*/ 45906 w 109147"/>
                <a:gd name="connsiteY11" fmla="*/ 53753 h 99337"/>
                <a:gd name="connsiteX12" fmla="*/ 29391 w 109147"/>
                <a:gd name="connsiteY12" fmla="*/ 10557 h 99337"/>
                <a:gd name="connsiteX13" fmla="*/ 28490 w 109147"/>
                <a:gd name="connsiteY13" fmla="*/ 8084 h 99337"/>
                <a:gd name="connsiteX14" fmla="*/ 37348 w 109147"/>
                <a:gd name="connsiteY14" fmla="*/ 4594 h 99337"/>
                <a:gd name="connsiteX15" fmla="*/ 40951 w 109147"/>
                <a:gd name="connsiteY15" fmla="*/ 1685 h 99337"/>
                <a:gd name="connsiteX16" fmla="*/ 38699 w 109147"/>
                <a:gd name="connsiteY16" fmla="*/ 85 h 99337"/>
                <a:gd name="connsiteX17" fmla="*/ 19783 w 109147"/>
                <a:gd name="connsiteY17" fmla="*/ 521 h 99337"/>
                <a:gd name="connsiteX18" fmla="*/ 2968 w 109147"/>
                <a:gd name="connsiteY18" fmla="*/ 85 h 99337"/>
                <a:gd name="connsiteX19" fmla="*/ 115 w 109147"/>
                <a:gd name="connsiteY19" fmla="*/ 2994 h 99337"/>
                <a:gd name="connsiteX20" fmla="*/ 3568 w 109147"/>
                <a:gd name="connsiteY20" fmla="*/ 4594 h 99337"/>
                <a:gd name="connsiteX21" fmla="*/ 14528 w 109147"/>
                <a:gd name="connsiteY21" fmla="*/ 9539 h 99337"/>
                <a:gd name="connsiteX22" fmla="*/ 32994 w 109147"/>
                <a:gd name="connsiteY22" fmla="*/ 57389 h 99337"/>
                <a:gd name="connsiteX23" fmla="*/ 33595 w 109147"/>
                <a:gd name="connsiteY23" fmla="*/ 59862 h 99337"/>
                <a:gd name="connsiteX24" fmla="*/ 26839 w 109147"/>
                <a:gd name="connsiteY24" fmla="*/ 86332 h 99337"/>
                <a:gd name="connsiteX25" fmla="*/ 12726 w 109147"/>
                <a:gd name="connsiteY25" fmla="*/ 94913 h 99337"/>
                <a:gd name="connsiteX26" fmla="*/ 8673 w 109147"/>
                <a:gd name="connsiteY26" fmla="*/ 97822 h 99337"/>
                <a:gd name="connsiteX27" fmla="*/ 10775 w 109147"/>
                <a:gd name="connsiteY27" fmla="*/ 99422 h 99337"/>
                <a:gd name="connsiteX28" fmla="*/ 29691 w 109147"/>
                <a:gd name="connsiteY28" fmla="*/ 98986 h 99337"/>
                <a:gd name="connsiteX29" fmla="*/ 48909 w 109147"/>
                <a:gd name="connsiteY29" fmla="*/ 99422 h 99337"/>
                <a:gd name="connsiteX30" fmla="*/ 51761 w 109147"/>
                <a:gd name="connsiteY30" fmla="*/ 96513 h 99337"/>
                <a:gd name="connsiteX31" fmla="*/ 47557 w 109147"/>
                <a:gd name="connsiteY31" fmla="*/ 94913 h 99337"/>
                <a:gd name="connsiteX32" fmla="*/ 41852 w 109147"/>
                <a:gd name="connsiteY32" fmla="*/ 94622 h 99337"/>
                <a:gd name="connsiteX33" fmla="*/ 37799 w 109147"/>
                <a:gd name="connsiteY33" fmla="*/ 92295 h 99337"/>
                <a:gd name="connsiteX34" fmla="*/ 39901 w 109147"/>
                <a:gd name="connsiteY34" fmla="*/ 83132 h 99337"/>
                <a:gd name="connsiteX35" fmla="*/ 45155 w 109147"/>
                <a:gd name="connsiteY35" fmla="*/ 62625 h 99337"/>
                <a:gd name="connsiteX36" fmla="*/ 47257 w 109147"/>
                <a:gd name="connsiteY36" fmla="*/ 58116 h 99337"/>
                <a:gd name="connsiteX37" fmla="*/ 84490 w 109147"/>
                <a:gd name="connsiteY37" fmla="*/ 16665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65"/>
                  </a:moveTo>
                  <a:lnTo>
                    <a:pt x="86592" y="14629"/>
                  </a:lnTo>
                  <a:cubicBezTo>
                    <a:pt x="91096" y="10266"/>
                    <a:pt x="96051" y="5321"/>
                    <a:pt x="106260" y="4594"/>
                  </a:cubicBezTo>
                  <a:cubicBezTo>
                    <a:pt x="107911" y="4448"/>
                    <a:pt x="109262" y="4448"/>
                    <a:pt x="109262" y="1830"/>
                  </a:cubicBezTo>
                  <a:cubicBezTo>
                    <a:pt x="109262" y="667"/>
                    <a:pt x="108512" y="85"/>
                    <a:pt x="107311" y="85"/>
                  </a:cubicBezTo>
                  <a:cubicBezTo>
                    <a:pt x="103407" y="85"/>
                    <a:pt x="99053" y="521"/>
                    <a:pt x="95000" y="521"/>
                  </a:cubicBezTo>
                  <a:cubicBezTo>
                    <a:pt x="90045" y="521"/>
                    <a:pt x="84791" y="85"/>
                    <a:pt x="79986" y="85"/>
                  </a:cubicBezTo>
                  <a:cubicBezTo>
                    <a:pt x="79086" y="85"/>
                    <a:pt x="77134" y="85"/>
                    <a:pt x="77134" y="2848"/>
                  </a:cubicBezTo>
                  <a:cubicBezTo>
                    <a:pt x="77134" y="4448"/>
                    <a:pt x="78635" y="4594"/>
                    <a:pt x="79386" y="4594"/>
                  </a:cubicBezTo>
                  <a:cubicBezTo>
                    <a:pt x="80437" y="4594"/>
                    <a:pt x="84791" y="4884"/>
                    <a:pt x="84791" y="7939"/>
                  </a:cubicBezTo>
                  <a:cubicBezTo>
                    <a:pt x="84791" y="10411"/>
                    <a:pt x="81338" y="14193"/>
                    <a:pt x="80737" y="14920"/>
                  </a:cubicBezTo>
                  <a:lnTo>
                    <a:pt x="45906" y="53753"/>
                  </a:lnTo>
                  <a:lnTo>
                    <a:pt x="29391" y="10557"/>
                  </a:lnTo>
                  <a:cubicBezTo>
                    <a:pt x="28490" y="8520"/>
                    <a:pt x="28490" y="8230"/>
                    <a:pt x="28490" y="8084"/>
                  </a:cubicBezTo>
                  <a:cubicBezTo>
                    <a:pt x="28490" y="4594"/>
                    <a:pt x="35847" y="4594"/>
                    <a:pt x="37348" y="4594"/>
                  </a:cubicBezTo>
                  <a:cubicBezTo>
                    <a:pt x="39450" y="4594"/>
                    <a:pt x="40951" y="4594"/>
                    <a:pt x="40951" y="1685"/>
                  </a:cubicBezTo>
                  <a:cubicBezTo>
                    <a:pt x="40951" y="85"/>
                    <a:pt x="39150" y="85"/>
                    <a:pt x="38699" y="85"/>
                  </a:cubicBezTo>
                  <a:cubicBezTo>
                    <a:pt x="34496" y="85"/>
                    <a:pt x="23986" y="521"/>
                    <a:pt x="19783" y="521"/>
                  </a:cubicBezTo>
                  <a:cubicBezTo>
                    <a:pt x="16029" y="521"/>
                    <a:pt x="6721" y="85"/>
                    <a:pt x="2968" y="85"/>
                  </a:cubicBezTo>
                  <a:cubicBezTo>
                    <a:pt x="2067" y="85"/>
                    <a:pt x="115" y="85"/>
                    <a:pt x="115" y="2994"/>
                  </a:cubicBezTo>
                  <a:cubicBezTo>
                    <a:pt x="115" y="4594"/>
                    <a:pt x="1616" y="4594"/>
                    <a:pt x="3568" y="4594"/>
                  </a:cubicBezTo>
                  <a:cubicBezTo>
                    <a:pt x="12576" y="4594"/>
                    <a:pt x="13177" y="5902"/>
                    <a:pt x="14528" y="9539"/>
                  </a:cubicBezTo>
                  <a:lnTo>
                    <a:pt x="32994" y="57389"/>
                  </a:lnTo>
                  <a:cubicBezTo>
                    <a:pt x="33144" y="57825"/>
                    <a:pt x="33595" y="59425"/>
                    <a:pt x="33595" y="59862"/>
                  </a:cubicBezTo>
                  <a:cubicBezTo>
                    <a:pt x="33595" y="60298"/>
                    <a:pt x="27590" y="83714"/>
                    <a:pt x="26839" y="86332"/>
                  </a:cubicBezTo>
                  <a:cubicBezTo>
                    <a:pt x="24887" y="94332"/>
                    <a:pt x="24737" y="94768"/>
                    <a:pt x="12726" y="94913"/>
                  </a:cubicBezTo>
                  <a:cubicBezTo>
                    <a:pt x="9874" y="94913"/>
                    <a:pt x="8673" y="94913"/>
                    <a:pt x="8673" y="97822"/>
                  </a:cubicBezTo>
                  <a:cubicBezTo>
                    <a:pt x="8673" y="99422"/>
                    <a:pt x="10474" y="99422"/>
                    <a:pt x="10775" y="99422"/>
                  </a:cubicBezTo>
                  <a:cubicBezTo>
                    <a:pt x="14978" y="99422"/>
                    <a:pt x="25488" y="98986"/>
                    <a:pt x="29691" y="98986"/>
                  </a:cubicBezTo>
                  <a:cubicBezTo>
                    <a:pt x="33895" y="98986"/>
                    <a:pt x="44705" y="99422"/>
                    <a:pt x="48909" y="99422"/>
                  </a:cubicBezTo>
                  <a:cubicBezTo>
                    <a:pt x="49960" y="99422"/>
                    <a:pt x="51761" y="99422"/>
                    <a:pt x="51761" y="96513"/>
                  </a:cubicBezTo>
                  <a:cubicBezTo>
                    <a:pt x="51761" y="94913"/>
                    <a:pt x="50410" y="94913"/>
                    <a:pt x="47557" y="94913"/>
                  </a:cubicBezTo>
                  <a:cubicBezTo>
                    <a:pt x="47257" y="94913"/>
                    <a:pt x="44405" y="94913"/>
                    <a:pt x="41852" y="94622"/>
                  </a:cubicBezTo>
                  <a:cubicBezTo>
                    <a:pt x="38699" y="94332"/>
                    <a:pt x="37799" y="94041"/>
                    <a:pt x="37799" y="92295"/>
                  </a:cubicBezTo>
                  <a:cubicBezTo>
                    <a:pt x="37799" y="91277"/>
                    <a:pt x="39150" y="86187"/>
                    <a:pt x="39901" y="83132"/>
                  </a:cubicBezTo>
                  <a:lnTo>
                    <a:pt x="45155" y="62625"/>
                  </a:lnTo>
                  <a:cubicBezTo>
                    <a:pt x="45906" y="59862"/>
                    <a:pt x="46056" y="59425"/>
                    <a:pt x="47257" y="58116"/>
                  </a:cubicBezTo>
                  <a:lnTo>
                    <a:pt x="84490" y="1666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8" name="Freeform: Shape 57">
              <a:extLst>
                <a:ext uri="{FF2B5EF4-FFF2-40B4-BE49-F238E27FC236}">
                  <a16:creationId xmlns:a16="http://schemas.microsoft.com/office/drawing/2014/main" id="{F38F75C7-EDA8-F955-6DB7-204FE56EE60D}"/>
                </a:ext>
              </a:extLst>
            </p:cNvPr>
            <p:cNvSpPr/>
            <p:nvPr>
              <p:custDataLst>
                <p:tags r:id="rId74"/>
              </p:custDataLst>
            </p:nvPr>
          </p:nvSpPr>
          <p:spPr>
            <a:xfrm>
              <a:off x="8848158" y="6079091"/>
              <a:ext cx="64212" cy="45916"/>
            </a:xfrm>
            <a:custGeom>
              <a:avLst/>
              <a:gdLst>
                <a:gd name="connsiteX0" fmla="*/ 8003 w 64212"/>
                <a:gd name="connsiteY0" fmla="*/ 38570 h 45916"/>
                <a:gd name="connsiteX1" fmla="*/ 6952 w 64212"/>
                <a:gd name="connsiteY1" fmla="*/ 42745 h 45916"/>
                <a:gd name="connsiteX2" fmla="*/ 10525 w 64212"/>
                <a:gd name="connsiteY2" fmla="*/ 46002 h 45916"/>
                <a:gd name="connsiteX3" fmla="*/ 14624 w 64212"/>
                <a:gd name="connsiteY3" fmla="*/ 43763 h 45916"/>
                <a:gd name="connsiteX4" fmla="*/ 16515 w 64212"/>
                <a:gd name="connsiteY4" fmla="*/ 37450 h 45916"/>
                <a:gd name="connsiteX5" fmla="*/ 18827 w 64212"/>
                <a:gd name="connsiteY5" fmla="*/ 28288 h 45916"/>
                <a:gd name="connsiteX6" fmla="*/ 20614 w 64212"/>
                <a:gd name="connsiteY6" fmla="*/ 21466 h 45916"/>
                <a:gd name="connsiteX7" fmla="*/ 25028 w 64212"/>
                <a:gd name="connsiteY7" fmla="*/ 12303 h 45916"/>
                <a:gd name="connsiteX8" fmla="*/ 40792 w 64212"/>
                <a:gd name="connsiteY8" fmla="*/ 2937 h 45916"/>
                <a:gd name="connsiteX9" fmla="*/ 46993 w 64212"/>
                <a:gd name="connsiteY9" fmla="*/ 10064 h 45916"/>
                <a:gd name="connsiteX10" fmla="*/ 40792 w 64212"/>
                <a:gd name="connsiteY10" fmla="*/ 31749 h 45916"/>
                <a:gd name="connsiteX11" fmla="*/ 39216 w 64212"/>
                <a:gd name="connsiteY11" fmla="*/ 37247 h 45916"/>
                <a:gd name="connsiteX12" fmla="*/ 49200 w 64212"/>
                <a:gd name="connsiteY12" fmla="*/ 46002 h 45916"/>
                <a:gd name="connsiteX13" fmla="*/ 64333 w 64212"/>
                <a:gd name="connsiteY13" fmla="*/ 30426 h 45916"/>
                <a:gd name="connsiteX14" fmla="*/ 62652 w 64212"/>
                <a:gd name="connsiteY14" fmla="*/ 29102 h 45916"/>
                <a:gd name="connsiteX15" fmla="*/ 60655 w 64212"/>
                <a:gd name="connsiteY15" fmla="*/ 30833 h 45916"/>
                <a:gd name="connsiteX16" fmla="*/ 49515 w 64212"/>
                <a:gd name="connsiteY16" fmla="*/ 43152 h 45916"/>
                <a:gd name="connsiteX17" fmla="*/ 46888 w 64212"/>
                <a:gd name="connsiteY17" fmla="*/ 39588 h 45916"/>
                <a:gd name="connsiteX18" fmla="*/ 49305 w 64212"/>
                <a:gd name="connsiteY18" fmla="*/ 31342 h 45916"/>
                <a:gd name="connsiteX19" fmla="*/ 54875 w 64212"/>
                <a:gd name="connsiteY19" fmla="*/ 11693 h 45916"/>
                <a:gd name="connsiteX20" fmla="*/ 41212 w 64212"/>
                <a:gd name="connsiteY20" fmla="*/ 86 h 45916"/>
                <a:gd name="connsiteX21" fmla="*/ 23452 w 64212"/>
                <a:gd name="connsiteY21" fmla="*/ 9351 h 45916"/>
                <a:gd name="connsiteX22" fmla="*/ 12207 w 64212"/>
                <a:gd name="connsiteY22" fmla="*/ 86 h 45916"/>
                <a:gd name="connsiteX23" fmla="*/ 3904 w 64212"/>
                <a:gd name="connsiteY23" fmla="*/ 5584 h 45916"/>
                <a:gd name="connsiteX24" fmla="*/ 121 w 64212"/>
                <a:gd name="connsiteY24" fmla="*/ 15663 h 45916"/>
                <a:gd name="connsiteX25" fmla="*/ 1907 w 64212"/>
                <a:gd name="connsiteY25" fmla="*/ 16987 h 45916"/>
                <a:gd name="connsiteX26" fmla="*/ 4219 w 64212"/>
                <a:gd name="connsiteY26" fmla="*/ 13932 h 45916"/>
                <a:gd name="connsiteX27" fmla="*/ 11891 w 64212"/>
                <a:gd name="connsiteY27" fmla="*/ 2937 h 45916"/>
                <a:gd name="connsiteX28" fmla="*/ 15359 w 64212"/>
                <a:gd name="connsiteY28" fmla="*/ 7926 h 45916"/>
                <a:gd name="connsiteX29" fmla="*/ 13678 w 64212"/>
                <a:gd name="connsiteY29" fmla="*/ 16376 h 45916"/>
                <a:gd name="connsiteX30" fmla="*/ 11366 w 64212"/>
                <a:gd name="connsiteY30" fmla="*/ 25539 h 45916"/>
                <a:gd name="connsiteX31" fmla="*/ 8003 w 64212"/>
                <a:gd name="connsiteY31" fmla="*/ 38570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70"/>
                  </a:moveTo>
                  <a:cubicBezTo>
                    <a:pt x="7582" y="39894"/>
                    <a:pt x="6952" y="42439"/>
                    <a:pt x="6952" y="42745"/>
                  </a:cubicBezTo>
                  <a:cubicBezTo>
                    <a:pt x="6952" y="44984"/>
                    <a:pt x="8844" y="46002"/>
                    <a:pt x="10525" y="46002"/>
                  </a:cubicBezTo>
                  <a:cubicBezTo>
                    <a:pt x="12417" y="46002"/>
                    <a:pt x="14098" y="44679"/>
                    <a:pt x="14624" y="43763"/>
                  </a:cubicBezTo>
                  <a:cubicBezTo>
                    <a:pt x="15149" y="42846"/>
                    <a:pt x="15990" y="39588"/>
                    <a:pt x="16515" y="37450"/>
                  </a:cubicBezTo>
                  <a:cubicBezTo>
                    <a:pt x="17041" y="35516"/>
                    <a:pt x="18197" y="30833"/>
                    <a:pt x="18827" y="28288"/>
                  </a:cubicBezTo>
                  <a:cubicBezTo>
                    <a:pt x="19458" y="26048"/>
                    <a:pt x="20089" y="23808"/>
                    <a:pt x="20614" y="21466"/>
                  </a:cubicBezTo>
                  <a:cubicBezTo>
                    <a:pt x="21770" y="17292"/>
                    <a:pt x="21980" y="16478"/>
                    <a:pt x="25028" y="12303"/>
                  </a:cubicBezTo>
                  <a:cubicBezTo>
                    <a:pt x="27971" y="8231"/>
                    <a:pt x="32910" y="2937"/>
                    <a:pt x="40792" y="2937"/>
                  </a:cubicBezTo>
                  <a:cubicBezTo>
                    <a:pt x="46888" y="2937"/>
                    <a:pt x="46993" y="8129"/>
                    <a:pt x="46993" y="10064"/>
                  </a:cubicBezTo>
                  <a:cubicBezTo>
                    <a:pt x="46993" y="16172"/>
                    <a:pt x="42474" y="27473"/>
                    <a:pt x="40792" y="31749"/>
                  </a:cubicBezTo>
                  <a:cubicBezTo>
                    <a:pt x="39636" y="34600"/>
                    <a:pt x="39216" y="35516"/>
                    <a:pt x="39216" y="37247"/>
                  </a:cubicBezTo>
                  <a:cubicBezTo>
                    <a:pt x="39216" y="42643"/>
                    <a:pt x="43840" y="46002"/>
                    <a:pt x="49200" y="46002"/>
                  </a:cubicBezTo>
                  <a:cubicBezTo>
                    <a:pt x="59709" y="46002"/>
                    <a:pt x="64333" y="31953"/>
                    <a:pt x="64333" y="30426"/>
                  </a:cubicBezTo>
                  <a:cubicBezTo>
                    <a:pt x="64333" y="29102"/>
                    <a:pt x="62967" y="29102"/>
                    <a:pt x="62652" y="29102"/>
                  </a:cubicBezTo>
                  <a:cubicBezTo>
                    <a:pt x="61180" y="29102"/>
                    <a:pt x="61075" y="29713"/>
                    <a:pt x="60655" y="30833"/>
                  </a:cubicBezTo>
                  <a:cubicBezTo>
                    <a:pt x="58238" y="38978"/>
                    <a:pt x="53719" y="43152"/>
                    <a:pt x="49515" y="43152"/>
                  </a:cubicBezTo>
                  <a:cubicBezTo>
                    <a:pt x="47308" y="43152"/>
                    <a:pt x="46888" y="41726"/>
                    <a:pt x="46888" y="39588"/>
                  </a:cubicBezTo>
                  <a:cubicBezTo>
                    <a:pt x="46888" y="37247"/>
                    <a:pt x="47413" y="35923"/>
                    <a:pt x="49305" y="31342"/>
                  </a:cubicBezTo>
                  <a:cubicBezTo>
                    <a:pt x="50566" y="28186"/>
                    <a:pt x="54875" y="17394"/>
                    <a:pt x="54875" y="11693"/>
                  </a:cubicBezTo>
                  <a:cubicBezTo>
                    <a:pt x="54875" y="1817"/>
                    <a:pt x="46782" y="86"/>
                    <a:pt x="41212" y="86"/>
                  </a:cubicBezTo>
                  <a:cubicBezTo>
                    <a:pt x="32490" y="86"/>
                    <a:pt x="26604" y="5279"/>
                    <a:pt x="23452" y="9351"/>
                  </a:cubicBezTo>
                  <a:cubicBezTo>
                    <a:pt x="22716" y="2326"/>
                    <a:pt x="16515" y="86"/>
                    <a:pt x="12207" y="86"/>
                  </a:cubicBezTo>
                  <a:cubicBezTo>
                    <a:pt x="7688" y="86"/>
                    <a:pt x="5270" y="3242"/>
                    <a:pt x="3904" y="5584"/>
                  </a:cubicBezTo>
                  <a:cubicBezTo>
                    <a:pt x="1592" y="9351"/>
                    <a:pt x="121" y="15154"/>
                    <a:pt x="121" y="15663"/>
                  </a:cubicBezTo>
                  <a:cubicBezTo>
                    <a:pt x="121" y="16987"/>
                    <a:pt x="1592" y="16987"/>
                    <a:pt x="1907" y="16987"/>
                  </a:cubicBezTo>
                  <a:cubicBezTo>
                    <a:pt x="3379" y="16987"/>
                    <a:pt x="3484" y="16681"/>
                    <a:pt x="4219" y="13932"/>
                  </a:cubicBezTo>
                  <a:cubicBezTo>
                    <a:pt x="5796" y="7926"/>
                    <a:pt x="7793" y="2937"/>
                    <a:pt x="11891" y="2937"/>
                  </a:cubicBezTo>
                  <a:cubicBezTo>
                    <a:pt x="14624" y="2937"/>
                    <a:pt x="15359" y="5177"/>
                    <a:pt x="15359" y="7926"/>
                  </a:cubicBezTo>
                  <a:cubicBezTo>
                    <a:pt x="15359" y="9860"/>
                    <a:pt x="14414" y="13627"/>
                    <a:pt x="13678" y="16376"/>
                  </a:cubicBezTo>
                  <a:cubicBezTo>
                    <a:pt x="12942" y="19125"/>
                    <a:pt x="11891" y="23299"/>
                    <a:pt x="11366" y="25539"/>
                  </a:cubicBezTo>
                  <a:lnTo>
                    <a:pt x="8003" y="385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9" name="Freeform: Shape 58">
              <a:extLst>
                <a:ext uri="{FF2B5EF4-FFF2-40B4-BE49-F238E27FC236}">
                  <a16:creationId xmlns:a16="http://schemas.microsoft.com/office/drawing/2014/main" id="{54665AAC-A2C0-35FC-DF8D-7293C59DDA72}"/>
                </a:ext>
              </a:extLst>
            </p:cNvPr>
            <p:cNvSpPr/>
            <p:nvPr>
              <p:custDataLst>
                <p:tags r:id="rId75"/>
              </p:custDataLst>
            </p:nvPr>
          </p:nvSpPr>
          <p:spPr>
            <a:xfrm>
              <a:off x="8979106" y="6023634"/>
              <a:ext cx="91731" cy="84356"/>
            </a:xfrm>
            <a:custGeom>
              <a:avLst/>
              <a:gdLst>
                <a:gd name="connsiteX0" fmla="*/ 89008 w 91731"/>
                <a:gd name="connsiteY0" fmla="*/ 45463 h 84356"/>
                <a:gd name="connsiteX1" fmla="*/ 91861 w 91731"/>
                <a:gd name="connsiteY1" fmla="*/ 42263 h 84356"/>
                <a:gd name="connsiteX2" fmla="*/ 89008 w 91731"/>
                <a:gd name="connsiteY2" fmla="*/ 39063 h 84356"/>
                <a:gd name="connsiteX3" fmla="*/ 5834 w 91731"/>
                <a:gd name="connsiteY3" fmla="*/ 1103 h 84356"/>
                <a:gd name="connsiteX4" fmla="*/ 3132 w 91731"/>
                <a:gd name="connsiteY4" fmla="*/ 85 h 84356"/>
                <a:gd name="connsiteX5" fmla="*/ 129 w 91731"/>
                <a:gd name="connsiteY5" fmla="*/ 2994 h 84356"/>
                <a:gd name="connsiteX6" fmla="*/ 2982 w 91731"/>
                <a:gd name="connsiteY6" fmla="*/ 6193 h 84356"/>
                <a:gd name="connsiteX7" fmla="*/ 81802 w 91731"/>
                <a:gd name="connsiteY7" fmla="*/ 42263 h 84356"/>
                <a:gd name="connsiteX8" fmla="*/ 2982 w 91731"/>
                <a:gd name="connsiteY8" fmla="*/ 78333 h 84356"/>
                <a:gd name="connsiteX9" fmla="*/ 129 w 91731"/>
                <a:gd name="connsiteY9" fmla="*/ 81533 h 84356"/>
                <a:gd name="connsiteX10" fmla="*/ 3132 w 91731"/>
                <a:gd name="connsiteY10" fmla="*/ 84441 h 84356"/>
                <a:gd name="connsiteX11" fmla="*/ 5834 w 91731"/>
                <a:gd name="connsiteY11" fmla="*/ 83423 h 84356"/>
                <a:gd name="connsiteX12" fmla="*/ 89008 w 91731"/>
                <a:gd name="connsiteY12" fmla="*/ 45463 h 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731" h="84356">
                  <a:moveTo>
                    <a:pt x="89008" y="45463"/>
                  </a:moveTo>
                  <a:cubicBezTo>
                    <a:pt x="90660" y="44736"/>
                    <a:pt x="91861" y="44008"/>
                    <a:pt x="91861" y="42263"/>
                  </a:cubicBezTo>
                  <a:cubicBezTo>
                    <a:pt x="91861" y="40518"/>
                    <a:pt x="90660" y="39791"/>
                    <a:pt x="89008" y="39063"/>
                  </a:cubicBezTo>
                  <a:lnTo>
                    <a:pt x="5834" y="1103"/>
                  </a:lnTo>
                  <a:cubicBezTo>
                    <a:pt x="3882" y="85"/>
                    <a:pt x="3582" y="85"/>
                    <a:pt x="3132" y="85"/>
                  </a:cubicBezTo>
                  <a:cubicBezTo>
                    <a:pt x="1480" y="85"/>
                    <a:pt x="129" y="1394"/>
                    <a:pt x="129" y="2994"/>
                  </a:cubicBezTo>
                  <a:cubicBezTo>
                    <a:pt x="129" y="4303"/>
                    <a:pt x="880" y="5175"/>
                    <a:pt x="2982" y="6193"/>
                  </a:cubicBezTo>
                  <a:lnTo>
                    <a:pt x="81802" y="42263"/>
                  </a:lnTo>
                  <a:lnTo>
                    <a:pt x="2982" y="78333"/>
                  </a:lnTo>
                  <a:cubicBezTo>
                    <a:pt x="880" y="79351"/>
                    <a:pt x="129" y="80224"/>
                    <a:pt x="129" y="81533"/>
                  </a:cubicBezTo>
                  <a:cubicBezTo>
                    <a:pt x="129" y="83132"/>
                    <a:pt x="1480" y="84441"/>
                    <a:pt x="3132" y="84441"/>
                  </a:cubicBezTo>
                  <a:cubicBezTo>
                    <a:pt x="3582" y="84441"/>
                    <a:pt x="3882" y="84441"/>
                    <a:pt x="5834" y="83423"/>
                  </a:cubicBezTo>
                  <a:lnTo>
                    <a:pt x="89008" y="454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0" name="Freeform: Shape 59">
              <a:extLst>
                <a:ext uri="{FF2B5EF4-FFF2-40B4-BE49-F238E27FC236}">
                  <a16:creationId xmlns:a16="http://schemas.microsoft.com/office/drawing/2014/main" id="{DB6FBA75-13E1-944F-B8F0-63F36CEE165E}"/>
                </a:ext>
              </a:extLst>
            </p:cNvPr>
            <p:cNvSpPr/>
            <p:nvPr>
              <p:custDataLst>
                <p:tags r:id="rId76"/>
              </p:custDataLst>
            </p:nvPr>
          </p:nvSpPr>
          <p:spPr>
            <a:xfrm>
              <a:off x="9123167" y="6006035"/>
              <a:ext cx="61554" cy="125953"/>
            </a:xfrm>
            <a:custGeom>
              <a:avLst/>
              <a:gdLst>
                <a:gd name="connsiteX0" fmla="*/ 61694 w 61554"/>
                <a:gd name="connsiteY0" fmla="*/ 5321 h 125953"/>
                <a:gd name="connsiteX1" fmla="*/ 55989 w 61554"/>
                <a:gd name="connsiteY1" fmla="*/ 85 h 125953"/>
                <a:gd name="connsiteX2" fmla="*/ 48032 w 61554"/>
                <a:gd name="connsiteY2" fmla="*/ 7793 h 125953"/>
                <a:gd name="connsiteX3" fmla="*/ 53587 w 61554"/>
                <a:gd name="connsiteY3" fmla="*/ 13029 h 125953"/>
                <a:gd name="connsiteX4" fmla="*/ 61694 w 61554"/>
                <a:gd name="connsiteY4" fmla="*/ 5321 h 125953"/>
                <a:gd name="connsiteX5" fmla="*/ 31517 w 61554"/>
                <a:gd name="connsiteY5" fmla="*/ 103494 h 125953"/>
                <a:gd name="connsiteX6" fmla="*/ 13051 w 61554"/>
                <a:gd name="connsiteY6" fmla="*/ 122838 h 125953"/>
                <a:gd name="connsiteX7" fmla="*/ 7196 w 61554"/>
                <a:gd name="connsiteY7" fmla="*/ 121529 h 125953"/>
                <a:gd name="connsiteX8" fmla="*/ 13952 w 61554"/>
                <a:gd name="connsiteY8" fmla="*/ 113821 h 125953"/>
                <a:gd name="connsiteX9" fmla="*/ 8247 w 61554"/>
                <a:gd name="connsiteY9" fmla="*/ 108730 h 125953"/>
                <a:gd name="connsiteX10" fmla="*/ 139 w 61554"/>
                <a:gd name="connsiteY10" fmla="*/ 117021 h 125953"/>
                <a:gd name="connsiteX11" fmla="*/ 13351 w 61554"/>
                <a:gd name="connsiteY11" fmla="*/ 126038 h 125953"/>
                <a:gd name="connsiteX12" fmla="*/ 41576 w 61554"/>
                <a:gd name="connsiteY12" fmla="*/ 103931 h 125953"/>
                <a:gd name="connsiteX13" fmla="*/ 55389 w 61554"/>
                <a:gd name="connsiteY13" fmla="*/ 50699 h 125953"/>
                <a:gd name="connsiteX14" fmla="*/ 56139 w 61554"/>
                <a:gd name="connsiteY14" fmla="*/ 45317 h 125953"/>
                <a:gd name="connsiteX15" fmla="*/ 42327 w 61554"/>
                <a:gd name="connsiteY15" fmla="*/ 31937 h 125953"/>
                <a:gd name="connsiteX16" fmla="*/ 18456 w 61554"/>
                <a:gd name="connsiteY16" fmla="*/ 54335 h 125953"/>
                <a:gd name="connsiteX17" fmla="*/ 20257 w 61554"/>
                <a:gd name="connsiteY17" fmla="*/ 55789 h 125953"/>
                <a:gd name="connsiteX18" fmla="*/ 22960 w 61554"/>
                <a:gd name="connsiteY18" fmla="*/ 52880 h 125953"/>
                <a:gd name="connsiteX19" fmla="*/ 41877 w 61554"/>
                <a:gd name="connsiteY19" fmla="*/ 35136 h 125953"/>
                <a:gd name="connsiteX20" fmla="*/ 46681 w 61554"/>
                <a:gd name="connsiteY20" fmla="*/ 41827 h 125953"/>
                <a:gd name="connsiteX21" fmla="*/ 45630 w 61554"/>
                <a:gd name="connsiteY21" fmla="*/ 49244 h 125953"/>
                <a:gd name="connsiteX22" fmla="*/ 31517 w 61554"/>
                <a:gd name="connsiteY22" fmla="*/ 103494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21"/>
                  </a:moveTo>
                  <a:cubicBezTo>
                    <a:pt x="61694" y="2557"/>
                    <a:pt x="59593" y="85"/>
                    <a:pt x="55989" y="85"/>
                  </a:cubicBezTo>
                  <a:cubicBezTo>
                    <a:pt x="52536" y="85"/>
                    <a:pt x="48032" y="3430"/>
                    <a:pt x="48032" y="7793"/>
                  </a:cubicBezTo>
                  <a:cubicBezTo>
                    <a:pt x="48032" y="10702"/>
                    <a:pt x="50134" y="13029"/>
                    <a:pt x="53587" y="13029"/>
                  </a:cubicBezTo>
                  <a:cubicBezTo>
                    <a:pt x="57641" y="13029"/>
                    <a:pt x="61694" y="9248"/>
                    <a:pt x="61694" y="5321"/>
                  </a:cubicBezTo>
                  <a:close/>
                  <a:moveTo>
                    <a:pt x="31517" y="103494"/>
                  </a:moveTo>
                  <a:cubicBezTo>
                    <a:pt x="28665" y="114548"/>
                    <a:pt x="21459" y="122838"/>
                    <a:pt x="13051" y="122838"/>
                  </a:cubicBezTo>
                  <a:cubicBezTo>
                    <a:pt x="12150" y="122838"/>
                    <a:pt x="9898" y="122838"/>
                    <a:pt x="7196" y="121529"/>
                  </a:cubicBezTo>
                  <a:cubicBezTo>
                    <a:pt x="11700" y="120511"/>
                    <a:pt x="13952" y="116730"/>
                    <a:pt x="13952" y="113821"/>
                  </a:cubicBezTo>
                  <a:cubicBezTo>
                    <a:pt x="13952" y="111494"/>
                    <a:pt x="12300" y="108730"/>
                    <a:pt x="8247" y="108730"/>
                  </a:cubicBezTo>
                  <a:cubicBezTo>
                    <a:pt x="4493" y="108730"/>
                    <a:pt x="139" y="111785"/>
                    <a:pt x="139" y="117021"/>
                  </a:cubicBezTo>
                  <a:cubicBezTo>
                    <a:pt x="139" y="122838"/>
                    <a:pt x="6145" y="126038"/>
                    <a:pt x="13351" y="126038"/>
                  </a:cubicBezTo>
                  <a:cubicBezTo>
                    <a:pt x="23861" y="126038"/>
                    <a:pt x="37823" y="118330"/>
                    <a:pt x="41576" y="103931"/>
                  </a:cubicBezTo>
                  <a:lnTo>
                    <a:pt x="55389" y="50699"/>
                  </a:lnTo>
                  <a:cubicBezTo>
                    <a:pt x="56139" y="47790"/>
                    <a:pt x="56139" y="45754"/>
                    <a:pt x="56139" y="45317"/>
                  </a:cubicBezTo>
                  <a:cubicBezTo>
                    <a:pt x="56139" y="37027"/>
                    <a:pt x="49834" y="31937"/>
                    <a:pt x="42327" y="31937"/>
                  </a:cubicBezTo>
                  <a:cubicBezTo>
                    <a:pt x="27013" y="31937"/>
                    <a:pt x="18456" y="53026"/>
                    <a:pt x="18456" y="54335"/>
                  </a:cubicBezTo>
                  <a:cubicBezTo>
                    <a:pt x="18456" y="55789"/>
                    <a:pt x="19957" y="55789"/>
                    <a:pt x="20257" y="55789"/>
                  </a:cubicBezTo>
                  <a:cubicBezTo>
                    <a:pt x="21609" y="55789"/>
                    <a:pt x="21759" y="55644"/>
                    <a:pt x="22960" y="52880"/>
                  </a:cubicBezTo>
                  <a:cubicBezTo>
                    <a:pt x="26713" y="44008"/>
                    <a:pt x="33619" y="35136"/>
                    <a:pt x="41877" y="35136"/>
                  </a:cubicBezTo>
                  <a:cubicBezTo>
                    <a:pt x="43979" y="35136"/>
                    <a:pt x="46681" y="35718"/>
                    <a:pt x="46681" y="41827"/>
                  </a:cubicBezTo>
                  <a:cubicBezTo>
                    <a:pt x="46681" y="45172"/>
                    <a:pt x="46231" y="46772"/>
                    <a:pt x="45630" y="49244"/>
                  </a:cubicBezTo>
                  <a:lnTo>
                    <a:pt x="31517" y="1034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1" name="Freeform: Shape 60">
              <a:extLst>
                <a:ext uri="{FF2B5EF4-FFF2-40B4-BE49-F238E27FC236}">
                  <a16:creationId xmlns:a16="http://schemas.microsoft.com/office/drawing/2014/main" id="{63187769-CC9E-CB5C-2B31-11C756637B21}"/>
                </a:ext>
              </a:extLst>
            </p:cNvPr>
            <p:cNvSpPr/>
            <p:nvPr>
              <p:custDataLst>
                <p:tags r:id="rId77"/>
              </p:custDataLst>
            </p:nvPr>
          </p:nvSpPr>
          <p:spPr>
            <a:xfrm>
              <a:off x="9204097" y="5993091"/>
              <a:ext cx="34831" cy="145442"/>
            </a:xfrm>
            <a:custGeom>
              <a:avLst/>
              <a:gdLst>
                <a:gd name="connsiteX0" fmla="*/ 34975 w 34831"/>
                <a:gd name="connsiteY0" fmla="*/ 72806 h 145442"/>
                <a:gd name="connsiteX1" fmla="*/ 25066 w 34831"/>
                <a:gd name="connsiteY1" fmla="*/ 27428 h 145442"/>
                <a:gd name="connsiteX2" fmla="*/ 1646 w 34831"/>
                <a:gd name="connsiteY2" fmla="*/ 85 h 145442"/>
                <a:gd name="connsiteX3" fmla="*/ 144 w 34831"/>
                <a:gd name="connsiteY3" fmla="*/ 1539 h 145442"/>
                <a:gd name="connsiteX4" fmla="*/ 2997 w 34831"/>
                <a:gd name="connsiteY4" fmla="*/ 4884 h 145442"/>
                <a:gd name="connsiteX5" fmla="*/ 26267 w 34831"/>
                <a:gd name="connsiteY5" fmla="*/ 72806 h 145442"/>
                <a:gd name="connsiteX6" fmla="*/ 2096 w 34831"/>
                <a:gd name="connsiteY6" fmla="*/ 141600 h 145442"/>
                <a:gd name="connsiteX7" fmla="*/ 144 w 34831"/>
                <a:gd name="connsiteY7" fmla="*/ 144073 h 145442"/>
                <a:gd name="connsiteX8" fmla="*/ 1646 w 34831"/>
                <a:gd name="connsiteY8" fmla="*/ 145527 h 145442"/>
                <a:gd name="connsiteX9" fmla="*/ 25517 w 34831"/>
                <a:gd name="connsiteY9" fmla="*/ 117166 h 145442"/>
                <a:gd name="connsiteX10" fmla="*/ 34975 w 34831"/>
                <a:gd name="connsiteY10" fmla="*/ 72806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806"/>
                  </a:moveTo>
                  <a:cubicBezTo>
                    <a:pt x="34975" y="61462"/>
                    <a:pt x="33324" y="43863"/>
                    <a:pt x="25066" y="27428"/>
                  </a:cubicBezTo>
                  <a:cubicBezTo>
                    <a:pt x="16058" y="9539"/>
                    <a:pt x="3147" y="85"/>
                    <a:pt x="1646" y="85"/>
                  </a:cubicBezTo>
                  <a:cubicBezTo>
                    <a:pt x="745" y="85"/>
                    <a:pt x="144" y="667"/>
                    <a:pt x="144" y="1539"/>
                  </a:cubicBezTo>
                  <a:cubicBezTo>
                    <a:pt x="144" y="1976"/>
                    <a:pt x="144" y="2266"/>
                    <a:pt x="2997" y="4884"/>
                  </a:cubicBezTo>
                  <a:cubicBezTo>
                    <a:pt x="17710" y="19283"/>
                    <a:pt x="26267" y="42409"/>
                    <a:pt x="26267" y="72806"/>
                  </a:cubicBezTo>
                  <a:cubicBezTo>
                    <a:pt x="26267" y="97677"/>
                    <a:pt x="20713" y="123275"/>
                    <a:pt x="2096" y="141600"/>
                  </a:cubicBezTo>
                  <a:cubicBezTo>
                    <a:pt x="144" y="143346"/>
                    <a:pt x="144" y="143637"/>
                    <a:pt x="144" y="144073"/>
                  </a:cubicBezTo>
                  <a:cubicBezTo>
                    <a:pt x="144" y="144946"/>
                    <a:pt x="745" y="145527"/>
                    <a:pt x="1646" y="145527"/>
                  </a:cubicBezTo>
                  <a:cubicBezTo>
                    <a:pt x="3147" y="145527"/>
                    <a:pt x="16659" y="135637"/>
                    <a:pt x="25517" y="117166"/>
                  </a:cubicBezTo>
                  <a:cubicBezTo>
                    <a:pt x="33174" y="101167"/>
                    <a:pt x="34975" y="85023"/>
                    <a:pt x="34975" y="7280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2" name="Freeform: Shape 61">
              <a:extLst>
                <a:ext uri="{FF2B5EF4-FFF2-40B4-BE49-F238E27FC236}">
                  <a16:creationId xmlns:a16="http://schemas.microsoft.com/office/drawing/2014/main" id="{03A5711F-81A0-916A-6C87-4B7BE5528A18}"/>
                </a:ext>
              </a:extLst>
            </p:cNvPr>
            <p:cNvSpPr/>
            <p:nvPr>
              <p:custDataLst>
                <p:tags r:id="rId78"/>
              </p:custDataLst>
            </p:nvPr>
          </p:nvSpPr>
          <p:spPr>
            <a:xfrm>
              <a:off x="9322051" y="5949029"/>
              <a:ext cx="99839" cy="34033"/>
            </a:xfrm>
            <a:custGeom>
              <a:avLst/>
              <a:gdLst>
                <a:gd name="connsiteX0" fmla="*/ 94887 w 99839"/>
                <a:gd name="connsiteY0" fmla="*/ 5896 h 34033"/>
                <a:gd name="connsiteX1" fmla="*/ 99991 w 99839"/>
                <a:gd name="connsiteY1" fmla="*/ 2987 h 34033"/>
                <a:gd name="connsiteX2" fmla="*/ 95037 w 99839"/>
                <a:gd name="connsiteY2" fmla="*/ 78 h 34033"/>
                <a:gd name="connsiteX3" fmla="*/ 5106 w 99839"/>
                <a:gd name="connsiteY3" fmla="*/ 78 h 34033"/>
                <a:gd name="connsiteX4" fmla="*/ 152 w 99839"/>
                <a:gd name="connsiteY4" fmla="*/ 2987 h 34033"/>
                <a:gd name="connsiteX5" fmla="*/ 5257 w 99839"/>
                <a:gd name="connsiteY5" fmla="*/ 5896 h 34033"/>
                <a:gd name="connsiteX6" fmla="*/ 94887 w 99839"/>
                <a:gd name="connsiteY6" fmla="*/ 5896 h 34033"/>
                <a:gd name="connsiteX7" fmla="*/ 95037 w 99839"/>
                <a:gd name="connsiteY7" fmla="*/ 34112 h 34033"/>
                <a:gd name="connsiteX8" fmla="*/ 99991 w 99839"/>
                <a:gd name="connsiteY8" fmla="*/ 31203 h 34033"/>
                <a:gd name="connsiteX9" fmla="*/ 94887 w 99839"/>
                <a:gd name="connsiteY9" fmla="*/ 28294 h 34033"/>
                <a:gd name="connsiteX10" fmla="*/ 5257 w 99839"/>
                <a:gd name="connsiteY10" fmla="*/ 28294 h 34033"/>
                <a:gd name="connsiteX11" fmla="*/ 152 w 99839"/>
                <a:gd name="connsiteY11" fmla="*/ 31203 h 34033"/>
                <a:gd name="connsiteX12" fmla="*/ 5106 w 99839"/>
                <a:gd name="connsiteY12" fmla="*/ 34112 h 34033"/>
                <a:gd name="connsiteX13" fmla="*/ 95037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4887" y="5896"/>
                  </a:moveTo>
                  <a:cubicBezTo>
                    <a:pt x="97139" y="5896"/>
                    <a:pt x="99991" y="5896"/>
                    <a:pt x="99991" y="2987"/>
                  </a:cubicBezTo>
                  <a:cubicBezTo>
                    <a:pt x="99991" y="78"/>
                    <a:pt x="97139" y="78"/>
                    <a:pt x="95037" y="78"/>
                  </a:cubicBezTo>
                  <a:lnTo>
                    <a:pt x="5106" y="78"/>
                  </a:lnTo>
                  <a:cubicBezTo>
                    <a:pt x="3005" y="78"/>
                    <a:pt x="152" y="78"/>
                    <a:pt x="152" y="2987"/>
                  </a:cubicBezTo>
                  <a:cubicBezTo>
                    <a:pt x="152" y="5896"/>
                    <a:pt x="3005" y="5896"/>
                    <a:pt x="5257" y="5896"/>
                  </a:cubicBezTo>
                  <a:lnTo>
                    <a:pt x="94887" y="5896"/>
                  </a:lnTo>
                  <a:close/>
                  <a:moveTo>
                    <a:pt x="95037" y="34112"/>
                  </a:moveTo>
                  <a:cubicBezTo>
                    <a:pt x="97139" y="34112"/>
                    <a:pt x="99991" y="34112"/>
                    <a:pt x="99991" y="31203"/>
                  </a:cubicBezTo>
                  <a:cubicBezTo>
                    <a:pt x="99991" y="28294"/>
                    <a:pt x="97139" y="28294"/>
                    <a:pt x="94887" y="28294"/>
                  </a:cubicBezTo>
                  <a:lnTo>
                    <a:pt x="5257" y="28294"/>
                  </a:lnTo>
                  <a:cubicBezTo>
                    <a:pt x="3005" y="28294"/>
                    <a:pt x="152" y="28294"/>
                    <a:pt x="152" y="31203"/>
                  </a:cubicBezTo>
                  <a:cubicBezTo>
                    <a:pt x="152" y="34112"/>
                    <a:pt x="3005" y="34112"/>
                    <a:pt x="5106" y="34112"/>
                  </a:cubicBezTo>
                  <a:lnTo>
                    <a:pt x="95037"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3" name="Freeform: Shape 62">
              <a:extLst>
                <a:ext uri="{FF2B5EF4-FFF2-40B4-BE49-F238E27FC236}">
                  <a16:creationId xmlns:a16="http://schemas.microsoft.com/office/drawing/2014/main" id="{161E3442-1F40-F2DB-889D-451C3365BEDB}"/>
                </a:ext>
              </a:extLst>
            </p:cNvPr>
            <p:cNvSpPr/>
            <p:nvPr>
              <p:custDataLst>
                <p:tags r:id="rId79"/>
              </p:custDataLst>
            </p:nvPr>
          </p:nvSpPr>
          <p:spPr>
            <a:xfrm>
              <a:off x="9479024" y="5938121"/>
              <a:ext cx="57651" cy="65885"/>
            </a:xfrm>
            <a:custGeom>
              <a:avLst/>
              <a:gdLst>
                <a:gd name="connsiteX0" fmla="*/ 21331 w 57651"/>
                <a:gd name="connsiteY0" fmla="*/ 30766 h 65885"/>
                <a:gd name="connsiteX1" fmla="*/ 44302 w 57651"/>
                <a:gd name="connsiteY1" fmla="*/ 27421 h 65885"/>
                <a:gd name="connsiteX2" fmla="*/ 55562 w 57651"/>
                <a:gd name="connsiteY2" fmla="*/ 12441 h 65885"/>
                <a:gd name="connsiteX3" fmla="*/ 39498 w 57651"/>
                <a:gd name="connsiteY3" fmla="*/ 78 h 65885"/>
                <a:gd name="connsiteX4" fmla="*/ 163 w 57651"/>
                <a:gd name="connsiteY4" fmla="*/ 39638 h 65885"/>
                <a:gd name="connsiteX5" fmla="*/ 23734 w 57651"/>
                <a:gd name="connsiteY5" fmla="*/ 65963 h 65885"/>
                <a:gd name="connsiteX6" fmla="*/ 57814 w 57651"/>
                <a:gd name="connsiteY6" fmla="*/ 48801 h 65885"/>
                <a:gd name="connsiteX7" fmla="*/ 56012 w 57651"/>
                <a:gd name="connsiteY7" fmla="*/ 46910 h 65885"/>
                <a:gd name="connsiteX8" fmla="*/ 54061 w 57651"/>
                <a:gd name="connsiteY8" fmla="*/ 48365 h 65885"/>
                <a:gd name="connsiteX9" fmla="*/ 24034 w 57651"/>
                <a:gd name="connsiteY9" fmla="*/ 62764 h 65885"/>
                <a:gd name="connsiteX10" fmla="*/ 10972 w 57651"/>
                <a:gd name="connsiteY10" fmla="*/ 45892 h 65885"/>
                <a:gd name="connsiteX11" fmla="*/ 13374 w 57651"/>
                <a:gd name="connsiteY11" fmla="*/ 30766 h 65885"/>
                <a:gd name="connsiteX12" fmla="*/ 21331 w 57651"/>
                <a:gd name="connsiteY12" fmla="*/ 30766 h 65885"/>
                <a:gd name="connsiteX13" fmla="*/ 14275 w 57651"/>
                <a:gd name="connsiteY13" fmla="*/ 27567 h 65885"/>
                <a:gd name="connsiteX14" fmla="*/ 39498 w 57651"/>
                <a:gd name="connsiteY14" fmla="*/ 3278 h 65885"/>
                <a:gd name="connsiteX15" fmla="*/ 50608 w 57651"/>
                <a:gd name="connsiteY15" fmla="*/ 12441 h 65885"/>
                <a:gd name="connsiteX16" fmla="*/ 20431 w 57651"/>
                <a:gd name="connsiteY16" fmla="*/ 27567 h 65885"/>
                <a:gd name="connsiteX17" fmla="*/ 14275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31" y="30766"/>
                  </a:moveTo>
                  <a:cubicBezTo>
                    <a:pt x="25685" y="30766"/>
                    <a:pt x="36795" y="30475"/>
                    <a:pt x="44302" y="27421"/>
                  </a:cubicBezTo>
                  <a:cubicBezTo>
                    <a:pt x="54811" y="23058"/>
                    <a:pt x="55562" y="14477"/>
                    <a:pt x="55562" y="12441"/>
                  </a:cubicBezTo>
                  <a:cubicBezTo>
                    <a:pt x="55562" y="6041"/>
                    <a:pt x="49857" y="78"/>
                    <a:pt x="39498" y="78"/>
                  </a:cubicBezTo>
                  <a:cubicBezTo>
                    <a:pt x="22833" y="78"/>
                    <a:pt x="163" y="14186"/>
                    <a:pt x="163" y="39638"/>
                  </a:cubicBezTo>
                  <a:cubicBezTo>
                    <a:pt x="163" y="54473"/>
                    <a:pt x="9020" y="65963"/>
                    <a:pt x="23734" y="65963"/>
                  </a:cubicBezTo>
                  <a:cubicBezTo>
                    <a:pt x="45203" y="65963"/>
                    <a:pt x="57814" y="50547"/>
                    <a:pt x="57814" y="48801"/>
                  </a:cubicBezTo>
                  <a:cubicBezTo>
                    <a:pt x="57814" y="47929"/>
                    <a:pt x="56913" y="46910"/>
                    <a:pt x="56012" y="46910"/>
                  </a:cubicBezTo>
                  <a:cubicBezTo>
                    <a:pt x="55262" y="46910"/>
                    <a:pt x="54961" y="47201"/>
                    <a:pt x="54061" y="48365"/>
                  </a:cubicBezTo>
                  <a:cubicBezTo>
                    <a:pt x="42200" y="62764"/>
                    <a:pt x="25835" y="62764"/>
                    <a:pt x="24034" y="62764"/>
                  </a:cubicBezTo>
                  <a:cubicBezTo>
                    <a:pt x="12323" y="62764"/>
                    <a:pt x="10972" y="50547"/>
                    <a:pt x="10972" y="45892"/>
                  </a:cubicBezTo>
                  <a:cubicBezTo>
                    <a:pt x="10972" y="44147"/>
                    <a:pt x="11122" y="39638"/>
                    <a:pt x="13374" y="30766"/>
                  </a:cubicBezTo>
                  <a:lnTo>
                    <a:pt x="21331" y="30766"/>
                  </a:lnTo>
                  <a:close/>
                  <a:moveTo>
                    <a:pt x="14275" y="27567"/>
                  </a:moveTo>
                  <a:cubicBezTo>
                    <a:pt x="20130" y="5459"/>
                    <a:pt x="35594" y="3278"/>
                    <a:pt x="39498" y="3278"/>
                  </a:cubicBezTo>
                  <a:cubicBezTo>
                    <a:pt x="46554" y="3278"/>
                    <a:pt x="50608" y="7496"/>
                    <a:pt x="50608" y="12441"/>
                  </a:cubicBezTo>
                  <a:cubicBezTo>
                    <a:pt x="50608" y="27567"/>
                    <a:pt x="26586" y="27567"/>
                    <a:pt x="20431" y="27567"/>
                  </a:cubicBezTo>
                  <a:lnTo>
                    <a:pt x="14275"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6" name="Freeform: Shape 1855">
              <a:extLst>
                <a:ext uri="{FF2B5EF4-FFF2-40B4-BE49-F238E27FC236}">
                  <a16:creationId xmlns:a16="http://schemas.microsoft.com/office/drawing/2014/main" id="{485CD83D-CB76-E76D-4CDC-EBD0B3683D17}"/>
                </a:ext>
              </a:extLst>
            </p:cNvPr>
            <p:cNvSpPr/>
            <p:nvPr>
              <p:custDataLst>
                <p:tags r:id="rId80"/>
              </p:custDataLst>
            </p:nvPr>
          </p:nvSpPr>
          <p:spPr>
            <a:xfrm>
              <a:off x="9554110" y="5865997"/>
              <a:ext cx="27324" cy="101707"/>
            </a:xfrm>
            <a:custGeom>
              <a:avLst/>
              <a:gdLst>
                <a:gd name="connsiteX0" fmla="*/ 25390 w 27324"/>
                <a:gd name="connsiteY0" fmla="*/ 74 h 101707"/>
                <a:gd name="connsiteX1" fmla="*/ 167 w 27324"/>
                <a:gd name="connsiteY1" fmla="*/ 50877 h 101707"/>
                <a:gd name="connsiteX2" fmla="*/ 25390 w 27324"/>
                <a:gd name="connsiteY2" fmla="*/ 101782 h 101707"/>
                <a:gd name="connsiteX3" fmla="*/ 27492 w 27324"/>
                <a:gd name="connsiteY3" fmla="*/ 100560 h 101707"/>
                <a:gd name="connsiteX4" fmla="*/ 26441 w 27324"/>
                <a:gd name="connsiteY4" fmla="*/ 99033 h 101707"/>
                <a:gd name="connsiteX5" fmla="*/ 7314 w 27324"/>
                <a:gd name="connsiteY5" fmla="*/ 50979 h 101707"/>
                <a:gd name="connsiteX6" fmla="*/ 26756 w 27324"/>
                <a:gd name="connsiteY6" fmla="*/ 2517 h 101707"/>
                <a:gd name="connsiteX7" fmla="*/ 27492 w 27324"/>
                <a:gd name="connsiteY7" fmla="*/ 1296 h 101707"/>
                <a:gd name="connsiteX8" fmla="*/ 25390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390" y="74"/>
                  </a:moveTo>
                  <a:cubicBezTo>
                    <a:pt x="5422" y="13716"/>
                    <a:pt x="167" y="35300"/>
                    <a:pt x="167" y="50877"/>
                  </a:cubicBezTo>
                  <a:cubicBezTo>
                    <a:pt x="167" y="65232"/>
                    <a:pt x="4581" y="87528"/>
                    <a:pt x="25390" y="101782"/>
                  </a:cubicBezTo>
                  <a:cubicBezTo>
                    <a:pt x="26230" y="101782"/>
                    <a:pt x="27492" y="101782"/>
                    <a:pt x="27492" y="100560"/>
                  </a:cubicBezTo>
                  <a:cubicBezTo>
                    <a:pt x="27492" y="99949"/>
                    <a:pt x="27176" y="99746"/>
                    <a:pt x="26441" y="99033"/>
                  </a:cubicBezTo>
                  <a:cubicBezTo>
                    <a:pt x="12463" y="86816"/>
                    <a:pt x="7314" y="69508"/>
                    <a:pt x="7314" y="50979"/>
                  </a:cubicBezTo>
                  <a:cubicBezTo>
                    <a:pt x="7314" y="23490"/>
                    <a:pt x="18138" y="10051"/>
                    <a:pt x="26756" y="2517"/>
                  </a:cubicBezTo>
                  <a:cubicBezTo>
                    <a:pt x="27176" y="2110"/>
                    <a:pt x="27492" y="1805"/>
                    <a:pt x="27492" y="1296"/>
                  </a:cubicBezTo>
                  <a:cubicBezTo>
                    <a:pt x="27492" y="74"/>
                    <a:pt x="26230" y="74"/>
                    <a:pt x="25390"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7" name="Freeform: Shape 1856">
              <a:extLst>
                <a:ext uri="{FF2B5EF4-FFF2-40B4-BE49-F238E27FC236}">
                  <a16:creationId xmlns:a16="http://schemas.microsoft.com/office/drawing/2014/main" id="{497F4FC1-99AF-2201-8860-6F296896535E}"/>
                </a:ext>
              </a:extLst>
            </p:cNvPr>
            <p:cNvSpPr/>
            <p:nvPr>
              <p:custDataLst>
                <p:tags r:id="rId81"/>
              </p:custDataLst>
            </p:nvPr>
          </p:nvSpPr>
          <p:spPr>
            <a:xfrm>
              <a:off x="9594196" y="5897456"/>
              <a:ext cx="62635" cy="66685"/>
            </a:xfrm>
            <a:custGeom>
              <a:avLst/>
              <a:gdLst>
                <a:gd name="connsiteX0" fmla="*/ 591 w 62635"/>
                <a:gd name="connsiteY0" fmla="*/ 61363 h 66685"/>
                <a:gd name="connsiteX1" fmla="*/ 170 w 62635"/>
                <a:gd name="connsiteY1" fmla="*/ 63501 h 66685"/>
                <a:gd name="connsiteX2" fmla="*/ 3743 w 62635"/>
                <a:gd name="connsiteY2" fmla="*/ 66759 h 66685"/>
                <a:gd name="connsiteX3" fmla="*/ 8788 w 62635"/>
                <a:gd name="connsiteY3" fmla="*/ 61669 h 66685"/>
                <a:gd name="connsiteX4" fmla="*/ 13622 w 62635"/>
                <a:gd name="connsiteY4" fmla="*/ 43038 h 66685"/>
                <a:gd name="connsiteX5" fmla="*/ 24867 w 62635"/>
                <a:gd name="connsiteY5" fmla="*/ 45990 h 66685"/>
                <a:gd name="connsiteX6" fmla="*/ 40001 w 62635"/>
                <a:gd name="connsiteY6" fmla="*/ 38660 h 66685"/>
                <a:gd name="connsiteX7" fmla="*/ 50825 w 62635"/>
                <a:gd name="connsiteY7" fmla="*/ 45990 h 66685"/>
                <a:gd name="connsiteX8" fmla="*/ 59128 w 62635"/>
                <a:gd name="connsiteY8" fmla="*/ 40594 h 66685"/>
                <a:gd name="connsiteX9" fmla="*/ 62806 w 62635"/>
                <a:gd name="connsiteY9" fmla="*/ 30413 h 66685"/>
                <a:gd name="connsiteX10" fmla="*/ 61125 w 62635"/>
                <a:gd name="connsiteY10" fmla="*/ 29090 h 66685"/>
                <a:gd name="connsiteX11" fmla="*/ 58813 w 62635"/>
                <a:gd name="connsiteY11" fmla="*/ 32246 h 66685"/>
                <a:gd name="connsiteX12" fmla="*/ 51141 w 62635"/>
                <a:gd name="connsiteY12" fmla="*/ 43139 h 66685"/>
                <a:gd name="connsiteX13" fmla="*/ 47673 w 62635"/>
                <a:gd name="connsiteY13" fmla="*/ 38151 h 66685"/>
                <a:gd name="connsiteX14" fmla="*/ 49249 w 62635"/>
                <a:gd name="connsiteY14" fmla="*/ 30108 h 66685"/>
                <a:gd name="connsiteX15" fmla="*/ 51561 w 62635"/>
                <a:gd name="connsiteY15" fmla="*/ 20945 h 66685"/>
                <a:gd name="connsiteX16" fmla="*/ 53978 w 62635"/>
                <a:gd name="connsiteY16" fmla="*/ 11884 h 66685"/>
                <a:gd name="connsiteX17" fmla="*/ 55765 w 62635"/>
                <a:gd name="connsiteY17" fmla="*/ 4350 h 66685"/>
                <a:gd name="connsiteX18" fmla="*/ 52297 w 62635"/>
                <a:gd name="connsiteY18" fmla="*/ 1092 h 66685"/>
                <a:gd name="connsiteX19" fmla="*/ 47988 w 62635"/>
                <a:gd name="connsiteY19" fmla="*/ 3535 h 66685"/>
                <a:gd name="connsiteX20" fmla="*/ 46306 w 62635"/>
                <a:gd name="connsiteY20" fmla="*/ 9440 h 66685"/>
                <a:gd name="connsiteX21" fmla="*/ 44099 w 62635"/>
                <a:gd name="connsiteY21" fmla="*/ 17891 h 66685"/>
                <a:gd name="connsiteX22" fmla="*/ 40842 w 62635"/>
                <a:gd name="connsiteY22" fmla="*/ 30617 h 66685"/>
                <a:gd name="connsiteX23" fmla="*/ 39160 w 62635"/>
                <a:gd name="connsiteY23" fmla="*/ 34689 h 66685"/>
                <a:gd name="connsiteX24" fmla="*/ 25288 w 62635"/>
                <a:gd name="connsiteY24" fmla="*/ 43139 h 66685"/>
                <a:gd name="connsiteX25" fmla="*/ 16670 w 62635"/>
                <a:gd name="connsiteY25" fmla="*/ 34078 h 66685"/>
                <a:gd name="connsiteX26" fmla="*/ 18457 w 62635"/>
                <a:gd name="connsiteY26" fmla="*/ 24610 h 66685"/>
                <a:gd name="connsiteX27" fmla="*/ 20769 w 62635"/>
                <a:gd name="connsiteY27" fmla="*/ 15447 h 66685"/>
                <a:gd name="connsiteX28" fmla="*/ 22240 w 62635"/>
                <a:gd name="connsiteY28" fmla="*/ 9746 h 66685"/>
                <a:gd name="connsiteX29" fmla="*/ 23816 w 62635"/>
                <a:gd name="connsiteY29" fmla="*/ 3332 h 66685"/>
                <a:gd name="connsiteX30" fmla="*/ 20243 w 62635"/>
                <a:gd name="connsiteY30" fmla="*/ 74 h 66685"/>
                <a:gd name="connsiteX31" fmla="*/ 15199 w 62635"/>
                <a:gd name="connsiteY31" fmla="*/ 4859 h 66685"/>
                <a:gd name="connsiteX32" fmla="*/ 591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591" y="61363"/>
                  </a:moveTo>
                  <a:cubicBezTo>
                    <a:pt x="170" y="62890"/>
                    <a:pt x="170" y="63400"/>
                    <a:pt x="170" y="63501"/>
                  </a:cubicBezTo>
                  <a:cubicBezTo>
                    <a:pt x="170" y="65741"/>
                    <a:pt x="2062" y="66759"/>
                    <a:pt x="3743" y="66759"/>
                  </a:cubicBezTo>
                  <a:cubicBezTo>
                    <a:pt x="7527" y="66759"/>
                    <a:pt x="8368" y="63400"/>
                    <a:pt x="8788" y="61669"/>
                  </a:cubicBezTo>
                  <a:cubicBezTo>
                    <a:pt x="8998" y="61160"/>
                    <a:pt x="11100" y="53015"/>
                    <a:pt x="13622" y="43038"/>
                  </a:cubicBezTo>
                  <a:cubicBezTo>
                    <a:pt x="16880" y="45176"/>
                    <a:pt x="21084" y="45990"/>
                    <a:pt x="24867" y="45990"/>
                  </a:cubicBezTo>
                  <a:cubicBezTo>
                    <a:pt x="33905" y="45990"/>
                    <a:pt x="39791" y="38863"/>
                    <a:pt x="40001" y="38660"/>
                  </a:cubicBezTo>
                  <a:cubicBezTo>
                    <a:pt x="41998" y="45685"/>
                    <a:pt x="49249" y="45990"/>
                    <a:pt x="50825" y="45990"/>
                  </a:cubicBezTo>
                  <a:cubicBezTo>
                    <a:pt x="54609" y="45990"/>
                    <a:pt x="57236" y="43750"/>
                    <a:pt x="59128" y="40594"/>
                  </a:cubicBezTo>
                  <a:cubicBezTo>
                    <a:pt x="61440" y="36624"/>
                    <a:pt x="62806" y="30820"/>
                    <a:pt x="62806" y="30413"/>
                  </a:cubicBezTo>
                  <a:cubicBezTo>
                    <a:pt x="62806" y="29090"/>
                    <a:pt x="61440" y="29090"/>
                    <a:pt x="61125" y="29090"/>
                  </a:cubicBezTo>
                  <a:cubicBezTo>
                    <a:pt x="59653" y="29090"/>
                    <a:pt x="59548" y="29497"/>
                    <a:pt x="58813" y="32246"/>
                  </a:cubicBezTo>
                  <a:cubicBezTo>
                    <a:pt x="57552" y="37133"/>
                    <a:pt x="55555" y="43139"/>
                    <a:pt x="51141" y="43139"/>
                  </a:cubicBezTo>
                  <a:cubicBezTo>
                    <a:pt x="48408" y="43139"/>
                    <a:pt x="47673" y="40900"/>
                    <a:pt x="47673" y="38151"/>
                  </a:cubicBezTo>
                  <a:cubicBezTo>
                    <a:pt x="47673" y="36420"/>
                    <a:pt x="48513" y="32755"/>
                    <a:pt x="49249" y="30108"/>
                  </a:cubicBezTo>
                  <a:cubicBezTo>
                    <a:pt x="49985" y="27359"/>
                    <a:pt x="51036" y="23185"/>
                    <a:pt x="51561" y="20945"/>
                  </a:cubicBezTo>
                  <a:lnTo>
                    <a:pt x="53978" y="11884"/>
                  </a:lnTo>
                  <a:cubicBezTo>
                    <a:pt x="54609" y="9339"/>
                    <a:pt x="55765" y="4859"/>
                    <a:pt x="55765" y="4350"/>
                  </a:cubicBezTo>
                  <a:cubicBezTo>
                    <a:pt x="55765" y="2314"/>
                    <a:pt x="54083" y="1092"/>
                    <a:pt x="52297" y="1092"/>
                  </a:cubicBezTo>
                  <a:cubicBezTo>
                    <a:pt x="51141" y="1092"/>
                    <a:pt x="49144" y="1601"/>
                    <a:pt x="47988" y="3535"/>
                  </a:cubicBezTo>
                  <a:cubicBezTo>
                    <a:pt x="47673" y="4146"/>
                    <a:pt x="46832" y="7404"/>
                    <a:pt x="46306" y="9440"/>
                  </a:cubicBezTo>
                  <a:lnTo>
                    <a:pt x="44099" y="17891"/>
                  </a:lnTo>
                  <a:lnTo>
                    <a:pt x="40842" y="30617"/>
                  </a:lnTo>
                  <a:cubicBezTo>
                    <a:pt x="40106" y="33162"/>
                    <a:pt x="40106" y="33366"/>
                    <a:pt x="39160" y="34689"/>
                  </a:cubicBezTo>
                  <a:cubicBezTo>
                    <a:pt x="35902" y="39169"/>
                    <a:pt x="31278" y="43139"/>
                    <a:pt x="25288" y="43139"/>
                  </a:cubicBezTo>
                  <a:cubicBezTo>
                    <a:pt x="16670" y="43139"/>
                    <a:pt x="16670" y="35911"/>
                    <a:pt x="16670" y="34078"/>
                  </a:cubicBezTo>
                  <a:cubicBezTo>
                    <a:pt x="16670" y="31431"/>
                    <a:pt x="16985" y="30108"/>
                    <a:pt x="18457" y="24610"/>
                  </a:cubicBezTo>
                  <a:cubicBezTo>
                    <a:pt x="19508" y="20130"/>
                    <a:pt x="19718" y="19418"/>
                    <a:pt x="20769" y="15447"/>
                  </a:cubicBezTo>
                  <a:lnTo>
                    <a:pt x="22240" y="9746"/>
                  </a:lnTo>
                  <a:cubicBezTo>
                    <a:pt x="22765" y="7608"/>
                    <a:pt x="23816" y="3739"/>
                    <a:pt x="23816" y="3332"/>
                  </a:cubicBezTo>
                  <a:cubicBezTo>
                    <a:pt x="23816" y="1499"/>
                    <a:pt x="22345" y="74"/>
                    <a:pt x="20243" y="74"/>
                  </a:cubicBezTo>
                  <a:cubicBezTo>
                    <a:pt x="16460" y="74"/>
                    <a:pt x="15514" y="3637"/>
                    <a:pt x="15199" y="4859"/>
                  </a:cubicBezTo>
                  <a:lnTo>
                    <a:pt x="591"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8" name="Freeform: Shape 1857">
              <a:extLst>
                <a:ext uri="{FF2B5EF4-FFF2-40B4-BE49-F238E27FC236}">
                  <a16:creationId xmlns:a16="http://schemas.microsoft.com/office/drawing/2014/main" id="{46CC9373-E04C-0D39-2371-C5330123A47B}"/>
                </a:ext>
              </a:extLst>
            </p:cNvPr>
            <p:cNvSpPr/>
            <p:nvPr>
              <p:custDataLst>
                <p:tags r:id="rId82"/>
              </p:custDataLst>
            </p:nvPr>
          </p:nvSpPr>
          <p:spPr>
            <a:xfrm>
              <a:off x="9664719" y="5908393"/>
              <a:ext cx="35506" cy="63412"/>
            </a:xfrm>
            <a:custGeom>
              <a:avLst/>
              <a:gdLst>
                <a:gd name="connsiteX0" fmla="*/ 35682 w 35506"/>
                <a:gd name="connsiteY0" fmla="*/ 3202 h 63412"/>
                <a:gd name="connsiteX1" fmla="*/ 32379 w 35506"/>
                <a:gd name="connsiteY1" fmla="*/ 75 h 63412"/>
                <a:gd name="connsiteX2" fmla="*/ 27725 w 35506"/>
                <a:gd name="connsiteY2" fmla="*/ 4438 h 63412"/>
                <a:gd name="connsiteX3" fmla="*/ 31028 w 35506"/>
                <a:gd name="connsiteY3" fmla="*/ 7565 h 63412"/>
                <a:gd name="connsiteX4" fmla="*/ 35682 w 35506"/>
                <a:gd name="connsiteY4" fmla="*/ 3202 h 63412"/>
                <a:gd name="connsiteX5" fmla="*/ 19317 w 35506"/>
                <a:gd name="connsiteY5" fmla="*/ 51852 h 63412"/>
                <a:gd name="connsiteX6" fmla="*/ 8583 w 35506"/>
                <a:gd name="connsiteY6" fmla="*/ 61015 h 63412"/>
                <a:gd name="connsiteX7" fmla="*/ 5880 w 35506"/>
                <a:gd name="connsiteY7" fmla="*/ 60652 h 63412"/>
                <a:gd name="connsiteX8" fmla="*/ 8207 w 35506"/>
                <a:gd name="connsiteY8" fmla="*/ 56797 h 63412"/>
                <a:gd name="connsiteX9" fmla="*/ 4829 w 35506"/>
                <a:gd name="connsiteY9" fmla="*/ 53816 h 63412"/>
                <a:gd name="connsiteX10" fmla="*/ 175 w 35506"/>
                <a:gd name="connsiteY10" fmla="*/ 58470 h 63412"/>
                <a:gd name="connsiteX11" fmla="*/ 8658 w 35506"/>
                <a:gd name="connsiteY11" fmla="*/ 63488 h 63412"/>
                <a:gd name="connsiteX12" fmla="*/ 25848 w 35506"/>
                <a:gd name="connsiteY12" fmla="*/ 51925 h 63412"/>
                <a:gd name="connsiteX13" fmla="*/ 32604 w 35506"/>
                <a:gd name="connsiteY13" fmla="*/ 25891 h 63412"/>
                <a:gd name="connsiteX14" fmla="*/ 32979 w 35506"/>
                <a:gd name="connsiteY14" fmla="*/ 23491 h 63412"/>
                <a:gd name="connsiteX15" fmla="*/ 23746 w 35506"/>
                <a:gd name="connsiteY15" fmla="*/ 16437 h 63412"/>
                <a:gd name="connsiteX16" fmla="*/ 9108 w 35506"/>
                <a:gd name="connsiteY16" fmla="*/ 27709 h 63412"/>
                <a:gd name="connsiteX17" fmla="*/ 10684 w 35506"/>
                <a:gd name="connsiteY17" fmla="*/ 28727 h 63412"/>
                <a:gd name="connsiteX18" fmla="*/ 12336 w 35506"/>
                <a:gd name="connsiteY18" fmla="*/ 27709 h 63412"/>
                <a:gd name="connsiteX19" fmla="*/ 23446 w 35506"/>
                <a:gd name="connsiteY19" fmla="*/ 18910 h 63412"/>
                <a:gd name="connsiteX20" fmla="*/ 26599 w 35506"/>
                <a:gd name="connsiteY20" fmla="*/ 22764 h 63412"/>
                <a:gd name="connsiteX21" fmla="*/ 26374 w 35506"/>
                <a:gd name="connsiteY21" fmla="*/ 24655 h 63412"/>
                <a:gd name="connsiteX22" fmla="*/ 19317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682" y="3202"/>
                  </a:moveTo>
                  <a:cubicBezTo>
                    <a:pt x="35682" y="1529"/>
                    <a:pt x="34406" y="75"/>
                    <a:pt x="32379" y="75"/>
                  </a:cubicBezTo>
                  <a:cubicBezTo>
                    <a:pt x="30052" y="75"/>
                    <a:pt x="27725" y="2256"/>
                    <a:pt x="27725" y="4438"/>
                  </a:cubicBezTo>
                  <a:cubicBezTo>
                    <a:pt x="27725" y="6183"/>
                    <a:pt x="29151" y="7565"/>
                    <a:pt x="31028" y="7565"/>
                  </a:cubicBezTo>
                  <a:cubicBezTo>
                    <a:pt x="33580" y="7565"/>
                    <a:pt x="35682" y="5238"/>
                    <a:pt x="35682" y="3202"/>
                  </a:cubicBezTo>
                  <a:close/>
                  <a:moveTo>
                    <a:pt x="19317" y="51852"/>
                  </a:moveTo>
                  <a:cubicBezTo>
                    <a:pt x="17891" y="57379"/>
                    <a:pt x="13162" y="61015"/>
                    <a:pt x="8583" y="61015"/>
                  </a:cubicBezTo>
                  <a:cubicBezTo>
                    <a:pt x="7306" y="61015"/>
                    <a:pt x="6481" y="60797"/>
                    <a:pt x="5880" y="60652"/>
                  </a:cubicBezTo>
                  <a:cubicBezTo>
                    <a:pt x="7682" y="59634"/>
                    <a:pt x="8207" y="57743"/>
                    <a:pt x="8207" y="56797"/>
                  </a:cubicBezTo>
                  <a:cubicBezTo>
                    <a:pt x="8207" y="55561"/>
                    <a:pt x="7306" y="53816"/>
                    <a:pt x="4829" y="53816"/>
                  </a:cubicBezTo>
                  <a:cubicBezTo>
                    <a:pt x="2277" y="53816"/>
                    <a:pt x="175" y="56070"/>
                    <a:pt x="175" y="58470"/>
                  </a:cubicBezTo>
                  <a:cubicBezTo>
                    <a:pt x="175" y="61597"/>
                    <a:pt x="3553" y="63488"/>
                    <a:pt x="8658" y="63488"/>
                  </a:cubicBezTo>
                  <a:cubicBezTo>
                    <a:pt x="13762" y="63488"/>
                    <a:pt x="23521" y="60943"/>
                    <a:pt x="25848" y="51925"/>
                  </a:cubicBezTo>
                  <a:lnTo>
                    <a:pt x="32604" y="25891"/>
                  </a:lnTo>
                  <a:cubicBezTo>
                    <a:pt x="32754" y="25164"/>
                    <a:pt x="32979" y="24509"/>
                    <a:pt x="32979" y="23491"/>
                  </a:cubicBezTo>
                  <a:cubicBezTo>
                    <a:pt x="32979" y="19346"/>
                    <a:pt x="29001" y="16437"/>
                    <a:pt x="23746" y="16437"/>
                  </a:cubicBezTo>
                  <a:cubicBezTo>
                    <a:pt x="14663" y="16437"/>
                    <a:pt x="9108" y="26255"/>
                    <a:pt x="9108" y="27709"/>
                  </a:cubicBezTo>
                  <a:cubicBezTo>
                    <a:pt x="9108" y="28727"/>
                    <a:pt x="10309" y="28727"/>
                    <a:pt x="10684" y="28727"/>
                  </a:cubicBezTo>
                  <a:cubicBezTo>
                    <a:pt x="11810" y="28727"/>
                    <a:pt x="11961" y="28436"/>
                    <a:pt x="12336" y="27709"/>
                  </a:cubicBezTo>
                  <a:cubicBezTo>
                    <a:pt x="15789" y="20582"/>
                    <a:pt x="20894" y="18910"/>
                    <a:pt x="23446" y="18910"/>
                  </a:cubicBezTo>
                  <a:cubicBezTo>
                    <a:pt x="26449" y="18910"/>
                    <a:pt x="26599" y="21528"/>
                    <a:pt x="26599" y="22764"/>
                  </a:cubicBezTo>
                  <a:cubicBezTo>
                    <a:pt x="26599" y="23782"/>
                    <a:pt x="26524" y="24073"/>
                    <a:pt x="26374" y="24655"/>
                  </a:cubicBezTo>
                  <a:lnTo>
                    <a:pt x="19317"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9" name="Freeform: Shape 1858">
              <a:extLst>
                <a:ext uri="{FF2B5EF4-FFF2-40B4-BE49-F238E27FC236}">
                  <a16:creationId xmlns:a16="http://schemas.microsoft.com/office/drawing/2014/main" id="{C3F3BF16-93BD-8622-A50E-87439FDBC8B4}"/>
                </a:ext>
              </a:extLst>
            </p:cNvPr>
            <p:cNvSpPr/>
            <p:nvPr>
              <p:custDataLst>
                <p:tags r:id="rId83"/>
              </p:custDataLst>
            </p:nvPr>
          </p:nvSpPr>
          <p:spPr>
            <a:xfrm>
              <a:off x="9729379" y="5914357"/>
              <a:ext cx="71043" cy="4988"/>
            </a:xfrm>
            <a:custGeom>
              <a:avLst/>
              <a:gdLst>
                <a:gd name="connsiteX0" fmla="*/ 67019 w 71043"/>
                <a:gd name="connsiteY0" fmla="*/ 5063 h 4988"/>
                <a:gd name="connsiteX1" fmla="*/ 71222 w 71043"/>
                <a:gd name="connsiteY1" fmla="*/ 2619 h 4988"/>
                <a:gd name="connsiteX2" fmla="*/ 67019 w 71043"/>
                <a:gd name="connsiteY2" fmla="*/ 74 h 4988"/>
                <a:gd name="connsiteX3" fmla="*/ 4383 w 71043"/>
                <a:gd name="connsiteY3" fmla="*/ 74 h 4988"/>
                <a:gd name="connsiteX4" fmla="*/ 179 w 71043"/>
                <a:gd name="connsiteY4" fmla="*/ 2517 h 4988"/>
                <a:gd name="connsiteX5" fmla="*/ 4383 w 71043"/>
                <a:gd name="connsiteY5" fmla="*/ 5063 h 4988"/>
                <a:gd name="connsiteX6" fmla="*/ 67019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19" y="5063"/>
                  </a:moveTo>
                  <a:cubicBezTo>
                    <a:pt x="68700" y="5063"/>
                    <a:pt x="71222" y="5063"/>
                    <a:pt x="71222" y="2619"/>
                  </a:cubicBezTo>
                  <a:cubicBezTo>
                    <a:pt x="71222" y="74"/>
                    <a:pt x="68805" y="74"/>
                    <a:pt x="67019" y="74"/>
                  </a:cubicBezTo>
                  <a:lnTo>
                    <a:pt x="4383" y="74"/>
                  </a:lnTo>
                  <a:cubicBezTo>
                    <a:pt x="2701" y="74"/>
                    <a:pt x="179" y="74"/>
                    <a:pt x="179" y="2517"/>
                  </a:cubicBezTo>
                  <a:cubicBezTo>
                    <a:pt x="179" y="5063"/>
                    <a:pt x="2596" y="5063"/>
                    <a:pt x="4383" y="5063"/>
                  </a:cubicBezTo>
                  <a:lnTo>
                    <a:pt x="67019"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0" name="Freeform: Shape 1859">
              <a:extLst>
                <a:ext uri="{FF2B5EF4-FFF2-40B4-BE49-F238E27FC236}">
                  <a16:creationId xmlns:a16="http://schemas.microsoft.com/office/drawing/2014/main" id="{198420A4-8926-FF3A-5C0D-4CC1FC129986}"/>
                </a:ext>
              </a:extLst>
            </p:cNvPr>
            <p:cNvSpPr/>
            <p:nvPr>
              <p:custDataLst>
                <p:tags r:id="rId84"/>
              </p:custDataLst>
            </p:nvPr>
          </p:nvSpPr>
          <p:spPr>
            <a:xfrm>
              <a:off x="9814070" y="5870884"/>
              <a:ext cx="73460" cy="91221"/>
            </a:xfrm>
            <a:custGeom>
              <a:avLst/>
              <a:gdLst>
                <a:gd name="connsiteX0" fmla="*/ 7016 w 73460"/>
                <a:gd name="connsiteY0" fmla="*/ 89056 h 91221"/>
                <a:gd name="connsiteX1" fmla="*/ 13427 w 73460"/>
                <a:gd name="connsiteY1" fmla="*/ 63909 h 91221"/>
                <a:gd name="connsiteX2" fmla="*/ 37283 w 73460"/>
                <a:gd name="connsiteY2" fmla="*/ 72868 h 91221"/>
                <a:gd name="connsiteX3" fmla="*/ 72805 w 73460"/>
                <a:gd name="connsiteY3" fmla="*/ 44565 h 91221"/>
                <a:gd name="connsiteX4" fmla="*/ 65659 w 73460"/>
                <a:gd name="connsiteY4" fmla="*/ 30719 h 91221"/>
                <a:gd name="connsiteX5" fmla="*/ 73646 w 73460"/>
                <a:gd name="connsiteY5" fmla="*/ 14531 h 91221"/>
                <a:gd name="connsiteX6" fmla="*/ 54939 w 73460"/>
                <a:gd name="connsiteY6" fmla="*/ 74 h 91221"/>
                <a:gd name="connsiteX7" fmla="*/ 16475 w 73460"/>
                <a:gd name="connsiteY7" fmla="*/ 26137 h 91221"/>
                <a:gd name="connsiteX8" fmla="*/ 605 w 73460"/>
                <a:gd name="connsiteY8" fmla="*/ 87732 h 91221"/>
                <a:gd name="connsiteX9" fmla="*/ 185 w 73460"/>
                <a:gd name="connsiteY9" fmla="*/ 89463 h 91221"/>
                <a:gd name="connsiteX10" fmla="*/ 3548 w 73460"/>
                <a:gd name="connsiteY10" fmla="*/ 91295 h 91221"/>
                <a:gd name="connsiteX11" fmla="*/ 7016 w 73460"/>
                <a:gd name="connsiteY11" fmla="*/ 89056 h 91221"/>
                <a:gd name="connsiteX12" fmla="*/ 39911 w 73460"/>
                <a:gd name="connsiteY12" fmla="*/ 32042 h 91221"/>
                <a:gd name="connsiteX13" fmla="*/ 46952 w 73460"/>
                <a:gd name="connsiteY13" fmla="*/ 31024 h 91221"/>
                <a:gd name="connsiteX14" fmla="*/ 51891 w 73460"/>
                <a:gd name="connsiteY14" fmla="*/ 31431 h 91221"/>
                <a:gd name="connsiteX15" fmla="*/ 45480 w 73460"/>
                <a:gd name="connsiteY15" fmla="*/ 32653 h 91221"/>
                <a:gd name="connsiteX16" fmla="*/ 39911 w 73460"/>
                <a:gd name="connsiteY16" fmla="*/ 32042 h 91221"/>
                <a:gd name="connsiteX17" fmla="*/ 56936 w 73460"/>
                <a:gd name="connsiteY17" fmla="*/ 27155 h 91221"/>
                <a:gd name="connsiteX18" fmla="*/ 47267 w 73460"/>
                <a:gd name="connsiteY18" fmla="*/ 26341 h 91221"/>
                <a:gd name="connsiteX19" fmla="*/ 33185 w 73460"/>
                <a:gd name="connsiteY19" fmla="*/ 32449 h 91221"/>
                <a:gd name="connsiteX20" fmla="*/ 45270 w 73460"/>
                <a:gd name="connsiteY20" fmla="*/ 37336 h 91221"/>
                <a:gd name="connsiteX21" fmla="*/ 58197 w 73460"/>
                <a:gd name="connsiteY21" fmla="*/ 35198 h 91221"/>
                <a:gd name="connsiteX22" fmla="*/ 59458 w 73460"/>
                <a:gd name="connsiteY22" fmla="*/ 40594 h 91221"/>
                <a:gd name="connsiteX23" fmla="*/ 53257 w 73460"/>
                <a:gd name="connsiteY23" fmla="*/ 60752 h 91221"/>
                <a:gd name="connsiteX24" fmla="*/ 37178 w 73460"/>
                <a:gd name="connsiteY24" fmla="*/ 68185 h 91221"/>
                <a:gd name="connsiteX25" fmla="*/ 16580 w 73460"/>
                <a:gd name="connsiteY25" fmla="*/ 53728 h 91221"/>
                <a:gd name="connsiteX26" fmla="*/ 18471 w 73460"/>
                <a:gd name="connsiteY26" fmla="*/ 44667 h 91221"/>
                <a:gd name="connsiteX27" fmla="*/ 22570 w 73460"/>
                <a:gd name="connsiteY27" fmla="*/ 28479 h 91221"/>
                <a:gd name="connsiteX28" fmla="*/ 33710 w 73460"/>
                <a:gd name="connsiteY28" fmla="*/ 11884 h 91221"/>
                <a:gd name="connsiteX29" fmla="*/ 54413 w 73460"/>
                <a:gd name="connsiteY29" fmla="*/ 4757 h 91221"/>
                <a:gd name="connsiteX30" fmla="*/ 61560 w 73460"/>
                <a:gd name="connsiteY30" fmla="*/ 10866 h 91221"/>
                <a:gd name="connsiteX31" fmla="*/ 56936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16" y="89056"/>
                  </a:moveTo>
                  <a:lnTo>
                    <a:pt x="13427" y="63909"/>
                  </a:lnTo>
                  <a:cubicBezTo>
                    <a:pt x="15424" y="66454"/>
                    <a:pt x="22465" y="72868"/>
                    <a:pt x="37283" y="72868"/>
                  </a:cubicBezTo>
                  <a:cubicBezTo>
                    <a:pt x="60824" y="72868"/>
                    <a:pt x="72805" y="57393"/>
                    <a:pt x="72805" y="44565"/>
                  </a:cubicBezTo>
                  <a:cubicBezTo>
                    <a:pt x="72805" y="38660"/>
                    <a:pt x="70388" y="33977"/>
                    <a:pt x="65659" y="30719"/>
                  </a:cubicBezTo>
                  <a:cubicBezTo>
                    <a:pt x="70283" y="27053"/>
                    <a:pt x="73646" y="20538"/>
                    <a:pt x="73646" y="14531"/>
                  </a:cubicBezTo>
                  <a:cubicBezTo>
                    <a:pt x="73646" y="6284"/>
                    <a:pt x="67550" y="74"/>
                    <a:pt x="54939" y="74"/>
                  </a:cubicBezTo>
                  <a:cubicBezTo>
                    <a:pt x="39385" y="74"/>
                    <a:pt x="20678" y="9644"/>
                    <a:pt x="16475" y="26137"/>
                  </a:cubicBezTo>
                  <a:lnTo>
                    <a:pt x="605" y="87732"/>
                  </a:lnTo>
                  <a:cubicBezTo>
                    <a:pt x="185" y="89157"/>
                    <a:pt x="185" y="89361"/>
                    <a:pt x="185" y="89463"/>
                  </a:cubicBezTo>
                  <a:cubicBezTo>
                    <a:pt x="185" y="91295"/>
                    <a:pt x="1972" y="91295"/>
                    <a:pt x="3548" y="91295"/>
                  </a:cubicBezTo>
                  <a:cubicBezTo>
                    <a:pt x="5650" y="91295"/>
                    <a:pt x="6491" y="91295"/>
                    <a:pt x="7016" y="89056"/>
                  </a:cubicBezTo>
                  <a:close/>
                  <a:moveTo>
                    <a:pt x="39911" y="32042"/>
                  </a:moveTo>
                  <a:cubicBezTo>
                    <a:pt x="41277" y="31431"/>
                    <a:pt x="42223" y="31024"/>
                    <a:pt x="46952" y="31024"/>
                  </a:cubicBezTo>
                  <a:cubicBezTo>
                    <a:pt x="48633" y="31024"/>
                    <a:pt x="50000" y="31024"/>
                    <a:pt x="51891" y="31431"/>
                  </a:cubicBezTo>
                  <a:cubicBezTo>
                    <a:pt x="49579" y="32653"/>
                    <a:pt x="47372" y="32653"/>
                    <a:pt x="45480" y="32653"/>
                  </a:cubicBezTo>
                  <a:cubicBezTo>
                    <a:pt x="42328" y="32653"/>
                    <a:pt x="42012" y="32551"/>
                    <a:pt x="39911" y="32042"/>
                  </a:cubicBezTo>
                  <a:close/>
                  <a:moveTo>
                    <a:pt x="56936" y="27155"/>
                  </a:moveTo>
                  <a:cubicBezTo>
                    <a:pt x="52942" y="26341"/>
                    <a:pt x="49369" y="26341"/>
                    <a:pt x="47267" y="26341"/>
                  </a:cubicBezTo>
                  <a:cubicBezTo>
                    <a:pt x="42748" y="26341"/>
                    <a:pt x="33185" y="26341"/>
                    <a:pt x="33185" y="32449"/>
                  </a:cubicBezTo>
                  <a:cubicBezTo>
                    <a:pt x="33185" y="37234"/>
                    <a:pt x="40121" y="37336"/>
                    <a:pt x="45270" y="37336"/>
                  </a:cubicBezTo>
                  <a:cubicBezTo>
                    <a:pt x="48318" y="37336"/>
                    <a:pt x="52627" y="37336"/>
                    <a:pt x="58197" y="35198"/>
                  </a:cubicBezTo>
                  <a:cubicBezTo>
                    <a:pt x="59143" y="36624"/>
                    <a:pt x="59458" y="38762"/>
                    <a:pt x="59458" y="40594"/>
                  </a:cubicBezTo>
                  <a:cubicBezTo>
                    <a:pt x="59458" y="44157"/>
                    <a:pt x="57251" y="55357"/>
                    <a:pt x="53257" y="60752"/>
                  </a:cubicBezTo>
                  <a:cubicBezTo>
                    <a:pt x="49474" y="65741"/>
                    <a:pt x="43694" y="68185"/>
                    <a:pt x="37178" y="68185"/>
                  </a:cubicBezTo>
                  <a:cubicBezTo>
                    <a:pt x="28245" y="68185"/>
                    <a:pt x="16580" y="64214"/>
                    <a:pt x="16580" y="53728"/>
                  </a:cubicBezTo>
                  <a:cubicBezTo>
                    <a:pt x="16580" y="51793"/>
                    <a:pt x="17631" y="47619"/>
                    <a:pt x="18471" y="44667"/>
                  </a:cubicBezTo>
                  <a:cubicBezTo>
                    <a:pt x="18997" y="42427"/>
                    <a:pt x="22360" y="29395"/>
                    <a:pt x="22570" y="28479"/>
                  </a:cubicBezTo>
                  <a:cubicBezTo>
                    <a:pt x="23516" y="24915"/>
                    <a:pt x="25302" y="17992"/>
                    <a:pt x="33710" y="11884"/>
                  </a:cubicBezTo>
                  <a:cubicBezTo>
                    <a:pt x="42328" y="5572"/>
                    <a:pt x="50630" y="4757"/>
                    <a:pt x="54413" y="4757"/>
                  </a:cubicBezTo>
                  <a:cubicBezTo>
                    <a:pt x="61560" y="4757"/>
                    <a:pt x="61560" y="9237"/>
                    <a:pt x="61560" y="10866"/>
                  </a:cubicBezTo>
                  <a:cubicBezTo>
                    <a:pt x="61560" y="13309"/>
                    <a:pt x="59668" y="22574"/>
                    <a:pt x="56936"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1" name="Freeform: Shape 1860">
              <a:extLst>
                <a:ext uri="{FF2B5EF4-FFF2-40B4-BE49-F238E27FC236}">
                  <a16:creationId xmlns:a16="http://schemas.microsoft.com/office/drawing/2014/main" id="{952012A0-3D43-E0A0-E438-E948846FD6EA}"/>
                </a:ext>
              </a:extLst>
            </p:cNvPr>
            <p:cNvSpPr/>
            <p:nvPr>
              <p:custDataLst>
                <p:tags r:id="rId85"/>
              </p:custDataLst>
            </p:nvPr>
          </p:nvSpPr>
          <p:spPr>
            <a:xfrm>
              <a:off x="9902267" y="5847994"/>
              <a:ext cx="62605" cy="50468"/>
            </a:xfrm>
            <a:custGeom>
              <a:avLst/>
              <a:gdLst>
                <a:gd name="connsiteX0" fmla="*/ 33595 w 62605"/>
                <a:gd name="connsiteY0" fmla="*/ 4143 h 50468"/>
                <a:gd name="connsiteX1" fmla="*/ 59568 w 62605"/>
                <a:gd name="connsiteY1" fmla="*/ 4143 h 50468"/>
                <a:gd name="connsiteX2" fmla="*/ 62796 w 62605"/>
                <a:gd name="connsiteY2" fmla="*/ 2107 h 50468"/>
                <a:gd name="connsiteX3" fmla="*/ 59568 w 62605"/>
                <a:gd name="connsiteY3" fmla="*/ 71 h 50468"/>
                <a:gd name="connsiteX4" fmla="*/ 3418 w 62605"/>
                <a:gd name="connsiteY4" fmla="*/ 71 h 50468"/>
                <a:gd name="connsiteX5" fmla="*/ 190 w 62605"/>
                <a:gd name="connsiteY5" fmla="*/ 2107 h 50468"/>
                <a:gd name="connsiteX6" fmla="*/ 3418 w 62605"/>
                <a:gd name="connsiteY6" fmla="*/ 4143 h 50468"/>
                <a:gd name="connsiteX7" fmla="*/ 29392 w 62605"/>
                <a:gd name="connsiteY7" fmla="*/ 4143 h 50468"/>
                <a:gd name="connsiteX8" fmla="*/ 29392 w 62605"/>
                <a:gd name="connsiteY8" fmla="*/ 47412 h 50468"/>
                <a:gd name="connsiteX9" fmla="*/ 31493 w 62605"/>
                <a:gd name="connsiteY9" fmla="*/ 50539 h 50468"/>
                <a:gd name="connsiteX10" fmla="*/ 33595 w 62605"/>
                <a:gd name="connsiteY10" fmla="*/ 47412 h 50468"/>
                <a:gd name="connsiteX11" fmla="*/ 33595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595" y="4143"/>
                  </a:moveTo>
                  <a:lnTo>
                    <a:pt x="59568" y="4143"/>
                  </a:lnTo>
                  <a:cubicBezTo>
                    <a:pt x="60770" y="4143"/>
                    <a:pt x="62796" y="4143"/>
                    <a:pt x="62796" y="2107"/>
                  </a:cubicBezTo>
                  <a:cubicBezTo>
                    <a:pt x="62796" y="71"/>
                    <a:pt x="60770" y="71"/>
                    <a:pt x="59568" y="71"/>
                  </a:cubicBezTo>
                  <a:lnTo>
                    <a:pt x="3418" y="71"/>
                  </a:lnTo>
                  <a:cubicBezTo>
                    <a:pt x="2292" y="71"/>
                    <a:pt x="190" y="71"/>
                    <a:pt x="190" y="2107"/>
                  </a:cubicBezTo>
                  <a:cubicBezTo>
                    <a:pt x="190" y="4143"/>
                    <a:pt x="2292" y="4143"/>
                    <a:pt x="3418" y="4143"/>
                  </a:cubicBezTo>
                  <a:lnTo>
                    <a:pt x="29392" y="4143"/>
                  </a:lnTo>
                  <a:lnTo>
                    <a:pt x="29392" y="47412"/>
                  </a:lnTo>
                  <a:cubicBezTo>
                    <a:pt x="29392" y="48503"/>
                    <a:pt x="29392" y="50539"/>
                    <a:pt x="31493" y="50539"/>
                  </a:cubicBezTo>
                  <a:cubicBezTo>
                    <a:pt x="33595" y="50539"/>
                    <a:pt x="33595" y="48576"/>
                    <a:pt x="33595" y="47412"/>
                  </a:cubicBezTo>
                  <a:lnTo>
                    <a:pt x="33595"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2" name="Freeform: Shape 1861">
              <a:extLst>
                <a:ext uri="{FF2B5EF4-FFF2-40B4-BE49-F238E27FC236}">
                  <a16:creationId xmlns:a16="http://schemas.microsoft.com/office/drawing/2014/main" id="{F903C3B2-8A87-128D-082F-A2FBFA44272B}"/>
                </a:ext>
              </a:extLst>
            </p:cNvPr>
            <p:cNvSpPr/>
            <p:nvPr>
              <p:custDataLst>
                <p:tags r:id="rId86"/>
              </p:custDataLst>
            </p:nvPr>
          </p:nvSpPr>
          <p:spPr>
            <a:xfrm>
              <a:off x="9985392" y="5897151"/>
              <a:ext cx="64422" cy="45203"/>
            </a:xfrm>
            <a:custGeom>
              <a:avLst/>
              <a:gdLst>
                <a:gd name="connsiteX0" fmla="*/ 38030 w 64422"/>
                <a:gd name="connsiteY0" fmla="*/ 20639 h 45203"/>
                <a:gd name="connsiteX1" fmla="*/ 52533 w 64422"/>
                <a:gd name="connsiteY1" fmla="*/ 6488 h 45203"/>
                <a:gd name="connsiteX2" fmla="*/ 62307 w 64422"/>
                <a:gd name="connsiteY2" fmla="*/ 5775 h 45203"/>
                <a:gd name="connsiteX3" fmla="*/ 62307 w 64422"/>
                <a:gd name="connsiteY3" fmla="*/ 74 h 45203"/>
                <a:gd name="connsiteX4" fmla="*/ 52113 w 64422"/>
                <a:gd name="connsiteY4" fmla="*/ 481 h 45203"/>
                <a:gd name="connsiteX5" fmla="*/ 40447 w 64422"/>
                <a:gd name="connsiteY5" fmla="*/ 74 h 45203"/>
                <a:gd name="connsiteX6" fmla="*/ 40447 w 64422"/>
                <a:gd name="connsiteY6" fmla="*/ 5775 h 45203"/>
                <a:gd name="connsiteX7" fmla="*/ 43285 w 64422"/>
                <a:gd name="connsiteY7" fmla="*/ 6386 h 45203"/>
                <a:gd name="connsiteX8" fmla="*/ 33406 w 64422"/>
                <a:gd name="connsiteY8" fmla="*/ 16058 h 45203"/>
                <a:gd name="connsiteX9" fmla="*/ 23212 w 64422"/>
                <a:gd name="connsiteY9" fmla="*/ 5775 h 45203"/>
                <a:gd name="connsiteX10" fmla="*/ 26049 w 64422"/>
                <a:gd name="connsiteY10" fmla="*/ 5775 h 45203"/>
                <a:gd name="connsiteX11" fmla="*/ 26049 w 64422"/>
                <a:gd name="connsiteY11" fmla="*/ 74 h 45203"/>
                <a:gd name="connsiteX12" fmla="*/ 12702 w 64422"/>
                <a:gd name="connsiteY12" fmla="*/ 481 h 45203"/>
                <a:gd name="connsiteX13" fmla="*/ 827 w 64422"/>
                <a:gd name="connsiteY13" fmla="*/ 74 h 45203"/>
                <a:gd name="connsiteX14" fmla="*/ 827 w 64422"/>
                <a:gd name="connsiteY14" fmla="*/ 5775 h 45203"/>
                <a:gd name="connsiteX15" fmla="*/ 8709 w 64422"/>
                <a:gd name="connsiteY15" fmla="*/ 5775 h 45203"/>
                <a:gd name="connsiteX16" fmla="*/ 25944 w 64422"/>
                <a:gd name="connsiteY16" fmla="*/ 23185 h 45203"/>
                <a:gd name="connsiteX17" fmla="*/ 10811 w 64422"/>
                <a:gd name="connsiteY17" fmla="*/ 37947 h 45203"/>
                <a:gd name="connsiteX18" fmla="*/ 6082 w 64422"/>
                <a:gd name="connsiteY18" fmla="*/ 39474 h 45203"/>
                <a:gd name="connsiteX19" fmla="*/ 196 w 64422"/>
                <a:gd name="connsiteY19" fmla="*/ 39576 h 45203"/>
                <a:gd name="connsiteX20" fmla="*/ 196 w 64422"/>
                <a:gd name="connsiteY20" fmla="*/ 45277 h 45203"/>
                <a:gd name="connsiteX21" fmla="*/ 10390 w 64422"/>
                <a:gd name="connsiteY21" fmla="*/ 44870 h 45203"/>
                <a:gd name="connsiteX22" fmla="*/ 22056 w 64422"/>
                <a:gd name="connsiteY22" fmla="*/ 45277 h 45203"/>
                <a:gd name="connsiteX23" fmla="*/ 22056 w 64422"/>
                <a:gd name="connsiteY23" fmla="*/ 39576 h 45203"/>
                <a:gd name="connsiteX24" fmla="*/ 19218 w 64422"/>
                <a:gd name="connsiteY24" fmla="*/ 38863 h 45203"/>
                <a:gd name="connsiteX25" fmla="*/ 30568 w 64422"/>
                <a:gd name="connsiteY25" fmla="*/ 27868 h 45203"/>
                <a:gd name="connsiteX26" fmla="*/ 42234 w 64422"/>
                <a:gd name="connsiteY26" fmla="*/ 39576 h 45203"/>
                <a:gd name="connsiteX27" fmla="*/ 39501 w 64422"/>
                <a:gd name="connsiteY27" fmla="*/ 39576 h 45203"/>
                <a:gd name="connsiteX28" fmla="*/ 39501 w 64422"/>
                <a:gd name="connsiteY28" fmla="*/ 45277 h 45203"/>
                <a:gd name="connsiteX29" fmla="*/ 52848 w 64422"/>
                <a:gd name="connsiteY29" fmla="*/ 44870 h 45203"/>
                <a:gd name="connsiteX30" fmla="*/ 64619 w 64422"/>
                <a:gd name="connsiteY30" fmla="*/ 45277 h 45203"/>
                <a:gd name="connsiteX31" fmla="*/ 64619 w 64422"/>
                <a:gd name="connsiteY31" fmla="*/ 39576 h 45203"/>
                <a:gd name="connsiteX32" fmla="*/ 56842 w 64422"/>
                <a:gd name="connsiteY32" fmla="*/ 39576 h 45203"/>
                <a:gd name="connsiteX33" fmla="*/ 38030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30" y="20639"/>
                  </a:moveTo>
                  <a:lnTo>
                    <a:pt x="52533" y="6488"/>
                  </a:lnTo>
                  <a:cubicBezTo>
                    <a:pt x="55055" y="5775"/>
                    <a:pt x="57788" y="5775"/>
                    <a:pt x="62307" y="5775"/>
                  </a:cubicBezTo>
                  <a:lnTo>
                    <a:pt x="62307" y="74"/>
                  </a:lnTo>
                  <a:cubicBezTo>
                    <a:pt x="58944" y="379"/>
                    <a:pt x="55476" y="481"/>
                    <a:pt x="52113" y="481"/>
                  </a:cubicBezTo>
                  <a:cubicBezTo>
                    <a:pt x="48539" y="481"/>
                    <a:pt x="41288" y="176"/>
                    <a:pt x="40447" y="74"/>
                  </a:cubicBezTo>
                  <a:lnTo>
                    <a:pt x="40447" y="5775"/>
                  </a:lnTo>
                  <a:cubicBezTo>
                    <a:pt x="41813" y="5775"/>
                    <a:pt x="42549" y="5979"/>
                    <a:pt x="43285" y="6386"/>
                  </a:cubicBezTo>
                  <a:lnTo>
                    <a:pt x="33406" y="16058"/>
                  </a:lnTo>
                  <a:lnTo>
                    <a:pt x="23212" y="5775"/>
                  </a:lnTo>
                  <a:lnTo>
                    <a:pt x="26049" y="5775"/>
                  </a:lnTo>
                  <a:lnTo>
                    <a:pt x="26049" y="74"/>
                  </a:lnTo>
                  <a:cubicBezTo>
                    <a:pt x="25419" y="74"/>
                    <a:pt x="17116" y="481"/>
                    <a:pt x="12702" y="481"/>
                  </a:cubicBezTo>
                  <a:cubicBezTo>
                    <a:pt x="8709" y="481"/>
                    <a:pt x="4820" y="379"/>
                    <a:pt x="827" y="74"/>
                  </a:cubicBezTo>
                  <a:lnTo>
                    <a:pt x="827" y="5775"/>
                  </a:lnTo>
                  <a:lnTo>
                    <a:pt x="8709" y="5775"/>
                  </a:lnTo>
                  <a:lnTo>
                    <a:pt x="25944" y="23185"/>
                  </a:lnTo>
                  <a:lnTo>
                    <a:pt x="10811" y="37947"/>
                  </a:lnTo>
                  <a:cubicBezTo>
                    <a:pt x="9445" y="39169"/>
                    <a:pt x="9339" y="39271"/>
                    <a:pt x="6082" y="39474"/>
                  </a:cubicBezTo>
                  <a:cubicBezTo>
                    <a:pt x="4400" y="39576"/>
                    <a:pt x="722" y="39576"/>
                    <a:pt x="196" y="39576"/>
                  </a:cubicBezTo>
                  <a:lnTo>
                    <a:pt x="196" y="45277"/>
                  </a:lnTo>
                  <a:cubicBezTo>
                    <a:pt x="3559" y="44972"/>
                    <a:pt x="7027" y="44870"/>
                    <a:pt x="10390" y="44870"/>
                  </a:cubicBezTo>
                  <a:cubicBezTo>
                    <a:pt x="13228" y="44870"/>
                    <a:pt x="20690" y="45176"/>
                    <a:pt x="22056" y="45277"/>
                  </a:cubicBezTo>
                  <a:lnTo>
                    <a:pt x="22056" y="39576"/>
                  </a:lnTo>
                  <a:cubicBezTo>
                    <a:pt x="20374" y="39576"/>
                    <a:pt x="19954" y="39372"/>
                    <a:pt x="19218" y="38863"/>
                  </a:cubicBezTo>
                  <a:lnTo>
                    <a:pt x="30568" y="27868"/>
                  </a:lnTo>
                  <a:lnTo>
                    <a:pt x="42234" y="39576"/>
                  </a:lnTo>
                  <a:lnTo>
                    <a:pt x="39501" y="39576"/>
                  </a:lnTo>
                  <a:lnTo>
                    <a:pt x="39501" y="45277"/>
                  </a:lnTo>
                  <a:cubicBezTo>
                    <a:pt x="39607" y="45277"/>
                    <a:pt x="48014" y="44870"/>
                    <a:pt x="52848" y="44870"/>
                  </a:cubicBezTo>
                  <a:cubicBezTo>
                    <a:pt x="56737" y="44870"/>
                    <a:pt x="60730" y="44972"/>
                    <a:pt x="64619" y="45277"/>
                  </a:cubicBezTo>
                  <a:lnTo>
                    <a:pt x="64619" y="39576"/>
                  </a:lnTo>
                  <a:lnTo>
                    <a:pt x="56842" y="39576"/>
                  </a:lnTo>
                  <a:lnTo>
                    <a:pt x="38030"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3" name="Freeform: Shape 1862">
              <a:extLst>
                <a:ext uri="{FF2B5EF4-FFF2-40B4-BE49-F238E27FC236}">
                  <a16:creationId xmlns:a16="http://schemas.microsoft.com/office/drawing/2014/main" id="{2A98ECE1-A991-D2FF-CB35-D43E2C2924F1}"/>
                </a:ext>
              </a:extLst>
            </p:cNvPr>
            <p:cNvSpPr/>
            <p:nvPr>
              <p:custDataLst>
                <p:tags r:id="rId87"/>
              </p:custDataLst>
            </p:nvPr>
          </p:nvSpPr>
          <p:spPr>
            <a:xfrm>
              <a:off x="10060927" y="5865997"/>
              <a:ext cx="27219" cy="101707"/>
            </a:xfrm>
            <a:custGeom>
              <a:avLst/>
              <a:gdLst>
                <a:gd name="connsiteX0" fmla="*/ 2198 w 27219"/>
                <a:gd name="connsiteY0" fmla="*/ 74 h 101707"/>
                <a:gd name="connsiteX1" fmla="*/ 201 w 27219"/>
                <a:gd name="connsiteY1" fmla="*/ 1296 h 101707"/>
                <a:gd name="connsiteX2" fmla="*/ 1147 w 27219"/>
                <a:gd name="connsiteY2" fmla="*/ 2823 h 101707"/>
                <a:gd name="connsiteX3" fmla="*/ 20274 w 27219"/>
                <a:gd name="connsiteY3" fmla="*/ 50877 h 101707"/>
                <a:gd name="connsiteX4" fmla="*/ 2093 w 27219"/>
                <a:gd name="connsiteY4" fmla="*/ 98218 h 101707"/>
                <a:gd name="connsiteX5" fmla="*/ 201 w 27219"/>
                <a:gd name="connsiteY5" fmla="*/ 100560 h 101707"/>
                <a:gd name="connsiteX6" fmla="*/ 1567 w 27219"/>
                <a:gd name="connsiteY6" fmla="*/ 101782 h 101707"/>
                <a:gd name="connsiteX7" fmla="*/ 19749 w 27219"/>
                <a:gd name="connsiteY7" fmla="*/ 82336 h 101707"/>
                <a:gd name="connsiteX8" fmla="*/ 27420 w 27219"/>
                <a:gd name="connsiteY8" fmla="*/ 50979 h 101707"/>
                <a:gd name="connsiteX9" fmla="*/ 219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198" y="74"/>
                  </a:moveTo>
                  <a:cubicBezTo>
                    <a:pt x="1462" y="74"/>
                    <a:pt x="201" y="74"/>
                    <a:pt x="201" y="1296"/>
                  </a:cubicBezTo>
                  <a:cubicBezTo>
                    <a:pt x="201" y="1805"/>
                    <a:pt x="516" y="2110"/>
                    <a:pt x="1147" y="2823"/>
                  </a:cubicBezTo>
                  <a:cubicBezTo>
                    <a:pt x="10185" y="10866"/>
                    <a:pt x="20274" y="24610"/>
                    <a:pt x="20274" y="50877"/>
                  </a:cubicBezTo>
                  <a:cubicBezTo>
                    <a:pt x="20274" y="72155"/>
                    <a:pt x="13443" y="88241"/>
                    <a:pt x="2093" y="98218"/>
                  </a:cubicBezTo>
                  <a:cubicBezTo>
                    <a:pt x="306" y="99949"/>
                    <a:pt x="201" y="100051"/>
                    <a:pt x="201" y="100560"/>
                  </a:cubicBezTo>
                  <a:cubicBezTo>
                    <a:pt x="201" y="101069"/>
                    <a:pt x="516" y="101782"/>
                    <a:pt x="1567" y="101782"/>
                  </a:cubicBezTo>
                  <a:cubicBezTo>
                    <a:pt x="2828" y="101782"/>
                    <a:pt x="12812" y="95062"/>
                    <a:pt x="19749" y="82336"/>
                  </a:cubicBezTo>
                  <a:cubicBezTo>
                    <a:pt x="24373" y="73886"/>
                    <a:pt x="27420" y="62890"/>
                    <a:pt x="27420" y="50979"/>
                  </a:cubicBezTo>
                  <a:cubicBezTo>
                    <a:pt x="27420" y="36624"/>
                    <a:pt x="23006" y="14327"/>
                    <a:pt x="219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4" name="Freeform: Shape 1863">
              <a:extLst>
                <a:ext uri="{FF2B5EF4-FFF2-40B4-BE49-F238E27FC236}">
                  <a16:creationId xmlns:a16="http://schemas.microsoft.com/office/drawing/2014/main" id="{0BBCE2D6-86CD-432C-EE87-F3096ECCB7E4}"/>
                </a:ext>
              </a:extLst>
            </p:cNvPr>
            <p:cNvSpPr/>
            <p:nvPr>
              <p:custDataLst>
                <p:tags r:id="rId88"/>
              </p:custDataLst>
            </p:nvPr>
          </p:nvSpPr>
          <p:spPr>
            <a:xfrm>
              <a:off x="10162053" y="5963137"/>
              <a:ext cx="91731" cy="5817"/>
            </a:xfrm>
            <a:custGeom>
              <a:avLst/>
              <a:gdLst>
                <a:gd name="connsiteX0" fmla="*/ 86685 w 91731"/>
                <a:gd name="connsiteY0" fmla="*/ 5896 h 5817"/>
                <a:gd name="connsiteX1" fmla="*/ 91939 w 91731"/>
                <a:gd name="connsiteY1" fmla="*/ 2987 h 5817"/>
                <a:gd name="connsiteX2" fmla="*/ 86685 w 91731"/>
                <a:gd name="connsiteY2" fmla="*/ 78 h 5817"/>
                <a:gd name="connsiteX3" fmla="*/ 5462 w 91731"/>
                <a:gd name="connsiteY3" fmla="*/ 78 h 5817"/>
                <a:gd name="connsiteX4" fmla="*/ 207 w 91731"/>
                <a:gd name="connsiteY4" fmla="*/ 2987 h 5817"/>
                <a:gd name="connsiteX5" fmla="*/ 5462 w 91731"/>
                <a:gd name="connsiteY5" fmla="*/ 5896 h 5817"/>
                <a:gd name="connsiteX6" fmla="*/ 86685 w 91731"/>
                <a:gd name="connsiteY6" fmla="*/ 5896 h 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31" h="5817">
                  <a:moveTo>
                    <a:pt x="86685" y="5896"/>
                  </a:moveTo>
                  <a:cubicBezTo>
                    <a:pt x="89237" y="5896"/>
                    <a:pt x="91939" y="5896"/>
                    <a:pt x="91939" y="2987"/>
                  </a:cubicBezTo>
                  <a:cubicBezTo>
                    <a:pt x="91939" y="78"/>
                    <a:pt x="89237" y="78"/>
                    <a:pt x="86685" y="78"/>
                  </a:cubicBezTo>
                  <a:lnTo>
                    <a:pt x="5462" y="78"/>
                  </a:lnTo>
                  <a:cubicBezTo>
                    <a:pt x="2910" y="78"/>
                    <a:pt x="207" y="78"/>
                    <a:pt x="207" y="2987"/>
                  </a:cubicBezTo>
                  <a:cubicBezTo>
                    <a:pt x="207" y="5896"/>
                    <a:pt x="2910" y="5896"/>
                    <a:pt x="5462" y="5896"/>
                  </a:cubicBezTo>
                  <a:lnTo>
                    <a:pt x="86685" y="58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5" name="Freeform: Shape 1864">
              <a:extLst>
                <a:ext uri="{FF2B5EF4-FFF2-40B4-BE49-F238E27FC236}">
                  <a16:creationId xmlns:a16="http://schemas.microsoft.com/office/drawing/2014/main" id="{36B70C04-66AB-F72C-53DD-1EBCC29C3493}"/>
                </a:ext>
              </a:extLst>
            </p:cNvPr>
            <p:cNvSpPr/>
            <p:nvPr>
              <p:custDataLst>
                <p:tags r:id="rId89"/>
              </p:custDataLst>
            </p:nvPr>
          </p:nvSpPr>
          <p:spPr>
            <a:xfrm>
              <a:off x="10249599" y="5928085"/>
              <a:ext cx="133319" cy="75920"/>
            </a:xfrm>
            <a:custGeom>
              <a:avLst/>
              <a:gdLst>
                <a:gd name="connsiteX0" fmla="*/ 117168 w 133319"/>
                <a:gd name="connsiteY0" fmla="*/ 40947 h 75920"/>
                <a:gd name="connsiteX1" fmla="*/ 103656 w 133319"/>
                <a:gd name="connsiteY1" fmla="*/ 54910 h 75920"/>
                <a:gd name="connsiteX2" fmla="*/ 95699 w 133319"/>
                <a:gd name="connsiteY2" fmla="*/ 74254 h 75920"/>
                <a:gd name="connsiteX3" fmla="*/ 98701 w 133319"/>
                <a:gd name="connsiteY3" fmla="*/ 75999 h 75920"/>
                <a:gd name="connsiteX4" fmla="*/ 102004 w 133319"/>
                <a:gd name="connsiteY4" fmla="*/ 73090 h 75920"/>
                <a:gd name="connsiteX5" fmla="*/ 131281 w 133319"/>
                <a:gd name="connsiteY5" fmla="*/ 39929 h 75920"/>
                <a:gd name="connsiteX6" fmla="*/ 133533 w 133319"/>
                <a:gd name="connsiteY6" fmla="*/ 38038 h 75920"/>
                <a:gd name="connsiteX7" fmla="*/ 132332 w 133319"/>
                <a:gd name="connsiteY7" fmla="*/ 36439 h 75920"/>
                <a:gd name="connsiteX8" fmla="*/ 101854 w 133319"/>
                <a:gd name="connsiteY8" fmla="*/ 2260 h 75920"/>
                <a:gd name="connsiteX9" fmla="*/ 98701 w 133319"/>
                <a:gd name="connsiteY9" fmla="*/ 78 h 75920"/>
                <a:gd name="connsiteX10" fmla="*/ 95699 w 133319"/>
                <a:gd name="connsiteY10" fmla="*/ 1823 h 75920"/>
                <a:gd name="connsiteX11" fmla="*/ 103356 w 133319"/>
                <a:gd name="connsiteY11" fmla="*/ 21022 h 75920"/>
                <a:gd name="connsiteX12" fmla="*/ 117168 w 133319"/>
                <a:gd name="connsiteY12" fmla="*/ 35130 h 75920"/>
                <a:gd name="connsiteX13" fmla="*/ 5618 w 133319"/>
                <a:gd name="connsiteY13" fmla="*/ 35130 h 75920"/>
                <a:gd name="connsiteX14" fmla="*/ 214 w 133319"/>
                <a:gd name="connsiteY14" fmla="*/ 38038 h 75920"/>
                <a:gd name="connsiteX15" fmla="*/ 5618 w 133319"/>
                <a:gd name="connsiteY15" fmla="*/ 40947 h 75920"/>
                <a:gd name="connsiteX16" fmla="*/ 117168 w 133319"/>
                <a:gd name="connsiteY16" fmla="*/ 40947 h 7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19" h="75920">
                  <a:moveTo>
                    <a:pt x="117168" y="40947"/>
                  </a:moveTo>
                  <a:cubicBezTo>
                    <a:pt x="108911" y="47056"/>
                    <a:pt x="104857" y="53019"/>
                    <a:pt x="103656" y="54910"/>
                  </a:cubicBezTo>
                  <a:cubicBezTo>
                    <a:pt x="96900" y="64945"/>
                    <a:pt x="95699" y="74108"/>
                    <a:pt x="95699" y="74254"/>
                  </a:cubicBezTo>
                  <a:cubicBezTo>
                    <a:pt x="95699" y="75999"/>
                    <a:pt x="97500" y="75999"/>
                    <a:pt x="98701" y="75999"/>
                  </a:cubicBezTo>
                  <a:cubicBezTo>
                    <a:pt x="101254" y="75999"/>
                    <a:pt x="101404" y="75708"/>
                    <a:pt x="102004" y="73090"/>
                  </a:cubicBezTo>
                  <a:cubicBezTo>
                    <a:pt x="105458" y="58837"/>
                    <a:pt x="114315" y="46620"/>
                    <a:pt x="131281" y="39929"/>
                  </a:cubicBezTo>
                  <a:cubicBezTo>
                    <a:pt x="133082" y="39347"/>
                    <a:pt x="133533" y="39057"/>
                    <a:pt x="133533" y="38038"/>
                  </a:cubicBezTo>
                  <a:cubicBezTo>
                    <a:pt x="133533" y="37020"/>
                    <a:pt x="132632" y="36584"/>
                    <a:pt x="132332" y="36439"/>
                  </a:cubicBezTo>
                  <a:cubicBezTo>
                    <a:pt x="125726" y="33966"/>
                    <a:pt x="107559" y="26694"/>
                    <a:pt x="101854" y="2260"/>
                  </a:cubicBezTo>
                  <a:cubicBezTo>
                    <a:pt x="101404" y="514"/>
                    <a:pt x="101254" y="78"/>
                    <a:pt x="98701" y="78"/>
                  </a:cubicBezTo>
                  <a:cubicBezTo>
                    <a:pt x="97500" y="78"/>
                    <a:pt x="95699" y="78"/>
                    <a:pt x="95699" y="1823"/>
                  </a:cubicBezTo>
                  <a:cubicBezTo>
                    <a:pt x="95699" y="2114"/>
                    <a:pt x="97050" y="11277"/>
                    <a:pt x="103356" y="21022"/>
                  </a:cubicBezTo>
                  <a:cubicBezTo>
                    <a:pt x="106358" y="25385"/>
                    <a:pt x="110712" y="30475"/>
                    <a:pt x="117168" y="35130"/>
                  </a:cubicBezTo>
                  <a:lnTo>
                    <a:pt x="5618" y="35130"/>
                  </a:lnTo>
                  <a:cubicBezTo>
                    <a:pt x="2916" y="35130"/>
                    <a:pt x="214" y="35130"/>
                    <a:pt x="214" y="38038"/>
                  </a:cubicBezTo>
                  <a:cubicBezTo>
                    <a:pt x="214" y="40947"/>
                    <a:pt x="2916" y="40947"/>
                    <a:pt x="5618" y="40947"/>
                  </a:cubicBezTo>
                  <a:lnTo>
                    <a:pt x="117168" y="409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6" name="Freeform: Shape 1865">
              <a:extLst>
                <a:ext uri="{FF2B5EF4-FFF2-40B4-BE49-F238E27FC236}">
                  <a16:creationId xmlns:a16="http://schemas.microsoft.com/office/drawing/2014/main" id="{723FE66A-C1EB-4B8F-6AEB-E32CDF11BA4A}"/>
                </a:ext>
              </a:extLst>
            </p:cNvPr>
            <p:cNvSpPr/>
            <p:nvPr>
              <p:custDataLst>
                <p:tags r:id="rId90"/>
              </p:custDataLst>
            </p:nvPr>
          </p:nvSpPr>
          <p:spPr>
            <a:xfrm>
              <a:off x="10440085" y="5938121"/>
              <a:ext cx="57651" cy="65885"/>
            </a:xfrm>
            <a:custGeom>
              <a:avLst/>
              <a:gdLst>
                <a:gd name="connsiteX0" fmla="*/ 21395 w 57651"/>
                <a:gd name="connsiteY0" fmla="*/ 30766 h 65885"/>
                <a:gd name="connsiteX1" fmla="*/ 44366 w 57651"/>
                <a:gd name="connsiteY1" fmla="*/ 27421 h 65885"/>
                <a:gd name="connsiteX2" fmla="*/ 55626 w 57651"/>
                <a:gd name="connsiteY2" fmla="*/ 12441 h 65885"/>
                <a:gd name="connsiteX3" fmla="*/ 39561 w 57651"/>
                <a:gd name="connsiteY3" fmla="*/ 78 h 65885"/>
                <a:gd name="connsiteX4" fmla="*/ 226 w 57651"/>
                <a:gd name="connsiteY4" fmla="*/ 39638 h 65885"/>
                <a:gd name="connsiteX5" fmla="*/ 23797 w 57651"/>
                <a:gd name="connsiteY5" fmla="*/ 65963 h 65885"/>
                <a:gd name="connsiteX6" fmla="*/ 57878 w 57651"/>
                <a:gd name="connsiteY6" fmla="*/ 48801 h 65885"/>
                <a:gd name="connsiteX7" fmla="*/ 56076 w 57651"/>
                <a:gd name="connsiteY7" fmla="*/ 46910 h 65885"/>
                <a:gd name="connsiteX8" fmla="*/ 54124 w 57651"/>
                <a:gd name="connsiteY8" fmla="*/ 48365 h 65885"/>
                <a:gd name="connsiteX9" fmla="*/ 24098 w 57651"/>
                <a:gd name="connsiteY9" fmla="*/ 62764 h 65885"/>
                <a:gd name="connsiteX10" fmla="*/ 11036 w 57651"/>
                <a:gd name="connsiteY10" fmla="*/ 45892 h 65885"/>
                <a:gd name="connsiteX11" fmla="*/ 13438 w 57651"/>
                <a:gd name="connsiteY11" fmla="*/ 30766 h 65885"/>
                <a:gd name="connsiteX12" fmla="*/ 21395 w 57651"/>
                <a:gd name="connsiteY12" fmla="*/ 30766 h 65885"/>
                <a:gd name="connsiteX13" fmla="*/ 14339 w 57651"/>
                <a:gd name="connsiteY13" fmla="*/ 27567 h 65885"/>
                <a:gd name="connsiteX14" fmla="*/ 39561 w 57651"/>
                <a:gd name="connsiteY14" fmla="*/ 3278 h 65885"/>
                <a:gd name="connsiteX15" fmla="*/ 50671 w 57651"/>
                <a:gd name="connsiteY15" fmla="*/ 12441 h 65885"/>
                <a:gd name="connsiteX16" fmla="*/ 20494 w 57651"/>
                <a:gd name="connsiteY16" fmla="*/ 27567 h 65885"/>
                <a:gd name="connsiteX17" fmla="*/ 1433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95" y="30766"/>
                  </a:moveTo>
                  <a:cubicBezTo>
                    <a:pt x="25749" y="30766"/>
                    <a:pt x="36859" y="30475"/>
                    <a:pt x="44366" y="27421"/>
                  </a:cubicBezTo>
                  <a:cubicBezTo>
                    <a:pt x="54875" y="23058"/>
                    <a:pt x="55626" y="14477"/>
                    <a:pt x="55626" y="12441"/>
                  </a:cubicBezTo>
                  <a:cubicBezTo>
                    <a:pt x="55626" y="6041"/>
                    <a:pt x="49921" y="78"/>
                    <a:pt x="39561" y="78"/>
                  </a:cubicBezTo>
                  <a:cubicBezTo>
                    <a:pt x="22897" y="78"/>
                    <a:pt x="226" y="14186"/>
                    <a:pt x="226" y="39638"/>
                  </a:cubicBezTo>
                  <a:cubicBezTo>
                    <a:pt x="226" y="54473"/>
                    <a:pt x="9084" y="65963"/>
                    <a:pt x="23797" y="65963"/>
                  </a:cubicBezTo>
                  <a:cubicBezTo>
                    <a:pt x="45267" y="65963"/>
                    <a:pt x="57878" y="50547"/>
                    <a:pt x="57878" y="48801"/>
                  </a:cubicBezTo>
                  <a:cubicBezTo>
                    <a:pt x="57878" y="47929"/>
                    <a:pt x="56977" y="46910"/>
                    <a:pt x="56076" y="46910"/>
                  </a:cubicBezTo>
                  <a:cubicBezTo>
                    <a:pt x="55325" y="46910"/>
                    <a:pt x="55025" y="47201"/>
                    <a:pt x="54124" y="48365"/>
                  </a:cubicBezTo>
                  <a:cubicBezTo>
                    <a:pt x="42264" y="62764"/>
                    <a:pt x="25899" y="62764"/>
                    <a:pt x="24098" y="62764"/>
                  </a:cubicBezTo>
                  <a:cubicBezTo>
                    <a:pt x="12387" y="62764"/>
                    <a:pt x="11036" y="50547"/>
                    <a:pt x="11036" y="45892"/>
                  </a:cubicBezTo>
                  <a:cubicBezTo>
                    <a:pt x="11036" y="44147"/>
                    <a:pt x="11186" y="39638"/>
                    <a:pt x="13438" y="30766"/>
                  </a:cubicBezTo>
                  <a:lnTo>
                    <a:pt x="21395" y="30766"/>
                  </a:lnTo>
                  <a:close/>
                  <a:moveTo>
                    <a:pt x="14339" y="27567"/>
                  </a:moveTo>
                  <a:cubicBezTo>
                    <a:pt x="20194" y="5459"/>
                    <a:pt x="35658" y="3278"/>
                    <a:pt x="39561" y="3278"/>
                  </a:cubicBezTo>
                  <a:cubicBezTo>
                    <a:pt x="46618" y="3278"/>
                    <a:pt x="50671" y="7496"/>
                    <a:pt x="50671" y="12441"/>
                  </a:cubicBezTo>
                  <a:cubicBezTo>
                    <a:pt x="50671" y="27567"/>
                    <a:pt x="26650" y="27567"/>
                    <a:pt x="20494" y="27567"/>
                  </a:cubicBezTo>
                  <a:lnTo>
                    <a:pt x="1433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7" name="Freeform: Shape 1866">
              <a:extLst>
                <a:ext uri="{FF2B5EF4-FFF2-40B4-BE49-F238E27FC236}">
                  <a16:creationId xmlns:a16="http://schemas.microsoft.com/office/drawing/2014/main" id="{6E802473-6D31-0980-69E7-A806251F485E}"/>
                </a:ext>
              </a:extLst>
            </p:cNvPr>
            <p:cNvSpPr/>
            <p:nvPr>
              <p:custDataLst>
                <p:tags r:id="rId91"/>
              </p:custDataLst>
            </p:nvPr>
          </p:nvSpPr>
          <p:spPr>
            <a:xfrm>
              <a:off x="10515171" y="5865997"/>
              <a:ext cx="27324" cy="101707"/>
            </a:xfrm>
            <a:custGeom>
              <a:avLst/>
              <a:gdLst>
                <a:gd name="connsiteX0" fmla="*/ 25453 w 27324"/>
                <a:gd name="connsiteY0" fmla="*/ 74 h 101707"/>
                <a:gd name="connsiteX1" fmla="*/ 231 w 27324"/>
                <a:gd name="connsiteY1" fmla="*/ 50877 h 101707"/>
                <a:gd name="connsiteX2" fmla="*/ 25453 w 27324"/>
                <a:gd name="connsiteY2" fmla="*/ 101782 h 101707"/>
                <a:gd name="connsiteX3" fmla="*/ 27555 w 27324"/>
                <a:gd name="connsiteY3" fmla="*/ 100560 h 101707"/>
                <a:gd name="connsiteX4" fmla="*/ 26504 w 27324"/>
                <a:gd name="connsiteY4" fmla="*/ 99033 h 101707"/>
                <a:gd name="connsiteX5" fmla="*/ 7377 w 27324"/>
                <a:gd name="connsiteY5" fmla="*/ 50979 h 101707"/>
                <a:gd name="connsiteX6" fmla="*/ 26820 w 27324"/>
                <a:gd name="connsiteY6" fmla="*/ 2517 h 101707"/>
                <a:gd name="connsiteX7" fmla="*/ 27555 w 27324"/>
                <a:gd name="connsiteY7" fmla="*/ 1296 h 101707"/>
                <a:gd name="connsiteX8" fmla="*/ 2545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453" y="74"/>
                  </a:moveTo>
                  <a:cubicBezTo>
                    <a:pt x="5486" y="13716"/>
                    <a:pt x="231" y="35300"/>
                    <a:pt x="231" y="50877"/>
                  </a:cubicBezTo>
                  <a:cubicBezTo>
                    <a:pt x="231" y="65232"/>
                    <a:pt x="4645" y="87528"/>
                    <a:pt x="25453" y="101782"/>
                  </a:cubicBezTo>
                  <a:cubicBezTo>
                    <a:pt x="26294" y="101782"/>
                    <a:pt x="27555" y="101782"/>
                    <a:pt x="27555" y="100560"/>
                  </a:cubicBezTo>
                  <a:cubicBezTo>
                    <a:pt x="27555" y="99949"/>
                    <a:pt x="27240" y="99746"/>
                    <a:pt x="26504" y="99033"/>
                  </a:cubicBezTo>
                  <a:cubicBezTo>
                    <a:pt x="12527" y="86816"/>
                    <a:pt x="7377" y="69508"/>
                    <a:pt x="7377" y="50979"/>
                  </a:cubicBezTo>
                  <a:cubicBezTo>
                    <a:pt x="7377" y="23490"/>
                    <a:pt x="18202" y="10051"/>
                    <a:pt x="26820" y="2517"/>
                  </a:cubicBezTo>
                  <a:cubicBezTo>
                    <a:pt x="27240" y="2110"/>
                    <a:pt x="27555" y="1805"/>
                    <a:pt x="27555" y="1296"/>
                  </a:cubicBezTo>
                  <a:cubicBezTo>
                    <a:pt x="27555" y="74"/>
                    <a:pt x="26294" y="74"/>
                    <a:pt x="2545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8" name="Freeform: Shape 1867">
              <a:extLst>
                <a:ext uri="{FF2B5EF4-FFF2-40B4-BE49-F238E27FC236}">
                  <a16:creationId xmlns:a16="http://schemas.microsoft.com/office/drawing/2014/main" id="{3DBB1748-12F7-A1A0-15FB-833B3C06E70F}"/>
                </a:ext>
              </a:extLst>
            </p:cNvPr>
            <p:cNvSpPr/>
            <p:nvPr>
              <p:custDataLst>
                <p:tags r:id="rId92"/>
              </p:custDataLst>
            </p:nvPr>
          </p:nvSpPr>
          <p:spPr>
            <a:xfrm>
              <a:off x="10555257" y="5897456"/>
              <a:ext cx="62635" cy="66685"/>
            </a:xfrm>
            <a:custGeom>
              <a:avLst/>
              <a:gdLst>
                <a:gd name="connsiteX0" fmla="*/ 654 w 62635"/>
                <a:gd name="connsiteY0" fmla="*/ 61363 h 66685"/>
                <a:gd name="connsiteX1" fmla="*/ 234 w 62635"/>
                <a:gd name="connsiteY1" fmla="*/ 63501 h 66685"/>
                <a:gd name="connsiteX2" fmla="*/ 3807 w 62635"/>
                <a:gd name="connsiteY2" fmla="*/ 66759 h 66685"/>
                <a:gd name="connsiteX3" fmla="*/ 8852 w 62635"/>
                <a:gd name="connsiteY3" fmla="*/ 61669 h 66685"/>
                <a:gd name="connsiteX4" fmla="*/ 13686 w 62635"/>
                <a:gd name="connsiteY4" fmla="*/ 43038 h 66685"/>
                <a:gd name="connsiteX5" fmla="*/ 24931 w 62635"/>
                <a:gd name="connsiteY5" fmla="*/ 45990 h 66685"/>
                <a:gd name="connsiteX6" fmla="*/ 40065 w 62635"/>
                <a:gd name="connsiteY6" fmla="*/ 38660 h 66685"/>
                <a:gd name="connsiteX7" fmla="*/ 50889 w 62635"/>
                <a:gd name="connsiteY7" fmla="*/ 45990 h 66685"/>
                <a:gd name="connsiteX8" fmla="*/ 59192 w 62635"/>
                <a:gd name="connsiteY8" fmla="*/ 40594 h 66685"/>
                <a:gd name="connsiteX9" fmla="*/ 62870 w 62635"/>
                <a:gd name="connsiteY9" fmla="*/ 30413 h 66685"/>
                <a:gd name="connsiteX10" fmla="*/ 61188 w 62635"/>
                <a:gd name="connsiteY10" fmla="*/ 29090 h 66685"/>
                <a:gd name="connsiteX11" fmla="*/ 58876 w 62635"/>
                <a:gd name="connsiteY11" fmla="*/ 32246 h 66685"/>
                <a:gd name="connsiteX12" fmla="*/ 51205 w 62635"/>
                <a:gd name="connsiteY12" fmla="*/ 43139 h 66685"/>
                <a:gd name="connsiteX13" fmla="*/ 47736 w 62635"/>
                <a:gd name="connsiteY13" fmla="*/ 38151 h 66685"/>
                <a:gd name="connsiteX14" fmla="*/ 49313 w 62635"/>
                <a:gd name="connsiteY14" fmla="*/ 30108 h 66685"/>
                <a:gd name="connsiteX15" fmla="*/ 51625 w 62635"/>
                <a:gd name="connsiteY15" fmla="*/ 20945 h 66685"/>
                <a:gd name="connsiteX16" fmla="*/ 54042 w 62635"/>
                <a:gd name="connsiteY16" fmla="*/ 11884 h 66685"/>
                <a:gd name="connsiteX17" fmla="*/ 55829 w 62635"/>
                <a:gd name="connsiteY17" fmla="*/ 4350 h 66685"/>
                <a:gd name="connsiteX18" fmla="*/ 52361 w 62635"/>
                <a:gd name="connsiteY18" fmla="*/ 1092 h 66685"/>
                <a:gd name="connsiteX19" fmla="*/ 48052 w 62635"/>
                <a:gd name="connsiteY19" fmla="*/ 3535 h 66685"/>
                <a:gd name="connsiteX20" fmla="*/ 46370 w 62635"/>
                <a:gd name="connsiteY20" fmla="*/ 9440 h 66685"/>
                <a:gd name="connsiteX21" fmla="*/ 44163 w 62635"/>
                <a:gd name="connsiteY21" fmla="*/ 17891 h 66685"/>
                <a:gd name="connsiteX22" fmla="*/ 40905 w 62635"/>
                <a:gd name="connsiteY22" fmla="*/ 30617 h 66685"/>
                <a:gd name="connsiteX23" fmla="*/ 39224 w 62635"/>
                <a:gd name="connsiteY23" fmla="*/ 34689 h 66685"/>
                <a:gd name="connsiteX24" fmla="*/ 25351 w 62635"/>
                <a:gd name="connsiteY24" fmla="*/ 43139 h 66685"/>
                <a:gd name="connsiteX25" fmla="*/ 16734 w 62635"/>
                <a:gd name="connsiteY25" fmla="*/ 34078 h 66685"/>
                <a:gd name="connsiteX26" fmla="*/ 18520 w 62635"/>
                <a:gd name="connsiteY26" fmla="*/ 24610 h 66685"/>
                <a:gd name="connsiteX27" fmla="*/ 20832 w 62635"/>
                <a:gd name="connsiteY27" fmla="*/ 15447 h 66685"/>
                <a:gd name="connsiteX28" fmla="*/ 22304 w 62635"/>
                <a:gd name="connsiteY28" fmla="*/ 9746 h 66685"/>
                <a:gd name="connsiteX29" fmla="*/ 23880 w 62635"/>
                <a:gd name="connsiteY29" fmla="*/ 3332 h 66685"/>
                <a:gd name="connsiteX30" fmla="*/ 20307 w 62635"/>
                <a:gd name="connsiteY30" fmla="*/ 74 h 66685"/>
                <a:gd name="connsiteX31" fmla="*/ 15262 w 62635"/>
                <a:gd name="connsiteY31" fmla="*/ 4859 h 66685"/>
                <a:gd name="connsiteX32" fmla="*/ 65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654" y="61363"/>
                  </a:moveTo>
                  <a:cubicBezTo>
                    <a:pt x="234" y="62890"/>
                    <a:pt x="234" y="63400"/>
                    <a:pt x="234" y="63501"/>
                  </a:cubicBezTo>
                  <a:cubicBezTo>
                    <a:pt x="234" y="65741"/>
                    <a:pt x="2126" y="66759"/>
                    <a:pt x="3807" y="66759"/>
                  </a:cubicBezTo>
                  <a:cubicBezTo>
                    <a:pt x="7591" y="66759"/>
                    <a:pt x="8431" y="63400"/>
                    <a:pt x="8852" y="61669"/>
                  </a:cubicBezTo>
                  <a:cubicBezTo>
                    <a:pt x="9062" y="61160"/>
                    <a:pt x="11164" y="53015"/>
                    <a:pt x="13686" y="43038"/>
                  </a:cubicBezTo>
                  <a:cubicBezTo>
                    <a:pt x="16944" y="45176"/>
                    <a:pt x="21148" y="45990"/>
                    <a:pt x="24931" y="45990"/>
                  </a:cubicBezTo>
                  <a:cubicBezTo>
                    <a:pt x="33969" y="45990"/>
                    <a:pt x="39854" y="38863"/>
                    <a:pt x="40065" y="38660"/>
                  </a:cubicBezTo>
                  <a:cubicBezTo>
                    <a:pt x="42061" y="45685"/>
                    <a:pt x="49313" y="45990"/>
                    <a:pt x="50889" y="45990"/>
                  </a:cubicBezTo>
                  <a:cubicBezTo>
                    <a:pt x="54673" y="45990"/>
                    <a:pt x="57300" y="43750"/>
                    <a:pt x="59192" y="40594"/>
                  </a:cubicBezTo>
                  <a:cubicBezTo>
                    <a:pt x="61504" y="36624"/>
                    <a:pt x="62870" y="30820"/>
                    <a:pt x="62870" y="30413"/>
                  </a:cubicBezTo>
                  <a:cubicBezTo>
                    <a:pt x="62870" y="29090"/>
                    <a:pt x="61504" y="29090"/>
                    <a:pt x="61188" y="29090"/>
                  </a:cubicBezTo>
                  <a:cubicBezTo>
                    <a:pt x="59717" y="29090"/>
                    <a:pt x="59612" y="29497"/>
                    <a:pt x="58876" y="32246"/>
                  </a:cubicBezTo>
                  <a:cubicBezTo>
                    <a:pt x="57615" y="37133"/>
                    <a:pt x="55618" y="43139"/>
                    <a:pt x="51205" y="43139"/>
                  </a:cubicBezTo>
                  <a:cubicBezTo>
                    <a:pt x="48472" y="43139"/>
                    <a:pt x="47736" y="40900"/>
                    <a:pt x="47736" y="38151"/>
                  </a:cubicBezTo>
                  <a:cubicBezTo>
                    <a:pt x="47736" y="36420"/>
                    <a:pt x="48577" y="32755"/>
                    <a:pt x="49313" y="30108"/>
                  </a:cubicBezTo>
                  <a:cubicBezTo>
                    <a:pt x="50049" y="27359"/>
                    <a:pt x="51099" y="23185"/>
                    <a:pt x="51625" y="20945"/>
                  </a:cubicBezTo>
                  <a:lnTo>
                    <a:pt x="54042" y="11884"/>
                  </a:lnTo>
                  <a:cubicBezTo>
                    <a:pt x="54673" y="9339"/>
                    <a:pt x="55829" y="4859"/>
                    <a:pt x="55829" y="4350"/>
                  </a:cubicBezTo>
                  <a:cubicBezTo>
                    <a:pt x="55829" y="2314"/>
                    <a:pt x="54147" y="1092"/>
                    <a:pt x="52361" y="1092"/>
                  </a:cubicBezTo>
                  <a:cubicBezTo>
                    <a:pt x="51205" y="1092"/>
                    <a:pt x="49208" y="1601"/>
                    <a:pt x="48052" y="3535"/>
                  </a:cubicBezTo>
                  <a:cubicBezTo>
                    <a:pt x="47736" y="4146"/>
                    <a:pt x="46896" y="7404"/>
                    <a:pt x="46370" y="9440"/>
                  </a:cubicBezTo>
                  <a:lnTo>
                    <a:pt x="44163" y="17891"/>
                  </a:lnTo>
                  <a:lnTo>
                    <a:pt x="40905" y="30617"/>
                  </a:lnTo>
                  <a:cubicBezTo>
                    <a:pt x="40170" y="33162"/>
                    <a:pt x="40170" y="33366"/>
                    <a:pt x="39224" y="34689"/>
                  </a:cubicBezTo>
                  <a:cubicBezTo>
                    <a:pt x="35966" y="39169"/>
                    <a:pt x="31342" y="43139"/>
                    <a:pt x="25351" y="43139"/>
                  </a:cubicBezTo>
                  <a:cubicBezTo>
                    <a:pt x="16734" y="43139"/>
                    <a:pt x="16734" y="35911"/>
                    <a:pt x="16734" y="34078"/>
                  </a:cubicBezTo>
                  <a:cubicBezTo>
                    <a:pt x="16734" y="31431"/>
                    <a:pt x="17049" y="30108"/>
                    <a:pt x="18520" y="24610"/>
                  </a:cubicBezTo>
                  <a:cubicBezTo>
                    <a:pt x="19571" y="20130"/>
                    <a:pt x="19781" y="19418"/>
                    <a:pt x="20832" y="15447"/>
                  </a:cubicBezTo>
                  <a:lnTo>
                    <a:pt x="22304" y="9746"/>
                  </a:lnTo>
                  <a:cubicBezTo>
                    <a:pt x="22829" y="7608"/>
                    <a:pt x="23880" y="3739"/>
                    <a:pt x="23880" y="3332"/>
                  </a:cubicBezTo>
                  <a:cubicBezTo>
                    <a:pt x="23880" y="1499"/>
                    <a:pt x="22409" y="74"/>
                    <a:pt x="20307" y="74"/>
                  </a:cubicBezTo>
                  <a:cubicBezTo>
                    <a:pt x="16524" y="74"/>
                    <a:pt x="15578" y="3637"/>
                    <a:pt x="15262" y="4859"/>
                  </a:cubicBezTo>
                  <a:lnTo>
                    <a:pt x="65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9" name="Freeform: Shape 1868">
              <a:extLst>
                <a:ext uri="{FF2B5EF4-FFF2-40B4-BE49-F238E27FC236}">
                  <a16:creationId xmlns:a16="http://schemas.microsoft.com/office/drawing/2014/main" id="{44A71DC9-B974-05DC-FE90-1E6BD3BF7696}"/>
                </a:ext>
              </a:extLst>
            </p:cNvPr>
            <p:cNvSpPr/>
            <p:nvPr>
              <p:custDataLst>
                <p:tags r:id="rId93"/>
              </p:custDataLst>
            </p:nvPr>
          </p:nvSpPr>
          <p:spPr>
            <a:xfrm>
              <a:off x="10625780" y="5908393"/>
              <a:ext cx="35506" cy="63412"/>
            </a:xfrm>
            <a:custGeom>
              <a:avLst/>
              <a:gdLst>
                <a:gd name="connsiteX0" fmla="*/ 35746 w 35506"/>
                <a:gd name="connsiteY0" fmla="*/ 3202 h 63412"/>
                <a:gd name="connsiteX1" fmla="*/ 32443 w 35506"/>
                <a:gd name="connsiteY1" fmla="*/ 75 h 63412"/>
                <a:gd name="connsiteX2" fmla="*/ 27788 w 35506"/>
                <a:gd name="connsiteY2" fmla="*/ 4438 h 63412"/>
                <a:gd name="connsiteX3" fmla="*/ 31091 w 35506"/>
                <a:gd name="connsiteY3" fmla="*/ 7565 h 63412"/>
                <a:gd name="connsiteX4" fmla="*/ 35746 w 35506"/>
                <a:gd name="connsiteY4" fmla="*/ 3202 h 63412"/>
                <a:gd name="connsiteX5" fmla="*/ 19381 w 35506"/>
                <a:gd name="connsiteY5" fmla="*/ 51852 h 63412"/>
                <a:gd name="connsiteX6" fmla="*/ 8646 w 35506"/>
                <a:gd name="connsiteY6" fmla="*/ 61015 h 63412"/>
                <a:gd name="connsiteX7" fmla="*/ 5944 w 35506"/>
                <a:gd name="connsiteY7" fmla="*/ 60652 h 63412"/>
                <a:gd name="connsiteX8" fmla="*/ 8271 w 35506"/>
                <a:gd name="connsiteY8" fmla="*/ 56797 h 63412"/>
                <a:gd name="connsiteX9" fmla="*/ 4893 w 35506"/>
                <a:gd name="connsiteY9" fmla="*/ 53816 h 63412"/>
                <a:gd name="connsiteX10" fmla="*/ 239 w 35506"/>
                <a:gd name="connsiteY10" fmla="*/ 58470 h 63412"/>
                <a:gd name="connsiteX11" fmla="*/ 8721 w 35506"/>
                <a:gd name="connsiteY11" fmla="*/ 63488 h 63412"/>
                <a:gd name="connsiteX12" fmla="*/ 25912 w 35506"/>
                <a:gd name="connsiteY12" fmla="*/ 51925 h 63412"/>
                <a:gd name="connsiteX13" fmla="*/ 32668 w 35506"/>
                <a:gd name="connsiteY13" fmla="*/ 25891 h 63412"/>
                <a:gd name="connsiteX14" fmla="*/ 33043 w 35506"/>
                <a:gd name="connsiteY14" fmla="*/ 23491 h 63412"/>
                <a:gd name="connsiteX15" fmla="*/ 23810 w 35506"/>
                <a:gd name="connsiteY15" fmla="*/ 16437 h 63412"/>
                <a:gd name="connsiteX16" fmla="*/ 9172 w 35506"/>
                <a:gd name="connsiteY16" fmla="*/ 27709 h 63412"/>
                <a:gd name="connsiteX17" fmla="*/ 10748 w 35506"/>
                <a:gd name="connsiteY17" fmla="*/ 28727 h 63412"/>
                <a:gd name="connsiteX18" fmla="*/ 12400 w 35506"/>
                <a:gd name="connsiteY18" fmla="*/ 27709 h 63412"/>
                <a:gd name="connsiteX19" fmla="*/ 23510 w 35506"/>
                <a:gd name="connsiteY19" fmla="*/ 18910 h 63412"/>
                <a:gd name="connsiteX20" fmla="*/ 26662 w 35506"/>
                <a:gd name="connsiteY20" fmla="*/ 22764 h 63412"/>
                <a:gd name="connsiteX21" fmla="*/ 26437 w 35506"/>
                <a:gd name="connsiteY21" fmla="*/ 24655 h 63412"/>
                <a:gd name="connsiteX22" fmla="*/ 1938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46" y="3202"/>
                  </a:moveTo>
                  <a:cubicBezTo>
                    <a:pt x="35746" y="1529"/>
                    <a:pt x="34469" y="75"/>
                    <a:pt x="32443" y="75"/>
                  </a:cubicBezTo>
                  <a:cubicBezTo>
                    <a:pt x="30116" y="75"/>
                    <a:pt x="27788" y="2256"/>
                    <a:pt x="27788" y="4438"/>
                  </a:cubicBezTo>
                  <a:cubicBezTo>
                    <a:pt x="27788" y="6183"/>
                    <a:pt x="29215" y="7565"/>
                    <a:pt x="31091" y="7565"/>
                  </a:cubicBezTo>
                  <a:cubicBezTo>
                    <a:pt x="33644" y="7565"/>
                    <a:pt x="35746" y="5238"/>
                    <a:pt x="35746" y="3202"/>
                  </a:cubicBezTo>
                  <a:close/>
                  <a:moveTo>
                    <a:pt x="19381" y="51852"/>
                  </a:moveTo>
                  <a:cubicBezTo>
                    <a:pt x="17955" y="57379"/>
                    <a:pt x="13225" y="61015"/>
                    <a:pt x="8646" y="61015"/>
                  </a:cubicBezTo>
                  <a:cubicBezTo>
                    <a:pt x="7370" y="61015"/>
                    <a:pt x="6545" y="60797"/>
                    <a:pt x="5944" y="60652"/>
                  </a:cubicBezTo>
                  <a:cubicBezTo>
                    <a:pt x="7746" y="59634"/>
                    <a:pt x="8271" y="57743"/>
                    <a:pt x="8271" y="56797"/>
                  </a:cubicBezTo>
                  <a:cubicBezTo>
                    <a:pt x="8271" y="55561"/>
                    <a:pt x="7370" y="53816"/>
                    <a:pt x="4893" y="53816"/>
                  </a:cubicBezTo>
                  <a:cubicBezTo>
                    <a:pt x="2341" y="53816"/>
                    <a:pt x="239" y="56070"/>
                    <a:pt x="239" y="58470"/>
                  </a:cubicBezTo>
                  <a:cubicBezTo>
                    <a:pt x="239" y="61597"/>
                    <a:pt x="3617" y="63488"/>
                    <a:pt x="8721" y="63488"/>
                  </a:cubicBezTo>
                  <a:cubicBezTo>
                    <a:pt x="13826" y="63488"/>
                    <a:pt x="23585" y="60943"/>
                    <a:pt x="25912" y="51925"/>
                  </a:cubicBezTo>
                  <a:lnTo>
                    <a:pt x="32668" y="25891"/>
                  </a:lnTo>
                  <a:cubicBezTo>
                    <a:pt x="32818" y="25164"/>
                    <a:pt x="33043" y="24509"/>
                    <a:pt x="33043" y="23491"/>
                  </a:cubicBezTo>
                  <a:cubicBezTo>
                    <a:pt x="33043" y="19346"/>
                    <a:pt x="29065" y="16437"/>
                    <a:pt x="23810" y="16437"/>
                  </a:cubicBezTo>
                  <a:cubicBezTo>
                    <a:pt x="14727" y="16437"/>
                    <a:pt x="9172" y="26255"/>
                    <a:pt x="9172" y="27709"/>
                  </a:cubicBezTo>
                  <a:cubicBezTo>
                    <a:pt x="9172" y="28727"/>
                    <a:pt x="10373" y="28727"/>
                    <a:pt x="10748" y="28727"/>
                  </a:cubicBezTo>
                  <a:cubicBezTo>
                    <a:pt x="11874" y="28727"/>
                    <a:pt x="12024" y="28436"/>
                    <a:pt x="12400" y="27709"/>
                  </a:cubicBezTo>
                  <a:cubicBezTo>
                    <a:pt x="15853" y="20582"/>
                    <a:pt x="20957" y="18910"/>
                    <a:pt x="23510" y="18910"/>
                  </a:cubicBezTo>
                  <a:cubicBezTo>
                    <a:pt x="26512" y="18910"/>
                    <a:pt x="26662" y="21528"/>
                    <a:pt x="26662" y="22764"/>
                  </a:cubicBezTo>
                  <a:cubicBezTo>
                    <a:pt x="26662" y="23782"/>
                    <a:pt x="26587" y="24073"/>
                    <a:pt x="26437" y="24655"/>
                  </a:cubicBezTo>
                  <a:lnTo>
                    <a:pt x="1938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70" name="Freeform: Shape 1869">
              <a:extLst>
                <a:ext uri="{FF2B5EF4-FFF2-40B4-BE49-F238E27FC236}">
                  <a16:creationId xmlns:a16="http://schemas.microsoft.com/office/drawing/2014/main" id="{203216FC-E624-DF73-3F9B-AC90BBC860CA}"/>
                </a:ext>
              </a:extLst>
            </p:cNvPr>
            <p:cNvSpPr/>
            <p:nvPr>
              <p:custDataLst>
                <p:tags r:id="rId94"/>
              </p:custDataLst>
            </p:nvPr>
          </p:nvSpPr>
          <p:spPr>
            <a:xfrm>
              <a:off x="10690441" y="5914357"/>
              <a:ext cx="71043" cy="4988"/>
            </a:xfrm>
            <a:custGeom>
              <a:avLst/>
              <a:gdLst>
                <a:gd name="connsiteX0" fmla="*/ 67082 w 71043"/>
                <a:gd name="connsiteY0" fmla="*/ 5063 h 4988"/>
                <a:gd name="connsiteX1" fmla="*/ 71286 w 71043"/>
                <a:gd name="connsiteY1" fmla="*/ 2619 h 4988"/>
                <a:gd name="connsiteX2" fmla="*/ 67082 w 71043"/>
                <a:gd name="connsiteY2" fmla="*/ 74 h 4988"/>
                <a:gd name="connsiteX3" fmla="*/ 4446 w 71043"/>
                <a:gd name="connsiteY3" fmla="*/ 74 h 4988"/>
                <a:gd name="connsiteX4" fmla="*/ 243 w 71043"/>
                <a:gd name="connsiteY4" fmla="*/ 2517 h 4988"/>
                <a:gd name="connsiteX5" fmla="*/ 4446 w 71043"/>
                <a:gd name="connsiteY5" fmla="*/ 5063 h 4988"/>
                <a:gd name="connsiteX6" fmla="*/ 6708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82" y="5063"/>
                  </a:moveTo>
                  <a:cubicBezTo>
                    <a:pt x="68764" y="5063"/>
                    <a:pt x="71286" y="5063"/>
                    <a:pt x="71286" y="2619"/>
                  </a:cubicBezTo>
                  <a:cubicBezTo>
                    <a:pt x="71286" y="74"/>
                    <a:pt x="68869" y="74"/>
                    <a:pt x="67082" y="74"/>
                  </a:cubicBezTo>
                  <a:lnTo>
                    <a:pt x="4446" y="74"/>
                  </a:lnTo>
                  <a:cubicBezTo>
                    <a:pt x="2765" y="74"/>
                    <a:pt x="243" y="74"/>
                    <a:pt x="243" y="2517"/>
                  </a:cubicBezTo>
                  <a:cubicBezTo>
                    <a:pt x="243" y="5063"/>
                    <a:pt x="2660" y="5063"/>
                    <a:pt x="4446" y="5063"/>
                  </a:cubicBezTo>
                  <a:lnTo>
                    <a:pt x="6708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7" name="Freeform: Shape 1896">
              <a:extLst>
                <a:ext uri="{FF2B5EF4-FFF2-40B4-BE49-F238E27FC236}">
                  <a16:creationId xmlns:a16="http://schemas.microsoft.com/office/drawing/2014/main" id="{1930BFE8-B3CF-EC12-3DFF-56ACD47BAE30}"/>
                </a:ext>
              </a:extLst>
            </p:cNvPr>
            <p:cNvSpPr/>
            <p:nvPr>
              <p:custDataLst>
                <p:tags r:id="rId95"/>
              </p:custDataLst>
            </p:nvPr>
          </p:nvSpPr>
          <p:spPr>
            <a:xfrm>
              <a:off x="10775132" y="5870884"/>
              <a:ext cx="73460" cy="91221"/>
            </a:xfrm>
            <a:custGeom>
              <a:avLst/>
              <a:gdLst>
                <a:gd name="connsiteX0" fmla="*/ 7080 w 73460"/>
                <a:gd name="connsiteY0" fmla="*/ 89056 h 91221"/>
                <a:gd name="connsiteX1" fmla="*/ 13491 w 73460"/>
                <a:gd name="connsiteY1" fmla="*/ 63909 h 91221"/>
                <a:gd name="connsiteX2" fmla="*/ 37347 w 73460"/>
                <a:gd name="connsiteY2" fmla="*/ 72868 h 91221"/>
                <a:gd name="connsiteX3" fmla="*/ 72869 w 73460"/>
                <a:gd name="connsiteY3" fmla="*/ 44565 h 91221"/>
                <a:gd name="connsiteX4" fmla="*/ 65722 w 73460"/>
                <a:gd name="connsiteY4" fmla="*/ 30719 h 91221"/>
                <a:gd name="connsiteX5" fmla="*/ 73709 w 73460"/>
                <a:gd name="connsiteY5" fmla="*/ 14531 h 91221"/>
                <a:gd name="connsiteX6" fmla="*/ 55003 w 73460"/>
                <a:gd name="connsiteY6" fmla="*/ 74 h 91221"/>
                <a:gd name="connsiteX7" fmla="*/ 16538 w 73460"/>
                <a:gd name="connsiteY7" fmla="*/ 26137 h 91221"/>
                <a:gd name="connsiteX8" fmla="*/ 669 w 73460"/>
                <a:gd name="connsiteY8" fmla="*/ 87732 h 91221"/>
                <a:gd name="connsiteX9" fmla="*/ 249 w 73460"/>
                <a:gd name="connsiteY9" fmla="*/ 89463 h 91221"/>
                <a:gd name="connsiteX10" fmla="*/ 3612 w 73460"/>
                <a:gd name="connsiteY10" fmla="*/ 91295 h 91221"/>
                <a:gd name="connsiteX11" fmla="*/ 7080 w 73460"/>
                <a:gd name="connsiteY11" fmla="*/ 89056 h 91221"/>
                <a:gd name="connsiteX12" fmla="*/ 39974 w 73460"/>
                <a:gd name="connsiteY12" fmla="*/ 32042 h 91221"/>
                <a:gd name="connsiteX13" fmla="*/ 47016 w 73460"/>
                <a:gd name="connsiteY13" fmla="*/ 31024 h 91221"/>
                <a:gd name="connsiteX14" fmla="*/ 51955 w 73460"/>
                <a:gd name="connsiteY14" fmla="*/ 31431 h 91221"/>
                <a:gd name="connsiteX15" fmla="*/ 45544 w 73460"/>
                <a:gd name="connsiteY15" fmla="*/ 32653 h 91221"/>
                <a:gd name="connsiteX16" fmla="*/ 39974 w 73460"/>
                <a:gd name="connsiteY16" fmla="*/ 32042 h 91221"/>
                <a:gd name="connsiteX17" fmla="*/ 57000 w 73460"/>
                <a:gd name="connsiteY17" fmla="*/ 27155 h 91221"/>
                <a:gd name="connsiteX18" fmla="*/ 47331 w 73460"/>
                <a:gd name="connsiteY18" fmla="*/ 26341 h 91221"/>
                <a:gd name="connsiteX19" fmla="*/ 33248 w 73460"/>
                <a:gd name="connsiteY19" fmla="*/ 32449 h 91221"/>
                <a:gd name="connsiteX20" fmla="*/ 45334 w 73460"/>
                <a:gd name="connsiteY20" fmla="*/ 37336 h 91221"/>
                <a:gd name="connsiteX21" fmla="*/ 58261 w 73460"/>
                <a:gd name="connsiteY21" fmla="*/ 35198 h 91221"/>
                <a:gd name="connsiteX22" fmla="*/ 59522 w 73460"/>
                <a:gd name="connsiteY22" fmla="*/ 40594 h 91221"/>
                <a:gd name="connsiteX23" fmla="*/ 53321 w 73460"/>
                <a:gd name="connsiteY23" fmla="*/ 60752 h 91221"/>
                <a:gd name="connsiteX24" fmla="*/ 37242 w 73460"/>
                <a:gd name="connsiteY24" fmla="*/ 68185 h 91221"/>
                <a:gd name="connsiteX25" fmla="*/ 16643 w 73460"/>
                <a:gd name="connsiteY25" fmla="*/ 53728 h 91221"/>
                <a:gd name="connsiteX26" fmla="*/ 18535 w 73460"/>
                <a:gd name="connsiteY26" fmla="*/ 44667 h 91221"/>
                <a:gd name="connsiteX27" fmla="*/ 22634 w 73460"/>
                <a:gd name="connsiteY27" fmla="*/ 28479 h 91221"/>
                <a:gd name="connsiteX28" fmla="*/ 33774 w 73460"/>
                <a:gd name="connsiteY28" fmla="*/ 11884 h 91221"/>
                <a:gd name="connsiteX29" fmla="*/ 54477 w 73460"/>
                <a:gd name="connsiteY29" fmla="*/ 4757 h 91221"/>
                <a:gd name="connsiteX30" fmla="*/ 61624 w 73460"/>
                <a:gd name="connsiteY30" fmla="*/ 10866 h 91221"/>
                <a:gd name="connsiteX31" fmla="*/ 57000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80" y="89056"/>
                  </a:moveTo>
                  <a:lnTo>
                    <a:pt x="13491" y="63909"/>
                  </a:lnTo>
                  <a:cubicBezTo>
                    <a:pt x="15487" y="66454"/>
                    <a:pt x="22529" y="72868"/>
                    <a:pt x="37347" y="72868"/>
                  </a:cubicBezTo>
                  <a:cubicBezTo>
                    <a:pt x="60888" y="72868"/>
                    <a:pt x="72869" y="57393"/>
                    <a:pt x="72869" y="44565"/>
                  </a:cubicBezTo>
                  <a:cubicBezTo>
                    <a:pt x="72869" y="38660"/>
                    <a:pt x="70452" y="33977"/>
                    <a:pt x="65722" y="30719"/>
                  </a:cubicBezTo>
                  <a:cubicBezTo>
                    <a:pt x="70346" y="27053"/>
                    <a:pt x="73709" y="20538"/>
                    <a:pt x="73709" y="14531"/>
                  </a:cubicBezTo>
                  <a:cubicBezTo>
                    <a:pt x="73709" y="6284"/>
                    <a:pt x="67614" y="74"/>
                    <a:pt x="55003" y="74"/>
                  </a:cubicBezTo>
                  <a:cubicBezTo>
                    <a:pt x="39449" y="74"/>
                    <a:pt x="20742" y="9644"/>
                    <a:pt x="16538" y="26137"/>
                  </a:cubicBezTo>
                  <a:lnTo>
                    <a:pt x="669" y="87732"/>
                  </a:lnTo>
                  <a:cubicBezTo>
                    <a:pt x="249" y="89157"/>
                    <a:pt x="249" y="89361"/>
                    <a:pt x="249" y="89463"/>
                  </a:cubicBezTo>
                  <a:cubicBezTo>
                    <a:pt x="249" y="91295"/>
                    <a:pt x="2035" y="91295"/>
                    <a:pt x="3612" y="91295"/>
                  </a:cubicBezTo>
                  <a:cubicBezTo>
                    <a:pt x="5714" y="91295"/>
                    <a:pt x="6554" y="91295"/>
                    <a:pt x="7080" y="89056"/>
                  </a:cubicBezTo>
                  <a:close/>
                  <a:moveTo>
                    <a:pt x="39974" y="32042"/>
                  </a:moveTo>
                  <a:cubicBezTo>
                    <a:pt x="41341" y="31431"/>
                    <a:pt x="42286" y="31024"/>
                    <a:pt x="47016" y="31024"/>
                  </a:cubicBezTo>
                  <a:cubicBezTo>
                    <a:pt x="48697" y="31024"/>
                    <a:pt x="50063" y="31024"/>
                    <a:pt x="51955" y="31431"/>
                  </a:cubicBezTo>
                  <a:cubicBezTo>
                    <a:pt x="49643" y="32653"/>
                    <a:pt x="47436" y="32653"/>
                    <a:pt x="45544" y="32653"/>
                  </a:cubicBezTo>
                  <a:cubicBezTo>
                    <a:pt x="42391" y="32653"/>
                    <a:pt x="42076" y="32551"/>
                    <a:pt x="39974" y="32042"/>
                  </a:cubicBezTo>
                  <a:close/>
                  <a:moveTo>
                    <a:pt x="57000" y="27155"/>
                  </a:moveTo>
                  <a:cubicBezTo>
                    <a:pt x="53006" y="26341"/>
                    <a:pt x="49433" y="26341"/>
                    <a:pt x="47331" y="26341"/>
                  </a:cubicBezTo>
                  <a:cubicBezTo>
                    <a:pt x="42812" y="26341"/>
                    <a:pt x="33248" y="26341"/>
                    <a:pt x="33248" y="32449"/>
                  </a:cubicBezTo>
                  <a:cubicBezTo>
                    <a:pt x="33248" y="37234"/>
                    <a:pt x="40184" y="37336"/>
                    <a:pt x="45334" y="37336"/>
                  </a:cubicBezTo>
                  <a:cubicBezTo>
                    <a:pt x="48382" y="37336"/>
                    <a:pt x="52691" y="37336"/>
                    <a:pt x="58261" y="35198"/>
                  </a:cubicBezTo>
                  <a:cubicBezTo>
                    <a:pt x="59206" y="36624"/>
                    <a:pt x="59522" y="38762"/>
                    <a:pt x="59522" y="40594"/>
                  </a:cubicBezTo>
                  <a:cubicBezTo>
                    <a:pt x="59522" y="44157"/>
                    <a:pt x="57315" y="55357"/>
                    <a:pt x="53321" y="60752"/>
                  </a:cubicBezTo>
                  <a:cubicBezTo>
                    <a:pt x="49538" y="65741"/>
                    <a:pt x="43758" y="68185"/>
                    <a:pt x="37242" y="68185"/>
                  </a:cubicBezTo>
                  <a:cubicBezTo>
                    <a:pt x="28309" y="68185"/>
                    <a:pt x="16643" y="64214"/>
                    <a:pt x="16643" y="53728"/>
                  </a:cubicBezTo>
                  <a:cubicBezTo>
                    <a:pt x="16643" y="51793"/>
                    <a:pt x="17694" y="47619"/>
                    <a:pt x="18535" y="44667"/>
                  </a:cubicBezTo>
                  <a:cubicBezTo>
                    <a:pt x="19061" y="42427"/>
                    <a:pt x="22424" y="29395"/>
                    <a:pt x="22634" y="28479"/>
                  </a:cubicBezTo>
                  <a:cubicBezTo>
                    <a:pt x="23580" y="24915"/>
                    <a:pt x="25366" y="17992"/>
                    <a:pt x="33774" y="11884"/>
                  </a:cubicBezTo>
                  <a:cubicBezTo>
                    <a:pt x="42391" y="5572"/>
                    <a:pt x="50694" y="4757"/>
                    <a:pt x="54477" y="4757"/>
                  </a:cubicBezTo>
                  <a:cubicBezTo>
                    <a:pt x="61624" y="4757"/>
                    <a:pt x="61624" y="9237"/>
                    <a:pt x="61624" y="10866"/>
                  </a:cubicBezTo>
                  <a:cubicBezTo>
                    <a:pt x="61624" y="13309"/>
                    <a:pt x="59732" y="22574"/>
                    <a:pt x="57000"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8" name="Freeform: Shape 1897">
              <a:extLst>
                <a:ext uri="{FF2B5EF4-FFF2-40B4-BE49-F238E27FC236}">
                  <a16:creationId xmlns:a16="http://schemas.microsoft.com/office/drawing/2014/main" id="{7311074D-F5B7-9975-A7BA-D94EB3370EEC}"/>
                </a:ext>
              </a:extLst>
            </p:cNvPr>
            <p:cNvSpPr/>
            <p:nvPr>
              <p:custDataLst>
                <p:tags r:id="rId96"/>
              </p:custDataLst>
            </p:nvPr>
          </p:nvSpPr>
          <p:spPr>
            <a:xfrm>
              <a:off x="10863329" y="5847994"/>
              <a:ext cx="62605" cy="50468"/>
            </a:xfrm>
            <a:custGeom>
              <a:avLst/>
              <a:gdLst>
                <a:gd name="connsiteX0" fmla="*/ 33659 w 62605"/>
                <a:gd name="connsiteY0" fmla="*/ 4143 h 50468"/>
                <a:gd name="connsiteX1" fmla="*/ 59632 w 62605"/>
                <a:gd name="connsiteY1" fmla="*/ 4143 h 50468"/>
                <a:gd name="connsiteX2" fmla="*/ 62860 w 62605"/>
                <a:gd name="connsiteY2" fmla="*/ 2107 h 50468"/>
                <a:gd name="connsiteX3" fmla="*/ 59632 w 62605"/>
                <a:gd name="connsiteY3" fmla="*/ 71 h 50468"/>
                <a:gd name="connsiteX4" fmla="*/ 3482 w 62605"/>
                <a:gd name="connsiteY4" fmla="*/ 71 h 50468"/>
                <a:gd name="connsiteX5" fmla="*/ 254 w 62605"/>
                <a:gd name="connsiteY5" fmla="*/ 2107 h 50468"/>
                <a:gd name="connsiteX6" fmla="*/ 3482 w 62605"/>
                <a:gd name="connsiteY6" fmla="*/ 4143 h 50468"/>
                <a:gd name="connsiteX7" fmla="*/ 29455 w 62605"/>
                <a:gd name="connsiteY7" fmla="*/ 4143 h 50468"/>
                <a:gd name="connsiteX8" fmla="*/ 29455 w 62605"/>
                <a:gd name="connsiteY8" fmla="*/ 47412 h 50468"/>
                <a:gd name="connsiteX9" fmla="*/ 31557 w 62605"/>
                <a:gd name="connsiteY9" fmla="*/ 50539 h 50468"/>
                <a:gd name="connsiteX10" fmla="*/ 33659 w 62605"/>
                <a:gd name="connsiteY10" fmla="*/ 47412 h 50468"/>
                <a:gd name="connsiteX11" fmla="*/ 3365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659" y="4143"/>
                  </a:moveTo>
                  <a:lnTo>
                    <a:pt x="59632" y="4143"/>
                  </a:lnTo>
                  <a:cubicBezTo>
                    <a:pt x="60833" y="4143"/>
                    <a:pt x="62860" y="4143"/>
                    <a:pt x="62860" y="2107"/>
                  </a:cubicBezTo>
                  <a:cubicBezTo>
                    <a:pt x="62860" y="71"/>
                    <a:pt x="60833" y="71"/>
                    <a:pt x="59632" y="71"/>
                  </a:cubicBezTo>
                  <a:lnTo>
                    <a:pt x="3482" y="71"/>
                  </a:lnTo>
                  <a:cubicBezTo>
                    <a:pt x="2356" y="71"/>
                    <a:pt x="254" y="71"/>
                    <a:pt x="254" y="2107"/>
                  </a:cubicBezTo>
                  <a:cubicBezTo>
                    <a:pt x="254" y="4143"/>
                    <a:pt x="2356" y="4143"/>
                    <a:pt x="3482" y="4143"/>
                  </a:cubicBezTo>
                  <a:lnTo>
                    <a:pt x="29455" y="4143"/>
                  </a:lnTo>
                  <a:lnTo>
                    <a:pt x="29455" y="47412"/>
                  </a:lnTo>
                  <a:cubicBezTo>
                    <a:pt x="29455" y="48503"/>
                    <a:pt x="29455" y="50539"/>
                    <a:pt x="31557" y="50539"/>
                  </a:cubicBezTo>
                  <a:cubicBezTo>
                    <a:pt x="33659" y="50539"/>
                    <a:pt x="33659" y="48576"/>
                    <a:pt x="33659" y="47412"/>
                  </a:cubicBezTo>
                  <a:lnTo>
                    <a:pt x="3365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9" name="Freeform: Shape 1898">
              <a:extLst>
                <a:ext uri="{FF2B5EF4-FFF2-40B4-BE49-F238E27FC236}">
                  <a16:creationId xmlns:a16="http://schemas.microsoft.com/office/drawing/2014/main" id="{381424C0-913F-844A-0811-E05DB6AF40D6}"/>
                </a:ext>
              </a:extLst>
            </p:cNvPr>
            <p:cNvSpPr/>
            <p:nvPr>
              <p:custDataLst>
                <p:tags r:id="rId97"/>
              </p:custDataLst>
            </p:nvPr>
          </p:nvSpPr>
          <p:spPr>
            <a:xfrm>
              <a:off x="10946454" y="5897151"/>
              <a:ext cx="64422" cy="45203"/>
            </a:xfrm>
            <a:custGeom>
              <a:avLst/>
              <a:gdLst>
                <a:gd name="connsiteX0" fmla="*/ 38094 w 64422"/>
                <a:gd name="connsiteY0" fmla="*/ 20639 h 45203"/>
                <a:gd name="connsiteX1" fmla="*/ 52597 w 64422"/>
                <a:gd name="connsiteY1" fmla="*/ 6488 h 45203"/>
                <a:gd name="connsiteX2" fmla="*/ 62371 w 64422"/>
                <a:gd name="connsiteY2" fmla="*/ 5775 h 45203"/>
                <a:gd name="connsiteX3" fmla="*/ 62371 w 64422"/>
                <a:gd name="connsiteY3" fmla="*/ 74 h 45203"/>
                <a:gd name="connsiteX4" fmla="*/ 52176 w 64422"/>
                <a:gd name="connsiteY4" fmla="*/ 481 h 45203"/>
                <a:gd name="connsiteX5" fmla="*/ 40511 w 64422"/>
                <a:gd name="connsiteY5" fmla="*/ 74 h 45203"/>
                <a:gd name="connsiteX6" fmla="*/ 40511 w 64422"/>
                <a:gd name="connsiteY6" fmla="*/ 5775 h 45203"/>
                <a:gd name="connsiteX7" fmla="*/ 43349 w 64422"/>
                <a:gd name="connsiteY7" fmla="*/ 6386 h 45203"/>
                <a:gd name="connsiteX8" fmla="*/ 33470 w 64422"/>
                <a:gd name="connsiteY8" fmla="*/ 16058 h 45203"/>
                <a:gd name="connsiteX9" fmla="*/ 23276 w 64422"/>
                <a:gd name="connsiteY9" fmla="*/ 5775 h 45203"/>
                <a:gd name="connsiteX10" fmla="*/ 26113 w 64422"/>
                <a:gd name="connsiteY10" fmla="*/ 5775 h 45203"/>
                <a:gd name="connsiteX11" fmla="*/ 26113 w 64422"/>
                <a:gd name="connsiteY11" fmla="*/ 74 h 45203"/>
                <a:gd name="connsiteX12" fmla="*/ 12766 w 64422"/>
                <a:gd name="connsiteY12" fmla="*/ 481 h 45203"/>
                <a:gd name="connsiteX13" fmla="*/ 891 w 64422"/>
                <a:gd name="connsiteY13" fmla="*/ 74 h 45203"/>
                <a:gd name="connsiteX14" fmla="*/ 891 w 64422"/>
                <a:gd name="connsiteY14" fmla="*/ 5775 h 45203"/>
                <a:gd name="connsiteX15" fmla="*/ 8773 w 64422"/>
                <a:gd name="connsiteY15" fmla="*/ 5775 h 45203"/>
                <a:gd name="connsiteX16" fmla="*/ 26008 w 64422"/>
                <a:gd name="connsiteY16" fmla="*/ 23185 h 45203"/>
                <a:gd name="connsiteX17" fmla="*/ 10875 w 64422"/>
                <a:gd name="connsiteY17" fmla="*/ 37947 h 45203"/>
                <a:gd name="connsiteX18" fmla="*/ 6145 w 64422"/>
                <a:gd name="connsiteY18" fmla="*/ 39474 h 45203"/>
                <a:gd name="connsiteX19" fmla="*/ 260 w 64422"/>
                <a:gd name="connsiteY19" fmla="*/ 39576 h 45203"/>
                <a:gd name="connsiteX20" fmla="*/ 260 w 64422"/>
                <a:gd name="connsiteY20" fmla="*/ 45277 h 45203"/>
                <a:gd name="connsiteX21" fmla="*/ 10454 w 64422"/>
                <a:gd name="connsiteY21" fmla="*/ 44870 h 45203"/>
                <a:gd name="connsiteX22" fmla="*/ 22120 w 64422"/>
                <a:gd name="connsiteY22" fmla="*/ 45277 h 45203"/>
                <a:gd name="connsiteX23" fmla="*/ 22120 w 64422"/>
                <a:gd name="connsiteY23" fmla="*/ 39576 h 45203"/>
                <a:gd name="connsiteX24" fmla="*/ 19282 w 64422"/>
                <a:gd name="connsiteY24" fmla="*/ 38863 h 45203"/>
                <a:gd name="connsiteX25" fmla="*/ 30632 w 64422"/>
                <a:gd name="connsiteY25" fmla="*/ 27868 h 45203"/>
                <a:gd name="connsiteX26" fmla="*/ 42298 w 64422"/>
                <a:gd name="connsiteY26" fmla="*/ 39576 h 45203"/>
                <a:gd name="connsiteX27" fmla="*/ 39565 w 64422"/>
                <a:gd name="connsiteY27" fmla="*/ 39576 h 45203"/>
                <a:gd name="connsiteX28" fmla="*/ 39565 w 64422"/>
                <a:gd name="connsiteY28" fmla="*/ 45277 h 45203"/>
                <a:gd name="connsiteX29" fmla="*/ 52912 w 64422"/>
                <a:gd name="connsiteY29" fmla="*/ 44870 h 45203"/>
                <a:gd name="connsiteX30" fmla="*/ 64683 w 64422"/>
                <a:gd name="connsiteY30" fmla="*/ 45277 h 45203"/>
                <a:gd name="connsiteX31" fmla="*/ 64683 w 64422"/>
                <a:gd name="connsiteY31" fmla="*/ 39576 h 45203"/>
                <a:gd name="connsiteX32" fmla="*/ 56906 w 64422"/>
                <a:gd name="connsiteY32" fmla="*/ 39576 h 45203"/>
                <a:gd name="connsiteX33" fmla="*/ 3809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94" y="20639"/>
                  </a:moveTo>
                  <a:lnTo>
                    <a:pt x="52597" y="6488"/>
                  </a:lnTo>
                  <a:cubicBezTo>
                    <a:pt x="55119" y="5775"/>
                    <a:pt x="57852" y="5775"/>
                    <a:pt x="62371" y="5775"/>
                  </a:cubicBezTo>
                  <a:lnTo>
                    <a:pt x="62371" y="74"/>
                  </a:lnTo>
                  <a:cubicBezTo>
                    <a:pt x="59008" y="379"/>
                    <a:pt x="55539" y="481"/>
                    <a:pt x="52176" y="481"/>
                  </a:cubicBezTo>
                  <a:cubicBezTo>
                    <a:pt x="48603" y="481"/>
                    <a:pt x="41352" y="176"/>
                    <a:pt x="40511" y="74"/>
                  </a:cubicBezTo>
                  <a:lnTo>
                    <a:pt x="40511" y="5775"/>
                  </a:lnTo>
                  <a:cubicBezTo>
                    <a:pt x="41877" y="5775"/>
                    <a:pt x="42613" y="5979"/>
                    <a:pt x="43349" y="6386"/>
                  </a:cubicBezTo>
                  <a:lnTo>
                    <a:pt x="33470" y="16058"/>
                  </a:lnTo>
                  <a:lnTo>
                    <a:pt x="23276" y="5775"/>
                  </a:lnTo>
                  <a:lnTo>
                    <a:pt x="26113" y="5775"/>
                  </a:lnTo>
                  <a:lnTo>
                    <a:pt x="26113" y="74"/>
                  </a:lnTo>
                  <a:cubicBezTo>
                    <a:pt x="25483" y="74"/>
                    <a:pt x="17180" y="481"/>
                    <a:pt x="12766" y="481"/>
                  </a:cubicBezTo>
                  <a:cubicBezTo>
                    <a:pt x="8773" y="481"/>
                    <a:pt x="4884" y="379"/>
                    <a:pt x="891" y="74"/>
                  </a:cubicBezTo>
                  <a:lnTo>
                    <a:pt x="891" y="5775"/>
                  </a:lnTo>
                  <a:lnTo>
                    <a:pt x="8773" y="5775"/>
                  </a:lnTo>
                  <a:lnTo>
                    <a:pt x="26008" y="23185"/>
                  </a:lnTo>
                  <a:lnTo>
                    <a:pt x="10875" y="37947"/>
                  </a:lnTo>
                  <a:cubicBezTo>
                    <a:pt x="9508" y="39169"/>
                    <a:pt x="9403" y="39271"/>
                    <a:pt x="6145" y="39474"/>
                  </a:cubicBezTo>
                  <a:cubicBezTo>
                    <a:pt x="4464" y="39576"/>
                    <a:pt x="786" y="39576"/>
                    <a:pt x="260" y="39576"/>
                  </a:cubicBezTo>
                  <a:lnTo>
                    <a:pt x="260" y="45277"/>
                  </a:lnTo>
                  <a:cubicBezTo>
                    <a:pt x="3623" y="44972"/>
                    <a:pt x="7091" y="44870"/>
                    <a:pt x="10454" y="44870"/>
                  </a:cubicBezTo>
                  <a:cubicBezTo>
                    <a:pt x="13292" y="44870"/>
                    <a:pt x="20753" y="45176"/>
                    <a:pt x="22120" y="45277"/>
                  </a:cubicBezTo>
                  <a:lnTo>
                    <a:pt x="22120" y="39576"/>
                  </a:lnTo>
                  <a:cubicBezTo>
                    <a:pt x="20438" y="39576"/>
                    <a:pt x="20018" y="39372"/>
                    <a:pt x="19282" y="38863"/>
                  </a:cubicBezTo>
                  <a:lnTo>
                    <a:pt x="30632" y="27868"/>
                  </a:lnTo>
                  <a:lnTo>
                    <a:pt x="42298" y="39576"/>
                  </a:lnTo>
                  <a:lnTo>
                    <a:pt x="39565" y="39576"/>
                  </a:lnTo>
                  <a:lnTo>
                    <a:pt x="39565" y="45277"/>
                  </a:lnTo>
                  <a:cubicBezTo>
                    <a:pt x="39670" y="45277"/>
                    <a:pt x="48078" y="44870"/>
                    <a:pt x="52912" y="44870"/>
                  </a:cubicBezTo>
                  <a:cubicBezTo>
                    <a:pt x="56801" y="44870"/>
                    <a:pt x="60794" y="44972"/>
                    <a:pt x="64683" y="45277"/>
                  </a:cubicBezTo>
                  <a:lnTo>
                    <a:pt x="64683" y="39576"/>
                  </a:lnTo>
                  <a:lnTo>
                    <a:pt x="56906" y="39576"/>
                  </a:lnTo>
                  <a:lnTo>
                    <a:pt x="3809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0" name="Freeform: Shape 1899">
              <a:extLst>
                <a:ext uri="{FF2B5EF4-FFF2-40B4-BE49-F238E27FC236}">
                  <a16:creationId xmlns:a16="http://schemas.microsoft.com/office/drawing/2014/main" id="{B1FC94EA-8333-6F9A-152B-FF094B6D013C}"/>
                </a:ext>
              </a:extLst>
            </p:cNvPr>
            <p:cNvSpPr/>
            <p:nvPr>
              <p:custDataLst>
                <p:tags r:id="rId98"/>
              </p:custDataLst>
            </p:nvPr>
          </p:nvSpPr>
          <p:spPr>
            <a:xfrm>
              <a:off x="11021884" y="5879334"/>
              <a:ext cx="77349" cy="75033"/>
            </a:xfrm>
            <a:custGeom>
              <a:avLst/>
              <a:gdLst>
                <a:gd name="connsiteX0" fmla="*/ 41567 w 77349"/>
                <a:gd name="connsiteY0" fmla="*/ 40085 h 75033"/>
                <a:gd name="connsiteX1" fmla="*/ 73725 w 77349"/>
                <a:gd name="connsiteY1" fmla="*/ 40085 h 75033"/>
                <a:gd name="connsiteX2" fmla="*/ 77614 w 77349"/>
                <a:gd name="connsiteY2" fmla="*/ 37642 h 75033"/>
                <a:gd name="connsiteX3" fmla="*/ 73725 w 77349"/>
                <a:gd name="connsiteY3" fmla="*/ 35096 h 75033"/>
                <a:gd name="connsiteX4" fmla="*/ 41567 w 77349"/>
                <a:gd name="connsiteY4" fmla="*/ 35096 h 75033"/>
                <a:gd name="connsiteX5" fmla="*/ 41567 w 77349"/>
                <a:gd name="connsiteY5" fmla="*/ 3841 h 75033"/>
                <a:gd name="connsiteX6" fmla="*/ 39044 w 77349"/>
                <a:gd name="connsiteY6" fmla="*/ 74 h 75033"/>
                <a:gd name="connsiteX7" fmla="*/ 36417 w 77349"/>
                <a:gd name="connsiteY7" fmla="*/ 3841 h 75033"/>
                <a:gd name="connsiteX8" fmla="*/ 36417 w 77349"/>
                <a:gd name="connsiteY8" fmla="*/ 35096 h 75033"/>
                <a:gd name="connsiteX9" fmla="*/ 4153 w 77349"/>
                <a:gd name="connsiteY9" fmla="*/ 35096 h 75033"/>
                <a:gd name="connsiteX10" fmla="*/ 265 w 77349"/>
                <a:gd name="connsiteY10" fmla="*/ 37540 h 75033"/>
                <a:gd name="connsiteX11" fmla="*/ 4153 w 77349"/>
                <a:gd name="connsiteY11" fmla="*/ 40085 h 75033"/>
                <a:gd name="connsiteX12" fmla="*/ 36417 w 77349"/>
                <a:gd name="connsiteY12" fmla="*/ 40085 h 75033"/>
                <a:gd name="connsiteX13" fmla="*/ 36417 w 77349"/>
                <a:gd name="connsiteY13" fmla="*/ 71341 h 75033"/>
                <a:gd name="connsiteX14" fmla="*/ 38939 w 77349"/>
                <a:gd name="connsiteY14" fmla="*/ 75108 h 75033"/>
                <a:gd name="connsiteX15" fmla="*/ 41567 w 77349"/>
                <a:gd name="connsiteY15" fmla="*/ 71341 h 75033"/>
                <a:gd name="connsiteX16" fmla="*/ 41567 w 77349"/>
                <a:gd name="connsiteY16" fmla="*/ 40085 h 75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349" h="75033">
                  <a:moveTo>
                    <a:pt x="41567" y="40085"/>
                  </a:moveTo>
                  <a:lnTo>
                    <a:pt x="73725" y="40085"/>
                  </a:lnTo>
                  <a:cubicBezTo>
                    <a:pt x="75092" y="40085"/>
                    <a:pt x="77614" y="40085"/>
                    <a:pt x="77614" y="37642"/>
                  </a:cubicBezTo>
                  <a:cubicBezTo>
                    <a:pt x="77614" y="35096"/>
                    <a:pt x="75197" y="35096"/>
                    <a:pt x="73725" y="35096"/>
                  </a:cubicBezTo>
                  <a:lnTo>
                    <a:pt x="41567" y="35096"/>
                  </a:lnTo>
                  <a:lnTo>
                    <a:pt x="41567" y="3841"/>
                  </a:lnTo>
                  <a:cubicBezTo>
                    <a:pt x="41567" y="2517"/>
                    <a:pt x="41567" y="74"/>
                    <a:pt x="39044" y="74"/>
                  </a:cubicBezTo>
                  <a:cubicBezTo>
                    <a:pt x="36417" y="74"/>
                    <a:pt x="36417" y="2415"/>
                    <a:pt x="36417" y="3841"/>
                  </a:cubicBezTo>
                  <a:lnTo>
                    <a:pt x="36417" y="35096"/>
                  </a:lnTo>
                  <a:lnTo>
                    <a:pt x="4153" y="35096"/>
                  </a:lnTo>
                  <a:cubicBezTo>
                    <a:pt x="2787" y="35096"/>
                    <a:pt x="265" y="35096"/>
                    <a:pt x="265" y="37540"/>
                  </a:cubicBezTo>
                  <a:cubicBezTo>
                    <a:pt x="265" y="40085"/>
                    <a:pt x="2682" y="40085"/>
                    <a:pt x="4153" y="40085"/>
                  </a:cubicBezTo>
                  <a:lnTo>
                    <a:pt x="36417" y="40085"/>
                  </a:lnTo>
                  <a:lnTo>
                    <a:pt x="36417" y="71341"/>
                  </a:lnTo>
                  <a:cubicBezTo>
                    <a:pt x="36417" y="72664"/>
                    <a:pt x="36417" y="75108"/>
                    <a:pt x="38939" y="75108"/>
                  </a:cubicBezTo>
                  <a:cubicBezTo>
                    <a:pt x="41567" y="75108"/>
                    <a:pt x="41567" y="72766"/>
                    <a:pt x="41567" y="71341"/>
                  </a:cubicBezTo>
                  <a:lnTo>
                    <a:pt x="41567" y="400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1" name="Freeform: Shape 1900">
              <a:extLst>
                <a:ext uri="{FF2B5EF4-FFF2-40B4-BE49-F238E27FC236}">
                  <a16:creationId xmlns:a16="http://schemas.microsoft.com/office/drawing/2014/main" id="{205B2FB0-0D94-A9DB-A584-9175155BAB51}"/>
                </a:ext>
              </a:extLst>
            </p:cNvPr>
            <p:cNvSpPr/>
            <p:nvPr>
              <p:custDataLst>
                <p:tags r:id="rId99"/>
              </p:custDataLst>
            </p:nvPr>
          </p:nvSpPr>
          <p:spPr>
            <a:xfrm>
              <a:off x="11111815" y="5870578"/>
              <a:ext cx="61402" cy="91526"/>
            </a:xfrm>
            <a:custGeom>
              <a:avLst/>
              <a:gdLst>
                <a:gd name="connsiteX0" fmla="*/ 61673 w 61402"/>
                <a:gd name="connsiteY0" fmla="*/ 14225 h 91526"/>
                <a:gd name="connsiteX1" fmla="*/ 44438 w 61402"/>
                <a:gd name="connsiteY1" fmla="*/ 74 h 91526"/>
                <a:gd name="connsiteX2" fmla="*/ 16798 w 61402"/>
                <a:gd name="connsiteY2" fmla="*/ 26239 h 91526"/>
                <a:gd name="connsiteX3" fmla="*/ 298 w 61402"/>
                <a:gd name="connsiteY3" fmla="*/ 90379 h 91526"/>
                <a:gd name="connsiteX4" fmla="*/ 1770 w 61402"/>
                <a:gd name="connsiteY4" fmla="*/ 91601 h 91526"/>
                <a:gd name="connsiteX5" fmla="*/ 3766 w 61402"/>
                <a:gd name="connsiteY5" fmla="*/ 90888 h 91526"/>
                <a:gd name="connsiteX6" fmla="*/ 10808 w 61402"/>
                <a:gd name="connsiteY6" fmla="*/ 63705 h 91526"/>
                <a:gd name="connsiteX7" fmla="*/ 26572 w 61402"/>
                <a:gd name="connsiteY7" fmla="*/ 72766 h 91526"/>
                <a:gd name="connsiteX8" fmla="*/ 57890 w 61402"/>
                <a:gd name="connsiteY8" fmla="*/ 46906 h 91526"/>
                <a:gd name="connsiteX9" fmla="*/ 49692 w 61402"/>
                <a:gd name="connsiteY9" fmla="*/ 31431 h 91526"/>
                <a:gd name="connsiteX10" fmla="*/ 61673 w 61402"/>
                <a:gd name="connsiteY10" fmla="*/ 14225 h 91526"/>
                <a:gd name="connsiteX11" fmla="*/ 40865 w 61402"/>
                <a:gd name="connsiteY11" fmla="*/ 31329 h 91526"/>
                <a:gd name="connsiteX12" fmla="*/ 35505 w 61402"/>
                <a:gd name="connsiteY12" fmla="*/ 32042 h 91526"/>
                <a:gd name="connsiteX13" fmla="*/ 30565 w 61402"/>
                <a:gd name="connsiteY13" fmla="*/ 31533 h 91526"/>
                <a:gd name="connsiteX14" fmla="*/ 35505 w 61402"/>
                <a:gd name="connsiteY14" fmla="*/ 30820 h 91526"/>
                <a:gd name="connsiteX15" fmla="*/ 40865 w 61402"/>
                <a:gd name="connsiteY15" fmla="*/ 31329 h 91526"/>
                <a:gd name="connsiteX16" fmla="*/ 54737 w 61402"/>
                <a:gd name="connsiteY16" fmla="*/ 12393 h 91526"/>
                <a:gd name="connsiteX17" fmla="*/ 45489 w 61402"/>
                <a:gd name="connsiteY17" fmla="*/ 29293 h 91526"/>
                <a:gd name="connsiteX18" fmla="*/ 35610 w 61402"/>
                <a:gd name="connsiteY18" fmla="*/ 27970 h 91526"/>
                <a:gd name="connsiteX19" fmla="*/ 26677 w 61402"/>
                <a:gd name="connsiteY19" fmla="*/ 31839 h 91526"/>
                <a:gd name="connsiteX20" fmla="*/ 35295 w 61402"/>
                <a:gd name="connsiteY20" fmla="*/ 34791 h 91526"/>
                <a:gd name="connsiteX21" fmla="*/ 45278 w 61402"/>
                <a:gd name="connsiteY21" fmla="*/ 33366 h 91526"/>
                <a:gd name="connsiteX22" fmla="*/ 50113 w 61402"/>
                <a:gd name="connsiteY22" fmla="*/ 44157 h 91526"/>
                <a:gd name="connsiteX23" fmla="*/ 26887 w 61402"/>
                <a:gd name="connsiteY23" fmla="*/ 69915 h 91526"/>
                <a:gd name="connsiteX24" fmla="*/ 13015 w 61402"/>
                <a:gd name="connsiteY24" fmla="*/ 57087 h 91526"/>
                <a:gd name="connsiteX25" fmla="*/ 13330 w 61402"/>
                <a:gd name="connsiteY25" fmla="*/ 54135 h 91526"/>
                <a:gd name="connsiteX26" fmla="*/ 20266 w 61402"/>
                <a:gd name="connsiteY26" fmla="*/ 27053 h 91526"/>
                <a:gd name="connsiteX27" fmla="*/ 44228 w 61402"/>
                <a:gd name="connsiteY27" fmla="*/ 2925 h 91526"/>
                <a:gd name="connsiteX28" fmla="*/ 54737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673" y="14225"/>
                  </a:moveTo>
                  <a:cubicBezTo>
                    <a:pt x="61673" y="5266"/>
                    <a:pt x="53686" y="74"/>
                    <a:pt x="44438" y="74"/>
                  </a:cubicBezTo>
                  <a:cubicBezTo>
                    <a:pt x="30040" y="74"/>
                    <a:pt x="19425" y="15956"/>
                    <a:pt x="16798" y="26239"/>
                  </a:cubicBezTo>
                  <a:lnTo>
                    <a:pt x="298" y="90379"/>
                  </a:lnTo>
                  <a:cubicBezTo>
                    <a:pt x="88" y="91092"/>
                    <a:pt x="1139" y="91601"/>
                    <a:pt x="1770" y="91601"/>
                  </a:cubicBezTo>
                  <a:cubicBezTo>
                    <a:pt x="2715" y="91601"/>
                    <a:pt x="3556" y="91499"/>
                    <a:pt x="3766" y="90888"/>
                  </a:cubicBezTo>
                  <a:lnTo>
                    <a:pt x="10808" y="63705"/>
                  </a:lnTo>
                  <a:cubicBezTo>
                    <a:pt x="13015" y="68388"/>
                    <a:pt x="18059" y="72766"/>
                    <a:pt x="26572" y="72766"/>
                  </a:cubicBezTo>
                  <a:cubicBezTo>
                    <a:pt x="41285" y="72766"/>
                    <a:pt x="57890" y="62483"/>
                    <a:pt x="57890" y="46906"/>
                  </a:cubicBezTo>
                  <a:cubicBezTo>
                    <a:pt x="57890" y="40900"/>
                    <a:pt x="55052" y="34791"/>
                    <a:pt x="49692" y="31431"/>
                  </a:cubicBezTo>
                  <a:cubicBezTo>
                    <a:pt x="54842" y="28275"/>
                    <a:pt x="61673" y="22472"/>
                    <a:pt x="61673" y="14225"/>
                  </a:cubicBezTo>
                  <a:close/>
                  <a:moveTo>
                    <a:pt x="40865" y="31329"/>
                  </a:moveTo>
                  <a:cubicBezTo>
                    <a:pt x="39288" y="31635"/>
                    <a:pt x="38552" y="32042"/>
                    <a:pt x="35505" y="32042"/>
                  </a:cubicBezTo>
                  <a:cubicBezTo>
                    <a:pt x="33823" y="32042"/>
                    <a:pt x="31301" y="31940"/>
                    <a:pt x="30565" y="31533"/>
                  </a:cubicBezTo>
                  <a:cubicBezTo>
                    <a:pt x="31616" y="30922"/>
                    <a:pt x="34559" y="30820"/>
                    <a:pt x="35505" y="30820"/>
                  </a:cubicBezTo>
                  <a:cubicBezTo>
                    <a:pt x="37081" y="30820"/>
                    <a:pt x="39393" y="30922"/>
                    <a:pt x="40865" y="31329"/>
                  </a:cubicBezTo>
                  <a:close/>
                  <a:moveTo>
                    <a:pt x="54737" y="12393"/>
                  </a:moveTo>
                  <a:cubicBezTo>
                    <a:pt x="54737" y="17789"/>
                    <a:pt x="52004" y="25730"/>
                    <a:pt x="45489" y="29293"/>
                  </a:cubicBezTo>
                  <a:cubicBezTo>
                    <a:pt x="43492" y="28682"/>
                    <a:pt x="41495" y="27970"/>
                    <a:pt x="35610" y="27970"/>
                  </a:cubicBezTo>
                  <a:cubicBezTo>
                    <a:pt x="31932" y="27970"/>
                    <a:pt x="26677" y="28173"/>
                    <a:pt x="26677" y="31839"/>
                  </a:cubicBezTo>
                  <a:cubicBezTo>
                    <a:pt x="26677" y="34384"/>
                    <a:pt x="29935" y="34791"/>
                    <a:pt x="35295" y="34791"/>
                  </a:cubicBezTo>
                  <a:cubicBezTo>
                    <a:pt x="38868" y="34791"/>
                    <a:pt x="42021" y="34282"/>
                    <a:pt x="45278" y="33366"/>
                  </a:cubicBezTo>
                  <a:cubicBezTo>
                    <a:pt x="48431" y="35504"/>
                    <a:pt x="50113" y="39678"/>
                    <a:pt x="50113" y="44157"/>
                  </a:cubicBezTo>
                  <a:cubicBezTo>
                    <a:pt x="50113" y="58920"/>
                    <a:pt x="39709" y="69915"/>
                    <a:pt x="26887" y="69915"/>
                  </a:cubicBezTo>
                  <a:cubicBezTo>
                    <a:pt x="18795" y="69915"/>
                    <a:pt x="13015" y="65130"/>
                    <a:pt x="13015" y="57087"/>
                  </a:cubicBezTo>
                  <a:cubicBezTo>
                    <a:pt x="13015" y="56069"/>
                    <a:pt x="13120" y="55051"/>
                    <a:pt x="13330" y="54135"/>
                  </a:cubicBezTo>
                  <a:lnTo>
                    <a:pt x="20266" y="27053"/>
                  </a:lnTo>
                  <a:cubicBezTo>
                    <a:pt x="22788" y="17382"/>
                    <a:pt x="32037" y="2925"/>
                    <a:pt x="44228" y="2925"/>
                  </a:cubicBezTo>
                  <a:cubicBezTo>
                    <a:pt x="50428" y="2925"/>
                    <a:pt x="54737" y="6182"/>
                    <a:pt x="54737"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2" name="Freeform: Shape 1901">
              <a:extLst>
                <a:ext uri="{FF2B5EF4-FFF2-40B4-BE49-F238E27FC236}">
                  <a16:creationId xmlns:a16="http://schemas.microsoft.com/office/drawing/2014/main" id="{F10E0126-E261-7342-831D-A4A0B80EA72E}"/>
                </a:ext>
              </a:extLst>
            </p:cNvPr>
            <p:cNvSpPr/>
            <p:nvPr>
              <p:custDataLst>
                <p:tags r:id="rId100"/>
              </p:custDataLst>
            </p:nvPr>
          </p:nvSpPr>
          <p:spPr>
            <a:xfrm>
              <a:off x="11177548" y="5908393"/>
              <a:ext cx="35506" cy="63412"/>
            </a:xfrm>
            <a:custGeom>
              <a:avLst/>
              <a:gdLst>
                <a:gd name="connsiteX0" fmla="*/ 35782 w 35506"/>
                <a:gd name="connsiteY0" fmla="*/ 3202 h 63412"/>
                <a:gd name="connsiteX1" fmla="*/ 32479 w 35506"/>
                <a:gd name="connsiteY1" fmla="*/ 75 h 63412"/>
                <a:gd name="connsiteX2" fmla="*/ 27825 w 35506"/>
                <a:gd name="connsiteY2" fmla="*/ 4438 h 63412"/>
                <a:gd name="connsiteX3" fmla="*/ 31128 w 35506"/>
                <a:gd name="connsiteY3" fmla="*/ 7565 h 63412"/>
                <a:gd name="connsiteX4" fmla="*/ 35782 w 35506"/>
                <a:gd name="connsiteY4" fmla="*/ 3202 h 63412"/>
                <a:gd name="connsiteX5" fmla="*/ 19418 w 35506"/>
                <a:gd name="connsiteY5" fmla="*/ 51852 h 63412"/>
                <a:gd name="connsiteX6" fmla="*/ 8683 w 35506"/>
                <a:gd name="connsiteY6" fmla="*/ 61015 h 63412"/>
                <a:gd name="connsiteX7" fmla="*/ 5981 w 35506"/>
                <a:gd name="connsiteY7" fmla="*/ 60652 h 63412"/>
                <a:gd name="connsiteX8" fmla="*/ 8308 w 35506"/>
                <a:gd name="connsiteY8" fmla="*/ 56797 h 63412"/>
                <a:gd name="connsiteX9" fmla="*/ 4930 w 35506"/>
                <a:gd name="connsiteY9" fmla="*/ 53816 h 63412"/>
                <a:gd name="connsiteX10" fmla="*/ 275 w 35506"/>
                <a:gd name="connsiteY10" fmla="*/ 58470 h 63412"/>
                <a:gd name="connsiteX11" fmla="*/ 8758 w 35506"/>
                <a:gd name="connsiteY11" fmla="*/ 63488 h 63412"/>
                <a:gd name="connsiteX12" fmla="*/ 25948 w 35506"/>
                <a:gd name="connsiteY12" fmla="*/ 51925 h 63412"/>
                <a:gd name="connsiteX13" fmla="*/ 32704 w 35506"/>
                <a:gd name="connsiteY13" fmla="*/ 25891 h 63412"/>
                <a:gd name="connsiteX14" fmla="*/ 33080 w 35506"/>
                <a:gd name="connsiteY14" fmla="*/ 23491 h 63412"/>
                <a:gd name="connsiteX15" fmla="*/ 23847 w 35506"/>
                <a:gd name="connsiteY15" fmla="*/ 16437 h 63412"/>
                <a:gd name="connsiteX16" fmla="*/ 9208 w 35506"/>
                <a:gd name="connsiteY16" fmla="*/ 27709 h 63412"/>
                <a:gd name="connsiteX17" fmla="*/ 10785 w 35506"/>
                <a:gd name="connsiteY17" fmla="*/ 28727 h 63412"/>
                <a:gd name="connsiteX18" fmla="*/ 12436 w 35506"/>
                <a:gd name="connsiteY18" fmla="*/ 27709 h 63412"/>
                <a:gd name="connsiteX19" fmla="*/ 23546 w 35506"/>
                <a:gd name="connsiteY19" fmla="*/ 18910 h 63412"/>
                <a:gd name="connsiteX20" fmla="*/ 26699 w 35506"/>
                <a:gd name="connsiteY20" fmla="*/ 22764 h 63412"/>
                <a:gd name="connsiteX21" fmla="*/ 26474 w 35506"/>
                <a:gd name="connsiteY21" fmla="*/ 24655 h 63412"/>
                <a:gd name="connsiteX22" fmla="*/ 19418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82" y="3202"/>
                  </a:moveTo>
                  <a:cubicBezTo>
                    <a:pt x="35782" y="1529"/>
                    <a:pt x="34506" y="75"/>
                    <a:pt x="32479" y="75"/>
                  </a:cubicBezTo>
                  <a:cubicBezTo>
                    <a:pt x="30152" y="75"/>
                    <a:pt x="27825" y="2256"/>
                    <a:pt x="27825" y="4438"/>
                  </a:cubicBezTo>
                  <a:cubicBezTo>
                    <a:pt x="27825" y="6183"/>
                    <a:pt x="29251" y="7565"/>
                    <a:pt x="31128" y="7565"/>
                  </a:cubicBezTo>
                  <a:cubicBezTo>
                    <a:pt x="33680" y="7565"/>
                    <a:pt x="35782" y="5238"/>
                    <a:pt x="35782" y="3202"/>
                  </a:cubicBezTo>
                  <a:close/>
                  <a:moveTo>
                    <a:pt x="19418" y="51852"/>
                  </a:moveTo>
                  <a:cubicBezTo>
                    <a:pt x="17991" y="57379"/>
                    <a:pt x="13262" y="61015"/>
                    <a:pt x="8683" y="61015"/>
                  </a:cubicBezTo>
                  <a:cubicBezTo>
                    <a:pt x="7407" y="61015"/>
                    <a:pt x="6581" y="60797"/>
                    <a:pt x="5981" y="60652"/>
                  </a:cubicBezTo>
                  <a:cubicBezTo>
                    <a:pt x="7782" y="59634"/>
                    <a:pt x="8308" y="57743"/>
                    <a:pt x="8308" y="56797"/>
                  </a:cubicBezTo>
                  <a:cubicBezTo>
                    <a:pt x="8308" y="55561"/>
                    <a:pt x="7407" y="53816"/>
                    <a:pt x="4930" y="53816"/>
                  </a:cubicBezTo>
                  <a:cubicBezTo>
                    <a:pt x="2377" y="53816"/>
                    <a:pt x="275" y="56070"/>
                    <a:pt x="275" y="58470"/>
                  </a:cubicBezTo>
                  <a:cubicBezTo>
                    <a:pt x="275" y="61597"/>
                    <a:pt x="3654" y="63488"/>
                    <a:pt x="8758" y="63488"/>
                  </a:cubicBezTo>
                  <a:cubicBezTo>
                    <a:pt x="13863" y="63488"/>
                    <a:pt x="23621" y="60943"/>
                    <a:pt x="25948" y="51925"/>
                  </a:cubicBezTo>
                  <a:lnTo>
                    <a:pt x="32704" y="25891"/>
                  </a:lnTo>
                  <a:cubicBezTo>
                    <a:pt x="32855" y="25164"/>
                    <a:pt x="33080" y="24509"/>
                    <a:pt x="33080" y="23491"/>
                  </a:cubicBezTo>
                  <a:cubicBezTo>
                    <a:pt x="33080" y="19346"/>
                    <a:pt x="29101" y="16437"/>
                    <a:pt x="23847" y="16437"/>
                  </a:cubicBezTo>
                  <a:cubicBezTo>
                    <a:pt x="14763" y="16437"/>
                    <a:pt x="9208" y="26255"/>
                    <a:pt x="9208" y="27709"/>
                  </a:cubicBezTo>
                  <a:cubicBezTo>
                    <a:pt x="9208" y="28727"/>
                    <a:pt x="10410" y="28727"/>
                    <a:pt x="10785" y="28727"/>
                  </a:cubicBezTo>
                  <a:cubicBezTo>
                    <a:pt x="11911" y="28727"/>
                    <a:pt x="12061" y="28436"/>
                    <a:pt x="12436" y="27709"/>
                  </a:cubicBezTo>
                  <a:cubicBezTo>
                    <a:pt x="15889" y="20582"/>
                    <a:pt x="20994" y="18910"/>
                    <a:pt x="23546" y="18910"/>
                  </a:cubicBezTo>
                  <a:cubicBezTo>
                    <a:pt x="26549" y="18910"/>
                    <a:pt x="26699" y="21528"/>
                    <a:pt x="26699" y="22764"/>
                  </a:cubicBezTo>
                  <a:cubicBezTo>
                    <a:pt x="26699" y="23782"/>
                    <a:pt x="26624" y="24073"/>
                    <a:pt x="26474" y="24655"/>
                  </a:cubicBezTo>
                  <a:lnTo>
                    <a:pt x="19418"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3" name="Freeform: Shape 1902">
              <a:extLst>
                <a:ext uri="{FF2B5EF4-FFF2-40B4-BE49-F238E27FC236}">
                  <a16:creationId xmlns:a16="http://schemas.microsoft.com/office/drawing/2014/main" id="{33803AF6-88DE-0E41-3500-E5E825675A37}"/>
                </a:ext>
              </a:extLst>
            </p:cNvPr>
            <p:cNvSpPr/>
            <p:nvPr>
              <p:custDataLst>
                <p:tags r:id="rId101"/>
              </p:custDataLst>
            </p:nvPr>
          </p:nvSpPr>
          <p:spPr>
            <a:xfrm>
              <a:off x="11238320" y="5865997"/>
              <a:ext cx="27219" cy="101707"/>
            </a:xfrm>
            <a:custGeom>
              <a:avLst/>
              <a:gdLst>
                <a:gd name="connsiteX0" fmla="*/ 2276 w 27219"/>
                <a:gd name="connsiteY0" fmla="*/ 74 h 101707"/>
                <a:gd name="connsiteX1" fmla="*/ 279 w 27219"/>
                <a:gd name="connsiteY1" fmla="*/ 1296 h 101707"/>
                <a:gd name="connsiteX2" fmla="*/ 1225 w 27219"/>
                <a:gd name="connsiteY2" fmla="*/ 2823 h 101707"/>
                <a:gd name="connsiteX3" fmla="*/ 20352 w 27219"/>
                <a:gd name="connsiteY3" fmla="*/ 50877 h 101707"/>
                <a:gd name="connsiteX4" fmla="*/ 2171 w 27219"/>
                <a:gd name="connsiteY4" fmla="*/ 98218 h 101707"/>
                <a:gd name="connsiteX5" fmla="*/ 279 w 27219"/>
                <a:gd name="connsiteY5" fmla="*/ 100560 h 101707"/>
                <a:gd name="connsiteX6" fmla="*/ 1645 w 27219"/>
                <a:gd name="connsiteY6" fmla="*/ 101782 h 101707"/>
                <a:gd name="connsiteX7" fmla="*/ 19827 w 27219"/>
                <a:gd name="connsiteY7" fmla="*/ 82336 h 101707"/>
                <a:gd name="connsiteX8" fmla="*/ 27499 w 27219"/>
                <a:gd name="connsiteY8" fmla="*/ 50979 h 101707"/>
                <a:gd name="connsiteX9" fmla="*/ 2276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276" y="74"/>
                  </a:moveTo>
                  <a:cubicBezTo>
                    <a:pt x="1540" y="74"/>
                    <a:pt x="279" y="74"/>
                    <a:pt x="279" y="1296"/>
                  </a:cubicBezTo>
                  <a:cubicBezTo>
                    <a:pt x="279" y="1805"/>
                    <a:pt x="595" y="2110"/>
                    <a:pt x="1225" y="2823"/>
                  </a:cubicBezTo>
                  <a:cubicBezTo>
                    <a:pt x="10263" y="10866"/>
                    <a:pt x="20352" y="24610"/>
                    <a:pt x="20352" y="50877"/>
                  </a:cubicBezTo>
                  <a:cubicBezTo>
                    <a:pt x="20352" y="72155"/>
                    <a:pt x="13521" y="88241"/>
                    <a:pt x="2171" y="98218"/>
                  </a:cubicBezTo>
                  <a:cubicBezTo>
                    <a:pt x="384" y="99949"/>
                    <a:pt x="279" y="100051"/>
                    <a:pt x="279" y="100560"/>
                  </a:cubicBezTo>
                  <a:cubicBezTo>
                    <a:pt x="279" y="101069"/>
                    <a:pt x="595" y="101782"/>
                    <a:pt x="1645" y="101782"/>
                  </a:cubicBezTo>
                  <a:cubicBezTo>
                    <a:pt x="2907" y="101782"/>
                    <a:pt x="12890" y="95062"/>
                    <a:pt x="19827" y="82336"/>
                  </a:cubicBezTo>
                  <a:cubicBezTo>
                    <a:pt x="24451" y="73886"/>
                    <a:pt x="27499" y="62890"/>
                    <a:pt x="27499" y="50979"/>
                  </a:cubicBezTo>
                  <a:cubicBezTo>
                    <a:pt x="27499" y="36624"/>
                    <a:pt x="23085" y="14327"/>
                    <a:pt x="2276"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4" name="Freeform: Shape 1903">
              <a:extLst>
                <a:ext uri="{FF2B5EF4-FFF2-40B4-BE49-F238E27FC236}">
                  <a16:creationId xmlns:a16="http://schemas.microsoft.com/office/drawing/2014/main" id="{350F6871-3315-25E0-442C-9528C35494EC}"/>
                </a:ext>
              </a:extLst>
            </p:cNvPr>
            <p:cNvSpPr/>
            <p:nvPr>
              <p:custDataLst>
                <p:tags r:id="rId102"/>
              </p:custDataLst>
            </p:nvPr>
          </p:nvSpPr>
          <p:spPr>
            <a:xfrm>
              <a:off x="11335392" y="5949029"/>
              <a:ext cx="99839" cy="34033"/>
            </a:xfrm>
            <a:custGeom>
              <a:avLst/>
              <a:gdLst>
                <a:gd name="connsiteX0" fmla="*/ 95020 w 99839"/>
                <a:gd name="connsiteY0" fmla="*/ 5896 h 34033"/>
                <a:gd name="connsiteX1" fmla="*/ 100125 w 99839"/>
                <a:gd name="connsiteY1" fmla="*/ 2987 h 34033"/>
                <a:gd name="connsiteX2" fmla="*/ 95170 w 99839"/>
                <a:gd name="connsiteY2" fmla="*/ 78 h 34033"/>
                <a:gd name="connsiteX3" fmla="*/ 5240 w 99839"/>
                <a:gd name="connsiteY3" fmla="*/ 78 h 34033"/>
                <a:gd name="connsiteX4" fmla="*/ 286 w 99839"/>
                <a:gd name="connsiteY4" fmla="*/ 2987 h 34033"/>
                <a:gd name="connsiteX5" fmla="*/ 5390 w 99839"/>
                <a:gd name="connsiteY5" fmla="*/ 5896 h 34033"/>
                <a:gd name="connsiteX6" fmla="*/ 95020 w 99839"/>
                <a:gd name="connsiteY6" fmla="*/ 5896 h 34033"/>
                <a:gd name="connsiteX7" fmla="*/ 95170 w 99839"/>
                <a:gd name="connsiteY7" fmla="*/ 34112 h 34033"/>
                <a:gd name="connsiteX8" fmla="*/ 100125 w 99839"/>
                <a:gd name="connsiteY8" fmla="*/ 31203 h 34033"/>
                <a:gd name="connsiteX9" fmla="*/ 95020 w 99839"/>
                <a:gd name="connsiteY9" fmla="*/ 28294 h 34033"/>
                <a:gd name="connsiteX10" fmla="*/ 5390 w 99839"/>
                <a:gd name="connsiteY10" fmla="*/ 28294 h 34033"/>
                <a:gd name="connsiteX11" fmla="*/ 286 w 99839"/>
                <a:gd name="connsiteY11" fmla="*/ 31203 h 34033"/>
                <a:gd name="connsiteX12" fmla="*/ 5240 w 99839"/>
                <a:gd name="connsiteY12" fmla="*/ 34112 h 34033"/>
                <a:gd name="connsiteX13" fmla="*/ 95170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5020" y="5896"/>
                  </a:moveTo>
                  <a:cubicBezTo>
                    <a:pt x="97272" y="5896"/>
                    <a:pt x="100125" y="5896"/>
                    <a:pt x="100125" y="2987"/>
                  </a:cubicBezTo>
                  <a:cubicBezTo>
                    <a:pt x="100125" y="78"/>
                    <a:pt x="97272" y="78"/>
                    <a:pt x="95170" y="78"/>
                  </a:cubicBezTo>
                  <a:lnTo>
                    <a:pt x="5240" y="78"/>
                  </a:lnTo>
                  <a:cubicBezTo>
                    <a:pt x="3138" y="78"/>
                    <a:pt x="286" y="78"/>
                    <a:pt x="286" y="2987"/>
                  </a:cubicBezTo>
                  <a:cubicBezTo>
                    <a:pt x="286" y="5896"/>
                    <a:pt x="3138" y="5896"/>
                    <a:pt x="5390" y="5896"/>
                  </a:cubicBezTo>
                  <a:lnTo>
                    <a:pt x="95020" y="5896"/>
                  </a:lnTo>
                  <a:close/>
                  <a:moveTo>
                    <a:pt x="95170" y="34112"/>
                  </a:moveTo>
                  <a:cubicBezTo>
                    <a:pt x="97272" y="34112"/>
                    <a:pt x="100125" y="34112"/>
                    <a:pt x="100125" y="31203"/>
                  </a:cubicBezTo>
                  <a:cubicBezTo>
                    <a:pt x="100125" y="28294"/>
                    <a:pt x="97272" y="28294"/>
                    <a:pt x="95020" y="28294"/>
                  </a:cubicBezTo>
                  <a:lnTo>
                    <a:pt x="5390" y="28294"/>
                  </a:lnTo>
                  <a:cubicBezTo>
                    <a:pt x="3138" y="28294"/>
                    <a:pt x="286" y="28294"/>
                    <a:pt x="286" y="31203"/>
                  </a:cubicBezTo>
                  <a:cubicBezTo>
                    <a:pt x="286" y="34112"/>
                    <a:pt x="3138" y="34112"/>
                    <a:pt x="5240" y="34112"/>
                  </a:cubicBezTo>
                  <a:lnTo>
                    <a:pt x="95170"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5" name="Freeform: Shape 1904">
              <a:extLst>
                <a:ext uri="{FF2B5EF4-FFF2-40B4-BE49-F238E27FC236}">
                  <a16:creationId xmlns:a16="http://schemas.microsoft.com/office/drawing/2014/main" id="{18EF41EB-4922-8B5E-C2DB-BFD59C41B61A}"/>
                </a:ext>
              </a:extLst>
            </p:cNvPr>
            <p:cNvSpPr/>
            <p:nvPr>
              <p:custDataLst>
                <p:tags r:id="rId103"/>
              </p:custDataLst>
            </p:nvPr>
          </p:nvSpPr>
          <p:spPr>
            <a:xfrm>
              <a:off x="11492365" y="5938121"/>
              <a:ext cx="57651" cy="65885"/>
            </a:xfrm>
            <a:custGeom>
              <a:avLst/>
              <a:gdLst>
                <a:gd name="connsiteX0" fmla="*/ 21465 w 57651"/>
                <a:gd name="connsiteY0" fmla="*/ 30766 h 65885"/>
                <a:gd name="connsiteX1" fmla="*/ 44436 w 57651"/>
                <a:gd name="connsiteY1" fmla="*/ 27421 h 65885"/>
                <a:gd name="connsiteX2" fmla="*/ 55696 w 57651"/>
                <a:gd name="connsiteY2" fmla="*/ 12441 h 65885"/>
                <a:gd name="connsiteX3" fmla="*/ 39631 w 57651"/>
                <a:gd name="connsiteY3" fmla="*/ 78 h 65885"/>
                <a:gd name="connsiteX4" fmla="*/ 296 w 57651"/>
                <a:gd name="connsiteY4" fmla="*/ 39638 h 65885"/>
                <a:gd name="connsiteX5" fmla="*/ 23867 w 57651"/>
                <a:gd name="connsiteY5" fmla="*/ 65963 h 65885"/>
                <a:gd name="connsiteX6" fmla="*/ 57948 w 57651"/>
                <a:gd name="connsiteY6" fmla="*/ 48801 h 65885"/>
                <a:gd name="connsiteX7" fmla="*/ 56146 w 57651"/>
                <a:gd name="connsiteY7" fmla="*/ 46910 h 65885"/>
                <a:gd name="connsiteX8" fmla="*/ 54194 w 57651"/>
                <a:gd name="connsiteY8" fmla="*/ 48365 h 65885"/>
                <a:gd name="connsiteX9" fmla="*/ 24167 w 57651"/>
                <a:gd name="connsiteY9" fmla="*/ 62764 h 65885"/>
                <a:gd name="connsiteX10" fmla="*/ 11106 w 57651"/>
                <a:gd name="connsiteY10" fmla="*/ 45892 h 65885"/>
                <a:gd name="connsiteX11" fmla="*/ 13508 w 57651"/>
                <a:gd name="connsiteY11" fmla="*/ 30766 h 65885"/>
                <a:gd name="connsiteX12" fmla="*/ 21465 w 57651"/>
                <a:gd name="connsiteY12" fmla="*/ 30766 h 65885"/>
                <a:gd name="connsiteX13" fmla="*/ 14409 w 57651"/>
                <a:gd name="connsiteY13" fmla="*/ 27567 h 65885"/>
                <a:gd name="connsiteX14" fmla="*/ 39631 w 57651"/>
                <a:gd name="connsiteY14" fmla="*/ 3278 h 65885"/>
                <a:gd name="connsiteX15" fmla="*/ 50741 w 57651"/>
                <a:gd name="connsiteY15" fmla="*/ 12441 h 65885"/>
                <a:gd name="connsiteX16" fmla="*/ 20564 w 57651"/>
                <a:gd name="connsiteY16" fmla="*/ 27567 h 65885"/>
                <a:gd name="connsiteX17" fmla="*/ 1440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465" y="30766"/>
                  </a:moveTo>
                  <a:cubicBezTo>
                    <a:pt x="25819" y="30766"/>
                    <a:pt x="36929" y="30475"/>
                    <a:pt x="44436" y="27421"/>
                  </a:cubicBezTo>
                  <a:cubicBezTo>
                    <a:pt x="54945" y="23058"/>
                    <a:pt x="55696" y="14477"/>
                    <a:pt x="55696" y="12441"/>
                  </a:cubicBezTo>
                  <a:cubicBezTo>
                    <a:pt x="55696" y="6041"/>
                    <a:pt x="49990" y="78"/>
                    <a:pt x="39631" y="78"/>
                  </a:cubicBezTo>
                  <a:cubicBezTo>
                    <a:pt x="22966" y="78"/>
                    <a:pt x="296" y="14186"/>
                    <a:pt x="296" y="39638"/>
                  </a:cubicBezTo>
                  <a:cubicBezTo>
                    <a:pt x="296" y="54473"/>
                    <a:pt x="9154" y="65963"/>
                    <a:pt x="23867" y="65963"/>
                  </a:cubicBezTo>
                  <a:cubicBezTo>
                    <a:pt x="45336" y="65963"/>
                    <a:pt x="57948" y="50547"/>
                    <a:pt x="57948" y="48801"/>
                  </a:cubicBezTo>
                  <a:cubicBezTo>
                    <a:pt x="57948" y="47929"/>
                    <a:pt x="57047" y="46910"/>
                    <a:pt x="56146" y="46910"/>
                  </a:cubicBezTo>
                  <a:cubicBezTo>
                    <a:pt x="55395" y="46910"/>
                    <a:pt x="55095" y="47201"/>
                    <a:pt x="54194" y="48365"/>
                  </a:cubicBezTo>
                  <a:cubicBezTo>
                    <a:pt x="42334" y="62764"/>
                    <a:pt x="25969" y="62764"/>
                    <a:pt x="24167" y="62764"/>
                  </a:cubicBezTo>
                  <a:cubicBezTo>
                    <a:pt x="12457" y="62764"/>
                    <a:pt x="11106" y="50547"/>
                    <a:pt x="11106" y="45892"/>
                  </a:cubicBezTo>
                  <a:cubicBezTo>
                    <a:pt x="11106" y="44147"/>
                    <a:pt x="11256" y="39638"/>
                    <a:pt x="13508" y="30766"/>
                  </a:cubicBezTo>
                  <a:lnTo>
                    <a:pt x="21465" y="30766"/>
                  </a:lnTo>
                  <a:close/>
                  <a:moveTo>
                    <a:pt x="14409" y="27567"/>
                  </a:moveTo>
                  <a:cubicBezTo>
                    <a:pt x="20264" y="5459"/>
                    <a:pt x="35728" y="3278"/>
                    <a:pt x="39631" y="3278"/>
                  </a:cubicBezTo>
                  <a:cubicBezTo>
                    <a:pt x="46688" y="3278"/>
                    <a:pt x="50741" y="7496"/>
                    <a:pt x="50741" y="12441"/>
                  </a:cubicBezTo>
                  <a:cubicBezTo>
                    <a:pt x="50741" y="27567"/>
                    <a:pt x="26720" y="27567"/>
                    <a:pt x="20564" y="27567"/>
                  </a:cubicBezTo>
                  <a:lnTo>
                    <a:pt x="1440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6" name="Freeform: Shape 1905">
              <a:extLst>
                <a:ext uri="{FF2B5EF4-FFF2-40B4-BE49-F238E27FC236}">
                  <a16:creationId xmlns:a16="http://schemas.microsoft.com/office/drawing/2014/main" id="{7F6E7448-07C7-5E54-6881-237CE347E97C}"/>
                </a:ext>
              </a:extLst>
            </p:cNvPr>
            <p:cNvSpPr/>
            <p:nvPr>
              <p:custDataLst>
                <p:tags r:id="rId104"/>
              </p:custDataLst>
            </p:nvPr>
          </p:nvSpPr>
          <p:spPr>
            <a:xfrm>
              <a:off x="11567451" y="5865997"/>
              <a:ext cx="27324" cy="101707"/>
            </a:xfrm>
            <a:custGeom>
              <a:avLst/>
              <a:gdLst>
                <a:gd name="connsiteX0" fmla="*/ 25523 w 27324"/>
                <a:gd name="connsiteY0" fmla="*/ 74 h 101707"/>
                <a:gd name="connsiteX1" fmla="*/ 301 w 27324"/>
                <a:gd name="connsiteY1" fmla="*/ 50877 h 101707"/>
                <a:gd name="connsiteX2" fmla="*/ 25523 w 27324"/>
                <a:gd name="connsiteY2" fmla="*/ 101782 h 101707"/>
                <a:gd name="connsiteX3" fmla="*/ 27625 w 27324"/>
                <a:gd name="connsiteY3" fmla="*/ 100560 h 101707"/>
                <a:gd name="connsiteX4" fmla="*/ 26574 w 27324"/>
                <a:gd name="connsiteY4" fmla="*/ 99033 h 101707"/>
                <a:gd name="connsiteX5" fmla="*/ 7447 w 27324"/>
                <a:gd name="connsiteY5" fmla="*/ 50979 h 101707"/>
                <a:gd name="connsiteX6" fmla="*/ 26889 w 27324"/>
                <a:gd name="connsiteY6" fmla="*/ 2517 h 101707"/>
                <a:gd name="connsiteX7" fmla="*/ 27625 w 27324"/>
                <a:gd name="connsiteY7" fmla="*/ 1296 h 101707"/>
                <a:gd name="connsiteX8" fmla="*/ 2552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23" y="74"/>
                  </a:moveTo>
                  <a:cubicBezTo>
                    <a:pt x="5555" y="13716"/>
                    <a:pt x="301" y="35300"/>
                    <a:pt x="301" y="50877"/>
                  </a:cubicBezTo>
                  <a:cubicBezTo>
                    <a:pt x="301" y="65232"/>
                    <a:pt x="4715" y="87528"/>
                    <a:pt x="25523" y="101782"/>
                  </a:cubicBezTo>
                  <a:cubicBezTo>
                    <a:pt x="26364" y="101782"/>
                    <a:pt x="27625" y="101782"/>
                    <a:pt x="27625" y="100560"/>
                  </a:cubicBezTo>
                  <a:cubicBezTo>
                    <a:pt x="27625" y="99949"/>
                    <a:pt x="27310" y="99746"/>
                    <a:pt x="26574" y="99033"/>
                  </a:cubicBezTo>
                  <a:cubicBezTo>
                    <a:pt x="12597" y="86816"/>
                    <a:pt x="7447" y="69508"/>
                    <a:pt x="7447" y="50979"/>
                  </a:cubicBezTo>
                  <a:cubicBezTo>
                    <a:pt x="7447" y="23490"/>
                    <a:pt x="18272" y="10051"/>
                    <a:pt x="26889" y="2517"/>
                  </a:cubicBezTo>
                  <a:cubicBezTo>
                    <a:pt x="27310" y="2110"/>
                    <a:pt x="27625" y="1805"/>
                    <a:pt x="27625" y="1296"/>
                  </a:cubicBezTo>
                  <a:cubicBezTo>
                    <a:pt x="27625" y="74"/>
                    <a:pt x="26364" y="74"/>
                    <a:pt x="2552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7" name="Freeform: Shape 1906">
              <a:extLst>
                <a:ext uri="{FF2B5EF4-FFF2-40B4-BE49-F238E27FC236}">
                  <a16:creationId xmlns:a16="http://schemas.microsoft.com/office/drawing/2014/main" id="{DD98F35B-226A-10C6-7B13-D3AA4647912F}"/>
                </a:ext>
              </a:extLst>
            </p:cNvPr>
            <p:cNvSpPr/>
            <p:nvPr>
              <p:custDataLst>
                <p:tags r:id="rId105"/>
              </p:custDataLst>
            </p:nvPr>
          </p:nvSpPr>
          <p:spPr>
            <a:xfrm>
              <a:off x="11607537" y="5897456"/>
              <a:ext cx="62635" cy="66685"/>
            </a:xfrm>
            <a:custGeom>
              <a:avLst/>
              <a:gdLst>
                <a:gd name="connsiteX0" fmla="*/ 724 w 62635"/>
                <a:gd name="connsiteY0" fmla="*/ 61363 h 66685"/>
                <a:gd name="connsiteX1" fmla="*/ 304 w 62635"/>
                <a:gd name="connsiteY1" fmla="*/ 63501 h 66685"/>
                <a:gd name="connsiteX2" fmla="*/ 3877 w 62635"/>
                <a:gd name="connsiteY2" fmla="*/ 66759 h 66685"/>
                <a:gd name="connsiteX3" fmla="*/ 8922 w 62635"/>
                <a:gd name="connsiteY3" fmla="*/ 61669 h 66685"/>
                <a:gd name="connsiteX4" fmla="*/ 13756 w 62635"/>
                <a:gd name="connsiteY4" fmla="*/ 43038 h 66685"/>
                <a:gd name="connsiteX5" fmla="*/ 25001 w 62635"/>
                <a:gd name="connsiteY5" fmla="*/ 45990 h 66685"/>
                <a:gd name="connsiteX6" fmla="*/ 40134 w 62635"/>
                <a:gd name="connsiteY6" fmla="*/ 38660 h 66685"/>
                <a:gd name="connsiteX7" fmla="*/ 50959 w 62635"/>
                <a:gd name="connsiteY7" fmla="*/ 45990 h 66685"/>
                <a:gd name="connsiteX8" fmla="*/ 59262 w 62635"/>
                <a:gd name="connsiteY8" fmla="*/ 40594 h 66685"/>
                <a:gd name="connsiteX9" fmla="*/ 62940 w 62635"/>
                <a:gd name="connsiteY9" fmla="*/ 30413 h 66685"/>
                <a:gd name="connsiteX10" fmla="*/ 61258 w 62635"/>
                <a:gd name="connsiteY10" fmla="*/ 29090 h 66685"/>
                <a:gd name="connsiteX11" fmla="*/ 58946 w 62635"/>
                <a:gd name="connsiteY11" fmla="*/ 32246 h 66685"/>
                <a:gd name="connsiteX12" fmla="*/ 51274 w 62635"/>
                <a:gd name="connsiteY12" fmla="*/ 43139 h 66685"/>
                <a:gd name="connsiteX13" fmla="*/ 47806 w 62635"/>
                <a:gd name="connsiteY13" fmla="*/ 38151 h 66685"/>
                <a:gd name="connsiteX14" fmla="*/ 49383 w 62635"/>
                <a:gd name="connsiteY14" fmla="*/ 30108 h 66685"/>
                <a:gd name="connsiteX15" fmla="*/ 51695 w 62635"/>
                <a:gd name="connsiteY15" fmla="*/ 20945 h 66685"/>
                <a:gd name="connsiteX16" fmla="*/ 54112 w 62635"/>
                <a:gd name="connsiteY16" fmla="*/ 11884 h 66685"/>
                <a:gd name="connsiteX17" fmla="*/ 55899 w 62635"/>
                <a:gd name="connsiteY17" fmla="*/ 4350 h 66685"/>
                <a:gd name="connsiteX18" fmla="*/ 52430 w 62635"/>
                <a:gd name="connsiteY18" fmla="*/ 1092 h 66685"/>
                <a:gd name="connsiteX19" fmla="*/ 48122 w 62635"/>
                <a:gd name="connsiteY19" fmla="*/ 3535 h 66685"/>
                <a:gd name="connsiteX20" fmla="*/ 46440 w 62635"/>
                <a:gd name="connsiteY20" fmla="*/ 9440 h 66685"/>
                <a:gd name="connsiteX21" fmla="*/ 44233 w 62635"/>
                <a:gd name="connsiteY21" fmla="*/ 17891 h 66685"/>
                <a:gd name="connsiteX22" fmla="*/ 40975 w 62635"/>
                <a:gd name="connsiteY22" fmla="*/ 30617 h 66685"/>
                <a:gd name="connsiteX23" fmla="*/ 39294 w 62635"/>
                <a:gd name="connsiteY23" fmla="*/ 34689 h 66685"/>
                <a:gd name="connsiteX24" fmla="*/ 25421 w 62635"/>
                <a:gd name="connsiteY24" fmla="*/ 43139 h 66685"/>
                <a:gd name="connsiteX25" fmla="*/ 16804 w 62635"/>
                <a:gd name="connsiteY25" fmla="*/ 34078 h 66685"/>
                <a:gd name="connsiteX26" fmla="*/ 18590 w 62635"/>
                <a:gd name="connsiteY26" fmla="*/ 24610 h 66685"/>
                <a:gd name="connsiteX27" fmla="*/ 20902 w 62635"/>
                <a:gd name="connsiteY27" fmla="*/ 15447 h 66685"/>
                <a:gd name="connsiteX28" fmla="*/ 22374 w 62635"/>
                <a:gd name="connsiteY28" fmla="*/ 9746 h 66685"/>
                <a:gd name="connsiteX29" fmla="*/ 23950 w 62635"/>
                <a:gd name="connsiteY29" fmla="*/ 3332 h 66685"/>
                <a:gd name="connsiteX30" fmla="*/ 20377 w 62635"/>
                <a:gd name="connsiteY30" fmla="*/ 74 h 66685"/>
                <a:gd name="connsiteX31" fmla="*/ 15332 w 62635"/>
                <a:gd name="connsiteY31" fmla="*/ 4859 h 66685"/>
                <a:gd name="connsiteX32" fmla="*/ 72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724" y="61363"/>
                  </a:moveTo>
                  <a:cubicBezTo>
                    <a:pt x="304" y="62890"/>
                    <a:pt x="304" y="63400"/>
                    <a:pt x="304" y="63501"/>
                  </a:cubicBezTo>
                  <a:cubicBezTo>
                    <a:pt x="304" y="65741"/>
                    <a:pt x="2196" y="66759"/>
                    <a:pt x="3877" y="66759"/>
                  </a:cubicBezTo>
                  <a:cubicBezTo>
                    <a:pt x="7660" y="66759"/>
                    <a:pt x="8501" y="63400"/>
                    <a:pt x="8922" y="61669"/>
                  </a:cubicBezTo>
                  <a:cubicBezTo>
                    <a:pt x="9132" y="61160"/>
                    <a:pt x="11234" y="53015"/>
                    <a:pt x="13756" y="43038"/>
                  </a:cubicBezTo>
                  <a:cubicBezTo>
                    <a:pt x="17014" y="45176"/>
                    <a:pt x="21218" y="45990"/>
                    <a:pt x="25001" y="45990"/>
                  </a:cubicBezTo>
                  <a:cubicBezTo>
                    <a:pt x="34039" y="45990"/>
                    <a:pt x="39924" y="38863"/>
                    <a:pt x="40134" y="38660"/>
                  </a:cubicBezTo>
                  <a:cubicBezTo>
                    <a:pt x="42131" y="45685"/>
                    <a:pt x="49383" y="45990"/>
                    <a:pt x="50959" y="45990"/>
                  </a:cubicBezTo>
                  <a:cubicBezTo>
                    <a:pt x="54742" y="45990"/>
                    <a:pt x="57370" y="43750"/>
                    <a:pt x="59262" y="40594"/>
                  </a:cubicBezTo>
                  <a:cubicBezTo>
                    <a:pt x="61574" y="36624"/>
                    <a:pt x="62940" y="30820"/>
                    <a:pt x="62940" y="30413"/>
                  </a:cubicBezTo>
                  <a:cubicBezTo>
                    <a:pt x="62940" y="29090"/>
                    <a:pt x="61574" y="29090"/>
                    <a:pt x="61258" y="29090"/>
                  </a:cubicBezTo>
                  <a:cubicBezTo>
                    <a:pt x="59787" y="29090"/>
                    <a:pt x="59682" y="29497"/>
                    <a:pt x="58946" y="32246"/>
                  </a:cubicBezTo>
                  <a:cubicBezTo>
                    <a:pt x="57685" y="37133"/>
                    <a:pt x="55688" y="43139"/>
                    <a:pt x="51274" y="43139"/>
                  </a:cubicBezTo>
                  <a:cubicBezTo>
                    <a:pt x="48542" y="43139"/>
                    <a:pt x="47806" y="40900"/>
                    <a:pt x="47806" y="38151"/>
                  </a:cubicBezTo>
                  <a:cubicBezTo>
                    <a:pt x="47806" y="36420"/>
                    <a:pt x="48647" y="32755"/>
                    <a:pt x="49383" y="30108"/>
                  </a:cubicBezTo>
                  <a:cubicBezTo>
                    <a:pt x="50118" y="27359"/>
                    <a:pt x="51169" y="23185"/>
                    <a:pt x="51695" y="20945"/>
                  </a:cubicBezTo>
                  <a:lnTo>
                    <a:pt x="54112" y="11884"/>
                  </a:lnTo>
                  <a:cubicBezTo>
                    <a:pt x="54742" y="9339"/>
                    <a:pt x="55899" y="4859"/>
                    <a:pt x="55899" y="4350"/>
                  </a:cubicBezTo>
                  <a:cubicBezTo>
                    <a:pt x="55899" y="2314"/>
                    <a:pt x="54217" y="1092"/>
                    <a:pt x="52430" y="1092"/>
                  </a:cubicBezTo>
                  <a:cubicBezTo>
                    <a:pt x="51274" y="1092"/>
                    <a:pt x="49278" y="1601"/>
                    <a:pt x="48122" y="3535"/>
                  </a:cubicBezTo>
                  <a:cubicBezTo>
                    <a:pt x="47806" y="4146"/>
                    <a:pt x="46966" y="7404"/>
                    <a:pt x="46440" y="9440"/>
                  </a:cubicBezTo>
                  <a:lnTo>
                    <a:pt x="44233" y="17891"/>
                  </a:lnTo>
                  <a:lnTo>
                    <a:pt x="40975" y="30617"/>
                  </a:lnTo>
                  <a:cubicBezTo>
                    <a:pt x="40240" y="33162"/>
                    <a:pt x="40240" y="33366"/>
                    <a:pt x="39294" y="34689"/>
                  </a:cubicBezTo>
                  <a:cubicBezTo>
                    <a:pt x="36036" y="39169"/>
                    <a:pt x="31412" y="43139"/>
                    <a:pt x="25421" y="43139"/>
                  </a:cubicBezTo>
                  <a:cubicBezTo>
                    <a:pt x="16804" y="43139"/>
                    <a:pt x="16804" y="35911"/>
                    <a:pt x="16804" y="34078"/>
                  </a:cubicBezTo>
                  <a:cubicBezTo>
                    <a:pt x="16804" y="31431"/>
                    <a:pt x="17119" y="30108"/>
                    <a:pt x="18590" y="24610"/>
                  </a:cubicBezTo>
                  <a:cubicBezTo>
                    <a:pt x="19641" y="20130"/>
                    <a:pt x="19851" y="19418"/>
                    <a:pt x="20902" y="15447"/>
                  </a:cubicBezTo>
                  <a:lnTo>
                    <a:pt x="22374" y="9746"/>
                  </a:lnTo>
                  <a:cubicBezTo>
                    <a:pt x="22899" y="7608"/>
                    <a:pt x="23950" y="3739"/>
                    <a:pt x="23950" y="3332"/>
                  </a:cubicBezTo>
                  <a:cubicBezTo>
                    <a:pt x="23950" y="1499"/>
                    <a:pt x="22479" y="74"/>
                    <a:pt x="20377" y="74"/>
                  </a:cubicBezTo>
                  <a:cubicBezTo>
                    <a:pt x="16593" y="74"/>
                    <a:pt x="15648" y="3637"/>
                    <a:pt x="15332" y="4859"/>
                  </a:cubicBezTo>
                  <a:lnTo>
                    <a:pt x="72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8" name="Freeform: Shape 1907">
              <a:extLst>
                <a:ext uri="{FF2B5EF4-FFF2-40B4-BE49-F238E27FC236}">
                  <a16:creationId xmlns:a16="http://schemas.microsoft.com/office/drawing/2014/main" id="{0CB5FAF7-1E2F-726C-4145-29229FF13D57}"/>
                </a:ext>
              </a:extLst>
            </p:cNvPr>
            <p:cNvSpPr/>
            <p:nvPr>
              <p:custDataLst>
                <p:tags r:id="rId106"/>
              </p:custDataLst>
            </p:nvPr>
          </p:nvSpPr>
          <p:spPr>
            <a:xfrm>
              <a:off x="11678060" y="5908393"/>
              <a:ext cx="35506" cy="63412"/>
            </a:xfrm>
            <a:custGeom>
              <a:avLst/>
              <a:gdLst>
                <a:gd name="connsiteX0" fmla="*/ 35815 w 35506"/>
                <a:gd name="connsiteY0" fmla="*/ 3202 h 63412"/>
                <a:gd name="connsiteX1" fmla="*/ 32512 w 35506"/>
                <a:gd name="connsiteY1" fmla="*/ 75 h 63412"/>
                <a:gd name="connsiteX2" fmla="*/ 27858 w 35506"/>
                <a:gd name="connsiteY2" fmla="*/ 4438 h 63412"/>
                <a:gd name="connsiteX3" fmla="*/ 31161 w 35506"/>
                <a:gd name="connsiteY3" fmla="*/ 7565 h 63412"/>
                <a:gd name="connsiteX4" fmla="*/ 35815 w 35506"/>
                <a:gd name="connsiteY4" fmla="*/ 3202 h 63412"/>
                <a:gd name="connsiteX5" fmla="*/ 19451 w 35506"/>
                <a:gd name="connsiteY5" fmla="*/ 51852 h 63412"/>
                <a:gd name="connsiteX6" fmla="*/ 8716 w 35506"/>
                <a:gd name="connsiteY6" fmla="*/ 61015 h 63412"/>
                <a:gd name="connsiteX7" fmla="*/ 6014 w 35506"/>
                <a:gd name="connsiteY7" fmla="*/ 60652 h 63412"/>
                <a:gd name="connsiteX8" fmla="*/ 8341 w 35506"/>
                <a:gd name="connsiteY8" fmla="*/ 56797 h 63412"/>
                <a:gd name="connsiteX9" fmla="*/ 4963 w 35506"/>
                <a:gd name="connsiteY9" fmla="*/ 53816 h 63412"/>
                <a:gd name="connsiteX10" fmla="*/ 309 w 35506"/>
                <a:gd name="connsiteY10" fmla="*/ 58470 h 63412"/>
                <a:gd name="connsiteX11" fmla="*/ 8791 w 35506"/>
                <a:gd name="connsiteY11" fmla="*/ 63488 h 63412"/>
                <a:gd name="connsiteX12" fmla="*/ 25982 w 35506"/>
                <a:gd name="connsiteY12" fmla="*/ 51925 h 63412"/>
                <a:gd name="connsiteX13" fmla="*/ 32738 w 35506"/>
                <a:gd name="connsiteY13" fmla="*/ 25891 h 63412"/>
                <a:gd name="connsiteX14" fmla="*/ 33113 w 35506"/>
                <a:gd name="connsiteY14" fmla="*/ 23491 h 63412"/>
                <a:gd name="connsiteX15" fmla="*/ 23880 w 35506"/>
                <a:gd name="connsiteY15" fmla="*/ 16437 h 63412"/>
                <a:gd name="connsiteX16" fmla="*/ 9242 w 35506"/>
                <a:gd name="connsiteY16" fmla="*/ 27709 h 63412"/>
                <a:gd name="connsiteX17" fmla="*/ 10818 w 35506"/>
                <a:gd name="connsiteY17" fmla="*/ 28727 h 63412"/>
                <a:gd name="connsiteX18" fmla="*/ 12470 w 35506"/>
                <a:gd name="connsiteY18" fmla="*/ 27709 h 63412"/>
                <a:gd name="connsiteX19" fmla="*/ 23579 w 35506"/>
                <a:gd name="connsiteY19" fmla="*/ 18910 h 63412"/>
                <a:gd name="connsiteX20" fmla="*/ 26732 w 35506"/>
                <a:gd name="connsiteY20" fmla="*/ 22764 h 63412"/>
                <a:gd name="connsiteX21" fmla="*/ 26507 w 35506"/>
                <a:gd name="connsiteY21" fmla="*/ 24655 h 63412"/>
                <a:gd name="connsiteX22" fmla="*/ 1945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15" y="3202"/>
                  </a:moveTo>
                  <a:cubicBezTo>
                    <a:pt x="35815" y="1529"/>
                    <a:pt x="34539" y="75"/>
                    <a:pt x="32512" y="75"/>
                  </a:cubicBezTo>
                  <a:cubicBezTo>
                    <a:pt x="30185" y="75"/>
                    <a:pt x="27858" y="2256"/>
                    <a:pt x="27858" y="4438"/>
                  </a:cubicBezTo>
                  <a:cubicBezTo>
                    <a:pt x="27858" y="6183"/>
                    <a:pt x="29285" y="7565"/>
                    <a:pt x="31161" y="7565"/>
                  </a:cubicBezTo>
                  <a:cubicBezTo>
                    <a:pt x="33714" y="7565"/>
                    <a:pt x="35815" y="5238"/>
                    <a:pt x="35815" y="3202"/>
                  </a:cubicBezTo>
                  <a:close/>
                  <a:moveTo>
                    <a:pt x="19451" y="51852"/>
                  </a:moveTo>
                  <a:cubicBezTo>
                    <a:pt x="18025" y="57379"/>
                    <a:pt x="13295" y="61015"/>
                    <a:pt x="8716" y="61015"/>
                  </a:cubicBezTo>
                  <a:cubicBezTo>
                    <a:pt x="7440" y="61015"/>
                    <a:pt x="6614" y="60797"/>
                    <a:pt x="6014" y="60652"/>
                  </a:cubicBezTo>
                  <a:cubicBezTo>
                    <a:pt x="7815" y="59634"/>
                    <a:pt x="8341" y="57743"/>
                    <a:pt x="8341" y="56797"/>
                  </a:cubicBezTo>
                  <a:cubicBezTo>
                    <a:pt x="8341" y="55561"/>
                    <a:pt x="7440" y="53816"/>
                    <a:pt x="4963" y="53816"/>
                  </a:cubicBezTo>
                  <a:cubicBezTo>
                    <a:pt x="2411" y="53816"/>
                    <a:pt x="309" y="56070"/>
                    <a:pt x="309" y="58470"/>
                  </a:cubicBezTo>
                  <a:cubicBezTo>
                    <a:pt x="309" y="61597"/>
                    <a:pt x="3687" y="63488"/>
                    <a:pt x="8791" y="63488"/>
                  </a:cubicBezTo>
                  <a:cubicBezTo>
                    <a:pt x="13896" y="63488"/>
                    <a:pt x="23655" y="60943"/>
                    <a:pt x="25982" y="51925"/>
                  </a:cubicBezTo>
                  <a:lnTo>
                    <a:pt x="32738" y="25891"/>
                  </a:lnTo>
                  <a:cubicBezTo>
                    <a:pt x="32888" y="25164"/>
                    <a:pt x="33113" y="24509"/>
                    <a:pt x="33113" y="23491"/>
                  </a:cubicBezTo>
                  <a:cubicBezTo>
                    <a:pt x="33113" y="19346"/>
                    <a:pt x="29134" y="16437"/>
                    <a:pt x="23880" y="16437"/>
                  </a:cubicBezTo>
                  <a:cubicBezTo>
                    <a:pt x="14797" y="16437"/>
                    <a:pt x="9242" y="26255"/>
                    <a:pt x="9242" y="27709"/>
                  </a:cubicBezTo>
                  <a:cubicBezTo>
                    <a:pt x="9242" y="28727"/>
                    <a:pt x="10443" y="28727"/>
                    <a:pt x="10818" y="28727"/>
                  </a:cubicBezTo>
                  <a:cubicBezTo>
                    <a:pt x="11944" y="28727"/>
                    <a:pt x="12094" y="28436"/>
                    <a:pt x="12470" y="27709"/>
                  </a:cubicBezTo>
                  <a:cubicBezTo>
                    <a:pt x="15923" y="20582"/>
                    <a:pt x="21027" y="18910"/>
                    <a:pt x="23579" y="18910"/>
                  </a:cubicBezTo>
                  <a:cubicBezTo>
                    <a:pt x="26582" y="18910"/>
                    <a:pt x="26732" y="21528"/>
                    <a:pt x="26732" y="22764"/>
                  </a:cubicBezTo>
                  <a:cubicBezTo>
                    <a:pt x="26732" y="23782"/>
                    <a:pt x="26657" y="24073"/>
                    <a:pt x="26507" y="24655"/>
                  </a:cubicBezTo>
                  <a:lnTo>
                    <a:pt x="1945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9" name="Freeform: Shape 1908">
              <a:extLst>
                <a:ext uri="{FF2B5EF4-FFF2-40B4-BE49-F238E27FC236}">
                  <a16:creationId xmlns:a16="http://schemas.microsoft.com/office/drawing/2014/main" id="{1349A88C-672B-A717-5EDC-19834F394FA4}"/>
                </a:ext>
              </a:extLst>
            </p:cNvPr>
            <p:cNvSpPr/>
            <p:nvPr>
              <p:custDataLst>
                <p:tags r:id="rId107"/>
              </p:custDataLst>
            </p:nvPr>
          </p:nvSpPr>
          <p:spPr>
            <a:xfrm>
              <a:off x="11742720" y="5914357"/>
              <a:ext cx="71043" cy="4988"/>
            </a:xfrm>
            <a:custGeom>
              <a:avLst/>
              <a:gdLst>
                <a:gd name="connsiteX0" fmla="*/ 67152 w 71043"/>
                <a:gd name="connsiteY0" fmla="*/ 5063 h 4988"/>
                <a:gd name="connsiteX1" fmla="*/ 71356 w 71043"/>
                <a:gd name="connsiteY1" fmla="*/ 2619 h 4988"/>
                <a:gd name="connsiteX2" fmla="*/ 67152 w 71043"/>
                <a:gd name="connsiteY2" fmla="*/ 74 h 4988"/>
                <a:gd name="connsiteX3" fmla="*/ 4516 w 71043"/>
                <a:gd name="connsiteY3" fmla="*/ 74 h 4988"/>
                <a:gd name="connsiteX4" fmla="*/ 312 w 71043"/>
                <a:gd name="connsiteY4" fmla="*/ 2517 h 4988"/>
                <a:gd name="connsiteX5" fmla="*/ 4516 w 71043"/>
                <a:gd name="connsiteY5" fmla="*/ 5063 h 4988"/>
                <a:gd name="connsiteX6" fmla="*/ 6715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152" y="5063"/>
                  </a:moveTo>
                  <a:cubicBezTo>
                    <a:pt x="68834" y="5063"/>
                    <a:pt x="71356" y="5063"/>
                    <a:pt x="71356" y="2619"/>
                  </a:cubicBezTo>
                  <a:cubicBezTo>
                    <a:pt x="71356" y="74"/>
                    <a:pt x="68939" y="74"/>
                    <a:pt x="67152" y="74"/>
                  </a:cubicBezTo>
                  <a:lnTo>
                    <a:pt x="4516" y="74"/>
                  </a:lnTo>
                  <a:cubicBezTo>
                    <a:pt x="2835" y="74"/>
                    <a:pt x="312" y="74"/>
                    <a:pt x="312" y="2517"/>
                  </a:cubicBezTo>
                  <a:cubicBezTo>
                    <a:pt x="312" y="5063"/>
                    <a:pt x="2730" y="5063"/>
                    <a:pt x="4516" y="5063"/>
                  </a:cubicBezTo>
                  <a:lnTo>
                    <a:pt x="6715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0" name="Freeform: Shape 1909">
              <a:extLst>
                <a:ext uri="{FF2B5EF4-FFF2-40B4-BE49-F238E27FC236}">
                  <a16:creationId xmlns:a16="http://schemas.microsoft.com/office/drawing/2014/main" id="{672FFE35-993D-C60B-0BDD-ED1102F7C0B9}"/>
                </a:ext>
              </a:extLst>
            </p:cNvPr>
            <p:cNvSpPr/>
            <p:nvPr>
              <p:custDataLst>
                <p:tags r:id="rId108"/>
              </p:custDataLst>
            </p:nvPr>
          </p:nvSpPr>
          <p:spPr>
            <a:xfrm>
              <a:off x="11827411" y="5870884"/>
              <a:ext cx="73460" cy="91221"/>
            </a:xfrm>
            <a:custGeom>
              <a:avLst/>
              <a:gdLst>
                <a:gd name="connsiteX0" fmla="*/ 7150 w 73460"/>
                <a:gd name="connsiteY0" fmla="*/ 89056 h 91221"/>
                <a:gd name="connsiteX1" fmla="*/ 13560 w 73460"/>
                <a:gd name="connsiteY1" fmla="*/ 63909 h 91221"/>
                <a:gd name="connsiteX2" fmla="*/ 37417 w 73460"/>
                <a:gd name="connsiteY2" fmla="*/ 72868 h 91221"/>
                <a:gd name="connsiteX3" fmla="*/ 72939 w 73460"/>
                <a:gd name="connsiteY3" fmla="*/ 44565 h 91221"/>
                <a:gd name="connsiteX4" fmla="*/ 65792 w 73460"/>
                <a:gd name="connsiteY4" fmla="*/ 30719 h 91221"/>
                <a:gd name="connsiteX5" fmla="*/ 73779 w 73460"/>
                <a:gd name="connsiteY5" fmla="*/ 14531 h 91221"/>
                <a:gd name="connsiteX6" fmla="*/ 55073 w 73460"/>
                <a:gd name="connsiteY6" fmla="*/ 74 h 91221"/>
                <a:gd name="connsiteX7" fmla="*/ 16608 w 73460"/>
                <a:gd name="connsiteY7" fmla="*/ 26137 h 91221"/>
                <a:gd name="connsiteX8" fmla="*/ 739 w 73460"/>
                <a:gd name="connsiteY8" fmla="*/ 87732 h 91221"/>
                <a:gd name="connsiteX9" fmla="*/ 319 w 73460"/>
                <a:gd name="connsiteY9" fmla="*/ 89463 h 91221"/>
                <a:gd name="connsiteX10" fmla="*/ 3682 w 73460"/>
                <a:gd name="connsiteY10" fmla="*/ 91295 h 91221"/>
                <a:gd name="connsiteX11" fmla="*/ 7150 w 73460"/>
                <a:gd name="connsiteY11" fmla="*/ 89056 h 91221"/>
                <a:gd name="connsiteX12" fmla="*/ 40044 w 73460"/>
                <a:gd name="connsiteY12" fmla="*/ 32042 h 91221"/>
                <a:gd name="connsiteX13" fmla="*/ 47085 w 73460"/>
                <a:gd name="connsiteY13" fmla="*/ 31024 h 91221"/>
                <a:gd name="connsiteX14" fmla="*/ 52025 w 73460"/>
                <a:gd name="connsiteY14" fmla="*/ 31431 h 91221"/>
                <a:gd name="connsiteX15" fmla="*/ 45614 w 73460"/>
                <a:gd name="connsiteY15" fmla="*/ 32653 h 91221"/>
                <a:gd name="connsiteX16" fmla="*/ 40044 w 73460"/>
                <a:gd name="connsiteY16" fmla="*/ 32042 h 91221"/>
                <a:gd name="connsiteX17" fmla="*/ 57069 w 73460"/>
                <a:gd name="connsiteY17" fmla="*/ 27155 h 91221"/>
                <a:gd name="connsiteX18" fmla="*/ 47401 w 73460"/>
                <a:gd name="connsiteY18" fmla="*/ 26341 h 91221"/>
                <a:gd name="connsiteX19" fmla="*/ 33318 w 73460"/>
                <a:gd name="connsiteY19" fmla="*/ 32449 h 91221"/>
                <a:gd name="connsiteX20" fmla="*/ 45404 w 73460"/>
                <a:gd name="connsiteY20" fmla="*/ 37336 h 91221"/>
                <a:gd name="connsiteX21" fmla="*/ 58330 w 73460"/>
                <a:gd name="connsiteY21" fmla="*/ 35198 h 91221"/>
                <a:gd name="connsiteX22" fmla="*/ 59592 w 73460"/>
                <a:gd name="connsiteY22" fmla="*/ 40594 h 91221"/>
                <a:gd name="connsiteX23" fmla="*/ 53391 w 73460"/>
                <a:gd name="connsiteY23" fmla="*/ 60752 h 91221"/>
                <a:gd name="connsiteX24" fmla="*/ 37312 w 73460"/>
                <a:gd name="connsiteY24" fmla="*/ 68185 h 91221"/>
                <a:gd name="connsiteX25" fmla="*/ 16713 w 73460"/>
                <a:gd name="connsiteY25" fmla="*/ 53728 h 91221"/>
                <a:gd name="connsiteX26" fmla="*/ 18605 w 73460"/>
                <a:gd name="connsiteY26" fmla="*/ 44667 h 91221"/>
                <a:gd name="connsiteX27" fmla="*/ 22704 w 73460"/>
                <a:gd name="connsiteY27" fmla="*/ 28479 h 91221"/>
                <a:gd name="connsiteX28" fmla="*/ 33844 w 73460"/>
                <a:gd name="connsiteY28" fmla="*/ 11884 h 91221"/>
                <a:gd name="connsiteX29" fmla="*/ 54547 w 73460"/>
                <a:gd name="connsiteY29" fmla="*/ 4757 h 91221"/>
                <a:gd name="connsiteX30" fmla="*/ 61693 w 73460"/>
                <a:gd name="connsiteY30" fmla="*/ 10866 h 91221"/>
                <a:gd name="connsiteX31" fmla="*/ 57069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150" y="89056"/>
                  </a:moveTo>
                  <a:lnTo>
                    <a:pt x="13560" y="63909"/>
                  </a:lnTo>
                  <a:cubicBezTo>
                    <a:pt x="15557" y="66454"/>
                    <a:pt x="22599" y="72868"/>
                    <a:pt x="37417" y="72868"/>
                  </a:cubicBezTo>
                  <a:cubicBezTo>
                    <a:pt x="60958" y="72868"/>
                    <a:pt x="72939" y="57393"/>
                    <a:pt x="72939" y="44565"/>
                  </a:cubicBezTo>
                  <a:cubicBezTo>
                    <a:pt x="72939" y="38660"/>
                    <a:pt x="70521" y="33977"/>
                    <a:pt x="65792" y="30719"/>
                  </a:cubicBezTo>
                  <a:cubicBezTo>
                    <a:pt x="70416" y="27053"/>
                    <a:pt x="73779" y="20538"/>
                    <a:pt x="73779" y="14531"/>
                  </a:cubicBezTo>
                  <a:cubicBezTo>
                    <a:pt x="73779" y="6284"/>
                    <a:pt x="67684" y="74"/>
                    <a:pt x="55073" y="74"/>
                  </a:cubicBezTo>
                  <a:cubicBezTo>
                    <a:pt x="39519" y="74"/>
                    <a:pt x="20812" y="9644"/>
                    <a:pt x="16608" y="26137"/>
                  </a:cubicBezTo>
                  <a:lnTo>
                    <a:pt x="739" y="87732"/>
                  </a:lnTo>
                  <a:cubicBezTo>
                    <a:pt x="319" y="89157"/>
                    <a:pt x="319" y="89361"/>
                    <a:pt x="319" y="89463"/>
                  </a:cubicBezTo>
                  <a:cubicBezTo>
                    <a:pt x="319" y="91295"/>
                    <a:pt x="2105" y="91295"/>
                    <a:pt x="3682" y="91295"/>
                  </a:cubicBezTo>
                  <a:cubicBezTo>
                    <a:pt x="5784" y="91295"/>
                    <a:pt x="6624" y="91295"/>
                    <a:pt x="7150" y="89056"/>
                  </a:cubicBezTo>
                  <a:close/>
                  <a:moveTo>
                    <a:pt x="40044" y="32042"/>
                  </a:moveTo>
                  <a:cubicBezTo>
                    <a:pt x="41410" y="31431"/>
                    <a:pt x="42356" y="31024"/>
                    <a:pt x="47085" y="31024"/>
                  </a:cubicBezTo>
                  <a:cubicBezTo>
                    <a:pt x="48767" y="31024"/>
                    <a:pt x="50133" y="31024"/>
                    <a:pt x="52025" y="31431"/>
                  </a:cubicBezTo>
                  <a:cubicBezTo>
                    <a:pt x="49713" y="32653"/>
                    <a:pt x="47506" y="32653"/>
                    <a:pt x="45614" y="32653"/>
                  </a:cubicBezTo>
                  <a:cubicBezTo>
                    <a:pt x="42461" y="32653"/>
                    <a:pt x="42146" y="32551"/>
                    <a:pt x="40044" y="32042"/>
                  </a:cubicBezTo>
                  <a:close/>
                  <a:moveTo>
                    <a:pt x="57069" y="27155"/>
                  </a:moveTo>
                  <a:cubicBezTo>
                    <a:pt x="53076" y="26341"/>
                    <a:pt x="49503" y="26341"/>
                    <a:pt x="47401" y="26341"/>
                  </a:cubicBezTo>
                  <a:cubicBezTo>
                    <a:pt x="42882" y="26341"/>
                    <a:pt x="33318" y="26341"/>
                    <a:pt x="33318" y="32449"/>
                  </a:cubicBezTo>
                  <a:cubicBezTo>
                    <a:pt x="33318" y="37234"/>
                    <a:pt x="40254" y="37336"/>
                    <a:pt x="45404" y="37336"/>
                  </a:cubicBezTo>
                  <a:cubicBezTo>
                    <a:pt x="48452" y="37336"/>
                    <a:pt x="52760" y="37336"/>
                    <a:pt x="58330" y="35198"/>
                  </a:cubicBezTo>
                  <a:cubicBezTo>
                    <a:pt x="59276" y="36624"/>
                    <a:pt x="59592" y="38762"/>
                    <a:pt x="59592" y="40594"/>
                  </a:cubicBezTo>
                  <a:cubicBezTo>
                    <a:pt x="59592" y="44157"/>
                    <a:pt x="57385" y="55357"/>
                    <a:pt x="53391" y="60752"/>
                  </a:cubicBezTo>
                  <a:cubicBezTo>
                    <a:pt x="49608" y="65741"/>
                    <a:pt x="43828" y="68185"/>
                    <a:pt x="37312" y="68185"/>
                  </a:cubicBezTo>
                  <a:cubicBezTo>
                    <a:pt x="28379" y="68185"/>
                    <a:pt x="16713" y="64214"/>
                    <a:pt x="16713" y="53728"/>
                  </a:cubicBezTo>
                  <a:cubicBezTo>
                    <a:pt x="16713" y="51793"/>
                    <a:pt x="17764" y="47619"/>
                    <a:pt x="18605" y="44667"/>
                  </a:cubicBezTo>
                  <a:cubicBezTo>
                    <a:pt x="19130" y="42427"/>
                    <a:pt x="22493" y="29395"/>
                    <a:pt x="22704" y="28479"/>
                  </a:cubicBezTo>
                  <a:cubicBezTo>
                    <a:pt x="23649" y="24915"/>
                    <a:pt x="25436" y="17992"/>
                    <a:pt x="33844" y="11884"/>
                  </a:cubicBezTo>
                  <a:cubicBezTo>
                    <a:pt x="42461" y="5572"/>
                    <a:pt x="50764" y="4757"/>
                    <a:pt x="54547" y="4757"/>
                  </a:cubicBezTo>
                  <a:cubicBezTo>
                    <a:pt x="61693" y="4757"/>
                    <a:pt x="61693" y="9237"/>
                    <a:pt x="61693" y="10866"/>
                  </a:cubicBezTo>
                  <a:cubicBezTo>
                    <a:pt x="61693" y="13309"/>
                    <a:pt x="59802" y="22574"/>
                    <a:pt x="57069"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1" name="Freeform: Shape 1910">
              <a:extLst>
                <a:ext uri="{FF2B5EF4-FFF2-40B4-BE49-F238E27FC236}">
                  <a16:creationId xmlns:a16="http://schemas.microsoft.com/office/drawing/2014/main" id="{FCA78F14-0BF8-8D71-F684-B9EE84338FF1}"/>
                </a:ext>
              </a:extLst>
            </p:cNvPr>
            <p:cNvSpPr/>
            <p:nvPr>
              <p:custDataLst>
                <p:tags r:id="rId109"/>
              </p:custDataLst>
            </p:nvPr>
          </p:nvSpPr>
          <p:spPr>
            <a:xfrm>
              <a:off x="11915608" y="5847994"/>
              <a:ext cx="62605" cy="50468"/>
            </a:xfrm>
            <a:custGeom>
              <a:avLst/>
              <a:gdLst>
                <a:gd name="connsiteX0" fmla="*/ 33729 w 62605"/>
                <a:gd name="connsiteY0" fmla="*/ 4143 h 50468"/>
                <a:gd name="connsiteX1" fmla="*/ 59702 w 62605"/>
                <a:gd name="connsiteY1" fmla="*/ 4143 h 50468"/>
                <a:gd name="connsiteX2" fmla="*/ 62930 w 62605"/>
                <a:gd name="connsiteY2" fmla="*/ 2107 h 50468"/>
                <a:gd name="connsiteX3" fmla="*/ 59702 w 62605"/>
                <a:gd name="connsiteY3" fmla="*/ 71 h 50468"/>
                <a:gd name="connsiteX4" fmla="*/ 3552 w 62605"/>
                <a:gd name="connsiteY4" fmla="*/ 71 h 50468"/>
                <a:gd name="connsiteX5" fmla="*/ 324 w 62605"/>
                <a:gd name="connsiteY5" fmla="*/ 2107 h 50468"/>
                <a:gd name="connsiteX6" fmla="*/ 3552 w 62605"/>
                <a:gd name="connsiteY6" fmla="*/ 4143 h 50468"/>
                <a:gd name="connsiteX7" fmla="*/ 29525 w 62605"/>
                <a:gd name="connsiteY7" fmla="*/ 4143 h 50468"/>
                <a:gd name="connsiteX8" fmla="*/ 29525 w 62605"/>
                <a:gd name="connsiteY8" fmla="*/ 47412 h 50468"/>
                <a:gd name="connsiteX9" fmla="*/ 31627 w 62605"/>
                <a:gd name="connsiteY9" fmla="*/ 50539 h 50468"/>
                <a:gd name="connsiteX10" fmla="*/ 33729 w 62605"/>
                <a:gd name="connsiteY10" fmla="*/ 47412 h 50468"/>
                <a:gd name="connsiteX11" fmla="*/ 3372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729" y="4143"/>
                  </a:moveTo>
                  <a:lnTo>
                    <a:pt x="59702" y="4143"/>
                  </a:lnTo>
                  <a:cubicBezTo>
                    <a:pt x="60903" y="4143"/>
                    <a:pt x="62930" y="4143"/>
                    <a:pt x="62930" y="2107"/>
                  </a:cubicBezTo>
                  <a:cubicBezTo>
                    <a:pt x="62930" y="71"/>
                    <a:pt x="60903" y="71"/>
                    <a:pt x="59702" y="71"/>
                  </a:cubicBezTo>
                  <a:lnTo>
                    <a:pt x="3552" y="71"/>
                  </a:lnTo>
                  <a:cubicBezTo>
                    <a:pt x="2426" y="71"/>
                    <a:pt x="324" y="71"/>
                    <a:pt x="324" y="2107"/>
                  </a:cubicBezTo>
                  <a:cubicBezTo>
                    <a:pt x="324" y="4143"/>
                    <a:pt x="2426" y="4143"/>
                    <a:pt x="3552" y="4143"/>
                  </a:cubicBezTo>
                  <a:lnTo>
                    <a:pt x="29525" y="4143"/>
                  </a:lnTo>
                  <a:lnTo>
                    <a:pt x="29525" y="47412"/>
                  </a:lnTo>
                  <a:cubicBezTo>
                    <a:pt x="29525" y="48503"/>
                    <a:pt x="29525" y="50539"/>
                    <a:pt x="31627" y="50539"/>
                  </a:cubicBezTo>
                  <a:cubicBezTo>
                    <a:pt x="33729" y="50539"/>
                    <a:pt x="33729" y="48576"/>
                    <a:pt x="33729" y="47412"/>
                  </a:cubicBezTo>
                  <a:lnTo>
                    <a:pt x="3372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2" name="Freeform: Shape 1911">
              <a:extLst>
                <a:ext uri="{FF2B5EF4-FFF2-40B4-BE49-F238E27FC236}">
                  <a16:creationId xmlns:a16="http://schemas.microsoft.com/office/drawing/2014/main" id="{BBA5886F-F161-E6E5-3F21-7539B0865A73}"/>
                </a:ext>
              </a:extLst>
            </p:cNvPr>
            <p:cNvSpPr/>
            <p:nvPr>
              <p:custDataLst>
                <p:tags r:id="rId110"/>
              </p:custDataLst>
            </p:nvPr>
          </p:nvSpPr>
          <p:spPr>
            <a:xfrm>
              <a:off x="11998733" y="5897151"/>
              <a:ext cx="64422" cy="45203"/>
            </a:xfrm>
            <a:custGeom>
              <a:avLst/>
              <a:gdLst>
                <a:gd name="connsiteX0" fmla="*/ 38164 w 64422"/>
                <a:gd name="connsiteY0" fmla="*/ 20639 h 45203"/>
                <a:gd name="connsiteX1" fmla="*/ 52667 w 64422"/>
                <a:gd name="connsiteY1" fmla="*/ 6488 h 45203"/>
                <a:gd name="connsiteX2" fmla="*/ 62440 w 64422"/>
                <a:gd name="connsiteY2" fmla="*/ 5775 h 45203"/>
                <a:gd name="connsiteX3" fmla="*/ 62440 w 64422"/>
                <a:gd name="connsiteY3" fmla="*/ 74 h 45203"/>
                <a:gd name="connsiteX4" fmla="*/ 52246 w 64422"/>
                <a:gd name="connsiteY4" fmla="*/ 481 h 45203"/>
                <a:gd name="connsiteX5" fmla="*/ 40581 w 64422"/>
                <a:gd name="connsiteY5" fmla="*/ 74 h 45203"/>
                <a:gd name="connsiteX6" fmla="*/ 40581 w 64422"/>
                <a:gd name="connsiteY6" fmla="*/ 5775 h 45203"/>
                <a:gd name="connsiteX7" fmla="*/ 43418 w 64422"/>
                <a:gd name="connsiteY7" fmla="*/ 6386 h 45203"/>
                <a:gd name="connsiteX8" fmla="*/ 33540 w 64422"/>
                <a:gd name="connsiteY8" fmla="*/ 16058 h 45203"/>
                <a:gd name="connsiteX9" fmla="*/ 23345 w 64422"/>
                <a:gd name="connsiteY9" fmla="*/ 5775 h 45203"/>
                <a:gd name="connsiteX10" fmla="*/ 26183 w 64422"/>
                <a:gd name="connsiteY10" fmla="*/ 5775 h 45203"/>
                <a:gd name="connsiteX11" fmla="*/ 26183 w 64422"/>
                <a:gd name="connsiteY11" fmla="*/ 74 h 45203"/>
                <a:gd name="connsiteX12" fmla="*/ 12836 w 64422"/>
                <a:gd name="connsiteY12" fmla="*/ 481 h 45203"/>
                <a:gd name="connsiteX13" fmla="*/ 960 w 64422"/>
                <a:gd name="connsiteY13" fmla="*/ 74 h 45203"/>
                <a:gd name="connsiteX14" fmla="*/ 960 w 64422"/>
                <a:gd name="connsiteY14" fmla="*/ 5775 h 45203"/>
                <a:gd name="connsiteX15" fmla="*/ 8843 w 64422"/>
                <a:gd name="connsiteY15" fmla="*/ 5775 h 45203"/>
                <a:gd name="connsiteX16" fmla="*/ 26078 w 64422"/>
                <a:gd name="connsiteY16" fmla="*/ 23185 h 45203"/>
                <a:gd name="connsiteX17" fmla="*/ 10944 w 64422"/>
                <a:gd name="connsiteY17" fmla="*/ 37947 h 45203"/>
                <a:gd name="connsiteX18" fmla="*/ 6215 w 64422"/>
                <a:gd name="connsiteY18" fmla="*/ 39474 h 45203"/>
                <a:gd name="connsiteX19" fmla="*/ 330 w 64422"/>
                <a:gd name="connsiteY19" fmla="*/ 39576 h 45203"/>
                <a:gd name="connsiteX20" fmla="*/ 330 w 64422"/>
                <a:gd name="connsiteY20" fmla="*/ 45277 h 45203"/>
                <a:gd name="connsiteX21" fmla="*/ 10524 w 64422"/>
                <a:gd name="connsiteY21" fmla="*/ 44870 h 45203"/>
                <a:gd name="connsiteX22" fmla="*/ 22189 w 64422"/>
                <a:gd name="connsiteY22" fmla="*/ 45277 h 45203"/>
                <a:gd name="connsiteX23" fmla="*/ 22189 w 64422"/>
                <a:gd name="connsiteY23" fmla="*/ 39576 h 45203"/>
                <a:gd name="connsiteX24" fmla="*/ 19352 w 64422"/>
                <a:gd name="connsiteY24" fmla="*/ 38863 h 45203"/>
                <a:gd name="connsiteX25" fmla="*/ 30702 w 64422"/>
                <a:gd name="connsiteY25" fmla="*/ 27868 h 45203"/>
                <a:gd name="connsiteX26" fmla="*/ 42367 w 64422"/>
                <a:gd name="connsiteY26" fmla="*/ 39576 h 45203"/>
                <a:gd name="connsiteX27" fmla="*/ 39635 w 64422"/>
                <a:gd name="connsiteY27" fmla="*/ 39576 h 45203"/>
                <a:gd name="connsiteX28" fmla="*/ 39635 w 64422"/>
                <a:gd name="connsiteY28" fmla="*/ 45277 h 45203"/>
                <a:gd name="connsiteX29" fmla="*/ 52982 w 64422"/>
                <a:gd name="connsiteY29" fmla="*/ 44870 h 45203"/>
                <a:gd name="connsiteX30" fmla="*/ 64752 w 64422"/>
                <a:gd name="connsiteY30" fmla="*/ 45277 h 45203"/>
                <a:gd name="connsiteX31" fmla="*/ 64752 w 64422"/>
                <a:gd name="connsiteY31" fmla="*/ 39576 h 45203"/>
                <a:gd name="connsiteX32" fmla="*/ 56976 w 64422"/>
                <a:gd name="connsiteY32" fmla="*/ 39576 h 45203"/>
                <a:gd name="connsiteX33" fmla="*/ 3816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164" y="20639"/>
                  </a:moveTo>
                  <a:lnTo>
                    <a:pt x="52667" y="6488"/>
                  </a:lnTo>
                  <a:cubicBezTo>
                    <a:pt x="55189" y="5775"/>
                    <a:pt x="57921" y="5775"/>
                    <a:pt x="62440" y="5775"/>
                  </a:cubicBezTo>
                  <a:lnTo>
                    <a:pt x="62440" y="74"/>
                  </a:lnTo>
                  <a:cubicBezTo>
                    <a:pt x="59077" y="379"/>
                    <a:pt x="55609" y="481"/>
                    <a:pt x="52246" y="481"/>
                  </a:cubicBezTo>
                  <a:cubicBezTo>
                    <a:pt x="48673" y="481"/>
                    <a:pt x="41422" y="176"/>
                    <a:pt x="40581" y="74"/>
                  </a:cubicBezTo>
                  <a:lnTo>
                    <a:pt x="40581" y="5775"/>
                  </a:lnTo>
                  <a:cubicBezTo>
                    <a:pt x="41947" y="5775"/>
                    <a:pt x="42683" y="5979"/>
                    <a:pt x="43418" y="6386"/>
                  </a:cubicBezTo>
                  <a:lnTo>
                    <a:pt x="33540" y="16058"/>
                  </a:lnTo>
                  <a:lnTo>
                    <a:pt x="23345" y="5775"/>
                  </a:lnTo>
                  <a:lnTo>
                    <a:pt x="26183" y="5775"/>
                  </a:lnTo>
                  <a:lnTo>
                    <a:pt x="26183" y="74"/>
                  </a:lnTo>
                  <a:cubicBezTo>
                    <a:pt x="25552" y="74"/>
                    <a:pt x="17250" y="481"/>
                    <a:pt x="12836" y="481"/>
                  </a:cubicBezTo>
                  <a:cubicBezTo>
                    <a:pt x="8843" y="481"/>
                    <a:pt x="4954" y="379"/>
                    <a:pt x="960" y="74"/>
                  </a:cubicBezTo>
                  <a:lnTo>
                    <a:pt x="960" y="5775"/>
                  </a:lnTo>
                  <a:lnTo>
                    <a:pt x="8843" y="5775"/>
                  </a:lnTo>
                  <a:lnTo>
                    <a:pt x="26078" y="23185"/>
                  </a:lnTo>
                  <a:lnTo>
                    <a:pt x="10944" y="37947"/>
                  </a:lnTo>
                  <a:cubicBezTo>
                    <a:pt x="9578" y="39169"/>
                    <a:pt x="9473" y="39271"/>
                    <a:pt x="6215" y="39474"/>
                  </a:cubicBezTo>
                  <a:cubicBezTo>
                    <a:pt x="4534" y="39576"/>
                    <a:pt x="855" y="39576"/>
                    <a:pt x="330" y="39576"/>
                  </a:cubicBezTo>
                  <a:lnTo>
                    <a:pt x="330" y="45277"/>
                  </a:lnTo>
                  <a:cubicBezTo>
                    <a:pt x="3693" y="44972"/>
                    <a:pt x="7161" y="44870"/>
                    <a:pt x="10524" y="44870"/>
                  </a:cubicBezTo>
                  <a:cubicBezTo>
                    <a:pt x="13362" y="44870"/>
                    <a:pt x="20823" y="45176"/>
                    <a:pt x="22189" y="45277"/>
                  </a:cubicBezTo>
                  <a:lnTo>
                    <a:pt x="22189" y="39576"/>
                  </a:lnTo>
                  <a:cubicBezTo>
                    <a:pt x="20508" y="39576"/>
                    <a:pt x="20088" y="39372"/>
                    <a:pt x="19352" y="38863"/>
                  </a:cubicBezTo>
                  <a:lnTo>
                    <a:pt x="30702" y="27868"/>
                  </a:lnTo>
                  <a:lnTo>
                    <a:pt x="42367" y="39576"/>
                  </a:lnTo>
                  <a:lnTo>
                    <a:pt x="39635" y="39576"/>
                  </a:lnTo>
                  <a:lnTo>
                    <a:pt x="39635" y="45277"/>
                  </a:lnTo>
                  <a:cubicBezTo>
                    <a:pt x="39740" y="45277"/>
                    <a:pt x="48148" y="44870"/>
                    <a:pt x="52982" y="44870"/>
                  </a:cubicBezTo>
                  <a:cubicBezTo>
                    <a:pt x="56870" y="44870"/>
                    <a:pt x="60864" y="44972"/>
                    <a:pt x="64752" y="45277"/>
                  </a:cubicBezTo>
                  <a:lnTo>
                    <a:pt x="64752" y="39576"/>
                  </a:lnTo>
                  <a:lnTo>
                    <a:pt x="56976" y="39576"/>
                  </a:lnTo>
                  <a:lnTo>
                    <a:pt x="3816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3" name="Freeform: Shape 1912">
              <a:extLst>
                <a:ext uri="{FF2B5EF4-FFF2-40B4-BE49-F238E27FC236}">
                  <a16:creationId xmlns:a16="http://schemas.microsoft.com/office/drawing/2014/main" id="{9CB0C520-3D4C-1D87-51B4-CAD1A83DE3EA}"/>
                </a:ext>
              </a:extLst>
            </p:cNvPr>
            <p:cNvSpPr/>
            <p:nvPr>
              <p:custDataLst>
                <p:tags r:id="rId111"/>
              </p:custDataLst>
            </p:nvPr>
          </p:nvSpPr>
          <p:spPr>
            <a:xfrm>
              <a:off x="12074268" y="5865997"/>
              <a:ext cx="27219" cy="101707"/>
            </a:xfrm>
            <a:custGeom>
              <a:avLst/>
              <a:gdLst>
                <a:gd name="connsiteX0" fmla="*/ 2331 w 27219"/>
                <a:gd name="connsiteY0" fmla="*/ 74 h 101707"/>
                <a:gd name="connsiteX1" fmla="*/ 335 w 27219"/>
                <a:gd name="connsiteY1" fmla="*/ 1296 h 101707"/>
                <a:gd name="connsiteX2" fmla="*/ 1281 w 27219"/>
                <a:gd name="connsiteY2" fmla="*/ 2823 h 101707"/>
                <a:gd name="connsiteX3" fmla="*/ 20408 w 27219"/>
                <a:gd name="connsiteY3" fmla="*/ 50877 h 101707"/>
                <a:gd name="connsiteX4" fmla="*/ 2226 w 27219"/>
                <a:gd name="connsiteY4" fmla="*/ 98218 h 101707"/>
                <a:gd name="connsiteX5" fmla="*/ 335 w 27219"/>
                <a:gd name="connsiteY5" fmla="*/ 100560 h 101707"/>
                <a:gd name="connsiteX6" fmla="*/ 1701 w 27219"/>
                <a:gd name="connsiteY6" fmla="*/ 101782 h 101707"/>
                <a:gd name="connsiteX7" fmla="*/ 19882 w 27219"/>
                <a:gd name="connsiteY7" fmla="*/ 82336 h 101707"/>
                <a:gd name="connsiteX8" fmla="*/ 27554 w 27219"/>
                <a:gd name="connsiteY8" fmla="*/ 50979 h 101707"/>
                <a:gd name="connsiteX9" fmla="*/ 2331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31" y="74"/>
                  </a:moveTo>
                  <a:cubicBezTo>
                    <a:pt x="1596" y="74"/>
                    <a:pt x="335" y="74"/>
                    <a:pt x="335" y="1296"/>
                  </a:cubicBezTo>
                  <a:cubicBezTo>
                    <a:pt x="335" y="1805"/>
                    <a:pt x="650" y="2110"/>
                    <a:pt x="1281" y="2823"/>
                  </a:cubicBezTo>
                  <a:cubicBezTo>
                    <a:pt x="10319" y="10866"/>
                    <a:pt x="20408" y="24610"/>
                    <a:pt x="20408" y="50877"/>
                  </a:cubicBezTo>
                  <a:cubicBezTo>
                    <a:pt x="20408" y="72155"/>
                    <a:pt x="13577" y="88241"/>
                    <a:pt x="2226" y="98218"/>
                  </a:cubicBezTo>
                  <a:cubicBezTo>
                    <a:pt x="440" y="99949"/>
                    <a:pt x="335" y="100051"/>
                    <a:pt x="335" y="100560"/>
                  </a:cubicBezTo>
                  <a:cubicBezTo>
                    <a:pt x="335" y="101069"/>
                    <a:pt x="650" y="101782"/>
                    <a:pt x="1701" y="101782"/>
                  </a:cubicBezTo>
                  <a:cubicBezTo>
                    <a:pt x="2962" y="101782"/>
                    <a:pt x="12946" y="95062"/>
                    <a:pt x="19882" y="82336"/>
                  </a:cubicBezTo>
                  <a:cubicBezTo>
                    <a:pt x="24506" y="73886"/>
                    <a:pt x="27554" y="62890"/>
                    <a:pt x="27554" y="50979"/>
                  </a:cubicBezTo>
                  <a:cubicBezTo>
                    <a:pt x="27554" y="36624"/>
                    <a:pt x="23140" y="14327"/>
                    <a:pt x="2331"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4" name="Freeform: Shape 1913">
              <a:extLst>
                <a:ext uri="{FF2B5EF4-FFF2-40B4-BE49-F238E27FC236}">
                  <a16:creationId xmlns:a16="http://schemas.microsoft.com/office/drawing/2014/main" id="{A764DB0E-1A54-885D-9D05-3858F3EE54D4}"/>
                </a:ext>
              </a:extLst>
            </p:cNvPr>
            <p:cNvSpPr/>
            <p:nvPr>
              <p:custDataLst>
                <p:tags r:id="rId112"/>
              </p:custDataLst>
            </p:nvPr>
          </p:nvSpPr>
          <p:spPr>
            <a:xfrm>
              <a:off x="12167504" y="5958337"/>
              <a:ext cx="15914" cy="15416"/>
            </a:xfrm>
            <a:custGeom>
              <a:avLst/>
              <a:gdLst>
                <a:gd name="connsiteX0" fmla="*/ 16255 w 15914"/>
                <a:gd name="connsiteY0" fmla="*/ 7786 h 15416"/>
                <a:gd name="connsiteX1" fmla="*/ 8298 w 15914"/>
                <a:gd name="connsiteY1" fmla="*/ 78 h 15416"/>
                <a:gd name="connsiteX2" fmla="*/ 341 w 15914"/>
                <a:gd name="connsiteY2" fmla="*/ 7786 h 15416"/>
                <a:gd name="connsiteX3" fmla="*/ 8298 w 15914"/>
                <a:gd name="connsiteY3" fmla="*/ 15495 h 15416"/>
                <a:gd name="connsiteX4" fmla="*/ 16255 w 15914"/>
                <a:gd name="connsiteY4" fmla="*/ 7786 h 15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4" h="15416">
                  <a:moveTo>
                    <a:pt x="16255" y="7786"/>
                  </a:moveTo>
                  <a:cubicBezTo>
                    <a:pt x="16255" y="3569"/>
                    <a:pt x="12652" y="78"/>
                    <a:pt x="8298" y="78"/>
                  </a:cubicBezTo>
                  <a:cubicBezTo>
                    <a:pt x="3944" y="78"/>
                    <a:pt x="341" y="3569"/>
                    <a:pt x="341" y="7786"/>
                  </a:cubicBezTo>
                  <a:cubicBezTo>
                    <a:pt x="341" y="12004"/>
                    <a:pt x="3944" y="15495"/>
                    <a:pt x="8298" y="15495"/>
                  </a:cubicBezTo>
                  <a:cubicBezTo>
                    <a:pt x="12652" y="15495"/>
                    <a:pt x="16255" y="12004"/>
                    <a:pt x="16255" y="778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5" name="Freeform: Shape 1914">
              <a:extLst>
                <a:ext uri="{FF2B5EF4-FFF2-40B4-BE49-F238E27FC236}">
                  <a16:creationId xmlns:a16="http://schemas.microsoft.com/office/drawing/2014/main" id="{9B8486BC-8EAF-DCF3-2090-9C50703DE345}"/>
                </a:ext>
              </a:extLst>
            </p:cNvPr>
            <p:cNvSpPr/>
            <p:nvPr>
              <p:custDataLst>
                <p:tags r:id="rId113"/>
              </p:custDataLst>
            </p:nvPr>
          </p:nvSpPr>
          <p:spPr>
            <a:xfrm>
              <a:off x="12236565" y="5938121"/>
              <a:ext cx="57651" cy="65885"/>
            </a:xfrm>
            <a:custGeom>
              <a:avLst/>
              <a:gdLst>
                <a:gd name="connsiteX0" fmla="*/ 21514 w 57651"/>
                <a:gd name="connsiteY0" fmla="*/ 30766 h 65885"/>
                <a:gd name="connsiteX1" fmla="*/ 44485 w 57651"/>
                <a:gd name="connsiteY1" fmla="*/ 27421 h 65885"/>
                <a:gd name="connsiteX2" fmla="*/ 55745 w 57651"/>
                <a:gd name="connsiteY2" fmla="*/ 12441 h 65885"/>
                <a:gd name="connsiteX3" fmla="*/ 39681 w 57651"/>
                <a:gd name="connsiteY3" fmla="*/ 78 h 65885"/>
                <a:gd name="connsiteX4" fmla="*/ 345 w 57651"/>
                <a:gd name="connsiteY4" fmla="*/ 39638 h 65885"/>
                <a:gd name="connsiteX5" fmla="*/ 23917 w 57651"/>
                <a:gd name="connsiteY5" fmla="*/ 65963 h 65885"/>
                <a:gd name="connsiteX6" fmla="*/ 57997 w 57651"/>
                <a:gd name="connsiteY6" fmla="*/ 48801 h 65885"/>
                <a:gd name="connsiteX7" fmla="*/ 56195 w 57651"/>
                <a:gd name="connsiteY7" fmla="*/ 46910 h 65885"/>
                <a:gd name="connsiteX8" fmla="*/ 54244 w 57651"/>
                <a:gd name="connsiteY8" fmla="*/ 48365 h 65885"/>
                <a:gd name="connsiteX9" fmla="*/ 24217 w 57651"/>
                <a:gd name="connsiteY9" fmla="*/ 62764 h 65885"/>
                <a:gd name="connsiteX10" fmla="*/ 11155 w 57651"/>
                <a:gd name="connsiteY10" fmla="*/ 45892 h 65885"/>
                <a:gd name="connsiteX11" fmla="*/ 13557 w 57651"/>
                <a:gd name="connsiteY11" fmla="*/ 30766 h 65885"/>
                <a:gd name="connsiteX12" fmla="*/ 21514 w 57651"/>
                <a:gd name="connsiteY12" fmla="*/ 30766 h 65885"/>
                <a:gd name="connsiteX13" fmla="*/ 14458 w 57651"/>
                <a:gd name="connsiteY13" fmla="*/ 27567 h 65885"/>
                <a:gd name="connsiteX14" fmla="*/ 39681 w 57651"/>
                <a:gd name="connsiteY14" fmla="*/ 3278 h 65885"/>
                <a:gd name="connsiteX15" fmla="*/ 50791 w 57651"/>
                <a:gd name="connsiteY15" fmla="*/ 12441 h 65885"/>
                <a:gd name="connsiteX16" fmla="*/ 20614 w 57651"/>
                <a:gd name="connsiteY16" fmla="*/ 27567 h 65885"/>
                <a:gd name="connsiteX17" fmla="*/ 14458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514" y="30766"/>
                  </a:moveTo>
                  <a:cubicBezTo>
                    <a:pt x="25868" y="30766"/>
                    <a:pt x="36978" y="30475"/>
                    <a:pt x="44485" y="27421"/>
                  </a:cubicBezTo>
                  <a:cubicBezTo>
                    <a:pt x="54994" y="23058"/>
                    <a:pt x="55745" y="14477"/>
                    <a:pt x="55745" y="12441"/>
                  </a:cubicBezTo>
                  <a:cubicBezTo>
                    <a:pt x="55745" y="6041"/>
                    <a:pt x="50040" y="78"/>
                    <a:pt x="39681" y="78"/>
                  </a:cubicBezTo>
                  <a:cubicBezTo>
                    <a:pt x="23016" y="78"/>
                    <a:pt x="345" y="14186"/>
                    <a:pt x="345" y="39638"/>
                  </a:cubicBezTo>
                  <a:cubicBezTo>
                    <a:pt x="345" y="54473"/>
                    <a:pt x="9203" y="65963"/>
                    <a:pt x="23917" y="65963"/>
                  </a:cubicBezTo>
                  <a:cubicBezTo>
                    <a:pt x="45386" y="65963"/>
                    <a:pt x="57997" y="50547"/>
                    <a:pt x="57997" y="48801"/>
                  </a:cubicBezTo>
                  <a:cubicBezTo>
                    <a:pt x="57997" y="47929"/>
                    <a:pt x="57096" y="46910"/>
                    <a:pt x="56195" y="46910"/>
                  </a:cubicBezTo>
                  <a:cubicBezTo>
                    <a:pt x="55445" y="46910"/>
                    <a:pt x="55144" y="47201"/>
                    <a:pt x="54244" y="48365"/>
                  </a:cubicBezTo>
                  <a:cubicBezTo>
                    <a:pt x="42383" y="62764"/>
                    <a:pt x="26018" y="62764"/>
                    <a:pt x="24217" y="62764"/>
                  </a:cubicBezTo>
                  <a:cubicBezTo>
                    <a:pt x="12506" y="62764"/>
                    <a:pt x="11155" y="50547"/>
                    <a:pt x="11155" y="45892"/>
                  </a:cubicBezTo>
                  <a:cubicBezTo>
                    <a:pt x="11155" y="44147"/>
                    <a:pt x="11305" y="39638"/>
                    <a:pt x="13557" y="30766"/>
                  </a:cubicBezTo>
                  <a:lnTo>
                    <a:pt x="21514" y="30766"/>
                  </a:lnTo>
                  <a:close/>
                  <a:moveTo>
                    <a:pt x="14458" y="27567"/>
                  </a:moveTo>
                  <a:cubicBezTo>
                    <a:pt x="20313" y="5459"/>
                    <a:pt x="35777" y="3278"/>
                    <a:pt x="39681" y="3278"/>
                  </a:cubicBezTo>
                  <a:cubicBezTo>
                    <a:pt x="46737" y="3278"/>
                    <a:pt x="50791" y="7496"/>
                    <a:pt x="50791" y="12441"/>
                  </a:cubicBezTo>
                  <a:cubicBezTo>
                    <a:pt x="50791" y="27567"/>
                    <a:pt x="26769" y="27567"/>
                    <a:pt x="20614" y="27567"/>
                  </a:cubicBezTo>
                  <a:lnTo>
                    <a:pt x="14458"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6" name="Freeform: Shape 1915">
              <a:extLst>
                <a:ext uri="{FF2B5EF4-FFF2-40B4-BE49-F238E27FC236}">
                  <a16:creationId xmlns:a16="http://schemas.microsoft.com/office/drawing/2014/main" id="{81C42C21-8807-7DA7-EA49-529BDD193B8C}"/>
                </a:ext>
              </a:extLst>
            </p:cNvPr>
            <p:cNvSpPr/>
            <p:nvPr>
              <p:custDataLst>
                <p:tags r:id="rId114"/>
              </p:custDataLst>
            </p:nvPr>
          </p:nvSpPr>
          <p:spPr>
            <a:xfrm>
              <a:off x="12311651" y="5865997"/>
              <a:ext cx="27324" cy="101707"/>
            </a:xfrm>
            <a:custGeom>
              <a:avLst/>
              <a:gdLst>
                <a:gd name="connsiteX0" fmla="*/ 25573 w 27324"/>
                <a:gd name="connsiteY0" fmla="*/ 74 h 101707"/>
                <a:gd name="connsiteX1" fmla="*/ 350 w 27324"/>
                <a:gd name="connsiteY1" fmla="*/ 50877 h 101707"/>
                <a:gd name="connsiteX2" fmla="*/ 25573 w 27324"/>
                <a:gd name="connsiteY2" fmla="*/ 101782 h 101707"/>
                <a:gd name="connsiteX3" fmla="*/ 27675 w 27324"/>
                <a:gd name="connsiteY3" fmla="*/ 100560 h 101707"/>
                <a:gd name="connsiteX4" fmla="*/ 26624 w 27324"/>
                <a:gd name="connsiteY4" fmla="*/ 99033 h 101707"/>
                <a:gd name="connsiteX5" fmla="*/ 7497 w 27324"/>
                <a:gd name="connsiteY5" fmla="*/ 50979 h 101707"/>
                <a:gd name="connsiteX6" fmla="*/ 26939 w 27324"/>
                <a:gd name="connsiteY6" fmla="*/ 2517 h 101707"/>
                <a:gd name="connsiteX7" fmla="*/ 27675 w 27324"/>
                <a:gd name="connsiteY7" fmla="*/ 1296 h 101707"/>
                <a:gd name="connsiteX8" fmla="*/ 2557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73" y="74"/>
                  </a:moveTo>
                  <a:cubicBezTo>
                    <a:pt x="5605" y="13716"/>
                    <a:pt x="350" y="35300"/>
                    <a:pt x="350" y="50877"/>
                  </a:cubicBezTo>
                  <a:cubicBezTo>
                    <a:pt x="350" y="65232"/>
                    <a:pt x="4764" y="87528"/>
                    <a:pt x="25573" y="101782"/>
                  </a:cubicBezTo>
                  <a:cubicBezTo>
                    <a:pt x="26413" y="101782"/>
                    <a:pt x="27675" y="101782"/>
                    <a:pt x="27675" y="100560"/>
                  </a:cubicBezTo>
                  <a:cubicBezTo>
                    <a:pt x="27675" y="99949"/>
                    <a:pt x="27359" y="99746"/>
                    <a:pt x="26624" y="99033"/>
                  </a:cubicBezTo>
                  <a:cubicBezTo>
                    <a:pt x="12646" y="86816"/>
                    <a:pt x="7497" y="69508"/>
                    <a:pt x="7497" y="50979"/>
                  </a:cubicBezTo>
                  <a:cubicBezTo>
                    <a:pt x="7497" y="23490"/>
                    <a:pt x="18321" y="10051"/>
                    <a:pt x="26939" y="2517"/>
                  </a:cubicBezTo>
                  <a:cubicBezTo>
                    <a:pt x="27359" y="2110"/>
                    <a:pt x="27675" y="1805"/>
                    <a:pt x="27675" y="1296"/>
                  </a:cubicBezTo>
                  <a:cubicBezTo>
                    <a:pt x="27675" y="74"/>
                    <a:pt x="26413" y="74"/>
                    <a:pt x="2557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7" name="Freeform: Shape 1916">
              <a:extLst>
                <a:ext uri="{FF2B5EF4-FFF2-40B4-BE49-F238E27FC236}">
                  <a16:creationId xmlns:a16="http://schemas.microsoft.com/office/drawing/2014/main" id="{A7595629-7DD5-6DDB-315A-1E48E33E97A3}"/>
                </a:ext>
              </a:extLst>
            </p:cNvPr>
            <p:cNvSpPr/>
            <p:nvPr>
              <p:custDataLst>
                <p:tags r:id="rId115"/>
              </p:custDataLst>
            </p:nvPr>
          </p:nvSpPr>
          <p:spPr>
            <a:xfrm>
              <a:off x="12351605" y="5870578"/>
              <a:ext cx="61402" cy="91526"/>
            </a:xfrm>
            <a:custGeom>
              <a:avLst/>
              <a:gdLst>
                <a:gd name="connsiteX0" fmla="*/ 61755 w 61402"/>
                <a:gd name="connsiteY0" fmla="*/ 14225 h 91526"/>
                <a:gd name="connsiteX1" fmla="*/ 44520 w 61402"/>
                <a:gd name="connsiteY1" fmla="*/ 74 h 91526"/>
                <a:gd name="connsiteX2" fmla="*/ 16880 w 61402"/>
                <a:gd name="connsiteY2" fmla="*/ 26239 h 91526"/>
                <a:gd name="connsiteX3" fmla="*/ 381 w 61402"/>
                <a:gd name="connsiteY3" fmla="*/ 90379 h 91526"/>
                <a:gd name="connsiteX4" fmla="*/ 1852 w 61402"/>
                <a:gd name="connsiteY4" fmla="*/ 91601 h 91526"/>
                <a:gd name="connsiteX5" fmla="*/ 3849 w 61402"/>
                <a:gd name="connsiteY5" fmla="*/ 90888 h 91526"/>
                <a:gd name="connsiteX6" fmla="*/ 10890 w 61402"/>
                <a:gd name="connsiteY6" fmla="*/ 63705 h 91526"/>
                <a:gd name="connsiteX7" fmla="*/ 26654 w 61402"/>
                <a:gd name="connsiteY7" fmla="*/ 72766 h 91526"/>
                <a:gd name="connsiteX8" fmla="*/ 57972 w 61402"/>
                <a:gd name="connsiteY8" fmla="*/ 46906 h 91526"/>
                <a:gd name="connsiteX9" fmla="*/ 49775 w 61402"/>
                <a:gd name="connsiteY9" fmla="*/ 31431 h 91526"/>
                <a:gd name="connsiteX10" fmla="*/ 61755 w 61402"/>
                <a:gd name="connsiteY10" fmla="*/ 14225 h 91526"/>
                <a:gd name="connsiteX11" fmla="*/ 40947 w 61402"/>
                <a:gd name="connsiteY11" fmla="*/ 31329 h 91526"/>
                <a:gd name="connsiteX12" fmla="*/ 35587 w 61402"/>
                <a:gd name="connsiteY12" fmla="*/ 32042 h 91526"/>
                <a:gd name="connsiteX13" fmla="*/ 30648 w 61402"/>
                <a:gd name="connsiteY13" fmla="*/ 31533 h 91526"/>
                <a:gd name="connsiteX14" fmla="*/ 35587 w 61402"/>
                <a:gd name="connsiteY14" fmla="*/ 30820 h 91526"/>
                <a:gd name="connsiteX15" fmla="*/ 40947 w 61402"/>
                <a:gd name="connsiteY15" fmla="*/ 31329 h 91526"/>
                <a:gd name="connsiteX16" fmla="*/ 54819 w 61402"/>
                <a:gd name="connsiteY16" fmla="*/ 12393 h 91526"/>
                <a:gd name="connsiteX17" fmla="*/ 45571 w 61402"/>
                <a:gd name="connsiteY17" fmla="*/ 29293 h 91526"/>
                <a:gd name="connsiteX18" fmla="*/ 35692 w 61402"/>
                <a:gd name="connsiteY18" fmla="*/ 27970 h 91526"/>
                <a:gd name="connsiteX19" fmla="*/ 26759 w 61402"/>
                <a:gd name="connsiteY19" fmla="*/ 31839 h 91526"/>
                <a:gd name="connsiteX20" fmla="*/ 35377 w 61402"/>
                <a:gd name="connsiteY20" fmla="*/ 34791 h 91526"/>
                <a:gd name="connsiteX21" fmla="*/ 45361 w 61402"/>
                <a:gd name="connsiteY21" fmla="*/ 33366 h 91526"/>
                <a:gd name="connsiteX22" fmla="*/ 50195 w 61402"/>
                <a:gd name="connsiteY22" fmla="*/ 44157 h 91526"/>
                <a:gd name="connsiteX23" fmla="*/ 26969 w 61402"/>
                <a:gd name="connsiteY23" fmla="*/ 69915 h 91526"/>
                <a:gd name="connsiteX24" fmla="*/ 13097 w 61402"/>
                <a:gd name="connsiteY24" fmla="*/ 57087 h 91526"/>
                <a:gd name="connsiteX25" fmla="*/ 13412 w 61402"/>
                <a:gd name="connsiteY25" fmla="*/ 54135 h 91526"/>
                <a:gd name="connsiteX26" fmla="*/ 20348 w 61402"/>
                <a:gd name="connsiteY26" fmla="*/ 27053 h 91526"/>
                <a:gd name="connsiteX27" fmla="*/ 44310 w 61402"/>
                <a:gd name="connsiteY27" fmla="*/ 2925 h 91526"/>
                <a:gd name="connsiteX28" fmla="*/ 54819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755" y="14225"/>
                  </a:moveTo>
                  <a:cubicBezTo>
                    <a:pt x="61755" y="5266"/>
                    <a:pt x="53768" y="74"/>
                    <a:pt x="44520" y="74"/>
                  </a:cubicBezTo>
                  <a:cubicBezTo>
                    <a:pt x="30122" y="74"/>
                    <a:pt x="19508" y="15956"/>
                    <a:pt x="16880" y="26239"/>
                  </a:cubicBezTo>
                  <a:lnTo>
                    <a:pt x="381" y="90379"/>
                  </a:lnTo>
                  <a:cubicBezTo>
                    <a:pt x="170" y="91092"/>
                    <a:pt x="1221" y="91601"/>
                    <a:pt x="1852" y="91601"/>
                  </a:cubicBezTo>
                  <a:cubicBezTo>
                    <a:pt x="2798" y="91601"/>
                    <a:pt x="3638" y="91499"/>
                    <a:pt x="3849" y="90888"/>
                  </a:cubicBezTo>
                  <a:lnTo>
                    <a:pt x="10890" y="63705"/>
                  </a:lnTo>
                  <a:cubicBezTo>
                    <a:pt x="13097" y="68388"/>
                    <a:pt x="18141" y="72766"/>
                    <a:pt x="26654" y="72766"/>
                  </a:cubicBezTo>
                  <a:cubicBezTo>
                    <a:pt x="41367" y="72766"/>
                    <a:pt x="57972" y="62483"/>
                    <a:pt x="57972" y="46906"/>
                  </a:cubicBezTo>
                  <a:cubicBezTo>
                    <a:pt x="57972" y="40900"/>
                    <a:pt x="55134" y="34791"/>
                    <a:pt x="49775" y="31431"/>
                  </a:cubicBezTo>
                  <a:cubicBezTo>
                    <a:pt x="54924" y="28275"/>
                    <a:pt x="61755" y="22472"/>
                    <a:pt x="61755" y="14225"/>
                  </a:cubicBezTo>
                  <a:close/>
                  <a:moveTo>
                    <a:pt x="40947" y="31329"/>
                  </a:moveTo>
                  <a:cubicBezTo>
                    <a:pt x="39370" y="31635"/>
                    <a:pt x="38635" y="32042"/>
                    <a:pt x="35587" y="32042"/>
                  </a:cubicBezTo>
                  <a:cubicBezTo>
                    <a:pt x="33906" y="32042"/>
                    <a:pt x="31383" y="31940"/>
                    <a:pt x="30648" y="31533"/>
                  </a:cubicBezTo>
                  <a:cubicBezTo>
                    <a:pt x="31699" y="30922"/>
                    <a:pt x="34641" y="30820"/>
                    <a:pt x="35587" y="30820"/>
                  </a:cubicBezTo>
                  <a:cubicBezTo>
                    <a:pt x="37163" y="30820"/>
                    <a:pt x="39475" y="30922"/>
                    <a:pt x="40947" y="31329"/>
                  </a:cubicBezTo>
                  <a:close/>
                  <a:moveTo>
                    <a:pt x="54819" y="12393"/>
                  </a:moveTo>
                  <a:cubicBezTo>
                    <a:pt x="54819" y="17789"/>
                    <a:pt x="52087" y="25730"/>
                    <a:pt x="45571" y="29293"/>
                  </a:cubicBezTo>
                  <a:cubicBezTo>
                    <a:pt x="43574" y="28682"/>
                    <a:pt x="41577" y="27970"/>
                    <a:pt x="35692" y="27970"/>
                  </a:cubicBezTo>
                  <a:cubicBezTo>
                    <a:pt x="32014" y="27970"/>
                    <a:pt x="26759" y="28173"/>
                    <a:pt x="26759" y="31839"/>
                  </a:cubicBezTo>
                  <a:cubicBezTo>
                    <a:pt x="26759" y="34384"/>
                    <a:pt x="30017" y="34791"/>
                    <a:pt x="35377" y="34791"/>
                  </a:cubicBezTo>
                  <a:cubicBezTo>
                    <a:pt x="38950" y="34791"/>
                    <a:pt x="42103" y="34282"/>
                    <a:pt x="45361" y="33366"/>
                  </a:cubicBezTo>
                  <a:cubicBezTo>
                    <a:pt x="48514" y="35504"/>
                    <a:pt x="50195" y="39678"/>
                    <a:pt x="50195" y="44157"/>
                  </a:cubicBezTo>
                  <a:cubicBezTo>
                    <a:pt x="50195" y="58920"/>
                    <a:pt x="39791" y="69915"/>
                    <a:pt x="26969" y="69915"/>
                  </a:cubicBezTo>
                  <a:cubicBezTo>
                    <a:pt x="18877" y="69915"/>
                    <a:pt x="13097" y="65130"/>
                    <a:pt x="13097" y="57087"/>
                  </a:cubicBezTo>
                  <a:cubicBezTo>
                    <a:pt x="13097" y="56069"/>
                    <a:pt x="13202" y="55051"/>
                    <a:pt x="13412" y="54135"/>
                  </a:cubicBezTo>
                  <a:lnTo>
                    <a:pt x="20348" y="27053"/>
                  </a:lnTo>
                  <a:cubicBezTo>
                    <a:pt x="22871" y="17382"/>
                    <a:pt x="32119" y="2925"/>
                    <a:pt x="44310" y="2925"/>
                  </a:cubicBezTo>
                  <a:cubicBezTo>
                    <a:pt x="50510" y="2925"/>
                    <a:pt x="54819" y="6182"/>
                    <a:pt x="54819"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8" name="Freeform: Shape 1917">
              <a:extLst>
                <a:ext uri="{FF2B5EF4-FFF2-40B4-BE49-F238E27FC236}">
                  <a16:creationId xmlns:a16="http://schemas.microsoft.com/office/drawing/2014/main" id="{E9785779-2A7E-548A-F670-1B86092835EA}"/>
                </a:ext>
              </a:extLst>
            </p:cNvPr>
            <p:cNvSpPr/>
            <p:nvPr>
              <p:custDataLst>
                <p:tags r:id="rId116"/>
              </p:custDataLst>
            </p:nvPr>
          </p:nvSpPr>
          <p:spPr>
            <a:xfrm>
              <a:off x="12417337" y="5908393"/>
              <a:ext cx="35506" cy="63412"/>
            </a:xfrm>
            <a:custGeom>
              <a:avLst/>
              <a:gdLst>
                <a:gd name="connsiteX0" fmla="*/ 35864 w 35506"/>
                <a:gd name="connsiteY0" fmla="*/ 3202 h 63412"/>
                <a:gd name="connsiteX1" fmla="*/ 32562 w 35506"/>
                <a:gd name="connsiteY1" fmla="*/ 75 h 63412"/>
                <a:gd name="connsiteX2" fmla="*/ 27907 w 35506"/>
                <a:gd name="connsiteY2" fmla="*/ 4438 h 63412"/>
                <a:gd name="connsiteX3" fmla="*/ 31210 w 35506"/>
                <a:gd name="connsiteY3" fmla="*/ 7565 h 63412"/>
                <a:gd name="connsiteX4" fmla="*/ 35864 w 35506"/>
                <a:gd name="connsiteY4" fmla="*/ 3202 h 63412"/>
                <a:gd name="connsiteX5" fmla="*/ 19500 w 35506"/>
                <a:gd name="connsiteY5" fmla="*/ 51852 h 63412"/>
                <a:gd name="connsiteX6" fmla="*/ 8765 w 35506"/>
                <a:gd name="connsiteY6" fmla="*/ 61015 h 63412"/>
                <a:gd name="connsiteX7" fmla="*/ 6063 w 35506"/>
                <a:gd name="connsiteY7" fmla="*/ 60652 h 63412"/>
                <a:gd name="connsiteX8" fmla="*/ 8390 w 35506"/>
                <a:gd name="connsiteY8" fmla="*/ 56797 h 63412"/>
                <a:gd name="connsiteX9" fmla="*/ 5012 w 35506"/>
                <a:gd name="connsiteY9" fmla="*/ 53816 h 63412"/>
                <a:gd name="connsiteX10" fmla="*/ 358 w 35506"/>
                <a:gd name="connsiteY10" fmla="*/ 58470 h 63412"/>
                <a:gd name="connsiteX11" fmla="*/ 8840 w 35506"/>
                <a:gd name="connsiteY11" fmla="*/ 63488 h 63412"/>
                <a:gd name="connsiteX12" fmla="*/ 26031 w 35506"/>
                <a:gd name="connsiteY12" fmla="*/ 51925 h 63412"/>
                <a:gd name="connsiteX13" fmla="*/ 32787 w 35506"/>
                <a:gd name="connsiteY13" fmla="*/ 25891 h 63412"/>
                <a:gd name="connsiteX14" fmla="*/ 33162 w 35506"/>
                <a:gd name="connsiteY14" fmla="*/ 23491 h 63412"/>
                <a:gd name="connsiteX15" fmla="*/ 23929 w 35506"/>
                <a:gd name="connsiteY15" fmla="*/ 16437 h 63412"/>
                <a:gd name="connsiteX16" fmla="*/ 9291 w 35506"/>
                <a:gd name="connsiteY16" fmla="*/ 27709 h 63412"/>
                <a:gd name="connsiteX17" fmla="*/ 10867 w 35506"/>
                <a:gd name="connsiteY17" fmla="*/ 28727 h 63412"/>
                <a:gd name="connsiteX18" fmla="*/ 12519 w 35506"/>
                <a:gd name="connsiteY18" fmla="*/ 27709 h 63412"/>
                <a:gd name="connsiteX19" fmla="*/ 23629 w 35506"/>
                <a:gd name="connsiteY19" fmla="*/ 18910 h 63412"/>
                <a:gd name="connsiteX20" fmla="*/ 26781 w 35506"/>
                <a:gd name="connsiteY20" fmla="*/ 22764 h 63412"/>
                <a:gd name="connsiteX21" fmla="*/ 26556 w 35506"/>
                <a:gd name="connsiteY21" fmla="*/ 24655 h 63412"/>
                <a:gd name="connsiteX22" fmla="*/ 19500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64" y="3202"/>
                  </a:moveTo>
                  <a:cubicBezTo>
                    <a:pt x="35864" y="1529"/>
                    <a:pt x="34588" y="75"/>
                    <a:pt x="32562" y="75"/>
                  </a:cubicBezTo>
                  <a:cubicBezTo>
                    <a:pt x="30234" y="75"/>
                    <a:pt x="27907" y="2256"/>
                    <a:pt x="27907" y="4438"/>
                  </a:cubicBezTo>
                  <a:cubicBezTo>
                    <a:pt x="27907" y="6183"/>
                    <a:pt x="29334" y="7565"/>
                    <a:pt x="31210" y="7565"/>
                  </a:cubicBezTo>
                  <a:cubicBezTo>
                    <a:pt x="33763" y="7565"/>
                    <a:pt x="35864" y="5238"/>
                    <a:pt x="35864" y="3202"/>
                  </a:cubicBezTo>
                  <a:close/>
                  <a:moveTo>
                    <a:pt x="19500" y="51852"/>
                  </a:moveTo>
                  <a:cubicBezTo>
                    <a:pt x="18074" y="57379"/>
                    <a:pt x="13344" y="61015"/>
                    <a:pt x="8765" y="61015"/>
                  </a:cubicBezTo>
                  <a:cubicBezTo>
                    <a:pt x="7489" y="61015"/>
                    <a:pt x="6663" y="60797"/>
                    <a:pt x="6063" y="60652"/>
                  </a:cubicBezTo>
                  <a:cubicBezTo>
                    <a:pt x="7864" y="59634"/>
                    <a:pt x="8390" y="57743"/>
                    <a:pt x="8390" y="56797"/>
                  </a:cubicBezTo>
                  <a:cubicBezTo>
                    <a:pt x="8390" y="55561"/>
                    <a:pt x="7489" y="53816"/>
                    <a:pt x="5012" y="53816"/>
                  </a:cubicBezTo>
                  <a:cubicBezTo>
                    <a:pt x="2460" y="53816"/>
                    <a:pt x="358" y="56070"/>
                    <a:pt x="358" y="58470"/>
                  </a:cubicBezTo>
                  <a:cubicBezTo>
                    <a:pt x="358" y="61597"/>
                    <a:pt x="3736" y="63488"/>
                    <a:pt x="8840" y="63488"/>
                  </a:cubicBezTo>
                  <a:cubicBezTo>
                    <a:pt x="13945" y="63488"/>
                    <a:pt x="23704" y="60943"/>
                    <a:pt x="26031" y="51925"/>
                  </a:cubicBezTo>
                  <a:lnTo>
                    <a:pt x="32787" y="25891"/>
                  </a:lnTo>
                  <a:cubicBezTo>
                    <a:pt x="32937" y="25164"/>
                    <a:pt x="33162" y="24509"/>
                    <a:pt x="33162" y="23491"/>
                  </a:cubicBezTo>
                  <a:cubicBezTo>
                    <a:pt x="33162" y="19346"/>
                    <a:pt x="29184" y="16437"/>
                    <a:pt x="23929" y="16437"/>
                  </a:cubicBezTo>
                  <a:cubicBezTo>
                    <a:pt x="14846" y="16437"/>
                    <a:pt x="9291" y="26255"/>
                    <a:pt x="9291" y="27709"/>
                  </a:cubicBezTo>
                  <a:cubicBezTo>
                    <a:pt x="9291" y="28727"/>
                    <a:pt x="10492" y="28727"/>
                    <a:pt x="10867" y="28727"/>
                  </a:cubicBezTo>
                  <a:cubicBezTo>
                    <a:pt x="11993" y="28727"/>
                    <a:pt x="12143" y="28436"/>
                    <a:pt x="12519" y="27709"/>
                  </a:cubicBezTo>
                  <a:cubicBezTo>
                    <a:pt x="15972" y="20582"/>
                    <a:pt x="21076" y="18910"/>
                    <a:pt x="23629" y="18910"/>
                  </a:cubicBezTo>
                  <a:cubicBezTo>
                    <a:pt x="26631" y="18910"/>
                    <a:pt x="26781" y="21528"/>
                    <a:pt x="26781" y="22764"/>
                  </a:cubicBezTo>
                  <a:cubicBezTo>
                    <a:pt x="26781" y="23782"/>
                    <a:pt x="26706" y="24073"/>
                    <a:pt x="26556" y="24655"/>
                  </a:cubicBezTo>
                  <a:lnTo>
                    <a:pt x="19500"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9" name="Freeform: Shape 1918">
              <a:extLst>
                <a:ext uri="{FF2B5EF4-FFF2-40B4-BE49-F238E27FC236}">
                  <a16:creationId xmlns:a16="http://schemas.microsoft.com/office/drawing/2014/main" id="{53DFBEAD-588D-EFE7-C9AF-5045632F2A84}"/>
                </a:ext>
              </a:extLst>
            </p:cNvPr>
            <p:cNvSpPr/>
            <p:nvPr>
              <p:custDataLst>
                <p:tags r:id="rId117"/>
              </p:custDataLst>
            </p:nvPr>
          </p:nvSpPr>
          <p:spPr>
            <a:xfrm>
              <a:off x="12478109" y="5865997"/>
              <a:ext cx="27219" cy="101707"/>
            </a:xfrm>
            <a:custGeom>
              <a:avLst/>
              <a:gdLst>
                <a:gd name="connsiteX0" fmla="*/ 2358 w 27219"/>
                <a:gd name="connsiteY0" fmla="*/ 74 h 101707"/>
                <a:gd name="connsiteX1" fmla="*/ 361 w 27219"/>
                <a:gd name="connsiteY1" fmla="*/ 1296 h 101707"/>
                <a:gd name="connsiteX2" fmla="*/ 1307 w 27219"/>
                <a:gd name="connsiteY2" fmla="*/ 2823 h 101707"/>
                <a:gd name="connsiteX3" fmla="*/ 20434 w 27219"/>
                <a:gd name="connsiteY3" fmla="*/ 50877 h 101707"/>
                <a:gd name="connsiteX4" fmla="*/ 2253 w 27219"/>
                <a:gd name="connsiteY4" fmla="*/ 98218 h 101707"/>
                <a:gd name="connsiteX5" fmla="*/ 361 w 27219"/>
                <a:gd name="connsiteY5" fmla="*/ 100560 h 101707"/>
                <a:gd name="connsiteX6" fmla="*/ 1728 w 27219"/>
                <a:gd name="connsiteY6" fmla="*/ 101782 h 101707"/>
                <a:gd name="connsiteX7" fmla="*/ 19909 w 27219"/>
                <a:gd name="connsiteY7" fmla="*/ 82336 h 101707"/>
                <a:gd name="connsiteX8" fmla="*/ 27581 w 27219"/>
                <a:gd name="connsiteY8" fmla="*/ 50979 h 101707"/>
                <a:gd name="connsiteX9" fmla="*/ 235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58" y="74"/>
                  </a:moveTo>
                  <a:cubicBezTo>
                    <a:pt x="1623" y="74"/>
                    <a:pt x="361" y="74"/>
                    <a:pt x="361" y="1296"/>
                  </a:cubicBezTo>
                  <a:cubicBezTo>
                    <a:pt x="361" y="1805"/>
                    <a:pt x="677" y="2110"/>
                    <a:pt x="1307" y="2823"/>
                  </a:cubicBezTo>
                  <a:cubicBezTo>
                    <a:pt x="10345" y="10866"/>
                    <a:pt x="20434" y="24610"/>
                    <a:pt x="20434" y="50877"/>
                  </a:cubicBezTo>
                  <a:cubicBezTo>
                    <a:pt x="20434" y="72155"/>
                    <a:pt x="13603" y="88241"/>
                    <a:pt x="2253" y="98218"/>
                  </a:cubicBezTo>
                  <a:cubicBezTo>
                    <a:pt x="467" y="99949"/>
                    <a:pt x="361" y="100051"/>
                    <a:pt x="361" y="100560"/>
                  </a:cubicBezTo>
                  <a:cubicBezTo>
                    <a:pt x="361" y="101069"/>
                    <a:pt x="677" y="101782"/>
                    <a:pt x="1728" y="101782"/>
                  </a:cubicBezTo>
                  <a:cubicBezTo>
                    <a:pt x="2989" y="101782"/>
                    <a:pt x="12973" y="95062"/>
                    <a:pt x="19909" y="82336"/>
                  </a:cubicBezTo>
                  <a:cubicBezTo>
                    <a:pt x="24533" y="73886"/>
                    <a:pt x="27581" y="62890"/>
                    <a:pt x="27581" y="50979"/>
                  </a:cubicBezTo>
                  <a:cubicBezTo>
                    <a:pt x="27581" y="36624"/>
                    <a:pt x="23167" y="14327"/>
                    <a:pt x="235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1984" name="Group 1983" descr="\documentclass{article}&#10;\usepackage{amsmath}&#10;\pagestyle{empty}&#10;\begin{document}&#10;&#10;&#10;\[&#10;e^{\ln\left( \frac{P(Y_n \le j)}{P(Y_n &gt; j)} \right) } = e^{(\mu_j - \boldsymbol{\beta}^\top\mathbf{x})}&#10;\]&#10;&#10;&#10;&#10;\end{document}" title="IguanaTex Shape Display">
            <a:extLst>
              <a:ext uri="{FF2B5EF4-FFF2-40B4-BE49-F238E27FC236}">
                <a16:creationId xmlns:a16="http://schemas.microsoft.com/office/drawing/2014/main" id="{067C11E4-27F7-A228-11DB-7E07772285B9}"/>
              </a:ext>
            </a:extLst>
          </p:cNvPr>
          <p:cNvGrpSpPr>
            <a:grpSpLocks noChangeAspect="1"/>
          </p:cNvGrpSpPr>
          <p:nvPr>
            <p:custDataLst>
              <p:tags r:id="rId6"/>
            </p:custDataLst>
          </p:nvPr>
        </p:nvGrpSpPr>
        <p:grpSpPr>
          <a:xfrm>
            <a:off x="1004528" y="3396195"/>
            <a:ext cx="1565290" cy="183257"/>
            <a:chOff x="10124598" y="5234688"/>
            <a:chExt cx="1886429" cy="220855"/>
          </a:xfrm>
        </p:grpSpPr>
        <p:sp>
          <p:nvSpPr>
            <p:cNvPr id="1985" name="Freeform: Shape 1984">
              <a:extLst>
                <a:ext uri="{FF2B5EF4-FFF2-40B4-BE49-F238E27FC236}">
                  <a16:creationId xmlns:a16="http://schemas.microsoft.com/office/drawing/2014/main" id="{F794D010-28B1-A422-2BD6-CEEC0760C9D6}"/>
                </a:ext>
              </a:extLst>
            </p:cNvPr>
            <p:cNvSpPr/>
            <p:nvPr>
              <p:custDataLst>
                <p:tags r:id="rId33"/>
              </p:custDataLst>
            </p:nvPr>
          </p:nvSpPr>
          <p:spPr>
            <a:xfrm>
              <a:off x="10124598" y="5373580"/>
              <a:ext cx="69479" cy="81963"/>
            </a:xfrm>
            <a:custGeom>
              <a:avLst/>
              <a:gdLst>
                <a:gd name="connsiteX0" fmla="*/ 25693 w 69479"/>
                <a:gd name="connsiteY0" fmla="*/ 38253 h 81963"/>
                <a:gd name="connsiteX1" fmla="*/ 53376 w 69479"/>
                <a:gd name="connsiteY1" fmla="*/ 34092 h 81963"/>
                <a:gd name="connsiteX2" fmla="*/ 66946 w 69479"/>
                <a:gd name="connsiteY2" fmla="*/ 15455 h 81963"/>
                <a:gd name="connsiteX3" fmla="*/ 47586 w 69479"/>
                <a:gd name="connsiteY3" fmla="*/ 76 h 81963"/>
                <a:gd name="connsiteX4" fmla="*/ 181 w 69479"/>
                <a:gd name="connsiteY4" fmla="*/ 49290 h 81963"/>
                <a:gd name="connsiteX5" fmla="*/ 28588 w 69479"/>
                <a:gd name="connsiteY5" fmla="*/ 82040 h 81963"/>
                <a:gd name="connsiteX6" fmla="*/ 69660 w 69479"/>
                <a:gd name="connsiteY6" fmla="*/ 60689 h 81963"/>
                <a:gd name="connsiteX7" fmla="*/ 67489 w 69479"/>
                <a:gd name="connsiteY7" fmla="*/ 58337 h 81963"/>
                <a:gd name="connsiteX8" fmla="*/ 65137 w 69479"/>
                <a:gd name="connsiteY8" fmla="*/ 60146 h 81963"/>
                <a:gd name="connsiteX9" fmla="*/ 28950 w 69479"/>
                <a:gd name="connsiteY9" fmla="*/ 78059 h 81963"/>
                <a:gd name="connsiteX10" fmla="*/ 13208 w 69479"/>
                <a:gd name="connsiteY10" fmla="*/ 57071 h 81963"/>
                <a:gd name="connsiteX11" fmla="*/ 16103 w 69479"/>
                <a:gd name="connsiteY11" fmla="*/ 38253 h 81963"/>
                <a:gd name="connsiteX12" fmla="*/ 25693 w 69479"/>
                <a:gd name="connsiteY12" fmla="*/ 38253 h 81963"/>
                <a:gd name="connsiteX13" fmla="*/ 17189 w 69479"/>
                <a:gd name="connsiteY13" fmla="*/ 34273 h 81963"/>
                <a:gd name="connsiteX14" fmla="*/ 47586 w 69479"/>
                <a:gd name="connsiteY14" fmla="*/ 4056 h 81963"/>
                <a:gd name="connsiteX15" fmla="*/ 60975 w 69479"/>
                <a:gd name="connsiteY15" fmla="*/ 15455 h 81963"/>
                <a:gd name="connsiteX16" fmla="*/ 24607 w 69479"/>
                <a:gd name="connsiteY16" fmla="*/ 34273 h 81963"/>
                <a:gd name="connsiteX17" fmla="*/ 17189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693" y="38253"/>
                  </a:moveTo>
                  <a:cubicBezTo>
                    <a:pt x="30940" y="38253"/>
                    <a:pt x="44329" y="37891"/>
                    <a:pt x="53376" y="34092"/>
                  </a:cubicBezTo>
                  <a:cubicBezTo>
                    <a:pt x="66042" y="28664"/>
                    <a:pt x="66946" y="17988"/>
                    <a:pt x="66946" y="15455"/>
                  </a:cubicBezTo>
                  <a:cubicBezTo>
                    <a:pt x="66946" y="7494"/>
                    <a:pt x="60071" y="76"/>
                    <a:pt x="47586" y="76"/>
                  </a:cubicBezTo>
                  <a:cubicBezTo>
                    <a:pt x="27502" y="76"/>
                    <a:pt x="181" y="17627"/>
                    <a:pt x="181" y="49290"/>
                  </a:cubicBezTo>
                  <a:cubicBezTo>
                    <a:pt x="181" y="67746"/>
                    <a:pt x="10856" y="82040"/>
                    <a:pt x="28588" y="82040"/>
                  </a:cubicBezTo>
                  <a:cubicBezTo>
                    <a:pt x="54462" y="82040"/>
                    <a:pt x="69660" y="62860"/>
                    <a:pt x="69660" y="60689"/>
                  </a:cubicBezTo>
                  <a:cubicBezTo>
                    <a:pt x="69660" y="59604"/>
                    <a:pt x="68575" y="58337"/>
                    <a:pt x="67489" y="58337"/>
                  </a:cubicBezTo>
                  <a:cubicBezTo>
                    <a:pt x="66584" y="58337"/>
                    <a:pt x="66222" y="58699"/>
                    <a:pt x="65137" y="60146"/>
                  </a:cubicBezTo>
                  <a:cubicBezTo>
                    <a:pt x="50843" y="78059"/>
                    <a:pt x="31121" y="78059"/>
                    <a:pt x="28950" y="78059"/>
                  </a:cubicBezTo>
                  <a:cubicBezTo>
                    <a:pt x="14837" y="78059"/>
                    <a:pt x="13208" y="62860"/>
                    <a:pt x="13208" y="57071"/>
                  </a:cubicBezTo>
                  <a:cubicBezTo>
                    <a:pt x="13208" y="54899"/>
                    <a:pt x="13389" y="49290"/>
                    <a:pt x="16103" y="38253"/>
                  </a:cubicBezTo>
                  <a:lnTo>
                    <a:pt x="25693" y="38253"/>
                  </a:lnTo>
                  <a:close/>
                  <a:moveTo>
                    <a:pt x="17189" y="34273"/>
                  </a:moveTo>
                  <a:cubicBezTo>
                    <a:pt x="24245" y="6770"/>
                    <a:pt x="42882" y="4056"/>
                    <a:pt x="47586" y="4056"/>
                  </a:cubicBezTo>
                  <a:cubicBezTo>
                    <a:pt x="56090" y="4056"/>
                    <a:pt x="60975" y="9304"/>
                    <a:pt x="60975" y="15455"/>
                  </a:cubicBezTo>
                  <a:cubicBezTo>
                    <a:pt x="60975" y="34273"/>
                    <a:pt x="32026" y="34273"/>
                    <a:pt x="24607" y="34273"/>
                  </a:cubicBezTo>
                  <a:lnTo>
                    <a:pt x="17189"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6" name="Freeform: Shape 1985">
              <a:extLst>
                <a:ext uri="{FF2B5EF4-FFF2-40B4-BE49-F238E27FC236}">
                  <a16:creationId xmlns:a16="http://schemas.microsoft.com/office/drawing/2014/main" id="{2FC78DE6-E285-C825-C339-BD8B0A422212}"/>
                </a:ext>
              </a:extLst>
            </p:cNvPr>
            <p:cNvSpPr/>
            <p:nvPr>
              <p:custDataLst>
                <p:tags r:id="rId34"/>
              </p:custDataLst>
            </p:nvPr>
          </p:nvSpPr>
          <p:spPr>
            <a:xfrm>
              <a:off x="10207617" y="5278148"/>
              <a:ext cx="28497" cy="87898"/>
            </a:xfrm>
            <a:custGeom>
              <a:avLst/>
              <a:gdLst>
                <a:gd name="connsiteX0" fmla="*/ 19184 w 28497"/>
                <a:gd name="connsiteY0" fmla="*/ 71 h 87898"/>
                <a:gd name="connsiteX1" fmla="*/ 185 w 28497"/>
                <a:gd name="connsiteY1" fmla="*/ 1464 h 87898"/>
                <a:gd name="connsiteX2" fmla="*/ 185 w 28497"/>
                <a:gd name="connsiteY2" fmla="*/ 6024 h 87898"/>
                <a:gd name="connsiteX3" fmla="*/ 9685 w 28497"/>
                <a:gd name="connsiteY3" fmla="*/ 13116 h 87898"/>
                <a:gd name="connsiteX4" fmla="*/ 9685 w 28497"/>
                <a:gd name="connsiteY4" fmla="*/ 77964 h 87898"/>
                <a:gd name="connsiteX5" fmla="*/ 185 w 28497"/>
                <a:gd name="connsiteY5" fmla="*/ 83410 h 87898"/>
                <a:gd name="connsiteX6" fmla="*/ 185 w 28497"/>
                <a:gd name="connsiteY6" fmla="*/ 87970 h 87898"/>
                <a:gd name="connsiteX7" fmla="*/ 14371 w 28497"/>
                <a:gd name="connsiteY7" fmla="*/ 87463 h 87898"/>
                <a:gd name="connsiteX8" fmla="*/ 28683 w 28497"/>
                <a:gd name="connsiteY8" fmla="*/ 87970 h 87898"/>
                <a:gd name="connsiteX9" fmla="*/ 28683 w 28497"/>
                <a:gd name="connsiteY9" fmla="*/ 83410 h 87898"/>
                <a:gd name="connsiteX10" fmla="*/ 19184 w 28497"/>
                <a:gd name="connsiteY10" fmla="*/ 77964 h 87898"/>
                <a:gd name="connsiteX11" fmla="*/ 19184 w 28497"/>
                <a:gd name="connsiteY11" fmla="*/ 71 h 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97" h="87898">
                  <a:moveTo>
                    <a:pt x="19184" y="71"/>
                  </a:moveTo>
                  <a:lnTo>
                    <a:pt x="185" y="1464"/>
                  </a:lnTo>
                  <a:lnTo>
                    <a:pt x="185" y="6024"/>
                  </a:lnTo>
                  <a:cubicBezTo>
                    <a:pt x="8671" y="6024"/>
                    <a:pt x="9685" y="6910"/>
                    <a:pt x="9685" y="13116"/>
                  </a:cubicBezTo>
                  <a:lnTo>
                    <a:pt x="9685" y="77964"/>
                  </a:lnTo>
                  <a:cubicBezTo>
                    <a:pt x="9685" y="83410"/>
                    <a:pt x="8418" y="83410"/>
                    <a:pt x="185" y="83410"/>
                  </a:cubicBezTo>
                  <a:lnTo>
                    <a:pt x="185" y="87970"/>
                  </a:lnTo>
                  <a:cubicBezTo>
                    <a:pt x="439" y="87970"/>
                    <a:pt x="9305" y="87463"/>
                    <a:pt x="14371" y="87463"/>
                  </a:cubicBezTo>
                  <a:cubicBezTo>
                    <a:pt x="19184" y="87463"/>
                    <a:pt x="23870" y="87590"/>
                    <a:pt x="28683" y="87970"/>
                  </a:cubicBezTo>
                  <a:lnTo>
                    <a:pt x="28683" y="83410"/>
                  </a:lnTo>
                  <a:cubicBezTo>
                    <a:pt x="20450" y="83410"/>
                    <a:pt x="19184" y="83410"/>
                    <a:pt x="19184" y="77964"/>
                  </a:cubicBezTo>
                  <a:lnTo>
                    <a:pt x="19184" y="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7" name="Freeform: Shape 1986">
              <a:extLst>
                <a:ext uri="{FF2B5EF4-FFF2-40B4-BE49-F238E27FC236}">
                  <a16:creationId xmlns:a16="http://schemas.microsoft.com/office/drawing/2014/main" id="{9AE42C42-3BCA-C181-7D8F-BC850BEBA695}"/>
                </a:ext>
              </a:extLst>
            </p:cNvPr>
            <p:cNvSpPr/>
            <p:nvPr>
              <p:custDataLst>
                <p:tags r:id="rId35"/>
              </p:custDataLst>
            </p:nvPr>
          </p:nvSpPr>
          <p:spPr>
            <a:xfrm>
              <a:off x="10248325" y="5310192"/>
              <a:ext cx="67887" cy="55854"/>
            </a:xfrm>
            <a:custGeom>
              <a:avLst/>
              <a:gdLst>
                <a:gd name="connsiteX0" fmla="*/ 58576 w 67887"/>
                <a:gd name="connsiteY0" fmla="*/ 17549 h 55854"/>
                <a:gd name="connsiteX1" fmla="*/ 39577 w 67887"/>
                <a:gd name="connsiteY1" fmla="*/ 71 h 55854"/>
                <a:gd name="connsiteX2" fmla="*/ 18933 w 67887"/>
                <a:gd name="connsiteY2" fmla="*/ 12357 h 55854"/>
                <a:gd name="connsiteX3" fmla="*/ 18806 w 67887"/>
                <a:gd name="connsiteY3" fmla="*/ 12357 h 55854"/>
                <a:gd name="connsiteX4" fmla="*/ 18806 w 67887"/>
                <a:gd name="connsiteY4" fmla="*/ 71 h 55854"/>
                <a:gd name="connsiteX5" fmla="*/ 188 w 67887"/>
                <a:gd name="connsiteY5" fmla="*/ 1464 h 55854"/>
                <a:gd name="connsiteX6" fmla="*/ 188 w 67887"/>
                <a:gd name="connsiteY6" fmla="*/ 6024 h 55854"/>
                <a:gd name="connsiteX7" fmla="*/ 9687 w 67887"/>
                <a:gd name="connsiteY7" fmla="*/ 13116 h 55854"/>
                <a:gd name="connsiteX8" fmla="*/ 9687 w 67887"/>
                <a:gd name="connsiteY8" fmla="*/ 45920 h 55854"/>
                <a:gd name="connsiteX9" fmla="*/ 188 w 67887"/>
                <a:gd name="connsiteY9" fmla="*/ 51366 h 55854"/>
                <a:gd name="connsiteX10" fmla="*/ 188 w 67887"/>
                <a:gd name="connsiteY10" fmla="*/ 55926 h 55854"/>
                <a:gd name="connsiteX11" fmla="*/ 14626 w 67887"/>
                <a:gd name="connsiteY11" fmla="*/ 55419 h 55854"/>
                <a:gd name="connsiteX12" fmla="*/ 29192 w 67887"/>
                <a:gd name="connsiteY12" fmla="*/ 55926 h 55854"/>
                <a:gd name="connsiteX13" fmla="*/ 29192 w 67887"/>
                <a:gd name="connsiteY13" fmla="*/ 51366 h 55854"/>
                <a:gd name="connsiteX14" fmla="*/ 19693 w 67887"/>
                <a:gd name="connsiteY14" fmla="*/ 45920 h 55854"/>
                <a:gd name="connsiteX15" fmla="*/ 19693 w 67887"/>
                <a:gd name="connsiteY15" fmla="*/ 23122 h 55854"/>
                <a:gd name="connsiteX16" fmla="*/ 38564 w 67887"/>
                <a:gd name="connsiteY16" fmla="*/ 3617 h 55854"/>
                <a:gd name="connsiteX17" fmla="*/ 48570 w 67887"/>
                <a:gd name="connsiteY17" fmla="*/ 17043 h 55854"/>
                <a:gd name="connsiteX18" fmla="*/ 48570 w 67887"/>
                <a:gd name="connsiteY18" fmla="*/ 45920 h 55854"/>
                <a:gd name="connsiteX19" fmla="*/ 39071 w 67887"/>
                <a:gd name="connsiteY19" fmla="*/ 51366 h 55854"/>
                <a:gd name="connsiteX20" fmla="*/ 39071 w 67887"/>
                <a:gd name="connsiteY20" fmla="*/ 55926 h 55854"/>
                <a:gd name="connsiteX21" fmla="*/ 53510 w 67887"/>
                <a:gd name="connsiteY21" fmla="*/ 55419 h 55854"/>
                <a:gd name="connsiteX22" fmla="*/ 68075 w 67887"/>
                <a:gd name="connsiteY22" fmla="*/ 55926 h 55854"/>
                <a:gd name="connsiteX23" fmla="*/ 68075 w 67887"/>
                <a:gd name="connsiteY23" fmla="*/ 51366 h 55854"/>
                <a:gd name="connsiteX24" fmla="*/ 58576 w 67887"/>
                <a:gd name="connsiteY24" fmla="*/ 45920 h 55854"/>
                <a:gd name="connsiteX25" fmla="*/ 58576 w 67887"/>
                <a:gd name="connsiteY25" fmla="*/ 17549 h 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887" h="55854">
                  <a:moveTo>
                    <a:pt x="58576" y="17549"/>
                  </a:moveTo>
                  <a:cubicBezTo>
                    <a:pt x="58576" y="6530"/>
                    <a:pt x="53130" y="71"/>
                    <a:pt x="39577" y="71"/>
                  </a:cubicBezTo>
                  <a:cubicBezTo>
                    <a:pt x="29192" y="71"/>
                    <a:pt x="22479" y="5770"/>
                    <a:pt x="18933" y="12357"/>
                  </a:cubicBezTo>
                  <a:lnTo>
                    <a:pt x="18806" y="12357"/>
                  </a:lnTo>
                  <a:lnTo>
                    <a:pt x="18806" y="71"/>
                  </a:lnTo>
                  <a:lnTo>
                    <a:pt x="188" y="1464"/>
                  </a:lnTo>
                  <a:lnTo>
                    <a:pt x="188" y="6024"/>
                  </a:lnTo>
                  <a:cubicBezTo>
                    <a:pt x="8674" y="6024"/>
                    <a:pt x="9687" y="6910"/>
                    <a:pt x="9687" y="13116"/>
                  </a:cubicBezTo>
                  <a:lnTo>
                    <a:pt x="9687" y="45920"/>
                  </a:lnTo>
                  <a:cubicBezTo>
                    <a:pt x="9687" y="51366"/>
                    <a:pt x="8420" y="51366"/>
                    <a:pt x="188" y="51366"/>
                  </a:cubicBezTo>
                  <a:lnTo>
                    <a:pt x="188" y="55926"/>
                  </a:lnTo>
                  <a:cubicBezTo>
                    <a:pt x="441" y="55926"/>
                    <a:pt x="9307" y="55419"/>
                    <a:pt x="14626" y="55419"/>
                  </a:cubicBezTo>
                  <a:cubicBezTo>
                    <a:pt x="19313" y="55419"/>
                    <a:pt x="28052" y="55799"/>
                    <a:pt x="29192" y="55926"/>
                  </a:cubicBezTo>
                  <a:lnTo>
                    <a:pt x="29192" y="51366"/>
                  </a:lnTo>
                  <a:cubicBezTo>
                    <a:pt x="20959" y="51366"/>
                    <a:pt x="19693" y="51366"/>
                    <a:pt x="19693" y="45920"/>
                  </a:cubicBezTo>
                  <a:lnTo>
                    <a:pt x="19693" y="23122"/>
                  </a:lnTo>
                  <a:cubicBezTo>
                    <a:pt x="19693" y="9823"/>
                    <a:pt x="30205" y="3617"/>
                    <a:pt x="38564" y="3617"/>
                  </a:cubicBezTo>
                  <a:cubicBezTo>
                    <a:pt x="47430" y="3617"/>
                    <a:pt x="48570" y="10583"/>
                    <a:pt x="48570" y="17043"/>
                  </a:cubicBezTo>
                  <a:lnTo>
                    <a:pt x="48570" y="45920"/>
                  </a:lnTo>
                  <a:cubicBezTo>
                    <a:pt x="48570" y="51366"/>
                    <a:pt x="47303" y="51366"/>
                    <a:pt x="39071" y="51366"/>
                  </a:cubicBezTo>
                  <a:lnTo>
                    <a:pt x="39071" y="55926"/>
                  </a:lnTo>
                  <a:cubicBezTo>
                    <a:pt x="39324" y="55926"/>
                    <a:pt x="48190" y="55419"/>
                    <a:pt x="53510" y="55419"/>
                  </a:cubicBezTo>
                  <a:cubicBezTo>
                    <a:pt x="58196" y="55419"/>
                    <a:pt x="66935" y="55799"/>
                    <a:pt x="68075" y="55926"/>
                  </a:cubicBezTo>
                  <a:lnTo>
                    <a:pt x="68075" y="51366"/>
                  </a:lnTo>
                  <a:cubicBezTo>
                    <a:pt x="59842" y="51366"/>
                    <a:pt x="58576" y="51366"/>
                    <a:pt x="58576" y="45920"/>
                  </a:cubicBezTo>
                  <a:lnTo>
                    <a:pt x="58576" y="175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8" name="Freeform: Shape 1987">
              <a:extLst>
                <a:ext uri="{FF2B5EF4-FFF2-40B4-BE49-F238E27FC236}">
                  <a16:creationId xmlns:a16="http://schemas.microsoft.com/office/drawing/2014/main" id="{A4AB7AE5-9DC2-AD9C-D1D8-98097CB64622}"/>
                </a:ext>
              </a:extLst>
            </p:cNvPr>
            <p:cNvSpPr/>
            <p:nvPr>
              <p:custDataLst>
                <p:tags r:id="rId36"/>
              </p:custDataLst>
            </p:nvPr>
          </p:nvSpPr>
          <p:spPr>
            <a:xfrm>
              <a:off x="10339312" y="5243915"/>
              <a:ext cx="41977" cy="180935"/>
            </a:xfrm>
            <a:custGeom>
              <a:avLst/>
              <a:gdLst>
                <a:gd name="connsiteX0" fmla="*/ 42169 w 41977"/>
                <a:gd name="connsiteY0" fmla="*/ 179198 h 180935"/>
                <a:gd name="connsiteX1" fmla="*/ 39093 w 41977"/>
                <a:gd name="connsiteY1" fmla="*/ 175217 h 180935"/>
                <a:gd name="connsiteX2" fmla="*/ 10686 w 41977"/>
                <a:gd name="connsiteY2" fmla="*/ 90540 h 180935"/>
                <a:gd name="connsiteX3" fmla="*/ 39817 w 41977"/>
                <a:gd name="connsiteY3" fmla="*/ 4957 h 180935"/>
                <a:gd name="connsiteX4" fmla="*/ 42169 w 41977"/>
                <a:gd name="connsiteY4" fmla="*/ 1881 h 180935"/>
                <a:gd name="connsiteX5" fmla="*/ 40360 w 41977"/>
                <a:gd name="connsiteY5" fmla="*/ 72 h 180935"/>
                <a:gd name="connsiteX6" fmla="*/ 11591 w 41977"/>
                <a:gd name="connsiteY6" fmla="*/ 35354 h 180935"/>
                <a:gd name="connsiteX7" fmla="*/ 192 w 41977"/>
                <a:gd name="connsiteY7" fmla="*/ 90540 h 180935"/>
                <a:gd name="connsiteX8" fmla="*/ 12134 w 41977"/>
                <a:gd name="connsiteY8" fmla="*/ 146992 h 180935"/>
                <a:gd name="connsiteX9" fmla="*/ 40360 w 41977"/>
                <a:gd name="connsiteY9" fmla="*/ 181007 h 180935"/>
                <a:gd name="connsiteX10" fmla="*/ 42169 w 41977"/>
                <a:gd name="connsiteY10" fmla="*/ 179198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169" y="179198"/>
                  </a:moveTo>
                  <a:cubicBezTo>
                    <a:pt x="42169" y="178655"/>
                    <a:pt x="42169" y="178293"/>
                    <a:pt x="39093" y="175217"/>
                  </a:cubicBezTo>
                  <a:cubicBezTo>
                    <a:pt x="16476" y="152420"/>
                    <a:pt x="10686" y="118223"/>
                    <a:pt x="10686" y="90540"/>
                  </a:cubicBezTo>
                  <a:cubicBezTo>
                    <a:pt x="10686" y="59057"/>
                    <a:pt x="17562" y="27574"/>
                    <a:pt x="39817" y="4957"/>
                  </a:cubicBezTo>
                  <a:cubicBezTo>
                    <a:pt x="42169" y="2786"/>
                    <a:pt x="42169" y="2424"/>
                    <a:pt x="42169" y="1881"/>
                  </a:cubicBezTo>
                  <a:cubicBezTo>
                    <a:pt x="42169" y="615"/>
                    <a:pt x="41446" y="72"/>
                    <a:pt x="40360" y="72"/>
                  </a:cubicBezTo>
                  <a:cubicBezTo>
                    <a:pt x="38551" y="72"/>
                    <a:pt x="22266" y="12375"/>
                    <a:pt x="11591" y="35354"/>
                  </a:cubicBezTo>
                  <a:cubicBezTo>
                    <a:pt x="2363" y="55257"/>
                    <a:pt x="192" y="75341"/>
                    <a:pt x="192" y="90540"/>
                  </a:cubicBezTo>
                  <a:cubicBezTo>
                    <a:pt x="192" y="104653"/>
                    <a:pt x="2182" y="126546"/>
                    <a:pt x="12134" y="146992"/>
                  </a:cubicBezTo>
                  <a:cubicBezTo>
                    <a:pt x="22990" y="169247"/>
                    <a:pt x="38551" y="181007"/>
                    <a:pt x="40360" y="181007"/>
                  </a:cubicBezTo>
                  <a:cubicBezTo>
                    <a:pt x="41446" y="181007"/>
                    <a:pt x="42169" y="180465"/>
                    <a:pt x="42169" y="17919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9" name="Freeform: Shape 1988">
              <a:extLst>
                <a:ext uri="{FF2B5EF4-FFF2-40B4-BE49-F238E27FC236}">
                  <a16:creationId xmlns:a16="http://schemas.microsoft.com/office/drawing/2014/main" id="{720E4C9A-77C3-86D2-E8C1-7ED5734DC8A0}"/>
                </a:ext>
              </a:extLst>
            </p:cNvPr>
            <p:cNvSpPr/>
            <p:nvPr>
              <p:custDataLst>
                <p:tags r:id="rId37"/>
              </p:custDataLst>
            </p:nvPr>
          </p:nvSpPr>
          <p:spPr>
            <a:xfrm>
              <a:off x="10424242" y="5240749"/>
              <a:ext cx="75812" cy="61789"/>
            </a:xfrm>
            <a:custGeom>
              <a:avLst/>
              <a:gdLst>
                <a:gd name="connsiteX0" fmla="*/ 26071 w 75812"/>
                <a:gd name="connsiteY0" fmla="*/ 34445 h 61789"/>
                <a:gd name="connsiteX1" fmla="*/ 45793 w 75812"/>
                <a:gd name="connsiteY1" fmla="*/ 34445 h 61789"/>
                <a:gd name="connsiteX2" fmla="*/ 76009 w 75812"/>
                <a:gd name="connsiteY2" fmla="*/ 14723 h 61789"/>
                <a:gd name="connsiteX3" fmla="*/ 53483 w 75812"/>
                <a:gd name="connsiteY3" fmla="*/ 67 h 61789"/>
                <a:gd name="connsiteX4" fmla="*/ 17838 w 75812"/>
                <a:gd name="connsiteY4" fmla="*/ 67 h 61789"/>
                <a:gd name="connsiteX5" fmla="*/ 14672 w 75812"/>
                <a:gd name="connsiteY5" fmla="*/ 2601 h 61789"/>
                <a:gd name="connsiteX6" fmla="*/ 18019 w 75812"/>
                <a:gd name="connsiteY6" fmla="*/ 4139 h 61789"/>
                <a:gd name="connsiteX7" fmla="*/ 23809 w 75812"/>
                <a:gd name="connsiteY7" fmla="*/ 4681 h 61789"/>
                <a:gd name="connsiteX8" fmla="*/ 23538 w 75812"/>
                <a:gd name="connsiteY8" fmla="*/ 6943 h 61789"/>
                <a:gd name="connsiteX9" fmla="*/ 11687 w 75812"/>
                <a:gd name="connsiteY9" fmla="*/ 54348 h 61789"/>
                <a:gd name="connsiteX10" fmla="*/ 3906 w 75812"/>
                <a:gd name="connsiteY10" fmla="*/ 57786 h 61789"/>
                <a:gd name="connsiteX11" fmla="*/ 197 w 75812"/>
                <a:gd name="connsiteY11" fmla="*/ 60319 h 61789"/>
                <a:gd name="connsiteX12" fmla="*/ 1826 w 75812"/>
                <a:gd name="connsiteY12" fmla="*/ 61857 h 61789"/>
                <a:gd name="connsiteX13" fmla="*/ 7887 w 75812"/>
                <a:gd name="connsiteY13" fmla="*/ 61586 h 61789"/>
                <a:gd name="connsiteX14" fmla="*/ 14582 w 75812"/>
                <a:gd name="connsiteY14" fmla="*/ 61495 h 61789"/>
                <a:gd name="connsiteX15" fmla="*/ 21276 w 75812"/>
                <a:gd name="connsiteY15" fmla="*/ 61586 h 61789"/>
                <a:gd name="connsiteX16" fmla="*/ 27609 w 75812"/>
                <a:gd name="connsiteY16" fmla="*/ 61857 h 61789"/>
                <a:gd name="connsiteX17" fmla="*/ 29871 w 75812"/>
                <a:gd name="connsiteY17" fmla="*/ 59324 h 61789"/>
                <a:gd name="connsiteX18" fmla="*/ 26885 w 75812"/>
                <a:gd name="connsiteY18" fmla="*/ 57786 h 61789"/>
                <a:gd name="connsiteX19" fmla="*/ 22995 w 75812"/>
                <a:gd name="connsiteY19" fmla="*/ 57605 h 61789"/>
                <a:gd name="connsiteX20" fmla="*/ 20643 w 75812"/>
                <a:gd name="connsiteY20" fmla="*/ 56610 h 61789"/>
                <a:gd name="connsiteX21" fmla="*/ 20914 w 75812"/>
                <a:gd name="connsiteY21" fmla="*/ 55343 h 61789"/>
                <a:gd name="connsiteX22" fmla="*/ 26071 w 75812"/>
                <a:gd name="connsiteY22" fmla="*/ 34445 h 61789"/>
                <a:gd name="connsiteX23" fmla="*/ 32585 w 75812"/>
                <a:gd name="connsiteY23" fmla="*/ 7124 h 61789"/>
                <a:gd name="connsiteX24" fmla="*/ 37108 w 75812"/>
                <a:gd name="connsiteY24" fmla="*/ 4139 h 61789"/>
                <a:gd name="connsiteX25" fmla="*/ 50497 w 75812"/>
                <a:gd name="connsiteY25" fmla="*/ 4139 h 61789"/>
                <a:gd name="connsiteX26" fmla="*/ 65967 w 75812"/>
                <a:gd name="connsiteY26" fmla="*/ 13457 h 61789"/>
                <a:gd name="connsiteX27" fmla="*/ 59544 w 75812"/>
                <a:gd name="connsiteY27" fmla="*/ 26846 h 61789"/>
                <a:gd name="connsiteX28" fmla="*/ 43712 w 75812"/>
                <a:gd name="connsiteY28" fmla="*/ 30917 h 61789"/>
                <a:gd name="connsiteX29" fmla="*/ 26614 w 75812"/>
                <a:gd name="connsiteY29" fmla="*/ 30917 h 61789"/>
                <a:gd name="connsiteX30" fmla="*/ 32585 w 75812"/>
                <a:gd name="connsiteY30" fmla="*/ 7124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45"/>
                  </a:moveTo>
                  <a:lnTo>
                    <a:pt x="45793" y="34445"/>
                  </a:lnTo>
                  <a:cubicBezTo>
                    <a:pt x="59725" y="34445"/>
                    <a:pt x="76009" y="25941"/>
                    <a:pt x="76009" y="14723"/>
                  </a:cubicBezTo>
                  <a:cubicBezTo>
                    <a:pt x="76009" y="6310"/>
                    <a:pt x="66601" y="67"/>
                    <a:pt x="53483" y="67"/>
                  </a:cubicBezTo>
                  <a:lnTo>
                    <a:pt x="17838" y="67"/>
                  </a:lnTo>
                  <a:cubicBezTo>
                    <a:pt x="16029" y="67"/>
                    <a:pt x="14672" y="67"/>
                    <a:pt x="14672" y="2601"/>
                  </a:cubicBezTo>
                  <a:cubicBezTo>
                    <a:pt x="14672" y="4139"/>
                    <a:pt x="15758" y="4139"/>
                    <a:pt x="18019" y="4139"/>
                  </a:cubicBezTo>
                  <a:cubicBezTo>
                    <a:pt x="18924" y="4139"/>
                    <a:pt x="21909" y="4139"/>
                    <a:pt x="23809" y="4681"/>
                  </a:cubicBezTo>
                  <a:cubicBezTo>
                    <a:pt x="23809" y="5767"/>
                    <a:pt x="23809" y="5948"/>
                    <a:pt x="23538" y="6943"/>
                  </a:cubicBezTo>
                  <a:lnTo>
                    <a:pt x="11687" y="54348"/>
                  </a:lnTo>
                  <a:cubicBezTo>
                    <a:pt x="10963" y="57062"/>
                    <a:pt x="10872" y="57786"/>
                    <a:pt x="3906" y="57786"/>
                  </a:cubicBezTo>
                  <a:cubicBezTo>
                    <a:pt x="1645" y="57786"/>
                    <a:pt x="197" y="57786"/>
                    <a:pt x="197" y="60319"/>
                  </a:cubicBezTo>
                  <a:cubicBezTo>
                    <a:pt x="197" y="61043"/>
                    <a:pt x="830" y="61857"/>
                    <a:pt x="1826" y="61857"/>
                  </a:cubicBezTo>
                  <a:cubicBezTo>
                    <a:pt x="3725" y="61857"/>
                    <a:pt x="5897" y="61586"/>
                    <a:pt x="7887" y="61586"/>
                  </a:cubicBezTo>
                  <a:cubicBezTo>
                    <a:pt x="10149" y="61586"/>
                    <a:pt x="12320" y="61495"/>
                    <a:pt x="14582" y="61495"/>
                  </a:cubicBezTo>
                  <a:cubicBezTo>
                    <a:pt x="16843" y="61495"/>
                    <a:pt x="19015" y="61586"/>
                    <a:pt x="21276" y="61586"/>
                  </a:cubicBezTo>
                  <a:cubicBezTo>
                    <a:pt x="23357" y="61586"/>
                    <a:pt x="25619" y="61857"/>
                    <a:pt x="27609" y="61857"/>
                  </a:cubicBezTo>
                  <a:cubicBezTo>
                    <a:pt x="28152" y="61857"/>
                    <a:pt x="29871" y="61857"/>
                    <a:pt x="29871" y="59324"/>
                  </a:cubicBezTo>
                  <a:cubicBezTo>
                    <a:pt x="29871" y="57786"/>
                    <a:pt x="28604" y="57786"/>
                    <a:pt x="26885" y="57786"/>
                  </a:cubicBezTo>
                  <a:cubicBezTo>
                    <a:pt x="26704" y="57786"/>
                    <a:pt x="24533" y="57786"/>
                    <a:pt x="22995" y="57605"/>
                  </a:cubicBezTo>
                  <a:cubicBezTo>
                    <a:pt x="20733" y="57424"/>
                    <a:pt x="20643" y="57334"/>
                    <a:pt x="20643" y="56610"/>
                  </a:cubicBezTo>
                  <a:cubicBezTo>
                    <a:pt x="20643" y="56429"/>
                    <a:pt x="20643" y="56248"/>
                    <a:pt x="20914" y="55343"/>
                  </a:cubicBezTo>
                  <a:lnTo>
                    <a:pt x="26071" y="34445"/>
                  </a:lnTo>
                  <a:close/>
                  <a:moveTo>
                    <a:pt x="32585" y="7124"/>
                  </a:moveTo>
                  <a:cubicBezTo>
                    <a:pt x="33308" y="4319"/>
                    <a:pt x="33308" y="4139"/>
                    <a:pt x="37108" y="4139"/>
                  </a:cubicBezTo>
                  <a:lnTo>
                    <a:pt x="50497" y="4139"/>
                  </a:lnTo>
                  <a:cubicBezTo>
                    <a:pt x="59725" y="4139"/>
                    <a:pt x="65967" y="6581"/>
                    <a:pt x="65967" y="13457"/>
                  </a:cubicBezTo>
                  <a:cubicBezTo>
                    <a:pt x="65967" y="16080"/>
                    <a:pt x="64701" y="23137"/>
                    <a:pt x="59544" y="26846"/>
                  </a:cubicBezTo>
                  <a:cubicBezTo>
                    <a:pt x="54387" y="30555"/>
                    <a:pt x="47331" y="30917"/>
                    <a:pt x="43712" y="30917"/>
                  </a:cubicBezTo>
                  <a:lnTo>
                    <a:pt x="26614" y="30917"/>
                  </a:lnTo>
                  <a:lnTo>
                    <a:pt x="32585" y="712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0" name="Freeform: Shape 1989">
              <a:extLst>
                <a:ext uri="{FF2B5EF4-FFF2-40B4-BE49-F238E27FC236}">
                  <a16:creationId xmlns:a16="http://schemas.microsoft.com/office/drawing/2014/main" id="{7419090D-D331-96EF-473F-27993CB22BEC}"/>
                </a:ext>
              </a:extLst>
            </p:cNvPr>
            <p:cNvSpPr/>
            <p:nvPr>
              <p:custDataLst>
                <p:tags r:id="rId38"/>
              </p:custDataLst>
            </p:nvPr>
          </p:nvSpPr>
          <p:spPr>
            <a:xfrm>
              <a:off x="10521945" y="5234688"/>
              <a:ext cx="26597" cy="90467"/>
            </a:xfrm>
            <a:custGeom>
              <a:avLst/>
              <a:gdLst>
                <a:gd name="connsiteX0" fmla="*/ 26529 w 26597"/>
                <a:gd name="connsiteY0" fmla="*/ 2239 h 90467"/>
                <a:gd name="connsiteX1" fmla="*/ 26800 w 26597"/>
                <a:gd name="connsiteY1" fmla="*/ 1334 h 90467"/>
                <a:gd name="connsiteX2" fmla="*/ 25262 w 26597"/>
                <a:gd name="connsiteY2" fmla="*/ 67 h 90467"/>
                <a:gd name="connsiteX3" fmla="*/ 202 w 26597"/>
                <a:gd name="connsiteY3" fmla="*/ 45301 h 90467"/>
                <a:gd name="connsiteX4" fmla="*/ 25262 w 26597"/>
                <a:gd name="connsiteY4" fmla="*/ 90535 h 90467"/>
                <a:gd name="connsiteX5" fmla="*/ 26800 w 26597"/>
                <a:gd name="connsiteY5" fmla="*/ 89269 h 90467"/>
                <a:gd name="connsiteX6" fmla="*/ 26076 w 26597"/>
                <a:gd name="connsiteY6" fmla="*/ 88093 h 90467"/>
                <a:gd name="connsiteX7" fmla="*/ 7168 w 26597"/>
                <a:gd name="connsiteY7" fmla="*/ 45301 h 90467"/>
                <a:gd name="connsiteX8" fmla="*/ 26529 w 26597"/>
                <a:gd name="connsiteY8" fmla="*/ 2239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39"/>
                  </a:moveTo>
                  <a:cubicBezTo>
                    <a:pt x="26529" y="2148"/>
                    <a:pt x="26800" y="1786"/>
                    <a:pt x="26800" y="1334"/>
                  </a:cubicBezTo>
                  <a:cubicBezTo>
                    <a:pt x="26800" y="972"/>
                    <a:pt x="26619" y="67"/>
                    <a:pt x="25262" y="67"/>
                  </a:cubicBezTo>
                  <a:cubicBezTo>
                    <a:pt x="23453" y="67"/>
                    <a:pt x="202" y="14542"/>
                    <a:pt x="202" y="45301"/>
                  </a:cubicBezTo>
                  <a:cubicBezTo>
                    <a:pt x="202" y="75970"/>
                    <a:pt x="23453" y="90535"/>
                    <a:pt x="25262" y="90535"/>
                  </a:cubicBezTo>
                  <a:cubicBezTo>
                    <a:pt x="26619" y="90535"/>
                    <a:pt x="26800" y="89631"/>
                    <a:pt x="26800" y="89269"/>
                  </a:cubicBezTo>
                  <a:cubicBezTo>
                    <a:pt x="26800" y="88636"/>
                    <a:pt x="26438" y="88364"/>
                    <a:pt x="26076" y="88093"/>
                  </a:cubicBezTo>
                  <a:cubicBezTo>
                    <a:pt x="10063" y="75337"/>
                    <a:pt x="7168" y="56972"/>
                    <a:pt x="7168" y="45301"/>
                  </a:cubicBezTo>
                  <a:cubicBezTo>
                    <a:pt x="7168" y="23137"/>
                    <a:pt x="17391" y="8571"/>
                    <a:pt x="26529" y="223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1" name="Freeform: Shape 1990">
              <a:extLst>
                <a:ext uri="{FF2B5EF4-FFF2-40B4-BE49-F238E27FC236}">
                  <a16:creationId xmlns:a16="http://schemas.microsoft.com/office/drawing/2014/main" id="{36DFFE5A-F73F-8D61-9EC8-7651620336F4}"/>
                </a:ext>
              </a:extLst>
            </p:cNvPr>
            <p:cNvSpPr/>
            <p:nvPr>
              <p:custDataLst>
                <p:tags r:id="rId39"/>
              </p:custDataLst>
            </p:nvPr>
          </p:nvSpPr>
          <p:spPr>
            <a:xfrm>
              <a:off x="10566878" y="5240749"/>
              <a:ext cx="79973" cy="61789"/>
            </a:xfrm>
            <a:custGeom>
              <a:avLst/>
              <a:gdLst>
                <a:gd name="connsiteX0" fmla="*/ 62809 w 79973"/>
                <a:gd name="connsiteY0" fmla="*/ 11376 h 61789"/>
                <a:gd name="connsiteX1" fmla="*/ 65342 w 79973"/>
                <a:gd name="connsiteY1" fmla="*/ 9295 h 61789"/>
                <a:gd name="connsiteX2" fmla="*/ 77646 w 79973"/>
                <a:gd name="connsiteY2" fmla="*/ 4139 h 61789"/>
                <a:gd name="connsiteX3" fmla="*/ 80179 w 79973"/>
                <a:gd name="connsiteY3" fmla="*/ 1605 h 61789"/>
                <a:gd name="connsiteX4" fmla="*/ 78731 w 79973"/>
                <a:gd name="connsiteY4" fmla="*/ 67 h 61789"/>
                <a:gd name="connsiteX5" fmla="*/ 74660 w 79973"/>
                <a:gd name="connsiteY5" fmla="*/ 339 h 61789"/>
                <a:gd name="connsiteX6" fmla="*/ 70408 w 79973"/>
                <a:gd name="connsiteY6" fmla="*/ 429 h 61789"/>
                <a:gd name="connsiteX7" fmla="*/ 65071 w 79973"/>
                <a:gd name="connsiteY7" fmla="*/ 339 h 61789"/>
                <a:gd name="connsiteX8" fmla="*/ 60185 w 79973"/>
                <a:gd name="connsiteY8" fmla="*/ 67 h 61789"/>
                <a:gd name="connsiteX9" fmla="*/ 58014 w 79973"/>
                <a:gd name="connsiteY9" fmla="*/ 2601 h 61789"/>
                <a:gd name="connsiteX10" fmla="*/ 59733 w 79973"/>
                <a:gd name="connsiteY10" fmla="*/ 4139 h 61789"/>
                <a:gd name="connsiteX11" fmla="*/ 62538 w 79973"/>
                <a:gd name="connsiteY11" fmla="*/ 5405 h 61789"/>
                <a:gd name="connsiteX12" fmla="*/ 59643 w 79973"/>
                <a:gd name="connsiteY12" fmla="*/ 9386 h 61789"/>
                <a:gd name="connsiteX13" fmla="*/ 35759 w 79973"/>
                <a:gd name="connsiteY13" fmla="*/ 32274 h 61789"/>
                <a:gd name="connsiteX14" fmla="*/ 21736 w 79973"/>
                <a:gd name="connsiteY14" fmla="*/ 6491 h 61789"/>
                <a:gd name="connsiteX15" fmla="*/ 21194 w 79973"/>
                <a:gd name="connsiteY15" fmla="*/ 5315 h 61789"/>
                <a:gd name="connsiteX16" fmla="*/ 25808 w 79973"/>
                <a:gd name="connsiteY16" fmla="*/ 4139 h 61789"/>
                <a:gd name="connsiteX17" fmla="*/ 28612 w 79973"/>
                <a:gd name="connsiteY17" fmla="*/ 1605 h 61789"/>
                <a:gd name="connsiteX18" fmla="*/ 26984 w 79973"/>
                <a:gd name="connsiteY18" fmla="*/ 67 h 61789"/>
                <a:gd name="connsiteX19" fmla="*/ 20470 w 79973"/>
                <a:gd name="connsiteY19" fmla="*/ 339 h 61789"/>
                <a:gd name="connsiteX20" fmla="*/ 13956 w 79973"/>
                <a:gd name="connsiteY20" fmla="*/ 429 h 61789"/>
                <a:gd name="connsiteX21" fmla="*/ 8166 w 79973"/>
                <a:gd name="connsiteY21" fmla="*/ 339 h 61789"/>
                <a:gd name="connsiteX22" fmla="*/ 2376 w 79973"/>
                <a:gd name="connsiteY22" fmla="*/ 67 h 61789"/>
                <a:gd name="connsiteX23" fmla="*/ 205 w 79973"/>
                <a:gd name="connsiteY23" fmla="*/ 2601 h 61789"/>
                <a:gd name="connsiteX24" fmla="*/ 3100 w 79973"/>
                <a:gd name="connsiteY24" fmla="*/ 4139 h 61789"/>
                <a:gd name="connsiteX25" fmla="*/ 10337 w 79973"/>
                <a:gd name="connsiteY25" fmla="*/ 6762 h 61789"/>
                <a:gd name="connsiteX26" fmla="*/ 26893 w 79973"/>
                <a:gd name="connsiteY26" fmla="*/ 37069 h 61789"/>
                <a:gd name="connsiteX27" fmla="*/ 22822 w 79973"/>
                <a:gd name="connsiteY27" fmla="*/ 53624 h 61789"/>
                <a:gd name="connsiteX28" fmla="*/ 14589 w 79973"/>
                <a:gd name="connsiteY28" fmla="*/ 57786 h 61789"/>
                <a:gd name="connsiteX29" fmla="*/ 11061 w 79973"/>
                <a:gd name="connsiteY29" fmla="*/ 60319 h 61789"/>
                <a:gd name="connsiteX30" fmla="*/ 12690 w 79973"/>
                <a:gd name="connsiteY30" fmla="*/ 61857 h 61789"/>
                <a:gd name="connsiteX31" fmla="*/ 18751 w 79973"/>
                <a:gd name="connsiteY31" fmla="*/ 61586 h 61789"/>
                <a:gd name="connsiteX32" fmla="*/ 25265 w 79973"/>
                <a:gd name="connsiteY32" fmla="*/ 61495 h 61789"/>
                <a:gd name="connsiteX33" fmla="*/ 31959 w 79973"/>
                <a:gd name="connsiteY33" fmla="*/ 61586 h 61789"/>
                <a:gd name="connsiteX34" fmla="*/ 38111 w 79973"/>
                <a:gd name="connsiteY34" fmla="*/ 61857 h 61789"/>
                <a:gd name="connsiteX35" fmla="*/ 40373 w 79973"/>
                <a:gd name="connsiteY35" fmla="*/ 59324 h 61789"/>
                <a:gd name="connsiteX36" fmla="*/ 37387 w 79973"/>
                <a:gd name="connsiteY36" fmla="*/ 57786 h 61789"/>
                <a:gd name="connsiteX37" fmla="*/ 33497 w 79973"/>
                <a:gd name="connsiteY37" fmla="*/ 57605 h 61789"/>
                <a:gd name="connsiteX38" fmla="*/ 31145 w 79973"/>
                <a:gd name="connsiteY38" fmla="*/ 56610 h 61789"/>
                <a:gd name="connsiteX39" fmla="*/ 32231 w 79973"/>
                <a:gd name="connsiteY39" fmla="*/ 51725 h 61789"/>
                <a:gd name="connsiteX40" fmla="*/ 35849 w 79973"/>
                <a:gd name="connsiteY40" fmla="*/ 37159 h 61789"/>
                <a:gd name="connsiteX41" fmla="*/ 62809 w 79973"/>
                <a:gd name="connsiteY41" fmla="*/ 11376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76"/>
                  </a:moveTo>
                  <a:lnTo>
                    <a:pt x="65342" y="9295"/>
                  </a:lnTo>
                  <a:cubicBezTo>
                    <a:pt x="67785" y="7305"/>
                    <a:pt x="71313" y="4500"/>
                    <a:pt x="77646" y="4139"/>
                  </a:cubicBezTo>
                  <a:cubicBezTo>
                    <a:pt x="78912" y="4048"/>
                    <a:pt x="80179" y="4048"/>
                    <a:pt x="80179" y="1605"/>
                  </a:cubicBezTo>
                  <a:cubicBezTo>
                    <a:pt x="80179" y="339"/>
                    <a:pt x="79093" y="67"/>
                    <a:pt x="78731" y="67"/>
                  </a:cubicBezTo>
                  <a:cubicBezTo>
                    <a:pt x="77465" y="67"/>
                    <a:pt x="76017" y="339"/>
                    <a:pt x="74660" y="339"/>
                  </a:cubicBezTo>
                  <a:cubicBezTo>
                    <a:pt x="73303" y="339"/>
                    <a:pt x="71856" y="429"/>
                    <a:pt x="70408" y="429"/>
                  </a:cubicBezTo>
                  <a:cubicBezTo>
                    <a:pt x="70408" y="429"/>
                    <a:pt x="65071" y="339"/>
                    <a:pt x="65071" y="339"/>
                  </a:cubicBezTo>
                  <a:cubicBezTo>
                    <a:pt x="63533" y="339"/>
                    <a:pt x="61723" y="67"/>
                    <a:pt x="60185" y="67"/>
                  </a:cubicBezTo>
                  <a:cubicBezTo>
                    <a:pt x="59009" y="67"/>
                    <a:pt x="58014" y="701"/>
                    <a:pt x="58014" y="2601"/>
                  </a:cubicBezTo>
                  <a:cubicBezTo>
                    <a:pt x="58014" y="3867"/>
                    <a:pt x="59100" y="4139"/>
                    <a:pt x="59733" y="4139"/>
                  </a:cubicBezTo>
                  <a:cubicBezTo>
                    <a:pt x="61995" y="4229"/>
                    <a:pt x="62538" y="4772"/>
                    <a:pt x="62538" y="5405"/>
                  </a:cubicBezTo>
                  <a:cubicBezTo>
                    <a:pt x="62538" y="6672"/>
                    <a:pt x="60366" y="8662"/>
                    <a:pt x="59643" y="9386"/>
                  </a:cubicBezTo>
                  <a:lnTo>
                    <a:pt x="35759" y="32274"/>
                  </a:lnTo>
                  <a:lnTo>
                    <a:pt x="21736" y="6491"/>
                  </a:lnTo>
                  <a:cubicBezTo>
                    <a:pt x="21194" y="5586"/>
                    <a:pt x="21194" y="5405"/>
                    <a:pt x="21194" y="5315"/>
                  </a:cubicBezTo>
                  <a:cubicBezTo>
                    <a:pt x="21194" y="4139"/>
                    <a:pt x="25084" y="4139"/>
                    <a:pt x="25808" y="4139"/>
                  </a:cubicBezTo>
                  <a:cubicBezTo>
                    <a:pt x="27165" y="4139"/>
                    <a:pt x="28612" y="4139"/>
                    <a:pt x="28612" y="1605"/>
                  </a:cubicBezTo>
                  <a:cubicBezTo>
                    <a:pt x="28612" y="520"/>
                    <a:pt x="27707" y="67"/>
                    <a:pt x="26984" y="67"/>
                  </a:cubicBezTo>
                  <a:cubicBezTo>
                    <a:pt x="24903" y="67"/>
                    <a:pt x="22551" y="339"/>
                    <a:pt x="20470" y="339"/>
                  </a:cubicBezTo>
                  <a:cubicBezTo>
                    <a:pt x="18299" y="339"/>
                    <a:pt x="16127" y="429"/>
                    <a:pt x="13956" y="429"/>
                  </a:cubicBezTo>
                  <a:cubicBezTo>
                    <a:pt x="12056" y="429"/>
                    <a:pt x="10066" y="339"/>
                    <a:pt x="8166" y="339"/>
                  </a:cubicBezTo>
                  <a:cubicBezTo>
                    <a:pt x="6990" y="339"/>
                    <a:pt x="2467" y="67"/>
                    <a:pt x="2376" y="67"/>
                  </a:cubicBezTo>
                  <a:cubicBezTo>
                    <a:pt x="1110" y="67"/>
                    <a:pt x="205" y="701"/>
                    <a:pt x="205" y="2601"/>
                  </a:cubicBezTo>
                  <a:cubicBezTo>
                    <a:pt x="205" y="4139"/>
                    <a:pt x="1472" y="4139"/>
                    <a:pt x="3100" y="4139"/>
                  </a:cubicBezTo>
                  <a:cubicBezTo>
                    <a:pt x="8890" y="4139"/>
                    <a:pt x="9252" y="4772"/>
                    <a:pt x="10337" y="6762"/>
                  </a:cubicBezTo>
                  <a:lnTo>
                    <a:pt x="26893" y="37069"/>
                  </a:lnTo>
                  <a:lnTo>
                    <a:pt x="22822" y="53624"/>
                  </a:lnTo>
                  <a:cubicBezTo>
                    <a:pt x="21736" y="57696"/>
                    <a:pt x="21284" y="57786"/>
                    <a:pt x="14589" y="57786"/>
                  </a:cubicBezTo>
                  <a:cubicBezTo>
                    <a:pt x="12509" y="57786"/>
                    <a:pt x="11061" y="57786"/>
                    <a:pt x="11061" y="60319"/>
                  </a:cubicBezTo>
                  <a:cubicBezTo>
                    <a:pt x="11061" y="61043"/>
                    <a:pt x="11695" y="61857"/>
                    <a:pt x="12690" y="61857"/>
                  </a:cubicBezTo>
                  <a:cubicBezTo>
                    <a:pt x="14589" y="61857"/>
                    <a:pt x="16761" y="61586"/>
                    <a:pt x="18751" y="61586"/>
                  </a:cubicBezTo>
                  <a:cubicBezTo>
                    <a:pt x="20922" y="61586"/>
                    <a:pt x="23093" y="61495"/>
                    <a:pt x="25265" y="61495"/>
                  </a:cubicBezTo>
                  <a:cubicBezTo>
                    <a:pt x="27526" y="61495"/>
                    <a:pt x="29698" y="61586"/>
                    <a:pt x="31959" y="61586"/>
                  </a:cubicBezTo>
                  <a:cubicBezTo>
                    <a:pt x="33950" y="61586"/>
                    <a:pt x="36211" y="61857"/>
                    <a:pt x="38111" y="61857"/>
                  </a:cubicBezTo>
                  <a:cubicBezTo>
                    <a:pt x="38744" y="61857"/>
                    <a:pt x="40373" y="61857"/>
                    <a:pt x="40373" y="59324"/>
                  </a:cubicBezTo>
                  <a:cubicBezTo>
                    <a:pt x="40373" y="57786"/>
                    <a:pt x="39106" y="57786"/>
                    <a:pt x="37387" y="57786"/>
                  </a:cubicBezTo>
                  <a:cubicBezTo>
                    <a:pt x="37207" y="57786"/>
                    <a:pt x="35035" y="57786"/>
                    <a:pt x="33497" y="57605"/>
                  </a:cubicBezTo>
                  <a:cubicBezTo>
                    <a:pt x="31236" y="57424"/>
                    <a:pt x="31145" y="57334"/>
                    <a:pt x="31145" y="56610"/>
                  </a:cubicBezTo>
                  <a:cubicBezTo>
                    <a:pt x="31145" y="55977"/>
                    <a:pt x="31145" y="55796"/>
                    <a:pt x="32231" y="51725"/>
                  </a:cubicBezTo>
                  <a:lnTo>
                    <a:pt x="35849" y="37159"/>
                  </a:lnTo>
                  <a:lnTo>
                    <a:pt x="62809" y="113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2" name="Freeform: Shape 1991">
              <a:extLst>
                <a:ext uri="{FF2B5EF4-FFF2-40B4-BE49-F238E27FC236}">
                  <a16:creationId xmlns:a16="http://schemas.microsoft.com/office/drawing/2014/main" id="{2166057E-A9BC-BE18-667F-9DA24CA513E5}"/>
                </a:ext>
              </a:extLst>
            </p:cNvPr>
            <p:cNvSpPr/>
            <p:nvPr>
              <p:custDataLst>
                <p:tags r:id="rId40"/>
              </p:custDataLst>
            </p:nvPr>
          </p:nvSpPr>
          <p:spPr>
            <a:xfrm>
              <a:off x="10640186" y="5280645"/>
              <a:ext cx="63327" cy="40981"/>
            </a:xfrm>
            <a:custGeom>
              <a:avLst/>
              <a:gdLst>
                <a:gd name="connsiteX0" fmla="*/ 9618 w 63327"/>
                <a:gd name="connsiteY0" fmla="*/ 31189 h 40981"/>
                <a:gd name="connsiteX1" fmla="*/ 8080 w 63327"/>
                <a:gd name="connsiteY1" fmla="*/ 37884 h 40981"/>
                <a:gd name="connsiteX2" fmla="*/ 11427 w 63327"/>
                <a:gd name="connsiteY2" fmla="*/ 41050 h 40981"/>
                <a:gd name="connsiteX3" fmla="*/ 15770 w 63327"/>
                <a:gd name="connsiteY3" fmla="*/ 38065 h 40981"/>
                <a:gd name="connsiteX4" fmla="*/ 17489 w 63327"/>
                <a:gd name="connsiteY4" fmla="*/ 31008 h 40981"/>
                <a:gd name="connsiteX5" fmla="*/ 20745 w 63327"/>
                <a:gd name="connsiteY5" fmla="*/ 18253 h 40981"/>
                <a:gd name="connsiteX6" fmla="*/ 39472 w 63327"/>
                <a:gd name="connsiteY6" fmla="*/ 3144 h 40981"/>
                <a:gd name="connsiteX7" fmla="*/ 45805 w 63327"/>
                <a:gd name="connsiteY7" fmla="*/ 9658 h 40981"/>
                <a:gd name="connsiteX8" fmla="*/ 39925 w 63327"/>
                <a:gd name="connsiteY8" fmla="*/ 29290 h 40981"/>
                <a:gd name="connsiteX9" fmla="*/ 39020 w 63327"/>
                <a:gd name="connsiteY9" fmla="*/ 33089 h 40981"/>
                <a:gd name="connsiteX10" fmla="*/ 48881 w 63327"/>
                <a:gd name="connsiteY10" fmla="*/ 41050 h 40981"/>
                <a:gd name="connsiteX11" fmla="*/ 63537 w 63327"/>
                <a:gd name="connsiteY11" fmla="*/ 27028 h 40981"/>
                <a:gd name="connsiteX12" fmla="*/ 61637 w 63327"/>
                <a:gd name="connsiteY12" fmla="*/ 25761 h 40981"/>
                <a:gd name="connsiteX13" fmla="*/ 59466 w 63327"/>
                <a:gd name="connsiteY13" fmla="*/ 27842 h 40981"/>
                <a:gd name="connsiteX14" fmla="*/ 49243 w 63327"/>
                <a:gd name="connsiteY14" fmla="*/ 37975 h 40981"/>
                <a:gd name="connsiteX15" fmla="*/ 46529 w 63327"/>
                <a:gd name="connsiteY15" fmla="*/ 34537 h 40981"/>
                <a:gd name="connsiteX16" fmla="*/ 47705 w 63327"/>
                <a:gd name="connsiteY16" fmla="*/ 29742 h 40981"/>
                <a:gd name="connsiteX17" fmla="*/ 53404 w 63327"/>
                <a:gd name="connsiteY17" fmla="*/ 10834 h 40981"/>
                <a:gd name="connsiteX18" fmla="*/ 40015 w 63327"/>
                <a:gd name="connsiteY18" fmla="*/ 68 h 40981"/>
                <a:gd name="connsiteX19" fmla="*/ 22917 w 63327"/>
                <a:gd name="connsiteY19" fmla="*/ 9025 h 40981"/>
                <a:gd name="connsiteX20" fmla="*/ 11880 w 63327"/>
                <a:gd name="connsiteY20" fmla="*/ 68 h 40981"/>
                <a:gd name="connsiteX21" fmla="*/ 209 w 63327"/>
                <a:gd name="connsiteY21" fmla="*/ 14091 h 40981"/>
                <a:gd name="connsiteX22" fmla="*/ 2109 w 63327"/>
                <a:gd name="connsiteY22" fmla="*/ 15358 h 40981"/>
                <a:gd name="connsiteX23" fmla="*/ 4190 w 63327"/>
                <a:gd name="connsiteY23" fmla="*/ 13639 h 40981"/>
                <a:gd name="connsiteX24" fmla="*/ 11427 w 63327"/>
                <a:gd name="connsiteY24" fmla="*/ 3144 h 40981"/>
                <a:gd name="connsiteX25" fmla="*/ 15136 w 63327"/>
                <a:gd name="connsiteY25" fmla="*/ 7939 h 40981"/>
                <a:gd name="connsiteX26" fmla="*/ 13689 w 63327"/>
                <a:gd name="connsiteY26" fmla="*/ 14996 h 40981"/>
                <a:gd name="connsiteX27" fmla="*/ 11699 w 63327"/>
                <a:gd name="connsiteY27" fmla="*/ 23138 h 40981"/>
                <a:gd name="connsiteX28" fmla="*/ 9618 w 63327"/>
                <a:gd name="connsiteY28" fmla="*/ 31189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89"/>
                  </a:moveTo>
                  <a:cubicBezTo>
                    <a:pt x="9075" y="33451"/>
                    <a:pt x="8080" y="37432"/>
                    <a:pt x="8080" y="37884"/>
                  </a:cubicBezTo>
                  <a:cubicBezTo>
                    <a:pt x="8080" y="39874"/>
                    <a:pt x="9708" y="41050"/>
                    <a:pt x="11427" y="41050"/>
                  </a:cubicBezTo>
                  <a:cubicBezTo>
                    <a:pt x="12784" y="41050"/>
                    <a:pt x="14775" y="40327"/>
                    <a:pt x="15770" y="38065"/>
                  </a:cubicBezTo>
                  <a:cubicBezTo>
                    <a:pt x="15860" y="37613"/>
                    <a:pt x="16946" y="33361"/>
                    <a:pt x="17489" y="31008"/>
                  </a:cubicBezTo>
                  <a:cubicBezTo>
                    <a:pt x="20564" y="18795"/>
                    <a:pt x="20564" y="18614"/>
                    <a:pt x="20745" y="18253"/>
                  </a:cubicBezTo>
                  <a:cubicBezTo>
                    <a:pt x="21922" y="15810"/>
                    <a:pt x="28435" y="3144"/>
                    <a:pt x="39472" y="3144"/>
                  </a:cubicBezTo>
                  <a:cubicBezTo>
                    <a:pt x="43905" y="3144"/>
                    <a:pt x="45805" y="5587"/>
                    <a:pt x="45805" y="9658"/>
                  </a:cubicBezTo>
                  <a:cubicBezTo>
                    <a:pt x="45805" y="14815"/>
                    <a:pt x="42005" y="24133"/>
                    <a:pt x="39925" y="29290"/>
                  </a:cubicBezTo>
                  <a:cubicBezTo>
                    <a:pt x="39472" y="30375"/>
                    <a:pt x="39020" y="31551"/>
                    <a:pt x="39020" y="33089"/>
                  </a:cubicBezTo>
                  <a:cubicBezTo>
                    <a:pt x="39020" y="37794"/>
                    <a:pt x="43543" y="41050"/>
                    <a:pt x="48881" y="41050"/>
                  </a:cubicBezTo>
                  <a:cubicBezTo>
                    <a:pt x="58561" y="41050"/>
                    <a:pt x="63537" y="29290"/>
                    <a:pt x="63537" y="27028"/>
                  </a:cubicBezTo>
                  <a:cubicBezTo>
                    <a:pt x="63537" y="25761"/>
                    <a:pt x="61999" y="25761"/>
                    <a:pt x="61637" y="25761"/>
                  </a:cubicBezTo>
                  <a:cubicBezTo>
                    <a:pt x="60099" y="25761"/>
                    <a:pt x="60009" y="26123"/>
                    <a:pt x="59466" y="27842"/>
                  </a:cubicBezTo>
                  <a:cubicBezTo>
                    <a:pt x="57747" y="33270"/>
                    <a:pt x="53585" y="37975"/>
                    <a:pt x="49243" y="37975"/>
                  </a:cubicBezTo>
                  <a:cubicBezTo>
                    <a:pt x="47162" y="37975"/>
                    <a:pt x="46529" y="36527"/>
                    <a:pt x="46529" y="34537"/>
                  </a:cubicBezTo>
                  <a:cubicBezTo>
                    <a:pt x="46529" y="32637"/>
                    <a:pt x="46891" y="31732"/>
                    <a:pt x="47705" y="29742"/>
                  </a:cubicBezTo>
                  <a:cubicBezTo>
                    <a:pt x="49243" y="26123"/>
                    <a:pt x="53404" y="15810"/>
                    <a:pt x="53404" y="10834"/>
                  </a:cubicBezTo>
                  <a:cubicBezTo>
                    <a:pt x="53404" y="4140"/>
                    <a:pt x="48610" y="68"/>
                    <a:pt x="40015" y="68"/>
                  </a:cubicBezTo>
                  <a:cubicBezTo>
                    <a:pt x="31783" y="68"/>
                    <a:pt x="26083" y="5044"/>
                    <a:pt x="22917" y="9025"/>
                  </a:cubicBezTo>
                  <a:cubicBezTo>
                    <a:pt x="22464" y="1606"/>
                    <a:pt x="15227" y="68"/>
                    <a:pt x="11880" y="68"/>
                  </a:cubicBezTo>
                  <a:cubicBezTo>
                    <a:pt x="2833" y="68"/>
                    <a:pt x="209" y="13910"/>
                    <a:pt x="209" y="14091"/>
                  </a:cubicBezTo>
                  <a:cubicBezTo>
                    <a:pt x="209" y="15358"/>
                    <a:pt x="1657" y="15358"/>
                    <a:pt x="2109" y="15358"/>
                  </a:cubicBezTo>
                  <a:cubicBezTo>
                    <a:pt x="3647" y="15358"/>
                    <a:pt x="3828" y="14815"/>
                    <a:pt x="4190" y="13639"/>
                  </a:cubicBezTo>
                  <a:cubicBezTo>
                    <a:pt x="5547" y="8392"/>
                    <a:pt x="7628" y="3144"/>
                    <a:pt x="11427" y="3144"/>
                  </a:cubicBezTo>
                  <a:cubicBezTo>
                    <a:pt x="14503" y="3144"/>
                    <a:pt x="15136" y="6039"/>
                    <a:pt x="15136" y="7939"/>
                  </a:cubicBezTo>
                  <a:cubicBezTo>
                    <a:pt x="15136" y="9206"/>
                    <a:pt x="14232" y="12644"/>
                    <a:pt x="13689" y="14996"/>
                  </a:cubicBezTo>
                  <a:cubicBezTo>
                    <a:pt x="13056" y="17438"/>
                    <a:pt x="12151" y="21147"/>
                    <a:pt x="11699" y="23138"/>
                  </a:cubicBezTo>
                  <a:lnTo>
                    <a:pt x="9618" y="311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3" name="Freeform: Shape 1992">
              <a:extLst>
                <a:ext uri="{FF2B5EF4-FFF2-40B4-BE49-F238E27FC236}">
                  <a16:creationId xmlns:a16="http://schemas.microsoft.com/office/drawing/2014/main" id="{3B77AD14-1F11-7299-4B60-B014C4CA22A4}"/>
                </a:ext>
              </a:extLst>
            </p:cNvPr>
            <p:cNvSpPr/>
            <p:nvPr>
              <p:custDataLst>
                <p:tags r:id="rId41"/>
              </p:custDataLst>
            </p:nvPr>
          </p:nvSpPr>
          <p:spPr>
            <a:xfrm>
              <a:off x="10735159" y="5237492"/>
              <a:ext cx="69027" cy="84949"/>
            </a:xfrm>
            <a:custGeom>
              <a:avLst/>
              <a:gdLst>
                <a:gd name="connsiteX0" fmla="*/ 67160 w 69027"/>
                <a:gd name="connsiteY0" fmla="*/ 5224 h 84949"/>
                <a:gd name="connsiteX1" fmla="*/ 69241 w 69027"/>
                <a:gd name="connsiteY1" fmla="*/ 2601 h 84949"/>
                <a:gd name="connsiteX2" fmla="*/ 66708 w 69027"/>
                <a:gd name="connsiteY2" fmla="*/ 67 h 84949"/>
                <a:gd name="connsiteX3" fmla="*/ 64989 w 69027"/>
                <a:gd name="connsiteY3" fmla="*/ 610 h 84949"/>
                <a:gd name="connsiteX4" fmla="*/ 2295 w 69027"/>
                <a:gd name="connsiteY4" fmla="*/ 29198 h 84949"/>
                <a:gd name="connsiteX5" fmla="*/ 214 w 69027"/>
                <a:gd name="connsiteY5" fmla="*/ 31822 h 84949"/>
                <a:gd name="connsiteX6" fmla="*/ 2295 w 69027"/>
                <a:gd name="connsiteY6" fmla="*/ 34445 h 84949"/>
                <a:gd name="connsiteX7" fmla="*/ 64718 w 69027"/>
                <a:gd name="connsiteY7" fmla="*/ 62943 h 84949"/>
                <a:gd name="connsiteX8" fmla="*/ 66708 w 69027"/>
                <a:gd name="connsiteY8" fmla="*/ 63576 h 84949"/>
                <a:gd name="connsiteX9" fmla="*/ 69241 w 69027"/>
                <a:gd name="connsiteY9" fmla="*/ 61043 h 84949"/>
                <a:gd name="connsiteX10" fmla="*/ 66979 w 69027"/>
                <a:gd name="connsiteY10" fmla="*/ 58329 h 84949"/>
                <a:gd name="connsiteX11" fmla="*/ 8809 w 69027"/>
                <a:gd name="connsiteY11" fmla="*/ 31822 h 84949"/>
                <a:gd name="connsiteX12" fmla="*/ 67160 w 69027"/>
                <a:gd name="connsiteY12" fmla="*/ 5224 h 84949"/>
                <a:gd name="connsiteX13" fmla="*/ 65351 w 69027"/>
                <a:gd name="connsiteY13" fmla="*/ 85017 h 84949"/>
                <a:gd name="connsiteX14" fmla="*/ 69241 w 69027"/>
                <a:gd name="connsiteY14" fmla="*/ 82484 h 84949"/>
                <a:gd name="connsiteX15" fmla="*/ 65351 w 69027"/>
                <a:gd name="connsiteY15" fmla="*/ 79951 h 84949"/>
                <a:gd name="connsiteX16" fmla="*/ 4104 w 69027"/>
                <a:gd name="connsiteY16" fmla="*/ 79951 h 84949"/>
                <a:gd name="connsiteX17" fmla="*/ 214 w 69027"/>
                <a:gd name="connsiteY17" fmla="*/ 82484 h 84949"/>
                <a:gd name="connsiteX18" fmla="*/ 4104 w 69027"/>
                <a:gd name="connsiteY18" fmla="*/ 85017 h 84949"/>
                <a:gd name="connsiteX19" fmla="*/ 65351 w 69027"/>
                <a:gd name="connsiteY19" fmla="*/ 85017 h 8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027" h="84949">
                  <a:moveTo>
                    <a:pt x="67160" y="5224"/>
                  </a:moveTo>
                  <a:cubicBezTo>
                    <a:pt x="68336" y="4681"/>
                    <a:pt x="69241" y="3958"/>
                    <a:pt x="69241" y="2601"/>
                  </a:cubicBezTo>
                  <a:cubicBezTo>
                    <a:pt x="69241" y="1244"/>
                    <a:pt x="68065" y="67"/>
                    <a:pt x="66708" y="67"/>
                  </a:cubicBezTo>
                  <a:cubicBezTo>
                    <a:pt x="66165" y="67"/>
                    <a:pt x="65803" y="248"/>
                    <a:pt x="64989" y="610"/>
                  </a:cubicBezTo>
                  <a:lnTo>
                    <a:pt x="2295" y="29198"/>
                  </a:lnTo>
                  <a:cubicBezTo>
                    <a:pt x="1119" y="29741"/>
                    <a:pt x="214" y="30465"/>
                    <a:pt x="214" y="31822"/>
                  </a:cubicBezTo>
                  <a:cubicBezTo>
                    <a:pt x="214" y="33179"/>
                    <a:pt x="1119" y="33902"/>
                    <a:pt x="2295" y="34445"/>
                  </a:cubicBezTo>
                  <a:lnTo>
                    <a:pt x="64718" y="62943"/>
                  </a:lnTo>
                  <a:cubicBezTo>
                    <a:pt x="66075" y="63576"/>
                    <a:pt x="66437" y="63576"/>
                    <a:pt x="66708" y="63576"/>
                  </a:cubicBezTo>
                  <a:cubicBezTo>
                    <a:pt x="68065" y="63576"/>
                    <a:pt x="69241" y="62400"/>
                    <a:pt x="69241" y="61043"/>
                  </a:cubicBezTo>
                  <a:cubicBezTo>
                    <a:pt x="69241" y="59595"/>
                    <a:pt x="68246" y="58872"/>
                    <a:pt x="66979" y="58329"/>
                  </a:cubicBezTo>
                  <a:lnTo>
                    <a:pt x="8809" y="31822"/>
                  </a:lnTo>
                  <a:lnTo>
                    <a:pt x="67160" y="5224"/>
                  </a:lnTo>
                  <a:close/>
                  <a:moveTo>
                    <a:pt x="65351" y="85017"/>
                  </a:moveTo>
                  <a:cubicBezTo>
                    <a:pt x="66799" y="85017"/>
                    <a:pt x="69241" y="85017"/>
                    <a:pt x="69241" y="82484"/>
                  </a:cubicBezTo>
                  <a:cubicBezTo>
                    <a:pt x="69241" y="79951"/>
                    <a:pt x="66708" y="79951"/>
                    <a:pt x="65351" y="79951"/>
                  </a:cubicBezTo>
                  <a:lnTo>
                    <a:pt x="4104" y="79951"/>
                  </a:lnTo>
                  <a:cubicBezTo>
                    <a:pt x="2747" y="79951"/>
                    <a:pt x="214" y="79951"/>
                    <a:pt x="214" y="82484"/>
                  </a:cubicBezTo>
                  <a:cubicBezTo>
                    <a:pt x="214" y="85017"/>
                    <a:pt x="2657" y="85017"/>
                    <a:pt x="4104" y="85017"/>
                  </a:cubicBezTo>
                  <a:lnTo>
                    <a:pt x="65351" y="850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4" name="Freeform: Shape 1993">
              <a:extLst>
                <a:ext uri="{FF2B5EF4-FFF2-40B4-BE49-F238E27FC236}">
                  <a16:creationId xmlns:a16="http://schemas.microsoft.com/office/drawing/2014/main" id="{1F472BAF-F466-C3B8-31C8-07E3EDEE060C}"/>
                </a:ext>
              </a:extLst>
            </p:cNvPr>
            <p:cNvSpPr/>
            <p:nvPr>
              <p:custDataLst>
                <p:tags r:id="rId42"/>
              </p:custDataLst>
            </p:nvPr>
          </p:nvSpPr>
          <p:spPr>
            <a:xfrm>
              <a:off x="10822040" y="5242197"/>
              <a:ext cx="42791" cy="78887"/>
            </a:xfrm>
            <a:custGeom>
              <a:avLst/>
              <a:gdLst>
                <a:gd name="connsiteX0" fmla="*/ 43011 w 42791"/>
                <a:gd name="connsiteY0" fmla="*/ 3958 h 78887"/>
                <a:gd name="connsiteX1" fmla="*/ 39030 w 42791"/>
                <a:gd name="connsiteY1" fmla="*/ 67 h 78887"/>
                <a:gd name="connsiteX2" fmla="*/ 33421 w 42791"/>
                <a:gd name="connsiteY2" fmla="*/ 5496 h 78887"/>
                <a:gd name="connsiteX3" fmla="*/ 37402 w 42791"/>
                <a:gd name="connsiteY3" fmla="*/ 9386 h 78887"/>
                <a:gd name="connsiteX4" fmla="*/ 43011 w 42791"/>
                <a:gd name="connsiteY4" fmla="*/ 3958 h 78887"/>
                <a:gd name="connsiteX5" fmla="*/ 23289 w 42791"/>
                <a:gd name="connsiteY5" fmla="*/ 64481 h 78887"/>
                <a:gd name="connsiteX6" fmla="*/ 10352 w 42791"/>
                <a:gd name="connsiteY6" fmla="*/ 75880 h 78887"/>
                <a:gd name="connsiteX7" fmla="*/ 7095 w 42791"/>
                <a:gd name="connsiteY7" fmla="*/ 75427 h 78887"/>
                <a:gd name="connsiteX8" fmla="*/ 9900 w 42791"/>
                <a:gd name="connsiteY8" fmla="*/ 70632 h 78887"/>
                <a:gd name="connsiteX9" fmla="*/ 5828 w 42791"/>
                <a:gd name="connsiteY9" fmla="*/ 66923 h 78887"/>
                <a:gd name="connsiteX10" fmla="*/ 219 w 42791"/>
                <a:gd name="connsiteY10" fmla="*/ 72713 h 78887"/>
                <a:gd name="connsiteX11" fmla="*/ 10442 w 42791"/>
                <a:gd name="connsiteY11" fmla="*/ 78955 h 78887"/>
                <a:gd name="connsiteX12" fmla="*/ 31160 w 42791"/>
                <a:gd name="connsiteY12" fmla="*/ 64571 h 78887"/>
                <a:gd name="connsiteX13" fmla="*/ 39302 w 42791"/>
                <a:gd name="connsiteY13" fmla="*/ 32184 h 78887"/>
                <a:gd name="connsiteX14" fmla="*/ 39754 w 42791"/>
                <a:gd name="connsiteY14" fmla="*/ 29198 h 78887"/>
                <a:gd name="connsiteX15" fmla="*/ 28626 w 42791"/>
                <a:gd name="connsiteY15" fmla="*/ 20423 h 78887"/>
                <a:gd name="connsiteX16" fmla="*/ 10985 w 42791"/>
                <a:gd name="connsiteY16" fmla="*/ 34445 h 78887"/>
                <a:gd name="connsiteX17" fmla="*/ 12885 w 42791"/>
                <a:gd name="connsiteY17" fmla="*/ 35712 h 78887"/>
                <a:gd name="connsiteX18" fmla="*/ 14875 w 42791"/>
                <a:gd name="connsiteY18" fmla="*/ 34445 h 78887"/>
                <a:gd name="connsiteX19" fmla="*/ 28265 w 42791"/>
                <a:gd name="connsiteY19" fmla="*/ 23499 h 78887"/>
                <a:gd name="connsiteX20" fmla="*/ 32064 w 42791"/>
                <a:gd name="connsiteY20" fmla="*/ 28293 h 78887"/>
                <a:gd name="connsiteX21" fmla="*/ 31793 w 42791"/>
                <a:gd name="connsiteY21" fmla="*/ 30646 h 78887"/>
                <a:gd name="connsiteX22" fmla="*/ 23289 w 42791"/>
                <a:gd name="connsiteY22" fmla="*/ 64481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58"/>
                  </a:moveTo>
                  <a:cubicBezTo>
                    <a:pt x="43011" y="1877"/>
                    <a:pt x="41473" y="67"/>
                    <a:pt x="39030" y="67"/>
                  </a:cubicBezTo>
                  <a:cubicBezTo>
                    <a:pt x="36226" y="67"/>
                    <a:pt x="33421" y="2782"/>
                    <a:pt x="33421" y="5496"/>
                  </a:cubicBezTo>
                  <a:cubicBezTo>
                    <a:pt x="33421" y="7667"/>
                    <a:pt x="35140" y="9386"/>
                    <a:pt x="37402" y="9386"/>
                  </a:cubicBezTo>
                  <a:cubicBezTo>
                    <a:pt x="40478" y="9386"/>
                    <a:pt x="43011" y="6491"/>
                    <a:pt x="43011" y="3958"/>
                  </a:cubicBezTo>
                  <a:close/>
                  <a:moveTo>
                    <a:pt x="23289" y="64481"/>
                  </a:moveTo>
                  <a:cubicBezTo>
                    <a:pt x="21570" y="71356"/>
                    <a:pt x="15870" y="75880"/>
                    <a:pt x="10352" y="75880"/>
                  </a:cubicBezTo>
                  <a:cubicBezTo>
                    <a:pt x="8814" y="75880"/>
                    <a:pt x="7819" y="75608"/>
                    <a:pt x="7095" y="75427"/>
                  </a:cubicBezTo>
                  <a:cubicBezTo>
                    <a:pt x="9266" y="74161"/>
                    <a:pt x="9900" y="71808"/>
                    <a:pt x="9900" y="70632"/>
                  </a:cubicBezTo>
                  <a:cubicBezTo>
                    <a:pt x="9900" y="69094"/>
                    <a:pt x="8814" y="66923"/>
                    <a:pt x="5828" y="66923"/>
                  </a:cubicBezTo>
                  <a:cubicBezTo>
                    <a:pt x="2753" y="66923"/>
                    <a:pt x="219" y="69728"/>
                    <a:pt x="219" y="72713"/>
                  </a:cubicBezTo>
                  <a:cubicBezTo>
                    <a:pt x="219" y="76603"/>
                    <a:pt x="4291" y="78955"/>
                    <a:pt x="10442" y="78955"/>
                  </a:cubicBezTo>
                  <a:cubicBezTo>
                    <a:pt x="16594" y="78955"/>
                    <a:pt x="28355" y="75789"/>
                    <a:pt x="31160" y="64571"/>
                  </a:cubicBezTo>
                  <a:lnTo>
                    <a:pt x="39302" y="32184"/>
                  </a:lnTo>
                  <a:cubicBezTo>
                    <a:pt x="39483" y="31279"/>
                    <a:pt x="39754" y="30465"/>
                    <a:pt x="39754" y="29198"/>
                  </a:cubicBezTo>
                  <a:cubicBezTo>
                    <a:pt x="39754" y="24041"/>
                    <a:pt x="34959" y="20423"/>
                    <a:pt x="28626" y="20423"/>
                  </a:cubicBezTo>
                  <a:cubicBezTo>
                    <a:pt x="17680" y="20423"/>
                    <a:pt x="10985" y="32636"/>
                    <a:pt x="10985" y="34445"/>
                  </a:cubicBezTo>
                  <a:cubicBezTo>
                    <a:pt x="10985" y="35712"/>
                    <a:pt x="12433" y="35712"/>
                    <a:pt x="12885" y="35712"/>
                  </a:cubicBezTo>
                  <a:cubicBezTo>
                    <a:pt x="14242" y="35712"/>
                    <a:pt x="14423" y="35350"/>
                    <a:pt x="14875" y="34445"/>
                  </a:cubicBezTo>
                  <a:cubicBezTo>
                    <a:pt x="19037" y="25579"/>
                    <a:pt x="25189" y="23499"/>
                    <a:pt x="28265" y="23499"/>
                  </a:cubicBezTo>
                  <a:cubicBezTo>
                    <a:pt x="31883" y="23499"/>
                    <a:pt x="32064" y="26756"/>
                    <a:pt x="32064" y="28293"/>
                  </a:cubicBezTo>
                  <a:cubicBezTo>
                    <a:pt x="32064" y="29560"/>
                    <a:pt x="31974" y="29922"/>
                    <a:pt x="31793" y="30646"/>
                  </a:cubicBezTo>
                  <a:lnTo>
                    <a:pt x="23289" y="64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5" name="Freeform: Shape 1994">
              <a:extLst>
                <a:ext uri="{FF2B5EF4-FFF2-40B4-BE49-F238E27FC236}">
                  <a16:creationId xmlns:a16="http://schemas.microsoft.com/office/drawing/2014/main" id="{0AE2101B-4A96-0062-07D5-0D7FD7735F88}"/>
                </a:ext>
              </a:extLst>
            </p:cNvPr>
            <p:cNvSpPr/>
            <p:nvPr>
              <p:custDataLst>
                <p:tags r:id="rId43"/>
              </p:custDataLst>
            </p:nvPr>
          </p:nvSpPr>
          <p:spPr>
            <a:xfrm>
              <a:off x="10886107" y="5234688"/>
              <a:ext cx="26507" cy="90467"/>
            </a:xfrm>
            <a:custGeom>
              <a:avLst/>
              <a:gdLst>
                <a:gd name="connsiteX0" fmla="*/ 26730 w 26507"/>
                <a:gd name="connsiteY0" fmla="*/ 45301 h 90467"/>
                <a:gd name="connsiteX1" fmla="*/ 1670 w 26507"/>
                <a:gd name="connsiteY1" fmla="*/ 67 h 90467"/>
                <a:gd name="connsiteX2" fmla="*/ 223 w 26507"/>
                <a:gd name="connsiteY2" fmla="*/ 1334 h 90467"/>
                <a:gd name="connsiteX3" fmla="*/ 766 w 26507"/>
                <a:gd name="connsiteY3" fmla="*/ 2510 h 90467"/>
                <a:gd name="connsiteX4" fmla="*/ 19764 w 26507"/>
                <a:gd name="connsiteY4" fmla="*/ 45301 h 90467"/>
                <a:gd name="connsiteX5" fmla="*/ 15150 w 26507"/>
                <a:gd name="connsiteY5" fmla="*/ 69366 h 90467"/>
                <a:gd name="connsiteX6" fmla="*/ 675 w 26507"/>
                <a:gd name="connsiteY6" fmla="*/ 88274 h 90467"/>
                <a:gd name="connsiteX7" fmla="*/ 223 w 26507"/>
                <a:gd name="connsiteY7" fmla="*/ 89269 h 90467"/>
                <a:gd name="connsiteX8" fmla="*/ 1670 w 26507"/>
                <a:gd name="connsiteY8" fmla="*/ 90535 h 90467"/>
                <a:gd name="connsiteX9" fmla="*/ 26730 w 26507"/>
                <a:gd name="connsiteY9" fmla="*/ 45301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1"/>
                  </a:moveTo>
                  <a:cubicBezTo>
                    <a:pt x="26730" y="14633"/>
                    <a:pt x="3480" y="67"/>
                    <a:pt x="1670" y="67"/>
                  </a:cubicBezTo>
                  <a:cubicBezTo>
                    <a:pt x="223" y="67"/>
                    <a:pt x="223" y="1153"/>
                    <a:pt x="223" y="1334"/>
                  </a:cubicBezTo>
                  <a:cubicBezTo>
                    <a:pt x="223" y="1425"/>
                    <a:pt x="223" y="1967"/>
                    <a:pt x="766" y="2510"/>
                  </a:cubicBezTo>
                  <a:cubicBezTo>
                    <a:pt x="14336" y="13276"/>
                    <a:pt x="19764" y="29017"/>
                    <a:pt x="19764" y="45301"/>
                  </a:cubicBezTo>
                  <a:cubicBezTo>
                    <a:pt x="19764" y="53444"/>
                    <a:pt x="18226" y="61947"/>
                    <a:pt x="15150" y="69366"/>
                  </a:cubicBezTo>
                  <a:cubicBezTo>
                    <a:pt x="10807" y="79679"/>
                    <a:pt x="5108" y="84655"/>
                    <a:pt x="675" y="88274"/>
                  </a:cubicBezTo>
                  <a:cubicBezTo>
                    <a:pt x="404" y="88455"/>
                    <a:pt x="223" y="88907"/>
                    <a:pt x="223" y="89269"/>
                  </a:cubicBezTo>
                  <a:cubicBezTo>
                    <a:pt x="223" y="89450"/>
                    <a:pt x="223" y="90535"/>
                    <a:pt x="1670" y="90535"/>
                  </a:cubicBezTo>
                  <a:cubicBezTo>
                    <a:pt x="3480" y="90535"/>
                    <a:pt x="26730" y="76060"/>
                    <a:pt x="26730" y="4530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6" name="Freeform: Shape 1995">
              <a:extLst>
                <a:ext uri="{FF2B5EF4-FFF2-40B4-BE49-F238E27FC236}">
                  <a16:creationId xmlns:a16="http://schemas.microsoft.com/office/drawing/2014/main" id="{3D7E1840-ABE2-0D0C-23F1-A438C236E272}"/>
                </a:ext>
              </a:extLst>
            </p:cNvPr>
            <p:cNvSpPr/>
            <p:nvPr>
              <p:custDataLst>
                <p:tags r:id="rId44"/>
              </p:custDataLst>
            </p:nvPr>
          </p:nvSpPr>
          <p:spPr>
            <a:xfrm>
              <a:off x="10413476" y="5331307"/>
              <a:ext cx="512767" cy="6151"/>
            </a:xfrm>
            <a:custGeom>
              <a:avLst/>
              <a:gdLst>
                <a:gd name="connsiteX0" fmla="*/ 0 w 512767"/>
                <a:gd name="connsiteY0" fmla="*/ 0 h 6151"/>
                <a:gd name="connsiteX1" fmla="*/ 512767 w 512767"/>
                <a:gd name="connsiteY1" fmla="*/ 0 h 6151"/>
                <a:gd name="connsiteX2" fmla="*/ 512767 w 512767"/>
                <a:gd name="connsiteY2" fmla="*/ 6151 h 6151"/>
                <a:gd name="connsiteX3" fmla="*/ 0 w 512767"/>
                <a:gd name="connsiteY3" fmla="*/ 6151 h 6151"/>
              </a:gdLst>
              <a:ahLst/>
              <a:cxnLst>
                <a:cxn ang="0">
                  <a:pos x="connsiteX0" y="connsiteY0"/>
                </a:cxn>
                <a:cxn ang="0">
                  <a:pos x="connsiteX1" y="connsiteY1"/>
                </a:cxn>
                <a:cxn ang="0">
                  <a:pos x="connsiteX2" y="connsiteY2"/>
                </a:cxn>
                <a:cxn ang="0">
                  <a:pos x="connsiteX3" y="connsiteY3"/>
                </a:cxn>
              </a:cxnLst>
              <a:rect l="l" t="t" r="r" b="b"/>
              <a:pathLst>
                <a:path w="512767" h="6151">
                  <a:moveTo>
                    <a:pt x="0" y="0"/>
                  </a:moveTo>
                  <a:lnTo>
                    <a:pt x="512767" y="0"/>
                  </a:lnTo>
                  <a:lnTo>
                    <a:pt x="512767" y="6151"/>
                  </a:lnTo>
                  <a:lnTo>
                    <a:pt x="0" y="61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7" name="Freeform: Shape 1996">
              <a:extLst>
                <a:ext uri="{FF2B5EF4-FFF2-40B4-BE49-F238E27FC236}">
                  <a16:creationId xmlns:a16="http://schemas.microsoft.com/office/drawing/2014/main" id="{8600BC3C-9C94-95EA-8452-C81E4DEBB5A3}"/>
                </a:ext>
              </a:extLst>
            </p:cNvPr>
            <p:cNvSpPr/>
            <p:nvPr>
              <p:custDataLst>
                <p:tags r:id="rId45"/>
              </p:custDataLst>
            </p:nvPr>
          </p:nvSpPr>
          <p:spPr>
            <a:xfrm>
              <a:off x="10424242" y="5349671"/>
              <a:ext cx="75812" cy="61789"/>
            </a:xfrm>
            <a:custGeom>
              <a:avLst/>
              <a:gdLst>
                <a:gd name="connsiteX0" fmla="*/ 26071 w 75812"/>
                <a:gd name="connsiteY0" fmla="*/ 34451 h 61789"/>
                <a:gd name="connsiteX1" fmla="*/ 45793 w 75812"/>
                <a:gd name="connsiteY1" fmla="*/ 34451 h 61789"/>
                <a:gd name="connsiteX2" fmla="*/ 76009 w 75812"/>
                <a:gd name="connsiteY2" fmla="*/ 14729 h 61789"/>
                <a:gd name="connsiteX3" fmla="*/ 53483 w 75812"/>
                <a:gd name="connsiteY3" fmla="*/ 73 h 61789"/>
                <a:gd name="connsiteX4" fmla="*/ 17838 w 75812"/>
                <a:gd name="connsiteY4" fmla="*/ 73 h 61789"/>
                <a:gd name="connsiteX5" fmla="*/ 14672 w 75812"/>
                <a:gd name="connsiteY5" fmla="*/ 2607 h 61789"/>
                <a:gd name="connsiteX6" fmla="*/ 18019 w 75812"/>
                <a:gd name="connsiteY6" fmla="*/ 4145 h 61789"/>
                <a:gd name="connsiteX7" fmla="*/ 23809 w 75812"/>
                <a:gd name="connsiteY7" fmla="*/ 4687 h 61789"/>
                <a:gd name="connsiteX8" fmla="*/ 23538 w 75812"/>
                <a:gd name="connsiteY8" fmla="*/ 6949 h 61789"/>
                <a:gd name="connsiteX9" fmla="*/ 11687 w 75812"/>
                <a:gd name="connsiteY9" fmla="*/ 54354 h 61789"/>
                <a:gd name="connsiteX10" fmla="*/ 3906 w 75812"/>
                <a:gd name="connsiteY10" fmla="*/ 57792 h 61789"/>
                <a:gd name="connsiteX11" fmla="*/ 197 w 75812"/>
                <a:gd name="connsiteY11" fmla="*/ 60325 h 61789"/>
                <a:gd name="connsiteX12" fmla="*/ 1826 w 75812"/>
                <a:gd name="connsiteY12" fmla="*/ 61863 h 61789"/>
                <a:gd name="connsiteX13" fmla="*/ 7887 w 75812"/>
                <a:gd name="connsiteY13" fmla="*/ 61592 h 61789"/>
                <a:gd name="connsiteX14" fmla="*/ 14582 w 75812"/>
                <a:gd name="connsiteY14" fmla="*/ 61501 h 61789"/>
                <a:gd name="connsiteX15" fmla="*/ 21276 w 75812"/>
                <a:gd name="connsiteY15" fmla="*/ 61592 h 61789"/>
                <a:gd name="connsiteX16" fmla="*/ 27609 w 75812"/>
                <a:gd name="connsiteY16" fmla="*/ 61863 h 61789"/>
                <a:gd name="connsiteX17" fmla="*/ 29871 w 75812"/>
                <a:gd name="connsiteY17" fmla="*/ 59330 h 61789"/>
                <a:gd name="connsiteX18" fmla="*/ 26885 w 75812"/>
                <a:gd name="connsiteY18" fmla="*/ 57792 h 61789"/>
                <a:gd name="connsiteX19" fmla="*/ 22995 w 75812"/>
                <a:gd name="connsiteY19" fmla="*/ 57611 h 61789"/>
                <a:gd name="connsiteX20" fmla="*/ 20643 w 75812"/>
                <a:gd name="connsiteY20" fmla="*/ 56616 h 61789"/>
                <a:gd name="connsiteX21" fmla="*/ 20914 w 75812"/>
                <a:gd name="connsiteY21" fmla="*/ 55349 h 61789"/>
                <a:gd name="connsiteX22" fmla="*/ 26071 w 75812"/>
                <a:gd name="connsiteY22" fmla="*/ 34451 h 61789"/>
                <a:gd name="connsiteX23" fmla="*/ 32585 w 75812"/>
                <a:gd name="connsiteY23" fmla="*/ 7130 h 61789"/>
                <a:gd name="connsiteX24" fmla="*/ 37108 w 75812"/>
                <a:gd name="connsiteY24" fmla="*/ 4145 h 61789"/>
                <a:gd name="connsiteX25" fmla="*/ 50497 w 75812"/>
                <a:gd name="connsiteY25" fmla="*/ 4145 h 61789"/>
                <a:gd name="connsiteX26" fmla="*/ 65967 w 75812"/>
                <a:gd name="connsiteY26" fmla="*/ 13463 h 61789"/>
                <a:gd name="connsiteX27" fmla="*/ 59544 w 75812"/>
                <a:gd name="connsiteY27" fmla="*/ 26852 h 61789"/>
                <a:gd name="connsiteX28" fmla="*/ 43712 w 75812"/>
                <a:gd name="connsiteY28" fmla="*/ 30923 h 61789"/>
                <a:gd name="connsiteX29" fmla="*/ 26614 w 75812"/>
                <a:gd name="connsiteY29" fmla="*/ 30923 h 61789"/>
                <a:gd name="connsiteX30" fmla="*/ 32585 w 75812"/>
                <a:gd name="connsiteY30" fmla="*/ 7130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51"/>
                  </a:moveTo>
                  <a:lnTo>
                    <a:pt x="45793" y="34451"/>
                  </a:lnTo>
                  <a:cubicBezTo>
                    <a:pt x="59725" y="34451"/>
                    <a:pt x="76009" y="25947"/>
                    <a:pt x="76009" y="14729"/>
                  </a:cubicBezTo>
                  <a:cubicBezTo>
                    <a:pt x="76009" y="6316"/>
                    <a:pt x="66601" y="73"/>
                    <a:pt x="53483" y="73"/>
                  </a:cubicBezTo>
                  <a:lnTo>
                    <a:pt x="17838" y="73"/>
                  </a:lnTo>
                  <a:cubicBezTo>
                    <a:pt x="16029" y="73"/>
                    <a:pt x="14672" y="73"/>
                    <a:pt x="14672" y="2607"/>
                  </a:cubicBezTo>
                  <a:cubicBezTo>
                    <a:pt x="14672" y="4145"/>
                    <a:pt x="15758" y="4145"/>
                    <a:pt x="18019" y="4145"/>
                  </a:cubicBezTo>
                  <a:cubicBezTo>
                    <a:pt x="18924" y="4145"/>
                    <a:pt x="21909" y="4145"/>
                    <a:pt x="23809" y="4687"/>
                  </a:cubicBezTo>
                  <a:cubicBezTo>
                    <a:pt x="23809" y="5773"/>
                    <a:pt x="23809" y="5954"/>
                    <a:pt x="23538" y="6949"/>
                  </a:cubicBezTo>
                  <a:lnTo>
                    <a:pt x="11687" y="54354"/>
                  </a:lnTo>
                  <a:cubicBezTo>
                    <a:pt x="10963" y="57068"/>
                    <a:pt x="10872" y="57792"/>
                    <a:pt x="3906" y="57792"/>
                  </a:cubicBezTo>
                  <a:cubicBezTo>
                    <a:pt x="1645" y="57792"/>
                    <a:pt x="197" y="57792"/>
                    <a:pt x="197" y="60325"/>
                  </a:cubicBezTo>
                  <a:cubicBezTo>
                    <a:pt x="197" y="61049"/>
                    <a:pt x="830" y="61863"/>
                    <a:pt x="1826" y="61863"/>
                  </a:cubicBezTo>
                  <a:cubicBezTo>
                    <a:pt x="3725" y="61863"/>
                    <a:pt x="5897" y="61592"/>
                    <a:pt x="7887" y="61592"/>
                  </a:cubicBezTo>
                  <a:cubicBezTo>
                    <a:pt x="10149" y="61592"/>
                    <a:pt x="12320" y="61501"/>
                    <a:pt x="14582" y="61501"/>
                  </a:cubicBezTo>
                  <a:cubicBezTo>
                    <a:pt x="16843" y="61501"/>
                    <a:pt x="19015" y="61592"/>
                    <a:pt x="21276" y="61592"/>
                  </a:cubicBezTo>
                  <a:cubicBezTo>
                    <a:pt x="23357" y="61592"/>
                    <a:pt x="25619" y="61863"/>
                    <a:pt x="27609" y="61863"/>
                  </a:cubicBezTo>
                  <a:cubicBezTo>
                    <a:pt x="28152" y="61863"/>
                    <a:pt x="29871" y="61863"/>
                    <a:pt x="29871" y="59330"/>
                  </a:cubicBezTo>
                  <a:cubicBezTo>
                    <a:pt x="29871" y="57792"/>
                    <a:pt x="28604" y="57792"/>
                    <a:pt x="26885" y="57792"/>
                  </a:cubicBezTo>
                  <a:cubicBezTo>
                    <a:pt x="26704" y="57792"/>
                    <a:pt x="24533" y="57792"/>
                    <a:pt x="22995" y="57611"/>
                  </a:cubicBezTo>
                  <a:cubicBezTo>
                    <a:pt x="20733" y="57430"/>
                    <a:pt x="20643" y="57340"/>
                    <a:pt x="20643" y="56616"/>
                  </a:cubicBezTo>
                  <a:cubicBezTo>
                    <a:pt x="20643" y="56435"/>
                    <a:pt x="20643" y="56254"/>
                    <a:pt x="20914" y="55349"/>
                  </a:cubicBezTo>
                  <a:lnTo>
                    <a:pt x="26071" y="34451"/>
                  </a:lnTo>
                  <a:close/>
                  <a:moveTo>
                    <a:pt x="32585" y="7130"/>
                  </a:moveTo>
                  <a:cubicBezTo>
                    <a:pt x="33308" y="4325"/>
                    <a:pt x="33308" y="4145"/>
                    <a:pt x="37108" y="4145"/>
                  </a:cubicBezTo>
                  <a:lnTo>
                    <a:pt x="50497" y="4145"/>
                  </a:lnTo>
                  <a:cubicBezTo>
                    <a:pt x="59725" y="4145"/>
                    <a:pt x="65967" y="6587"/>
                    <a:pt x="65967" y="13463"/>
                  </a:cubicBezTo>
                  <a:cubicBezTo>
                    <a:pt x="65967" y="16086"/>
                    <a:pt x="64701" y="23143"/>
                    <a:pt x="59544" y="26852"/>
                  </a:cubicBezTo>
                  <a:cubicBezTo>
                    <a:pt x="54387" y="30561"/>
                    <a:pt x="47331" y="30923"/>
                    <a:pt x="43712" y="30923"/>
                  </a:cubicBezTo>
                  <a:lnTo>
                    <a:pt x="26614" y="30923"/>
                  </a:lnTo>
                  <a:lnTo>
                    <a:pt x="32585" y="71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8" name="Freeform: Shape 1997">
              <a:extLst>
                <a:ext uri="{FF2B5EF4-FFF2-40B4-BE49-F238E27FC236}">
                  <a16:creationId xmlns:a16="http://schemas.microsoft.com/office/drawing/2014/main" id="{337A78C7-285B-9326-E089-95E6CE5FB948}"/>
                </a:ext>
              </a:extLst>
            </p:cNvPr>
            <p:cNvSpPr/>
            <p:nvPr>
              <p:custDataLst>
                <p:tags r:id="rId46"/>
              </p:custDataLst>
            </p:nvPr>
          </p:nvSpPr>
          <p:spPr>
            <a:xfrm>
              <a:off x="10521945" y="5343610"/>
              <a:ext cx="26597" cy="90467"/>
            </a:xfrm>
            <a:custGeom>
              <a:avLst/>
              <a:gdLst>
                <a:gd name="connsiteX0" fmla="*/ 26529 w 26597"/>
                <a:gd name="connsiteY0" fmla="*/ 2245 h 90467"/>
                <a:gd name="connsiteX1" fmla="*/ 26800 w 26597"/>
                <a:gd name="connsiteY1" fmla="*/ 1340 h 90467"/>
                <a:gd name="connsiteX2" fmla="*/ 25262 w 26597"/>
                <a:gd name="connsiteY2" fmla="*/ 73 h 90467"/>
                <a:gd name="connsiteX3" fmla="*/ 202 w 26597"/>
                <a:gd name="connsiteY3" fmla="*/ 45307 h 90467"/>
                <a:gd name="connsiteX4" fmla="*/ 25262 w 26597"/>
                <a:gd name="connsiteY4" fmla="*/ 90541 h 90467"/>
                <a:gd name="connsiteX5" fmla="*/ 26800 w 26597"/>
                <a:gd name="connsiteY5" fmla="*/ 89275 h 90467"/>
                <a:gd name="connsiteX6" fmla="*/ 26076 w 26597"/>
                <a:gd name="connsiteY6" fmla="*/ 88099 h 90467"/>
                <a:gd name="connsiteX7" fmla="*/ 7168 w 26597"/>
                <a:gd name="connsiteY7" fmla="*/ 45307 h 90467"/>
                <a:gd name="connsiteX8" fmla="*/ 26529 w 26597"/>
                <a:gd name="connsiteY8" fmla="*/ 2245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45"/>
                  </a:moveTo>
                  <a:cubicBezTo>
                    <a:pt x="26529" y="2154"/>
                    <a:pt x="26800" y="1792"/>
                    <a:pt x="26800" y="1340"/>
                  </a:cubicBezTo>
                  <a:cubicBezTo>
                    <a:pt x="26800" y="978"/>
                    <a:pt x="26619" y="73"/>
                    <a:pt x="25262" y="73"/>
                  </a:cubicBezTo>
                  <a:cubicBezTo>
                    <a:pt x="23453" y="73"/>
                    <a:pt x="202" y="14548"/>
                    <a:pt x="202" y="45307"/>
                  </a:cubicBezTo>
                  <a:cubicBezTo>
                    <a:pt x="202" y="75976"/>
                    <a:pt x="23453" y="90541"/>
                    <a:pt x="25262" y="90541"/>
                  </a:cubicBezTo>
                  <a:cubicBezTo>
                    <a:pt x="26619" y="90541"/>
                    <a:pt x="26800" y="89637"/>
                    <a:pt x="26800" y="89275"/>
                  </a:cubicBezTo>
                  <a:cubicBezTo>
                    <a:pt x="26800" y="88641"/>
                    <a:pt x="26438" y="88370"/>
                    <a:pt x="26076" y="88099"/>
                  </a:cubicBezTo>
                  <a:cubicBezTo>
                    <a:pt x="10063" y="75343"/>
                    <a:pt x="7168" y="56978"/>
                    <a:pt x="7168" y="45307"/>
                  </a:cubicBezTo>
                  <a:cubicBezTo>
                    <a:pt x="7168" y="23143"/>
                    <a:pt x="17391" y="8577"/>
                    <a:pt x="26529" y="224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9" name="Freeform: Shape 1998">
              <a:extLst>
                <a:ext uri="{FF2B5EF4-FFF2-40B4-BE49-F238E27FC236}">
                  <a16:creationId xmlns:a16="http://schemas.microsoft.com/office/drawing/2014/main" id="{2A8111E7-430E-2C57-6AC0-CF159CD58689}"/>
                </a:ext>
              </a:extLst>
            </p:cNvPr>
            <p:cNvSpPr/>
            <p:nvPr>
              <p:custDataLst>
                <p:tags r:id="rId47"/>
              </p:custDataLst>
            </p:nvPr>
          </p:nvSpPr>
          <p:spPr>
            <a:xfrm>
              <a:off x="10566878" y="5349671"/>
              <a:ext cx="79973" cy="61789"/>
            </a:xfrm>
            <a:custGeom>
              <a:avLst/>
              <a:gdLst>
                <a:gd name="connsiteX0" fmla="*/ 62809 w 79973"/>
                <a:gd name="connsiteY0" fmla="*/ 11382 h 61789"/>
                <a:gd name="connsiteX1" fmla="*/ 65342 w 79973"/>
                <a:gd name="connsiteY1" fmla="*/ 9301 h 61789"/>
                <a:gd name="connsiteX2" fmla="*/ 77646 w 79973"/>
                <a:gd name="connsiteY2" fmla="*/ 4145 h 61789"/>
                <a:gd name="connsiteX3" fmla="*/ 80179 w 79973"/>
                <a:gd name="connsiteY3" fmla="*/ 1611 h 61789"/>
                <a:gd name="connsiteX4" fmla="*/ 78731 w 79973"/>
                <a:gd name="connsiteY4" fmla="*/ 73 h 61789"/>
                <a:gd name="connsiteX5" fmla="*/ 74660 w 79973"/>
                <a:gd name="connsiteY5" fmla="*/ 345 h 61789"/>
                <a:gd name="connsiteX6" fmla="*/ 70408 w 79973"/>
                <a:gd name="connsiteY6" fmla="*/ 435 h 61789"/>
                <a:gd name="connsiteX7" fmla="*/ 65071 w 79973"/>
                <a:gd name="connsiteY7" fmla="*/ 345 h 61789"/>
                <a:gd name="connsiteX8" fmla="*/ 60185 w 79973"/>
                <a:gd name="connsiteY8" fmla="*/ 73 h 61789"/>
                <a:gd name="connsiteX9" fmla="*/ 58014 w 79973"/>
                <a:gd name="connsiteY9" fmla="*/ 2607 h 61789"/>
                <a:gd name="connsiteX10" fmla="*/ 59733 w 79973"/>
                <a:gd name="connsiteY10" fmla="*/ 4145 h 61789"/>
                <a:gd name="connsiteX11" fmla="*/ 62538 w 79973"/>
                <a:gd name="connsiteY11" fmla="*/ 5411 h 61789"/>
                <a:gd name="connsiteX12" fmla="*/ 59643 w 79973"/>
                <a:gd name="connsiteY12" fmla="*/ 9392 h 61789"/>
                <a:gd name="connsiteX13" fmla="*/ 35759 w 79973"/>
                <a:gd name="connsiteY13" fmla="*/ 32280 h 61789"/>
                <a:gd name="connsiteX14" fmla="*/ 21736 w 79973"/>
                <a:gd name="connsiteY14" fmla="*/ 6497 h 61789"/>
                <a:gd name="connsiteX15" fmla="*/ 21194 w 79973"/>
                <a:gd name="connsiteY15" fmla="*/ 5321 h 61789"/>
                <a:gd name="connsiteX16" fmla="*/ 25808 w 79973"/>
                <a:gd name="connsiteY16" fmla="*/ 4145 h 61789"/>
                <a:gd name="connsiteX17" fmla="*/ 28612 w 79973"/>
                <a:gd name="connsiteY17" fmla="*/ 1611 h 61789"/>
                <a:gd name="connsiteX18" fmla="*/ 26984 w 79973"/>
                <a:gd name="connsiteY18" fmla="*/ 73 h 61789"/>
                <a:gd name="connsiteX19" fmla="*/ 20470 w 79973"/>
                <a:gd name="connsiteY19" fmla="*/ 345 h 61789"/>
                <a:gd name="connsiteX20" fmla="*/ 13956 w 79973"/>
                <a:gd name="connsiteY20" fmla="*/ 435 h 61789"/>
                <a:gd name="connsiteX21" fmla="*/ 8166 w 79973"/>
                <a:gd name="connsiteY21" fmla="*/ 345 h 61789"/>
                <a:gd name="connsiteX22" fmla="*/ 2376 w 79973"/>
                <a:gd name="connsiteY22" fmla="*/ 73 h 61789"/>
                <a:gd name="connsiteX23" fmla="*/ 205 w 79973"/>
                <a:gd name="connsiteY23" fmla="*/ 2607 h 61789"/>
                <a:gd name="connsiteX24" fmla="*/ 3100 w 79973"/>
                <a:gd name="connsiteY24" fmla="*/ 4145 h 61789"/>
                <a:gd name="connsiteX25" fmla="*/ 10337 w 79973"/>
                <a:gd name="connsiteY25" fmla="*/ 6768 h 61789"/>
                <a:gd name="connsiteX26" fmla="*/ 26893 w 79973"/>
                <a:gd name="connsiteY26" fmla="*/ 37075 h 61789"/>
                <a:gd name="connsiteX27" fmla="*/ 22822 w 79973"/>
                <a:gd name="connsiteY27" fmla="*/ 53630 h 61789"/>
                <a:gd name="connsiteX28" fmla="*/ 14589 w 79973"/>
                <a:gd name="connsiteY28" fmla="*/ 57792 h 61789"/>
                <a:gd name="connsiteX29" fmla="*/ 11061 w 79973"/>
                <a:gd name="connsiteY29" fmla="*/ 60325 h 61789"/>
                <a:gd name="connsiteX30" fmla="*/ 12690 w 79973"/>
                <a:gd name="connsiteY30" fmla="*/ 61863 h 61789"/>
                <a:gd name="connsiteX31" fmla="*/ 18751 w 79973"/>
                <a:gd name="connsiteY31" fmla="*/ 61592 h 61789"/>
                <a:gd name="connsiteX32" fmla="*/ 25265 w 79973"/>
                <a:gd name="connsiteY32" fmla="*/ 61501 h 61789"/>
                <a:gd name="connsiteX33" fmla="*/ 31959 w 79973"/>
                <a:gd name="connsiteY33" fmla="*/ 61592 h 61789"/>
                <a:gd name="connsiteX34" fmla="*/ 38111 w 79973"/>
                <a:gd name="connsiteY34" fmla="*/ 61863 h 61789"/>
                <a:gd name="connsiteX35" fmla="*/ 40373 w 79973"/>
                <a:gd name="connsiteY35" fmla="*/ 59330 h 61789"/>
                <a:gd name="connsiteX36" fmla="*/ 37387 w 79973"/>
                <a:gd name="connsiteY36" fmla="*/ 57792 h 61789"/>
                <a:gd name="connsiteX37" fmla="*/ 33497 w 79973"/>
                <a:gd name="connsiteY37" fmla="*/ 57611 h 61789"/>
                <a:gd name="connsiteX38" fmla="*/ 31145 w 79973"/>
                <a:gd name="connsiteY38" fmla="*/ 56616 h 61789"/>
                <a:gd name="connsiteX39" fmla="*/ 32231 w 79973"/>
                <a:gd name="connsiteY39" fmla="*/ 51731 h 61789"/>
                <a:gd name="connsiteX40" fmla="*/ 35849 w 79973"/>
                <a:gd name="connsiteY40" fmla="*/ 37165 h 61789"/>
                <a:gd name="connsiteX41" fmla="*/ 62809 w 79973"/>
                <a:gd name="connsiteY41" fmla="*/ 11382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82"/>
                  </a:moveTo>
                  <a:lnTo>
                    <a:pt x="65342" y="9301"/>
                  </a:lnTo>
                  <a:cubicBezTo>
                    <a:pt x="67785" y="7311"/>
                    <a:pt x="71313" y="4506"/>
                    <a:pt x="77646" y="4145"/>
                  </a:cubicBezTo>
                  <a:cubicBezTo>
                    <a:pt x="78912" y="4054"/>
                    <a:pt x="80179" y="4054"/>
                    <a:pt x="80179" y="1611"/>
                  </a:cubicBezTo>
                  <a:cubicBezTo>
                    <a:pt x="80179" y="345"/>
                    <a:pt x="79093" y="73"/>
                    <a:pt x="78731" y="73"/>
                  </a:cubicBezTo>
                  <a:cubicBezTo>
                    <a:pt x="77465" y="73"/>
                    <a:pt x="76017" y="345"/>
                    <a:pt x="74660" y="345"/>
                  </a:cubicBezTo>
                  <a:cubicBezTo>
                    <a:pt x="73303" y="345"/>
                    <a:pt x="71856" y="435"/>
                    <a:pt x="70408" y="435"/>
                  </a:cubicBezTo>
                  <a:cubicBezTo>
                    <a:pt x="70408" y="435"/>
                    <a:pt x="65071" y="345"/>
                    <a:pt x="65071" y="345"/>
                  </a:cubicBezTo>
                  <a:cubicBezTo>
                    <a:pt x="63533" y="345"/>
                    <a:pt x="61723" y="73"/>
                    <a:pt x="60185" y="73"/>
                  </a:cubicBezTo>
                  <a:cubicBezTo>
                    <a:pt x="59009" y="73"/>
                    <a:pt x="58014" y="707"/>
                    <a:pt x="58014" y="2607"/>
                  </a:cubicBezTo>
                  <a:cubicBezTo>
                    <a:pt x="58014" y="3873"/>
                    <a:pt x="59100" y="4145"/>
                    <a:pt x="59733" y="4145"/>
                  </a:cubicBezTo>
                  <a:cubicBezTo>
                    <a:pt x="61995" y="4235"/>
                    <a:pt x="62538" y="4778"/>
                    <a:pt x="62538" y="5411"/>
                  </a:cubicBezTo>
                  <a:cubicBezTo>
                    <a:pt x="62538" y="6678"/>
                    <a:pt x="60366" y="8668"/>
                    <a:pt x="59643" y="9392"/>
                  </a:cubicBezTo>
                  <a:lnTo>
                    <a:pt x="35759" y="32280"/>
                  </a:lnTo>
                  <a:lnTo>
                    <a:pt x="21736" y="6497"/>
                  </a:lnTo>
                  <a:cubicBezTo>
                    <a:pt x="21194" y="5592"/>
                    <a:pt x="21194" y="5411"/>
                    <a:pt x="21194" y="5321"/>
                  </a:cubicBezTo>
                  <a:cubicBezTo>
                    <a:pt x="21194" y="4145"/>
                    <a:pt x="25084" y="4145"/>
                    <a:pt x="25808" y="4145"/>
                  </a:cubicBezTo>
                  <a:cubicBezTo>
                    <a:pt x="27165" y="4145"/>
                    <a:pt x="28612" y="4145"/>
                    <a:pt x="28612" y="1611"/>
                  </a:cubicBezTo>
                  <a:cubicBezTo>
                    <a:pt x="28612" y="526"/>
                    <a:pt x="27707" y="73"/>
                    <a:pt x="26984" y="73"/>
                  </a:cubicBezTo>
                  <a:cubicBezTo>
                    <a:pt x="24903" y="73"/>
                    <a:pt x="22551" y="345"/>
                    <a:pt x="20470" y="345"/>
                  </a:cubicBezTo>
                  <a:cubicBezTo>
                    <a:pt x="18299" y="345"/>
                    <a:pt x="16127" y="435"/>
                    <a:pt x="13956" y="435"/>
                  </a:cubicBezTo>
                  <a:cubicBezTo>
                    <a:pt x="12056" y="435"/>
                    <a:pt x="10066" y="345"/>
                    <a:pt x="8166" y="345"/>
                  </a:cubicBezTo>
                  <a:cubicBezTo>
                    <a:pt x="6990" y="345"/>
                    <a:pt x="2467" y="73"/>
                    <a:pt x="2376" y="73"/>
                  </a:cubicBezTo>
                  <a:cubicBezTo>
                    <a:pt x="1110" y="73"/>
                    <a:pt x="205" y="707"/>
                    <a:pt x="205" y="2607"/>
                  </a:cubicBezTo>
                  <a:cubicBezTo>
                    <a:pt x="205" y="4145"/>
                    <a:pt x="1472" y="4145"/>
                    <a:pt x="3100" y="4145"/>
                  </a:cubicBezTo>
                  <a:cubicBezTo>
                    <a:pt x="8890" y="4145"/>
                    <a:pt x="9252" y="4778"/>
                    <a:pt x="10337" y="6768"/>
                  </a:cubicBezTo>
                  <a:lnTo>
                    <a:pt x="26893" y="37075"/>
                  </a:lnTo>
                  <a:lnTo>
                    <a:pt x="22822" y="53630"/>
                  </a:lnTo>
                  <a:cubicBezTo>
                    <a:pt x="21736" y="57702"/>
                    <a:pt x="21284" y="57792"/>
                    <a:pt x="14589" y="57792"/>
                  </a:cubicBezTo>
                  <a:cubicBezTo>
                    <a:pt x="12509" y="57792"/>
                    <a:pt x="11061" y="57792"/>
                    <a:pt x="11061" y="60325"/>
                  </a:cubicBezTo>
                  <a:cubicBezTo>
                    <a:pt x="11061" y="61049"/>
                    <a:pt x="11695" y="61863"/>
                    <a:pt x="12690" y="61863"/>
                  </a:cubicBezTo>
                  <a:cubicBezTo>
                    <a:pt x="14589" y="61863"/>
                    <a:pt x="16761" y="61592"/>
                    <a:pt x="18751" y="61592"/>
                  </a:cubicBezTo>
                  <a:cubicBezTo>
                    <a:pt x="20922" y="61592"/>
                    <a:pt x="23093" y="61501"/>
                    <a:pt x="25265" y="61501"/>
                  </a:cubicBezTo>
                  <a:cubicBezTo>
                    <a:pt x="27526" y="61501"/>
                    <a:pt x="29698" y="61592"/>
                    <a:pt x="31959" y="61592"/>
                  </a:cubicBezTo>
                  <a:cubicBezTo>
                    <a:pt x="33950" y="61592"/>
                    <a:pt x="36211" y="61863"/>
                    <a:pt x="38111" y="61863"/>
                  </a:cubicBezTo>
                  <a:cubicBezTo>
                    <a:pt x="38744" y="61863"/>
                    <a:pt x="40373" y="61863"/>
                    <a:pt x="40373" y="59330"/>
                  </a:cubicBezTo>
                  <a:cubicBezTo>
                    <a:pt x="40373" y="57792"/>
                    <a:pt x="39106" y="57792"/>
                    <a:pt x="37387" y="57792"/>
                  </a:cubicBezTo>
                  <a:cubicBezTo>
                    <a:pt x="37207" y="57792"/>
                    <a:pt x="35035" y="57792"/>
                    <a:pt x="33497" y="57611"/>
                  </a:cubicBezTo>
                  <a:cubicBezTo>
                    <a:pt x="31236" y="57430"/>
                    <a:pt x="31145" y="57340"/>
                    <a:pt x="31145" y="56616"/>
                  </a:cubicBezTo>
                  <a:cubicBezTo>
                    <a:pt x="31145" y="55983"/>
                    <a:pt x="31145" y="55802"/>
                    <a:pt x="32231" y="51731"/>
                  </a:cubicBezTo>
                  <a:lnTo>
                    <a:pt x="35849" y="37165"/>
                  </a:lnTo>
                  <a:lnTo>
                    <a:pt x="62809" y="11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0" name="Freeform: Shape 1999">
              <a:extLst>
                <a:ext uri="{FF2B5EF4-FFF2-40B4-BE49-F238E27FC236}">
                  <a16:creationId xmlns:a16="http://schemas.microsoft.com/office/drawing/2014/main" id="{326D7A0F-D093-7747-4EB4-BCBCF3B22B7E}"/>
                </a:ext>
              </a:extLst>
            </p:cNvPr>
            <p:cNvSpPr/>
            <p:nvPr>
              <p:custDataLst>
                <p:tags r:id="rId48"/>
              </p:custDataLst>
            </p:nvPr>
          </p:nvSpPr>
          <p:spPr>
            <a:xfrm>
              <a:off x="10640186" y="5389567"/>
              <a:ext cx="63327" cy="40981"/>
            </a:xfrm>
            <a:custGeom>
              <a:avLst/>
              <a:gdLst>
                <a:gd name="connsiteX0" fmla="*/ 9618 w 63327"/>
                <a:gd name="connsiteY0" fmla="*/ 31195 h 40981"/>
                <a:gd name="connsiteX1" fmla="*/ 8080 w 63327"/>
                <a:gd name="connsiteY1" fmla="*/ 37890 h 40981"/>
                <a:gd name="connsiteX2" fmla="*/ 11427 w 63327"/>
                <a:gd name="connsiteY2" fmla="*/ 41056 h 40981"/>
                <a:gd name="connsiteX3" fmla="*/ 15770 w 63327"/>
                <a:gd name="connsiteY3" fmla="*/ 38071 h 40981"/>
                <a:gd name="connsiteX4" fmla="*/ 17489 w 63327"/>
                <a:gd name="connsiteY4" fmla="*/ 31014 h 40981"/>
                <a:gd name="connsiteX5" fmla="*/ 20745 w 63327"/>
                <a:gd name="connsiteY5" fmla="*/ 18259 h 40981"/>
                <a:gd name="connsiteX6" fmla="*/ 39472 w 63327"/>
                <a:gd name="connsiteY6" fmla="*/ 3150 h 40981"/>
                <a:gd name="connsiteX7" fmla="*/ 45805 w 63327"/>
                <a:gd name="connsiteY7" fmla="*/ 9664 h 40981"/>
                <a:gd name="connsiteX8" fmla="*/ 39925 w 63327"/>
                <a:gd name="connsiteY8" fmla="*/ 29296 h 40981"/>
                <a:gd name="connsiteX9" fmla="*/ 39020 w 63327"/>
                <a:gd name="connsiteY9" fmla="*/ 33095 h 40981"/>
                <a:gd name="connsiteX10" fmla="*/ 48881 w 63327"/>
                <a:gd name="connsiteY10" fmla="*/ 41056 h 40981"/>
                <a:gd name="connsiteX11" fmla="*/ 63537 w 63327"/>
                <a:gd name="connsiteY11" fmla="*/ 27034 h 40981"/>
                <a:gd name="connsiteX12" fmla="*/ 61637 w 63327"/>
                <a:gd name="connsiteY12" fmla="*/ 25767 h 40981"/>
                <a:gd name="connsiteX13" fmla="*/ 59466 w 63327"/>
                <a:gd name="connsiteY13" fmla="*/ 27848 h 40981"/>
                <a:gd name="connsiteX14" fmla="*/ 49243 w 63327"/>
                <a:gd name="connsiteY14" fmla="*/ 37981 h 40981"/>
                <a:gd name="connsiteX15" fmla="*/ 46529 w 63327"/>
                <a:gd name="connsiteY15" fmla="*/ 34543 h 40981"/>
                <a:gd name="connsiteX16" fmla="*/ 47705 w 63327"/>
                <a:gd name="connsiteY16" fmla="*/ 29748 h 40981"/>
                <a:gd name="connsiteX17" fmla="*/ 53404 w 63327"/>
                <a:gd name="connsiteY17" fmla="*/ 10840 h 40981"/>
                <a:gd name="connsiteX18" fmla="*/ 40015 w 63327"/>
                <a:gd name="connsiteY18" fmla="*/ 74 h 40981"/>
                <a:gd name="connsiteX19" fmla="*/ 22917 w 63327"/>
                <a:gd name="connsiteY19" fmla="*/ 9031 h 40981"/>
                <a:gd name="connsiteX20" fmla="*/ 11880 w 63327"/>
                <a:gd name="connsiteY20" fmla="*/ 74 h 40981"/>
                <a:gd name="connsiteX21" fmla="*/ 209 w 63327"/>
                <a:gd name="connsiteY21" fmla="*/ 14097 h 40981"/>
                <a:gd name="connsiteX22" fmla="*/ 2109 w 63327"/>
                <a:gd name="connsiteY22" fmla="*/ 15364 h 40981"/>
                <a:gd name="connsiteX23" fmla="*/ 4190 w 63327"/>
                <a:gd name="connsiteY23" fmla="*/ 13645 h 40981"/>
                <a:gd name="connsiteX24" fmla="*/ 11427 w 63327"/>
                <a:gd name="connsiteY24" fmla="*/ 3150 h 40981"/>
                <a:gd name="connsiteX25" fmla="*/ 15136 w 63327"/>
                <a:gd name="connsiteY25" fmla="*/ 7945 h 40981"/>
                <a:gd name="connsiteX26" fmla="*/ 13689 w 63327"/>
                <a:gd name="connsiteY26" fmla="*/ 15002 h 40981"/>
                <a:gd name="connsiteX27" fmla="*/ 11699 w 63327"/>
                <a:gd name="connsiteY27" fmla="*/ 23144 h 40981"/>
                <a:gd name="connsiteX28" fmla="*/ 9618 w 63327"/>
                <a:gd name="connsiteY28" fmla="*/ 31195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95"/>
                  </a:moveTo>
                  <a:cubicBezTo>
                    <a:pt x="9075" y="33457"/>
                    <a:pt x="8080" y="37438"/>
                    <a:pt x="8080" y="37890"/>
                  </a:cubicBezTo>
                  <a:cubicBezTo>
                    <a:pt x="8080" y="39880"/>
                    <a:pt x="9708" y="41056"/>
                    <a:pt x="11427" y="41056"/>
                  </a:cubicBezTo>
                  <a:cubicBezTo>
                    <a:pt x="12784" y="41056"/>
                    <a:pt x="14775" y="40333"/>
                    <a:pt x="15770" y="38071"/>
                  </a:cubicBezTo>
                  <a:cubicBezTo>
                    <a:pt x="15860" y="37619"/>
                    <a:pt x="16946" y="33367"/>
                    <a:pt x="17489" y="31014"/>
                  </a:cubicBezTo>
                  <a:cubicBezTo>
                    <a:pt x="20564" y="18801"/>
                    <a:pt x="20564" y="18620"/>
                    <a:pt x="20745" y="18259"/>
                  </a:cubicBezTo>
                  <a:cubicBezTo>
                    <a:pt x="21922" y="15816"/>
                    <a:pt x="28435" y="3150"/>
                    <a:pt x="39472" y="3150"/>
                  </a:cubicBezTo>
                  <a:cubicBezTo>
                    <a:pt x="43905" y="3150"/>
                    <a:pt x="45805" y="5593"/>
                    <a:pt x="45805" y="9664"/>
                  </a:cubicBezTo>
                  <a:cubicBezTo>
                    <a:pt x="45805" y="14821"/>
                    <a:pt x="42005" y="24139"/>
                    <a:pt x="39925" y="29296"/>
                  </a:cubicBezTo>
                  <a:cubicBezTo>
                    <a:pt x="39472" y="30381"/>
                    <a:pt x="39020" y="31557"/>
                    <a:pt x="39020" y="33095"/>
                  </a:cubicBezTo>
                  <a:cubicBezTo>
                    <a:pt x="39020" y="37800"/>
                    <a:pt x="43543" y="41056"/>
                    <a:pt x="48881" y="41056"/>
                  </a:cubicBezTo>
                  <a:cubicBezTo>
                    <a:pt x="58561" y="41056"/>
                    <a:pt x="63537" y="29296"/>
                    <a:pt x="63537" y="27034"/>
                  </a:cubicBezTo>
                  <a:cubicBezTo>
                    <a:pt x="63537" y="25767"/>
                    <a:pt x="61999" y="25767"/>
                    <a:pt x="61637" y="25767"/>
                  </a:cubicBezTo>
                  <a:cubicBezTo>
                    <a:pt x="60099" y="25767"/>
                    <a:pt x="60009" y="26129"/>
                    <a:pt x="59466" y="27848"/>
                  </a:cubicBezTo>
                  <a:cubicBezTo>
                    <a:pt x="57747" y="33276"/>
                    <a:pt x="53585" y="37981"/>
                    <a:pt x="49243" y="37981"/>
                  </a:cubicBezTo>
                  <a:cubicBezTo>
                    <a:pt x="47162" y="37981"/>
                    <a:pt x="46529" y="36533"/>
                    <a:pt x="46529" y="34543"/>
                  </a:cubicBezTo>
                  <a:cubicBezTo>
                    <a:pt x="46529" y="32643"/>
                    <a:pt x="46891" y="31738"/>
                    <a:pt x="47705" y="29748"/>
                  </a:cubicBezTo>
                  <a:cubicBezTo>
                    <a:pt x="49243" y="26129"/>
                    <a:pt x="53404" y="15816"/>
                    <a:pt x="53404" y="10840"/>
                  </a:cubicBezTo>
                  <a:cubicBezTo>
                    <a:pt x="53404" y="4146"/>
                    <a:pt x="48610" y="74"/>
                    <a:pt x="40015" y="74"/>
                  </a:cubicBezTo>
                  <a:cubicBezTo>
                    <a:pt x="31783" y="74"/>
                    <a:pt x="26083" y="5050"/>
                    <a:pt x="22917" y="9031"/>
                  </a:cubicBezTo>
                  <a:cubicBezTo>
                    <a:pt x="22464" y="1612"/>
                    <a:pt x="15227" y="74"/>
                    <a:pt x="11880" y="74"/>
                  </a:cubicBezTo>
                  <a:cubicBezTo>
                    <a:pt x="2833" y="74"/>
                    <a:pt x="209" y="13916"/>
                    <a:pt x="209" y="14097"/>
                  </a:cubicBezTo>
                  <a:cubicBezTo>
                    <a:pt x="209" y="15364"/>
                    <a:pt x="1657" y="15364"/>
                    <a:pt x="2109" y="15364"/>
                  </a:cubicBezTo>
                  <a:cubicBezTo>
                    <a:pt x="3647" y="15364"/>
                    <a:pt x="3828" y="14821"/>
                    <a:pt x="4190" y="13645"/>
                  </a:cubicBezTo>
                  <a:cubicBezTo>
                    <a:pt x="5547" y="8398"/>
                    <a:pt x="7628" y="3150"/>
                    <a:pt x="11427" y="3150"/>
                  </a:cubicBezTo>
                  <a:cubicBezTo>
                    <a:pt x="14503" y="3150"/>
                    <a:pt x="15136" y="6045"/>
                    <a:pt x="15136" y="7945"/>
                  </a:cubicBezTo>
                  <a:cubicBezTo>
                    <a:pt x="15136" y="9212"/>
                    <a:pt x="14232" y="12650"/>
                    <a:pt x="13689" y="15002"/>
                  </a:cubicBezTo>
                  <a:cubicBezTo>
                    <a:pt x="13056" y="17444"/>
                    <a:pt x="12151" y="21153"/>
                    <a:pt x="11699" y="23144"/>
                  </a:cubicBezTo>
                  <a:lnTo>
                    <a:pt x="9618" y="311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1" name="Freeform: Shape 2000">
              <a:extLst>
                <a:ext uri="{FF2B5EF4-FFF2-40B4-BE49-F238E27FC236}">
                  <a16:creationId xmlns:a16="http://schemas.microsoft.com/office/drawing/2014/main" id="{9EC050D5-F992-56A0-3772-ACAE5AF0781B}"/>
                </a:ext>
              </a:extLst>
            </p:cNvPr>
            <p:cNvSpPr/>
            <p:nvPr>
              <p:custDataLst>
                <p:tags r:id="rId49"/>
              </p:custDataLst>
            </p:nvPr>
          </p:nvSpPr>
          <p:spPr>
            <a:xfrm>
              <a:off x="10735159" y="5357090"/>
              <a:ext cx="69027" cy="63508"/>
            </a:xfrm>
            <a:custGeom>
              <a:avLst/>
              <a:gdLst>
                <a:gd name="connsiteX0" fmla="*/ 67160 w 69027"/>
                <a:gd name="connsiteY0" fmla="*/ 34451 h 63508"/>
                <a:gd name="connsiteX1" fmla="*/ 69241 w 69027"/>
                <a:gd name="connsiteY1" fmla="*/ 31828 h 63508"/>
                <a:gd name="connsiteX2" fmla="*/ 67160 w 69027"/>
                <a:gd name="connsiteY2" fmla="*/ 29204 h 63508"/>
                <a:gd name="connsiteX3" fmla="*/ 4737 w 69027"/>
                <a:gd name="connsiteY3" fmla="*/ 707 h 63508"/>
                <a:gd name="connsiteX4" fmla="*/ 2747 w 69027"/>
                <a:gd name="connsiteY4" fmla="*/ 73 h 63508"/>
                <a:gd name="connsiteX5" fmla="*/ 214 w 69027"/>
                <a:gd name="connsiteY5" fmla="*/ 2607 h 63508"/>
                <a:gd name="connsiteX6" fmla="*/ 2295 w 69027"/>
                <a:gd name="connsiteY6" fmla="*/ 5230 h 63508"/>
                <a:gd name="connsiteX7" fmla="*/ 60647 w 69027"/>
                <a:gd name="connsiteY7" fmla="*/ 31828 h 63508"/>
                <a:gd name="connsiteX8" fmla="*/ 2295 w 69027"/>
                <a:gd name="connsiteY8" fmla="*/ 58425 h 63508"/>
                <a:gd name="connsiteX9" fmla="*/ 214 w 69027"/>
                <a:gd name="connsiteY9" fmla="*/ 61049 h 63508"/>
                <a:gd name="connsiteX10" fmla="*/ 2747 w 69027"/>
                <a:gd name="connsiteY10" fmla="*/ 63582 h 63508"/>
                <a:gd name="connsiteX11" fmla="*/ 4466 w 69027"/>
                <a:gd name="connsiteY11" fmla="*/ 63039 h 63508"/>
                <a:gd name="connsiteX12" fmla="*/ 67160 w 69027"/>
                <a:gd name="connsiteY12" fmla="*/ 34451 h 63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027" h="63508">
                  <a:moveTo>
                    <a:pt x="67160" y="34451"/>
                  </a:moveTo>
                  <a:cubicBezTo>
                    <a:pt x="68336" y="33908"/>
                    <a:pt x="69241" y="33185"/>
                    <a:pt x="69241" y="31828"/>
                  </a:cubicBezTo>
                  <a:cubicBezTo>
                    <a:pt x="69241" y="30471"/>
                    <a:pt x="68336" y="29747"/>
                    <a:pt x="67160" y="29204"/>
                  </a:cubicBezTo>
                  <a:lnTo>
                    <a:pt x="4737" y="707"/>
                  </a:lnTo>
                  <a:cubicBezTo>
                    <a:pt x="3380" y="73"/>
                    <a:pt x="3019" y="73"/>
                    <a:pt x="2747" y="73"/>
                  </a:cubicBezTo>
                  <a:cubicBezTo>
                    <a:pt x="1390" y="73"/>
                    <a:pt x="214" y="1250"/>
                    <a:pt x="214" y="2607"/>
                  </a:cubicBezTo>
                  <a:cubicBezTo>
                    <a:pt x="214" y="3964"/>
                    <a:pt x="1119" y="4687"/>
                    <a:pt x="2295" y="5230"/>
                  </a:cubicBezTo>
                  <a:lnTo>
                    <a:pt x="60647" y="31828"/>
                  </a:lnTo>
                  <a:lnTo>
                    <a:pt x="2295" y="58425"/>
                  </a:lnTo>
                  <a:cubicBezTo>
                    <a:pt x="1119" y="58968"/>
                    <a:pt x="214" y="59692"/>
                    <a:pt x="214" y="61049"/>
                  </a:cubicBezTo>
                  <a:cubicBezTo>
                    <a:pt x="214" y="62406"/>
                    <a:pt x="1390" y="63582"/>
                    <a:pt x="2747" y="63582"/>
                  </a:cubicBezTo>
                  <a:cubicBezTo>
                    <a:pt x="3290" y="63582"/>
                    <a:pt x="3652" y="63401"/>
                    <a:pt x="4466" y="63039"/>
                  </a:cubicBezTo>
                  <a:lnTo>
                    <a:pt x="67160" y="344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2" name="Freeform: Shape 2001">
              <a:extLst>
                <a:ext uri="{FF2B5EF4-FFF2-40B4-BE49-F238E27FC236}">
                  <a16:creationId xmlns:a16="http://schemas.microsoft.com/office/drawing/2014/main" id="{24647344-64A3-C34A-B1B7-25F52A2D3278}"/>
                </a:ext>
              </a:extLst>
            </p:cNvPr>
            <p:cNvSpPr/>
            <p:nvPr>
              <p:custDataLst>
                <p:tags r:id="rId50"/>
              </p:custDataLst>
            </p:nvPr>
          </p:nvSpPr>
          <p:spPr>
            <a:xfrm>
              <a:off x="10822040" y="5351119"/>
              <a:ext cx="42791" cy="78887"/>
            </a:xfrm>
            <a:custGeom>
              <a:avLst/>
              <a:gdLst>
                <a:gd name="connsiteX0" fmla="*/ 43011 w 42791"/>
                <a:gd name="connsiteY0" fmla="*/ 3964 h 78887"/>
                <a:gd name="connsiteX1" fmla="*/ 39030 w 42791"/>
                <a:gd name="connsiteY1" fmla="*/ 73 h 78887"/>
                <a:gd name="connsiteX2" fmla="*/ 33421 w 42791"/>
                <a:gd name="connsiteY2" fmla="*/ 5502 h 78887"/>
                <a:gd name="connsiteX3" fmla="*/ 37402 w 42791"/>
                <a:gd name="connsiteY3" fmla="*/ 9392 h 78887"/>
                <a:gd name="connsiteX4" fmla="*/ 43011 w 42791"/>
                <a:gd name="connsiteY4" fmla="*/ 3964 h 78887"/>
                <a:gd name="connsiteX5" fmla="*/ 23289 w 42791"/>
                <a:gd name="connsiteY5" fmla="*/ 64487 h 78887"/>
                <a:gd name="connsiteX6" fmla="*/ 10352 w 42791"/>
                <a:gd name="connsiteY6" fmla="*/ 75886 h 78887"/>
                <a:gd name="connsiteX7" fmla="*/ 7095 w 42791"/>
                <a:gd name="connsiteY7" fmla="*/ 75433 h 78887"/>
                <a:gd name="connsiteX8" fmla="*/ 9900 w 42791"/>
                <a:gd name="connsiteY8" fmla="*/ 70638 h 78887"/>
                <a:gd name="connsiteX9" fmla="*/ 5828 w 42791"/>
                <a:gd name="connsiteY9" fmla="*/ 66929 h 78887"/>
                <a:gd name="connsiteX10" fmla="*/ 219 w 42791"/>
                <a:gd name="connsiteY10" fmla="*/ 72719 h 78887"/>
                <a:gd name="connsiteX11" fmla="*/ 10442 w 42791"/>
                <a:gd name="connsiteY11" fmla="*/ 78961 h 78887"/>
                <a:gd name="connsiteX12" fmla="*/ 31160 w 42791"/>
                <a:gd name="connsiteY12" fmla="*/ 64577 h 78887"/>
                <a:gd name="connsiteX13" fmla="*/ 39302 w 42791"/>
                <a:gd name="connsiteY13" fmla="*/ 32190 h 78887"/>
                <a:gd name="connsiteX14" fmla="*/ 39754 w 42791"/>
                <a:gd name="connsiteY14" fmla="*/ 29204 h 78887"/>
                <a:gd name="connsiteX15" fmla="*/ 28626 w 42791"/>
                <a:gd name="connsiteY15" fmla="*/ 20429 h 78887"/>
                <a:gd name="connsiteX16" fmla="*/ 10985 w 42791"/>
                <a:gd name="connsiteY16" fmla="*/ 34451 h 78887"/>
                <a:gd name="connsiteX17" fmla="*/ 12885 w 42791"/>
                <a:gd name="connsiteY17" fmla="*/ 35718 h 78887"/>
                <a:gd name="connsiteX18" fmla="*/ 14875 w 42791"/>
                <a:gd name="connsiteY18" fmla="*/ 34451 h 78887"/>
                <a:gd name="connsiteX19" fmla="*/ 28265 w 42791"/>
                <a:gd name="connsiteY19" fmla="*/ 23505 h 78887"/>
                <a:gd name="connsiteX20" fmla="*/ 32064 w 42791"/>
                <a:gd name="connsiteY20" fmla="*/ 28299 h 78887"/>
                <a:gd name="connsiteX21" fmla="*/ 31793 w 42791"/>
                <a:gd name="connsiteY21" fmla="*/ 30652 h 78887"/>
                <a:gd name="connsiteX22" fmla="*/ 23289 w 42791"/>
                <a:gd name="connsiteY22" fmla="*/ 64487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64"/>
                  </a:moveTo>
                  <a:cubicBezTo>
                    <a:pt x="43011" y="1883"/>
                    <a:pt x="41473" y="73"/>
                    <a:pt x="39030" y="73"/>
                  </a:cubicBezTo>
                  <a:cubicBezTo>
                    <a:pt x="36226" y="73"/>
                    <a:pt x="33421" y="2788"/>
                    <a:pt x="33421" y="5502"/>
                  </a:cubicBezTo>
                  <a:cubicBezTo>
                    <a:pt x="33421" y="7673"/>
                    <a:pt x="35140" y="9392"/>
                    <a:pt x="37402" y="9392"/>
                  </a:cubicBezTo>
                  <a:cubicBezTo>
                    <a:pt x="40478" y="9392"/>
                    <a:pt x="43011" y="6497"/>
                    <a:pt x="43011" y="3964"/>
                  </a:cubicBezTo>
                  <a:close/>
                  <a:moveTo>
                    <a:pt x="23289" y="64487"/>
                  </a:moveTo>
                  <a:cubicBezTo>
                    <a:pt x="21570" y="71362"/>
                    <a:pt x="15870" y="75886"/>
                    <a:pt x="10352" y="75886"/>
                  </a:cubicBezTo>
                  <a:cubicBezTo>
                    <a:pt x="8814" y="75886"/>
                    <a:pt x="7819" y="75614"/>
                    <a:pt x="7095" y="75433"/>
                  </a:cubicBezTo>
                  <a:cubicBezTo>
                    <a:pt x="9266" y="74167"/>
                    <a:pt x="9900" y="71814"/>
                    <a:pt x="9900" y="70638"/>
                  </a:cubicBezTo>
                  <a:cubicBezTo>
                    <a:pt x="9900" y="69100"/>
                    <a:pt x="8814" y="66929"/>
                    <a:pt x="5828" y="66929"/>
                  </a:cubicBezTo>
                  <a:cubicBezTo>
                    <a:pt x="2753" y="66929"/>
                    <a:pt x="219" y="69734"/>
                    <a:pt x="219" y="72719"/>
                  </a:cubicBezTo>
                  <a:cubicBezTo>
                    <a:pt x="219" y="76609"/>
                    <a:pt x="4291" y="78961"/>
                    <a:pt x="10442" y="78961"/>
                  </a:cubicBezTo>
                  <a:cubicBezTo>
                    <a:pt x="16594" y="78961"/>
                    <a:pt x="28355" y="75795"/>
                    <a:pt x="31160" y="64577"/>
                  </a:cubicBezTo>
                  <a:lnTo>
                    <a:pt x="39302" y="32190"/>
                  </a:lnTo>
                  <a:cubicBezTo>
                    <a:pt x="39483" y="31285"/>
                    <a:pt x="39754" y="30471"/>
                    <a:pt x="39754" y="29204"/>
                  </a:cubicBezTo>
                  <a:cubicBezTo>
                    <a:pt x="39754" y="24047"/>
                    <a:pt x="34959" y="20429"/>
                    <a:pt x="28626" y="20429"/>
                  </a:cubicBezTo>
                  <a:cubicBezTo>
                    <a:pt x="17680" y="20429"/>
                    <a:pt x="10985" y="32642"/>
                    <a:pt x="10985" y="34451"/>
                  </a:cubicBezTo>
                  <a:cubicBezTo>
                    <a:pt x="10985" y="35718"/>
                    <a:pt x="12433" y="35718"/>
                    <a:pt x="12885" y="35718"/>
                  </a:cubicBezTo>
                  <a:cubicBezTo>
                    <a:pt x="14242" y="35718"/>
                    <a:pt x="14423" y="35356"/>
                    <a:pt x="14875" y="34451"/>
                  </a:cubicBezTo>
                  <a:cubicBezTo>
                    <a:pt x="19037" y="25585"/>
                    <a:pt x="25189" y="23505"/>
                    <a:pt x="28265" y="23505"/>
                  </a:cubicBezTo>
                  <a:cubicBezTo>
                    <a:pt x="31883" y="23505"/>
                    <a:pt x="32064" y="26761"/>
                    <a:pt x="32064" y="28299"/>
                  </a:cubicBezTo>
                  <a:cubicBezTo>
                    <a:pt x="32064" y="29566"/>
                    <a:pt x="31974" y="29928"/>
                    <a:pt x="31793" y="30652"/>
                  </a:cubicBezTo>
                  <a:lnTo>
                    <a:pt x="23289" y="644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3" name="Freeform: Shape 2002">
              <a:extLst>
                <a:ext uri="{FF2B5EF4-FFF2-40B4-BE49-F238E27FC236}">
                  <a16:creationId xmlns:a16="http://schemas.microsoft.com/office/drawing/2014/main" id="{02830D40-43DB-198C-A487-5085910FB4AA}"/>
                </a:ext>
              </a:extLst>
            </p:cNvPr>
            <p:cNvSpPr/>
            <p:nvPr>
              <p:custDataLst>
                <p:tags r:id="rId51"/>
              </p:custDataLst>
            </p:nvPr>
          </p:nvSpPr>
          <p:spPr>
            <a:xfrm>
              <a:off x="10886107" y="5343610"/>
              <a:ext cx="26507" cy="90467"/>
            </a:xfrm>
            <a:custGeom>
              <a:avLst/>
              <a:gdLst>
                <a:gd name="connsiteX0" fmla="*/ 26730 w 26507"/>
                <a:gd name="connsiteY0" fmla="*/ 45307 h 90467"/>
                <a:gd name="connsiteX1" fmla="*/ 1670 w 26507"/>
                <a:gd name="connsiteY1" fmla="*/ 73 h 90467"/>
                <a:gd name="connsiteX2" fmla="*/ 223 w 26507"/>
                <a:gd name="connsiteY2" fmla="*/ 1340 h 90467"/>
                <a:gd name="connsiteX3" fmla="*/ 766 w 26507"/>
                <a:gd name="connsiteY3" fmla="*/ 2516 h 90467"/>
                <a:gd name="connsiteX4" fmla="*/ 19764 w 26507"/>
                <a:gd name="connsiteY4" fmla="*/ 45307 h 90467"/>
                <a:gd name="connsiteX5" fmla="*/ 15150 w 26507"/>
                <a:gd name="connsiteY5" fmla="*/ 69372 h 90467"/>
                <a:gd name="connsiteX6" fmla="*/ 675 w 26507"/>
                <a:gd name="connsiteY6" fmla="*/ 88280 h 90467"/>
                <a:gd name="connsiteX7" fmla="*/ 223 w 26507"/>
                <a:gd name="connsiteY7" fmla="*/ 89275 h 90467"/>
                <a:gd name="connsiteX8" fmla="*/ 1670 w 26507"/>
                <a:gd name="connsiteY8" fmla="*/ 90541 h 90467"/>
                <a:gd name="connsiteX9" fmla="*/ 26730 w 26507"/>
                <a:gd name="connsiteY9" fmla="*/ 45307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7"/>
                  </a:moveTo>
                  <a:cubicBezTo>
                    <a:pt x="26730" y="14639"/>
                    <a:pt x="3480" y="73"/>
                    <a:pt x="1670" y="73"/>
                  </a:cubicBezTo>
                  <a:cubicBezTo>
                    <a:pt x="223" y="73"/>
                    <a:pt x="223" y="1159"/>
                    <a:pt x="223" y="1340"/>
                  </a:cubicBezTo>
                  <a:cubicBezTo>
                    <a:pt x="223" y="1431"/>
                    <a:pt x="223" y="1973"/>
                    <a:pt x="766" y="2516"/>
                  </a:cubicBezTo>
                  <a:cubicBezTo>
                    <a:pt x="14336" y="13282"/>
                    <a:pt x="19764" y="29023"/>
                    <a:pt x="19764" y="45307"/>
                  </a:cubicBezTo>
                  <a:cubicBezTo>
                    <a:pt x="19764" y="53450"/>
                    <a:pt x="18226" y="61953"/>
                    <a:pt x="15150" y="69372"/>
                  </a:cubicBezTo>
                  <a:cubicBezTo>
                    <a:pt x="10807" y="79685"/>
                    <a:pt x="5108" y="84661"/>
                    <a:pt x="675" y="88280"/>
                  </a:cubicBezTo>
                  <a:cubicBezTo>
                    <a:pt x="404" y="88461"/>
                    <a:pt x="223" y="88913"/>
                    <a:pt x="223" y="89275"/>
                  </a:cubicBezTo>
                  <a:cubicBezTo>
                    <a:pt x="223" y="89456"/>
                    <a:pt x="223" y="90541"/>
                    <a:pt x="1670" y="90541"/>
                  </a:cubicBezTo>
                  <a:cubicBezTo>
                    <a:pt x="3480" y="90541"/>
                    <a:pt x="26730" y="76066"/>
                    <a:pt x="26730" y="4530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4" name="Freeform: Shape 2003">
              <a:extLst>
                <a:ext uri="{FF2B5EF4-FFF2-40B4-BE49-F238E27FC236}">
                  <a16:creationId xmlns:a16="http://schemas.microsoft.com/office/drawing/2014/main" id="{B97CE251-19CF-FD0C-2331-5168A2DA3467}"/>
                </a:ext>
              </a:extLst>
            </p:cNvPr>
            <p:cNvSpPr/>
            <p:nvPr>
              <p:custDataLst>
                <p:tags r:id="rId52"/>
              </p:custDataLst>
            </p:nvPr>
          </p:nvSpPr>
          <p:spPr>
            <a:xfrm>
              <a:off x="10958269" y="5243915"/>
              <a:ext cx="41977" cy="180935"/>
            </a:xfrm>
            <a:custGeom>
              <a:avLst/>
              <a:gdLst>
                <a:gd name="connsiteX0" fmla="*/ 42204 w 41977"/>
                <a:gd name="connsiteY0" fmla="*/ 90540 h 180935"/>
                <a:gd name="connsiteX1" fmla="*/ 30262 w 41977"/>
                <a:gd name="connsiteY1" fmla="*/ 34088 h 180935"/>
                <a:gd name="connsiteX2" fmla="*/ 2036 w 41977"/>
                <a:gd name="connsiteY2" fmla="*/ 72 h 180935"/>
                <a:gd name="connsiteX3" fmla="*/ 227 w 41977"/>
                <a:gd name="connsiteY3" fmla="*/ 1881 h 180935"/>
                <a:gd name="connsiteX4" fmla="*/ 3664 w 41977"/>
                <a:gd name="connsiteY4" fmla="*/ 6043 h 180935"/>
                <a:gd name="connsiteX5" fmla="*/ 31709 w 41977"/>
                <a:gd name="connsiteY5" fmla="*/ 90540 h 180935"/>
                <a:gd name="connsiteX6" fmla="*/ 2579 w 41977"/>
                <a:gd name="connsiteY6" fmla="*/ 176122 h 180935"/>
                <a:gd name="connsiteX7" fmla="*/ 227 w 41977"/>
                <a:gd name="connsiteY7" fmla="*/ 179198 h 180935"/>
                <a:gd name="connsiteX8" fmla="*/ 2036 w 41977"/>
                <a:gd name="connsiteY8" fmla="*/ 181007 h 180935"/>
                <a:gd name="connsiteX9" fmla="*/ 30805 w 41977"/>
                <a:gd name="connsiteY9" fmla="*/ 145725 h 180935"/>
                <a:gd name="connsiteX10" fmla="*/ 42204 w 41977"/>
                <a:gd name="connsiteY10" fmla="*/ 90540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204" y="90540"/>
                  </a:moveTo>
                  <a:cubicBezTo>
                    <a:pt x="42204" y="76427"/>
                    <a:pt x="40213" y="54533"/>
                    <a:pt x="30262" y="34088"/>
                  </a:cubicBezTo>
                  <a:cubicBezTo>
                    <a:pt x="19406" y="11833"/>
                    <a:pt x="3845" y="72"/>
                    <a:pt x="2036" y="72"/>
                  </a:cubicBezTo>
                  <a:cubicBezTo>
                    <a:pt x="950" y="72"/>
                    <a:pt x="227" y="795"/>
                    <a:pt x="227" y="1881"/>
                  </a:cubicBezTo>
                  <a:cubicBezTo>
                    <a:pt x="227" y="2424"/>
                    <a:pt x="227" y="2786"/>
                    <a:pt x="3664" y="6043"/>
                  </a:cubicBezTo>
                  <a:cubicBezTo>
                    <a:pt x="21396" y="23955"/>
                    <a:pt x="31709" y="52724"/>
                    <a:pt x="31709" y="90540"/>
                  </a:cubicBezTo>
                  <a:cubicBezTo>
                    <a:pt x="31709" y="121480"/>
                    <a:pt x="25015" y="153324"/>
                    <a:pt x="2579" y="176122"/>
                  </a:cubicBezTo>
                  <a:cubicBezTo>
                    <a:pt x="227" y="178293"/>
                    <a:pt x="227" y="178655"/>
                    <a:pt x="227" y="179198"/>
                  </a:cubicBezTo>
                  <a:cubicBezTo>
                    <a:pt x="227" y="180284"/>
                    <a:pt x="950" y="181007"/>
                    <a:pt x="2036" y="181007"/>
                  </a:cubicBezTo>
                  <a:cubicBezTo>
                    <a:pt x="3845" y="181007"/>
                    <a:pt x="20130" y="168704"/>
                    <a:pt x="30805" y="145725"/>
                  </a:cubicBezTo>
                  <a:cubicBezTo>
                    <a:pt x="40033" y="125822"/>
                    <a:pt x="42204" y="105738"/>
                    <a:pt x="42204" y="9054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5" name="Freeform: Shape 2004">
              <a:extLst>
                <a:ext uri="{FF2B5EF4-FFF2-40B4-BE49-F238E27FC236}">
                  <a16:creationId xmlns:a16="http://schemas.microsoft.com/office/drawing/2014/main" id="{BC7CEB3F-E522-ED99-DC57-65180DB8D77E}"/>
                </a:ext>
              </a:extLst>
            </p:cNvPr>
            <p:cNvSpPr/>
            <p:nvPr>
              <p:custDataLst>
                <p:tags r:id="rId53"/>
              </p:custDataLst>
            </p:nvPr>
          </p:nvSpPr>
          <p:spPr>
            <a:xfrm>
              <a:off x="11087758" y="5387150"/>
              <a:ext cx="120322" cy="42338"/>
            </a:xfrm>
            <a:custGeom>
              <a:avLst/>
              <a:gdLst>
                <a:gd name="connsiteX0" fmla="*/ 114404 w 120322"/>
                <a:gd name="connsiteY0" fmla="*/ 7313 h 42338"/>
                <a:gd name="connsiteX1" fmla="*/ 120556 w 120322"/>
                <a:gd name="connsiteY1" fmla="*/ 3695 h 42338"/>
                <a:gd name="connsiteX2" fmla="*/ 114585 w 120322"/>
                <a:gd name="connsiteY2" fmla="*/ 76 h 42338"/>
                <a:gd name="connsiteX3" fmla="*/ 6205 w 120322"/>
                <a:gd name="connsiteY3" fmla="*/ 76 h 42338"/>
                <a:gd name="connsiteX4" fmla="*/ 234 w 120322"/>
                <a:gd name="connsiteY4" fmla="*/ 3695 h 42338"/>
                <a:gd name="connsiteX5" fmla="*/ 6386 w 120322"/>
                <a:gd name="connsiteY5" fmla="*/ 7313 h 42338"/>
                <a:gd name="connsiteX6" fmla="*/ 114404 w 120322"/>
                <a:gd name="connsiteY6" fmla="*/ 7313 h 42338"/>
                <a:gd name="connsiteX7" fmla="*/ 114585 w 120322"/>
                <a:gd name="connsiteY7" fmla="*/ 42415 h 42338"/>
                <a:gd name="connsiteX8" fmla="*/ 120556 w 120322"/>
                <a:gd name="connsiteY8" fmla="*/ 38796 h 42338"/>
                <a:gd name="connsiteX9" fmla="*/ 114404 w 120322"/>
                <a:gd name="connsiteY9" fmla="*/ 35177 h 42338"/>
                <a:gd name="connsiteX10" fmla="*/ 6386 w 120322"/>
                <a:gd name="connsiteY10" fmla="*/ 35177 h 42338"/>
                <a:gd name="connsiteX11" fmla="*/ 234 w 120322"/>
                <a:gd name="connsiteY11" fmla="*/ 38796 h 42338"/>
                <a:gd name="connsiteX12" fmla="*/ 6205 w 120322"/>
                <a:gd name="connsiteY12" fmla="*/ 42415 h 42338"/>
                <a:gd name="connsiteX13" fmla="*/ 114585 w 120322"/>
                <a:gd name="connsiteY13" fmla="*/ 42415 h 4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22" h="42338">
                  <a:moveTo>
                    <a:pt x="114404" y="7313"/>
                  </a:moveTo>
                  <a:cubicBezTo>
                    <a:pt x="117118" y="7313"/>
                    <a:pt x="120556" y="7313"/>
                    <a:pt x="120556" y="3695"/>
                  </a:cubicBezTo>
                  <a:cubicBezTo>
                    <a:pt x="120556" y="76"/>
                    <a:pt x="117118" y="76"/>
                    <a:pt x="114585" y="76"/>
                  </a:cubicBezTo>
                  <a:lnTo>
                    <a:pt x="6205" y="76"/>
                  </a:lnTo>
                  <a:cubicBezTo>
                    <a:pt x="3672" y="76"/>
                    <a:pt x="234" y="76"/>
                    <a:pt x="234" y="3695"/>
                  </a:cubicBezTo>
                  <a:cubicBezTo>
                    <a:pt x="234" y="7313"/>
                    <a:pt x="3672" y="7313"/>
                    <a:pt x="6386" y="7313"/>
                  </a:cubicBezTo>
                  <a:lnTo>
                    <a:pt x="114404" y="7313"/>
                  </a:lnTo>
                  <a:close/>
                  <a:moveTo>
                    <a:pt x="114585" y="42415"/>
                  </a:moveTo>
                  <a:cubicBezTo>
                    <a:pt x="117118" y="42415"/>
                    <a:pt x="120556" y="42415"/>
                    <a:pt x="120556" y="38796"/>
                  </a:cubicBezTo>
                  <a:cubicBezTo>
                    <a:pt x="120556" y="35177"/>
                    <a:pt x="117118" y="35177"/>
                    <a:pt x="114404" y="35177"/>
                  </a:cubicBezTo>
                  <a:lnTo>
                    <a:pt x="6386" y="35177"/>
                  </a:lnTo>
                  <a:cubicBezTo>
                    <a:pt x="3672" y="35177"/>
                    <a:pt x="234" y="35177"/>
                    <a:pt x="234" y="38796"/>
                  </a:cubicBezTo>
                  <a:cubicBezTo>
                    <a:pt x="234" y="42415"/>
                    <a:pt x="3672" y="42415"/>
                    <a:pt x="6205" y="42415"/>
                  </a:cubicBezTo>
                  <a:lnTo>
                    <a:pt x="114585" y="424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6" name="Freeform: Shape 2005">
              <a:extLst>
                <a:ext uri="{FF2B5EF4-FFF2-40B4-BE49-F238E27FC236}">
                  <a16:creationId xmlns:a16="http://schemas.microsoft.com/office/drawing/2014/main" id="{44E4DF47-D3EB-748F-5E4D-A90BD3EBA104}"/>
                </a:ext>
              </a:extLst>
            </p:cNvPr>
            <p:cNvSpPr/>
            <p:nvPr>
              <p:custDataLst>
                <p:tags r:id="rId54"/>
              </p:custDataLst>
            </p:nvPr>
          </p:nvSpPr>
          <p:spPr>
            <a:xfrm>
              <a:off x="11276936" y="5373580"/>
              <a:ext cx="69479" cy="81963"/>
            </a:xfrm>
            <a:custGeom>
              <a:avLst/>
              <a:gdLst>
                <a:gd name="connsiteX0" fmla="*/ 25756 w 69479"/>
                <a:gd name="connsiteY0" fmla="*/ 38253 h 81963"/>
                <a:gd name="connsiteX1" fmla="*/ 53439 w 69479"/>
                <a:gd name="connsiteY1" fmla="*/ 34092 h 81963"/>
                <a:gd name="connsiteX2" fmla="*/ 67010 w 69479"/>
                <a:gd name="connsiteY2" fmla="*/ 15455 h 81963"/>
                <a:gd name="connsiteX3" fmla="*/ 47649 w 69479"/>
                <a:gd name="connsiteY3" fmla="*/ 76 h 81963"/>
                <a:gd name="connsiteX4" fmla="*/ 244 w 69479"/>
                <a:gd name="connsiteY4" fmla="*/ 49290 h 81963"/>
                <a:gd name="connsiteX5" fmla="*/ 28651 w 69479"/>
                <a:gd name="connsiteY5" fmla="*/ 82040 h 81963"/>
                <a:gd name="connsiteX6" fmla="*/ 69724 w 69479"/>
                <a:gd name="connsiteY6" fmla="*/ 60689 h 81963"/>
                <a:gd name="connsiteX7" fmla="*/ 67552 w 69479"/>
                <a:gd name="connsiteY7" fmla="*/ 58337 h 81963"/>
                <a:gd name="connsiteX8" fmla="*/ 65200 w 69479"/>
                <a:gd name="connsiteY8" fmla="*/ 60146 h 81963"/>
                <a:gd name="connsiteX9" fmla="*/ 29013 w 69479"/>
                <a:gd name="connsiteY9" fmla="*/ 78059 h 81963"/>
                <a:gd name="connsiteX10" fmla="*/ 13272 w 69479"/>
                <a:gd name="connsiteY10" fmla="*/ 57071 h 81963"/>
                <a:gd name="connsiteX11" fmla="*/ 16167 w 69479"/>
                <a:gd name="connsiteY11" fmla="*/ 38253 h 81963"/>
                <a:gd name="connsiteX12" fmla="*/ 25756 w 69479"/>
                <a:gd name="connsiteY12" fmla="*/ 38253 h 81963"/>
                <a:gd name="connsiteX13" fmla="*/ 17252 w 69479"/>
                <a:gd name="connsiteY13" fmla="*/ 34273 h 81963"/>
                <a:gd name="connsiteX14" fmla="*/ 47649 w 69479"/>
                <a:gd name="connsiteY14" fmla="*/ 4056 h 81963"/>
                <a:gd name="connsiteX15" fmla="*/ 61039 w 69479"/>
                <a:gd name="connsiteY15" fmla="*/ 15455 h 81963"/>
                <a:gd name="connsiteX16" fmla="*/ 24671 w 69479"/>
                <a:gd name="connsiteY16" fmla="*/ 34273 h 81963"/>
                <a:gd name="connsiteX17" fmla="*/ 17252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756" y="38253"/>
                  </a:moveTo>
                  <a:cubicBezTo>
                    <a:pt x="31003" y="38253"/>
                    <a:pt x="44393" y="37891"/>
                    <a:pt x="53439" y="34092"/>
                  </a:cubicBezTo>
                  <a:cubicBezTo>
                    <a:pt x="66105" y="28664"/>
                    <a:pt x="67010" y="17988"/>
                    <a:pt x="67010" y="15455"/>
                  </a:cubicBezTo>
                  <a:cubicBezTo>
                    <a:pt x="67010" y="7494"/>
                    <a:pt x="60134" y="76"/>
                    <a:pt x="47649" y="76"/>
                  </a:cubicBezTo>
                  <a:cubicBezTo>
                    <a:pt x="27566" y="76"/>
                    <a:pt x="244" y="17627"/>
                    <a:pt x="244" y="49290"/>
                  </a:cubicBezTo>
                  <a:cubicBezTo>
                    <a:pt x="244" y="67746"/>
                    <a:pt x="10919" y="82040"/>
                    <a:pt x="28651" y="82040"/>
                  </a:cubicBezTo>
                  <a:cubicBezTo>
                    <a:pt x="54525" y="82040"/>
                    <a:pt x="69724" y="62860"/>
                    <a:pt x="69724" y="60689"/>
                  </a:cubicBezTo>
                  <a:cubicBezTo>
                    <a:pt x="69724" y="59604"/>
                    <a:pt x="68638" y="58337"/>
                    <a:pt x="67552" y="58337"/>
                  </a:cubicBezTo>
                  <a:cubicBezTo>
                    <a:pt x="66648" y="58337"/>
                    <a:pt x="66286" y="58699"/>
                    <a:pt x="65200" y="60146"/>
                  </a:cubicBezTo>
                  <a:cubicBezTo>
                    <a:pt x="50906" y="78059"/>
                    <a:pt x="31184" y="78059"/>
                    <a:pt x="29013" y="78059"/>
                  </a:cubicBezTo>
                  <a:cubicBezTo>
                    <a:pt x="14900" y="78059"/>
                    <a:pt x="13272" y="62860"/>
                    <a:pt x="13272" y="57071"/>
                  </a:cubicBezTo>
                  <a:cubicBezTo>
                    <a:pt x="13272" y="54899"/>
                    <a:pt x="13453" y="49290"/>
                    <a:pt x="16167" y="38253"/>
                  </a:cubicBezTo>
                  <a:lnTo>
                    <a:pt x="25756" y="38253"/>
                  </a:lnTo>
                  <a:close/>
                  <a:moveTo>
                    <a:pt x="17252" y="34273"/>
                  </a:moveTo>
                  <a:cubicBezTo>
                    <a:pt x="24309" y="6770"/>
                    <a:pt x="42945" y="4056"/>
                    <a:pt x="47649" y="4056"/>
                  </a:cubicBezTo>
                  <a:cubicBezTo>
                    <a:pt x="56153" y="4056"/>
                    <a:pt x="61039" y="9304"/>
                    <a:pt x="61039" y="15455"/>
                  </a:cubicBezTo>
                  <a:cubicBezTo>
                    <a:pt x="61039" y="34273"/>
                    <a:pt x="32089" y="34273"/>
                    <a:pt x="24671" y="34273"/>
                  </a:cubicBezTo>
                  <a:lnTo>
                    <a:pt x="17252"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7" name="Freeform: Shape 2006">
              <a:extLst>
                <a:ext uri="{FF2B5EF4-FFF2-40B4-BE49-F238E27FC236}">
                  <a16:creationId xmlns:a16="http://schemas.microsoft.com/office/drawing/2014/main" id="{8944DFC3-44A8-7BCB-18C7-9E7645FD5F1D}"/>
                </a:ext>
              </a:extLst>
            </p:cNvPr>
            <p:cNvSpPr/>
            <p:nvPr>
              <p:custDataLst>
                <p:tags r:id="rId55"/>
              </p:custDataLst>
            </p:nvPr>
          </p:nvSpPr>
          <p:spPr>
            <a:xfrm>
              <a:off x="11367427" y="5283856"/>
              <a:ext cx="32930" cy="126528"/>
            </a:xfrm>
            <a:custGeom>
              <a:avLst/>
              <a:gdLst>
                <a:gd name="connsiteX0" fmla="*/ 30646 w 32930"/>
                <a:gd name="connsiteY0" fmla="*/ 72 h 126528"/>
                <a:gd name="connsiteX1" fmla="*/ 249 w 32930"/>
                <a:gd name="connsiteY1" fmla="*/ 63273 h 126528"/>
                <a:gd name="connsiteX2" fmla="*/ 30646 w 32930"/>
                <a:gd name="connsiteY2" fmla="*/ 126600 h 126528"/>
                <a:gd name="connsiteX3" fmla="*/ 33179 w 32930"/>
                <a:gd name="connsiteY3" fmla="*/ 125080 h 126528"/>
                <a:gd name="connsiteX4" fmla="*/ 31913 w 32930"/>
                <a:gd name="connsiteY4" fmla="*/ 123180 h 126528"/>
                <a:gd name="connsiteX5" fmla="*/ 8861 w 32930"/>
                <a:gd name="connsiteY5" fmla="*/ 63399 h 126528"/>
                <a:gd name="connsiteX6" fmla="*/ 32293 w 32930"/>
                <a:gd name="connsiteY6" fmla="*/ 3111 h 126528"/>
                <a:gd name="connsiteX7" fmla="*/ 33179 w 32930"/>
                <a:gd name="connsiteY7" fmla="*/ 1592 h 126528"/>
                <a:gd name="connsiteX8" fmla="*/ 30646 w 32930"/>
                <a:gd name="connsiteY8"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0" h="126528">
                  <a:moveTo>
                    <a:pt x="30646" y="72"/>
                  </a:moveTo>
                  <a:cubicBezTo>
                    <a:pt x="6582" y="17043"/>
                    <a:pt x="249" y="43894"/>
                    <a:pt x="249" y="63273"/>
                  </a:cubicBezTo>
                  <a:cubicBezTo>
                    <a:pt x="249" y="81131"/>
                    <a:pt x="5568" y="108868"/>
                    <a:pt x="30646" y="126600"/>
                  </a:cubicBezTo>
                  <a:cubicBezTo>
                    <a:pt x="31659" y="126600"/>
                    <a:pt x="33179" y="126600"/>
                    <a:pt x="33179" y="125080"/>
                  </a:cubicBezTo>
                  <a:cubicBezTo>
                    <a:pt x="33179" y="124320"/>
                    <a:pt x="32799" y="124067"/>
                    <a:pt x="31913" y="123180"/>
                  </a:cubicBezTo>
                  <a:cubicBezTo>
                    <a:pt x="15068" y="107982"/>
                    <a:pt x="8861" y="86450"/>
                    <a:pt x="8861" y="63399"/>
                  </a:cubicBezTo>
                  <a:cubicBezTo>
                    <a:pt x="8861" y="29202"/>
                    <a:pt x="21907" y="12484"/>
                    <a:pt x="32293" y="3111"/>
                  </a:cubicBezTo>
                  <a:cubicBezTo>
                    <a:pt x="32799" y="2605"/>
                    <a:pt x="33179" y="2225"/>
                    <a:pt x="33179" y="1592"/>
                  </a:cubicBezTo>
                  <a:cubicBezTo>
                    <a:pt x="33179" y="72"/>
                    <a:pt x="31659" y="72"/>
                    <a:pt x="30646"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8" name="Freeform: Shape 2007">
              <a:extLst>
                <a:ext uri="{FF2B5EF4-FFF2-40B4-BE49-F238E27FC236}">
                  <a16:creationId xmlns:a16="http://schemas.microsoft.com/office/drawing/2014/main" id="{438C6FEC-1D4C-5F36-D064-A93DF8AAE9D7}"/>
                </a:ext>
              </a:extLst>
            </p:cNvPr>
            <p:cNvSpPr/>
            <p:nvPr>
              <p:custDataLst>
                <p:tags r:id="rId56"/>
              </p:custDataLst>
            </p:nvPr>
          </p:nvSpPr>
          <p:spPr>
            <a:xfrm>
              <a:off x="11415737" y="5322992"/>
              <a:ext cx="75486" cy="82958"/>
            </a:xfrm>
            <a:custGeom>
              <a:avLst/>
              <a:gdLst>
                <a:gd name="connsiteX0" fmla="*/ 759 w 75486"/>
                <a:gd name="connsiteY0" fmla="*/ 76318 h 82958"/>
                <a:gd name="connsiteX1" fmla="*/ 252 w 75486"/>
                <a:gd name="connsiteY1" fmla="*/ 78978 h 82958"/>
                <a:gd name="connsiteX2" fmla="*/ 4558 w 75486"/>
                <a:gd name="connsiteY2" fmla="*/ 83031 h 82958"/>
                <a:gd name="connsiteX3" fmla="*/ 10638 w 75486"/>
                <a:gd name="connsiteY3" fmla="*/ 76698 h 82958"/>
                <a:gd name="connsiteX4" fmla="*/ 16464 w 75486"/>
                <a:gd name="connsiteY4" fmla="*/ 53520 h 82958"/>
                <a:gd name="connsiteX5" fmla="*/ 30016 w 75486"/>
                <a:gd name="connsiteY5" fmla="*/ 57193 h 82958"/>
                <a:gd name="connsiteX6" fmla="*/ 48254 w 75486"/>
                <a:gd name="connsiteY6" fmla="*/ 48074 h 82958"/>
                <a:gd name="connsiteX7" fmla="*/ 61300 w 75486"/>
                <a:gd name="connsiteY7" fmla="*/ 57193 h 82958"/>
                <a:gd name="connsiteX8" fmla="*/ 71306 w 75486"/>
                <a:gd name="connsiteY8" fmla="*/ 50480 h 82958"/>
                <a:gd name="connsiteX9" fmla="*/ 75739 w 75486"/>
                <a:gd name="connsiteY9" fmla="*/ 37815 h 82958"/>
                <a:gd name="connsiteX10" fmla="*/ 73712 w 75486"/>
                <a:gd name="connsiteY10" fmla="*/ 36168 h 82958"/>
                <a:gd name="connsiteX11" fmla="*/ 70926 w 75486"/>
                <a:gd name="connsiteY11" fmla="*/ 40095 h 82958"/>
                <a:gd name="connsiteX12" fmla="*/ 61680 w 75486"/>
                <a:gd name="connsiteY12" fmla="*/ 53647 h 82958"/>
                <a:gd name="connsiteX13" fmla="*/ 57500 w 75486"/>
                <a:gd name="connsiteY13" fmla="*/ 47441 h 82958"/>
                <a:gd name="connsiteX14" fmla="*/ 59400 w 75486"/>
                <a:gd name="connsiteY14" fmla="*/ 37435 h 82958"/>
                <a:gd name="connsiteX15" fmla="*/ 62186 w 75486"/>
                <a:gd name="connsiteY15" fmla="*/ 26036 h 82958"/>
                <a:gd name="connsiteX16" fmla="*/ 65099 w 75486"/>
                <a:gd name="connsiteY16" fmla="*/ 14764 h 82958"/>
                <a:gd name="connsiteX17" fmla="*/ 67253 w 75486"/>
                <a:gd name="connsiteY17" fmla="*/ 5391 h 82958"/>
                <a:gd name="connsiteX18" fmla="*/ 63073 w 75486"/>
                <a:gd name="connsiteY18" fmla="*/ 1338 h 82958"/>
                <a:gd name="connsiteX19" fmla="*/ 57880 w 75486"/>
                <a:gd name="connsiteY19" fmla="*/ 4378 h 82958"/>
                <a:gd name="connsiteX20" fmla="*/ 55854 w 75486"/>
                <a:gd name="connsiteY20" fmla="*/ 11724 h 82958"/>
                <a:gd name="connsiteX21" fmla="*/ 53194 w 75486"/>
                <a:gd name="connsiteY21" fmla="*/ 22236 h 82958"/>
                <a:gd name="connsiteX22" fmla="*/ 49268 w 75486"/>
                <a:gd name="connsiteY22" fmla="*/ 38068 h 82958"/>
                <a:gd name="connsiteX23" fmla="*/ 47241 w 75486"/>
                <a:gd name="connsiteY23" fmla="*/ 43134 h 82958"/>
                <a:gd name="connsiteX24" fmla="*/ 30523 w 75486"/>
                <a:gd name="connsiteY24" fmla="*/ 53647 h 82958"/>
                <a:gd name="connsiteX25" fmla="*/ 20137 w 75486"/>
                <a:gd name="connsiteY25" fmla="*/ 42374 h 82958"/>
                <a:gd name="connsiteX26" fmla="*/ 22290 w 75486"/>
                <a:gd name="connsiteY26" fmla="*/ 30596 h 82958"/>
                <a:gd name="connsiteX27" fmla="*/ 25076 w 75486"/>
                <a:gd name="connsiteY27" fmla="*/ 19197 h 82958"/>
                <a:gd name="connsiteX28" fmla="*/ 26850 w 75486"/>
                <a:gd name="connsiteY28" fmla="*/ 12104 h 82958"/>
                <a:gd name="connsiteX29" fmla="*/ 28749 w 75486"/>
                <a:gd name="connsiteY29" fmla="*/ 4125 h 82958"/>
                <a:gd name="connsiteX30" fmla="*/ 24443 w 75486"/>
                <a:gd name="connsiteY30" fmla="*/ 72 h 82958"/>
                <a:gd name="connsiteX31" fmla="*/ 18364 w 75486"/>
                <a:gd name="connsiteY31" fmla="*/ 6024 h 82958"/>
                <a:gd name="connsiteX32" fmla="*/ 759 w 75486"/>
                <a:gd name="connsiteY32" fmla="*/ 76318 h 8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486" h="82958">
                  <a:moveTo>
                    <a:pt x="759" y="76318"/>
                  </a:moveTo>
                  <a:cubicBezTo>
                    <a:pt x="252" y="78218"/>
                    <a:pt x="252" y="78851"/>
                    <a:pt x="252" y="78978"/>
                  </a:cubicBezTo>
                  <a:cubicBezTo>
                    <a:pt x="252" y="81764"/>
                    <a:pt x="2532" y="83031"/>
                    <a:pt x="4558" y="83031"/>
                  </a:cubicBezTo>
                  <a:cubicBezTo>
                    <a:pt x="9118" y="83031"/>
                    <a:pt x="10131" y="78851"/>
                    <a:pt x="10638" y="76698"/>
                  </a:cubicBezTo>
                  <a:cubicBezTo>
                    <a:pt x="10891" y="76065"/>
                    <a:pt x="13424" y="65932"/>
                    <a:pt x="16464" y="53520"/>
                  </a:cubicBezTo>
                  <a:cubicBezTo>
                    <a:pt x="20390" y="56180"/>
                    <a:pt x="25456" y="57193"/>
                    <a:pt x="30016" y="57193"/>
                  </a:cubicBezTo>
                  <a:cubicBezTo>
                    <a:pt x="40908" y="57193"/>
                    <a:pt x="48001" y="48327"/>
                    <a:pt x="48254" y="48074"/>
                  </a:cubicBezTo>
                  <a:cubicBezTo>
                    <a:pt x="50661" y="56813"/>
                    <a:pt x="59400" y="57193"/>
                    <a:pt x="61300" y="57193"/>
                  </a:cubicBezTo>
                  <a:cubicBezTo>
                    <a:pt x="65859" y="57193"/>
                    <a:pt x="69026" y="54407"/>
                    <a:pt x="71306" y="50480"/>
                  </a:cubicBezTo>
                  <a:cubicBezTo>
                    <a:pt x="74092" y="45541"/>
                    <a:pt x="75739" y="38321"/>
                    <a:pt x="75739" y="37815"/>
                  </a:cubicBezTo>
                  <a:cubicBezTo>
                    <a:pt x="75739" y="36168"/>
                    <a:pt x="74092" y="36168"/>
                    <a:pt x="73712" y="36168"/>
                  </a:cubicBezTo>
                  <a:cubicBezTo>
                    <a:pt x="71939" y="36168"/>
                    <a:pt x="71812" y="36675"/>
                    <a:pt x="70926" y="40095"/>
                  </a:cubicBezTo>
                  <a:cubicBezTo>
                    <a:pt x="69406" y="46174"/>
                    <a:pt x="66999" y="53647"/>
                    <a:pt x="61680" y="53647"/>
                  </a:cubicBezTo>
                  <a:cubicBezTo>
                    <a:pt x="58387" y="53647"/>
                    <a:pt x="57500" y="50860"/>
                    <a:pt x="57500" y="47441"/>
                  </a:cubicBezTo>
                  <a:cubicBezTo>
                    <a:pt x="57500" y="45288"/>
                    <a:pt x="58513" y="40728"/>
                    <a:pt x="59400" y="37435"/>
                  </a:cubicBezTo>
                  <a:cubicBezTo>
                    <a:pt x="60287" y="34015"/>
                    <a:pt x="61553" y="28822"/>
                    <a:pt x="62186" y="26036"/>
                  </a:cubicBezTo>
                  <a:lnTo>
                    <a:pt x="65099" y="14764"/>
                  </a:lnTo>
                  <a:cubicBezTo>
                    <a:pt x="65859" y="11597"/>
                    <a:pt x="67253" y="6024"/>
                    <a:pt x="67253" y="5391"/>
                  </a:cubicBezTo>
                  <a:cubicBezTo>
                    <a:pt x="67253" y="2858"/>
                    <a:pt x="65226" y="1338"/>
                    <a:pt x="63073" y="1338"/>
                  </a:cubicBezTo>
                  <a:cubicBezTo>
                    <a:pt x="61680" y="1338"/>
                    <a:pt x="59273" y="1972"/>
                    <a:pt x="57880" y="4378"/>
                  </a:cubicBezTo>
                  <a:cubicBezTo>
                    <a:pt x="57500" y="5138"/>
                    <a:pt x="56487" y="9191"/>
                    <a:pt x="55854" y="11724"/>
                  </a:cubicBezTo>
                  <a:lnTo>
                    <a:pt x="53194" y="22236"/>
                  </a:lnTo>
                  <a:lnTo>
                    <a:pt x="49268" y="38068"/>
                  </a:lnTo>
                  <a:cubicBezTo>
                    <a:pt x="48381" y="41235"/>
                    <a:pt x="48381" y="41488"/>
                    <a:pt x="47241" y="43134"/>
                  </a:cubicBezTo>
                  <a:cubicBezTo>
                    <a:pt x="43315" y="48707"/>
                    <a:pt x="37742" y="53647"/>
                    <a:pt x="30523" y="53647"/>
                  </a:cubicBezTo>
                  <a:cubicBezTo>
                    <a:pt x="20137" y="53647"/>
                    <a:pt x="20137" y="44654"/>
                    <a:pt x="20137" y="42374"/>
                  </a:cubicBezTo>
                  <a:cubicBezTo>
                    <a:pt x="20137" y="39081"/>
                    <a:pt x="20517" y="37435"/>
                    <a:pt x="22290" y="30596"/>
                  </a:cubicBezTo>
                  <a:cubicBezTo>
                    <a:pt x="23557" y="25023"/>
                    <a:pt x="23810" y="24136"/>
                    <a:pt x="25076" y="19197"/>
                  </a:cubicBezTo>
                  <a:lnTo>
                    <a:pt x="26850" y="12104"/>
                  </a:lnTo>
                  <a:cubicBezTo>
                    <a:pt x="27483" y="9444"/>
                    <a:pt x="28749" y="4631"/>
                    <a:pt x="28749" y="4125"/>
                  </a:cubicBezTo>
                  <a:cubicBezTo>
                    <a:pt x="28749" y="1845"/>
                    <a:pt x="26976" y="72"/>
                    <a:pt x="24443" y="72"/>
                  </a:cubicBezTo>
                  <a:cubicBezTo>
                    <a:pt x="19884" y="72"/>
                    <a:pt x="18744" y="4505"/>
                    <a:pt x="18364" y="6024"/>
                  </a:cubicBezTo>
                  <a:lnTo>
                    <a:pt x="759" y="763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9" name="Freeform: Shape 2008">
              <a:extLst>
                <a:ext uri="{FF2B5EF4-FFF2-40B4-BE49-F238E27FC236}">
                  <a16:creationId xmlns:a16="http://schemas.microsoft.com/office/drawing/2014/main" id="{9B921EF3-51F3-40E0-6433-31B47B1AB331}"/>
                </a:ext>
              </a:extLst>
            </p:cNvPr>
            <p:cNvSpPr/>
            <p:nvPr>
              <p:custDataLst>
                <p:tags r:id="rId57"/>
              </p:custDataLst>
            </p:nvPr>
          </p:nvSpPr>
          <p:spPr>
            <a:xfrm>
              <a:off x="11500728" y="5336598"/>
              <a:ext cx="42791" cy="78887"/>
            </a:xfrm>
            <a:custGeom>
              <a:avLst/>
              <a:gdLst>
                <a:gd name="connsiteX0" fmla="*/ 43048 w 42791"/>
                <a:gd name="connsiteY0" fmla="*/ 3963 h 78887"/>
                <a:gd name="connsiteX1" fmla="*/ 39068 w 42791"/>
                <a:gd name="connsiteY1" fmla="*/ 73 h 78887"/>
                <a:gd name="connsiteX2" fmla="*/ 33459 w 42791"/>
                <a:gd name="connsiteY2" fmla="*/ 5501 h 78887"/>
                <a:gd name="connsiteX3" fmla="*/ 37439 w 42791"/>
                <a:gd name="connsiteY3" fmla="*/ 9391 h 78887"/>
                <a:gd name="connsiteX4" fmla="*/ 43048 w 42791"/>
                <a:gd name="connsiteY4" fmla="*/ 3963 h 78887"/>
                <a:gd name="connsiteX5" fmla="*/ 23326 w 42791"/>
                <a:gd name="connsiteY5" fmla="*/ 64486 h 78887"/>
                <a:gd name="connsiteX6" fmla="*/ 10389 w 42791"/>
                <a:gd name="connsiteY6" fmla="*/ 75885 h 78887"/>
                <a:gd name="connsiteX7" fmla="*/ 7132 w 42791"/>
                <a:gd name="connsiteY7" fmla="*/ 75432 h 78887"/>
                <a:gd name="connsiteX8" fmla="*/ 9937 w 42791"/>
                <a:gd name="connsiteY8" fmla="*/ 70638 h 78887"/>
                <a:gd name="connsiteX9" fmla="*/ 5866 w 42791"/>
                <a:gd name="connsiteY9" fmla="*/ 66928 h 78887"/>
                <a:gd name="connsiteX10" fmla="*/ 257 w 42791"/>
                <a:gd name="connsiteY10" fmla="*/ 72718 h 78887"/>
                <a:gd name="connsiteX11" fmla="*/ 10480 w 42791"/>
                <a:gd name="connsiteY11" fmla="*/ 78961 h 78887"/>
                <a:gd name="connsiteX12" fmla="*/ 31197 w 42791"/>
                <a:gd name="connsiteY12" fmla="*/ 64576 h 78887"/>
                <a:gd name="connsiteX13" fmla="*/ 39339 w 42791"/>
                <a:gd name="connsiteY13" fmla="*/ 32189 h 78887"/>
                <a:gd name="connsiteX14" fmla="*/ 39791 w 42791"/>
                <a:gd name="connsiteY14" fmla="*/ 29203 h 78887"/>
                <a:gd name="connsiteX15" fmla="*/ 28664 w 42791"/>
                <a:gd name="connsiteY15" fmla="*/ 20428 h 78887"/>
                <a:gd name="connsiteX16" fmla="*/ 11023 w 42791"/>
                <a:gd name="connsiteY16" fmla="*/ 34450 h 78887"/>
                <a:gd name="connsiteX17" fmla="*/ 12922 w 42791"/>
                <a:gd name="connsiteY17" fmla="*/ 35717 h 78887"/>
                <a:gd name="connsiteX18" fmla="*/ 14913 w 42791"/>
                <a:gd name="connsiteY18" fmla="*/ 34450 h 78887"/>
                <a:gd name="connsiteX19" fmla="*/ 28302 w 42791"/>
                <a:gd name="connsiteY19" fmla="*/ 23504 h 78887"/>
                <a:gd name="connsiteX20" fmla="*/ 32102 w 42791"/>
                <a:gd name="connsiteY20" fmla="*/ 28299 h 78887"/>
                <a:gd name="connsiteX21" fmla="*/ 31830 w 42791"/>
                <a:gd name="connsiteY21" fmla="*/ 30651 h 78887"/>
                <a:gd name="connsiteX22" fmla="*/ 23326 w 42791"/>
                <a:gd name="connsiteY22" fmla="*/ 64486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48" y="3963"/>
                  </a:moveTo>
                  <a:cubicBezTo>
                    <a:pt x="43048" y="1882"/>
                    <a:pt x="41510" y="73"/>
                    <a:pt x="39068" y="73"/>
                  </a:cubicBezTo>
                  <a:cubicBezTo>
                    <a:pt x="36263" y="73"/>
                    <a:pt x="33459" y="2787"/>
                    <a:pt x="33459" y="5501"/>
                  </a:cubicBezTo>
                  <a:cubicBezTo>
                    <a:pt x="33459" y="7672"/>
                    <a:pt x="35177" y="9391"/>
                    <a:pt x="37439" y="9391"/>
                  </a:cubicBezTo>
                  <a:cubicBezTo>
                    <a:pt x="40515" y="9391"/>
                    <a:pt x="43048" y="6496"/>
                    <a:pt x="43048" y="3963"/>
                  </a:cubicBezTo>
                  <a:close/>
                  <a:moveTo>
                    <a:pt x="23326" y="64486"/>
                  </a:moveTo>
                  <a:cubicBezTo>
                    <a:pt x="21607" y="71361"/>
                    <a:pt x="15908" y="75885"/>
                    <a:pt x="10389" y="75885"/>
                  </a:cubicBezTo>
                  <a:cubicBezTo>
                    <a:pt x="8851" y="75885"/>
                    <a:pt x="7856" y="75613"/>
                    <a:pt x="7132" y="75432"/>
                  </a:cubicBezTo>
                  <a:cubicBezTo>
                    <a:pt x="9304" y="74166"/>
                    <a:pt x="9937" y="71814"/>
                    <a:pt x="9937" y="70638"/>
                  </a:cubicBezTo>
                  <a:cubicBezTo>
                    <a:pt x="9937" y="69100"/>
                    <a:pt x="8851" y="66928"/>
                    <a:pt x="5866" y="66928"/>
                  </a:cubicBezTo>
                  <a:cubicBezTo>
                    <a:pt x="2790" y="66928"/>
                    <a:pt x="257" y="69733"/>
                    <a:pt x="257" y="72718"/>
                  </a:cubicBezTo>
                  <a:cubicBezTo>
                    <a:pt x="257" y="76608"/>
                    <a:pt x="4328" y="78961"/>
                    <a:pt x="10480" y="78961"/>
                  </a:cubicBezTo>
                  <a:cubicBezTo>
                    <a:pt x="16632" y="78961"/>
                    <a:pt x="28392" y="75794"/>
                    <a:pt x="31197" y="64576"/>
                  </a:cubicBezTo>
                  <a:lnTo>
                    <a:pt x="39339" y="32189"/>
                  </a:lnTo>
                  <a:cubicBezTo>
                    <a:pt x="39520" y="31284"/>
                    <a:pt x="39791" y="30470"/>
                    <a:pt x="39791" y="29203"/>
                  </a:cubicBezTo>
                  <a:cubicBezTo>
                    <a:pt x="39791" y="24047"/>
                    <a:pt x="34997" y="20428"/>
                    <a:pt x="28664" y="20428"/>
                  </a:cubicBezTo>
                  <a:cubicBezTo>
                    <a:pt x="17717" y="20428"/>
                    <a:pt x="11023" y="32641"/>
                    <a:pt x="11023" y="34450"/>
                  </a:cubicBezTo>
                  <a:cubicBezTo>
                    <a:pt x="11023" y="35717"/>
                    <a:pt x="12470" y="35717"/>
                    <a:pt x="12922" y="35717"/>
                  </a:cubicBezTo>
                  <a:cubicBezTo>
                    <a:pt x="14279" y="35717"/>
                    <a:pt x="14460" y="35355"/>
                    <a:pt x="14913" y="34450"/>
                  </a:cubicBezTo>
                  <a:cubicBezTo>
                    <a:pt x="19074" y="25585"/>
                    <a:pt x="25226" y="23504"/>
                    <a:pt x="28302" y="23504"/>
                  </a:cubicBezTo>
                  <a:cubicBezTo>
                    <a:pt x="31921" y="23504"/>
                    <a:pt x="32102" y="26761"/>
                    <a:pt x="32102" y="28299"/>
                  </a:cubicBezTo>
                  <a:cubicBezTo>
                    <a:pt x="32102" y="29565"/>
                    <a:pt x="32011" y="29927"/>
                    <a:pt x="31830" y="30651"/>
                  </a:cubicBezTo>
                  <a:lnTo>
                    <a:pt x="23326" y="644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0" name="Freeform: Shape 2009">
              <a:extLst>
                <a:ext uri="{FF2B5EF4-FFF2-40B4-BE49-F238E27FC236}">
                  <a16:creationId xmlns:a16="http://schemas.microsoft.com/office/drawing/2014/main" id="{74E75184-8043-501B-C7F2-E1B2D5C6CBFA}"/>
                </a:ext>
              </a:extLst>
            </p:cNvPr>
            <p:cNvSpPr/>
            <p:nvPr>
              <p:custDataLst>
                <p:tags r:id="rId58"/>
              </p:custDataLst>
            </p:nvPr>
          </p:nvSpPr>
          <p:spPr>
            <a:xfrm>
              <a:off x="11578655" y="5344017"/>
              <a:ext cx="85618" cy="6206"/>
            </a:xfrm>
            <a:custGeom>
              <a:avLst/>
              <a:gdLst>
                <a:gd name="connsiteX0" fmla="*/ 80813 w 85618"/>
                <a:gd name="connsiteY0" fmla="*/ 6278 h 6206"/>
                <a:gd name="connsiteX1" fmla="*/ 85879 w 85618"/>
                <a:gd name="connsiteY1" fmla="*/ 3238 h 6206"/>
                <a:gd name="connsiteX2" fmla="*/ 80813 w 85618"/>
                <a:gd name="connsiteY2" fmla="*/ 72 h 6206"/>
                <a:gd name="connsiteX3" fmla="*/ 5327 w 85618"/>
                <a:gd name="connsiteY3" fmla="*/ 72 h 6206"/>
                <a:gd name="connsiteX4" fmla="*/ 261 w 85618"/>
                <a:gd name="connsiteY4" fmla="*/ 3111 h 6206"/>
                <a:gd name="connsiteX5" fmla="*/ 5327 w 85618"/>
                <a:gd name="connsiteY5" fmla="*/ 6278 h 6206"/>
                <a:gd name="connsiteX6" fmla="*/ 80813 w 85618"/>
                <a:gd name="connsiteY6" fmla="*/ 6278 h 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18" h="6206">
                  <a:moveTo>
                    <a:pt x="80813" y="6278"/>
                  </a:moveTo>
                  <a:cubicBezTo>
                    <a:pt x="82840" y="6278"/>
                    <a:pt x="85879" y="6278"/>
                    <a:pt x="85879" y="3238"/>
                  </a:cubicBezTo>
                  <a:cubicBezTo>
                    <a:pt x="85879" y="72"/>
                    <a:pt x="82966" y="72"/>
                    <a:pt x="80813" y="72"/>
                  </a:cubicBezTo>
                  <a:lnTo>
                    <a:pt x="5327" y="72"/>
                  </a:lnTo>
                  <a:cubicBezTo>
                    <a:pt x="3300" y="72"/>
                    <a:pt x="261" y="72"/>
                    <a:pt x="261" y="3111"/>
                  </a:cubicBezTo>
                  <a:cubicBezTo>
                    <a:pt x="261" y="6278"/>
                    <a:pt x="3174" y="6278"/>
                    <a:pt x="5327" y="6278"/>
                  </a:cubicBezTo>
                  <a:lnTo>
                    <a:pt x="80813" y="62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1" name="Freeform: Shape 2010">
              <a:extLst>
                <a:ext uri="{FF2B5EF4-FFF2-40B4-BE49-F238E27FC236}">
                  <a16:creationId xmlns:a16="http://schemas.microsoft.com/office/drawing/2014/main" id="{50E6E0CC-57BE-E651-9A15-FE22A2BB051F}"/>
                </a:ext>
              </a:extLst>
            </p:cNvPr>
            <p:cNvSpPr/>
            <p:nvPr>
              <p:custDataLst>
                <p:tags r:id="rId59"/>
              </p:custDataLst>
            </p:nvPr>
          </p:nvSpPr>
          <p:spPr>
            <a:xfrm>
              <a:off x="11680721" y="5289935"/>
              <a:ext cx="88531" cy="113482"/>
            </a:xfrm>
            <a:custGeom>
              <a:avLst/>
              <a:gdLst>
                <a:gd name="connsiteX0" fmla="*/ 8499 w 88531"/>
                <a:gd name="connsiteY0" fmla="*/ 110768 h 113482"/>
                <a:gd name="connsiteX1" fmla="*/ 16225 w 88531"/>
                <a:gd name="connsiteY1" fmla="*/ 79484 h 113482"/>
                <a:gd name="connsiteX2" fmla="*/ 44976 w 88531"/>
                <a:gd name="connsiteY2" fmla="*/ 90630 h 113482"/>
                <a:gd name="connsiteX3" fmla="*/ 87786 w 88531"/>
                <a:gd name="connsiteY3" fmla="*/ 55420 h 113482"/>
                <a:gd name="connsiteX4" fmla="*/ 79173 w 88531"/>
                <a:gd name="connsiteY4" fmla="*/ 38195 h 113482"/>
                <a:gd name="connsiteX5" fmla="*/ 88799 w 88531"/>
                <a:gd name="connsiteY5" fmla="*/ 18057 h 113482"/>
                <a:gd name="connsiteX6" fmla="*/ 66254 w 88531"/>
                <a:gd name="connsiteY6" fmla="*/ 72 h 113482"/>
                <a:gd name="connsiteX7" fmla="*/ 19898 w 88531"/>
                <a:gd name="connsiteY7" fmla="*/ 32495 h 113482"/>
                <a:gd name="connsiteX8" fmla="*/ 773 w 88531"/>
                <a:gd name="connsiteY8" fmla="*/ 109122 h 113482"/>
                <a:gd name="connsiteX9" fmla="*/ 267 w 88531"/>
                <a:gd name="connsiteY9" fmla="*/ 111275 h 113482"/>
                <a:gd name="connsiteX10" fmla="*/ 4320 w 88531"/>
                <a:gd name="connsiteY10" fmla="*/ 113555 h 113482"/>
                <a:gd name="connsiteX11" fmla="*/ 8499 w 88531"/>
                <a:gd name="connsiteY11" fmla="*/ 110768 h 113482"/>
                <a:gd name="connsiteX12" fmla="*/ 48142 w 88531"/>
                <a:gd name="connsiteY12" fmla="*/ 39841 h 113482"/>
                <a:gd name="connsiteX13" fmla="*/ 56628 w 88531"/>
                <a:gd name="connsiteY13" fmla="*/ 38575 h 113482"/>
                <a:gd name="connsiteX14" fmla="*/ 62581 w 88531"/>
                <a:gd name="connsiteY14" fmla="*/ 39081 h 113482"/>
                <a:gd name="connsiteX15" fmla="*/ 54855 w 88531"/>
                <a:gd name="connsiteY15" fmla="*/ 40601 h 113482"/>
                <a:gd name="connsiteX16" fmla="*/ 48142 w 88531"/>
                <a:gd name="connsiteY16" fmla="*/ 39841 h 113482"/>
                <a:gd name="connsiteX17" fmla="*/ 68661 w 88531"/>
                <a:gd name="connsiteY17" fmla="*/ 33762 h 113482"/>
                <a:gd name="connsiteX18" fmla="*/ 57008 w 88531"/>
                <a:gd name="connsiteY18" fmla="*/ 32749 h 113482"/>
                <a:gd name="connsiteX19" fmla="*/ 40037 w 88531"/>
                <a:gd name="connsiteY19" fmla="*/ 40348 h 113482"/>
                <a:gd name="connsiteX20" fmla="*/ 54602 w 88531"/>
                <a:gd name="connsiteY20" fmla="*/ 46427 h 113482"/>
                <a:gd name="connsiteX21" fmla="*/ 70180 w 88531"/>
                <a:gd name="connsiteY21" fmla="*/ 43768 h 113482"/>
                <a:gd name="connsiteX22" fmla="*/ 71700 w 88531"/>
                <a:gd name="connsiteY22" fmla="*/ 50480 h 113482"/>
                <a:gd name="connsiteX23" fmla="*/ 64228 w 88531"/>
                <a:gd name="connsiteY23" fmla="*/ 75558 h 113482"/>
                <a:gd name="connsiteX24" fmla="*/ 44849 w 88531"/>
                <a:gd name="connsiteY24" fmla="*/ 84804 h 113482"/>
                <a:gd name="connsiteX25" fmla="*/ 20025 w 88531"/>
                <a:gd name="connsiteY25" fmla="*/ 66819 h 113482"/>
                <a:gd name="connsiteX26" fmla="*/ 22305 w 88531"/>
                <a:gd name="connsiteY26" fmla="*/ 55547 h 113482"/>
                <a:gd name="connsiteX27" fmla="*/ 27244 w 88531"/>
                <a:gd name="connsiteY27" fmla="*/ 35408 h 113482"/>
                <a:gd name="connsiteX28" fmla="*/ 40670 w 88531"/>
                <a:gd name="connsiteY28" fmla="*/ 14764 h 113482"/>
                <a:gd name="connsiteX29" fmla="*/ 65621 w 88531"/>
                <a:gd name="connsiteY29" fmla="*/ 5898 h 113482"/>
                <a:gd name="connsiteX30" fmla="*/ 74233 w 88531"/>
                <a:gd name="connsiteY30" fmla="*/ 13497 h 113482"/>
                <a:gd name="connsiteX31" fmla="*/ 68661 w 88531"/>
                <a:gd name="connsiteY31" fmla="*/ 33762 h 11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531" h="113482">
                  <a:moveTo>
                    <a:pt x="8499" y="110768"/>
                  </a:moveTo>
                  <a:lnTo>
                    <a:pt x="16225" y="79484"/>
                  </a:lnTo>
                  <a:cubicBezTo>
                    <a:pt x="18632" y="82651"/>
                    <a:pt x="27118" y="90630"/>
                    <a:pt x="44976" y="90630"/>
                  </a:cubicBezTo>
                  <a:cubicBezTo>
                    <a:pt x="73347" y="90630"/>
                    <a:pt x="87786" y="71378"/>
                    <a:pt x="87786" y="55420"/>
                  </a:cubicBezTo>
                  <a:cubicBezTo>
                    <a:pt x="87786" y="48074"/>
                    <a:pt x="84872" y="42248"/>
                    <a:pt x="79173" y="38195"/>
                  </a:cubicBezTo>
                  <a:cubicBezTo>
                    <a:pt x="84746" y="33635"/>
                    <a:pt x="88799" y="25529"/>
                    <a:pt x="88799" y="18057"/>
                  </a:cubicBezTo>
                  <a:cubicBezTo>
                    <a:pt x="88799" y="7798"/>
                    <a:pt x="81453" y="72"/>
                    <a:pt x="66254" y="72"/>
                  </a:cubicBezTo>
                  <a:cubicBezTo>
                    <a:pt x="47509" y="72"/>
                    <a:pt x="24965" y="11977"/>
                    <a:pt x="19898" y="32495"/>
                  </a:cubicBezTo>
                  <a:lnTo>
                    <a:pt x="773" y="109122"/>
                  </a:lnTo>
                  <a:cubicBezTo>
                    <a:pt x="267" y="110895"/>
                    <a:pt x="267" y="111148"/>
                    <a:pt x="267" y="111275"/>
                  </a:cubicBezTo>
                  <a:cubicBezTo>
                    <a:pt x="267" y="113555"/>
                    <a:pt x="2420" y="113555"/>
                    <a:pt x="4320" y="113555"/>
                  </a:cubicBezTo>
                  <a:cubicBezTo>
                    <a:pt x="6853" y="113555"/>
                    <a:pt x="7866" y="113555"/>
                    <a:pt x="8499" y="110768"/>
                  </a:cubicBezTo>
                  <a:close/>
                  <a:moveTo>
                    <a:pt x="48142" y="39841"/>
                  </a:moveTo>
                  <a:cubicBezTo>
                    <a:pt x="49789" y="39081"/>
                    <a:pt x="50929" y="38575"/>
                    <a:pt x="56628" y="38575"/>
                  </a:cubicBezTo>
                  <a:cubicBezTo>
                    <a:pt x="58655" y="38575"/>
                    <a:pt x="60301" y="38575"/>
                    <a:pt x="62581" y="39081"/>
                  </a:cubicBezTo>
                  <a:cubicBezTo>
                    <a:pt x="59795" y="40601"/>
                    <a:pt x="57135" y="40601"/>
                    <a:pt x="54855" y="40601"/>
                  </a:cubicBezTo>
                  <a:cubicBezTo>
                    <a:pt x="51056" y="40601"/>
                    <a:pt x="50676" y="40475"/>
                    <a:pt x="48142" y="39841"/>
                  </a:cubicBezTo>
                  <a:close/>
                  <a:moveTo>
                    <a:pt x="68661" y="33762"/>
                  </a:moveTo>
                  <a:cubicBezTo>
                    <a:pt x="63848" y="32749"/>
                    <a:pt x="59541" y="32749"/>
                    <a:pt x="57008" y="32749"/>
                  </a:cubicBezTo>
                  <a:cubicBezTo>
                    <a:pt x="51562" y="32749"/>
                    <a:pt x="40037" y="32749"/>
                    <a:pt x="40037" y="40348"/>
                  </a:cubicBezTo>
                  <a:cubicBezTo>
                    <a:pt x="40037" y="46301"/>
                    <a:pt x="48396" y="46427"/>
                    <a:pt x="54602" y="46427"/>
                  </a:cubicBezTo>
                  <a:cubicBezTo>
                    <a:pt x="58275" y="46427"/>
                    <a:pt x="63468" y="46427"/>
                    <a:pt x="70180" y="43768"/>
                  </a:cubicBezTo>
                  <a:cubicBezTo>
                    <a:pt x="71320" y="45541"/>
                    <a:pt x="71700" y="48201"/>
                    <a:pt x="71700" y="50480"/>
                  </a:cubicBezTo>
                  <a:cubicBezTo>
                    <a:pt x="71700" y="54913"/>
                    <a:pt x="69041" y="68845"/>
                    <a:pt x="64228" y="75558"/>
                  </a:cubicBezTo>
                  <a:cubicBezTo>
                    <a:pt x="59668" y="81764"/>
                    <a:pt x="52702" y="84804"/>
                    <a:pt x="44849" y="84804"/>
                  </a:cubicBezTo>
                  <a:cubicBezTo>
                    <a:pt x="34084" y="84804"/>
                    <a:pt x="20025" y="79864"/>
                    <a:pt x="20025" y="66819"/>
                  </a:cubicBezTo>
                  <a:cubicBezTo>
                    <a:pt x="20025" y="64412"/>
                    <a:pt x="21292" y="59220"/>
                    <a:pt x="22305" y="55547"/>
                  </a:cubicBezTo>
                  <a:cubicBezTo>
                    <a:pt x="22938" y="52760"/>
                    <a:pt x="26991" y="36548"/>
                    <a:pt x="27244" y="35408"/>
                  </a:cubicBezTo>
                  <a:cubicBezTo>
                    <a:pt x="28384" y="30976"/>
                    <a:pt x="30537" y="22363"/>
                    <a:pt x="40670" y="14764"/>
                  </a:cubicBezTo>
                  <a:cubicBezTo>
                    <a:pt x="51056" y="6911"/>
                    <a:pt x="61061" y="5898"/>
                    <a:pt x="65621" y="5898"/>
                  </a:cubicBezTo>
                  <a:cubicBezTo>
                    <a:pt x="74233" y="5898"/>
                    <a:pt x="74233" y="11471"/>
                    <a:pt x="74233" y="13497"/>
                  </a:cubicBezTo>
                  <a:cubicBezTo>
                    <a:pt x="74233" y="16537"/>
                    <a:pt x="71954" y="28062"/>
                    <a:pt x="68661" y="337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2" name="Freeform: Shape 2011">
              <a:extLst>
                <a:ext uri="{FF2B5EF4-FFF2-40B4-BE49-F238E27FC236}">
                  <a16:creationId xmlns:a16="http://schemas.microsoft.com/office/drawing/2014/main" id="{E6A130F7-FF8E-4D78-78A4-A6514EA20AF9}"/>
                </a:ext>
              </a:extLst>
            </p:cNvPr>
            <p:cNvSpPr/>
            <p:nvPr>
              <p:custDataLst>
                <p:tags r:id="rId60"/>
              </p:custDataLst>
            </p:nvPr>
          </p:nvSpPr>
          <p:spPr>
            <a:xfrm>
              <a:off x="11787013" y="5261460"/>
              <a:ext cx="75450" cy="62784"/>
            </a:xfrm>
            <a:custGeom>
              <a:avLst/>
              <a:gdLst>
                <a:gd name="connsiteX0" fmla="*/ 40530 w 75450"/>
                <a:gd name="connsiteY0" fmla="*/ 5135 h 62784"/>
                <a:gd name="connsiteX1" fmla="*/ 71832 w 75450"/>
                <a:gd name="connsiteY1" fmla="*/ 5135 h 62784"/>
                <a:gd name="connsiteX2" fmla="*/ 75722 w 75450"/>
                <a:gd name="connsiteY2" fmla="*/ 2602 h 62784"/>
                <a:gd name="connsiteX3" fmla="*/ 71832 w 75450"/>
                <a:gd name="connsiteY3" fmla="*/ 69 h 62784"/>
                <a:gd name="connsiteX4" fmla="*/ 4162 w 75450"/>
                <a:gd name="connsiteY4" fmla="*/ 69 h 62784"/>
                <a:gd name="connsiteX5" fmla="*/ 272 w 75450"/>
                <a:gd name="connsiteY5" fmla="*/ 2602 h 62784"/>
                <a:gd name="connsiteX6" fmla="*/ 4162 w 75450"/>
                <a:gd name="connsiteY6" fmla="*/ 5135 h 62784"/>
                <a:gd name="connsiteX7" fmla="*/ 35464 w 75450"/>
                <a:gd name="connsiteY7" fmla="*/ 5135 h 62784"/>
                <a:gd name="connsiteX8" fmla="*/ 35464 w 75450"/>
                <a:gd name="connsiteY8" fmla="*/ 58963 h 62784"/>
                <a:gd name="connsiteX9" fmla="*/ 37997 w 75450"/>
                <a:gd name="connsiteY9" fmla="*/ 62853 h 62784"/>
                <a:gd name="connsiteX10" fmla="*/ 40530 w 75450"/>
                <a:gd name="connsiteY10" fmla="*/ 58963 h 62784"/>
                <a:gd name="connsiteX11" fmla="*/ 40530 w 75450"/>
                <a:gd name="connsiteY11" fmla="*/ 5135 h 6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450" h="62784">
                  <a:moveTo>
                    <a:pt x="40530" y="5135"/>
                  </a:moveTo>
                  <a:lnTo>
                    <a:pt x="71832" y="5135"/>
                  </a:lnTo>
                  <a:cubicBezTo>
                    <a:pt x="73280" y="5135"/>
                    <a:pt x="75722" y="5135"/>
                    <a:pt x="75722" y="2602"/>
                  </a:cubicBezTo>
                  <a:cubicBezTo>
                    <a:pt x="75722" y="69"/>
                    <a:pt x="73280" y="69"/>
                    <a:pt x="71832" y="69"/>
                  </a:cubicBezTo>
                  <a:lnTo>
                    <a:pt x="4162" y="69"/>
                  </a:lnTo>
                  <a:cubicBezTo>
                    <a:pt x="2805" y="69"/>
                    <a:pt x="272" y="69"/>
                    <a:pt x="272" y="2602"/>
                  </a:cubicBezTo>
                  <a:cubicBezTo>
                    <a:pt x="272" y="5135"/>
                    <a:pt x="2805" y="5135"/>
                    <a:pt x="4162" y="5135"/>
                  </a:cubicBezTo>
                  <a:lnTo>
                    <a:pt x="35464" y="5135"/>
                  </a:lnTo>
                  <a:lnTo>
                    <a:pt x="35464" y="58963"/>
                  </a:lnTo>
                  <a:cubicBezTo>
                    <a:pt x="35464" y="60320"/>
                    <a:pt x="35464" y="62853"/>
                    <a:pt x="37997" y="62853"/>
                  </a:cubicBezTo>
                  <a:cubicBezTo>
                    <a:pt x="40530" y="62853"/>
                    <a:pt x="40530" y="60411"/>
                    <a:pt x="40530" y="58963"/>
                  </a:cubicBezTo>
                  <a:lnTo>
                    <a:pt x="40530" y="51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3" name="Freeform: Shape 2012">
              <a:extLst>
                <a:ext uri="{FF2B5EF4-FFF2-40B4-BE49-F238E27FC236}">
                  <a16:creationId xmlns:a16="http://schemas.microsoft.com/office/drawing/2014/main" id="{02FB5EFC-16C2-9C96-58B0-DC440579D926}"/>
                </a:ext>
              </a:extLst>
            </p:cNvPr>
            <p:cNvSpPr/>
            <p:nvPr>
              <p:custDataLst>
                <p:tags r:id="rId61"/>
              </p:custDataLst>
            </p:nvPr>
          </p:nvSpPr>
          <p:spPr>
            <a:xfrm>
              <a:off x="11887192" y="5322612"/>
              <a:ext cx="77639" cy="56234"/>
            </a:xfrm>
            <a:custGeom>
              <a:avLst/>
              <a:gdLst>
                <a:gd name="connsiteX0" fmla="*/ 45874 w 77639"/>
                <a:gd name="connsiteY0" fmla="*/ 25656 h 56234"/>
                <a:gd name="connsiteX1" fmla="*/ 63352 w 77639"/>
                <a:gd name="connsiteY1" fmla="*/ 8051 h 56234"/>
                <a:gd name="connsiteX2" fmla="*/ 75131 w 77639"/>
                <a:gd name="connsiteY2" fmla="*/ 7164 h 56234"/>
                <a:gd name="connsiteX3" fmla="*/ 75131 w 77639"/>
                <a:gd name="connsiteY3" fmla="*/ 72 h 56234"/>
                <a:gd name="connsiteX4" fmla="*/ 62846 w 77639"/>
                <a:gd name="connsiteY4" fmla="*/ 578 h 56234"/>
                <a:gd name="connsiteX5" fmla="*/ 48787 w 77639"/>
                <a:gd name="connsiteY5" fmla="*/ 72 h 56234"/>
                <a:gd name="connsiteX6" fmla="*/ 48787 w 77639"/>
                <a:gd name="connsiteY6" fmla="*/ 7164 h 56234"/>
                <a:gd name="connsiteX7" fmla="*/ 52207 w 77639"/>
                <a:gd name="connsiteY7" fmla="*/ 7924 h 56234"/>
                <a:gd name="connsiteX8" fmla="*/ 40301 w 77639"/>
                <a:gd name="connsiteY8" fmla="*/ 19957 h 56234"/>
                <a:gd name="connsiteX9" fmla="*/ 28016 w 77639"/>
                <a:gd name="connsiteY9" fmla="*/ 7164 h 56234"/>
                <a:gd name="connsiteX10" fmla="*/ 31435 w 77639"/>
                <a:gd name="connsiteY10" fmla="*/ 7164 h 56234"/>
                <a:gd name="connsiteX11" fmla="*/ 31435 w 77639"/>
                <a:gd name="connsiteY11" fmla="*/ 72 h 56234"/>
                <a:gd name="connsiteX12" fmla="*/ 15350 w 77639"/>
                <a:gd name="connsiteY12" fmla="*/ 578 h 56234"/>
                <a:gd name="connsiteX13" fmla="*/ 1038 w 77639"/>
                <a:gd name="connsiteY13" fmla="*/ 72 h 56234"/>
                <a:gd name="connsiteX14" fmla="*/ 1038 w 77639"/>
                <a:gd name="connsiteY14" fmla="*/ 7164 h 56234"/>
                <a:gd name="connsiteX15" fmla="*/ 10537 w 77639"/>
                <a:gd name="connsiteY15" fmla="*/ 7164 h 56234"/>
                <a:gd name="connsiteX16" fmla="*/ 31309 w 77639"/>
                <a:gd name="connsiteY16" fmla="*/ 28822 h 56234"/>
                <a:gd name="connsiteX17" fmla="*/ 13070 w 77639"/>
                <a:gd name="connsiteY17" fmla="*/ 47187 h 56234"/>
                <a:gd name="connsiteX18" fmla="*/ 7371 w 77639"/>
                <a:gd name="connsiteY18" fmla="*/ 49087 h 56234"/>
                <a:gd name="connsiteX19" fmla="*/ 278 w 77639"/>
                <a:gd name="connsiteY19" fmla="*/ 49214 h 56234"/>
                <a:gd name="connsiteX20" fmla="*/ 278 w 77639"/>
                <a:gd name="connsiteY20" fmla="*/ 56307 h 56234"/>
                <a:gd name="connsiteX21" fmla="*/ 12564 w 77639"/>
                <a:gd name="connsiteY21" fmla="*/ 55800 h 56234"/>
                <a:gd name="connsiteX22" fmla="*/ 26622 w 77639"/>
                <a:gd name="connsiteY22" fmla="*/ 56307 h 56234"/>
                <a:gd name="connsiteX23" fmla="*/ 26622 w 77639"/>
                <a:gd name="connsiteY23" fmla="*/ 49214 h 56234"/>
                <a:gd name="connsiteX24" fmla="*/ 23203 w 77639"/>
                <a:gd name="connsiteY24" fmla="*/ 48327 h 56234"/>
                <a:gd name="connsiteX25" fmla="*/ 36881 w 77639"/>
                <a:gd name="connsiteY25" fmla="*/ 34649 h 56234"/>
                <a:gd name="connsiteX26" fmla="*/ 50940 w 77639"/>
                <a:gd name="connsiteY26" fmla="*/ 49214 h 56234"/>
                <a:gd name="connsiteX27" fmla="*/ 47647 w 77639"/>
                <a:gd name="connsiteY27" fmla="*/ 49214 h 56234"/>
                <a:gd name="connsiteX28" fmla="*/ 47647 w 77639"/>
                <a:gd name="connsiteY28" fmla="*/ 56307 h 56234"/>
                <a:gd name="connsiteX29" fmla="*/ 63732 w 77639"/>
                <a:gd name="connsiteY29" fmla="*/ 55800 h 56234"/>
                <a:gd name="connsiteX30" fmla="*/ 77918 w 77639"/>
                <a:gd name="connsiteY30" fmla="*/ 56307 h 56234"/>
                <a:gd name="connsiteX31" fmla="*/ 77918 w 77639"/>
                <a:gd name="connsiteY31" fmla="*/ 49214 h 56234"/>
                <a:gd name="connsiteX32" fmla="*/ 68545 w 77639"/>
                <a:gd name="connsiteY32" fmla="*/ 49214 h 56234"/>
                <a:gd name="connsiteX33" fmla="*/ 45874 w 77639"/>
                <a:gd name="connsiteY33" fmla="*/ 25656 h 5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39" h="56234">
                  <a:moveTo>
                    <a:pt x="45874" y="25656"/>
                  </a:moveTo>
                  <a:lnTo>
                    <a:pt x="63352" y="8051"/>
                  </a:lnTo>
                  <a:cubicBezTo>
                    <a:pt x="66392" y="7164"/>
                    <a:pt x="69685" y="7164"/>
                    <a:pt x="75131" y="7164"/>
                  </a:cubicBezTo>
                  <a:lnTo>
                    <a:pt x="75131" y="72"/>
                  </a:lnTo>
                  <a:cubicBezTo>
                    <a:pt x="71078" y="452"/>
                    <a:pt x="66899" y="578"/>
                    <a:pt x="62846" y="578"/>
                  </a:cubicBezTo>
                  <a:cubicBezTo>
                    <a:pt x="58539" y="578"/>
                    <a:pt x="49800" y="198"/>
                    <a:pt x="48787" y="72"/>
                  </a:cubicBezTo>
                  <a:lnTo>
                    <a:pt x="48787" y="7164"/>
                  </a:lnTo>
                  <a:cubicBezTo>
                    <a:pt x="50434" y="7164"/>
                    <a:pt x="51320" y="7418"/>
                    <a:pt x="52207" y="7924"/>
                  </a:cubicBezTo>
                  <a:lnTo>
                    <a:pt x="40301" y="19957"/>
                  </a:lnTo>
                  <a:lnTo>
                    <a:pt x="28016" y="7164"/>
                  </a:lnTo>
                  <a:lnTo>
                    <a:pt x="31435" y="7164"/>
                  </a:lnTo>
                  <a:lnTo>
                    <a:pt x="31435" y="72"/>
                  </a:lnTo>
                  <a:cubicBezTo>
                    <a:pt x="30675" y="72"/>
                    <a:pt x="20670" y="578"/>
                    <a:pt x="15350" y="578"/>
                  </a:cubicBezTo>
                  <a:cubicBezTo>
                    <a:pt x="10537" y="578"/>
                    <a:pt x="5851" y="452"/>
                    <a:pt x="1038" y="72"/>
                  </a:cubicBezTo>
                  <a:lnTo>
                    <a:pt x="1038" y="7164"/>
                  </a:lnTo>
                  <a:lnTo>
                    <a:pt x="10537" y="7164"/>
                  </a:lnTo>
                  <a:lnTo>
                    <a:pt x="31309" y="28822"/>
                  </a:lnTo>
                  <a:lnTo>
                    <a:pt x="13070" y="47187"/>
                  </a:lnTo>
                  <a:cubicBezTo>
                    <a:pt x="11424" y="48707"/>
                    <a:pt x="11297" y="48834"/>
                    <a:pt x="7371" y="49087"/>
                  </a:cubicBezTo>
                  <a:cubicBezTo>
                    <a:pt x="5344" y="49214"/>
                    <a:pt x="911" y="49214"/>
                    <a:pt x="278" y="49214"/>
                  </a:cubicBezTo>
                  <a:lnTo>
                    <a:pt x="278" y="56307"/>
                  </a:lnTo>
                  <a:cubicBezTo>
                    <a:pt x="4331" y="55927"/>
                    <a:pt x="8511" y="55800"/>
                    <a:pt x="12564" y="55800"/>
                  </a:cubicBezTo>
                  <a:cubicBezTo>
                    <a:pt x="15983" y="55800"/>
                    <a:pt x="24976" y="56180"/>
                    <a:pt x="26622" y="56307"/>
                  </a:cubicBezTo>
                  <a:lnTo>
                    <a:pt x="26622" y="49214"/>
                  </a:lnTo>
                  <a:cubicBezTo>
                    <a:pt x="24596" y="49214"/>
                    <a:pt x="24089" y="48961"/>
                    <a:pt x="23203" y="48327"/>
                  </a:cubicBezTo>
                  <a:lnTo>
                    <a:pt x="36881" y="34649"/>
                  </a:lnTo>
                  <a:lnTo>
                    <a:pt x="50940" y="49214"/>
                  </a:lnTo>
                  <a:lnTo>
                    <a:pt x="47647" y="49214"/>
                  </a:lnTo>
                  <a:lnTo>
                    <a:pt x="47647" y="56307"/>
                  </a:lnTo>
                  <a:cubicBezTo>
                    <a:pt x="47774" y="56307"/>
                    <a:pt x="57906" y="55800"/>
                    <a:pt x="63732" y="55800"/>
                  </a:cubicBezTo>
                  <a:cubicBezTo>
                    <a:pt x="68419" y="55800"/>
                    <a:pt x="73231" y="55927"/>
                    <a:pt x="77918" y="56307"/>
                  </a:cubicBezTo>
                  <a:lnTo>
                    <a:pt x="77918" y="49214"/>
                  </a:lnTo>
                  <a:lnTo>
                    <a:pt x="68545" y="49214"/>
                  </a:lnTo>
                  <a:lnTo>
                    <a:pt x="45874" y="256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4" name="Freeform: Shape 2013">
              <a:extLst>
                <a:ext uri="{FF2B5EF4-FFF2-40B4-BE49-F238E27FC236}">
                  <a16:creationId xmlns:a16="http://schemas.microsoft.com/office/drawing/2014/main" id="{05863AB7-0CB8-ECCD-22AA-411E0F842674}"/>
                </a:ext>
              </a:extLst>
            </p:cNvPr>
            <p:cNvSpPr/>
            <p:nvPr>
              <p:custDataLst>
                <p:tags r:id="rId62"/>
              </p:custDataLst>
            </p:nvPr>
          </p:nvSpPr>
          <p:spPr>
            <a:xfrm>
              <a:off x="11978224" y="5283856"/>
              <a:ext cx="32803" cy="126528"/>
            </a:xfrm>
            <a:custGeom>
              <a:avLst/>
              <a:gdLst>
                <a:gd name="connsiteX0" fmla="*/ 2689 w 32803"/>
                <a:gd name="connsiteY0" fmla="*/ 72 h 126528"/>
                <a:gd name="connsiteX1" fmla="*/ 283 w 32803"/>
                <a:gd name="connsiteY1" fmla="*/ 1592 h 126528"/>
                <a:gd name="connsiteX2" fmla="*/ 1423 w 32803"/>
                <a:gd name="connsiteY2" fmla="*/ 3491 h 126528"/>
                <a:gd name="connsiteX3" fmla="*/ 24474 w 32803"/>
                <a:gd name="connsiteY3" fmla="*/ 63273 h 126528"/>
                <a:gd name="connsiteX4" fmla="*/ 2563 w 32803"/>
                <a:gd name="connsiteY4" fmla="*/ 122167 h 126528"/>
                <a:gd name="connsiteX5" fmla="*/ 283 w 32803"/>
                <a:gd name="connsiteY5" fmla="*/ 125080 h 126528"/>
                <a:gd name="connsiteX6" fmla="*/ 1929 w 32803"/>
                <a:gd name="connsiteY6" fmla="*/ 126600 h 126528"/>
                <a:gd name="connsiteX7" fmla="*/ 23841 w 32803"/>
                <a:gd name="connsiteY7" fmla="*/ 102409 h 126528"/>
                <a:gd name="connsiteX8" fmla="*/ 33087 w 32803"/>
                <a:gd name="connsiteY8" fmla="*/ 63399 h 126528"/>
                <a:gd name="connsiteX9" fmla="*/ 2689 w 32803"/>
                <a:gd name="connsiteY9"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03" h="126528">
                  <a:moveTo>
                    <a:pt x="2689" y="72"/>
                  </a:moveTo>
                  <a:cubicBezTo>
                    <a:pt x="1803" y="72"/>
                    <a:pt x="283" y="72"/>
                    <a:pt x="283" y="1592"/>
                  </a:cubicBezTo>
                  <a:cubicBezTo>
                    <a:pt x="283" y="2225"/>
                    <a:pt x="663" y="2605"/>
                    <a:pt x="1423" y="3491"/>
                  </a:cubicBezTo>
                  <a:cubicBezTo>
                    <a:pt x="12315" y="13497"/>
                    <a:pt x="24474" y="30596"/>
                    <a:pt x="24474" y="63273"/>
                  </a:cubicBezTo>
                  <a:cubicBezTo>
                    <a:pt x="24474" y="89743"/>
                    <a:pt x="16241" y="109755"/>
                    <a:pt x="2563" y="122167"/>
                  </a:cubicBezTo>
                  <a:cubicBezTo>
                    <a:pt x="409" y="124320"/>
                    <a:pt x="283" y="124447"/>
                    <a:pt x="283" y="125080"/>
                  </a:cubicBezTo>
                  <a:cubicBezTo>
                    <a:pt x="283" y="125713"/>
                    <a:pt x="663" y="126600"/>
                    <a:pt x="1929" y="126600"/>
                  </a:cubicBezTo>
                  <a:cubicBezTo>
                    <a:pt x="3449" y="126600"/>
                    <a:pt x="15481" y="118241"/>
                    <a:pt x="23841" y="102409"/>
                  </a:cubicBezTo>
                  <a:cubicBezTo>
                    <a:pt x="29414" y="91897"/>
                    <a:pt x="33087" y="78218"/>
                    <a:pt x="33087" y="63399"/>
                  </a:cubicBezTo>
                  <a:cubicBezTo>
                    <a:pt x="33087" y="45541"/>
                    <a:pt x="27767" y="17803"/>
                    <a:pt x="2689"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015" name="Group 2014" descr="\documentclass{article}&#10;\usepackage{amsmath}&#10;\pagestyle{empty}&#10;\begin{document}&#10;&#10;&#10;\[&#10;\frac{P(Y_n \le j)}{P(Y_n &gt; j)}  = e^{ (\mu_j -\boldsymbol{\beta}^\top \mathbf{x})}&#10;\]&#10;&#10;\end{document}" title="IguanaTex Shape Display">
            <a:extLst>
              <a:ext uri="{FF2B5EF4-FFF2-40B4-BE49-F238E27FC236}">
                <a16:creationId xmlns:a16="http://schemas.microsoft.com/office/drawing/2014/main" id="{6048F69F-6DDF-FFDE-1025-6F503CF7CD60}"/>
              </a:ext>
            </a:extLst>
          </p:cNvPr>
          <p:cNvGrpSpPr>
            <a:grpSpLocks noChangeAspect="1"/>
          </p:cNvGrpSpPr>
          <p:nvPr>
            <p:custDataLst>
              <p:tags r:id="rId7"/>
            </p:custDataLst>
          </p:nvPr>
        </p:nvGrpSpPr>
        <p:grpSpPr>
          <a:xfrm>
            <a:off x="1039135" y="3767059"/>
            <a:ext cx="1432361" cy="328052"/>
            <a:chOff x="10164660" y="5327260"/>
            <a:chExt cx="1726228" cy="395356"/>
          </a:xfrm>
        </p:grpSpPr>
        <p:sp>
          <p:nvSpPr>
            <p:cNvPr id="2016" name="Freeform: Shape 2015">
              <a:extLst>
                <a:ext uri="{FF2B5EF4-FFF2-40B4-BE49-F238E27FC236}">
                  <a16:creationId xmlns:a16="http://schemas.microsoft.com/office/drawing/2014/main" id="{FB8A217F-96F8-2A50-C13A-8CE0AB2D46BA}"/>
                </a:ext>
              </a:extLst>
            </p:cNvPr>
            <p:cNvSpPr/>
            <p:nvPr>
              <p:custDataLst>
                <p:tags r:id="rId8"/>
              </p:custDataLst>
            </p:nvPr>
          </p:nvSpPr>
          <p:spPr>
            <a:xfrm>
              <a:off x="10171536" y="5338473"/>
              <a:ext cx="122731" cy="114299"/>
            </a:xfrm>
            <a:custGeom>
              <a:avLst/>
              <a:gdLst>
                <a:gd name="connsiteX0" fmla="*/ 45391 w 122731"/>
                <a:gd name="connsiteY0" fmla="*/ 61489 h 114299"/>
                <a:gd name="connsiteX1" fmla="*/ 74613 w 122731"/>
                <a:gd name="connsiteY1" fmla="*/ 61489 h 114299"/>
                <a:gd name="connsiteX2" fmla="*/ 122915 w 122731"/>
                <a:gd name="connsiteY2" fmla="*/ 25341 h 114299"/>
                <a:gd name="connsiteX3" fmla="*/ 89052 w 122731"/>
                <a:gd name="connsiteY3" fmla="*/ 71 h 114299"/>
                <a:gd name="connsiteX4" fmla="*/ 33359 w 122731"/>
                <a:gd name="connsiteY4" fmla="*/ 71 h 114299"/>
                <a:gd name="connsiteX5" fmla="*/ 28202 w 122731"/>
                <a:gd name="connsiteY5" fmla="*/ 3251 h 114299"/>
                <a:gd name="connsiteX6" fmla="*/ 33187 w 122731"/>
                <a:gd name="connsiteY6" fmla="*/ 5259 h 114299"/>
                <a:gd name="connsiteX7" fmla="*/ 40578 w 122731"/>
                <a:gd name="connsiteY7" fmla="*/ 5594 h 114299"/>
                <a:gd name="connsiteX8" fmla="*/ 44360 w 122731"/>
                <a:gd name="connsiteY8" fmla="*/ 8271 h 114299"/>
                <a:gd name="connsiteX9" fmla="*/ 43672 w 122731"/>
                <a:gd name="connsiteY9" fmla="*/ 11451 h 114299"/>
                <a:gd name="connsiteX10" fmla="*/ 20639 w 122731"/>
                <a:gd name="connsiteY10" fmla="*/ 101318 h 114299"/>
                <a:gd name="connsiteX11" fmla="*/ 4997 w 122731"/>
                <a:gd name="connsiteY11" fmla="*/ 109183 h 114299"/>
                <a:gd name="connsiteX12" fmla="*/ 184 w 122731"/>
                <a:gd name="connsiteY12" fmla="*/ 112363 h 114299"/>
                <a:gd name="connsiteX13" fmla="*/ 2762 w 122731"/>
                <a:gd name="connsiteY13" fmla="*/ 114371 h 114299"/>
                <a:gd name="connsiteX14" fmla="*/ 24592 w 122731"/>
                <a:gd name="connsiteY14" fmla="*/ 113869 h 114299"/>
                <a:gd name="connsiteX15" fmla="*/ 35593 w 122731"/>
                <a:gd name="connsiteY15" fmla="*/ 114036 h 114299"/>
                <a:gd name="connsiteX16" fmla="*/ 46767 w 122731"/>
                <a:gd name="connsiteY16" fmla="*/ 114371 h 114299"/>
                <a:gd name="connsiteX17" fmla="*/ 50204 w 122731"/>
                <a:gd name="connsiteY17" fmla="*/ 111024 h 114299"/>
                <a:gd name="connsiteX18" fmla="*/ 45391 w 122731"/>
                <a:gd name="connsiteY18" fmla="*/ 109183 h 114299"/>
                <a:gd name="connsiteX19" fmla="*/ 34218 w 122731"/>
                <a:gd name="connsiteY19" fmla="*/ 106171 h 114299"/>
                <a:gd name="connsiteX20" fmla="*/ 34734 w 122731"/>
                <a:gd name="connsiteY20" fmla="*/ 103326 h 114299"/>
                <a:gd name="connsiteX21" fmla="*/ 45391 w 122731"/>
                <a:gd name="connsiteY21" fmla="*/ 61489 h 114299"/>
                <a:gd name="connsiteX22" fmla="*/ 57768 w 122731"/>
                <a:gd name="connsiteY22" fmla="*/ 11618 h 114299"/>
                <a:gd name="connsiteX23" fmla="*/ 67050 w 122731"/>
                <a:gd name="connsiteY23" fmla="*/ 5259 h 114299"/>
                <a:gd name="connsiteX24" fmla="*/ 83552 w 122731"/>
                <a:gd name="connsiteY24" fmla="*/ 5259 h 114299"/>
                <a:gd name="connsiteX25" fmla="*/ 106929 w 122731"/>
                <a:gd name="connsiteY25" fmla="*/ 21325 h 114299"/>
                <a:gd name="connsiteX26" fmla="*/ 96787 w 122731"/>
                <a:gd name="connsiteY26" fmla="*/ 48268 h 114299"/>
                <a:gd name="connsiteX27" fmla="*/ 70316 w 122731"/>
                <a:gd name="connsiteY27" fmla="*/ 57137 h 114299"/>
                <a:gd name="connsiteX28" fmla="*/ 46079 w 122731"/>
                <a:gd name="connsiteY28" fmla="*/ 57137 h 114299"/>
                <a:gd name="connsiteX29" fmla="*/ 57768 w 122731"/>
                <a:gd name="connsiteY29" fmla="*/ 11618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489"/>
                  </a:moveTo>
                  <a:lnTo>
                    <a:pt x="74613" y="61489"/>
                  </a:lnTo>
                  <a:cubicBezTo>
                    <a:pt x="99022" y="61489"/>
                    <a:pt x="122915" y="44084"/>
                    <a:pt x="122915" y="25341"/>
                  </a:cubicBezTo>
                  <a:cubicBezTo>
                    <a:pt x="122915" y="12455"/>
                    <a:pt x="111570" y="71"/>
                    <a:pt x="89052" y="71"/>
                  </a:cubicBezTo>
                  <a:lnTo>
                    <a:pt x="33359" y="71"/>
                  </a:lnTo>
                  <a:cubicBezTo>
                    <a:pt x="30093" y="71"/>
                    <a:pt x="28202" y="71"/>
                    <a:pt x="28202" y="3251"/>
                  </a:cubicBezTo>
                  <a:cubicBezTo>
                    <a:pt x="28202" y="5259"/>
                    <a:pt x="29749" y="5259"/>
                    <a:pt x="33187" y="5259"/>
                  </a:cubicBezTo>
                  <a:cubicBezTo>
                    <a:pt x="35422" y="5259"/>
                    <a:pt x="38516" y="5426"/>
                    <a:pt x="40578" y="5594"/>
                  </a:cubicBezTo>
                  <a:cubicBezTo>
                    <a:pt x="43329" y="5928"/>
                    <a:pt x="44360" y="6431"/>
                    <a:pt x="44360" y="8271"/>
                  </a:cubicBezTo>
                  <a:cubicBezTo>
                    <a:pt x="44360" y="8941"/>
                    <a:pt x="44188" y="9443"/>
                    <a:pt x="43672" y="11451"/>
                  </a:cubicBezTo>
                  <a:lnTo>
                    <a:pt x="20639" y="101318"/>
                  </a:lnTo>
                  <a:cubicBezTo>
                    <a:pt x="18920" y="107844"/>
                    <a:pt x="18576" y="109183"/>
                    <a:pt x="4997" y="109183"/>
                  </a:cubicBezTo>
                  <a:cubicBezTo>
                    <a:pt x="2074" y="109183"/>
                    <a:pt x="184" y="109183"/>
                    <a:pt x="184" y="112363"/>
                  </a:cubicBezTo>
                  <a:cubicBezTo>
                    <a:pt x="184" y="114371"/>
                    <a:pt x="2246" y="114371"/>
                    <a:pt x="2762" y="114371"/>
                  </a:cubicBezTo>
                  <a:cubicBezTo>
                    <a:pt x="7575" y="114371"/>
                    <a:pt x="19779" y="113869"/>
                    <a:pt x="24592" y="113869"/>
                  </a:cubicBezTo>
                  <a:cubicBezTo>
                    <a:pt x="28202" y="113869"/>
                    <a:pt x="31984" y="114036"/>
                    <a:pt x="35593" y="114036"/>
                  </a:cubicBezTo>
                  <a:cubicBezTo>
                    <a:pt x="39375" y="114036"/>
                    <a:pt x="43157" y="114371"/>
                    <a:pt x="46767" y="114371"/>
                  </a:cubicBezTo>
                  <a:cubicBezTo>
                    <a:pt x="47970" y="114371"/>
                    <a:pt x="50204" y="114371"/>
                    <a:pt x="50204" y="111024"/>
                  </a:cubicBezTo>
                  <a:cubicBezTo>
                    <a:pt x="50204" y="109183"/>
                    <a:pt x="48657" y="109183"/>
                    <a:pt x="45391" y="109183"/>
                  </a:cubicBezTo>
                  <a:cubicBezTo>
                    <a:pt x="39031" y="109183"/>
                    <a:pt x="34218" y="109183"/>
                    <a:pt x="34218" y="106171"/>
                  </a:cubicBezTo>
                  <a:cubicBezTo>
                    <a:pt x="34218" y="105167"/>
                    <a:pt x="34562" y="104330"/>
                    <a:pt x="34734" y="103326"/>
                  </a:cubicBezTo>
                  <a:lnTo>
                    <a:pt x="45391" y="61489"/>
                  </a:lnTo>
                  <a:close/>
                  <a:moveTo>
                    <a:pt x="57768" y="11618"/>
                  </a:moveTo>
                  <a:cubicBezTo>
                    <a:pt x="59315" y="5761"/>
                    <a:pt x="59658" y="5259"/>
                    <a:pt x="67050" y="5259"/>
                  </a:cubicBezTo>
                  <a:lnTo>
                    <a:pt x="83552" y="5259"/>
                  </a:lnTo>
                  <a:cubicBezTo>
                    <a:pt x="97819" y="5259"/>
                    <a:pt x="106929" y="9777"/>
                    <a:pt x="106929" y="21325"/>
                  </a:cubicBezTo>
                  <a:cubicBezTo>
                    <a:pt x="106929" y="27851"/>
                    <a:pt x="103491" y="42243"/>
                    <a:pt x="96787" y="48268"/>
                  </a:cubicBezTo>
                  <a:cubicBezTo>
                    <a:pt x="88193" y="55799"/>
                    <a:pt x="77879" y="57137"/>
                    <a:pt x="70316" y="57137"/>
                  </a:cubicBezTo>
                  <a:lnTo>
                    <a:pt x="46079" y="57137"/>
                  </a:lnTo>
                  <a:lnTo>
                    <a:pt x="57768" y="116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7" name="Freeform: Shape 2016">
              <a:extLst>
                <a:ext uri="{FF2B5EF4-FFF2-40B4-BE49-F238E27FC236}">
                  <a16:creationId xmlns:a16="http://schemas.microsoft.com/office/drawing/2014/main" id="{CC2E8F59-0150-9E87-3FEC-324C7CE6F0CC}"/>
                </a:ext>
              </a:extLst>
            </p:cNvPr>
            <p:cNvSpPr/>
            <p:nvPr>
              <p:custDataLst>
                <p:tags r:id="rId9"/>
              </p:custDataLst>
            </p:nvPr>
          </p:nvSpPr>
          <p:spPr>
            <a:xfrm>
              <a:off x="10315910" y="5327260"/>
              <a:ext cx="39879" cy="167349"/>
            </a:xfrm>
            <a:custGeom>
              <a:avLst/>
              <a:gdLst>
                <a:gd name="connsiteX0" fmla="*/ 40070 w 39879"/>
                <a:gd name="connsiteY0" fmla="*/ 165747 h 167349"/>
                <a:gd name="connsiteX1" fmla="*/ 37148 w 39879"/>
                <a:gd name="connsiteY1" fmla="*/ 162066 h 167349"/>
                <a:gd name="connsiteX2" fmla="*/ 10161 w 39879"/>
                <a:gd name="connsiteY2" fmla="*/ 83746 h 167349"/>
                <a:gd name="connsiteX3" fmla="*/ 37836 w 39879"/>
                <a:gd name="connsiteY3" fmla="*/ 4590 h 167349"/>
                <a:gd name="connsiteX4" fmla="*/ 40070 w 39879"/>
                <a:gd name="connsiteY4" fmla="*/ 1745 h 167349"/>
                <a:gd name="connsiteX5" fmla="*/ 38352 w 39879"/>
                <a:gd name="connsiteY5" fmla="*/ 71 h 167349"/>
                <a:gd name="connsiteX6" fmla="*/ 11021 w 39879"/>
                <a:gd name="connsiteY6" fmla="*/ 32704 h 167349"/>
                <a:gd name="connsiteX7" fmla="*/ 191 w 39879"/>
                <a:gd name="connsiteY7" fmla="*/ 83746 h 167349"/>
                <a:gd name="connsiteX8" fmla="*/ 11536 w 39879"/>
                <a:gd name="connsiteY8" fmla="*/ 135959 h 167349"/>
                <a:gd name="connsiteX9" fmla="*/ 38352 w 39879"/>
                <a:gd name="connsiteY9" fmla="*/ 167421 h 167349"/>
                <a:gd name="connsiteX10" fmla="*/ 40070 w 39879"/>
                <a:gd name="connsiteY10" fmla="*/ 165747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47"/>
                  </a:moveTo>
                  <a:cubicBezTo>
                    <a:pt x="40070" y="165245"/>
                    <a:pt x="40070" y="164911"/>
                    <a:pt x="37148" y="162066"/>
                  </a:cubicBezTo>
                  <a:cubicBezTo>
                    <a:pt x="15662" y="140980"/>
                    <a:pt x="10161" y="109350"/>
                    <a:pt x="10161" y="83746"/>
                  </a:cubicBezTo>
                  <a:cubicBezTo>
                    <a:pt x="10161" y="54627"/>
                    <a:pt x="16693" y="25508"/>
                    <a:pt x="37836" y="4590"/>
                  </a:cubicBezTo>
                  <a:cubicBezTo>
                    <a:pt x="40070" y="2581"/>
                    <a:pt x="40070" y="2247"/>
                    <a:pt x="40070" y="1745"/>
                  </a:cubicBezTo>
                  <a:cubicBezTo>
                    <a:pt x="40070" y="573"/>
                    <a:pt x="39383" y="71"/>
                    <a:pt x="38352" y="71"/>
                  </a:cubicBezTo>
                  <a:cubicBezTo>
                    <a:pt x="36633" y="71"/>
                    <a:pt x="21162" y="11451"/>
                    <a:pt x="11021" y="32704"/>
                  </a:cubicBezTo>
                  <a:cubicBezTo>
                    <a:pt x="2254" y="51113"/>
                    <a:pt x="191" y="69689"/>
                    <a:pt x="191" y="83746"/>
                  </a:cubicBezTo>
                  <a:cubicBezTo>
                    <a:pt x="191" y="96799"/>
                    <a:pt x="2082" y="117049"/>
                    <a:pt x="11536" y="135959"/>
                  </a:cubicBezTo>
                  <a:cubicBezTo>
                    <a:pt x="21850" y="156543"/>
                    <a:pt x="36633" y="167421"/>
                    <a:pt x="38352" y="167421"/>
                  </a:cubicBezTo>
                  <a:cubicBezTo>
                    <a:pt x="39383" y="167421"/>
                    <a:pt x="40070" y="166919"/>
                    <a:pt x="40070" y="16574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8" name="Freeform: Shape 2017">
              <a:extLst>
                <a:ext uri="{FF2B5EF4-FFF2-40B4-BE49-F238E27FC236}">
                  <a16:creationId xmlns:a16="http://schemas.microsoft.com/office/drawing/2014/main" id="{7DF0FCF8-6DBA-1378-4872-CAA9C9630190}"/>
                </a:ext>
              </a:extLst>
            </p:cNvPr>
            <p:cNvSpPr/>
            <p:nvPr>
              <p:custDataLst>
                <p:tags r:id="rId10"/>
              </p:custDataLst>
            </p:nvPr>
          </p:nvSpPr>
          <p:spPr>
            <a:xfrm>
              <a:off x="10371756" y="5338473"/>
              <a:ext cx="124966" cy="114299"/>
            </a:xfrm>
            <a:custGeom>
              <a:avLst/>
              <a:gdLst>
                <a:gd name="connsiteX0" fmla="*/ 96799 w 124966"/>
                <a:gd name="connsiteY0" fmla="*/ 19149 h 114299"/>
                <a:gd name="connsiteX1" fmla="*/ 99206 w 124966"/>
                <a:gd name="connsiteY1" fmla="*/ 16806 h 114299"/>
                <a:gd name="connsiteX2" fmla="*/ 121724 w 124966"/>
                <a:gd name="connsiteY2" fmla="*/ 5259 h 114299"/>
                <a:gd name="connsiteX3" fmla="*/ 125161 w 124966"/>
                <a:gd name="connsiteY3" fmla="*/ 2079 h 114299"/>
                <a:gd name="connsiteX4" fmla="*/ 122927 w 124966"/>
                <a:gd name="connsiteY4" fmla="*/ 71 h 114299"/>
                <a:gd name="connsiteX5" fmla="*/ 108832 w 124966"/>
                <a:gd name="connsiteY5" fmla="*/ 573 h 114299"/>
                <a:gd name="connsiteX6" fmla="*/ 91642 w 124966"/>
                <a:gd name="connsiteY6" fmla="*/ 71 h 114299"/>
                <a:gd name="connsiteX7" fmla="*/ 88376 w 124966"/>
                <a:gd name="connsiteY7" fmla="*/ 3251 h 114299"/>
                <a:gd name="connsiteX8" fmla="*/ 90955 w 124966"/>
                <a:gd name="connsiteY8" fmla="*/ 5259 h 114299"/>
                <a:gd name="connsiteX9" fmla="*/ 97143 w 124966"/>
                <a:gd name="connsiteY9" fmla="*/ 9108 h 114299"/>
                <a:gd name="connsiteX10" fmla="*/ 92502 w 124966"/>
                <a:gd name="connsiteY10" fmla="*/ 17141 h 114299"/>
                <a:gd name="connsiteX11" fmla="*/ 52623 w 124966"/>
                <a:gd name="connsiteY11" fmla="*/ 61823 h 114299"/>
                <a:gd name="connsiteX12" fmla="*/ 33714 w 124966"/>
                <a:gd name="connsiteY12" fmla="*/ 12120 h 114299"/>
                <a:gd name="connsiteX13" fmla="*/ 32683 w 124966"/>
                <a:gd name="connsiteY13" fmla="*/ 9275 h 114299"/>
                <a:gd name="connsiteX14" fmla="*/ 42825 w 124966"/>
                <a:gd name="connsiteY14" fmla="*/ 5259 h 114299"/>
                <a:gd name="connsiteX15" fmla="*/ 46950 w 124966"/>
                <a:gd name="connsiteY15" fmla="*/ 1912 h 114299"/>
                <a:gd name="connsiteX16" fmla="*/ 44372 w 124966"/>
                <a:gd name="connsiteY16" fmla="*/ 71 h 114299"/>
                <a:gd name="connsiteX17" fmla="*/ 22713 w 124966"/>
                <a:gd name="connsiteY17" fmla="*/ 573 h 114299"/>
                <a:gd name="connsiteX18" fmla="*/ 3461 w 124966"/>
                <a:gd name="connsiteY18" fmla="*/ 71 h 114299"/>
                <a:gd name="connsiteX19" fmla="*/ 195 w 124966"/>
                <a:gd name="connsiteY19" fmla="*/ 3418 h 114299"/>
                <a:gd name="connsiteX20" fmla="*/ 4149 w 124966"/>
                <a:gd name="connsiteY20" fmla="*/ 5259 h 114299"/>
                <a:gd name="connsiteX21" fmla="*/ 16697 w 124966"/>
                <a:gd name="connsiteY21" fmla="*/ 10949 h 114299"/>
                <a:gd name="connsiteX22" fmla="*/ 37840 w 124966"/>
                <a:gd name="connsiteY22" fmla="*/ 66007 h 114299"/>
                <a:gd name="connsiteX23" fmla="*/ 38527 w 124966"/>
                <a:gd name="connsiteY23" fmla="*/ 68852 h 114299"/>
                <a:gd name="connsiteX24" fmla="*/ 30792 w 124966"/>
                <a:gd name="connsiteY24" fmla="*/ 99309 h 114299"/>
                <a:gd name="connsiteX25" fmla="*/ 14634 w 124966"/>
                <a:gd name="connsiteY25" fmla="*/ 109183 h 114299"/>
                <a:gd name="connsiteX26" fmla="*/ 9993 w 124966"/>
                <a:gd name="connsiteY26" fmla="*/ 112530 h 114299"/>
                <a:gd name="connsiteX27" fmla="*/ 12400 w 124966"/>
                <a:gd name="connsiteY27" fmla="*/ 114371 h 114299"/>
                <a:gd name="connsiteX28" fmla="*/ 34058 w 124966"/>
                <a:gd name="connsiteY28" fmla="*/ 113869 h 114299"/>
                <a:gd name="connsiteX29" fmla="*/ 56060 w 124966"/>
                <a:gd name="connsiteY29" fmla="*/ 114371 h 114299"/>
                <a:gd name="connsiteX30" fmla="*/ 59326 w 124966"/>
                <a:gd name="connsiteY30" fmla="*/ 111024 h 114299"/>
                <a:gd name="connsiteX31" fmla="*/ 54513 w 124966"/>
                <a:gd name="connsiteY31" fmla="*/ 109183 h 114299"/>
                <a:gd name="connsiteX32" fmla="*/ 47981 w 124966"/>
                <a:gd name="connsiteY32" fmla="*/ 108848 h 114299"/>
                <a:gd name="connsiteX33" fmla="*/ 43340 w 124966"/>
                <a:gd name="connsiteY33" fmla="*/ 106171 h 114299"/>
                <a:gd name="connsiteX34" fmla="*/ 45747 w 124966"/>
                <a:gd name="connsiteY34" fmla="*/ 95628 h 114299"/>
                <a:gd name="connsiteX35" fmla="*/ 51763 w 124966"/>
                <a:gd name="connsiteY35" fmla="*/ 72032 h 114299"/>
                <a:gd name="connsiteX36" fmla="*/ 54170 w 124966"/>
                <a:gd name="connsiteY36" fmla="*/ 66844 h 114299"/>
                <a:gd name="connsiteX37" fmla="*/ 96799 w 124966"/>
                <a:gd name="connsiteY37" fmla="*/ 19149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49"/>
                  </a:moveTo>
                  <a:lnTo>
                    <a:pt x="99206" y="16806"/>
                  </a:lnTo>
                  <a:cubicBezTo>
                    <a:pt x="104362" y="11786"/>
                    <a:pt x="110035" y="6096"/>
                    <a:pt x="121724" y="5259"/>
                  </a:cubicBezTo>
                  <a:cubicBezTo>
                    <a:pt x="123614" y="5092"/>
                    <a:pt x="125161" y="5092"/>
                    <a:pt x="125161" y="2079"/>
                  </a:cubicBezTo>
                  <a:cubicBezTo>
                    <a:pt x="125161" y="741"/>
                    <a:pt x="124302" y="71"/>
                    <a:pt x="122927" y="71"/>
                  </a:cubicBezTo>
                  <a:cubicBezTo>
                    <a:pt x="118458" y="71"/>
                    <a:pt x="113473" y="573"/>
                    <a:pt x="108832" y="573"/>
                  </a:cubicBezTo>
                  <a:cubicBezTo>
                    <a:pt x="103159" y="573"/>
                    <a:pt x="97143" y="71"/>
                    <a:pt x="91642" y="71"/>
                  </a:cubicBezTo>
                  <a:cubicBezTo>
                    <a:pt x="90611" y="71"/>
                    <a:pt x="88376" y="71"/>
                    <a:pt x="88376" y="3251"/>
                  </a:cubicBezTo>
                  <a:cubicBezTo>
                    <a:pt x="88376" y="5092"/>
                    <a:pt x="90095" y="5259"/>
                    <a:pt x="90955" y="5259"/>
                  </a:cubicBezTo>
                  <a:cubicBezTo>
                    <a:pt x="92158" y="5259"/>
                    <a:pt x="97143" y="5594"/>
                    <a:pt x="97143" y="9108"/>
                  </a:cubicBezTo>
                  <a:cubicBezTo>
                    <a:pt x="97143" y="11953"/>
                    <a:pt x="93189" y="16304"/>
                    <a:pt x="92502" y="17141"/>
                  </a:cubicBezTo>
                  <a:lnTo>
                    <a:pt x="52623" y="61823"/>
                  </a:lnTo>
                  <a:lnTo>
                    <a:pt x="33714" y="12120"/>
                  </a:lnTo>
                  <a:cubicBezTo>
                    <a:pt x="32683" y="9777"/>
                    <a:pt x="32683" y="9443"/>
                    <a:pt x="32683" y="9275"/>
                  </a:cubicBezTo>
                  <a:cubicBezTo>
                    <a:pt x="32683" y="5259"/>
                    <a:pt x="41106" y="5259"/>
                    <a:pt x="42825" y="5259"/>
                  </a:cubicBezTo>
                  <a:cubicBezTo>
                    <a:pt x="45231" y="5259"/>
                    <a:pt x="46950" y="5259"/>
                    <a:pt x="46950" y="1912"/>
                  </a:cubicBezTo>
                  <a:cubicBezTo>
                    <a:pt x="46950" y="71"/>
                    <a:pt x="44887" y="71"/>
                    <a:pt x="44372" y="71"/>
                  </a:cubicBezTo>
                  <a:cubicBezTo>
                    <a:pt x="39559" y="71"/>
                    <a:pt x="27526" y="573"/>
                    <a:pt x="22713" y="573"/>
                  </a:cubicBezTo>
                  <a:cubicBezTo>
                    <a:pt x="18416" y="573"/>
                    <a:pt x="7758" y="71"/>
                    <a:pt x="3461" y="71"/>
                  </a:cubicBezTo>
                  <a:cubicBezTo>
                    <a:pt x="2430" y="71"/>
                    <a:pt x="195" y="71"/>
                    <a:pt x="195" y="3418"/>
                  </a:cubicBezTo>
                  <a:cubicBezTo>
                    <a:pt x="195" y="5259"/>
                    <a:pt x="1914" y="5259"/>
                    <a:pt x="4149" y="5259"/>
                  </a:cubicBezTo>
                  <a:cubicBezTo>
                    <a:pt x="14462" y="5259"/>
                    <a:pt x="15150" y="6765"/>
                    <a:pt x="16697" y="10949"/>
                  </a:cubicBezTo>
                  <a:lnTo>
                    <a:pt x="37840" y="66007"/>
                  </a:lnTo>
                  <a:cubicBezTo>
                    <a:pt x="38012" y="66509"/>
                    <a:pt x="38527" y="68350"/>
                    <a:pt x="38527" y="68852"/>
                  </a:cubicBezTo>
                  <a:cubicBezTo>
                    <a:pt x="38527" y="69354"/>
                    <a:pt x="31652" y="96297"/>
                    <a:pt x="30792" y="99309"/>
                  </a:cubicBezTo>
                  <a:cubicBezTo>
                    <a:pt x="28558" y="108514"/>
                    <a:pt x="28386" y="109016"/>
                    <a:pt x="14634" y="109183"/>
                  </a:cubicBezTo>
                  <a:cubicBezTo>
                    <a:pt x="11368" y="109183"/>
                    <a:pt x="9993" y="109183"/>
                    <a:pt x="9993" y="112530"/>
                  </a:cubicBezTo>
                  <a:cubicBezTo>
                    <a:pt x="9993" y="114371"/>
                    <a:pt x="12056" y="114371"/>
                    <a:pt x="12400" y="114371"/>
                  </a:cubicBezTo>
                  <a:cubicBezTo>
                    <a:pt x="17213" y="114371"/>
                    <a:pt x="29245" y="113869"/>
                    <a:pt x="34058" y="113869"/>
                  </a:cubicBezTo>
                  <a:cubicBezTo>
                    <a:pt x="38871" y="113869"/>
                    <a:pt x="51247" y="114371"/>
                    <a:pt x="56060" y="114371"/>
                  </a:cubicBezTo>
                  <a:cubicBezTo>
                    <a:pt x="57264" y="114371"/>
                    <a:pt x="59326" y="114371"/>
                    <a:pt x="59326" y="111024"/>
                  </a:cubicBezTo>
                  <a:cubicBezTo>
                    <a:pt x="59326" y="109183"/>
                    <a:pt x="57779" y="109183"/>
                    <a:pt x="54513" y="109183"/>
                  </a:cubicBezTo>
                  <a:cubicBezTo>
                    <a:pt x="54170" y="109183"/>
                    <a:pt x="50904" y="109183"/>
                    <a:pt x="47981" y="108848"/>
                  </a:cubicBezTo>
                  <a:cubicBezTo>
                    <a:pt x="44372" y="108514"/>
                    <a:pt x="43340" y="108179"/>
                    <a:pt x="43340" y="106171"/>
                  </a:cubicBezTo>
                  <a:cubicBezTo>
                    <a:pt x="43340" y="104999"/>
                    <a:pt x="44887" y="99142"/>
                    <a:pt x="45747" y="95628"/>
                  </a:cubicBezTo>
                  <a:lnTo>
                    <a:pt x="51763" y="72032"/>
                  </a:lnTo>
                  <a:cubicBezTo>
                    <a:pt x="52623" y="68852"/>
                    <a:pt x="52794" y="68350"/>
                    <a:pt x="54170" y="66844"/>
                  </a:cubicBezTo>
                  <a:lnTo>
                    <a:pt x="96799" y="191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9" name="Freeform: Shape 2018">
              <a:extLst>
                <a:ext uri="{FF2B5EF4-FFF2-40B4-BE49-F238E27FC236}">
                  <a16:creationId xmlns:a16="http://schemas.microsoft.com/office/drawing/2014/main" id="{E003E401-3D50-17A6-8679-75E0D33531A3}"/>
                </a:ext>
              </a:extLst>
            </p:cNvPr>
            <p:cNvSpPr/>
            <p:nvPr>
              <p:custDataLst>
                <p:tags r:id="rId11"/>
              </p:custDataLst>
            </p:nvPr>
          </p:nvSpPr>
          <p:spPr>
            <a:xfrm>
              <a:off x="10471189" y="5426214"/>
              <a:ext cx="73518" cy="52832"/>
            </a:xfrm>
            <a:custGeom>
              <a:avLst/>
              <a:gdLst>
                <a:gd name="connsiteX0" fmla="*/ 9225 w 73518"/>
                <a:gd name="connsiteY0" fmla="*/ 44353 h 52832"/>
                <a:gd name="connsiteX1" fmla="*/ 8022 w 73518"/>
                <a:gd name="connsiteY1" fmla="*/ 49156 h 52832"/>
                <a:gd name="connsiteX2" fmla="*/ 12113 w 73518"/>
                <a:gd name="connsiteY2" fmla="*/ 52905 h 52832"/>
                <a:gd name="connsiteX3" fmla="*/ 16806 w 73518"/>
                <a:gd name="connsiteY3" fmla="*/ 50328 h 52832"/>
                <a:gd name="connsiteX4" fmla="*/ 18972 w 73518"/>
                <a:gd name="connsiteY4" fmla="*/ 43065 h 52832"/>
                <a:gd name="connsiteX5" fmla="*/ 21619 w 73518"/>
                <a:gd name="connsiteY5" fmla="*/ 32522 h 52832"/>
                <a:gd name="connsiteX6" fmla="*/ 23664 w 73518"/>
                <a:gd name="connsiteY6" fmla="*/ 24673 h 52832"/>
                <a:gd name="connsiteX7" fmla="*/ 28718 w 73518"/>
                <a:gd name="connsiteY7" fmla="*/ 14130 h 52832"/>
                <a:gd name="connsiteX8" fmla="*/ 46767 w 73518"/>
                <a:gd name="connsiteY8" fmla="*/ 3353 h 52832"/>
                <a:gd name="connsiteX9" fmla="*/ 53866 w 73518"/>
                <a:gd name="connsiteY9" fmla="*/ 11553 h 52832"/>
                <a:gd name="connsiteX10" fmla="*/ 46767 w 73518"/>
                <a:gd name="connsiteY10" fmla="*/ 36505 h 52832"/>
                <a:gd name="connsiteX11" fmla="*/ 44962 w 73518"/>
                <a:gd name="connsiteY11" fmla="*/ 42831 h 52832"/>
                <a:gd name="connsiteX12" fmla="*/ 56393 w 73518"/>
                <a:gd name="connsiteY12" fmla="*/ 52905 h 52832"/>
                <a:gd name="connsiteX13" fmla="*/ 73720 w 73518"/>
                <a:gd name="connsiteY13" fmla="*/ 34982 h 52832"/>
                <a:gd name="connsiteX14" fmla="*/ 71794 w 73518"/>
                <a:gd name="connsiteY14" fmla="*/ 33459 h 52832"/>
                <a:gd name="connsiteX15" fmla="*/ 69508 w 73518"/>
                <a:gd name="connsiteY15" fmla="*/ 35450 h 52832"/>
                <a:gd name="connsiteX16" fmla="*/ 56754 w 73518"/>
                <a:gd name="connsiteY16" fmla="*/ 49625 h 52832"/>
                <a:gd name="connsiteX17" fmla="*/ 53746 w 73518"/>
                <a:gd name="connsiteY17" fmla="*/ 45525 h 52832"/>
                <a:gd name="connsiteX18" fmla="*/ 56513 w 73518"/>
                <a:gd name="connsiteY18" fmla="*/ 36036 h 52832"/>
                <a:gd name="connsiteX19" fmla="*/ 62890 w 73518"/>
                <a:gd name="connsiteY19" fmla="*/ 13427 h 52832"/>
                <a:gd name="connsiteX20" fmla="*/ 47248 w 73518"/>
                <a:gd name="connsiteY20" fmla="*/ 73 h 52832"/>
                <a:gd name="connsiteX21" fmla="*/ 26913 w 73518"/>
                <a:gd name="connsiteY21" fmla="*/ 10733 h 52832"/>
                <a:gd name="connsiteX22" fmla="*/ 14038 w 73518"/>
                <a:gd name="connsiteY22" fmla="*/ 73 h 52832"/>
                <a:gd name="connsiteX23" fmla="*/ 4533 w 73518"/>
                <a:gd name="connsiteY23" fmla="*/ 6399 h 52832"/>
                <a:gd name="connsiteX24" fmla="*/ 201 w 73518"/>
                <a:gd name="connsiteY24" fmla="*/ 17996 h 52832"/>
                <a:gd name="connsiteX25" fmla="*/ 2246 w 73518"/>
                <a:gd name="connsiteY25" fmla="*/ 19519 h 52832"/>
                <a:gd name="connsiteX26" fmla="*/ 4894 w 73518"/>
                <a:gd name="connsiteY26" fmla="*/ 16004 h 52832"/>
                <a:gd name="connsiteX27" fmla="*/ 13677 w 73518"/>
                <a:gd name="connsiteY27" fmla="*/ 3353 h 52832"/>
                <a:gd name="connsiteX28" fmla="*/ 17648 w 73518"/>
                <a:gd name="connsiteY28" fmla="*/ 9093 h 52832"/>
                <a:gd name="connsiteX29" fmla="*/ 15723 w 73518"/>
                <a:gd name="connsiteY29" fmla="*/ 18816 h 52832"/>
                <a:gd name="connsiteX30" fmla="*/ 13076 w 73518"/>
                <a:gd name="connsiteY30" fmla="*/ 29359 h 52832"/>
                <a:gd name="connsiteX31" fmla="*/ 9225 w 73518"/>
                <a:gd name="connsiteY31" fmla="*/ 44353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53"/>
                  </a:moveTo>
                  <a:cubicBezTo>
                    <a:pt x="8744" y="45876"/>
                    <a:pt x="8022" y="48805"/>
                    <a:pt x="8022" y="49156"/>
                  </a:cubicBezTo>
                  <a:cubicBezTo>
                    <a:pt x="8022" y="51734"/>
                    <a:pt x="10188" y="52905"/>
                    <a:pt x="12113" y="52905"/>
                  </a:cubicBezTo>
                  <a:cubicBezTo>
                    <a:pt x="14279" y="52905"/>
                    <a:pt x="16204" y="51382"/>
                    <a:pt x="16806" y="50328"/>
                  </a:cubicBezTo>
                  <a:cubicBezTo>
                    <a:pt x="17407" y="49274"/>
                    <a:pt x="18370" y="45525"/>
                    <a:pt x="18972" y="43065"/>
                  </a:cubicBezTo>
                  <a:cubicBezTo>
                    <a:pt x="19573" y="40839"/>
                    <a:pt x="20897" y="35450"/>
                    <a:pt x="21619" y="32522"/>
                  </a:cubicBezTo>
                  <a:cubicBezTo>
                    <a:pt x="22341" y="29945"/>
                    <a:pt x="23063" y="27367"/>
                    <a:pt x="23664" y="24673"/>
                  </a:cubicBezTo>
                  <a:cubicBezTo>
                    <a:pt x="24988" y="19870"/>
                    <a:pt x="25229" y="18933"/>
                    <a:pt x="28718" y="14130"/>
                  </a:cubicBezTo>
                  <a:cubicBezTo>
                    <a:pt x="32087" y="9444"/>
                    <a:pt x="37742" y="3353"/>
                    <a:pt x="46767" y="3353"/>
                  </a:cubicBezTo>
                  <a:cubicBezTo>
                    <a:pt x="53746" y="3353"/>
                    <a:pt x="53866" y="9327"/>
                    <a:pt x="53866" y="11553"/>
                  </a:cubicBezTo>
                  <a:cubicBezTo>
                    <a:pt x="53866" y="18582"/>
                    <a:pt x="48692" y="31585"/>
                    <a:pt x="46767" y="36505"/>
                  </a:cubicBezTo>
                  <a:cubicBezTo>
                    <a:pt x="45443" y="39785"/>
                    <a:pt x="44962" y="40839"/>
                    <a:pt x="44962" y="42831"/>
                  </a:cubicBezTo>
                  <a:cubicBezTo>
                    <a:pt x="44962" y="49039"/>
                    <a:pt x="50256" y="52905"/>
                    <a:pt x="56393" y="52905"/>
                  </a:cubicBezTo>
                  <a:cubicBezTo>
                    <a:pt x="68425" y="52905"/>
                    <a:pt x="73720" y="36739"/>
                    <a:pt x="73720" y="34982"/>
                  </a:cubicBezTo>
                  <a:cubicBezTo>
                    <a:pt x="73720" y="33459"/>
                    <a:pt x="72155" y="33459"/>
                    <a:pt x="71794" y="33459"/>
                  </a:cubicBezTo>
                  <a:cubicBezTo>
                    <a:pt x="70110" y="33459"/>
                    <a:pt x="69990" y="34162"/>
                    <a:pt x="69508" y="35450"/>
                  </a:cubicBezTo>
                  <a:cubicBezTo>
                    <a:pt x="66741" y="44822"/>
                    <a:pt x="61567" y="49625"/>
                    <a:pt x="56754" y="49625"/>
                  </a:cubicBezTo>
                  <a:cubicBezTo>
                    <a:pt x="54227" y="49625"/>
                    <a:pt x="53746" y="47985"/>
                    <a:pt x="53746" y="45525"/>
                  </a:cubicBezTo>
                  <a:cubicBezTo>
                    <a:pt x="53746" y="42831"/>
                    <a:pt x="54347" y="41308"/>
                    <a:pt x="56513" y="36036"/>
                  </a:cubicBezTo>
                  <a:cubicBezTo>
                    <a:pt x="57957" y="32405"/>
                    <a:pt x="62890" y="19987"/>
                    <a:pt x="62890" y="13427"/>
                  </a:cubicBezTo>
                  <a:cubicBezTo>
                    <a:pt x="62890" y="2064"/>
                    <a:pt x="53625" y="73"/>
                    <a:pt x="47248" y="73"/>
                  </a:cubicBezTo>
                  <a:cubicBezTo>
                    <a:pt x="37261" y="73"/>
                    <a:pt x="30523" y="6047"/>
                    <a:pt x="26913" y="10733"/>
                  </a:cubicBezTo>
                  <a:cubicBezTo>
                    <a:pt x="26071" y="2650"/>
                    <a:pt x="18972" y="73"/>
                    <a:pt x="14038" y="73"/>
                  </a:cubicBezTo>
                  <a:cubicBezTo>
                    <a:pt x="8864" y="73"/>
                    <a:pt x="6097" y="3704"/>
                    <a:pt x="4533" y="6399"/>
                  </a:cubicBezTo>
                  <a:cubicBezTo>
                    <a:pt x="1886" y="10733"/>
                    <a:pt x="201" y="17410"/>
                    <a:pt x="201" y="17996"/>
                  </a:cubicBezTo>
                  <a:cubicBezTo>
                    <a:pt x="201" y="19519"/>
                    <a:pt x="1886" y="19519"/>
                    <a:pt x="2246" y="19519"/>
                  </a:cubicBezTo>
                  <a:cubicBezTo>
                    <a:pt x="3931" y="19519"/>
                    <a:pt x="4051" y="19167"/>
                    <a:pt x="4894" y="16004"/>
                  </a:cubicBezTo>
                  <a:cubicBezTo>
                    <a:pt x="6699" y="9093"/>
                    <a:pt x="8985" y="3353"/>
                    <a:pt x="13677" y="3353"/>
                  </a:cubicBezTo>
                  <a:cubicBezTo>
                    <a:pt x="16806" y="3353"/>
                    <a:pt x="17648" y="5930"/>
                    <a:pt x="17648" y="9093"/>
                  </a:cubicBezTo>
                  <a:cubicBezTo>
                    <a:pt x="17648" y="11319"/>
                    <a:pt x="16565" y="15653"/>
                    <a:pt x="15723" y="18816"/>
                  </a:cubicBezTo>
                  <a:cubicBezTo>
                    <a:pt x="14881" y="21979"/>
                    <a:pt x="13677" y="26782"/>
                    <a:pt x="13076" y="29359"/>
                  </a:cubicBezTo>
                  <a:lnTo>
                    <a:pt x="9225" y="443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0" name="Freeform: Shape 2019">
              <a:extLst>
                <a:ext uri="{FF2B5EF4-FFF2-40B4-BE49-F238E27FC236}">
                  <a16:creationId xmlns:a16="http://schemas.microsoft.com/office/drawing/2014/main" id="{BDB2A637-AF50-BC21-B6C3-B36DFB161CE5}"/>
                </a:ext>
              </a:extLst>
            </p:cNvPr>
            <p:cNvSpPr/>
            <p:nvPr>
              <p:custDataLst>
                <p:tags r:id="rId12"/>
              </p:custDataLst>
            </p:nvPr>
          </p:nvSpPr>
          <p:spPr>
            <a:xfrm>
              <a:off x="10621114" y="5346338"/>
              <a:ext cx="105026" cy="129361"/>
            </a:xfrm>
            <a:custGeom>
              <a:avLst/>
              <a:gdLst>
                <a:gd name="connsiteX0" fmla="*/ 101970 w 105026"/>
                <a:gd name="connsiteY0" fmla="*/ 7100 h 129361"/>
                <a:gd name="connsiteX1" fmla="*/ 105236 w 105026"/>
                <a:gd name="connsiteY1" fmla="*/ 3418 h 129361"/>
                <a:gd name="connsiteX2" fmla="*/ 101798 w 105026"/>
                <a:gd name="connsiteY2" fmla="*/ 71 h 129361"/>
                <a:gd name="connsiteX3" fmla="*/ 98704 w 105026"/>
                <a:gd name="connsiteY3" fmla="*/ 1075 h 129361"/>
                <a:gd name="connsiteX4" fmla="*/ 3647 w 105026"/>
                <a:gd name="connsiteY4" fmla="*/ 44754 h 129361"/>
                <a:gd name="connsiteX5" fmla="*/ 209 w 105026"/>
                <a:gd name="connsiteY5" fmla="*/ 48603 h 129361"/>
                <a:gd name="connsiteX6" fmla="*/ 3647 w 105026"/>
                <a:gd name="connsiteY6" fmla="*/ 52284 h 129361"/>
                <a:gd name="connsiteX7" fmla="*/ 98704 w 105026"/>
                <a:gd name="connsiteY7" fmla="*/ 95795 h 129361"/>
                <a:gd name="connsiteX8" fmla="*/ 101798 w 105026"/>
                <a:gd name="connsiteY8" fmla="*/ 96967 h 129361"/>
                <a:gd name="connsiteX9" fmla="*/ 105236 w 105026"/>
                <a:gd name="connsiteY9" fmla="*/ 93620 h 129361"/>
                <a:gd name="connsiteX10" fmla="*/ 101626 w 105026"/>
                <a:gd name="connsiteY10" fmla="*/ 89771 h 129361"/>
                <a:gd name="connsiteX11" fmla="*/ 11726 w 105026"/>
                <a:gd name="connsiteY11" fmla="*/ 48603 h 129361"/>
                <a:gd name="connsiteX12" fmla="*/ 101970 w 105026"/>
                <a:gd name="connsiteY12" fmla="*/ 7100 h 129361"/>
                <a:gd name="connsiteX13" fmla="*/ 99220 w 105026"/>
                <a:gd name="connsiteY13" fmla="*/ 129432 h 129361"/>
                <a:gd name="connsiteX14" fmla="*/ 105236 w 105026"/>
                <a:gd name="connsiteY14" fmla="*/ 126085 h 129361"/>
                <a:gd name="connsiteX15" fmla="*/ 99048 w 105026"/>
                <a:gd name="connsiteY15" fmla="*/ 122738 h 129361"/>
                <a:gd name="connsiteX16" fmla="*/ 6397 w 105026"/>
                <a:gd name="connsiteY16" fmla="*/ 122738 h 129361"/>
                <a:gd name="connsiteX17" fmla="*/ 209 w 105026"/>
                <a:gd name="connsiteY17" fmla="*/ 126085 h 129361"/>
                <a:gd name="connsiteX18" fmla="*/ 6225 w 105026"/>
                <a:gd name="connsiteY18" fmla="*/ 129432 h 129361"/>
                <a:gd name="connsiteX19" fmla="*/ 99220 w 105026"/>
                <a:gd name="connsiteY19" fmla="*/ 129432 h 12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026" h="129361">
                  <a:moveTo>
                    <a:pt x="101970" y="7100"/>
                  </a:moveTo>
                  <a:cubicBezTo>
                    <a:pt x="103861" y="6263"/>
                    <a:pt x="105236" y="5426"/>
                    <a:pt x="105236" y="3418"/>
                  </a:cubicBezTo>
                  <a:cubicBezTo>
                    <a:pt x="105236" y="1577"/>
                    <a:pt x="103861" y="71"/>
                    <a:pt x="101798" y="71"/>
                  </a:cubicBezTo>
                  <a:cubicBezTo>
                    <a:pt x="100938" y="71"/>
                    <a:pt x="99391" y="741"/>
                    <a:pt x="98704" y="1075"/>
                  </a:cubicBezTo>
                  <a:lnTo>
                    <a:pt x="3647" y="44754"/>
                  </a:lnTo>
                  <a:cubicBezTo>
                    <a:pt x="725" y="46092"/>
                    <a:pt x="209" y="47264"/>
                    <a:pt x="209" y="48603"/>
                  </a:cubicBezTo>
                  <a:cubicBezTo>
                    <a:pt x="209" y="50109"/>
                    <a:pt x="1241" y="51280"/>
                    <a:pt x="3647" y="52284"/>
                  </a:cubicBezTo>
                  <a:lnTo>
                    <a:pt x="98704" y="95795"/>
                  </a:lnTo>
                  <a:cubicBezTo>
                    <a:pt x="100938" y="96967"/>
                    <a:pt x="101282" y="96967"/>
                    <a:pt x="101798" y="96967"/>
                  </a:cubicBezTo>
                  <a:cubicBezTo>
                    <a:pt x="103689" y="96967"/>
                    <a:pt x="105236" y="95460"/>
                    <a:pt x="105236" y="93620"/>
                  </a:cubicBezTo>
                  <a:cubicBezTo>
                    <a:pt x="105236" y="92113"/>
                    <a:pt x="104548" y="91109"/>
                    <a:pt x="101626" y="89771"/>
                  </a:cubicBezTo>
                  <a:lnTo>
                    <a:pt x="11726" y="48603"/>
                  </a:lnTo>
                  <a:lnTo>
                    <a:pt x="101970" y="7100"/>
                  </a:lnTo>
                  <a:close/>
                  <a:moveTo>
                    <a:pt x="99220" y="129432"/>
                  </a:moveTo>
                  <a:cubicBezTo>
                    <a:pt x="102142" y="129432"/>
                    <a:pt x="105236" y="129432"/>
                    <a:pt x="105236" y="126085"/>
                  </a:cubicBezTo>
                  <a:cubicBezTo>
                    <a:pt x="105236" y="122738"/>
                    <a:pt x="101626" y="122738"/>
                    <a:pt x="99048" y="122738"/>
                  </a:cubicBezTo>
                  <a:lnTo>
                    <a:pt x="6397" y="122738"/>
                  </a:lnTo>
                  <a:cubicBezTo>
                    <a:pt x="3819" y="122738"/>
                    <a:pt x="209" y="122738"/>
                    <a:pt x="209" y="126085"/>
                  </a:cubicBezTo>
                  <a:cubicBezTo>
                    <a:pt x="209" y="129432"/>
                    <a:pt x="3303" y="129432"/>
                    <a:pt x="6225" y="129432"/>
                  </a:cubicBezTo>
                  <a:lnTo>
                    <a:pt x="99220" y="1294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1" name="Freeform: Shape 2020">
              <a:extLst>
                <a:ext uri="{FF2B5EF4-FFF2-40B4-BE49-F238E27FC236}">
                  <a16:creationId xmlns:a16="http://schemas.microsoft.com/office/drawing/2014/main" id="{2A321B9D-E53A-A0F0-DE64-3EE4D2F37093}"/>
                </a:ext>
              </a:extLst>
            </p:cNvPr>
            <p:cNvSpPr/>
            <p:nvPr>
              <p:custDataLst>
                <p:tags r:id="rId13"/>
              </p:custDataLst>
            </p:nvPr>
          </p:nvSpPr>
          <p:spPr>
            <a:xfrm>
              <a:off x="10786054" y="5342155"/>
              <a:ext cx="70476" cy="144924"/>
            </a:xfrm>
            <a:custGeom>
              <a:avLst/>
              <a:gdLst>
                <a:gd name="connsiteX0" fmla="*/ 70696 w 70476"/>
                <a:gd name="connsiteY0" fmla="*/ 6096 h 144924"/>
                <a:gd name="connsiteX1" fmla="*/ 64164 w 70476"/>
                <a:gd name="connsiteY1" fmla="*/ 71 h 144924"/>
                <a:gd name="connsiteX2" fmla="*/ 55054 w 70476"/>
                <a:gd name="connsiteY2" fmla="*/ 8941 h 144924"/>
                <a:gd name="connsiteX3" fmla="*/ 61414 w 70476"/>
                <a:gd name="connsiteY3" fmla="*/ 14965 h 144924"/>
                <a:gd name="connsiteX4" fmla="*/ 70696 w 70476"/>
                <a:gd name="connsiteY4" fmla="*/ 6096 h 144924"/>
                <a:gd name="connsiteX5" fmla="*/ 36145 w 70476"/>
                <a:gd name="connsiteY5" fmla="*/ 119057 h 144924"/>
                <a:gd name="connsiteX6" fmla="*/ 15002 w 70476"/>
                <a:gd name="connsiteY6" fmla="*/ 141314 h 144924"/>
                <a:gd name="connsiteX7" fmla="*/ 8299 w 70476"/>
                <a:gd name="connsiteY7" fmla="*/ 139808 h 144924"/>
                <a:gd name="connsiteX8" fmla="*/ 16034 w 70476"/>
                <a:gd name="connsiteY8" fmla="*/ 130939 h 144924"/>
                <a:gd name="connsiteX9" fmla="*/ 9502 w 70476"/>
                <a:gd name="connsiteY9" fmla="*/ 125081 h 144924"/>
                <a:gd name="connsiteX10" fmla="*/ 220 w 70476"/>
                <a:gd name="connsiteY10" fmla="*/ 134620 h 144924"/>
                <a:gd name="connsiteX11" fmla="*/ 15346 w 70476"/>
                <a:gd name="connsiteY11" fmla="*/ 144996 h 144924"/>
                <a:gd name="connsiteX12" fmla="*/ 47662 w 70476"/>
                <a:gd name="connsiteY12" fmla="*/ 119559 h 144924"/>
                <a:gd name="connsiteX13" fmla="*/ 63476 w 70476"/>
                <a:gd name="connsiteY13" fmla="*/ 58309 h 144924"/>
                <a:gd name="connsiteX14" fmla="*/ 64336 w 70476"/>
                <a:gd name="connsiteY14" fmla="*/ 52117 h 144924"/>
                <a:gd name="connsiteX15" fmla="*/ 48522 w 70476"/>
                <a:gd name="connsiteY15" fmla="*/ 36721 h 144924"/>
                <a:gd name="connsiteX16" fmla="*/ 21191 w 70476"/>
                <a:gd name="connsiteY16" fmla="*/ 62493 h 144924"/>
                <a:gd name="connsiteX17" fmla="*/ 23253 w 70476"/>
                <a:gd name="connsiteY17" fmla="*/ 64166 h 144924"/>
                <a:gd name="connsiteX18" fmla="*/ 26347 w 70476"/>
                <a:gd name="connsiteY18" fmla="*/ 60819 h 144924"/>
                <a:gd name="connsiteX19" fmla="*/ 48006 w 70476"/>
                <a:gd name="connsiteY19" fmla="*/ 40402 h 144924"/>
                <a:gd name="connsiteX20" fmla="*/ 53506 w 70476"/>
                <a:gd name="connsiteY20" fmla="*/ 48101 h 144924"/>
                <a:gd name="connsiteX21" fmla="*/ 52303 w 70476"/>
                <a:gd name="connsiteY21" fmla="*/ 56635 h 144924"/>
                <a:gd name="connsiteX22" fmla="*/ 36145 w 70476"/>
                <a:gd name="connsiteY22" fmla="*/ 119057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096"/>
                  </a:moveTo>
                  <a:cubicBezTo>
                    <a:pt x="70696" y="2916"/>
                    <a:pt x="68289" y="71"/>
                    <a:pt x="64164" y="71"/>
                  </a:cubicBezTo>
                  <a:cubicBezTo>
                    <a:pt x="60210" y="71"/>
                    <a:pt x="55054" y="3920"/>
                    <a:pt x="55054" y="8941"/>
                  </a:cubicBezTo>
                  <a:cubicBezTo>
                    <a:pt x="55054" y="12288"/>
                    <a:pt x="57460" y="14965"/>
                    <a:pt x="61414" y="14965"/>
                  </a:cubicBezTo>
                  <a:cubicBezTo>
                    <a:pt x="66055" y="14965"/>
                    <a:pt x="70696" y="10614"/>
                    <a:pt x="70696" y="6096"/>
                  </a:cubicBezTo>
                  <a:close/>
                  <a:moveTo>
                    <a:pt x="36145" y="119057"/>
                  </a:moveTo>
                  <a:cubicBezTo>
                    <a:pt x="32879" y="131775"/>
                    <a:pt x="24628" y="141314"/>
                    <a:pt x="15002" y="141314"/>
                  </a:cubicBezTo>
                  <a:cubicBezTo>
                    <a:pt x="13971" y="141314"/>
                    <a:pt x="11393" y="141314"/>
                    <a:pt x="8299" y="139808"/>
                  </a:cubicBezTo>
                  <a:cubicBezTo>
                    <a:pt x="13455" y="138637"/>
                    <a:pt x="16034" y="134286"/>
                    <a:pt x="16034" y="130939"/>
                  </a:cubicBezTo>
                  <a:cubicBezTo>
                    <a:pt x="16034" y="128261"/>
                    <a:pt x="14143" y="125081"/>
                    <a:pt x="9502" y="125081"/>
                  </a:cubicBezTo>
                  <a:cubicBezTo>
                    <a:pt x="5205" y="125081"/>
                    <a:pt x="220" y="128596"/>
                    <a:pt x="220" y="134620"/>
                  </a:cubicBezTo>
                  <a:cubicBezTo>
                    <a:pt x="220" y="141314"/>
                    <a:pt x="7095" y="144996"/>
                    <a:pt x="15346" y="144996"/>
                  </a:cubicBezTo>
                  <a:cubicBezTo>
                    <a:pt x="27379" y="144996"/>
                    <a:pt x="43365" y="136126"/>
                    <a:pt x="47662" y="119559"/>
                  </a:cubicBezTo>
                  <a:lnTo>
                    <a:pt x="63476" y="58309"/>
                  </a:lnTo>
                  <a:cubicBezTo>
                    <a:pt x="64336" y="54962"/>
                    <a:pt x="64336" y="52619"/>
                    <a:pt x="64336" y="52117"/>
                  </a:cubicBezTo>
                  <a:cubicBezTo>
                    <a:pt x="64336" y="42578"/>
                    <a:pt x="57116" y="36721"/>
                    <a:pt x="48522" y="36721"/>
                  </a:cubicBezTo>
                  <a:cubicBezTo>
                    <a:pt x="30989" y="36721"/>
                    <a:pt x="21191" y="60986"/>
                    <a:pt x="21191" y="62493"/>
                  </a:cubicBezTo>
                  <a:cubicBezTo>
                    <a:pt x="21191" y="64166"/>
                    <a:pt x="22910" y="64166"/>
                    <a:pt x="23253" y="64166"/>
                  </a:cubicBezTo>
                  <a:cubicBezTo>
                    <a:pt x="24800" y="64166"/>
                    <a:pt x="24972" y="63999"/>
                    <a:pt x="26347" y="60819"/>
                  </a:cubicBezTo>
                  <a:cubicBezTo>
                    <a:pt x="30645" y="50611"/>
                    <a:pt x="38552" y="40402"/>
                    <a:pt x="48006" y="40402"/>
                  </a:cubicBezTo>
                  <a:cubicBezTo>
                    <a:pt x="50412" y="40402"/>
                    <a:pt x="53506" y="41072"/>
                    <a:pt x="53506" y="48101"/>
                  </a:cubicBezTo>
                  <a:cubicBezTo>
                    <a:pt x="53506" y="51950"/>
                    <a:pt x="52991" y="53790"/>
                    <a:pt x="52303" y="56635"/>
                  </a:cubicBezTo>
                  <a:lnTo>
                    <a:pt x="36145" y="1190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2" name="Freeform: Shape 2021">
              <a:extLst>
                <a:ext uri="{FF2B5EF4-FFF2-40B4-BE49-F238E27FC236}">
                  <a16:creationId xmlns:a16="http://schemas.microsoft.com/office/drawing/2014/main" id="{5419AEF8-98EF-5749-71A0-952C37467599}"/>
                </a:ext>
              </a:extLst>
            </p:cNvPr>
            <p:cNvSpPr/>
            <p:nvPr>
              <p:custDataLst>
                <p:tags r:id="rId14"/>
              </p:custDataLst>
            </p:nvPr>
          </p:nvSpPr>
          <p:spPr>
            <a:xfrm>
              <a:off x="10878713" y="5327260"/>
              <a:ext cx="39879" cy="167349"/>
            </a:xfrm>
            <a:custGeom>
              <a:avLst/>
              <a:gdLst>
                <a:gd name="connsiteX0" fmla="*/ 40104 w 39879"/>
                <a:gd name="connsiteY0" fmla="*/ 83746 h 167349"/>
                <a:gd name="connsiteX1" fmla="*/ 28759 w 39879"/>
                <a:gd name="connsiteY1" fmla="*/ 31533 h 167349"/>
                <a:gd name="connsiteX2" fmla="*/ 1943 w 39879"/>
                <a:gd name="connsiteY2" fmla="*/ 71 h 167349"/>
                <a:gd name="connsiteX3" fmla="*/ 224 w 39879"/>
                <a:gd name="connsiteY3" fmla="*/ 1745 h 167349"/>
                <a:gd name="connsiteX4" fmla="*/ 3490 w 39879"/>
                <a:gd name="connsiteY4" fmla="*/ 5594 h 167349"/>
                <a:gd name="connsiteX5" fmla="*/ 30134 w 39879"/>
                <a:gd name="connsiteY5" fmla="*/ 83746 h 167349"/>
                <a:gd name="connsiteX6" fmla="*/ 2459 w 39879"/>
                <a:gd name="connsiteY6" fmla="*/ 162902 h 167349"/>
                <a:gd name="connsiteX7" fmla="*/ 224 w 39879"/>
                <a:gd name="connsiteY7" fmla="*/ 165747 h 167349"/>
                <a:gd name="connsiteX8" fmla="*/ 1943 w 39879"/>
                <a:gd name="connsiteY8" fmla="*/ 167421 h 167349"/>
                <a:gd name="connsiteX9" fmla="*/ 29274 w 39879"/>
                <a:gd name="connsiteY9" fmla="*/ 134788 h 167349"/>
                <a:gd name="connsiteX10" fmla="*/ 40104 w 39879"/>
                <a:gd name="connsiteY10" fmla="*/ 83746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46"/>
                  </a:moveTo>
                  <a:cubicBezTo>
                    <a:pt x="40104" y="70693"/>
                    <a:pt x="38213" y="50443"/>
                    <a:pt x="28759" y="31533"/>
                  </a:cubicBezTo>
                  <a:cubicBezTo>
                    <a:pt x="18445" y="10949"/>
                    <a:pt x="3662" y="71"/>
                    <a:pt x="1943" y="71"/>
                  </a:cubicBezTo>
                  <a:cubicBezTo>
                    <a:pt x="912" y="71"/>
                    <a:pt x="224" y="741"/>
                    <a:pt x="224" y="1745"/>
                  </a:cubicBezTo>
                  <a:cubicBezTo>
                    <a:pt x="224" y="2247"/>
                    <a:pt x="224" y="2581"/>
                    <a:pt x="3490" y="5594"/>
                  </a:cubicBezTo>
                  <a:cubicBezTo>
                    <a:pt x="20336" y="22161"/>
                    <a:pt x="30134" y="48770"/>
                    <a:pt x="30134" y="83746"/>
                  </a:cubicBezTo>
                  <a:cubicBezTo>
                    <a:pt x="30134" y="112363"/>
                    <a:pt x="23774" y="141816"/>
                    <a:pt x="2459" y="162902"/>
                  </a:cubicBezTo>
                  <a:cubicBezTo>
                    <a:pt x="224" y="164911"/>
                    <a:pt x="224" y="165245"/>
                    <a:pt x="224" y="165747"/>
                  </a:cubicBezTo>
                  <a:cubicBezTo>
                    <a:pt x="224" y="166751"/>
                    <a:pt x="912" y="167421"/>
                    <a:pt x="1943" y="167421"/>
                  </a:cubicBezTo>
                  <a:cubicBezTo>
                    <a:pt x="3662" y="167421"/>
                    <a:pt x="19133" y="156041"/>
                    <a:pt x="29274" y="134788"/>
                  </a:cubicBezTo>
                  <a:cubicBezTo>
                    <a:pt x="38041" y="116379"/>
                    <a:pt x="40104" y="97803"/>
                    <a:pt x="40104" y="8374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3" name="Freeform: Shape 2022">
              <a:extLst>
                <a:ext uri="{FF2B5EF4-FFF2-40B4-BE49-F238E27FC236}">
                  <a16:creationId xmlns:a16="http://schemas.microsoft.com/office/drawing/2014/main" id="{1DC42C68-DBDA-3CCF-8109-2DE82BF84D15}"/>
                </a:ext>
              </a:extLst>
            </p:cNvPr>
            <p:cNvSpPr/>
            <p:nvPr>
              <p:custDataLst>
                <p:tags r:id="rId15"/>
              </p:custDataLst>
            </p:nvPr>
          </p:nvSpPr>
          <p:spPr>
            <a:xfrm>
              <a:off x="10164660" y="5520801"/>
              <a:ext cx="771101" cy="6693"/>
            </a:xfrm>
            <a:custGeom>
              <a:avLst/>
              <a:gdLst>
                <a:gd name="connsiteX0" fmla="*/ 0 w 771101"/>
                <a:gd name="connsiteY0" fmla="*/ 0 h 6693"/>
                <a:gd name="connsiteX1" fmla="*/ 771102 w 771101"/>
                <a:gd name="connsiteY1" fmla="*/ 0 h 6693"/>
                <a:gd name="connsiteX2" fmla="*/ 771102 w 771101"/>
                <a:gd name="connsiteY2" fmla="*/ 6694 h 6693"/>
                <a:gd name="connsiteX3" fmla="*/ 0 w 771101"/>
                <a:gd name="connsiteY3" fmla="*/ 6694 h 6693"/>
              </a:gdLst>
              <a:ahLst/>
              <a:cxnLst>
                <a:cxn ang="0">
                  <a:pos x="connsiteX0" y="connsiteY0"/>
                </a:cxn>
                <a:cxn ang="0">
                  <a:pos x="connsiteX1" y="connsiteY1"/>
                </a:cxn>
                <a:cxn ang="0">
                  <a:pos x="connsiteX2" y="connsiteY2"/>
                </a:cxn>
                <a:cxn ang="0">
                  <a:pos x="connsiteX3" y="connsiteY3"/>
                </a:cxn>
              </a:cxnLst>
              <a:rect l="l" t="t" r="r" b="b"/>
              <a:pathLst>
                <a:path w="771101" h="6693">
                  <a:moveTo>
                    <a:pt x="0" y="0"/>
                  </a:moveTo>
                  <a:lnTo>
                    <a:pt x="771102" y="0"/>
                  </a:lnTo>
                  <a:lnTo>
                    <a:pt x="771102" y="6694"/>
                  </a:lnTo>
                  <a:lnTo>
                    <a:pt x="0" y="66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4" name="Freeform: Shape 2023">
              <a:extLst>
                <a:ext uri="{FF2B5EF4-FFF2-40B4-BE49-F238E27FC236}">
                  <a16:creationId xmlns:a16="http://schemas.microsoft.com/office/drawing/2014/main" id="{B846CA4A-031D-28CB-51B3-AF4FD65F05D5}"/>
                </a:ext>
              </a:extLst>
            </p:cNvPr>
            <p:cNvSpPr/>
            <p:nvPr>
              <p:custDataLst>
                <p:tags r:id="rId16"/>
              </p:custDataLst>
            </p:nvPr>
          </p:nvSpPr>
          <p:spPr>
            <a:xfrm>
              <a:off x="10171536" y="5566479"/>
              <a:ext cx="122731" cy="114299"/>
            </a:xfrm>
            <a:custGeom>
              <a:avLst/>
              <a:gdLst>
                <a:gd name="connsiteX0" fmla="*/ 45391 w 122731"/>
                <a:gd name="connsiteY0" fmla="*/ 61502 h 114299"/>
                <a:gd name="connsiteX1" fmla="*/ 74613 w 122731"/>
                <a:gd name="connsiteY1" fmla="*/ 61502 h 114299"/>
                <a:gd name="connsiteX2" fmla="*/ 122915 w 122731"/>
                <a:gd name="connsiteY2" fmla="*/ 25355 h 114299"/>
                <a:gd name="connsiteX3" fmla="*/ 89052 w 122731"/>
                <a:gd name="connsiteY3" fmla="*/ 85 h 114299"/>
                <a:gd name="connsiteX4" fmla="*/ 33359 w 122731"/>
                <a:gd name="connsiteY4" fmla="*/ 85 h 114299"/>
                <a:gd name="connsiteX5" fmla="*/ 28202 w 122731"/>
                <a:gd name="connsiteY5" fmla="*/ 3264 h 114299"/>
                <a:gd name="connsiteX6" fmla="*/ 33187 w 122731"/>
                <a:gd name="connsiteY6" fmla="*/ 5273 h 114299"/>
                <a:gd name="connsiteX7" fmla="*/ 40578 w 122731"/>
                <a:gd name="connsiteY7" fmla="*/ 5607 h 114299"/>
                <a:gd name="connsiteX8" fmla="*/ 44360 w 122731"/>
                <a:gd name="connsiteY8" fmla="*/ 8285 h 114299"/>
                <a:gd name="connsiteX9" fmla="*/ 43672 w 122731"/>
                <a:gd name="connsiteY9" fmla="*/ 11465 h 114299"/>
                <a:gd name="connsiteX10" fmla="*/ 20639 w 122731"/>
                <a:gd name="connsiteY10" fmla="*/ 101331 h 114299"/>
                <a:gd name="connsiteX11" fmla="*/ 4997 w 122731"/>
                <a:gd name="connsiteY11" fmla="*/ 109197 h 114299"/>
                <a:gd name="connsiteX12" fmla="*/ 184 w 122731"/>
                <a:gd name="connsiteY12" fmla="*/ 112376 h 114299"/>
                <a:gd name="connsiteX13" fmla="*/ 2762 w 122731"/>
                <a:gd name="connsiteY13" fmla="*/ 114385 h 114299"/>
                <a:gd name="connsiteX14" fmla="*/ 24592 w 122731"/>
                <a:gd name="connsiteY14" fmla="*/ 113882 h 114299"/>
                <a:gd name="connsiteX15" fmla="*/ 35593 w 122731"/>
                <a:gd name="connsiteY15" fmla="*/ 114050 h 114299"/>
                <a:gd name="connsiteX16" fmla="*/ 46767 w 122731"/>
                <a:gd name="connsiteY16" fmla="*/ 114385 h 114299"/>
                <a:gd name="connsiteX17" fmla="*/ 50204 w 122731"/>
                <a:gd name="connsiteY17" fmla="*/ 111038 h 114299"/>
                <a:gd name="connsiteX18" fmla="*/ 45391 w 122731"/>
                <a:gd name="connsiteY18" fmla="*/ 109197 h 114299"/>
                <a:gd name="connsiteX19" fmla="*/ 34218 w 122731"/>
                <a:gd name="connsiteY19" fmla="*/ 106184 h 114299"/>
                <a:gd name="connsiteX20" fmla="*/ 34734 w 122731"/>
                <a:gd name="connsiteY20" fmla="*/ 103339 h 114299"/>
                <a:gd name="connsiteX21" fmla="*/ 45391 w 122731"/>
                <a:gd name="connsiteY21" fmla="*/ 61502 h 114299"/>
                <a:gd name="connsiteX22" fmla="*/ 57768 w 122731"/>
                <a:gd name="connsiteY22" fmla="*/ 11632 h 114299"/>
                <a:gd name="connsiteX23" fmla="*/ 67050 w 122731"/>
                <a:gd name="connsiteY23" fmla="*/ 5273 h 114299"/>
                <a:gd name="connsiteX24" fmla="*/ 83552 w 122731"/>
                <a:gd name="connsiteY24" fmla="*/ 5273 h 114299"/>
                <a:gd name="connsiteX25" fmla="*/ 106929 w 122731"/>
                <a:gd name="connsiteY25" fmla="*/ 21338 h 114299"/>
                <a:gd name="connsiteX26" fmla="*/ 96787 w 122731"/>
                <a:gd name="connsiteY26" fmla="*/ 48281 h 114299"/>
                <a:gd name="connsiteX27" fmla="*/ 70316 w 122731"/>
                <a:gd name="connsiteY27" fmla="*/ 57151 h 114299"/>
                <a:gd name="connsiteX28" fmla="*/ 46079 w 122731"/>
                <a:gd name="connsiteY28" fmla="*/ 57151 h 114299"/>
                <a:gd name="connsiteX29" fmla="*/ 57768 w 122731"/>
                <a:gd name="connsiteY29" fmla="*/ 11632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502"/>
                  </a:moveTo>
                  <a:lnTo>
                    <a:pt x="74613" y="61502"/>
                  </a:lnTo>
                  <a:cubicBezTo>
                    <a:pt x="99022" y="61502"/>
                    <a:pt x="122915" y="44098"/>
                    <a:pt x="122915" y="25355"/>
                  </a:cubicBezTo>
                  <a:cubicBezTo>
                    <a:pt x="122915" y="12469"/>
                    <a:pt x="111570" y="85"/>
                    <a:pt x="89052" y="85"/>
                  </a:cubicBezTo>
                  <a:lnTo>
                    <a:pt x="33359" y="85"/>
                  </a:lnTo>
                  <a:cubicBezTo>
                    <a:pt x="30093" y="85"/>
                    <a:pt x="28202" y="85"/>
                    <a:pt x="28202" y="3264"/>
                  </a:cubicBezTo>
                  <a:cubicBezTo>
                    <a:pt x="28202" y="5273"/>
                    <a:pt x="29749" y="5273"/>
                    <a:pt x="33187" y="5273"/>
                  </a:cubicBezTo>
                  <a:cubicBezTo>
                    <a:pt x="35422" y="5273"/>
                    <a:pt x="38516" y="5440"/>
                    <a:pt x="40578" y="5607"/>
                  </a:cubicBezTo>
                  <a:cubicBezTo>
                    <a:pt x="43329" y="5942"/>
                    <a:pt x="44360" y="6444"/>
                    <a:pt x="44360" y="8285"/>
                  </a:cubicBezTo>
                  <a:cubicBezTo>
                    <a:pt x="44360" y="8954"/>
                    <a:pt x="44188" y="9456"/>
                    <a:pt x="43672" y="11465"/>
                  </a:cubicBezTo>
                  <a:lnTo>
                    <a:pt x="20639" y="101331"/>
                  </a:lnTo>
                  <a:cubicBezTo>
                    <a:pt x="18920" y="107858"/>
                    <a:pt x="18576" y="109197"/>
                    <a:pt x="4997" y="109197"/>
                  </a:cubicBezTo>
                  <a:cubicBezTo>
                    <a:pt x="2074" y="109197"/>
                    <a:pt x="184" y="109197"/>
                    <a:pt x="184" y="112376"/>
                  </a:cubicBezTo>
                  <a:cubicBezTo>
                    <a:pt x="184" y="114385"/>
                    <a:pt x="2246" y="114385"/>
                    <a:pt x="2762" y="114385"/>
                  </a:cubicBezTo>
                  <a:cubicBezTo>
                    <a:pt x="7575" y="114385"/>
                    <a:pt x="19779" y="113882"/>
                    <a:pt x="24592" y="113882"/>
                  </a:cubicBezTo>
                  <a:cubicBezTo>
                    <a:pt x="28202" y="113882"/>
                    <a:pt x="31984" y="114050"/>
                    <a:pt x="35593" y="114050"/>
                  </a:cubicBezTo>
                  <a:cubicBezTo>
                    <a:pt x="39375" y="114050"/>
                    <a:pt x="43157" y="114385"/>
                    <a:pt x="46767" y="114385"/>
                  </a:cubicBezTo>
                  <a:cubicBezTo>
                    <a:pt x="47970" y="114385"/>
                    <a:pt x="50204" y="114385"/>
                    <a:pt x="50204" y="111038"/>
                  </a:cubicBezTo>
                  <a:cubicBezTo>
                    <a:pt x="50204" y="109197"/>
                    <a:pt x="48657" y="109197"/>
                    <a:pt x="45391" y="109197"/>
                  </a:cubicBezTo>
                  <a:cubicBezTo>
                    <a:pt x="39031" y="109197"/>
                    <a:pt x="34218" y="109197"/>
                    <a:pt x="34218" y="106184"/>
                  </a:cubicBezTo>
                  <a:cubicBezTo>
                    <a:pt x="34218" y="105180"/>
                    <a:pt x="34562" y="104344"/>
                    <a:pt x="34734" y="103339"/>
                  </a:cubicBezTo>
                  <a:lnTo>
                    <a:pt x="45391" y="61502"/>
                  </a:lnTo>
                  <a:close/>
                  <a:moveTo>
                    <a:pt x="57768" y="11632"/>
                  </a:moveTo>
                  <a:cubicBezTo>
                    <a:pt x="59315" y="5775"/>
                    <a:pt x="59658" y="5273"/>
                    <a:pt x="67050" y="5273"/>
                  </a:cubicBezTo>
                  <a:lnTo>
                    <a:pt x="83552" y="5273"/>
                  </a:lnTo>
                  <a:cubicBezTo>
                    <a:pt x="97819" y="5273"/>
                    <a:pt x="106929" y="9791"/>
                    <a:pt x="106929" y="21338"/>
                  </a:cubicBezTo>
                  <a:cubicBezTo>
                    <a:pt x="106929" y="27865"/>
                    <a:pt x="103491" y="42257"/>
                    <a:pt x="96787" y="48281"/>
                  </a:cubicBezTo>
                  <a:cubicBezTo>
                    <a:pt x="88193" y="55812"/>
                    <a:pt x="77879" y="57151"/>
                    <a:pt x="70316" y="57151"/>
                  </a:cubicBezTo>
                  <a:lnTo>
                    <a:pt x="46079" y="57151"/>
                  </a:lnTo>
                  <a:lnTo>
                    <a:pt x="57768" y="116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1" name="Freeform: Shape 2080">
              <a:extLst>
                <a:ext uri="{FF2B5EF4-FFF2-40B4-BE49-F238E27FC236}">
                  <a16:creationId xmlns:a16="http://schemas.microsoft.com/office/drawing/2014/main" id="{796891AF-D7F1-1912-3F6E-0AF4003F02F6}"/>
                </a:ext>
              </a:extLst>
            </p:cNvPr>
            <p:cNvSpPr/>
            <p:nvPr>
              <p:custDataLst>
                <p:tags r:id="rId17"/>
              </p:custDataLst>
            </p:nvPr>
          </p:nvSpPr>
          <p:spPr>
            <a:xfrm>
              <a:off x="10315910" y="5555267"/>
              <a:ext cx="39879" cy="167349"/>
            </a:xfrm>
            <a:custGeom>
              <a:avLst/>
              <a:gdLst>
                <a:gd name="connsiteX0" fmla="*/ 40070 w 39879"/>
                <a:gd name="connsiteY0" fmla="*/ 165761 h 167349"/>
                <a:gd name="connsiteX1" fmla="*/ 37148 w 39879"/>
                <a:gd name="connsiteY1" fmla="*/ 162079 h 167349"/>
                <a:gd name="connsiteX2" fmla="*/ 10161 w 39879"/>
                <a:gd name="connsiteY2" fmla="*/ 83760 h 167349"/>
                <a:gd name="connsiteX3" fmla="*/ 37836 w 39879"/>
                <a:gd name="connsiteY3" fmla="*/ 4603 h 167349"/>
                <a:gd name="connsiteX4" fmla="*/ 40070 w 39879"/>
                <a:gd name="connsiteY4" fmla="*/ 1758 h 167349"/>
                <a:gd name="connsiteX5" fmla="*/ 38352 w 39879"/>
                <a:gd name="connsiteY5" fmla="*/ 85 h 167349"/>
                <a:gd name="connsiteX6" fmla="*/ 11021 w 39879"/>
                <a:gd name="connsiteY6" fmla="*/ 32718 h 167349"/>
                <a:gd name="connsiteX7" fmla="*/ 191 w 39879"/>
                <a:gd name="connsiteY7" fmla="*/ 83760 h 167349"/>
                <a:gd name="connsiteX8" fmla="*/ 11536 w 39879"/>
                <a:gd name="connsiteY8" fmla="*/ 135973 h 167349"/>
                <a:gd name="connsiteX9" fmla="*/ 38352 w 39879"/>
                <a:gd name="connsiteY9" fmla="*/ 167434 h 167349"/>
                <a:gd name="connsiteX10" fmla="*/ 40070 w 39879"/>
                <a:gd name="connsiteY10" fmla="*/ 165761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61"/>
                  </a:moveTo>
                  <a:cubicBezTo>
                    <a:pt x="40070" y="165259"/>
                    <a:pt x="40070" y="164924"/>
                    <a:pt x="37148" y="162079"/>
                  </a:cubicBezTo>
                  <a:cubicBezTo>
                    <a:pt x="15662" y="140993"/>
                    <a:pt x="10161" y="109364"/>
                    <a:pt x="10161" y="83760"/>
                  </a:cubicBezTo>
                  <a:cubicBezTo>
                    <a:pt x="10161" y="54641"/>
                    <a:pt x="16693" y="25522"/>
                    <a:pt x="37836" y="4603"/>
                  </a:cubicBezTo>
                  <a:cubicBezTo>
                    <a:pt x="40070" y="2595"/>
                    <a:pt x="40070" y="2260"/>
                    <a:pt x="40070" y="1758"/>
                  </a:cubicBezTo>
                  <a:cubicBezTo>
                    <a:pt x="40070" y="587"/>
                    <a:pt x="39383" y="85"/>
                    <a:pt x="38352" y="85"/>
                  </a:cubicBezTo>
                  <a:cubicBezTo>
                    <a:pt x="36633" y="85"/>
                    <a:pt x="21162" y="11465"/>
                    <a:pt x="11021" y="32718"/>
                  </a:cubicBezTo>
                  <a:cubicBezTo>
                    <a:pt x="2254" y="51126"/>
                    <a:pt x="191" y="69702"/>
                    <a:pt x="191" y="83760"/>
                  </a:cubicBezTo>
                  <a:cubicBezTo>
                    <a:pt x="191" y="96813"/>
                    <a:pt x="2082" y="117062"/>
                    <a:pt x="11536" y="135973"/>
                  </a:cubicBezTo>
                  <a:cubicBezTo>
                    <a:pt x="21850" y="156557"/>
                    <a:pt x="36633" y="167434"/>
                    <a:pt x="38352" y="167434"/>
                  </a:cubicBezTo>
                  <a:cubicBezTo>
                    <a:pt x="39383" y="167434"/>
                    <a:pt x="40070" y="166932"/>
                    <a:pt x="40070" y="16576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2" name="Freeform: Shape 2081">
              <a:extLst>
                <a:ext uri="{FF2B5EF4-FFF2-40B4-BE49-F238E27FC236}">
                  <a16:creationId xmlns:a16="http://schemas.microsoft.com/office/drawing/2014/main" id="{F4748ED1-2567-6C8D-D416-0B3D245CFD53}"/>
                </a:ext>
              </a:extLst>
            </p:cNvPr>
            <p:cNvSpPr/>
            <p:nvPr>
              <p:custDataLst>
                <p:tags r:id="rId18"/>
              </p:custDataLst>
            </p:nvPr>
          </p:nvSpPr>
          <p:spPr>
            <a:xfrm>
              <a:off x="10371756" y="5566479"/>
              <a:ext cx="124966" cy="114299"/>
            </a:xfrm>
            <a:custGeom>
              <a:avLst/>
              <a:gdLst>
                <a:gd name="connsiteX0" fmla="*/ 96799 w 124966"/>
                <a:gd name="connsiteY0" fmla="*/ 19163 h 114299"/>
                <a:gd name="connsiteX1" fmla="*/ 99206 w 124966"/>
                <a:gd name="connsiteY1" fmla="*/ 16820 h 114299"/>
                <a:gd name="connsiteX2" fmla="*/ 121724 w 124966"/>
                <a:gd name="connsiteY2" fmla="*/ 5273 h 114299"/>
                <a:gd name="connsiteX3" fmla="*/ 125161 w 124966"/>
                <a:gd name="connsiteY3" fmla="*/ 2093 h 114299"/>
                <a:gd name="connsiteX4" fmla="*/ 122927 w 124966"/>
                <a:gd name="connsiteY4" fmla="*/ 85 h 114299"/>
                <a:gd name="connsiteX5" fmla="*/ 108832 w 124966"/>
                <a:gd name="connsiteY5" fmla="*/ 587 h 114299"/>
                <a:gd name="connsiteX6" fmla="*/ 91642 w 124966"/>
                <a:gd name="connsiteY6" fmla="*/ 85 h 114299"/>
                <a:gd name="connsiteX7" fmla="*/ 88376 w 124966"/>
                <a:gd name="connsiteY7" fmla="*/ 3264 h 114299"/>
                <a:gd name="connsiteX8" fmla="*/ 90955 w 124966"/>
                <a:gd name="connsiteY8" fmla="*/ 5273 h 114299"/>
                <a:gd name="connsiteX9" fmla="*/ 97143 w 124966"/>
                <a:gd name="connsiteY9" fmla="*/ 9122 h 114299"/>
                <a:gd name="connsiteX10" fmla="*/ 92502 w 124966"/>
                <a:gd name="connsiteY10" fmla="*/ 17154 h 114299"/>
                <a:gd name="connsiteX11" fmla="*/ 52623 w 124966"/>
                <a:gd name="connsiteY11" fmla="*/ 61837 h 114299"/>
                <a:gd name="connsiteX12" fmla="*/ 33714 w 124966"/>
                <a:gd name="connsiteY12" fmla="*/ 12134 h 114299"/>
                <a:gd name="connsiteX13" fmla="*/ 32683 w 124966"/>
                <a:gd name="connsiteY13" fmla="*/ 9289 h 114299"/>
                <a:gd name="connsiteX14" fmla="*/ 42825 w 124966"/>
                <a:gd name="connsiteY14" fmla="*/ 5273 h 114299"/>
                <a:gd name="connsiteX15" fmla="*/ 46950 w 124966"/>
                <a:gd name="connsiteY15" fmla="*/ 1926 h 114299"/>
                <a:gd name="connsiteX16" fmla="*/ 44372 w 124966"/>
                <a:gd name="connsiteY16" fmla="*/ 85 h 114299"/>
                <a:gd name="connsiteX17" fmla="*/ 22713 w 124966"/>
                <a:gd name="connsiteY17" fmla="*/ 587 h 114299"/>
                <a:gd name="connsiteX18" fmla="*/ 3461 w 124966"/>
                <a:gd name="connsiteY18" fmla="*/ 85 h 114299"/>
                <a:gd name="connsiteX19" fmla="*/ 195 w 124966"/>
                <a:gd name="connsiteY19" fmla="*/ 3432 h 114299"/>
                <a:gd name="connsiteX20" fmla="*/ 4149 w 124966"/>
                <a:gd name="connsiteY20" fmla="*/ 5273 h 114299"/>
                <a:gd name="connsiteX21" fmla="*/ 16697 w 124966"/>
                <a:gd name="connsiteY21" fmla="*/ 10963 h 114299"/>
                <a:gd name="connsiteX22" fmla="*/ 37840 w 124966"/>
                <a:gd name="connsiteY22" fmla="*/ 66021 h 114299"/>
                <a:gd name="connsiteX23" fmla="*/ 38527 w 124966"/>
                <a:gd name="connsiteY23" fmla="*/ 68865 h 114299"/>
                <a:gd name="connsiteX24" fmla="*/ 30792 w 124966"/>
                <a:gd name="connsiteY24" fmla="*/ 99323 h 114299"/>
                <a:gd name="connsiteX25" fmla="*/ 14634 w 124966"/>
                <a:gd name="connsiteY25" fmla="*/ 109197 h 114299"/>
                <a:gd name="connsiteX26" fmla="*/ 9993 w 124966"/>
                <a:gd name="connsiteY26" fmla="*/ 112544 h 114299"/>
                <a:gd name="connsiteX27" fmla="*/ 12400 w 124966"/>
                <a:gd name="connsiteY27" fmla="*/ 114385 h 114299"/>
                <a:gd name="connsiteX28" fmla="*/ 34058 w 124966"/>
                <a:gd name="connsiteY28" fmla="*/ 113882 h 114299"/>
                <a:gd name="connsiteX29" fmla="*/ 56060 w 124966"/>
                <a:gd name="connsiteY29" fmla="*/ 114385 h 114299"/>
                <a:gd name="connsiteX30" fmla="*/ 59326 w 124966"/>
                <a:gd name="connsiteY30" fmla="*/ 111038 h 114299"/>
                <a:gd name="connsiteX31" fmla="*/ 54513 w 124966"/>
                <a:gd name="connsiteY31" fmla="*/ 109197 h 114299"/>
                <a:gd name="connsiteX32" fmla="*/ 47981 w 124966"/>
                <a:gd name="connsiteY32" fmla="*/ 108862 h 114299"/>
                <a:gd name="connsiteX33" fmla="*/ 43340 w 124966"/>
                <a:gd name="connsiteY33" fmla="*/ 106184 h 114299"/>
                <a:gd name="connsiteX34" fmla="*/ 45747 w 124966"/>
                <a:gd name="connsiteY34" fmla="*/ 95641 h 114299"/>
                <a:gd name="connsiteX35" fmla="*/ 51763 w 124966"/>
                <a:gd name="connsiteY35" fmla="*/ 72045 h 114299"/>
                <a:gd name="connsiteX36" fmla="*/ 54170 w 124966"/>
                <a:gd name="connsiteY36" fmla="*/ 66857 h 114299"/>
                <a:gd name="connsiteX37" fmla="*/ 96799 w 124966"/>
                <a:gd name="connsiteY37" fmla="*/ 19163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63"/>
                  </a:moveTo>
                  <a:lnTo>
                    <a:pt x="99206" y="16820"/>
                  </a:lnTo>
                  <a:cubicBezTo>
                    <a:pt x="104362" y="11799"/>
                    <a:pt x="110035" y="6109"/>
                    <a:pt x="121724" y="5273"/>
                  </a:cubicBezTo>
                  <a:cubicBezTo>
                    <a:pt x="123614" y="5105"/>
                    <a:pt x="125161" y="5105"/>
                    <a:pt x="125161" y="2093"/>
                  </a:cubicBezTo>
                  <a:cubicBezTo>
                    <a:pt x="125161" y="754"/>
                    <a:pt x="124302" y="85"/>
                    <a:pt x="122927" y="85"/>
                  </a:cubicBezTo>
                  <a:cubicBezTo>
                    <a:pt x="118458" y="85"/>
                    <a:pt x="113473" y="587"/>
                    <a:pt x="108832" y="587"/>
                  </a:cubicBezTo>
                  <a:cubicBezTo>
                    <a:pt x="103159" y="587"/>
                    <a:pt x="97143" y="85"/>
                    <a:pt x="91642" y="85"/>
                  </a:cubicBezTo>
                  <a:cubicBezTo>
                    <a:pt x="90611" y="85"/>
                    <a:pt x="88376" y="85"/>
                    <a:pt x="88376" y="3264"/>
                  </a:cubicBezTo>
                  <a:cubicBezTo>
                    <a:pt x="88376" y="5105"/>
                    <a:pt x="90095" y="5273"/>
                    <a:pt x="90955" y="5273"/>
                  </a:cubicBezTo>
                  <a:cubicBezTo>
                    <a:pt x="92158" y="5273"/>
                    <a:pt x="97143" y="5607"/>
                    <a:pt x="97143" y="9122"/>
                  </a:cubicBezTo>
                  <a:cubicBezTo>
                    <a:pt x="97143" y="11967"/>
                    <a:pt x="93189" y="16318"/>
                    <a:pt x="92502" y="17154"/>
                  </a:cubicBezTo>
                  <a:lnTo>
                    <a:pt x="52623" y="61837"/>
                  </a:lnTo>
                  <a:lnTo>
                    <a:pt x="33714" y="12134"/>
                  </a:lnTo>
                  <a:cubicBezTo>
                    <a:pt x="32683" y="9791"/>
                    <a:pt x="32683" y="9456"/>
                    <a:pt x="32683" y="9289"/>
                  </a:cubicBezTo>
                  <a:cubicBezTo>
                    <a:pt x="32683" y="5273"/>
                    <a:pt x="41106" y="5273"/>
                    <a:pt x="42825" y="5273"/>
                  </a:cubicBezTo>
                  <a:cubicBezTo>
                    <a:pt x="45231" y="5273"/>
                    <a:pt x="46950" y="5273"/>
                    <a:pt x="46950" y="1926"/>
                  </a:cubicBezTo>
                  <a:cubicBezTo>
                    <a:pt x="46950" y="85"/>
                    <a:pt x="44887" y="85"/>
                    <a:pt x="44372" y="85"/>
                  </a:cubicBezTo>
                  <a:cubicBezTo>
                    <a:pt x="39559" y="85"/>
                    <a:pt x="27526" y="587"/>
                    <a:pt x="22713" y="587"/>
                  </a:cubicBezTo>
                  <a:cubicBezTo>
                    <a:pt x="18416" y="587"/>
                    <a:pt x="7758" y="85"/>
                    <a:pt x="3461" y="85"/>
                  </a:cubicBezTo>
                  <a:cubicBezTo>
                    <a:pt x="2430" y="85"/>
                    <a:pt x="195" y="85"/>
                    <a:pt x="195" y="3432"/>
                  </a:cubicBezTo>
                  <a:cubicBezTo>
                    <a:pt x="195" y="5273"/>
                    <a:pt x="1914" y="5273"/>
                    <a:pt x="4149" y="5273"/>
                  </a:cubicBezTo>
                  <a:cubicBezTo>
                    <a:pt x="14462" y="5273"/>
                    <a:pt x="15150" y="6779"/>
                    <a:pt x="16697" y="10963"/>
                  </a:cubicBezTo>
                  <a:lnTo>
                    <a:pt x="37840" y="66021"/>
                  </a:lnTo>
                  <a:cubicBezTo>
                    <a:pt x="38012" y="66523"/>
                    <a:pt x="38527" y="68363"/>
                    <a:pt x="38527" y="68865"/>
                  </a:cubicBezTo>
                  <a:cubicBezTo>
                    <a:pt x="38527" y="69368"/>
                    <a:pt x="31652" y="96311"/>
                    <a:pt x="30792" y="99323"/>
                  </a:cubicBezTo>
                  <a:cubicBezTo>
                    <a:pt x="28558" y="108527"/>
                    <a:pt x="28386" y="109029"/>
                    <a:pt x="14634" y="109197"/>
                  </a:cubicBezTo>
                  <a:cubicBezTo>
                    <a:pt x="11368" y="109197"/>
                    <a:pt x="9993" y="109197"/>
                    <a:pt x="9993" y="112544"/>
                  </a:cubicBezTo>
                  <a:cubicBezTo>
                    <a:pt x="9993" y="114385"/>
                    <a:pt x="12056" y="114385"/>
                    <a:pt x="12400" y="114385"/>
                  </a:cubicBezTo>
                  <a:cubicBezTo>
                    <a:pt x="17213" y="114385"/>
                    <a:pt x="29245" y="113882"/>
                    <a:pt x="34058" y="113882"/>
                  </a:cubicBezTo>
                  <a:cubicBezTo>
                    <a:pt x="38871" y="113882"/>
                    <a:pt x="51247" y="114385"/>
                    <a:pt x="56060" y="114385"/>
                  </a:cubicBezTo>
                  <a:cubicBezTo>
                    <a:pt x="57264" y="114385"/>
                    <a:pt x="59326" y="114385"/>
                    <a:pt x="59326" y="111038"/>
                  </a:cubicBezTo>
                  <a:cubicBezTo>
                    <a:pt x="59326" y="109197"/>
                    <a:pt x="57779" y="109197"/>
                    <a:pt x="54513" y="109197"/>
                  </a:cubicBezTo>
                  <a:cubicBezTo>
                    <a:pt x="54170" y="109197"/>
                    <a:pt x="50904" y="109197"/>
                    <a:pt x="47981" y="108862"/>
                  </a:cubicBezTo>
                  <a:cubicBezTo>
                    <a:pt x="44372" y="108527"/>
                    <a:pt x="43340" y="108193"/>
                    <a:pt x="43340" y="106184"/>
                  </a:cubicBezTo>
                  <a:cubicBezTo>
                    <a:pt x="43340" y="105013"/>
                    <a:pt x="44887" y="99156"/>
                    <a:pt x="45747" y="95641"/>
                  </a:cubicBezTo>
                  <a:lnTo>
                    <a:pt x="51763" y="72045"/>
                  </a:lnTo>
                  <a:cubicBezTo>
                    <a:pt x="52623" y="68865"/>
                    <a:pt x="52794" y="68363"/>
                    <a:pt x="54170" y="66857"/>
                  </a:cubicBezTo>
                  <a:lnTo>
                    <a:pt x="96799" y="191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3" name="Freeform: Shape 2082">
              <a:extLst>
                <a:ext uri="{FF2B5EF4-FFF2-40B4-BE49-F238E27FC236}">
                  <a16:creationId xmlns:a16="http://schemas.microsoft.com/office/drawing/2014/main" id="{AFA55F60-9A4D-7ED8-FB41-1938ECCD0874}"/>
                </a:ext>
              </a:extLst>
            </p:cNvPr>
            <p:cNvSpPr/>
            <p:nvPr>
              <p:custDataLst>
                <p:tags r:id="rId19"/>
              </p:custDataLst>
            </p:nvPr>
          </p:nvSpPr>
          <p:spPr>
            <a:xfrm>
              <a:off x="10471189" y="5654221"/>
              <a:ext cx="73518" cy="52832"/>
            </a:xfrm>
            <a:custGeom>
              <a:avLst/>
              <a:gdLst>
                <a:gd name="connsiteX0" fmla="*/ 9225 w 73518"/>
                <a:gd name="connsiteY0" fmla="*/ 44367 h 52832"/>
                <a:gd name="connsiteX1" fmla="*/ 8022 w 73518"/>
                <a:gd name="connsiteY1" fmla="*/ 49170 h 52832"/>
                <a:gd name="connsiteX2" fmla="*/ 12113 w 73518"/>
                <a:gd name="connsiteY2" fmla="*/ 52919 h 52832"/>
                <a:gd name="connsiteX3" fmla="*/ 16806 w 73518"/>
                <a:gd name="connsiteY3" fmla="*/ 50341 h 52832"/>
                <a:gd name="connsiteX4" fmla="*/ 18972 w 73518"/>
                <a:gd name="connsiteY4" fmla="*/ 43078 h 52832"/>
                <a:gd name="connsiteX5" fmla="*/ 21619 w 73518"/>
                <a:gd name="connsiteY5" fmla="*/ 32535 h 52832"/>
                <a:gd name="connsiteX6" fmla="*/ 23664 w 73518"/>
                <a:gd name="connsiteY6" fmla="*/ 24687 h 52832"/>
                <a:gd name="connsiteX7" fmla="*/ 28718 w 73518"/>
                <a:gd name="connsiteY7" fmla="*/ 14144 h 52832"/>
                <a:gd name="connsiteX8" fmla="*/ 46767 w 73518"/>
                <a:gd name="connsiteY8" fmla="*/ 3366 h 52832"/>
                <a:gd name="connsiteX9" fmla="*/ 53866 w 73518"/>
                <a:gd name="connsiteY9" fmla="*/ 11566 h 52832"/>
                <a:gd name="connsiteX10" fmla="*/ 46767 w 73518"/>
                <a:gd name="connsiteY10" fmla="*/ 36518 h 52832"/>
                <a:gd name="connsiteX11" fmla="*/ 44962 w 73518"/>
                <a:gd name="connsiteY11" fmla="*/ 42844 h 52832"/>
                <a:gd name="connsiteX12" fmla="*/ 56393 w 73518"/>
                <a:gd name="connsiteY12" fmla="*/ 52919 h 52832"/>
                <a:gd name="connsiteX13" fmla="*/ 73720 w 73518"/>
                <a:gd name="connsiteY13" fmla="*/ 34995 h 52832"/>
                <a:gd name="connsiteX14" fmla="*/ 71794 w 73518"/>
                <a:gd name="connsiteY14" fmla="*/ 33473 h 52832"/>
                <a:gd name="connsiteX15" fmla="*/ 69508 w 73518"/>
                <a:gd name="connsiteY15" fmla="*/ 35464 h 52832"/>
                <a:gd name="connsiteX16" fmla="*/ 56754 w 73518"/>
                <a:gd name="connsiteY16" fmla="*/ 49639 h 52832"/>
                <a:gd name="connsiteX17" fmla="*/ 53746 w 73518"/>
                <a:gd name="connsiteY17" fmla="*/ 45538 h 52832"/>
                <a:gd name="connsiteX18" fmla="*/ 56513 w 73518"/>
                <a:gd name="connsiteY18" fmla="*/ 36050 h 52832"/>
                <a:gd name="connsiteX19" fmla="*/ 62890 w 73518"/>
                <a:gd name="connsiteY19" fmla="*/ 13441 h 52832"/>
                <a:gd name="connsiteX20" fmla="*/ 47248 w 73518"/>
                <a:gd name="connsiteY20" fmla="*/ 86 h 52832"/>
                <a:gd name="connsiteX21" fmla="*/ 26913 w 73518"/>
                <a:gd name="connsiteY21" fmla="*/ 10746 h 52832"/>
                <a:gd name="connsiteX22" fmla="*/ 14038 w 73518"/>
                <a:gd name="connsiteY22" fmla="*/ 86 h 52832"/>
                <a:gd name="connsiteX23" fmla="*/ 4533 w 73518"/>
                <a:gd name="connsiteY23" fmla="*/ 6412 h 52832"/>
                <a:gd name="connsiteX24" fmla="*/ 201 w 73518"/>
                <a:gd name="connsiteY24" fmla="*/ 18009 h 52832"/>
                <a:gd name="connsiteX25" fmla="*/ 2246 w 73518"/>
                <a:gd name="connsiteY25" fmla="*/ 19532 h 52832"/>
                <a:gd name="connsiteX26" fmla="*/ 4894 w 73518"/>
                <a:gd name="connsiteY26" fmla="*/ 16018 h 52832"/>
                <a:gd name="connsiteX27" fmla="*/ 13677 w 73518"/>
                <a:gd name="connsiteY27" fmla="*/ 3366 h 52832"/>
                <a:gd name="connsiteX28" fmla="*/ 17648 w 73518"/>
                <a:gd name="connsiteY28" fmla="*/ 9106 h 52832"/>
                <a:gd name="connsiteX29" fmla="*/ 15723 w 73518"/>
                <a:gd name="connsiteY29" fmla="*/ 18829 h 52832"/>
                <a:gd name="connsiteX30" fmla="*/ 13076 w 73518"/>
                <a:gd name="connsiteY30" fmla="*/ 29372 h 52832"/>
                <a:gd name="connsiteX31" fmla="*/ 9225 w 73518"/>
                <a:gd name="connsiteY31" fmla="*/ 44367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67"/>
                  </a:moveTo>
                  <a:cubicBezTo>
                    <a:pt x="8744" y="45890"/>
                    <a:pt x="8022" y="48818"/>
                    <a:pt x="8022" y="49170"/>
                  </a:cubicBezTo>
                  <a:cubicBezTo>
                    <a:pt x="8022" y="51747"/>
                    <a:pt x="10188" y="52919"/>
                    <a:pt x="12113" y="52919"/>
                  </a:cubicBezTo>
                  <a:cubicBezTo>
                    <a:pt x="14279" y="52919"/>
                    <a:pt x="16204" y="51396"/>
                    <a:pt x="16806" y="50341"/>
                  </a:cubicBezTo>
                  <a:cubicBezTo>
                    <a:pt x="17407" y="49287"/>
                    <a:pt x="18370" y="45538"/>
                    <a:pt x="18972" y="43078"/>
                  </a:cubicBezTo>
                  <a:cubicBezTo>
                    <a:pt x="19573" y="40853"/>
                    <a:pt x="20897" y="35464"/>
                    <a:pt x="21619" y="32535"/>
                  </a:cubicBezTo>
                  <a:cubicBezTo>
                    <a:pt x="22341" y="29958"/>
                    <a:pt x="23063" y="27381"/>
                    <a:pt x="23664" y="24687"/>
                  </a:cubicBezTo>
                  <a:cubicBezTo>
                    <a:pt x="24988" y="19884"/>
                    <a:pt x="25229" y="18947"/>
                    <a:pt x="28718" y="14144"/>
                  </a:cubicBezTo>
                  <a:cubicBezTo>
                    <a:pt x="32087" y="9458"/>
                    <a:pt x="37742" y="3366"/>
                    <a:pt x="46767" y="3366"/>
                  </a:cubicBezTo>
                  <a:cubicBezTo>
                    <a:pt x="53746" y="3366"/>
                    <a:pt x="53866" y="9341"/>
                    <a:pt x="53866" y="11566"/>
                  </a:cubicBezTo>
                  <a:cubicBezTo>
                    <a:pt x="53866" y="18595"/>
                    <a:pt x="48692" y="31598"/>
                    <a:pt x="46767" y="36518"/>
                  </a:cubicBezTo>
                  <a:cubicBezTo>
                    <a:pt x="45443" y="39798"/>
                    <a:pt x="44962" y="40853"/>
                    <a:pt x="44962" y="42844"/>
                  </a:cubicBezTo>
                  <a:cubicBezTo>
                    <a:pt x="44962" y="49053"/>
                    <a:pt x="50256" y="52919"/>
                    <a:pt x="56393" y="52919"/>
                  </a:cubicBezTo>
                  <a:cubicBezTo>
                    <a:pt x="68425" y="52919"/>
                    <a:pt x="73720" y="36753"/>
                    <a:pt x="73720" y="34995"/>
                  </a:cubicBezTo>
                  <a:cubicBezTo>
                    <a:pt x="73720" y="33473"/>
                    <a:pt x="72155" y="33473"/>
                    <a:pt x="71794" y="33473"/>
                  </a:cubicBezTo>
                  <a:cubicBezTo>
                    <a:pt x="70110" y="33473"/>
                    <a:pt x="69990" y="34175"/>
                    <a:pt x="69508" y="35464"/>
                  </a:cubicBezTo>
                  <a:cubicBezTo>
                    <a:pt x="66741" y="44836"/>
                    <a:pt x="61567" y="49639"/>
                    <a:pt x="56754" y="49639"/>
                  </a:cubicBezTo>
                  <a:cubicBezTo>
                    <a:pt x="54227" y="49639"/>
                    <a:pt x="53746" y="47998"/>
                    <a:pt x="53746" y="45538"/>
                  </a:cubicBezTo>
                  <a:cubicBezTo>
                    <a:pt x="53746" y="42844"/>
                    <a:pt x="54347" y="41321"/>
                    <a:pt x="56513" y="36050"/>
                  </a:cubicBezTo>
                  <a:cubicBezTo>
                    <a:pt x="57957" y="32418"/>
                    <a:pt x="62890" y="20001"/>
                    <a:pt x="62890" y="13441"/>
                  </a:cubicBezTo>
                  <a:cubicBezTo>
                    <a:pt x="62890" y="2078"/>
                    <a:pt x="53625" y="86"/>
                    <a:pt x="47248" y="86"/>
                  </a:cubicBezTo>
                  <a:cubicBezTo>
                    <a:pt x="37261" y="86"/>
                    <a:pt x="30523" y="6061"/>
                    <a:pt x="26913" y="10746"/>
                  </a:cubicBezTo>
                  <a:cubicBezTo>
                    <a:pt x="26071" y="2663"/>
                    <a:pt x="18972" y="86"/>
                    <a:pt x="14038" y="86"/>
                  </a:cubicBezTo>
                  <a:cubicBezTo>
                    <a:pt x="8864" y="86"/>
                    <a:pt x="6097" y="3718"/>
                    <a:pt x="4533" y="6412"/>
                  </a:cubicBezTo>
                  <a:cubicBezTo>
                    <a:pt x="1886" y="10746"/>
                    <a:pt x="201" y="17424"/>
                    <a:pt x="201" y="18009"/>
                  </a:cubicBezTo>
                  <a:cubicBezTo>
                    <a:pt x="201" y="19532"/>
                    <a:pt x="1886" y="19532"/>
                    <a:pt x="2246" y="19532"/>
                  </a:cubicBezTo>
                  <a:cubicBezTo>
                    <a:pt x="3931" y="19532"/>
                    <a:pt x="4051" y="19181"/>
                    <a:pt x="4894" y="16018"/>
                  </a:cubicBezTo>
                  <a:cubicBezTo>
                    <a:pt x="6699" y="9106"/>
                    <a:pt x="8985" y="3366"/>
                    <a:pt x="13677" y="3366"/>
                  </a:cubicBezTo>
                  <a:cubicBezTo>
                    <a:pt x="16806" y="3366"/>
                    <a:pt x="17648" y="5944"/>
                    <a:pt x="17648" y="9106"/>
                  </a:cubicBezTo>
                  <a:cubicBezTo>
                    <a:pt x="17648" y="11332"/>
                    <a:pt x="16565" y="15667"/>
                    <a:pt x="15723" y="18829"/>
                  </a:cubicBezTo>
                  <a:cubicBezTo>
                    <a:pt x="14881" y="21992"/>
                    <a:pt x="13677" y="26795"/>
                    <a:pt x="13076" y="29372"/>
                  </a:cubicBezTo>
                  <a:lnTo>
                    <a:pt x="9225" y="443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4" name="Freeform: Shape 2083">
              <a:extLst>
                <a:ext uri="{FF2B5EF4-FFF2-40B4-BE49-F238E27FC236}">
                  <a16:creationId xmlns:a16="http://schemas.microsoft.com/office/drawing/2014/main" id="{56FA3C25-2120-D579-B32D-D4A481E4E0EE}"/>
                </a:ext>
              </a:extLst>
            </p:cNvPr>
            <p:cNvSpPr/>
            <p:nvPr>
              <p:custDataLst>
                <p:tags r:id="rId20"/>
              </p:custDataLst>
            </p:nvPr>
          </p:nvSpPr>
          <p:spPr>
            <a:xfrm>
              <a:off x="10621114" y="5590410"/>
              <a:ext cx="105026" cy="97062"/>
            </a:xfrm>
            <a:custGeom>
              <a:avLst/>
              <a:gdLst>
                <a:gd name="connsiteX0" fmla="*/ 101970 w 105026"/>
                <a:gd name="connsiteY0" fmla="*/ 52298 h 97062"/>
                <a:gd name="connsiteX1" fmla="*/ 105236 w 105026"/>
                <a:gd name="connsiteY1" fmla="*/ 48616 h 97062"/>
                <a:gd name="connsiteX2" fmla="*/ 101970 w 105026"/>
                <a:gd name="connsiteY2" fmla="*/ 44934 h 97062"/>
                <a:gd name="connsiteX3" fmla="*/ 6741 w 105026"/>
                <a:gd name="connsiteY3" fmla="*/ 1256 h 97062"/>
                <a:gd name="connsiteX4" fmla="*/ 3647 w 105026"/>
                <a:gd name="connsiteY4" fmla="*/ 85 h 97062"/>
                <a:gd name="connsiteX5" fmla="*/ 209 w 105026"/>
                <a:gd name="connsiteY5" fmla="*/ 3432 h 97062"/>
                <a:gd name="connsiteX6" fmla="*/ 3475 w 105026"/>
                <a:gd name="connsiteY6" fmla="*/ 7113 h 97062"/>
                <a:gd name="connsiteX7" fmla="*/ 93719 w 105026"/>
                <a:gd name="connsiteY7" fmla="*/ 48616 h 97062"/>
                <a:gd name="connsiteX8" fmla="*/ 3475 w 105026"/>
                <a:gd name="connsiteY8" fmla="*/ 90119 h 97062"/>
                <a:gd name="connsiteX9" fmla="*/ 209 w 105026"/>
                <a:gd name="connsiteY9" fmla="*/ 93801 h 97062"/>
                <a:gd name="connsiteX10" fmla="*/ 3647 w 105026"/>
                <a:gd name="connsiteY10" fmla="*/ 97148 h 97062"/>
                <a:gd name="connsiteX11" fmla="*/ 6741 w 105026"/>
                <a:gd name="connsiteY11" fmla="*/ 95976 h 97062"/>
                <a:gd name="connsiteX12" fmla="*/ 101970 w 105026"/>
                <a:gd name="connsiteY12" fmla="*/ 52298 h 9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026" h="97062">
                  <a:moveTo>
                    <a:pt x="101970" y="52298"/>
                  </a:moveTo>
                  <a:cubicBezTo>
                    <a:pt x="103861" y="51461"/>
                    <a:pt x="105236" y="50624"/>
                    <a:pt x="105236" y="48616"/>
                  </a:cubicBezTo>
                  <a:cubicBezTo>
                    <a:pt x="105236" y="46608"/>
                    <a:pt x="103861" y="45771"/>
                    <a:pt x="101970" y="44934"/>
                  </a:cubicBezTo>
                  <a:lnTo>
                    <a:pt x="6741" y="1256"/>
                  </a:lnTo>
                  <a:cubicBezTo>
                    <a:pt x="4506" y="85"/>
                    <a:pt x="4163" y="85"/>
                    <a:pt x="3647" y="85"/>
                  </a:cubicBezTo>
                  <a:cubicBezTo>
                    <a:pt x="1756" y="85"/>
                    <a:pt x="209" y="1591"/>
                    <a:pt x="209" y="3432"/>
                  </a:cubicBezTo>
                  <a:cubicBezTo>
                    <a:pt x="209" y="4938"/>
                    <a:pt x="1069" y="5942"/>
                    <a:pt x="3475" y="7113"/>
                  </a:cubicBezTo>
                  <a:lnTo>
                    <a:pt x="93719" y="48616"/>
                  </a:lnTo>
                  <a:lnTo>
                    <a:pt x="3475" y="90119"/>
                  </a:lnTo>
                  <a:cubicBezTo>
                    <a:pt x="1069" y="91290"/>
                    <a:pt x="209" y="92294"/>
                    <a:pt x="209" y="93801"/>
                  </a:cubicBezTo>
                  <a:cubicBezTo>
                    <a:pt x="209" y="95641"/>
                    <a:pt x="1756" y="97148"/>
                    <a:pt x="3647" y="97148"/>
                  </a:cubicBezTo>
                  <a:cubicBezTo>
                    <a:pt x="4163" y="97148"/>
                    <a:pt x="4506" y="97148"/>
                    <a:pt x="6741" y="95976"/>
                  </a:cubicBezTo>
                  <a:lnTo>
                    <a:pt x="101970" y="522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5" name="Freeform: Shape 2084">
              <a:extLst>
                <a:ext uri="{FF2B5EF4-FFF2-40B4-BE49-F238E27FC236}">
                  <a16:creationId xmlns:a16="http://schemas.microsoft.com/office/drawing/2014/main" id="{18DB2FAF-36F2-105E-C6EC-F2AC88F86737}"/>
                </a:ext>
              </a:extLst>
            </p:cNvPr>
            <p:cNvSpPr/>
            <p:nvPr>
              <p:custDataLst>
                <p:tags r:id="rId21"/>
              </p:custDataLst>
            </p:nvPr>
          </p:nvSpPr>
          <p:spPr>
            <a:xfrm>
              <a:off x="10786054" y="5570161"/>
              <a:ext cx="70476" cy="144924"/>
            </a:xfrm>
            <a:custGeom>
              <a:avLst/>
              <a:gdLst>
                <a:gd name="connsiteX0" fmla="*/ 70696 w 70476"/>
                <a:gd name="connsiteY0" fmla="*/ 6109 h 144924"/>
                <a:gd name="connsiteX1" fmla="*/ 64164 w 70476"/>
                <a:gd name="connsiteY1" fmla="*/ 85 h 144924"/>
                <a:gd name="connsiteX2" fmla="*/ 55054 w 70476"/>
                <a:gd name="connsiteY2" fmla="*/ 8954 h 144924"/>
                <a:gd name="connsiteX3" fmla="*/ 61414 w 70476"/>
                <a:gd name="connsiteY3" fmla="*/ 14979 h 144924"/>
                <a:gd name="connsiteX4" fmla="*/ 70696 w 70476"/>
                <a:gd name="connsiteY4" fmla="*/ 6109 h 144924"/>
                <a:gd name="connsiteX5" fmla="*/ 36145 w 70476"/>
                <a:gd name="connsiteY5" fmla="*/ 119070 h 144924"/>
                <a:gd name="connsiteX6" fmla="*/ 15002 w 70476"/>
                <a:gd name="connsiteY6" fmla="*/ 141328 h 144924"/>
                <a:gd name="connsiteX7" fmla="*/ 8299 w 70476"/>
                <a:gd name="connsiteY7" fmla="*/ 139822 h 144924"/>
                <a:gd name="connsiteX8" fmla="*/ 16034 w 70476"/>
                <a:gd name="connsiteY8" fmla="*/ 130952 h 144924"/>
                <a:gd name="connsiteX9" fmla="*/ 9502 w 70476"/>
                <a:gd name="connsiteY9" fmla="*/ 125095 h 144924"/>
                <a:gd name="connsiteX10" fmla="*/ 220 w 70476"/>
                <a:gd name="connsiteY10" fmla="*/ 134634 h 144924"/>
                <a:gd name="connsiteX11" fmla="*/ 15346 w 70476"/>
                <a:gd name="connsiteY11" fmla="*/ 145009 h 144924"/>
                <a:gd name="connsiteX12" fmla="*/ 47662 w 70476"/>
                <a:gd name="connsiteY12" fmla="*/ 119572 h 144924"/>
                <a:gd name="connsiteX13" fmla="*/ 63476 w 70476"/>
                <a:gd name="connsiteY13" fmla="*/ 58322 h 144924"/>
                <a:gd name="connsiteX14" fmla="*/ 64336 w 70476"/>
                <a:gd name="connsiteY14" fmla="*/ 52131 h 144924"/>
                <a:gd name="connsiteX15" fmla="*/ 48522 w 70476"/>
                <a:gd name="connsiteY15" fmla="*/ 36734 h 144924"/>
                <a:gd name="connsiteX16" fmla="*/ 21191 w 70476"/>
                <a:gd name="connsiteY16" fmla="*/ 62506 h 144924"/>
                <a:gd name="connsiteX17" fmla="*/ 23253 w 70476"/>
                <a:gd name="connsiteY17" fmla="*/ 64180 h 144924"/>
                <a:gd name="connsiteX18" fmla="*/ 26347 w 70476"/>
                <a:gd name="connsiteY18" fmla="*/ 60833 h 144924"/>
                <a:gd name="connsiteX19" fmla="*/ 48006 w 70476"/>
                <a:gd name="connsiteY19" fmla="*/ 40416 h 144924"/>
                <a:gd name="connsiteX20" fmla="*/ 53506 w 70476"/>
                <a:gd name="connsiteY20" fmla="*/ 48114 h 144924"/>
                <a:gd name="connsiteX21" fmla="*/ 52303 w 70476"/>
                <a:gd name="connsiteY21" fmla="*/ 56649 h 144924"/>
                <a:gd name="connsiteX22" fmla="*/ 36145 w 70476"/>
                <a:gd name="connsiteY22" fmla="*/ 119070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109"/>
                  </a:moveTo>
                  <a:cubicBezTo>
                    <a:pt x="70696" y="2930"/>
                    <a:pt x="68289" y="85"/>
                    <a:pt x="64164" y="85"/>
                  </a:cubicBezTo>
                  <a:cubicBezTo>
                    <a:pt x="60210" y="85"/>
                    <a:pt x="55054" y="3934"/>
                    <a:pt x="55054" y="8954"/>
                  </a:cubicBezTo>
                  <a:cubicBezTo>
                    <a:pt x="55054" y="12301"/>
                    <a:pt x="57460" y="14979"/>
                    <a:pt x="61414" y="14979"/>
                  </a:cubicBezTo>
                  <a:cubicBezTo>
                    <a:pt x="66055" y="14979"/>
                    <a:pt x="70696" y="10628"/>
                    <a:pt x="70696" y="6109"/>
                  </a:cubicBezTo>
                  <a:close/>
                  <a:moveTo>
                    <a:pt x="36145" y="119070"/>
                  </a:moveTo>
                  <a:cubicBezTo>
                    <a:pt x="32879" y="131789"/>
                    <a:pt x="24628" y="141328"/>
                    <a:pt x="15002" y="141328"/>
                  </a:cubicBezTo>
                  <a:cubicBezTo>
                    <a:pt x="13971" y="141328"/>
                    <a:pt x="11393" y="141328"/>
                    <a:pt x="8299" y="139822"/>
                  </a:cubicBezTo>
                  <a:cubicBezTo>
                    <a:pt x="13455" y="138650"/>
                    <a:pt x="16034" y="134299"/>
                    <a:pt x="16034" y="130952"/>
                  </a:cubicBezTo>
                  <a:cubicBezTo>
                    <a:pt x="16034" y="128275"/>
                    <a:pt x="14143" y="125095"/>
                    <a:pt x="9502" y="125095"/>
                  </a:cubicBezTo>
                  <a:cubicBezTo>
                    <a:pt x="5205" y="125095"/>
                    <a:pt x="220" y="128609"/>
                    <a:pt x="220" y="134634"/>
                  </a:cubicBezTo>
                  <a:cubicBezTo>
                    <a:pt x="220" y="141328"/>
                    <a:pt x="7095" y="145009"/>
                    <a:pt x="15346" y="145009"/>
                  </a:cubicBezTo>
                  <a:cubicBezTo>
                    <a:pt x="27379" y="145009"/>
                    <a:pt x="43365" y="136140"/>
                    <a:pt x="47662" y="119572"/>
                  </a:cubicBezTo>
                  <a:lnTo>
                    <a:pt x="63476" y="58322"/>
                  </a:lnTo>
                  <a:cubicBezTo>
                    <a:pt x="64336" y="54975"/>
                    <a:pt x="64336" y="52633"/>
                    <a:pt x="64336" y="52131"/>
                  </a:cubicBezTo>
                  <a:cubicBezTo>
                    <a:pt x="64336" y="42592"/>
                    <a:pt x="57116" y="36734"/>
                    <a:pt x="48522" y="36734"/>
                  </a:cubicBezTo>
                  <a:cubicBezTo>
                    <a:pt x="30989" y="36734"/>
                    <a:pt x="21191" y="61000"/>
                    <a:pt x="21191" y="62506"/>
                  </a:cubicBezTo>
                  <a:cubicBezTo>
                    <a:pt x="21191" y="64180"/>
                    <a:pt x="22910" y="64180"/>
                    <a:pt x="23253" y="64180"/>
                  </a:cubicBezTo>
                  <a:cubicBezTo>
                    <a:pt x="24800" y="64180"/>
                    <a:pt x="24972" y="64012"/>
                    <a:pt x="26347" y="60833"/>
                  </a:cubicBezTo>
                  <a:cubicBezTo>
                    <a:pt x="30645" y="50624"/>
                    <a:pt x="38552" y="40416"/>
                    <a:pt x="48006" y="40416"/>
                  </a:cubicBezTo>
                  <a:cubicBezTo>
                    <a:pt x="50412" y="40416"/>
                    <a:pt x="53506" y="41085"/>
                    <a:pt x="53506" y="48114"/>
                  </a:cubicBezTo>
                  <a:cubicBezTo>
                    <a:pt x="53506" y="51963"/>
                    <a:pt x="52991" y="53804"/>
                    <a:pt x="52303" y="56649"/>
                  </a:cubicBezTo>
                  <a:lnTo>
                    <a:pt x="36145" y="1190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6" name="Freeform: Shape 2085">
              <a:extLst>
                <a:ext uri="{FF2B5EF4-FFF2-40B4-BE49-F238E27FC236}">
                  <a16:creationId xmlns:a16="http://schemas.microsoft.com/office/drawing/2014/main" id="{4B3E4FBD-F07A-2D4B-CD9E-6AA5996EBC73}"/>
                </a:ext>
              </a:extLst>
            </p:cNvPr>
            <p:cNvSpPr/>
            <p:nvPr>
              <p:custDataLst>
                <p:tags r:id="rId22"/>
              </p:custDataLst>
            </p:nvPr>
          </p:nvSpPr>
          <p:spPr>
            <a:xfrm>
              <a:off x="10878713" y="5555267"/>
              <a:ext cx="39879" cy="167349"/>
            </a:xfrm>
            <a:custGeom>
              <a:avLst/>
              <a:gdLst>
                <a:gd name="connsiteX0" fmla="*/ 40104 w 39879"/>
                <a:gd name="connsiteY0" fmla="*/ 83760 h 167349"/>
                <a:gd name="connsiteX1" fmla="*/ 28759 w 39879"/>
                <a:gd name="connsiteY1" fmla="*/ 31547 h 167349"/>
                <a:gd name="connsiteX2" fmla="*/ 1943 w 39879"/>
                <a:gd name="connsiteY2" fmla="*/ 85 h 167349"/>
                <a:gd name="connsiteX3" fmla="*/ 224 w 39879"/>
                <a:gd name="connsiteY3" fmla="*/ 1758 h 167349"/>
                <a:gd name="connsiteX4" fmla="*/ 3490 w 39879"/>
                <a:gd name="connsiteY4" fmla="*/ 5607 h 167349"/>
                <a:gd name="connsiteX5" fmla="*/ 30134 w 39879"/>
                <a:gd name="connsiteY5" fmla="*/ 83760 h 167349"/>
                <a:gd name="connsiteX6" fmla="*/ 2459 w 39879"/>
                <a:gd name="connsiteY6" fmla="*/ 162916 h 167349"/>
                <a:gd name="connsiteX7" fmla="*/ 224 w 39879"/>
                <a:gd name="connsiteY7" fmla="*/ 165761 h 167349"/>
                <a:gd name="connsiteX8" fmla="*/ 1943 w 39879"/>
                <a:gd name="connsiteY8" fmla="*/ 167434 h 167349"/>
                <a:gd name="connsiteX9" fmla="*/ 29274 w 39879"/>
                <a:gd name="connsiteY9" fmla="*/ 134801 h 167349"/>
                <a:gd name="connsiteX10" fmla="*/ 40104 w 39879"/>
                <a:gd name="connsiteY10" fmla="*/ 83760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60"/>
                  </a:moveTo>
                  <a:cubicBezTo>
                    <a:pt x="40104" y="70706"/>
                    <a:pt x="38213" y="50457"/>
                    <a:pt x="28759" y="31547"/>
                  </a:cubicBezTo>
                  <a:cubicBezTo>
                    <a:pt x="18445" y="10963"/>
                    <a:pt x="3662" y="85"/>
                    <a:pt x="1943" y="85"/>
                  </a:cubicBezTo>
                  <a:cubicBezTo>
                    <a:pt x="912" y="85"/>
                    <a:pt x="224" y="754"/>
                    <a:pt x="224" y="1758"/>
                  </a:cubicBezTo>
                  <a:cubicBezTo>
                    <a:pt x="224" y="2260"/>
                    <a:pt x="224" y="2595"/>
                    <a:pt x="3490" y="5607"/>
                  </a:cubicBezTo>
                  <a:cubicBezTo>
                    <a:pt x="20336" y="22175"/>
                    <a:pt x="30134" y="48784"/>
                    <a:pt x="30134" y="83760"/>
                  </a:cubicBezTo>
                  <a:cubicBezTo>
                    <a:pt x="30134" y="112376"/>
                    <a:pt x="23774" y="141830"/>
                    <a:pt x="2459" y="162916"/>
                  </a:cubicBezTo>
                  <a:cubicBezTo>
                    <a:pt x="224" y="164924"/>
                    <a:pt x="224" y="165259"/>
                    <a:pt x="224" y="165761"/>
                  </a:cubicBezTo>
                  <a:cubicBezTo>
                    <a:pt x="224" y="166765"/>
                    <a:pt x="912" y="167434"/>
                    <a:pt x="1943" y="167434"/>
                  </a:cubicBezTo>
                  <a:cubicBezTo>
                    <a:pt x="3662" y="167434"/>
                    <a:pt x="19133" y="156055"/>
                    <a:pt x="29274" y="134801"/>
                  </a:cubicBezTo>
                  <a:cubicBezTo>
                    <a:pt x="38041" y="116393"/>
                    <a:pt x="40104" y="97817"/>
                    <a:pt x="40104" y="8376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7" name="Freeform: Shape 2086">
              <a:extLst>
                <a:ext uri="{FF2B5EF4-FFF2-40B4-BE49-F238E27FC236}">
                  <a16:creationId xmlns:a16="http://schemas.microsoft.com/office/drawing/2014/main" id="{AB4AFFC0-A116-C3EE-FEB5-4874C95BD18C}"/>
                </a:ext>
              </a:extLst>
            </p:cNvPr>
            <p:cNvSpPr/>
            <p:nvPr>
              <p:custDataLst>
                <p:tags r:id="rId23"/>
              </p:custDataLst>
            </p:nvPr>
          </p:nvSpPr>
          <p:spPr>
            <a:xfrm>
              <a:off x="11013762" y="5504569"/>
              <a:ext cx="114308" cy="39159"/>
            </a:xfrm>
            <a:custGeom>
              <a:avLst/>
              <a:gdLst>
                <a:gd name="connsiteX0" fmla="*/ 108697 w 114308"/>
                <a:gd name="connsiteY0" fmla="*/ 6772 h 39159"/>
                <a:gd name="connsiteX1" fmla="*/ 114541 w 114308"/>
                <a:gd name="connsiteY1" fmla="*/ 3425 h 39159"/>
                <a:gd name="connsiteX2" fmla="*/ 108869 w 114308"/>
                <a:gd name="connsiteY2" fmla="*/ 78 h 39159"/>
                <a:gd name="connsiteX3" fmla="*/ 5905 w 114308"/>
                <a:gd name="connsiteY3" fmla="*/ 78 h 39159"/>
                <a:gd name="connsiteX4" fmla="*/ 232 w 114308"/>
                <a:gd name="connsiteY4" fmla="*/ 3425 h 39159"/>
                <a:gd name="connsiteX5" fmla="*/ 6077 w 114308"/>
                <a:gd name="connsiteY5" fmla="*/ 6772 h 39159"/>
                <a:gd name="connsiteX6" fmla="*/ 108697 w 114308"/>
                <a:gd name="connsiteY6" fmla="*/ 6772 h 39159"/>
                <a:gd name="connsiteX7" fmla="*/ 108869 w 114308"/>
                <a:gd name="connsiteY7" fmla="*/ 39238 h 39159"/>
                <a:gd name="connsiteX8" fmla="*/ 114541 w 114308"/>
                <a:gd name="connsiteY8" fmla="*/ 35891 h 39159"/>
                <a:gd name="connsiteX9" fmla="*/ 108697 w 114308"/>
                <a:gd name="connsiteY9" fmla="*/ 32544 h 39159"/>
                <a:gd name="connsiteX10" fmla="*/ 6077 w 114308"/>
                <a:gd name="connsiteY10" fmla="*/ 32544 h 39159"/>
                <a:gd name="connsiteX11" fmla="*/ 232 w 114308"/>
                <a:gd name="connsiteY11" fmla="*/ 35891 h 39159"/>
                <a:gd name="connsiteX12" fmla="*/ 5905 w 114308"/>
                <a:gd name="connsiteY12" fmla="*/ 39238 h 39159"/>
                <a:gd name="connsiteX13" fmla="*/ 108869 w 114308"/>
                <a:gd name="connsiteY13" fmla="*/ 39238 h 3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308" h="39159">
                  <a:moveTo>
                    <a:pt x="108697" y="6772"/>
                  </a:moveTo>
                  <a:cubicBezTo>
                    <a:pt x="111275" y="6772"/>
                    <a:pt x="114541" y="6772"/>
                    <a:pt x="114541" y="3425"/>
                  </a:cubicBezTo>
                  <a:cubicBezTo>
                    <a:pt x="114541" y="78"/>
                    <a:pt x="111275" y="78"/>
                    <a:pt x="108869" y="78"/>
                  </a:cubicBezTo>
                  <a:lnTo>
                    <a:pt x="5905" y="78"/>
                  </a:lnTo>
                  <a:cubicBezTo>
                    <a:pt x="3498" y="78"/>
                    <a:pt x="232" y="78"/>
                    <a:pt x="232" y="3425"/>
                  </a:cubicBezTo>
                  <a:cubicBezTo>
                    <a:pt x="232" y="6772"/>
                    <a:pt x="3498" y="6772"/>
                    <a:pt x="6077" y="6772"/>
                  </a:cubicBezTo>
                  <a:lnTo>
                    <a:pt x="108697" y="6772"/>
                  </a:lnTo>
                  <a:close/>
                  <a:moveTo>
                    <a:pt x="108869" y="39238"/>
                  </a:moveTo>
                  <a:cubicBezTo>
                    <a:pt x="111275" y="39238"/>
                    <a:pt x="114541" y="39238"/>
                    <a:pt x="114541" y="35891"/>
                  </a:cubicBezTo>
                  <a:cubicBezTo>
                    <a:pt x="114541" y="32544"/>
                    <a:pt x="111275" y="32544"/>
                    <a:pt x="108697" y="32544"/>
                  </a:cubicBezTo>
                  <a:lnTo>
                    <a:pt x="6077" y="32544"/>
                  </a:lnTo>
                  <a:cubicBezTo>
                    <a:pt x="3498" y="32544"/>
                    <a:pt x="232" y="32544"/>
                    <a:pt x="232" y="35891"/>
                  </a:cubicBezTo>
                  <a:cubicBezTo>
                    <a:pt x="232" y="39238"/>
                    <a:pt x="3498" y="39238"/>
                    <a:pt x="5905" y="39238"/>
                  </a:cubicBezTo>
                  <a:lnTo>
                    <a:pt x="108869" y="392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8" name="Freeform: Shape 2087">
              <a:extLst>
                <a:ext uri="{FF2B5EF4-FFF2-40B4-BE49-F238E27FC236}">
                  <a16:creationId xmlns:a16="http://schemas.microsoft.com/office/drawing/2014/main" id="{881F8232-05CE-BA3A-8964-95FBDD9887F7}"/>
                </a:ext>
              </a:extLst>
            </p:cNvPr>
            <p:cNvSpPr/>
            <p:nvPr>
              <p:custDataLst>
                <p:tags r:id="rId24"/>
              </p:custDataLst>
            </p:nvPr>
          </p:nvSpPr>
          <p:spPr>
            <a:xfrm>
              <a:off x="11193485" y="5492017"/>
              <a:ext cx="66006" cy="75809"/>
            </a:xfrm>
            <a:custGeom>
              <a:avLst/>
              <a:gdLst>
                <a:gd name="connsiteX0" fmla="*/ 24480 w 66006"/>
                <a:gd name="connsiteY0" fmla="*/ 35389 h 75809"/>
                <a:gd name="connsiteX1" fmla="*/ 50779 w 66006"/>
                <a:gd name="connsiteY1" fmla="*/ 31540 h 75809"/>
                <a:gd name="connsiteX2" fmla="*/ 63671 w 66006"/>
                <a:gd name="connsiteY2" fmla="*/ 14303 h 75809"/>
                <a:gd name="connsiteX3" fmla="*/ 45279 w 66006"/>
                <a:gd name="connsiteY3" fmla="*/ 78 h 75809"/>
                <a:gd name="connsiteX4" fmla="*/ 243 w 66006"/>
                <a:gd name="connsiteY4" fmla="*/ 45597 h 75809"/>
                <a:gd name="connsiteX5" fmla="*/ 27230 w 66006"/>
                <a:gd name="connsiteY5" fmla="*/ 75887 h 75809"/>
                <a:gd name="connsiteX6" fmla="*/ 66250 w 66006"/>
                <a:gd name="connsiteY6" fmla="*/ 56140 h 75809"/>
                <a:gd name="connsiteX7" fmla="*/ 64187 w 66006"/>
                <a:gd name="connsiteY7" fmla="*/ 53965 h 75809"/>
                <a:gd name="connsiteX8" fmla="*/ 61952 w 66006"/>
                <a:gd name="connsiteY8" fmla="*/ 55638 h 75809"/>
                <a:gd name="connsiteX9" fmla="*/ 27574 w 66006"/>
                <a:gd name="connsiteY9" fmla="*/ 72206 h 75809"/>
                <a:gd name="connsiteX10" fmla="*/ 12619 w 66006"/>
                <a:gd name="connsiteY10" fmla="*/ 52793 h 75809"/>
                <a:gd name="connsiteX11" fmla="*/ 15369 w 66006"/>
                <a:gd name="connsiteY11" fmla="*/ 35389 h 75809"/>
                <a:gd name="connsiteX12" fmla="*/ 24480 w 66006"/>
                <a:gd name="connsiteY12" fmla="*/ 35389 h 75809"/>
                <a:gd name="connsiteX13" fmla="*/ 16401 w 66006"/>
                <a:gd name="connsiteY13" fmla="*/ 31707 h 75809"/>
                <a:gd name="connsiteX14" fmla="*/ 45279 w 66006"/>
                <a:gd name="connsiteY14" fmla="*/ 3760 h 75809"/>
                <a:gd name="connsiteX15" fmla="*/ 57999 w 66006"/>
                <a:gd name="connsiteY15" fmla="*/ 14303 h 75809"/>
                <a:gd name="connsiteX16" fmla="*/ 23448 w 66006"/>
                <a:gd name="connsiteY16" fmla="*/ 31707 h 75809"/>
                <a:gd name="connsiteX17" fmla="*/ 16401 w 66006"/>
                <a:gd name="connsiteY17" fmla="*/ 31707 h 75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006" h="75809">
                  <a:moveTo>
                    <a:pt x="24480" y="35389"/>
                  </a:moveTo>
                  <a:cubicBezTo>
                    <a:pt x="29465" y="35389"/>
                    <a:pt x="42185" y="35054"/>
                    <a:pt x="50779" y="31540"/>
                  </a:cubicBezTo>
                  <a:cubicBezTo>
                    <a:pt x="62812" y="26519"/>
                    <a:pt x="63671" y="16646"/>
                    <a:pt x="63671" y="14303"/>
                  </a:cubicBezTo>
                  <a:cubicBezTo>
                    <a:pt x="63671" y="6939"/>
                    <a:pt x="57139" y="78"/>
                    <a:pt x="45279" y="78"/>
                  </a:cubicBezTo>
                  <a:cubicBezTo>
                    <a:pt x="26199" y="78"/>
                    <a:pt x="243" y="16311"/>
                    <a:pt x="243" y="45597"/>
                  </a:cubicBezTo>
                  <a:cubicBezTo>
                    <a:pt x="243" y="62667"/>
                    <a:pt x="10384" y="75887"/>
                    <a:pt x="27230" y="75887"/>
                  </a:cubicBezTo>
                  <a:cubicBezTo>
                    <a:pt x="51811" y="75887"/>
                    <a:pt x="66250" y="58148"/>
                    <a:pt x="66250" y="56140"/>
                  </a:cubicBezTo>
                  <a:cubicBezTo>
                    <a:pt x="66250" y="55136"/>
                    <a:pt x="65218" y="53965"/>
                    <a:pt x="64187" y="53965"/>
                  </a:cubicBezTo>
                  <a:cubicBezTo>
                    <a:pt x="63327" y="53965"/>
                    <a:pt x="62984" y="54299"/>
                    <a:pt x="61952" y="55638"/>
                  </a:cubicBezTo>
                  <a:cubicBezTo>
                    <a:pt x="48373" y="72206"/>
                    <a:pt x="29636" y="72206"/>
                    <a:pt x="27574" y="72206"/>
                  </a:cubicBezTo>
                  <a:cubicBezTo>
                    <a:pt x="14166" y="72206"/>
                    <a:pt x="12619" y="58148"/>
                    <a:pt x="12619" y="52793"/>
                  </a:cubicBezTo>
                  <a:cubicBezTo>
                    <a:pt x="12619" y="50785"/>
                    <a:pt x="12791" y="45597"/>
                    <a:pt x="15369" y="35389"/>
                  </a:cubicBezTo>
                  <a:lnTo>
                    <a:pt x="24480" y="35389"/>
                  </a:lnTo>
                  <a:close/>
                  <a:moveTo>
                    <a:pt x="16401" y="31707"/>
                  </a:moveTo>
                  <a:cubicBezTo>
                    <a:pt x="23104" y="6270"/>
                    <a:pt x="40809" y="3760"/>
                    <a:pt x="45279" y="3760"/>
                  </a:cubicBezTo>
                  <a:cubicBezTo>
                    <a:pt x="53358" y="3760"/>
                    <a:pt x="57999" y="8613"/>
                    <a:pt x="57999" y="14303"/>
                  </a:cubicBezTo>
                  <a:cubicBezTo>
                    <a:pt x="57999" y="31707"/>
                    <a:pt x="30496" y="31707"/>
                    <a:pt x="23448" y="31707"/>
                  </a:cubicBezTo>
                  <a:lnTo>
                    <a:pt x="16401" y="317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9" name="Freeform: Shape 2088">
              <a:extLst>
                <a:ext uri="{FF2B5EF4-FFF2-40B4-BE49-F238E27FC236}">
                  <a16:creationId xmlns:a16="http://schemas.microsoft.com/office/drawing/2014/main" id="{DD6367CC-FE4D-A375-FD5D-A57A09475801}"/>
                </a:ext>
              </a:extLst>
            </p:cNvPr>
            <p:cNvSpPr/>
            <p:nvPr>
              <p:custDataLst>
                <p:tags r:id="rId25"/>
              </p:custDataLst>
            </p:nvPr>
          </p:nvSpPr>
          <p:spPr>
            <a:xfrm>
              <a:off x="11279454" y="5409030"/>
              <a:ext cx="31284" cy="117027"/>
            </a:xfrm>
            <a:custGeom>
              <a:avLst/>
              <a:gdLst>
                <a:gd name="connsiteX0" fmla="*/ 29125 w 31284"/>
                <a:gd name="connsiteY0" fmla="*/ 74 h 117027"/>
                <a:gd name="connsiteX1" fmla="*/ 247 w 31284"/>
                <a:gd name="connsiteY1" fmla="*/ 58529 h 117027"/>
                <a:gd name="connsiteX2" fmla="*/ 29125 w 31284"/>
                <a:gd name="connsiteY2" fmla="*/ 117101 h 117027"/>
                <a:gd name="connsiteX3" fmla="*/ 31532 w 31284"/>
                <a:gd name="connsiteY3" fmla="*/ 115696 h 117027"/>
                <a:gd name="connsiteX4" fmla="*/ 30329 w 31284"/>
                <a:gd name="connsiteY4" fmla="*/ 113938 h 117027"/>
                <a:gd name="connsiteX5" fmla="*/ 8429 w 31284"/>
                <a:gd name="connsiteY5" fmla="*/ 58646 h 117027"/>
                <a:gd name="connsiteX6" fmla="*/ 30690 w 31284"/>
                <a:gd name="connsiteY6" fmla="*/ 2885 h 117027"/>
                <a:gd name="connsiteX7" fmla="*/ 31532 w 31284"/>
                <a:gd name="connsiteY7" fmla="*/ 1480 h 117027"/>
                <a:gd name="connsiteX8" fmla="*/ 29125 w 31284"/>
                <a:gd name="connsiteY8"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284" h="117027">
                  <a:moveTo>
                    <a:pt x="29125" y="74"/>
                  </a:moveTo>
                  <a:cubicBezTo>
                    <a:pt x="6264" y="15771"/>
                    <a:pt x="247" y="40606"/>
                    <a:pt x="247" y="58529"/>
                  </a:cubicBezTo>
                  <a:cubicBezTo>
                    <a:pt x="247" y="75046"/>
                    <a:pt x="5301" y="100701"/>
                    <a:pt x="29125" y="117101"/>
                  </a:cubicBezTo>
                  <a:cubicBezTo>
                    <a:pt x="30088" y="117101"/>
                    <a:pt x="31532" y="117101"/>
                    <a:pt x="31532" y="115696"/>
                  </a:cubicBezTo>
                  <a:cubicBezTo>
                    <a:pt x="31532" y="114993"/>
                    <a:pt x="31171" y="114758"/>
                    <a:pt x="30329" y="113938"/>
                  </a:cubicBezTo>
                  <a:cubicBezTo>
                    <a:pt x="14325" y="99881"/>
                    <a:pt x="8429" y="79967"/>
                    <a:pt x="8429" y="58646"/>
                  </a:cubicBezTo>
                  <a:cubicBezTo>
                    <a:pt x="8429" y="27017"/>
                    <a:pt x="20823" y="11554"/>
                    <a:pt x="30690" y="2885"/>
                  </a:cubicBezTo>
                  <a:cubicBezTo>
                    <a:pt x="31171" y="2417"/>
                    <a:pt x="31532" y="2065"/>
                    <a:pt x="31532" y="1480"/>
                  </a:cubicBezTo>
                  <a:cubicBezTo>
                    <a:pt x="31532" y="74"/>
                    <a:pt x="30088" y="74"/>
                    <a:pt x="2912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0" name="Freeform: Shape 2089">
              <a:extLst>
                <a:ext uri="{FF2B5EF4-FFF2-40B4-BE49-F238E27FC236}">
                  <a16:creationId xmlns:a16="http://schemas.microsoft.com/office/drawing/2014/main" id="{345F68B6-B30B-E3FB-3A69-AC5FE664CD6E}"/>
                </a:ext>
              </a:extLst>
            </p:cNvPr>
            <p:cNvSpPr/>
            <p:nvPr>
              <p:custDataLst>
                <p:tags r:id="rId26"/>
              </p:custDataLst>
            </p:nvPr>
          </p:nvSpPr>
          <p:spPr>
            <a:xfrm>
              <a:off x="11325349" y="5445228"/>
              <a:ext cx="71713" cy="76729"/>
            </a:xfrm>
            <a:custGeom>
              <a:avLst/>
              <a:gdLst>
                <a:gd name="connsiteX0" fmla="*/ 732 w 71713"/>
                <a:gd name="connsiteY0" fmla="*/ 70595 h 76729"/>
                <a:gd name="connsiteX1" fmla="*/ 250 w 71713"/>
                <a:gd name="connsiteY1" fmla="*/ 73055 h 76729"/>
                <a:gd name="connsiteX2" fmla="*/ 4342 w 71713"/>
                <a:gd name="connsiteY2" fmla="*/ 76804 h 76729"/>
                <a:gd name="connsiteX3" fmla="*/ 10117 w 71713"/>
                <a:gd name="connsiteY3" fmla="*/ 70946 h 76729"/>
                <a:gd name="connsiteX4" fmla="*/ 15652 w 71713"/>
                <a:gd name="connsiteY4" fmla="*/ 49509 h 76729"/>
                <a:gd name="connsiteX5" fmla="*/ 28527 w 71713"/>
                <a:gd name="connsiteY5" fmla="*/ 52906 h 76729"/>
                <a:gd name="connsiteX6" fmla="*/ 45854 w 71713"/>
                <a:gd name="connsiteY6" fmla="*/ 44472 h 76729"/>
                <a:gd name="connsiteX7" fmla="*/ 58247 w 71713"/>
                <a:gd name="connsiteY7" fmla="*/ 52906 h 76729"/>
                <a:gd name="connsiteX8" fmla="*/ 67753 w 71713"/>
                <a:gd name="connsiteY8" fmla="*/ 46697 h 76729"/>
                <a:gd name="connsiteX9" fmla="*/ 71964 w 71713"/>
                <a:gd name="connsiteY9" fmla="*/ 34983 h 76729"/>
                <a:gd name="connsiteX10" fmla="*/ 70039 w 71713"/>
                <a:gd name="connsiteY10" fmla="*/ 33460 h 76729"/>
                <a:gd name="connsiteX11" fmla="*/ 67392 w 71713"/>
                <a:gd name="connsiteY11" fmla="*/ 37092 h 76729"/>
                <a:gd name="connsiteX12" fmla="*/ 58608 w 71713"/>
                <a:gd name="connsiteY12" fmla="*/ 49626 h 76729"/>
                <a:gd name="connsiteX13" fmla="*/ 54637 w 71713"/>
                <a:gd name="connsiteY13" fmla="*/ 43886 h 76729"/>
                <a:gd name="connsiteX14" fmla="*/ 56442 w 71713"/>
                <a:gd name="connsiteY14" fmla="*/ 34632 h 76729"/>
                <a:gd name="connsiteX15" fmla="*/ 59089 w 71713"/>
                <a:gd name="connsiteY15" fmla="*/ 24089 h 76729"/>
                <a:gd name="connsiteX16" fmla="*/ 61857 w 71713"/>
                <a:gd name="connsiteY16" fmla="*/ 13663 h 76729"/>
                <a:gd name="connsiteX17" fmla="*/ 63902 w 71713"/>
                <a:gd name="connsiteY17" fmla="*/ 4994 h 76729"/>
                <a:gd name="connsiteX18" fmla="*/ 59932 w 71713"/>
                <a:gd name="connsiteY18" fmla="*/ 1245 h 76729"/>
                <a:gd name="connsiteX19" fmla="*/ 54998 w 71713"/>
                <a:gd name="connsiteY19" fmla="*/ 4057 h 76729"/>
                <a:gd name="connsiteX20" fmla="*/ 53073 w 71713"/>
                <a:gd name="connsiteY20" fmla="*/ 10851 h 76729"/>
                <a:gd name="connsiteX21" fmla="*/ 50546 w 71713"/>
                <a:gd name="connsiteY21" fmla="*/ 20574 h 76729"/>
                <a:gd name="connsiteX22" fmla="*/ 46816 w 71713"/>
                <a:gd name="connsiteY22" fmla="*/ 35217 h 76729"/>
                <a:gd name="connsiteX23" fmla="*/ 44891 w 71713"/>
                <a:gd name="connsiteY23" fmla="*/ 39903 h 76729"/>
                <a:gd name="connsiteX24" fmla="*/ 29008 w 71713"/>
                <a:gd name="connsiteY24" fmla="*/ 49626 h 76729"/>
                <a:gd name="connsiteX25" fmla="*/ 19142 w 71713"/>
                <a:gd name="connsiteY25" fmla="*/ 39200 h 76729"/>
                <a:gd name="connsiteX26" fmla="*/ 21187 w 71713"/>
                <a:gd name="connsiteY26" fmla="*/ 28306 h 76729"/>
                <a:gd name="connsiteX27" fmla="*/ 23834 w 71713"/>
                <a:gd name="connsiteY27" fmla="*/ 17763 h 76729"/>
                <a:gd name="connsiteX28" fmla="*/ 25519 w 71713"/>
                <a:gd name="connsiteY28" fmla="*/ 11203 h 76729"/>
                <a:gd name="connsiteX29" fmla="*/ 27324 w 71713"/>
                <a:gd name="connsiteY29" fmla="*/ 3822 h 76729"/>
                <a:gd name="connsiteX30" fmla="*/ 23233 w 71713"/>
                <a:gd name="connsiteY30" fmla="*/ 74 h 76729"/>
                <a:gd name="connsiteX31" fmla="*/ 17457 w 71713"/>
                <a:gd name="connsiteY31" fmla="*/ 5580 h 76729"/>
                <a:gd name="connsiteX32" fmla="*/ 732 w 71713"/>
                <a:gd name="connsiteY32" fmla="*/ 70595 h 7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1713" h="76729">
                  <a:moveTo>
                    <a:pt x="732" y="70595"/>
                  </a:moveTo>
                  <a:cubicBezTo>
                    <a:pt x="250" y="72352"/>
                    <a:pt x="250" y="72938"/>
                    <a:pt x="250" y="73055"/>
                  </a:cubicBezTo>
                  <a:cubicBezTo>
                    <a:pt x="250" y="75632"/>
                    <a:pt x="2416" y="76804"/>
                    <a:pt x="4342" y="76804"/>
                  </a:cubicBezTo>
                  <a:cubicBezTo>
                    <a:pt x="8673" y="76804"/>
                    <a:pt x="9636" y="72938"/>
                    <a:pt x="10117" y="70946"/>
                  </a:cubicBezTo>
                  <a:cubicBezTo>
                    <a:pt x="10358" y="70361"/>
                    <a:pt x="12764" y="60989"/>
                    <a:pt x="15652" y="49509"/>
                  </a:cubicBezTo>
                  <a:cubicBezTo>
                    <a:pt x="19382" y="51969"/>
                    <a:pt x="24195" y="52906"/>
                    <a:pt x="28527" y="52906"/>
                  </a:cubicBezTo>
                  <a:cubicBezTo>
                    <a:pt x="38875" y="52906"/>
                    <a:pt x="45613" y="44706"/>
                    <a:pt x="45854" y="44472"/>
                  </a:cubicBezTo>
                  <a:cubicBezTo>
                    <a:pt x="48140" y="52555"/>
                    <a:pt x="56442" y="52906"/>
                    <a:pt x="58247" y="52906"/>
                  </a:cubicBezTo>
                  <a:cubicBezTo>
                    <a:pt x="62579" y="52906"/>
                    <a:pt x="65587" y="50329"/>
                    <a:pt x="67753" y="46697"/>
                  </a:cubicBezTo>
                  <a:cubicBezTo>
                    <a:pt x="70400" y="42129"/>
                    <a:pt x="71964" y="35452"/>
                    <a:pt x="71964" y="34983"/>
                  </a:cubicBezTo>
                  <a:cubicBezTo>
                    <a:pt x="71964" y="33460"/>
                    <a:pt x="70400" y="33460"/>
                    <a:pt x="70039" y="33460"/>
                  </a:cubicBezTo>
                  <a:cubicBezTo>
                    <a:pt x="68354" y="33460"/>
                    <a:pt x="68234" y="33929"/>
                    <a:pt x="67392" y="37092"/>
                  </a:cubicBezTo>
                  <a:cubicBezTo>
                    <a:pt x="65948" y="42715"/>
                    <a:pt x="63662" y="49626"/>
                    <a:pt x="58608" y="49626"/>
                  </a:cubicBezTo>
                  <a:cubicBezTo>
                    <a:pt x="55480" y="49626"/>
                    <a:pt x="54637" y="47049"/>
                    <a:pt x="54637" y="43886"/>
                  </a:cubicBezTo>
                  <a:cubicBezTo>
                    <a:pt x="54637" y="41895"/>
                    <a:pt x="55600" y="37677"/>
                    <a:pt x="56442" y="34632"/>
                  </a:cubicBezTo>
                  <a:cubicBezTo>
                    <a:pt x="57285" y="31469"/>
                    <a:pt x="58488" y="26666"/>
                    <a:pt x="59089" y="24089"/>
                  </a:cubicBezTo>
                  <a:lnTo>
                    <a:pt x="61857" y="13663"/>
                  </a:lnTo>
                  <a:cubicBezTo>
                    <a:pt x="62579" y="10734"/>
                    <a:pt x="63902" y="5580"/>
                    <a:pt x="63902" y="4994"/>
                  </a:cubicBezTo>
                  <a:cubicBezTo>
                    <a:pt x="63902" y="2651"/>
                    <a:pt x="61977" y="1245"/>
                    <a:pt x="59932" y="1245"/>
                  </a:cubicBezTo>
                  <a:cubicBezTo>
                    <a:pt x="58608" y="1245"/>
                    <a:pt x="56322" y="1831"/>
                    <a:pt x="54998" y="4057"/>
                  </a:cubicBezTo>
                  <a:cubicBezTo>
                    <a:pt x="54637" y="4760"/>
                    <a:pt x="53675" y="8508"/>
                    <a:pt x="53073" y="10851"/>
                  </a:cubicBezTo>
                  <a:lnTo>
                    <a:pt x="50546" y="20574"/>
                  </a:lnTo>
                  <a:lnTo>
                    <a:pt x="46816" y="35217"/>
                  </a:lnTo>
                  <a:cubicBezTo>
                    <a:pt x="45974" y="38146"/>
                    <a:pt x="45974" y="38380"/>
                    <a:pt x="44891" y="39903"/>
                  </a:cubicBezTo>
                  <a:cubicBezTo>
                    <a:pt x="41161" y="45057"/>
                    <a:pt x="35867" y="49626"/>
                    <a:pt x="29008" y="49626"/>
                  </a:cubicBezTo>
                  <a:cubicBezTo>
                    <a:pt x="19142" y="49626"/>
                    <a:pt x="19142" y="41309"/>
                    <a:pt x="19142" y="39200"/>
                  </a:cubicBezTo>
                  <a:cubicBezTo>
                    <a:pt x="19142" y="36154"/>
                    <a:pt x="19502" y="34632"/>
                    <a:pt x="21187" y="28306"/>
                  </a:cubicBezTo>
                  <a:cubicBezTo>
                    <a:pt x="22390" y="23151"/>
                    <a:pt x="22631" y="22331"/>
                    <a:pt x="23834" y="17763"/>
                  </a:cubicBezTo>
                  <a:lnTo>
                    <a:pt x="25519" y="11203"/>
                  </a:lnTo>
                  <a:cubicBezTo>
                    <a:pt x="26120" y="8743"/>
                    <a:pt x="27324" y="4291"/>
                    <a:pt x="27324" y="3822"/>
                  </a:cubicBezTo>
                  <a:cubicBezTo>
                    <a:pt x="27324" y="1714"/>
                    <a:pt x="25639" y="74"/>
                    <a:pt x="23233" y="74"/>
                  </a:cubicBezTo>
                  <a:cubicBezTo>
                    <a:pt x="18901" y="74"/>
                    <a:pt x="17818" y="4174"/>
                    <a:pt x="17457" y="5580"/>
                  </a:cubicBezTo>
                  <a:lnTo>
                    <a:pt x="732" y="705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1" name="Freeform: Shape 2090">
              <a:extLst>
                <a:ext uri="{FF2B5EF4-FFF2-40B4-BE49-F238E27FC236}">
                  <a16:creationId xmlns:a16="http://schemas.microsoft.com/office/drawing/2014/main" id="{523F1DC3-1C8D-74A0-EC93-76F6063CFCEF}"/>
                </a:ext>
              </a:extLst>
            </p:cNvPr>
            <p:cNvSpPr/>
            <p:nvPr>
              <p:custDataLst>
                <p:tags r:id="rId27"/>
              </p:custDataLst>
            </p:nvPr>
          </p:nvSpPr>
          <p:spPr>
            <a:xfrm>
              <a:off x="11406093" y="5457812"/>
              <a:ext cx="40652" cy="72964"/>
            </a:xfrm>
            <a:custGeom>
              <a:avLst/>
              <a:gdLst>
                <a:gd name="connsiteX0" fmla="*/ 40908 w 40652"/>
                <a:gd name="connsiteY0" fmla="*/ 3673 h 72964"/>
                <a:gd name="connsiteX1" fmla="*/ 37126 w 40652"/>
                <a:gd name="connsiteY1" fmla="*/ 75 h 72964"/>
                <a:gd name="connsiteX2" fmla="*/ 31798 w 40652"/>
                <a:gd name="connsiteY2" fmla="*/ 5095 h 72964"/>
                <a:gd name="connsiteX3" fmla="*/ 35579 w 40652"/>
                <a:gd name="connsiteY3" fmla="*/ 8693 h 72964"/>
                <a:gd name="connsiteX4" fmla="*/ 40908 w 40652"/>
                <a:gd name="connsiteY4" fmla="*/ 3673 h 72964"/>
                <a:gd name="connsiteX5" fmla="*/ 22172 w 40652"/>
                <a:gd name="connsiteY5" fmla="*/ 59651 h 72964"/>
                <a:gd name="connsiteX6" fmla="*/ 9881 w 40652"/>
                <a:gd name="connsiteY6" fmla="*/ 70194 h 72964"/>
                <a:gd name="connsiteX7" fmla="*/ 6787 w 40652"/>
                <a:gd name="connsiteY7" fmla="*/ 69776 h 72964"/>
                <a:gd name="connsiteX8" fmla="*/ 9452 w 40652"/>
                <a:gd name="connsiteY8" fmla="*/ 65341 h 72964"/>
                <a:gd name="connsiteX9" fmla="*/ 5584 w 40652"/>
                <a:gd name="connsiteY9" fmla="*/ 61910 h 72964"/>
                <a:gd name="connsiteX10" fmla="*/ 255 w 40652"/>
                <a:gd name="connsiteY10" fmla="*/ 67266 h 72964"/>
                <a:gd name="connsiteX11" fmla="*/ 9967 w 40652"/>
                <a:gd name="connsiteY11" fmla="*/ 73039 h 72964"/>
                <a:gd name="connsiteX12" fmla="*/ 29649 w 40652"/>
                <a:gd name="connsiteY12" fmla="*/ 59735 h 72964"/>
                <a:gd name="connsiteX13" fmla="*/ 37384 w 40652"/>
                <a:gd name="connsiteY13" fmla="*/ 29779 h 72964"/>
                <a:gd name="connsiteX14" fmla="*/ 37814 w 40652"/>
                <a:gd name="connsiteY14" fmla="*/ 27018 h 72964"/>
                <a:gd name="connsiteX15" fmla="*/ 27242 w 40652"/>
                <a:gd name="connsiteY15" fmla="*/ 18902 h 72964"/>
                <a:gd name="connsiteX16" fmla="*/ 10483 w 40652"/>
                <a:gd name="connsiteY16" fmla="*/ 31871 h 72964"/>
                <a:gd name="connsiteX17" fmla="*/ 12288 w 40652"/>
                <a:gd name="connsiteY17" fmla="*/ 33043 h 72964"/>
                <a:gd name="connsiteX18" fmla="*/ 14179 w 40652"/>
                <a:gd name="connsiteY18" fmla="*/ 31871 h 72964"/>
                <a:gd name="connsiteX19" fmla="*/ 26899 w 40652"/>
                <a:gd name="connsiteY19" fmla="*/ 21747 h 72964"/>
                <a:gd name="connsiteX20" fmla="*/ 30508 w 40652"/>
                <a:gd name="connsiteY20" fmla="*/ 26181 h 72964"/>
                <a:gd name="connsiteX21" fmla="*/ 30251 w 40652"/>
                <a:gd name="connsiteY21" fmla="*/ 28357 h 72964"/>
                <a:gd name="connsiteX22" fmla="*/ 22172 w 40652"/>
                <a:gd name="connsiteY22" fmla="*/ 59651 h 7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652" h="72964">
                  <a:moveTo>
                    <a:pt x="40908" y="3673"/>
                  </a:moveTo>
                  <a:cubicBezTo>
                    <a:pt x="40908" y="1748"/>
                    <a:pt x="39447" y="75"/>
                    <a:pt x="37126" y="75"/>
                  </a:cubicBezTo>
                  <a:cubicBezTo>
                    <a:pt x="34462" y="75"/>
                    <a:pt x="31798" y="2585"/>
                    <a:pt x="31798" y="5095"/>
                  </a:cubicBezTo>
                  <a:cubicBezTo>
                    <a:pt x="31798" y="7104"/>
                    <a:pt x="33431" y="8693"/>
                    <a:pt x="35579" y="8693"/>
                  </a:cubicBezTo>
                  <a:cubicBezTo>
                    <a:pt x="38501" y="8693"/>
                    <a:pt x="40908" y="6016"/>
                    <a:pt x="40908" y="3673"/>
                  </a:cubicBezTo>
                  <a:close/>
                  <a:moveTo>
                    <a:pt x="22172" y="59651"/>
                  </a:moveTo>
                  <a:cubicBezTo>
                    <a:pt x="20539" y="66011"/>
                    <a:pt x="15124" y="70194"/>
                    <a:pt x="9881" y="70194"/>
                  </a:cubicBezTo>
                  <a:cubicBezTo>
                    <a:pt x="8420" y="70194"/>
                    <a:pt x="7475" y="69943"/>
                    <a:pt x="6787" y="69776"/>
                  </a:cubicBezTo>
                  <a:cubicBezTo>
                    <a:pt x="8850" y="68604"/>
                    <a:pt x="9452" y="66429"/>
                    <a:pt x="9452" y="65341"/>
                  </a:cubicBezTo>
                  <a:cubicBezTo>
                    <a:pt x="9452" y="63919"/>
                    <a:pt x="8420" y="61910"/>
                    <a:pt x="5584" y="61910"/>
                  </a:cubicBezTo>
                  <a:cubicBezTo>
                    <a:pt x="2662" y="61910"/>
                    <a:pt x="255" y="64504"/>
                    <a:pt x="255" y="67266"/>
                  </a:cubicBezTo>
                  <a:cubicBezTo>
                    <a:pt x="255" y="70864"/>
                    <a:pt x="4123" y="73039"/>
                    <a:pt x="9967" y="73039"/>
                  </a:cubicBezTo>
                  <a:cubicBezTo>
                    <a:pt x="15812" y="73039"/>
                    <a:pt x="26985" y="70111"/>
                    <a:pt x="29649" y="59735"/>
                  </a:cubicBezTo>
                  <a:lnTo>
                    <a:pt x="37384" y="29779"/>
                  </a:lnTo>
                  <a:cubicBezTo>
                    <a:pt x="37556" y="28943"/>
                    <a:pt x="37814" y="28190"/>
                    <a:pt x="37814" y="27018"/>
                  </a:cubicBezTo>
                  <a:cubicBezTo>
                    <a:pt x="37814" y="22249"/>
                    <a:pt x="33259" y="18902"/>
                    <a:pt x="27242" y="18902"/>
                  </a:cubicBezTo>
                  <a:cubicBezTo>
                    <a:pt x="16843" y="18902"/>
                    <a:pt x="10483" y="30198"/>
                    <a:pt x="10483" y="31871"/>
                  </a:cubicBezTo>
                  <a:cubicBezTo>
                    <a:pt x="10483" y="33043"/>
                    <a:pt x="11858" y="33043"/>
                    <a:pt x="12288" y="33043"/>
                  </a:cubicBezTo>
                  <a:cubicBezTo>
                    <a:pt x="13577" y="33043"/>
                    <a:pt x="13749" y="32708"/>
                    <a:pt x="14179" y="31871"/>
                  </a:cubicBezTo>
                  <a:cubicBezTo>
                    <a:pt x="18132" y="23671"/>
                    <a:pt x="23977" y="21747"/>
                    <a:pt x="26899" y="21747"/>
                  </a:cubicBezTo>
                  <a:cubicBezTo>
                    <a:pt x="30337" y="21747"/>
                    <a:pt x="30508" y="24759"/>
                    <a:pt x="30508" y="26181"/>
                  </a:cubicBezTo>
                  <a:cubicBezTo>
                    <a:pt x="30508" y="27353"/>
                    <a:pt x="30423" y="27688"/>
                    <a:pt x="30251" y="28357"/>
                  </a:cubicBezTo>
                  <a:lnTo>
                    <a:pt x="22172" y="596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2" name="Freeform: Shape 2091">
              <a:extLst>
                <a:ext uri="{FF2B5EF4-FFF2-40B4-BE49-F238E27FC236}">
                  <a16:creationId xmlns:a16="http://schemas.microsoft.com/office/drawing/2014/main" id="{E3E793C5-11C0-F18C-3999-043E17A4AD52}"/>
                </a:ext>
              </a:extLst>
            </p:cNvPr>
            <p:cNvSpPr/>
            <p:nvPr>
              <p:custDataLst>
                <p:tags r:id="rId28"/>
              </p:custDataLst>
            </p:nvPr>
          </p:nvSpPr>
          <p:spPr>
            <a:xfrm>
              <a:off x="11480125" y="5464674"/>
              <a:ext cx="81339" cy="5740"/>
            </a:xfrm>
            <a:custGeom>
              <a:avLst/>
              <a:gdLst>
                <a:gd name="connsiteX0" fmla="*/ 76786 w 81339"/>
                <a:gd name="connsiteY0" fmla="*/ 5814 h 5740"/>
                <a:gd name="connsiteX1" fmla="*/ 81599 w 81339"/>
                <a:gd name="connsiteY1" fmla="*/ 3002 h 5740"/>
                <a:gd name="connsiteX2" fmla="*/ 76786 w 81339"/>
                <a:gd name="connsiteY2" fmla="*/ 74 h 5740"/>
                <a:gd name="connsiteX3" fmla="*/ 5072 w 81339"/>
                <a:gd name="connsiteY3" fmla="*/ 74 h 5740"/>
                <a:gd name="connsiteX4" fmla="*/ 259 w 81339"/>
                <a:gd name="connsiteY4" fmla="*/ 2885 h 5740"/>
                <a:gd name="connsiteX5" fmla="*/ 5072 w 81339"/>
                <a:gd name="connsiteY5" fmla="*/ 5814 h 5740"/>
                <a:gd name="connsiteX6" fmla="*/ 76786 w 81339"/>
                <a:gd name="connsiteY6" fmla="*/ 5814 h 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39" h="5740">
                  <a:moveTo>
                    <a:pt x="76786" y="5814"/>
                  </a:moveTo>
                  <a:cubicBezTo>
                    <a:pt x="78711" y="5814"/>
                    <a:pt x="81599" y="5814"/>
                    <a:pt x="81599" y="3002"/>
                  </a:cubicBezTo>
                  <a:cubicBezTo>
                    <a:pt x="81599" y="74"/>
                    <a:pt x="78831" y="74"/>
                    <a:pt x="76786" y="74"/>
                  </a:cubicBezTo>
                  <a:lnTo>
                    <a:pt x="5072" y="74"/>
                  </a:lnTo>
                  <a:cubicBezTo>
                    <a:pt x="3147" y="74"/>
                    <a:pt x="259" y="74"/>
                    <a:pt x="259" y="2885"/>
                  </a:cubicBezTo>
                  <a:cubicBezTo>
                    <a:pt x="259" y="5814"/>
                    <a:pt x="3026" y="5814"/>
                    <a:pt x="5072" y="5814"/>
                  </a:cubicBezTo>
                  <a:lnTo>
                    <a:pt x="76786" y="581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3" name="Freeform: Shape 2092">
              <a:extLst>
                <a:ext uri="{FF2B5EF4-FFF2-40B4-BE49-F238E27FC236}">
                  <a16:creationId xmlns:a16="http://schemas.microsoft.com/office/drawing/2014/main" id="{0233F886-ED50-F5BD-EE6A-12785F306001}"/>
                </a:ext>
              </a:extLst>
            </p:cNvPr>
            <p:cNvSpPr/>
            <p:nvPr>
              <p:custDataLst>
                <p:tags r:id="rId29"/>
              </p:custDataLst>
            </p:nvPr>
          </p:nvSpPr>
          <p:spPr>
            <a:xfrm>
              <a:off x="11577090" y="5414653"/>
              <a:ext cx="84107" cy="104961"/>
            </a:xfrm>
            <a:custGeom>
              <a:avLst/>
              <a:gdLst>
                <a:gd name="connsiteX0" fmla="*/ 8086 w 84107"/>
                <a:gd name="connsiteY0" fmla="*/ 102458 h 104961"/>
                <a:gd name="connsiteX1" fmla="*/ 15426 w 84107"/>
                <a:gd name="connsiteY1" fmla="*/ 73524 h 104961"/>
                <a:gd name="connsiteX2" fmla="*/ 42740 w 84107"/>
                <a:gd name="connsiteY2" fmla="*/ 83832 h 104961"/>
                <a:gd name="connsiteX3" fmla="*/ 83410 w 84107"/>
                <a:gd name="connsiteY3" fmla="*/ 51266 h 104961"/>
                <a:gd name="connsiteX4" fmla="*/ 75228 w 84107"/>
                <a:gd name="connsiteY4" fmla="*/ 35334 h 104961"/>
                <a:gd name="connsiteX5" fmla="*/ 84372 w 84107"/>
                <a:gd name="connsiteY5" fmla="*/ 16708 h 104961"/>
                <a:gd name="connsiteX6" fmla="*/ 62955 w 84107"/>
                <a:gd name="connsiteY6" fmla="*/ 74 h 104961"/>
                <a:gd name="connsiteX7" fmla="*/ 18916 w 84107"/>
                <a:gd name="connsiteY7" fmla="*/ 30063 h 104961"/>
                <a:gd name="connsiteX8" fmla="*/ 747 w 84107"/>
                <a:gd name="connsiteY8" fmla="*/ 100935 h 104961"/>
                <a:gd name="connsiteX9" fmla="*/ 265 w 84107"/>
                <a:gd name="connsiteY9" fmla="*/ 102927 h 104961"/>
                <a:gd name="connsiteX10" fmla="*/ 4116 w 84107"/>
                <a:gd name="connsiteY10" fmla="*/ 105035 h 104961"/>
                <a:gd name="connsiteX11" fmla="*/ 8086 w 84107"/>
                <a:gd name="connsiteY11" fmla="*/ 102458 h 104961"/>
                <a:gd name="connsiteX12" fmla="*/ 45748 w 84107"/>
                <a:gd name="connsiteY12" fmla="*/ 36857 h 104961"/>
                <a:gd name="connsiteX13" fmla="*/ 53810 w 84107"/>
                <a:gd name="connsiteY13" fmla="*/ 35686 h 104961"/>
                <a:gd name="connsiteX14" fmla="*/ 59465 w 84107"/>
                <a:gd name="connsiteY14" fmla="*/ 36154 h 104961"/>
                <a:gd name="connsiteX15" fmla="*/ 52125 w 84107"/>
                <a:gd name="connsiteY15" fmla="*/ 37560 h 104961"/>
                <a:gd name="connsiteX16" fmla="*/ 45748 w 84107"/>
                <a:gd name="connsiteY16" fmla="*/ 36857 h 104961"/>
                <a:gd name="connsiteX17" fmla="*/ 65241 w 84107"/>
                <a:gd name="connsiteY17" fmla="*/ 31234 h 104961"/>
                <a:gd name="connsiteX18" fmla="*/ 54171 w 84107"/>
                <a:gd name="connsiteY18" fmla="*/ 30297 h 104961"/>
                <a:gd name="connsiteX19" fmla="*/ 38047 w 84107"/>
                <a:gd name="connsiteY19" fmla="*/ 37326 h 104961"/>
                <a:gd name="connsiteX20" fmla="*/ 51885 w 84107"/>
                <a:gd name="connsiteY20" fmla="*/ 42949 h 104961"/>
                <a:gd name="connsiteX21" fmla="*/ 66685 w 84107"/>
                <a:gd name="connsiteY21" fmla="*/ 40489 h 104961"/>
                <a:gd name="connsiteX22" fmla="*/ 68129 w 84107"/>
                <a:gd name="connsiteY22" fmla="*/ 46697 h 104961"/>
                <a:gd name="connsiteX23" fmla="*/ 61029 w 84107"/>
                <a:gd name="connsiteY23" fmla="*/ 69892 h 104961"/>
                <a:gd name="connsiteX24" fmla="*/ 42620 w 84107"/>
                <a:gd name="connsiteY24" fmla="*/ 78444 h 104961"/>
                <a:gd name="connsiteX25" fmla="*/ 19036 w 84107"/>
                <a:gd name="connsiteY25" fmla="*/ 61809 h 104961"/>
                <a:gd name="connsiteX26" fmla="*/ 21202 w 84107"/>
                <a:gd name="connsiteY26" fmla="*/ 51383 h 104961"/>
                <a:gd name="connsiteX27" fmla="*/ 25894 w 84107"/>
                <a:gd name="connsiteY27" fmla="*/ 32757 h 104961"/>
                <a:gd name="connsiteX28" fmla="*/ 38649 w 84107"/>
                <a:gd name="connsiteY28" fmla="*/ 13663 h 104961"/>
                <a:gd name="connsiteX29" fmla="*/ 62353 w 84107"/>
                <a:gd name="connsiteY29" fmla="*/ 5463 h 104961"/>
                <a:gd name="connsiteX30" fmla="*/ 70535 w 84107"/>
                <a:gd name="connsiteY30" fmla="*/ 12491 h 104961"/>
                <a:gd name="connsiteX31" fmla="*/ 65241 w 84107"/>
                <a:gd name="connsiteY31" fmla="*/ 31234 h 1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107" h="104961">
                  <a:moveTo>
                    <a:pt x="8086" y="102458"/>
                  </a:moveTo>
                  <a:lnTo>
                    <a:pt x="15426" y="73524"/>
                  </a:lnTo>
                  <a:cubicBezTo>
                    <a:pt x="17712" y="76452"/>
                    <a:pt x="25774" y="83832"/>
                    <a:pt x="42740" y="83832"/>
                  </a:cubicBezTo>
                  <a:cubicBezTo>
                    <a:pt x="69693" y="83832"/>
                    <a:pt x="83410" y="66026"/>
                    <a:pt x="83410" y="51266"/>
                  </a:cubicBezTo>
                  <a:cubicBezTo>
                    <a:pt x="83410" y="44472"/>
                    <a:pt x="80642" y="39083"/>
                    <a:pt x="75228" y="35334"/>
                  </a:cubicBezTo>
                  <a:cubicBezTo>
                    <a:pt x="80522" y="31117"/>
                    <a:pt x="84372" y="23620"/>
                    <a:pt x="84372" y="16708"/>
                  </a:cubicBezTo>
                  <a:cubicBezTo>
                    <a:pt x="84372" y="7220"/>
                    <a:pt x="77394" y="74"/>
                    <a:pt x="62955" y="74"/>
                  </a:cubicBezTo>
                  <a:cubicBezTo>
                    <a:pt x="45146" y="74"/>
                    <a:pt x="23729" y="11085"/>
                    <a:pt x="18916" y="30063"/>
                  </a:cubicBezTo>
                  <a:lnTo>
                    <a:pt x="747" y="100935"/>
                  </a:lnTo>
                  <a:cubicBezTo>
                    <a:pt x="265" y="102575"/>
                    <a:pt x="265" y="102810"/>
                    <a:pt x="265" y="102927"/>
                  </a:cubicBezTo>
                  <a:cubicBezTo>
                    <a:pt x="265" y="105035"/>
                    <a:pt x="2311" y="105035"/>
                    <a:pt x="4116" y="105035"/>
                  </a:cubicBezTo>
                  <a:cubicBezTo>
                    <a:pt x="6522" y="105035"/>
                    <a:pt x="7485" y="105035"/>
                    <a:pt x="8086" y="102458"/>
                  </a:cubicBezTo>
                  <a:close/>
                  <a:moveTo>
                    <a:pt x="45748" y="36857"/>
                  </a:moveTo>
                  <a:cubicBezTo>
                    <a:pt x="47312" y="36154"/>
                    <a:pt x="48395" y="35686"/>
                    <a:pt x="53810" y="35686"/>
                  </a:cubicBezTo>
                  <a:cubicBezTo>
                    <a:pt x="55735" y="35686"/>
                    <a:pt x="57299" y="35686"/>
                    <a:pt x="59465" y="36154"/>
                  </a:cubicBezTo>
                  <a:cubicBezTo>
                    <a:pt x="56818" y="37560"/>
                    <a:pt x="54291" y="37560"/>
                    <a:pt x="52125" y="37560"/>
                  </a:cubicBezTo>
                  <a:cubicBezTo>
                    <a:pt x="48516" y="37560"/>
                    <a:pt x="48155" y="37443"/>
                    <a:pt x="45748" y="36857"/>
                  </a:cubicBezTo>
                  <a:close/>
                  <a:moveTo>
                    <a:pt x="65241" y="31234"/>
                  </a:moveTo>
                  <a:cubicBezTo>
                    <a:pt x="60668" y="30297"/>
                    <a:pt x="56577" y="30297"/>
                    <a:pt x="54171" y="30297"/>
                  </a:cubicBezTo>
                  <a:cubicBezTo>
                    <a:pt x="48997" y="30297"/>
                    <a:pt x="38047" y="30297"/>
                    <a:pt x="38047" y="37326"/>
                  </a:cubicBezTo>
                  <a:cubicBezTo>
                    <a:pt x="38047" y="42832"/>
                    <a:pt x="45989" y="42949"/>
                    <a:pt x="51885" y="42949"/>
                  </a:cubicBezTo>
                  <a:cubicBezTo>
                    <a:pt x="55374" y="42949"/>
                    <a:pt x="60307" y="42949"/>
                    <a:pt x="66685" y="40489"/>
                  </a:cubicBezTo>
                  <a:cubicBezTo>
                    <a:pt x="67768" y="42129"/>
                    <a:pt x="68129" y="44589"/>
                    <a:pt x="68129" y="46697"/>
                  </a:cubicBezTo>
                  <a:cubicBezTo>
                    <a:pt x="68129" y="50797"/>
                    <a:pt x="65602" y="63683"/>
                    <a:pt x="61029" y="69892"/>
                  </a:cubicBezTo>
                  <a:cubicBezTo>
                    <a:pt x="56698" y="75632"/>
                    <a:pt x="50080" y="78444"/>
                    <a:pt x="42620" y="78444"/>
                  </a:cubicBezTo>
                  <a:cubicBezTo>
                    <a:pt x="32392" y="78444"/>
                    <a:pt x="19036" y="73875"/>
                    <a:pt x="19036" y="61809"/>
                  </a:cubicBezTo>
                  <a:cubicBezTo>
                    <a:pt x="19036" y="59583"/>
                    <a:pt x="20239" y="54780"/>
                    <a:pt x="21202" y="51383"/>
                  </a:cubicBezTo>
                  <a:cubicBezTo>
                    <a:pt x="21803" y="48806"/>
                    <a:pt x="25654" y="33812"/>
                    <a:pt x="25894" y="32757"/>
                  </a:cubicBezTo>
                  <a:cubicBezTo>
                    <a:pt x="26977" y="28657"/>
                    <a:pt x="29023" y="20691"/>
                    <a:pt x="38649" y="13663"/>
                  </a:cubicBezTo>
                  <a:cubicBezTo>
                    <a:pt x="48516" y="6400"/>
                    <a:pt x="58021" y="5463"/>
                    <a:pt x="62353" y="5463"/>
                  </a:cubicBezTo>
                  <a:cubicBezTo>
                    <a:pt x="70535" y="5463"/>
                    <a:pt x="70535" y="10617"/>
                    <a:pt x="70535" y="12491"/>
                  </a:cubicBezTo>
                  <a:cubicBezTo>
                    <a:pt x="70535" y="15303"/>
                    <a:pt x="68369" y="25963"/>
                    <a:pt x="65241" y="312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4" name="Freeform: Shape 2093">
              <a:extLst>
                <a:ext uri="{FF2B5EF4-FFF2-40B4-BE49-F238E27FC236}">
                  <a16:creationId xmlns:a16="http://schemas.microsoft.com/office/drawing/2014/main" id="{E1F53805-155D-8B0D-F545-642FFDFB7491}"/>
                </a:ext>
              </a:extLst>
            </p:cNvPr>
            <p:cNvSpPr/>
            <p:nvPr>
              <p:custDataLst>
                <p:tags r:id="rId30"/>
              </p:custDataLst>
            </p:nvPr>
          </p:nvSpPr>
          <p:spPr>
            <a:xfrm>
              <a:off x="11678069" y="5388316"/>
              <a:ext cx="71679" cy="58070"/>
            </a:xfrm>
            <a:custGeom>
              <a:avLst/>
              <a:gdLst>
                <a:gd name="connsiteX0" fmla="*/ 38517 w 71679"/>
                <a:gd name="connsiteY0" fmla="*/ 4757 h 58070"/>
                <a:gd name="connsiteX1" fmla="*/ 68254 w 71679"/>
                <a:gd name="connsiteY1" fmla="*/ 4757 h 58070"/>
                <a:gd name="connsiteX2" fmla="*/ 71950 w 71679"/>
                <a:gd name="connsiteY2" fmla="*/ 2414 h 58070"/>
                <a:gd name="connsiteX3" fmla="*/ 68254 w 71679"/>
                <a:gd name="connsiteY3" fmla="*/ 71 h 58070"/>
                <a:gd name="connsiteX4" fmla="*/ 3966 w 71679"/>
                <a:gd name="connsiteY4" fmla="*/ 71 h 58070"/>
                <a:gd name="connsiteX5" fmla="*/ 271 w 71679"/>
                <a:gd name="connsiteY5" fmla="*/ 2414 h 58070"/>
                <a:gd name="connsiteX6" fmla="*/ 3966 w 71679"/>
                <a:gd name="connsiteY6" fmla="*/ 4757 h 58070"/>
                <a:gd name="connsiteX7" fmla="*/ 33704 w 71679"/>
                <a:gd name="connsiteY7" fmla="*/ 4757 h 58070"/>
                <a:gd name="connsiteX8" fmla="*/ 33704 w 71679"/>
                <a:gd name="connsiteY8" fmla="*/ 54543 h 58070"/>
                <a:gd name="connsiteX9" fmla="*/ 36110 w 71679"/>
                <a:gd name="connsiteY9" fmla="*/ 58141 h 58070"/>
                <a:gd name="connsiteX10" fmla="*/ 38517 w 71679"/>
                <a:gd name="connsiteY10" fmla="*/ 54543 h 58070"/>
                <a:gd name="connsiteX11" fmla="*/ 38517 w 71679"/>
                <a:gd name="connsiteY11" fmla="*/ 4757 h 5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679" h="58070">
                  <a:moveTo>
                    <a:pt x="38517" y="4757"/>
                  </a:moveTo>
                  <a:lnTo>
                    <a:pt x="68254" y="4757"/>
                  </a:lnTo>
                  <a:cubicBezTo>
                    <a:pt x="69629" y="4757"/>
                    <a:pt x="71950" y="4757"/>
                    <a:pt x="71950" y="2414"/>
                  </a:cubicBezTo>
                  <a:cubicBezTo>
                    <a:pt x="71950" y="71"/>
                    <a:pt x="69629" y="71"/>
                    <a:pt x="68254" y="71"/>
                  </a:cubicBezTo>
                  <a:lnTo>
                    <a:pt x="3966" y="71"/>
                  </a:lnTo>
                  <a:cubicBezTo>
                    <a:pt x="2677" y="71"/>
                    <a:pt x="271" y="71"/>
                    <a:pt x="271" y="2414"/>
                  </a:cubicBezTo>
                  <a:cubicBezTo>
                    <a:pt x="271" y="4757"/>
                    <a:pt x="2677" y="4757"/>
                    <a:pt x="3966" y="4757"/>
                  </a:cubicBezTo>
                  <a:lnTo>
                    <a:pt x="33704" y="4757"/>
                  </a:lnTo>
                  <a:lnTo>
                    <a:pt x="33704" y="54543"/>
                  </a:lnTo>
                  <a:cubicBezTo>
                    <a:pt x="33704" y="55798"/>
                    <a:pt x="33704" y="58141"/>
                    <a:pt x="36110" y="58141"/>
                  </a:cubicBezTo>
                  <a:cubicBezTo>
                    <a:pt x="38517" y="58141"/>
                    <a:pt x="38517" y="55882"/>
                    <a:pt x="38517" y="54543"/>
                  </a:cubicBezTo>
                  <a:lnTo>
                    <a:pt x="38517" y="47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5" name="Freeform: Shape 2094">
              <a:extLst>
                <a:ext uri="{FF2B5EF4-FFF2-40B4-BE49-F238E27FC236}">
                  <a16:creationId xmlns:a16="http://schemas.microsoft.com/office/drawing/2014/main" id="{DAD34A8E-48AF-99FB-7C6F-56C5C779B734}"/>
                </a:ext>
              </a:extLst>
            </p:cNvPr>
            <p:cNvSpPr/>
            <p:nvPr>
              <p:custDataLst>
                <p:tags r:id="rId31"/>
              </p:custDataLst>
            </p:nvPr>
          </p:nvSpPr>
          <p:spPr>
            <a:xfrm>
              <a:off x="11773242" y="5444876"/>
              <a:ext cx="73759" cy="52012"/>
            </a:xfrm>
            <a:custGeom>
              <a:avLst/>
              <a:gdLst>
                <a:gd name="connsiteX0" fmla="*/ 43594 w 73759"/>
                <a:gd name="connsiteY0" fmla="*/ 23737 h 52012"/>
                <a:gd name="connsiteX1" fmla="*/ 60198 w 73759"/>
                <a:gd name="connsiteY1" fmla="*/ 7454 h 52012"/>
                <a:gd name="connsiteX2" fmla="*/ 71389 w 73759"/>
                <a:gd name="connsiteY2" fmla="*/ 6634 h 52012"/>
                <a:gd name="connsiteX3" fmla="*/ 71389 w 73759"/>
                <a:gd name="connsiteY3" fmla="*/ 74 h 52012"/>
                <a:gd name="connsiteX4" fmla="*/ 59717 w 73759"/>
                <a:gd name="connsiteY4" fmla="*/ 542 h 52012"/>
                <a:gd name="connsiteX5" fmla="*/ 46361 w 73759"/>
                <a:gd name="connsiteY5" fmla="*/ 74 h 52012"/>
                <a:gd name="connsiteX6" fmla="*/ 46361 w 73759"/>
                <a:gd name="connsiteY6" fmla="*/ 6634 h 52012"/>
                <a:gd name="connsiteX7" fmla="*/ 49610 w 73759"/>
                <a:gd name="connsiteY7" fmla="*/ 7337 h 52012"/>
                <a:gd name="connsiteX8" fmla="*/ 38299 w 73759"/>
                <a:gd name="connsiteY8" fmla="*/ 18466 h 52012"/>
                <a:gd name="connsiteX9" fmla="*/ 26628 w 73759"/>
                <a:gd name="connsiteY9" fmla="*/ 6634 h 52012"/>
                <a:gd name="connsiteX10" fmla="*/ 29876 w 73759"/>
                <a:gd name="connsiteY10" fmla="*/ 6634 h 52012"/>
                <a:gd name="connsiteX11" fmla="*/ 29876 w 73759"/>
                <a:gd name="connsiteY11" fmla="*/ 74 h 52012"/>
                <a:gd name="connsiteX12" fmla="*/ 14595 w 73759"/>
                <a:gd name="connsiteY12" fmla="*/ 542 h 52012"/>
                <a:gd name="connsiteX13" fmla="*/ 998 w 73759"/>
                <a:gd name="connsiteY13" fmla="*/ 74 h 52012"/>
                <a:gd name="connsiteX14" fmla="*/ 998 w 73759"/>
                <a:gd name="connsiteY14" fmla="*/ 6634 h 52012"/>
                <a:gd name="connsiteX15" fmla="*/ 10023 w 73759"/>
                <a:gd name="connsiteY15" fmla="*/ 6634 h 52012"/>
                <a:gd name="connsiteX16" fmla="*/ 29756 w 73759"/>
                <a:gd name="connsiteY16" fmla="*/ 26666 h 52012"/>
                <a:gd name="connsiteX17" fmla="*/ 12429 w 73759"/>
                <a:gd name="connsiteY17" fmla="*/ 43652 h 52012"/>
                <a:gd name="connsiteX18" fmla="*/ 7015 w 73759"/>
                <a:gd name="connsiteY18" fmla="*/ 45409 h 52012"/>
                <a:gd name="connsiteX19" fmla="*/ 277 w 73759"/>
                <a:gd name="connsiteY19" fmla="*/ 45526 h 52012"/>
                <a:gd name="connsiteX20" fmla="*/ 277 w 73759"/>
                <a:gd name="connsiteY20" fmla="*/ 52086 h 52012"/>
                <a:gd name="connsiteX21" fmla="*/ 11948 w 73759"/>
                <a:gd name="connsiteY21" fmla="*/ 51618 h 52012"/>
                <a:gd name="connsiteX22" fmla="*/ 25304 w 73759"/>
                <a:gd name="connsiteY22" fmla="*/ 52086 h 52012"/>
                <a:gd name="connsiteX23" fmla="*/ 25304 w 73759"/>
                <a:gd name="connsiteY23" fmla="*/ 45526 h 52012"/>
                <a:gd name="connsiteX24" fmla="*/ 22055 w 73759"/>
                <a:gd name="connsiteY24" fmla="*/ 44706 h 52012"/>
                <a:gd name="connsiteX25" fmla="*/ 35050 w 73759"/>
                <a:gd name="connsiteY25" fmla="*/ 32054 h 52012"/>
                <a:gd name="connsiteX26" fmla="*/ 48407 w 73759"/>
                <a:gd name="connsiteY26" fmla="*/ 45526 h 52012"/>
                <a:gd name="connsiteX27" fmla="*/ 45278 w 73759"/>
                <a:gd name="connsiteY27" fmla="*/ 45526 h 52012"/>
                <a:gd name="connsiteX28" fmla="*/ 45278 w 73759"/>
                <a:gd name="connsiteY28" fmla="*/ 52086 h 52012"/>
                <a:gd name="connsiteX29" fmla="*/ 60559 w 73759"/>
                <a:gd name="connsiteY29" fmla="*/ 51618 h 52012"/>
                <a:gd name="connsiteX30" fmla="*/ 74036 w 73759"/>
                <a:gd name="connsiteY30" fmla="*/ 52086 h 52012"/>
                <a:gd name="connsiteX31" fmla="*/ 74036 w 73759"/>
                <a:gd name="connsiteY31" fmla="*/ 45526 h 52012"/>
                <a:gd name="connsiteX32" fmla="*/ 65132 w 73759"/>
                <a:gd name="connsiteY32" fmla="*/ 45526 h 52012"/>
                <a:gd name="connsiteX33" fmla="*/ 43594 w 73759"/>
                <a:gd name="connsiteY33" fmla="*/ 23737 h 5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3759" h="52012">
                  <a:moveTo>
                    <a:pt x="43594" y="23737"/>
                  </a:moveTo>
                  <a:lnTo>
                    <a:pt x="60198" y="7454"/>
                  </a:lnTo>
                  <a:cubicBezTo>
                    <a:pt x="63086" y="6634"/>
                    <a:pt x="66215" y="6634"/>
                    <a:pt x="71389" y="6634"/>
                  </a:cubicBezTo>
                  <a:lnTo>
                    <a:pt x="71389" y="74"/>
                  </a:lnTo>
                  <a:cubicBezTo>
                    <a:pt x="67538" y="425"/>
                    <a:pt x="63568" y="542"/>
                    <a:pt x="59717" y="542"/>
                  </a:cubicBezTo>
                  <a:cubicBezTo>
                    <a:pt x="55626" y="542"/>
                    <a:pt x="47324" y="191"/>
                    <a:pt x="46361" y="74"/>
                  </a:cubicBezTo>
                  <a:lnTo>
                    <a:pt x="46361" y="6634"/>
                  </a:lnTo>
                  <a:cubicBezTo>
                    <a:pt x="47925" y="6634"/>
                    <a:pt x="48768" y="6868"/>
                    <a:pt x="49610" y="7337"/>
                  </a:cubicBezTo>
                  <a:lnTo>
                    <a:pt x="38299" y="18466"/>
                  </a:lnTo>
                  <a:lnTo>
                    <a:pt x="26628" y="6634"/>
                  </a:lnTo>
                  <a:lnTo>
                    <a:pt x="29876" y="6634"/>
                  </a:lnTo>
                  <a:lnTo>
                    <a:pt x="29876" y="74"/>
                  </a:lnTo>
                  <a:cubicBezTo>
                    <a:pt x="29155" y="74"/>
                    <a:pt x="19649" y="542"/>
                    <a:pt x="14595" y="542"/>
                  </a:cubicBezTo>
                  <a:cubicBezTo>
                    <a:pt x="10023" y="542"/>
                    <a:pt x="5571" y="425"/>
                    <a:pt x="998" y="74"/>
                  </a:cubicBezTo>
                  <a:lnTo>
                    <a:pt x="998" y="6634"/>
                  </a:lnTo>
                  <a:lnTo>
                    <a:pt x="10023" y="6634"/>
                  </a:lnTo>
                  <a:lnTo>
                    <a:pt x="29756" y="26666"/>
                  </a:lnTo>
                  <a:lnTo>
                    <a:pt x="12429" y="43652"/>
                  </a:lnTo>
                  <a:cubicBezTo>
                    <a:pt x="10865" y="45057"/>
                    <a:pt x="10745" y="45175"/>
                    <a:pt x="7015" y="45409"/>
                  </a:cubicBezTo>
                  <a:cubicBezTo>
                    <a:pt x="5090" y="45526"/>
                    <a:pt x="878" y="45526"/>
                    <a:pt x="277" y="45526"/>
                  </a:cubicBezTo>
                  <a:lnTo>
                    <a:pt x="277" y="52086"/>
                  </a:lnTo>
                  <a:cubicBezTo>
                    <a:pt x="4127" y="51735"/>
                    <a:pt x="8098" y="51618"/>
                    <a:pt x="11948" y="51618"/>
                  </a:cubicBezTo>
                  <a:cubicBezTo>
                    <a:pt x="15197" y="51618"/>
                    <a:pt x="23740" y="51969"/>
                    <a:pt x="25304" y="52086"/>
                  </a:cubicBezTo>
                  <a:lnTo>
                    <a:pt x="25304" y="45526"/>
                  </a:lnTo>
                  <a:cubicBezTo>
                    <a:pt x="23379" y="45526"/>
                    <a:pt x="22898" y="45292"/>
                    <a:pt x="22055" y="44706"/>
                  </a:cubicBezTo>
                  <a:lnTo>
                    <a:pt x="35050" y="32054"/>
                  </a:lnTo>
                  <a:lnTo>
                    <a:pt x="48407" y="45526"/>
                  </a:lnTo>
                  <a:lnTo>
                    <a:pt x="45278" y="45526"/>
                  </a:lnTo>
                  <a:lnTo>
                    <a:pt x="45278" y="52086"/>
                  </a:lnTo>
                  <a:cubicBezTo>
                    <a:pt x="45398" y="52086"/>
                    <a:pt x="55024" y="51618"/>
                    <a:pt x="60559" y="51618"/>
                  </a:cubicBezTo>
                  <a:cubicBezTo>
                    <a:pt x="65011" y="51618"/>
                    <a:pt x="69584" y="51735"/>
                    <a:pt x="74036" y="52086"/>
                  </a:cubicBezTo>
                  <a:lnTo>
                    <a:pt x="74036" y="45526"/>
                  </a:lnTo>
                  <a:lnTo>
                    <a:pt x="65132" y="45526"/>
                  </a:lnTo>
                  <a:lnTo>
                    <a:pt x="43594" y="237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6" name="Freeform: Shape 2095">
              <a:extLst>
                <a:ext uri="{FF2B5EF4-FFF2-40B4-BE49-F238E27FC236}">
                  <a16:creationId xmlns:a16="http://schemas.microsoft.com/office/drawing/2014/main" id="{F9D47D38-5B0C-8F2A-FFD2-43B5441F7280}"/>
                </a:ext>
              </a:extLst>
            </p:cNvPr>
            <p:cNvSpPr/>
            <p:nvPr>
              <p:custDataLst>
                <p:tags r:id="rId32"/>
              </p:custDataLst>
            </p:nvPr>
          </p:nvSpPr>
          <p:spPr>
            <a:xfrm>
              <a:off x="11859724" y="5409030"/>
              <a:ext cx="31164" cy="117027"/>
            </a:xfrm>
            <a:custGeom>
              <a:avLst/>
              <a:gdLst>
                <a:gd name="connsiteX0" fmla="*/ 2567 w 31164"/>
                <a:gd name="connsiteY0" fmla="*/ 74 h 117027"/>
                <a:gd name="connsiteX1" fmla="*/ 281 w 31164"/>
                <a:gd name="connsiteY1" fmla="*/ 1480 h 117027"/>
                <a:gd name="connsiteX2" fmla="*/ 1364 w 31164"/>
                <a:gd name="connsiteY2" fmla="*/ 3237 h 117027"/>
                <a:gd name="connsiteX3" fmla="*/ 23263 w 31164"/>
                <a:gd name="connsiteY3" fmla="*/ 58529 h 117027"/>
                <a:gd name="connsiteX4" fmla="*/ 2447 w 31164"/>
                <a:gd name="connsiteY4" fmla="*/ 113001 h 117027"/>
                <a:gd name="connsiteX5" fmla="*/ 281 w 31164"/>
                <a:gd name="connsiteY5" fmla="*/ 115696 h 117027"/>
                <a:gd name="connsiteX6" fmla="*/ 1846 w 31164"/>
                <a:gd name="connsiteY6" fmla="*/ 117101 h 117027"/>
                <a:gd name="connsiteX7" fmla="*/ 22662 w 31164"/>
                <a:gd name="connsiteY7" fmla="*/ 94727 h 117027"/>
                <a:gd name="connsiteX8" fmla="*/ 31445 w 31164"/>
                <a:gd name="connsiteY8" fmla="*/ 58646 h 117027"/>
                <a:gd name="connsiteX9" fmla="*/ 2567 w 31164"/>
                <a:gd name="connsiteY9"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164" h="117027">
                  <a:moveTo>
                    <a:pt x="2567" y="74"/>
                  </a:moveTo>
                  <a:cubicBezTo>
                    <a:pt x="1725" y="74"/>
                    <a:pt x="281" y="74"/>
                    <a:pt x="281" y="1480"/>
                  </a:cubicBezTo>
                  <a:cubicBezTo>
                    <a:pt x="281" y="2065"/>
                    <a:pt x="642" y="2417"/>
                    <a:pt x="1364" y="3237"/>
                  </a:cubicBezTo>
                  <a:cubicBezTo>
                    <a:pt x="11712" y="12491"/>
                    <a:pt x="23263" y="28306"/>
                    <a:pt x="23263" y="58529"/>
                  </a:cubicBezTo>
                  <a:cubicBezTo>
                    <a:pt x="23263" y="83012"/>
                    <a:pt x="15442" y="101521"/>
                    <a:pt x="2447" y="113001"/>
                  </a:cubicBezTo>
                  <a:cubicBezTo>
                    <a:pt x="402" y="114993"/>
                    <a:pt x="281" y="115110"/>
                    <a:pt x="281" y="115696"/>
                  </a:cubicBezTo>
                  <a:cubicBezTo>
                    <a:pt x="281" y="116281"/>
                    <a:pt x="642" y="117101"/>
                    <a:pt x="1846" y="117101"/>
                  </a:cubicBezTo>
                  <a:cubicBezTo>
                    <a:pt x="3289" y="117101"/>
                    <a:pt x="14720" y="109370"/>
                    <a:pt x="22662" y="94727"/>
                  </a:cubicBezTo>
                  <a:cubicBezTo>
                    <a:pt x="27956" y="85004"/>
                    <a:pt x="31445" y="72352"/>
                    <a:pt x="31445" y="58646"/>
                  </a:cubicBezTo>
                  <a:cubicBezTo>
                    <a:pt x="31445" y="42129"/>
                    <a:pt x="26392" y="16474"/>
                    <a:pt x="2567"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sp>
        <p:nvSpPr>
          <p:cNvPr id="2099" name="TextBox 2098">
            <a:extLst>
              <a:ext uri="{FF2B5EF4-FFF2-40B4-BE49-F238E27FC236}">
                <a16:creationId xmlns:a16="http://schemas.microsoft.com/office/drawing/2014/main" id="{D82BF07A-9FCA-DC9F-9576-D273A523DECB}"/>
              </a:ext>
            </a:extLst>
          </p:cNvPr>
          <p:cNvSpPr txBox="1"/>
          <p:nvPr/>
        </p:nvSpPr>
        <p:spPr>
          <a:xfrm>
            <a:off x="903686" y="2622297"/>
            <a:ext cx="3832216" cy="600164"/>
          </a:xfrm>
          <a:prstGeom prst="rect">
            <a:avLst/>
          </a:prstGeom>
          <a:noFill/>
        </p:spPr>
        <p:txBody>
          <a:bodyPr wrap="square">
            <a:spAutoFit/>
          </a:bodyPr>
          <a:lstStyle/>
          <a:p>
            <a:pPr>
              <a:spcBef>
                <a:spcPts val="600"/>
              </a:spcBef>
              <a:spcAft>
                <a:spcPts val="600"/>
              </a:spcAft>
            </a:pPr>
            <a:r>
              <a:rPr lang="en-US" sz="1100">
                <a:solidFill>
                  <a:prstClr val="black"/>
                </a:solidFill>
                <a:latin typeface="Aptos" panose="020B0004020202020204"/>
              </a:rPr>
              <a:t>To interpret the results, we may (and should) also apply the exponential function to the estimated parameters to obtain the odds ratios (ORs):</a:t>
            </a:r>
          </a:p>
        </p:txBody>
      </p:sp>
    </p:spTree>
    <p:extLst>
      <p:ext uri="{BB962C8B-B14F-4D97-AF65-F5344CB8AC3E}">
        <p14:creationId xmlns:p14="http://schemas.microsoft.com/office/powerpoint/2010/main" val="232850427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9BABB8-A878-4C09-1A80-9E5DE4BCEBEF}"/>
            </a:ext>
          </a:extLst>
        </p:cNvPr>
        <p:cNvGrpSpPr/>
        <p:nvPr/>
      </p:nvGrpSpPr>
      <p:grpSpPr>
        <a:xfrm>
          <a:off x="0" y="0"/>
          <a:ext cx="0" cy="0"/>
          <a:chOff x="0" y="0"/>
          <a:chExt cx="0" cy="0"/>
        </a:xfrm>
      </p:grpSpPr>
      <p:sp>
        <p:nvSpPr>
          <p:cNvPr id="2" name="Freeform: Shape 1">
            <a:extLst>
              <a:ext uri="{FF2B5EF4-FFF2-40B4-BE49-F238E27FC236}">
                <a16:creationId xmlns:a16="http://schemas.microsoft.com/office/drawing/2014/main" id="{5CEE44DA-E5B9-8C4C-B7CB-E0018627C1CB}"/>
              </a:ext>
            </a:extLst>
          </p:cNvPr>
          <p:cNvSpPr/>
          <p:nvPr/>
        </p:nvSpPr>
        <p:spPr>
          <a:xfrm>
            <a:off x="5867061" y="1206499"/>
            <a:ext cx="6336000" cy="5664249"/>
          </a:xfrm>
          <a:custGeom>
            <a:avLst/>
            <a:gdLst>
              <a:gd name="csX0" fmla="*/ 533119 w 5212353"/>
              <a:gd name="csY0" fmla="*/ 0 h 5664249"/>
              <a:gd name="csX1" fmla="*/ 5173103 w 5212353"/>
              <a:gd name="csY1" fmla="*/ 0 h 5664249"/>
              <a:gd name="csX2" fmla="*/ 5212353 w 5212353"/>
              <a:gd name="csY2" fmla="*/ 3957 h 5664249"/>
              <a:gd name="csX3" fmla="*/ 5212353 w 5212353"/>
              <a:gd name="csY3" fmla="*/ 5660293 h 5664249"/>
              <a:gd name="csX4" fmla="*/ 5173103 w 5212353"/>
              <a:gd name="csY4" fmla="*/ 5664249 h 5664249"/>
              <a:gd name="csX5" fmla="*/ 533119 w 5212353"/>
              <a:gd name="csY5" fmla="*/ 5664249 h 5664249"/>
              <a:gd name="csX6" fmla="*/ 0 w 5212353"/>
              <a:gd name="csY6" fmla="*/ 5131130 h 5664249"/>
              <a:gd name="csX7" fmla="*/ 0 w 5212353"/>
              <a:gd name="csY7" fmla="*/ 533119 h 5664249"/>
              <a:gd name="csX8" fmla="*/ 533119 w 5212353"/>
              <a:gd name="csY8" fmla="*/ 0 h 56642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212353" h="5664249">
                <a:moveTo>
                  <a:pt x="533119" y="0"/>
                </a:moveTo>
                <a:lnTo>
                  <a:pt x="5173103" y="0"/>
                </a:lnTo>
                <a:lnTo>
                  <a:pt x="5212353" y="3957"/>
                </a:lnTo>
                <a:lnTo>
                  <a:pt x="5212353" y="5660293"/>
                </a:lnTo>
                <a:lnTo>
                  <a:pt x="5173103" y="5664249"/>
                </a:lnTo>
                <a:lnTo>
                  <a:pt x="533119" y="5664249"/>
                </a:lnTo>
                <a:cubicBezTo>
                  <a:pt x="238686" y="5664249"/>
                  <a:pt x="0" y="5425563"/>
                  <a:pt x="0" y="5131130"/>
                </a:cubicBezTo>
                <a:lnTo>
                  <a:pt x="0" y="533119"/>
                </a:lnTo>
                <a:cubicBezTo>
                  <a:pt x="0" y="238686"/>
                  <a:pt x="238686" y="0"/>
                  <a:pt x="533119" y="0"/>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Rectangle: Rounded Corners 5">
            <a:extLst>
              <a:ext uri="{FF2B5EF4-FFF2-40B4-BE49-F238E27FC236}">
                <a16:creationId xmlns:a16="http://schemas.microsoft.com/office/drawing/2014/main" id="{61C78F44-2A7B-32BB-AD0A-D3A97DBB364B}"/>
              </a:ext>
            </a:extLst>
          </p:cNvPr>
          <p:cNvSpPr/>
          <p:nvPr/>
        </p:nvSpPr>
        <p:spPr>
          <a:xfrm>
            <a:off x="5867061" y="1206499"/>
            <a:ext cx="2279626" cy="595213"/>
          </a:xfrm>
          <a:prstGeom prst="roundRect">
            <a:avLst>
              <a:gd name="adj" fmla="val 17766"/>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b="1">
                <a:solidFill>
                  <a:schemeClr val="tx1"/>
                </a:solidFill>
              </a:rPr>
              <a:t>Type of University</a:t>
            </a:r>
            <a:endParaRPr lang="en-US" b="1" noProof="0">
              <a:solidFill>
                <a:schemeClr val="tx1"/>
              </a:solidFill>
              <a:highlight>
                <a:srgbClr val="FFC000"/>
              </a:highlight>
            </a:endParaRPr>
          </a:p>
        </p:txBody>
      </p:sp>
      <p:sp>
        <p:nvSpPr>
          <p:cNvPr id="5" name="Slide Number Placeholder 2">
            <a:extLst>
              <a:ext uri="{FF2B5EF4-FFF2-40B4-BE49-F238E27FC236}">
                <a16:creationId xmlns:a16="http://schemas.microsoft.com/office/drawing/2014/main" id="{17F7E049-A30E-5E77-8FCD-F377075870E0}"/>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A62407D0-B049-7CB0-F8FC-629906A0353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3C63D939-9031-3C37-C5B2-4AF407D1D3F7}"/>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39F5773C-F32A-7FDD-940D-4ED37148FFBD}"/>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8" name="Picture 7" descr="\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title="IguanaTex Picture Display">
            <a:extLst>
              <a:ext uri="{FF2B5EF4-FFF2-40B4-BE49-F238E27FC236}">
                <a16:creationId xmlns:a16="http://schemas.microsoft.com/office/drawing/2014/main" id="{F63FE6FC-162A-A1BB-4BA5-8E9786F9CC88}"/>
              </a:ext>
            </a:extLst>
          </p:cNvPr>
          <p:cNvPicPr>
            <a:picLocks noChangeAspect="1"/>
          </p:cNvPicPr>
          <p:nvPr>
            <p:custDataLst>
              <p:tags r:id="rId1"/>
            </p:custDataLst>
          </p:nvPr>
        </p:nvPicPr>
        <p:blipFill>
          <a:blip r:embed="rId146">
            <a:extLst>
              <a:ext uri="{28A0092B-C50C-407E-A947-70E740481C1C}">
                <a14:useLocalDpi xmlns:a14="http://schemas.microsoft.com/office/drawing/2010/main" val="0"/>
              </a:ext>
            </a:extLst>
          </a:blip>
          <a:stretch>
            <a:fillRect/>
          </a:stretch>
        </p:blipFill>
        <p:spPr>
          <a:xfrm>
            <a:off x="1004528" y="1671823"/>
            <a:ext cx="2706656" cy="710522"/>
          </a:xfrm>
          <a:prstGeom prst="rect">
            <a:avLst/>
          </a:prstGeom>
        </p:spPr>
      </p:pic>
      <p:sp>
        <p:nvSpPr>
          <p:cNvPr id="3" name="TextBox 2">
            <a:extLst>
              <a:ext uri="{FF2B5EF4-FFF2-40B4-BE49-F238E27FC236}">
                <a16:creationId xmlns:a16="http://schemas.microsoft.com/office/drawing/2014/main" id="{D480DFB6-930A-CAA9-D10C-C082875F6A4C}"/>
              </a:ext>
            </a:extLst>
          </p:cNvPr>
          <p:cNvSpPr txBox="1"/>
          <p:nvPr/>
        </p:nvSpPr>
        <p:spPr>
          <a:xfrm>
            <a:off x="896087" y="1194769"/>
            <a:ext cx="3674264"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Results of the Ordinal Logistic Regression Regarding the Intention to Apply to Postgraduate Studies</a:t>
            </a:r>
            <a:endPar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AC483839-5B15-643F-19BA-F5B4EB213DDC}"/>
                  </a:ext>
                </a:extLst>
              </p:cNvPr>
              <p:cNvSpPr txBox="1"/>
              <p:nvPr/>
            </p:nvSpPr>
            <p:spPr>
              <a:xfrm>
                <a:off x="6079625" y="2027084"/>
                <a:ext cx="5402964" cy="1661993"/>
              </a:xfrm>
              <a:prstGeom prst="rect">
                <a:avLst/>
              </a:prstGeom>
              <a:noFill/>
            </p:spPr>
            <p:txBody>
              <a:bodyPr wrap="square">
                <a:spAutoFit/>
              </a:bodyPr>
              <a:lstStyle>
                <a:defPPr>
                  <a:defRPr lang="en-US"/>
                </a:defPPr>
                <a:lvl1pPr marR="0" lvl="0" fontAlgn="auto">
                  <a:lnSpc>
                    <a:spcPct val="100000"/>
                  </a:lnSpc>
                  <a:spcBef>
                    <a:spcPts val="600"/>
                  </a:spcBef>
                  <a:spcAft>
                    <a:spcPts val="600"/>
                  </a:spcAft>
                  <a:buClrTx/>
                  <a:buSzTx/>
                  <a:tabLst/>
                  <a:defRPr kumimoji="0" sz="1100" b="1" i="0" u="none" strike="noStrike" cap="none" spc="0" normalizeH="0" baseline="0">
                    <a:ln>
                      <a:noFill/>
                    </a:ln>
                    <a:solidFill>
                      <a:prstClr val="black"/>
                    </a:solidFill>
                    <a:effectLst/>
                    <a:uLnTx/>
                    <a:uFillTx/>
                    <a:latin typeface="Aptos" panose="020B0004020202020204"/>
                  </a:defRPr>
                </a:lvl1pPr>
              </a:lstStyle>
              <a:p>
                <a:r>
                  <a:rPr lang="en-US" b="0"/>
                  <a:t>For students graduating from a public university, </a:t>
                </a:r>
                <a:r>
                  <a:rPr lang="en-US">
                    <a:solidFill>
                      <a:schemeClr val="bg1"/>
                    </a:solidFill>
                    <a:highlight>
                      <a:srgbClr val="FF0000"/>
                    </a:highlight>
                  </a:rPr>
                  <a:t>the probabilities of being in a higher intention‑to‑apply category </a:t>
                </a:r>
                <a:r>
                  <a:rPr lang="en-US" b="0"/>
                  <a:t>(that is, “somewhat likely” or “very likely”, as opposed to “not likely”) are 0.9429 times those of students graduating from private universities, holding all other variables constant.</a:t>
                </a:r>
              </a:p>
              <a:p>
                <a:r>
                  <a:rPr lang="en-US" b="0"/>
                  <a:t>This corresponds to a 5.71% decrease:</a:t>
                </a:r>
                <a:endParaRPr lang="en-US" b="0" i="1">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en-GB" b="0" i="1">
                          <a:latin typeface="Cambria Math" panose="02040503050406030204" pitchFamily="18" charset="0"/>
                        </a:rPr>
                        <m:t>(1−0.9429)×100≈5.71%</m:t>
                      </m:r>
                    </m:oMath>
                  </m:oMathPara>
                </a14:m>
                <a:endParaRPr lang="en-US" b="0" i="1">
                  <a:latin typeface="Cambria Math" panose="02040503050406030204" pitchFamily="18" charset="0"/>
                </a:endParaRPr>
              </a:p>
              <a:p>
                <a:r>
                  <a:rPr lang="en-US">
                    <a:highlight>
                      <a:srgbClr val="FFC000"/>
                    </a:highlight>
                  </a:rPr>
                  <a:t>Using the lower cumulative odds </a:t>
                </a:r>
                <a:r>
                  <a:rPr lang="en-GB" b="0"/>
                  <a:t>(Logit </a:t>
                </a:r>
                <a14:m>
                  <m:oMath xmlns:m="http://schemas.openxmlformats.org/officeDocument/2006/math">
                    <m:r>
                      <a:rPr lang="en-GB" b="0" i="1" dirty="0">
                        <a:latin typeface="Cambria Math" panose="02040503050406030204" pitchFamily="18" charset="0"/>
                      </a:rPr>
                      <m:t>𝑑𝑒</m:t>
                    </m:r>
                    <m:r>
                      <a:rPr lang="en-GB" b="0" i="1" dirty="0">
                        <a:latin typeface="Cambria Math" panose="02040503050406030204" pitchFamily="18" charset="0"/>
                      </a:rPr>
                      <m:t> </m:t>
                    </m:r>
                    <m:r>
                      <a:rPr lang="en-GB" b="0" i="1" dirty="0">
                        <a:latin typeface="Cambria Math" panose="02040503050406030204" pitchFamily="18" charset="0"/>
                      </a:rPr>
                      <m:t>𝑃</m:t>
                    </m:r>
                    <m:d>
                      <m:dPr>
                        <m:ctrlPr>
                          <a:rPr lang="en-GB" b="0" i="1" dirty="0">
                            <a:latin typeface="Cambria Math" panose="02040503050406030204" pitchFamily="18" charset="0"/>
                          </a:rPr>
                        </m:ctrlPr>
                      </m:dPr>
                      <m:e>
                        <m:r>
                          <a:rPr lang="en-GB" b="0" i="1" dirty="0">
                            <a:latin typeface="Cambria Math" panose="02040503050406030204" pitchFamily="18" charset="0"/>
                          </a:rPr>
                          <m:t>𝑌</m:t>
                        </m:r>
                        <m:r>
                          <a:rPr lang="en-GB" b="0" i="1" dirty="0">
                            <a:latin typeface="Cambria Math" panose="02040503050406030204" pitchFamily="18" charset="0"/>
                          </a:rPr>
                          <m:t> ≤</m:t>
                        </m:r>
                        <m:r>
                          <a:rPr lang="en-GB" b="0" i="1" dirty="0">
                            <a:latin typeface="Cambria Math" panose="02040503050406030204" pitchFamily="18" charset="0"/>
                          </a:rPr>
                          <m:t>𝑗</m:t>
                        </m:r>
                      </m:e>
                    </m:d>
                    <m:r>
                      <a:rPr lang="en-GB" b="0" i="1" dirty="0">
                        <a:latin typeface="Cambria Math" panose="02040503050406030204" pitchFamily="18" charset="0"/>
                      </a:rPr>
                      <m:t> </m:t>
                    </m:r>
                  </m:oMath>
                </a14:m>
                <a:r>
                  <a:rPr lang="en-US" b="0"/>
                  <a:t>the inverse odds ratio is:</a:t>
                </a:r>
                <a:endParaRPr lang="en-GB" b="0"/>
              </a:p>
            </p:txBody>
          </p:sp>
        </mc:Choice>
        <mc:Fallback xmlns="">
          <p:sp>
            <p:nvSpPr>
              <p:cNvPr id="15" name="TextBox 14">
                <a:extLst>
                  <a:ext uri="{FF2B5EF4-FFF2-40B4-BE49-F238E27FC236}">
                    <a16:creationId xmlns:a16="http://schemas.microsoft.com/office/drawing/2014/main" id="{AC483839-5B15-643F-19BA-F5B4EB213DDC}"/>
                  </a:ext>
                </a:extLst>
              </p:cNvPr>
              <p:cNvSpPr txBox="1">
                <a:spLocks noRot="1" noChangeAspect="1" noMove="1" noResize="1" noEditPoints="1" noAdjustHandles="1" noChangeArrowheads="1" noChangeShapeType="1" noTextEdit="1"/>
              </p:cNvSpPr>
              <p:nvPr/>
            </p:nvSpPr>
            <p:spPr>
              <a:xfrm>
                <a:off x="6079625" y="2027084"/>
                <a:ext cx="5402964" cy="1661993"/>
              </a:xfrm>
              <a:prstGeom prst="rect">
                <a:avLst/>
              </a:prstGeom>
              <a:blipFill>
                <a:blip r:embed="rId147"/>
                <a:stretch>
                  <a:fillRect t="-368" b="-1838"/>
                </a:stretch>
              </a:blipFill>
            </p:spPr>
            <p:txBody>
              <a:bodyPr/>
              <a:lstStyle/>
              <a:p>
                <a:r>
                  <a:rPr lang="en-US">
                    <a:noFill/>
                  </a:rPr>
                  <a:t> </a:t>
                </a:r>
              </a:p>
            </p:txBody>
          </p:sp>
        </mc:Fallback>
      </mc:AlternateContent>
      <p:pic>
        <p:nvPicPr>
          <p:cNvPr id="9" name="Picture 8" descr="\documentclass{article}&#10;\usepackage{amsmath}&#10;\pagestyle{empty}&#10;\begin{document}&#10;&#10;&#10;$\text{OR}_{\text{Inferior}} = 1/\text{OR}$&#10;&#10;\end{document}" title="IguanaTex Picture Display">
            <a:extLst>
              <a:ext uri="{FF2B5EF4-FFF2-40B4-BE49-F238E27FC236}">
                <a16:creationId xmlns:a16="http://schemas.microsoft.com/office/drawing/2014/main" id="{B0352ACA-2518-5150-2E81-91FD52018215}"/>
              </a:ext>
            </a:extLst>
          </p:cNvPr>
          <p:cNvPicPr>
            <a:picLocks noChangeAspect="1"/>
          </p:cNvPicPr>
          <p:nvPr>
            <p:custDataLst>
              <p:tags r:id="rId2"/>
            </p:custDataLst>
          </p:nvPr>
        </p:nvPicPr>
        <p:blipFill>
          <a:blip r:embed="rId148" cstate="print">
            <a:extLst>
              <a:ext uri="{28A0092B-C50C-407E-A947-70E740481C1C}">
                <a14:useLocalDpi xmlns:a14="http://schemas.microsoft.com/office/drawing/2010/main" val="0"/>
              </a:ext>
            </a:extLst>
          </a:blip>
          <a:stretch>
            <a:fillRect/>
          </a:stretch>
        </p:blipFill>
        <p:spPr>
          <a:xfrm>
            <a:off x="6098104" y="4353650"/>
            <a:ext cx="1187029" cy="150405"/>
          </a:xfrm>
          <a:prstGeom prst="rect">
            <a:avLst/>
          </a:prstGeom>
        </p:spPr>
      </p:pic>
      <p:sp>
        <p:nvSpPr>
          <p:cNvPr id="20" name="TextBox 19">
            <a:extLst>
              <a:ext uri="{FF2B5EF4-FFF2-40B4-BE49-F238E27FC236}">
                <a16:creationId xmlns:a16="http://schemas.microsoft.com/office/drawing/2014/main" id="{E8623A36-376C-F583-95C2-F7078D4207EA}"/>
              </a:ext>
            </a:extLst>
          </p:cNvPr>
          <p:cNvSpPr txBox="1"/>
          <p:nvPr/>
        </p:nvSpPr>
        <p:spPr>
          <a:xfrm>
            <a:off x="7953953" y="4264489"/>
            <a:ext cx="3182101" cy="600164"/>
          </a:xfrm>
          <a:prstGeom prst="rect">
            <a:avLst/>
          </a:prstGeom>
          <a:noFill/>
        </p:spPr>
        <p:txBody>
          <a:bodyPr wrap="square">
            <a:spAutoFit/>
          </a:bodyPr>
          <a:lstStyle/>
          <a:p>
            <a:pPr lvl="0">
              <a:defRPr/>
            </a:pPr>
            <a:r>
              <a:rPr lang="en-US" sz="1100">
                <a:solidFill>
                  <a:prstClr val="black"/>
                </a:solidFill>
              </a:rPr>
              <a:t>Thus, the lower cumulative odds (“not likely” vs. “somewhat or very likely”) are 6% higher for students graduating from public universities.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D39CE2AB-67D4-D0BD-3006-9922112A73C1}"/>
                  </a:ext>
                </a:extLst>
              </p:cNvPr>
              <p:cNvSpPr txBox="1"/>
              <p:nvPr/>
            </p:nvSpPr>
            <p:spPr>
              <a:xfrm>
                <a:off x="6098104" y="5107245"/>
                <a:ext cx="5127580" cy="261610"/>
              </a:xfrm>
              <a:prstGeom prst="rect">
                <a:avLst/>
              </a:prstGeom>
              <a:noFill/>
            </p:spPr>
            <p:txBody>
              <a:bodyPr wrap="square">
                <a:spAutoFit/>
              </a:bodyPr>
              <a:lstStyle/>
              <a:p>
                <a:pPr lvl="0">
                  <a:defRPr/>
                </a:pPr>
                <a14:m>
                  <m:oMathPara xmlns:m="http://schemas.openxmlformats.org/officeDocument/2006/math">
                    <m:oMathParaPr>
                      <m:jc m:val="centerGroup"/>
                    </m:oMathParaPr>
                    <m:oMath xmlns:m="http://schemas.openxmlformats.org/officeDocument/2006/math">
                      <m:d>
                        <m:dPr>
                          <m:ctrlPr>
                            <a:rPr lang="en-GB" sz="1050" i="1">
                              <a:solidFill>
                                <a:prstClr val="black"/>
                              </a:solidFill>
                              <a:latin typeface="Cambria Math" panose="02040503050406030204" pitchFamily="18" charset="0"/>
                            </a:rPr>
                          </m:ctrlPr>
                        </m:dPr>
                        <m:e>
                          <m:r>
                            <a:rPr lang="en-GB" sz="1050" i="1">
                              <a:solidFill>
                                <a:prstClr val="black"/>
                              </a:solidFill>
                              <a:latin typeface="Cambria Math" panose="02040503050406030204" pitchFamily="18" charset="0"/>
                            </a:rPr>
                            <m:t>1.06 −1</m:t>
                          </m:r>
                        </m:e>
                      </m:d>
                      <m:r>
                        <a:rPr lang="en-GB" sz="1050" i="1">
                          <a:solidFill>
                            <a:prstClr val="black"/>
                          </a:solidFill>
                          <a:latin typeface="Cambria Math" panose="02040503050406030204" pitchFamily="18" charset="0"/>
                        </a:rPr>
                        <m:t>×100≈6%</m:t>
                      </m:r>
                    </m:oMath>
                  </m:oMathPara>
                </a14:m>
                <a:endParaRPr lang="en-GB" sz="1050">
                  <a:solidFill>
                    <a:prstClr val="black"/>
                  </a:solidFill>
                </a:endParaRPr>
              </a:p>
            </p:txBody>
          </p:sp>
        </mc:Choice>
        <mc:Fallback xmlns="">
          <p:sp>
            <p:nvSpPr>
              <p:cNvPr id="25" name="TextBox 24">
                <a:extLst>
                  <a:ext uri="{FF2B5EF4-FFF2-40B4-BE49-F238E27FC236}">
                    <a16:creationId xmlns:a16="http://schemas.microsoft.com/office/drawing/2014/main" id="{D39CE2AB-67D4-D0BD-3006-9922112A73C1}"/>
                  </a:ext>
                </a:extLst>
              </p:cNvPr>
              <p:cNvSpPr txBox="1">
                <a:spLocks noRot="1" noChangeAspect="1" noMove="1" noResize="1" noEditPoints="1" noAdjustHandles="1" noChangeArrowheads="1" noChangeShapeType="1" noTextEdit="1"/>
              </p:cNvSpPr>
              <p:nvPr/>
            </p:nvSpPr>
            <p:spPr>
              <a:xfrm>
                <a:off x="6098104" y="5107245"/>
                <a:ext cx="5127580" cy="261610"/>
              </a:xfrm>
              <a:prstGeom prst="rect">
                <a:avLst/>
              </a:prstGeom>
              <a:blipFill>
                <a:blip r:embed="rId149"/>
                <a:stretch>
                  <a:fillRect/>
                </a:stretch>
              </a:blipFill>
            </p:spPr>
            <p:txBody>
              <a:bodyPr/>
              <a:lstStyle/>
              <a:p>
                <a:r>
                  <a:rPr lang="en-US">
                    <a:noFill/>
                  </a:rPr>
                  <a:t> </a:t>
                </a:r>
              </a:p>
            </p:txBody>
          </p:sp>
        </mc:Fallback>
      </mc:AlternateContent>
      <p:sp>
        <p:nvSpPr>
          <p:cNvPr id="29" name="TextBox 28">
            <a:extLst>
              <a:ext uri="{FF2B5EF4-FFF2-40B4-BE49-F238E27FC236}">
                <a16:creationId xmlns:a16="http://schemas.microsoft.com/office/drawing/2014/main" id="{FC886422-2693-41BE-4A6C-1DC512B5F006}"/>
              </a:ext>
            </a:extLst>
          </p:cNvPr>
          <p:cNvSpPr txBox="1"/>
          <p:nvPr/>
        </p:nvSpPr>
        <p:spPr>
          <a:xfrm>
            <a:off x="6098103" y="5444641"/>
            <a:ext cx="5384485" cy="6001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For students who graduated from a public university</a:t>
            </a:r>
            <a:r>
              <a:rPr kumimoji="0" lang="en-US" sz="1100" b="1" i="0" u="none" strike="noStrike" kern="1200" cap="none" spc="0" normalizeH="0" baseline="0" noProof="0">
                <a:ln>
                  <a:noFill/>
                </a:ln>
                <a:solidFill>
                  <a:schemeClr val="bg1"/>
                </a:solidFill>
                <a:effectLst/>
                <a:highlight>
                  <a:srgbClr val="FF0000"/>
                </a:highlight>
                <a:uLnTx/>
                <a:uFillTx/>
                <a:latin typeface="Aptos" panose="020B0004020202020204"/>
                <a:ea typeface="+mn-ea"/>
                <a:cs typeface="+mn-cs"/>
              </a:rPr>
              <a:t>, the probabilities of being in a lower category of intention to apply </a:t>
            </a: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are 6% higher than those of students who graduated from private universities.</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12" name="Group 11" descr="\documentclass{article}&#10;\usepackage{amsmath}&#10;\pagestyle{empty}&#10;\begin{document}&#10;&#10;&#10;\[&#10; =\frac{P(Y_n \le j)}{P(Y_n &gt; j)}  = e^{ (\mu_j -\boldsymbol{\beta}^\top \mathbf{x})}&#10;\]&#10;&#10;\end{document}" title="IguanaTex Shape Display">
            <a:extLst>
              <a:ext uri="{FF2B5EF4-FFF2-40B4-BE49-F238E27FC236}">
                <a16:creationId xmlns:a16="http://schemas.microsoft.com/office/drawing/2014/main" id="{FE67203B-0079-6265-466A-D2CD576610C3}"/>
              </a:ext>
            </a:extLst>
          </p:cNvPr>
          <p:cNvGrpSpPr>
            <a:grpSpLocks noChangeAspect="1"/>
          </p:cNvGrpSpPr>
          <p:nvPr>
            <p:custDataLst>
              <p:tags r:id="rId3"/>
            </p:custDataLst>
          </p:nvPr>
        </p:nvGrpSpPr>
        <p:grpSpPr>
          <a:xfrm>
            <a:off x="2684843" y="3317240"/>
            <a:ext cx="1592884" cy="328051"/>
            <a:chOff x="12118418" y="5141427"/>
            <a:chExt cx="2010672" cy="414094"/>
          </a:xfrm>
        </p:grpSpPr>
        <p:sp>
          <p:nvSpPr>
            <p:cNvPr id="13" name="Freeform: Shape 12">
              <a:extLst>
                <a:ext uri="{FF2B5EF4-FFF2-40B4-BE49-F238E27FC236}">
                  <a16:creationId xmlns:a16="http://schemas.microsoft.com/office/drawing/2014/main" id="{20E4D1CE-D655-A7A3-E4E3-DD795216D086}"/>
                </a:ext>
              </a:extLst>
            </p:cNvPr>
            <p:cNvSpPr/>
            <p:nvPr>
              <p:custDataLst>
                <p:tags r:id="rId118"/>
              </p:custDataLst>
            </p:nvPr>
          </p:nvSpPr>
          <p:spPr>
            <a:xfrm>
              <a:off x="12118418" y="5327139"/>
              <a:ext cx="119790" cy="41015"/>
            </a:xfrm>
            <a:custGeom>
              <a:avLst/>
              <a:gdLst>
                <a:gd name="connsiteX0" fmla="*/ 113843 w 119790"/>
                <a:gd name="connsiteY0" fmla="*/ 7089 h 41015"/>
                <a:gd name="connsiteX1" fmla="*/ 119967 w 119790"/>
                <a:gd name="connsiteY1" fmla="*/ 3584 h 41015"/>
                <a:gd name="connsiteX2" fmla="*/ 114023 w 119790"/>
                <a:gd name="connsiteY2" fmla="*/ 78 h 41015"/>
                <a:gd name="connsiteX3" fmla="*/ 6122 w 119790"/>
                <a:gd name="connsiteY3" fmla="*/ 78 h 41015"/>
                <a:gd name="connsiteX4" fmla="*/ 177 w 119790"/>
                <a:gd name="connsiteY4" fmla="*/ 3584 h 41015"/>
                <a:gd name="connsiteX5" fmla="*/ 6302 w 119790"/>
                <a:gd name="connsiteY5" fmla="*/ 7089 h 41015"/>
                <a:gd name="connsiteX6" fmla="*/ 113843 w 119790"/>
                <a:gd name="connsiteY6" fmla="*/ 7089 h 41015"/>
                <a:gd name="connsiteX7" fmla="*/ 114023 w 119790"/>
                <a:gd name="connsiteY7" fmla="*/ 41094 h 41015"/>
                <a:gd name="connsiteX8" fmla="*/ 119967 w 119790"/>
                <a:gd name="connsiteY8" fmla="*/ 37588 h 41015"/>
                <a:gd name="connsiteX9" fmla="*/ 113843 w 119790"/>
                <a:gd name="connsiteY9" fmla="*/ 34083 h 41015"/>
                <a:gd name="connsiteX10" fmla="*/ 6302 w 119790"/>
                <a:gd name="connsiteY10" fmla="*/ 34083 h 41015"/>
                <a:gd name="connsiteX11" fmla="*/ 177 w 119790"/>
                <a:gd name="connsiteY11" fmla="*/ 37588 h 41015"/>
                <a:gd name="connsiteX12" fmla="*/ 6122 w 119790"/>
                <a:gd name="connsiteY12" fmla="*/ 41094 h 41015"/>
                <a:gd name="connsiteX13" fmla="*/ 11402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843" y="7089"/>
                  </a:moveTo>
                  <a:cubicBezTo>
                    <a:pt x="116545" y="7089"/>
                    <a:pt x="119967" y="7089"/>
                    <a:pt x="119967" y="3584"/>
                  </a:cubicBezTo>
                  <a:cubicBezTo>
                    <a:pt x="119967" y="78"/>
                    <a:pt x="116545" y="78"/>
                    <a:pt x="114023" y="78"/>
                  </a:cubicBezTo>
                  <a:lnTo>
                    <a:pt x="6122" y="78"/>
                  </a:lnTo>
                  <a:cubicBezTo>
                    <a:pt x="3600" y="78"/>
                    <a:pt x="177" y="78"/>
                    <a:pt x="177" y="3584"/>
                  </a:cubicBezTo>
                  <a:cubicBezTo>
                    <a:pt x="177" y="7089"/>
                    <a:pt x="3600" y="7089"/>
                    <a:pt x="6302" y="7089"/>
                  </a:cubicBezTo>
                  <a:lnTo>
                    <a:pt x="113843" y="7089"/>
                  </a:lnTo>
                  <a:close/>
                  <a:moveTo>
                    <a:pt x="114023" y="41094"/>
                  </a:moveTo>
                  <a:cubicBezTo>
                    <a:pt x="116545" y="41094"/>
                    <a:pt x="119967" y="41094"/>
                    <a:pt x="119967" y="37588"/>
                  </a:cubicBezTo>
                  <a:cubicBezTo>
                    <a:pt x="119967" y="34083"/>
                    <a:pt x="116545" y="34083"/>
                    <a:pt x="113843" y="34083"/>
                  </a:cubicBezTo>
                  <a:lnTo>
                    <a:pt x="6302" y="34083"/>
                  </a:lnTo>
                  <a:cubicBezTo>
                    <a:pt x="3600" y="34083"/>
                    <a:pt x="177" y="34083"/>
                    <a:pt x="177" y="37588"/>
                  </a:cubicBezTo>
                  <a:cubicBezTo>
                    <a:pt x="177" y="41094"/>
                    <a:pt x="3600" y="41094"/>
                    <a:pt x="6122" y="41094"/>
                  </a:cubicBezTo>
                  <a:lnTo>
                    <a:pt x="11402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4" name="Freeform: Shape 13">
              <a:extLst>
                <a:ext uri="{FF2B5EF4-FFF2-40B4-BE49-F238E27FC236}">
                  <a16:creationId xmlns:a16="http://schemas.microsoft.com/office/drawing/2014/main" id="{0081BFD4-03BE-D77D-3C50-3F0BD263B2EF}"/>
                </a:ext>
              </a:extLst>
            </p:cNvPr>
            <p:cNvSpPr/>
            <p:nvPr>
              <p:custDataLst>
                <p:tags r:id="rId119"/>
              </p:custDataLst>
            </p:nvPr>
          </p:nvSpPr>
          <p:spPr>
            <a:xfrm>
              <a:off x="12327294" y="5153171"/>
              <a:ext cx="128616" cy="119717"/>
            </a:xfrm>
            <a:custGeom>
              <a:avLst/>
              <a:gdLst>
                <a:gd name="connsiteX0" fmla="*/ 47564 w 128616"/>
                <a:gd name="connsiteY0" fmla="*/ 64400 h 119717"/>
                <a:gd name="connsiteX1" fmla="*/ 78187 w 128616"/>
                <a:gd name="connsiteY1" fmla="*/ 64400 h 119717"/>
                <a:gd name="connsiteX2" fmla="*/ 128805 w 128616"/>
                <a:gd name="connsiteY2" fmla="*/ 26539 h 119717"/>
                <a:gd name="connsiteX3" fmla="*/ 93319 w 128616"/>
                <a:gd name="connsiteY3" fmla="*/ 71 h 119717"/>
                <a:gd name="connsiteX4" fmla="*/ 34955 w 128616"/>
                <a:gd name="connsiteY4" fmla="*/ 71 h 119717"/>
                <a:gd name="connsiteX5" fmla="*/ 29551 w 128616"/>
                <a:gd name="connsiteY5" fmla="*/ 3402 h 119717"/>
                <a:gd name="connsiteX6" fmla="*/ 34775 w 128616"/>
                <a:gd name="connsiteY6" fmla="*/ 5505 h 119717"/>
                <a:gd name="connsiteX7" fmla="*/ 42521 w 128616"/>
                <a:gd name="connsiteY7" fmla="*/ 5856 h 119717"/>
                <a:gd name="connsiteX8" fmla="*/ 46484 w 128616"/>
                <a:gd name="connsiteY8" fmla="*/ 8660 h 119717"/>
                <a:gd name="connsiteX9" fmla="*/ 45763 w 128616"/>
                <a:gd name="connsiteY9" fmla="*/ 11990 h 119717"/>
                <a:gd name="connsiteX10" fmla="*/ 21625 w 128616"/>
                <a:gd name="connsiteY10" fmla="*/ 106117 h 119717"/>
                <a:gd name="connsiteX11" fmla="*/ 5233 w 128616"/>
                <a:gd name="connsiteY11" fmla="*/ 114355 h 119717"/>
                <a:gd name="connsiteX12" fmla="*/ 189 w 128616"/>
                <a:gd name="connsiteY12" fmla="*/ 117685 h 119717"/>
                <a:gd name="connsiteX13" fmla="*/ 2891 w 128616"/>
                <a:gd name="connsiteY13" fmla="*/ 119788 h 119717"/>
                <a:gd name="connsiteX14" fmla="*/ 25768 w 128616"/>
                <a:gd name="connsiteY14" fmla="*/ 119263 h 119717"/>
                <a:gd name="connsiteX15" fmla="*/ 37297 w 128616"/>
                <a:gd name="connsiteY15" fmla="*/ 119438 h 119717"/>
                <a:gd name="connsiteX16" fmla="*/ 49005 w 128616"/>
                <a:gd name="connsiteY16" fmla="*/ 119788 h 119717"/>
                <a:gd name="connsiteX17" fmla="*/ 52608 w 128616"/>
                <a:gd name="connsiteY17" fmla="*/ 116283 h 119717"/>
                <a:gd name="connsiteX18" fmla="*/ 47564 w 128616"/>
                <a:gd name="connsiteY18" fmla="*/ 114355 h 119717"/>
                <a:gd name="connsiteX19" fmla="*/ 35856 w 128616"/>
                <a:gd name="connsiteY19" fmla="*/ 111200 h 119717"/>
                <a:gd name="connsiteX20" fmla="*/ 36396 w 128616"/>
                <a:gd name="connsiteY20" fmla="*/ 108220 h 119717"/>
                <a:gd name="connsiteX21" fmla="*/ 47564 w 128616"/>
                <a:gd name="connsiteY21" fmla="*/ 64400 h 119717"/>
                <a:gd name="connsiteX22" fmla="*/ 60534 w 128616"/>
                <a:gd name="connsiteY22" fmla="*/ 12166 h 119717"/>
                <a:gd name="connsiteX23" fmla="*/ 70261 w 128616"/>
                <a:gd name="connsiteY23" fmla="*/ 5505 h 119717"/>
                <a:gd name="connsiteX24" fmla="*/ 87554 w 128616"/>
                <a:gd name="connsiteY24" fmla="*/ 5505 h 119717"/>
                <a:gd name="connsiteX25" fmla="*/ 112053 w 128616"/>
                <a:gd name="connsiteY25" fmla="*/ 22332 h 119717"/>
                <a:gd name="connsiteX26" fmla="*/ 101425 w 128616"/>
                <a:gd name="connsiteY26" fmla="*/ 50552 h 119717"/>
                <a:gd name="connsiteX27" fmla="*/ 73684 w 128616"/>
                <a:gd name="connsiteY27" fmla="*/ 59842 h 119717"/>
                <a:gd name="connsiteX28" fmla="*/ 48285 w 128616"/>
                <a:gd name="connsiteY28" fmla="*/ 59842 h 119717"/>
                <a:gd name="connsiteX29" fmla="*/ 60534 w 128616"/>
                <a:gd name="connsiteY29" fmla="*/ 12166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00"/>
                  </a:moveTo>
                  <a:lnTo>
                    <a:pt x="78187" y="64400"/>
                  </a:lnTo>
                  <a:cubicBezTo>
                    <a:pt x="103767" y="64400"/>
                    <a:pt x="128805" y="46170"/>
                    <a:pt x="128805" y="26539"/>
                  </a:cubicBezTo>
                  <a:cubicBezTo>
                    <a:pt x="128805" y="13042"/>
                    <a:pt x="116917" y="71"/>
                    <a:pt x="93319" y="71"/>
                  </a:cubicBezTo>
                  <a:lnTo>
                    <a:pt x="34955" y="71"/>
                  </a:lnTo>
                  <a:cubicBezTo>
                    <a:pt x="31532" y="71"/>
                    <a:pt x="29551" y="71"/>
                    <a:pt x="29551" y="3402"/>
                  </a:cubicBezTo>
                  <a:cubicBezTo>
                    <a:pt x="29551" y="5505"/>
                    <a:pt x="31172" y="5505"/>
                    <a:pt x="34775" y="5505"/>
                  </a:cubicBezTo>
                  <a:cubicBezTo>
                    <a:pt x="37117" y="5505"/>
                    <a:pt x="40359" y="5680"/>
                    <a:pt x="42521" y="5856"/>
                  </a:cubicBezTo>
                  <a:cubicBezTo>
                    <a:pt x="45403" y="6206"/>
                    <a:pt x="46484" y="6732"/>
                    <a:pt x="46484" y="8660"/>
                  </a:cubicBezTo>
                  <a:cubicBezTo>
                    <a:pt x="46484" y="9361"/>
                    <a:pt x="46303" y="9887"/>
                    <a:pt x="45763" y="11990"/>
                  </a:cubicBezTo>
                  <a:lnTo>
                    <a:pt x="21625" y="106117"/>
                  </a:lnTo>
                  <a:cubicBezTo>
                    <a:pt x="19824" y="112952"/>
                    <a:pt x="19463" y="114355"/>
                    <a:pt x="5233" y="114355"/>
                  </a:cubicBezTo>
                  <a:cubicBezTo>
                    <a:pt x="2170" y="114355"/>
                    <a:pt x="189" y="114355"/>
                    <a:pt x="189" y="117685"/>
                  </a:cubicBezTo>
                  <a:cubicBezTo>
                    <a:pt x="189" y="119788"/>
                    <a:pt x="2350" y="119788"/>
                    <a:pt x="2891" y="119788"/>
                  </a:cubicBezTo>
                  <a:cubicBezTo>
                    <a:pt x="7935" y="119788"/>
                    <a:pt x="20724" y="119263"/>
                    <a:pt x="25768" y="119263"/>
                  </a:cubicBezTo>
                  <a:cubicBezTo>
                    <a:pt x="29551" y="119263"/>
                    <a:pt x="33514" y="119438"/>
                    <a:pt x="37297" y="119438"/>
                  </a:cubicBezTo>
                  <a:cubicBezTo>
                    <a:pt x="41260" y="119438"/>
                    <a:pt x="45223" y="119788"/>
                    <a:pt x="49005" y="119788"/>
                  </a:cubicBezTo>
                  <a:cubicBezTo>
                    <a:pt x="50266" y="119788"/>
                    <a:pt x="52608" y="119788"/>
                    <a:pt x="52608" y="116283"/>
                  </a:cubicBezTo>
                  <a:cubicBezTo>
                    <a:pt x="52608" y="114355"/>
                    <a:pt x="50987" y="114355"/>
                    <a:pt x="47564" y="114355"/>
                  </a:cubicBezTo>
                  <a:cubicBezTo>
                    <a:pt x="40899" y="114355"/>
                    <a:pt x="35856" y="114355"/>
                    <a:pt x="35856" y="111200"/>
                  </a:cubicBezTo>
                  <a:cubicBezTo>
                    <a:pt x="35856" y="110148"/>
                    <a:pt x="36216" y="109272"/>
                    <a:pt x="36396" y="108220"/>
                  </a:cubicBezTo>
                  <a:lnTo>
                    <a:pt x="47564" y="64400"/>
                  </a:lnTo>
                  <a:close/>
                  <a:moveTo>
                    <a:pt x="60534" y="12166"/>
                  </a:moveTo>
                  <a:cubicBezTo>
                    <a:pt x="62155" y="6031"/>
                    <a:pt x="62516" y="5505"/>
                    <a:pt x="70261" y="5505"/>
                  </a:cubicBezTo>
                  <a:lnTo>
                    <a:pt x="87554" y="5505"/>
                  </a:lnTo>
                  <a:cubicBezTo>
                    <a:pt x="102506" y="5505"/>
                    <a:pt x="112053" y="10238"/>
                    <a:pt x="112053" y="22332"/>
                  </a:cubicBezTo>
                  <a:cubicBezTo>
                    <a:pt x="112053" y="29168"/>
                    <a:pt x="108450" y="44242"/>
                    <a:pt x="101425" y="50552"/>
                  </a:cubicBezTo>
                  <a:cubicBezTo>
                    <a:pt x="92418" y="58440"/>
                    <a:pt x="81610" y="59842"/>
                    <a:pt x="73684" y="59842"/>
                  </a:cubicBezTo>
                  <a:lnTo>
                    <a:pt x="48285" y="59842"/>
                  </a:lnTo>
                  <a:lnTo>
                    <a:pt x="60534" y="121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7" name="Freeform: Shape 16">
              <a:extLst>
                <a:ext uri="{FF2B5EF4-FFF2-40B4-BE49-F238E27FC236}">
                  <a16:creationId xmlns:a16="http://schemas.microsoft.com/office/drawing/2014/main" id="{1D37A5FE-FAE2-33D7-8171-16267FCB31A3}"/>
                </a:ext>
              </a:extLst>
            </p:cNvPr>
            <p:cNvSpPr/>
            <p:nvPr>
              <p:custDataLst>
                <p:tags r:id="rId120"/>
              </p:custDataLst>
            </p:nvPr>
          </p:nvSpPr>
          <p:spPr>
            <a:xfrm>
              <a:off x="12478590" y="5141427"/>
              <a:ext cx="41791" cy="175281"/>
            </a:xfrm>
            <a:custGeom>
              <a:avLst/>
              <a:gdLst>
                <a:gd name="connsiteX0" fmla="*/ 41988 w 41791"/>
                <a:gd name="connsiteY0" fmla="*/ 173600 h 175281"/>
                <a:gd name="connsiteX1" fmla="*/ 38926 w 41791"/>
                <a:gd name="connsiteY1" fmla="*/ 169744 h 175281"/>
                <a:gd name="connsiteX2" fmla="*/ 10644 w 41791"/>
                <a:gd name="connsiteY2" fmla="*/ 87712 h 175281"/>
                <a:gd name="connsiteX3" fmla="*/ 39646 w 41791"/>
                <a:gd name="connsiteY3" fmla="*/ 4804 h 175281"/>
                <a:gd name="connsiteX4" fmla="*/ 41988 w 41791"/>
                <a:gd name="connsiteY4" fmla="*/ 1824 h 175281"/>
                <a:gd name="connsiteX5" fmla="*/ 40187 w 41791"/>
                <a:gd name="connsiteY5" fmla="*/ 71 h 175281"/>
                <a:gd name="connsiteX6" fmla="*/ 11545 w 41791"/>
                <a:gd name="connsiteY6" fmla="*/ 34251 h 175281"/>
                <a:gd name="connsiteX7" fmla="*/ 197 w 41791"/>
                <a:gd name="connsiteY7" fmla="*/ 87712 h 175281"/>
                <a:gd name="connsiteX8" fmla="*/ 12086 w 41791"/>
                <a:gd name="connsiteY8" fmla="*/ 142400 h 175281"/>
                <a:gd name="connsiteX9" fmla="*/ 40187 w 41791"/>
                <a:gd name="connsiteY9" fmla="*/ 175353 h 175281"/>
                <a:gd name="connsiteX10" fmla="*/ 41988 w 41791"/>
                <a:gd name="connsiteY10" fmla="*/ 173600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00"/>
                  </a:moveTo>
                  <a:cubicBezTo>
                    <a:pt x="41988" y="173074"/>
                    <a:pt x="41988" y="172723"/>
                    <a:pt x="38926" y="169744"/>
                  </a:cubicBezTo>
                  <a:cubicBezTo>
                    <a:pt x="16409" y="147658"/>
                    <a:pt x="10644" y="114530"/>
                    <a:pt x="10644" y="87712"/>
                  </a:cubicBezTo>
                  <a:cubicBezTo>
                    <a:pt x="10644" y="57213"/>
                    <a:pt x="17490" y="26714"/>
                    <a:pt x="39646" y="4804"/>
                  </a:cubicBezTo>
                  <a:cubicBezTo>
                    <a:pt x="41988" y="2700"/>
                    <a:pt x="41988" y="2350"/>
                    <a:pt x="41988" y="1824"/>
                  </a:cubicBezTo>
                  <a:cubicBezTo>
                    <a:pt x="41988" y="597"/>
                    <a:pt x="41267" y="71"/>
                    <a:pt x="40187" y="71"/>
                  </a:cubicBezTo>
                  <a:cubicBezTo>
                    <a:pt x="38385" y="71"/>
                    <a:pt x="22173" y="11990"/>
                    <a:pt x="11545" y="34251"/>
                  </a:cubicBezTo>
                  <a:cubicBezTo>
                    <a:pt x="2358" y="53532"/>
                    <a:pt x="197" y="72988"/>
                    <a:pt x="197" y="87712"/>
                  </a:cubicBezTo>
                  <a:cubicBezTo>
                    <a:pt x="197" y="101384"/>
                    <a:pt x="2178" y="122593"/>
                    <a:pt x="12086" y="142400"/>
                  </a:cubicBezTo>
                  <a:cubicBezTo>
                    <a:pt x="22894" y="163959"/>
                    <a:pt x="38385" y="175353"/>
                    <a:pt x="40187" y="175353"/>
                  </a:cubicBezTo>
                  <a:cubicBezTo>
                    <a:pt x="41267" y="175353"/>
                    <a:pt x="41988" y="174827"/>
                    <a:pt x="41988" y="17360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 name="Freeform: Shape 17">
              <a:extLst>
                <a:ext uri="{FF2B5EF4-FFF2-40B4-BE49-F238E27FC236}">
                  <a16:creationId xmlns:a16="http://schemas.microsoft.com/office/drawing/2014/main" id="{B61CB49C-9BC1-6829-C9A4-A987199C8F06}"/>
                </a:ext>
              </a:extLst>
            </p:cNvPr>
            <p:cNvSpPr/>
            <p:nvPr>
              <p:custDataLst>
                <p:tags r:id="rId121"/>
              </p:custDataLst>
            </p:nvPr>
          </p:nvSpPr>
          <p:spPr>
            <a:xfrm>
              <a:off x="12537114" y="5153171"/>
              <a:ext cx="130958" cy="119717"/>
            </a:xfrm>
            <a:custGeom>
              <a:avLst/>
              <a:gdLst>
                <a:gd name="connsiteX0" fmla="*/ 101437 w 130958"/>
                <a:gd name="connsiteY0" fmla="*/ 20053 h 119717"/>
                <a:gd name="connsiteX1" fmla="*/ 103958 w 130958"/>
                <a:gd name="connsiteY1" fmla="*/ 17599 h 119717"/>
                <a:gd name="connsiteX2" fmla="*/ 127556 w 130958"/>
                <a:gd name="connsiteY2" fmla="*/ 5505 h 119717"/>
                <a:gd name="connsiteX3" fmla="*/ 131159 w 130958"/>
                <a:gd name="connsiteY3" fmla="*/ 2175 h 119717"/>
                <a:gd name="connsiteX4" fmla="*/ 128817 w 130958"/>
                <a:gd name="connsiteY4" fmla="*/ 71 h 119717"/>
                <a:gd name="connsiteX5" fmla="*/ 114046 w 130958"/>
                <a:gd name="connsiteY5" fmla="*/ 597 h 119717"/>
                <a:gd name="connsiteX6" fmla="*/ 96032 w 130958"/>
                <a:gd name="connsiteY6" fmla="*/ 71 h 119717"/>
                <a:gd name="connsiteX7" fmla="*/ 92610 w 130958"/>
                <a:gd name="connsiteY7" fmla="*/ 3402 h 119717"/>
                <a:gd name="connsiteX8" fmla="*/ 95312 w 130958"/>
                <a:gd name="connsiteY8" fmla="*/ 5505 h 119717"/>
                <a:gd name="connsiteX9" fmla="*/ 101797 w 130958"/>
                <a:gd name="connsiteY9" fmla="*/ 9536 h 119717"/>
                <a:gd name="connsiteX10" fmla="*/ 96933 w 130958"/>
                <a:gd name="connsiteY10" fmla="*/ 17950 h 119717"/>
                <a:gd name="connsiteX11" fmla="*/ 55142 w 130958"/>
                <a:gd name="connsiteY11" fmla="*/ 64750 h 119717"/>
                <a:gd name="connsiteX12" fmla="*/ 35327 w 130958"/>
                <a:gd name="connsiteY12" fmla="*/ 12691 h 119717"/>
                <a:gd name="connsiteX13" fmla="*/ 34246 w 130958"/>
                <a:gd name="connsiteY13" fmla="*/ 9712 h 119717"/>
                <a:gd name="connsiteX14" fmla="*/ 44874 w 130958"/>
                <a:gd name="connsiteY14" fmla="*/ 5505 h 119717"/>
                <a:gd name="connsiteX15" fmla="*/ 49197 w 130958"/>
                <a:gd name="connsiteY15" fmla="*/ 1999 h 119717"/>
                <a:gd name="connsiteX16" fmla="*/ 46495 w 130958"/>
                <a:gd name="connsiteY16" fmla="*/ 71 h 119717"/>
                <a:gd name="connsiteX17" fmla="*/ 23798 w 130958"/>
                <a:gd name="connsiteY17" fmla="*/ 597 h 119717"/>
                <a:gd name="connsiteX18" fmla="*/ 3623 w 130958"/>
                <a:gd name="connsiteY18" fmla="*/ 71 h 119717"/>
                <a:gd name="connsiteX19" fmla="*/ 200 w 130958"/>
                <a:gd name="connsiteY19" fmla="*/ 3577 h 119717"/>
                <a:gd name="connsiteX20" fmla="*/ 4344 w 130958"/>
                <a:gd name="connsiteY20" fmla="*/ 5505 h 119717"/>
                <a:gd name="connsiteX21" fmla="*/ 17493 w 130958"/>
                <a:gd name="connsiteY21" fmla="*/ 11465 h 119717"/>
                <a:gd name="connsiteX22" fmla="*/ 39650 w 130958"/>
                <a:gd name="connsiteY22" fmla="*/ 69132 h 119717"/>
                <a:gd name="connsiteX23" fmla="*/ 40371 w 130958"/>
                <a:gd name="connsiteY23" fmla="*/ 72112 h 119717"/>
                <a:gd name="connsiteX24" fmla="*/ 32265 w 130958"/>
                <a:gd name="connsiteY24" fmla="*/ 104013 h 119717"/>
                <a:gd name="connsiteX25" fmla="*/ 15332 w 130958"/>
                <a:gd name="connsiteY25" fmla="*/ 114355 h 119717"/>
                <a:gd name="connsiteX26" fmla="*/ 10468 w 130958"/>
                <a:gd name="connsiteY26" fmla="*/ 117860 h 119717"/>
                <a:gd name="connsiteX27" fmla="*/ 12990 w 130958"/>
                <a:gd name="connsiteY27" fmla="*/ 119788 h 119717"/>
                <a:gd name="connsiteX28" fmla="*/ 35687 w 130958"/>
                <a:gd name="connsiteY28" fmla="*/ 119263 h 119717"/>
                <a:gd name="connsiteX29" fmla="*/ 58744 w 130958"/>
                <a:gd name="connsiteY29" fmla="*/ 119788 h 119717"/>
                <a:gd name="connsiteX30" fmla="*/ 62167 w 130958"/>
                <a:gd name="connsiteY30" fmla="*/ 116283 h 119717"/>
                <a:gd name="connsiteX31" fmla="*/ 57123 w 130958"/>
                <a:gd name="connsiteY31" fmla="*/ 114355 h 119717"/>
                <a:gd name="connsiteX32" fmla="*/ 50278 w 130958"/>
                <a:gd name="connsiteY32" fmla="*/ 114004 h 119717"/>
                <a:gd name="connsiteX33" fmla="*/ 45414 w 130958"/>
                <a:gd name="connsiteY33" fmla="*/ 111200 h 119717"/>
                <a:gd name="connsiteX34" fmla="*/ 47936 w 130958"/>
                <a:gd name="connsiteY34" fmla="*/ 100157 h 119717"/>
                <a:gd name="connsiteX35" fmla="*/ 54241 w 130958"/>
                <a:gd name="connsiteY35" fmla="*/ 75442 h 119717"/>
                <a:gd name="connsiteX36" fmla="*/ 56763 w 130958"/>
                <a:gd name="connsiteY36" fmla="*/ 70009 h 119717"/>
                <a:gd name="connsiteX37" fmla="*/ 101437 w 130958"/>
                <a:gd name="connsiteY37" fmla="*/ 20053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53"/>
                  </a:moveTo>
                  <a:lnTo>
                    <a:pt x="103958" y="17599"/>
                  </a:lnTo>
                  <a:cubicBezTo>
                    <a:pt x="109363" y="12341"/>
                    <a:pt x="115307" y="6381"/>
                    <a:pt x="127556" y="5505"/>
                  </a:cubicBezTo>
                  <a:cubicBezTo>
                    <a:pt x="129538" y="5330"/>
                    <a:pt x="131159" y="5330"/>
                    <a:pt x="131159" y="2175"/>
                  </a:cubicBezTo>
                  <a:cubicBezTo>
                    <a:pt x="131159" y="772"/>
                    <a:pt x="130258" y="71"/>
                    <a:pt x="128817" y="71"/>
                  </a:cubicBezTo>
                  <a:cubicBezTo>
                    <a:pt x="124134" y="71"/>
                    <a:pt x="118910" y="597"/>
                    <a:pt x="114046" y="597"/>
                  </a:cubicBezTo>
                  <a:cubicBezTo>
                    <a:pt x="108102" y="597"/>
                    <a:pt x="101797" y="71"/>
                    <a:pt x="96032" y="71"/>
                  </a:cubicBezTo>
                  <a:cubicBezTo>
                    <a:pt x="94952" y="71"/>
                    <a:pt x="92610" y="71"/>
                    <a:pt x="92610" y="3402"/>
                  </a:cubicBezTo>
                  <a:cubicBezTo>
                    <a:pt x="92610" y="5330"/>
                    <a:pt x="94411" y="5505"/>
                    <a:pt x="95312" y="5505"/>
                  </a:cubicBezTo>
                  <a:cubicBezTo>
                    <a:pt x="96573" y="5505"/>
                    <a:pt x="101797" y="5856"/>
                    <a:pt x="101797" y="9536"/>
                  </a:cubicBezTo>
                  <a:cubicBezTo>
                    <a:pt x="101797" y="12516"/>
                    <a:pt x="97654" y="17074"/>
                    <a:pt x="96933" y="17950"/>
                  </a:cubicBezTo>
                  <a:lnTo>
                    <a:pt x="55142" y="64750"/>
                  </a:lnTo>
                  <a:lnTo>
                    <a:pt x="35327" y="12691"/>
                  </a:lnTo>
                  <a:cubicBezTo>
                    <a:pt x="34246" y="10238"/>
                    <a:pt x="34246" y="9887"/>
                    <a:pt x="34246" y="9712"/>
                  </a:cubicBezTo>
                  <a:cubicBezTo>
                    <a:pt x="34246" y="5505"/>
                    <a:pt x="43073" y="5505"/>
                    <a:pt x="44874" y="5505"/>
                  </a:cubicBezTo>
                  <a:cubicBezTo>
                    <a:pt x="47396" y="5505"/>
                    <a:pt x="49197" y="5505"/>
                    <a:pt x="49197" y="1999"/>
                  </a:cubicBezTo>
                  <a:cubicBezTo>
                    <a:pt x="49197" y="71"/>
                    <a:pt x="47036" y="71"/>
                    <a:pt x="46495" y="71"/>
                  </a:cubicBezTo>
                  <a:cubicBezTo>
                    <a:pt x="41451" y="71"/>
                    <a:pt x="28842" y="597"/>
                    <a:pt x="23798" y="597"/>
                  </a:cubicBezTo>
                  <a:cubicBezTo>
                    <a:pt x="19295" y="597"/>
                    <a:pt x="8126" y="71"/>
                    <a:pt x="3623" y="71"/>
                  </a:cubicBezTo>
                  <a:cubicBezTo>
                    <a:pt x="2542" y="71"/>
                    <a:pt x="200" y="71"/>
                    <a:pt x="200" y="3577"/>
                  </a:cubicBezTo>
                  <a:cubicBezTo>
                    <a:pt x="200" y="5505"/>
                    <a:pt x="2002" y="5505"/>
                    <a:pt x="4344" y="5505"/>
                  </a:cubicBezTo>
                  <a:cubicBezTo>
                    <a:pt x="15152" y="5505"/>
                    <a:pt x="15872" y="7082"/>
                    <a:pt x="17493" y="11465"/>
                  </a:cubicBezTo>
                  <a:lnTo>
                    <a:pt x="39650" y="69132"/>
                  </a:lnTo>
                  <a:cubicBezTo>
                    <a:pt x="39830" y="69658"/>
                    <a:pt x="40371" y="71586"/>
                    <a:pt x="40371" y="72112"/>
                  </a:cubicBezTo>
                  <a:cubicBezTo>
                    <a:pt x="40371" y="72638"/>
                    <a:pt x="33165" y="100858"/>
                    <a:pt x="32265" y="104013"/>
                  </a:cubicBezTo>
                  <a:cubicBezTo>
                    <a:pt x="29923" y="113654"/>
                    <a:pt x="29743" y="114179"/>
                    <a:pt x="15332" y="114355"/>
                  </a:cubicBezTo>
                  <a:cubicBezTo>
                    <a:pt x="11909" y="114355"/>
                    <a:pt x="10468" y="114355"/>
                    <a:pt x="10468" y="117860"/>
                  </a:cubicBezTo>
                  <a:cubicBezTo>
                    <a:pt x="10468" y="119788"/>
                    <a:pt x="12630" y="119788"/>
                    <a:pt x="12990" y="119788"/>
                  </a:cubicBezTo>
                  <a:cubicBezTo>
                    <a:pt x="18034" y="119788"/>
                    <a:pt x="30643" y="119263"/>
                    <a:pt x="35687" y="119263"/>
                  </a:cubicBezTo>
                  <a:cubicBezTo>
                    <a:pt x="40731" y="119263"/>
                    <a:pt x="53701" y="119788"/>
                    <a:pt x="58744" y="119788"/>
                  </a:cubicBezTo>
                  <a:cubicBezTo>
                    <a:pt x="60005" y="119788"/>
                    <a:pt x="62167" y="119788"/>
                    <a:pt x="62167" y="116283"/>
                  </a:cubicBezTo>
                  <a:cubicBezTo>
                    <a:pt x="62167" y="114355"/>
                    <a:pt x="60546" y="114355"/>
                    <a:pt x="57123" y="114355"/>
                  </a:cubicBezTo>
                  <a:cubicBezTo>
                    <a:pt x="56763" y="114355"/>
                    <a:pt x="53340" y="114355"/>
                    <a:pt x="50278" y="114004"/>
                  </a:cubicBezTo>
                  <a:cubicBezTo>
                    <a:pt x="46495" y="113654"/>
                    <a:pt x="45414" y="113303"/>
                    <a:pt x="45414" y="111200"/>
                  </a:cubicBezTo>
                  <a:cubicBezTo>
                    <a:pt x="45414" y="109973"/>
                    <a:pt x="47036" y="103838"/>
                    <a:pt x="47936" y="100157"/>
                  </a:cubicBezTo>
                  <a:lnTo>
                    <a:pt x="54241" y="75442"/>
                  </a:lnTo>
                  <a:cubicBezTo>
                    <a:pt x="55142" y="72112"/>
                    <a:pt x="55322" y="71586"/>
                    <a:pt x="56763" y="70009"/>
                  </a:cubicBezTo>
                  <a:lnTo>
                    <a:pt x="101437" y="200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 name="Freeform: Shape 18">
              <a:extLst>
                <a:ext uri="{FF2B5EF4-FFF2-40B4-BE49-F238E27FC236}">
                  <a16:creationId xmlns:a16="http://schemas.microsoft.com/office/drawing/2014/main" id="{3A815CBC-F30D-DDFF-8D2E-5D492F6B2AB9}"/>
                </a:ext>
              </a:extLst>
            </p:cNvPr>
            <p:cNvSpPr/>
            <p:nvPr>
              <p:custDataLst>
                <p:tags r:id="rId122"/>
              </p:custDataLst>
            </p:nvPr>
          </p:nvSpPr>
          <p:spPr>
            <a:xfrm>
              <a:off x="12641315" y="5245070"/>
              <a:ext cx="77043" cy="55336"/>
            </a:xfrm>
            <a:custGeom>
              <a:avLst/>
              <a:gdLst>
                <a:gd name="connsiteX0" fmla="*/ 9663 w 77043"/>
                <a:gd name="connsiteY0" fmla="*/ 46452 h 55336"/>
                <a:gd name="connsiteX1" fmla="*/ 8402 w 77043"/>
                <a:gd name="connsiteY1" fmla="*/ 51483 h 55336"/>
                <a:gd name="connsiteX2" fmla="*/ 12690 w 77043"/>
                <a:gd name="connsiteY2" fmla="*/ 55409 h 55336"/>
                <a:gd name="connsiteX3" fmla="*/ 17607 w 77043"/>
                <a:gd name="connsiteY3" fmla="*/ 52710 h 55336"/>
                <a:gd name="connsiteX4" fmla="*/ 19877 w 77043"/>
                <a:gd name="connsiteY4" fmla="*/ 45103 h 55336"/>
                <a:gd name="connsiteX5" fmla="*/ 22651 w 77043"/>
                <a:gd name="connsiteY5" fmla="*/ 34060 h 55336"/>
                <a:gd name="connsiteX6" fmla="*/ 24795 w 77043"/>
                <a:gd name="connsiteY6" fmla="*/ 25839 h 55336"/>
                <a:gd name="connsiteX7" fmla="*/ 30091 w 77043"/>
                <a:gd name="connsiteY7" fmla="*/ 14796 h 55336"/>
                <a:gd name="connsiteX8" fmla="*/ 49005 w 77043"/>
                <a:gd name="connsiteY8" fmla="*/ 3508 h 55336"/>
                <a:gd name="connsiteX9" fmla="*/ 56445 w 77043"/>
                <a:gd name="connsiteY9" fmla="*/ 12097 h 55336"/>
                <a:gd name="connsiteX10" fmla="*/ 49005 w 77043"/>
                <a:gd name="connsiteY10" fmla="*/ 38232 h 55336"/>
                <a:gd name="connsiteX11" fmla="*/ 47113 w 77043"/>
                <a:gd name="connsiteY11" fmla="*/ 44857 h 55336"/>
                <a:gd name="connsiteX12" fmla="*/ 59092 w 77043"/>
                <a:gd name="connsiteY12" fmla="*/ 55409 h 55336"/>
                <a:gd name="connsiteX13" fmla="*/ 77250 w 77043"/>
                <a:gd name="connsiteY13" fmla="*/ 36636 h 55336"/>
                <a:gd name="connsiteX14" fmla="*/ 75233 w 77043"/>
                <a:gd name="connsiteY14" fmla="*/ 35041 h 55336"/>
                <a:gd name="connsiteX15" fmla="*/ 72837 w 77043"/>
                <a:gd name="connsiteY15" fmla="*/ 37127 h 55336"/>
                <a:gd name="connsiteX16" fmla="*/ 59471 w 77043"/>
                <a:gd name="connsiteY16" fmla="*/ 51974 h 55336"/>
                <a:gd name="connsiteX17" fmla="*/ 56318 w 77043"/>
                <a:gd name="connsiteY17" fmla="*/ 47679 h 55336"/>
                <a:gd name="connsiteX18" fmla="*/ 59219 w 77043"/>
                <a:gd name="connsiteY18" fmla="*/ 37741 h 55336"/>
                <a:gd name="connsiteX19" fmla="*/ 65902 w 77043"/>
                <a:gd name="connsiteY19" fmla="*/ 14060 h 55336"/>
                <a:gd name="connsiteX20" fmla="*/ 49509 w 77043"/>
                <a:gd name="connsiteY20" fmla="*/ 73 h 55336"/>
                <a:gd name="connsiteX21" fmla="*/ 28199 w 77043"/>
                <a:gd name="connsiteY21" fmla="*/ 11238 h 55336"/>
                <a:gd name="connsiteX22" fmla="*/ 14707 w 77043"/>
                <a:gd name="connsiteY22" fmla="*/ 73 h 55336"/>
                <a:gd name="connsiteX23" fmla="*/ 4746 w 77043"/>
                <a:gd name="connsiteY23" fmla="*/ 6698 h 55336"/>
                <a:gd name="connsiteX24" fmla="*/ 206 w 77043"/>
                <a:gd name="connsiteY24" fmla="*/ 18845 h 55336"/>
                <a:gd name="connsiteX25" fmla="*/ 2350 w 77043"/>
                <a:gd name="connsiteY25" fmla="*/ 20440 h 55336"/>
                <a:gd name="connsiteX26" fmla="*/ 5124 w 77043"/>
                <a:gd name="connsiteY26" fmla="*/ 16760 h 55336"/>
                <a:gd name="connsiteX27" fmla="*/ 14329 w 77043"/>
                <a:gd name="connsiteY27" fmla="*/ 3508 h 55336"/>
                <a:gd name="connsiteX28" fmla="*/ 18490 w 77043"/>
                <a:gd name="connsiteY28" fmla="*/ 9520 h 55336"/>
                <a:gd name="connsiteX29" fmla="*/ 16472 w 77043"/>
                <a:gd name="connsiteY29" fmla="*/ 19704 h 55336"/>
                <a:gd name="connsiteX30" fmla="*/ 13698 w 77043"/>
                <a:gd name="connsiteY30" fmla="*/ 30747 h 55336"/>
                <a:gd name="connsiteX31" fmla="*/ 9663 w 77043"/>
                <a:gd name="connsiteY31" fmla="*/ 46452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52"/>
                  </a:moveTo>
                  <a:cubicBezTo>
                    <a:pt x="9159" y="48047"/>
                    <a:pt x="8402" y="51115"/>
                    <a:pt x="8402" y="51483"/>
                  </a:cubicBezTo>
                  <a:cubicBezTo>
                    <a:pt x="8402" y="54182"/>
                    <a:pt x="10672" y="55409"/>
                    <a:pt x="12690" y="55409"/>
                  </a:cubicBezTo>
                  <a:cubicBezTo>
                    <a:pt x="14959" y="55409"/>
                    <a:pt x="16977" y="53814"/>
                    <a:pt x="17607" y="52710"/>
                  </a:cubicBezTo>
                  <a:cubicBezTo>
                    <a:pt x="18238" y="51605"/>
                    <a:pt x="19247" y="47679"/>
                    <a:pt x="19877" y="45103"/>
                  </a:cubicBezTo>
                  <a:cubicBezTo>
                    <a:pt x="20507" y="42771"/>
                    <a:pt x="21895" y="37127"/>
                    <a:pt x="22651" y="34060"/>
                  </a:cubicBezTo>
                  <a:cubicBezTo>
                    <a:pt x="23408" y="31360"/>
                    <a:pt x="24164" y="28661"/>
                    <a:pt x="24795" y="25839"/>
                  </a:cubicBezTo>
                  <a:cubicBezTo>
                    <a:pt x="26182" y="20809"/>
                    <a:pt x="26434" y="19827"/>
                    <a:pt x="30091" y="14796"/>
                  </a:cubicBezTo>
                  <a:cubicBezTo>
                    <a:pt x="33621" y="9888"/>
                    <a:pt x="39548" y="3508"/>
                    <a:pt x="49005" y="3508"/>
                  </a:cubicBezTo>
                  <a:cubicBezTo>
                    <a:pt x="56318" y="3508"/>
                    <a:pt x="56445" y="9766"/>
                    <a:pt x="56445" y="12097"/>
                  </a:cubicBezTo>
                  <a:cubicBezTo>
                    <a:pt x="56445" y="19459"/>
                    <a:pt x="51022" y="33078"/>
                    <a:pt x="49005" y="38232"/>
                  </a:cubicBezTo>
                  <a:cubicBezTo>
                    <a:pt x="47618" y="41667"/>
                    <a:pt x="47113" y="42771"/>
                    <a:pt x="47113" y="44857"/>
                  </a:cubicBezTo>
                  <a:cubicBezTo>
                    <a:pt x="47113" y="51360"/>
                    <a:pt x="52662" y="55409"/>
                    <a:pt x="59092" y="55409"/>
                  </a:cubicBezTo>
                  <a:cubicBezTo>
                    <a:pt x="71702" y="55409"/>
                    <a:pt x="77250" y="38477"/>
                    <a:pt x="77250" y="36636"/>
                  </a:cubicBezTo>
                  <a:cubicBezTo>
                    <a:pt x="77250" y="35041"/>
                    <a:pt x="75611" y="35041"/>
                    <a:pt x="75233" y="35041"/>
                  </a:cubicBezTo>
                  <a:cubicBezTo>
                    <a:pt x="73467" y="35041"/>
                    <a:pt x="73341" y="35778"/>
                    <a:pt x="72837" y="37127"/>
                  </a:cubicBezTo>
                  <a:cubicBezTo>
                    <a:pt x="69937" y="46943"/>
                    <a:pt x="64515" y="51974"/>
                    <a:pt x="59471" y="51974"/>
                  </a:cubicBezTo>
                  <a:cubicBezTo>
                    <a:pt x="56823" y="51974"/>
                    <a:pt x="56318" y="50256"/>
                    <a:pt x="56318" y="47679"/>
                  </a:cubicBezTo>
                  <a:cubicBezTo>
                    <a:pt x="56318" y="44857"/>
                    <a:pt x="56949" y="43262"/>
                    <a:pt x="59219" y="37741"/>
                  </a:cubicBezTo>
                  <a:cubicBezTo>
                    <a:pt x="60732" y="33937"/>
                    <a:pt x="65902" y="20931"/>
                    <a:pt x="65902" y="14060"/>
                  </a:cubicBezTo>
                  <a:cubicBezTo>
                    <a:pt x="65902" y="2159"/>
                    <a:pt x="56192" y="73"/>
                    <a:pt x="49509" y="73"/>
                  </a:cubicBezTo>
                  <a:cubicBezTo>
                    <a:pt x="39043" y="73"/>
                    <a:pt x="31982" y="6330"/>
                    <a:pt x="28199" y="11238"/>
                  </a:cubicBezTo>
                  <a:cubicBezTo>
                    <a:pt x="27317" y="2772"/>
                    <a:pt x="19877" y="73"/>
                    <a:pt x="14707" y="73"/>
                  </a:cubicBezTo>
                  <a:cubicBezTo>
                    <a:pt x="9285" y="73"/>
                    <a:pt x="6385" y="3876"/>
                    <a:pt x="4746" y="6698"/>
                  </a:cubicBezTo>
                  <a:cubicBezTo>
                    <a:pt x="1972" y="11238"/>
                    <a:pt x="206" y="18232"/>
                    <a:pt x="206" y="18845"/>
                  </a:cubicBezTo>
                  <a:cubicBezTo>
                    <a:pt x="206" y="20440"/>
                    <a:pt x="1972" y="20440"/>
                    <a:pt x="2350" y="20440"/>
                  </a:cubicBezTo>
                  <a:cubicBezTo>
                    <a:pt x="4115" y="20440"/>
                    <a:pt x="4241" y="20072"/>
                    <a:pt x="5124" y="16760"/>
                  </a:cubicBezTo>
                  <a:cubicBezTo>
                    <a:pt x="7015" y="9520"/>
                    <a:pt x="9411" y="3508"/>
                    <a:pt x="14329" y="3508"/>
                  </a:cubicBezTo>
                  <a:cubicBezTo>
                    <a:pt x="17607" y="3508"/>
                    <a:pt x="18490" y="6208"/>
                    <a:pt x="18490" y="9520"/>
                  </a:cubicBezTo>
                  <a:cubicBezTo>
                    <a:pt x="18490" y="11852"/>
                    <a:pt x="17355" y="16391"/>
                    <a:pt x="16472" y="19704"/>
                  </a:cubicBezTo>
                  <a:cubicBezTo>
                    <a:pt x="15590" y="23017"/>
                    <a:pt x="14329" y="28048"/>
                    <a:pt x="13698" y="30747"/>
                  </a:cubicBezTo>
                  <a:lnTo>
                    <a:pt x="9663" y="464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 name="Freeform: Shape 20">
              <a:extLst>
                <a:ext uri="{FF2B5EF4-FFF2-40B4-BE49-F238E27FC236}">
                  <a16:creationId xmlns:a16="http://schemas.microsoft.com/office/drawing/2014/main" id="{83C74E1F-F692-87B4-C3BD-BAEE3645EE97}"/>
                </a:ext>
              </a:extLst>
            </p:cNvPr>
            <p:cNvSpPr/>
            <p:nvPr>
              <p:custDataLst>
                <p:tags r:id="rId123"/>
              </p:custDataLst>
            </p:nvPr>
          </p:nvSpPr>
          <p:spPr>
            <a:xfrm>
              <a:off x="12798430" y="5161409"/>
              <a:ext cx="110062" cy="135492"/>
            </a:xfrm>
            <a:custGeom>
              <a:avLst/>
              <a:gdLst>
                <a:gd name="connsiteX0" fmla="*/ 106855 w 110062"/>
                <a:gd name="connsiteY0" fmla="*/ 7433 h 135492"/>
                <a:gd name="connsiteX1" fmla="*/ 110277 w 110062"/>
                <a:gd name="connsiteY1" fmla="*/ 3577 h 135492"/>
                <a:gd name="connsiteX2" fmla="*/ 106674 w 110062"/>
                <a:gd name="connsiteY2" fmla="*/ 71 h 135492"/>
                <a:gd name="connsiteX3" fmla="*/ 103432 w 110062"/>
                <a:gd name="connsiteY3" fmla="*/ 1123 h 135492"/>
                <a:gd name="connsiteX4" fmla="*/ 3817 w 110062"/>
                <a:gd name="connsiteY4" fmla="*/ 46871 h 135492"/>
                <a:gd name="connsiteX5" fmla="*/ 214 w 110062"/>
                <a:gd name="connsiteY5" fmla="*/ 50903 h 135492"/>
                <a:gd name="connsiteX6" fmla="*/ 3817 w 110062"/>
                <a:gd name="connsiteY6" fmla="*/ 54759 h 135492"/>
                <a:gd name="connsiteX7" fmla="*/ 103432 w 110062"/>
                <a:gd name="connsiteY7" fmla="*/ 100332 h 135492"/>
                <a:gd name="connsiteX8" fmla="*/ 106674 w 110062"/>
                <a:gd name="connsiteY8" fmla="*/ 101559 h 135492"/>
                <a:gd name="connsiteX9" fmla="*/ 110277 w 110062"/>
                <a:gd name="connsiteY9" fmla="*/ 98054 h 135492"/>
                <a:gd name="connsiteX10" fmla="*/ 106494 w 110062"/>
                <a:gd name="connsiteY10" fmla="*/ 94022 h 135492"/>
                <a:gd name="connsiteX11" fmla="*/ 12284 w 110062"/>
                <a:gd name="connsiteY11" fmla="*/ 50903 h 135492"/>
                <a:gd name="connsiteX12" fmla="*/ 106855 w 110062"/>
                <a:gd name="connsiteY12" fmla="*/ 7433 h 135492"/>
                <a:gd name="connsiteX13" fmla="*/ 103972 w 110062"/>
                <a:gd name="connsiteY13" fmla="*/ 135564 h 135492"/>
                <a:gd name="connsiteX14" fmla="*/ 110277 w 110062"/>
                <a:gd name="connsiteY14" fmla="*/ 132058 h 135492"/>
                <a:gd name="connsiteX15" fmla="*/ 103792 w 110062"/>
                <a:gd name="connsiteY15" fmla="*/ 128553 h 135492"/>
                <a:gd name="connsiteX16" fmla="*/ 6699 w 110062"/>
                <a:gd name="connsiteY16" fmla="*/ 128553 h 135492"/>
                <a:gd name="connsiteX17" fmla="*/ 214 w 110062"/>
                <a:gd name="connsiteY17" fmla="*/ 132058 h 135492"/>
                <a:gd name="connsiteX18" fmla="*/ 6519 w 110062"/>
                <a:gd name="connsiteY18" fmla="*/ 135564 h 135492"/>
                <a:gd name="connsiteX19" fmla="*/ 103972 w 110062"/>
                <a:gd name="connsiteY19" fmla="*/ 135564 h 13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62" h="135492">
                  <a:moveTo>
                    <a:pt x="106855" y="7433"/>
                  </a:moveTo>
                  <a:cubicBezTo>
                    <a:pt x="108836" y="6557"/>
                    <a:pt x="110277" y="5680"/>
                    <a:pt x="110277" y="3577"/>
                  </a:cubicBezTo>
                  <a:cubicBezTo>
                    <a:pt x="110277" y="1649"/>
                    <a:pt x="108836" y="71"/>
                    <a:pt x="106674" y="71"/>
                  </a:cubicBezTo>
                  <a:cubicBezTo>
                    <a:pt x="105774" y="71"/>
                    <a:pt x="104153" y="772"/>
                    <a:pt x="103432" y="1123"/>
                  </a:cubicBezTo>
                  <a:lnTo>
                    <a:pt x="3817" y="46871"/>
                  </a:lnTo>
                  <a:cubicBezTo>
                    <a:pt x="755" y="48274"/>
                    <a:pt x="214" y="49501"/>
                    <a:pt x="214" y="50903"/>
                  </a:cubicBezTo>
                  <a:cubicBezTo>
                    <a:pt x="214" y="52480"/>
                    <a:pt x="1295" y="53707"/>
                    <a:pt x="3817" y="54759"/>
                  </a:cubicBezTo>
                  <a:lnTo>
                    <a:pt x="103432" y="100332"/>
                  </a:lnTo>
                  <a:cubicBezTo>
                    <a:pt x="105774" y="101559"/>
                    <a:pt x="106134" y="101559"/>
                    <a:pt x="106674" y="101559"/>
                  </a:cubicBezTo>
                  <a:cubicBezTo>
                    <a:pt x="108656" y="101559"/>
                    <a:pt x="110277" y="99982"/>
                    <a:pt x="110277" y="98054"/>
                  </a:cubicBezTo>
                  <a:cubicBezTo>
                    <a:pt x="110277" y="96476"/>
                    <a:pt x="109557" y="95424"/>
                    <a:pt x="106494" y="94022"/>
                  </a:cubicBezTo>
                  <a:lnTo>
                    <a:pt x="12284" y="50903"/>
                  </a:lnTo>
                  <a:lnTo>
                    <a:pt x="106855" y="7433"/>
                  </a:lnTo>
                  <a:close/>
                  <a:moveTo>
                    <a:pt x="103972" y="135564"/>
                  </a:moveTo>
                  <a:cubicBezTo>
                    <a:pt x="107035" y="135564"/>
                    <a:pt x="110277" y="135564"/>
                    <a:pt x="110277" y="132058"/>
                  </a:cubicBezTo>
                  <a:cubicBezTo>
                    <a:pt x="110277" y="128553"/>
                    <a:pt x="106494" y="128553"/>
                    <a:pt x="103792" y="128553"/>
                  </a:cubicBezTo>
                  <a:lnTo>
                    <a:pt x="6699" y="128553"/>
                  </a:lnTo>
                  <a:cubicBezTo>
                    <a:pt x="3997" y="128553"/>
                    <a:pt x="214" y="128553"/>
                    <a:pt x="214" y="132058"/>
                  </a:cubicBezTo>
                  <a:cubicBezTo>
                    <a:pt x="214" y="135564"/>
                    <a:pt x="3457" y="135564"/>
                    <a:pt x="6519" y="135564"/>
                  </a:cubicBezTo>
                  <a:lnTo>
                    <a:pt x="103972" y="13556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 name="Freeform: Shape 21">
              <a:extLst>
                <a:ext uri="{FF2B5EF4-FFF2-40B4-BE49-F238E27FC236}">
                  <a16:creationId xmlns:a16="http://schemas.microsoft.com/office/drawing/2014/main" id="{8346F1A0-C446-370F-2112-F7A7867E7087}"/>
                </a:ext>
              </a:extLst>
            </p:cNvPr>
            <p:cNvSpPr/>
            <p:nvPr>
              <p:custDataLst>
                <p:tags r:id="rId124"/>
              </p:custDataLst>
            </p:nvPr>
          </p:nvSpPr>
          <p:spPr>
            <a:xfrm>
              <a:off x="12971279" y="5157027"/>
              <a:ext cx="73855" cy="151793"/>
            </a:xfrm>
            <a:custGeom>
              <a:avLst/>
              <a:gdLst>
                <a:gd name="connsiteX0" fmla="*/ 74080 w 73855"/>
                <a:gd name="connsiteY0" fmla="*/ 6381 h 151793"/>
                <a:gd name="connsiteX1" fmla="*/ 67235 w 73855"/>
                <a:gd name="connsiteY1" fmla="*/ 71 h 151793"/>
                <a:gd name="connsiteX2" fmla="*/ 57688 w 73855"/>
                <a:gd name="connsiteY2" fmla="*/ 9361 h 151793"/>
                <a:gd name="connsiteX3" fmla="*/ 64353 w 73855"/>
                <a:gd name="connsiteY3" fmla="*/ 15671 h 151793"/>
                <a:gd name="connsiteX4" fmla="*/ 74080 w 73855"/>
                <a:gd name="connsiteY4" fmla="*/ 6381 h 151793"/>
                <a:gd name="connsiteX5" fmla="*/ 37873 w 73855"/>
                <a:gd name="connsiteY5" fmla="*/ 124696 h 151793"/>
                <a:gd name="connsiteX6" fmla="*/ 15717 w 73855"/>
                <a:gd name="connsiteY6" fmla="*/ 148009 h 151793"/>
                <a:gd name="connsiteX7" fmla="*/ 8691 w 73855"/>
                <a:gd name="connsiteY7" fmla="*/ 146431 h 151793"/>
                <a:gd name="connsiteX8" fmla="*/ 16797 w 73855"/>
                <a:gd name="connsiteY8" fmla="*/ 137141 h 151793"/>
                <a:gd name="connsiteX9" fmla="*/ 9952 w 73855"/>
                <a:gd name="connsiteY9" fmla="*/ 131006 h 151793"/>
                <a:gd name="connsiteX10" fmla="*/ 225 w 73855"/>
                <a:gd name="connsiteY10" fmla="*/ 140998 h 151793"/>
                <a:gd name="connsiteX11" fmla="*/ 16077 w 73855"/>
                <a:gd name="connsiteY11" fmla="*/ 151865 h 151793"/>
                <a:gd name="connsiteX12" fmla="*/ 49942 w 73855"/>
                <a:gd name="connsiteY12" fmla="*/ 125222 h 151793"/>
                <a:gd name="connsiteX13" fmla="*/ 66515 w 73855"/>
                <a:gd name="connsiteY13" fmla="*/ 61069 h 151793"/>
                <a:gd name="connsiteX14" fmla="*/ 67415 w 73855"/>
                <a:gd name="connsiteY14" fmla="*/ 54584 h 151793"/>
                <a:gd name="connsiteX15" fmla="*/ 50843 w 73855"/>
                <a:gd name="connsiteY15" fmla="*/ 38458 h 151793"/>
                <a:gd name="connsiteX16" fmla="*/ 22201 w 73855"/>
                <a:gd name="connsiteY16" fmla="*/ 65451 h 151793"/>
                <a:gd name="connsiteX17" fmla="*/ 24363 w 73855"/>
                <a:gd name="connsiteY17" fmla="*/ 67204 h 151793"/>
                <a:gd name="connsiteX18" fmla="*/ 27606 w 73855"/>
                <a:gd name="connsiteY18" fmla="*/ 63698 h 151793"/>
                <a:gd name="connsiteX19" fmla="*/ 50303 w 73855"/>
                <a:gd name="connsiteY19" fmla="*/ 42314 h 151793"/>
                <a:gd name="connsiteX20" fmla="*/ 56067 w 73855"/>
                <a:gd name="connsiteY20" fmla="*/ 50377 h 151793"/>
                <a:gd name="connsiteX21" fmla="*/ 54806 w 73855"/>
                <a:gd name="connsiteY21" fmla="*/ 59316 h 151793"/>
                <a:gd name="connsiteX22" fmla="*/ 37873 w 73855"/>
                <a:gd name="connsiteY22" fmla="*/ 124696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81"/>
                  </a:moveTo>
                  <a:cubicBezTo>
                    <a:pt x="74080" y="3051"/>
                    <a:pt x="71559" y="71"/>
                    <a:pt x="67235" y="71"/>
                  </a:cubicBezTo>
                  <a:cubicBezTo>
                    <a:pt x="63092" y="71"/>
                    <a:pt x="57688" y="4103"/>
                    <a:pt x="57688" y="9361"/>
                  </a:cubicBezTo>
                  <a:cubicBezTo>
                    <a:pt x="57688" y="12867"/>
                    <a:pt x="60210" y="15671"/>
                    <a:pt x="64353" y="15671"/>
                  </a:cubicBezTo>
                  <a:cubicBezTo>
                    <a:pt x="69217" y="15671"/>
                    <a:pt x="74080" y="11114"/>
                    <a:pt x="74080" y="6381"/>
                  </a:cubicBezTo>
                  <a:close/>
                  <a:moveTo>
                    <a:pt x="37873" y="124696"/>
                  </a:moveTo>
                  <a:cubicBezTo>
                    <a:pt x="34451" y="138018"/>
                    <a:pt x="25804" y="148009"/>
                    <a:pt x="15717" y="148009"/>
                  </a:cubicBezTo>
                  <a:cubicBezTo>
                    <a:pt x="14636" y="148009"/>
                    <a:pt x="11934" y="148009"/>
                    <a:pt x="8691" y="146431"/>
                  </a:cubicBezTo>
                  <a:cubicBezTo>
                    <a:pt x="14095" y="145204"/>
                    <a:pt x="16797" y="140647"/>
                    <a:pt x="16797" y="137141"/>
                  </a:cubicBezTo>
                  <a:cubicBezTo>
                    <a:pt x="16797" y="134337"/>
                    <a:pt x="14816" y="131006"/>
                    <a:pt x="9952" y="131006"/>
                  </a:cubicBezTo>
                  <a:cubicBezTo>
                    <a:pt x="5449" y="131006"/>
                    <a:pt x="225" y="134687"/>
                    <a:pt x="225" y="140998"/>
                  </a:cubicBezTo>
                  <a:cubicBezTo>
                    <a:pt x="225" y="148009"/>
                    <a:pt x="7430" y="151865"/>
                    <a:pt x="16077" y="151865"/>
                  </a:cubicBezTo>
                  <a:cubicBezTo>
                    <a:pt x="28686" y="151865"/>
                    <a:pt x="45439" y="142575"/>
                    <a:pt x="49942" y="125222"/>
                  </a:cubicBezTo>
                  <a:lnTo>
                    <a:pt x="66515" y="61069"/>
                  </a:lnTo>
                  <a:cubicBezTo>
                    <a:pt x="67415" y="57564"/>
                    <a:pt x="67415" y="55110"/>
                    <a:pt x="67415" y="54584"/>
                  </a:cubicBezTo>
                  <a:cubicBezTo>
                    <a:pt x="67415" y="44593"/>
                    <a:pt x="59850" y="38458"/>
                    <a:pt x="50843" y="38458"/>
                  </a:cubicBezTo>
                  <a:cubicBezTo>
                    <a:pt x="32469" y="38458"/>
                    <a:pt x="22201" y="63874"/>
                    <a:pt x="22201" y="65451"/>
                  </a:cubicBezTo>
                  <a:cubicBezTo>
                    <a:pt x="22201" y="67204"/>
                    <a:pt x="24003" y="67204"/>
                    <a:pt x="24363" y="67204"/>
                  </a:cubicBezTo>
                  <a:cubicBezTo>
                    <a:pt x="25984" y="67204"/>
                    <a:pt x="26164" y="67029"/>
                    <a:pt x="27606" y="63698"/>
                  </a:cubicBezTo>
                  <a:cubicBezTo>
                    <a:pt x="32109" y="53006"/>
                    <a:pt x="40395" y="42314"/>
                    <a:pt x="50303" y="42314"/>
                  </a:cubicBezTo>
                  <a:cubicBezTo>
                    <a:pt x="52824" y="42314"/>
                    <a:pt x="56067" y="43015"/>
                    <a:pt x="56067" y="50377"/>
                  </a:cubicBezTo>
                  <a:cubicBezTo>
                    <a:pt x="56067" y="54408"/>
                    <a:pt x="55526" y="56337"/>
                    <a:pt x="54806" y="59316"/>
                  </a:cubicBezTo>
                  <a:lnTo>
                    <a:pt x="37873" y="1246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3" name="Freeform: Shape 22">
              <a:extLst>
                <a:ext uri="{FF2B5EF4-FFF2-40B4-BE49-F238E27FC236}">
                  <a16:creationId xmlns:a16="http://schemas.microsoft.com/office/drawing/2014/main" id="{0C38FC2B-0AEE-F1AC-6CF7-56875610E230}"/>
                </a:ext>
              </a:extLst>
            </p:cNvPr>
            <p:cNvSpPr/>
            <p:nvPr>
              <p:custDataLst>
                <p:tags r:id="rId125"/>
              </p:custDataLst>
            </p:nvPr>
          </p:nvSpPr>
          <p:spPr>
            <a:xfrm>
              <a:off x="13068381" y="5141427"/>
              <a:ext cx="41791" cy="175281"/>
            </a:xfrm>
            <a:custGeom>
              <a:avLst/>
              <a:gdLst>
                <a:gd name="connsiteX0" fmla="*/ 42021 w 41791"/>
                <a:gd name="connsiteY0" fmla="*/ 87712 h 175281"/>
                <a:gd name="connsiteX1" fmla="*/ 30132 w 41791"/>
                <a:gd name="connsiteY1" fmla="*/ 33024 h 175281"/>
                <a:gd name="connsiteX2" fmla="*/ 2031 w 41791"/>
                <a:gd name="connsiteY2" fmla="*/ 71 h 175281"/>
                <a:gd name="connsiteX3" fmla="*/ 230 w 41791"/>
                <a:gd name="connsiteY3" fmla="*/ 1824 h 175281"/>
                <a:gd name="connsiteX4" fmla="*/ 3652 w 41791"/>
                <a:gd name="connsiteY4" fmla="*/ 5856 h 175281"/>
                <a:gd name="connsiteX5" fmla="*/ 31573 w 41791"/>
                <a:gd name="connsiteY5" fmla="*/ 87712 h 175281"/>
                <a:gd name="connsiteX6" fmla="*/ 2571 w 41791"/>
                <a:gd name="connsiteY6" fmla="*/ 170620 h 175281"/>
                <a:gd name="connsiteX7" fmla="*/ 230 w 41791"/>
                <a:gd name="connsiteY7" fmla="*/ 173600 h 175281"/>
                <a:gd name="connsiteX8" fmla="*/ 2031 w 41791"/>
                <a:gd name="connsiteY8" fmla="*/ 175353 h 175281"/>
                <a:gd name="connsiteX9" fmla="*/ 30673 w 41791"/>
                <a:gd name="connsiteY9" fmla="*/ 141173 h 175281"/>
                <a:gd name="connsiteX10" fmla="*/ 42021 w 41791"/>
                <a:gd name="connsiteY10" fmla="*/ 87712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12"/>
                  </a:moveTo>
                  <a:cubicBezTo>
                    <a:pt x="42021" y="74040"/>
                    <a:pt x="40040" y="52831"/>
                    <a:pt x="30132" y="33024"/>
                  </a:cubicBezTo>
                  <a:cubicBezTo>
                    <a:pt x="19324" y="11465"/>
                    <a:pt x="3832" y="71"/>
                    <a:pt x="2031" y="71"/>
                  </a:cubicBezTo>
                  <a:cubicBezTo>
                    <a:pt x="950" y="71"/>
                    <a:pt x="230" y="772"/>
                    <a:pt x="230" y="1824"/>
                  </a:cubicBezTo>
                  <a:cubicBezTo>
                    <a:pt x="230" y="2350"/>
                    <a:pt x="230" y="2700"/>
                    <a:pt x="3652" y="5856"/>
                  </a:cubicBezTo>
                  <a:cubicBezTo>
                    <a:pt x="21305" y="23208"/>
                    <a:pt x="31573" y="51078"/>
                    <a:pt x="31573" y="87712"/>
                  </a:cubicBezTo>
                  <a:cubicBezTo>
                    <a:pt x="31573" y="117685"/>
                    <a:pt x="24908" y="148535"/>
                    <a:pt x="2571" y="170620"/>
                  </a:cubicBezTo>
                  <a:cubicBezTo>
                    <a:pt x="230" y="172723"/>
                    <a:pt x="230" y="173074"/>
                    <a:pt x="230" y="173600"/>
                  </a:cubicBezTo>
                  <a:cubicBezTo>
                    <a:pt x="230" y="174652"/>
                    <a:pt x="950" y="175353"/>
                    <a:pt x="2031" y="175353"/>
                  </a:cubicBezTo>
                  <a:cubicBezTo>
                    <a:pt x="3832" y="175353"/>
                    <a:pt x="20045" y="163434"/>
                    <a:pt x="30673" y="141173"/>
                  </a:cubicBezTo>
                  <a:cubicBezTo>
                    <a:pt x="39859" y="121892"/>
                    <a:pt x="42021" y="102436"/>
                    <a:pt x="42021" y="87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4" name="Freeform: Shape 23">
              <a:extLst>
                <a:ext uri="{FF2B5EF4-FFF2-40B4-BE49-F238E27FC236}">
                  <a16:creationId xmlns:a16="http://schemas.microsoft.com/office/drawing/2014/main" id="{AB8B64D7-3CC0-4DAA-0497-FCDC1BF8AE33}"/>
                </a:ext>
              </a:extLst>
            </p:cNvPr>
            <p:cNvSpPr/>
            <p:nvPr>
              <p:custDataLst>
                <p:tags r:id="rId126"/>
              </p:custDataLst>
            </p:nvPr>
          </p:nvSpPr>
          <p:spPr>
            <a:xfrm>
              <a:off x="12320088" y="5344141"/>
              <a:ext cx="808077" cy="7010"/>
            </a:xfrm>
            <a:custGeom>
              <a:avLst/>
              <a:gdLst>
                <a:gd name="connsiteX0" fmla="*/ 0 w 808077"/>
                <a:gd name="connsiteY0" fmla="*/ 0 h 7010"/>
                <a:gd name="connsiteX1" fmla="*/ 808077 w 808077"/>
                <a:gd name="connsiteY1" fmla="*/ 0 h 7010"/>
                <a:gd name="connsiteX2" fmla="*/ 808077 w 808077"/>
                <a:gd name="connsiteY2" fmla="*/ 7011 h 7010"/>
                <a:gd name="connsiteX3" fmla="*/ 0 w 808077"/>
                <a:gd name="connsiteY3" fmla="*/ 7011 h 7010"/>
              </a:gdLst>
              <a:ahLst/>
              <a:cxnLst>
                <a:cxn ang="0">
                  <a:pos x="connsiteX0" y="connsiteY0"/>
                </a:cxn>
                <a:cxn ang="0">
                  <a:pos x="connsiteX1" y="connsiteY1"/>
                </a:cxn>
                <a:cxn ang="0">
                  <a:pos x="connsiteX2" y="connsiteY2"/>
                </a:cxn>
                <a:cxn ang="0">
                  <a:pos x="connsiteX3" y="connsiteY3"/>
                </a:cxn>
              </a:cxnLst>
              <a:rect l="l" t="t" r="r" b="b"/>
              <a:pathLst>
                <a:path w="808077" h="7010">
                  <a:moveTo>
                    <a:pt x="0" y="0"/>
                  </a:moveTo>
                  <a:lnTo>
                    <a:pt x="808077" y="0"/>
                  </a:lnTo>
                  <a:lnTo>
                    <a:pt x="808077" y="7011"/>
                  </a:lnTo>
                  <a:lnTo>
                    <a:pt x="0" y="70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6" name="Freeform: Shape 25">
              <a:extLst>
                <a:ext uri="{FF2B5EF4-FFF2-40B4-BE49-F238E27FC236}">
                  <a16:creationId xmlns:a16="http://schemas.microsoft.com/office/drawing/2014/main" id="{03B35D69-1F23-D4F7-925F-C471285402E5}"/>
                </a:ext>
              </a:extLst>
            </p:cNvPr>
            <p:cNvSpPr/>
            <p:nvPr>
              <p:custDataLst>
                <p:tags r:id="rId127"/>
              </p:custDataLst>
            </p:nvPr>
          </p:nvSpPr>
          <p:spPr>
            <a:xfrm>
              <a:off x="12327294" y="5391984"/>
              <a:ext cx="128616" cy="119717"/>
            </a:xfrm>
            <a:custGeom>
              <a:avLst/>
              <a:gdLst>
                <a:gd name="connsiteX0" fmla="*/ 47564 w 128616"/>
                <a:gd name="connsiteY0" fmla="*/ 64413 h 119717"/>
                <a:gd name="connsiteX1" fmla="*/ 78187 w 128616"/>
                <a:gd name="connsiteY1" fmla="*/ 64413 h 119717"/>
                <a:gd name="connsiteX2" fmla="*/ 128805 w 128616"/>
                <a:gd name="connsiteY2" fmla="*/ 26552 h 119717"/>
                <a:gd name="connsiteX3" fmla="*/ 93319 w 128616"/>
                <a:gd name="connsiteY3" fmla="*/ 85 h 119717"/>
                <a:gd name="connsiteX4" fmla="*/ 34955 w 128616"/>
                <a:gd name="connsiteY4" fmla="*/ 85 h 119717"/>
                <a:gd name="connsiteX5" fmla="*/ 29551 w 128616"/>
                <a:gd name="connsiteY5" fmla="*/ 3415 h 119717"/>
                <a:gd name="connsiteX6" fmla="*/ 34775 w 128616"/>
                <a:gd name="connsiteY6" fmla="*/ 5519 h 119717"/>
                <a:gd name="connsiteX7" fmla="*/ 42521 w 128616"/>
                <a:gd name="connsiteY7" fmla="*/ 5869 h 119717"/>
                <a:gd name="connsiteX8" fmla="*/ 46484 w 128616"/>
                <a:gd name="connsiteY8" fmla="*/ 8674 h 119717"/>
                <a:gd name="connsiteX9" fmla="*/ 45763 w 128616"/>
                <a:gd name="connsiteY9" fmla="*/ 12004 h 119717"/>
                <a:gd name="connsiteX10" fmla="*/ 21625 w 128616"/>
                <a:gd name="connsiteY10" fmla="*/ 106130 h 119717"/>
                <a:gd name="connsiteX11" fmla="*/ 5233 w 128616"/>
                <a:gd name="connsiteY11" fmla="*/ 114368 h 119717"/>
                <a:gd name="connsiteX12" fmla="*/ 189 w 128616"/>
                <a:gd name="connsiteY12" fmla="*/ 117699 h 119717"/>
                <a:gd name="connsiteX13" fmla="*/ 2891 w 128616"/>
                <a:gd name="connsiteY13" fmla="*/ 119802 h 119717"/>
                <a:gd name="connsiteX14" fmla="*/ 25768 w 128616"/>
                <a:gd name="connsiteY14" fmla="*/ 119276 h 119717"/>
                <a:gd name="connsiteX15" fmla="*/ 37297 w 128616"/>
                <a:gd name="connsiteY15" fmla="*/ 119451 h 119717"/>
                <a:gd name="connsiteX16" fmla="*/ 49005 w 128616"/>
                <a:gd name="connsiteY16" fmla="*/ 119802 h 119717"/>
                <a:gd name="connsiteX17" fmla="*/ 52608 w 128616"/>
                <a:gd name="connsiteY17" fmla="*/ 116296 h 119717"/>
                <a:gd name="connsiteX18" fmla="*/ 47564 w 128616"/>
                <a:gd name="connsiteY18" fmla="*/ 114368 h 119717"/>
                <a:gd name="connsiteX19" fmla="*/ 35856 w 128616"/>
                <a:gd name="connsiteY19" fmla="*/ 111213 h 119717"/>
                <a:gd name="connsiteX20" fmla="*/ 36396 w 128616"/>
                <a:gd name="connsiteY20" fmla="*/ 108233 h 119717"/>
                <a:gd name="connsiteX21" fmla="*/ 47564 w 128616"/>
                <a:gd name="connsiteY21" fmla="*/ 64413 h 119717"/>
                <a:gd name="connsiteX22" fmla="*/ 60534 w 128616"/>
                <a:gd name="connsiteY22" fmla="*/ 12179 h 119717"/>
                <a:gd name="connsiteX23" fmla="*/ 70261 w 128616"/>
                <a:gd name="connsiteY23" fmla="*/ 5519 h 119717"/>
                <a:gd name="connsiteX24" fmla="*/ 87554 w 128616"/>
                <a:gd name="connsiteY24" fmla="*/ 5519 h 119717"/>
                <a:gd name="connsiteX25" fmla="*/ 112053 w 128616"/>
                <a:gd name="connsiteY25" fmla="*/ 22346 h 119717"/>
                <a:gd name="connsiteX26" fmla="*/ 101425 w 128616"/>
                <a:gd name="connsiteY26" fmla="*/ 50566 h 119717"/>
                <a:gd name="connsiteX27" fmla="*/ 73684 w 128616"/>
                <a:gd name="connsiteY27" fmla="*/ 59856 h 119717"/>
                <a:gd name="connsiteX28" fmla="*/ 48285 w 128616"/>
                <a:gd name="connsiteY28" fmla="*/ 59856 h 119717"/>
                <a:gd name="connsiteX29" fmla="*/ 60534 w 128616"/>
                <a:gd name="connsiteY29" fmla="*/ 12179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13"/>
                  </a:moveTo>
                  <a:lnTo>
                    <a:pt x="78187" y="64413"/>
                  </a:lnTo>
                  <a:cubicBezTo>
                    <a:pt x="103767" y="64413"/>
                    <a:pt x="128805" y="46184"/>
                    <a:pt x="128805" y="26552"/>
                  </a:cubicBezTo>
                  <a:cubicBezTo>
                    <a:pt x="128805" y="13056"/>
                    <a:pt x="116917" y="85"/>
                    <a:pt x="93319" y="85"/>
                  </a:cubicBezTo>
                  <a:lnTo>
                    <a:pt x="34955" y="85"/>
                  </a:lnTo>
                  <a:cubicBezTo>
                    <a:pt x="31532" y="85"/>
                    <a:pt x="29551" y="85"/>
                    <a:pt x="29551" y="3415"/>
                  </a:cubicBezTo>
                  <a:cubicBezTo>
                    <a:pt x="29551" y="5519"/>
                    <a:pt x="31172" y="5519"/>
                    <a:pt x="34775" y="5519"/>
                  </a:cubicBezTo>
                  <a:cubicBezTo>
                    <a:pt x="37117" y="5519"/>
                    <a:pt x="40359" y="5694"/>
                    <a:pt x="42521" y="5869"/>
                  </a:cubicBezTo>
                  <a:cubicBezTo>
                    <a:pt x="45403" y="6220"/>
                    <a:pt x="46484" y="6745"/>
                    <a:pt x="46484" y="8674"/>
                  </a:cubicBezTo>
                  <a:cubicBezTo>
                    <a:pt x="46484" y="9375"/>
                    <a:pt x="46303" y="9901"/>
                    <a:pt x="45763" y="12004"/>
                  </a:cubicBezTo>
                  <a:lnTo>
                    <a:pt x="21625" y="106130"/>
                  </a:lnTo>
                  <a:cubicBezTo>
                    <a:pt x="19824" y="112966"/>
                    <a:pt x="19463" y="114368"/>
                    <a:pt x="5233" y="114368"/>
                  </a:cubicBezTo>
                  <a:cubicBezTo>
                    <a:pt x="2170" y="114368"/>
                    <a:pt x="189" y="114368"/>
                    <a:pt x="189" y="117699"/>
                  </a:cubicBezTo>
                  <a:cubicBezTo>
                    <a:pt x="189" y="119802"/>
                    <a:pt x="2350" y="119802"/>
                    <a:pt x="2891" y="119802"/>
                  </a:cubicBezTo>
                  <a:cubicBezTo>
                    <a:pt x="7935" y="119802"/>
                    <a:pt x="20724" y="119276"/>
                    <a:pt x="25768" y="119276"/>
                  </a:cubicBezTo>
                  <a:cubicBezTo>
                    <a:pt x="29551" y="119276"/>
                    <a:pt x="33514" y="119451"/>
                    <a:pt x="37297" y="119451"/>
                  </a:cubicBezTo>
                  <a:cubicBezTo>
                    <a:pt x="41260" y="119451"/>
                    <a:pt x="45223" y="119802"/>
                    <a:pt x="49005" y="119802"/>
                  </a:cubicBezTo>
                  <a:cubicBezTo>
                    <a:pt x="50266" y="119802"/>
                    <a:pt x="52608" y="119802"/>
                    <a:pt x="52608" y="116296"/>
                  </a:cubicBezTo>
                  <a:cubicBezTo>
                    <a:pt x="52608" y="114368"/>
                    <a:pt x="50987" y="114368"/>
                    <a:pt x="47564" y="114368"/>
                  </a:cubicBezTo>
                  <a:cubicBezTo>
                    <a:pt x="40899" y="114368"/>
                    <a:pt x="35856" y="114368"/>
                    <a:pt x="35856" y="111213"/>
                  </a:cubicBezTo>
                  <a:cubicBezTo>
                    <a:pt x="35856" y="110162"/>
                    <a:pt x="36216" y="109285"/>
                    <a:pt x="36396" y="108233"/>
                  </a:cubicBezTo>
                  <a:lnTo>
                    <a:pt x="47564" y="64413"/>
                  </a:lnTo>
                  <a:close/>
                  <a:moveTo>
                    <a:pt x="60534" y="12179"/>
                  </a:moveTo>
                  <a:cubicBezTo>
                    <a:pt x="62155" y="6044"/>
                    <a:pt x="62516" y="5519"/>
                    <a:pt x="70261" y="5519"/>
                  </a:cubicBezTo>
                  <a:lnTo>
                    <a:pt x="87554" y="5519"/>
                  </a:lnTo>
                  <a:cubicBezTo>
                    <a:pt x="102506" y="5519"/>
                    <a:pt x="112053" y="10251"/>
                    <a:pt x="112053" y="22346"/>
                  </a:cubicBezTo>
                  <a:cubicBezTo>
                    <a:pt x="112053" y="29182"/>
                    <a:pt x="108450" y="44256"/>
                    <a:pt x="101425" y="50566"/>
                  </a:cubicBezTo>
                  <a:cubicBezTo>
                    <a:pt x="92418" y="58454"/>
                    <a:pt x="81610" y="59856"/>
                    <a:pt x="73684" y="59856"/>
                  </a:cubicBezTo>
                  <a:lnTo>
                    <a:pt x="48285" y="59856"/>
                  </a:lnTo>
                  <a:lnTo>
                    <a:pt x="60534" y="121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7" name="Freeform: Shape 26">
              <a:extLst>
                <a:ext uri="{FF2B5EF4-FFF2-40B4-BE49-F238E27FC236}">
                  <a16:creationId xmlns:a16="http://schemas.microsoft.com/office/drawing/2014/main" id="{D5D58670-0268-1A55-1214-4FD1B4D34464}"/>
                </a:ext>
              </a:extLst>
            </p:cNvPr>
            <p:cNvSpPr/>
            <p:nvPr>
              <p:custDataLst>
                <p:tags r:id="rId128"/>
              </p:custDataLst>
            </p:nvPr>
          </p:nvSpPr>
          <p:spPr>
            <a:xfrm>
              <a:off x="12478590" y="5380240"/>
              <a:ext cx="41791" cy="175281"/>
            </a:xfrm>
            <a:custGeom>
              <a:avLst/>
              <a:gdLst>
                <a:gd name="connsiteX0" fmla="*/ 41988 w 41791"/>
                <a:gd name="connsiteY0" fmla="*/ 173613 h 175281"/>
                <a:gd name="connsiteX1" fmla="*/ 38926 w 41791"/>
                <a:gd name="connsiteY1" fmla="*/ 169757 h 175281"/>
                <a:gd name="connsiteX2" fmla="*/ 10644 w 41791"/>
                <a:gd name="connsiteY2" fmla="*/ 87726 h 175281"/>
                <a:gd name="connsiteX3" fmla="*/ 39646 w 41791"/>
                <a:gd name="connsiteY3" fmla="*/ 4817 h 175281"/>
                <a:gd name="connsiteX4" fmla="*/ 41988 w 41791"/>
                <a:gd name="connsiteY4" fmla="*/ 1838 h 175281"/>
                <a:gd name="connsiteX5" fmla="*/ 40187 w 41791"/>
                <a:gd name="connsiteY5" fmla="*/ 85 h 175281"/>
                <a:gd name="connsiteX6" fmla="*/ 11545 w 41791"/>
                <a:gd name="connsiteY6" fmla="*/ 34265 h 175281"/>
                <a:gd name="connsiteX7" fmla="*/ 197 w 41791"/>
                <a:gd name="connsiteY7" fmla="*/ 87726 h 175281"/>
                <a:gd name="connsiteX8" fmla="*/ 12086 w 41791"/>
                <a:gd name="connsiteY8" fmla="*/ 142413 h 175281"/>
                <a:gd name="connsiteX9" fmla="*/ 40187 w 41791"/>
                <a:gd name="connsiteY9" fmla="*/ 175366 h 175281"/>
                <a:gd name="connsiteX10" fmla="*/ 41988 w 41791"/>
                <a:gd name="connsiteY10" fmla="*/ 173613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13"/>
                  </a:moveTo>
                  <a:cubicBezTo>
                    <a:pt x="41988" y="173088"/>
                    <a:pt x="41988" y="172737"/>
                    <a:pt x="38926" y="169757"/>
                  </a:cubicBezTo>
                  <a:cubicBezTo>
                    <a:pt x="16409" y="147672"/>
                    <a:pt x="10644" y="114544"/>
                    <a:pt x="10644" y="87726"/>
                  </a:cubicBezTo>
                  <a:cubicBezTo>
                    <a:pt x="10644" y="57227"/>
                    <a:pt x="17490" y="26728"/>
                    <a:pt x="39646" y="4817"/>
                  </a:cubicBezTo>
                  <a:cubicBezTo>
                    <a:pt x="41988" y="2714"/>
                    <a:pt x="41988" y="2363"/>
                    <a:pt x="41988" y="1838"/>
                  </a:cubicBezTo>
                  <a:cubicBezTo>
                    <a:pt x="41988" y="611"/>
                    <a:pt x="41267" y="85"/>
                    <a:pt x="40187" y="85"/>
                  </a:cubicBezTo>
                  <a:cubicBezTo>
                    <a:pt x="38385" y="85"/>
                    <a:pt x="22173" y="12004"/>
                    <a:pt x="11545" y="34265"/>
                  </a:cubicBezTo>
                  <a:cubicBezTo>
                    <a:pt x="2358" y="53546"/>
                    <a:pt x="197" y="73002"/>
                    <a:pt x="197" y="87726"/>
                  </a:cubicBezTo>
                  <a:cubicBezTo>
                    <a:pt x="197" y="101397"/>
                    <a:pt x="2178" y="122607"/>
                    <a:pt x="12086" y="142413"/>
                  </a:cubicBezTo>
                  <a:cubicBezTo>
                    <a:pt x="22894" y="163973"/>
                    <a:pt x="38385" y="175366"/>
                    <a:pt x="40187" y="175366"/>
                  </a:cubicBezTo>
                  <a:cubicBezTo>
                    <a:pt x="41267" y="175366"/>
                    <a:pt x="41988" y="174840"/>
                    <a:pt x="41988" y="1736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8" name="Freeform: Shape 27">
              <a:extLst>
                <a:ext uri="{FF2B5EF4-FFF2-40B4-BE49-F238E27FC236}">
                  <a16:creationId xmlns:a16="http://schemas.microsoft.com/office/drawing/2014/main" id="{36A8E5FE-9890-4AB8-082A-11F8E7C540F7}"/>
                </a:ext>
              </a:extLst>
            </p:cNvPr>
            <p:cNvSpPr/>
            <p:nvPr>
              <p:custDataLst>
                <p:tags r:id="rId129"/>
              </p:custDataLst>
            </p:nvPr>
          </p:nvSpPr>
          <p:spPr>
            <a:xfrm>
              <a:off x="12537114" y="5391984"/>
              <a:ext cx="130958" cy="119717"/>
            </a:xfrm>
            <a:custGeom>
              <a:avLst/>
              <a:gdLst>
                <a:gd name="connsiteX0" fmla="*/ 101437 w 130958"/>
                <a:gd name="connsiteY0" fmla="*/ 20067 h 119717"/>
                <a:gd name="connsiteX1" fmla="*/ 103958 w 130958"/>
                <a:gd name="connsiteY1" fmla="*/ 17613 h 119717"/>
                <a:gd name="connsiteX2" fmla="*/ 127556 w 130958"/>
                <a:gd name="connsiteY2" fmla="*/ 5519 h 119717"/>
                <a:gd name="connsiteX3" fmla="*/ 131159 w 130958"/>
                <a:gd name="connsiteY3" fmla="*/ 2188 h 119717"/>
                <a:gd name="connsiteX4" fmla="*/ 128817 w 130958"/>
                <a:gd name="connsiteY4" fmla="*/ 85 h 119717"/>
                <a:gd name="connsiteX5" fmla="*/ 114046 w 130958"/>
                <a:gd name="connsiteY5" fmla="*/ 611 h 119717"/>
                <a:gd name="connsiteX6" fmla="*/ 96032 w 130958"/>
                <a:gd name="connsiteY6" fmla="*/ 85 h 119717"/>
                <a:gd name="connsiteX7" fmla="*/ 92610 w 130958"/>
                <a:gd name="connsiteY7" fmla="*/ 3415 h 119717"/>
                <a:gd name="connsiteX8" fmla="*/ 95312 w 130958"/>
                <a:gd name="connsiteY8" fmla="*/ 5519 h 119717"/>
                <a:gd name="connsiteX9" fmla="*/ 101797 w 130958"/>
                <a:gd name="connsiteY9" fmla="*/ 9550 h 119717"/>
                <a:gd name="connsiteX10" fmla="*/ 96933 w 130958"/>
                <a:gd name="connsiteY10" fmla="*/ 17964 h 119717"/>
                <a:gd name="connsiteX11" fmla="*/ 55142 w 130958"/>
                <a:gd name="connsiteY11" fmla="*/ 64764 h 119717"/>
                <a:gd name="connsiteX12" fmla="*/ 35327 w 130958"/>
                <a:gd name="connsiteY12" fmla="*/ 12705 h 119717"/>
                <a:gd name="connsiteX13" fmla="*/ 34246 w 130958"/>
                <a:gd name="connsiteY13" fmla="*/ 9725 h 119717"/>
                <a:gd name="connsiteX14" fmla="*/ 44874 w 130958"/>
                <a:gd name="connsiteY14" fmla="*/ 5519 h 119717"/>
                <a:gd name="connsiteX15" fmla="*/ 49197 w 130958"/>
                <a:gd name="connsiteY15" fmla="*/ 2013 h 119717"/>
                <a:gd name="connsiteX16" fmla="*/ 46495 w 130958"/>
                <a:gd name="connsiteY16" fmla="*/ 85 h 119717"/>
                <a:gd name="connsiteX17" fmla="*/ 23798 w 130958"/>
                <a:gd name="connsiteY17" fmla="*/ 611 h 119717"/>
                <a:gd name="connsiteX18" fmla="*/ 3623 w 130958"/>
                <a:gd name="connsiteY18" fmla="*/ 85 h 119717"/>
                <a:gd name="connsiteX19" fmla="*/ 200 w 130958"/>
                <a:gd name="connsiteY19" fmla="*/ 3590 h 119717"/>
                <a:gd name="connsiteX20" fmla="*/ 4344 w 130958"/>
                <a:gd name="connsiteY20" fmla="*/ 5519 h 119717"/>
                <a:gd name="connsiteX21" fmla="*/ 17493 w 130958"/>
                <a:gd name="connsiteY21" fmla="*/ 11478 h 119717"/>
                <a:gd name="connsiteX22" fmla="*/ 39650 w 130958"/>
                <a:gd name="connsiteY22" fmla="*/ 69146 h 119717"/>
                <a:gd name="connsiteX23" fmla="*/ 40371 w 130958"/>
                <a:gd name="connsiteY23" fmla="*/ 72125 h 119717"/>
                <a:gd name="connsiteX24" fmla="*/ 32265 w 130958"/>
                <a:gd name="connsiteY24" fmla="*/ 104027 h 119717"/>
                <a:gd name="connsiteX25" fmla="*/ 15332 w 130958"/>
                <a:gd name="connsiteY25" fmla="*/ 114368 h 119717"/>
                <a:gd name="connsiteX26" fmla="*/ 10468 w 130958"/>
                <a:gd name="connsiteY26" fmla="*/ 117874 h 119717"/>
                <a:gd name="connsiteX27" fmla="*/ 12990 w 130958"/>
                <a:gd name="connsiteY27" fmla="*/ 119802 h 119717"/>
                <a:gd name="connsiteX28" fmla="*/ 35687 w 130958"/>
                <a:gd name="connsiteY28" fmla="*/ 119276 h 119717"/>
                <a:gd name="connsiteX29" fmla="*/ 58744 w 130958"/>
                <a:gd name="connsiteY29" fmla="*/ 119802 h 119717"/>
                <a:gd name="connsiteX30" fmla="*/ 62167 w 130958"/>
                <a:gd name="connsiteY30" fmla="*/ 116296 h 119717"/>
                <a:gd name="connsiteX31" fmla="*/ 57123 w 130958"/>
                <a:gd name="connsiteY31" fmla="*/ 114368 h 119717"/>
                <a:gd name="connsiteX32" fmla="*/ 50278 w 130958"/>
                <a:gd name="connsiteY32" fmla="*/ 114018 h 119717"/>
                <a:gd name="connsiteX33" fmla="*/ 45414 w 130958"/>
                <a:gd name="connsiteY33" fmla="*/ 111213 h 119717"/>
                <a:gd name="connsiteX34" fmla="*/ 47936 w 130958"/>
                <a:gd name="connsiteY34" fmla="*/ 100171 h 119717"/>
                <a:gd name="connsiteX35" fmla="*/ 54241 w 130958"/>
                <a:gd name="connsiteY35" fmla="*/ 75456 h 119717"/>
                <a:gd name="connsiteX36" fmla="*/ 56763 w 130958"/>
                <a:gd name="connsiteY36" fmla="*/ 70022 h 119717"/>
                <a:gd name="connsiteX37" fmla="*/ 101437 w 130958"/>
                <a:gd name="connsiteY37" fmla="*/ 20067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67"/>
                  </a:moveTo>
                  <a:lnTo>
                    <a:pt x="103958" y="17613"/>
                  </a:lnTo>
                  <a:cubicBezTo>
                    <a:pt x="109363" y="12355"/>
                    <a:pt x="115307" y="6395"/>
                    <a:pt x="127556" y="5519"/>
                  </a:cubicBezTo>
                  <a:cubicBezTo>
                    <a:pt x="129538" y="5343"/>
                    <a:pt x="131159" y="5343"/>
                    <a:pt x="131159" y="2188"/>
                  </a:cubicBezTo>
                  <a:cubicBezTo>
                    <a:pt x="131159" y="786"/>
                    <a:pt x="130258" y="85"/>
                    <a:pt x="128817" y="85"/>
                  </a:cubicBezTo>
                  <a:cubicBezTo>
                    <a:pt x="124134" y="85"/>
                    <a:pt x="118910" y="611"/>
                    <a:pt x="114046" y="611"/>
                  </a:cubicBezTo>
                  <a:cubicBezTo>
                    <a:pt x="108102" y="611"/>
                    <a:pt x="101797" y="85"/>
                    <a:pt x="96032" y="85"/>
                  </a:cubicBezTo>
                  <a:cubicBezTo>
                    <a:pt x="94952" y="85"/>
                    <a:pt x="92610" y="85"/>
                    <a:pt x="92610" y="3415"/>
                  </a:cubicBezTo>
                  <a:cubicBezTo>
                    <a:pt x="92610" y="5343"/>
                    <a:pt x="94411" y="5519"/>
                    <a:pt x="95312" y="5519"/>
                  </a:cubicBezTo>
                  <a:cubicBezTo>
                    <a:pt x="96573" y="5519"/>
                    <a:pt x="101797" y="5869"/>
                    <a:pt x="101797" y="9550"/>
                  </a:cubicBezTo>
                  <a:cubicBezTo>
                    <a:pt x="101797" y="12530"/>
                    <a:pt x="97654" y="17087"/>
                    <a:pt x="96933" y="17964"/>
                  </a:cubicBezTo>
                  <a:lnTo>
                    <a:pt x="55142" y="64764"/>
                  </a:lnTo>
                  <a:lnTo>
                    <a:pt x="35327" y="12705"/>
                  </a:lnTo>
                  <a:cubicBezTo>
                    <a:pt x="34246" y="10251"/>
                    <a:pt x="34246" y="9901"/>
                    <a:pt x="34246" y="9725"/>
                  </a:cubicBezTo>
                  <a:cubicBezTo>
                    <a:pt x="34246" y="5519"/>
                    <a:pt x="43073" y="5519"/>
                    <a:pt x="44874" y="5519"/>
                  </a:cubicBezTo>
                  <a:cubicBezTo>
                    <a:pt x="47396" y="5519"/>
                    <a:pt x="49197" y="5519"/>
                    <a:pt x="49197" y="2013"/>
                  </a:cubicBezTo>
                  <a:cubicBezTo>
                    <a:pt x="49197" y="85"/>
                    <a:pt x="47036" y="85"/>
                    <a:pt x="46495" y="85"/>
                  </a:cubicBezTo>
                  <a:cubicBezTo>
                    <a:pt x="41451" y="85"/>
                    <a:pt x="28842" y="611"/>
                    <a:pt x="23798" y="611"/>
                  </a:cubicBezTo>
                  <a:cubicBezTo>
                    <a:pt x="19295" y="611"/>
                    <a:pt x="8126" y="85"/>
                    <a:pt x="3623" y="85"/>
                  </a:cubicBezTo>
                  <a:cubicBezTo>
                    <a:pt x="2542" y="85"/>
                    <a:pt x="200" y="85"/>
                    <a:pt x="200" y="3590"/>
                  </a:cubicBezTo>
                  <a:cubicBezTo>
                    <a:pt x="200" y="5519"/>
                    <a:pt x="2002" y="5519"/>
                    <a:pt x="4344" y="5519"/>
                  </a:cubicBezTo>
                  <a:cubicBezTo>
                    <a:pt x="15152" y="5519"/>
                    <a:pt x="15872" y="7096"/>
                    <a:pt x="17493" y="11478"/>
                  </a:cubicBezTo>
                  <a:lnTo>
                    <a:pt x="39650" y="69146"/>
                  </a:lnTo>
                  <a:cubicBezTo>
                    <a:pt x="39830" y="69672"/>
                    <a:pt x="40371" y="71600"/>
                    <a:pt x="40371" y="72125"/>
                  </a:cubicBezTo>
                  <a:cubicBezTo>
                    <a:pt x="40371" y="72651"/>
                    <a:pt x="33165" y="100872"/>
                    <a:pt x="32265" y="104027"/>
                  </a:cubicBezTo>
                  <a:cubicBezTo>
                    <a:pt x="29923" y="113667"/>
                    <a:pt x="29743" y="114193"/>
                    <a:pt x="15332" y="114368"/>
                  </a:cubicBezTo>
                  <a:cubicBezTo>
                    <a:pt x="11909" y="114368"/>
                    <a:pt x="10468" y="114368"/>
                    <a:pt x="10468" y="117874"/>
                  </a:cubicBezTo>
                  <a:cubicBezTo>
                    <a:pt x="10468" y="119802"/>
                    <a:pt x="12630" y="119802"/>
                    <a:pt x="12990" y="119802"/>
                  </a:cubicBezTo>
                  <a:cubicBezTo>
                    <a:pt x="18034" y="119802"/>
                    <a:pt x="30643" y="119276"/>
                    <a:pt x="35687" y="119276"/>
                  </a:cubicBezTo>
                  <a:cubicBezTo>
                    <a:pt x="40731" y="119276"/>
                    <a:pt x="53701" y="119802"/>
                    <a:pt x="58744" y="119802"/>
                  </a:cubicBezTo>
                  <a:cubicBezTo>
                    <a:pt x="60005" y="119802"/>
                    <a:pt x="62167" y="119802"/>
                    <a:pt x="62167" y="116296"/>
                  </a:cubicBezTo>
                  <a:cubicBezTo>
                    <a:pt x="62167" y="114368"/>
                    <a:pt x="60546" y="114368"/>
                    <a:pt x="57123" y="114368"/>
                  </a:cubicBezTo>
                  <a:cubicBezTo>
                    <a:pt x="56763" y="114368"/>
                    <a:pt x="53340" y="114368"/>
                    <a:pt x="50278" y="114018"/>
                  </a:cubicBezTo>
                  <a:cubicBezTo>
                    <a:pt x="46495" y="113667"/>
                    <a:pt x="45414" y="113317"/>
                    <a:pt x="45414" y="111213"/>
                  </a:cubicBezTo>
                  <a:cubicBezTo>
                    <a:pt x="45414" y="109986"/>
                    <a:pt x="47036" y="103851"/>
                    <a:pt x="47936" y="100171"/>
                  </a:cubicBezTo>
                  <a:lnTo>
                    <a:pt x="54241" y="75456"/>
                  </a:lnTo>
                  <a:cubicBezTo>
                    <a:pt x="55142" y="72125"/>
                    <a:pt x="55322" y="71600"/>
                    <a:pt x="56763" y="70022"/>
                  </a:cubicBezTo>
                  <a:lnTo>
                    <a:pt x="101437" y="200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0" name="Freeform: Shape 29">
              <a:extLst>
                <a:ext uri="{FF2B5EF4-FFF2-40B4-BE49-F238E27FC236}">
                  <a16:creationId xmlns:a16="http://schemas.microsoft.com/office/drawing/2014/main" id="{1D994DBB-4EDD-7377-3646-06C482669613}"/>
                </a:ext>
              </a:extLst>
            </p:cNvPr>
            <p:cNvSpPr/>
            <p:nvPr>
              <p:custDataLst>
                <p:tags r:id="rId130"/>
              </p:custDataLst>
            </p:nvPr>
          </p:nvSpPr>
          <p:spPr>
            <a:xfrm>
              <a:off x="12641315" y="5483884"/>
              <a:ext cx="77043" cy="55336"/>
            </a:xfrm>
            <a:custGeom>
              <a:avLst/>
              <a:gdLst>
                <a:gd name="connsiteX0" fmla="*/ 9663 w 77043"/>
                <a:gd name="connsiteY0" fmla="*/ 46466 h 55336"/>
                <a:gd name="connsiteX1" fmla="*/ 8402 w 77043"/>
                <a:gd name="connsiteY1" fmla="*/ 51496 h 55336"/>
                <a:gd name="connsiteX2" fmla="*/ 12690 w 77043"/>
                <a:gd name="connsiteY2" fmla="*/ 55423 h 55336"/>
                <a:gd name="connsiteX3" fmla="*/ 17607 w 77043"/>
                <a:gd name="connsiteY3" fmla="*/ 52723 h 55336"/>
                <a:gd name="connsiteX4" fmla="*/ 19877 w 77043"/>
                <a:gd name="connsiteY4" fmla="*/ 45116 h 55336"/>
                <a:gd name="connsiteX5" fmla="*/ 22651 w 77043"/>
                <a:gd name="connsiteY5" fmla="*/ 34073 h 55336"/>
                <a:gd name="connsiteX6" fmla="*/ 24795 w 77043"/>
                <a:gd name="connsiteY6" fmla="*/ 25853 h 55336"/>
                <a:gd name="connsiteX7" fmla="*/ 30091 w 77043"/>
                <a:gd name="connsiteY7" fmla="*/ 14810 h 55336"/>
                <a:gd name="connsiteX8" fmla="*/ 49005 w 77043"/>
                <a:gd name="connsiteY8" fmla="*/ 3522 h 55336"/>
                <a:gd name="connsiteX9" fmla="*/ 56445 w 77043"/>
                <a:gd name="connsiteY9" fmla="*/ 12111 h 55336"/>
                <a:gd name="connsiteX10" fmla="*/ 49005 w 77043"/>
                <a:gd name="connsiteY10" fmla="*/ 38245 h 55336"/>
                <a:gd name="connsiteX11" fmla="*/ 47113 w 77043"/>
                <a:gd name="connsiteY11" fmla="*/ 44871 h 55336"/>
                <a:gd name="connsiteX12" fmla="*/ 59092 w 77043"/>
                <a:gd name="connsiteY12" fmla="*/ 55423 h 55336"/>
                <a:gd name="connsiteX13" fmla="*/ 77250 w 77043"/>
                <a:gd name="connsiteY13" fmla="*/ 36650 h 55336"/>
                <a:gd name="connsiteX14" fmla="*/ 75233 w 77043"/>
                <a:gd name="connsiteY14" fmla="*/ 35055 h 55336"/>
                <a:gd name="connsiteX15" fmla="*/ 72837 w 77043"/>
                <a:gd name="connsiteY15" fmla="*/ 37141 h 55336"/>
                <a:gd name="connsiteX16" fmla="*/ 59471 w 77043"/>
                <a:gd name="connsiteY16" fmla="*/ 51987 h 55336"/>
                <a:gd name="connsiteX17" fmla="*/ 56318 w 77043"/>
                <a:gd name="connsiteY17" fmla="*/ 47693 h 55336"/>
                <a:gd name="connsiteX18" fmla="*/ 59219 w 77043"/>
                <a:gd name="connsiteY18" fmla="*/ 37754 h 55336"/>
                <a:gd name="connsiteX19" fmla="*/ 65902 w 77043"/>
                <a:gd name="connsiteY19" fmla="*/ 14074 h 55336"/>
                <a:gd name="connsiteX20" fmla="*/ 49509 w 77043"/>
                <a:gd name="connsiteY20" fmla="*/ 86 h 55336"/>
                <a:gd name="connsiteX21" fmla="*/ 28199 w 77043"/>
                <a:gd name="connsiteY21" fmla="*/ 11252 h 55336"/>
                <a:gd name="connsiteX22" fmla="*/ 14707 w 77043"/>
                <a:gd name="connsiteY22" fmla="*/ 86 h 55336"/>
                <a:gd name="connsiteX23" fmla="*/ 4746 w 77043"/>
                <a:gd name="connsiteY23" fmla="*/ 6712 h 55336"/>
                <a:gd name="connsiteX24" fmla="*/ 206 w 77043"/>
                <a:gd name="connsiteY24" fmla="*/ 18859 h 55336"/>
                <a:gd name="connsiteX25" fmla="*/ 2350 w 77043"/>
                <a:gd name="connsiteY25" fmla="*/ 20454 h 55336"/>
                <a:gd name="connsiteX26" fmla="*/ 5124 w 77043"/>
                <a:gd name="connsiteY26" fmla="*/ 16773 h 55336"/>
                <a:gd name="connsiteX27" fmla="*/ 14329 w 77043"/>
                <a:gd name="connsiteY27" fmla="*/ 3522 h 55336"/>
                <a:gd name="connsiteX28" fmla="*/ 18490 w 77043"/>
                <a:gd name="connsiteY28" fmla="*/ 9534 h 55336"/>
                <a:gd name="connsiteX29" fmla="*/ 16472 w 77043"/>
                <a:gd name="connsiteY29" fmla="*/ 19718 h 55336"/>
                <a:gd name="connsiteX30" fmla="*/ 13698 w 77043"/>
                <a:gd name="connsiteY30" fmla="*/ 30761 h 55336"/>
                <a:gd name="connsiteX31" fmla="*/ 9663 w 77043"/>
                <a:gd name="connsiteY31" fmla="*/ 46466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66"/>
                  </a:moveTo>
                  <a:cubicBezTo>
                    <a:pt x="9159" y="48061"/>
                    <a:pt x="8402" y="51128"/>
                    <a:pt x="8402" y="51496"/>
                  </a:cubicBezTo>
                  <a:cubicBezTo>
                    <a:pt x="8402" y="54196"/>
                    <a:pt x="10672" y="55423"/>
                    <a:pt x="12690" y="55423"/>
                  </a:cubicBezTo>
                  <a:cubicBezTo>
                    <a:pt x="14959" y="55423"/>
                    <a:pt x="16977" y="53828"/>
                    <a:pt x="17607" y="52723"/>
                  </a:cubicBezTo>
                  <a:cubicBezTo>
                    <a:pt x="18238" y="51619"/>
                    <a:pt x="19247" y="47693"/>
                    <a:pt x="19877" y="45116"/>
                  </a:cubicBezTo>
                  <a:cubicBezTo>
                    <a:pt x="20507" y="42785"/>
                    <a:pt x="21895" y="37141"/>
                    <a:pt x="22651" y="34073"/>
                  </a:cubicBezTo>
                  <a:cubicBezTo>
                    <a:pt x="23408" y="31374"/>
                    <a:pt x="24164" y="28675"/>
                    <a:pt x="24795" y="25853"/>
                  </a:cubicBezTo>
                  <a:cubicBezTo>
                    <a:pt x="26182" y="20822"/>
                    <a:pt x="26434" y="19841"/>
                    <a:pt x="30091" y="14810"/>
                  </a:cubicBezTo>
                  <a:cubicBezTo>
                    <a:pt x="33621" y="9902"/>
                    <a:pt x="39548" y="3522"/>
                    <a:pt x="49005" y="3522"/>
                  </a:cubicBezTo>
                  <a:cubicBezTo>
                    <a:pt x="56318" y="3522"/>
                    <a:pt x="56445" y="9779"/>
                    <a:pt x="56445" y="12111"/>
                  </a:cubicBezTo>
                  <a:cubicBezTo>
                    <a:pt x="56445" y="19472"/>
                    <a:pt x="51022" y="33092"/>
                    <a:pt x="49005" y="38245"/>
                  </a:cubicBezTo>
                  <a:cubicBezTo>
                    <a:pt x="47618" y="41681"/>
                    <a:pt x="47113" y="42785"/>
                    <a:pt x="47113" y="44871"/>
                  </a:cubicBezTo>
                  <a:cubicBezTo>
                    <a:pt x="47113" y="51374"/>
                    <a:pt x="52662" y="55423"/>
                    <a:pt x="59092" y="55423"/>
                  </a:cubicBezTo>
                  <a:cubicBezTo>
                    <a:pt x="71702" y="55423"/>
                    <a:pt x="77250" y="38490"/>
                    <a:pt x="77250" y="36650"/>
                  </a:cubicBezTo>
                  <a:cubicBezTo>
                    <a:pt x="77250" y="35055"/>
                    <a:pt x="75611" y="35055"/>
                    <a:pt x="75233" y="35055"/>
                  </a:cubicBezTo>
                  <a:cubicBezTo>
                    <a:pt x="73467" y="35055"/>
                    <a:pt x="73341" y="35791"/>
                    <a:pt x="72837" y="37141"/>
                  </a:cubicBezTo>
                  <a:cubicBezTo>
                    <a:pt x="69937" y="46957"/>
                    <a:pt x="64515" y="51987"/>
                    <a:pt x="59471" y="51987"/>
                  </a:cubicBezTo>
                  <a:cubicBezTo>
                    <a:pt x="56823" y="51987"/>
                    <a:pt x="56318" y="50269"/>
                    <a:pt x="56318" y="47693"/>
                  </a:cubicBezTo>
                  <a:cubicBezTo>
                    <a:pt x="56318" y="44871"/>
                    <a:pt x="56949" y="43276"/>
                    <a:pt x="59219" y="37754"/>
                  </a:cubicBezTo>
                  <a:cubicBezTo>
                    <a:pt x="60732" y="33951"/>
                    <a:pt x="65902" y="20945"/>
                    <a:pt x="65902" y="14074"/>
                  </a:cubicBezTo>
                  <a:cubicBezTo>
                    <a:pt x="65902" y="2172"/>
                    <a:pt x="56192" y="86"/>
                    <a:pt x="49509" y="86"/>
                  </a:cubicBezTo>
                  <a:cubicBezTo>
                    <a:pt x="39043" y="86"/>
                    <a:pt x="31982" y="6344"/>
                    <a:pt x="28199" y="11252"/>
                  </a:cubicBezTo>
                  <a:cubicBezTo>
                    <a:pt x="27317" y="2786"/>
                    <a:pt x="19877" y="86"/>
                    <a:pt x="14707" y="86"/>
                  </a:cubicBezTo>
                  <a:cubicBezTo>
                    <a:pt x="9285" y="86"/>
                    <a:pt x="6385" y="3890"/>
                    <a:pt x="4746" y="6712"/>
                  </a:cubicBezTo>
                  <a:cubicBezTo>
                    <a:pt x="1972" y="11252"/>
                    <a:pt x="206" y="18245"/>
                    <a:pt x="206" y="18859"/>
                  </a:cubicBezTo>
                  <a:cubicBezTo>
                    <a:pt x="206" y="20454"/>
                    <a:pt x="1972" y="20454"/>
                    <a:pt x="2350" y="20454"/>
                  </a:cubicBezTo>
                  <a:cubicBezTo>
                    <a:pt x="4115" y="20454"/>
                    <a:pt x="4241" y="20086"/>
                    <a:pt x="5124" y="16773"/>
                  </a:cubicBezTo>
                  <a:cubicBezTo>
                    <a:pt x="7015" y="9534"/>
                    <a:pt x="9411" y="3522"/>
                    <a:pt x="14329" y="3522"/>
                  </a:cubicBezTo>
                  <a:cubicBezTo>
                    <a:pt x="17607" y="3522"/>
                    <a:pt x="18490" y="6221"/>
                    <a:pt x="18490" y="9534"/>
                  </a:cubicBezTo>
                  <a:cubicBezTo>
                    <a:pt x="18490" y="11865"/>
                    <a:pt x="17355" y="16405"/>
                    <a:pt x="16472" y="19718"/>
                  </a:cubicBezTo>
                  <a:cubicBezTo>
                    <a:pt x="15590" y="23031"/>
                    <a:pt x="14329" y="28061"/>
                    <a:pt x="13698" y="30761"/>
                  </a:cubicBezTo>
                  <a:lnTo>
                    <a:pt x="9663" y="46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1" name="Freeform: Shape 30">
              <a:extLst>
                <a:ext uri="{FF2B5EF4-FFF2-40B4-BE49-F238E27FC236}">
                  <a16:creationId xmlns:a16="http://schemas.microsoft.com/office/drawing/2014/main" id="{87197DFF-701F-12F8-746B-694316878CC4}"/>
                </a:ext>
              </a:extLst>
            </p:cNvPr>
            <p:cNvSpPr/>
            <p:nvPr>
              <p:custDataLst>
                <p:tags r:id="rId131"/>
              </p:custDataLst>
            </p:nvPr>
          </p:nvSpPr>
          <p:spPr>
            <a:xfrm>
              <a:off x="12798430" y="5417049"/>
              <a:ext cx="110062" cy="101663"/>
            </a:xfrm>
            <a:custGeom>
              <a:avLst/>
              <a:gdLst>
                <a:gd name="connsiteX0" fmla="*/ 106855 w 110062"/>
                <a:gd name="connsiteY0" fmla="*/ 54773 h 101663"/>
                <a:gd name="connsiteX1" fmla="*/ 110277 w 110062"/>
                <a:gd name="connsiteY1" fmla="*/ 50916 h 101663"/>
                <a:gd name="connsiteX2" fmla="*/ 106855 w 110062"/>
                <a:gd name="connsiteY2" fmla="*/ 47060 h 101663"/>
                <a:gd name="connsiteX3" fmla="*/ 7060 w 110062"/>
                <a:gd name="connsiteY3" fmla="*/ 1312 h 101663"/>
                <a:gd name="connsiteX4" fmla="*/ 3817 w 110062"/>
                <a:gd name="connsiteY4" fmla="*/ 85 h 101663"/>
                <a:gd name="connsiteX5" fmla="*/ 214 w 110062"/>
                <a:gd name="connsiteY5" fmla="*/ 3590 h 101663"/>
                <a:gd name="connsiteX6" fmla="*/ 3637 w 110062"/>
                <a:gd name="connsiteY6" fmla="*/ 7447 h 101663"/>
                <a:gd name="connsiteX7" fmla="*/ 98208 w 110062"/>
                <a:gd name="connsiteY7" fmla="*/ 50916 h 101663"/>
                <a:gd name="connsiteX8" fmla="*/ 3637 w 110062"/>
                <a:gd name="connsiteY8" fmla="*/ 94386 h 101663"/>
                <a:gd name="connsiteX9" fmla="*/ 214 w 110062"/>
                <a:gd name="connsiteY9" fmla="*/ 98242 h 101663"/>
                <a:gd name="connsiteX10" fmla="*/ 3817 w 110062"/>
                <a:gd name="connsiteY10" fmla="*/ 101748 h 101663"/>
                <a:gd name="connsiteX11" fmla="*/ 7060 w 110062"/>
                <a:gd name="connsiteY11" fmla="*/ 100521 h 101663"/>
                <a:gd name="connsiteX12" fmla="*/ 106855 w 110062"/>
                <a:gd name="connsiteY12" fmla="*/ 54773 h 10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062" h="101663">
                  <a:moveTo>
                    <a:pt x="106855" y="54773"/>
                  </a:moveTo>
                  <a:cubicBezTo>
                    <a:pt x="108836" y="53896"/>
                    <a:pt x="110277" y="53020"/>
                    <a:pt x="110277" y="50916"/>
                  </a:cubicBezTo>
                  <a:cubicBezTo>
                    <a:pt x="110277" y="48813"/>
                    <a:pt x="108836" y="47937"/>
                    <a:pt x="106855" y="47060"/>
                  </a:cubicBezTo>
                  <a:lnTo>
                    <a:pt x="7060" y="1312"/>
                  </a:lnTo>
                  <a:cubicBezTo>
                    <a:pt x="4718" y="85"/>
                    <a:pt x="4358" y="85"/>
                    <a:pt x="3817" y="85"/>
                  </a:cubicBezTo>
                  <a:cubicBezTo>
                    <a:pt x="1836" y="85"/>
                    <a:pt x="214" y="1662"/>
                    <a:pt x="214" y="3590"/>
                  </a:cubicBezTo>
                  <a:cubicBezTo>
                    <a:pt x="214" y="5168"/>
                    <a:pt x="1115" y="6220"/>
                    <a:pt x="3637" y="7447"/>
                  </a:cubicBezTo>
                  <a:lnTo>
                    <a:pt x="98208" y="50916"/>
                  </a:lnTo>
                  <a:lnTo>
                    <a:pt x="3637" y="94386"/>
                  </a:lnTo>
                  <a:cubicBezTo>
                    <a:pt x="1115" y="95613"/>
                    <a:pt x="214" y="96665"/>
                    <a:pt x="214" y="98242"/>
                  </a:cubicBezTo>
                  <a:cubicBezTo>
                    <a:pt x="214" y="100171"/>
                    <a:pt x="1836" y="101748"/>
                    <a:pt x="3817" y="101748"/>
                  </a:cubicBezTo>
                  <a:cubicBezTo>
                    <a:pt x="4358" y="101748"/>
                    <a:pt x="4718" y="101748"/>
                    <a:pt x="7060" y="100521"/>
                  </a:cubicBezTo>
                  <a:lnTo>
                    <a:pt x="106855" y="547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2" name="Freeform: Shape 31">
              <a:extLst>
                <a:ext uri="{FF2B5EF4-FFF2-40B4-BE49-F238E27FC236}">
                  <a16:creationId xmlns:a16="http://schemas.microsoft.com/office/drawing/2014/main" id="{A85D52C2-01EF-C3D1-FB52-35967B506733}"/>
                </a:ext>
              </a:extLst>
            </p:cNvPr>
            <p:cNvSpPr/>
            <p:nvPr>
              <p:custDataLst>
                <p:tags r:id="rId132"/>
              </p:custDataLst>
            </p:nvPr>
          </p:nvSpPr>
          <p:spPr>
            <a:xfrm>
              <a:off x="12971279" y="5395840"/>
              <a:ext cx="73855" cy="151793"/>
            </a:xfrm>
            <a:custGeom>
              <a:avLst/>
              <a:gdLst>
                <a:gd name="connsiteX0" fmla="*/ 74080 w 73855"/>
                <a:gd name="connsiteY0" fmla="*/ 6395 h 151793"/>
                <a:gd name="connsiteX1" fmla="*/ 67235 w 73855"/>
                <a:gd name="connsiteY1" fmla="*/ 85 h 151793"/>
                <a:gd name="connsiteX2" fmla="*/ 57688 w 73855"/>
                <a:gd name="connsiteY2" fmla="*/ 9375 h 151793"/>
                <a:gd name="connsiteX3" fmla="*/ 64353 w 73855"/>
                <a:gd name="connsiteY3" fmla="*/ 15685 h 151793"/>
                <a:gd name="connsiteX4" fmla="*/ 74080 w 73855"/>
                <a:gd name="connsiteY4" fmla="*/ 6395 h 151793"/>
                <a:gd name="connsiteX5" fmla="*/ 37873 w 73855"/>
                <a:gd name="connsiteY5" fmla="*/ 124710 h 151793"/>
                <a:gd name="connsiteX6" fmla="*/ 15717 w 73855"/>
                <a:gd name="connsiteY6" fmla="*/ 148022 h 151793"/>
                <a:gd name="connsiteX7" fmla="*/ 8691 w 73855"/>
                <a:gd name="connsiteY7" fmla="*/ 146445 h 151793"/>
                <a:gd name="connsiteX8" fmla="*/ 16797 w 73855"/>
                <a:gd name="connsiteY8" fmla="*/ 137155 h 151793"/>
                <a:gd name="connsiteX9" fmla="*/ 9952 w 73855"/>
                <a:gd name="connsiteY9" fmla="*/ 131020 h 151793"/>
                <a:gd name="connsiteX10" fmla="*/ 225 w 73855"/>
                <a:gd name="connsiteY10" fmla="*/ 141011 h 151793"/>
                <a:gd name="connsiteX11" fmla="*/ 16077 w 73855"/>
                <a:gd name="connsiteY11" fmla="*/ 151879 h 151793"/>
                <a:gd name="connsiteX12" fmla="*/ 49942 w 73855"/>
                <a:gd name="connsiteY12" fmla="*/ 125236 h 151793"/>
                <a:gd name="connsiteX13" fmla="*/ 66515 w 73855"/>
                <a:gd name="connsiteY13" fmla="*/ 61083 h 151793"/>
                <a:gd name="connsiteX14" fmla="*/ 67415 w 73855"/>
                <a:gd name="connsiteY14" fmla="*/ 54597 h 151793"/>
                <a:gd name="connsiteX15" fmla="*/ 50843 w 73855"/>
                <a:gd name="connsiteY15" fmla="*/ 38471 h 151793"/>
                <a:gd name="connsiteX16" fmla="*/ 22201 w 73855"/>
                <a:gd name="connsiteY16" fmla="*/ 65465 h 151793"/>
                <a:gd name="connsiteX17" fmla="*/ 24363 w 73855"/>
                <a:gd name="connsiteY17" fmla="*/ 67218 h 151793"/>
                <a:gd name="connsiteX18" fmla="*/ 27606 w 73855"/>
                <a:gd name="connsiteY18" fmla="*/ 63712 h 151793"/>
                <a:gd name="connsiteX19" fmla="*/ 50303 w 73855"/>
                <a:gd name="connsiteY19" fmla="*/ 42328 h 151793"/>
                <a:gd name="connsiteX20" fmla="*/ 56067 w 73855"/>
                <a:gd name="connsiteY20" fmla="*/ 50391 h 151793"/>
                <a:gd name="connsiteX21" fmla="*/ 54806 w 73855"/>
                <a:gd name="connsiteY21" fmla="*/ 59330 h 151793"/>
                <a:gd name="connsiteX22" fmla="*/ 37873 w 73855"/>
                <a:gd name="connsiteY22" fmla="*/ 124710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95"/>
                  </a:moveTo>
                  <a:cubicBezTo>
                    <a:pt x="74080" y="3065"/>
                    <a:pt x="71559" y="85"/>
                    <a:pt x="67235" y="85"/>
                  </a:cubicBezTo>
                  <a:cubicBezTo>
                    <a:pt x="63092" y="85"/>
                    <a:pt x="57688" y="4116"/>
                    <a:pt x="57688" y="9375"/>
                  </a:cubicBezTo>
                  <a:cubicBezTo>
                    <a:pt x="57688" y="12880"/>
                    <a:pt x="60210" y="15685"/>
                    <a:pt x="64353" y="15685"/>
                  </a:cubicBezTo>
                  <a:cubicBezTo>
                    <a:pt x="69217" y="15685"/>
                    <a:pt x="74080" y="11128"/>
                    <a:pt x="74080" y="6395"/>
                  </a:cubicBezTo>
                  <a:close/>
                  <a:moveTo>
                    <a:pt x="37873" y="124710"/>
                  </a:moveTo>
                  <a:cubicBezTo>
                    <a:pt x="34451" y="138031"/>
                    <a:pt x="25804" y="148022"/>
                    <a:pt x="15717" y="148022"/>
                  </a:cubicBezTo>
                  <a:cubicBezTo>
                    <a:pt x="14636" y="148022"/>
                    <a:pt x="11934" y="148022"/>
                    <a:pt x="8691" y="146445"/>
                  </a:cubicBezTo>
                  <a:cubicBezTo>
                    <a:pt x="14095" y="145218"/>
                    <a:pt x="16797" y="140661"/>
                    <a:pt x="16797" y="137155"/>
                  </a:cubicBezTo>
                  <a:cubicBezTo>
                    <a:pt x="16797" y="134350"/>
                    <a:pt x="14816" y="131020"/>
                    <a:pt x="9952" y="131020"/>
                  </a:cubicBezTo>
                  <a:cubicBezTo>
                    <a:pt x="5449" y="131020"/>
                    <a:pt x="225" y="134701"/>
                    <a:pt x="225" y="141011"/>
                  </a:cubicBezTo>
                  <a:cubicBezTo>
                    <a:pt x="225" y="148022"/>
                    <a:pt x="7430" y="151879"/>
                    <a:pt x="16077" y="151879"/>
                  </a:cubicBezTo>
                  <a:cubicBezTo>
                    <a:pt x="28686" y="151879"/>
                    <a:pt x="45439" y="142589"/>
                    <a:pt x="49942" y="125236"/>
                  </a:cubicBezTo>
                  <a:lnTo>
                    <a:pt x="66515" y="61083"/>
                  </a:lnTo>
                  <a:cubicBezTo>
                    <a:pt x="67415" y="57577"/>
                    <a:pt x="67415" y="55123"/>
                    <a:pt x="67415" y="54597"/>
                  </a:cubicBezTo>
                  <a:cubicBezTo>
                    <a:pt x="67415" y="44606"/>
                    <a:pt x="59850" y="38471"/>
                    <a:pt x="50843" y="38471"/>
                  </a:cubicBezTo>
                  <a:cubicBezTo>
                    <a:pt x="32469" y="38471"/>
                    <a:pt x="22201" y="63887"/>
                    <a:pt x="22201" y="65465"/>
                  </a:cubicBezTo>
                  <a:cubicBezTo>
                    <a:pt x="22201" y="67218"/>
                    <a:pt x="24003" y="67218"/>
                    <a:pt x="24363" y="67218"/>
                  </a:cubicBezTo>
                  <a:cubicBezTo>
                    <a:pt x="25984" y="67218"/>
                    <a:pt x="26164" y="67042"/>
                    <a:pt x="27606" y="63712"/>
                  </a:cubicBezTo>
                  <a:cubicBezTo>
                    <a:pt x="32109" y="53020"/>
                    <a:pt x="40395" y="42328"/>
                    <a:pt x="50303" y="42328"/>
                  </a:cubicBezTo>
                  <a:cubicBezTo>
                    <a:pt x="52824" y="42328"/>
                    <a:pt x="56067" y="43029"/>
                    <a:pt x="56067" y="50391"/>
                  </a:cubicBezTo>
                  <a:cubicBezTo>
                    <a:pt x="56067" y="54422"/>
                    <a:pt x="55526" y="56350"/>
                    <a:pt x="54806" y="59330"/>
                  </a:cubicBezTo>
                  <a:lnTo>
                    <a:pt x="37873" y="12471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3" name="Freeform: Shape 32">
              <a:extLst>
                <a:ext uri="{FF2B5EF4-FFF2-40B4-BE49-F238E27FC236}">
                  <a16:creationId xmlns:a16="http://schemas.microsoft.com/office/drawing/2014/main" id="{0A5609C1-883E-2E0D-D3F5-DEB54B105D0B}"/>
                </a:ext>
              </a:extLst>
            </p:cNvPr>
            <p:cNvSpPr/>
            <p:nvPr>
              <p:custDataLst>
                <p:tags r:id="rId133"/>
              </p:custDataLst>
            </p:nvPr>
          </p:nvSpPr>
          <p:spPr>
            <a:xfrm>
              <a:off x="13068381" y="5380240"/>
              <a:ext cx="41791" cy="175281"/>
            </a:xfrm>
            <a:custGeom>
              <a:avLst/>
              <a:gdLst>
                <a:gd name="connsiteX0" fmla="*/ 42021 w 41791"/>
                <a:gd name="connsiteY0" fmla="*/ 87726 h 175281"/>
                <a:gd name="connsiteX1" fmla="*/ 30132 w 41791"/>
                <a:gd name="connsiteY1" fmla="*/ 33038 h 175281"/>
                <a:gd name="connsiteX2" fmla="*/ 2031 w 41791"/>
                <a:gd name="connsiteY2" fmla="*/ 85 h 175281"/>
                <a:gd name="connsiteX3" fmla="*/ 230 w 41791"/>
                <a:gd name="connsiteY3" fmla="*/ 1838 h 175281"/>
                <a:gd name="connsiteX4" fmla="*/ 3652 w 41791"/>
                <a:gd name="connsiteY4" fmla="*/ 5869 h 175281"/>
                <a:gd name="connsiteX5" fmla="*/ 31573 w 41791"/>
                <a:gd name="connsiteY5" fmla="*/ 87726 h 175281"/>
                <a:gd name="connsiteX6" fmla="*/ 2571 w 41791"/>
                <a:gd name="connsiteY6" fmla="*/ 170634 h 175281"/>
                <a:gd name="connsiteX7" fmla="*/ 230 w 41791"/>
                <a:gd name="connsiteY7" fmla="*/ 173613 h 175281"/>
                <a:gd name="connsiteX8" fmla="*/ 2031 w 41791"/>
                <a:gd name="connsiteY8" fmla="*/ 175366 h 175281"/>
                <a:gd name="connsiteX9" fmla="*/ 30673 w 41791"/>
                <a:gd name="connsiteY9" fmla="*/ 141186 h 175281"/>
                <a:gd name="connsiteX10" fmla="*/ 42021 w 41791"/>
                <a:gd name="connsiteY10" fmla="*/ 87726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26"/>
                  </a:moveTo>
                  <a:cubicBezTo>
                    <a:pt x="42021" y="74054"/>
                    <a:pt x="40040" y="52845"/>
                    <a:pt x="30132" y="33038"/>
                  </a:cubicBezTo>
                  <a:cubicBezTo>
                    <a:pt x="19324" y="11478"/>
                    <a:pt x="3832" y="85"/>
                    <a:pt x="2031" y="85"/>
                  </a:cubicBezTo>
                  <a:cubicBezTo>
                    <a:pt x="950" y="85"/>
                    <a:pt x="230" y="786"/>
                    <a:pt x="230" y="1838"/>
                  </a:cubicBezTo>
                  <a:cubicBezTo>
                    <a:pt x="230" y="2363"/>
                    <a:pt x="230" y="2714"/>
                    <a:pt x="3652" y="5869"/>
                  </a:cubicBezTo>
                  <a:cubicBezTo>
                    <a:pt x="21305" y="23222"/>
                    <a:pt x="31573" y="51092"/>
                    <a:pt x="31573" y="87726"/>
                  </a:cubicBezTo>
                  <a:cubicBezTo>
                    <a:pt x="31573" y="117699"/>
                    <a:pt x="24908" y="148548"/>
                    <a:pt x="2571" y="170634"/>
                  </a:cubicBezTo>
                  <a:cubicBezTo>
                    <a:pt x="230" y="172737"/>
                    <a:pt x="230" y="173088"/>
                    <a:pt x="230" y="173613"/>
                  </a:cubicBezTo>
                  <a:cubicBezTo>
                    <a:pt x="230" y="174665"/>
                    <a:pt x="950" y="175366"/>
                    <a:pt x="2031" y="175366"/>
                  </a:cubicBezTo>
                  <a:cubicBezTo>
                    <a:pt x="3832" y="175366"/>
                    <a:pt x="20045" y="163447"/>
                    <a:pt x="30673" y="141186"/>
                  </a:cubicBezTo>
                  <a:cubicBezTo>
                    <a:pt x="39859" y="121905"/>
                    <a:pt x="42021" y="102449"/>
                    <a:pt x="42021" y="8772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4" name="Freeform: Shape 33">
              <a:extLst>
                <a:ext uri="{FF2B5EF4-FFF2-40B4-BE49-F238E27FC236}">
                  <a16:creationId xmlns:a16="http://schemas.microsoft.com/office/drawing/2014/main" id="{585AE82F-1CAD-8727-B40C-A418F6BA12D0}"/>
                </a:ext>
              </a:extLst>
            </p:cNvPr>
            <p:cNvSpPr/>
            <p:nvPr>
              <p:custDataLst>
                <p:tags r:id="rId134"/>
              </p:custDataLst>
            </p:nvPr>
          </p:nvSpPr>
          <p:spPr>
            <a:xfrm>
              <a:off x="13209906" y="5327139"/>
              <a:ext cx="119790" cy="41015"/>
            </a:xfrm>
            <a:custGeom>
              <a:avLst/>
              <a:gdLst>
                <a:gd name="connsiteX0" fmla="*/ 113903 w 119790"/>
                <a:gd name="connsiteY0" fmla="*/ 7089 h 41015"/>
                <a:gd name="connsiteX1" fmla="*/ 120027 w 119790"/>
                <a:gd name="connsiteY1" fmla="*/ 3584 h 41015"/>
                <a:gd name="connsiteX2" fmla="*/ 114083 w 119790"/>
                <a:gd name="connsiteY2" fmla="*/ 78 h 41015"/>
                <a:gd name="connsiteX3" fmla="*/ 6182 w 119790"/>
                <a:gd name="connsiteY3" fmla="*/ 78 h 41015"/>
                <a:gd name="connsiteX4" fmla="*/ 237 w 119790"/>
                <a:gd name="connsiteY4" fmla="*/ 3584 h 41015"/>
                <a:gd name="connsiteX5" fmla="*/ 6362 w 119790"/>
                <a:gd name="connsiteY5" fmla="*/ 7089 h 41015"/>
                <a:gd name="connsiteX6" fmla="*/ 113903 w 119790"/>
                <a:gd name="connsiteY6" fmla="*/ 7089 h 41015"/>
                <a:gd name="connsiteX7" fmla="*/ 114083 w 119790"/>
                <a:gd name="connsiteY7" fmla="*/ 41094 h 41015"/>
                <a:gd name="connsiteX8" fmla="*/ 120027 w 119790"/>
                <a:gd name="connsiteY8" fmla="*/ 37588 h 41015"/>
                <a:gd name="connsiteX9" fmla="*/ 113903 w 119790"/>
                <a:gd name="connsiteY9" fmla="*/ 34083 h 41015"/>
                <a:gd name="connsiteX10" fmla="*/ 6362 w 119790"/>
                <a:gd name="connsiteY10" fmla="*/ 34083 h 41015"/>
                <a:gd name="connsiteX11" fmla="*/ 237 w 119790"/>
                <a:gd name="connsiteY11" fmla="*/ 37588 h 41015"/>
                <a:gd name="connsiteX12" fmla="*/ 6182 w 119790"/>
                <a:gd name="connsiteY12" fmla="*/ 41094 h 41015"/>
                <a:gd name="connsiteX13" fmla="*/ 11408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903" y="7089"/>
                  </a:moveTo>
                  <a:cubicBezTo>
                    <a:pt x="116605" y="7089"/>
                    <a:pt x="120027" y="7089"/>
                    <a:pt x="120027" y="3584"/>
                  </a:cubicBezTo>
                  <a:cubicBezTo>
                    <a:pt x="120027" y="78"/>
                    <a:pt x="116605" y="78"/>
                    <a:pt x="114083" y="78"/>
                  </a:cubicBezTo>
                  <a:lnTo>
                    <a:pt x="6182" y="78"/>
                  </a:lnTo>
                  <a:cubicBezTo>
                    <a:pt x="3660" y="78"/>
                    <a:pt x="237" y="78"/>
                    <a:pt x="237" y="3584"/>
                  </a:cubicBezTo>
                  <a:cubicBezTo>
                    <a:pt x="237" y="7089"/>
                    <a:pt x="3660" y="7089"/>
                    <a:pt x="6362" y="7089"/>
                  </a:cubicBezTo>
                  <a:lnTo>
                    <a:pt x="113903" y="7089"/>
                  </a:lnTo>
                  <a:close/>
                  <a:moveTo>
                    <a:pt x="114083" y="41094"/>
                  </a:moveTo>
                  <a:cubicBezTo>
                    <a:pt x="116605" y="41094"/>
                    <a:pt x="120027" y="41094"/>
                    <a:pt x="120027" y="37588"/>
                  </a:cubicBezTo>
                  <a:cubicBezTo>
                    <a:pt x="120027" y="34083"/>
                    <a:pt x="116605" y="34083"/>
                    <a:pt x="113903" y="34083"/>
                  </a:cubicBezTo>
                  <a:lnTo>
                    <a:pt x="6362" y="34083"/>
                  </a:lnTo>
                  <a:cubicBezTo>
                    <a:pt x="3660" y="34083"/>
                    <a:pt x="237" y="34083"/>
                    <a:pt x="237" y="37588"/>
                  </a:cubicBezTo>
                  <a:cubicBezTo>
                    <a:pt x="237" y="41094"/>
                    <a:pt x="3660" y="41094"/>
                    <a:pt x="6182" y="41094"/>
                  </a:cubicBezTo>
                  <a:lnTo>
                    <a:pt x="11408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5" name="Freeform: Shape 34">
              <a:extLst>
                <a:ext uri="{FF2B5EF4-FFF2-40B4-BE49-F238E27FC236}">
                  <a16:creationId xmlns:a16="http://schemas.microsoft.com/office/drawing/2014/main" id="{5BB37578-CC00-CA42-CA57-291B28767FD7}"/>
                </a:ext>
              </a:extLst>
            </p:cNvPr>
            <p:cNvSpPr/>
            <p:nvPr>
              <p:custDataLst>
                <p:tags r:id="rId135"/>
              </p:custDataLst>
            </p:nvPr>
          </p:nvSpPr>
          <p:spPr>
            <a:xfrm>
              <a:off x="13398247" y="5313993"/>
              <a:ext cx="69171" cy="79402"/>
            </a:xfrm>
            <a:custGeom>
              <a:avLst/>
              <a:gdLst>
                <a:gd name="connsiteX0" fmla="*/ 25647 w 69171"/>
                <a:gd name="connsiteY0" fmla="*/ 37062 h 79402"/>
                <a:gd name="connsiteX1" fmla="*/ 53208 w 69171"/>
                <a:gd name="connsiteY1" fmla="*/ 33031 h 79402"/>
                <a:gd name="connsiteX2" fmla="*/ 66718 w 69171"/>
                <a:gd name="connsiteY2" fmla="*/ 14977 h 79402"/>
                <a:gd name="connsiteX3" fmla="*/ 47443 w 69171"/>
                <a:gd name="connsiteY3" fmla="*/ 78 h 79402"/>
                <a:gd name="connsiteX4" fmla="*/ 248 w 69171"/>
                <a:gd name="connsiteY4" fmla="*/ 47755 h 79402"/>
                <a:gd name="connsiteX5" fmla="*/ 28529 w 69171"/>
                <a:gd name="connsiteY5" fmla="*/ 79480 h 79402"/>
                <a:gd name="connsiteX6" fmla="*/ 69420 w 69171"/>
                <a:gd name="connsiteY6" fmla="*/ 58797 h 79402"/>
                <a:gd name="connsiteX7" fmla="*/ 67258 w 69171"/>
                <a:gd name="connsiteY7" fmla="*/ 56519 h 79402"/>
                <a:gd name="connsiteX8" fmla="*/ 64917 w 69171"/>
                <a:gd name="connsiteY8" fmla="*/ 58271 h 79402"/>
                <a:gd name="connsiteX9" fmla="*/ 28890 w 69171"/>
                <a:gd name="connsiteY9" fmla="*/ 75624 h 79402"/>
                <a:gd name="connsiteX10" fmla="*/ 13218 w 69171"/>
                <a:gd name="connsiteY10" fmla="*/ 55292 h 79402"/>
                <a:gd name="connsiteX11" fmla="*/ 16100 w 69171"/>
                <a:gd name="connsiteY11" fmla="*/ 37062 h 79402"/>
                <a:gd name="connsiteX12" fmla="*/ 25647 w 69171"/>
                <a:gd name="connsiteY12" fmla="*/ 37062 h 79402"/>
                <a:gd name="connsiteX13" fmla="*/ 17181 w 69171"/>
                <a:gd name="connsiteY13" fmla="*/ 33206 h 79402"/>
                <a:gd name="connsiteX14" fmla="*/ 47443 w 69171"/>
                <a:gd name="connsiteY14" fmla="*/ 3934 h 79402"/>
                <a:gd name="connsiteX15" fmla="*/ 60773 w 69171"/>
                <a:gd name="connsiteY15" fmla="*/ 14977 h 79402"/>
                <a:gd name="connsiteX16" fmla="*/ 24566 w 69171"/>
                <a:gd name="connsiteY16" fmla="*/ 33206 h 79402"/>
                <a:gd name="connsiteX17" fmla="*/ 17181 w 69171"/>
                <a:gd name="connsiteY17" fmla="*/ 33206 h 79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171" h="79402">
                  <a:moveTo>
                    <a:pt x="25647" y="37062"/>
                  </a:moveTo>
                  <a:cubicBezTo>
                    <a:pt x="30871" y="37062"/>
                    <a:pt x="44201" y="36712"/>
                    <a:pt x="53208" y="33031"/>
                  </a:cubicBezTo>
                  <a:cubicBezTo>
                    <a:pt x="65817" y="27772"/>
                    <a:pt x="66718" y="17431"/>
                    <a:pt x="66718" y="14977"/>
                  </a:cubicBezTo>
                  <a:cubicBezTo>
                    <a:pt x="66718" y="7265"/>
                    <a:pt x="59873" y="78"/>
                    <a:pt x="47443" y="78"/>
                  </a:cubicBezTo>
                  <a:cubicBezTo>
                    <a:pt x="27448" y="78"/>
                    <a:pt x="248" y="17080"/>
                    <a:pt x="248" y="47755"/>
                  </a:cubicBezTo>
                  <a:cubicBezTo>
                    <a:pt x="248" y="65633"/>
                    <a:pt x="10876" y="79480"/>
                    <a:pt x="28529" y="79480"/>
                  </a:cubicBezTo>
                  <a:cubicBezTo>
                    <a:pt x="54289" y="79480"/>
                    <a:pt x="69420" y="60901"/>
                    <a:pt x="69420" y="58797"/>
                  </a:cubicBezTo>
                  <a:cubicBezTo>
                    <a:pt x="69420" y="57746"/>
                    <a:pt x="68339" y="56519"/>
                    <a:pt x="67258" y="56519"/>
                  </a:cubicBezTo>
                  <a:cubicBezTo>
                    <a:pt x="66358" y="56519"/>
                    <a:pt x="65997" y="56869"/>
                    <a:pt x="64917" y="58271"/>
                  </a:cubicBezTo>
                  <a:cubicBezTo>
                    <a:pt x="50686" y="75624"/>
                    <a:pt x="31051" y="75624"/>
                    <a:pt x="28890" y="75624"/>
                  </a:cubicBezTo>
                  <a:cubicBezTo>
                    <a:pt x="14839" y="75624"/>
                    <a:pt x="13218" y="60901"/>
                    <a:pt x="13218" y="55292"/>
                  </a:cubicBezTo>
                  <a:cubicBezTo>
                    <a:pt x="13218" y="53188"/>
                    <a:pt x="13398" y="47755"/>
                    <a:pt x="16100" y="37062"/>
                  </a:cubicBezTo>
                  <a:lnTo>
                    <a:pt x="25647" y="37062"/>
                  </a:lnTo>
                  <a:close/>
                  <a:moveTo>
                    <a:pt x="17181" y="33206"/>
                  </a:moveTo>
                  <a:cubicBezTo>
                    <a:pt x="24206" y="6563"/>
                    <a:pt x="42760" y="3934"/>
                    <a:pt x="47443" y="3934"/>
                  </a:cubicBezTo>
                  <a:cubicBezTo>
                    <a:pt x="55910" y="3934"/>
                    <a:pt x="60773" y="9017"/>
                    <a:pt x="60773" y="14977"/>
                  </a:cubicBezTo>
                  <a:cubicBezTo>
                    <a:pt x="60773" y="33206"/>
                    <a:pt x="31952" y="33206"/>
                    <a:pt x="24566" y="33206"/>
                  </a:cubicBezTo>
                  <a:lnTo>
                    <a:pt x="17181" y="332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7" name="Freeform: Shape 36">
              <a:extLst>
                <a:ext uri="{FF2B5EF4-FFF2-40B4-BE49-F238E27FC236}">
                  <a16:creationId xmlns:a16="http://schemas.microsoft.com/office/drawing/2014/main" id="{B312D448-57DC-4A92-FC71-76E00FCFEDB6}"/>
                </a:ext>
              </a:extLst>
            </p:cNvPr>
            <p:cNvSpPr/>
            <p:nvPr>
              <p:custDataLst>
                <p:tags r:id="rId136"/>
              </p:custDataLst>
            </p:nvPr>
          </p:nvSpPr>
          <p:spPr>
            <a:xfrm>
              <a:off x="13488337" y="5227072"/>
              <a:ext cx="32784" cy="122574"/>
            </a:xfrm>
            <a:custGeom>
              <a:avLst/>
              <a:gdLst>
                <a:gd name="connsiteX0" fmla="*/ 30515 w 32784"/>
                <a:gd name="connsiteY0" fmla="*/ 74 h 122574"/>
                <a:gd name="connsiteX1" fmla="*/ 253 w 32784"/>
                <a:gd name="connsiteY1" fmla="*/ 61300 h 122574"/>
                <a:gd name="connsiteX2" fmla="*/ 30515 w 32784"/>
                <a:gd name="connsiteY2" fmla="*/ 122648 h 122574"/>
                <a:gd name="connsiteX3" fmla="*/ 33037 w 32784"/>
                <a:gd name="connsiteY3" fmla="*/ 121176 h 122574"/>
                <a:gd name="connsiteX4" fmla="*/ 31776 w 32784"/>
                <a:gd name="connsiteY4" fmla="*/ 119335 h 122574"/>
                <a:gd name="connsiteX5" fmla="*/ 8827 w 32784"/>
                <a:gd name="connsiteY5" fmla="*/ 61422 h 122574"/>
                <a:gd name="connsiteX6" fmla="*/ 32155 w 32784"/>
                <a:gd name="connsiteY6" fmla="*/ 3019 h 122574"/>
                <a:gd name="connsiteX7" fmla="*/ 33037 w 32784"/>
                <a:gd name="connsiteY7" fmla="*/ 1546 h 122574"/>
                <a:gd name="connsiteX8" fmla="*/ 30515 w 32784"/>
                <a:gd name="connsiteY8"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84" h="122574">
                  <a:moveTo>
                    <a:pt x="30515" y="74"/>
                  </a:moveTo>
                  <a:cubicBezTo>
                    <a:pt x="6557" y="16515"/>
                    <a:pt x="253" y="42527"/>
                    <a:pt x="253" y="61300"/>
                  </a:cubicBezTo>
                  <a:cubicBezTo>
                    <a:pt x="253" y="78600"/>
                    <a:pt x="5549" y="105471"/>
                    <a:pt x="30515" y="122648"/>
                  </a:cubicBezTo>
                  <a:cubicBezTo>
                    <a:pt x="31524" y="122648"/>
                    <a:pt x="33037" y="122648"/>
                    <a:pt x="33037" y="121176"/>
                  </a:cubicBezTo>
                  <a:cubicBezTo>
                    <a:pt x="33037" y="120440"/>
                    <a:pt x="32659" y="120194"/>
                    <a:pt x="31776" y="119335"/>
                  </a:cubicBezTo>
                  <a:cubicBezTo>
                    <a:pt x="15006" y="104612"/>
                    <a:pt x="8827" y="83753"/>
                    <a:pt x="8827" y="61422"/>
                  </a:cubicBezTo>
                  <a:cubicBezTo>
                    <a:pt x="8827" y="28294"/>
                    <a:pt x="21815" y="12098"/>
                    <a:pt x="32155" y="3019"/>
                  </a:cubicBezTo>
                  <a:cubicBezTo>
                    <a:pt x="32659" y="2528"/>
                    <a:pt x="33037" y="2160"/>
                    <a:pt x="33037" y="1546"/>
                  </a:cubicBezTo>
                  <a:cubicBezTo>
                    <a:pt x="33037" y="74"/>
                    <a:pt x="31524" y="74"/>
                    <a:pt x="3051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8" name="Freeform: Shape 37">
              <a:extLst>
                <a:ext uri="{FF2B5EF4-FFF2-40B4-BE49-F238E27FC236}">
                  <a16:creationId xmlns:a16="http://schemas.microsoft.com/office/drawing/2014/main" id="{1EAEBF0C-E4F2-EA3B-4987-5425C6A2E465}"/>
                </a:ext>
              </a:extLst>
            </p:cNvPr>
            <p:cNvSpPr/>
            <p:nvPr>
              <p:custDataLst>
                <p:tags r:id="rId137"/>
              </p:custDataLst>
            </p:nvPr>
          </p:nvSpPr>
          <p:spPr>
            <a:xfrm>
              <a:off x="13536434" y="5264985"/>
              <a:ext cx="75152" cy="80366"/>
            </a:xfrm>
            <a:custGeom>
              <a:avLst/>
              <a:gdLst>
                <a:gd name="connsiteX0" fmla="*/ 760 w 75152"/>
                <a:gd name="connsiteY0" fmla="*/ 73937 h 80366"/>
                <a:gd name="connsiteX1" fmla="*/ 256 w 75152"/>
                <a:gd name="connsiteY1" fmla="*/ 76514 h 80366"/>
                <a:gd name="connsiteX2" fmla="*/ 4543 w 75152"/>
                <a:gd name="connsiteY2" fmla="*/ 80440 h 80366"/>
                <a:gd name="connsiteX3" fmla="*/ 10596 w 75152"/>
                <a:gd name="connsiteY3" fmla="*/ 74306 h 80366"/>
                <a:gd name="connsiteX4" fmla="*/ 16396 w 75152"/>
                <a:gd name="connsiteY4" fmla="*/ 51852 h 80366"/>
                <a:gd name="connsiteX5" fmla="*/ 29888 w 75152"/>
                <a:gd name="connsiteY5" fmla="*/ 55410 h 80366"/>
                <a:gd name="connsiteX6" fmla="*/ 48046 w 75152"/>
                <a:gd name="connsiteY6" fmla="*/ 46576 h 80366"/>
                <a:gd name="connsiteX7" fmla="*/ 61033 w 75152"/>
                <a:gd name="connsiteY7" fmla="*/ 55410 h 80366"/>
                <a:gd name="connsiteX8" fmla="*/ 70995 w 75152"/>
                <a:gd name="connsiteY8" fmla="*/ 48907 h 80366"/>
                <a:gd name="connsiteX9" fmla="*/ 75408 w 75152"/>
                <a:gd name="connsiteY9" fmla="*/ 36638 h 80366"/>
                <a:gd name="connsiteX10" fmla="*/ 73391 w 75152"/>
                <a:gd name="connsiteY10" fmla="*/ 35043 h 80366"/>
                <a:gd name="connsiteX11" fmla="*/ 70617 w 75152"/>
                <a:gd name="connsiteY11" fmla="*/ 38846 h 80366"/>
                <a:gd name="connsiteX12" fmla="*/ 61412 w 75152"/>
                <a:gd name="connsiteY12" fmla="*/ 51975 h 80366"/>
                <a:gd name="connsiteX13" fmla="*/ 57251 w 75152"/>
                <a:gd name="connsiteY13" fmla="*/ 45963 h 80366"/>
                <a:gd name="connsiteX14" fmla="*/ 59142 w 75152"/>
                <a:gd name="connsiteY14" fmla="*/ 36269 h 80366"/>
                <a:gd name="connsiteX15" fmla="*/ 61916 w 75152"/>
                <a:gd name="connsiteY15" fmla="*/ 25227 h 80366"/>
                <a:gd name="connsiteX16" fmla="*/ 64816 w 75152"/>
                <a:gd name="connsiteY16" fmla="*/ 14307 h 80366"/>
                <a:gd name="connsiteX17" fmla="*/ 66960 w 75152"/>
                <a:gd name="connsiteY17" fmla="*/ 5227 h 80366"/>
                <a:gd name="connsiteX18" fmla="*/ 62799 w 75152"/>
                <a:gd name="connsiteY18" fmla="*/ 1301 h 80366"/>
                <a:gd name="connsiteX19" fmla="*/ 57629 w 75152"/>
                <a:gd name="connsiteY19" fmla="*/ 4246 h 80366"/>
                <a:gd name="connsiteX20" fmla="*/ 55611 w 75152"/>
                <a:gd name="connsiteY20" fmla="*/ 11362 h 80366"/>
                <a:gd name="connsiteX21" fmla="*/ 52963 w 75152"/>
                <a:gd name="connsiteY21" fmla="*/ 21546 h 80366"/>
                <a:gd name="connsiteX22" fmla="*/ 49054 w 75152"/>
                <a:gd name="connsiteY22" fmla="*/ 36883 h 80366"/>
                <a:gd name="connsiteX23" fmla="*/ 47037 w 75152"/>
                <a:gd name="connsiteY23" fmla="*/ 41791 h 80366"/>
                <a:gd name="connsiteX24" fmla="*/ 30392 w 75152"/>
                <a:gd name="connsiteY24" fmla="*/ 51975 h 80366"/>
                <a:gd name="connsiteX25" fmla="*/ 20053 w 75152"/>
                <a:gd name="connsiteY25" fmla="*/ 41055 h 80366"/>
                <a:gd name="connsiteX26" fmla="*/ 22196 w 75152"/>
                <a:gd name="connsiteY26" fmla="*/ 29644 h 80366"/>
                <a:gd name="connsiteX27" fmla="*/ 24970 w 75152"/>
                <a:gd name="connsiteY27" fmla="*/ 18601 h 80366"/>
                <a:gd name="connsiteX28" fmla="*/ 26736 w 75152"/>
                <a:gd name="connsiteY28" fmla="*/ 11730 h 80366"/>
                <a:gd name="connsiteX29" fmla="*/ 28627 w 75152"/>
                <a:gd name="connsiteY29" fmla="*/ 4000 h 80366"/>
                <a:gd name="connsiteX30" fmla="*/ 24340 w 75152"/>
                <a:gd name="connsiteY30" fmla="*/ 74 h 80366"/>
                <a:gd name="connsiteX31" fmla="*/ 18287 w 75152"/>
                <a:gd name="connsiteY31" fmla="*/ 5841 h 80366"/>
                <a:gd name="connsiteX32" fmla="*/ 760 w 75152"/>
                <a:gd name="connsiteY32" fmla="*/ 73937 h 8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152" h="80366">
                  <a:moveTo>
                    <a:pt x="760" y="73937"/>
                  </a:moveTo>
                  <a:cubicBezTo>
                    <a:pt x="256" y="75778"/>
                    <a:pt x="256" y="76391"/>
                    <a:pt x="256" y="76514"/>
                  </a:cubicBezTo>
                  <a:cubicBezTo>
                    <a:pt x="256" y="79213"/>
                    <a:pt x="2525" y="80440"/>
                    <a:pt x="4543" y="80440"/>
                  </a:cubicBezTo>
                  <a:cubicBezTo>
                    <a:pt x="9082" y="80440"/>
                    <a:pt x="10091" y="76391"/>
                    <a:pt x="10596" y="74306"/>
                  </a:cubicBezTo>
                  <a:cubicBezTo>
                    <a:pt x="10848" y="73692"/>
                    <a:pt x="13370" y="63876"/>
                    <a:pt x="16396" y="51852"/>
                  </a:cubicBezTo>
                  <a:cubicBezTo>
                    <a:pt x="20305" y="54429"/>
                    <a:pt x="25349" y="55410"/>
                    <a:pt x="29888" y="55410"/>
                  </a:cubicBezTo>
                  <a:cubicBezTo>
                    <a:pt x="40732" y="55410"/>
                    <a:pt x="47793" y="46821"/>
                    <a:pt x="48046" y="46576"/>
                  </a:cubicBezTo>
                  <a:cubicBezTo>
                    <a:pt x="50441" y="55042"/>
                    <a:pt x="59142" y="55410"/>
                    <a:pt x="61033" y="55410"/>
                  </a:cubicBezTo>
                  <a:cubicBezTo>
                    <a:pt x="65573" y="55410"/>
                    <a:pt x="68725" y="52711"/>
                    <a:pt x="70995" y="48907"/>
                  </a:cubicBezTo>
                  <a:cubicBezTo>
                    <a:pt x="73769" y="44122"/>
                    <a:pt x="75408" y="37128"/>
                    <a:pt x="75408" y="36638"/>
                  </a:cubicBezTo>
                  <a:cubicBezTo>
                    <a:pt x="75408" y="35043"/>
                    <a:pt x="73769" y="35043"/>
                    <a:pt x="73391" y="35043"/>
                  </a:cubicBezTo>
                  <a:cubicBezTo>
                    <a:pt x="71625" y="35043"/>
                    <a:pt x="71499" y="35533"/>
                    <a:pt x="70617" y="38846"/>
                  </a:cubicBezTo>
                  <a:cubicBezTo>
                    <a:pt x="69103" y="44736"/>
                    <a:pt x="66708" y="51975"/>
                    <a:pt x="61412" y="51975"/>
                  </a:cubicBezTo>
                  <a:cubicBezTo>
                    <a:pt x="58133" y="51975"/>
                    <a:pt x="57251" y="49275"/>
                    <a:pt x="57251" y="45963"/>
                  </a:cubicBezTo>
                  <a:cubicBezTo>
                    <a:pt x="57251" y="43877"/>
                    <a:pt x="58259" y="39460"/>
                    <a:pt x="59142" y="36269"/>
                  </a:cubicBezTo>
                  <a:cubicBezTo>
                    <a:pt x="60025" y="32957"/>
                    <a:pt x="61286" y="27926"/>
                    <a:pt x="61916" y="25227"/>
                  </a:cubicBezTo>
                  <a:lnTo>
                    <a:pt x="64816" y="14307"/>
                  </a:lnTo>
                  <a:cubicBezTo>
                    <a:pt x="65573" y="11239"/>
                    <a:pt x="66960" y="5841"/>
                    <a:pt x="66960" y="5227"/>
                  </a:cubicBezTo>
                  <a:cubicBezTo>
                    <a:pt x="66960" y="2773"/>
                    <a:pt x="64942" y="1301"/>
                    <a:pt x="62799" y="1301"/>
                  </a:cubicBezTo>
                  <a:cubicBezTo>
                    <a:pt x="61412" y="1301"/>
                    <a:pt x="59016" y="1914"/>
                    <a:pt x="57629" y="4246"/>
                  </a:cubicBezTo>
                  <a:cubicBezTo>
                    <a:pt x="57251" y="4982"/>
                    <a:pt x="56242" y="8908"/>
                    <a:pt x="55611" y="11362"/>
                  </a:cubicBezTo>
                  <a:lnTo>
                    <a:pt x="52963" y="21546"/>
                  </a:lnTo>
                  <a:lnTo>
                    <a:pt x="49054" y="36883"/>
                  </a:lnTo>
                  <a:cubicBezTo>
                    <a:pt x="48172" y="39950"/>
                    <a:pt x="48172" y="40196"/>
                    <a:pt x="47037" y="41791"/>
                  </a:cubicBezTo>
                  <a:cubicBezTo>
                    <a:pt x="43128" y="47190"/>
                    <a:pt x="37580" y="51975"/>
                    <a:pt x="30392" y="51975"/>
                  </a:cubicBezTo>
                  <a:cubicBezTo>
                    <a:pt x="20053" y="51975"/>
                    <a:pt x="20053" y="43263"/>
                    <a:pt x="20053" y="41055"/>
                  </a:cubicBezTo>
                  <a:cubicBezTo>
                    <a:pt x="20053" y="37865"/>
                    <a:pt x="20431" y="36269"/>
                    <a:pt x="22196" y="29644"/>
                  </a:cubicBezTo>
                  <a:cubicBezTo>
                    <a:pt x="23457" y="24245"/>
                    <a:pt x="23709" y="23386"/>
                    <a:pt x="24970" y="18601"/>
                  </a:cubicBezTo>
                  <a:lnTo>
                    <a:pt x="26736" y="11730"/>
                  </a:lnTo>
                  <a:cubicBezTo>
                    <a:pt x="27366" y="9153"/>
                    <a:pt x="28627" y="4491"/>
                    <a:pt x="28627" y="4000"/>
                  </a:cubicBezTo>
                  <a:cubicBezTo>
                    <a:pt x="28627" y="1792"/>
                    <a:pt x="26862" y="74"/>
                    <a:pt x="24340" y="74"/>
                  </a:cubicBezTo>
                  <a:cubicBezTo>
                    <a:pt x="19800" y="74"/>
                    <a:pt x="18666" y="4368"/>
                    <a:pt x="18287" y="5841"/>
                  </a:cubicBezTo>
                  <a:lnTo>
                    <a:pt x="760" y="739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9" name="Freeform: Shape 38">
              <a:extLst>
                <a:ext uri="{FF2B5EF4-FFF2-40B4-BE49-F238E27FC236}">
                  <a16:creationId xmlns:a16="http://schemas.microsoft.com/office/drawing/2014/main" id="{D5A0F274-AE0E-0402-89EC-3BF208E3D3B8}"/>
                </a:ext>
              </a:extLst>
            </p:cNvPr>
            <p:cNvSpPr/>
            <p:nvPr>
              <p:custDataLst>
                <p:tags r:id="rId138"/>
              </p:custDataLst>
            </p:nvPr>
          </p:nvSpPr>
          <p:spPr>
            <a:xfrm>
              <a:off x="13621049" y="5278167"/>
              <a:ext cx="42602" cy="76422"/>
            </a:xfrm>
            <a:custGeom>
              <a:avLst/>
              <a:gdLst>
                <a:gd name="connsiteX0" fmla="*/ 42863 w 42602"/>
                <a:gd name="connsiteY0" fmla="*/ 3843 h 76422"/>
                <a:gd name="connsiteX1" fmla="*/ 38900 w 42602"/>
                <a:gd name="connsiteY1" fmla="*/ 75 h 76422"/>
                <a:gd name="connsiteX2" fmla="*/ 33315 w 42602"/>
                <a:gd name="connsiteY2" fmla="*/ 5333 h 76422"/>
                <a:gd name="connsiteX3" fmla="*/ 37278 w 42602"/>
                <a:gd name="connsiteY3" fmla="*/ 9102 h 76422"/>
                <a:gd name="connsiteX4" fmla="*/ 42863 w 42602"/>
                <a:gd name="connsiteY4" fmla="*/ 3843 h 76422"/>
                <a:gd name="connsiteX5" fmla="*/ 23228 w 42602"/>
                <a:gd name="connsiteY5" fmla="*/ 62475 h 76422"/>
                <a:gd name="connsiteX6" fmla="*/ 10348 w 42602"/>
                <a:gd name="connsiteY6" fmla="*/ 73518 h 76422"/>
                <a:gd name="connsiteX7" fmla="*/ 7106 w 42602"/>
                <a:gd name="connsiteY7" fmla="*/ 73080 h 76422"/>
                <a:gd name="connsiteX8" fmla="*/ 9898 w 42602"/>
                <a:gd name="connsiteY8" fmla="*/ 68435 h 76422"/>
                <a:gd name="connsiteX9" fmla="*/ 5845 w 42602"/>
                <a:gd name="connsiteY9" fmla="*/ 64841 h 76422"/>
                <a:gd name="connsiteX10" fmla="*/ 261 w 42602"/>
                <a:gd name="connsiteY10" fmla="*/ 70450 h 76422"/>
                <a:gd name="connsiteX11" fmla="*/ 10438 w 42602"/>
                <a:gd name="connsiteY11" fmla="*/ 76498 h 76422"/>
                <a:gd name="connsiteX12" fmla="*/ 31064 w 42602"/>
                <a:gd name="connsiteY12" fmla="*/ 62563 h 76422"/>
                <a:gd name="connsiteX13" fmla="*/ 39170 w 42602"/>
                <a:gd name="connsiteY13" fmla="*/ 31187 h 76422"/>
                <a:gd name="connsiteX14" fmla="*/ 39620 w 42602"/>
                <a:gd name="connsiteY14" fmla="*/ 28295 h 76422"/>
                <a:gd name="connsiteX15" fmla="*/ 28542 w 42602"/>
                <a:gd name="connsiteY15" fmla="*/ 19794 h 76422"/>
                <a:gd name="connsiteX16" fmla="*/ 10979 w 42602"/>
                <a:gd name="connsiteY16" fmla="*/ 33378 h 76422"/>
                <a:gd name="connsiteX17" fmla="*/ 12870 w 42602"/>
                <a:gd name="connsiteY17" fmla="*/ 34605 h 76422"/>
                <a:gd name="connsiteX18" fmla="*/ 14852 w 42602"/>
                <a:gd name="connsiteY18" fmla="*/ 33378 h 76422"/>
                <a:gd name="connsiteX19" fmla="*/ 28182 w 42602"/>
                <a:gd name="connsiteY19" fmla="*/ 22774 h 76422"/>
                <a:gd name="connsiteX20" fmla="*/ 31964 w 42602"/>
                <a:gd name="connsiteY20" fmla="*/ 27419 h 76422"/>
                <a:gd name="connsiteX21" fmla="*/ 31694 w 42602"/>
                <a:gd name="connsiteY21" fmla="*/ 29697 h 76422"/>
                <a:gd name="connsiteX22" fmla="*/ 23228 w 42602"/>
                <a:gd name="connsiteY22" fmla="*/ 62475 h 7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02" h="76422">
                  <a:moveTo>
                    <a:pt x="42863" y="3843"/>
                  </a:moveTo>
                  <a:cubicBezTo>
                    <a:pt x="42863" y="1828"/>
                    <a:pt x="41331" y="75"/>
                    <a:pt x="38900" y="75"/>
                  </a:cubicBezTo>
                  <a:cubicBezTo>
                    <a:pt x="36108" y="75"/>
                    <a:pt x="33315" y="2704"/>
                    <a:pt x="33315" y="5333"/>
                  </a:cubicBezTo>
                  <a:cubicBezTo>
                    <a:pt x="33315" y="7437"/>
                    <a:pt x="35027" y="9102"/>
                    <a:pt x="37278" y="9102"/>
                  </a:cubicBezTo>
                  <a:cubicBezTo>
                    <a:pt x="40341" y="9102"/>
                    <a:pt x="42863" y="6297"/>
                    <a:pt x="42863" y="3843"/>
                  </a:cubicBezTo>
                  <a:close/>
                  <a:moveTo>
                    <a:pt x="23228" y="62475"/>
                  </a:moveTo>
                  <a:cubicBezTo>
                    <a:pt x="21517" y="69136"/>
                    <a:pt x="15842" y="73518"/>
                    <a:pt x="10348" y="73518"/>
                  </a:cubicBezTo>
                  <a:cubicBezTo>
                    <a:pt x="8817" y="73518"/>
                    <a:pt x="7826" y="73255"/>
                    <a:pt x="7106" y="73080"/>
                  </a:cubicBezTo>
                  <a:cubicBezTo>
                    <a:pt x="9267" y="71853"/>
                    <a:pt x="9898" y="69574"/>
                    <a:pt x="9898" y="68435"/>
                  </a:cubicBezTo>
                  <a:cubicBezTo>
                    <a:pt x="9898" y="66945"/>
                    <a:pt x="8817" y="64841"/>
                    <a:pt x="5845" y="64841"/>
                  </a:cubicBezTo>
                  <a:cubicBezTo>
                    <a:pt x="2782" y="64841"/>
                    <a:pt x="261" y="67558"/>
                    <a:pt x="261" y="70450"/>
                  </a:cubicBezTo>
                  <a:cubicBezTo>
                    <a:pt x="261" y="74219"/>
                    <a:pt x="4314" y="76498"/>
                    <a:pt x="10438" y="76498"/>
                  </a:cubicBezTo>
                  <a:cubicBezTo>
                    <a:pt x="16563" y="76498"/>
                    <a:pt x="28272" y="73430"/>
                    <a:pt x="31064" y="62563"/>
                  </a:cubicBezTo>
                  <a:lnTo>
                    <a:pt x="39170" y="31187"/>
                  </a:lnTo>
                  <a:cubicBezTo>
                    <a:pt x="39350" y="30311"/>
                    <a:pt x="39620" y="29522"/>
                    <a:pt x="39620" y="28295"/>
                  </a:cubicBezTo>
                  <a:cubicBezTo>
                    <a:pt x="39620" y="23300"/>
                    <a:pt x="34847" y="19794"/>
                    <a:pt x="28542" y="19794"/>
                  </a:cubicBezTo>
                  <a:cubicBezTo>
                    <a:pt x="17644" y="19794"/>
                    <a:pt x="10979" y="31626"/>
                    <a:pt x="10979" y="33378"/>
                  </a:cubicBezTo>
                  <a:cubicBezTo>
                    <a:pt x="10979" y="34605"/>
                    <a:pt x="12420" y="34605"/>
                    <a:pt x="12870" y="34605"/>
                  </a:cubicBezTo>
                  <a:cubicBezTo>
                    <a:pt x="14221" y="34605"/>
                    <a:pt x="14401" y="34255"/>
                    <a:pt x="14852" y="33378"/>
                  </a:cubicBezTo>
                  <a:cubicBezTo>
                    <a:pt x="18995" y="24790"/>
                    <a:pt x="25119" y="22774"/>
                    <a:pt x="28182" y="22774"/>
                  </a:cubicBezTo>
                  <a:cubicBezTo>
                    <a:pt x="31784" y="22774"/>
                    <a:pt x="31964" y="25929"/>
                    <a:pt x="31964" y="27419"/>
                  </a:cubicBezTo>
                  <a:cubicBezTo>
                    <a:pt x="31964" y="28646"/>
                    <a:pt x="31874" y="28996"/>
                    <a:pt x="31694" y="29697"/>
                  </a:cubicBezTo>
                  <a:lnTo>
                    <a:pt x="23228" y="624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0" name="Freeform: Shape 39">
              <a:extLst>
                <a:ext uri="{FF2B5EF4-FFF2-40B4-BE49-F238E27FC236}">
                  <a16:creationId xmlns:a16="http://schemas.microsoft.com/office/drawing/2014/main" id="{9AF893D4-6752-C5CD-12E7-86E4371799C3}"/>
                </a:ext>
              </a:extLst>
            </p:cNvPr>
            <p:cNvSpPr/>
            <p:nvPr>
              <p:custDataLst>
                <p:tags r:id="rId139"/>
              </p:custDataLst>
            </p:nvPr>
          </p:nvSpPr>
          <p:spPr>
            <a:xfrm>
              <a:off x="13698631" y="5285353"/>
              <a:ext cx="85240" cy="6012"/>
            </a:xfrm>
            <a:custGeom>
              <a:avLst/>
              <a:gdLst>
                <a:gd name="connsiteX0" fmla="*/ 80461 w 85240"/>
                <a:gd name="connsiteY0" fmla="*/ 6086 h 6012"/>
                <a:gd name="connsiteX1" fmla="*/ 85504 w 85240"/>
                <a:gd name="connsiteY1" fmla="*/ 3141 h 6012"/>
                <a:gd name="connsiteX2" fmla="*/ 80461 w 85240"/>
                <a:gd name="connsiteY2" fmla="*/ 74 h 6012"/>
                <a:gd name="connsiteX3" fmla="*/ 5308 w 85240"/>
                <a:gd name="connsiteY3" fmla="*/ 74 h 6012"/>
                <a:gd name="connsiteX4" fmla="*/ 264 w 85240"/>
                <a:gd name="connsiteY4" fmla="*/ 3019 h 6012"/>
                <a:gd name="connsiteX5" fmla="*/ 5308 w 85240"/>
                <a:gd name="connsiteY5" fmla="*/ 6086 h 6012"/>
                <a:gd name="connsiteX6" fmla="*/ 80461 w 85240"/>
                <a:gd name="connsiteY6" fmla="*/ 6086 h 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240" h="6012">
                  <a:moveTo>
                    <a:pt x="80461" y="6086"/>
                  </a:moveTo>
                  <a:cubicBezTo>
                    <a:pt x="82478" y="6086"/>
                    <a:pt x="85504" y="6086"/>
                    <a:pt x="85504" y="3141"/>
                  </a:cubicBezTo>
                  <a:cubicBezTo>
                    <a:pt x="85504" y="74"/>
                    <a:pt x="82604" y="74"/>
                    <a:pt x="80461" y="74"/>
                  </a:cubicBezTo>
                  <a:lnTo>
                    <a:pt x="5308" y="74"/>
                  </a:lnTo>
                  <a:cubicBezTo>
                    <a:pt x="3291" y="74"/>
                    <a:pt x="264" y="74"/>
                    <a:pt x="264" y="3019"/>
                  </a:cubicBezTo>
                  <a:cubicBezTo>
                    <a:pt x="264" y="6086"/>
                    <a:pt x="3164" y="6086"/>
                    <a:pt x="5308" y="6086"/>
                  </a:cubicBezTo>
                  <a:lnTo>
                    <a:pt x="80461" y="60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1" name="Freeform: Shape 40">
              <a:extLst>
                <a:ext uri="{FF2B5EF4-FFF2-40B4-BE49-F238E27FC236}">
                  <a16:creationId xmlns:a16="http://schemas.microsoft.com/office/drawing/2014/main" id="{D2F225FE-A48D-B1D2-C043-880B3D1639E0}"/>
                </a:ext>
              </a:extLst>
            </p:cNvPr>
            <p:cNvSpPr/>
            <p:nvPr>
              <p:custDataLst>
                <p:tags r:id="rId140"/>
              </p:custDataLst>
            </p:nvPr>
          </p:nvSpPr>
          <p:spPr>
            <a:xfrm>
              <a:off x="13800246" y="5232961"/>
              <a:ext cx="88140" cy="109936"/>
            </a:xfrm>
            <a:custGeom>
              <a:avLst/>
              <a:gdLst>
                <a:gd name="connsiteX0" fmla="*/ 8467 w 88140"/>
                <a:gd name="connsiteY0" fmla="*/ 107311 h 109936"/>
                <a:gd name="connsiteX1" fmla="*/ 16158 w 88140"/>
                <a:gd name="connsiteY1" fmla="*/ 77005 h 109936"/>
                <a:gd name="connsiteX2" fmla="*/ 44782 w 88140"/>
                <a:gd name="connsiteY2" fmla="*/ 87802 h 109936"/>
                <a:gd name="connsiteX3" fmla="*/ 87402 w 88140"/>
                <a:gd name="connsiteY3" fmla="*/ 53692 h 109936"/>
                <a:gd name="connsiteX4" fmla="*/ 78828 w 88140"/>
                <a:gd name="connsiteY4" fmla="*/ 37006 h 109936"/>
                <a:gd name="connsiteX5" fmla="*/ 88411 w 88140"/>
                <a:gd name="connsiteY5" fmla="*/ 17497 h 109936"/>
                <a:gd name="connsiteX6" fmla="*/ 65966 w 88140"/>
                <a:gd name="connsiteY6" fmla="*/ 74 h 109936"/>
                <a:gd name="connsiteX7" fmla="*/ 19815 w 88140"/>
                <a:gd name="connsiteY7" fmla="*/ 31484 h 109936"/>
                <a:gd name="connsiteX8" fmla="*/ 775 w 88140"/>
                <a:gd name="connsiteY8" fmla="*/ 105716 h 109936"/>
                <a:gd name="connsiteX9" fmla="*/ 271 w 88140"/>
                <a:gd name="connsiteY9" fmla="*/ 107802 h 109936"/>
                <a:gd name="connsiteX10" fmla="*/ 4306 w 88140"/>
                <a:gd name="connsiteY10" fmla="*/ 110010 h 109936"/>
                <a:gd name="connsiteX11" fmla="*/ 8467 w 88140"/>
                <a:gd name="connsiteY11" fmla="*/ 107311 h 109936"/>
                <a:gd name="connsiteX12" fmla="*/ 47934 w 88140"/>
                <a:gd name="connsiteY12" fmla="*/ 38601 h 109936"/>
                <a:gd name="connsiteX13" fmla="*/ 56383 w 88140"/>
                <a:gd name="connsiteY13" fmla="*/ 37374 h 109936"/>
                <a:gd name="connsiteX14" fmla="*/ 62309 w 88140"/>
                <a:gd name="connsiteY14" fmla="*/ 37865 h 109936"/>
                <a:gd name="connsiteX15" fmla="*/ 54617 w 88140"/>
                <a:gd name="connsiteY15" fmla="*/ 39337 h 109936"/>
                <a:gd name="connsiteX16" fmla="*/ 47934 w 88140"/>
                <a:gd name="connsiteY16" fmla="*/ 38601 h 109936"/>
                <a:gd name="connsiteX17" fmla="*/ 68362 w 88140"/>
                <a:gd name="connsiteY17" fmla="*/ 32711 h 109936"/>
                <a:gd name="connsiteX18" fmla="*/ 56761 w 88140"/>
                <a:gd name="connsiteY18" fmla="*/ 31730 h 109936"/>
                <a:gd name="connsiteX19" fmla="*/ 39864 w 88140"/>
                <a:gd name="connsiteY19" fmla="*/ 39091 h 109936"/>
                <a:gd name="connsiteX20" fmla="*/ 54365 w 88140"/>
                <a:gd name="connsiteY20" fmla="*/ 44981 h 109936"/>
                <a:gd name="connsiteX21" fmla="*/ 69875 w 88140"/>
                <a:gd name="connsiteY21" fmla="*/ 42404 h 109936"/>
                <a:gd name="connsiteX22" fmla="*/ 71388 w 88140"/>
                <a:gd name="connsiteY22" fmla="*/ 48907 h 109936"/>
                <a:gd name="connsiteX23" fmla="*/ 63948 w 88140"/>
                <a:gd name="connsiteY23" fmla="*/ 73201 h 109936"/>
                <a:gd name="connsiteX24" fmla="*/ 44656 w 88140"/>
                <a:gd name="connsiteY24" fmla="*/ 82158 h 109936"/>
                <a:gd name="connsiteX25" fmla="*/ 19941 w 88140"/>
                <a:gd name="connsiteY25" fmla="*/ 64735 h 109936"/>
                <a:gd name="connsiteX26" fmla="*/ 22211 w 88140"/>
                <a:gd name="connsiteY26" fmla="*/ 53815 h 109936"/>
                <a:gd name="connsiteX27" fmla="*/ 27129 w 88140"/>
                <a:gd name="connsiteY27" fmla="*/ 34306 h 109936"/>
                <a:gd name="connsiteX28" fmla="*/ 40495 w 88140"/>
                <a:gd name="connsiteY28" fmla="*/ 14307 h 109936"/>
                <a:gd name="connsiteX29" fmla="*/ 65335 w 88140"/>
                <a:gd name="connsiteY29" fmla="*/ 5718 h 109936"/>
                <a:gd name="connsiteX30" fmla="*/ 73910 w 88140"/>
                <a:gd name="connsiteY30" fmla="*/ 13080 h 109936"/>
                <a:gd name="connsiteX31" fmla="*/ 68362 w 88140"/>
                <a:gd name="connsiteY31" fmla="*/ 32711 h 109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40" h="109936">
                  <a:moveTo>
                    <a:pt x="8467" y="107311"/>
                  </a:moveTo>
                  <a:lnTo>
                    <a:pt x="16158" y="77005"/>
                  </a:lnTo>
                  <a:cubicBezTo>
                    <a:pt x="18554" y="80072"/>
                    <a:pt x="27003" y="87802"/>
                    <a:pt x="44782" y="87802"/>
                  </a:cubicBezTo>
                  <a:cubicBezTo>
                    <a:pt x="73027" y="87802"/>
                    <a:pt x="87402" y="69152"/>
                    <a:pt x="87402" y="53692"/>
                  </a:cubicBezTo>
                  <a:cubicBezTo>
                    <a:pt x="87402" y="46576"/>
                    <a:pt x="84502" y="40932"/>
                    <a:pt x="78828" y="37006"/>
                  </a:cubicBezTo>
                  <a:cubicBezTo>
                    <a:pt x="84376" y="32589"/>
                    <a:pt x="88411" y="24736"/>
                    <a:pt x="88411" y="17497"/>
                  </a:cubicBezTo>
                  <a:cubicBezTo>
                    <a:pt x="88411" y="7558"/>
                    <a:pt x="81097" y="74"/>
                    <a:pt x="65966" y="74"/>
                  </a:cubicBezTo>
                  <a:cubicBezTo>
                    <a:pt x="47304" y="74"/>
                    <a:pt x="24859" y="11607"/>
                    <a:pt x="19815" y="31484"/>
                  </a:cubicBezTo>
                  <a:lnTo>
                    <a:pt x="775" y="105716"/>
                  </a:lnTo>
                  <a:cubicBezTo>
                    <a:pt x="271" y="107434"/>
                    <a:pt x="271" y="107679"/>
                    <a:pt x="271" y="107802"/>
                  </a:cubicBezTo>
                  <a:cubicBezTo>
                    <a:pt x="271" y="110010"/>
                    <a:pt x="2414" y="110010"/>
                    <a:pt x="4306" y="110010"/>
                  </a:cubicBezTo>
                  <a:cubicBezTo>
                    <a:pt x="6827" y="110010"/>
                    <a:pt x="7836" y="110010"/>
                    <a:pt x="8467" y="107311"/>
                  </a:cubicBezTo>
                  <a:close/>
                  <a:moveTo>
                    <a:pt x="47934" y="38601"/>
                  </a:moveTo>
                  <a:cubicBezTo>
                    <a:pt x="49574" y="37865"/>
                    <a:pt x="50708" y="37374"/>
                    <a:pt x="56383" y="37374"/>
                  </a:cubicBezTo>
                  <a:cubicBezTo>
                    <a:pt x="58400" y="37374"/>
                    <a:pt x="60039" y="37374"/>
                    <a:pt x="62309" y="37865"/>
                  </a:cubicBezTo>
                  <a:cubicBezTo>
                    <a:pt x="59535" y="39337"/>
                    <a:pt x="56887" y="39337"/>
                    <a:pt x="54617" y="39337"/>
                  </a:cubicBezTo>
                  <a:cubicBezTo>
                    <a:pt x="50835" y="39337"/>
                    <a:pt x="50456" y="39214"/>
                    <a:pt x="47934" y="38601"/>
                  </a:cubicBezTo>
                  <a:close/>
                  <a:moveTo>
                    <a:pt x="68362" y="32711"/>
                  </a:moveTo>
                  <a:cubicBezTo>
                    <a:pt x="63570" y="31730"/>
                    <a:pt x="59283" y="31730"/>
                    <a:pt x="56761" y="31730"/>
                  </a:cubicBezTo>
                  <a:cubicBezTo>
                    <a:pt x="51339" y="31730"/>
                    <a:pt x="39864" y="31730"/>
                    <a:pt x="39864" y="39091"/>
                  </a:cubicBezTo>
                  <a:cubicBezTo>
                    <a:pt x="39864" y="44858"/>
                    <a:pt x="48187" y="44981"/>
                    <a:pt x="54365" y="44981"/>
                  </a:cubicBezTo>
                  <a:cubicBezTo>
                    <a:pt x="58022" y="44981"/>
                    <a:pt x="63192" y="44981"/>
                    <a:pt x="69875" y="42404"/>
                  </a:cubicBezTo>
                  <a:cubicBezTo>
                    <a:pt x="71010" y="44122"/>
                    <a:pt x="71388" y="46699"/>
                    <a:pt x="71388" y="48907"/>
                  </a:cubicBezTo>
                  <a:cubicBezTo>
                    <a:pt x="71388" y="53202"/>
                    <a:pt x="68740" y="66698"/>
                    <a:pt x="63948" y="73201"/>
                  </a:cubicBezTo>
                  <a:cubicBezTo>
                    <a:pt x="59409" y="79213"/>
                    <a:pt x="52474" y="82158"/>
                    <a:pt x="44656" y="82158"/>
                  </a:cubicBezTo>
                  <a:cubicBezTo>
                    <a:pt x="33938" y="82158"/>
                    <a:pt x="19941" y="77373"/>
                    <a:pt x="19941" y="64735"/>
                  </a:cubicBezTo>
                  <a:cubicBezTo>
                    <a:pt x="19941" y="62404"/>
                    <a:pt x="21202" y="57373"/>
                    <a:pt x="22211" y="53815"/>
                  </a:cubicBezTo>
                  <a:cubicBezTo>
                    <a:pt x="22841" y="51116"/>
                    <a:pt x="26877" y="35411"/>
                    <a:pt x="27129" y="34306"/>
                  </a:cubicBezTo>
                  <a:cubicBezTo>
                    <a:pt x="28264" y="30012"/>
                    <a:pt x="30407" y="21669"/>
                    <a:pt x="40495" y="14307"/>
                  </a:cubicBezTo>
                  <a:cubicBezTo>
                    <a:pt x="50835" y="6699"/>
                    <a:pt x="60796" y="5718"/>
                    <a:pt x="65335" y="5718"/>
                  </a:cubicBezTo>
                  <a:cubicBezTo>
                    <a:pt x="73910" y="5718"/>
                    <a:pt x="73910" y="11117"/>
                    <a:pt x="73910" y="13080"/>
                  </a:cubicBezTo>
                  <a:cubicBezTo>
                    <a:pt x="73910" y="16024"/>
                    <a:pt x="71640" y="27190"/>
                    <a:pt x="68362" y="327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2" name="Freeform: Shape 41">
              <a:extLst>
                <a:ext uri="{FF2B5EF4-FFF2-40B4-BE49-F238E27FC236}">
                  <a16:creationId xmlns:a16="http://schemas.microsoft.com/office/drawing/2014/main" id="{6F907355-FADA-7D2F-8E37-AF8994D4B45C}"/>
                </a:ext>
              </a:extLst>
            </p:cNvPr>
            <p:cNvSpPr/>
            <p:nvPr>
              <p:custDataLst>
                <p:tags r:id="rId141"/>
              </p:custDataLst>
            </p:nvPr>
          </p:nvSpPr>
          <p:spPr>
            <a:xfrm>
              <a:off x="13906067" y="5205376"/>
              <a:ext cx="75116" cy="60822"/>
            </a:xfrm>
            <a:custGeom>
              <a:avLst/>
              <a:gdLst>
                <a:gd name="connsiteX0" fmla="*/ 40356 w 75116"/>
                <a:gd name="connsiteY0" fmla="*/ 4979 h 60822"/>
                <a:gd name="connsiteX1" fmla="*/ 71519 w 75116"/>
                <a:gd name="connsiteY1" fmla="*/ 4979 h 60822"/>
                <a:gd name="connsiteX2" fmla="*/ 75392 w 75116"/>
                <a:gd name="connsiteY2" fmla="*/ 2525 h 60822"/>
                <a:gd name="connsiteX3" fmla="*/ 71519 w 75116"/>
                <a:gd name="connsiteY3" fmla="*/ 71 h 60822"/>
                <a:gd name="connsiteX4" fmla="*/ 4149 w 75116"/>
                <a:gd name="connsiteY4" fmla="*/ 71 h 60822"/>
                <a:gd name="connsiteX5" fmla="*/ 276 w 75116"/>
                <a:gd name="connsiteY5" fmla="*/ 2525 h 60822"/>
                <a:gd name="connsiteX6" fmla="*/ 4149 w 75116"/>
                <a:gd name="connsiteY6" fmla="*/ 4979 h 60822"/>
                <a:gd name="connsiteX7" fmla="*/ 35312 w 75116"/>
                <a:gd name="connsiteY7" fmla="*/ 4979 h 60822"/>
                <a:gd name="connsiteX8" fmla="*/ 35312 w 75116"/>
                <a:gd name="connsiteY8" fmla="*/ 57125 h 60822"/>
                <a:gd name="connsiteX9" fmla="*/ 37834 w 75116"/>
                <a:gd name="connsiteY9" fmla="*/ 60894 h 60822"/>
                <a:gd name="connsiteX10" fmla="*/ 40356 w 75116"/>
                <a:gd name="connsiteY10" fmla="*/ 57125 h 60822"/>
                <a:gd name="connsiteX11" fmla="*/ 40356 w 75116"/>
                <a:gd name="connsiteY11" fmla="*/ 4979 h 6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16" h="60822">
                  <a:moveTo>
                    <a:pt x="40356" y="4979"/>
                  </a:moveTo>
                  <a:lnTo>
                    <a:pt x="71519" y="4979"/>
                  </a:lnTo>
                  <a:cubicBezTo>
                    <a:pt x="72961" y="4979"/>
                    <a:pt x="75392" y="4979"/>
                    <a:pt x="75392" y="2525"/>
                  </a:cubicBezTo>
                  <a:cubicBezTo>
                    <a:pt x="75392" y="71"/>
                    <a:pt x="72961" y="71"/>
                    <a:pt x="71519" y="71"/>
                  </a:cubicBezTo>
                  <a:lnTo>
                    <a:pt x="4149" y="71"/>
                  </a:lnTo>
                  <a:cubicBezTo>
                    <a:pt x="2798" y="71"/>
                    <a:pt x="276" y="71"/>
                    <a:pt x="276" y="2525"/>
                  </a:cubicBezTo>
                  <a:cubicBezTo>
                    <a:pt x="276" y="4979"/>
                    <a:pt x="2798" y="4979"/>
                    <a:pt x="4149" y="4979"/>
                  </a:cubicBezTo>
                  <a:lnTo>
                    <a:pt x="35312" y="4979"/>
                  </a:lnTo>
                  <a:lnTo>
                    <a:pt x="35312" y="57125"/>
                  </a:lnTo>
                  <a:cubicBezTo>
                    <a:pt x="35312" y="58440"/>
                    <a:pt x="35312" y="60894"/>
                    <a:pt x="37834" y="60894"/>
                  </a:cubicBezTo>
                  <a:cubicBezTo>
                    <a:pt x="40356" y="60894"/>
                    <a:pt x="40356" y="58527"/>
                    <a:pt x="40356" y="57125"/>
                  </a:cubicBezTo>
                  <a:lnTo>
                    <a:pt x="40356" y="49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3" name="Freeform: Shape 42">
              <a:extLst>
                <a:ext uri="{FF2B5EF4-FFF2-40B4-BE49-F238E27FC236}">
                  <a16:creationId xmlns:a16="http://schemas.microsoft.com/office/drawing/2014/main" id="{B03964D9-D7A0-E1D7-308B-E1E09B747363}"/>
                </a:ext>
              </a:extLst>
            </p:cNvPr>
            <p:cNvSpPr/>
            <p:nvPr>
              <p:custDataLst>
                <p:tags r:id="rId142"/>
              </p:custDataLst>
            </p:nvPr>
          </p:nvSpPr>
          <p:spPr>
            <a:xfrm>
              <a:off x="14005803" y="5264617"/>
              <a:ext cx="77296" cy="54477"/>
            </a:xfrm>
            <a:custGeom>
              <a:avLst/>
              <a:gdLst>
                <a:gd name="connsiteX0" fmla="*/ 45676 w 77296"/>
                <a:gd name="connsiteY0" fmla="*/ 24859 h 54477"/>
                <a:gd name="connsiteX1" fmla="*/ 63077 w 77296"/>
                <a:gd name="connsiteY1" fmla="*/ 7804 h 54477"/>
                <a:gd name="connsiteX2" fmla="*/ 74804 w 77296"/>
                <a:gd name="connsiteY2" fmla="*/ 6945 h 54477"/>
                <a:gd name="connsiteX3" fmla="*/ 74804 w 77296"/>
                <a:gd name="connsiteY3" fmla="*/ 74 h 54477"/>
                <a:gd name="connsiteX4" fmla="*/ 62573 w 77296"/>
                <a:gd name="connsiteY4" fmla="*/ 565 h 54477"/>
                <a:gd name="connsiteX5" fmla="*/ 48576 w 77296"/>
                <a:gd name="connsiteY5" fmla="*/ 74 h 54477"/>
                <a:gd name="connsiteX6" fmla="*/ 48576 w 77296"/>
                <a:gd name="connsiteY6" fmla="*/ 6945 h 54477"/>
                <a:gd name="connsiteX7" fmla="*/ 51981 w 77296"/>
                <a:gd name="connsiteY7" fmla="*/ 7681 h 54477"/>
                <a:gd name="connsiteX8" fmla="*/ 40128 w 77296"/>
                <a:gd name="connsiteY8" fmla="*/ 19337 h 54477"/>
                <a:gd name="connsiteX9" fmla="*/ 27897 w 77296"/>
                <a:gd name="connsiteY9" fmla="*/ 6945 h 54477"/>
                <a:gd name="connsiteX10" fmla="*/ 31301 w 77296"/>
                <a:gd name="connsiteY10" fmla="*/ 6945 h 54477"/>
                <a:gd name="connsiteX11" fmla="*/ 31301 w 77296"/>
                <a:gd name="connsiteY11" fmla="*/ 74 h 54477"/>
                <a:gd name="connsiteX12" fmla="*/ 15287 w 77296"/>
                <a:gd name="connsiteY12" fmla="*/ 565 h 54477"/>
                <a:gd name="connsiteX13" fmla="*/ 1038 w 77296"/>
                <a:gd name="connsiteY13" fmla="*/ 74 h 54477"/>
                <a:gd name="connsiteX14" fmla="*/ 1038 w 77296"/>
                <a:gd name="connsiteY14" fmla="*/ 6945 h 54477"/>
                <a:gd name="connsiteX15" fmla="*/ 10495 w 77296"/>
                <a:gd name="connsiteY15" fmla="*/ 6945 h 54477"/>
                <a:gd name="connsiteX16" fmla="*/ 31175 w 77296"/>
                <a:gd name="connsiteY16" fmla="*/ 27926 h 54477"/>
                <a:gd name="connsiteX17" fmla="*/ 13017 w 77296"/>
                <a:gd name="connsiteY17" fmla="*/ 45717 h 54477"/>
                <a:gd name="connsiteX18" fmla="*/ 7343 w 77296"/>
                <a:gd name="connsiteY18" fmla="*/ 47558 h 54477"/>
                <a:gd name="connsiteX19" fmla="*/ 282 w 77296"/>
                <a:gd name="connsiteY19" fmla="*/ 47680 h 54477"/>
                <a:gd name="connsiteX20" fmla="*/ 282 w 77296"/>
                <a:gd name="connsiteY20" fmla="*/ 54551 h 54477"/>
                <a:gd name="connsiteX21" fmla="*/ 12513 w 77296"/>
                <a:gd name="connsiteY21" fmla="*/ 54061 h 54477"/>
                <a:gd name="connsiteX22" fmla="*/ 26509 w 77296"/>
                <a:gd name="connsiteY22" fmla="*/ 54551 h 54477"/>
                <a:gd name="connsiteX23" fmla="*/ 26509 w 77296"/>
                <a:gd name="connsiteY23" fmla="*/ 47680 h 54477"/>
                <a:gd name="connsiteX24" fmla="*/ 23105 w 77296"/>
                <a:gd name="connsiteY24" fmla="*/ 46821 h 54477"/>
                <a:gd name="connsiteX25" fmla="*/ 36723 w 77296"/>
                <a:gd name="connsiteY25" fmla="*/ 33570 h 54477"/>
                <a:gd name="connsiteX26" fmla="*/ 50720 w 77296"/>
                <a:gd name="connsiteY26" fmla="*/ 47680 h 54477"/>
                <a:gd name="connsiteX27" fmla="*/ 47441 w 77296"/>
                <a:gd name="connsiteY27" fmla="*/ 47680 h 54477"/>
                <a:gd name="connsiteX28" fmla="*/ 47441 w 77296"/>
                <a:gd name="connsiteY28" fmla="*/ 54551 h 54477"/>
                <a:gd name="connsiteX29" fmla="*/ 63455 w 77296"/>
                <a:gd name="connsiteY29" fmla="*/ 54061 h 54477"/>
                <a:gd name="connsiteX30" fmla="*/ 77578 w 77296"/>
                <a:gd name="connsiteY30" fmla="*/ 54551 h 54477"/>
                <a:gd name="connsiteX31" fmla="*/ 77578 w 77296"/>
                <a:gd name="connsiteY31" fmla="*/ 47680 h 54477"/>
                <a:gd name="connsiteX32" fmla="*/ 68247 w 77296"/>
                <a:gd name="connsiteY32" fmla="*/ 47680 h 54477"/>
                <a:gd name="connsiteX33" fmla="*/ 45676 w 77296"/>
                <a:gd name="connsiteY33" fmla="*/ 24859 h 5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296" h="54477">
                  <a:moveTo>
                    <a:pt x="45676" y="24859"/>
                  </a:moveTo>
                  <a:lnTo>
                    <a:pt x="63077" y="7804"/>
                  </a:lnTo>
                  <a:cubicBezTo>
                    <a:pt x="66103" y="6945"/>
                    <a:pt x="69382" y="6945"/>
                    <a:pt x="74804" y="6945"/>
                  </a:cubicBezTo>
                  <a:lnTo>
                    <a:pt x="74804" y="74"/>
                  </a:lnTo>
                  <a:cubicBezTo>
                    <a:pt x="70769" y="442"/>
                    <a:pt x="66608" y="565"/>
                    <a:pt x="62573" y="565"/>
                  </a:cubicBezTo>
                  <a:cubicBezTo>
                    <a:pt x="58285" y="565"/>
                    <a:pt x="49585" y="197"/>
                    <a:pt x="48576" y="74"/>
                  </a:cubicBezTo>
                  <a:lnTo>
                    <a:pt x="48576" y="6945"/>
                  </a:lnTo>
                  <a:cubicBezTo>
                    <a:pt x="50215" y="6945"/>
                    <a:pt x="51098" y="7190"/>
                    <a:pt x="51981" y="7681"/>
                  </a:cubicBezTo>
                  <a:lnTo>
                    <a:pt x="40128" y="19337"/>
                  </a:lnTo>
                  <a:lnTo>
                    <a:pt x="27897" y="6945"/>
                  </a:lnTo>
                  <a:lnTo>
                    <a:pt x="31301" y="6945"/>
                  </a:lnTo>
                  <a:lnTo>
                    <a:pt x="31301" y="74"/>
                  </a:lnTo>
                  <a:cubicBezTo>
                    <a:pt x="30545" y="74"/>
                    <a:pt x="20583" y="565"/>
                    <a:pt x="15287" y="565"/>
                  </a:cubicBezTo>
                  <a:cubicBezTo>
                    <a:pt x="10495" y="565"/>
                    <a:pt x="5830" y="442"/>
                    <a:pt x="1038" y="74"/>
                  </a:cubicBezTo>
                  <a:lnTo>
                    <a:pt x="1038" y="6945"/>
                  </a:lnTo>
                  <a:lnTo>
                    <a:pt x="10495" y="6945"/>
                  </a:lnTo>
                  <a:lnTo>
                    <a:pt x="31175" y="27926"/>
                  </a:lnTo>
                  <a:lnTo>
                    <a:pt x="13017" y="45717"/>
                  </a:lnTo>
                  <a:cubicBezTo>
                    <a:pt x="11378" y="47190"/>
                    <a:pt x="11252" y="47312"/>
                    <a:pt x="7343" y="47558"/>
                  </a:cubicBezTo>
                  <a:cubicBezTo>
                    <a:pt x="5326" y="47680"/>
                    <a:pt x="912" y="47680"/>
                    <a:pt x="282" y="47680"/>
                  </a:cubicBezTo>
                  <a:lnTo>
                    <a:pt x="282" y="54551"/>
                  </a:lnTo>
                  <a:cubicBezTo>
                    <a:pt x="4317" y="54183"/>
                    <a:pt x="8478" y="54061"/>
                    <a:pt x="12513" y="54061"/>
                  </a:cubicBezTo>
                  <a:cubicBezTo>
                    <a:pt x="15918" y="54061"/>
                    <a:pt x="24870" y="54429"/>
                    <a:pt x="26509" y="54551"/>
                  </a:cubicBezTo>
                  <a:lnTo>
                    <a:pt x="26509" y="47680"/>
                  </a:lnTo>
                  <a:cubicBezTo>
                    <a:pt x="24492" y="47680"/>
                    <a:pt x="23988" y="47435"/>
                    <a:pt x="23105" y="46821"/>
                  </a:cubicBezTo>
                  <a:lnTo>
                    <a:pt x="36723" y="33570"/>
                  </a:lnTo>
                  <a:lnTo>
                    <a:pt x="50720" y="47680"/>
                  </a:lnTo>
                  <a:lnTo>
                    <a:pt x="47441" y="47680"/>
                  </a:lnTo>
                  <a:lnTo>
                    <a:pt x="47441" y="54551"/>
                  </a:lnTo>
                  <a:cubicBezTo>
                    <a:pt x="47567" y="54551"/>
                    <a:pt x="57655" y="54061"/>
                    <a:pt x="63455" y="54061"/>
                  </a:cubicBezTo>
                  <a:cubicBezTo>
                    <a:pt x="68121" y="54061"/>
                    <a:pt x="72912" y="54183"/>
                    <a:pt x="77578" y="54551"/>
                  </a:cubicBezTo>
                  <a:lnTo>
                    <a:pt x="77578" y="47680"/>
                  </a:lnTo>
                  <a:lnTo>
                    <a:pt x="68247" y="47680"/>
                  </a:lnTo>
                  <a:lnTo>
                    <a:pt x="45676" y="248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4" name="Freeform: Shape 43">
              <a:extLst>
                <a:ext uri="{FF2B5EF4-FFF2-40B4-BE49-F238E27FC236}">
                  <a16:creationId xmlns:a16="http://schemas.microsoft.com/office/drawing/2014/main" id="{31BFBB93-9B9E-F2B7-46AB-1A9EADEBA013}"/>
                </a:ext>
              </a:extLst>
            </p:cNvPr>
            <p:cNvSpPr/>
            <p:nvPr>
              <p:custDataLst>
                <p:tags r:id="rId143"/>
              </p:custDataLst>
            </p:nvPr>
          </p:nvSpPr>
          <p:spPr>
            <a:xfrm>
              <a:off x="14096432" y="5227072"/>
              <a:ext cx="32658" cy="122574"/>
            </a:xfrm>
            <a:custGeom>
              <a:avLst/>
              <a:gdLst>
                <a:gd name="connsiteX0" fmla="*/ 2682 w 32658"/>
                <a:gd name="connsiteY0" fmla="*/ 74 h 122574"/>
                <a:gd name="connsiteX1" fmla="*/ 287 w 32658"/>
                <a:gd name="connsiteY1" fmla="*/ 1546 h 122574"/>
                <a:gd name="connsiteX2" fmla="*/ 1421 w 32658"/>
                <a:gd name="connsiteY2" fmla="*/ 3387 h 122574"/>
                <a:gd name="connsiteX3" fmla="*/ 24371 w 32658"/>
                <a:gd name="connsiteY3" fmla="*/ 61300 h 122574"/>
                <a:gd name="connsiteX4" fmla="*/ 2556 w 32658"/>
                <a:gd name="connsiteY4" fmla="*/ 118354 h 122574"/>
                <a:gd name="connsiteX5" fmla="*/ 287 w 32658"/>
                <a:gd name="connsiteY5" fmla="*/ 121176 h 122574"/>
                <a:gd name="connsiteX6" fmla="*/ 1926 w 32658"/>
                <a:gd name="connsiteY6" fmla="*/ 122648 h 122574"/>
                <a:gd name="connsiteX7" fmla="*/ 23740 w 32658"/>
                <a:gd name="connsiteY7" fmla="*/ 99213 h 122574"/>
                <a:gd name="connsiteX8" fmla="*/ 32945 w 32658"/>
                <a:gd name="connsiteY8" fmla="*/ 61422 h 122574"/>
                <a:gd name="connsiteX9" fmla="*/ 2682 w 32658"/>
                <a:gd name="connsiteY9"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58" h="122574">
                  <a:moveTo>
                    <a:pt x="2682" y="74"/>
                  </a:moveTo>
                  <a:cubicBezTo>
                    <a:pt x="1800" y="74"/>
                    <a:pt x="287" y="74"/>
                    <a:pt x="287" y="1546"/>
                  </a:cubicBezTo>
                  <a:cubicBezTo>
                    <a:pt x="287" y="2160"/>
                    <a:pt x="665" y="2528"/>
                    <a:pt x="1421" y="3387"/>
                  </a:cubicBezTo>
                  <a:cubicBezTo>
                    <a:pt x="12266" y="13080"/>
                    <a:pt x="24371" y="29644"/>
                    <a:pt x="24371" y="61300"/>
                  </a:cubicBezTo>
                  <a:cubicBezTo>
                    <a:pt x="24371" y="86943"/>
                    <a:pt x="16174" y="106329"/>
                    <a:pt x="2556" y="118354"/>
                  </a:cubicBezTo>
                  <a:cubicBezTo>
                    <a:pt x="413" y="120440"/>
                    <a:pt x="287" y="120562"/>
                    <a:pt x="287" y="121176"/>
                  </a:cubicBezTo>
                  <a:cubicBezTo>
                    <a:pt x="287" y="121789"/>
                    <a:pt x="665" y="122648"/>
                    <a:pt x="1926" y="122648"/>
                  </a:cubicBezTo>
                  <a:cubicBezTo>
                    <a:pt x="3439" y="122648"/>
                    <a:pt x="15418" y="114550"/>
                    <a:pt x="23740" y="99213"/>
                  </a:cubicBezTo>
                  <a:cubicBezTo>
                    <a:pt x="29288" y="89029"/>
                    <a:pt x="32945" y="75778"/>
                    <a:pt x="32945" y="61422"/>
                  </a:cubicBezTo>
                  <a:cubicBezTo>
                    <a:pt x="32945" y="44122"/>
                    <a:pt x="27649" y="17251"/>
                    <a:pt x="2682"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45" name="Group 44" descr="\documentclass{article}&#10;\usepackage{amsmath}&#10;\pagestyle{empty}&#10;\begin{document}&#10;&#10;&#10;\[&#10;\frac{P(Y_n \le j)}{P(Y_n &gt; j)}  =  e^{(\mu_j -\boldsymbol{\beta}^\top \mathbf{x})} \longrightarrow e^ {(\mu_j -\boldsymbol{\beta}^\top \mathbf{x} + \beta_j)} =  e^ {(\mu_j -\boldsymbol{\beta}^\top \mathbf{x})} \cdot e^{(\beta_j)}&#10;\]&#10;\end{document}" title="IguanaTex Shape Display">
            <a:extLst>
              <a:ext uri="{FF2B5EF4-FFF2-40B4-BE49-F238E27FC236}">
                <a16:creationId xmlns:a16="http://schemas.microsoft.com/office/drawing/2014/main" id="{6ED80753-603A-95ED-91CB-B9B1D7049E79}"/>
              </a:ext>
            </a:extLst>
          </p:cNvPr>
          <p:cNvGrpSpPr>
            <a:grpSpLocks noChangeAspect="1"/>
          </p:cNvGrpSpPr>
          <p:nvPr>
            <p:custDataLst>
              <p:tags r:id="rId4"/>
            </p:custDataLst>
          </p:nvPr>
        </p:nvGrpSpPr>
        <p:grpSpPr>
          <a:xfrm>
            <a:off x="1032602" y="4219102"/>
            <a:ext cx="3924896" cy="343601"/>
            <a:chOff x="8580432" y="5794932"/>
            <a:chExt cx="3924896" cy="343601"/>
          </a:xfrm>
        </p:grpSpPr>
        <p:sp>
          <p:nvSpPr>
            <p:cNvPr id="46" name="Freeform: Shape 45">
              <a:extLst>
                <a:ext uri="{FF2B5EF4-FFF2-40B4-BE49-F238E27FC236}">
                  <a16:creationId xmlns:a16="http://schemas.microsoft.com/office/drawing/2014/main" id="{F220C2DE-D048-AE95-D1AC-38A14CF9453F}"/>
                </a:ext>
              </a:extLst>
            </p:cNvPr>
            <p:cNvSpPr/>
            <p:nvPr>
              <p:custDataLst>
                <p:tags r:id="rId63"/>
              </p:custDataLst>
            </p:nvPr>
          </p:nvSpPr>
          <p:spPr>
            <a:xfrm>
              <a:off x="8586437" y="5804676"/>
              <a:ext cx="107195" cy="99337"/>
            </a:xfrm>
            <a:custGeom>
              <a:avLst/>
              <a:gdLst>
                <a:gd name="connsiteX0" fmla="*/ 39589 w 107195"/>
                <a:gd name="connsiteY0" fmla="*/ 53449 h 99337"/>
                <a:gd name="connsiteX1" fmla="*/ 65111 w 107195"/>
                <a:gd name="connsiteY1" fmla="*/ 53449 h 99337"/>
                <a:gd name="connsiteX2" fmla="*/ 107299 w 107195"/>
                <a:gd name="connsiteY2" fmla="*/ 22033 h 99337"/>
                <a:gd name="connsiteX3" fmla="*/ 77723 w 107195"/>
                <a:gd name="connsiteY3" fmla="*/ 71 h 99337"/>
                <a:gd name="connsiteX4" fmla="*/ 29079 w 107195"/>
                <a:gd name="connsiteY4" fmla="*/ 71 h 99337"/>
                <a:gd name="connsiteX5" fmla="*/ 24575 w 107195"/>
                <a:gd name="connsiteY5" fmla="*/ 2835 h 99337"/>
                <a:gd name="connsiteX6" fmla="*/ 28929 w 107195"/>
                <a:gd name="connsiteY6" fmla="*/ 4580 h 99337"/>
                <a:gd name="connsiteX7" fmla="*/ 35385 w 107195"/>
                <a:gd name="connsiteY7" fmla="*/ 4871 h 99337"/>
                <a:gd name="connsiteX8" fmla="*/ 38688 w 107195"/>
                <a:gd name="connsiteY8" fmla="*/ 7198 h 99337"/>
                <a:gd name="connsiteX9" fmla="*/ 38087 w 107195"/>
                <a:gd name="connsiteY9" fmla="*/ 9961 h 99337"/>
                <a:gd name="connsiteX10" fmla="*/ 17969 w 107195"/>
                <a:gd name="connsiteY10" fmla="*/ 88064 h 99337"/>
                <a:gd name="connsiteX11" fmla="*/ 4307 w 107195"/>
                <a:gd name="connsiteY11" fmla="*/ 94900 h 99337"/>
                <a:gd name="connsiteX12" fmla="*/ 103 w 107195"/>
                <a:gd name="connsiteY12" fmla="*/ 97663 h 99337"/>
                <a:gd name="connsiteX13" fmla="*/ 2355 w 107195"/>
                <a:gd name="connsiteY13" fmla="*/ 99408 h 99337"/>
                <a:gd name="connsiteX14" fmla="*/ 21422 w 107195"/>
                <a:gd name="connsiteY14" fmla="*/ 98972 h 99337"/>
                <a:gd name="connsiteX15" fmla="*/ 31031 w 107195"/>
                <a:gd name="connsiteY15" fmla="*/ 99118 h 99337"/>
                <a:gd name="connsiteX16" fmla="*/ 40790 w 107195"/>
                <a:gd name="connsiteY16" fmla="*/ 99408 h 99337"/>
                <a:gd name="connsiteX17" fmla="*/ 43792 w 107195"/>
                <a:gd name="connsiteY17" fmla="*/ 96500 h 99337"/>
                <a:gd name="connsiteX18" fmla="*/ 39589 w 107195"/>
                <a:gd name="connsiteY18" fmla="*/ 94900 h 99337"/>
                <a:gd name="connsiteX19" fmla="*/ 29830 w 107195"/>
                <a:gd name="connsiteY19" fmla="*/ 92282 h 99337"/>
                <a:gd name="connsiteX20" fmla="*/ 30280 w 107195"/>
                <a:gd name="connsiteY20" fmla="*/ 89809 h 99337"/>
                <a:gd name="connsiteX21" fmla="*/ 39589 w 107195"/>
                <a:gd name="connsiteY21" fmla="*/ 53449 h 99337"/>
                <a:gd name="connsiteX22" fmla="*/ 50398 w 107195"/>
                <a:gd name="connsiteY22" fmla="*/ 10107 h 99337"/>
                <a:gd name="connsiteX23" fmla="*/ 58505 w 107195"/>
                <a:gd name="connsiteY23" fmla="*/ 4580 h 99337"/>
                <a:gd name="connsiteX24" fmla="*/ 72918 w 107195"/>
                <a:gd name="connsiteY24" fmla="*/ 4580 h 99337"/>
                <a:gd name="connsiteX25" fmla="*/ 93337 w 107195"/>
                <a:gd name="connsiteY25" fmla="*/ 18542 h 99337"/>
                <a:gd name="connsiteX26" fmla="*/ 84479 w 107195"/>
                <a:gd name="connsiteY26" fmla="*/ 41959 h 99337"/>
                <a:gd name="connsiteX27" fmla="*/ 61358 w 107195"/>
                <a:gd name="connsiteY27" fmla="*/ 49667 h 99337"/>
                <a:gd name="connsiteX28" fmla="*/ 40189 w 107195"/>
                <a:gd name="connsiteY28" fmla="*/ 49667 h 99337"/>
                <a:gd name="connsiteX29" fmla="*/ 50398 w 107195"/>
                <a:gd name="connsiteY29" fmla="*/ 10107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49"/>
                  </a:moveTo>
                  <a:lnTo>
                    <a:pt x="65111" y="53449"/>
                  </a:lnTo>
                  <a:cubicBezTo>
                    <a:pt x="86430" y="53449"/>
                    <a:pt x="107299" y="38323"/>
                    <a:pt x="107299" y="22033"/>
                  </a:cubicBezTo>
                  <a:cubicBezTo>
                    <a:pt x="107299" y="10834"/>
                    <a:pt x="97390" y="71"/>
                    <a:pt x="77723" y="71"/>
                  </a:cubicBezTo>
                  <a:lnTo>
                    <a:pt x="29079" y="71"/>
                  </a:lnTo>
                  <a:cubicBezTo>
                    <a:pt x="26227" y="71"/>
                    <a:pt x="24575" y="71"/>
                    <a:pt x="24575" y="2835"/>
                  </a:cubicBezTo>
                  <a:cubicBezTo>
                    <a:pt x="24575" y="4580"/>
                    <a:pt x="25926" y="4580"/>
                    <a:pt x="28929" y="4580"/>
                  </a:cubicBezTo>
                  <a:cubicBezTo>
                    <a:pt x="30881" y="4580"/>
                    <a:pt x="33583" y="4725"/>
                    <a:pt x="35385" y="4871"/>
                  </a:cubicBezTo>
                  <a:cubicBezTo>
                    <a:pt x="37787" y="5162"/>
                    <a:pt x="38688" y="5598"/>
                    <a:pt x="38688" y="7198"/>
                  </a:cubicBezTo>
                  <a:cubicBezTo>
                    <a:pt x="38688" y="7780"/>
                    <a:pt x="38538" y="8216"/>
                    <a:pt x="38087" y="9961"/>
                  </a:cubicBezTo>
                  <a:lnTo>
                    <a:pt x="17969" y="88064"/>
                  </a:lnTo>
                  <a:cubicBezTo>
                    <a:pt x="16468" y="93736"/>
                    <a:pt x="16168" y="94900"/>
                    <a:pt x="4307" y="94900"/>
                  </a:cubicBezTo>
                  <a:cubicBezTo>
                    <a:pt x="1755" y="94900"/>
                    <a:pt x="103" y="94900"/>
                    <a:pt x="103" y="97663"/>
                  </a:cubicBezTo>
                  <a:cubicBezTo>
                    <a:pt x="103" y="99408"/>
                    <a:pt x="1905" y="99408"/>
                    <a:pt x="2355" y="99408"/>
                  </a:cubicBezTo>
                  <a:cubicBezTo>
                    <a:pt x="6559" y="99408"/>
                    <a:pt x="17219" y="98972"/>
                    <a:pt x="21422" y="98972"/>
                  </a:cubicBezTo>
                  <a:cubicBezTo>
                    <a:pt x="24575" y="98972"/>
                    <a:pt x="27878" y="99118"/>
                    <a:pt x="31031" y="99118"/>
                  </a:cubicBezTo>
                  <a:cubicBezTo>
                    <a:pt x="34334" y="99118"/>
                    <a:pt x="37637" y="99408"/>
                    <a:pt x="40790" y="99408"/>
                  </a:cubicBezTo>
                  <a:cubicBezTo>
                    <a:pt x="41841" y="99408"/>
                    <a:pt x="43792" y="99408"/>
                    <a:pt x="43792" y="96500"/>
                  </a:cubicBezTo>
                  <a:cubicBezTo>
                    <a:pt x="43792" y="94900"/>
                    <a:pt x="42441" y="94900"/>
                    <a:pt x="39589" y="94900"/>
                  </a:cubicBezTo>
                  <a:cubicBezTo>
                    <a:pt x="34034" y="94900"/>
                    <a:pt x="29830" y="94900"/>
                    <a:pt x="29830" y="92282"/>
                  </a:cubicBezTo>
                  <a:cubicBezTo>
                    <a:pt x="29830" y="91409"/>
                    <a:pt x="30130" y="90682"/>
                    <a:pt x="30280" y="89809"/>
                  </a:cubicBezTo>
                  <a:lnTo>
                    <a:pt x="39589" y="53449"/>
                  </a:lnTo>
                  <a:close/>
                  <a:moveTo>
                    <a:pt x="50398" y="10107"/>
                  </a:moveTo>
                  <a:cubicBezTo>
                    <a:pt x="51749" y="5016"/>
                    <a:pt x="52050" y="4580"/>
                    <a:pt x="58505" y="4580"/>
                  </a:cubicBezTo>
                  <a:lnTo>
                    <a:pt x="72918" y="4580"/>
                  </a:lnTo>
                  <a:cubicBezTo>
                    <a:pt x="85379" y="4580"/>
                    <a:pt x="93337" y="8507"/>
                    <a:pt x="93337" y="18542"/>
                  </a:cubicBezTo>
                  <a:cubicBezTo>
                    <a:pt x="93337" y="24215"/>
                    <a:pt x="90334" y="36723"/>
                    <a:pt x="84479" y="41959"/>
                  </a:cubicBezTo>
                  <a:cubicBezTo>
                    <a:pt x="76972" y="48504"/>
                    <a:pt x="67964" y="49667"/>
                    <a:pt x="61358" y="49667"/>
                  </a:cubicBezTo>
                  <a:lnTo>
                    <a:pt x="40189" y="49667"/>
                  </a:lnTo>
                  <a:lnTo>
                    <a:pt x="50398" y="101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7" name="Freeform: Shape 46">
              <a:extLst>
                <a:ext uri="{FF2B5EF4-FFF2-40B4-BE49-F238E27FC236}">
                  <a16:creationId xmlns:a16="http://schemas.microsoft.com/office/drawing/2014/main" id="{F580E66F-97C9-E66F-C93E-46C6AB81BE62}"/>
                </a:ext>
              </a:extLst>
            </p:cNvPr>
            <p:cNvSpPr/>
            <p:nvPr>
              <p:custDataLst>
                <p:tags r:id="rId64"/>
              </p:custDataLst>
            </p:nvPr>
          </p:nvSpPr>
          <p:spPr>
            <a:xfrm>
              <a:off x="8712535" y="5794932"/>
              <a:ext cx="34831" cy="145442"/>
            </a:xfrm>
            <a:custGeom>
              <a:avLst/>
              <a:gdLst>
                <a:gd name="connsiteX0" fmla="*/ 34942 w 34831"/>
                <a:gd name="connsiteY0" fmla="*/ 144059 h 145442"/>
                <a:gd name="connsiteX1" fmla="*/ 32390 w 34831"/>
                <a:gd name="connsiteY1" fmla="*/ 140860 h 145442"/>
                <a:gd name="connsiteX2" fmla="*/ 8819 w 34831"/>
                <a:gd name="connsiteY2" fmla="*/ 72792 h 145442"/>
                <a:gd name="connsiteX3" fmla="*/ 32990 w 34831"/>
                <a:gd name="connsiteY3" fmla="*/ 3998 h 145442"/>
                <a:gd name="connsiteX4" fmla="*/ 34942 w 34831"/>
                <a:gd name="connsiteY4" fmla="*/ 1526 h 145442"/>
                <a:gd name="connsiteX5" fmla="*/ 33441 w 34831"/>
                <a:gd name="connsiteY5" fmla="*/ 71 h 145442"/>
                <a:gd name="connsiteX6" fmla="*/ 9570 w 34831"/>
                <a:gd name="connsiteY6" fmla="*/ 28433 h 145442"/>
                <a:gd name="connsiteX7" fmla="*/ 111 w 34831"/>
                <a:gd name="connsiteY7" fmla="*/ 72792 h 145442"/>
                <a:gd name="connsiteX8" fmla="*/ 10020 w 34831"/>
                <a:gd name="connsiteY8" fmla="*/ 118171 h 145442"/>
                <a:gd name="connsiteX9" fmla="*/ 33441 w 34831"/>
                <a:gd name="connsiteY9" fmla="*/ 145514 h 145442"/>
                <a:gd name="connsiteX10" fmla="*/ 34942 w 34831"/>
                <a:gd name="connsiteY10" fmla="*/ 144059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59"/>
                  </a:moveTo>
                  <a:cubicBezTo>
                    <a:pt x="34942" y="143623"/>
                    <a:pt x="34942" y="143332"/>
                    <a:pt x="32390" y="140860"/>
                  </a:cubicBezTo>
                  <a:cubicBezTo>
                    <a:pt x="13623" y="122534"/>
                    <a:pt x="8819" y="95045"/>
                    <a:pt x="8819" y="72792"/>
                  </a:cubicBezTo>
                  <a:cubicBezTo>
                    <a:pt x="8819" y="47486"/>
                    <a:pt x="14524" y="22178"/>
                    <a:pt x="32990" y="3998"/>
                  </a:cubicBezTo>
                  <a:cubicBezTo>
                    <a:pt x="34942" y="2253"/>
                    <a:pt x="34942" y="1962"/>
                    <a:pt x="34942" y="1526"/>
                  </a:cubicBezTo>
                  <a:cubicBezTo>
                    <a:pt x="34942" y="508"/>
                    <a:pt x="34342" y="71"/>
                    <a:pt x="33441" y="71"/>
                  </a:cubicBezTo>
                  <a:cubicBezTo>
                    <a:pt x="31940" y="71"/>
                    <a:pt x="18427" y="9961"/>
                    <a:pt x="9570" y="28433"/>
                  </a:cubicBezTo>
                  <a:cubicBezTo>
                    <a:pt x="1913" y="44431"/>
                    <a:pt x="111" y="60575"/>
                    <a:pt x="111" y="72792"/>
                  </a:cubicBezTo>
                  <a:cubicBezTo>
                    <a:pt x="111" y="84137"/>
                    <a:pt x="1763" y="101736"/>
                    <a:pt x="10020" y="118171"/>
                  </a:cubicBezTo>
                  <a:cubicBezTo>
                    <a:pt x="19028" y="136060"/>
                    <a:pt x="31940" y="145514"/>
                    <a:pt x="33441" y="145514"/>
                  </a:cubicBezTo>
                  <a:cubicBezTo>
                    <a:pt x="34342" y="145514"/>
                    <a:pt x="34942" y="145077"/>
                    <a:pt x="34942" y="14405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8" name="Freeform: Shape 47">
              <a:extLst>
                <a:ext uri="{FF2B5EF4-FFF2-40B4-BE49-F238E27FC236}">
                  <a16:creationId xmlns:a16="http://schemas.microsoft.com/office/drawing/2014/main" id="{52E17028-F2BA-B2AF-A944-A2AFB0A8B43B}"/>
                </a:ext>
              </a:extLst>
            </p:cNvPr>
            <p:cNvSpPr/>
            <p:nvPr>
              <p:custDataLst>
                <p:tags r:id="rId65"/>
              </p:custDataLst>
            </p:nvPr>
          </p:nvSpPr>
          <p:spPr>
            <a:xfrm>
              <a:off x="8761312" y="5804676"/>
              <a:ext cx="109147" cy="99337"/>
            </a:xfrm>
            <a:custGeom>
              <a:avLst/>
              <a:gdLst>
                <a:gd name="connsiteX0" fmla="*/ 84490 w 109147"/>
                <a:gd name="connsiteY0" fmla="*/ 16652 h 99337"/>
                <a:gd name="connsiteX1" fmla="*/ 86592 w 109147"/>
                <a:gd name="connsiteY1" fmla="*/ 14615 h 99337"/>
                <a:gd name="connsiteX2" fmla="*/ 106260 w 109147"/>
                <a:gd name="connsiteY2" fmla="*/ 4580 h 99337"/>
                <a:gd name="connsiteX3" fmla="*/ 109262 w 109147"/>
                <a:gd name="connsiteY3" fmla="*/ 1817 h 99337"/>
                <a:gd name="connsiteX4" fmla="*/ 107311 w 109147"/>
                <a:gd name="connsiteY4" fmla="*/ 71 h 99337"/>
                <a:gd name="connsiteX5" fmla="*/ 95000 w 109147"/>
                <a:gd name="connsiteY5" fmla="*/ 508 h 99337"/>
                <a:gd name="connsiteX6" fmla="*/ 79986 w 109147"/>
                <a:gd name="connsiteY6" fmla="*/ 71 h 99337"/>
                <a:gd name="connsiteX7" fmla="*/ 77134 w 109147"/>
                <a:gd name="connsiteY7" fmla="*/ 2835 h 99337"/>
                <a:gd name="connsiteX8" fmla="*/ 79386 w 109147"/>
                <a:gd name="connsiteY8" fmla="*/ 4580 h 99337"/>
                <a:gd name="connsiteX9" fmla="*/ 84791 w 109147"/>
                <a:gd name="connsiteY9" fmla="*/ 7925 h 99337"/>
                <a:gd name="connsiteX10" fmla="*/ 80737 w 109147"/>
                <a:gd name="connsiteY10" fmla="*/ 14906 h 99337"/>
                <a:gd name="connsiteX11" fmla="*/ 45906 w 109147"/>
                <a:gd name="connsiteY11" fmla="*/ 53740 h 99337"/>
                <a:gd name="connsiteX12" fmla="*/ 29391 w 109147"/>
                <a:gd name="connsiteY12" fmla="*/ 10543 h 99337"/>
                <a:gd name="connsiteX13" fmla="*/ 28490 w 109147"/>
                <a:gd name="connsiteY13" fmla="*/ 8071 h 99337"/>
                <a:gd name="connsiteX14" fmla="*/ 37348 w 109147"/>
                <a:gd name="connsiteY14" fmla="*/ 4580 h 99337"/>
                <a:gd name="connsiteX15" fmla="*/ 40951 w 109147"/>
                <a:gd name="connsiteY15" fmla="*/ 1671 h 99337"/>
                <a:gd name="connsiteX16" fmla="*/ 38699 w 109147"/>
                <a:gd name="connsiteY16" fmla="*/ 71 h 99337"/>
                <a:gd name="connsiteX17" fmla="*/ 19783 w 109147"/>
                <a:gd name="connsiteY17" fmla="*/ 508 h 99337"/>
                <a:gd name="connsiteX18" fmla="*/ 2968 w 109147"/>
                <a:gd name="connsiteY18" fmla="*/ 71 h 99337"/>
                <a:gd name="connsiteX19" fmla="*/ 115 w 109147"/>
                <a:gd name="connsiteY19" fmla="*/ 2980 h 99337"/>
                <a:gd name="connsiteX20" fmla="*/ 3568 w 109147"/>
                <a:gd name="connsiteY20" fmla="*/ 4580 h 99337"/>
                <a:gd name="connsiteX21" fmla="*/ 14528 w 109147"/>
                <a:gd name="connsiteY21" fmla="*/ 9525 h 99337"/>
                <a:gd name="connsiteX22" fmla="*/ 32994 w 109147"/>
                <a:gd name="connsiteY22" fmla="*/ 57376 h 99337"/>
                <a:gd name="connsiteX23" fmla="*/ 33595 w 109147"/>
                <a:gd name="connsiteY23" fmla="*/ 59848 h 99337"/>
                <a:gd name="connsiteX24" fmla="*/ 26839 w 109147"/>
                <a:gd name="connsiteY24" fmla="*/ 86319 h 99337"/>
                <a:gd name="connsiteX25" fmla="*/ 12726 w 109147"/>
                <a:gd name="connsiteY25" fmla="*/ 94900 h 99337"/>
                <a:gd name="connsiteX26" fmla="*/ 8673 w 109147"/>
                <a:gd name="connsiteY26" fmla="*/ 97809 h 99337"/>
                <a:gd name="connsiteX27" fmla="*/ 10775 w 109147"/>
                <a:gd name="connsiteY27" fmla="*/ 99408 h 99337"/>
                <a:gd name="connsiteX28" fmla="*/ 29691 w 109147"/>
                <a:gd name="connsiteY28" fmla="*/ 98972 h 99337"/>
                <a:gd name="connsiteX29" fmla="*/ 48909 w 109147"/>
                <a:gd name="connsiteY29" fmla="*/ 99408 h 99337"/>
                <a:gd name="connsiteX30" fmla="*/ 51761 w 109147"/>
                <a:gd name="connsiteY30" fmla="*/ 96500 h 99337"/>
                <a:gd name="connsiteX31" fmla="*/ 47557 w 109147"/>
                <a:gd name="connsiteY31" fmla="*/ 94900 h 99337"/>
                <a:gd name="connsiteX32" fmla="*/ 41852 w 109147"/>
                <a:gd name="connsiteY32" fmla="*/ 94609 h 99337"/>
                <a:gd name="connsiteX33" fmla="*/ 37799 w 109147"/>
                <a:gd name="connsiteY33" fmla="*/ 92282 h 99337"/>
                <a:gd name="connsiteX34" fmla="*/ 39901 w 109147"/>
                <a:gd name="connsiteY34" fmla="*/ 83119 h 99337"/>
                <a:gd name="connsiteX35" fmla="*/ 45155 w 109147"/>
                <a:gd name="connsiteY35" fmla="*/ 62612 h 99337"/>
                <a:gd name="connsiteX36" fmla="*/ 47257 w 109147"/>
                <a:gd name="connsiteY36" fmla="*/ 58103 h 99337"/>
                <a:gd name="connsiteX37" fmla="*/ 84490 w 109147"/>
                <a:gd name="connsiteY37" fmla="*/ 16652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52"/>
                  </a:moveTo>
                  <a:lnTo>
                    <a:pt x="86592" y="14615"/>
                  </a:lnTo>
                  <a:cubicBezTo>
                    <a:pt x="91096" y="10252"/>
                    <a:pt x="96051" y="5307"/>
                    <a:pt x="106260" y="4580"/>
                  </a:cubicBezTo>
                  <a:cubicBezTo>
                    <a:pt x="107911" y="4435"/>
                    <a:pt x="109262" y="4435"/>
                    <a:pt x="109262" y="1817"/>
                  </a:cubicBezTo>
                  <a:cubicBezTo>
                    <a:pt x="109262" y="653"/>
                    <a:pt x="108512" y="71"/>
                    <a:pt x="107311" y="71"/>
                  </a:cubicBezTo>
                  <a:cubicBezTo>
                    <a:pt x="103407" y="71"/>
                    <a:pt x="99053" y="508"/>
                    <a:pt x="95000" y="508"/>
                  </a:cubicBezTo>
                  <a:cubicBezTo>
                    <a:pt x="90045" y="508"/>
                    <a:pt x="84791" y="71"/>
                    <a:pt x="79986" y="71"/>
                  </a:cubicBezTo>
                  <a:cubicBezTo>
                    <a:pt x="79086" y="71"/>
                    <a:pt x="77134" y="71"/>
                    <a:pt x="77134" y="2835"/>
                  </a:cubicBezTo>
                  <a:cubicBezTo>
                    <a:pt x="77134" y="4435"/>
                    <a:pt x="78635" y="4580"/>
                    <a:pt x="79386" y="4580"/>
                  </a:cubicBezTo>
                  <a:cubicBezTo>
                    <a:pt x="80437" y="4580"/>
                    <a:pt x="84791" y="4871"/>
                    <a:pt x="84791" y="7925"/>
                  </a:cubicBezTo>
                  <a:cubicBezTo>
                    <a:pt x="84791" y="10398"/>
                    <a:pt x="81338" y="14179"/>
                    <a:pt x="80737" y="14906"/>
                  </a:cubicBezTo>
                  <a:lnTo>
                    <a:pt x="45906" y="53740"/>
                  </a:lnTo>
                  <a:lnTo>
                    <a:pt x="29391" y="10543"/>
                  </a:lnTo>
                  <a:cubicBezTo>
                    <a:pt x="28490" y="8507"/>
                    <a:pt x="28490" y="8216"/>
                    <a:pt x="28490" y="8071"/>
                  </a:cubicBezTo>
                  <a:cubicBezTo>
                    <a:pt x="28490" y="4580"/>
                    <a:pt x="35847" y="4580"/>
                    <a:pt x="37348" y="4580"/>
                  </a:cubicBezTo>
                  <a:cubicBezTo>
                    <a:pt x="39450" y="4580"/>
                    <a:pt x="40951" y="4580"/>
                    <a:pt x="40951" y="1671"/>
                  </a:cubicBezTo>
                  <a:cubicBezTo>
                    <a:pt x="40951" y="71"/>
                    <a:pt x="39150" y="71"/>
                    <a:pt x="38699" y="71"/>
                  </a:cubicBezTo>
                  <a:cubicBezTo>
                    <a:pt x="34496" y="71"/>
                    <a:pt x="23986" y="508"/>
                    <a:pt x="19783" y="508"/>
                  </a:cubicBezTo>
                  <a:cubicBezTo>
                    <a:pt x="16029" y="508"/>
                    <a:pt x="6721" y="71"/>
                    <a:pt x="2968" y="71"/>
                  </a:cubicBezTo>
                  <a:cubicBezTo>
                    <a:pt x="2067" y="71"/>
                    <a:pt x="115" y="71"/>
                    <a:pt x="115" y="2980"/>
                  </a:cubicBezTo>
                  <a:cubicBezTo>
                    <a:pt x="115" y="4580"/>
                    <a:pt x="1616" y="4580"/>
                    <a:pt x="3568" y="4580"/>
                  </a:cubicBezTo>
                  <a:cubicBezTo>
                    <a:pt x="12576" y="4580"/>
                    <a:pt x="13177" y="5889"/>
                    <a:pt x="14528" y="9525"/>
                  </a:cubicBezTo>
                  <a:lnTo>
                    <a:pt x="32994" y="57376"/>
                  </a:lnTo>
                  <a:cubicBezTo>
                    <a:pt x="33144" y="57812"/>
                    <a:pt x="33595" y="59412"/>
                    <a:pt x="33595" y="59848"/>
                  </a:cubicBezTo>
                  <a:cubicBezTo>
                    <a:pt x="33595" y="60284"/>
                    <a:pt x="27590" y="83701"/>
                    <a:pt x="26839" y="86319"/>
                  </a:cubicBezTo>
                  <a:cubicBezTo>
                    <a:pt x="24887" y="94318"/>
                    <a:pt x="24737" y="94754"/>
                    <a:pt x="12726" y="94900"/>
                  </a:cubicBezTo>
                  <a:cubicBezTo>
                    <a:pt x="9874" y="94900"/>
                    <a:pt x="8673" y="94900"/>
                    <a:pt x="8673" y="97809"/>
                  </a:cubicBezTo>
                  <a:cubicBezTo>
                    <a:pt x="8673" y="99408"/>
                    <a:pt x="10474" y="99408"/>
                    <a:pt x="10775" y="99408"/>
                  </a:cubicBezTo>
                  <a:cubicBezTo>
                    <a:pt x="14978" y="99408"/>
                    <a:pt x="25488" y="98972"/>
                    <a:pt x="29691" y="98972"/>
                  </a:cubicBezTo>
                  <a:cubicBezTo>
                    <a:pt x="33895" y="98972"/>
                    <a:pt x="44705" y="99408"/>
                    <a:pt x="48909" y="99408"/>
                  </a:cubicBezTo>
                  <a:cubicBezTo>
                    <a:pt x="49960" y="99408"/>
                    <a:pt x="51761" y="99408"/>
                    <a:pt x="51761" y="96500"/>
                  </a:cubicBezTo>
                  <a:cubicBezTo>
                    <a:pt x="51761" y="94900"/>
                    <a:pt x="50410" y="94900"/>
                    <a:pt x="47557" y="94900"/>
                  </a:cubicBezTo>
                  <a:cubicBezTo>
                    <a:pt x="47257" y="94900"/>
                    <a:pt x="44405" y="94900"/>
                    <a:pt x="41852" y="94609"/>
                  </a:cubicBezTo>
                  <a:cubicBezTo>
                    <a:pt x="38699" y="94318"/>
                    <a:pt x="37799" y="94027"/>
                    <a:pt x="37799" y="92282"/>
                  </a:cubicBezTo>
                  <a:cubicBezTo>
                    <a:pt x="37799" y="91264"/>
                    <a:pt x="39150" y="86173"/>
                    <a:pt x="39901" y="83119"/>
                  </a:cubicBezTo>
                  <a:lnTo>
                    <a:pt x="45155" y="62612"/>
                  </a:lnTo>
                  <a:cubicBezTo>
                    <a:pt x="45906" y="59848"/>
                    <a:pt x="46056" y="59412"/>
                    <a:pt x="47257" y="58103"/>
                  </a:cubicBezTo>
                  <a:lnTo>
                    <a:pt x="84490" y="166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0" name="Freeform: Shape 49">
              <a:extLst>
                <a:ext uri="{FF2B5EF4-FFF2-40B4-BE49-F238E27FC236}">
                  <a16:creationId xmlns:a16="http://schemas.microsoft.com/office/drawing/2014/main" id="{D2D62A8A-E51C-410B-6622-384ABAC32800}"/>
                </a:ext>
              </a:extLst>
            </p:cNvPr>
            <p:cNvSpPr/>
            <p:nvPr>
              <p:custDataLst>
                <p:tags r:id="rId66"/>
              </p:custDataLst>
            </p:nvPr>
          </p:nvSpPr>
          <p:spPr>
            <a:xfrm>
              <a:off x="8848158" y="5880931"/>
              <a:ext cx="64212" cy="45916"/>
            </a:xfrm>
            <a:custGeom>
              <a:avLst/>
              <a:gdLst>
                <a:gd name="connsiteX0" fmla="*/ 8003 w 64212"/>
                <a:gd name="connsiteY0" fmla="*/ 38557 h 45916"/>
                <a:gd name="connsiteX1" fmla="*/ 6952 w 64212"/>
                <a:gd name="connsiteY1" fmla="*/ 42731 h 45916"/>
                <a:gd name="connsiteX2" fmla="*/ 10525 w 64212"/>
                <a:gd name="connsiteY2" fmla="*/ 45989 h 45916"/>
                <a:gd name="connsiteX3" fmla="*/ 14624 w 64212"/>
                <a:gd name="connsiteY3" fmla="*/ 43749 h 45916"/>
                <a:gd name="connsiteX4" fmla="*/ 16515 w 64212"/>
                <a:gd name="connsiteY4" fmla="*/ 37437 h 45916"/>
                <a:gd name="connsiteX5" fmla="*/ 18827 w 64212"/>
                <a:gd name="connsiteY5" fmla="*/ 28274 h 45916"/>
                <a:gd name="connsiteX6" fmla="*/ 20614 w 64212"/>
                <a:gd name="connsiteY6" fmla="*/ 21453 h 45916"/>
                <a:gd name="connsiteX7" fmla="*/ 25028 w 64212"/>
                <a:gd name="connsiteY7" fmla="*/ 12290 h 45916"/>
                <a:gd name="connsiteX8" fmla="*/ 40792 w 64212"/>
                <a:gd name="connsiteY8" fmla="*/ 2923 h 45916"/>
                <a:gd name="connsiteX9" fmla="*/ 46993 w 64212"/>
                <a:gd name="connsiteY9" fmla="*/ 10050 h 45916"/>
                <a:gd name="connsiteX10" fmla="*/ 40792 w 64212"/>
                <a:gd name="connsiteY10" fmla="*/ 31736 h 45916"/>
                <a:gd name="connsiteX11" fmla="*/ 39216 w 64212"/>
                <a:gd name="connsiteY11" fmla="*/ 37233 h 45916"/>
                <a:gd name="connsiteX12" fmla="*/ 49200 w 64212"/>
                <a:gd name="connsiteY12" fmla="*/ 45989 h 45916"/>
                <a:gd name="connsiteX13" fmla="*/ 64333 w 64212"/>
                <a:gd name="connsiteY13" fmla="*/ 30412 h 45916"/>
                <a:gd name="connsiteX14" fmla="*/ 62652 w 64212"/>
                <a:gd name="connsiteY14" fmla="*/ 29089 h 45916"/>
                <a:gd name="connsiteX15" fmla="*/ 60655 w 64212"/>
                <a:gd name="connsiteY15" fmla="*/ 30819 h 45916"/>
                <a:gd name="connsiteX16" fmla="*/ 49515 w 64212"/>
                <a:gd name="connsiteY16" fmla="*/ 43138 h 45916"/>
                <a:gd name="connsiteX17" fmla="*/ 46888 w 64212"/>
                <a:gd name="connsiteY17" fmla="*/ 39575 h 45916"/>
                <a:gd name="connsiteX18" fmla="*/ 49305 w 64212"/>
                <a:gd name="connsiteY18" fmla="*/ 31328 h 45916"/>
                <a:gd name="connsiteX19" fmla="*/ 54875 w 64212"/>
                <a:gd name="connsiteY19" fmla="*/ 11679 h 45916"/>
                <a:gd name="connsiteX20" fmla="*/ 41212 w 64212"/>
                <a:gd name="connsiteY20" fmla="*/ 73 h 45916"/>
                <a:gd name="connsiteX21" fmla="*/ 23452 w 64212"/>
                <a:gd name="connsiteY21" fmla="*/ 9337 h 45916"/>
                <a:gd name="connsiteX22" fmla="*/ 12207 w 64212"/>
                <a:gd name="connsiteY22" fmla="*/ 73 h 45916"/>
                <a:gd name="connsiteX23" fmla="*/ 3904 w 64212"/>
                <a:gd name="connsiteY23" fmla="*/ 5570 h 45916"/>
                <a:gd name="connsiteX24" fmla="*/ 121 w 64212"/>
                <a:gd name="connsiteY24" fmla="*/ 15650 h 45916"/>
                <a:gd name="connsiteX25" fmla="*/ 1907 w 64212"/>
                <a:gd name="connsiteY25" fmla="*/ 16973 h 45916"/>
                <a:gd name="connsiteX26" fmla="*/ 4219 w 64212"/>
                <a:gd name="connsiteY26" fmla="*/ 13919 h 45916"/>
                <a:gd name="connsiteX27" fmla="*/ 11891 w 64212"/>
                <a:gd name="connsiteY27" fmla="*/ 2923 h 45916"/>
                <a:gd name="connsiteX28" fmla="*/ 15359 w 64212"/>
                <a:gd name="connsiteY28" fmla="*/ 7912 h 45916"/>
                <a:gd name="connsiteX29" fmla="*/ 13678 w 64212"/>
                <a:gd name="connsiteY29" fmla="*/ 16362 h 45916"/>
                <a:gd name="connsiteX30" fmla="*/ 11366 w 64212"/>
                <a:gd name="connsiteY30" fmla="*/ 25525 h 45916"/>
                <a:gd name="connsiteX31" fmla="*/ 8003 w 64212"/>
                <a:gd name="connsiteY31" fmla="*/ 38557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57"/>
                  </a:moveTo>
                  <a:cubicBezTo>
                    <a:pt x="7582" y="39880"/>
                    <a:pt x="6952" y="42426"/>
                    <a:pt x="6952" y="42731"/>
                  </a:cubicBezTo>
                  <a:cubicBezTo>
                    <a:pt x="6952" y="44971"/>
                    <a:pt x="8844" y="45989"/>
                    <a:pt x="10525" y="45989"/>
                  </a:cubicBezTo>
                  <a:cubicBezTo>
                    <a:pt x="12417" y="45989"/>
                    <a:pt x="14098" y="44665"/>
                    <a:pt x="14624" y="43749"/>
                  </a:cubicBezTo>
                  <a:cubicBezTo>
                    <a:pt x="15149" y="42833"/>
                    <a:pt x="15990" y="39575"/>
                    <a:pt x="16515" y="37437"/>
                  </a:cubicBezTo>
                  <a:cubicBezTo>
                    <a:pt x="17041" y="35503"/>
                    <a:pt x="18197" y="30819"/>
                    <a:pt x="18827" y="28274"/>
                  </a:cubicBezTo>
                  <a:cubicBezTo>
                    <a:pt x="19458" y="26034"/>
                    <a:pt x="20089" y="23794"/>
                    <a:pt x="20614" y="21453"/>
                  </a:cubicBezTo>
                  <a:cubicBezTo>
                    <a:pt x="21770" y="17279"/>
                    <a:pt x="21980" y="16464"/>
                    <a:pt x="25028" y="12290"/>
                  </a:cubicBezTo>
                  <a:cubicBezTo>
                    <a:pt x="27971" y="8218"/>
                    <a:pt x="32910" y="2923"/>
                    <a:pt x="40792" y="2923"/>
                  </a:cubicBezTo>
                  <a:cubicBezTo>
                    <a:pt x="46888" y="2923"/>
                    <a:pt x="46993" y="8116"/>
                    <a:pt x="46993" y="10050"/>
                  </a:cubicBezTo>
                  <a:cubicBezTo>
                    <a:pt x="46993" y="16159"/>
                    <a:pt x="42474" y="27460"/>
                    <a:pt x="40792" y="31736"/>
                  </a:cubicBezTo>
                  <a:cubicBezTo>
                    <a:pt x="39636" y="34586"/>
                    <a:pt x="39216" y="35503"/>
                    <a:pt x="39216" y="37233"/>
                  </a:cubicBezTo>
                  <a:cubicBezTo>
                    <a:pt x="39216" y="42629"/>
                    <a:pt x="43840" y="45989"/>
                    <a:pt x="49200" y="45989"/>
                  </a:cubicBezTo>
                  <a:cubicBezTo>
                    <a:pt x="59709" y="45989"/>
                    <a:pt x="64333" y="31939"/>
                    <a:pt x="64333" y="30412"/>
                  </a:cubicBezTo>
                  <a:cubicBezTo>
                    <a:pt x="64333" y="29089"/>
                    <a:pt x="62967" y="29089"/>
                    <a:pt x="62652" y="29089"/>
                  </a:cubicBezTo>
                  <a:cubicBezTo>
                    <a:pt x="61180" y="29089"/>
                    <a:pt x="61075" y="29699"/>
                    <a:pt x="60655" y="30819"/>
                  </a:cubicBezTo>
                  <a:cubicBezTo>
                    <a:pt x="58238" y="38964"/>
                    <a:pt x="53719" y="43138"/>
                    <a:pt x="49515" y="43138"/>
                  </a:cubicBezTo>
                  <a:cubicBezTo>
                    <a:pt x="47308" y="43138"/>
                    <a:pt x="46888" y="41713"/>
                    <a:pt x="46888" y="39575"/>
                  </a:cubicBezTo>
                  <a:cubicBezTo>
                    <a:pt x="46888" y="37233"/>
                    <a:pt x="47413" y="35910"/>
                    <a:pt x="49305" y="31328"/>
                  </a:cubicBezTo>
                  <a:cubicBezTo>
                    <a:pt x="50566" y="28172"/>
                    <a:pt x="54875" y="17380"/>
                    <a:pt x="54875" y="11679"/>
                  </a:cubicBezTo>
                  <a:cubicBezTo>
                    <a:pt x="54875" y="1803"/>
                    <a:pt x="46782" y="73"/>
                    <a:pt x="41212" y="73"/>
                  </a:cubicBezTo>
                  <a:cubicBezTo>
                    <a:pt x="32490" y="73"/>
                    <a:pt x="26604" y="5265"/>
                    <a:pt x="23452" y="9337"/>
                  </a:cubicBezTo>
                  <a:cubicBezTo>
                    <a:pt x="22716" y="2313"/>
                    <a:pt x="16515" y="73"/>
                    <a:pt x="12207" y="73"/>
                  </a:cubicBezTo>
                  <a:cubicBezTo>
                    <a:pt x="7688" y="73"/>
                    <a:pt x="5270" y="3229"/>
                    <a:pt x="3904" y="5570"/>
                  </a:cubicBezTo>
                  <a:cubicBezTo>
                    <a:pt x="1592" y="9337"/>
                    <a:pt x="121" y="15141"/>
                    <a:pt x="121" y="15650"/>
                  </a:cubicBezTo>
                  <a:cubicBezTo>
                    <a:pt x="121" y="16973"/>
                    <a:pt x="1592" y="16973"/>
                    <a:pt x="1907" y="16973"/>
                  </a:cubicBezTo>
                  <a:cubicBezTo>
                    <a:pt x="3379" y="16973"/>
                    <a:pt x="3484" y="16668"/>
                    <a:pt x="4219" y="13919"/>
                  </a:cubicBezTo>
                  <a:cubicBezTo>
                    <a:pt x="5796" y="7912"/>
                    <a:pt x="7793" y="2923"/>
                    <a:pt x="11891" y="2923"/>
                  </a:cubicBezTo>
                  <a:cubicBezTo>
                    <a:pt x="14624" y="2923"/>
                    <a:pt x="15359" y="5163"/>
                    <a:pt x="15359" y="7912"/>
                  </a:cubicBezTo>
                  <a:cubicBezTo>
                    <a:pt x="15359" y="9846"/>
                    <a:pt x="14414" y="13613"/>
                    <a:pt x="13678" y="16362"/>
                  </a:cubicBezTo>
                  <a:cubicBezTo>
                    <a:pt x="12942" y="19111"/>
                    <a:pt x="11891" y="23285"/>
                    <a:pt x="11366" y="25525"/>
                  </a:cubicBezTo>
                  <a:lnTo>
                    <a:pt x="8003" y="385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1" name="Freeform: Shape 50">
              <a:extLst>
                <a:ext uri="{FF2B5EF4-FFF2-40B4-BE49-F238E27FC236}">
                  <a16:creationId xmlns:a16="http://schemas.microsoft.com/office/drawing/2014/main" id="{D571A6BB-A1AB-F284-2F12-3D6EA6EFF052}"/>
                </a:ext>
              </a:extLst>
            </p:cNvPr>
            <p:cNvSpPr/>
            <p:nvPr>
              <p:custDataLst>
                <p:tags r:id="rId67"/>
              </p:custDataLst>
            </p:nvPr>
          </p:nvSpPr>
          <p:spPr>
            <a:xfrm>
              <a:off x="8979106" y="5811512"/>
              <a:ext cx="91731" cy="112427"/>
            </a:xfrm>
            <a:custGeom>
              <a:avLst/>
              <a:gdLst>
                <a:gd name="connsiteX0" fmla="*/ 89008 w 91731"/>
                <a:gd name="connsiteY0" fmla="*/ 6180 h 112427"/>
                <a:gd name="connsiteX1" fmla="*/ 91861 w 91731"/>
                <a:gd name="connsiteY1" fmla="*/ 2980 h 112427"/>
                <a:gd name="connsiteX2" fmla="*/ 88858 w 91731"/>
                <a:gd name="connsiteY2" fmla="*/ 71 h 112427"/>
                <a:gd name="connsiteX3" fmla="*/ 86156 w 91731"/>
                <a:gd name="connsiteY3" fmla="*/ 944 h 112427"/>
                <a:gd name="connsiteX4" fmla="*/ 3132 w 91731"/>
                <a:gd name="connsiteY4" fmla="*/ 38904 h 112427"/>
                <a:gd name="connsiteX5" fmla="*/ 129 w 91731"/>
                <a:gd name="connsiteY5" fmla="*/ 42250 h 112427"/>
                <a:gd name="connsiteX6" fmla="*/ 3132 w 91731"/>
                <a:gd name="connsiteY6" fmla="*/ 45449 h 112427"/>
                <a:gd name="connsiteX7" fmla="*/ 86156 w 91731"/>
                <a:gd name="connsiteY7" fmla="*/ 83264 h 112427"/>
                <a:gd name="connsiteX8" fmla="*/ 88858 w 91731"/>
                <a:gd name="connsiteY8" fmla="*/ 84282 h 112427"/>
                <a:gd name="connsiteX9" fmla="*/ 91861 w 91731"/>
                <a:gd name="connsiteY9" fmla="*/ 81374 h 112427"/>
                <a:gd name="connsiteX10" fmla="*/ 88708 w 91731"/>
                <a:gd name="connsiteY10" fmla="*/ 78028 h 112427"/>
                <a:gd name="connsiteX11" fmla="*/ 10188 w 91731"/>
                <a:gd name="connsiteY11" fmla="*/ 42250 h 112427"/>
                <a:gd name="connsiteX12" fmla="*/ 89008 w 91731"/>
                <a:gd name="connsiteY12" fmla="*/ 6180 h 112427"/>
                <a:gd name="connsiteX13" fmla="*/ 86606 w 91731"/>
                <a:gd name="connsiteY13" fmla="*/ 112498 h 112427"/>
                <a:gd name="connsiteX14" fmla="*/ 91861 w 91731"/>
                <a:gd name="connsiteY14" fmla="*/ 109589 h 112427"/>
                <a:gd name="connsiteX15" fmla="*/ 86456 w 91731"/>
                <a:gd name="connsiteY15" fmla="*/ 106681 h 112427"/>
                <a:gd name="connsiteX16" fmla="*/ 5534 w 91731"/>
                <a:gd name="connsiteY16" fmla="*/ 106681 h 112427"/>
                <a:gd name="connsiteX17" fmla="*/ 129 w 91731"/>
                <a:gd name="connsiteY17" fmla="*/ 109589 h 112427"/>
                <a:gd name="connsiteX18" fmla="*/ 5384 w 91731"/>
                <a:gd name="connsiteY18" fmla="*/ 112498 h 112427"/>
                <a:gd name="connsiteX19" fmla="*/ 86606 w 91731"/>
                <a:gd name="connsiteY19" fmla="*/ 112498 h 11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731" h="112427">
                  <a:moveTo>
                    <a:pt x="89008" y="6180"/>
                  </a:moveTo>
                  <a:cubicBezTo>
                    <a:pt x="90660" y="5453"/>
                    <a:pt x="91861" y="4725"/>
                    <a:pt x="91861" y="2980"/>
                  </a:cubicBezTo>
                  <a:cubicBezTo>
                    <a:pt x="91861" y="1380"/>
                    <a:pt x="90660" y="71"/>
                    <a:pt x="88858" y="71"/>
                  </a:cubicBezTo>
                  <a:cubicBezTo>
                    <a:pt x="88108" y="71"/>
                    <a:pt x="86756" y="653"/>
                    <a:pt x="86156" y="944"/>
                  </a:cubicBezTo>
                  <a:lnTo>
                    <a:pt x="3132" y="38904"/>
                  </a:lnTo>
                  <a:cubicBezTo>
                    <a:pt x="579" y="40068"/>
                    <a:pt x="129" y="41086"/>
                    <a:pt x="129" y="42250"/>
                  </a:cubicBezTo>
                  <a:cubicBezTo>
                    <a:pt x="129" y="43559"/>
                    <a:pt x="1030" y="44577"/>
                    <a:pt x="3132" y="45449"/>
                  </a:cubicBezTo>
                  <a:lnTo>
                    <a:pt x="86156" y="83264"/>
                  </a:lnTo>
                  <a:cubicBezTo>
                    <a:pt x="88108" y="84282"/>
                    <a:pt x="88408" y="84282"/>
                    <a:pt x="88858" y="84282"/>
                  </a:cubicBezTo>
                  <a:cubicBezTo>
                    <a:pt x="90510" y="84282"/>
                    <a:pt x="91861" y="82973"/>
                    <a:pt x="91861" y="81374"/>
                  </a:cubicBezTo>
                  <a:cubicBezTo>
                    <a:pt x="91861" y="80065"/>
                    <a:pt x="91260" y="79192"/>
                    <a:pt x="88708" y="78028"/>
                  </a:cubicBezTo>
                  <a:lnTo>
                    <a:pt x="10188" y="42250"/>
                  </a:lnTo>
                  <a:lnTo>
                    <a:pt x="89008" y="6180"/>
                  </a:lnTo>
                  <a:close/>
                  <a:moveTo>
                    <a:pt x="86606" y="112498"/>
                  </a:moveTo>
                  <a:cubicBezTo>
                    <a:pt x="89158" y="112498"/>
                    <a:pt x="91861" y="112498"/>
                    <a:pt x="91861" y="109589"/>
                  </a:cubicBezTo>
                  <a:cubicBezTo>
                    <a:pt x="91861" y="106681"/>
                    <a:pt x="88708" y="106681"/>
                    <a:pt x="86456" y="106681"/>
                  </a:cubicBezTo>
                  <a:lnTo>
                    <a:pt x="5534" y="106681"/>
                  </a:lnTo>
                  <a:cubicBezTo>
                    <a:pt x="3282" y="106681"/>
                    <a:pt x="129" y="106681"/>
                    <a:pt x="129" y="109589"/>
                  </a:cubicBezTo>
                  <a:cubicBezTo>
                    <a:pt x="129" y="112498"/>
                    <a:pt x="2831" y="112498"/>
                    <a:pt x="5384" y="112498"/>
                  </a:cubicBezTo>
                  <a:lnTo>
                    <a:pt x="86606" y="1124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2" name="Freeform: Shape 51">
              <a:extLst>
                <a:ext uri="{FF2B5EF4-FFF2-40B4-BE49-F238E27FC236}">
                  <a16:creationId xmlns:a16="http://schemas.microsoft.com/office/drawing/2014/main" id="{15C277F1-DB49-3B43-9D50-E88D6EA467D3}"/>
                </a:ext>
              </a:extLst>
            </p:cNvPr>
            <p:cNvSpPr/>
            <p:nvPr>
              <p:custDataLst>
                <p:tags r:id="rId68"/>
              </p:custDataLst>
            </p:nvPr>
          </p:nvSpPr>
          <p:spPr>
            <a:xfrm>
              <a:off x="9123167" y="5807876"/>
              <a:ext cx="61554" cy="125953"/>
            </a:xfrm>
            <a:custGeom>
              <a:avLst/>
              <a:gdLst>
                <a:gd name="connsiteX0" fmla="*/ 61694 w 61554"/>
                <a:gd name="connsiteY0" fmla="*/ 5307 h 125953"/>
                <a:gd name="connsiteX1" fmla="*/ 55989 w 61554"/>
                <a:gd name="connsiteY1" fmla="*/ 71 h 125953"/>
                <a:gd name="connsiteX2" fmla="*/ 48032 w 61554"/>
                <a:gd name="connsiteY2" fmla="*/ 7780 h 125953"/>
                <a:gd name="connsiteX3" fmla="*/ 53587 w 61554"/>
                <a:gd name="connsiteY3" fmla="*/ 13016 h 125953"/>
                <a:gd name="connsiteX4" fmla="*/ 61694 w 61554"/>
                <a:gd name="connsiteY4" fmla="*/ 5307 h 125953"/>
                <a:gd name="connsiteX5" fmla="*/ 31517 w 61554"/>
                <a:gd name="connsiteY5" fmla="*/ 103481 h 125953"/>
                <a:gd name="connsiteX6" fmla="*/ 13051 w 61554"/>
                <a:gd name="connsiteY6" fmla="*/ 122825 h 125953"/>
                <a:gd name="connsiteX7" fmla="*/ 7196 w 61554"/>
                <a:gd name="connsiteY7" fmla="*/ 121516 h 125953"/>
                <a:gd name="connsiteX8" fmla="*/ 13952 w 61554"/>
                <a:gd name="connsiteY8" fmla="*/ 113807 h 125953"/>
                <a:gd name="connsiteX9" fmla="*/ 8247 w 61554"/>
                <a:gd name="connsiteY9" fmla="*/ 108717 h 125953"/>
                <a:gd name="connsiteX10" fmla="*/ 139 w 61554"/>
                <a:gd name="connsiteY10" fmla="*/ 117007 h 125953"/>
                <a:gd name="connsiteX11" fmla="*/ 13351 w 61554"/>
                <a:gd name="connsiteY11" fmla="*/ 126024 h 125953"/>
                <a:gd name="connsiteX12" fmla="*/ 41576 w 61554"/>
                <a:gd name="connsiteY12" fmla="*/ 103917 h 125953"/>
                <a:gd name="connsiteX13" fmla="*/ 55389 w 61554"/>
                <a:gd name="connsiteY13" fmla="*/ 50685 h 125953"/>
                <a:gd name="connsiteX14" fmla="*/ 56139 w 61554"/>
                <a:gd name="connsiteY14" fmla="*/ 45304 h 125953"/>
                <a:gd name="connsiteX15" fmla="*/ 42327 w 61554"/>
                <a:gd name="connsiteY15" fmla="*/ 31923 h 125953"/>
                <a:gd name="connsiteX16" fmla="*/ 18456 w 61554"/>
                <a:gd name="connsiteY16" fmla="*/ 54321 h 125953"/>
                <a:gd name="connsiteX17" fmla="*/ 20257 w 61554"/>
                <a:gd name="connsiteY17" fmla="*/ 55776 h 125953"/>
                <a:gd name="connsiteX18" fmla="*/ 22960 w 61554"/>
                <a:gd name="connsiteY18" fmla="*/ 52867 h 125953"/>
                <a:gd name="connsiteX19" fmla="*/ 41877 w 61554"/>
                <a:gd name="connsiteY19" fmla="*/ 35123 h 125953"/>
                <a:gd name="connsiteX20" fmla="*/ 46681 w 61554"/>
                <a:gd name="connsiteY20" fmla="*/ 41813 h 125953"/>
                <a:gd name="connsiteX21" fmla="*/ 45630 w 61554"/>
                <a:gd name="connsiteY21" fmla="*/ 49231 h 125953"/>
                <a:gd name="connsiteX22" fmla="*/ 31517 w 61554"/>
                <a:gd name="connsiteY22" fmla="*/ 103481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07"/>
                  </a:moveTo>
                  <a:cubicBezTo>
                    <a:pt x="61694" y="2544"/>
                    <a:pt x="59593" y="71"/>
                    <a:pt x="55989" y="71"/>
                  </a:cubicBezTo>
                  <a:cubicBezTo>
                    <a:pt x="52536" y="71"/>
                    <a:pt x="48032" y="3416"/>
                    <a:pt x="48032" y="7780"/>
                  </a:cubicBezTo>
                  <a:cubicBezTo>
                    <a:pt x="48032" y="10689"/>
                    <a:pt x="50134" y="13016"/>
                    <a:pt x="53587" y="13016"/>
                  </a:cubicBezTo>
                  <a:cubicBezTo>
                    <a:pt x="57641" y="13016"/>
                    <a:pt x="61694" y="9234"/>
                    <a:pt x="61694" y="5307"/>
                  </a:cubicBezTo>
                  <a:close/>
                  <a:moveTo>
                    <a:pt x="31517" y="103481"/>
                  </a:moveTo>
                  <a:cubicBezTo>
                    <a:pt x="28665" y="114534"/>
                    <a:pt x="21459" y="122825"/>
                    <a:pt x="13051" y="122825"/>
                  </a:cubicBezTo>
                  <a:cubicBezTo>
                    <a:pt x="12150" y="122825"/>
                    <a:pt x="9898" y="122825"/>
                    <a:pt x="7196" y="121516"/>
                  </a:cubicBezTo>
                  <a:cubicBezTo>
                    <a:pt x="11700" y="120498"/>
                    <a:pt x="13952" y="116716"/>
                    <a:pt x="13952" y="113807"/>
                  </a:cubicBezTo>
                  <a:cubicBezTo>
                    <a:pt x="13952" y="111480"/>
                    <a:pt x="12300" y="108717"/>
                    <a:pt x="8247" y="108717"/>
                  </a:cubicBezTo>
                  <a:cubicBezTo>
                    <a:pt x="4493" y="108717"/>
                    <a:pt x="139" y="111771"/>
                    <a:pt x="139" y="117007"/>
                  </a:cubicBezTo>
                  <a:cubicBezTo>
                    <a:pt x="139" y="122825"/>
                    <a:pt x="6145" y="126024"/>
                    <a:pt x="13351" y="126024"/>
                  </a:cubicBezTo>
                  <a:cubicBezTo>
                    <a:pt x="23861" y="126024"/>
                    <a:pt x="37823" y="118316"/>
                    <a:pt x="41576" y="103917"/>
                  </a:cubicBezTo>
                  <a:lnTo>
                    <a:pt x="55389" y="50685"/>
                  </a:lnTo>
                  <a:cubicBezTo>
                    <a:pt x="56139" y="47776"/>
                    <a:pt x="56139" y="45740"/>
                    <a:pt x="56139" y="45304"/>
                  </a:cubicBezTo>
                  <a:cubicBezTo>
                    <a:pt x="56139" y="37014"/>
                    <a:pt x="49834" y="31923"/>
                    <a:pt x="42327" y="31923"/>
                  </a:cubicBezTo>
                  <a:cubicBezTo>
                    <a:pt x="27013" y="31923"/>
                    <a:pt x="18456" y="53012"/>
                    <a:pt x="18456" y="54321"/>
                  </a:cubicBezTo>
                  <a:cubicBezTo>
                    <a:pt x="18456" y="55776"/>
                    <a:pt x="19957" y="55776"/>
                    <a:pt x="20257" y="55776"/>
                  </a:cubicBezTo>
                  <a:cubicBezTo>
                    <a:pt x="21609" y="55776"/>
                    <a:pt x="21759" y="55630"/>
                    <a:pt x="22960" y="52867"/>
                  </a:cubicBezTo>
                  <a:cubicBezTo>
                    <a:pt x="26713" y="43995"/>
                    <a:pt x="33619" y="35123"/>
                    <a:pt x="41877" y="35123"/>
                  </a:cubicBezTo>
                  <a:cubicBezTo>
                    <a:pt x="43979" y="35123"/>
                    <a:pt x="46681" y="35705"/>
                    <a:pt x="46681" y="41813"/>
                  </a:cubicBezTo>
                  <a:cubicBezTo>
                    <a:pt x="46681" y="45158"/>
                    <a:pt x="46231" y="46758"/>
                    <a:pt x="45630" y="49231"/>
                  </a:cubicBezTo>
                  <a:lnTo>
                    <a:pt x="31517" y="103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3" name="Freeform: Shape 52">
              <a:extLst>
                <a:ext uri="{FF2B5EF4-FFF2-40B4-BE49-F238E27FC236}">
                  <a16:creationId xmlns:a16="http://schemas.microsoft.com/office/drawing/2014/main" id="{9743C121-0A9B-972D-706C-FAC627EC9DE7}"/>
                </a:ext>
              </a:extLst>
            </p:cNvPr>
            <p:cNvSpPr/>
            <p:nvPr>
              <p:custDataLst>
                <p:tags r:id="rId69"/>
              </p:custDataLst>
            </p:nvPr>
          </p:nvSpPr>
          <p:spPr>
            <a:xfrm>
              <a:off x="9204097" y="5794932"/>
              <a:ext cx="34831" cy="145442"/>
            </a:xfrm>
            <a:custGeom>
              <a:avLst/>
              <a:gdLst>
                <a:gd name="connsiteX0" fmla="*/ 34975 w 34831"/>
                <a:gd name="connsiteY0" fmla="*/ 72792 h 145442"/>
                <a:gd name="connsiteX1" fmla="*/ 25066 w 34831"/>
                <a:gd name="connsiteY1" fmla="*/ 27414 h 145442"/>
                <a:gd name="connsiteX2" fmla="*/ 1646 w 34831"/>
                <a:gd name="connsiteY2" fmla="*/ 71 h 145442"/>
                <a:gd name="connsiteX3" fmla="*/ 144 w 34831"/>
                <a:gd name="connsiteY3" fmla="*/ 1526 h 145442"/>
                <a:gd name="connsiteX4" fmla="*/ 2997 w 34831"/>
                <a:gd name="connsiteY4" fmla="*/ 4871 h 145442"/>
                <a:gd name="connsiteX5" fmla="*/ 26267 w 34831"/>
                <a:gd name="connsiteY5" fmla="*/ 72792 h 145442"/>
                <a:gd name="connsiteX6" fmla="*/ 2096 w 34831"/>
                <a:gd name="connsiteY6" fmla="*/ 141587 h 145442"/>
                <a:gd name="connsiteX7" fmla="*/ 144 w 34831"/>
                <a:gd name="connsiteY7" fmla="*/ 144059 h 145442"/>
                <a:gd name="connsiteX8" fmla="*/ 1646 w 34831"/>
                <a:gd name="connsiteY8" fmla="*/ 145514 h 145442"/>
                <a:gd name="connsiteX9" fmla="*/ 25517 w 34831"/>
                <a:gd name="connsiteY9" fmla="*/ 117152 h 145442"/>
                <a:gd name="connsiteX10" fmla="*/ 34975 w 34831"/>
                <a:gd name="connsiteY10" fmla="*/ 72792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792"/>
                  </a:moveTo>
                  <a:cubicBezTo>
                    <a:pt x="34975" y="61448"/>
                    <a:pt x="33324" y="43849"/>
                    <a:pt x="25066" y="27414"/>
                  </a:cubicBezTo>
                  <a:cubicBezTo>
                    <a:pt x="16058" y="9525"/>
                    <a:pt x="3147" y="71"/>
                    <a:pt x="1646" y="71"/>
                  </a:cubicBezTo>
                  <a:cubicBezTo>
                    <a:pt x="745" y="71"/>
                    <a:pt x="144" y="653"/>
                    <a:pt x="144" y="1526"/>
                  </a:cubicBezTo>
                  <a:cubicBezTo>
                    <a:pt x="144" y="1962"/>
                    <a:pt x="144" y="2253"/>
                    <a:pt x="2997" y="4871"/>
                  </a:cubicBezTo>
                  <a:cubicBezTo>
                    <a:pt x="17710" y="19270"/>
                    <a:pt x="26267" y="42395"/>
                    <a:pt x="26267" y="72792"/>
                  </a:cubicBezTo>
                  <a:cubicBezTo>
                    <a:pt x="26267" y="97663"/>
                    <a:pt x="20713" y="123261"/>
                    <a:pt x="2096" y="141587"/>
                  </a:cubicBezTo>
                  <a:cubicBezTo>
                    <a:pt x="144" y="143332"/>
                    <a:pt x="144" y="143623"/>
                    <a:pt x="144" y="144059"/>
                  </a:cubicBezTo>
                  <a:cubicBezTo>
                    <a:pt x="144" y="144932"/>
                    <a:pt x="745" y="145514"/>
                    <a:pt x="1646" y="145514"/>
                  </a:cubicBezTo>
                  <a:cubicBezTo>
                    <a:pt x="3147" y="145514"/>
                    <a:pt x="16659" y="135624"/>
                    <a:pt x="25517" y="117152"/>
                  </a:cubicBezTo>
                  <a:cubicBezTo>
                    <a:pt x="33174" y="101154"/>
                    <a:pt x="34975" y="85010"/>
                    <a:pt x="34975" y="7279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4" name="Freeform: Shape 53">
              <a:extLst>
                <a:ext uri="{FF2B5EF4-FFF2-40B4-BE49-F238E27FC236}">
                  <a16:creationId xmlns:a16="http://schemas.microsoft.com/office/drawing/2014/main" id="{180A1509-F0E6-C02F-0A31-847B5D7E6570}"/>
                </a:ext>
              </a:extLst>
            </p:cNvPr>
            <p:cNvSpPr/>
            <p:nvPr>
              <p:custDataLst>
                <p:tags r:id="rId70"/>
              </p:custDataLst>
            </p:nvPr>
          </p:nvSpPr>
          <p:spPr>
            <a:xfrm>
              <a:off x="8580432" y="5963137"/>
              <a:ext cx="673492" cy="5817"/>
            </a:xfrm>
            <a:custGeom>
              <a:avLst/>
              <a:gdLst>
                <a:gd name="connsiteX0" fmla="*/ 0 w 673492"/>
                <a:gd name="connsiteY0" fmla="*/ 0 h 5817"/>
                <a:gd name="connsiteX1" fmla="*/ 673493 w 673492"/>
                <a:gd name="connsiteY1" fmla="*/ 0 h 5817"/>
                <a:gd name="connsiteX2" fmla="*/ 673493 w 673492"/>
                <a:gd name="connsiteY2" fmla="*/ 5817 h 5817"/>
                <a:gd name="connsiteX3" fmla="*/ 0 w 673492"/>
                <a:gd name="connsiteY3" fmla="*/ 5817 h 5817"/>
              </a:gdLst>
              <a:ahLst/>
              <a:cxnLst>
                <a:cxn ang="0">
                  <a:pos x="connsiteX0" y="connsiteY0"/>
                </a:cxn>
                <a:cxn ang="0">
                  <a:pos x="connsiteX1" y="connsiteY1"/>
                </a:cxn>
                <a:cxn ang="0">
                  <a:pos x="connsiteX2" y="connsiteY2"/>
                </a:cxn>
                <a:cxn ang="0">
                  <a:pos x="connsiteX3" y="connsiteY3"/>
                </a:cxn>
              </a:cxnLst>
              <a:rect l="l" t="t" r="r" b="b"/>
              <a:pathLst>
                <a:path w="673492" h="5817">
                  <a:moveTo>
                    <a:pt x="0" y="0"/>
                  </a:moveTo>
                  <a:lnTo>
                    <a:pt x="673493" y="0"/>
                  </a:lnTo>
                  <a:lnTo>
                    <a:pt x="673493" y="5817"/>
                  </a:lnTo>
                  <a:lnTo>
                    <a:pt x="0" y="58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5" name="Freeform: Shape 54">
              <a:extLst>
                <a:ext uri="{FF2B5EF4-FFF2-40B4-BE49-F238E27FC236}">
                  <a16:creationId xmlns:a16="http://schemas.microsoft.com/office/drawing/2014/main" id="{69DED6F6-E9DD-4042-D719-D222271D8464}"/>
                </a:ext>
              </a:extLst>
            </p:cNvPr>
            <p:cNvSpPr/>
            <p:nvPr>
              <p:custDataLst>
                <p:tags r:id="rId71"/>
              </p:custDataLst>
            </p:nvPr>
          </p:nvSpPr>
          <p:spPr>
            <a:xfrm>
              <a:off x="8586437" y="6002835"/>
              <a:ext cx="107195" cy="99337"/>
            </a:xfrm>
            <a:custGeom>
              <a:avLst/>
              <a:gdLst>
                <a:gd name="connsiteX0" fmla="*/ 39589 w 107195"/>
                <a:gd name="connsiteY0" fmla="*/ 53462 h 99337"/>
                <a:gd name="connsiteX1" fmla="*/ 65111 w 107195"/>
                <a:gd name="connsiteY1" fmla="*/ 53462 h 99337"/>
                <a:gd name="connsiteX2" fmla="*/ 107299 w 107195"/>
                <a:gd name="connsiteY2" fmla="*/ 22047 h 99337"/>
                <a:gd name="connsiteX3" fmla="*/ 77723 w 107195"/>
                <a:gd name="connsiteY3" fmla="*/ 85 h 99337"/>
                <a:gd name="connsiteX4" fmla="*/ 29079 w 107195"/>
                <a:gd name="connsiteY4" fmla="*/ 85 h 99337"/>
                <a:gd name="connsiteX5" fmla="*/ 24575 w 107195"/>
                <a:gd name="connsiteY5" fmla="*/ 2848 h 99337"/>
                <a:gd name="connsiteX6" fmla="*/ 28929 w 107195"/>
                <a:gd name="connsiteY6" fmla="*/ 4594 h 99337"/>
                <a:gd name="connsiteX7" fmla="*/ 35385 w 107195"/>
                <a:gd name="connsiteY7" fmla="*/ 4884 h 99337"/>
                <a:gd name="connsiteX8" fmla="*/ 38688 w 107195"/>
                <a:gd name="connsiteY8" fmla="*/ 7211 h 99337"/>
                <a:gd name="connsiteX9" fmla="*/ 38087 w 107195"/>
                <a:gd name="connsiteY9" fmla="*/ 9975 h 99337"/>
                <a:gd name="connsiteX10" fmla="*/ 17969 w 107195"/>
                <a:gd name="connsiteY10" fmla="*/ 88078 h 99337"/>
                <a:gd name="connsiteX11" fmla="*/ 4307 w 107195"/>
                <a:gd name="connsiteY11" fmla="*/ 94913 h 99337"/>
                <a:gd name="connsiteX12" fmla="*/ 103 w 107195"/>
                <a:gd name="connsiteY12" fmla="*/ 97677 h 99337"/>
                <a:gd name="connsiteX13" fmla="*/ 2355 w 107195"/>
                <a:gd name="connsiteY13" fmla="*/ 99422 h 99337"/>
                <a:gd name="connsiteX14" fmla="*/ 21422 w 107195"/>
                <a:gd name="connsiteY14" fmla="*/ 98986 h 99337"/>
                <a:gd name="connsiteX15" fmla="*/ 31031 w 107195"/>
                <a:gd name="connsiteY15" fmla="*/ 99131 h 99337"/>
                <a:gd name="connsiteX16" fmla="*/ 40790 w 107195"/>
                <a:gd name="connsiteY16" fmla="*/ 99422 h 99337"/>
                <a:gd name="connsiteX17" fmla="*/ 43792 w 107195"/>
                <a:gd name="connsiteY17" fmla="*/ 96513 h 99337"/>
                <a:gd name="connsiteX18" fmla="*/ 39589 w 107195"/>
                <a:gd name="connsiteY18" fmla="*/ 94913 h 99337"/>
                <a:gd name="connsiteX19" fmla="*/ 29830 w 107195"/>
                <a:gd name="connsiteY19" fmla="*/ 92295 h 99337"/>
                <a:gd name="connsiteX20" fmla="*/ 30280 w 107195"/>
                <a:gd name="connsiteY20" fmla="*/ 89823 h 99337"/>
                <a:gd name="connsiteX21" fmla="*/ 39589 w 107195"/>
                <a:gd name="connsiteY21" fmla="*/ 53462 h 99337"/>
                <a:gd name="connsiteX22" fmla="*/ 50398 w 107195"/>
                <a:gd name="connsiteY22" fmla="*/ 10120 h 99337"/>
                <a:gd name="connsiteX23" fmla="*/ 58505 w 107195"/>
                <a:gd name="connsiteY23" fmla="*/ 4594 h 99337"/>
                <a:gd name="connsiteX24" fmla="*/ 72918 w 107195"/>
                <a:gd name="connsiteY24" fmla="*/ 4594 h 99337"/>
                <a:gd name="connsiteX25" fmla="*/ 93337 w 107195"/>
                <a:gd name="connsiteY25" fmla="*/ 18556 h 99337"/>
                <a:gd name="connsiteX26" fmla="*/ 84479 w 107195"/>
                <a:gd name="connsiteY26" fmla="*/ 41972 h 99337"/>
                <a:gd name="connsiteX27" fmla="*/ 61358 w 107195"/>
                <a:gd name="connsiteY27" fmla="*/ 49681 h 99337"/>
                <a:gd name="connsiteX28" fmla="*/ 40189 w 107195"/>
                <a:gd name="connsiteY28" fmla="*/ 49681 h 99337"/>
                <a:gd name="connsiteX29" fmla="*/ 50398 w 107195"/>
                <a:gd name="connsiteY29" fmla="*/ 10120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62"/>
                  </a:moveTo>
                  <a:lnTo>
                    <a:pt x="65111" y="53462"/>
                  </a:lnTo>
                  <a:cubicBezTo>
                    <a:pt x="86430" y="53462"/>
                    <a:pt x="107299" y="38336"/>
                    <a:pt x="107299" y="22047"/>
                  </a:cubicBezTo>
                  <a:cubicBezTo>
                    <a:pt x="107299" y="10848"/>
                    <a:pt x="97390" y="85"/>
                    <a:pt x="77723" y="85"/>
                  </a:cubicBezTo>
                  <a:lnTo>
                    <a:pt x="29079" y="85"/>
                  </a:lnTo>
                  <a:cubicBezTo>
                    <a:pt x="26227" y="85"/>
                    <a:pt x="24575" y="85"/>
                    <a:pt x="24575" y="2848"/>
                  </a:cubicBezTo>
                  <a:cubicBezTo>
                    <a:pt x="24575" y="4594"/>
                    <a:pt x="25926" y="4594"/>
                    <a:pt x="28929" y="4594"/>
                  </a:cubicBezTo>
                  <a:cubicBezTo>
                    <a:pt x="30881" y="4594"/>
                    <a:pt x="33583" y="4739"/>
                    <a:pt x="35385" y="4884"/>
                  </a:cubicBezTo>
                  <a:cubicBezTo>
                    <a:pt x="37787" y="5175"/>
                    <a:pt x="38688" y="5612"/>
                    <a:pt x="38688" y="7211"/>
                  </a:cubicBezTo>
                  <a:cubicBezTo>
                    <a:pt x="38688" y="7793"/>
                    <a:pt x="38538" y="8230"/>
                    <a:pt x="38087" y="9975"/>
                  </a:cubicBezTo>
                  <a:lnTo>
                    <a:pt x="17969" y="88078"/>
                  </a:lnTo>
                  <a:cubicBezTo>
                    <a:pt x="16468" y="93750"/>
                    <a:pt x="16168" y="94913"/>
                    <a:pt x="4307" y="94913"/>
                  </a:cubicBezTo>
                  <a:cubicBezTo>
                    <a:pt x="1755" y="94913"/>
                    <a:pt x="103" y="94913"/>
                    <a:pt x="103" y="97677"/>
                  </a:cubicBezTo>
                  <a:cubicBezTo>
                    <a:pt x="103" y="99422"/>
                    <a:pt x="1905" y="99422"/>
                    <a:pt x="2355" y="99422"/>
                  </a:cubicBezTo>
                  <a:cubicBezTo>
                    <a:pt x="6559" y="99422"/>
                    <a:pt x="17219" y="98986"/>
                    <a:pt x="21422" y="98986"/>
                  </a:cubicBezTo>
                  <a:cubicBezTo>
                    <a:pt x="24575" y="98986"/>
                    <a:pt x="27878" y="99131"/>
                    <a:pt x="31031" y="99131"/>
                  </a:cubicBezTo>
                  <a:cubicBezTo>
                    <a:pt x="34334" y="99131"/>
                    <a:pt x="37637" y="99422"/>
                    <a:pt x="40790" y="99422"/>
                  </a:cubicBezTo>
                  <a:cubicBezTo>
                    <a:pt x="41841" y="99422"/>
                    <a:pt x="43792" y="99422"/>
                    <a:pt x="43792" y="96513"/>
                  </a:cubicBezTo>
                  <a:cubicBezTo>
                    <a:pt x="43792" y="94913"/>
                    <a:pt x="42441" y="94913"/>
                    <a:pt x="39589" y="94913"/>
                  </a:cubicBezTo>
                  <a:cubicBezTo>
                    <a:pt x="34034" y="94913"/>
                    <a:pt x="29830" y="94913"/>
                    <a:pt x="29830" y="92295"/>
                  </a:cubicBezTo>
                  <a:cubicBezTo>
                    <a:pt x="29830" y="91423"/>
                    <a:pt x="30130" y="90695"/>
                    <a:pt x="30280" y="89823"/>
                  </a:cubicBezTo>
                  <a:lnTo>
                    <a:pt x="39589" y="53462"/>
                  </a:lnTo>
                  <a:close/>
                  <a:moveTo>
                    <a:pt x="50398" y="10120"/>
                  </a:moveTo>
                  <a:cubicBezTo>
                    <a:pt x="51749" y="5030"/>
                    <a:pt x="52050" y="4594"/>
                    <a:pt x="58505" y="4594"/>
                  </a:cubicBezTo>
                  <a:lnTo>
                    <a:pt x="72918" y="4594"/>
                  </a:lnTo>
                  <a:cubicBezTo>
                    <a:pt x="85379" y="4594"/>
                    <a:pt x="93337" y="8520"/>
                    <a:pt x="93337" y="18556"/>
                  </a:cubicBezTo>
                  <a:cubicBezTo>
                    <a:pt x="93337" y="24228"/>
                    <a:pt x="90334" y="36736"/>
                    <a:pt x="84479" y="41972"/>
                  </a:cubicBezTo>
                  <a:cubicBezTo>
                    <a:pt x="76972" y="48517"/>
                    <a:pt x="67964" y="49681"/>
                    <a:pt x="61358" y="49681"/>
                  </a:cubicBezTo>
                  <a:lnTo>
                    <a:pt x="40189" y="49681"/>
                  </a:lnTo>
                  <a:lnTo>
                    <a:pt x="50398" y="1012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6" name="Freeform: Shape 55">
              <a:extLst>
                <a:ext uri="{FF2B5EF4-FFF2-40B4-BE49-F238E27FC236}">
                  <a16:creationId xmlns:a16="http://schemas.microsoft.com/office/drawing/2014/main" id="{C45106E7-F1BF-7538-ECAA-149388D51F24}"/>
                </a:ext>
              </a:extLst>
            </p:cNvPr>
            <p:cNvSpPr/>
            <p:nvPr>
              <p:custDataLst>
                <p:tags r:id="rId72"/>
              </p:custDataLst>
            </p:nvPr>
          </p:nvSpPr>
          <p:spPr>
            <a:xfrm>
              <a:off x="8712535" y="5993091"/>
              <a:ext cx="34831" cy="145442"/>
            </a:xfrm>
            <a:custGeom>
              <a:avLst/>
              <a:gdLst>
                <a:gd name="connsiteX0" fmla="*/ 34942 w 34831"/>
                <a:gd name="connsiteY0" fmla="*/ 144073 h 145442"/>
                <a:gd name="connsiteX1" fmla="*/ 32390 w 34831"/>
                <a:gd name="connsiteY1" fmla="*/ 140873 h 145442"/>
                <a:gd name="connsiteX2" fmla="*/ 8819 w 34831"/>
                <a:gd name="connsiteY2" fmla="*/ 72806 h 145442"/>
                <a:gd name="connsiteX3" fmla="*/ 32990 w 34831"/>
                <a:gd name="connsiteY3" fmla="*/ 4012 h 145442"/>
                <a:gd name="connsiteX4" fmla="*/ 34942 w 34831"/>
                <a:gd name="connsiteY4" fmla="*/ 1539 h 145442"/>
                <a:gd name="connsiteX5" fmla="*/ 33441 w 34831"/>
                <a:gd name="connsiteY5" fmla="*/ 85 h 145442"/>
                <a:gd name="connsiteX6" fmla="*/ 9570 w 34831"/>
                <a:gd name="connsiteY6" fmla="*/ 28446 h 145442"/>
                <a:gd name="connsiteX7" fmla="*/ 111 w 34831"/>
                <a:gd name="connsiteY7" fmla="*/ 72806 h 145442"/>
                <a:gd name="connsiteX8" fmla="*/ 10020 w 34831"/>
                <a:gd name="connsiteY8" fmla="*/ 118184 h 145442"/>
                <a:gd name="connsiteX9" fmla="*/ 33441 w 34831"/>
                <a:gd name="connsiteY9" fmla="*/ 145527 h 145442"/>
                <a:gd name="connsiteX10" fmla="*/ 34942 w 34831"/>
                <a:gd name="connsiteY10" fmla="*/ 144073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73"/>
                  </a:moveTo>
                  <a:cubicBezTo>
                    <a:pt x="34942" y="143637"/>
                    <a:pt x="34942" y="143346"/>
                    <a:pt x="32390" y="140873"/>
                  </a:cubicBezTo>
                  <a:cubicBezTo>
                    <a:pt x="13623" y="122547"/>
                    <a:pt x="8819" y="95059"/>
                    <a:pt x="8819" y="72806"/>
                  </a:cubicBezTo>
                  <a:cubicBezTo>
                    <a:pt x="8819" y="47499"/>
                    <a:pt x="14524" y="22192"/>
                    <a:pt x="32990" y="4012"/>
                  </a:cubicBezTo>
                  <a:cubicBezTo>
                    <a:pt x="34942" y="2266"/>
                    <a:pt x="34942" y="1976"/>
                    <a:pt x="34942" y="1539"/>
                  </a:cubicBezTo>
                  <a:cubicBezTo>
                    <a:pt x="34942" y="521"/>
                    <a:pt x="34342" y="85"/>
                    <a:pt x="33441" y="85"/>
                  </a:cubicBezTo>
                  <a:cubicBezTo>
                    <a:pt x="31940" y="85"/>
                    <a:pt x="18427" y="9975"/>
                    <a:pt x="9570" y="28446"/>
                  </a:cubicBezTo>
                  <a:cubicBezTo>
                    <a:pt x="1913" y="44445"/>
                    <a:pt x="111" y="60589"/>
                    <a:pt x="111" y="72806"/>
                  </a:cubicBezTo>
                  <a:cubicBezTo>
                    <a:pt x="111" y="84151"/>
                    <a:pt x="1763" y="101749"/>
                    <a:pt x="10020" y="118184"/>
                  </a:cubicBezTo>
                  <a:cubicBezTo>
                    <a:pt x="19028" y="136074"/>
                    <a:pt x="31940" y="145527"/>
                    <a:pt x="33441" y="145527"/>
                  </a:cubicBezTo>
                  <a:cubicBezTo>
                    <a:pt x="34342" y="145527"/>
                    <a:pt x="34942" y="145091"/>
                    <a:pt x="34942" y="144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7" name="Freeform: Shape 56">
              <a:extLst>
                <a:ext uri="{FF2B5EF4-FFF2-40B4-BE49-F238E27FC236}">
                  <a16:creationId xmlns:a16="http://schemas.microsoft.com/office/drawing/2014/main" id="{7B289F18-5B93-5076-7CC9-55B24231AD54}"/>
                </a:ext>
              </a:extLst>
            </p:cNvPr>
            <p:cNvSpPr/>
            <p:nvPr>
              <p:custDataLst>
                <p:tags r:id="rId73"/>
              </p:custDataLst>
            </p:nvPr>
          </p:nvSpPr>
          <p:spPr>
            <a:xfrm>
              <a:off x="8761312" y="6002835"/>
              <a:ext cx="109147" cy="99337"/>
            </a:xfrm>
            <a:custGeom>
              <a:avLst/>
              <a:gdLst>
                <a:gd name="connsiteX0" fmla="*/ 84490 w 109147"/>
                <a:gd name="connsiteY0" fmla="*/ 16665 h 99337"/>
                <a:gd name="connsiteX1" fmla="*/ 86592 w 109147"/>
                <a:gd name="connsiteY1" fmla="*/ 14629 h 99337"/>
                <a:gd name="connsiteX2" fmla="*/ 106260 w 109147"/>
                <a:gd name="connsiteY2" fmla="*/ 4594 h 99337"/>
                <a:gd name="connsiteX3" fmla="*/ 109262 w 109147"/>
                <a:gd name="connsiteY3" fmla="*/ 1830 h 99337"/>
                <a:gd name="connsiteX4" fmla="*/ 107311 w 109147"/>
                <a:gd name="connsiteY4" fmla="*/ 85 h 99337"/>
                <a:gd name="connsiteX5" fmla="*/ 95000 w 109147"/>
                <a:gd name="connsiteY5" fmla="*/ 521 h 99337"/>
                <a:gd name="connsiteX6" fmla="*/ 79986 w 109147"/>
                <a:gd name="connsiteY6" fmla="*/ 85 h 99337"/>
                <a:gd name="connsiteX7" fmla="*/ 77134 w 109147"/>
                <a:gd name="connsiteY7" fmla="*/ 2848 h 99337"/>
                <a:gd name="connsiteX8" fmla="*/ 79386 w 109147"/>
                <a:gd name="connsiteY8" fmla="*/ 4594 h 99337"/>
                <a:gd name="connsiteX9" fmla="*/ 84791 w 109147"/>
                <a:gd name="connsiteY9" fmla="*/ 7939 h 99337"/>
                <a:gd name="connsiteX10" fmla="*/ 80737 w 109147"/>
                <a:gd name="connsiteY10" fmla="*/ 14920 h 99337"/>
                <a:gd name="connsiteX11" fmla="*/ 45906 w 109147"/>
                <a:gd name="connsiteY11" fmla="*/ 53753 h 99337"/>
                <a:gd name="connsiteX12" fmla="*/ 29391 w 109147"/>
                <a:gd name="connsiteY12" fmla="*/ 10557 h 99337"/>
                <a:gd name="connsiteX13" fmla="*/ 28490 w 109147"/>
                <a:gd name="connsiteY13" fmla="*/ 8084 h 99337"/>
                <a:gd name="connsiteX14" fmla="*/ 37348 w 109147"/>
                <a:gd name="connsiteY14" fmla="*/ 4594 h 99337"/>
                <a:gd name="connsiteX15" fmla="*/ 40951 w 109147"/>
                <a:gd name="connsiteY15" fmla="*/ 1685 h 99337"/>
                <a:gd name="connsiteX16" fmla="*/ 38699 w 109147"/>
                <a:gd name="connsiteY16" fmla="*/ 85 h 99337"/>
                <a:gd name="connsiteX17" fmla="*/ 19783 w 109147"/>
                <a:gd name="connsiteY17" fmla="*/ 521 h 99337"/>
                <a:gd name="connsiteX18" fmla="*/ 2968 w 109147"/>
                <a:gd name="connsiteY18" fmla="*/ 85 h 99337"/>
                <a:gd name="connsiteX19" fmla="*/ 115 w 109147"/>
                <a:gd name="connsiteY19" fmla="*/ 2994 h 99337"/>
                <a:gd name="connsiteX20" fmla="*/ 3568 w 109147"/>
                <a:gd name="connsiteY20" fmla="*/ 4594 h 99337"/>
                <a:gd name="connsiteX21" fmla="*/ 14528 w 109147"/>
                <a:gd name="connsiteY21" fmla="*/ 9539 h 99337"/>
                <a:gd name="connsiteX22" fmla="*/ 32994 w 109147"/>
                <a:gd name="connsiteY22" fmla="*/ 57389 h 99337"/>
                <a:gd name="connsiteX23" fmla="*/ 33595 w 109147"/>
                <a:gd name="connsiteY23" fmla="*/ 59862 h 99337"/>
                <a:gd name="connsiteX24" fmla="*/ 26839 w 109147"/>
                <a:gd name="connsiteY24" fmla="*/ 86332 h 99337"/>
                <a:gd name="connsiteX25" fmla="*/ 12726 w 109147"/>
                <a:gd name="connsiteY25" fmla="*/ 94913 h 99337"/>
                <a:gd name="connsiteX26" fmla="*/ 8673 w 109147"/>
                <a:gd name="connsiteY26" fmla="*/ 97822 h 99337"/>
                <a:gd name="connsiteX27" fmla="*/ 10775 w 109147"/>
                <a:gd name="connsiteY27" fmla="*/ 99422 h 99337"/>
                <a:gd name="connsiteX28" fmla="*/ 29691 w 109147"/>
                <a:gd name="connsiteY28" fmla="*/ 98986 h 99337"/>
                <a:gd name="connsiteX29" fmla="*/ 48909 w 109147"/>
                <a:gd name="connsiteY29" fmla="*/ 99422 h 99337"/>
                <a:gd name="connsiteX30" fmla="*/ 51761 w 109147"/>
                <a:gd name="connsiteY30" fmla="*/ 96513 h 99337"/>
                <a:gd name="connsiteX31" fmla="*/ 47557 w 109147"/>
                <a:gd name="connsiteY31" fmla="*/ 94913 h 99337"/>
                <a:gd name="connsiteX32" fmla="*/ 41852 w 109147"/>
                <a:gd name="connsiteY32" fmla="*/ 94622 h 99337"/>
                <a:gd name="connsiteX33" fmla="*/ 37799 w 109147"/>
                <a:gd name="connsiteY33" fmla="*/ 92295 h 99337"/>
                <a:gd name="connsiteX34" fmla="*/ 39901 w 109147"/>
                <a:gd name="connsiteY34" fmla="*/ 83132 h 99337"/>
                <a:gd name="connsiteX35" fmla="*/ 45155 w 109147"/>
                <a:gd name="connsiteY35" fmla="*/ 62625 h 99337"/>
                <a:gd name="connsiteX36" fmla="*/ 47257 w 109147"/>
                <a:gd name="connsiteY36" fmla="*/ 58116 h 99337"/>
                <a:gd name="connsiteX37" fmla="*/ 84490 w 109147"/>
                <a:gd name="connsiteY37" fmla="*/ 16665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65"/>
                  </a:moveTo>
                  <a:lnTo>
                    <a:pt x="86592" y="14629"/>
                  </a:lnTo>
                  <a:cubicBezTo>
                    <a:pt x="91096" y="10266"/>
                    <a:pt x="96051" y="5321"/>
                    <a:pt x="106260" y="4594"/>
                  </a:cubicBezTo>
                  <a:cubicBezTo>
                    <a:pt x="107911" y="4448"/>
                    <a:pt x="109262" y="4448"/>
                    <a:pt x="109262" y="1830"/>
                  </a:cubicBezTo>
                  <a:cubicBezTo>
                    <a:pt x="109262" y="667"/>
                    <a:pt x="108512" y="85"/>
                    <a:pt x="107311" y="85"/>
                  </a:cubicBezTo>
                  <a:cubicBezTo>
                    <a:pt x="103407" y="85"/>
                    <a:pt x="99053" y="521"/>
                    <a:pt x="95000" y="521"/>
                  </a:cubicBezTo>
                  <a:cubicBezTo>
                    <a:pt x="90045" y="521"/>
                    <a:pt x="84791" y="85"/>
                    <a:pt x="79986" y="85"/>
                  </a:cubicBezTo>
                  <a:cubicBezTo>
                    <a:pt x="79086" y="85"/>
                    <a:pt x="77134" y="85"/>
                    <a:pt x="77134" y="2848"/>
                  </a:cubicBezTo>
                  <a:cubicBezTo>
                    <a:pt x="77134" y="4448"/>
                    <a:pt x="78635" y="4594"/>
                    <a:pt x="79386" y="4594"/>
                  </a:cubicBezTo>
                  <a:cubicBezTo>
                    <a:pt x="80437" y="4594"/>
                    <a:pt x="84791" y="4884"/>
                    <a:pt x="84791" y="7939"/>
                  </a:cubicBezTo>
                  <a:cubicBezTo>
                    <a:pt x="84791" y="10411"/>
                    <a:pt x="81338" y="14193"/>
                    <a:pt x="80737" y="14920"/>
                  </a:cubicBezTo>
                  <a:lnTo>
                    <a:pt x="45906" y="53753"/>
                  </a:lnTo>
                  <a:lnTo>
                    <a:pt x="29391" y="10557"/>
                  </a:lnTo>
                  <a:cubicBezTo>
                    <a:pt x="28490" y="8520"/>
                    <a:pt x="28490" y="8230"/>
                    <a:pt x="28490" y="8084"/>
                  </a:cubicBezTo>
                  <a:cubicBezTo>
                    <a:pt x="28490" y="4594"/>
                    <a:pt x="35847" y="4594"/>
                    <a:pt x="37348" y="4594"/>
                  </a:cubicBezTo>
                  <a:cubicBezTo>
                    <a:pt x="39450" y="4594"/>
                    <a:pt x="40951" y="4594"/>
                    <a:pt x="40951" y="1685"/>
                  </a:cubicBezTo>
                  <a:cubicBezTo>
                    <a:pt x="40951" y="85"/>
                    <a:pt x="39150" y="85"/>
                    <a:pt x="38699" y="85"/>
                  </a:cubicBezTo>
                  <a:cubicBezTo>
                    <a:pt x="34496" y="85"/>
                    <a:pt x="23986" y="521"/>
                    <a:pt x="19783" y="521"/>
                  </a:cubicBezTo>
                  <a:cubicBezTo>
                    <a:pt x="16029" y="521"/>
                    <a:pt x="6721" y="85"/>
                    <a:pt x="2968" y="85"/>
                  </a:cubicBezTo>
                  <a:cubicBezTo>
                    <a:pt x="2067" y="85"/>
                    <a:pt x="115" y="85"/>
                    <a:pt x="115" y="2994"/>
                  </a:cubicBezTo>
                  <a:cubicBezTo>
                    <a:pt x="115" y="4594"/>
                    <a:pt x="1616" y="4594"/>
                    <a:pt x="3568" y="4594"/>
                  </a:cubicBezTo>
                  <a:cubicBezTo>
                    <a:pt x="12576" y="4594"/>
                    <a:pt x="13177" y="5902"/>
                    <a:pt x="14528" y="9539"/>
                  </a:cubicBezTo>
                  <a:lnTo>
                    <a:pt x="32994" y="57389"/>
                  </a:lnTo>
                  <a:cubicBezTo>
                    <a:pt x="33144" y="57825"/>
                    <a:pt x="33595" y="59425"/>
                    <a:pt x="33595" y="59862"/>
                  </a:cubicBezTo>
                  <a:cubicBezTo>
                    <a:pt x="33595" y="60298"/>
                    <a:pt x="27590" y="83714"/>
                    <a:pt x="26839" y="86332"/>
                  </a:cubicBezTo>
                  <a:cubicBezTo>
                    <a:pt x="24887" y="94332"/>
                    <a:pt x="24737" y="94768"/>
                    <a:pt x="12726" y="94913"/>
                  </a:cubicBezTo>
                  <a:cubicBezTo>
                    <a:pt x="9874" y="94913"/>
                    <a:pt x="8673" y="94913"/>
                    <a:pt x="8673" y="97822"/>
                  </a:cubicBezTo>
                  <a:cubicBezTo>
                    <a:pt x="8673" y="99422"/>
                    <a:pt x="10474" y="99422"/>
                    <a:pt x="10775" y="99422"/>
                  </a:cubicBezTo>
                  <a:cubicBezTo>
                    <a:pt x="14978" y="99422"/>
                    <a:pt x="25488" y="98986"/>
                    <a:pt x="29691" y="98986"/>
                  </a:cubicBezTo>
                  <a:cubicBezTo>
                    <a:pt x="33895" y="98986"/>
                    <a:pt x="44705" y="99422"/>
                    <a:pt x="48909" y="99422"/>
                  </a:cubicBezTo>
                  <a:cubicBezTo>
                    <a:pt x="49960" y="99422"/>
                    <a:pt x="51761" y="99422"/>
                    <a:pt x="51761" y="96513"/>
                  </a:cubicBezTo>
                  <a:cubicBezTo>
                    <a:pt x="51761" y="94913"/>
                    <a:pt x="50410" y="94913"/>
                    <a:pt x="47557" y="94913"/>
                  </a:cubicBezTo>
                  <a:cubicBezTo>
                    <a:pt x="47257" y="94913"/>
                    <a:pt x="44405" y="94913"/>
                    <a:pt x="41852" y="94622"/>
                  </a:cubicBezTo>
                  <a:cubicBezTo>
                    <a:pt x="38699" y="94332"/>
                    <a:pt x="37799" y="94041"/>
                    <a:pt x="37799" y="92295"/>
                  </a:cubicBezTo>
                  <a:cubicBezTo>
                    <a:pt x="37799" y="91277"/>
                    <a:pt x="39150" y="86187"/>
                    <a:pt x="39901" y="83132"/>
                  </a:cubicBezTo>
                  <a:lnTo>
                    <a:pt x="45155" y="62625"/>
                  </a:lnTo>
                  <a:cubicBezTo>
                    <a:pt x="45906" y="59862"/>
                    <a:pt x="46056" y="59425"/>
                    <a:pt x="47257" y="58116"/>
                  </a:cubicBezTo>
                  <a:lnTo>
                    <a:pt x="84490" y="1666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8" name="Freeform: Shape 57">
              <a:extLst>
                <a:ext uri="{FF2B5EF4-FFF2-40B4-BE49-F238E27FC236}">
                  <a16:creationId xmlns:a16="http://schemas.microsoft.com/office/drawing/2014/main" id="{4E370DE9-FA0C-0ED2-90D9-1BDCF7866BF6}"/>
                </a:ext>
              </a:extLst>
            </p:cNvPr>
            <p:cNvSpPr/>
            <p:nvPr>
              <p:custDataLst>
                <p:tags r:id="rId74"/>
              </p:custDataLst>
            </p:nvPr>
          </p:nvSpPr>
          <p:spPr>
            <a:xfrm>
              <a:off x="8848158" y="6079091"/>
              <a:ext cx="64212" cy="45916"/>
            </a:xfrm>
            <a:custGeom>
              <a:avLst/>
              <a:gdLst>
                <a:gd name="connsiteX0" fmla="*/ 8003 w 64212"/>
                <a:gd name="connsiteY0" fmla="*/ 38570 h 45916"/>
                <a:gd name="connsiteX1" fmla="*/ 6952 w 64212"/>
                <a:gd name="connsiteY1" fmla="*/ 42745 h 45916"/>
                <a:gd name="connsiteX2" fmla="*/ 10525 w 64212"/>
                <a:gd name="connsiteY2" fmla="*/ 46002 h 45916"/>
                <a:gd name="connsiteX3" fmla="*/ 14624 w 64212"/>
                <a:gd name="connsiteY3" fmla="*/ 43763 h 45916"/>
                <a:gd name="connsiteX4" fmla="*/ 16515 w 64212"/>
                <a:gd name="connsiteY4" fmla="*/ 37450 h 45916"/>
                <a:gd name="connsiteX5" fmla="*/ 18827 w 64212"/>
                <a:gd name="connsiteY5" fmla="*/ 28288 h 45916"/>
                <a:gd name="connsiteX6" fmla="*/ 20614 w 64212"/>
                <a:gd name="connsiteY6" fmla="*/ 21466 h 45916"/>
                <a:gd name="connsiteX7" fmla="*/ 25028 w 64212"/>
                <a:gd name="connsiteY7" fmla="*/ 12303 h 45916"/>
                <a:gd name="connsiteX8" fmla="*/ 40792 w 64212"/>
                <a:gd name="connsiteY8" fmla="*/ 2937 h 45916"/>
                <a:gd name="connsiteX9" fmla="*/ 46993 w 64212"/>
                <a:gd name="connsiteY9" fmla="*/ 10064 h 45916"/>
                <a:gd name="connsiteX10" fmla="*/ 40792 w 64212"/>
                <a:gd name="connsiteY10" fmla="*/ 31749 h 45916"/>
                <a:gd name="connsiteX11" fmla="*/ 39216 w 64212"/>
                <a:gd name="connsiteY11" fmla="*/ 37247 h 45916"/>
                <a:gd name="connsiteX12" fmla="*/ 49200 w 64212"/>
                <a:gd name="connsiteY12" fmla="*/ 46002 h 45916"/>
                <a:gd name="connsiteX13" fmla="*/ 64333 w 64212"/>
                <a:gd name="connsiteY13" fmla="*/ 30426 h 45916"/>
                <a:gd name="connsiteX14" fmla="*/ 62652 w 64212"/>
                <a:gd name="connsiteY14" fmla="*/ 29102 h 45916"/>
                <a:gd name="connsiteX15" fmla="*/ 60655 w 64212"/>
                <a:gd name="connsiteY15" fmla="*/ 30833 h 45916"/>
                <a:gd name="connsiteX16" fmla="*/ 49515 w 64212"/>
                <a:gd name="connsiteY16" fmla="*/ 43152 h 45916"/>
                <a:gd name="connsiteX17" fmla="*/ 46888 w 64212"/>
                <a:gd name="connsiteY17" fmla="*/ 39588 h 45916"/>
                <a:gd name="connsiteX18" fmla="*/ 49305 w 64212"/>
                <a:gd name="connsiteY18" fmla="*/ 31342 h 45916"/>
                <a:gd name="connsiteX19" fmla="*/ 54875 w 64212"/>
                <a:gd name="connsiteY19" fmla="*/ 11693 h 45916"/>
                <a:gd name="connsiteX20" fmla="*/ 41212 w 64212"/>
                <a:gd name="connsiteY20" fmla="*/ 86 h 45916"/>
                <a:gd name="connsiteX21" fmla="*/ 23452 w 64212"/>
                <a:gd name="connsiteY21" fmla="*/ 9351 h 45916"/>
                <a:gd name="connsiteX22" fmla="*/ 12207 w 64212"/>
                <a:gd name="connsiteY22" fmla="*/ 86 h 45916"/>
                <a:gd name="connsiteX23" fmla="*/ 3904 w 64212"/>
                <a:gd name="connsiteY23" fmla="*/ 5584 h 45916"/>
                <a:gd name="connsiteX24" fmla="*/ 121 w 64212"/>
                <a:gd name="connsiteY24" fmla="*/ 15663 h 45916"/>
                <a:gd name="connsiteX25" fmla="*/ 1907 w 64212"/>
                <a:gd name="connsiteY25" fmla="*/ 16987 h 45916"/>
                <a:gd name="connsiteX26" fmla="*/ 4219 w 64212"/>
                <a:gd name="connsiteY26" fmla="*/ 13932 h 45916"/>
                <a:gd name="connsiteX27" fmla="*/ 11891 w 64212"/>
                <a:gd name="connsiteY27" fmla="*/ 2937 h 45916"/>
                <a:gd name="connsiteX28" fmla="*/ 15359 w 64212"/>
                <a:gd name="connsiteY28" fmla="*/ 7926 h 45916"/>
                <a:gd name="connsiteX29" fmla="*/ 13678 w 64212"/>
                <a:gd name="connsiteY29" fmla="*/ 16376 h 45916"/>
                <a:gd name="connsiteX30" fmla="*/ 11366 w 64212"/>
                <a:gd name="connsiteY30" fmla="*/ 25539 h 45916"/>
                <a:gd name="connsiteX31" fmla="*/ 8003 w 64212"/>
                <a:gd name="connsiteY31" fmla="*/ 38570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70"/>
                  </a:moveTo>
                  <a:cubicBezTo>
                    <a:pt x="7582" y="39894"/>
                    <a:pt x="6952" y="42439"/>
                    <a:pt x="6952" y="42745"/>
                  </a:cubicBezTo>
                  <a:cubicBezTo>
                    <a:pt x="6952" y="44984"/>
                    <a:pt x="8844" y="46002"/>
                    <a:pt x="10525" y="46002"/>
                  </a:cubicBezTo>
                  <a:cubicBezTo>
                    <a:pt x="12417" y="46002"/>
                    <a:pt x="14098" y="44679"/>
                    <a:pt x="14624" y="43763"/>
                  </a:cubicBezTo>
                  <a:cubicBezTo>
                    <a:pt x="15149" y="42846"/>
                    <a:pt x="15990" y="39588"/>
                    <a:pt x="16515" y="37450"/>
                  </a:cubicBezTo>
                  <a:cubicBezTo>
                    <a:pt x="17041" y="35516"/>
                    <a:pt x="18197" y="30833"/>
                    <a:pt x="18827" y="28288"/>
                  </a:cubicBezTo>
                  <a:cubicBezTo>
                    <a:pt x="19458" y="26048"/>
                    <a:pt x="20089" y="23808"/>
                    <a:pt x="20614" y="21466"/>
                  </a:cubicBezTo>
                  <a:cubicBezTo>
                    <a:pt x="21770" y="17292"/>
                    <a:pt x="21980" y="16478"/>
                    <a:pt x="25028" y="12303"/>
                  </a:cubicBezTo>
                  <a:cubicBezTo>
                    <a:pt x="27971" y="8231"/>
                    <a:pt x="32910" y="2937"/>
                    <a:pt x="40792" y="2937"/>
                  </a:cubicBezTo>
                  <a:cubicBezTo>
                    <a:pt x="46888" y="2937"/>
                    <a:pt x="46993" y="8129"/>
                    <a:pt x="46993" y="10064"/>
                  </a:cubicBezTo>
                  <a:cubicBezTo>
                    <a:pt x="46993" y="16172"/>
                    <a:pt x="42474" y="27473"/>
                    <a:pt x="40792" y="31749"/>
                  </a:cubicBezTo>
                  <a:cubicBezTo>
                    <a:pt x="39636" y="34600"/>
                    <a:pt x="39216" y="35516"/>
                    <a:pt x="39216" y="37247"/>
                  </a:cubicBezTo>
                  <a:cubicBezTo>
                    <a:pt x="39216" y="42643"/>
                    <a:pt x="43840" y="46002"/>
                    <a:pt x="49200" y="46002"/>
                  </a:cubicBezTo>
                  <a:cubicBezTo>
                    <a:pt x="59709" y="46002"/>
                    <a:pt x="64333" y="31953"/>
                    <a:pt x="64333" y="30426"/>
                  </a:cubicBezTo>
                  <a:cubicBezTo>
                    <a:pt x="64333" y="29102"/>
                    <a:pt x="62967" y="29102"/>
                    <a:pt x="62652" y="29102"/>
                  </a:cubicBezTo>
                  <a:cubicBezTo>
                    <a:pt x="61180" y="29102"/>
                    <a:pt x="61075" y="29713"/>
                    <a:pt x="60655" y="30833"/>
                  </a:cubicBezTo>
                  <a:cubicBezTo>
                    <a:pt x="58238" y="38978"/>
                    <a:pt x="53719" y="43152"/>
                    <a:pt x="49515" y="43152"/>
                  </a:cubicBezTo>
                  <a:cubicBezTo>
                    <a:pt x="47308" y="43152"/>
                    <a:pt x="46888" y="41726"/>
                    <a:pt x="46888" y="39588"/>
                  </a:cubicBezTo>
                  <a:cubicBezTo>
                    <a:pt x="46888" y="37247"/>
                    <a:pt x="47413" y="35923"/>
                    <a:pt x="49305" y="31342"/>
                  </a:cubicBezTo>
                  <a:cubicBezTo>
                    <a:pt x="50566" y="28186"/>
                    <a:pt x="54875" y="17394"/>
                    <a:pt x="54875" y="11693"/>
                  </a:cubicBezTo>
                  <a:cubicBezTo>
                    <a:pt x="54875" y="1817"/>
                    <a:pt x="46782" y="86"/>
                    <a:pt x="41212" y="86"/>
                  </a:cubicBezTo>
                  <a:cubicBezTo>
                    <a:pt x="32490" y="86"/>
                    <a:pt x="26604" y="5279"/>
                    <a:pt x="23452" y="9351"/>
                  </a:cubicBezTo>
                  <a:cubicBezTo>
                    <a:pt x="22716" y="2326"/>
                    <a:pt x="16515" y="86"/>
                    <a:pt x="12207" y="86"/>
                  </a:cubicBezTo>
                  <a:cubicBezTo>
                    <a:pt x="7688" y="86"/>
                    <a:pt x="5270" y="3242"/>
                    <a:pt x="3904" y="5584"/>
                  </a:cubicBezTo>
                  <a:cubicBezTo>
                    <a:pt x="1592" y="9351"/>
                    <a:pt x="121" y="15154"/>
                    <a:pt x="121" y="15663"/>
                  </a:cubicBezTo>
                  <a:cubicBezTo>
                    <a:pt x="121" y="16987"/>
                    <a:pt x="1592" y="16987"/>
                    <a:pt x="1907" y="16987"/>
                  </a:cubicBezTo>
                  <a:cubicBezTo>
                    <a:pt x="3379" y="16987"/>
                    <a:pt x="3484" y="16681"/>
                    <a:pt x="4219" y="13932"/>
                  </a:cubicBezTo>
                  <a:cubicBezTo>
                    <a:pt x="5796" y="7926"/>
                    <a:pt x="7793" y="2937"/>
                    <a:pt x="11891" y="2937"/>
                  </a:cubicBezTo>
                  <a:cubicBezTo>
                    <a:pt x="14624" y="2937"/>
                    <a:pt x="15359" y="5177"/>
                    <a:pt x="15359" y="7926"/>
                  </a:cubicBezTo>
                  <a:cubicBezTo>
                    <a:pt x="15359" y="9860"/>
                    <a:pt x="14414" y="13627"/>
                    <a:pt x="13678" y="16376"/>
                  </a:cubicBezTo>
                  <a:cubicBezTo>
                    <a:pt x="12942" y="19125"/>
                    <a:pt x="11891" y="23299"/>
                    <a:pt x="11366" y="25539"/>
                  </a:cubicBezTo>
                  <a:lnTo>
                    <a:pt x="8003" y="385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9" name="Freeform: Shape 58">
              <a:extLst>
                <a:ext uri="{FF2B5EF4-FFF2-40B4-BE49-F238E27FC236}">
                  <a16:creationId xmlns:a16="http://schemas.microsoft.com/office/drawing/2014/main" id="{CDC6FF5B-AFEC-DFF3-CA48-683CABC844FB}"/>
                </a:ext>
              </a:extLst>
            </p:cNvPr>
            <p:cNvSpPr/>
            <p:nvPr>
              <p:custDataLst>
                <p:tags r:id="rId75"/>
              </p:custDataLst>
            </p:nvPr>
          </p:nvSpPr>
          <p:spPr>
            <a:xfrm>
              <a:off x="8979106" y="6023634"/>
              <a:ext cx="91731" cy="84356"/>
            </a:xfrm>
            <a:custGeom>
              <a:avLst/>
              <a:gdLst>
                <a:gd name="connsiteX0" fmla="*/ 89008 w 91731"/>
                <a:gd name="connsiteY0" fmla="*/ 45463 h 84356"/>
                <a:gd name="connsiteX1" fmla="*/ 91861 w 91731"/>
                <a:gd name="connsiteY1" fmla="*/ 42263 h 84356"/>
                <a:gd name="connsiteX2" fmla="*/ 89008 w 91731"/>
                <a:gd name="connsiteY2" fmla="*/ 39063 h 84356"/>
                <a:gd name="connsiteX3" fmla="*/ 5834 w 91731"/>
                <a:gd name="connsiteY3" fmla="*/ 1103 h 84356"/>
                <a:gd name="connsiteX4" fmla="*/ 3132 w 91731"/>
                <a:gd name="connsiteY4" fmla="*/ 85 h 84356"/>
                <a:gd name="connsiteX5" fmla="*/ 129 w 91731"/>
                <a:gd name="connsiteY5" fmla="*/ 2994 h 84356"/>
                <a:gd name="connsiteX6" fmla="*/ 2982 w 91731"/>
                <a:gd name="connsiteY6" fmla="*/ 6193 h 84356"/>
                <a:gd name="connsiteX7" fmla="*/ 81802 w 91731"/>
                <a:gd name="connsiteY7" fmla="*/ 42263 h 84356"/>
                <a:gd name="connsiteX8" fmla="*/ 2982 w 91731"/>
                <a:gd name="connsiteY8" fmla="*/ 78333 h 84356"/>
                <a:gd name="connsiteX9" fmla="*/ 129 w 91731"/>
                <a:gd name="connsiteY9" fmla="*/ 81533 h 84356"/>
                <a:gd name="connsiteX10" fmla="*/ 3132 w 91731"/>
                <a:gd name="connsiteY10" fmla="*/ 84441 h 84356"/>
                <a:gd name="connsiteX11" fmla="*/ 5834 w 91731"/>
                <a:gd name="connsiteY11" fmla="*/ 83423 h 84356"/>
                <a:gd name="connsiteX12" fmla="*/ 89008 w 91731"/>
                <a:gd name="connsiteY12" fmla="*/ 45463 h 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731" h="84356">
                  <a:moveTo>
                    <a:pt x="89008" y="45463"/>
                  </a:moveTo>
                  <a:cubicBezTo>
                    <a:pt x="90660" y="44736"/>
                    <a:pt x="91861" y="44008"/>
                    <a:pt x="91861" y="42263"/>
                  </a:cubicBezTo>
                  <a:cubicBezTo>
                    <a:pt x="91861" y="40518"/>
                    <a:pt x="90660" y="39791"/>
                    <a:pt x="89008" y="39063"/>
                  </a:cubicBezTo>
                  <a:lnTo>
                    <a:pt x="5834" y="1103"/>
                  </a:lnTo>
                  <a:cubicBezTo>
                    <a:pt x="3882" y="85"/>
                    <a:pt x="3582" y="85"/>
                    <a:pt x="3132" y="85"/>
                  </a:cubicBezTo>
                  <a:cubicBezTo>
                    <a:pt x="1480" y="85"/>
                    <a:pt x="129" y="1394"/>
                    <a:pt x="129" y="2994"/>
                  </a:cubicBezTo>
                  <a:cubicBezTo>
                    <a:pt x="129" y="4303"/>
                    <a:pt x="880" y="5175"/>
                    <a:pt x="2982" y="6193"/>
                  </a:cubicBezTo>
                  <a:lnTo>
                    <a:pt x="81802" y="42263"/>
                  </a:lnTo>
                  <a:lnTo>
                    <a:pt x="2982" y="78333"/>
                  </a:lnTo>
                  <a:cubicBezTo>
                    <a:pt x="880" y="79351"/>
                    <a:pt x="129" y="80224"/>
                    <a:pt x="129" y="81533"/>
                  </a:cubicBezTo>
                  <a:cubicBezTo>
                    <a:pt x="129" y="83132"/>
                    <a:pt x="1480" y="84441"/>
                    <a:pt x="3132" y="84441"/>
                  </a:cubicBezTo>
                  <a:cubicBezTo>
                    <a:pt x="3582" y="84441"/>
                    <a:pt x="3882" y="84441"/>
                    <a:pt x="5834" y="83423"/>
                  </a:cubicBezTo>
                  <a:lnTo>
                    <a:pt x="89008" y="454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0" name="Freeform: Shape 59">
              <a:extLst>
                <a:ext uri="{FF2B5EF4-FFF2-40B4-BE49-F238E27FC236}">
                  <a16:creationId xmlns:a16="http://schemas.microsoft.com/office/drawing/2014/main" id="{67C0C396-0F83-E97F-5B5C-0A99733DB1BB}"/>
                </a:ext>
              </a:extLst>
            </p:cNvPr>
            <p:cNvSpPr/>
            <p:nvPr>
              <p:custDataLst>
                <p:tags r:id="rId76"/>
              </p:custDataLst>
            </p:nvPr>
          </p:nvSpPr>
          <p:spPr>
            <a:xfrm>
              <a:off x="9123167" y="6006035"/>
              <a:ext cx="61554" cy="125953"/>
            </a:xfrm>
            <a:custGeom>
              <a:avLst/>
              <a:gdLst>
                <a:gd name="connsiteX0" fmla="*/ 61694 w 61554"/>
                <a:gd name="connsiteY0" fmla="*/ 5321 h 125953"/>
                <a:gd name="connsiteX1" fmla="*/ 55989 w 61554"/>
                <a:gd name="connsiteY1" fmla="*/ 85 h 125953"/>
                <a:gd name="connsiteX2" fmla="*/ 48032 w 61554"/>
                <a:gd name="connsiteY2" fmla="*/ 7793 h 125953"/>
                <a:gd name="connsiteX3" fmla="*/ 53587 w 61554"/>
                <a:gd name="connsiteY3" fmla="*/ 13029 h 125953"/>
                <a:gd name="connsiteX4" fmla="*/ 61694 w 61554"/>
                <a:gd name="connsiteY4" fmla="*/ 5321 h 125953"/>
                <a:gd name="connsiteX5" fmla="*/ 31517 w 61554"/>
                <a:gd name="connsiteY5" fmla="*/ 103494 h 125953"/>
                <a:gd name="connsiteX6" fmla="*/ 13051 w 61554"/>
                <a:gd name="connsiteY6" fmla="*/ 122838 h 125953"/>
                <a:gd name="connsiteX7" fmla="*/ 7196 w 61554"/>
                <a:gd name="connsiteY7" fmla="*/ 121529 h 125953"/>
                <a:gd name="connsiteX8" fmla="*/ 13952 w 61554"/>
                <a:gd name="connsiteY8" fmla="*/ 113821 h 125953"/>
                <a:gd name="connsiteX9" fmla="*/ 8247 w 61554"/>
                <a:gd name="connsiteY9" fmla="*/ 108730 h 125953"/>
                <a:gd name="connsiteX10" fmla="*/ 139 w 61554"/>
                <a:gd name="connsiteY10" fmla="*/ 117021 h 125953"/>
                <a:gd name="connsiteX11" fmla="*/ 13351 w 61554"/>
                <a:gd name="connsiteY11" fmla="*/ 126038 h 125953"/>
                <a:gd name="connsiteX12" fmla="*/ 41576 w 61554"/>
                <a:gd name="connsiteY12" fmla="*/ 103931 h 125953"/>
                <a:gd name="connsiteX13" fmla="*/ 55389 w 61554"/>
                <a:gd name="connsiteY13" fmla="*/ 50699 h 125953"/>
                <a:gd name="connsiteX14" fmla="*/ 56139 w 61554"/>
                <a:gd name="connsiteY14" fmla="*/ 45317 h 125953"/>
                <a:gd name="connsiteX15" fmla="*/ 42327 w 61554"/>
                <a:gd name="connsiteY15" fmla="*/ 31937 h 125953"/>
                <a:gd name="connsiteX16" fmla="*/ 18456 w 61554"/>
                <a:gd name="connsiteY16" fmla="*/ 54335 h 125953"/>
                <a:gd name="connsiteX17" fmla="*/ 20257 w 61554"/>
                <a:gd name="connsiteY17" fmla="*/ 55789 h 125953"/>
                <a:gd name="connsiteX18" fmla="*/ 22960 w 61554"/>
                <a:gd name="connsiteY18" fmla="*/ 52880 h 125953"/>
                <a:gd name="connsiteX19" fmla="*/ 41877 w 61554"/>
                <a:gd name="connsiteY19" fmla="*/ 35136 h 125953"/>
                <a:gd name="connsiteX20" fmla="*/ 46681 w 61554"/>
                <a:gd name="connsiteY20" fmla="*/ 41827 h 125953"/>
                <a:gd name="connsiteX21" fmla="*/ 45630 w 61554"/>
                <a:gd name="connsiteY21" fmla="*/ 49244 h 125953"/>
                <a:gd name="connsiteX22" fmla="*/ 31517 w 61554"/>
                <a:gd name="connsiteY22" fmla="*/ 103494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21"/>
                  </a:moveTo>
                  <a:cubicBezTo>
                    <a:pt x="61694" y="2557"/>
                    <a:pt x="59593" y="85"/>
                    <a:pt x="55989" y="85"/>
                  </a:cubicBezTo>
                  <a:cubicBezTo>
                    <a:pt x="52536" y="85"/>
                    <a:pt x="48032" y="3430"/>
                    <a:pt x="48032" y="7793"/>
                  </a:cubicBezTo>
                  <a:cubicBezTo>
                    <a:pt x="48032" y="10702"/>
                    <a:pt x="50134" y="13029"/>
                    <a:pt x="53587" y="13029"/>
                  </a:cubicBezTo>
                  <a:cubicBezTo>
                    <a:pt x="57641" y="13029"/>
                    <a:pt x="61694" y="9248"/>
                    <a:pt x="61694" y="5321"/>
                  </a:cubicBezTo>
                  <a:close/>
                  <a:moveTo>
                    <a:pt x="31517" y="103494"/>
                  </a:moveTo>
                  <a:cubicBezTo>
                    <a:pt x="28665" y="114548"/>
                    <a:pt x="21459" y="122838"/>
                    <a:pt x="13051" y="122838"/>
                  </a:cubicBezTo>
                  <a:cubicBezTo>
                    <a:pt x="12150" y="122838"/>
                    <a:pt x="9898" y="122838"/>
                    <a:pt x="7196" y="121529"/>
                  </a:cubicBezTo>
                  <a:cubicBezTo>
                    <a:pt x="11700" y="120511"/>
                    <a:pt x="13952" y="116730"/>
                    <a:pt x="13952" y="113821"/>
                  </a:cubicBezTo>
                  <a:cubicBezTo>
                    <a:pt x="13952" y="111494"/>
                    <a:pt x="12300" y="108730"/>
                    <a:pt x="8247" y="108730"/>
                  </a:cubicBezTo>
                  <a:cubicBezTo>
                    <a:pt x="4493" y="108730"/>
                    <a:pt x="139" y="111785"/>
                    <a:pt x="139" y="117021"/>
                  </a:cubicBezTo>
                  <a:cubicBezTo>
                    <a:pt x="139" y="122838"/>
                    <a:pt x="6145" y="126038"/>
                    <a:pt x="13351" y="126038"/>
                  </a:cubicBezTo>
                  <a:cubicBezTo>
                    <a:pt x="23861" y="126038"/>
                    <a:pt x="37823" y="118330"/>
                    <a:pt x="41576" y="103931"/>
                  </a:cubicBezTo>
                  <a:lnTo>
                    <a:pt x="55389" y="50699"/>
                  </a:lnTo>
                  <a:cubicBezTo>
                    <a:pt x="56139" y="47790"/>
                    <a:pt x="56139" y="45754"/>
                    <a:pt x="56139" y="45317"/>
                  </a:cubicBezTo>
                  <a:cubicBezTo>
                    <a:pt x="56139" y="37027"/>
                    <a:pt x="49834" y="31937"/>
                    <a:pt x="42327" y="31937"/>
                  </a:cubicBezTo>
                  <a:cubicBezTo>
                    <a:pt x="27013" y="31937"/>
                    <a:pt x="18456" y="53026"/>
                    <a:pt x="18456" y="54335"/>
                  </a:cubicBezTo>
                  <a:cubicBezTo>
                    <a:pt x="18456" y="55789"/>
                    <a:pt x="19957" y="55789"/>
                    <a:pt x="20257" y="55789"/>
                  </a:cubicBezTo>
                  <a:cubicBezTo>
                    <a:pt x="21609" y="55789"/>
                    <a:pt x="21759" y="55644"/>
                    <a:pt x="22960" y="52880"/>
                  </a:cubicBezTo>
                  <a:cubicBezTo>
                    <a:pt x="26713" y="44008"/>
                    <a:pt x="33619" y="35136"/>
                    <a:pt x="41877" y="35136"/>
                  </a:cubicBezTo>
                  <a:cubicBezTo>
                    <a:pt x="43979" y="35136"/>
                    <a:pt x="46681" y="35718"/>
                    <a:pt x="46681" y="41827"/>
                  </a:cubicBezTo>
                  <a:cubicBezTo>
                    <a:pt x="46681" y="45172"/>
                    <a:pt x="46231" y="46772"/>
                    <a:pt x="45630" y="49244"/>
                  </a:cubicBezTo>
                  <a:lnTo>
                    <a:pt x="31517" y="1034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1" name="Freeform: Shape 60">
              <a:extLst>
                <a:ext uri="{FF2B5EF4-FFF2-40B4-BE49-F238E27FC236}">
                  <a16:creationId xmlns:a16="http://schemas.microsoft.com/office/drawing/2014/main" id="{41F796E2-6C96-A214-FC82-0C598FD383C1}"/>
                </a:ext>
              </a:extLst>
            </p:cNvPr>
            <p:cNvSpPr/>
            <p:nvPr>
              <p:custDataLst>
                <p:tags r:id="rId77"/>
              </p:custDataLst>
            </p:nvPr>
          </p:nvSpPr>
          <p:spPr>
            <a:xfrm>
              <a:off x="9204097" y="5993091"/>
              <a:ext cx="34831" cy="145442"/>
            </a:xfrm>
            <a:custGeom>
              <a:avLst/>
              <a:gdLst>
                <a:gd name="connsiteX0" fmla="*/ 34975 w 34831"/>
                <a:gd name="connsiteY0" fmla="*/ 72806 h 145442"/>
                <a:gd name="connsiteX1" fmla="*/ 25066 w 34831"/>
                <a:gd name="connsiteY1" fmla="*/ 27428 h 145442"/>
                <a:gd name="connsiteX2" fmla="*/ 1646 w 34831"/>
                <a:gd name="connsiteY2" fmla="*/ 85 h 145442"/>
                <a:gd name="connsiteX3" fmla="*/ 144 w 34831"/>
                <a:gd name="connsiteY3" fmla="*/ 1539 h 145442"/>
                <a:gd name="connsiteX4" fmla="*/ 2997 w 34831"/>
                <a:gd name="connsiteY4" fmla="*/ 4884 h 145442"/>
                <a:gd name="connsiteX5" fmla="*/ 26267 w 34831"/>
                <a:gd name="connsiteY5" fmla="*/ 72806 h 145442"/>
                <a:gd name="connsiteX6" fmla="*/ 2096 w 34831"/>
                <a:gd name="connsiteY6" fmla="*/ 141600 h 145442"/>
                <a:gd name="connsiteX7" fmla="*/ 144 w 34831"/>
                <a:gd name="connsiteY7" fmla="*/ 144073 h 145442"/>
                <a:gd name="connsiteX8" fmla="*/ 1646 w 34831"/>
                <a:gd name="connsiteY8" fmla="*/ 145527 h 145442"/>
                <a:gd name="connsiteX9" fmla="*/ 25517 w 34831"/>
                <a:gd name="connsiteY9" fmla="*/ 117166 h 145442"/>
                <a:gd name="connsiteX10" fmla="*/ 34975 w 34831"/>
                <a:gd name="connsiteY10" fmla="*/ 72806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806"/>
                  </a:moveTo>
                  <a:cubicBezTo>
                    <a:pt x="34975" y="61462"/>
                    <a:pt x="33324" y="43863"/>
                    <a:pt x="25066" y="27428"/>
                  </a:cubicBezTo>
                  <a:cubicBezTo>
                    <a:pt x="16058" y="9539"/>
                    <a:pt x="3147" y="85"/>
                    <a:pt x="1646" y="85"/>
                  </a:cubicBezTo>
                  <a:cubicBezTo>
                    <a:pt x="745" y="85"/>
                    <a:pt x="144" y="667"/>
                    <a:pt x="144" y="1539"/>
                  </a:cubicBezTo>
                  <a:cubicBezTo>
                    <a:pt x="144" y="1976"/>
                    <a:pt x="144" y="2266"/>
                    <a:pt x="2997" y="4884"/>
                  </a:cubicBezTo>
                  <a:cubicBezTo>
                    <a:pt x="17710" y="19283"/>
                    <a:pt x="26267" y="42409"/>
                    <a:pt x="26267" y="72806"/>
                  </a:cubicBezTo>
                  <a:cubicBezTo>
                    <a:pt x="26267" y="97677"/>
                    <a:pt x="20713" y="123275"/>
                    <a:pt x="2096" y="141600"/>
                  </a:cubicBezTo>
                  <a:cubicBezTo>
                    <a:pt x="144" y="143346"/>
                    <a:pt x="144" y="143637"/>
                    <a:pt x="144" y="144073"/>
                  </a:cubicBezTo>
                  <a:cubicBezTo>
                    <a:pt x="144" y="144946"/>
                    <a:pt x="745" y="145527"/>
                    <a:pt x="1646" y="145527"/>
                  </a:cubicBezTo>
                  <a:cubicBezTo>
                    <a:pt x="3147" y="145527"/>
                    <a:pt x="16659" y="135637"/>
                    <a:pt x="25517" y="117166"/>
                  </a:cubicBezTo>
                  <a:cubicBezTo>
                    <a:pt x="33174" y="101167"/>
                    <a:pt x="34975" y="85023"/>
                    <a:pt x="34975" y="7280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2" name="Freeform: Shape 61">
              <a:extLst>
                <a:ext uri="{FF2B5EF4-FFF2-40B4-BE49-F238E27FC236}">
                  <a16:creationId xmlns:a16="http://schemas.microsoft.com/office/drawing/2014/main" id="{21EBAE18-0AFD-A176-6673-0EB928ACE442}"/>
                </a:ext>
              </a:extLst>
            </p:cNvPr>
            <p:cNvSpPr/>
            <p:nvPr>
              <p:custDataLst>
                <p:tags r:id="rId78"/>
              </p:custDataLst>
            </p:nvPr>
          </p:nvSpPr>
          <p:spPr>
            <a:xfrm>
              <a:off x="9322051" y="5949029"/>
              <a:ext cx="99839" cy="34033"/>
            </a:xfrm>
            <a:custGeom>
              <a:avLst/>
              <a:gdLst>
                <a:gd name="connsiteX0" fmla="*/ 94887 w 99839"/>
                <a:gd name="connsiteY0" fmla="*/ 5896 h 34033"/>
                <a:gd name="connsiteX1" fmla="*/ 99991 w 99839"/>
                <a:gd name="connsiteY1" fmla="*/ 2987 h 34033"/>
                <a:gd name="connsiteX2" fmla="*/ 95037 w 99839"/>
                <a:gd name="connsiteY2" fmla="*/ 78 h 34033"/>
                <a:gd name="connsiteX3" fmla="*/ 5106 w 99839"/>
                <a:gd name="connsiteY3" fmla="*/ 78 h 34033"/>
                <a:gd name="connsiteX4" fmla="*/ 152 w 99839"/>
                <a:gd name="connsiteY4" fmla="*/ 2987 h 34033"/>
                <a:gd name="connsiteX5" fmla="*/ 5257 w 99839"/>
                <a:gd name="connsiteY5" fmla="*/ 5896 h 34033"/>
                <a:gd name="connsiteX6" fmla="*/ 94887 w 99839"/>
                <a:gd name="connsiteY6" fmla="*/ 5896 h 34033"/>
                <a:gd name="connsiteX7" fmla="*/ 95037 w 99839"/>
                <a:gd name="connsiteY7" fmla="*/ 34112 h 34033"/>
                <a:gd name="connsiteX8" fmla="*/ 99991 w 99839"/>
                <a:gd name="connsiteY8" fmla="*/ 31203 h 34033"/>
                <a:gd name="connsiteX9" fmla="*/ 94887 w 99839"/>
                <a:gd name="connsiteY9" fmla="*/ 28294 h 34033"/>
                <a:gd name="connsiteX10" fmla="*/ 5257 w 99839"/>
                <a:gd name="connsiteY10" fmla="*/ 28294 h 34033"/>
                <a:gd name="connsiteX11" fmla="*/ 152 w 99839"/>
                <a:gd name="connsiteY11" fmla="*/ 31203 h 34033"/>
                <a:gd name="connsiteX12" fmla="*/ 5106 w 99839"/>
                <a:gd name="connsiteY12" fmla="*/ 34112 h 34033"/>
                <a:gd name="connsiteX13" fmla="*/ 95037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4887" y="5896"/>
                  </a:moveTo>
                  <a:cubicBezTo>
                    <a:pt x="97139" y="5896"/>
                    <a:pt x="99991" y="5896"/>
                    <a:pt x="99991" y="2987"/>
                  </a:cubicBezTo>
                  <a:cubicBezTo>
                    <a:pt x="99991" y="78"/>
                    <a:pt x="97139" y="78"/>
                    <a:pt x="95037" y="78"/>
                  </a:cubicBezTo>
                  <a:lnTo>
                    <a:pt x="5106" y="78"/>
                  </a:lnTo>
                  <a:cubicBezTo>
                    <a:pt x="3005" y="78"/>
                    <a:pt x="152" y="78"/>
                    <a:pt x="152" y="2987"/>
                  </a:cubicBezTo>
                  <a:cubicBezTo>
                    <a:pt x="152" y="5896"/>
                    <a:pt x="3005" y="5896"/>
                    <a:pt x="5257" y="5896"/>
                  </a:cubicBezTo>
                  <a:lnTo>
                    <a:pt x="94887" y="5896"/>
                  </a:lnTo>
                  <a:close/>
                  <a:moveTo>
                    <a:pt x="95037" y="34112"/>
                  </a:moveTo>
                  <a:cubicBezTo>
                    <a:pt x="97139" y="34112"/>
                    <a:pt x="99991" y="34112"/>
                    <a:pt x="99991" y="31203"/>
                  </a:cubicBezTo>
                  <a:cubicBezTo>
                    <a:pt x="99991" y="28294"/>
                    <a:pt x="97139" y="28294"/>
                    <a:pt x="94887" y="28294"/>
                  </a:cubicBezTo>
                  <a:lnTo>
                    <a:pt x="5257" y="28294"/>
                  </a:lnTo>
                  <a:cubicBezTo>
                    <a:pt x="3005" y="28294"/>
                    <a:pt x="152" y="28294"/>
                    <a:pt x="152" y="31203"/>
                  </a:cubicBezTo>
                  <a:cubicBezTo>
                    <a:pt x="152" y="34112"/>
                    <a:pt x="3005" y="34112"/>
                    <a:pt x="5106" y="34112"/>
                  </a:cubicBezTo>
                  <a:lnTo>
                    <a:pt x="95037"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3" name="Freeform: Shape 62">
              <a:extLst>
                <a:ext uri="{FF2B5EF4-FFF2-40B4-BE49-F238E27FC236}">
                  <a16:creationId xmlns:a16="http://schemas.microsoft.com/office/drawing/2014/main" id="{D0C0300E-924F-0654-9ED3-B75074A04EC2}"/>
                </a:ext>
              </a:extLst>
            </p:cNvPr>
            <p:cNvSpPr/>
            <p:nvPr>
              <p:custDataLst>
                <p:tags r:id="rId79"/>
              </p:custDataLst>
            </p:nvPr>
          </p:nvSpPr>
          <p:spPr>
            <a:xfrm>
              <a:off x="9479024" y="5938121"/>
              <a:ext cx="57651" cy="65885"/>
            </a:xfrm>
            <a:custGeom>
              <a:avLst/>
              <a:gdLst>
                <a:gd name="connsiteX0" fmla="*/ 21331 w 57651"/>
                <a:gd name="connsiteY0" fmla="*/ 30766 h 65885"/>
                <a:gd name="connsiteX1" fmla="*/ 44302 w 57651"/>
                <a:gd name="connsiteY1" fmla="*/ 27421 h 65885"/>
                <a:gd name="connsiteX2" fmla="*/ 55562 w 57651"/>
                <a:gd name="connsiteY2" fmla="*/ 12441 h 65885"/>
                <a:gd name="connsiteX3" fmla="*/ 39498 w 57651"/>
                <a:gd name="connsiteY3" fmla="*/ 78 h 65885"/>
                <a:gd name="connsiteX4" fmla="*/ 163 w 57651"/>
                <a:gd name="connsiteY4" fmla="*/ 39638 h 65885"/>
                <a:gd name="connsiteX5" fmla="*/ 23734 w 57651"/>
                <a:gd name="connsiteY5" fmla="*/ 65963 h 65885"/>
                <a:gd name="connsiteX6" fmla="*/ 57814 w 57651"/>
                <a:gd name="connsiteY6" fmla="*/ 48801 h 65885"/>
                <a:gd name="connsiteX7" fmla="*/ 56012 w 57651"/>
                <a:gd name="connsiteY7" fmla="*/ 46910 h 65885"/>
                <a:gd name="connsiteX8" fmla="*/ 54061 w 57651"/>
                <a:gd name="connsiteY8" fmla="*/ 48365 h 65885"/>
                <a:gd name="connsiteX9" fmla="*/ 24034 w 57651"/>
                <a:gd name="connsiteY9" fmla="*/ 62764 h 65885"/>
                <a:gd name="connsiteX10" fmla="*/ 10972 w 57651"/>
                <a:gd name="connsiteY10" fmla="*/ 45892 h 65885"/>
                <a:gd name="connsiteX11" fmla="*/ 13374 w 57651"/>
                <a:gd name="connsiteY11" fmla="*/ 30766 h 65885"/>
                <a:gd name="connsiteX12" fmla="*/ 21331 w 57651"/>
                <a:gd name="connsiteY12" fmla="*/ 30766 h 65885"/>
                <a:gd name="connsiteX13" fmla="*/ 14275 w 57651"/>
                <a:gd name="connsiteY13" fmla="*/ 27567 h 65885"/>
                <a:gd name="connsiteX14" fmla="*/ 39498 w 57651"/>
                <a:gd name="connsiteY14" fmla="*/ 3278 h 65885"/>
                <a:gd name="connsiteX15" fmla="*/ 50608 w 57651"/>
                <a:gd name="connsiteY15" fmla="*/ 12441 h 65885"/>
                <a:gd name="connsiteX16" fmla="*/ 20431 w 57651"/>
                <a:gd name="connsiteY16" fmla="*/ 27567 h 65885"/>
                <a:gd name="connsiteX17" fmla="*/ 14275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31" y="30766"/>
                  </a:moveTo>
                  <a:cubicBezTo>
                    <a:pt x="25685" y="30766"/>
                    <a:pt x="36795" y="30475"/>
                    <a:pt x="44302" y="27421"/>
                  </a:cubicBezTo>
                  <a:cubicBezTo>
                    <a:pt x="54811" y="23058"/>
                    <a:pt x="55562" y="14477"/>
                    <a:pt x="55562" y="12441"/>
                  </a:cubicBezTo>
                  <a:cubicBezTo>
                    <a:pt x="55562" y="6041"/>
                    <a:pt x="49857" y="78"/>
                    <a:pt x="39498" y="78"/>
                  </a:cubicBezTo>
                  <a:cubicBezTo>
                    <a:pt x="22833" y="78"/>
                    <a:pt x="163" y="14186"/>
                    <a:pt x="163" y="39638"/>
                  </a:cubicBezTo>
                  <a:cubicBezTo>
                    <a:pt x="163" y="54473"/>
                    <a:pt x="9020" y="65963"/>
                    <a:pt x="23734" y="65963"/>
                  </a:cubicBezTo>
                  <a:cubicBezTo>
                    <a:pt x="45203" y="65963"/>
                    <a:pt x="57814" y="50547"/>
                    <a:pt x="57814" y="48801"/>
                  </a:cubicBezTo>
                  <a:cubicBezTo>
                    <a:pt x="57814" y="47929"/>
                    <a:pt x="56913" y="46910"/>
                    <a:pt x="56012" y="46910"/>
                  </a:cubicBezTo>
                  <a:cubicBezTo>
                    <a:pt x="55262" y="46910"/>
                    <a:pt x="54961" y="47201"/>
                    <a:pt x="54061" y="48365"/>
                  </a:cubicBezTo>
                  <a:cubicBezTo>
                    <a:pt x="42200" y="62764"/>
                    <a:pt x="25835" y="62764"/>
                    <a:pt x="24034" y="62764"/>
                  </a:cubicBezTo>
                  <a:cubicBezTo>
                    <a:pt x="12323" y="62764"/>
                    <a:pt x="10972" y="50547"/>
                    <a:pt x="10972" y="45892"/>
                  </a:cubicBezTo>
                  <a:cubicBezTo>
                    <a:pt x="10972" y="44147"/>
                    <a:pt x="11122" y="39638"/>
                    <a:pt x="13374" y="30766"/>
                  </a:cubicBezTo>
                  <a:lnTo>
                    <a:pt x="21331" y="30766"/>
                  </a:lnTo>
                  <a:close/>
                  <a:moveTo>
                    <a:pt x="14275" y="27567"/>
                  </a:moveTo>
                  <a:cubicBezTo>
                    <a:pt x="20130" y="5459"/>
                    <a:pt x="35594" y="3278"/>
                    <a:pt x="39498" y="3278"/>
                  </a:cubicBezTo>
                  <a:cubicBezTo>
                    <a:pt x="46554" y="3278"/>
                    <a:pt x="50608" y="7496"/>
                    <a:pt x="50608" y="12441"/>
                  </a:cubicBezTo>
                  <a:cubicBezTo>
                    <a:pt x="50608" y="27567"/>
                    <a:pt x="26586" y="27567"/>
                    <a:pt x="20431" y="27567"/>
                  </a:cubicBezTo>
                  <a:lnTo>
                    <a:pt x="14275"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6" name="Freeform: Shape 1855">
              <a:extLst>
                <a:ext uri="{FF2B5EF4-FFF2-40B4-BE49-F238E27FC236}">
                  <a16:creationId xmlns:a16="http://schemas.microsoft.com/office/drawing/2014/main" id="{7ED19B27-A67C-1698-A164-29D3BD57FEDC}"/>
                </a:ext>
              </a:extLst>
            </p:cNvPr>
            <p:cNvSpPr/>
            <p:nvPr>
              <p:custDataLst>
                <p:tags r:id="rId80"/>
              </p:custDataLst>
            </p:nvPr>
          </p:nvSpPr>
          <p:spPr>
            <a:xfrm>
              <a:off x="9554110" y="5865997"/>
              <a:ext cx="27324" cy="101707"/>
            </a:xfrm>
            <a:custGeom>
              <a:avLst/>
              <a:gdLst>
                <a:gd name="connsiteX0" fmla="*/ 25390 w 27324"/>
                <a:gd name="connsiteY0" fmla="*/ 74 h 101707"/>
                <a:gd name="connsiteX1" fmla="*/ 167 w 27324"/>
                <a:gd name="connsiteY1" fmla="*/ 50877 h 101707"/>
                <a:gd name="connsiteX2" fmla="*/ 25390 w 27324"/>
                <a:gd name="connsiteY2" fmla="*/ 101782 h 101707"/>
                <a:gd name="connsiteX3" fmla="*/ 27492 w 27324"/>
                <a:gd name="connsiteY3" fmla="*/ 100560 h 101707"/>
                <a:gd name="connsiteX4" fmla="*/ 26441 w 27324"/>
                <a:gd name="connsiteY4" fmla="*/ 99033 h 101707"/>
                <a:gd name="connsiteX5" fmla="*/ 7314 w 27324"/>
                <a:gd name="connsiteY5" fmla="*/ 50979 h 101707"/>
                <a:gd name="connsiteX6" fmla="*/ 26756 w 27324"/>
                <a:gd name="connsiteY6" fmla="*/ 2517 h 101707"/>
                <a:gd name="connsiteX7" fmla="*/ 27492 w 27324"/>
                <a:gd name="connsiteY7" fmla="*/ 1296 h 101707"/>
                <a:gd name="connsiteX8" fmla="*/ 25390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390" y="74"/>
                  </a:moveTo>
                  <a:cubicBezTo>
                    <a:pt x="5422" y="13716"/>
                    <a:pt x="167" y="35300"/>
                    <a:pt x="167" y="50877"/>
                  </a:cubicBezTo>
                  <a:cubicBezTo>
                    <a:pt x="167" y="65232"/>
                    <a:pt x="4581" y="87528"/>
                    <a:pt x="25390" y="101782"/>
                  </a:cubicBezTo>
                  <a:cubicBezTo>
                    <a:pt x="26230" y="101782"/>
                    <a:pt x="27492" y="101782"/>
                    <a:pt x="27492" y="100560"/>
                  </a:cubicBezTo>
                  <a:cubicBezTo>
                    <a:pt x="27492" y="99949"/>
                    <a:pt x="27176" y="99746"/>
                    <a:pt x="26441" y="99033"/>
                  </a:cubicBezTo>
                  <a:cubicBezTo>
                    <a:pt x="12463" y="86816"/>
                    <a:pt x="7314" y="69508"/>
                    <a:pt x="7314" y="50979"/>
                  </a:cubicBezTo>
                  <a:cubicBezTo>
                    <a:pt x="7314" y="23490"/>
                    <a:pt x="18138" y="10051"/>
                    <a:pt x="26756" y="2517"/>
                  </a:cubicBezTo>
                  <a:cubicBezTo>
                    <a:pt x="27176" y="2110"/>
                    <a:pt x="27492" y="1805"/>
                    <a:pt x="27492" y="1296"/>
                  </a:cubicBezTo>
                  <a:cubicBezTo>
                    <a:pt x="27492" y="74"/>
                    <a:pt x="26230" y="74"/>
                    <a:pt x="25390"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7" name="Freeform: Shape 1856">
              <a:extLst>
                <a:ext uri="{FF2B5EF4-FFF2-40B4-BE49-F238E27FC236}">
                  <a16:creationId xmlns:a16="http://schemas.microsoft.com/office/drawing/2014/main" id="{7FAFE43F-C220-2B28-4F19-09128FBD06B8}"/>
                </a:ext>
              </a:extLst>
            </p:cNvPr>
            <p:cNvSpPr/>
            <p:nvPr>
              <p:custDataLst>
                <p:tags r:id="rId81"/>
              </p:custDataLst>
            </p:nvPr>
          </p:nvSpPr>
          <p:spPr>
            <a:xfrm>
              <a:off x="9594196" y="5897456"/>
              <a:ext cx="62635" cy="66685"/>
            </a:xfrm>
            <a:custGeom>
              <a:avLst/>
              <a:gdLst>
                <a:gd name="connsiteX0" fmla="*/ 591 w 62635"/>
                <a:gd name="connsiteY0" fmla="*/ 61363 h 66685"/>
                <a:gd name="connsiteX1" fmla="*/ 170 w 62635"/>
                <a:gd name="connsiteY1" fmla="*/ 63501 h 66685"/>
                <a:gd name="connsiteX2" fmla="*/ 3743 w 62635"/>
                <a:gd name="connsiteY2" fmla="*/ 66759 h 66685"/>
                <a:gd name="connsiteX3" fmla="*/ 8788 w 62635"/>
                <a:gd name="connsiteY3" fmla="*/ 61669 h 66685"/>
                <a:gd name="connsiteX4" fmla="*/ 13622 w 62635"/>
                <a:gd name="connsiteY4" fmla="*/ 43038 h 66685"/>
                <a:gd name="connsiteX5" fmla="*/ 24867 w 62635"/>
                <a:gd name="connsiteY5" fmla="*/ 45990 h 66685"/>
                <a:gd name="connsiteX6" fmla="*/ 40001 w 62635"/>
                <a:gd name="connsiteY6" fmla="*/ 38660 h 66685"/>
                <a:gd name="connsiteX7" fmla="*/ 50825 w 62635"/>
                <a:gd name="connsiteY7" fmla="*/ 45990 h 66685"/>
                <a:gd name="connsiteX8" fmla="*/ 59128 w 62635"/>
                <a:gd name="connsiteY8" fmla="*/ 40594 h 66685"/>
                <a:gd name="connsiteX9" fmla="*/ 62806 w 62635"/>
                <a:gd name="connsiteY9" fmla="*/ 30413 h 66685"/>
                <a:gd name="connsiteX10" fmla="*/ 61125 w 62635"/>
                <a:gd name="connsiteY10" fmla="*/ 29090 h 66685"/>
                <a:gd name="connsiteX11" fmla="*/ 58813 w 62635"/>
                <a:gd name="connsiteY11" fmla="*/ 32246 h 66685"/>
                <a:gd name="connsiteX12" fmla="*/ 51141 w 62635"/>
                <a:gd name="connsiteY12" fmla="*/ 43139 h 66685"/>
                <a:gd name="connsiteX13" fmla="*/ 47673 w 62635"/>
                <a:gd name="connsiteY13" fmla="*/ 38151 h 66685"/>
                <a:gd name="connsiteX14" fmla="*/ 49249 w 62635"/>
                <a:gd name="connsiteY14" fmla="*/ 30108 h 66685"/>
                <a:gd name="connsiteX15" fmla="*/ 51561 w 62635"/>
                <a:gd name="connsiteY15" fmla="*/ 20945 h 66685"/>
                <a:gd name="connsiteX16" fmla="*/ 53978 w 62635"/>
                <a:gd name="connsiteY16" fmla="*/ 11884 h 66685"/>
                <a:gd name="connsiteX17" fmla="*/ 55765 w 62635"/>
                <a:gd name="connsiteY17" fmla="*/ 4350 h 66685"/>
                <a:gd name="connsiteX18" fmla="*/ 52297 w 62635"/>
                <a:gd name="connsiteY18" fmla="*/ 1092 h 66685"/>
                <a:gd name="connsiteX19" fmla="*/ 47988 w 62635"/>
                <a:gd name="connsiteY19" fmla="*/ 3535 h 66685"/>
                <a:gd name="connsiteX20" fmla="*/ 46306 w 62635"/>
                <a:gd name="connsiteY20" fmla="*/ 9440 h 66685"/>
                <a:gd name="connsiteX21" fmla="*/ 44099 w 62635"/>
                <a:gd name="connsiteY21" fmla="*/ 17891 h 66685"/>
                <a:gd name="connsiteX22" fmla="*/ 40842 w 62635"/>
                <a:gd name="connsiteY22" fmla="*/ 30617 h 66685"/>
                <a:gd name="connsiteX23" fmla="*/ 39160 w 62635"/>
                <a:gd name="connsiteY23" fmla="*/ 34689 h 66685"/>
                <a:gd name="connsiteX24" fmla="*/ 25288 w 62635"/>
                <a:gd name="connsiteY24" fmla="*/ 43139 h 66685"/>
                <a:gd name="connsiteX25" fmla="*/ 16670 w 62635"/>
                <a:gd name="connsiteY25" fmla="*/ 34078 h 66685"/>
                <a:gd name="connsiteX26" fmla="*/ 18457 w 62635"/>
                <a:gd name="connsiteY26" fmla="*/ 24610 h 66685"/>
                <a:gd name="connsiteX27" fmla="*/ 20769 w 62635"/>
                <a:gd name="connsiteY27" fmla="*/ 15447 h 66685"/>
                <a:gd name="connsiteX28" fmla="*/ 22240 w 62635"/>
                <a:gd name="connsiteY28" fmla="*/ 9746 h 66685"/>
                <a:gd name="connsiteX29" fmla="*/ 23816 w 62635"/>
                <a:gd name="connsiteY29" fmla="*/ 3332 h 66685"/>
                <a:gd name="connsiteX30" fmla="*/ 20243 w 62635"/>
                <a:gd name="connsiteY30" fmla="*/ 74 h 66685"/>
                <a:gd name="connsiteX31" fmla="*/ 15199 w 62635"/>
                <a:gd name="connsiteY31" fmla="*/ 4859 h 66685"/>
                <a:gd name="connsiteX32" fmla="*/ 591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591" y="61363"/>
                  </a:moveTo>
                  <a:cubicBezTo>
                    <a:pt x="170" y="62890"/>
                    <a:pt x="170" y="63400"/>
                    <a:pt x="170" y="63501"/>
                  </a:cubicBezTo>
                  <a:cubicBezTo>
                    <a:pt x="170" y="65741"/>
                    <a:pt x="2062" y="66759"/>
                    <a:pt x="3743" y="66759"/>
                  </a:cubicBezTo>
                  <a:cubicBezTo>
                    <a:pt x="7527" y="66759"/>
                    <a:pt x="8368" y="63400"/>
                    <a:pt x="8788" y="61669"/>
                  </a:cubicBezTo>
                  <a:cubicBezTo>
                    <a:pt x="8998" y="61160"/>
                    <a:pt x="11100" y="53015"/>
                    <a:pt x="13622" y="43038"/>
                  </a:cubicBezTo>
                  <a:cubicBezTo>
                    <a:pt x="16880" y="45176"/>
                    <a:pt x="21084" y="45990"/>
                    <a:pt x="24867" y="45990"/>
                  </a:cubicBezTo>
                  <a:cubicBezTo>
                    <a:pt x="33905" y="45990"/>
                    <a:pt x="39791" y="38863"/>
                    <a:pt x="40001" y="38660"/>
                  </a:cubicBezTo>
                  <a:cubicBezTo>
                    <a:pt x="41998" y="45685"/>
                    <a:pt x="49249" y="45990"/>
                    <a:pt x="50825" y="45990"/>
                  </a:cubicBezTo>
                  <a:cubicBezTo>
                    <a:pt x="54609" y="45990"/>
                    <a:pt x="57236" y="43750"/>
                    <a:pt x="59128" y="40594"/>
                  </a:cubicBezTo>
                  <a:cubicBezTo>
                    <a:pt x="61440" y="36624"/>
                    <a:pt x="62806" y="30820"/>
                    <a:pt x="62806" y="30413"/>
                  </a:cubicBezTo>
                  <a:cubicBezTo>
                    <a:pt x="62806" y="29090"/>
                    <a:pt x="61440" y="29090"/>
                    <a:pt x="61125" y="29090"/>
                  </a:cubicBezTo>
                  <a:cubicBezTo>
                    <a:pt x="59653" y="29090"/>
                    <a:pt x="59548" y="29497"/>
                    <a:pt x="58813" y="32246"/>
                  </a:cubicBezTo>
                  <a:cubicBezTo>
                    <a:pt x="57552" y="37133"/>
                    <a:pt x="55555" y="43139"/>
                    <a:pt x="51141" y="43139"/>
                  </a:cubicBezTo>
                  <a:cubicBezTo>
                    <a:pt x="48408" y="43139"/>
                    <a:pt x="47673" y="40900"/>
                    <a:pt x="47673" y="38151"/>
                  </a:cubicBezTo>
                  <a:cubicBezTo>
                    <a:pt x="47673" y="36420"/>
                    <a:pt x="48513" y="32755"/>
                    <a:pt x="49249" y="30108"/>
                  </a:cubicBezTo>
                  <a:cubicBezTo>
                    <a:pt x="49985" y="27359"/>
                    <a:pt x="51036" y="23185"/>
                    <a:pt x="51561" y="20945"/>
                  </a:cubicBezTo>
                  <a:lnTo>
                    <a:pt x="53978" y="11884"/>
                  </a:lnTo>
                  <a:cubicBezTo>
                    <a:pt x="54609" y="9339"/>
                    <a:pt x="55765" y="4859"/>
                    <a:pt x="55765" y="4350"/>
                  </a:cubicBezTo>
                  <a:cubicBezTo>
                    <a:pt x="55765" y="2314"/>
                    <a:pt x="54083" y="1092"/>
                    <a:pt x="52297" y="1092"/>
                  </a:cubicBezTo>
                  <a:cubicBezTo>
                    <a:pt x="51141" y="1092"/>
                    <a:pt x="49144" y="1601"/>
                    <a:pt x="47988" y="3535"/>
                  </a:cubicBezTo>
                  <a:cubicBezTo>
                    <a:pt x="47673" y="4146"/>
                    <a:pt x="46832" y="7404"/>
                    <a:pt x="46306" y="9440"/>
                  </a:cubicBezTo>
                  <a:lnTo>
                    <a:pt x="44099" y="17891"/>
                  </a:lnTo>
                  <a:lnTo>
                    <a:pt x="40842" y="30617"/>
                  </a:lnTo>
                  <a:cubicBezTo>
                    <a:pt x="40106" y="33162"/>
                    <a:pt x="40106" y="33366"/>
                    <a:pt x="39160" y="34689"/>
                  </a:cubicBezTo>
                  <a:cubicBezTo>
                    <a:pt x="35902" y="39169"/>
                    <a:pt x="31278" y="43139"/>
                    <a:pt x="25288" y="43139"/>
                  </a:cubicBezTo>
                  <a:cubicBezTo>
                    <a:pt x="16670" y="43139"/>
                    <a:pt x="16670" y="35911"/>
                    <a:pt x="16670" y="34078"/>
                  </a:cubicBezTo>
                  <a:cubicBezTo>
                    <a:pt x="16670" y="31431"/>
                    <a:pt x="16985" y="30108"/>
                    <a:pt x="18457" y="24610"/>
                  </a:cubicBezTo>
                  <a:cubicBezTo>
                    <a:pt x="19508" y="20130"/>
                    <a:pt x="19718" y="19418"/>
                    <a:pt x="20769" y="15447"/>
                  </a:cubicBezTo>
                  <a:lnTo>
                    <a:pt x="22240" y="9746"/>
                  </a:lnTo>
                  <a:cubicBezTo>
                    <a:pt x="22765" y="7608"/>
                    <a:pt x="23816" y="3739"/>
                    <a:pt x="23816" y="3332"/>
                  </a:cubicBezTo>
                  <a:cubicBezTo>
                    <a:pt x="23816" y="1499"/>
                    <a:pt x="22345" y="74"/>
                    <a:pt x="20243" y="74"/>
                  </a:cubicBezTo>
                  <a:cubicBezTo>
                    <a:pt x="16460" y="74"/>
                    <a:pt x="15514" y="3637"/>
                    <a:pt x="15199" y="4859"/>
                  </a:cubicBezTo>
                  <a:lnTo>
                    <a:pt x="591"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8" name="Freeform: Shape 1857">
              <a:extLst>
                <a:ext uri="{FF2B5EF4-FFF2-40B4-BE49-F238E27FC236}">
                  <a16:creationId xmlns:a16="http://schemas.microsoft.com/office/drawing/2014/main" id="{D26A6804-CF85-A9FE-F37D-A18ADF961919}"/>
                </a:ext>
              </a:extLst>
            </p:cNvPr>
            <p:cNvSpPr/>
            <p:nvPr>
              <p:custDataLst>
                <p:tags r:id="rId82"/>
              </p:custDataLst>
            </p:nvPr>
          </p:nvSpPr>
          <p:spPr>
            <a:xfrm>
              <a:off x="9664719" y="5908393"/>
              <a:ext cx="35506" cy="63412"/>
            </a:xfrm>
            <a:custGeom>
              <a:avLst/>
              <a:gdLst>
                <a:gd name="connsiteX0" fmla="*/ 35682 w 35506"/>
                <a:gd name="connsiteY0" fmla="*/ 3202 h 63412"/>
                <a:gd name="connsiteX1" fmla="*/ 32379 w 35506"/>
                <a:gd name="connsiteY1" fmla="*/ 75 h 63412"/>
                <a:gd name="connsiteX2" fmla="*/ 27725 w 35506"/>
                <a:gd name="connsiteY2" fmla="*/ 4438 h 63412"/>
                <a:gd name="connsiteX3" fmla="*/ 31028 w 35506"/>
                <a:gd name="connsiteY3" fmla="*/ 7565 h 63412"/>
                <a:gd name="connsiteX4" fmla="*/ 35682 w 35506"/>
                <a:gd name="connsiteY4" fmla="*/ 3202 h 63412"/>
                <a:gd name="connsiteX5" fmla="*/ 19317 w 35506"/>
                <a:gd name="connsiteY5" fmla="*/ 51852 h 63412"/>
                <a:gd name="connsiteX6" fmla="*/ 8583 w 35506"/>
                <a:gd name="connsiteY6" fmla="*/ 61015 h 63412"/>
                <a:gd name="connsiteX7" fmla="*/ 5880 w 35506"/>
                <a:gd name="connsiteY7" fmla="*/ 60652 h 63412"/>
                <a:gd name="connsiteX8" fmla="*/ 8207 w 35506"/>
                <a:gd name="connsiteY8" fmla="*/ 56797 h 63412"/>
                <a:gd name="connsiteX9" fmla="*/ 4829 w 35506"/>
                <a:gd name="connsiteY9" fmla="*/ 53816 h 63412"/>
                <a:gd name="connsiteX10" fmla="*/ 175 w 35506"/>
                <a:gd name="connsiteY10" fmla="*/ 58470 h 63412"/>
                <a:gd name="connsiteX11" fmla="*/ 8658 w 35506"/>
                <a:gd name="connsiteY11" fmla="*/ 63488 h 63412"/>
                <a:gd name="connsiteX12" fmla="*/ 25848 w 35506"/>
                <a:gd name="connsiteY12" fmla="*/ 51925 h 63412"/>
                <a:gd name="connsiteX13" fmla="*/ 32604 w 35506"/>
                <a:gd name="connsiteY13" fmla="*/ 25891 h 63412"/>
                <a:gd name="connsiteX14" fmla="*/ 32979 w 35506"/>
                <a:gd name="connsiteY14" fmla="*/ 23491 h 63412"/>
                <a:gd name="connsiteX15" fmla="*/ 23746 w 35506"/>
                <a:gd name="connsiteY15" fmla="*/ 16437 h 63412"/>
                <a:gd name="connsiteX16" fmla="*/ 9108 w 35506"/>
                <a:gd name="connsiteY16" fmla="*/ 27709 h 63412"/>
                <a:gd name="connsiteX17" fmla="*/ 10684 w 35506"/>
                <a:gd name="connsiteY17" fmla="*/ 28727 h 63412"/>
                <a:gd name="connsiteX18" fmla="*/ 12336 w 35506"/>
                <a:gd name="connsiteY18" fmla="*/ 27709 h 63412"/>
                <a:gd name="connsiteX19" fmla="*/ 23446 w 35506"/>
                <a:gd name="connsiteY19" fmla="*/ 18910 h 63412"/>
                <a:gd name="connsiteX20" fmla="*/ 26599 w 35506"/>
                <a:gd name="connsiteY20" fmla="*/ 22764 h 63412"/>
                <a:gd name="connsiteX21" fmla="*/ 26374 w 35506"/>
                <a:gd name="connsiteY21" fmla="*/ 24655 h 63412"/>
                <a:gd name="connsiteX22" fmla="*/ 19317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682" y="3202"/>
                  </a:moveTo>
                  <a:cubicBezTo>
                    <a:pt x="35682" y="1529"/>
                    <a:pt x="34406" y="75"/>
                    <a:pt x="32379" y="75"/>
                  </a:cubicBezTo>
                  <a:cubicBezTo>
                    <a:pt x="30052" y="75"/>
                    <a:pt x="27725" y="2256"/>
                    <a:pt x="27725" y="4438"/>
                  </a:cubicBezTo>
                  <a:cubicBezTo>
                    <a:pt x="27725" y="6183"/>
                    <a:pt x="29151" y="7565"/>
                    <a:pt x="31028" y="7565"/>
                  </a:cubicBezTo>
                  <a:cubicBezTo>
                    <a:pt x="33580" y="7565"/>
                    <a:pt x="35682" y="5238"/>
                    <a:pt x="35682" y="3202"/>
                  </a:cubicBezTo>
                  <a:close/>
                  <a:moveTo>
                    <a:pt x="19317" y="51852"/>
                  </a:moveTo>
                  <a:cubicBezTo>
                    <a:pt x="17891" y="57379"/>
                    <a:pt x="13162" y="61015"/>
                    <a:pt x="8583" y="61015"/>
                  </a:cubicBezTo>
                  <a:cubicBezTo>
                    <a:pt x="7306" y="61015"/>
                    <a:pt x="6481" y="60797"/>
                    <a:pt x="5880" y="60652"/>
                  </a:cubicBezTo>
                  <a:cubicBezTo>
                    <a:pt x="7682" y="59634"/>
                    <a:pt x="8207" y="57743"/>
                    <a:pt x="8207" y="56797"/>
                  </a:cubicBezTo>
                  <a:cubicBezTo>
                    <a:pt x="8207" y="55561"/>
                    <a:pt x="7306" y="53816"/>
                    <a:pt x="4829" y="53816"/>
                  </a:cubicBezTo>
                  <a:cubicBezTo>
                    <a:pt x="2277" y="53816"/>
                    <a:pt x="175" y="56070"/>
                    <a:pt x="175" y="58470"/>
                  </a:cubicBezTo>
                  <a:cubicBezTo>
                    <a:pt x="175" y="61597"/>
                    <a:pt x="3553" y="63488"/>
                    <a:pt x="8658" y="63488"/>
                  </a:cubicBezTo>
                  <a:cubicBezTo>
                    <a:pt x="13762" y="63488"/>
                    <a:pt x="23521" y="60943"/>
                    <a:pt x="25848" y="51925"/>
                  </a:cubicBezTo>
                  <a:lnTo>
                    <a:pt x="32604" y="25891"/>
                  </a:lnTo>
                  <a:cubicBezTo>
                    <a:pt x="32754" y="25164"/>
                    <a:pt x="32979" y="24509"/>
                    <a:pt x="32979" y="23491"/>
                  </a:cubicBezTo>
                  <a:cubicBezTo>
                    <a:pt x="32979" y="19346"/>
                    <a:pt x="29001" y="16437"/>
                    <a:pt x="23746" y="16437"/>
                  </a:cubicBezTo>
                  <a:cubicBezTo>
                    <a:pt x="14663" y="16437"/>
                    <a:pt x="9108" y="26255"/>
                    <a:pt x="9108" y="27709"/>
                  </a:cubicBezTo>
                  <a:cubicBezTo>
                    <a:pt x="9108" y="28727"/>
                    <a:pt x="10309" y="28727"/>
                    <a:pt x="10684" y="28727"/>
                  </a:cubicBezTo>
                  <a:cubicBezTo>
                    <a:pt x="11810" y="28727"/>
                    <a:pt x="11961" y="28436"/>
                    <a:pt x="12336" y="27709"/>
                  </a:cubicBezTo>
                  <a:cubicBezTo>
                    <a:pt x="15789" y="20582"/>
                    <a:pt x="20894" y="18910"/>
                    <a:pt x="23446" y="18910"/>
                  </a:cubicBezTo>
                  <a:cubicBezTo>
                    <a:pt x="26449" y="18910"/>
                    <a:pt x="26599" y="21528"/>
                    <a:pt x="26599" y="22764"/>
                  </a:cubicBezTo>
                  <a:cubicBezTo>
                    <a:pt x="26599" y="23782"/>
                    <a:pt x="26524" y="24073"/>
                    <a:pt x="26374" y="24655"/>
                  </a:cubicBezTo>
                  <a:lnTo>
                    <a:pt x="19317"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9" name="Freeform: Shape 1858">
              <a:extLst>
                <a:ext uri="{FF2B5EF4-FFF2-40B4-BE49-F238E27FC236}">
                  <a16:creationId xmlns:a16="http://schemas.microsoft.com/office/drawing/2014/main" id="{B59D31B9-4202-E774-5DAC-BE4AD124A4A7}"/>
                </a:ext>
              </a:extLst>
            </p:cNvPr>
            <p:cNvSpPr/>
            <p:nvPr>
              <p:custDataLst>
                <p:tags r:id="rId83"/>
              </p:custDataLst>
            </p:nvPr>
          </p:nvSpPr>
          <p:spPr>
            <a:xfrm>
              <a:off x="9729379" y="5914357"/>
              <a:ext cx="71043" cy="4988"/>
            </a:xfrm>
            <a:custGeom>
              <a:avLst/>
              <a:gdLst>
                <a:gd name="connsiteX0" fmla="*/ 67019 w 71043"/>
                <a:gd name="connsiteY0" fmla="*/ 5063 h 4988"/>
                <a:gd name="connsiteX1" fmla="*/ 71222 w 71043"/>
                <a:gd name="connsiteY1" fmla="*/ 2619 h 4988"/>
                <a:gd name="connsiteX2" fmla="*/ 67019 w 71043"/>
                <a:gd name="connsiteY2" fmla="*/ 74 h 4988"/>
                <a:gd name="connsiteX3" fmla="*/ 4383 w 71043"/>
                <a:gd name="connsiteY3" fmla="*/ 74 h 4988"/>
                <a:gd name="connsiteX4" fmla="*/ 179 w 71043"/>
                <a:gd name="connsiteY4" fmla="*/ 2517 h 4988"/>
                <a:gd name="connsiteX5" fmla="*/ 4383 w 71043"/>
                <a:gd name="connsiteY5" fmla="*/ 5063 h 4988"/>
                <a:gd name="connsiteX6" fmla="*/ 67019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19" y="5063"/>
                  </a:moveTo>
                  <a:cubicBezTo>
                    <a:pt x="68700" y="5063"/>
                    <a:pt x="71222" y="5063"/>
                    <a:pt x="71222" y="2619"/>
                  </a:cubicBezTo>
                  <a:cubicBezTo>
                    <a:pt x="71222" y="74"/>
                    <a:pt x="68805" y="74"/>
                    <a:pt x="67019" y="74"/>
                  </a:cubicBezTo>
                  <a:lnTo>
                    <a:pt x="4383" y="74"/>
                  </a:lnTo>
                  <a:cubicBezTo>
                    <a:pt x="2701" y="74"/>
                    <a:pt x="179" y="74"/>
                    <a:pt x="179" y="2517"/>
                  </a:cubicBezTo>
                  <a:cubicBezTo>
                    <a:pt x="179" y="5063"/>
                    <a:pt x="2596" y="5063"/>
                    <a:pt x="4383" y="5063"/>
                  </a:cubicBezTo>
                  <a:lnTo>
                    <a:pt x="67019"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0" name="Freeform: Shape 1859">
              <a:extLst>
                <a:ext uri="{FF2B5EF4-FFF2-40B4-BE49-F238E27FC236}">
                  <a16:creationId xmlns:a16="http://schemas.microsoft.com/office/drawing/2014/main" id="{00910C61-518E-FFB4-9C5B-8A4BB8D3F0F3}"/>
                </a:ext>
              </a:extLst>
            </p:cNvPr>
            <p:cNvSpPr/>
            <p:nvPr>
              <p:custDataLst>
                <p:tags r:id="rId84"/>
              </p:custDataLst>
            </p:nvPr>
          </p:nvSpPr>
          <p:spPr>
            <a:xfrm>
              <a:off x="9814070" y="5870884"/>
              <a:ext cx="73460" cy="91221"/>
            </a:xfrm>
            <a:custGeom>
              <a:avLst/>
              <a:gdLst>
                <a:gd name="connsiteX0" fmla="*/ 7016 w 73460"/>
                <a:gd name="connsiteY0" fmla="*/ 89056 h 91221"/>
                <a:gd name="connsiteX1" fmla="*/ 13427 w 73460"/>
                <a:gd name="connsiteY1" fmla="*/ 63909 h 91221"/>
                <a:gd name="connsiteX2" fmla="*/ 37283 w 73460"/>
                <a:gd name="connsiteY2" fmla="*/ 72868 h 91221"/>
                <a:gd name="connsiteX3" fmla="*/ 72805 w 73460"/>
                <a:gd name="connsiteY3" fmla="*/ 44565 h 91221"/>
                <a:gd name="connsiteX4" fmla="*/ 65659 w 73460"/>
                <a:gd name="connsiteY4" fmla="*/ 30719 h 91221"/>
                <a:gd name="connsiteX5" fmla="*/ 73646 w 73460"/>
                <a:gd name="connsiteY5" fmla="*/ 14531 h 91221"/>
                <a:gd name="connsiteX6" fmla="*/ 54939 w 73460"/>
                <a:gd name="connsiteY6" fmla="*/ 74 h 91221"/>
                <a:gd name="connsiteX7" fmla="*/ 16475 w 73460"/>
                <a:gd name="connsiteY7" fmla="*/ 26137 h 91221"/>
                <a:gd name="connsiteX8" fmla="*/ 605 w 73460"/>
                <a:gd name="connsiteY8" fmla="*/ 87732 h 91221"/>
                <a:gd name="connsiteX9" fmla="*/ 185 w 73460"/>
                <a:gd name="connsiteY9" fmla="*/ 89463 h 91221"/>
                <a:gd name="connsiteX10" fmla="*/ 3548 w 73460"/>
                <a:gd name="connsiteY10" fmla="*/ 91295 h 91221"/>
                <a:gd name="connsiteX11" fmla="*/ 7016 w 73460"/>
                <a:gd name="connsiteY11" fmla="*/ 89056 h 91221"/>
                <a:gd name="connsiteX12" fmla="*/ 39911 w 73460"/>
                <a:gd name="connsiteY12" fmla="*/ 32042 h 91221"/>
                <a:gd name="connsiteX13" fmla="*/ 46952 w 73460"/>
                <a:gd name="connsiteY13" fmla="*/ 31024 h 91221"/>
                <a:gd name="connsiteX14" fmla="*/ 51891 w 73460"/>
                <a:gd name="connsiteY14" fmla="*/ 31431 h 91221"/>
                <a:gd name="connsiteX15" fmla="*/ 45480 w 73460"/>
                <a:gd name="connsiteY15" fmla="*/ 32653 h 91221"/>
                <a:gd name="connsiteX16" fmla="*/ 39911 w 73460"/>
                <a:gd name="connsiteY16" fmla="*/ 32042 h 91221"/>
                <a:gd name="connsiteX17" fmla="*/ 56936 w 73460"/>
                <a:gd name="connsiteY17" fmla="*/ 27155 h 91221"/>
                <a:gd name="connsiteX18" fmla="*/ 47267 w 73460"/>
                <a:gd name="connsiteY18" fmla="*/ 26341 h 91221"/>
                <a:gd name="connsiteX19" fmla="*/ 33185 w 73460"/>
                <a:gd name="connsiteY19" fmla="*/ 32449 h 91221"/>
                <a:gd name="connsiteX20" fmla="*/ 45270 w 73460"/>
                <a:gd name="connsiteY20" fmla="*/ 37336 h 91221"/>
                <a:gd name="connsiteX21" fmla="*/ 58197 w 73460"/>
                <a:gd name="connsiteY21" fmla="*/ 35198 h 91221"/>
                <a:gd name="connsiteX22" fmla="*/ 59458 w 73460"/>
                <a:gd name="connsiteY22" fmla="*/ 40594 h 91221"/>
                <a:gd name="connsiteX23" fmla="*/ 53257 w 73460"/>
                <a:gd name="connsiteY23" fmla="*/ 60752 h 91221"/>
                <a:gd name="connsiteX24" fmla="*/ 37178 w 73460"/>
                <a:gd name="connsiteY24" fmla="*/ 68185 h 91221"/>
                <a:gd name="connsiteX25" fmla="*/ 16580 w 73460"/>
                <a:gd name="connsiteY25" fmla="*/ 53728 h 91221"/>
                <a:gd name="connsiteX26" fmla="*/ 18471 w 73460"/>
                <a:gd name="connsiteY26" fmla="*/ 44667 h 91221"/>
                <a:gd name="connsiteX27" fmla="*/ 22570 w 73460"/>
                <a:gd name="connsiteY27" fmla="*/ 28479 h 91221"/>
                <a:gd name="connsiteX28" fmla="*/ 33710 w 73460"/>
                <a:gd name="connsiteY28" fmla="*/ 11884 h 91221"/>
                <a:gd name="connsiteX29" fmla="*/ 54413 w 73460"/>
                <a:gd name="connsiteY29" fmla="*/ 4757 h 91221"/>
                <a:gd name="connsiteX30" fmla="*/ 61560 w 73460"/>
                <a:gd name="connsiteY30" fmla="*/ 10866 h 91221"/>
                <a:gd name="connsiteX31" fmla="*/ 56936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16" y="89056"/>
                  </a:moveTo>
                  <a:lnTo>
                    <a:pt x="13427" y="63909"/>
                  </a:lnTo>
                  <a:cubicBezTo>
                    <a:pt x="15424" y="66454"/>
                    <a:pt x="22465" y="72868"/>
                    <a:pt x="37283" y="72868"/>
                  </a:cubicBezTo>
                  <a:cubicBezTo>
                    <a:pt x="60824" y="72868"/>
                    <a:pt x="72805" y="57393"/>
                    <a:pt x="72805" y="44565"/>
                  </a:cubicBezTo>
                  <a:cubicBezTo>
                    <a:pt x="72805" y="38660"/>
                    <a:pt x="70388" y="33977"/>
                    <a:pt x="65659" y="30719"/>
                  </a:cubicBezTo>
                  <a:cubicBezTo>
                    <a:pt x="70283" y="27053"/>
                    <a:pt x="73646" y="20538"/>
                    <a:pt x="73646" y="14531"/>
                  </a:cubicBezTo>
                  <a:cubicBezTo>
                    <a:pt x="73646" y="6284"/>
                    <a:pt x="67550" y="74"/>
                    <a:pt x="54939" y="74"/>
                  </a:cubicBezTo>
                  <a:cubicBezTo>
                    <a:pt x="39385" y="74"/>
                    <a:pt x="20678" y="9644"/>
                    <a:pt x="16475" y="26137"/>
                  </a:cubicBezTo>
                  <a:lnTo>
                    <a:pt x="605" y="87732"/>
                  </a:lnTo>
                  <a:cubicBezTo>
                    <a:pt x="185" y="89157"/>
                    <a:pt x="185" y="89361"/>
                    <a:pt x="185" y="89463"/>
                  </a:cubicBezTo>
                  <a:cubicBezTo>
                    <a:pt x="185" y="91295"/>
                    <a:pt x="1972" y="91295"/>
                    <a:pt x="3548" y="91295"/>
                  </a:cubicBezTo>
                  <a:cubicBezTo>
                    <a:pt x="5650" y="91295"/>
                    <a:pt x="6491" y="91295"/>
                    <a:pt x="7016" y="89056"/>
                  </a:cubicBezTo>
                  <a:close/>
                  <a:moveTo>
                    <a:pt x="39911" y="32042"/>
                  </a:moveTo>
                  <a:cubicBezTo>
                    <a:pt x="41277" y="31431"/>
                    <a:pt x="42223" y="31024"/>
                    <a:pt x="46952" y="31024"/>
                  </a:cubicBezTo>
                  <a:cubicBezTo>
                    <a:pt x="48633" y="31024"/>
                    <a:pt x="50000" y="31024"/>
                    <a:pt x="51891" y="31431"/>
                  </a:cubicBezTo>
                  <a:cubicBezTo>
                    <a:pt x="49579" y="32653"/>
                    <a:pt x="47372" y="32653"/>
                    <a:pt x="45480" y="32653"/>
                  </a:cubicBezTo>
                  <a:cubicBezTo>
                    <a:pt x="42328" y="32653"/>
                    <a:pt x="42012" y="32551"/>
                    <a:pt x="39911" y="32042"/>
                  </a:cubicBezTo>
                  <a:close/>
                  <a:moveTo>
                    <a:pt x="56936" y="27155"/>
                  </a:moveTo>
                  <a:cubicBezTo>
                    <a:pt x="52942" y="26341"/>
                    <a:pt x="49369" y="26341"/>
                    <a:pt x="47267" y="26341"/>
                  </a:cubicBezTo>
                  <a:cubicBezTo>
                    <a:pt x="42748" y="26341"/>
                    <a:pt x="33185" y="26341"/>
                    <a:pt x="33185" y="32449"/>
                  </a:cubicBezTo>
                  <a:cubicBezTo>
                    <a:pt x="33185" y="37234"/>
                    <a:pt x="40121" y="37336"/>
                    <a:pt x="45270" y="37336"/>
                  </a:cubicBezTo>
                  <a:cubicBezTo>
                    <a:pt x="48318" y="37336"/>
                    <a:pt x="52627" y="37336"/>
                    <a:pt x="58197" y="35198"/>
                  </a:cubicBezTo>
                  <a:cubicBezTo>
                    <a:pt x="59143" y="36624"/>
                    <a:pt x="59458" y="38762"/>
                    <a:pt x="59458" y="40594"/>
                  </a:cubicBezTo>
                  <a:cubicBezTo>
                    <a:pt x="59458" y="44157"/>
                    <a:pt x="57251" y="55357"/>
                    <a:pt x="53257" y="60752"/>
                  </a:cubicBezTo>
                  <a:cubicBezTo>
                    <a:pt x="49474" y="65741"/>
                    <a:pt x="43694" y="68185"/>
                    <a:pt x="37178" y="68185"/>
                  </a:cubicBezTo>
                  <a:cubicBezTo>
                    <a:pt x="28245" y="68185"/>
                    <a:pt x="16580" y="64214"/>
                    <a:pt x="16580" y="53728"/>
                  </a:cubicBezTo>
                  <a:cubicBezTo>
                    <a:pt x="16580" y="51793"/>
                    <a:pt x="17631" y="47619"/>
                    <a:pt x="18471" y="44667"/>
                  </a:cubicBezTo>
                  <a:cubicBezTo>
                    <a:pt x="18997" y="42427"/>
                    <a:pt x="22360" y="29395"/>
                    <a:pt x="22570" y="28479"/>
                  </a:cubicBezTo>
                  <a:cubicBezTo>
                    <a:pt x="23516" y="24915"/>
                    <a:pt x="25302" y="17992"/>
                    <a:pt x="33710" y="11884"/>
                  </a:cubicBezTo>
                  <a:cubicBezTo>
                    <a:pt x="42328" y="5572"/>
                    <a:pt x="50630" y="4757"/>
                    <a:pt x="54413" y="4757"/>
                  </a:cubicBezTo>
                  <a:cubicBezTo>
                    <a:pt x="61560" y="4757"/>
                    <a:pt x="61560" y="9237"/>
                    <a:pt x="61560" y="10866"/>
                  </a:cubicBezTo>
                  <a:cubicBezTo>
                    <a:pt x="61560" y="13309"/>
                    <a:pt x="59668" y="22574"/>
                    <a:pt x="56936"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1" name="Freeform: Shape 1860">
              <a:extLst>
                <a:ext uri="{FF2B5EF4-FFF2-40B4-BE49-F238E27FC236}">
                  <a16:creationId xmlns:a16="http://schemas.microsoft.com/office/drawing/2014/main" id="{FA6414CC-497E-62BA-2863-A057AD080568}"/>
                </a:ext>
              </a:extLst>
            </p:cNvPr>
            <p:cNvSpPr/>
            <p:nvPr>
              <p:custDataLst>
                <p:tags r:id="rId85"/>
              </p:custDataLst>
            </p:nvPr>
          </p:nvSpPr>
          <p:spPr>
            <a:xfrm>
              <a:off x="9902267" y="5847994"/>
              <a:ext cx="62605" cy="50468"/>
            </a:xfrm>
            <a:custGeom>
              <a:avLst/>
              <a:gdLst>
                <a:gd name="connsiteX0" fmla="*/ 33595 w 62605"/>
                <a:gd name="connsiteY0" fmla="*/ 4143 h 50468"/>
                <a:gd name="connsiteX1" fmla="*/ 59568 w 62605"/>
                <a:gd name="connsiteY1" fmla="*/ 4143 h 50468"/>
                <a:gd name="connsiteX2" fmla="*/ 62796 w 62605"/>
                <a:gd name="connsiteY2" fmla="*/ 2107 h 50468"/>
                <a:gd name="connsiteX3" fmla="*/ 59568 w 62605"/>
                <a:gd name="connsiteY3" fmla="*/ 71 h 50468"/>
                <a:gd name="connsiteX4" fmla="*/ 3418 w 62605"/>
                <a:gd name="connsiteY4" fmla="*/ 71 h 50468"/>
                <a:gd name="connsiteX5" fmla="*/ 190 w 62605"/>
                <a:gd name="connsiteY5" fmla="*/ 2107 h 50468"/>
                <a:gd name="connsiteX6" fmla="*/ 3418 w 62605"/>
                <a:gd name="connsiteY6" fmla="*/ 4143 h 50468"/>
                <a:gd name="connsiteX7" fmla="*/ 29392 w 62605"/>
                <a:gd name="connsiteY7" fmla="*/ 4143 h 50468"/>
                <a:gd name="connsiteX8" fmla="*/ 29392 w 62605"/>
                <a:gd name="connsiteY8" fmla="*/ 47412 h 50468"/>
                <a:gd name="connsiteX9" fmla="*/ 31493 w 62605"/>
                <a:gd name="connsiteY9" fmla="*/ 50539 h 50468"/>
                <a:gd name="connsiteX10" fmla="*/ 33595 w 62605"/>
                <a:gd name="connsiteY10" fmla="*/ 47412 h 50468"/>
                <a:gd name="connsiteX11" fmla="*/ 33595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595" y="4143"/>
                  </a:moveTo>
                  <a:lnTo>
                    <a:pt x="59568" y="4143"/>
                  </a:lnTo>
                  <a:cubicBezTo>
                    <a:pt x="60770" y="4143"/>
                    <a:pt x="62796" y="4143"/>
                    <a:pt x="62796" y="2107"/>
                  </a:cubicBezTo>
                  <a:cubicBezTo>
                    <a:pt x="62796" y="71"/>
                    <a:pt x="60770" y="71"/>
                    <a:pt x="59568" y="71"/>
                  </a:cubicBezTo>
                  <a:lnTo>
                    <a:pt x="3418" y="71"/>
                  </a:lnTo>
                  <a:cubicBezTo>
                    <a:pt x="2292" y="71"/>
                    <a:pt x="190" y="71"/>
                    <a:pt x="190" y="2107"/>
                  </a:cubicBezTo>
                  <a:cubicBezTo>
                    <a:pt x="190" y="4143"/>
                    <a:pt x="2292" y="4143"/>
                    <a:pt x="3418" y="4143"/>
                  </a:cubicBezTo>
                  <a:lnTo>
                    <a:pt x="29392" y="4143"/>
                  </a:lnTo>
                  <a:lnTo>
                    <a:pt x="29392" y="47412"/>
                  </a:lnTo>
                  <a:cubicBezTo>
                    <a:pt x="29392" y="48503"/>
                    <a:pt x="29392" y="50539"/>
                    <a:pt x="31493" y="50539"/>
                  </a:cubicBezTo>
                  <a:cubicBezTo>
                    <a:pt x="33595" y="50539"/>
                    <a:pt x="33595" y="48576"/>
                    <a:pt x="33595" y="47412"/>
                  </a:cubicBezTo>
                  <a:lnTo>
                    <a:pt x="33595"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2" name="Freeform: Shape 1861">
              <a:extLst>
                <a:ext uri="{FF2B5EF4-FFF2-40B4-BE49-F238E27FC236}">
                  <a16:creationId xmlns:a16="http://schemas.microsoft.com/office/drawing/2014/main" id="{06EC5E25-BD44-F598-6036-F6315669DC9A}"/>
                </a:ext>
              </a:extLst>
            </p:cNvPr>
            <p:cNvSpPr/>
            <p:nvPr>
              <p:custDataLst>
                <p:tags r:id="rId86"/>
              </p:custDataLst>
            </p:nvPr>
          </p:nvSpPr>
          <p:spPr>
            <a:xfrm>
              <a:off x="9985392" y="5897151"/>
              <a:ext cx="64422" cy="45203"/>
            </a:xfrm>
            <a:custGeom>
              <a:avLst/>
              <a:gdLst>
                <a:gd name="connsiteX0" fmla="*/ 38030 w 64422"/>
                <a:gd name="connsiteY0" fmla="*/ 20639 h 45203"/>
                <a:gd name="connsiteX1" fmla="*/ 52533 w 64422"/>
                <a:gd name="connsiteY1" fmla="*/ 6488 h 45203"/>
                <a:gd name="connsiteX2" fmla="*/ 62307 w 64422"/>
                <a:gd name="connsiteY2" fmla="*/ 5775 h 45203"/>
                <a:gd name="connsiteX3" fmla="*/ 62307 w 64422"/>
                <a:gd name="connsiteY3" fmla="*/ 74 h 45203"/>
                <a:gd name="connsiteX4" fmla="*/ 52113 w 64422"/>
                <a:gd name="connsiteY4" fmla="*/ 481 h 45203"/>
                <a:gd name="connsiteX5" fmla="*/ 40447 w 64422"/>
                <a:gd name="connsiteY5" fmla="*/ 74 h 45203"/>
                <a:gd name="connsiteX6" fmla="*/ 40447 w 64422"/>
                <a:gd name="connsiteY6" fmla="*/ 5775 h 45203"/>
                <a:gd name="connsiteX7" fmla="*/ 43285 w 64422"/>
                <a:gd name="connsiteY7" fmla="*/ 6386 h 45203"/>
                <a:gd name="connsiteX8" fmla="*/ 33406 w 64422"/>
                <a:gd name="connsiteY8" fmla="*/ 16058 h 45203"/>
                <a:gd name="connsiteX9" fmla="*/ 23212 w 64422"/>
                <a:gd name="connsiteY9" fmla="*/ 5775 h 45203"/>
                <a:gd name="connsiteX10" fmla="*/ 26049 w 64422"/>
                <a:gd name="connsiteY10" fmla="*/ 5775 h 45203"/>
                <a:gd name="connsiteX11" fmla="*/ 26049 w 64422"/>
                <a:gd name="connsiteY11" fmla="*/ 74 h 45203"/>
                <a:gd name="connsiteX12" fmla="*/ 12702 w 64422"/>
                <a:gd name="connsiteY12" fmla="*/ 481 h 45203"/>
                <a:gd name="connsiteX13" fmla="*/ 827 w 64422"/>
                <a:gd name="connsiteY13" fmla="*/ 74 h 45203"/>
                <a:gd name="connsiteX14" fmla="*/ 827 w 64422"/>
                <a:gd name="connsiteY14" fmla="*/ 5775 h 45203"/>
                <a:gd name="connsiteX15" fmla="*/ 8709 w 64422"/>
                <a:gd name="connsiteY15" fmla="*/ 5775 h 45203"/>
                <a:gd name="connsiteX16" fmla="*/ 25944 w 64422"/>
                <a:gd name="connsiteY16" fmla="*/ 23185 h 45203"/>
                <a:gd name="connsiteX17" fmla="*/ 10811 w 64422"/>
                <a:gd name="connsiteY17" fmla="*/ 37947 h 45203"/>
                <a:gd name="connsiteX18" fmla="*/ 6082 w 64422"/>
                <a:gd name="connsiteY18" fmla="*/ 39474 h 45203"/>
                <a:gd name="connsiteX19" fmla="*/ 196 w 64422"/>
                <a:gd name="connsiteY19" fmla="*/ 39576 h 45203"/>
                <a:gd name="connsiteX20" fmla="*/ 196 w 64422"/>
                <a:gd name="connsiteY20" fmla="*/ 45277 h 45203"/>
                <a:gd name="connsiteX21" fmla="*/ 10390 w 64422"/>
                <a:gd name="connsiteY21" fmla="*/ 44870 h 45203"/>
                <a:gd name="connsiteX22" fmla="*/ 22056 w 64422"/>
                <a:gd name="connsiteY22" fmla="*/ 45277 h 45203"/>
                <a:gd name="connsiteX23" fmla="*/ 22056 w 64422"/>
                <a:gd name="connsiteY23" fmla="*/ 39576 h 45203"/>
                <a:gd name="connsiteX24" fmla="*/ 19218 w 64422"/>
                <a:gd name="connsiteY24" fmla="*/ 38863 h 45203"/>
                <a:gd name="connsiteX25" fmla="*/ 30568 w 64422"/>
                <a:gd name="connsiteY25" fmla="*/ 27868 h 45203"/>
                <a:gd name="connsiteX26" fmla="*/ 42234 w 64422"/>
                <a:gd name="connsiteY26" fmla="*/ 39576 h 45203"/>
                <a:gd name="connsiteX27" fmla="*/ 39501 w 64422"/>
                <a:gd name="connsiteY27" fmla="*/ 39576 h 45203"/>
                <a:gd name="connsiteX28" fmla="*/ 39501 w 64422"/>
                <a:gd name="connsiteY28" fmla="*/ 45277 h 45203"/>
                <a:gd name="connsiteX29" fmla="*/ 52848 w 64422"/>
                <a:gd name="connsiteY29" fmla="*/ 44870 h 45203"/>
                <a:gd name="connsiteX30" fmla="*/ 64619 w 64422"/>
                <a:gd name="connsiteY30" fmla="*/ 45277 h 45203"/>
                <a:gd name="connsiteX31" fmla="*/ 64619 w 64422"/>
                <a:gd name="connsiteY31" fmla="*/ 39576 h 45203"/>
                <a:gd name="connsiteX32" fmla="*/ 56842 w 64422"/>
                <a:gd name="connsiteY32" fmla="*/ 39576 h 45203"/>
                <a:gd name="connsiteX33" fmla="*/ 38030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30" y="20639"/>
                  </a:moveTo>
                  <a:lnTo>
                    <a:pt x="52533" y="6488"/>
                  </a:lnTo>
                  <a:cubicBezTo>
                    <a:pt x="55055" y="5775"/>
                    <a:pt x="57788" y="5775"/>
                    <a:pt x="62307" y="5775"/>
                  </a:cubicBezTo>
                  <a:lnTo>
                    <a:pt x="62307" y="74"/>
                  </a:lnTo>
                  <a:cubicBezTo>
                    <a:pt x="58944" y="379"/>
                    <a:pt x="55476" y="481"/>
                    <a:pt x="52113" y="481"/>
                  </a:cubicBezTo>
                  <a:cubicBezTo>
                    <a:pt x="48539" y="481"/>
                    <a:pt x="41288" y="176"/>
                    <a:pt x="40447" y="74"/>
                  </a:cubicBezTo>
                  <a:lnTo>
                    <a:pt x="40447" y="5775"/>
                  </a:lnTo>
                  <a:cubicBezTo>
                    <a:pt x="41813" y="5775"/>
                    <a:pt x="42549" y="5979"/>
                    <a:pt x="43285" y="6386"/>
                  </a:cubicBezTo>
                  <a:lnTo>
                    <a:pt x="33406" y="16058"/>
                  </a:lnTo>
                  <a:lnTo>
                    <a:pt x="23212" y="5775"/>
                  </a:lnTo>
                  <a:lnTo>
                    <a:pt x="26049" y="5775"/>
                  </a:lnTo>
                  <a:lnTo>
                    <a:pt x="26049" y="74"/>
                  </a:lnTo>
                  <a:cubicBezTo>
                    <a:pt x="25419" y="74"/>
                    <a:pt x="17116" y="481"/>
                    <a:pt x="12702" y="481"/>
                  </a:cubicBezTo>
                  <a:cubicBezTo>
                    <a:pt x="8709" y="481"/>
                    <a:pt x="4820" y="379"/>
                    <a:pt x="827" y="74"/>
                  </a:cubicBezTo>
                  <a:lnTo>
                    <a:pt x="827" y="5775"/>
                  </a:lnTo>
                  <a:lnTo>
                    <a:pt x="8709" y="5775"/>
                  </a:lnTo>
                  <a:lnTo>
                    <a:pt x="25944" y="23185"/>
                  </a:lnTo>
                  <a:lnTo>
                    <a:pt x="10811" y="37947"/>
                  </a:lnTo>
                  <a:cubicBezTo>
                    <a:pt x="9445" y="39169"/>
                    <a:pt x="9339" y="39271"/>
                    <a:pt x="6082" y="39474"/>
                  </a:cubicBezTo>
                  <a:cubicBezTo>
                    <a:pt x="4400" y="39576"/>
                    <a:pt x="722" y="39576"/>
                    <a:pt x="196" y="39576"/>
                  </a:cubicBezTo>
                  <a:lnTo>
                    <a:pt x="196" y="45277"/>
                  </a:lnTo>
                  <a:cubicBezTo>
                    <a:pt x="3559" y="44972"/>
                    <a:pt x="7027" y="44870"/>
                    <a:pt x="10390" y="44870"/>
                  </a:cubicBezTo>
                  <a:cubicBezTo>
                    <a:pt x="13228" y="44870"/>
                    <a:pt x="20690" y="45176"/>
                    <a:pt x="22056" y="45277"/>
                  </a:cubicBezTo>
                  <a:lnTo>
                    <a:pt x="22056" y="39576"/>
                  </a:lnTo>
                  <a:cubicBezTo>
                    <a:pt x="20374" y="39576"/>
                    <a:pt x="19954" y="39372"/>
                    <a:pt x="19218" y="38863"/>
                  </a:cubicBezTo>
                  <a:lnTo>
                    <a:pt x="30568" y="27868"/>
                  </a:lnTo>
                  <a:lnTo>
                    <a:pt x="42234" y="39576"/>
                  </a:lnTo>
                  <a:lnTo>
                    <a:pt x="39501" y="39576"/>
                  </a:lnTo>
                  <a:lnTo>
                    <a:pt x="39501" y="45277"/>
                  </a:lnTo>
                  <a:cubicBezTo>
                    <a:pt x="39607" y="45277"/>
                    <a:pt x="48014" y="44870"/>
                    <a:pt x="52848" y="44870"/>
                  </a:cubicBezTo>
                  <a:cubicBezTo>
                    <a:pt x="56737" y="44870"/>
                    <a:pt x="60730" y="44972"/>
                    <a:pt x="64619" y="45277"/>
                  </a:cubicBezTo>
                  <a:lnTo>
                    <a:pt x="64619" y="39576"/>
                  </a:lnTo>
                  <a:lnTo>
                    <a:pt x="56842" y="39576"/>
                  </a:lnTo>
                  <a:lnTo>
                    <a:pt x="38030"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3" name="Freeform: Shape 1862">
              <a:extLst>
                <a:ext uri="{FF2B5EF4-FFF2-40B4-BE49-F238E27FC236}">
                  <a16:creationId xmlns:a16="http://schemas.microsoft.com/office/drawing/2014/main" id="{C7DDAA45-69D1-205F-5B75-B898A57FC8E7}"/>
                </a:ext>
              </a:extLst>
            </p:cNvPr>
            <p:cNvSpPr/>
            <p:nvPr>
              <p:custDataLst>
                <p:tags r:id="rId87"/>
              </p:custDataLst>
            </p:nvPr>
          </p:nvSpPr>
          <p:spPr>
            <a:xfrm>
              <a:off x="10060927" y="5865997"/>
              <a:ext cx="27219" cy="101707"/>
            </a:xfrm>
            <a:custGeom>
              <a:avLst/>
              <a:gdLst>
                <a:gd name="connsiteX0" fmla="*/ 2198 w 27219"/>
                <a:gd name="connsiteY0" fmla="*/ 74 h 101707"/>
                <a:gd name="connsiteX1" fmla="*/ 201 w 27219"/>
                <a:gd name="connsiteY1" fmla="*/ 1296 h 101707"/>
                <a:gd name="connsiteX2" fmla="*/ 1147 w 27219"/>
                <a:gd name="connsiteY2" fmla="*/ 2823 h 101707"/>
                <a:gd name="connsiteX3" fmla="*/ 20274 w 27219"/>
                <a:gd name="connsiteY3" fmla="*/ 50877 h 101707"/>
                <a:gd name="connsiteX4" fmla="*/ 2093 w 27219"/>
                <a:gd name="connsiteY4" fmla="*/ 98218 h 101707"/>
                <a:gd name="connsiteX5" fmla="*/ 201 w 27219"/>
                <a:gd name="connsiteY5" fmla="*/ 100560 h 101707"/>
                <a:gd name="connsiteX6" fmla="*/ 1567 w 27219"/>
                <a:gd name="connsiteY6" fmla="*/ 101782 h 101707"/>
                <a:gd name="connsiteX7" fmla="*/ 19749 w 27219"/>
                <a:gd name="connsiteY7" fmla="*/ 82336 h 101707"/>
                <a:gd name="connsiteX8" fmla="*/ 27420 w 27219"/>
                <a:gd name="connsiteY8" fmla="*/ 50979 h 101707"/>
                <a:gd name="connsiteX9" fmla="*/ 219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198" y="74"/>
                  </a:moveTo>
                  <a:cubicBezTo>
                    <a:pt x="1462" y="74"/>
                    <a:pt x="201" y="74"/>
                    <a:pt x="201" y="1296"/>
                  </a:cubicBezTo>
                  <a:cubicBezTo>
                    <a:pt x="201" y="1805"/>
                    <a:pt x="516" y="2110"/>
                    <a:pt x="1147" y="2823"/>
                  </a:cubicBezTo>
                  <a:cubicBezTo>
                    <a:pt x="10185" y="10866"/>
                    <a:pt x="20274" y="24610"/>
                    <a:pt x="20274" y="50877"/>
                  </a:cubicBezTo>
                  <a:cubicBezTo>
                    <a:pt x="20274" y="72155"/>
                    <a:pt x="13443" y="88241"/>
                    <a:pt x="2093" y="98218"/>
                  </a:cubicBezTo>
                  <a:cubicBezTo>
                    <a:pt x="306" y="99949"/>
                    <a:pt x="201" y="100051"/>
                    <a:pt x="201" y="100560"/>
                  </a:cubicBezTo>
                  <a:cubicBezTo>
                    <a:pt x="201" y="101069"/>
                    <a:pt x="516" y="101782"/>
                    <a:pt x="1567" y="101782"/>
                  </a:cubicBezTo>
                  <a:cubicBezTo>
                    <a:pt x="2828" y="101782"/>
                    <a:pt x="12812" y="95062"/>
                    <a:pt x="19749" y="82336"/>
                  </a:cubicBezTo>
                  <a:cubicBezTo>
                    <a:pt x="24373" y="73886"/>
                    <a:pt x="27420" y="62890"/>
                    <a:pt x="27420" y="50979"/>
                  </a:cubicBezTo>
                  <a:cubicBezTo>
                    <a:pt x="27420" y="36624"/>
                    <a:pt x="23006" y="14327"/>
                    <a:pt x="219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4" name="Freeform: Shape 1863">
              <a:extLst>
                <a:ext uri="{FF2B5EF4-FFF2-40B4-BE49-F238E27FC236}">
                  <a16:creationId xmlns:a16="http://schemas.microsoft.com/office/drawing/2014/main" id="{B4E6F880-0460-E667-14A0-FB53ECCF09F1}"/>
                </a:ext>
              </a:extLst>
            </p:cNvPr>
            <p:cNvSpPr/>
            <p:nvPr>
              <p:custDataLst>
                <p:tags r:id="rId88"/>
              </p:custDataLst>
            </p:nvPr>
          </p:nvSpPr>
          <p:spPr>
            <a:xfrm>
              <a:off x="10162053" y="5963137"/>
              <a:ext cx="91731" cy="5817"/>
            </a:xfrm>
            <a:custGeom>
              <a:avLst/>
              <a:gdLst>
                <a:gd name="connsiteX0" fmla="*/ 86685 w 91731"/>
                <a:gd name="connsiteY0" fmla="*/ 5896 h 5817"/>
                <a:gd name="connsiteX1" fmla="*/ 91939 w 91731"/>
                <a:gd name="connsiteY1" fmla="*/ 2987 h 5817"/>
                <a:gd name="connsiteX2" fmla="*/ 86685 w 91731"/>
                <a:gd name="connsiteY2" fmla="*/ 78 h 5817"/>
                <a:gd name="connsiteX3" fmla="*/ 5462 w 91731"/>
                <a:gd name="connsiteY3" fmla="*/ 78 h 5817"/>
                <a:gd name="connsiteX4" fmla="*/ 207 w 91731"/>
                <a:gd name="connsiteY4" fmla="*/ 2987 h 5817"/>
                <a:gd name="connsiteX5" fmla="*/ 5462 w 91731"/>
                <a:gd name="connsiteY5" fmla="*/ 5896 h 5817"/>
                <a:gd name="connsiteX6" fmla="*/ 86685 w 91731"/>
                <a:gd name="connsiteY6" fmla="*/ 5896 h 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31" h="5817">
                  <a:moveTo>
                    <a:pt x="86685" y="5896"/>
                  </a:moveTo>
                  <a:cubicBezTo>
                    <a:pt x="89237" y="5896"/>
                    <a:pt x="91939" y="5896"/>
                    <a:pt x="91939" y="2987"/>
                  </a:cubicBezTo>
                  <a:cubicBezTo>
                    <a:pt x="91939" y="78"/>
                    <a:pt x="89237" y="78"/>
                    <a:pt x="86685" y="78"/>
                  </a:cubicBezTo>
                  <a:lnTo>
                    <a:pt x="5462" y="78"/>
                  </a:lnTo>
                  <a:cubicBezTo>
                    <a:pt x="2910" y="78"/>
                    <a:pt x="207" y="78"/>
                    <a:pt x="207" y="2987"/>
                  </a:cubicBezTo>
                  <a:cubicBezTo>
                    <a:pt x="207" y="5896"/>
                    <a:pt x="2910" y="5896"/>
                    <a:pt x="5462" y="5896"/>
                  </a:cubicBezTo>
                  <a:lnTo>
                    <a:pt x="86685" y="58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5" name="Freeform: Shape 1864">
              <a:extLst>
                <a:ext uri="{FF2B5EF4-FFF2-40B4-BE49-F238E27FC236}">
                  <a16:creationId xmlns:a16="http://schemas.microsoft.com/office/drawing/2014/main" id="{91A77AB2-A522-FF01-BD83-7FF06AAD2FF0}"/>
                </a:ext>
              </a:extLst>
            </p:cNvPr>
            <p:cNvSpPr/>
            <p:nvPr>
              <p:custDataLst>
                <p:tags r:id="rId89"/>
              </p:custDataLst>
            </p:nvPr>
          </p:nvSpPr>
          <p:spPr>
            <a:xfrm>
              <a:off x="10249599" y="5928085"/>
              <a:ext cx="133319" cy="75920"/>
            </a:xfrm>
            <a:custGeom>
              <a:avLst/>
              <a:gdLst>
                <a:gd name="connsiteX0" fmla="*/ 117168 w 133319"/>
                <a:gd name="connsiteY0" fmla="*/ 40947 h 75920"/>
                <a:gd name="connsiteX1" fmla="*/ 103656 w 133319"/>
                <a:gd name="connsiteY1" fmla="*/ 54910 h 75920"/>
                <a:gd name="connsiteX2" fmla="*/ 95699 w 133319"/>
                <a:gd name="connsiteY2" fmla="*/ 74254 h 75920"/>
                <a:gd name="connsiteX3" fmla="*/ 98701 w 133319"/>
                <a:gd name="connsiteY3" fmla="*/ 75999 h 75920"/>
                <a:gd name="connsiteX4" fmla="*/ 102004 w 133319"/>
                <a:gd name="connsiteY4" fmla="*/ 73090 h 75920"/>
                <a:gd name="connsiteX5" fmla="*/ 131281 w 133319"/>
                <a:gd name="connsiteY5" fmla="*/ 39929 h 75920"/>
                <a:gd name="connsiteX6" fmla="*/ 133533 w 133319"/>
                <a:gd name="connsiteY6" fmla="*/ 38038 h 75920"/>
                <a:gd name="connsiteX7" fmla="*/ 132332 w 133319"/>
                <a:gd name="connsiteY7" fmla="*/ 36439 h 75920"/>
                <a:gd name="connsiteX8" fmla="*/ 101854 w 133319"/>
                <a:gd name="connsiteY8" fmla="*/ 2260 h 75920"/>
                <a:gd name="connsiteX9" fmla="*/ 98701 w 133319"/>
                <a:gd name="connsiteY9" fmla="*/ 78 h 75920"/>
                <a:gd name="connsiteX10" fmla="*/ 95699 w 133319"/>
                <a:gd name="connsiteY10" fmla="*/ 1823 h 75920"/>
                <a:gd name="connsiteX11" fmla="*/ 103356 w 133319"/>
                <a:gd name="connsiteY11" fmla="*/ 21022 h 75920"/>
                <a:gd name="connsiteX12" fmla="*/ 117168 w 133319"/>
                <a:gd name="connsiteY12" fmla="*/ 35130 h 75920"/>
                <a:gd name="connsiteX13" fmla="*/ 5618 w 133319"/>
                <a:gd name="connsiteY13" fmla="*/ 35130 h 75920"/>
                <a:gd name="connsiteX14" fmla="*/ 214 w 133319"/>
                <a:gd name="connsiteY14" fmla="*/ 38038 h 75920"/>
                <a:gd name="connsiteX15" fmla="*/ 5618 w 133319"/>
                <a:gd name="connsiteY15" fmla="*/ 40947 h 75920"/>
                <a:gd name="connsiteX16" fmla="*/ 117168 w 133319"/>
                <a:gd name="connsiteY16" fmla="*/ 40947 h 7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19" h="75920">
                  <a:moveTo>
                    <a:pt x="117168" y="40947"/>
                  </a:moveTo>
                  <a:cubicBezTo>
                    <a:pt x="108911" y="47056"/>
                    <a:pt x="104857" y="53019"/>
                    <a:pt x="103656" y="54910"/>
                  </a:cubicBezTo>
                  <a:cubicBezTo>
                    <a:pt x="96900" y="64945"/>
                    <a:pt x="95699" y="74108"/>
                    <a:pt x="95699" y="74254"/>
                  </a:cubicBezTo>
                  <a:cubicBezTo>
                    <a:pt x="95699" y="75999"/>
                    <a:pt x="97500" y="75999"/>
                    <a:pt x="98701" y="75999"/>
                  </a:cubicBezTo>
                  <a:cubicBezTo>
                    <a:pt x="101254" y="75999"/>
                    <a:pt x="101404" y="75708"/>
                    <a:pt x="102004" y="73090"/>
                  </a:cubicBezTo>
                  <a:cubicBezTo>
                    <a:pt x="105458" y="58837"/>
                    <a:pt x="114315" y="46620"/>
                    <a:pt x="131281" y="39929"/>
                  </a:cubicBezTo>
                  <a:cubicBezTo>
                    <a:pt x="133082" y="39347"/>
                    <a:pt x="133533" y="39057"/>
                    <a:pt x="133533" y="38038"/>
                  </a:cubicBezTo>
                  <a:cubicBezTo>
                    <a:pt x="133533" y="37020"/>
                    <a:pt x="132632" y="36584"/>
                    <a:pt x="132332" y="36439"/>
                  </a:cubicBezTo>
                  <a:cubicBezTo>
                    <a:pt x="125726" y="33966"/>
                    <a:pt x="107559" y="26694"/>
                    <a:pt x="101854" y="2260"/>
                  </a:cubicBezTo>
                  <a:cubicBezTo>
                    <a:pt x="101404" y="514"/>
                    <a:pt x="101254" y="78"/>
                    <a:pt x="98701" y="78"/>
                  </a:cubicBezTo>
                  <a:cubicBezTo>
                    <a:pt x="97500" y="78"/>
                    <a:pt x="95699" y="78"/>
                    <a:pt x="95699" y="1823"/>
                  </a:cubicBezTo>
                  <a:cubicBezTo>
                    <a:pt x="95699" y="2114"/>
                    <a:pt x="97050" y="11277"/>
                    <a:pt x="103356" y="21022"/>
                  </a:cubicBezTo>
                  <a:cubicBezTo>
                    <a:pt x="106358" y="25385"/>
                    <a:pt x="110712" y="30475"/>
                    <a:pt x="117168" y="35130"/>
                  </a:cubicBezTo>
                  <a:lnTo>
                    <a:pt x="5618" y="35130"/>
                  </a:lnTo>
                  <a:cubicBezTo>
                    <a:pt x="2916" y="35130"/>
                    <a:pt x="214" y="35130"/>
                    <a:pt x="214" y="38038"/>
                  </a:cubicBezTo>
                  <a:cubicBezTo>
                    <a:pt x="214" y="40947"/>
                    <a:pt x="2916" y="40947"/>
                    <a:pt x="5618" y="40947"/>
                  </a:cubicBezTo>
                  <a:lnTo>
                    <a:pt x="117168" y="409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6" name="Freeform: Shape 1865">
              <a:extLst>
                <a:ext uri="{FF2B5EF4-FFF2-40B4-BE49-F238E27FC236}">
                  <a16:creationId xmlns:a16="http://schemas.microsoft.com/office/drawing/2014/main" id="{076CD447-D111-10F5-80FE-9DA230396917}"/>
                </a:ext>
              </a:extLst>
            </p:cNvPr>
            <p:cNvSpPr/>
            <p:nvPr>
              <p:custDataLst>
                <p:tags r:id="rId90"/>
              </p:custDataLst>
            </p:nvPr>
          </p:nvSpPr>
          <p:spPr>
            <a:xfrm>
              <a:off x="10440085" y="5938121"/>
              <a:ext cx="57651" cy="65885"/>
            </a:xfrm>
            <a:custGeom>
              <a:avLst/>
              <a:gdLst>
                <a:gd name="connsiteX0" fmla="*/ 21395 w 57651"/>
                <a:gd name="connsiteY0" fmla="*/ 30766 h 65885"/>
                <a:gd name="connsiteX1" fmla="*/ 44366 w 57651"/>
                <a:gd name="connsiteY1" fmla="*/ 27421 h 65885"/>
                <a:gd name="connsiteX2" fmla="*/ 55626 w 57651"/>
                <a:gd name="connsiteY2" fmla="*/ 12441 h 65885"/>
                <a:gd name="connsiteX3" fmla="*/ 39561 w 57651"/>
                <a:gd name="connsiteY3" fmla="*/ 78 h 65885"/>
                <a:gd name="connsiteX4" fmla="*/ 226 w 57651"/>
                <a:gd name="connsiteY4" fmla="*/ 39638 h 65885"/>
                <a:gd name="connsiteX5" fmla="*/ 23797 w 57651"/>
                <a:gd name="connsiteY5" fmla="*/ 65963 h 65885"/>
                <a:gd name="connsiteX6" fmla="*/ 57878 w 57651"/>
                <a:gd name="connsiteY6" fmla="*/ 48801 h 65885"/>
                <a:gd name="connsiteX7" fmla="*/ 56076 w 57651"/>
                <a:gd name="connsiteY7" fmla="*/ 46910 h 65885"/>
                <a:gd name="connsiteX8" fmla="*/ 54124 w 57651"/>
                <a:gd name="connsiteY8" fmla="*/ 48365 h 65885"/>
                <a:gd name="connsiteX9" fmla="*/ 24098 w 57651"/>
                <a:gd name="connsiteY9" fmla="*/ 62764 h 65885"/>
                <a:gd name="connsiteX10" fmla="*/ 11036 w 57651"/>
                <a:gd name="connsiteY10" fmla="*/ 45892 h 65885"/>
                <a:gd name="connsiteX11" fmla="*/ 13438 w 57651"/>
                <a:gd name="connsiteY11" fmla="*/ 30766 h 65885"/>
                <a:gd name="connsiteX12" fmla="*/ 21395 w 57651"/>
                <a:gd name="connsiteY12" fmla="*/ 30766 h 65885"/>
                <a:gd name="connsiteX13" fmla="*/ 14339 w 57651"/>
                <a:gd name="connsiteY13" fmla="*/ 27567 h 65885"/>
                <a:gd name="connsiteX14" fmla="*/ 39561 w 57651"/>
                <a:gd name="connsiteY14" fmla="*/ 3278 h 65885"/>
                <a:gd name="connsiteX15" fmla="*/ 50671 w 57651"/>
                <a:gd name="connsiteY15" fmla="*/ 12441 h 65885"/>
                <a:gd name="connsiteX16" fmla="*/ 20494 w 57651"/>
                <a:gd name="connsiteY16" fmla="*/ 27567 h 65885"/>
                <a:gd name="connsiteX17" fmla="*/ 1433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95" y="30766"/>
                  </a:moveTo>
                  <a:cubicBezTo>
                    <a:pt x="25749" y="30766"/>
                    <a:pt x="36859" y="30475"/>
                    <a:pt x="44366" y="27421"/>
                  </a:cubicBezTo>
                  <a:cubicBezTo>
                    <a:pt x="54875" y="23058"/>
                    <a:pt x="55626" y="14477"/>
                    <a:pt x="55626" y="12441"/>
                  </a:cubicBezTo>
                  <a:cubicBezTo>
                    <a:pt x="55626" y="6041"/>
                    <a:pt x="49921" y="78"/>
                    <a:pt x="39561" y="78"/>
                  </a:cubicBezTo>
                  <a:cubicBezTo>
                    <a:pt x="22897" y="78"/>
                    <a:pt x="226" y="14186"/>
                    <a:pt x="226" y="39638"/>
                  </a:cubicBezTo>
                  <a:cubicBezTo>
                    <a:pt x="226" y="54473"/>
                    <a:pt x="9084" y="65963"/>
                    <a:pt x="23797" y="65963"/>
                  </a:cubicBezTo>
                  <a:cubicBezTo>
                    <a:pt x="45267" y="65963"/>
                    <a:pt x="57878" y="50547"/>
                    <a:pt x="57878" y="48801"/>
                  </a:cubicBezTo>
                  <a:cubicBezTo>
                    <a:pt x="57878" y="47929"/>
                    <a:pt x="56977" y="46910"/>
                    <a:pt x="56076" y="46910"/>
                  </a:cubicBezTo>
                  <a:cubicBezTo>
                    <a:pt x="55325" y="46910"/>
                    <a:pt x="55025" y="47201"/>
                    <a:pt x="54124" y="48365"/>
                  </a:cubicBezTo>
                  <a:cubicBezTo>
                    <a:pt x="42264" y="62764"/>
                    <a:pt x="25899" y="62764"/>
                    <a:pt x="24098" y="62764"/>
                  </a:cubicBezTo>
                  <a:cubicBezTo>
                    <a:pt x="12387" y="62764"/>
                    <a:pt x="11036" y="50547"/>
                    <a:pt x="11036" y="45892"/>
                  </a:cubicBezTo>
                  <a:cubicBezTo>
                    <a:pt x="11036" y="44147"/>
                    <a:pt x="11186" y="39638"/>
                    <a:pt x="13438" y="30766"/>
                  </a:cubicBezTo>
                  <a:lnTo>
                    <a:pt x="21395" y="30766"/>
                  </a:lnTo>
                  <a:close/>
                  <a:moveTo>
                    <a:pt x="14339" y="27567"/>
                  </a:moveTo>
                  <a:cubicBezTo>
                    <a:pt x="20194" y="5459"/>
                    <a:pt x="35658" y="3278"/>
                    <a:pt x="39561" y="3278"/>
                  </a:cubicBezTo>
                  <a:cubicBezTo>
                    <a:pt x="46618" y="3278"/>
                    <a:pt x="50671" y="7496"/>
                    <a:pt x="50671" y="12441"/>
                  </a:cubicBezTo>
                  <a:cubicBezTo>
                    <a:pt x="50671" y="27567"/>
                    <a:pt x="26650" y="27567"/>
                    <a:pt x="20494" y="27567"/>
                  </a:cubicBezTo>
                  <a:lnTo>
                    <a:pt x="1433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7" name="Freeform: Shape 1866">
              <a:extLst>
                <a:ext uri="{FF2B5EF4-FFF2-40B4-BE49-F238E27FC236}">
                  <a16:creationId xmlns:a16="http://schemas.microsoft.com/office/drawing/2014/main" id="{339396EB-674B-13A6-C012-17904D822D3A}"/>
                </a:ext>
              </a:extLst>
            </p:cNvPr>
            <p:cNvSpPr/>
            <p:nvPr>
              <p:custDataLst>
                <p:tags r:id="rId91"/>
              </p:custDataLst>
            </p:nvPr>
          </p:nvSpPr>
          <p:spPr>
            <a:xfrm>
              <a:off x="10515171" y="5865997"/>
              <a:ext cx="27324" cy="101707"/>
            </a:xfrm>
            <a:custGeom>
              <a:avLst/>
              <a:gdLst>
                <a:gd name="connsiteX0" fmla="*/ 25453 w 27324"/>
                <a:gd name="connsiteY0" fmla="*/ 74 h 101707"/>
                <a:gd name="connsiteX1" fmla="*/ 231 w 27324"/>
                <a:gd name="connsiteY1" fmla="*/ 50877 h 101707"/>
                <a:gd name="connsiteX2" fmla="*/ 25453 w 27324"/>
                <a:gd name="connsiteY2" fmla="*/ 101782 h 101707"/>
                <a:gd name="connsiteX3" fmla="*/ 27555 w 27324"/>
                <a:gd name="connsiteY3" fmla="*/ 100560 h 101707"/>
                <a:gd name="connsiteX4" fmla="*/ 26504 w 27324"/>
                <a:gd name="connsiteY4" fmla="*/ 99033 h 101707"/>
                <a:gd name="connsiteX5" fmla="*/ 7377 w 27324"/>
                <a:gd name="connsiteY5" fmla="*/ 50979 h 101707"/>
                <a:gd name="connsiteX6" fmla="*/ 26820 w 27324"/>
                <a:gd name="connsiteY6" fmla="*/ 2517 h 101707"/>
                <a:gd name="connsiteX7" fmla="*/ 27555 w 27324"/>
                <a:gd name="connsiteY7" fmla="*/ 1296 h 101707"/>
                <a:gd name="connsiteX8" fmla="*/ 2545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453" y="74"/>
                  </a:moveTo>
                  <a:cubicBezTo>
                    <a:pt x="5486" y="13716"/>
                    <a:pt x="231" y="35300"/>
                    <a:pt x="231" y="50877"/>
                  </a:cubicBezTo>
                  <a:cubicBezTo>
                    <a:pt x="231" y="65232"/>
                    <a:pt x="4645" y="87528"/>
                    <a:pt x="25453" y="101782"/>
                  </a:cubicBezTo>
                  <a:cubicBezTo>
                    <a:pt x="26294" y="101782"/>
                    <a:pt x="27555" y="101782"/>
                    <a:pt x="27555" y="100560"/>
                  </a:cubicBezTo>
                  <a:cubicBezTo>
                    <a:pt x="27555" y="99949"/>
                    <a:pt x="27240" y="99746"/>
                    <a:pt x="26504" y="99033"/>
                  </a:cubicBezTo>
                  <a:cubicBezTo>
                    <a:pt x="12527" y="86816"/>
                    <a:pt x="7377" y="69508"/>
                    <a:pt x="7377" y="50979"/>
                  </a:cubicBezTo>
                  <a:cubicBezTo>
                    <a:pt x="7377" y="23490"/>
                    <a:pt x="18202" y="10051"/>
                    <a:pt x="26820" y="2517"/>
                  </a:cubicBezTo>
                  <a:cubicBezTo>
                    <a:pt x="27240" y="2110"/>
                    <a:pt x="27555" y="1805"/>
                    <a:pt x="27555" y="1296"/>
                  </a:cubicBezTo>
                  <a:cubicBezTo>
                    <a:pt x="27555" y="74"/>
                    <a:pt x="26294" y="74"/>
                    <a:pt x="2545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8" name="Freeform: Shape 1867">
              <a:extLst>
                <a:ext uri="{FF2B5EF4-FFF2-40B4-BE49-F238E27FC236}">
                  <a16:creationId xmlns:a16="http://schemas.microsoft.com/office/drawing/2014/main" id="{ACF4921F-0199-CCC1-CD97-7B7E6CDA69F7}"/>
                </a:ext>
              </a:extLst>
            </p:cNvPr>
            <p:cNvSpPr/>
            <p:nvPr>
              <p:custDataLst>
                <p:tags r:id="rId92"/>
              </p:custDataLst>
            </p:nvPr>
          </p:nvSpPr>
          <p:spPr>
            <a:xfrm>
              <a:off x="10555257" y="5897456"/>
              <a:ext cx="62635" cy="66685"/>
            </a:xfrm>
            <a:custGeom>
              <a:avLst/>
              <a:gdLst>
                <a:gd name="connsiteX0" fmla="*/ 654 w 62635"/>
                <a:gd name="connsiteY0" fmla="*/ 61363 h 66685"/>
                <a:gd name="connsiteX1" fmla="*/ 234 w 62635"/>
                <a:gd name="connsiteY1" fmla="*/ 63501 h 66685"/>
                <a:gd name="connsiteX2" fmla="*/ 3807 w 62635"/>
                <a:gd name="connsiteY2" fmla="*/ 66759 h 66685"/>
                <a:gd name="connsiteX3" fmla="*/ 8852 w 62635"/>
                <a:gd name="connsiteY3" fmla="*/ 61669 h 66685"/>
                <a:gd name="connsiteX4" fmla="*/ 13686 w 62635"/>
                <a:gd name="connsiteY4" fmla="*/ 43038 h 66685"/>
                <a:gd name="connsiteX5" fmla="*/ 24931 w 62635"/>
                <a:gd name="connsiteY5" fmla="*/ 45990 h 66685"/>
                <a:gd name="connsiteX6" fmla="*/ 40065 w 62635"/>
                <a:gd name="connsiteY6" fmla="*/ 38660 h 66685"/>
                <a:gd name="connsiteX7" fmla="*/ 50889 w 62635"/>
                <a:gd name="connsiteY7" fmla="*/ 45990 h 66685"/>
                <a:gd name="connsiteX8" fmla="*/ 59192 w 62635"/>
                <a:gd name="connsiteY8" fmla="*/ 40594 h 66685"/>
                <a:gd name="connsiteX9" fmla="*/ 62870 w 62635"/>
                <a:gd name="connsiteY9" fmla="*/ 30413 h 66685"/>
                <a:gd name="connsiteX10" fmla="*/ 61188 w 62635"/>
                <a:gd name="connsiteY10" fmla="*/ 29090 h 66685"/>
                <a:gd name="connsiteX11" fmla="*/ 58876 w 62635"/>
                <a:gd name="connsiteY11" fmla="*/ 32246 h 66685"/>
                <a:gd name="connsiteX12" fmla="*/ 51205 w 62635"/>
                <a:gd name="connsiteY12" fmla="*/ 43139 h 66685"/>
                <a:gd name="connsiteX13" fmla="*/ 47736 w 62635"/>
                <a:gd name="connsiteY13" fmla="*/ 38151 h 66685"/>
                <a:gd name="connsiteX14" fmla="*/ 49313 w 62635"/>
                <a:gd name="connsiteY14" fmla="*/ 30108 h 66685"/>
                <a:gd name="connsiteX15" fmla="*/ 51625 w 62635"/>
                <a:gd name="connsiteY15" fmla="*/ 20945 h 66685"/>
                <a:gd name="connsiteX16" fmla="*/ 54042 w 62635"/>
                <a:gd name="connsiteY16" fmla="*/ 11884 h 66685"/>
                <a:gd name="connsiteX17" fmla="*/ 55829 w 62635"/>
                <a:gd name="connsiteY17" fmla="*/ 4350 h 66685"/>
                <a:gd name="connsiteX18" fmla="*/ 52361 w 62635"/>
                <a:gd name="connsiteY18" fmla="*/ 1092 h 66685"/>
                <a:gd name="connsiteX19" fmla="*/ 48052 w 62635"/>
                <a:gd name="connsiteY19" fmla="*/ 3535 h 66685"/>
                <a:gd name="connsiteX20" fmla="*/ 46370 w 62635"/>
                <a:gd name="connsiteY20" fmla="*/ 9440 h 66685"/>
                <a:gd name="connsiteX21" fmla="*/ 44163 w 62635"/>
                <a:gd name="connsiteY21" fmla="*/ 17891 h 66685"/>
                <a:gd name="connsiteX22" fmla="*/ 40905 w 62635"/>
                <a:gd name="connsiteY22" fmla="*/ 30617 h 66685"/>
                <a:gd name="connsiteX23" fmla="*/ 39224 w 62635"/>
                <a:gd name="connsiteY23" fmla="*/ 34689 h 66685"/>
                <a:gd name="connsiteX24" fmla="*/ 25351 w 62635"/>
                <a:gd name="connsiteY24" fmla="*/ 43139 h 66685"/>
                <a:gd name="connsiteX25" fmla="*/ 16734 w 62635"/>
                <a:gd name="connsiteY25" fmla="*/ 34078 h 66685"/>
                <a:gd name="connsiteX26" fmla="*/ 18520 w 62635"/>
                <a:gd name="connsiteY26" fmla="*/ 24610 h 66685"/>
                <a:gd name="connsiteX27" fmla="*/ 20832 w 62635"/>
                <a:gd name="connsiteY27" fmla="*/ 15447 h 66685"/>
                <a:gd name="connsiteX28" fmla="*/ 22304 w 62635"/>
                <a:gd name="connsiteY28" fmla="*/ 9746 h 66685"/>
                <a:gd name="connsiteX29" fmla="*/ 23880 w 62635"/>
                <a:gd name="connsiteY29" fmla="*/ 3332 h 66685"/>
                <a:gd name="connsiteX30" fmla="*/ 20307 w 62635"/>
                <a:gd name="connsiteY30" fmla="*/ 74 h 66685"/>
                <a:gd name="connsiteX31" fmla="*/ 15262 w 62635"/>
                <a:gd name="connsiteY31" fmla="*/ 4859 h 66685"/>
                <a:gd name="connsiteX32" fmla="*/ 65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654" y="61363"/>
                  </a:moveTo>
                  <a:cubicBezTo>
                    <a:pt x="234" y="62890"/>
                    <a:pt x="234" y="63400"/>
                    <a:pt x="234" y="63501"/>
                  </a:cubicBezTo>
                  <a:cubicBezTo>
                    <a:pt x="234" y="65741"/>
                    <a:pt x="2126" y="66759"/>
                    <a:pt x="3807" y="66759"/>
                  </a:cubicBezTo>
                  <a:cubicBezTo>
                    <a:pt x="7591" y="66759"/>
                    <a:pt x="8431" y="63400"/>
                    <a:pt x="8852" y="61669"/>
                  </a:cubicBezTo>
                  <a:cubicBezTo>
                    <a:pt x="9062" y="61160"/>
                    <a:pt x="11164" y="53015"/>
                    <a:pt x="13686" y="43038"/>
                  </a:cubicBezTo>
                  <a:cubicBezTo>
                    <a:pt x="16944" y="45176"/>
                    <a:pt x="21148" y="45990"/>
                    <a:pt x="24931" y="45990"/>
                  </a:cubicBezTo>
                  <a:cubicBezTo>
                    <a:pt x="33969" y="45990"/>
                    <a:pt x="39854" y="38863"/>
                    <a:pt x="40065" y="38660"/>
                  </a:cubicBezTo>
                  <a:cubicBezTo>
                    <a:pt x="42061" y="45685"/>
                    <a:pt x="49313" y="45990"/>
                    <a:pt x="50889" y="45990"/>
                  </a:cubicBezTo>
                  <a:cubicBezTo>
                    <a:pt x="54673" y="45990"/>
                    <a:pt x="57300" y="43750"/>
                    <a:pt x="59192" y="40594"/>
                  </a:cubicBezTo>
                  <a:cubicBezTo>
                    <a:pt x="61504" y="36624"/>
                    <a:pt x="62870" y="30820"/>
                    <a:pt x="62870" y="30413"/>
                  </a:cubicBezTo>
                  <a:cubicBezTo>
                    <a:pt x="62870" y="29090"/>
                    <a:pt x="61504" y="29090"/>
                    <a:pt x="61188" y="29090"/>
                  </a:cubicBezTo>
                  <a:cubicBezTo>
                    <a:pt x="59717" y="29090"/>
                    <a:pt x="59612" y="29497"/>
                    <a:pt x="58876" y="32246"/>
                  </a:cubicBezTo>
                  <a:cubicBezTo>
                    <a:pt x="57615" y="37133"/>
                    <a:pt x="55618" y="43139"/>
                    <a:pt x="51205" y="43139"/>
                  </a:cubicBezTo>
                  <a:cubicBezTo>
                    <a:pt x="48472" y="43139"/>
                    <a:pt x="47736" y="40900"/>
                    <a:pt x="47736" y="38151"/>
                  </a:cubicBezTo>
                  <a:cubicBezTo>
                    <a:pt x="47736" y="36420"/>
                    <a:pt x="48577" y="32755"/>
                    <a:pt x="49313" y="30108"/>
                  </a:cubicBezTo>
                  <a:cubicBezTo>
                    <a:pt x="50049" y="27359"/>
                    <a:pt x="51099" y="23185"/>
                    <a:pt x="51625" y="20945"/>
                  </a:cubicBezTo>
                  <a:lnTo>
                    <a:pt x="54042" y="11884"/>
                  </a:lnTo>
                  <a:cubicBezTo>
                    <a:pt x="54673" y="9339"/>
                    <a:pt x="55829" y="4859"/>
                    <a:pt x="55829" y="4350"/>
                  </a:cubicBezTo>
                  <a:cubicBezTo>
                    <a:pt x="55829" y="2314"/>
                    <a:pt x="54147" y="1092"/>
                    <a:pt x="52361" y="1092"/>
                  </a:cubicBezTo>
                  <a:cubicBezTo>
                    <a:pt x="51205" y="1092"/>
                    <a:pt x="49208" y="1601"/>
                    <a:pt x="48052" y="3535"/>
                  </a:cubicBezTo>
                  <a:cubicBezTo>
                    <a:pt x="47736" y="4146"/>
                    <a:pt x="46896" y="7404"/>
                    <a:pt x="46370" y="9440"/>
                  </a:cubicBezTo>
                  <a:lnTo>
                    <a:pt x="44163" y="17891"/>
                  </a:lnTo>
                  <a:lnTo>
                    <a:pt x="40905" y="30617"/>
                  </a:lnTo>
                  <a:cubicBezTo>
                    <a:pt x="40170" y="33162"/>
                    <a:pt x="40170" y="33366"/>
                    <a:pt x="39224" y="34689"/>
                  </a:cubicBezTo>
                  <a:cubicBezTo>
                    <a:pt x="35966" y="39169"/>
                    <a:pt x="31342" y="43139"/>
                    <a:pt x="25351" y="43139"/>
                  </a:cubicBezTo>
                  <a:cubicBezTo>
                    <a:pt x="16734" y="43139"/>
                    <a:pt x="16734" y="35911"/>
                    <a:pt x="16734" y="34078"/>
                  </a:cubicBezTo>
                  <a:cubicBezTo>
                    <a:pt x="16734" y="31431"/>
                    <a:pt x="17049" y="30108"/>
                    <a:pt x="18520" y="24610"/>
                  </a:cubicBezTo>
                  <a:cubicBezTo>
                    <a:pt x="19571" y="20130"/>
                    <a:pt x="19781" y="19418"/>
                    <a:pt x="20832" y="15447"/>
                  </a:cubicBezTo>
                  <a:lnTo>
                    <a:pt x="22304" y="9746"/>
                  </a:lnTo>
                  <a:cubicBezTo>
                    <a:pt x="22829" y="7608"/>
                    <a:pt x="23880" y="3739"/>
                    <a:pt x="23880" y="3332"/>
                  </a:cubicBezTo>
                  <a:cubicBezTo>
                    <a:pt x="23880" y="1499"/>
                    <a:pt x="22409" y="74"/>
                    <a:pt x="20307" y="74"/>
                  </a:cubicBezTo>
                  <a:cubicBezTo>
                    <a:pt x="16524" y="74"/>
                    <a:pt x="15578" y="3637"/>
                    <a:pt x="15262" y="4859"/>
                  </a:cubicBezTo>
                  <a:lnTo>
                    <a:pt x="65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9" name="Freeform: Shape 1868">
              <a:extLst>
                <a:ext uri="{FF2B5EF4-FFF2-40B4-BE49-F238E27FC236}">
                  <a16:creationId xmlns:a16="http://schemas.microsoft.com/office/drawing/2014/main" id="{442BF69E-5B1A-300D-37D8-55265FE0140E}"/>
                </a:ext>
              </a:extLst>
            </p:cNvPr>
            <p:cNvSpPr/>
            <p:nvPr>
              <p:custDataLst>
                <p:tags r:id="rId93"/>
              </p:custDataLst>
            </p:nvPr>
          </p:nvSpPr>
          <p:spPr>
            <a:xfrm>
              <a:off x="10625780" y="5908393"/>
              <a:ext cx="35506" cy="63412"/>
            </a:xfrm>
            <a:custGeom>
              <a:avLst/>
              <a:gdLst>
                <a:gd name="connsiteX0" fmla="*/ 35746 w 35506"/>
                <a:gd name="connsiteY0" fmla="*/ 3202 h 63412"/>
                <a:gd name="connsiteX1" fmla="*/ 32443 w 35506"/>
                <a:gd name="connsiteY1" fmla="*/ 75 h 63412"/>
                <a:gd name="connsiteX2" fmla="*/ 27788 w 35506"/>
                <a:gd name="connsiteY2" fmla="*/ 4438 h 63412"/>
                <a:gd name="connsiteX3" fmla="*/ 31091 w 35506"/>
                <a:gd name="connsiteY3" fmla="*/ 7565 h 63412"/>
                <a:gd name="connsiteX4" fmla="*/ 35746 w 35506"/>
                <a:gd name="connsiteY4" fmla="*/ 3202 h 63412"/>
                <a:gd name="connsiteX5" fmla="*/ 19381 w 35506"/>
                <a:gd name="connsiteY5" fmla="*/ 51852 h 63412"/>
                <a:gd name="connsiteX6" fmla="*/ 8646 w 35506"/>
                <a:gd name="connsiteY6" fmla="*/ 61015 h 63412"/>
                <a:gd name="connsiteX7" fmla="*/ 5944 w 35506"/>
                <a:gd name="connsiteY7" fmla="*/ 60652 h 63412"/>
                <a:gd name="connsiteX8" fmla="*/ 8271 w 35506"/>
                <a:gd name="connsiteY8" fmla="*/ 56797 h 63412"/>
                <a:gd name="connsiteX9" fmla="*/ 4893 w 35506"/>
                <a:gd name="connsiteY9" fmla="*/ 53816 h 63412"/>
                <a:gd name="connsiteX10" fmla="*/ 239 w 35506"/>
                <a:gd name="connsiteY10" fmla="*/ 58470 h 63412"/>
                <a:gd name="connsiteX11" fmla="*/ 8721 w 35506"/>
                <a:gd name="connsiteY11" fmla="*/ 63488 h 63412"/>
                <a:gd name="connsiteX12" fmla="*/ 25912 w 35506"/>
                <a:gd name="connsiteY12" fmla="*/ 51925 h 63412"/>
                <a:gd name="connsiteX13" fmla="*/ 32668 w 35506"/>
                <a:gd name="connsiteY13" fmla="*/ 25891 h 63412"/>
                <a:gd name="connsiteX14" fmla="*/ 33043 w 35506"/>
                <a:gd name="connsiteY14" fmla="*/ 23491 h 63412"/>
                <a:gd name="connsiteX15" fmla="*/ 23810 w 35506"/>
                <a:gd name="connsiteY15" fmla="*/ 16437 h 63412"/>
                <a:gd name="connsiteX16" fmla="*/ 9172 w 35506"/>
                <a:gd name="connsiteY16" fmla="*/ 27709 h 63412"/>
                <a:gd name="connsiteX17" fmla="*/ 10748 w 35506"/>
                <a:gd name="connsiteY17" fmla="*/ 28727 h 63412"/>
                <a:gd name="connsiteX18" fmla="*/ 12400 w 35506"/>
                <a:gd name="connsiteY18" fmla="*/ 27709 h 63412"/>
                <a:gd name="connsiteX19" fmla="*/ 23510 w 35506"/>
                <a:gd name="connsiteY19" fmla="*/ 18910 h 63412"/>
                <a:gd name="connsiteX20" fmla="*/ 26662 w 35506"/>
                <a:gd name="connsiteY20" fmla="*/ 22764 h 63412"/>
                <a:gd name="connsiteX21" fmla="*/ 26437 w 35506"/>
                <a:gd name="connsiteY21" fmla="*/ 24655 h 63412"/>
                <a:gd name="connsiteX22" fmla="*/ 1938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46" y="3202"/>
                  </a:moveTo>
                  <a:cubicBezTo>
                    <a:pt x="35746" y="1529"/>
                    <a:pt x="34469" y="75"/>
                    <a:pt x="32443" y="75"/>
                  </a:cubicBezTo>
                  <a:cubicBezTo>
                    <a:pt x="30116" y="75"/>
                    <a:pt x="27788" y="2256"/>
                    <a:pt x="27788" y="4438"/>
                  </a:cubicBezTo>
                  <a:cubicBezTo>
                    <a:pt x="27788" y="6183"/>
                    <a:pt x="29215" y="7565"/>
                    <a:pt x="31091" y="7565"/>
                  </a:cubicBezTo>
                  <a:cubicBezTo>
                    <a:pt x="33644" y="7565"/>
                    <a:pt x="35746" y="5238"/>
                    <a:pt x="35746" y="3202"/>
                  </a:cubicBezTo>
                  <a:close/>
                  <a:moveTo>
                    <a:pt x="19381" y="51852"/>
                  </a:moveTo>
                  <a:cubicBezTo>
                    <a:pt x="17955" y="57379"/>
                    <a:pt x="13225" y="61015"/>
                    <a:pt x="8646" y="61015"/>
                  </a:cubicBezTo>
                  <a:cubicBezTo>
                    <a:pt x="7370" y="61015"/>
                    <a:pt x="6545" y="60797"/>
                    <a:pt x="5944" y="60652"/>
                  </a:cubicBezTo>
                  <a:cubicBezTo>
                    <a:pt x="7746" y="59634"/>
                    <a:pt x="8271" y="57743"/>
                    <a:pt x="8271" y="56797"/>
                  </a:cubicBezTo>
                  <a:cubicBezTo>
                    <a:pt x="8271" y="55561"/>
                    <a:pt x="7370" y="53816"/>
                    <a:pt x="4893" y="53816"/>
                  </a:cubicBezTo>
                  <a:cubicBezTo>
                    <a:pt x="2341" y="53816"/>
                    <a:pt x="239" y="56070"/>
                    <a:pt x="239" y="58470"/>
                  </a:cubicBezTo>
                  <a:cubicBezTo>
                    <a:pt x="239" y="61597"/>
                    <a:pt x="3617" y="63488"/>
                    <a:pt x="8721" y="63488"/>
                  </a:cubicBezTo>
                  <a:cubicBezTo>
                    <a:pt x="13826" y="63488"/>
                    <a:pt x="23585" y="60943"/>
                    <a:pt x="25912" y="51925"/>
                  </a:cubicBezTo>
                  <a:lnTo>
                    <a:pt x="32668" y="25891"/>
                  </a:lnTo>
                  <a:cubicBezTo>
                    <a:pt x="32818" y="25164"/>
                    <a:pt x="33043" y="24509"/>
                    <a:pt x="33043" y="23491"/>
                  </a:cubicBezTo>
                  <a:cubicBezTo>
                    <a:pt x="33043" y="19346"/>
                    <a:pt x="29065" y="16437"/>
                    <a:pt x="23810" y="16437"/>
                  </a:cubicBezTo>
                  <a:cubicBezTo>
                    <a:pt x="14727" y="16437"/>
                    <a:pt x="9172" y="26255"/>
                    <a:pt x="9172" y="27709"/>
                  </a:cubicBezTo>
                  <a:cubicBezTo>
                    <a:pt x="9172" y="28727"/>
                    <a:pt x="10373" y="28727"/>
                    <a:pt x="10748" y="28727"/>
                  </a:cubicBezTo>
                  <a:cubicBezTo>
                    <a:pt x="11874" y="28727"/>
                    <a:pt x="12024" y="28436"/>
                    <a:pt x="12400" y="27709"/>
                  </a:cubicBezTo>
                  <a:cubicBezTo>
                    <a:pt x="15853" y="20582"/>
                    <a:pt x="20957" y="18910"/>
                    <a:pt x="23510" y="18910"/>
                  </a:cubicBezTo>
                  <a:cubicBezTo>
                    <a:pt x="26512" y="18910"/>
                    <a:pt x="26662" y="21528"/>
                    <a:pt x="26662" y="22764"/>
                  </a:cubicBezTo>
                  <a:cubicBezTo>
                    <a:pt x="26662" y="23782"/>
                    <a:pt x="26587" y="24073"/>
                    <a:pt x="26437" y="24655"/>
                  </a:cubicBezTo>
                  <a:lnTo>
                    <a:pt x="1938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70" name="Freeform: Shape 1869">
              <a:extLst>
                <a:ext uri="{FF2B5EF4-FFF2-40B4-BE49-F238E27FC236}">
                  <a16:creationId xmlns:a16="http://schemas.microsoft.com/office/drawing/2014/main" id="{9028BA32-A101-370A-C71C-C9438225C2B2}"/>
                </a:ext>
              </a:extLst>
            </p:cNvPr>
            <p:cNvSpPr/>
            <p:nvPr>
              <p:custDataLst>
                <p:tags r:id="rId94"/>
              </p:custDataLst>
            </p:nvPr>
          </p:nvSpPr>
          <p:spPr>
            <a:xfrm>
              <a:off x="10690441" y="5914357"/>
              <a:ext cx="71043" cy="4988"/>
            </a:xfrm>
            <a:custGeom>
              <a:avLst/>
              <a:gdLst>
                <a:gd name="connsiteX0" fmla="*/ 67082 w 71043"/>
                <a:gd name="connsiteY0" fmla="*/ 5063 h 4988"/>
                <a:gd name="connsiteX1" fmla="*/ 71286 w 71043"/>
                <a:gd name="connsiteY1" fmla="*/ 2619 h 4988"/>
                <a:gd name="connsiteX2" fmla="*/ 67082 w 71043"/>
                <a:gd name="connsiteY2" fmla="*/ 74 h 4988"/>
                <a:gd name="connsiteX3" fmla="*/ 4446 w 71043"/>
                <a:gd name="connsiteY3" fmla="*/ 74 h 4988"/>
                <a:gd name="connsiteX4" fmla="*/ 243 w 71043"/>
                <a:gd name="connsiteY4" fmla="*/ 2517 h 4988"/>
                <a:gd name="connsiteX5" fmla="*/ 4446 w 71043"/>
                <a:gd name="connsiteY5" fmla="*/ 5063 h 4988"/>
                <a:gd name="connsiteX6" fmla="*/ 6708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82" y="5063"/>
                  </a:moveTo>
                  <a:cubicBezTo>
                    <a:pt x="68764" y="5063"/>
                    <a:pt x="71286" y="5063"/>
                    <a:pt x="71286" y="2619"/>
                  </a:cubicBezTo>
                  <a:cubicBezTo>
                    <a:pt x="71286" y="74"/>
                    <a:pt x="68869" y="74"/>
                    <a:pt x="67082" y="74"/>
                  </a:cubicBezTo>
                  <a:lnTo>
                    <a:pt x="4446" y="74"/>
                  </a:lnTo>
                  <a:cubicBezTo>
                    <a:pt x="2765" y="74"/>
                    <a:pt x="243" y="74"/>
                    <a:pt x="243" y="2517"/>
                  </a:cubicBezTo>
                  <a:cubicBezTo>
                    <a:pt x="243" y="5063"/>
                    <a:pt x="2660" y="5063"/>
                    <a:pt x="4446" y="5063"/>
                  </a:cubicBezTo>
                  <a:lnTo>
                    <a:pt x="6708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7" name="Freeform: Shape 1896">
              <a:extLst>
                <a:ext uri="{FF2B5EF4-FFF2-40B4-BE49-F238E27FC236}">
                  <a16:creationId xmlns:a16="http://schemas.microsoft.com/office/drawing/2014/main" id="{A923FBEA-B718-4734-DB97-F49A25676DDE}"/>
                </a:ext>
              </a:extLst>
            </p:cNvPr>
            <p:cNvSpPr/>
            <p:nvPr>
              <p:custDataLst>
                <p:tags r:id="rId95"/>
              </p:custDataLst>
            </p:nvPr>
          </p:nvSpPr>
          <p:spPr>
            <a:xfrm>
              <a:off x="10775132" y="5870884"/>
              <a:ext cx="73460" cy="91221"/>
            </a:xfrm>
            <a:custGeom>
              <a:avLst/>
              <a:gdLst>
                <a:gd name="connsiteX0" fmla="*/ 7080 w 73460"/>
                <a:gd name="connsiteY0" fmla="*/ 89056 h 91221"/>
                <a:gd name="connsiteX1" fmla="*/ 13491 w 73460"/>
                <a:gd name="connsiteY1" fmla="*/ 63909 h 91221"/>
                <a:gd name="connsiteX2" fmla="*/ 37347 w 73460"/>
                <a:gd name="connsiteY2" fmla="*/ 72868 h 91221"/>
                <a:gd name="connsiteX3" fmla="*/ 72869 w 73460"/>
                <a:gd name="connsiteY3" fmla="*/ 44565 h 91221"/>
                <a:gd name="connsiteX4" fmla="*/ 65722 w 73460"/>
                <a:gd name="connsiteY4" fmla="*/ 30719 h 91221"/>
                <a:gd name="connsiteX5" fmla="*/ 73709 w 73460"/>
                <a:gd name="connsiteY5" fmla="*/ 14531 h 91221"/>
                <a:gd name="connsiteX6" fmla="*/ 55003 w 73460"/>
                <a:gd name="connsiteY6" fmla="*/ 74 h 91221"/>
                <a:gd name="connsiteX7" fmla="*/ 16538 w 73460"/>
                <a:gd name="connsiteY7" fmla="*/ 26137 h 91221"/>
                <a:gd name="connsiteX8" fmla="*/ 669 w 73460"/>
                <a:gd name="connsiteY8" fmla="*/ 87732 h 91221"/>
                <a:gd name="connsiteX9" fmla="*/ 249 w 73460"/>
                <a:gd name="connsiteY9" fmla="*/ 89463 h 91221"/>
                <a:gd name="connsiteX10" fmla="*/ 3612 w 73460"/>
                <a:gd name="connsiteY10" fmla="*/ 91295 h 91221"/>
                <a:gd name="connsiteX11" fmla="*/ 7080 w 73460"/>
                <a:gd name="connsiteY11" fmla="*/ 89056 h 91221"/>
                <a:gd name="connsiteX12" fmla="*/ 39974 w 73460"/>
                <a:gd name="connsiteY12" fmla="*/ 32042 h 91221"/>
                <a:gd name="connsiteX13" fmla="*/ 47016 w 73460"/>
                <a:gd name="connsiteY13" fmla="*/ 31024 h 91221"/>
                <a:gd name="connsiteX14" fmla="*/ 51955 w 73460"/>
                <a:gd name="connsiteY14" fmla="*/ 31431 h 91221"/>
                <a:gd name="connsiteX15" fmla="*/ 45544 w 73460"/>
                <a:gd name="connsiteY15" fmla="*/ 32653 h 91221"/>
                <a:gd name="connsiteX16" fmla="*/ 39974 w 73460"/>
                <a:gd name="connsiteY16" fmla="*/ 32042 h 91221"/>
                <a:gd name="connsiteX17" fmla="*/ 57000 w 73460"/>
                <a:gd name="connsiteY17" fmla="*/ 27155 h 91221"/>
                <a:gd name="connsiteX18" fmla="*/ 47331 w 73460"/>
                <a:gd name="connsiteY18" fmla="*/ 26341 h 91221"/>
                <a:gd name="connsiteX19" fmla="*/ 33248 w 73460"/>
                <a:gd name="connsiteY19" fmla="*/ 32449 h 91221"/>
                <a:gd name="connsiteX20" fmla="*/ 45334 w 73460"/>
                <a:gd name="connsiteY20" fmla="*/ 37336 h 91221"/>
                <a:gd name="connsiteX21" fmla="*/ 58261 w 73460"/>
                <a:gd name="connsiteY21" fmla="*/ 35198 h 91221"/>
                <a:gd name="connsiteX22" fmla="*/ 59522 w 73460"/>
                <a:gd name="connsiteY22" fmla="*/ 40594 h 91221"/>
                <a:gd name="connsiteX23" fmla="*/ 53321 w 73460"/>
                <a:gd name="connsiteY23" fmla="*/ 60752 h 91221"/>
                <a:gd name="connsiteX24" fmla="*/ 37242 w 73460"/>
                <a:gd name="connsiteY24" fmla="*/ 68185 h 91221"/>
                <a:gd name="connsiteX25" fmla="*/ 16643 w 73460"/>
                <a:gd name="connsiteY25" fmla="*/ 53728 h 91221"/>
                <a:gd name="connsiteX26" fmla="*/ 18535 w 73460"/>
                <a:gd name="connsiteY26" fmla="*/ 44667 h 91221"/>
                <a:gd name="connsiteX27" fmla="*/ 22634 w 73460"/>
                <a:gd name="connsiteY27" fmla="*/ 28479 h 91221"/>
                <a:gd name="connsiteX28" fmla="*/ 33774 w 73460"/>
                <a:gd name="connsiteY28" fmla="*/ 11884 h 91221"/>
                <a:gd name="connsiteX29" fmla="*/ 54477 w 73460"/>
                <a:gd name="connsiteY29" fmla="*/ 4757 h 91221"/>
                <a:gd name="connsiteX30" fmla="*/ 61624 w 73460"/>
                <a:gd name="connsiteY30" fmla="*/ 10866 h 91221"/>
                <a:gd name="connsiteX31" fmla="*/ 57000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80" y="89056"/>
                  </a:moveTo>
                  <a:lnTo>
                    <a:pt x="13491" y="63909"/>
                  </a:lnTo>
                  <a:cubicBezTo>
                    <a:pt x="15487" y="66454"/>
                    <a:pt x="22529" y="72868"/>
                    <a:pt x="37347" y="72868"/>
                  </a:cubicBezTo>
                  <a:cubicBezTo>
                    <a:pt x="60888" y="72868"/>
                    <a:pt x="72869" y="57393"/>
                    <a:pt x="72869" y="44565"/>
                  </a:cubicBezTo>
                  <a:cubicBezTo>
                    <a:pt x="72869" y="38660"/>
                    <a:pt x="70452" y="33977"/>
                    <a:pt x="65722" y="30719"/>
                  </a:cubicBezTo>
                  <a:cubicBezTo>
                    <a:pt x="70346" y="27053"/>
                    <a:pt x="73709" y="20538"/>
                    <a:pt x="73709" y="14531"/>
                  </a:cubicBezTo>
                  <a:cubicBezTo>
                    <a:pt x="73709" y="6284"/>
                    <a:pt x="67614" y="74"/>
                    <a:pt x="55003" y="74"/>
                  </a:cubicBezTo>
                  <a:cubicBezTo>
                    <a:pt x="39449" y="74"/>
                    <a:pt x="20742" y="9644"/>
                    <a:pt x="16538" y="26137"/>
                  </a:cubicBezTo>
                  <a:lnTo>
                    <a:pt x="669" y="87732"/>
                  </a:lnTo>
                  <a:cubicBezTo>
                    <a:pt x="249" y="89157"/>
                    <a:pt x="249" y="89361"/>
                    <a:pt x="249" y="89463"/>
                  </a:cubicBezTo>
                  <a:cubicBezTo>
                    <a:pt x="249" y="91295"/>
                    <a:pt x="2035" y="91295"/>
                    <a:pt x="3612" y="91295"/>
                  </a:cubicBezTo>
                  <a:cubicBezTo>
                    <a:pt x="5714" y="91295"/>
                    <a:pt x="6554" y="91295"/>
                    <a:pt x="7080" y="89056"/>
                  </a:cubicBezTo>
                  <a:close/>
                  <a:moveTo>
                    <a:pt x="39974" y="32042"/>
                  </a:moveTo>
                  <a:cubicBezTo>
                    <a:pt x="41341" y="31431"/>
                    <a:pt x="42286" y="31024"/>
                    <a:pt x="47016" y="31024"/>
                  </a:cubicBezTo>
                  <a:cubicBezTo>
                    <a:pt x="48697" y="31024"/>
                    <a:pt x="50063" y="31024"/>
                    <a:pt x="51955" y="31431"/>
                  </a:cubicBezTo>
                  <a:cubicBezTo>
                    <a:pt x="49643" y="32653"/>
                    <a:pt x="47436" y="32653"/>
                    <a:pt x="45544" y="32653"/>
                  </a:cubicBezTo>
                  <a:cubicBezTo>
                    <a:pt x="42391" y="32653"/>
                    <a:pt x="42076" y="32551"/>
                    <a:pt x="39974" y="32042"/>
                  </a:cubicBezTo>
                  <a:close/>
                  <a:moveTo>
                    <a:pt x="57000" y="27155"/>
                  </a:moveTo>
                  <a:cubicBezTo>
                    <a:pt x="53006" y="26341"/>
                    <a:pt x="49433" y="26341"/>
                    <a:pt x="47331" y="26341"/>
                  </a:cubicBezTo>
                  <a:cubicBezTo>
                    <a:pt x="42812" y="26341"/>
                    <a:pt x="33248" y="26341"/>
                    <a:pt x="33248" y="32449"/>
                  </a:cubicBezTo>
                  <a:cubicBezTo>
                    <a:pt x="33248" y="37234"/>
                    <a:pt x="40184" y="37336"/>
                    <a:pt x="45334" y="37336"/>
                  </a:cubicBezTo>
                  <a:cubicBezTo>
                    <a:pt x="48382" y="37336"/>
                    <a:pt x="52691" y="37336"/>
                    <a:pt x="58261" y="35198"/>
                  </a:cubicBezTo>
                  <a:cubicBezTo>
                    <a:pt x="59206" y="36624"/>
                    <a:pt x="59522" y="38762"/>
                    <a:pt x="59522" y="40594"/>
                  </a:cubicBezTo>
                  <a:cubicBezTo>
                    <a:pt x="59522" y="44157"/>
                    <a:pt x="57315" y="55357"/>
                    <a:pt x="53321" y="60752"/>
                  </a:cubicBezTo>
                  <a:cubicBezTo>
                    <a:pt x="49538" y="65741"/>
                    <a:pt x="43758" y="68185"/>
                    <a:pt x="37242" y="68185"/>
                  </a:cubicBezTo>
                  <a:cubicBezTo>
                    <a:pt x="28309" y="68185"/>
                    <a:pt x="16643" y="64214"/>
                    <a:pt x="16643" y="53728"/>
                  </a:cubicBezTo>
                  <a:cubicBezTo>
                    <a:pt x="16643" y="51793"/>
                    <a:pt x="17694" y="47619"/>
                    <a:pt x="18535" y="44667"/>
                  </a:cubicBezTo>
                  <a:cubicBezTo>
                    <a:pt x="19061" y="42427"/>
                    <a:pt x="22424" y="29395"/>
                    <a:pt x="22634" y="28479"/>
                  </a:cubicBezTo>
                  <a:cubicBezTo>
                    <a:pt x="23580" y="24915"/>
                    <a:pt x="25366" y="17992"/>
                    <a:pt x="33774" y="11884"/>
                  </a:cubicBezTo>
                  <a:cubicBezTo>
                    <a:pt x="42391" y="5572"/>
                    <a:pt x="50694" y="4757"/>
                    <a:pt x="54477" y="4757"/>
                  </a:cubicBezTo>
                  <a:cubicBezTo>
                    <a:pt x="61624" y="4757"/>
                    <a:pt x="61624" y="9237"/>
                    <a:pt x="61624" y="10866"/>
                  </a:cubicBezTo>
                  <a:cubicBezTo>
                    <a:pt x="61624" y="13309"/>
                    <a:pt x="59732" y="22574"/>
                    <a:pt x="57000"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8" name="Freeform: Shape 1897">
              <a:extLst>
                <a:ext uri="{FF2B5EF4-FFF2-40B4-BE49-F238E27FC236}">
                  <a16:creationId xmlns:a16="http://schemas.microsoft.com/office/drawing/2014/main" id="{AD772AAF-C428-D3D5-484D-7EBC0C2CBA57}"/>
                </a:ext>
              </a:extLst>
            </p:cNvPr>
            <p:cNvSpPr/>
            <p:nvPr>
              <p:custDataLst>
                <p:tags r:id="rId96"/>
              </p:custDataLst>
            </p:nvPr>
          </p:nvSpPr>
          <p:spPr>
            <a:xfrm>
              <a:off x="10863329" y="5847994"/>
              <a:ext cx="62605" cy="50468"/>
            </a:xfrm>
            <a:custGeom>
              <a:avLst/>
              <a:gdLst>
                <a:gd name="connsiteX0" fmla="*/ 33659 w 62605"/>
                <a:gd name="connsiteY0" fmla="*/ 4143 h 50468"/>
                <a:gd name="connsiteX1" fmla="*/ 59632 w 62605"/>
                <a:gd name="connsiteY1" fmla="*/ 4143 h 50468"/>
                <a:gd name="connsiteX2" fmla="*/ 62860 w 62605"/>
                <a:gd name="connsiteY2" fmla="*/ 2107 h 50468"/>
                <a:gd name="connsiteX3" fmla="*/ 59632 w 62605"/>
                <a:gd name="connsiteY3" fmla="*/ 71 h 50468"/>
                <a:gd name="connsiteX4" fmla="*/ 3482 w 62605"/>
                <a:gd name="connsiteY4" fmla="*/ 71 h 50468"/>
                <a:gd name="connsiteX5" fmla="*/ 254 w 62605"/>
                <a:gd name="connsiteY5" fmla="*/ 2107 h 50468"/>
                <a:gd name="connsiteX6" fmla="*/ 3482 w 62605"/>
                <a:gd name="connsiteY6" fmla="*/ 4143 h 50468"/>
                <a:gd name="connsiteX7" fmla="*/ 29455 w 62605"/>
                <a:gd name="connsiteY7" fmla="*/ 4143 h 50468"/>
                <a:gd name="connsiteX8" fmla="*/ 29455 w 62605"/>
                <a:gd name="connsiteY8" fmla="*/ 47412 h 50468"/>
                <a:gd name="connsiteX9" fmla="*/ 31557 w 62605"/>
                <a:gd name="connsiteY9" fmla="*/ 50539 h 50468"/>
                <a:gd name="connsiteX10" fmla="*/ 33659 w 62605"/>
                <a:gd name="connsiteY10" fmla="*/ 47412 h 50468"/>
                <a:gd name="connsiteX11" fmla="*/ 3365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659" y="4143"/>
                  </a:moveTo>
                  <a:lnTo>
                    <a:pt x="59632" y="4143"/>
                  </a:lnTo>
                  <a:cubicBezTo>
                    <a:pt x="60833" y="4143"/>
                    <a:pt x="62860" y="4143"/>
                    <a:pt x="62860" y="2107"/>
                  </a:cubicBezTo>
                  <a:cubicBezTo>
                    <a:pt x="62860" y="71"/>
                    <a:pt x="60833" y="71"/>
                    <a:pt x="59632" y="71"/>
                  </a:cubicBezTo>
                  <a:lnTo>
                    <a:pt x="3482" y="71"/>
                  </a:lnTo>
                  <a:cubicBezTo>
                    <a:pt x="2356" y="71"/>
                    <a:pt x="254" y="71"/>
                    <a:pt x="254" y="2107"/>
                  </a:cubicBezTo>
                  <a:cubicBezTo>
                    <a:pt x="254" y="4143"/>
                    <a:pt x="2356" y="4143"/>
                    <a:pt x="3482" y="4143"/>
                  </a:cubicBezTo>
                  <a:lnTo>
                    <a:pt x="29455" y="4143"/>
                  </a:lnTo>
                  <a:lnTo>
                    <a:pt x="29455" y="47412"/>
                  </a:lnTo>
                  <a:cubicBezTo>
                    <a:pt x="29455" y="48503"/>
                    <a:pt x="29455" y="50539"/>
                    <a:pt x="31557" y="50539"/>
                  </a:cubicBezTo>
                  <a:cubicBezTo>
                    <a:pt x="33659" y="50539"/>
                    <a:pt x="33659" y="48576"/>
                    <a:pt x="33659" y="47412"/>
                  </a:cubicBezTo>
                  <a:lnTo>
                    <a:pt x="3365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9" name="Freeform: Shape 1898">
              <a:extLst>
                <a:ext uri="{FF2B5EF4-FFF2-40B4-BE49-F238E27FC236}">
                  <a16:creationId xmlns:a16="http://schemas.microsoft.com/office/drawing/2014/main" id="{49996D39-51CE-BFAF-06AA-39D38AD17F94}"/>
                </a:ext>
              </a:extLst>
            </p:cNvPr>
            <p:cNvSpPr/>
            <p:nvPr>
              <p:custDataLst>
                <p:tags r:id="rId97"/>
              </p:custDataLst>
            </p:nvPr>
          </p:nvSpPr>
          <p:spPr>
            <a:xfrm>
              <a:off x="10946454" y="5897151"/>
              <a:ext cx="64422" cy="45203"/>
            </a:xfrm>
            <a:custGeom>
              <a:avLst/>
              <a:gdLst>
                <a:gd name="connsiteX0" fmla="*/ 38094 w 64422"/>
                <a:gd name="connsiteY0" fmla="*/ 20639 h 45203"/>
                <a:gd name="connsiteX1" fmla="*/ 52597 w 64422"/>
                <a:gd name="connsiteY1" fmla="*/ 6488 h 45203"/>
                <a:gd name="connsiteX2" fmla="*/ 62371 w 64422"/>
                <a:gd name="connsiteY2" fmla="*/ 5775 h 45203"/>
                <a:gd name="connsiteX3" fmla="*/ 62371 w 64422"/>
                <a:gd name="connsiteY3" fmla="*/ 74 h 45203"/>
                <a:gd name="connsiteX4" fmla="*/ 52176 w 64422"/>
                <a:gd name="connsiteY4" fmla="*/ 481 h 45203"/>
                <a:gd name="connsiteX5" fmla="*/ 40511 w 64422"/>
                <a:gd name="connsiteY5" fmla="*/ 74 h 45203"/>
                <a:gd name="connsiteX6" fmla="*/ 40511 w 64422"/>
                <a:gd name="connsiteY6" fmla="*/ 5775 h 45203"/>
                <a:gd name="connsiteX7" fmla="*/ 43349 w 64422"/>
                <a:gd name="connsiteY7" fmla="*/ 6386 h 45203"/>
                <a:gd name="connsiteX8" fmla="*/ 33470 w 64422"/>
                <a:gd name="connsiteY8" fmla="*/ 16058 h 45203"/>
                <a:gd name="connsiteX9" fmla="*/ 23276 w 64422"/>
                <a:gd name="connsiteY9" fmla="*/ 5775 h 45203"/>
                <a:gd name="connsiteX10" fmla="*/ 26113 w 64422"/>
                <a:gd name="connsiteY10" fmla="*/ 5775 h 45203"/>
                <a:gd name="connsiteX11" fmla="*/ 26113 w 64422"/>
                <a:gd name="connsiteY11" fmla="*/ 74 h 45203"/>
                <a:gd name="connsiteX12" fmla="*/ 12766 w 64422"/>
                <a:gd name="connsiteY12" fmla="*/ 481 h 45203"/>
                <a:gd name="connsiteX13" fmla="*/ 891 w 64422"/>
                <a:gd name="connsiteY13" fmla="*/ 74 h 45203"/>
                <a:gd name="connsiteX14" fmla="*/ 891 w 64422"/>
                <a:gd name="connsiteY14" fmla="*/ 5775 h 45203"/>
                <a:gd name="connsiteX15" fmla="*/ 8773 w 64422"/>
                <a:gd name="connsiteY15" fmla="*/ 5775 h 45203"/>
                <a:gd name="connsiteX16" fmla="*/ 26008 w 64422"/>
                <a:gd name="connsiteY16" fmla="*/ 23185 h 45203"/>
                <a:gd name="connsiteX17" fmla="*/ 10875 w 64422"/>
                <a:gd name="connsiteY17" fmla="*/ 37947 h 45203"/>
                <a:gd name="connsiteX18" fmla="*/ 6145 w 64422"/>
                <a:gd name="connsiteY18" fmla="*/ 39474 h 45203"/>
                <a:gd name="connsiteX19" fmla="*/ 260 w 64422"/>
                <a:gd name="connsiteY19" fmla="*/ 39576 h 45203"/>
                <a:gd name="connsiteX20" fmla="*/ 260 w 64422"/>
                <a:gd name="connsiteY20" fmla="*/ 45277 h 45203"/>
                <a:gd name="connsiteX21" fmla="*/ 10454 w 64422"/>
                <a:gd name="connsiteY21" fmla="*/ 44870 h 45203"/>
                <a:gd name="connsiteX22" fmla="*/ 22120 w 64422"/>
                <a:gd name="connsiteY22" fmla="*/ 45277 h 45203"/>
                <a:gd name="connsiteX23" fmla="*/ 22120 w 64422"/>
                <a:gd name="connsiteY23" fmla="*/ 39576 h 45203"/>
                <a:gd name="connsiteX24" fmla="*/ 19282 w 64422"/>
                <a:gd name="connsiteY24" fmla="*/ 38863 h 45203"/>
                <a:gd name="connsiteX25" fmla="*/ 30632 w 64422"/>
                <a:gd name="connsiteY25" fmla="*/ 27868 h 45203"/>
                <a:gd name="connsiteX26" fmla="*/ 42298 w 64422"/>
                <a:gd name="connsiteY26" fmla="*/ 39576 h 45203"/>
                <a:gd name="connsiteX27" fmla="*/ 39565 w 64422"/>
                <a:gd name="connsiteY27" fmla="*/ 39576 h 45203"/>
                <a:gd name="connsiteX28" fmla="*/ 39565 w 64422"/>
                <a:gd name="connsiteY28" fmla="*/ 45277 h 45203"/>
                <a:gd name="connsiteX29" fmla="*/ 52912 w 64422"/>
                <a:gd name="connsiteY29" fmla="*/ 44870 h 45203"/>
                <a:gd name="connsiteX30" fmla="*/ 64683 w 64422"/>
                <a:gd name="connsiteY30" fmla="*/ 45277 h 45203"/>
                <a:gd name="connsiteX31" fmla="*/ 64683 w 64422"/>
                <a:gd name="connsiteY31" fmla="*/ 39576 h 45203"/>
                <a:gd name="connsiteX32" fmla="*/ 56906 w 64422"/>
                <a:gd name="connsiteY32" fmla="*/ 39576 h 45203"/>
                <a:gd name="connsiteX33" fmla="*/ 3809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94" y="20639"/>
                  </a:moveTo>
                  <a:lnTo>
                    <a:pt x="52597" y="6488"/>
                  </a:lnTo>
                  <a:cubicBezTo>
                    <a:pt x="55119" y="5775"/>
                    <a:pt x="57852" y="5775"/>
                    <a:pt x="62371" y="5775"/>
                  </a:cubicBezTo>
                  <a:lnTo>
                    <a:pt x="62371" y="74"/>
                  </a:lnTo>
                  <a:cubicBezTo>
                    <a:pt x="59008" y="379"/>
                    <a:pt x="55539" y="481"/>
                    <a:pt x="52176" y="481"/>
                  </a:cubicBezTo>
                  <a:cubicBezTo>
                    <a:pt x="48603" y="481"/>
                    <a:pt x="41352" y="176"/>
                    <a:pt x="40511" y="74"/>
                  </a:cubicBezTo>
                  <a:lnTo>
                    <a:pt x="40511" y="5775"/>
                  </a:lnTo>
                  <a:cubicBezTo>
                    <a:pt x="41877" y="5775"/>
                    <a:pt x="42613" y="5979"/>
                    <a:pt x="43349" y="6386"/>
                  </a:cubicBezTo>
                  <a:lnTo>
                    <a:pt x="33470" y="16058"/>
                  </a:lnTo>
                  <a:lnTo>
                    <a:pt x="23276" y="5775"/>
                  </a:lnTo>
                  <a:lnTo>
                    <a:pt x="26113" y="5775"/>
                  </a:lnTo>
                  <a:lnTo>
                    <a:pt x="26113" y="74"/>
                  </a:lnTo>
                  <a:cubicBezTo>
                    <a:pt x="25483" y="74"/>
                    <a:pt x="17180" y="481"/>
                    <a:pt x="12766" y="481"/>
                  </a:cubicBezTo>
                  <a:cubicBezTo>
                    <a:pt x="8773" y="481"/>
                    <a:pt x="4884" y="379"/>
                    <a:pt x="891" y="74"/>
                  </a:cubicBezTo>
                  <a:lnTo>
                    <a:pt x="891" y="5775"/>
                  </a:lnTo>
                  <a:lnTo>
                    <a:pt x="8773" y="5775"/>
                  </a:lnTo>
                  <a:lnTo>
                    <a:pt x="26008" y="23185"/>
                  </a:lnTo>
                  <a:lnTo>
                    <a:pt x="10875" y="37947"/>
                  </a:lnTo>
                  <a:cubicBezTo>
                    <a:pt x="9508" y="39169"/>
                    <a:pt x="9403" y="39271"/>
                    <a:pt x="6145" y="39474"/>
                  </a:cubicBezTo>
                  <a:cubicBezTo>
                    <a:pt x="4464" y="39576"/>
                    <a:pt x="786" y="39576"/>
                    <a:pt x="260" y="39576"/>
                  </a:cubicBezTo>
                  <a:lnTo>
                    <a:pt x="260" y="45277"/>
                  </a:lnTo>
                  <a:cubicBezTo>
                    <a:pt x="3623" y="44972"/>
                    <a:pt x="7091" y="44870"/>
                    <a:pt x="10454" y="44870"/>
                  </a:cubicBezTo>
                  <a:cubicBezTo>
                    <a:pt x="13292" y="44870"/>
                    <a:pt x="20753" y="45176"/>
                    <a:pt x="22120" y="45277"/>
                  </a:cubicBezTo>
                  <a:lnTo>
                    <a:pt x="22120" y="39576"/>
                  </a:lnTo>
                  <a:cubicBezTo>
                    <a:pt x="20438" y="39576"/>
                    <a:pt x="20018" y="39372"/>
                    <a:pt x="19282" y="38863"/>
                  </a:cubicBezTo>
                  <a:lnTo>
                    <a:pt x="30632" y="27868"/>
                  </a:lnTo>
                  <a:lnTo>
                    <a:pt x="42298" y="39576"/>
                  </a:lnTo>
                  <a:lnTo>
                    <a:pt x="39565" y="39576"/>
                  </a:lnTo>
                  <a:lnTo>
                    <a:pt x="39565" y="45277"/>
                  </a:lnTo>
                  <a:cubicBezTo>
                    <a:pt x="39670" y="45277"/>
                    <a:pt x="48078" y="44870"/>
                    <a:pt x="52912" y="44870"/>
                  </a:cubicBezTo>
                  <a:cubicBezTo>
                    <a:pt x="56801" y="44870"/>
                    <a:pt x="60794" y="44972"/>
                    <a:pt x="64683" y="45277"/>
                  </a:cubicBezTo>
                  <a:lnTo>
                    <a:pt x="64683" y="39576"/>
                  </a:lnTo>
                  <a:lnTo>
                    <a:pt x="56906" y="39576"/>
                  </a:lnTo>
                  <a:lnTo>
                    <a:pt x="3809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0" name="Freeform: Shape 1899">
              <a:extLst>
                <a:ext uri="{FF2B5EF4-FFF2-40B4-BE49-F238E27FC236}">
                  <a16:creationId xmlns:a16="http://schemas.microsoft.com/office/drawing/2014/main" id="{BB021268-9155-9582-8F74-764E9DD6820F}"/>
                </a:ext>
              </a:extLst>
            </p:cNvPr>
            <p:cNvSpPr/>
            <p:nvPr>
              <p:custDataLst>
                <p:tags r:id="rId98"/>
              </p:custDataLst>
            </p:nvPr>
          </p:nvSpPr>
          <p:spPr>
            <a:xfrm>
              <a:off x="11021884" y="5879334"/>
              <a:ext cx="77349" cy="75033"/>
            </a:xfrm>
            <a:custGeom>
              <a:avLst/>
              <a:gdLst>
                <a:gd name="connsiteX0" fmla="*/ 41567 w 77349"/>
                <a:gd name="connsiteY0" fmla="*/ 40085 h 75033"/>
                <a:gd name="connsiteX1" fmla="*/ 73725 w 77349"/>
                <a:gd name="connsiteY1" fmla="*/ 40085 h 75033"/>
                <a:gd name="connsiteX2" fmla="*/ 77614 w 77349"/>
                <a:gd name="connsiteY2" fmla="*/ 37642 h 75033"/>
                <a:gd name="connsiteX3" fmla="*/ 73725 w 77349"/>
                <a:gd name="connsiteY3" fmla="*/ 35096 h 75033"/>
                <a:gd name="connsiteX4" fmla="*/ 41567 w 77349"/>
                <a:gd name="connsiteY4" fmla="*/ 35096 h 75033"/>
                <a:gd name="connsiteX5" fmla="*/ 41567 w 77349"/>
                <a:gd name="connsiteY5" fmla="*/ 3841 h 75033"/>
                <a:gd name="connsiteX6" fmla="*/ 39044 w 77349"/>
                <a:gd name="connsiteY6" fmla="*/ 74 h 75033"/>
                <a:gd name="connsiteX7" fmla="*/ 36417 w 77349"/>
                <a:gd name="connsiteY7" fmla="*/ 3841 h 75033"/>
                <a:gd name="connsiteX8" fmla="*/ 36417 w 77349"/>
                <a:gd name="connsiteY8" fmla="*/ 35096 h 75033"/>
                <a:gd name="connsiteX9" fmla="*/ 4153 w 77349"/>
                <a:gd name="connsiteY9" fmla="*/ 35096 h 75033"/>
                <a:gd name="connsiteX10" fmla="*/ 265 w 77349"/>
                <a:gd name="connsiteY10" fmla="*/ 37540 h 75033"/>
                <a:gd name="connsiteX11" fmla="*/ 4153 w 77349"/>
                <a:gd name="connsiteY11" fmla="*/ 40085 h 75033"/>
                <a:gd name="connsiteX12" fmla="*/ 36417 w 77349"/>
                <a:gd name="connsiteY12" fmla="*/ 40085 h 75033"/>
                <a:gd name="connsiteX13" fmla="*/ 36417 w 77349"/>
                <a:gd name="connsiteY13" fmla="*/ 71341 h 75033"/>
                <a:gd name="connsiteX14" fmla="*/ 38939 w 77349"/>
                <a:gd name="connsiteY14" fmla="*/ 75108 h 75033"/>
                <a:gd name="connsiteX15" fmla="*/ 41567 w 77349"/>
                <a:gd name="connsiteY15" fmla="*/ 71341 h 75033"/>
                <a:gd name="connsiteX16" fmla="*/ 41567 w 77349"/>
                <a:gd name="connsiteY16" fmla="*/ 40085 h 75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349" h="75033">
                  <a:moveTo>
                    <a:pt x="41567" y="40085"/>
                  </a:moveTo>
                  <a:lnTo>
                    <a:pt x="73725" y="40085"/>
                  </a:lnTo>
                  <a:cubicBezTo>
                    <a:pt x="75092" y="40085"/>
                    <a:pt x="77614" y="40085"/>
                    <a:pt x="77614" y="37642"/>
                  </a:cubicBezTo>
                  <a:cubicBezTo>
                    <a:pt x="77614" y="35096"/>
                    <a:pt x="75197" y="35096"/>
                    <a:pt x="73725" y="35096"/>
                  </a:cubicBezTo>
                  <a:lnTo>
                    <a:pt x="41567" y="35096"/>
                  </a:lnTo>
                  <a:lnTo>
                    <a:pt x="41567" y="3841"/>
                  </a:lnTo>
                  <a:cubicBezTo>
                    <a:pt x="41567" y="2517"/>
                    <a:pt x="41567" y="74"/>
                    <a:pt x="39044" y="74"/>
                  </a:cubicBezTo>
                  <a:cubicBezTo>
                    <a:pt x="36417" y="74"/>
                    <a:pt x="36417" y="2415"/>
                    <a:pt x="36417" y="3841"/>
                  </a:cubicBezTo>
                  <a:lnTo>
                    <a:pt x="36417" y="35096"/>
                  </a:lnTo>
                  <a:lnTo>
                    <a:pt x="4153" y="35096"/>
                  </a:lnTo>
                  <a:cubicBezTo>
                    <a:pt x="2787" y="35096"/>
                    <a:pt x="265" y="35096"/>
                    <a:pt x="265" y="37540"/>
                  </a:cubicBezTo>
                  <a:cubicBezTo>
                    <a:pt x="265" y="40085"/>
                    <a:pt x="2682" y="40085"/>
                    <a:pt x="4153" y="40085"/>
                  </a:cubicBezTo>
                  <a:lnTo>
                    <a:pt x="36417" y="40085"/>
                  </a:lnTo>
                  <a:lnTo>
                    <a:pt x="36417" y="71341"/>
                  </a:lnTo>
                  <a:cubicBezTo>
                    <a:pt x="36417" y="72664"/>
                    <a:pt x="36417" y="75108"/>
                    <a:pt x="38939" y="75108"/>
                  </a:cubicBezTo>
                  <a:cubicBezTo>
                    <a:pt x="41567" y="75108"/>
                    <a:pt x="41567" y="72766"/>
                    <a:pt x="41567" y="71341"/>
                  </a:cubicBezTo>
                  <a:lnTo>
                    <a:pt x="41567" y="400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1" name="Freeform: Shape 1900">
              <a:extLst>
                <a:ext uri="{FF2B5EF4-FFF2-40B4-BE49-F238E27FC236}">
                  <a16:creationId xmlns:a16="http://schemas.microsoft.com/office/drawing/2014/main" id="{3925D20B-6161-34F9-1878-A3DE11B5FD47}"/>
                </a:ext>
              </a:extLst>
            </p:cNvPr>
            <p:cNvSpPr/>
            <p:nvPr>
              <p:custDataLst>
                <p:tags r:id="rId99"/>
              </p:custDataLst>
            </p:nvPr>
          </p:nvSpPr>
          <p:spPr>
            <a:xfrm>
              <a:off x="11111815" y="5870578"/>
              <a:ext cx="61402" cy="91526"/>
            </a:xfrm>
            <a:custGeom>
              <a:avLst/>
              <a:gdLst>
                <a:gd name="connsiteX0" fmla="*/ 61673 w 61402"/>
                <a:gd name="connsiteY0" fmla="*/ 14225 h 91526"/>
                <a:gd name="connsiteX1" fmla="*/ 44438 w 61402"/>
                <a:gd name="connsiteY1" fmla="*/ 74 h 91526"/>
                <a:gd name="connsiteX2" fmla="*/ 16798 w 61402"/>
                <a:gd name="connsiteY2" fmla="*/ 26239 h 91526"/>
                <a:gd name="connsiteX3" fmla="*/ 298 w 61402"/>
                <a:gd name="connsiteY3" fmla="*/ 90379 h 91526"/>
                <a:gd name="connsiteX4" fmla="*/ 1770 w 61402"/>
                <a:gd name="connsiteY4" fmla="*/ 91601 h 91526"/>
                <a:gd name="connsiteX5" fmla="*/ 3766 w 61402"/>
                <a:gd name="connsiteY5" fmla="*/ 90888 h 91526"/>
                <a:gd name="connsiteX6" fmla="*/ 10808 w 61402"/>
                <a:gd name="connsiteY6" fmla="*/ 63705 h 91526"/>
                <a:gd name="connsiteX7" fmla="*/ 26572 w 61402"/>
                <a:gd name="connsiteY7" fmla="*/ 72766 h 91526"/>
                <a:gd name="connsiteX8" fmla="*/ 57890 w 61402"/>
                <a:gd name="connsiteY8" fmla="*/ 46906 h 91526"/>
                <a:gd name="connsiteX9" fmla="*/ 49692 w 61402"/>
                <a:gd name="connsiteY9" fmla="*/ 31431 h 91526"/>
                <a:gd name="connsiteX10" fmla="*/ 61673 w 61402"/>
                <a:gd name="connsiteY10" fmla="*/ 14225 h 91526"/>
                <a:gd name="connsiteX11" fmla="*/ 40865 w 61402"/>
                <a:gd name="connsiteY11" fmla="*/ 31329 h 91526"/>
                <a:gd name="connsiteX12" fmla="*/ 35505 w 61402"/>
                <a:gd name="connsiteY12" fmla="*/ 32042 h 91526"/>
                <a:gd name="connsiteX13" fmla="*/ 30565 w 61402"/>
                <a:gd name="connsiteY13" fmla="*/ 31533 h 91526"/>
                <a:gd name="connsiteX14" fmla="*/ 35505 w 61402"/>
                <a:gd name="connsiteY14" fmla="*/ 30820 h 91526"/>
                <a:gd name="connsiteX15" fmla="*/ 40865 w 61402"/>
                <a:gd name="connsiteY15" fmla="*/ 31329 h 91526"/>
                <a:gd name="connsiteX16" fmla="*/ 54737 w 61402"/>
                <a:gd name="connsiteY16" fmla="*/ 12393 h 91526"/>
                <a:gd name="connsiteX17" fmla="*/ 45489 w 61402"/>
                <a:gd name="connsiteY17" fmla="*/ 29293 h 91526"/>
                <a:gd name="connsiteX18" fmla="*/ 35610 w 61402"/>
                <a:gd name="connsiteY18" fmla="*/ 27970 h 91526"/>
                <a:gd name="connsiteX19" fmla="*/ 26677 w 61402"/>
                <a:gd name="connsiteY19" fmla="*/ 31839 h 91526"/>
                <a:gd name="connsiteX20" fmla="*/ 35295 w 61402"/>
                <a:gd name="connsiteY20" fmla="*/ 34791 h 91526"/>
                <a:gd name="connsiteX21" fmla="*/ 45278 w 61402"/>
                <a:gd name="connsiteY21" fmla="*/ 33366 h 91526"/>
                <a:gd name="connsiteX22" fmla="*/ 50113 w 61402"/>
                <a:gd name="connsiteY22" fmla="*/ 44157 h 91526"/>
                <a:gd name="connsiteX23" fmla="*/ 26887 w 61402"/>
                <a:gd name="connsiteY23" fmla="*/ 69915 h 91526"/>
                <a:gd name="connsiteX24" fmla="*/ 13015 w 61402"/>
                <a:gd name="connsiteY24" fmla="*/ 57087 h 91526"/>
                <a:gd name="connsiteX25" fmla="*/ 13330 w 61402"/>
                <a:gd name="connsiteY25" fmla="*/ 54135 h 91526"/>
                <a:gd name="connsiteX26" fmla="*/ 20266 w 61402"/>
                <a:gd name="connsiteY26" fmla="*/ 27053 h 91526"/>
                <a:gd name="connsiteX27" fmla="*/ 44228 w 61402"/>
                <a:gd name="connsiteY27" fmla="*/ 2925 h 91526"/>
                <a:gd name="connsiteX28" fmla="*/ 54737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673" y="14225"/>
                  </a:moveTo>
                  <a:cubicBezTo>
                    <a:pt x="61673" y="5266"/>
                    <a:pt x="53686" y="74"/>
                    <a:pt x="44438" y="74"/>
                  </a:cubicBezTo>
                  <a:cubicBezTo>
                    <a:pt x="30040" y="74"/>
                    <a:pt x="19425" y="15956"/>
                    <a:pt x="16798" y="26239"/>
                  </a:cubicBezTo>
                  <a:lnTo>
                    <a:pt x="298" y="90379"/>
                  </a:lnTo>
                  <a:cubicBezTo>
                    <a:pt x="88" y="91092"/>
                    <a:pt x="1139" y="91601"/>
                    <a:pt x="1770" y="91601"/>
                  </a:cubicBezTo>
                  <a:cubicBezTo>
                    <a:pt x="2715" y="91601"/>
                    <a:pt x="3556" y="91499"/>
                    <a:pt x="3766" y="90888"/>
                  </a:cubicBezTo>
                  <a:lnTo>
                    <a:pt x="10808" y="63705"/>
                  </a:lnTo>
                  <a:cubicBezTo>
                    <a:pt x="13015" y="68388"/>
                    <a:pt x="18059" y="72766"/>
                    <a:pt x="26572" y="72766"/>
                  </a:cubicBezTo>
                  <a:cubicBezTo>
                    <a:pt x="41285" y="72766"/>
                    <a:pt x="57890" y="62483"/>
                    <a:pt x="57890" y="46906"/>
                  </a:cubicBezTo>
                  <a:cubicBezTo>
                    <a:pt x="57890" y="40900"/>
                    <a:pt x="55052" y="34791"/>
                    <a:pt x="49692" y="31431"/>
                  </a:cubicBezTo>
                  <a:cubicBezTo>
                    <a:pt x="54842" y="28275"/>
                    <a:pt x="61673" y="22472"/>
                    <a:pt x="61673" y="14225"/>
                  </a:cubicBezTo>
                  <a:close/>
                  <a:moveTo>
                    <a:pt x="40865" y="31329"/>
                  </a:moveTo>
                  <a:cubicBezTo>
                    <a:pt x="39288" y="31635"/>
                    <a:pt x="38552" y="32042"/>
                    <a:pt x="35505" y="32042"/>
                  </a:cubicBezTo>
                  <a:cubicBezTo>
                    <a:pt x="33823" y="32042"/>
                    <a:pt x="31301" y="31940"/>
                    <a:pt x="30565" y="31533"/>
                  </a:cubicBezTo>
                  <a:cubicBezTo>
                    <a:pt x="31616" y="30922"/>
                    <a:pt x="34559" y="30820"/>
                    <a:pt x="35505" y="30820"/>
                  </a:cubicBezTo>
                  <a:cubicBezTo>
                    <a:pt x="37081" y="30820"/>
                    <a:pt x="39393" y="30922"/>
                    <a:pt x="40865" y="31329"/>
                  </a:cubicBezTo>
                  <a:close/>
                  <a:moveTo>
                    <a:pt x="54737" y="12393"/>
                  </a:moveTo>
                  <a:cubicBezTo>
                    <a:pt x="54737" y="17789"/>
                    <a:pt x="52004" y="25730"/>
                    <a:pt x="45489" y="29293"/>
                  </a:cubicBezTo>
                  <a:cubicBezTo>
                    <a:pt x="43492" y="28682"/>
                    <a:pt x="41495" y="27970"/>
                    <a:pt x="35610" y="27970"/>
                  </a:cubicBezTo>
                  <a:cubicBezTo>
                    <a:pt x="31932" y="27970"/>
                    <a:pt x="26677" y="28173"/>
                    <a:pt x="26677" y="31839"/>
                  </a:cubicBezTo>
                  <a:cubicBezTo>
                    <a:pt x="26677" y="34384"/>
                    <a:pt x="29935" y="34791"/>
                    <a:pt x="35295" y="34791"/>
                  </a:cubicBezTo>
                  <a:cubicBezTo>
                    <a:pt x="38868" y="34791"/>
                    <a:pt x="42021" y="34282"/>
                    <a:pt x="45278" y="33366"/>
                  </a:cubicBezTo>
                  <a:cubicBezTo>
                    <a:pt x="48431" y="35504"/>
                    <a:pt x="50113" y="39678"/>
                    <a:pt x="50113" y="44157"/>
                  </a:cubicBezTo>
                  <a:cubicBezTo>
                    <a:pt x="50113" y="58920"/>
                    <a:pt x="39709" y="69915"/>
                    <a:pt x="26887" y="69915"/>
                  </a:cubicBezTo>
                  <a:cubicBezTo>
                    <a:pt x="18795" y="69915"/>
                    <a:pt x="13015" y="65130"/>
                    <a:pt x="13015" y="57087"/>
                  </a:cubicBezTo>
                  <a:cubicBezTo>
                    <a:pt x="13015" y="56069"/>
                    <a:pt x="13120" y="55051"/>
                    <a:pt x="13330" y="54135"/>
                  </a:cubicBezTo>
                  <a:lnTo>
                    <a:pt x="20266" y="27053"/>
                  </a:lnTo>
                  <a:cubicBezTo>
                    <a:pt x="22788" y="17382"/>
                    <a:pt x="32037" y="2925"/>
                    <a:pt x="44228" y="2925"/>
                  </a:cubicBezTo>
                  <a:cubicBezTo>
                    <a:pt x="50428" y="2925"/>
                    <a:pt x="54737" y="6182"/>
                    <a:pt x="54737"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2" name="Freeform: Shape 1901">
              <a:extLst>
                <a:ext uri="{FF2B5EF4-FFF2-40B4-BE49-F238E27FC236}">
                  <a16:creationId xmlns:a16="http://schemas.microsoft.com/office/drawing/2014/main" id="{EFA85896-4BA9-1ED8-AEAF-9EE430E899C4}"/>
                </a:ext>
              </a:extLst>
            </p:cNvPr>
            <p:cNvSpPr/>
            <p:nvPr>
              <p:custDataLst>
                <p:tags r:id="rId100"/>
              </p:custDataLst>
            </p:nvPr>
          </p:nvSpPr>
          <p:spPr>
            <a:xfrm>
              <a:off x="11177548" y="5908393"/>
              <a:ext cx="35506" cy="63412"/>
            </a:xfrm>
            <a:custGeom>
              <a:avLst/>
              <a:gdLst>
                <a:gd name="connsiteX0" fmla="*/ 35782 w 35506"/>
                <a:gd name="connsiteY0" fmla="*/ 3202 h 63412"/>
                <a:gd name="connsiteX1" fmla="*/ 32479 w 35506"/>
                <a:gd name="connsiteY1" fmla="*/ 75 h 63412"/>
                <a:gd name="connsiteX2" fmla="*/ 27825 w 35506"/>
                <a:gd name="connsiteY2" fmla="*/ 4438 h 63412"/>
                <a:gd name="connsiteX3" fmla="*/ 31128 w 35506"/>
                <a:gd name="connsiteY3" fmla="*/ 7565 h 63412"/>
                <a:gd name="connsiteX4" fmla="*/ 35782 w 35506"/>
                <a:gd name="connsiteY4" fmla="*/ 3202 h 63412"/>
                <a:gd name="connsiteX5" fmla="*/ 19418 w 35506"/>
                <a:gd name="connsiteY5" fmla="*/ 51852 h 63412"/>
                <a:gd name="connsiteX6" fmla="*/ 8683 w 35506"/>
                <a:gd name="connsiteY6" fmla="*/ 61015 h 63412"/>
                <a:gd name="connsiteX7" fmla="*/ 5981 w 35506"/>
                <a:gd name="connsiteY7" fmla="*/ 60652 h 63412"/>
                <a:gd name="connsiteX8" fmla="*/ 8308 w 35506"/>
                <a:gd name="connsiteY8" fmla="*/ 56797 h 63412"/>
                <a:gd name="connsiteX9" fmla="*/ 4930 w 35506"/>
                <a:gd name="connsiteY9" fmla="*/ 53816 h 63412"/>
                <a:gd name="connsiteX10" fmla="*/ 275 w 35506"/>
                <a:gd name="connsiteY10" fmla="*/ 58470 h 63412"/>
                <a:gd name="connsiteX11" fmla="*/ 8758 w 35506"/>
                <a:gd name="connsiteY11" fmla="*/ 63488 h 63412"/>
                <a:gd name="connsiteX12" fmla="*/ 25948 w 35506"/>
                <a:gd name="connsiteY12" fmla="*/ 51925 h 63412"/>
                <a:gd name="connsiteX13" fmla="*/ 32704 w 35506"/>
                <a:gd name="connsiteY13" fmla="*/ 25891 h 63412"/>
                <a:gd name="connsiteX14" fmla="*/ 33080 w 35506"/>
                <a:gd name="connsiteY14" fmla="*/ 23491 h 63412"/>
                <a:gd name="connsiteX15" fmla="*/ 23847 w 35506"/>
                <a:gd name="connsiteY15" fmla="*/ 16437 h 63412"/>
                <a:gd name="connsiteX16" fmla="*/ 9208 w 35506"/>
                <a:gd name="connsiteY16" fmla="*/ 27709 h 63412"/>
                <a:gd name="connsiteX17" fmla="*/ 10785 w 35506"/>
                <a:gd name="connsiteY17" fmla="*/ 28727 h 63412"/>
                <a:gd name="connsiteX18" fmla="*/ 12436 w 35506"/>
                <a:gd name="connsiteY18" fmla="*/ 27709 h 63412"/>
                <a:gd name="connsiteX19" fmla="*/ 23546 w 35506"/>
                <a:gd name="connsiteY19" fmla="*/ 18910 h 63412"/>
                <a:gd name="connsiteX20" fmla="*/ 26699 w 35506"/>
                <a:gd name="connsiteY20" fmla="*/ 22764 h 63412"/>
                <a:gd name="connsiteX21" fmla="*/ 26474 w 35506"/>
                <a:gd name="connsiteY21" fmla="*/ 24655 h 63412"/>
                <a:gd name="connsiteX22" fmla="*/ 19418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82" y="3202"/>
                  </a:moveTo>
                  <a:cubicBezTo>
                    <a:pt x="35782" y="1529"/>
                    <a:pt x="34506" y="75"/>
                    <a:pt x="32479" y="75"/>
                  </a:cubicBezTo>
                  <a:cubicBezTo>
                    <a:pt x="30152" y="75"/>
                    <a:pt x="27825" y="2256"/>
                    <a:pt x="27825" y="4438"/>
                  </a:cubicBezTo>
                  <a:cubicBezTo>
                    <a:pt x="27825" y="6183"/>
                    <a:pt x="29251" y="7565"/>
                    <a:pt x="31128" y="7565"/>
                  </a:cubicBezTo>
                  <a:cubicBezTo>
                    <a:pt x="33680" y="7565"/>
                    <a:pt x="35782" y="5238"/>
                    <a:pt x="35782" y="3202"/>
                  </a:cubicBezTo>
                  <a:close/>
                  <a:moveTo>
                    <a:pt x="19418" y="51852"/>
                  </a:moveTo>
                  <a:cubicBezTo>
                    <a:pt x="17991" y="57379"/>
                    <a:pt x="13262" y="61015"/>
                    <a:pt x="8683" y="61015"/>
                  </a:cubicBezTo>
                  <a:cubicBezTo>
                    <a:pt x="7407" y="61015"/>
                    <a:pt x="6581" y="60797"/>
                    <a:pt x="5981" y="60652"/>
                  </a:cubicBezTo>
                  <a:cubicBezTo>
                    <a:pt x="7782" y="59634"/>
                    <a:pt x="8308" y="57743"/>
                    <a:pt x="8308" y="56797"/>
                  </a:cubicBezTo>
                  <a:cubicBezTo>
                    <a:pt x="8308" y="55561"/>
                    <a:pt x="7407" y="53816"/>
                    <a:pt x="4930" y="53816"/>
                  </a:cubicBezTo>
                  <a:cubicBezTo>
                    <a:pt x="2377" y="53816"/>
                    <a:pt x="275" y="56070"/>
                    <a:pt x="275" y="58470"/>
                  </a:cubicBezTo>
                  <a:cubicBezTo>
                    <a:pt x="275" y="61597"/>
                    <a:pt x="3654" y="63488"/>
                    <a:pt x="8758" y="63488"/>
                  </a:cubicBezTo>
                  <a:cubicBezTo>
                    <a:pt x="13863" y="63488"/>
                    <a:pt x="23621" y="60943"/>
                    <a:pt x="25948" y="51925"/>
                  </a:cubicBezTo>
                  <a:lnTo>
                    <a:pt x="32704" y="25891"/>
                  </a:lnTo>
                  <a:cubicBezTo>
                    <a:pt x="32855" y="25164"/>
                    <a:pt x="33080" y="24509"/>
                    <a:pt x="33080" y="23491"/>
                  </a:cubicBezTo>
                  <a:cubicBezTo>
                    <a:pt x="33080" y="19346"/>
                    <a:pt x="29101" y="16437"/>
                    <a:pt x="23847" y="16437"/>
                  </a:cubicBezTo>
                  <a:cubicBezTo>
                    <a:pt x="14763" y="16437"/>
                    <a:pt x="9208" y="26255"/>
                    <a:pt x="9208" y="27709"/>
                  </a:cubicBezTo>
                  <a:cubicBezTo>
                    <a:pt x="9208" y="28727"/>
                    <a:pt x="10410" y="28727"/>
                    <a:pt x="10785" y="28727"/>
                  </a:cubicBezTo>
                  <a:cubicBezTo>
                    <a:pt x="11911" y="28727"/>
                    <a:pt x="12061" y="28436"/>
                    <a:pt x="12436" y="27709"/>
                  </a:cubicBezTo>
                  <a:cubicBezTo>
                    <a:pt x="15889" y="20582"/>
                    <a:pt x="20994" y="18910"/>
                    <a:pt x="23546" y="18910"/>
                  </a:cubicBezTo>
                  <a:cubicBezTo>
                    <a:pt x="26549" y="18910"/>
                    <a:pt x="26699" y="21528"/>
                    <a:pt x="26699" y="22764"/>
                  </a:cubicBezTo>
                  <a:cubicBezTo>
                    <a:pt x="26699" y="23782"/>
                    <a:pt x="26624" y="24073"/>
                    <a:pt x="26474" y="24655"/>
                  </a:cubicBezTo>
                  <a:lnTo>
                    <a:pt x="19418"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3" name="Freeform: Shape 1902">
              <a:extLst>
                <a:ext uri="{FF2B5EF4-FFF2-40B4-BE49-F238E27FC236}">
                  <a16:creationId xmlns:a16="http://schemas.microsoft.com/office/drawing/2014/main" id="{DFAE065E-AB52-96DB-D026-01FFCFD2E415}"/>
                </a:ext>
              </a:extLst>
            </p:cNvPr>
            <p:cNvSpPr/>
            <p:nvPr>
              <p:custDataLst>
                <p:tags r:id="rId101"/>
              </p:custDataLst>
            </p:nvPr>
          </p:nvSpPr>
          <p:spPr>
            <a:xfrm>
              <a:off x="11238320" y="5865997"/>
              <a:ext cx="27219" cy="101707"/>
            </a:xfrm>
            <a:custGeom>
              <a:avLst/>
              <a:gdLst>
                <a:gd name="connsiteX0" fmla="*/ 2276 w 27219"/>
                <a:gd name="connsiteY0" fmla="*/ 74 h 101707"/>
                <a:gd name="connsiteX1" fmla="*/ 279 w 27219"/>
                <a:gd name="connsiteY1" fmla="*/ 1296 h 101707"/>
                <a:gd name="connsiteX2" fmla="*/ 1225 w 27219"/>
                <a:gd name="connsiteY2" fmla="*/ 2823 h 101707"/>
                <a:gd name="connsiteX3" fmla="*/ 20352 w 27219"/>
                <a:gd name="connsiteY3" fmla="*/ 50877 h 101707"/>
                <a:gd name="connsiteX4" fmla="*/ 2171 w 27219"/>
                <a:gd name="connsiteY4" fmla="*/ 98218 h 101707"/>
                <a:gd name="connsiteX5" fmla="*/ 279 w 27219"/>
                <a:gd name="connsiteY5" fmla="*/ 100560 h 101707"/>
                <a:gd name="connsiteX6" fmla="*/ 1645 w 27219"/>
                <a:gd name="connsiteY6" fmla="*/ 101782 h 101707"/>
                <a:gd name="connsiteX7" fmla="*/ 19827 w 27219"/>
                <a:gd name="connsiteY7" fmla="*/ 82336 h 101707"/>
                <a:gd name="connsiteX8" fmla="*/ 27499 w 27219"/>
                <a:gd name="connsiteY8" fmla="*/ 50979 h 101707"/>
                <a:gd name="connsiteX9" fmla="*/ 2276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276" y="74"/>
                  </a:moveTo>
                  <a:cubicBezTo>
                    <a:pt x="1540" y="74"/>
                    <a:pt x="279" y="74"/>
                    <a:pt x="279" y="1296"/>
                  </a:cubicBezTo>
                  <a:cubicBezTo>
                    <a:pt x="279" y="1805"/>
                    <a:pt x="595" y="2110"/>
                    <a:pt x="1225" y="2823"/>
                  </a:cubicBezTo>
                  <a:cubicBezTo>
                    <a:pt x="10263" y="10866"/>
                    <a:pt x="20352" y="24610"/>
                    <a:pt x="20352" y="50877"/>
                  </a:cubicBezTo>
                  <a:cubicBezTo>
                    <a:pt x="20352" y="72155"/>
                    <a:pt x="13521" y="88241"/>
                    <a:pt x="2171" y="98218"/>
                  </a:cubicBezTo>
                  <a:cubicBezTo>
                    <a:pt x="384" y="99949"/>
                    <a:pt x="279" y="100051"/>
                    <a:pt x="279" y="100560"/>
                  </a:cubicBezTo>
                  <a:cubicBezTo>
                    <a:pt x="279" y="101069"/>
                    <a:pt x="595" y="101782"/>
                    <a:pt x="1645" y="101782"/>
                  </a:cubicBezTo>
                  <a:cubicBezTo>
                    <a:pt x="2907" y="101782"/>
                    <a:pt x="12890" y="95062"/>
                    <a:pt x="19827" y="82336"/>
                  </a:cubicBezTo>
                  <a:cubicBezTo>
                    <a:pt x="24451" y="73886"/>
                    <a:pt x="27499" y="62890"/>
                    <a:pt x="27499" y="50979"/>
                  </a:cubicBezTo>
                  <a:cubicBezTo>
                    <a:pt x="27499" y="36624"/>
                    <a:pt x="23085" y="14327"/>
                    <a:pt x="2276"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4" name="Freeform: Shape 1903">
              <a:extLst>
                <a:ext uri="{FF2B5EF4-FFF2-40B4-BE49-F238E27FC236}">
                  <a16:creationId xmlns:a16="http://schemas.microsoft.com/office/drawing/2014/main" id="{F0B5D9CF-AF55-6D15-EC04-3DFA3C204DE6}"/>
                </a:ext>
              </a:extLst>
            </p:cNvPr>
            <p:cNvSpPr/>
            <p:nvPr>
              <p:custDataLst>
                <p:tags r:id="rId102"/>
              </p:custDataLst>
            </p:nvPr>
          </p:nvSpPr>
          <p:spPr>
            <a:xfrm>
              <a:off x="11335392" y="5949029"/>
              <a:ext cx="99839" cy="34033"/>
            </a:xfrm>
            <a:custGeom>
              <a:avLst/>
              <a:gdLst>
                <a:gd name="connsiteX0" fmla="*/ 95020 w 99839"/>
                <a:gd name="connsiteY0" fmla="*/ 5896 h 34033"/>
                <a:gd name="connsiteX1" fmla="*/ 100125 w 99839"/>
                <a:gd name="connsiteY1" fmla="*/ 2987 h 34033"/>
                <a:gd name="connsiteX2" fmla="*/ 95170 w 99839"/>
                <a:gd name="connsiteY2" fmla="*/ 78 h 34033"/>
                <a:gd name="connsiteX3" fmla="*/ 5240 w 99839"/>
                <a:gd name="connsiteY3" fmla="*/ 78 h 34033"/>
                <a:gd name="connsiteX4" fmla="*/ 286 w 99839"/>
                <a:gd name="connsiteY4" fmla="*/ 2987 h 34033"/>
                <a:gd name="connsiteX5" fmla="*/ 5390 w 99839"/>
                <a:gd name="connsiteY5" fmla="*/ 5896 h 34033"/>
                <a:gd name="connsiteX6" fmla="*/ 95020 w 99839"/>
                <a:gd name="connsiteY6" fmla="*/ 5896 h 34033"/>
                <a:gd name="connsiteX7" fmla="*/ 95170 w 99839"/>
                <a:gd name="connsiteY7" fmla="*/ 34112 h 34033"/>
                <a:gd name="connsiteX8" fmla="*/ 100125 w 99839"/>
                <a:gd name="connsiteY8" fmla="*/ 31203 h 34033"/>
                <a:gd name="connsiteX9" fmla="*/ 95020 w 99839"/>
                <a:gd name="connsiteY9" fmla="*/ 28294 h 34033"/>
                <a:gd name="connsiteX10" fmla="*/ 5390 w 99839"/>
                <a:gd name="connsiteY10" fmla="*/ 28294 h 34033"/>
                <a:gd name="connsiteX11" fmla="*/ 286 w 99839"/>
                <a:gd name="connsiteY11" fmla="*/ 31203 h 34033"/>
                <a:gd name="connsiteX12" fmla="*/ 5240 w 99839"/>
                <a:gd name="connsiteY12" fmla="*/ 34112 h 34033"/>
                <a:gd name="connsiteX13" fmla="*/ 95170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5020" y="5896"/>
                  </a:moveTo>
                  <a:cubicBezTo>
                    <a:pt x="97272" y="5896"/>
                    <a:pt x="100125" y="5896"/>
                    <a:pt x="100125" y="2987"/>
                  </a:cubicBezTo>
                  <a:cubicBezTo>
                    <a:pt x="100125" y="78"/>
                    <a:pt x="97272" y="78"/>
                    <a:pt x="95170" y="78"/>
                  </a:cubicBezTo>
                  <a:lnTo>
                    <a:pt x="5240" y="78"/>
                  </a:lnTo>
                  <a:cubicBezTo>
                    <a:pt x="3138" y="78"/>
                    <a:pt x="286" y="78"/>
                    <a:pt x="286" y="2987"/>
                  </a:cubicBezTo>
                  <a:cubicBezTo>
                    <a:pt x="286" y="5896"/>
                    <a:pt x="3138" y="5896"/>
                    <a:pt x="5390" y="5896"/>
                  </a:cubicBezTo>
                  <a:lnTo>
                    <a:pt x="95020" y="5896"/>
                  </a:lnTo>
                  <a:close/>
                  <a:moveTo>
                    <a:pt x="95170" y="34112"/>
                  </a:moveTo>
                  <a:cubicBezTo>
                    <a:pt x="97272" y="34112"/>
                    <a:pt x="100125" y="34112"/>
                    <a:pt x="100125" y="31203"/>
                  </a:cubicBezTo>
                  <a:cubicBezTo>
                    <a:pt x="100125" y="28294"/>
                    <a:pt x="97272" y="28294"/>
                    <a:pt x="95020" y="28294"/>
                  </a:cubicBezTo>
                  <a:lnTo>
                    <a:pt x="5390" y="28294"/>
                  </a:lnTo>
                  <a:cubicBezTo>
                    <a:pt x="3138" y="28294"/>
                    <a:pt x="286" y="28294"/>
                    <a:pt x="286" y="31203"/>
                  </a:cubicBezTo>
                  <a:cubicBezTo>
                    <a:pt x="286" y="34112"/>
                    <a:pt x="3138" y="34112"/>
                    <a:pt x="5240" y="34112"/>
                  </a:cubicBezTo>
                  <a:lnTo>
                    <a:pt x="95170"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5" name="Freeform: Shape 1904">
              <a:extLst>
                <a:ext uri="{FF2B5EF4-FFF2-40B4-BE49-F238E27FC236}">
                  <a16:creationId xmlns:a16="http://schemas.microsoft.com/office/drawing/2014/main" id="{001AC688-F544-AE7B-1AF4-BEDCD5073F8E}"/>
                </a:ext>
              </a:extLst>
            </p:cNvPr>
            <p:cNvSpPr/>
            <p:nvPr>
              <p:custDataLst>
                <p:tags r:id="rId103"/>
              </p:custDataLst>
            </p:nvPr>
          </p:nvSpPr>
          <p:spPr>
            <a:xfrm>
              <a:off x="11492365" y="5938121"/>
              <a:ext cx="57651" cy="65885"/>
            </a:xfrm>
            <a:custGeom>
              <a:avLst/>
              <a:gdLst>
                <a:gd name="connsiteX0" fmla="*/ 21465 w 57651"/>
                <a:gd name="connsiteY0" fmla="*/ 30766 h 65885"/>
                <a:gd name="connsiteX1" fmla="*/ 44436 w 57651"/>
                <a:gd name="connsiteY1" fmla="*/ 27421 h 65885"/>
                <a:gd name="connsiteX2" fmla="*/ 55696 w 57651"/>
                <a:gd name="connsiteY2" fmla="*/ 12441 h 65885"/>
                <a:gd name="connsiteX3" fmla="*/ 39631 w 57651"/>
                <a:gd name="connsiteY3" fmla="*/ 78 h 65885"/>
                <a:gd name="connsiteX4" fmla="*/ 296 w 57651"/>
                <a:gd name="connsiteY4" fmla="*/ 39638 h 65885"/>
                <a:gd name="connsiteX5" fmla="*/ 23867 w 57651"/>
                <a:gd name="connsiteY5" fmla="*/ 65963 h 65885"/>
                <a:gd name="connsiteX6" fmla="*/ 57948 w 57651"/>
                <a:gd name="connsiteY6" fmla="*/ 48801 h 65885"/>
                <a:gd name="connsiteX7" fmla="*/ 56146 w 57651"/>
                <a:gd name="connsiteY7" fmla="*/ 46910 h 65885"/>
                <a:gd name="connsiteX8" fmla="*/ 54194 w 57651"/>
                <a:gd name="connsiteY8" fmla="*/ 48365 h 65885"/>
                <a:gd name="connsiteX9" fmla="*/ 24167 w 57651"/>
                <a:gd name="connsiteY9" fmla="*/ 62764 h 65885"/>
                <a:gd name="connsiteX10" fmla="*/ 11106 w 57651"/>
                <a:gd name="connsiteY10" fmla="*/ 45892 h 65885"/>
                <a:gd name="connsiteX11" fmla="*/ 13508 w 57651"/>
                <a:gd name="connsiteY11" fmla="*/ 30766 h 65885"/>
                <a:gd name="connsiteX12" fmla="*/ 21465 w 57651"/>
                <a:gd name="connsiteY12" fmla="*/ 30766 h 65885"/>
                <a:gd name="connsiteX13" fmla="*/ 14409 w 57651"/>
                <a:gd name="connsiteY13" fmla="*/ 27567 h 65885"/>
                <a:gd name="connsiteX14" fmla="*/ 39631 w 57651"/>
                <a:gd name="connsiteY14" fmla="*/ 3278 h 65885"/>
                <a:gd name="connsiteX15" fmla="*/ 50741 w 57651"/>
                <a:gd name="connsiteY15" fmla="*/ 12441 h 65885"/>
                <a:gd name="connsiteX16" fmla="*/ 20564 w 57651"/>
                <a:gd name="connsiteY16" fmla="*/ 27567 h 65885"/>
                <a:gd name="connsiteX17" fmla="*/ 1440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465" y="30766"/>
                  </a:moveTo>
                  <a:cubicBezTo>
                    <a:pt x="25819" y="30766"/>
                    <a:pt x="36929" y="30475"/>
                    <a:pt x="44436" y="27421"/>
                  </a:cubicBezTo>
                  <a:cubicBezTo>
                    <a:pt x="54945" y="23058"/>
                    <a:pt x="55696" y="14477"/>
                    <a:pt x="55696" y="12441"/>
                  </a:cubicBezTo>
                  <a:cubicBezTo>
                    <a:pt x="55696" y="6041"/>
                    <a:pt x="49990" y="78"/>
                    <a:pt x="39631" y="78"/>
                  </a:cubicBezTo>
                  <a:cubicBezTo>
                    <a:pt x="22966" y="78"/>
                    <a:pt x="296" y="14186"/>
                    <a:pt x="296" y="39638"/>
                  </a:cubicBezTo>
                  <a:cubicBezTo>
                    <a:pt x="296" y="54473"/>
                    <a:pt x="9154" y="65963"/>
                    <a:pt x="23867" y="65963"/>
                  </a:cubicBezTo>
                  <a:cubicBezTo>
                    <a:pt x="45336" y="65963"/>
                    <a:pt x="57948" y="50547"/>
                    <a:pt x="57948" y="48801"/>
                  </a:cubicBezTo>
                  <a:cubicBezTo>
                    <a:pt x="57948" y="47929"/>
                    <a:pt x="57047" y="46910"/>
                    <a:pt x="56146" y="46910"/>
                  </a:cubicBezTo>
                  <a:cubicBezTo>
                    <a:pt x="55395" y="46910"/>
                    <a:pt x="55095" y="47201"/>
                    <a:pt x="54194" y="48365"/>
                  </a:cubicBezTo>
                  <a:cubicBezTo>
                    <a:pt x="42334" y="62764"/>
                    <a:pt x="25969" y="62764"/>
                    <a:pt x="24167" y="62764"/>
                  </a:cubicBezTo>
                  <a:cubicBezTo>
                    <a:pt x="12457" y="62764"/>
                    <a:pt x="11106" y="50547"/>
                    <a:pt x="11106" y="45892"/>
                  </a:cubicBezTo>
                  <a:cubicBezTo>
                    <a:pt x="11106" y="44147"/>
                    <a:pt x="11256" y="39638"/>
                    <a:pt x="13508" y="30766"/>
                  </a:cubicBezTo>
                  <a:lnTo>
                    <a:pt x="21465" y="30766"/>
                  </a:lnTo>
                  <a:close/>
                  <a:moveTo>
                    <a:pt x="14409" y="27567"/>
                  </a:moveTo>
                  <a:cubicBezTo>
                    <a:pt x="20264" y="5459"/>
                    <a:pt x="35728" y="3278"/>
                    <a:pt x="39631" y="3278"/>
                  </a:cubicBezTo>
                  <a:cubicBezTo>
                    <a:pt x="46688" y="3278"/>
                    <a:pt x="50741" y="7496"/>
                    <a:pt x="50741" y="12441"/>
                  </a:cubicBezTo>
                  <a:cubicBezTo>
                    <a:pt x="50741" y="27567"/>
                    <a:pt x="26720" y="27567"/>
                    <a:pt x="20564" y="27567"/>
                  </a:cubicBezTo>
                  <a:lnTo>
                    <a:pt x="1440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6" name="Freeform: Shape 1905">
              <a:extLst>
                <a:ext uri="{FF2B5EF4-FFF2-40B4-BE49-F238E27FC236}">
                  <a16:creationId xmlns:a16="http://schemas.microsoft.com/office/drawing/2014/main" id="{FB0F1568-6AEF-0547-99CE-8065BD71864A}"/>
                </a:ext>
              </a:extLst>
            </p:cNvPr>
            <p:cNvSpPr/>
            <p:nvPr>
              <p:custDataLst>
                <p:tags r:id="rId104"/>
              </p:custDataLst>
            </p:nvPr>
          </p:nvSpPr>
          <p:spPr>
            <a:xfrm>
              <a:off x="11567451" y="5865997"/>
              <a:ext cx="27324" cy="101707"/>
            </a:xfrm>
            <a:custGeom>
              <a:avLst/>
              <a:gdLst>
                <a:gd name="connsiteX0" fmla="*/ 25523 w 27324"/>
                <a:gd name="connsiteY0" fmla="*/ 74 h 101707"/>
                <a:gd name="connsiteX1" fmla="*/ 301 w 27324"/>
                <a:gd name="connsiteY1" fmla="*/ 50877 h 101707"/>
                <a:gd name="connsiteX2" fmla="*/ 25523 w 27324"/>
                <a:gd name="connsiteY2" fmla="*/ 101782 h 101707"/>
                <a:gd name="connsiteX3" fmla="*/ 27625 w 27324"/>
                <a:gd name="connsiteY3" fmla="*/ 100560 h 101707"/>
                <a:gd name="connsiteX4" fmla="*/ 26574 w 27324"/>
                <a:gd name="connsiteY4" fmla="*/ 99033 h 101707"/>
                <a:gd name="connsiteX5" fmla="*/ 7447 w 27324"/>
                <a:gd name="connsiteY5" fmla="*/ 50979 h 101707"/>
                <a:gd name="connsiteX6" fmla="*/ 26889 w 27324"/>
                <a:gd name="connsiteY6" fmla="*/ 2517 h 101707"/>
                <a:gd name="connsiteX7" fmla="*/ 27625 w 27324"/>
                <a:gd name="connsiteY7" fmla="*/ 1296 h 101707"/>
                <a:gd name="connsiteX8" fmla="*/ 2552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23" y="74"/>
                  </a:moveTo>
                  <a:cubicBezTo>
                    <a:pt x="5555" y="13716"/>
                    <a:pt x="301" y="35300"/>
                    <a:pt x="301" y="50877"/>
                  </a:cubicBezTo>
                  <a:cubicBezTo>
                    <a:pt x="301" y="65232"/>
                    <a:pt x="4715" y="87528"/>
                    <a:pt x="25523" y="101782"/>
                  </a:cubicBezTo>
                  <a:cubicBezTo>
                    <a:pt x="26364" y="101782"/>
                    <a:pt x="27625" y="101782"/>
                    <a:pt x="27625" y="100560"/>
                  </a:cubicBezTo>
                  <a:cubicBezTo>
                    <a:pt x="27625" y="99949"/>
                    <a:pt x="27310" y="99746"/>
                    <a:pt x="26574" y="99033"/>
                  </a:cubicBezTo>
                  <a:cubicBezTo>
                    <a:pt x="12597" y="86816"/>
                    <a:pt x="7447" y="69508"/>
                    <a:pt x="7447" y="50979"/>
                  </a:cubicBezTo>
                  <a:cubicBezTo>
                    <a:pt x="7447" y="23490"/>
                    <a:pt x="18272" y="10051"/>
                    <a:pt x="26889" y="2517"/>
                  </a:cubicBezTo>
                  <a:cubicBezTo>
                    <a:pt x="27310" y="2110"/>
                    <a:pt x="27625" y="1805"/>
                    <a:pt x="27625" y="1296"/>
                  </a:cubicBezTo>
                  <a:cubicBezTo>
                    <a:pt x="27625" y="74"/>
                    <a:pt x="26364" y="74"/>
                    <a:pt x="2552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7" name="Freeform: Shape 1906">
              <a:extLst>
                <a:ext uri="{FF2B5EF4-FFF2-40B4-BE49-F238E27FC236}">
                  <a16:creationId xmlns:a16="http://schemas.microsoft.com/office/drawing/2014/main" id="{DA97CB0E-41E3-7DDC-5D37-6B89D7933CB8}"/>
                </a:ext>
              </a:extLst>
            </p:cNvPr>
            <p:cNvSpPr/>
            <p:nvPr>
              <p:custDataLst>
                <p:tags r:id="rId105"/>
              </p:custDataLst>
            </p:nvPr>
          </p:nvSpPr>
          <p:spPr>
            <a:xfrm>
              <a:off x="11607537" y="5897456"/>
              <a:ext cx="62635" cy="66685"/>
            </a:xfrm>
            <a:custGeom>
              <a:avLst/>
              <a:gdLst>
                <a:gd name="connsiteX0" fmla="*/ 724 w 62635"/>
                <a:gd name="connsiteY0" fmla="*/ 61363 h 66685"/>
                <a:gd name="connsiteX1" fmla="*/ 304 w 62635"/>
                <a:gd name="connsiteY1" fmla="*/ 63501 h 66685"/>
                <a:gd name="connsiteX2" fmla="*/ 3877 w 62635"/>
                <a:gd name="connsiteY2" fmla="*/ 66759 h 66685"/>
                <a:gd name="connsiteX3" fmla="*/ 8922 w 62635"/>
                <a:gd name="connsiteY3" fmla="*/ 61669 h 66685"/>
                <a:gd name="connsiteX4" fmla="*/ 13756 w 62635"/>
                <a:gd name="connsiteY4" fmla="*/ 43038 h 66685"/>
                <a:gd name="connsiteX5" fmla="*/ 25001 w 62635"/>
                <a:gd name="connsiteY5" fmla="*/ 45990 h 66685"/>
                <a:gd name="connsiteX6" fmla="*/ 40134 w 62635"/>
                <a:gd name="connsiteY6" fmla="*/ 38660 h 66685"/>
                <a:gd name="connsiteX7" fmla="*/ 50959 w 62635"/>
                <a:gd name="connsiteY7" fmla="*/ 45990 h 66685"/>
                <a:gd name="connsiteX8" fmla="*/ 59262 w 62635"/>
                <a:gd name="connsiteY8" fmla="*/ 40594 h 66685"/>
                <a:gd name="connsiteX9" fmla="*/ 62940 w 62635"/>
                <a:gd name="connsiteY9" fmla="*/ 30413 h 66685"/>
                <a:gd name="connsiteX10" fmla="*/ 61258 w 62635"/>
                <a:gd name="connsiteY10" fmla="*/ 29090 h 66685"/>
                <a:gd name="connsiteX11" fmla="*/ 58946 w 62635"/>
                <a:gd name="connsiteY11" fmla="*/ 32246 h 66685"/>
                <a:gd name="connsiteX12" fmla="*/ 51274 w 62635"/>
                <a:gd name="connsiteY12" fmla="*/ 43139 h 66685"/>
                <a:gd name="connsiteX13" fmla="*/ 47806 w 62635"/>
                <a:gd name="connsiteY13" fmla="*/ 38151 h 66685"/>
                <a:gd name="connsiteX14" fmla="*/ 49383 w 62635"/>
                <a:gd name="connsiteY14" fmla="*/ 30108 h 66685"/>
                <a:gd name="connsiteX15" fmla="*/ 51695 w 62635"/>
                <a:gd name="connsiteY15" fmla="*/ 20945 h 66685"/>
                <a:gd name="connsiteX16" fmla="*/ 54112 w 62635"/>
                <a:gd name="connsiteY16" fmla="*/ 11884 h 66685"/>
                <a:gd name="connsiteX17" fmla="*/ 55899 w 62635"/>
                <a:gd name="connsiteY17" fmla="*/ 4350 h 66685"/>
                <a:gd name="connsiteX18" fmla="*/ 52430 w 62635"/>
                <a:gd name="connsiteY18" fmla="*/ 1092 h 66685"/>
                <a:gd name="connsiteX19" fmla="*/ 48122 w 62635"/>
                <a:gd name="connsiteY19" fmla="*/ 3535 h 66685"/>
                <a:gd name="connsiteX20" fmla="*/ 46440 w 62635"/>
                <a:gd name="connsiteY20" fmla="*/ 9440 h 66685"/>
                <a:gd name="connsiteX21" fmla="*/ 44233 w 62635"/>
                <a:gd name="connsiteY21" fmla="*/ 17891 h 66685"/>
                <a:gd name="connsiteX22" fmla="*/ 40975 w 62635"/>
                <a:gd name="connsiteY22" fmla="*/ 30617 h 66685"/>
                <a:gd name="connsiteX23" fmla="*/ 39294 w 62635"/>
                <a:gd name="connsiteY23" fmla="*/ 34689 h 66685"/>
                <a:gd name="connsiteX24" fmla="*/ 25421 w 62635"/>
                <a:gd name="connsiteY24" fmla="*/ 43139 h 66685"/>
                <a:gd name="connsiteX25" fmla="*/ 16804 w 62635"/>
                <a:gd name="connsiteY25" fmla="*/ 34078 h 66685"/>
                <a:gd name="connsiteX26" fmla="*/ 18590 w 62635"/>
                <a:gd name="connsiteY26" fmla="*/ 24610 h 66685"/>
                <a:gd name="connsiteX27" fmla="*/ 20902 w 62635"/>
                <a:gd name="connsiteY27" fmla="*/ 15447 h 66685"/>
                <a:gd name="connsiteX28" fmla="*/ 22374 w 62635"/>
                <a:gd name="connsiteY28" fmla="*/ 9746 h 66685"/>
                <a:gd name="connsiteX29" fmla="*/ 23950 w 62635"/>
                <a:gd name="connsiteY29" fmla="*/ 3332 h 66685"/>
                <a:gd name="connsiteX30" fmla="*/ 20377 w 62635"/>
                <a:gd name="connsiteY30" fmla="*/ 74 h 66685"/>
                <a:gd name="connsiteX31" fmla="*/ 15332 w 62635"/>
                <a:gd name="connsiteY31" fmla="*/ 4859 h 66685"/>
                <a:gd name="connsiteX32" fmla="*/ 72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724" y="61363"/>
                  </a:moveTo>
                  <a:cubicBezTo>
                    <a:pt x="304" y="62890"/>
                    <a:pt x="304" y="63400"/>
                    <a:pt x="304" y="63501"/>
                  </a:cubicBezTo>
                  <a:cubicBezTo>
                    <a:pt x="304" y="65741"/>
                    <a:pt x="2196" y="66759"/>
                    <a:pt x="3877" y="66759"/>
                  </a:cubicBezTo>
                  <a:cubicBezTo>
                    <a:pt x="7660" y="66759"/>
                    <a:pt x="8501" y="63400"/>
                    <a:pt x="8922" y="61669"/>
                  </a:cubicBezTo>
                  <a:cubicBezTo>
                    <a:pt x="9132" y="61160"/>
                    <a:pt x="11234" y="53015"/>
                    <a:pt x="13756" y="43038"/>
                  </a:cubicBezTo>
                  <a:cubicBezTo>
                    <a:pt x="17014" y="45176"/>
                    <a:pt x="21218" y="45990"/>
                    <a:pt x="25001" y="45990"/>
                  </a:cubicBezTo>
                  <a:cubicBezTo>
                    <a:pt x="34039" y="45990"/>
                    <a:pt x="39924" y="38863"/>
                    <a:pt x="40134" y="38660"/>
                  </a:cubicBezTo>
                  <a:cubicBezTo>
                    <a:pt x="42131" y="45685"/>
                    <a:pt x="49383" y="45990"/>
                    <a:pt x="50959" y="45990"/>
                  </a:cubicBezTo>
                  <a:cubicBezTo>
                    <a:pt x="54742" y="45990"/>
                    <a:pt x="57370" y="43750"/>
                    <a:pt x="59262" y="40594"/>
                  </a:cubicBezTo>
                  <a:cubicBezTo>
                    <a:pt x="61574" y="36624"/>
                    <a:pt x="62940" y="30820"/>
                    <a:pt x="62940" y="30413"/>
                  </a:cubicBezTo>
                  <a:cubicBezTo>
                    <a:pt x="62940" y="29090"/>
                    <a:pt x="61574" y="29090"/>
                    <a:pt x="61258" y="29090"/>
                  </a:cubicBezTo>
                  <a:cubicBezTo>
                    <a:pt x="59787" y="29090"/>
                    <a:pt x="59682" y="29497"/>
                    <a:pt x="58946" y="32246"/>
                  </a:cubicBezTo>
                  <a:cubicBezTo>
                    <a:pt x="57685" y="37133"/>
                    <a:pt x="55688" y="43139"/>
                    <a:pt x="51274" y="43139"/>
                  </a:cubicBezTo>
                  <a:cubicBezTo>
                    <a:pt x="48542" y="43139"/>
                    <a:pt x="47806" y="40900"/>
                    <a:pt x="47806" y="38151"/>
                  </a:cubicBezTo>
                  <a:cubicBezTo>
                    <a:pt x="47806" y="36420"/>
                    <a:pt x="48647" y="32755"/>
                    <a:pt x="49383" y="30108"/>
                  </a:cubicBezTo>
                  <a:cubicBezTo>
                    <a:pt x="50118" y="27359"/>
                    <a:pt x="51169" y="23185"/>
                    <a:pt x="51695" y="20945"/>
                  </a:cubicBezTo>
                  <a:lnTo>
                    <a:pt x="54112" y="11884"/>
                  </a:lnTo>
                  <a:cubicBezTo>
                    <a:pt x="54742" y="9339"/>
                    <a:pt x="55899" y="4859"/>
                    <a:pt x="55899" y="4350"/>
                  </a:cubicBezTo>
                  <a:cubicBezTo>
                    <a:pt x="55899" y="2314"/>
                    <a:pt x="54217" y="1092"/>
                    <a:pt x="52430" y="1092"/>
                  </a:cubicBezTo>
                  <a:cubicBezTo>
                    <a:pt x="51274" y="1092"/>
                    <a:pt x="49278" y="1601"/>
                    <a:pt x="48122" y="3535"/>
                  </a:cubicBezTo>
                  <a:cubicBezTo>
                    <a:pt x="47806" y="4146"/>
                    <a:pt x="46966" y="7404"/>
                    <a:pt x="46440" y="9440"/>
                  </a:cubicBezTo>
                  <a:lnTo>
                    <a:pt x="44233" y="17891"/>
                  </a:lnTo>
                  <a:lnTo>
                    <a:pt x="40975" y="30617"/>
                  </a:lnTo>
                  <a:cubicBezTo>
                    <a:pt x="40240" y="33162"/>
                    <a:pt x="40240" y="33366"/>
                    <a:pt x="39294" y="34689"/>
                  </a:cubicBezTo>
                  <a:cubicBezTo>
                    <a:pt x="36036" y="39169"/>
                    <a:pt x="31412" y="43139"/>
                    <a:pt x="25421" y="43139"/>
                  </a:cubicBezTo>
                  <a:cubicBezTo>
                    <a:pt x="16804" y="43139"/>
                    <a:pt x="16804" y="35911"/>
                    <a:pt x="16804" y="34078"/>
                  </a:cubicBezTo>
                  <a:cubicBezTo>
                    <a:pt x="16804" y="31431"/>
                    <a:pt x="17119" y="30108"/>
                    <a:pt x="18590" y="24610"/>
                  </a:cubicBezTo>
                  <a:cubicBezTo>
                    <a:pt x="19641" y="20130"/>
                    <a:pt x="19851" y="19418"/>
                    <a:pt x="20902" y="15447"/>
                  </a:cubicBezTo>
                  <a:lnTo>
                    <a:pt x="22374" y="9746"/>
                  </a:lnTo>
                  <a:cubicBezTo>
                    <a:pt x="22899" y="7608"/>
                    <a:pt x="23950" y="3739"/>
                    <a:pt x="23950" y="3332"/>
                  </a:cubicBezTo>
                  <a:cubicBezTo>
                    <a:pt x="23950" y="1499"/>
                    <a:pt x="22479" y="74"/>
                    <a:pt x="20377" y="74"/>
                  </a:cubicBezTo>
                  <a:cubicBezTo>
                    <a:pt x="16593" y="74"/>
                    <a:pt x="15648" y="3637"/>
                    <a:pt x="15332" y="4859"/>
                  </a:cubicBezTo>
                  <a:lnTo>
                    <a:pt x="72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8" name="Freeform: Shape 1907">
              <a:extLst>
                <a:ext uri="{FF2B5EF4-FFF2-40B4-BE49-F238E27FC236}">
                  <a16:creationId xmlns:a16="http://schemas.microsoft.com/office/drawing/2014/main" id="{0031635D-C749-BB12-B1F7-30C67D9B51B4}"/>
                </a:ext>
              </a:extLst>
            </p:cNvPr>
            <p:cNvSpPr/>
            <p:nvPr>
              <p:custDataLst>
                <p:tags r:id="rId106"/>
              </p:custDataLst>
            </p:nvPr>
          </p:nvSpPr>
          <p:spPr>
            <a:xfrm>
              <a:off x="11678060" y="5908393"/>
              <a:ext cx="35506" cy="63412"/>
            </a:xfrm>
            <a:custGeom>
              <a:avLst/>
              <a:gdLst>
                <a:gd name="connsiteX0" fmla="*/ 35815 w 35506"/>
                <a:gd name="connsiteY0" fmla="*/ 3202 h 63412"/>
                <a:gd name="connsiteX1" fmla="*/ 32512 w 35506"/>
                <a:gd name="connsiteY1" fmla="*/ 75 h 63412"/>
                <a:gd name="connsiteX2" fmla="*/ 27858 w 35506"/>
                <a:gd name="connsiteY2" fmla="*/ 4438 h 63412"/>
                <a:gd name="connsiteX3" fmla="*/ 31161 w 35506"/>
                <a:gd name="connsiteY3" fmla="*/ 7565 h 63412"/>
                <a:gd name="connsiteX4" fmla="*/ 35815 w 35506"/>
                <a:gd name="connsiteY4" fmla="*/ 3202 h 63412"/>
                <a:gd name="connsiteX5" fmla="*/ 19451 w 35506"/>
                <a:gd name="connsiteY5" fmla="*/ 51852 h 63412"/>
                <a:gd name="connsiteX6" fmla="*/ 8716 w 35506"/>
                <a:gd name="connsiteY6" fmla="*/ 61015 h 63412"/>
                <a:gd name="connsiteX7" fmla="*/ 6014 w 35506"/>
                <a:gd name="connsiteY7" fmla="*/ 60652 h 63412"/>
                <a:gd name="connsiteX8" fmla="*/ 8341 w 35506"/>
                <a:gd name="connsiteY8" fmla="*/ 56797 h 63412"/>
                <a:gd name="connsiteX9" fmla="*/ 4963 w 35506"/>
                <a:gd name="connsiteY9" fmla="*/ 53816 h 63412"/>
                <a:gd name="connsiteX10" fmla="*/ 309 w 35506"/>
                <a:gd name="connsiteY10" fmla="*/ 58470 h 63412"/>
                <a:gd name="connsiteX11" fmla="*/ 8791 w 35506"/>
                <a:gd name="connsiteY11" fmla="*/ 63488 h 63412"/>
                <a:gd name="connsiteX12" fmla="*/ 25982 w 35506"/>
                <a:gd name="connsiteY12" fmla="*/ 51925 h 63412"/>
                <a:gd name="connsiteX13" fmla="*/ 32738 w 35506"/>
                <a:gd name="connsiteY13" fmla="*/ 25891 h 63412"/>
                <a:gd name="connsiteX14" fmla="*/ 33113 w 35506"/>
                <a:gd name="connsiteY14" fmla="*/ 23491 h 63412"/>
                <a:gd name="connsiteX15" fmla="*/ 23880 w 35506"/>
                <a:gd name="connsiteY15" fmla="*/ 16437 h 63412"/>
                <a:gd name="connsiteX16" fmla="*/ 9242 w 35506"/>
                <a:gd name="connsiteY16" fmla="*/ 27709 h 63412"/>
                <a:gd name="connsiteX17" fmla="*/ 10818 w 35506"/>
                <a:gd name="connsiteY17" fmla="*/ 28727 h 63412"/>
                <a:gd name="connsiteX18" fmla="*/ 12470 w 35506"/>
                <a:gd name="connsiteY18" fmla="*/ 27709 h 63412"/>
                <a:gd name="connsiteX19" fmla="*/ 23579 w 35506"/>
                <a:gd name="connsiteY19" fmla="*/ 18910 h 63412"/>
                <a:gd name="connsiteX20" fmla="*/ 26732 w 35506"/>
                <a:gd name="connsiteY20" fmla="*/ 22764 h 63412"/>
                <a:gd name="connsiteX21" fmla="*/ 26507 w 35506"/>
                <a:gd name="connsiteY21" fmla="*/ 24655 h 63412"/>
                <a:gd name="connsiteX22" fmla="*/ 1945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15" y="3202"/>
                  </a:moveTo>
                  <a:cubicBezTo>
                    <a:pt x="35815" y="1529"/>
                    <a:pt x="34539" y="75"/>
                    <a:pt x="32512" y="75"/>
                  </a:cubicBezTo>
                  <a:cubicBezTo>
                    <a:pt x="30185" y="75"/>
                    <a:pt x="27858" y="2256"/>
                    <a:pt x="27858" y="4438"/>
                  </a:cubicBezTo>
                  <a:cubicBezTo>
                    <a:pt x="27858" y="6183"/>
                    <a:pt x="29285" y="7565"/>
                    <a:pt x="31161" y="7565"/>
                  </a:cubicBezTo>
                  <a:cubicBezTo>
                    <a:pt x="33714" y="7565"/>
                    <a:pt x="35815" y="5238"/>
                    <a:pt x="35815" y="3202"/>
                  </a:cubicBezTo>
                  <a:close/>
                  <a:moveTo>
                    <a:pt x="19451" y="51852"/>
                  </a:moveTo>
                  <a:cubicBezTo>
                    <a:pt x="18025" y="57379"/>
                    <a:pt x="13295" y="61015"/>
                    <a:pt x="8716" y="61015"/>
                  </a:cubicBezTo>
                  <a:cubicBezTo>
                    <a:pt x="7440" y="61015"/>
                    <a:pt x="6614" y="60797"/>
                    <a:pt x="6014" y="60652"/>
                  </a:cubicBezTo>
                  <a:cubicBezTo>
                    <a:pt x="7815" y="59634"/>
                    <a:pt x="8341" y="57743"/>
                    <a:pt x="8341" y="56797"/>
                  </a:cubicBezTo>
                  <a:cubicBezTo>
                    <a:pt x="8341" y="55561"/>
                    <a:pt x="7440" y="53816"/>
                    <a:pt x="4963" y="53816"/>
                  </a:cubicBezTo>
                  <a:cubicBezTo>
                    <a:pt x="2411" y="53816"/>
                    <a:pt x="309" y="56070"/>
                    <a:pt x="309" y="58470"/>
                  </a:cubicBezTo>
                  <a:cubicBezTo>
                    <a:pt x="309" y="61597"/>
                    <a:pt x="3687" y="63488"/>
                    <a:pt x="8791" y="63488"/>
                  </a:cubicBezTo>
                  <a:cubicBezTo>
                    <a:pt x="13896" y="63488"/>
                    <a:pt x="23655" y="60943"/>
                    <a:pt x="25982" y="51925"/>
                  </a:cubicBezTo>
                  <a:lnTo>
                    <a:pt x="32738" y="25891"/>
                  </a:lnTo>
                  <a:cubicBezTo>
                    <a:pt x="32888" y="25164"/>
                    <a:pt x="33113" y="24509"/>
                    <a:pt x="33113" y="23491"/>
                  </a:cubicBezTo>
                  <a:cubicBezTo>
                    <a:pt x="33113" y="19346"/>
                    <a:pt x="29134" y="16437"/>
                    <a:pt x="23880" y="16437"/>
                  </a:cubicBezTo>
                  <a:cubicBezTo>
                    <a:pt x="14797" y="16437"/>
                    <a:pt x="9242" y="26255"/>
                    <a:pt x="9242" y="27709"/>
                  </a:cubicBezTo>
                  <a:cubicBezTo>
                    <a:pt x="9242" y="28727"/>
                    <a:pt x="10443" y="28727"/>
                    <a:pt x="10818" y="28727"/>
                  </a:cubicBezTo>
                  <a:cubicBezTo>
                    <a:pt x="11944" y="28727"/>
                    <a:pt x="12094" y="28436"/>
                    <a:pt x="12470" y="27709"/>
                  </a:cubicBezTo>
                  <a:cubicBezTo>
                    <a:pt x="15923" y="20582"/>
                    <a:pt x="21027" y="18910"/>
                    <a:pt x="23579" y="18910"/>
                  </a:cubicBezTo>
                  <a:cubicBezTo>
                    <a:pt x="26582" y="18910"/>
                    <a:pt x="26732" y="21528"/>
                    <a:pt x="26732" y="22764"/>
                  </a:cubicBezTo>
                  <a:cubicBezTo>
                    <a:pt x="26732" y="23782"/>
                    <a:pt x="26657" y="24073"/>
                    <a:pt x="26507" y="24655"/>
                  </a:cubicBezTo>
                  <a:lnTo>
                    <a:pt x="1945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9" name="Freeform: Shape 1908">
              <a:extLst>
                <a:ext uri="{FF2B5EF4-FFF2-40B4-BE49-F238E27FC236}">
                  <a16:creationId xmlns:a16="http://schemas.microsoft.com/office/drawing/2014/main" id="{DFFA279A-95BD-E40D-BA3D-6F2BFFF10112}"/>
                </a:ext>
              </a:extLst>
            </p:cNvPr>
            <p:cNvSpPr/>
            <p:nvPr>
              <p:custDataLst>
                <p:tags r:id="rId107"/>
              </p:custDataLst>
            </p:nvPr>
          </p:nvSpPr>
          <p:spPr>
            <a:xfrm>
              <a:off x="11742720" y="5914357"/>
              <a:ext cx="71043" cy="4988"/>
            </a:xfrm>
            <a:custGeom>
              <a:avLst/>
              <a:gdLst>
                <a:gd name="connsiteX0" fmla="*/ 67152 w 71043"/>
                <a:gd name="connsiteY0" fmla="*/ 5063 h 4988"/>
                <a:gd name="connsiteX1" fmla="*/ 71356 w 71043"/>
                <a:gd name="connsiteY1" fmla="*/ 2619 h 4988"/>
                <a:gd name="connsiteX2" fmla="*/ 67152 w 71043"/>
                <a:gd name="connsiteY2" fmla="*/ 74 h 4988"/>
                <a:gd name="connsiteX3" fmla="*/ 4516 w 71043"/>
                <a:gd name="connsiteY3" fmla="*/ 74 h 4988"/>
                <a:gd name="connsiteX4" fmla="*/ 312 w 71043"/>
                <a:gd name="connsiteY4" fmla="*/ 2517 h 4988"/>
                <a:gd name="connsiteX5" fmla="*/ 4516 w 71043"/>
                <a:gd name="connsiteY5" fmla="*/ 5063 h 4988"/>
                <a:gd name="connsiteX6" fmla="*/ 6715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152" y="5063"/>
                  </a:moveTo>
                  <a:cubicBezTo>
                    <a:pt x="68834" y="5063"/>
                    <a:pt x="71356" y="5063"/>
                    <a:pt x="71356" y="2619"/>
                  </a:cubicBezTo>
                  <a:cubicBezTo>
                    <a:pt x="71356" y="74"/>
                    <a:pt x="68939" y="74"/>
                    <a:pt x="67152" y="74"/>
                  </a:cubicBezTo>
                  <a:lnTo>
                    <a:pt x="4516" y="74"/>
                  </a:lnTo>
                  <a:cubicBezTo>
                    <a:pt x="2835" y="74"/>
                    <a:pt x="312" y="74"/>
                    <a:pt x="312" y="2517"/>
                  </a:cubicBezTo>
                  <a:cubicBezTo>
                    <a:pt x="312" y="5063"/>
                    <a:pt x="2730" y="5063"/>
                    <a:pt x="4516" y="5063"/>
                  </a:cubicBezTo>
                  <a:lnTo>
                    <a:pt x="6715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0" name="Freeform: Shape 1909">
              <a:extLst>
                <a:ext uri="{FF2B5EF4-FFF2-40B4-BE49-F238E27FC236}">
                  <a16:creationId xmlns:a16="http://schemas.microsoft.com/office/drawing/2014/main" id="{149CCB45-97B1-CDC2-5959-2CD36BEEBB23}"/>
                </a:ext>
              </a:extLst>
            </p:cNvPr>
            <p:cNvSpPr/>
            <p:nvPr>
              <p:custDataLst>
                <p:tags r:id="rId108"/>
              </p:custDataLst>
            </p:nvPr>
          </p:nvSpPr>
          <p:spPr>
            <a:xfrm>
              <a:off x="11827411" y="5870884"/>
              <a:ext cx="73460" cy="91221"/>
            </a:xfrm>
            <a:custGeom>
              <a:avLst/>
              <a:gdLst>
                <a:gd name="connsiteX0" fmla="*/ 7150 w 73460"/>
                <a:gd name="connsiteY0" fmla="*/ 89056 h 91221"/>
                <a:gd name="connsiteX1" fmla="*/ 13560 w 73460"/>
                <a:gd name="connsiteY1" fmla="*/ 63909 h 91221"/>
                <a:gd name="connsiteX2" fmla="*/ 37417 w 73460"/>
                <a:gd name="connsiteY2" fmla="*/ 72868 h 91221"/>
                <a:gd name="connsiteX3" fmla="*/ 72939 w 73460"/>
                <a:gd name="connsiteY3" fmla="*/ 44565 h 91221"/>
                <a:gd name="connsiteX4" fmla="*/ 65792 w 73460"/>
                <a:gd name="connsiteY4" fmla="*/ 30719 h 91221"/>
                <a:gd name="connsiteX5" fmla="*/ 73779 w 73460"/>
                <a:gd name="connsiteY5" fmla="*/ 14531 h 91221"/>
                <a:gd name="connsiteX6" fmla="*/ 55073 w 73460"/>
                <a:gd name="connsiteY6" fmla="*/ 74 h 91221"/>
                <a:gd name="connsiteX7" fmla="*/ 16608 w 73460"/>
                <a:gd name="connsiteY7" fmla="*/ 26137 h 91221"/>
                <a:gd name="connsiteX8" fmla="*/ 739 w 73460"/>
                <a:gd name="connsiteY8" fmla="*/ 87732 h 91221"/>
                <a:gd name="connsiteX9" fmla="*/ 319 w 73460"/>
                <a:gd name="connsiteY9" fmla="*/ 89463 h 91221"/>
                <a:gd name="connsiteX10" fmla="*/ 3682 w 73460"/>
                <a:gd name="connsiteY10" fmla="*/ 91295 h 91221"/>
                <a:gd name="connsiteX11" fmla="*/ 7150 w 73460"/>
                <a:gd name="connsiteY11" fmla="*/ 89056 h 91221"/>
                <a:gd name="connsiteX12" fmla="*/ 40044 w 73460"/>
                <a:gd name="connsiteY12" fmla="*/ 32042 h 91221"/>
                <a:gd name="connsiteX13" fmla="*/ 47085 w 73460"/>
                <a:gd name="connsiteY13" fmla="*/ 31024 h 91221"/>
                <a:gd name="connsiteX14" fmla="*/ 52025 w 73460"/>
                <a:gd name="connsiteY14" fmla="*/ 31431 h 91221"/>
                <a:gd name="connsiteX15" fmla="*/ 45614 w 73460"/>
                <a:gd name="connsiteY15" fmla="*/ 32653 h 91221"/>
                <a:gd name="connsiteX16" fmla="*/ 40044 w 73460"/>
                <a:gd name="connsiteY16" fmla="*/ 32042 h 91221"/>
                <a:gd name="connsiteX17" fmla="*/ 57069 w 73460"/>
                <a:gd name="connsiteY17" fmla="*/ 27155 h 91221"/>
                <a:gd name="connsiteX18" fmla="*/ 47401 w 73460"/>
                <a:gd name="connsiteY18" fmla="*/ 26341 h 91221"/>
                <a:gd name="connsiteX19" fmla="*/ 33318 w 73460"/>
                <a:gd name="connsiteY19" fmla="*/ 32449 h 91221"/>
                <a:gd name="connsiteX20" fmla="*/ 45404 w 73460"/>
                <a:gd name="connsiteY20" fmla="*/ 37336 h 91221"/>
                <a:gd name="connsiteX21" fmla="*/ 58330 w 73460"/>
                <a:gd name="connsiteY21" fmla="*/ 35198 h 91221"/>
                <a:gd name="connsiteX22" fmla="*/ 59592 w 73460"/>
                <a:gd name="connsiteY22" fmla="*/ 40594 h 91221"/>
                <a:gd name="connsiteX23" fmla="*/ 53391 w 73460"/>
                <a:gd name="connsiteY23" fmla="*/ 60752 h 91221"/>
                <a:gd name="connsiteX24" fmla="*/ 37312 w 73460"/>
                <a:gd name="connsiteY24" fmla="*/ 68185 h 91221"/>
                <a:gd name="connsiteX25" fmla="*/ 16713 w 73460"/>
                <a:gd name="connsiteY25" fmla="*/ 53728 h 91221"/>
                <a:gd name="connsiteX26" fmla="*/ 18605 w 73460"/>
                <a:gd name="connsiteY26" fmla="*/ 44667 h 91221"/>
                <a:gd name="connsiteX27" fmla="*/ 22704 w 73460"/>
                <a:gd name="connsiteY27" fmla="*/ 28479 h 91221"/>
                <a:gd name="connsiteX28" fmla="*/ 33844 w 73460"/>
                <a:gd name="connsiteY28" fmla="*/ 11884 h 91221"/>
                <a:gd name="connsiteX29" fmla="*/ 54547 w 73460"/>
                <a:gd name="connsiteY29" fmla="*/ 4757 h 91221"/>
                <a:gd name="connsiteX30" fmla="*/ 61693 w 73460"/>
                <a:gd name="connsiteY30" fmla="*/ 10866 h 91221"/>
                <a:gd name="connsiteX31" fmla="*/ 57069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150" y="89056"/>
                  </a:moveTo>
                  <a:lnTo>
                    <a:pt x="13560" y="63909"/>
                  </a:lnTo>
                  <a:cubicBezTo>
                    <a:pt x="15557" y="66454"/>
                    <a:pt x="22599" y="72868"/>
                    <a:pt x="37417" y="72868"/>
                  </a:cubicBezTo>
                  <a:cubicBezTo>
                    <a:pt x="60958" y="72868"/>
                    <a:pt x="72939" y="57393"/>
                    <a:pt x="72939" y="44565"/>
                  </a:cubicBezTo>
                  <a:cubicBezTo>
                    <a:pt x="72939" y="38660"/>
                    <a:pt x="70521" y="33977"/>
                    <a:pt x="65792" y="30719"/>
                  </a:cubicBezTo>
                  <a:cubicBezTo>
                    <a:pt x="70416" y="27053"/>
                    <a:pt x="73779" y="20538"/>
                    <a:pt x="73779" y="14531"/>
                  </a:cubicBezTo>
                  <a:cubicBezTo>
                    <a:pt x="73779" y="6284"/>
                    <a:pt x="67684" y="74"/>
                    <a:pt x="55073" y="74"/>
                  </a:cubicBezTo>
                  <a:cubicBezTo>
                    <a:pt x="39519" y="74"/>
                    <a:pt x="20812" y="9644"/>
                    <a:pt x="16608" y="26137"/>
                  </a:cubicBezTo>
                  <a:lnTo>
                    <a:pt x="739" y="87732"/>
                  </a:lnTo>
                  <a:cubicBezTo>
                    <a:pt x="319" y="89157"/>
                    <a:pt x="319" y="89361"/>
                    <a:pt x="319" y="89463"/>
                  </a:cubicBezTo>
                  <a:cubicBezTo>
                    <a:pt x="319" y="91295"/>
                    <a:pt x="2105" y="91295"/>
                    <a:pt x="3682" y="91295"/>
                  </a:cubicBezTo>
                  <a:cubicBezTo>
                    <a:pt x="5784" y="91295"/>
                    <a:pt x="6624" y="91295"/>
                    <a:pt x="7150" y="89056"/>
                  </a:cubicBezTo>
                  <a:close/>
                  <a:moveTo>
                    <a:pt x="40044" y="32042"/>
                  </a:moveTo>
                  <a:cubicBezTo>
                    <a:pt x="41410" y="31431"/>
                    <a:pt x="42356" y="31024"/>
                    <a:pt x="47085" y="31024"/>
                  </a:cubicBezTo>
                  <a:cubicBezTo>
                    <a:pt x="48767" y="31024"/>
                    <a:pt x="50133" y="31024"/>
                    <a:pt x="52025" y="31431"/>
                  </a:cubicBezTo>
                  <a:cubicBezTo>
                    <a:pt x="49713" y="32653"/>
                    <a:pt x="47506" y="32653"/>
                    <a:pt x="45614" y="32653"/>
                  </a:cubicBezTo>
                  <a:cubicBezTo>
                    <a:pt x="42461" y="32653"/>
                    <a:pt x="42146" y="32551"/>
                    <a:pt x="40044" y="32042"/>
                  </a:cubicBezTo>
                  <a:close/>
                  <a:moveTo>
                    <a:pt x="57069" y="27155"/>
                  </a:moveTo>
                  <a:cubicBezTo>
                    <a:pt x="53076" y="26341"/>
                    <a:pt x="49503" y="26341"/>
                    <a:pt x="47401" y="26341"/>
                  </a:cubicBezTo>
                  <a:cubicBezTo>
                    <a:pt x="42882" y="26341"/>
                    <a:pt x="33318" y="26341"/>
                    <a:pt x="33318" y="32449"/>
                  </a:cubicBezTo>
                  <a:cubicBezTo>
                    <a:pt x="33318" y="37234"/>
                    <a:pt x="40254" y="37336"/>
                    <a:pt x="45404" y="37336"/>
                  </a:cubicBezTo>
                  <a:cubicBezTo>
                    <a:pt x="48452" y="37336"/>
                    <a:pt x="52760" y="37336"/>
                    <a:pt x="58330" y="35198"/>
                  </a:cubicBezTo>
                  <a:cubicBezTo>
                    <a:pt x="59276" y="36624"/>
                    <a:pt x="59592" y="38762"/>
                    <a:pt x="59592" y="40594"/>
                  </a:cubicBezTo>
                  <a:cubicBezTo>
                    <a:pt x="59592" y="44157"/>
                    <a:pt x="57385" y="55357"/>
                    <a:pt x="53391" y="60752"/>
                  </a:cubicBezTo>
                  <a:cubicBezTo>
                    <a:pt x="49608" y="65741"/>
                    <a:pt x="43828" y="68185"/>
                    <a:pt x="37312" y="68185"/>
                  </a:cubicBezTo>
                  <a:cubicBezTo>
                    <a:pt x="28379" y="68185"/>
                    <a:pt x="16713" y="64214"/>
                    <a:pt x="16713" y="53728"/>
                  </a:cubicBezTo>
                  <a:cubicBezTo>
                    <a:pt x="16713" y="51793"/>
                    <a:pt x="17764" y="47619"/>
                    <a:pt x="18605" y="44667"/>
                  </a:cubicBezTo>
                  <a:cubicBezTo>
                    <a:pt x="19130" y="42427"/>
                    <a:pt x="22493" y="29395"/>
                    <a:pt x="22704" y="28479"/>
                  </a:cubicBezTo>
                  <a:cubicBezTo>
                    <a:pt x="23649" y="24915"/>
                    <a:pt x="25436" y="17992"/>
                    <a:pt x="33844" y="11884"/>
                  </a:cubicBezTo>
                  <a:cubicBezTo>
                    <a:pt x="42461" y="5572"/>
                    <a:pt x="50764" y="4757"/>
                    <a:pt x="54547" y="4757"/>
                  </a:cubicBezTo>
                  <a:cubicBezTo>
                    <a:pt x="61693" y="4757"/>
                    <a:pt x="61693" y="9237"/>
                    <a:pt x="61693" y="10866"/>
                  </a:cubicBezTo>
                  <a:cubicBezTo>
                    <a:pt x="61693" y="13309"/>
                    <a:pt x="59802" y="22574"/>
                    <a:pt x="57069"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1" name="Freeform: Shape 1910">
              <a:extLst>
                <a:ext uri="{FF2B5EF4-FFF2-40B4-BE49-F238E27FC236}">
                  <a16:creationId xmlns:a16="http://schemas.microsoft.com/office/drawing/2014/main" id="{06F47C04-F473-4B6D-989F-F620784943DE}"/>
                </a:ext>
              </a:extLst>
            </p:cNvPr>
            <p:cNvSpPr/>
            <p:nvPr>
              <p:custDataLst>
                <p:tags r:id="rId109"/>
              </p:custDataLst>
            </p:nvPr>
          </p:nvSpPr>
          <p:spPr>
            <a:xfrm>
              <a:off x="11915608" y="5847994"/>
              <a:ext cx="62605" cy="50468"/>
            </a:xfrm>
            <a:custGeom>
              <a:avLst/>
              <a:gdLst>
                <a:gd name="connsiteX0" fmla="*/ 33729 w 62605"/>
                <a:gd name="connsiteY0" fmla="*/ 4143 h 50468"/>
                <a:gd name="connsiteX1" fmla="*/ 59702 w 62605"/>
                <a:gd name="connsiteY1" fmla="*/ 4143 h 50468"/>
                <a:gd name="connsiteX2" fmla="*/ 62930 w 62605"/>
                <a:gd name="connsiteY2" fmla="*/ 2107 h 50468"/>
                <a:gd name="connsiteX3" fmla="*/ 59702 w 62605"/>
                <a:gd name="connsiteY3" fmla="*/ 71 h 50468"/>
                <a:gd name="connsiteX4" fmla="*/ 3552 w 62605"/>
                <a:gd name="connsiteY4" fmla="*/ 71 h 50468"/>
                <a:gd name="connsiteX5" fmla="*/ 324 w 62605"/>
                <a:gd name="connsiteY5" fmla="*/ 2107 h 50468"/>
                <a:gd name="connsiteX6" fmla="*/ 3552 w 62605"/>
                <a:gd name="connsiteY6" fmla="*/ 4143 h 50468"/>
                <a:gd name="connsiteX7" fmla="*/ 29525 w 62605"/>
                <a:gd name="connsiteY7" fmla="*/ 4143 h 50468"/>
                <a:gd name="connsiteX8" fmla="*/ 29525 w 62605"/>
                <a:gd name="connsiteY8" fmla="*/ 47412 h 50468"/>
                <a:gd name="connsiteX9" fmla="*/ 31627 w 62605"/>
                <a:gd name="connsiteY9" fmla="*/ 50539 h 50468"/>
                <a:gd name="connsiteX10" fmla="*/ 33729 w 62605"/>
                <a:gd name="connsiteY10" fmla="*/ 47412 h 50468"/>
                <a:gd name="connsiteX11" fmla="*/ 3372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729" y="4143"/>
                  </a:moveTo>
                  <a:lnTo>
                    <a:pt x="59702" y="4143"/>
                  </a:lnTo>
                  <a:cubicBezTo>
                    <a:pt x="60903" y="4143"/>
                    <a:pt x="62930" y="4143"/>
                    <a:pt x="62930" y="2107"/>
                  </a:cubicBezTo>
                  <a:cubicBezTo>
                    <a:pt x="62930" y="71"/>
                    <a:pt x="60903" y="71"/>
                    <a:pt x="59702" y="71"/>
                  </a:cubicBezTo>
                  <a:lnTo>
                    <a:pt x="3552" y="71"/>
                  </a:lnTo>
                  <a:cubicBezTo>
                    <a:pt x="2426" y="71"/>
                    <a:pt x="324" y="71"/>
                    <a:pt x="324" y="2107"/>
                  </a:cubicBezTo>
                  <a:cubicBezTo>
                    <a:pt x="324" y="4143"/>
                    <a:pt x="2426" y="4143"/>
                    <a:pt x="3552" y="4143"/>
                  </a:cubicBezTo>
                  <a:lnTo>
                    <a:pt x="29525" y="4143"/>
                  </a:lnTo>
                  <a:lnTo>
                    <a:pt x="29525" y="47412"/>
                  </a:lnTo>
                  <a:cubicBezTo>
                    <a:pt x="29525" y="48503"/>
                    <a:pt x="29525" y="50539"/>
                    <a:pt x="31627" y="50539"/>
                  </a:cubicBezTo>
                  <a:cubicBezTo>
                    <a:pt x="33729" y="50539"/>
                    <a:pt x="33729" y="48576"/>
                    <a:pt x="33729" y="47412"/>
                  </a:cubicBezTo>
                  <a:lnTo>
                    <a:pt x="3372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2" name="Freeform: Shape 1911">
              <a:extLst>
                <a:ext uri="{FF2B5EF4-FFF2-40B4-BE49-F238E27FC236}">
                  <a16:creationId xmlns:a16="http://schemas.microsoft.com/office/drawing/2014/main" id="{9DE27801-B624-119A-CFB1-2C85E865BE12}"/>
                </a:ext>
              </a:extLst>
            </p:cNvPr>
            <p:cNvSpPr/>
            <p:nvPr>
              <p:custDataLst>
                <p:tags r:id="rId110"/>
              </p:custDataLst>
            </p:nvPr>
          </p:nvSpPr>
          <p:spPr>
            <a:xfrm>
              <a:off x="11998733" y="5897151"/>
              <a:ext cx="64422" cy="45203"/>
            </a:xfrm>
            <a:custGeom>
              <a:avLst/>
              <a:gdLst>
                <a:gd name="connsiteX0" fmla="*/ 38164 w 64422"/>
                <a:gd name="connsiteY0" fmla="*/ 20639 h 45203"/>
                <a:gd name="connsiteX1" fmla="*/ 52667 w 64422"/>
                <a:gd name="connsiteY1" fmla="*/ 6488 h 45203"/>
                <a:gd name="connsiteX2" fmla="*/ 62440 w 64422"/>
                <a:gd name="connsiteY2" fmla="*/ 5775 h 45203"/>
                <a:gd name="connsiteX3" fmla="*/ 62440 w 64422"/>
                <a:gd name="connsiteY3" fmla="*/ 74 h 45203"/>
                <a:gd name="connsiteX4" fmla="*/ 52246 w 64422"/>
                <a:gd name="connsiteY4" fmla="*/ 481 h 45203"/>
                <a:gd name="connsiteX5" fmla="*/ 40581 w 64422"/>
                <a:gd name="connsiteY5" fmla="*/ 74 h 45203"/>
                <a:gd name="connsiteX6" fmla="*/ 40581 w 64422"/>
                <a:gd name="connsiteY6" fmla="*/ 5775 h 45203"/>
                <a:gd name="connsiteX7" fmla="*/ 43418 w 64422"/>
                <a:gd name="connsiteY7" fmla="*/ 6386 h 45203"/>
                <a:gd name="connsiteX8" fmla="*/ 33540 w 64422"/>
                <a:gd name="connsiteY8" fmla="*/ 16058 h 45203"/>
                <a:gd name="connsiteX9" fmla="*/ 23345 w 64422"/>
                <a:gd name="connsiteY9" fmla="*/ 5775 h 45203"/>
                <a:gd name="connsiteX10" fmla="*/ 26183 w 64422"/>
                <a:gd name="connsiteY10" fmla="*/ 5775 h 45203"/>
                <a:gd name="connsiteX11" fmla="*/ 26183 w 64422"/>
                <a:gd name="connsiteY11" fmla="*/ 74 h 45203"/>
                <a:gd name="connsiteX12" fmla="*/ 12836 w 64422"/>
                <a:gd name="connsiteY12" fmla="*/ 481 h 45203"/>
                <a:gd name="connsiteX13" fmla="*/ 960 w 64422"/>
                <a:gd name="connsiteY13" fmla="*/ 74 h 45203"/>
                <a:gd name="connsiteX14" fmla="*/ 960 w 64422"/>
                <a:gd name="connsiteY14" fmla="*/ 5775 h 45203"/>
                <a:gd name="connsiteX15" fmla="*/ 8843 w 64422"/>
                <a:gd name="connsiteY15" fmla="*/ 5775 h 45203"/>
                <a:gd name="connsiteX16" fmla="*/ 26078 w 64422"/>
                <a:gd name="connsiteY16" fmla="*/ 23185 h 45203"/>
                <a:gd name="connsiteX17" fmla="*/ 10944 w 64422"/>
                <a:gd name="connsiteY17" fmla="*/ 37947 h 45203"/>
                <a:gd name="connsiteX18" fmla="*/ 6215 w 64422"/>
                <a:gd name="connsiteY18" fmla="*/ 39474 h 45203"/>
                <a:gd name="connsiteX19" fmla="*/ 330 w 64422"/>
                <a:gd name="connsiteY19" fmla="*/ 39576 h 45203"/>
                <a:gd name="connsiteX20" fmla="*/ 330 w 64422"/>
                <a:gd name="connsiteY20" fmla="*/ 45277 h 45203"/>
                <a:gd name="connsiteX21" fmla="*/ 10524 w 64422"/>
                <a:gd name="connsiteY21" fmla="*/ 44870 h 45203"/>
                <a:gd name="connsiteX22" fmla="*/ 22189 w 64422"/>
                <a:gd name="connsiteY22" fmla="*/ 45277 h 45203"/>
                <a:gd name="connsiteX23" fmla="*/ 22189 w 64422"/>
                <a:gd name="connsiteY23" fmla="*/ 39576 h 45203"/>
                <a:gd name="connsiteX24" fmla="*/ 19352 w 64422"/>
                <a:gd name="connsiteY24" fmla="*/ 38863 h 45203"/>
                <a:gd name="connsiteX25" fmla="*/ 30702 w 64422"/>
                <a:gd name="connsiteY25" fmla="*/ 27868 h 45203"/>
                <a:gd name="connsiteX26" fmla="*/ 42367 w 64422"/>
                <a:gd name="connsiteY26" fmla="*/ 39576 h 45203"/>
                <a:gd name="connsiteX27" fmla="*/ 39635 w 64422"/>
                <a:gd name="connsiteY27" fmla="*/ 39576 h 45203"/>
                <a:gd name="connsiteX28" fmla="*/ 39635 w 64422"/>
                <a:gd name="connsiteY28" fmla="*/ 45277 h 45203"/>
                <a:gd name="connsiteX29" fmla="*/ 52982 w 64422"/>
                <a:gd name="connsiteY29" fmla="*/ 44870 h 45203"/>
                <a:gd name="connsiteX30" fmla="*/ 64752 w 64422"/>
                <a:gd name="connsiteY30" fmla="*/ 45277 h 45203"/>
                <a:gd name="connsiteX31" fmla="*/ 64752 w 64422"/>
                <a:gd name="connsiteY31" fmla="*/ 39576 h 45203"/>
                <a:gd name="connsiteX32" fmla="*/ 56976 w 64422"/>
                <a:gd name="connsiteY32" fmla="*/ 39576 h 45203"/>
                <a:gd name="connsiteX33" fmla="*/ 3816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164" y="20639"/>
                  </a:moveTo>
                  <a:lnTo>
                    <a:pt x="52667" y="6488"/>
                  </a:lnTo>
                  <a:cubicBezTo>
                    <a:pt x="55189" y="5775"/>
                    <a:pt x="57921" y="5775"/>
                    <a:pt x="62440" y="5775"/>
                  </a:cubicBezTo>
                  <a:lnTo>
                    <a:pt x="62440" y="74"/>
                  </a:lnTo>
                  <a:cubicBezTo>
                    <a:pt x="59077" y="379"/>
                    <a:pt x="55609" y="481"/>
                    <a:pt x="52246" y="481"/>
                  </a:cubicBezTo>
                  <a:cubicBezTo>
                    <a:pt x="48673" y="481"/>
                    <a:pt x="41422" y="176"/>
                    <a:pt x="40581" y="74"/>
                  </a:cubicBezTo>
                  <a:lnTo>
                    <a:pt x="40581" y="5775"/>
                  </a:lnTo>
                  <a:cubicBezTo>
                    <a:pt x="41947" y="5775"/>
                    <a:pt x="42683" y="5979"/>
                    <a:pt x="43418" y="6386"/>
                  </a:cubicBezTo>
                  <a:lnTo>
                    <a:pt x="33540" y="16058"/>
                  </a:lnTo>
                  <a:lnTo>
                    <a:pt x="23345" y="5775"/>
                  </a:lnTo>
                  <a:lnTo>
                    <a:pt x="26183" y="5775"/>
                  </a:lnTo>
                  <a:lnTo>
                    <a:pt x="26183" y="74"/>
                  </a:lnTo>
                  <a:cubicBezTo>
                    <a:pt x="25552" y="74"/>
                    <a:pt x="17250" y="481"/>
                    <a:pt x="12836" y="481"/>
                  </a:cubicBezTo>
                  <a:cubicBezTo>
                    <a:pt x="8843" y="481"/>
                    <a:pt x="4954" y="379"/>
                    <a:pt x="960" y="74"/>
                  </a:cubicBezTo>
                  <a:lnTo>
                    <a:pt x="960" y="5775"/>
                  </a:lnTo>
                  <a:lnTo>
                    <a:pt x="8843" y="5775"/>
                  </a:lnTo>
                  <a:lnTo>
                    <a:pt x="26078" y="23185"/>
                  </a:lnTo>
                  <a:lnTo>
                    <a:pt x="10944" y="37947"/>
                  </a:lnTo>
                  <a:cubicBezTo>
                    <a:pt x="9578" y="39169"/>
                    <a:pt x="9473" y="39271"/>
                    <a:pt x="6215" y="39474"/>
                  </a:cubicBezTo>
                  <a:cubicBezTo>
                    <a:pt x="4534" y="39576"/>
                    <a:pt x="855" y="39576"/>
                    <a:pt x="330" y="39576"/>
                  </a:cubicBezTo>
                  <a:lnTo>
                    <a:pt x="330" y="45277"/>
                  </a:lnTo>
                  <a:cubicBezTo>
                    <a:pt x="3693" y="44972"/>
                    <a:pt x="7161" y="44870"/>
                    <a:pt x="10524" y="44870"/>
                  </a:cubicBezTo>
                  <a:cubicBezTo>
                    <a:pt x="13362" y="44870"/>
                    <a:pt x="20823" y="45176"/>
                    <a:pt x="22189" y="45277"/>
                  </a:cubicBezTo>
                  <a:lnTo>
                    <a:pt x="22189" y="39576"/>
                  </a:lnTo>
                  <a:cubicBezTo>
                    <a:pt x="20508" y="39576"/>
                    <a:pt x="20088" y="39372"/>
                    <a:pt x="19352" y="38863"/>
                  </a:cubicBezTo>
                  <a:lnTo>
                    <a:pt x="30702" y="27868"/>
                  </a:lnTo>
                  <a:lnTo>
                    <a:pt x="42367" y="39576"/>
                  </a:lnTo>
                  <a:lnTo>
                    <a:pt x="39635" y="39576"/>
                  </a:lnTo>
                  <a:lnTo>
                    <a:pt x="39635" y="45277"/>
                  </a:lnTo>
                  <a:cubicBezTo>
                    <a:pt x="39740" y="45277"/>
                    <a:pt x="48148" y="44870"/>
                    <a:pt x="52982" y="44870"/>
                  </a:cubicBezTo>
                  <a:cubicBezTo>
                    <a:pt x="56870" y="44870"/>
                    <a:pt x="60864" y="44972"/>
                    <a:pt x="64752" y="45277"/>
                  </a:cubicBezTo>
                  <a:lnTo>
                    <a:pt x="64752" y="39576"/>
                  </a:lnTo>
                  <a:lnTo>
                    <a:pt x="56976" y="39576"/>
                  </a:lnTo>
                  <a:lnTo>
                    <a:pt x="3816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3" name="Freeform: Shape 1912">
              <a:extLst>
                <a:ext uri="{FF2B5EF4-FFF2-40B4-BE49-F238E27FC236}">
                  <a16:creationId xmlns:a16="http://schemas.microsoft.com/office/drawing/2014/main" id="{F2E66571-F0E8-3449-2C22-55B8BF860D43}"/>
                </a:ext>
              </a:extLst>
            </p:cNvPr>
            <p:cNvSpPr/>
            <p:nvPr>
              <p:custDataLst>
                <p:tags r:id="rId111"/>
              </p:custDataLst>
            </p:nvPr>
          </p:nvSpPr>
          <p:spPr>
            <a:xfrm>
              <a:off x="12074268" y="5865997"/>
              <a:ext cx="27219" cy="101707"/>
            </a:xfrm>
            <a:custGeom>
              <a:avLst/>
              <a:gdLst>
                <a:gd name="connsiteX0" fmla="*/ 2331 w 27219"/>
                <a:gd name="connsiteY0" fmla="*/ 74 h 101707"/>
                <a:gd name="connsiteX1" fmla="*/ 335 w 27219"/>
                <a:gd name="connsiteY1" fmla="*/ 1296 h 101707"/>
                <a:gd name="connsiteX2" fmla="*/ 1281 w 27219"/>
                <a:gd name="connsiteY2" fmla="*/ 2823 h 101707"/>
                <a:gd name="connsiteX3" fmla="*/ 20408 w 27219"/>
                <a:gd name="connsiteY3" fmla="*/ 50877 h 101707"/>
                <a:gd name="connsiteX4" fmla="*/ 2226 w 27219"/>
                <a:gd name="connsiteY4" fmla="*/ 98218 h 101707"/>
                <a:gd name="connsiteX5" fmla="*/ 335 w 27219"/>
                <a:gd name="connsiteY5" fmla="*/ 100560 h 101707"/>
                <a:gd name="connsiteX6" fmla="*/ 1701 w 27219"/>
                <a:gd name="connsiteY6" fmla="*/ 101782 h 101707"/>
                <a:gd name="connsiteX7" fmla="*/ 19882 w 27219"/>
                <a:gd name="connsiteY7" fmla="*/ 82336 h 101707"/>
                <a:gd name="connsiteX8" fmla="*/ 27554 w 27219"/>
                <a:gd name="connsiteY8" fmla="*/ 50979 h 101707"/>
                <a:gd name="connsiteX9" fmla="*/ 2331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31" y="74"/>
                  </a:moveTo>
                  <a:cubicBezTo>
                    <a:pt x="1596" y="74"/>
                    <a:pt x="335" y="74"/>
                    <a:pt x="335" y="1296"/>
                  </a:cubicBezTo>
                  <a:cubicBezTo>
                    <a:pt x="335" y="1805"/>
                    <a:pt x="650" y="2110"/>
                    <a:pt x="1281" y="2823"/>
                  </a:cubicBezTo>
                  <a:cubicBezTo>
                    <a:pt x="10319" y="10866"/>
                    <a:pt x="20408" y="24610"/>
                    <a:pt x="20408" y="50877"/>
                  </a:cubicBezTo>
                  <a:cubicBezTo>
                    <a:pt x="20408" y="72155"/>
                    <a:pt x="13577" y="88241"/>
                    <a:pt x="2226" y="98218"/>
                  </a:cubicBezTo>
                  <a:cubicBezTo>
                    <a:pt x="440" y="99949"/>
                    <a:pt x="335" y="100051"/>
                    <a:pt x="335" y="100560"/>
                  </a:cubicBezTo>
                  <a:cubicBezTo>
                    <a:pt x="335" y="101069"/>
                    <a:pt x="650" y="101782"/>
                    <a:pt x="1701" y="101782"/>
                  </a:cubicBezTo>
                  <a:cubicBezTo>
                    <a:pt x="2962" y="101782"/>
                    <a:pt x="12946" y="95062"/>
                    <a:pt x="19882" y="82336"/>
                  </a:cubicBezTo>
                  <a:cubicBezTo>
                    <a:pt x="24506" y="73886"/>
                    <a:pt x="27554" y="62890"/>
                    <a:pt x="27554" y="50979"/>
                  </a:cubicBezTo>
                  <a:cubicBezTo>
                    <a:pt x="27554" y="36624"/>
                    <a:pt x="23140" y="14327"/>
                    <a:pt x="2331"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4" name="Freeform: Shape 1913">
              <a:extLst>
                <a:ext uri="{FF2B5EF4-FFF2-40B4-BE49-F238E27FC236}">
                  <a16:creationId xmlns:a16="http://schemas.microsoft.com/office/drawing/2014/main" id="{BCD50FAC-CD27-2910-986A-513F374C48D2}"/>
                </a:ext>
              </a:extLst>
            </p:cNvPr>
            <p:cNvSpPr/>
            <p:nvPr>
              <p:custDataLst>
                <p:tags r:id="rId112"/>
              </p:custDataLst>
            </p:nvPr>
          </p:nvSpPr>
          <p:spPr>
            <a:xfrm>
              <a:off x="12167504" y="5958337"/>
              <a:ext cx="15914" cy="15416"/>
            </a:xfrm>
            <a:custGeom>
              <a:avLst/>
              <a:gdLst>
                <a:gd name="connsiteX0" fmla="*/ 16255 w 15914"/>
                <a:gd name="connsiteY0" fmla="*/ 7786 h 15416"/>
                <a:gd name="connsiteX1" fmla="*/ 8298 w 15914"/>
                <a:gd name="connsiteY1" fmla="*/ 78 h 15416"/>
                <a:gd name="connsiteX2" fmla="*/ 341 w 15914"/>
                <a:gd name="connsiteY2" fmla="*/ 7786 h 15416"/>
                <a:gd name="connsiteX3" fmla="*/ 8298 w 15914"/>
                <a:gd name="connsiteY3" fmla="*/ 15495 h 15416"/>
                <a:gd name="connsiteX4" fmla="*/ 16255 w 15914"/>
                <a:gd name="connsiteY4" fmla="*/ 7786 h 15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4" h="15416">
                  <a:moveTo>
                    <a:pt x="16255" y="7786"/>
                  </a:moveTo>
                  <a:cubicBezTo>
                    <a:pt x="16255" y="3569"/>
                    <a:pt x="12652" y="78"/>
                    <a:pt x="8298" y="78"/>
                  </a:cubicBezTo>
                  <a:cubicBezTo>
                    <a:pt x="3944" y="78"/>
                    <a:pt x="341" y="3569"/>
                    <a:pt x="341" y="7786"/>
                  </a:cubicBezTo>
                  <a:cubicBezTo>
                    <a:pt x="341" y="12004"/>
                    <a:pt x="3944" y="15495"/>
                    <a:pt x="8298" y="15495"/>
                  </a:cubicBezTo>
                  <a:cubicBezTo>
                    <a:pt x="12652" y="15495"/>
                    <a:pt x="16255" y="12004"/>
                    <a:pt x="16255" y="778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5" name="Freeform: Shape 1914">
              <a:extLst>
                <a:ext uri="{FF2B5EF4-FFF2-40B4-BE49-F238E27FC236}">
                  <a16:creationId xmlns:a16="http://schemas.microsoft.com/office/drawing/2014/main" id="{252E3A6A-967F-8EB8-E6EA-7D7B6144CC02}"/>
                </a:ext>
              </a:extLst>
            </p:cNvPr>
            <p:cNvSpPr/>
            <p:nvPr>
              <p:custDataLst>
                <p:tags r:id="rId113"/>
              </p:custDataLst>
            </p:nvPr>
          </p:nvSpPr>
          <p:spPr>
            <a:xfrm>
              <a:off x="12236565" y="5938121"/>
              <a:ext cx="57651" cy="65885"/>
            </a:xfrm>
            <a:custGeom>
              <a:avLst/>
              <a:gdLst>
                <a:gd name="connsiteX0" fmla="*/ 21514 w 57651"/>
                <a:gd name="connsiteY0" fmla="*/ 30766 h 65885"/>
                <a:gd name="connsiteX1" fmla="*/ 44485 w 57651"/>
                <a:gd name="connsiteY1" fmla="*/ 27421 h 65885"/>
                <a:gd name="connsiteX2" fmla="*/ 55745 w 57651"/>
                <a:gd name="connsiteY2" fmla="*/ 12441 h 65885"/>
                <a:gd name="connsiteX3" fmla="*/ 39681 w 57651"/>
                <a:gd name="connsiteY3" fmla="*/ 78 h 65885"/>
                <a:gd name="connsiteX4" fmla="*/ 345 w 57651"/>
                <a:gd name="connsiteY4" fmla="*/ 39638 h 65885"/>
                <a:gd name="connsiteX5" fmla="*/ 23917 w 57651"/>
                <a:gd name="connsiteY5" fmla="*/ 65963 h 65885"/>
                <a:gd name="connsiteX6" fmla="*/ 57997 w 57651"/>
                <a:gd name="connsiteY6" fmla="*/ 48801 h 65885"/>
                <a:gd name="connsiteX7" fmla="*/ 56195 w 57651"/>
                <a:gd name="connsiteY7" fmla="*/ 46910 h 65885"/>
                <a:gd name="connsiteX8" fmla="*/ 54244 w 57651"/>
                <a:gd name="connsiteY8" fmla="*/ 48365 h 65885"/>
                <a:gd name="connsiteX9" fmla="*/ 24217 w 57651"/>
                <a:gd name="connsiteY9" fmla="*/ 62764 h 65885"/>
                <a:gd name="connsiteX10" fmla="*/ 11155 w 57651"/>
                <a:gd name="connsiteY10" fmla="*/ 45892 h 65885"/>
                <a:gd name="connsiteX11" fmla="*/ 13557 w 57651"/>
                <a:gd name="connsiteY11" fmla="*/ 30766 h 65885"/>
                <a:gd name="connsiteX12" fmla="*/ 21514 w 57651"/>
                <a:gd name="connsiteY12" fmla="*/ 30766 h 65885"/>
                <a:gd name="connsiteX13" fmla="*/ 14458 w 57651"/>
                <a:gd name="connsiteY13" fmla="*/ 27567 h 65885"/>
                <a:gd name="connsiteX14" fmla="*/ 39681 w 57651"/>
                <a:gd name="connsiteY14" fmla="*/ 3278 h 65885"/>
                <a:gd name="connsiteX15" fmla="*/ 50791 w 57651"/>
                <a:gd name="connsiteY15" fmla="*/ 12441 h 65885"/>
                <a:gd name="connsiteX16" fmla="*/ 20614 w 57651"/>
                <a:gd name="connsiteY16" fmla="*/ 27567 h 65885"/>
                <a:gd name="connsiteX17" fmla="*/ 14458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514" y="30766"/>
                  </a:moveTo>
                  <a:cubicBezTo>
                    <a:pt x="25868" y="30766"/>
                    <a:pt x="36978" y="30475"/>
                    <a:pt x="44485" y="27421"/>
                  </a:cubicBezTo>
                  <a:cubicBezTo>
                    <a:pt x="54994" y="23058"/>
                    <a:pt x="55745" y="14477"/>
                    <a:pt x="55745" y="12441"/>
                  </a:cubicBezTo>
                  <a:cubicBezTo>
                    <a:pt x="55745" y="6041"/>
                    <a:pt x="50040" y="78"/>
                    <a:pt x="39681" y="78"/>
                  </a:cubicBezTo>
                  <a:cubicBezTo>
                    <a:pt x="23016" y="78"/>
                    <a:pt x="345" y="14186"/>
                    <a:pt x="345" y="39638"/>
                  </a:cubicBezTo>
                  <a:cubicBezTo>
                    <a:pt x="345" y="54473"/>
                    <a:pt x="9203" y="65963"/>
                    <a:pt x="23917" y="65963"/>
                  </a:cubicBezTo>
                  <a:cubicBezTo>
                    <a:pt x="45386" y="65963"/>
                    <a:pt x="57997" y="50547"/>
                    <a:pt x="57997" y="48801"/>
                  </a:cubicBezTo>
                  <a:cubicBezTo>
                    <a:pt x="57997" y="47929"/>
                    <a:pt x="57096" y="46910"/>
                    <a:pt x="56195" y="46910"/>
                  </a:cubicBezTo>
                  <a:cubicBezTo>
                    <a:pt x="55445" y="46910"/>
                    <a:pt x="55144" y="47201"/>
                    <a:pt x="54244" y="48365"/>
                  </a:cubicBezTo>
                  <a:cubicBezTo>
                    <a:pt x="42383" y="62764"/>
                    <a:pt x="26018" y="62764"/>
                    <a:pt x="24217" y="62764"/>
                  </a:cubicBezTo>
                  <a:cubicBezTo>
                    <a:pt x="12506" y="62764"/>
                    <a:pt x="11155" y="50547"/>
                    <a:pt x="11155" y="45892"/>
                  </a:cubicBezTo>
                  <a:cubicBezTo>
                    <a:pt x="11155" y="44147"/>
                    <a:pt x="11305" y="39638"/>
                    <a:pt x="13557" y="30766"/>
                  </a:cubicBezTo>
                  <a:lnTo>
                    <a:pt x="21514" y="30766"/>
                  </a:lnTo>
                  <a:close/>
                  <a:moveTo>
                    <a:pt x="14458" y="27567"/>
                  </a:moveTo>
                  <a:cubicBezTo>
                    <a:pt x="20313" y="5459"/>
                    <a:pt x="35777" y="3278"/>
                    <a:pt x="39681" y="3278"/>
                  </a:cubicBezTo>
                  <a:cubicBezTo>
                    <a:pt x="46737" y="3278"/>
                    <a:pt x="50791" y="7496"/>
                    <a:pt x="50791" y="12441"/>
                  </a:cubicBezTo>
                  <a:cubicBezTo>
                    <a:pt x="50791" y="27567"/>
                    <a:pt x="26769" y="27567"/>
                    <a:pt x="20614" y="27567"/>
                  </a:cubicBezTo>
                  <a:lnTo>
                    <a:pt x="14458"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6" name="Freeform: Shape 1915">
              <a:extLst>
                <a:ext uri="{FF2B5EF4-FFF2-40B4-BE49-F238E27FC236}">
                  <a16:creationId xmlns:a16="http://schemas.microsoft.com/office/drawing/2014/main" id="{AB7C73D3-2FF0-E739-3B45-21008B37FC63}"/>
                </a:ext>
              </a:extLst>
            </p:cNvPr>
            <p:cNvSpPr/>
            <p:nvPr>
              <p:custDataLst>
                <p:tags r:id="rId114"/>
              </p:custDataLst>
            </p:nvPr>
          </p:nvSpPr>
          <p:spPr>
            <a:xfrm>
              <a:off x="12311651" y="5865997"/>
              <a:ext cx="27324" cy="101707"/>
            </a:xfrm>
            <a:custGeom>
              <a:avLst/>
              <a:gdLst>
                <a:gd name="connsiteX0" fmla="*/ 25573 w 27324"/>
                <a:gd name="connsiteY0" fmla="*/ 74 h 101707"/>
                <a:gd name="connsiteX1" fmla="*/ 350 w 27324"/>
                <a:gd name="connsiteY1" fmla="*/ 50877 h 101707"/>
                <a:gd name="connsiteX2" fmla="*/ 25573 w 27324"/>
                <a:gd name="connsiteY2" fmla="*/ 101782 h 101707"/>
                <a:gd name="connsiteX3" fmla="*/ 27675 w 27324"/>
                <a:gd name="connsiteY3" fmla="*/ 100560 h 101707"/>
                <a:gd name="connsiteX4" fmla="*/ 26624 w 27324"/>
                <a:gd name="connsiteY4" fmla="*/ 99033 h 101707"/>
                <a:gd name="connsiteX5" fmla="*/ 7497 w 27324"/>
                <a:gd name="connsiteY5" fmla="*/ 50979 h 101707"/>
                <a:gd name="connsiteX6" fmla="*/ 26939 w 27324"/>
                <a:gd name="connsiteY6" fmla="*/ 2517 h 101707"/>
                <a:gd name="connsiteX7" fmla="*/ 27675 w 27324"/>
                <a:gd name="connsiteY7" fmla="*/ 1296 h 101707"/>
                <a:gd name="connsiteX8" fmla="*/ 2557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73" y="74"/>
                  </a:moveTo>
                  <a:cubicBezTo>
                    <a:pt x="5605" y="13716"/>
                    <a:pt x="350" y="35300"/>
                    <a:pt x="350" y="50877"/>
                  </a:cubicBezTo>
                  <a:cubicBezTo>
                    <a:pt x="350" y="65232"/>
                    <a:pt x="4764" y="87528"/>
                    <a:pt x="25573" y="101782"/>
                  </a:cubicBezTo>
                  <a:cubicBezTo>
                    <a:pt x="26413" y="101782"/>
                    <a:pt x="27675" y="101782"/>
                    <a:pt x="27675" y="100560"/>
                  </a:cubicBezTo>
                  <a:cubicBezTo>
                    <a:pt x="27675" y="99949"/>
                    <a:pt x="27359" y="99746"/>
                    <a:pt x="26624" y="99033"/>
                  </a:cubicBezTo>
                  <a:cubicBezTo>
                    <a:pt x="12646" y="86816"/>
                    <a:pt x="7497" y="69508"/>
                    <a:pt x="7497" y="50979"/>
                  </a:cubicBezTo>
                  <a:cubicBezTo>
                    <a:pt x="7497" y="23490"/>
                    <a:pt x="18321" y="10051"/>
                    <a:pt x="26939" y="2517"/>
                  </a:cubicBezTo>
                  <a:cubicBezTo>
                    <a:pt x="27359" y="2110"/>
                    <a:pt x="27675" y="1805"/>
                    <a:pt x="27675" y="1296"/>
                  </a:cubicBezTo>
                  <a:cubicBezTo>
                    <a:pt x="27675" y="74"/>
                    <a:pt x="26413" y="74"/>
                    <a:pt x="2557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7" name="Freeform: Shape 1916">
              <a:extLst>
                <a:ext uri="{FF2B5EF4-FFF2-40B4-BE49-F238E27FC236}">
                  <a16:creationId xmlns:a16="http://schemas.microsoft.com/office/drawing/2014/main" id="{E68A333B-6B0C-9F36-CA65-B94F4215DF6A}"/>
                </a:ext>
              </a:extLst>
            </p:cNvPr>
            <p:cNvSpPr/>
            <p:nvPr>
              <p:custDataLst>
                <p:tags r:id="rId115"/>
              </p:custDataLst>
            </p:nvPr>
          </p:nvSpPr>
          <p:spPr>
            <a:xfrm>
              <a:off x="12351605" y="5870578"/>
              <a:ext cx="61402" cy="91526"/>
            </a:xfrm>
            <a:custGeom>
              <a:avLst/>
              <a:gdLst>
                <a:gd name="connsiteX0" fmla="*/ 61755 w 61402"/>
                <a:gd name="connsiteY0" fmla="*/ 14225 h 91526"/>
                <a:gd name="connsiteX1" fmla="*/ 44520 w 61402"/>
                <a:gd name="connsiteY1" fmla="*/ 74 h 91526"/>
                <a:gd name="connsiteX2" fmla="*/ 16880 w 61402"/>
                <a:gd name="connsiteY2" fmla="*/ 26239 h 91526"/>
                <a:gd name="connsiteX3" fmla="*/ 381 w 61402"/>
                <a:gd name="connsiteY3" fmla="*/ 90379 h 91526"/>
                <a:gd name="connsiteX4" fmla="*/ 1852 w 61402"/>
                <a:gd name="connsiteY4" fmla="*/ 91601 h 91526"/>
                <a:gd name="connsiteX5" fmla="*/ 3849 w 61402"/>
                <a:gd name="connsiteY5" fmla="*/ 90888 h 91526"/>
                <a:gd name="connsiteX6" fmla="*/ 10890 w 61402"/>
                <a:gd name="connsiteY6" fmla="*/ 63705 h 91526"/>
                <a:gd name="connsiteX7" fmla="*/ 26654 w 61402"/>
                <a:gd name="connsiteY7" fmla="*/ 72766 h 91526"/>
                <a:gd name="connsiteX8" fmla="*/ 57972 w 61402"/>
                <a:gd name="connsiteY8" fmla="*/ 46906 h 91526"/>
                <a:gd name="connsiteX9" fmla="*/ 49775 w 61402"/>
                <a:gd name="connsiteY9" fmla="*/ 31431 h 91526"/>
                <a:gd name="connsiteX10" fmla="*/ 61755 w 61402"/>
                <a:gd name="connsiteY10" fmla="*/ 14225 h 91526"/>
                <a:gd name="connsiteX11" fmla="*/ 40947 w 61402"/>
                <a:gd name="connsiteY11" fmla="*/ 31329 h 91526"/>
                <a:gd name="connsiteX12" fmla="*/ 35587 w 61402"/>
                <a:gd name="connsiteY12" fmla="*/ 32042 h 91526"/>
                <a:gd name="connsiteX13" fmla="*/ 30648 w 61402"/>
                <a:gd name="connsiteY13" fmla="*/ 31533 h 91526"/>
                <a:gd name="connsiteX14" fmla="*/ 35587 w 61402"/>
                <a:gd name="connsiteY14" fmla="*/ 30820 h 91526"/>
                <a:gd name="connsiteX15" fmla="*/ 40947 w 61402"/>
                <a:gd name="connsiteY15" fmla="*/ 31329 h 91526"/>
                <a:gd name="connsiteX16" fmla="*/ 54819 w 61402"/>
                <a:gd name="connsiteY16" fmla="*/ 12393 h 91526"/>
                <a:gd name="connsiteX17" fmla="*/ 45571 w 61402"/>
                <a:gd name="connsiteY17" fmla="*/ 29293 h 91526"/>
                <a:gd name="connsiteX18" fmla="*/ 35692 w 61402"/>
                <a:gd name="connsiteY18" fmla="*/ 27970 h 91526"/>
                <a:gd name="connsiteX19" fmla="*/ 26759 w 61402"/>
                <a:gd name="connsiteY19" fmla="*/ 31839 h 91526"/>
                <a:gd name="connsiteX20" fmla="*/ 35377 w 61402"/>
                <a:gd name="connsiteY20" fmla="*/ 34791 h 91526"/>
                <a:gd name="connsiteX21" fmla="*/ 45361 w 61402"/>
                <a:gd name="connsiteY21" fmla="*/ 33366 h 91526"/>
                <a:gd name="connsiteX22" fmla="*/ 50195 w 61402"/>
                <a:gd name="connsiteY22" fmla="*/ 44157 h 91526"/>
                <a:gd name="connsiteX23" fmla="*/ 26969 w 61402"/>
                <a:gd name="connsiteY23" fmla="*/ 69915 h 91526"/>
                <a:gd name="connsiteX24" fmla="*/ 13097 w 61402"/>
                <a:gd name="connsiteY24" fmla="*/ 57087 h 91526"/>
                <a:gd name="connsiteX25" fmla="*/ 13412 w 61402"/>
                <a:gd name="connsiteY25" fmla="*/ 54135 h 91526"/>
                <a:gd name="connsiteX26" fmla="*/ 20348 w 61402"/>
                <a:gd name="connsiteY26" fmla="*/ 27053 h 91526"/>
                <a:gd name="connsiteX27" fmla="*/ 44310 w 61402"/>
                <a:gd name="connsiteY27" fmla="*/ 2925 h 91526"/>
                <a:gd name="connsiteX28" fmla="*/ 54819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755" y="14225"/>
                  </a:moveTo>
                  <a:cubicBezTo>
                    <a:pt x="61755" y="5266"/>
                    <a:pt x="53768" y="74"/>
                    <a:pt x="44520" y="74"/>
                  </a:cubicBezTo>
                  <a:cubicBezTo>
                    <a:pt x="30122" y="74"/>
                    <a:pt x="19508" y="15956"/>
                    <a:pt x="16880" y="26239"/>
                  </a:cubicBezTo>
                  <a:lnTo>
                    <a:pt x="381" y="90379"/>
                  </a:lnTo>
                  <a:cubicBezTo>
                    <a:pt x="170" y="91092"/>
                    <a:pt x="1221" y="91601"/>
                    <a:pt x="1852" y="91601"/>
                  </a:cubicBezTo>
                  <a:cubicBezTo>
                    <a:pt x="2798" y="91601"/>
                    <a:pt x="3638" y="91499"/>
                    <a:pt x="3849" y="90888"/>
                  </a:cubicBezTo>
                  <a:lnTo>
                    <a:pt x="10890" y="63705"/>
                  </a:lnTo>
                  <a:cubicBezTo>
                    <a:pt x="13097" y="68388"/>
                    <a:pt x="18141" y="72766"/>
                    <a:pt x="26654" y="72766"/>
                  </a:cubicBezTo>
                  <a:cubicBezTo>
                    <a:pt x="41367" y="72766"/>
                    <a:pt x="57972" y="62483"/>
                    <a:pt x="57972" y="46906"/>
                  </a:cubicBezTo>
                  <a:cubicBezTo>
                    <a:pt x="57972" y="40900"/>
                    <a:pt x="55134" y="34791"/>
                    <a:pt x="49775" y="31431"/>
                  </a:cubicBezTo>
                  <a:cubicBezTo>
                    <a:pt x="54924" y="28275"/>
                    <a:pt x="61755" y="22472"/>
                    <a:pt x="61755" y="14225"/>
                  </a:cubicBezTo>
                  <a:close/>
                  <a:moveTo>
                    <a:pt x="40947" y="31329"/>
                  </a:moveTo>
                  <a:cubicBezTo>
                    <a:pt x="39370" y="31635"/>
                    <a:pt x="38635" y="32042"/>
                    <a:pt x="35587" y="32042"/>
                  </a:cubicBezTo>
                  <a:cubicBezTo>
                    <a:pt x="33906" y="32042"/>
                    <a:pt x="31383" y="31940"/>
                    <a:pt x="30648" y="31533"/>
                  </a:cubicBezTo>
                  <a:cubicBezTo>
                    <a:pt x="31699" y="30922"/>
                    <a:pt x="34641" y="30820"/>
                    <a:pt x="35587" y="30820"/>
                  </a:cubicBezTo>
                  <a:cubicBezTo>
                    <a:pt x="37163" y="30820"/>
                    <a:pt x="39475" y="30922"/>
                    <a:pt x="40947" y="31329"/>
                  </a:cubicBezTo>
                  <a:close/>
                  <a:moveTo>
                    <a:pt x="54819" y="12393"/>
                  </a:moveTo>
                  <a:cubicBezTo>
                    <a:pt x="54819" y="17789"/>
                    <a:pt x="52087" y="25730"/>
                    <a:pt x="45571" y="29293"/>
                  </a:cubicBezTo>
                  <a:cubicBezTo>
                    <a:pt x="43574" y="28682"/>
                    <a:pt x="41577" y="27970"/>
                    <a:pt x="35692" y="27970"/>
                  </a:cubicBezTo>
                  <a:cubicBezTo>
                    <a:pt x="32014" y="27970"/>
                    <a:pt x="26759" y="28173"/>
                    <a:pt x="26759" y="31839"/>
                  </a:cubicBezTo>
                  <a:cubicBezTo>
                    <a:pt x="26759" y="34384"/>
                    <a:pt x="30017" y="34791"/>
                    <a:pt x="35377" y="34791"/>
                  </a:cubicBezTo>
                  <a:cubicBezTo>
                    <a:pt x="38950" y="34791"/>
                    <a:pt x="42103" y="34282"/>
                    <a:pt x="45361" y="33366"/>
                  </a:cubicBezTo>
                  <a:cubicBezTo>
                    <a:pt x="48514" y="35504"/>
                    <a:pt x="50195" y="39678"/>
                    <a:pt x="50195" y="44157"/>
                  </a:cubicBezTo>
                  <a:cubicBezTo>
                    <a:pt x="50195" y="58920"/>
                    <a:pt x="39791" y="69915"/>
                    <a:pt x="26969" y="69915"/>
                  </a:cubicBezTo>
                  <a:cubicBezTo>
                    <a:pt x="18877" y="69915"/>
                    <a:pt x="13097" y="65130"/>
                    <a:pt x="13097" y="57087"/>
                  </a:cubicBezTo>
                  <a:cubicBezTo>
                    <a:pt x="13097" y="56069"/>
                    <a:pt x="13202" y="55051"/>
                    <a:pt x="13412" y="54135"/>
                  </a:cubicBezTo>
                  <a:lnTo>
                    <a:pt x="20348" y="27053"/>
                  </a:lnTo>
                  <a:cubicBezTo>
                    <a:pt x="22871" y="17382"/>
                    <a:pt x="32119" y="2925"/>
                    <a:pt x="44310" y="2925"/>
                  </a:cubicBezTo>
                  <a:cubicBezTo>
                    <a:pt x="50510" y="2925"/>
                    <a:pt x="54819" y="6182"/>
                    <a:pt x="54819"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8" name="Freeform: Shape 1917">
              <a:extLst>
                <a:ext uri="{FF2B5EF4-FFF2-40B4-BE49-F238E27FC236}">
                  <a16:creationId xmlns:a16="http://schemas.microsoft.com/office/drawing/2014/main" id="{E52FCC99-AAD1-46CB-D5AF-2E836A7C3C0C}"/>
                </a:ext>
              </a:extLst>
            </p:cNvPr>
            <p:cNvSpPr/>
            <p:nvPr>
              <p:custDataLst>
                <p:tags r:id="rId116"/>
              </p:custDataLst>
            </p:nvPr>
          </p:nvSpPr>
          <p:spPr>
            <a:xfrm>
              <a:off x="12417337" y="5908393"/>
              <a:ext cx="35506" cy="63412"/>
            </a:xfrm>
            <a:custGeom>
              <a:avLst/>
              <a:gdLst>
                <a:gd name="connsiteX0" fmla="*/ 35864 w 35506"/>
                <a:gd name="connsiteY0" fmla="*/ 3202 h 63412"/>
                <a:gd name="connsiteX1" fmla="*/ 32562 w 35506"/>
                <a:gd name="connsiteY1" fmla="*/ 75 h 63412"/>
                <a:gd name="connsiteX2" fmla="*/ 27907 w 35506"/>
                <a:gd name="connsiteY2" fmla="*/ 4438 h 63412"/>
                <a:gd name="connsiteX3" fmla="*/ 31210 w 35506"/>
                <a:gd name="connsiteY3" fmla="*/ 7565 h 63412"/>
                <a:gd name="connsiteX4" fmla="*/ 35864 w 35506"/>
                <a:gd name="connsiteY4" fmla="*/ 3202 h 63412"/>
                <a:gd name="connsiteX5" fmla="*/ 19500 w 35506"/>
                <a:gd name="connsiteY5" fmla="*/ 51852 h 63412"/>
                <a:gd name="connsiteX6" fmla="*/ 8765 w 35506"/>
                <a:gd name="connsiteY6" fmla="*/ 61015 h 63412"/>
                <a:gd name="connsiteX7" fmla="*/ 6063 w 35506"/>
                <a:gd name="connsiteY7" fmla="*/ 60652 h 63412"/>
                <a:gd name="connsiteX8" fmla="*/ 8390 w 35506"/>
                <a:gd name="connsiteY8" fmla="*/ 56797 h 63412"/>
                <a:gd name="connsiteX9" fmla="*/ 5012 w 35506"/>
                <a:gd name="connsiteY9" fmla="*/ 53816 h 63412"/>
                <a:gd name="connsiteX10" fmla="*/ 358 w 35506"/>
                <a:gd name="connsiteY10" fmla="*/ 58470 h 63412"/>
                <a:gd name="connsiteX11" fmla="*/ 8840 w 35506"/>
                <a:gd name="connsiteY11" fmla="*/ 63488 h 63412"/>
                <a:gd name="connsiteX12" fmla="*/ 26031 w 35506"/>
                <a:gd name="connsiteY12" fmla="*/ 51925 h 63412"/>
                <a:gd name="connsiteX13" fmla="*/ 32787 w 35506"/>
                <a:gd name="connsiteY13" fmla="*/ 25891 h 63412"/>
                <a:gd name="connsiteX14" fmla="*/ 33162 w 35506"/>
                <a:gd name="connsiteY14" fmla="*/ 23491 h 63412"/>
                <a:gd name="connsiteX15" fmla="*/ 23929 w 35506"/>
                <a:gd name="connsiteY15" fmla="*/ 16437 h 63412"/>
                <a:gd name="connsiteX16" fmla="*/ 9291 w 35506"/>
                <a:gd name="connsiteY16" fmla="*/ 27709 h 63412"/>
                <a:gd name="connsiteX17" fmla="*/ 10867 w 35506"/>
                <a:gd name="connsiteY17" fmla="*/ 28727 h 63412"/>
                <a:gd name="connsiteX18" fmla="*/ 12519 w 35506"/>
                <a:gd name="connsiteY18" fmla="*/ 27709 h 63412"/>
                <a:gd name="connsiteX19" fmla="*/ 23629 w 35506"/>
                <a:gd name="connsiteY19" fmla="*/ 18910 h 63412"/>
                <a:gd name="connsiteX20" fmla="*/ 26781 w 35506"/>
                <a:gd name="connsiteY20" fmla="*/ 22764 h 63412"/>
                <a:gd name="connsiteX21" fmla="*/ 26556 w 35506"/>
                <a:gd name="connsiteY21" fmla="*/ 24655 h 63412"/>
                <a:gd name="connsiteX22" fmla="*/ 19500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64" y="3202"/>
                  </a:moveTo>
                  <a:cubicBezTo>
                    <a:pt x="35864" y="1529"/>
                    <a:pt x="34588" y="75"/>
                    <a:pt x="32562" y="75"/>
                  </a:cubicBezTo>
                  <a:cubicBezTo>
                    <a:pt x="30234" y="75"/>
                    <a:pt x="27907" y="2256"/>
                    <a:pt x="27907" y="4438"/>
                  </a:cubicBezTo>
                  <a:cubicBezTo>
                    <a:pt x="27907" y="6183"/>
                    <a:pt x="29334" y="7565"/>
                    <a:pt x="31210" y="7565"/>
                  </a:cubicBezTo>
                  <a:cubicBezTo>
                    <a:pt x="33763" y="7565"/>
                    <a:pt x="35864" y="5238"/>
                    <a:pt x="35864" y="3202"/>
                  </a:cubicBezTo>
                  <a:close/>
                  <a:moveTo>
                    <a:pt x="19500" y="51852"/>
                  </a:moveTo>
                  <a:cubicBezTo>
                    <a:pt x="18074" y="57379"/>
                    <a:pt x="13344" y="61015"/>
                    <a:pt x="8765" y="61015"/>
                  </a:cubicBezTo>
                  <a:cubicBezTo>
                    <a:pt x="7489" y="61015"/>
                    <a:pt x="6663" y="60797"/>
                    <a:pt x="6063" y="60652"/>
                  </a:cubicBezTo>
                  <a:cubicBezTo>
                    <a:pt x="7864" y="59634"/>
                    <a:pt x="8390" y="57743"/>
                    <a:pt x="8390" y="56797"/>
                  </a:cubicBezTo>
                  <a:cubicBezTo>
                    <a:pt x="8390" y="55561"/>
                    <a:pt x="7489" y="53816"/>
                    <a:pt x="5012" y="53816"/>
                  </a:cubicBezTo>
                  <a:cubicBezTo>
                    <a:pt x="2460" y="53816"/>
                    <a:pt x="358" y="56070"/>
                    <a:pt x="358" y="58470"/>
                  </a:cubicBezTo>
                  <a:cubicBezTo>
                    <a:pt x="358" y="61597"/>
                    <a:pt x="3736" y="63488"/>
                    <a:pt x="8840" y="63488"/>
                  </a:cubicBezTo>
                  <a:cubicBezTo>
                    <a:pt x="13945" y="63488"/>
                    <a:pt x="23704" y="60943"/>
                    <a:pt x="26031" y="51925"/>
                  </a:cubicBezTo>
                  <a:lnTo>
                    <a:pt x="32787" y="25891"/>
                  </a:lnTo>
                  <a:cubicBezTo>
                    <a:pt x="32937" y="25164"/>
                    <a:pt x="33162" y="24509"/>
                    <a:pt x="33162" y="23491"/>
                  </a:cubicBezTo>
                  <a:cubicBezTo>
                    <a:pt x="33162" y="19346"/>
                    <a:pt x="29184" y="16437"/>
                    <a:pt x="23929" y="16437"/>
                  </a:cubicBezTo>
                  <a:cubicBezTo>
                    <a:pt x="14846" y="16437"/>
                    <a:pt x="9291" y="26255"/>
                    <a:pt x="9291" y="27709"/>
                  </a:cubicBezTo>
                  <a:cubicBezTo>
                    <a:pt x="9291" y="28727"/>
                    <a:pt x="10492" y="28727"/>
                    <a:pt x="10867" y="28727"/>
                  </a:cubicBezTo>
                  <a:cubicBezTo>
                    <a:pt x="11993" y="28727"/>
                    <a:pt x="12143" y="28436"/>
                    <a:pt x="12519" y="27709"/>
                  </a:cubicBezTo>
                  <a:cubicBezTo>
                    <a:pt x="15972" y="20582"/>
                    <a:pt x="21076" y="18910"/>
                    <a:pt x="23629" y="18910"/>
                  </a:cubicBezTo>
                  <a:cubicBezTo>
                    <a:pt x="26631" y="18910"/>
                    <a:pt x="26781" y="21528"/>
                    <a:pt x="26781" y="22764"/>
                  </a:cubicBezTo>
                  <a:cubicBezTo>
                    <a:pt x="26781" y="23782"/>
                    <a:pt x="26706" y="24073"/>
                    <a:pt x="26556" y="24655"/>
                  </a:cubicBezTo>
                  <a:lnTo>
                    <a:pt x="19500"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9" name="Freeform: Shape 1918">
              <a:extLst>
                <a:ext uri="{FF2B5EF4-FFF2-40B4-BE49-F238E27FC236}">
                  <a16:creationId xmlns:a16="http://schemas.microsoft.com/office/drawing/2014/main" id="{D5F4D90E-6D3E-1DAF-44BD-2C51DAB08A68}"/>
                </a:ext>
              </a:extLst>
            </p:cNvPr>
            <p:cNvSpPr/>
            <p:nvPr>
              <p:custDataLst>
                <p:tags r:id="rId117"/>
              </p:custDataLst>
            </p:nvPr>
          </p:nvSpPr>
          <p:spPr>
            <a:xfrm>
              <a:off x="12478109" y="5865997"/>
              <a:ext cx="27219" cy="101707"/>
            </a:xfrm>
            <a:custGeom>
              <a:avLst/>
              <a:gdLst>
                <a:gd name="connsiteX0" fmla="*/ 2358 w 27219"/>
                <a:gd name="connsiteY0" fmla="*/ 74 h 101707"/>
                <a:gd name="connsiteX1" fmla="*/ 361 w 27219"/>
                <a:gd name="connsiteY1" fmla="*/ 1296 h 101707"/>
                <a:gd name="connsiteX2" fmla="*/ 1307 w 27219"/>
                <a:gd name="connsiteY2" fmla="*/ 2823 h 101707"/>
                <a:gd name="connsiteX3" fmla="*/ 20434 w 27219"/>
                <a:gd name="connsiteY3" fmla="*/ 50877 h 101707"/>
                <a:gd name="connsiteX4" fmla="*/ 2253 w 27219"/>
                <a:gd name="connsiteY4" fmla="*/ 98218 h 101707"/>
                <a:gd name="connsiteX5" fmla="*/ 361 w 27219"/>
                <a:gd name="connsiteY5" fmla="*/ 100560 h 101707"/>
                <a:gd name="connsiteX6" fmla="*/ 1728 w 27219"/>
                <a:gd name="connsiteY6" fmla="*/ 101782 h 101707"/>
                <a:gd name="connsiteX7" fmla="*/ 19909 w 27219"/>
                <a:gd name="connsiteY7" fmla="*/ 82336 h 101707"/>
                <a:gd name="connsiteX8" fmla="*/ 27581 w 27219"/>
                <a:gd name="connsiteY8" fmla="*/ 50979 h 101707"/>
                <a:gd name="connsiteX9" fmla="*/ 235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58" y="74"/>
                  </a:moveTo>
                  <a:cubicBezTo>
                    <a:pt x="1623" y="74"/>
                    <a:pt x="361" y="74"/>
                    <a:pt x="361" y="1296"/>
                  </a:cubicBezTo>
                  <a:cubicBezTo>
                    <a:pt x="361" y="1805"/>
                    <a:pt x="677" y="2110"/>
                    <a:pt x="1307" y="2823"/>
                  </a:cubicBezTo>
                  <a:cubicBezTo>
                    <a:pt x="10345" y="10866"/>
                    <a:pt x="20434" y="24610"/>
                    <a:pt x="20434" y="50877"/>
                  </a:cubicBezTo>
                  <a:cubicBezTo>
                    <a:pt x="20434" y="72155"/>
                    <a:pt x="13603" y="88241"/>
                    <a:pt x="2253" y="98218"/>
                  </a:cubicBezTo>
                  <a:cubicBezTo>
                    <a:pt x="467" y="99949"/>
                    <a:pt x="361" y="100051"/>
                    <a:pt x="361" y="100560"/>
                  </a:cubicBezTo>
                  <a:cubicBezTo>
                    <a:pt x="361" y="101069"/>
                    <a:pt x="677" y="101782"/>
                    <a:pt x="1728" y="101782"/>
                  </a:cubicBezTo>
                  <a:cubicBezTo>
                    <a:pt x="2989" y="101782"/>
                    <a:pt x="12973" y="95062"/>
                    <a:pt x="19909" y="82336"/>
                  </a:cubicBezTo>
                  <a:cubicBezTo>
                    <a:pt x="24533" y="73886"/>
                    <a:pt x="27581" y="62890"/>
                    <a:pt x="27581" y="50979"/>
                  </a:cubicBezTo>
                  <a:cubicBezTo>
                    <a:pt x="27581" y="36624"/>
                    <a:pt x="23167" y="14327"/>
                    <a:pt x="235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1984" name="Group 1983" descr="\documentclass{article}&#10;\usepackage{amsmath}&#10;\pagestyle{empty}&#10;\begin{document}&#10;&#10;&#10;\[&#10;e^{\ln\left( \frac{P(Y_n \le j)}{P(Y_n &gt; j)} \right) } = e^{(\mu_j - \boldsymbol{\beta}^\top\mathbf{x})}&#10;\]&#10;&#10;&#10;&#10;\end{document}" title="IguanaTex Shape Display">
            <a:extLst>
              <a:ext uri="{FF2B5EF4-FFF2-40B4-BE49-F238E27FC236}">
                <a16:creationId xmlns:a16="http://schemas.microsoft.com/office/drawing/2014/main" id="{CD10FBA3-A274-B95D-D4CD-AD503AD2293F}"/>
              </a:ext>
            </a:extLst>
          </p:cNvPr>
          <p:cNvGrpSpPr>
            <a:grpSpLocks noChangeAspect="1"/>
          </p:cNvGrpSpPr>
          <p:nvPr>
            <p:custDataLst>
              <p:tags r:id="rId5"/>
            </p:custDataLst>
          </p:nvPr>
        </p:nvGrpSpPr>
        <p:grpSpPr>
          <a:xfrm>
            <a:off x="1004528" y="3396195"/>
            <a:ext cx="1565290" cy="183257"/>
            <a:chOff x="10124598" y="5234688"/>
            <a:chExt cx="1886429" cy="220855"/>
          </a:xfrm>
        </p:grpSpPr>
        <p:sp>
          <p:nvSpPr>
            <p:cNvPr id="1985" name="Freeform: Shape 1984">
              <a:extLst>
                <a:ext uri="{FF2B5EF4-FFF2-40B4-BE49-F238E27FC236}">
                  <a16:creationId xmlns:a16="http://schemas.microsoft.com/office/drawing/2014/main" id="{B95D0C0D-AF29-D4A6-5A68-E1D1FDEFD342}"/>
                </a:ext>
              </a:extLst>
            </p:cNvPr>
            <p:cNvSpPr/>
            <p:nvPr>
              <p:custDataLst>
                <p:tags r:id="rId33"/>
              </p:custDataLst>
            </p:nvPr>
          </p:nvSpPr>
          <p:spPr>
            <a:xfrm>
              <a:off x="10124598" y="5373580"/>
              <a:ext cx="69479" cy="81963"/>
            </a:xfrm>
            <a:custGeom>
              <a:avLst/>
              <a:gdLst>
                <a:gd name="connsiteX0" fmla="*/ 25693 w 69479"/>
                <a:gd name="connsiteY0" fmla="*/ 38253 h 81963"/>
                <a:gd name="connsiteX1" fmla="*/ 53376 w 69479"/>
                <a:gd name="connsiteY1" fmla="*/ 34092 h 81963"/>
                <a:gd name="connsiteX2" fmla="*/ 66946 w 69479"/>
                <a:gd name="connsiteY2" fmla="*/ 15455 h 81963"/>
                <a:gd name="connsiteX3" fmla="*/ 47586 w 69479"/>
                <a:gd name="connsiteY3" fmla="*/ 76 h 81963"/>
                <a:gd name="connsiteX4" fmla="*/ 181 w 69479"/>
                <a:gd name="connsiteY4" fmla="*/ 49290 h 81963"/>
                <a:gd name="connsiteX5" fmla="*/ 28588 w 69479"/>
                <a:gd name="connsiteY5" fmla="*/ 82040 h 81963"/>
                <a:gd name="connsiteX6" fmla="*/ 69660 w 69479"/>
                <a:gd name="connsiteY6" fmla="*/ 60689 h 81963"/>
                <a:gd name="connsiteX7" fmla="*/ 67489 w 69479"/>
                <a:gd name="connsiteY7" fmla="*/ 58337 h 81963"/>
                <a:gd name="connsiteX8" fmla="*/ 65137 w 69479"/>
                <a:gd name="connsiteY8" fmla="*/ 60146 h 81963"/>
                <a:gd name="connsiteX9" fmla="*/ 28950 w 69479"/>
                <a:gd name="connsiteY9" fmla="*/ 78059 h 81963"/>
                <a:gd name="connsiteX10" fmla="*/ 13208 w 69479"/>
                <a:gd name="connsiteY10" fmla="*/ 57071 h 81963"/>
                <a:gd name="connsiteX11" fmla="*/ 16103 w 69479"/>
                <a:gd name="connsiteY11" fmla="*/ 38253 h 81963"/>
                <a:gd name="connsiteX12" fmla="*/ 25693 w 69479"/>
                <a:gd name="connsiteY12" fmla="*/ 38253 h 81963"/>
                <a:gd name="connsiteX13" fmla="*/ 17189 w 69479"/>
                <a:gd name="connsiteY13" fmla="*/ 34273 h 81963"/>
                <a:gd name="connsiteX14" fmla="*/ 47586 w 69479"/>
                <a:gd name="connsiteY14" fmla="*/ 4056 h 81963"/>
                <a:gd name="connsiteX15" fmla="*/ 60975 w 69479"/>
                <a:gd name="connsiteY15" fmla="*/ 15455 h 81963"/>
                <a:gd name="connsiteX16" fmla="*/ 24607 w 69479"/>
                <a:gd name="connsiteY16" fmla="*/ 34273 h 81963"/>
                <a:gd name="connsiteX17" fmla="*/ 17189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693" y="38253"/>
                  </a:moveTo>
                  <a:cubicBezTo>
                    <a:pt x="30940" y="38253"/>
                    <a:pt x="44329" y="37891"/>
                    <a:pt x="53376" y="34092"/>
                  </a:cubicBezTo>
                  <a:cubicBezTo>
                    <a:pt x="66042" y="28664"/>
                    <a:pt x="66946" y="17988"/>
                    <a:pt x="66946" y="15455"/>
                  </a:cubicBezTo>
                  <a:cubicBezTo>
                    <a:pt x="66946" y="7494"/>
                    <a:pt x="60071" y="76"/>
                    <a:pt x="47586" y="76"/>
                  </a:cubicBezTo>
                  <a:cubicBezTo>
                    <a:pt x="27502" y="76"/>
                    <a:pt x="181" y="17627"/>
                    <a:pt x="181" y="49290"/>
                  </a:cubicBezTo>
                  <a:cubicBezTo>
                    <a:pt x="181" y="67746"/>
                    <a:pt x="10856" y="82040"/>
                    <a:pt x="28588" y="82040"/>
                  </a:cubicBezTo>
                  <a:cubicBezTo>
                    <a:pt x="54462" y="82040"/>
                    <a:pt x="69660" y="62860"/>
                    <a:pt x="69660" y="60689"/>
                  </a:cubicBezTo>
                  <a:cubicBezTo>
                    <a:pt x="69660" y="59604"/>
                    <a:pt x="68575" y="58337"/>
                    <a:pt x="67489" y="58337"/>
                  </a:cubicBezTo>
                  <a:cubicBezTo>
                    <a:pt x="66584" y="58337"/>
                    <a:pt x="66222" y="58699"/>
                    <a:pt x="65137" y="60146"/>
                  </a:cubicBezTo>
                  <a:cubicBezTo>
                    <a:pt x="50843" y="78059"/>
                    <a:pt x="31121" y="78059"/>
                    <a:pt x="28950" y="78059"/>
                  </a:cubicBezTo>
                  <a:cubicBezTo>
                    <a:pt x="14837" y="78059"/>
                    <a:pt x="13208" y="62860"/>
                    <a:pt x="13208" y="57071"/>
                  </a:cubicBezTo>
                  <a:cubicBezTo>
                    <a:pt x="13208" y="54899"/>
                    <a:pt x="13389" y="49290"/>
                    <a:pt x="16103" y="38253"/>
                  </a:cubicBezTo>
                  <a:lnTo>
                    <a:pt x="25693" y="38253"/>
                  </a:lnTo>
                  <a:close/>
                  <a:moveTo>
                    <a:pt x="17189" y="34273"/>
                  </a:moveTo>
                  <a:cubicBezTo>
                    <a:pt x="24245" y="6770"/>
                    <a:pt x="42882" y="4056"/>
                    <a:pt x="47586" y="4056"/>
                  </a:cubicBezTo>
                  <a:cubicBezTo>
                    <a:pt x="56090" y="4056"/>
                    <a:pt x="60975" y="9304"/>
                    <a:pt x="60975" y="15455"/>
                  </a:cubicBezTo>
                  <a:cubicBezTo>
                    <a:pt x="60975" y="34273"/>
                    <a:pt x="32026" y="34273"/>
                    <a:pt x="24607" y="34273"/>
                  </a:cubicBezTo>
                  <a:lnTo>
                    <a:pt x="17189"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6" name="Freeform: Shape 1985">
              <a:extLst>
                <a:ext uri="{FF2B5EF4-FFF2-40B4-BE49-F238E27FC236}">
                  <a16:creationId xmlns:a16="http://schemas.microsoft.com/office/drawing/2014/main" id="{03E2F7BC-5E28-E089-FBD4-91C249FD870E}"/>
                </a:ext>
              </a:extLst>
            </p:cNvPr>
            <p:cNvSpPr/>
            <p:nvPr>
              <p:custDataLst>
                <p:tags r:id="rId34"/>
              </p:custDataLst>
            </p:nvPr>
          </p:nvSpPr>
          <p:spPr>
            <a:xfrm>
              <a:off x="10207617" y="5278148"/>
              <a:ext cx="28497" cy="87898"/>
            </a:xfrm>
            <a:custGeom>
              <a:avLst/>
              <a:gdLst>
                <a:gd name="connsiteX0" fmla="*/ 19184 w 28497"/>
                <a:gd name="connsiteY0" fmla="*/ 71 h 87898"/>
                <a:gd name="connsiteX1" fmla="*/ 185 w 28497"/>
                <a:gd name="connsiteY1" fmla="*/ 1464 h 87898"/>
                <a:gd name="connsiteX2" fmla="*/ 185 w 28497"/>
                <a:gd name="connsiteY2" fmla="*/ 6024 h 87898"/>
                <a:gd name="connsiteX3" fmla="*/ 9685 w 28497"/>
                <a:gd name="connsiteY3" fmla="*/ 13116 h 87898"/>
                <a:gd name="connsiteX4" fmla="*/ 9685 w 28497"/>
                <a:gd name="connsiteY4" fmla="*/ 77964 h 87898"/>
                <a:gd name="connsiteX5" fmla="*/ 185 w 28497"/>
                <a:gd name="connsiteY5" fmla="*/ 83410 h 87898"/>
                <a:gd name="connsiteX6" fmla="*/ 185 w 28497"/>
                <a:gd name="connsiteY6" fmla="*/ 87970 h 87898"/>
                <a:gd name="connsiteX7" fmla="*/ 14371 w 28497"/>
                <a:gd name="connsiteY7" fmla="*/ 87463 h 87898"/>
                <a:gd name="connsiteX8" fmla="*/ 28683 w 28497"/>
                <a:gd name="connsiteY8" fmla="*/ 87970 h 87898"/>
                <a:gd name="connsiteX9" fmla="*/ 28683 w 28497"/>
                <a:gd name="connsiteY9" fmla="*/ 83410 h 87898"/>
                <a:gd name="connsiteX10" fmla="*/ 19184 w 28497"/>
                <a:gd name="connsiteY10" fmla="*/ 77964 h 87898"/>
                <a:gd name="connsiteX11" fmla="*/ 19184 w 28497"/>
                <a:gd name="connsiteY11" fmla="*/ 71 h 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97" h="87898">
                  <a:moveTo>
                    <a:pt x="19184" y="71"/>
                  </a:moveTo>
                  <a:lnTo>
                    <a:pt x="185" y="1464"/>
                  </a:lnTo>
                  <a:lnTo>
                    <a:pt x="185" y="6024"/>
                  </a:lnTo>
                  <a:cubicBezTo>
                    <a:pt x="8671" y="6024"/>
                    <a:pt x="9685" y="6910"/>
                    <a:pt x="9685" y="13116"/>
                  </a:cubicBezTo>
                  <a:lnTo>
                    <a:pt x="9685" y="77964"/>
                  </a:lnTo>
                  <a:cubicBezTo>
                    <a:pt x="9685" y="83410"/>
                    <a:pt x="8418" y="83410"/>
                    <a:pt x="185" y="83410"/>
                  </a:cubicBezTo>
                  <a:lnTo>
                    <a:pt x="185" y="87970"/>
                  </a:lnTo>
                  <a:cubicBezTo>
                    <a:pt x="439" y="87970"/>
                    <a:pt x="9305" y="87463"/>
                    <a:pt x="14371" y="87463"/>
                  </a:cubicBezTo>
                  <a:cubicBezTo>
                    <a:pt x="19184" y="87463"/>
                    <a:pt x="23870" y="87590"/>
                    <a:pt x="28683" y="87970"/>
                  </a:cubicBezTo>
                  <a:lnTo>
                    <a:pt x="28683" y="83410"/>
                  </a:lnTo>
                  <a:cubicBezTo>
                    <a:pt x="20450" y="83410"/>
                    <a:pt x="19184" y="83410"/>
                    <a:pt x="19184" y="77964"/>
                  </a:cubicBezTo>
                  <a:lnTo>
                    <a:pt x="19184" y="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7" name="Freeform: Shape 1986">
              <a:extLst>
                <a:ext uri="{FF2B5EF4-FFF2-40B4-BE49-F238E27FC236}">
                  <a16:creationId xmlns:a16="http://schemas.microsoft.com/office/drawing/2014/main" id="{C8CC338E-7BFB-056D-068C-DBEDDD4B4486}"/>
                </a:ext>
              </a:extLst>
            </p:cNvPr>
            <p:cNvSpPr/>
            <p:nvPr>
              <p:custDataLst>
                <p:tags r:id="rId35"/>
              </p:custDataLst>
            </p:nvPr>
          </p:nvSpPr>
          <p:spPr>
            <a:xfrm>
              <a:off x="10248325" y="5310192"/>
              <a:ext cx="67887" cy="55854"/>
            </a:xfrm>
            <a:custGeom>
              <a:avLst/>
              <a:gdLst>
                <a:gd name="connsiteX0" fmla="*/ 58576 w 67887"/>
                <a:gd name="connsiteY0" fmla="*/ 17549 h 55854"/>
                <a:gd name="connsiteX1" fmla="*/ 39577 w 67887"/>
                <a:gd name="connsiteY1" fmla="*/ 71 h 55854"/>
                <a:gd name="connsiteX2" fmla="*/ 18933 w 67887"/>
                <a:gd name="connsiteY2" fmla="*/ 12357 h 55854"/>
                <a:gd name="connsiteX3" fmla="*/ 18806 w 67887"/>
                <a:gd name="connsiteY3" fmla="*/ 12357 h 55854"/>
                <a:gd name="connsiteX4" fmla="*/ 18806 w 67887"/>
                <a:gd name="connsiteY4" fmla="*/ 71 h 55854"/>
                <a:gd name="connsiteX5" fmla="*/ 188 w 67887"/>
                <a:gd name="connsiteY5" fmla="*/ 1464 h 55854"/>
                <a:gd name="connsiteX6" fmla="*/ 188 w 67887"/>
                <a:gd name="connsiteY6" fmla="*/ 6024 h 55854"/>
                <a:gd name="connsiteX7" fmla="*/ 9687 w 67887"/>
                <a:gd name="connsiteY7" fmla="*/ 13116 h 55854"/>
                <a:gd name="connsiteX8" fmla="*/ 9687 w 67887"/>
                <a:gd name="connsiteY8" fmla="*/ 45920 h 55854"/>
                <a:gd name="connsiteX9" fmla="*/ 188 w 67887"/>
                <a:gd name="connsiteY9" fmla="*/ 51366 h 55854"/>
                <a:gd name="connsiteX10" fmla="*/ 188 w 67887"/>
                <a:gd name="connsiteY10" fmla="*/ 55926 h 55854"/>
                <a:gd name="connsiteX11" fmla="*/ 14626 w 67887"/>
                <a:gd name="connsiteY11" fmla="*/ 55419 h 55854"/>
                <a:gd name="connsiteX12" fmla="*/ 29192 w 67887"/>
                <a:gd name="connsiteY12" fmla="*/ 55926 h 55854"/>
                <a:gd name="connsiteX13" fmla="*/ 29192 w 67887"/>
                <a:gd name="connsiteY13" fmla="*/ 51366 h 55854"/>
                <a:gd name="connsiteX14" fmla="*/ 19693 w 67887"/>
                <a:gd name="connsiteY14" fmla="*/ 45920 h 55854"/>
                <a:gd name="connsiteX15" fmla="*/ 19693 w 67887"/>
                <a:gd name="connsiteY15" fmla="*/ 23122 h 55854"/>
                <a:gd name="connsiteX16" fmla="*/ 38564 w 67887"/>
                <a:gd name="connsiteY16" fmla="*/ 3617 h 55854"/>
                <a:gd name="connsiteX17" fmla="*/ 48570 w 67887"/>
                <a:gd name="connsiteY17" fmla="*/ 17043 h 55854"/>
                <a:gd name="connsiteX18" fmla="*/ 48570 w 67887"/>
                <a:gd name="connsiteY18" fmla="*/ 45920 h 55854"/>
                <a:gd name="connsiteX19" fmla="*/ 39071 w 67887"/>
                <a:gd name="connsiteY19" fmla="*/ 51366 h 55854"/>
                <a:gd name="connsiteX20" fmla="*/ 39071 w 67887"/>
                <a:gd name="connsiteY20" fmla="*/ 55926 h 55854"/>
                <a:gd name="connsiteX21" fmla="*/ 53510 w 67887"/>
                <a:gd name="connsiteY21" fmla="*/ 55419 h 55854"/>
                <a:gd name="connsiteX22" fmla="*/ 68075 w 67887"/>
                <a:gd name="connsiteY22" fmla="*/ 55926 h 55854"/>
                <a:gd name="connsiteX23" fmla="*/ 68075 w 67887"/>
                <a:gd name="connsiteY23" fmla="*/ 51366 h 55854"/>
                <a:gd name="connsiteX24" fmla="*/ 58576 w 67887"/>
                <a:gd name="connsiteY24" fmla="*/ 45920 h 55854"/>
                <a:gd name="connsiteX25" fmla="*/ 58576 w 67887"/>
                <a:gd name="connsiteY25" fmla="*/ 17549 h 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887" h="55854">
                  <a:moveTo>
                    <a:pt x="58576" y="17549"/>
                  </a:moveTo>
                  <a:cubicBezTo>
                    <a:pt x="58576" y="6530"/>
                    <a:pt x="53130" y="71"/>
                    <a:pt x="39577" y="71"/>
                  </a:cubicBezTo>
                  <a:cubicBezTo>
                    <a:pt x="29192" y="71"/>
                    <a:pt x="22479" y="5770"/>
                    <a:pt x="18933" y="12357"/>
                  </a:cubicBezTo>
                  <a:lnTo>
                    <a:pt x="18806" y="12357"/>
                  </a:lnTo>
                  <a:lnTo>
                    <a:pt x="18806" y="71"/>
                  </a:lnTo>
                  <a:lnTo>
                    <a:pt x="188" y="1464"/>
                  </a:lnTo>
                  <a:lnTo>
                    <a:pt x="188" y="6024"/>
                  </a:lnTo>
                  <a:cubicBezTo>
                    <a:pt x="8674" y="6024"/>
                    <a:pt x="9687" y="6910"/>
                    <a:pt x="9687" y="13116"/>
                  </a:cubicBezTo>
                  <a:lnTo>
                    <a:pt x="9687" y="45920"/>
                  </a:lnTo>
                  <a:cubicBezTo>
                    <a:pt x="9687" y="51366"/>
                    <a:pt x="8420" y="51366"/>
                    <a:pt x="188" y="51366"/>
                  </a:cubicBezTo>
                  <a:lnTo>
                    <a:pt x="188" y="55926"/>
                  </a:lnTo>
                  <a:cubicBezTo>
                    <a:pt x="441" y="55926"/>
                    <a:pt x="9307" y="55419"/>
                    <a:pt x="14626" y="55419"/>
                  </a:cubicBezTo>
                  <a:cubicBezTo>
                    <a:pt x="19313" y="55419"/>
                    <a:pt x="28052" y="55799"/>
                    <a:pt x="29192" y="55926"/>
                  </a:cubicBezTo>
                  <a:lnTo>
                    <a:pt x="29192" y="51366"/>
                  </a:lnTo>
                  <a:cubicBezTo>
                    <a:pt x="20959" y="51366"/>
                    <a:pt x="19693" y="51366"/>
                    <a:pt x="19693" y="45920"/>
                  </a:cubicBezTo>
                  <a:lnTo>
                    <a:pt x="19693" y="23122"/>
                  </a:lnTo>
                  <a:cubicBezTo>
                    <a:pt x="19693" y="9823"/>
                    <a:pt x="30205" y="3617"/>
                    <a:pt x="38564" y="3617"/>
                  </a:cubicBezTo>
                  <a:cubicBezTo>
                    <a:pt x="47430" y="3617"/>
                    <a:pt x="48570" y="10583"/>
                    <a:pt x="48570" y="17043"/>
                  </a:cubicBezTo>
                  <a:lnTo>
                    <a:pt x="48570" y="45920"/>
                  </a:lnTo>
                  <a:cubicBezTo>
                    <a:pt x="48570" y="51366"/>
                    <a:pt x="47303" y="51366"/>
                    <a:pt x="39071" y="51366"/>
                  </a:cubicBezTo>
                  <a:lnTo>
                    <a:pt x="39071" y="55926"/>
                  </a:lnTo>
                  <a:cubicBezTo>
                    <a:pt x="39324" y="55926"/>
                    <a:pt x="48190" y="55419"/>
                    <a:pt x="53510" y="55419"/>
                  </a:cubicBezTo>
                  <a:cubicBezTo>
                    <a:pt x="58196" y="55419"/>
                    <a:pt x="66935" y="55799"/>
                    <a:pt x="68075" y="55926"/>
                  </a:cubicBezTo>
                  <a:lnTo>
                    <a:pt x="68075" y="51366"/>
                  </a:lnTo>
                  <a:cubicBezTo>
                    <a:pt x="59842" y="51366"/>
                    <a:pt x="58576" y="51366"/>
                    <a:pt x="58576" y="45920"/>
                  </a:cubicBezTo>
                  <a:lnTo>
                    <a:pt x="58576" y="175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8" name="Freeform: Shape 1987">
              <a:extLst>
                <a:ext uri="{FF2B5EF4-FFF2-40B4-BE49-F238E27FC236}">
                  <a16:creationId xmlns:a16="http://schemas.microsoft.com/office/drawing/2014/main" id="{86CEA659-A8CD-A48B-C3C7-3AE719C52EA7}"/>
                </a:ext>
              </a:extLst>
            </p:cNvPr>
            <p:cNvSpPr/>
            <p:nvPr>
              <p:custDataLst>
                <p:tags r:id="rId36"/>
              </p:custDataLst>
            </p:nvPr>
          </p:nvSpPr>
          <p:spPr>
            <a:xfrm>
              <a:off x="10339312" y="5243915"/>
              <a:ext cx="41977" cy="180935"/>
            </a:xfrm>
            <a:custGeom>
              <a:avLst/>
              <a:gdLst>
                <a:gd name="connsiteX0" fmla="*/ 42169 w 41977"/>
                <a:gd name="connsiteY0" fmla="*/ 179198 h 180935"/>
                <a:gd name="connsiteX1" fmla="*/ 39093 w 41977"/>
                <a:gd name="connsiteY1" fmla="*/ 175217 h 180935"/>
                <a:gd name="connsiteX2" fmla="*/ 10686 w 41977"/>
                <a:gd name="connsiteY2" fmla="*/ 90540 h 180935"/>
                <a:gd name="connsiteX3" fmla="*/ 39817 w 41977"/>
                <a:gd name="connsiteY3" fmla="*/ 4957 h 180935"/>
                <a:gd name="connsiteX4" fmla="*/ 42169 w 41977"/>
                <a:gd name="connsiteY4" fmla="*/ 1881 h 180935"/>
                <a:gd name="connsiteX5" fmla="*/ 40360 w 41977"/>
                <a:gd name="connsiteY5" fmla="*/ 72 h 180935"/>
                <a:gd name="connsiteX6" fmla="*/ 11591 w 41977"/>
                <a:gd name="connsiteY6" fmla="*/ 35354 h 180935"/>
                <a:gd name="connsiteX7" fmla="*/ 192 w 41977"/>
                <a:gd name="connsiteY7" fmla="*/ 90540 h 180935"/>
                <a:gd name="connsiteX8" fmla="*/ 12134 w 41977"/>
                <a:gd name="connsiteY8" fmla="*/ 146992 h 180935"/>
                <a:gd name="connsiteX9" fmla="*/ 40360 w 41977"/>
                <a:gd name="connsiteY9" fmla="*/ 181007 h 180935"/>
                <a:gd name="connsiteX10" fmla="*/ 42169 w 41977"/>
                <a:gd name="connsiteY10" fmla="*/ 179198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169" y="179198"/>
                  </a:moveTo>
                  <a:cubicBezTo>
                    <a:pt x="42169" y="178655"/>
                    <a:pt x="42169" y="178293"/>
                    <a:pt x="39093" y="175217"/>
                  </a:cubicBezTo>
                  <a:cubicBezTo>
                    <a:pt x="16476" y="152420"/>
                    <a:pt x="10686" y="118223"/>
                    <a:pt x="10686" y="90540"/>
                  </a:cubicBezTo>
                  <a:cubicBezTo>
                    <a:pt x="10686" y="59057"/>
                    <a:pt x="17562" y="27574"/>
                    <a:pt x="39817" y="4957"/>
                  </a:cubicBezTo>
                  <a:cubicBezTo>
                    <a:pt x="42169" y="2786"/>
                    <a:pt x="42169" y="2424"/>
                    <a:pt x="42169" y="1881"/>
                  </a:cubicBezTo>
                  <a:cubicBezTo>
                    <a:pt x="42169" y="615"/>
                    <a:pt x="41446" y="72"/>
                    <a:pt x="40360" y="72"/>
                  </a:cubicBezTo>
                  <a:cubicBezTo>
                    <a:pt x="38551" y="72"/>
                    <a:pt x="22266" y="12375"/>
                    <a:pt x="11591" y="35354"/>
                  </a:cubicBezTo>
                  <a:cubicBezTo>
                    <a:pt x="2363" y="55257"/>
                    <a:pt x="192" y="75341"/>
                    <a:pt x="192" y="90540"/>
                  </a:cubicBezTo>
                  <a:cubicBezTo>
                    <a:pt x="192" y="104653"/>
                    <a:pt x="2182" y="126546"/>
                    <a:pt x="12134" y="146992"/>
                  </a:cubicBezTo>
                  <a:cubicBezTo>
                    <a:pt x="22990" y="169247"/>
                    <a:pt x="38551" y="181007"/>
                    <a:pt x="40360" y="181007"/>
                  </a:cubicBezTo>
                  <a:cubicBezTo>
                    <a:pt x="41446" y="181007"/>
                    <a:pt x="42169" y="180465"/>
                    <a:pt x="42169" y="17919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9" name="Freeform: Shape 1988">
              <a:extLst>
                <a:ext uri="{FF2B5EF4-FFF2-40B4-BE49-F238E27FC236}">
                  <a16:creationId xmlns:a16="http://schemas.microsoft.com/office/drawing/2014/main" id="{3CF50920-7439-5C28-FAE6-15C412EFA082}"/>
                </a:ext>
              </a:extLst>
            </p:cNvPr>
            <p:cNvSpPr/>
            <p:nvPr>
              <p:custDataLst>
                <p:tags r:id="rId37"/>
              </p:custDataLst>
            </p:nvPr>
          </p:nvSpPr>
          <p:spPr>
            <a:xfrm>
              <a:off x="10424242" y="5240749"/>
              <a:ext cx="75812" cy="61789"/>
            </a:xfrm>
            <a:custGeom>
              <a:avLst/>
              <a:gdLst>
                <a:gd name="connsiteX0" fmla="*/ 26071 w 75812"/>
                <a:gd name="connsiteY0" fmla="*/ 34445 h 61789"/>
                <a:gd name="connsiteX1" fmla="*/ 45793 w 75812"/>
                <a:gd name="connsiteY1" fmla="*/ 34445 h 61789"/>
                <a:gd name="connsiteX2" fmla="*/ 76009 w 75812"/>
                <a:gd name="connsiteY2" fmla="*/ 14723 h 61789"/>
                <a:gd name="connsiteX3" fmla="*/ 53483 w 75812"/>
                <a:gd name="connsiteY3" fmla="*/ 67 h 61789"/>
                <a:gd name="connsiteX4" fmla="*/ 17838 w 75812"/>
                <a:gd name="connsiteY4" fmla="*/ 67 h 61789"/>
                <a:gd name="connsiteX5" fmla="*/ 14672 w 75812"/>
                <a:gd name="connsiteY5" fmla="*/ 2601 h 61789"/>
                <a:gd name="connsiteX6" fmla="*/ 18019 w 75812"/>
                <a:gd name="connsiteY6" fmla="*/ 4139 h 61789"/>
                <a:gd name="connsiteX7" fmla="*/ 23809 w 75812"/>
                <a:gd name="connsiteY7" fmla="*/ 4681 h 61789"/>
                <a:gd name="connsiteX8" fmla="*/ 23538 w 75812"/>
                <a:gd name="connsiteY8" fmla="*/ 6943 h 61789"/>
                <a:gd name="connsiteX9" fmla="*/ 11687 w 75812"/>
                <a:gd name="connsiteY9" fmla="*/ 54348 h 61789"/>
                <a:gd name="connsiteX10" fmla="*/ 3906 w 75812"/>
                <a:gd name="connsiteY10" fmla="*/ 57786 h 61789"/>
                <a:gd name="connsiteX11" fmla="*/ 197 w 75812"/>
                <a:gd name="connsiteY11" fmla="*/ 60319 h 61789"/>
                <a:gd name="connsiteX12" fmla="*/ 1826 w 75812"/>
                <a:gd name="connsiteY12" fmla="*/ 61857 h 61789"/>
                <a:gd name="connsiteX13" fmla="*/ 7887 w 75812"/>
                <a:gd name="connsiteY13" fmla="*/ 61586 h 61789"/>
                <a:gd name="connsiteX14" fmla="*/ 14582 w 75812"/>
                <a:gd name="connsiteY14" fmla="*/ 61495 h 61789"/>
                <a:gd name="connsiteX15" fmla="*/ 21276 w 75812"/>
                <a:gd name="connsiteY15" fmla="*/ 61586 h 61789"/>
                <a:gd name="connsiteX16" fmla="*/ 27609 w 75812"/>
                <a:gd name="connsiteY16" fmla="*/ 61857 h 61789"/>
                <a:gd name="connsiteX17" fmla="*/ 29871 w 75812"/>
                <a:gd name="connsiteY17" fmla="*/ 59324 h 61789"/>
                <a:gd name="connsiteX18" fmla="*/ 26885 w 75812"/>
                <a:gd name="connsiteY18" fmla="*/ 57786 h 61789"/>
                <a:gd name="connsiteX19" fmla="*/ 22995 w 75812"/>
                <a:gd name="connsiteY19" fmla="*/ 57605 h 61789"/>
                <a:gd name="connsiteX20" fmla="*/ 20643 w 75812"/>
                <a:gd name="connsiteY20" fmla="*/ 56610 h 61789"/>
                <a:gd name="connsiteX21" fmla="*/ 20914 w 75812"/>
                <a:gd name="connsiteY21" fmla="*/ 55343 h 61789"/>
                <a:gd name="connsiteX22" fmla="*/ 26071 w 75812"/>
                <a:gd name="connsiteY22" fmla="*/ 34445 h 61789"/>
                <a:gd name="connsiteX23" fmla="*/ 32585 w 75812"/>
                <a:gd name="connsiteY23" fmla="*/ 7124 h 61789"/>
                <a:gd name="connsiteX24" fmla="*/ 37108 w 75812"/>
                <a:gd name="connsiteY24" fmla="*/ 4139 h 61789"/>
                <a:gd name="connsiteX25" fmla="*/ 50497 w 75812"/>
                <a:gd name="connsiteY25" fmla="*/ 4139 h 61789"/>
                <a:gd name="connsiteX26" fmla="*/ 65967 w 75812"/>
                <a:gd name="connsiteY26" fmla="*/ 13457 h 61789"/>
                <a:gd name="connsiteX27" fmla="*/ 59544 w 75812"/>
                <a:gd name="connsiteY27" fmla="*/ 26846 h 61789"/>
                <a:gd name="connsiteX28" fmla="*/ 43712 w 75812"/>
                <a:gd name="connsiteY28" fmla="*/ 30917 h 61789"/>
                <a:gd name="connsiteX29" fmla="*/ 26614 w 75812"/>
                <a:gd name="connsiteY29" fmla="*/ 30917 h 61789"/>
                <a:gd name="connsiteX30" fmla="*/ 32585 w 75812"/>
                <a:gd name="connsiteY30" fmla="*/ 7124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45"/>
                  </a:moveTo>
                  <a:lnTo>
                    <a:pt x="45793" y="34445"/>
                  </a:lnTo>
                  <a:cubicBezTo>
                    <a:pt x="59725" y="34445"/>
                    <a:pt x="76009" y="25941"/>
                    <a:pt x="76009" y="14723"/>
                  </a:cubicBezTo>
                  <a:cubicBezTo>
                    <a:pt x="76009" y="6310"/>
                    <a:pt x="66601" y="67"/>
                    <a:pt x="53483" y="67"/>
                  </a:cubicBezTo>
                  <a:lnTo>
                    <a:pt x="17838" y="67"/>
                  </a:lnTo>
                  <a:cubicBezTo>
                    <a:pt x="16029" y="67"/>
                    <a:pt x="14672" y="67"/>
                    <a:pt x="14672" y="2601"/>
                  </a:cubicBezTo>
                  <a:cubicBezTo>
                    <a:pt x="14672" y="4139"/>
                    <a:pt x="15758" y="4139"/>
                    <a:pt x="18019" y="4139"/>
                  </a:cubicBezTo>
                  <a:cubicBezTo>
                    <a:pt x="18924" y="4139"/>
                    <a:pt x="21909" y="4139"/>
                    <a:pt x="23809" y="4681"/>
                  </a:cubicBezTo>
                  <a:cubicBezTo>
                    <a:pt x="23809" y="5767"/>
                    <a:pt x="23809" y="5948"/>
                    <a:pt x="23538" y="6943"/>
                  </a:cubicBezTo>
                  <a:lnTo>
                    <a:pt x="11687" y="54348"/>
                  </a:lnTo>
                  <a:cubicBezTo>
                    <a:pt x="10963" y="57062"/>
                    <a:pt x="10872" y="57786"/>
                    <a:pt x="3906" y="57786"/>
                  </a:cubicBezTo>
                  <a:cubicBezTo>
                    <a:pt x="1645" y="57786"/>
                    <a:pt x="197" y="57786"/>
                    <a:pt x="197" y="60319"/>
                  </a:cubicBezTo>
                  <a:cubicBezTo>
                    <a:pt x="197" y="61043"/>
                    <a:pt x="830" y="61857"/>
                    <a:pt x="1826" y="61857"/>
                  </a:cubicBezTo>
                  <a:cubicBezTo>
                    <a:pt x="3725" y="61857"/>
                    <a:pt x="5897" y="61586"/>
                    <a:pt x="7887" y="61586"/>
                  </a:cubicBezTo>
                  <a:cubicBezTo>
                    <a:pt x="10149" y="61586"/>
                    <a:pt x="12320" y="61495"/>
                    <a:pt x="14582" y="61495"/>
                  </a:cubicBezTo>
                  <a:cubicBezTo>
                    <a:pt x="16843" y="61495"/>
                    <a:pt x="19015" y="61586"/>
                    <a:pt x="21276" y="61586"/>
                  </a:cubicBezTo>
                  <a:cubicBezTo>
                    <a:pt x="23357" y="61586"/>
                    <a:pt x="25619" y="61857"/>
                    <a:pt x="27609" y="61857"/>
                  </a:cubicBezTo>
                  <a:cubicBezTo>
                    <a:pt x="28152" y="61857"/>
                    <a:pt x="29871" y="61857"/>
                    <a:pt x="29871" y="59324"/>
                  </a:cubicBezTo>
                  <a:cubicBezTo>
                    <a:pt x="29871" y="57786"/>
                    <a:pt x="28604" y="57786"/>
                    <a:pt x="26885" y="57786"/>
                  </a:cubicBezTo>
                  <a:cubicBezTo>
                    <a:pt x="26704" y="57786"/>
                    <a:pt x="24533" y="57786"/>
                    <a:pt x="22995" y="57605"/>
                  </a:cubicBezTo>
                  <a:cubicBezTo>
                    <a:pt x="20733" y="57424"/>
                    <a:pt x="20643" y="57334"/>
                    <a:pt x="20643" y="56610"/>
                  </a:cubicBezTo>
                  <a:cubicBezTo>
                    <a:pt x="20643" y="56429"/>
                    <a:pt x="20643" y="56248"/>
                    <a:pt x="20914" y="55343"/>
                  </a:cubicBezTo>
                  <a:lnTo>
                    <a:pt x="26071" y="34445"/>
                  </a:lnTo>
                  <a:close/>
                  <a:moveTo>
                    <a:pt x="32585" y="7124"/>
                  </a:moveTo>
                  <a:cubicBezTo>
                    <a:pt x="33308" y="4319"/>
                    <a:pt x="33308" y="4139"/>
                    <a:pt x="37108" y="4139"/>
                  </a:cubicBezTo>
                  <a:lnTo>
                    <a:pt x="50497" y="4139"/>
                  </a:lnTo>
                  <a:cubicBezTo>
                    <a:pt x="59725" y="4139"/>
                    <a:pt x="65967" y="6581"/>
                    <a:pt x="65967" y="13457"/>
                  </a:cubicBezTo>
                  <a:cubicBezTo>
                    <a:pt x="65967" y="16080"/>
                    <a:pt x="64701" y="23137"/>
                    <a:pt x="59544" y="26846"/>
                  </a:cubicBezTo>
                  <a:cubicBezTo>
                    <a:pt x="54387" y="30555"/>
                    <a:pt x="47331" y="30917"/>
                    <a:pt x="43712" y="30917"/>
                  </a:cubicBezTo>
                  <a:lnTo>
                    <a:pt x="26614" y="30917"/>
                  </a:lnTo>
                  <a:lnTo>
                    <a:pt x="32585" y="712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0" name="Freeform: Shape 1989">
              <a:extLst>
                <a:ext uri="{FF2B5EF4-FFF2-40B4-BE49-F238E27FC236}">
                  <a16:creationId xmlns:a16="http://schemas.microsoft.com/office/drawing/2014/main" id="{86D21B3D-3223-4F8B-AFB9-95A023CBE42B}"/>
                </a:ext>
              </a:extLst>
            </p:cNvPr>
            <p:cNvSpPr/>
            <p:nvPr>
              <p:custDataLst>
                <p:tags r:id="rId38"/>
              </p:custDataLst>
            </p:nvPr>
          </p:nvSpPr>
          <p:spPr>
            <a:xfrm>
              <a:off x="10521945" y="5234688"/>
              <a:ext cx="26597" cy="90467"/>
            </a:xfrm>
            <a:custGeom>
              <a:avLst/>
              <a:gdLst>
                <a:gd name="connsiteX0" fmla="*/ 26529 w 26597"/>
                <a:gd name="connsiteY0" fmla="*/ 2239 h 90467"/>
                <a:gd name="connsiteX1" fmla="*/ 26800 w 26597"/>
                <a:gd name="connsiteY1" fmla="*/ 1334 h 90467"/>
                <a:gd name="connsiteX2" fmla="*/ 25262 w 26597"/>
                <a:gd name="connsiteY2" fmla="*/ 67 h 90467"/>
                <a:gd name="connsiteX3" fmla="*/ 202 w 26597"/>
                <a:gd name="connsiteY3" fmla="*/ 45301 h 90467"/>
                <a:gd name="connsiteX4" fmla="*/ 25262 w 26597"/>
                <a:gd name="connsiteY4" fmla="*/ 90535 h 90467"/>
                <a:gd name="connsiteX5" fmla="*/ 26800 w 26597"/>
                <a:gd name="connsiteY5" fmla="*/ 89269 h 90467"/>
                <a:gd name="connsiteX6" fmla="*/ 26076 w 26597"/>
                <a:gd name="connsiteY6" fmla="*/ 88093 h 90467"/>
                <a:gd name="connsiteX7" fmla="*/ 7168 w 26597"/>
                <a:gd name="connsiteY7" fmla="*/ 45301 h 90467"/>
                <a:gd name="connsiteX8" fmla="*/ 26529 w 26597"/>
                <a:gd name="connsiteY8" fmla="*/ 2239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39"/>
                  </a:moveTo>
                  <a:cubicBezTo>
                    <a:pt x="26529" y="2148"/>
                    <a:pt x="26800" y="1786"/>
                    <a:pt x="26800" y="1334"/>
                  </a:cubicBezTo>
                  <a:cubicBezTo>
                    <a:pt x="26800" y="972"/>
                    <a:pt x="26619" y="67"/>
                    <a:pt x="25262" y="67"/>
                  </a:cubicBezTo>
                  <a:cubicBezTo>
                    <a:pt x="23453" y="67"/>
                    <a:pt x="202" y="14542"/>
                    <a:pt x="202" y="45301"/>
                  </a:cubicBezTo>
                  <a:cubicBezTo>
                    <a:pt x="202" y="75970"/>
                    <a:pt x="23453" y="90535"/>
                    <a:pt x="25262" y="90535"/>
                  </a:cubicBezTo>
                  <a:cubicBezTo>
                    <a:pt x="26619" y="90535"/>
                    <a:pt x="26800" y="89631"/>
                    <a:pt x="26800" y="89269"/>
                  </a:cubicBezTo>
                  <a:cubicBezTo>
                    <a:pt x="26800" y="88636"/>
                    <a:pt x="26438" y="88364"/>
                    <a:pt x="26076" y="88093"/>
                  </a:cubicBezTo>
                  <a:cubicBezTo>
                    <a:pt x="10063" y="75337"/>
                    <a:pt x="7168" y="56972"/>
                    <a:pt x="7168" y="45301"/>
                  </a:cubicBezTo>
                  <a:cubicBezTo>
                    <a:pt x="7168" y="23137"/>
                    <a:pt x="17391" y="8571"/>
                    <a:pt x="26529" y="223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1" name="Freeform: Shape 1990">
              <a:extLst>
                <a:ext uri="{FF2B5EF4-FFF2-40B4-BE49-F238E27FC236}">
                  <a16:creationId xmlns:a16="http://schemas.microsoft.com/office/drawing/2014/main" id="{2F1DCD9C-15A5-7B85-B040-2C61AC899684}"/>
                </a:ext>
              </a:extLst>
            </p:cNvPr>
            <p:cNvSpPr/>
            <p:nvPr>
              <p:custDataLst>
                <p:tags r:id="rId39"/>
              </p:custDataLst>
            </p:nvPr>
          </p:nvSpPr>
          <p:spPr>
            <a:xfrm>
              <a:off x="10566878" y="5240749"/>
              <a:ext cx="79973" cy="61789"/>
            </a:xfrm>
            <a:custGeom>
              <a:avLst/>
              <a:gdLst>
                <a:gd name="connsiteX0" fmla="*/ 62809 w 79973"/>
                <a:gd name="connsiteY0" fmla="*/ 11376 h 61789"/>
                <a:gd name="connsiteX1" fmla="*/ 65342 w 79973"/>
                <a:gd name="connsiteY1" fmla="*/ 9295 h 61789"/>
                <a:gd name="connsiteX2" fmla="*/ 77646 w 79973"/>
                <a:gd name="connsiteY2" fmla="*/ 4139 h 61789"/>
                <a:gd name="connsiteX3" fmla="*/ 80179 w 79973"/>
                <a:gd name="connsiteY3" fmla="*/ 1605 h 61789"/>
                <a:gd name="connsiteX4" fmla="*/ 78731 w 79973"/>
                <a:gd name="connsiteY4" fmla="*/ 67 h 61789"/>
                <a:gd name="connsiteX5" fmla="*/ 74660 w 79973"/>
                <a:gd name="connsiteY5" fmla="*/ 339 h 61789"/>
                <a:gd name="connsiteX6" fmla="*/ 70408 w 79973"/>
                <a:gd name="connsiteY6" fmla="*/ 429 h 61789"/>
                <a:gd name="connsiteX7" fmla="*/ 65071 w 79973"/>
                <a:gd name="connsiteY7" fmla="*/ 339 h 61789"/>
                <a:gd name="connsiteX8" fmla="*/ 60185 w 79973"/>
                <a:gd name="connsiteY8" fmla="*/ 67 h 61789"/>
                <a:gd name="connsiteX9" fmla="*/ 58014 w 79973"/>
                <a:gd name="connsiteY9" fmla="*/ 2601 h 61789"/>
                <a:gd name="connsiteX10" fmla="*/ 59733 w 79973"/>
                <a:gd name="connsiteY10" fmla="*/ 4139 h 61789"/>
                <a:gd name="connsiteX11" fmla="*/ 62538 w 79973"/>
                <a:gd name="connsiteY11" fmla="*/ 5405 h 61789"/>
                <a:gd name="connsiteX12" fmla="*/ 59643 w 79973"/>
                <a:gd name="connsiteY12" fmla="*/ 9386 h 61789"/>
                <a:gd name="connsiteX13" fmla="*/ 35759 w 79973"/>
                <a:gd name="connsiteY13" fmla="*/ 32274 h 61789"/>
                <a:gd name="connsiteX14" fmla="*/ 21736 w 79973"/>
                <a:gd name="connsiteY14" fmla="*/ 6491 h 61789"/>
                <a:gd name="connsiteX15" fmla="*/ 21194 w 79973"/>
                <a:gd name="connsiteY15" fmla="*/ 5315 h 61789"/>
                <a:gd name="connsiteX16" fmla="*/ 25808 w 79973"/>
                <a:gd name="connsiteY16" fmla="*/ 4139 h 61789"/>
                <a:gd name="connsiteX17" fmla="*/ 28612 w 79973"/>
                <a:gd name="connsiteY17" fmla="*/ 1605 h 61789"/>
                <a:gd name="connsiteX18" fmla="*/ 26984 w 79973"/>
                <a:gd name="connsiteY18" fmla="*/ 67 h 61789"/>
                <a:gd name="connsiteX19" fmla="*/ 20470 w 79973"/>
                <a:gd name="connsiteY19" fmla="*/ 339 h 61789"/>
                <a:gd name="connsiteX20" fmla="*/ 13956 w 79973"/>
                <a:gd name="connsiteY20" fmla="*/ 429 h 61789"/>
                <a:gd name="connsiteX21" fmla="*/ 8166 w 79973"/>
                <a:gd name="connsiteY21" fmla="*/ 339 h 61789"/>
                <a:gd name="connsiteX22" fmla="*/ 2376 w 79973"/>
                <a:gd name="connsiteY22" fmla="*/ 67 h 61789"/>
                <a:gd name="connsiteX23" fmla="*/ 205 w 79973"/>
                <a:gd name="connsiteY23" fmla="*/ 2601 h 61789"/>
                <a:gd name="connsiteX24" fmla="*/ 3100 w 79973"/>
                <a:gd name="connsiteY24" fmla="*/ 4139 h 61789"/>
                <a:gd name="connsiteX25" fmla="*/ 10337 w 79973"/>
                <a:gd name="connsiteY25" fmla="*/ 6762 h 61789"/>
                <a:gd name="connsiteX26" fmla="*/ 26893 w 79973"/>
                <a:gd name="connsiteY26" fmla="*/ 37069 h 61789"/>
                <a:gd name="connsiteX27" fmla="*/ 22822 w 79973"/>
                <a:gd name="connsiteY27" fmla="*/ 53624 h 61789"/>
                <a:gd name="connsiteX28" fmla="*/ 14589 w 79973"/>
                <a:gd name="connsiteY28" fmla="*/ 57786 h 61789"/>
                <a:gd name="connsiteX29" fmla="*/ 11061 w 79973"/>
                <a:gd name="connsiteY29" fmla="*/ 60319 h 61789"/>
                <a:gd name="connsiteX30" fmla="*/ 12690 w 79973"/>
                <a:gd name="connsiteY30" fmla="*/ 61857 h 61789"/>
                <a:gd name="connsiteX31" fmla="*/ 18751 w 79973"/>
                <a:gd name="connsiteY31" fmla="*/ 61586 h 61789"/>
                <a:gd name="connsiteX32" fmla="*/ 25265 w 79973"/>
                <a:gd name="connsiteY32" fmla="*/ 61495 h 61789"/>
                <a:gd name="connsiteX33" fmla="*/ 31959 w 79973"/>
                <a:gd name="connsiteY33" fmla="*/ 61586 h 61789"/>
                <a:gd name="connsiteX34" fmla="*/ 38111 w 79973"/>
                <a:gd name="connsiteY34" fmla="*/ 61857 h 61789"/>
                <a:gd name="connsiteX35" fmla="*/ 40373 w 79973"/>
                <a:gd name="connsiteY35" fmla="*/ 59324 h 61789"/>
                <a:gd name="connsiteX36" fmla="*/ 37387 w 79973"/>
                <a:gd name="connsiteY36" fmla="*/ 57786 h 61789"/>
                <a:gd name="connsiteX37" fmla="*/ 33497 w 79973"/>
                <a:gd name="connsiteY37" fmla="*/ 57605 h 61789"/>
                <a:gd name="connsiteX38" fmla="*/ 31145 w 79973"/>
                <a:gd name="connsiteY38" fmla="*/ 56610 h 61789"/>
                <a:gd name="connsiteX39" fmla="*/ 32231 w 79973"/>
                <a:gd name="connsiteY39" fmla="*/ 51725 h 61789"/>
                <a:gd name="connsiteX40" fmla="*/ 35849 w 79973"/>
                <a:gd name="connsiteY40" fmla="*/ 37159 h 61789"/>
                <a:gd name="connsiteX41" fmla="*/ 62809 w 79973"/>
                <a:gd name="connsiteY41" fmla="*/ 11376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76"/>
                  </a:moveTo>
                  <a:lnTo>
                    <a:pt x="65342" y="9295"/>
                  </a:lnTo>
                  <a:cubicBezTo>
                    <a:pt x="67785" y="7305"/>
                    <a:pt x="71313" y="4500"/>
                    <a:pt x="77646" y="4139"/>
                  </a:cubicBezTo>
                  <a:cubicBezTo>
                    <a:pt x="78912" y="4048"/>
                    <a:pt x="80179" y="4048"/>
                    <a:pt x="80179" y="1605"/>
                  </a:cubicBezTo>
                  <a:cubicBezTo>
                    <a:pt x="80179" y="339"/>
                    <a:pt x="79093" y="67"/>
                    <a:pt x="78731" y="67"/>
                  </a:cubicBezTo>
                  <a:cubicBezTo>
                    <a:pt x="77465" y="67"/>
                    <a:pt x="76017" y="339"/>
                    <a:pt x="74660" y="339"/>
                  </a:cubicBezTo>
                  <a:cubicBezTo>
                    <a:pt x="73303" y="339"/>
                    <a:pt x="71856" y="429"/>
                    <a:pt x="70408" y="429"/>
                  </a:cubicBezTo>
                  <a:cubicBezTo>
                    <a:pt x="70408" y="429"/>
                    <a:pt x="65071" y="339"/>
                    <a:pt x="65071" y="339"/>
                  </a:cubicBezTo>
                  <a:cubicBezTo>
                    <a:pt x="63533" y="339"/>
                    <a:pt x="61723" y="67"/>
                    <a:pt x="60185" y="67"/>
                  </a:cubicBezTo>
                  <a:cubicBezTo>
                    <a:pt x="59009" y="67"/>
                    <a:pt x="58014" y="701"/>
                    <a:pt x="58014" y="2601"/>
                  </a:cubicBezTo>
                  <a:cubicBezTo>
                    <a:pt x="58014" y="3867"/>
                    <a:pt x="59100" y="4139"/>
                    <a:pt x="59733" y="4139"/>
                  </a:cubicBezTo>
                  <a:cubicBezTo>
                    <a:pt x="61995" y="4229"/>
                    <a:pt x="62538" y="4772"/>
                    <a:pt x="62538" y="5405"/>
                  </a:cubicBezTo>
                  <a:cubicBezTo>
                    <a:pt x="62538" y="6672"/>
                    <a:pt x="60366" y="8662"/>
                    <a:pt x="59643" y="9386"/>
                  </a:cubicBezTo>
                  <a:lnTo>
                    <a:pt x="35759" y="32274"/>
                  </a:lnTo>
                  <a:lnTo>
                    <a:pt x="21736" y="6491"/>
                  </a:lnTo>
                  <a:cubicBezTo>
                    <a:pt x="21194" y="5586"/>
                    <a:pt x="21194" y="5405"/>
                    <a:pt x="21194" y="5315"/>
                  </a:cubicBezTo>
                  <a:cubicBezTo>
                    <a:pt x="21194" y="4139"/>
                    <a:pt x="25084" y="4139"/>
                    <a:pt x="25808" y="4139"/>
                  </a:cubicBezTo>
                  <a:cubicBezTo>
                    <a:pt x="27165" y="4139"/>
                    <a:pt x="28612" y="4139"/>
                    <a:pt x="28612" y="1605"/>
                  </a:cubicBezTo>
                  <a:cubicBezTo>
                    <a:pt x="28612" y="520"/>
                    <a:pt x="27707" y="67"/>
                    <a:pt x="26984" y="67"/>
                  </a:cubicBezTo>
                  <a:cubicBezTo>
                    <a:pt x="24903" y="67"/>
                    <a:pt x="22551" y="339"/>
                    <a:pt x="20470" y="339"/>
                  </a:cubicBezTo>
                  <a:cubicBezTo>
                    <a:pt x="18299" y="339"/>
                    <a:pt x="16127" y="429"/>
                    <a:pt x="13956" y="429"/>
                  </a:cubicBezTo>
                  <a:cubicBezTo>
                    <a:pt x="12056" y="429"/>
                    <a:pt x="10066" y="339"/>
                    <a:pt x="8166" y="339"/>
                  </a:cubicBezTo>
                  <a:cubicBezTo>
                    <a:pt x="6990" y="339"/>
                    <a:pt x="2467" y="67"/>
                    <a:pt x="2376" y="67"/>
                  </a:cubicBezTo>
                  <a:cubicBezTo>
                    <a:pt x="1110" y="67"/>
                    <a:pt x="205" y="701"/>
                    <a:pt x="205" y="2601"/>
                  </a:cubicBezTo>
                  <a:cubicBezTo>
                    <a:pt x="205" y="4139"/>
                    <a:pt x="1472" y="4139"/>
                    <a:pt x="3100" y="4139"/>
                  </a:cubicBezTo>
                  <a:cubicBezTo>
                    <a:pt x="8890" y="4139"/>
                    <a:pt x="9252" y="4772"/>
                    <a:pt x="10337" y="6762"/>
                  </a:cubicBezTo>
                  <a:lnTo>
                    <a:pt x="26893" y="37069"/>
                  </a:lnTo>
                  <a:lnTo>
                    <a:pt x="22822" y="53624"/>
                  </a:lnTo>
                  <a:cubicBezTo>
                    <a:pt x="21736" y="57696"/>
                    <a:pt x="21284" y="57786"/>
                    <a:pt x="14589" y="57786"/>
                  </a:cubicBezTo>
                  <a:cubicBezTo>
                    <a:pt x="12509" y="57786"/>
                    <a:pt x="11061" y="57786"/>
                    <a:pt x="11061" y="60319"/>
                  </a:cubicBezTo>
                  <a:cubicBezTo>
                    <a:pt x="11061" y="61043"/>
                    <a:pt x="11695" y="61857"/>
                    <a:pt x="12690" y="61857"/>
                  </a:cubicBezTo>
                  <a:cubicBezTo>
                    <a:pt x="14589" y="61857"/>
                    <a:pt x="16761" y="61586"/>
                    <a:pt x="18751" y="61586"/>
                  </a:cubicBezTo>
                  <a:cubicBezTo>
                    <a:pt x="20922" y="61586"/>
                    <a:pt x="23093" y="61495"/>
                    <a:pt x="25265" y="61495"/>
                  </a:cubicBezTo>
                  <a:cubicBezTo>
                    <a:pt x="27526" y="61495"/>
                    <a:pt x="29698" y="61586"/>
                    <a:pt x="31959" y="61586"/>
                  </a:cubicBezTo>
                  <a:cubicBezTo>
                    <a:pt x="33950" y="61586"/>
                    <a:pt x="36211" y="61857"/>
                    <a:pt x="38111" y="61857"/>
                  </a:cubicBezTo>
                  <a:cubicBezTo>
                    <a:pt x="38744" y="61857"/>
                    <a:pt x="40373" y="61857"/>
                    <a:pt x="40373" y="59324"/>
                  </a:cubicBezTo>
                  <a:cubicBezTo>
                    <a:pt x="40373" y="57786"/>
                    <a:pt x="39106" y="57786"/>
                    <a:pt x="37387" y="57786"/>
                  </a:cubicBezTo>
                  <a:cubicBezTo>
                    <a:pt x="37207" y="57786"/>
                    <a:pt x="35035" y="57786"/>
                    <a:pt x="33497" y="57605"/>
                  </a:cubicBezTo>
                  <a:cubicBezTo>
                    <a:pt x="31236" y="57424"/>
                    <a:pt x="31145" y="57334"/>
                    <a:pt x="31145" y="56610"/>
                  </a:cubicBezTo>
                  <a:cubicBezTo>
                    <a:pt x="31145" y="55977"/>
                    <a:pt x="31145" y="55796"/>
                    <a:pt x="32231" y="51725"/>
                  </a:cubicBezTo>
                  <a:lnTo>
                    <a:pt x="35849" y="37159"/>
                  </a:lnTo>
                  <a:lnTo>
                    <a:pt x="62809" y="113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2" name="Freeform: Shape 1991">
              <a:extLst>
                <a:ext uri="{FF2B5EF4-FFF2-40B4-BE49-F238E27FC236}">
                  <a16:creationId xmlns:a16="http://schemas.microsoft.com/office/drawing/2014/main" id="{0380A469-6179-3ABE-4FC2-FCB5C2A89A3F}"/>
                </a:ext>
              </a:extLst>
            </p:cNvPr>
            <p:cNvSpPr/>
            <p:nvPr>
              <p:custDataLst>
                <p:tags r:id="rId40"/>
              </p:custDataLst>
            </p:nvPr>
          </p:nvSpPr>
          <p:spPr>
            <a:xfrm>
              <a:off x="10640186" y="5280645"/>
              <a:ext cx="63327" cy="40981"/>
            </a:xfrm>
            <a:custGeom>
              <a:avLst/>
              <a:gdLst>
                <a:gd name="connsiteX0" fmla="*/ 9618 w 63327"/>
                <a:gd name="connsiteY0" fmla="*/ 31189 h 40981"/>
                <a:gd name="connsiteX1" fmla="*/ 8080 w 63327"/>
                <a:gd name="connsiteY1" fmla="*/ 37884 h 40981"/>
                <a:gd name="connsiteX2" fmla="*/ 11427 w 63327"/>
                <a:gd name="connsiteY2" fmla="*/ 41050 h 40981"/>
                <a:gd name="connsiteX3" fmla="*/ 15770 w 63327"/>
                <a:gd name="connsiteY3" fmla="*/ 38065 h 40981"/>
                <a:gd name="connsiteX4" fmla="*/ 17489 w 63327"/>
                <a:gd name="connsiteY4" fmla="*/ 31008 h 40981"/>
                <a:gd name="connsiteX5" fmla="*/ 20745 w 63327"/>
                <a:gd name="connsiteY5" fmla="*/ 18253 h 40981"/>
                <a:gd name="connsiteX6" fmla="*/ 39472 w 63327"/>
                <a:gd name="connsiteY6" fmla="*/ 3144 h 40981"/>
                <a:gd name="connsiteX7" fmla="*/ 45805 w 63327"/>
                <a:gd name="connsiteY7" fmla="*/ 9658 h 40981"/>
                <a:gd name="connsiteX8" fmla="*/ 39925 w 63327"/>
                <a:gd name="connsiteY8" fmla="*/ 29290 h 40981"/>
                <a:gd name="connsiteX9" fmla="*/ 39020 w 63327"/>
                <a:gd name="connsiteY9" fmla="*/ 33089 h 40981"/>
                <a:gd name="connsiteX10" fmla="*/ 48881 w 63327"/>
                <a:gd name="connsiteY10" fmla="*/ 41050 h 40981"/>
                <a:gd name="connsiteX11" fmla="*/ 63537 w 63327"/>
                <a:gd name="connsiteY11" fmla="*/ 27028 h 40981"/>
                <a:gd name="connsiteX12" fmla="*/ 61637 w 63327"/>
                <a:gd name="connsiteY12" fmla="*/ 25761 h 40981"/>
                <a:gd name="connsiteX13" fmla="*/ 59466 w 63327"/>
                <a:gd name="connsiteY13" fmla="*/ 27842 h 40981"/>
                <a:gd name="connsiteX14" fmla="*/ 49243 w 63327"/>
                <a:gd name="connsiteY14" fmla="*/ 37975 h 40981"/>
                <a:gd name="connsiteX15" fmla="*/ 46529 w 63327"/>
                <a:gd name="connsiteY15" fmla="*/ 34537 h 40981"/>
                <a:gd name="connsiteX16" fmla="*/ 47705 w 63327"/>
                <a:gd name="connsiteY16" fmla="*/ 29742 h 40981"/>
                <a:gd name="connsiteX17" fmla="*/ 53404 w 63327"/>
                <a:gd name="connsiteY17" fmla="*/ 10834 h 40981"/>
                <a:gd name="connsiteX18" fmla="*/ 40015 w 63327"/>
                <a:gd name="connsiteY18" fmla="*/ 68 h 40981"/>
                <a:gd name="connsiteX19" fmla="*/ 22917 w 63327"/>
                <a:gd name="connsiteY19" fmla="*/ 9025 h 40981"/>
                <a:gd name="connsiteX20" fmla="*/ 11880 w 63327"/>
                <a:gd name="connsiteY20" fmla="*/ 68 h 40981"/>
                <a:gd name="connsiteX21" fmla="*/ 209 w 63327"/>
                <a:gd name="connsiteY21" fmla="*/ 14091 h 40981"/>
                <a:gd name="connsiteX22" fmla="*/ 2109 w 63327"/>
                <a:gd name="connsiteY22" fmla="*/ 15358 h 40981"/>
                <a:gd name="connsiteX23" fmla="*/ 4190 w 63327"/>
                <a:gd name="connsiteY23" fmla="*/ 13639 h 40981"/>
                <a:gd name="connsiteX24" fmla="*/ 11427 w 63327"/>
                <a:gd name="connsiteY24" fmla="*/ 3144 h 40981"/>
                <a:gd name="connsiteX25" fmla="*/ 15136 w 63327"/>
                <a:gd name="connsiteY25" fmla="*/ 7939 h 40981"/>
                <a:gd name="connsiteX26" fmla="*/ 13689 w 63327"/>
                <a:gd name="connsiteY26" fmla="*/ 14996 h 40981"/>
                <a:gd name="connsiteX27" fmla="*/ 11699 w 63327"/>
                <a:gd name="connsiteY27" fmla="*/ 23138 h 40981"/>
                <a:gd name="connsiteX28" fmla="*/ 9618 w 63327"/>
                <a:gd name="connsiteY28" fmla="*/ 31189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89"/>
                  </a:moveTo>
                  <a:cubicBezTo>
                    <a:pt x="9075" y="33451"/>
                    <a:pt x="8080" y="37432"/>
                    <a:pt x="8080" y="37884"/>
                  </a:cubicBezTo>
                  <a:cubicBezTo>
                    <a:pt x="8080" y="39874"/>
                    <a:pt x="9708" y="41050"/>
                    <a:pt x="11427" y="41050"/>
                  </a:cubicBezTo>
                  <a:cubicBezTo>
                    <a:pt x="12784" y="41050"/>
                    <a:pt x="14775" y="40327"/>
                    <a:pt x="15770" y="38065"/>
                  </a:cubicBezTo>
                  <a:cubicBezTo>
                    <a:pt x="15860" y="37613"/>
                    <a:pt x="16946" y="33361"/>
                    <a:pt x="17489" y="31008"/>
                  </a:cubicBezTo>
                  <a:cubicBezTo>
                    <a:pt x="20564" y="18795"/>
                    <a:pt x="20564" y="18614"/>
                    <a:pt x="20745" y="18253"/>
                  </a:cubicBezTo>
                  <a:cubicBezTo>
                    <a:pt x="21922" y="15810"/>
                    <a:pt x="28435" y="3144"/>
                    <a:pt x="39472" y="3144"/>
                  </a:cubicBezTo>
                  <a:cubicBezTo>
                    <a:pt x="43905" y="3144"/>
                    <a:pt x="45805" y="5587"/>
                    <a:pt x="45805" y="9658"/>
                  </a:cubicBezTo>
                  <a:cubicBezTo>
                    <a:pt x="45805" y="14815"/>
                    <a:pt x="42005" y="24133"/>
                    <a:pt x="39925" y="29290"/>
                  </a:cubicBezTo>
                  <a:cubicBezTo>
                    <a:pt x="39472" y="30375"/>
                    <a:pt x="39020" y="31551"/>
                    <a:pt x="39020" y="33089"/>
                  </a:cubicBezTo>
                  <a:cubicBezTo>
                    <a:pt x="39020" y="37794"/>
                    <a:pt x="43543" y="41050"/>
                    <a:pt x="48881" y="41050"/>
                  </a:cubicBezTo>
                  <a:cubicBezTo>
                    <a:pt x="58561" y="41050"/>
                    <a:pt x="63537" y="29290"/>
                    <a:pt x="63537" y="27028"/>
                  </a:cubicBezTo>
                  <a:cubicBezTo>
                    <a:pt x="63537" y="25761"/>
                    <a:pt x="61999" y="25761"/>
                    <a:pt x="61637" y="25761"/>
                  </a:cubicBezTo>
                  <a:cubicBezTo>
                    <a:pt x="60099" y="25761"/>
                    <a:pt x="60009" y="26123"/>
                    <a:pt x="59466" y="27842"/>
                  </a:cubicBezTo>
                  <a:cubicBezTo>
                    <a:pt x="57747" y="33270"/>
                    <a:pt x="53585" y="37975"/>
                    <a:pt x="49243" y="37975"/>
                  </a:cubicBezTo>
                  <a:cubicBezTo>
                    <a:pt x="47162" y="37975"/>
                    <a:pt x="46529" y="36527"/>
                    <a:pt x="46529" y="34537"/>
                  </a:cubicBezTo>
                  <a:cubicBezTo>
                    <a:pt x="46529" y="32637"/>
                    <a:pt x="46891" y="31732"/>
                    <a:pt x="47705" y="29742"/>
                  </a:cubicBezTo>
                  <a:cubicBezTo>
                    <a:pt x="49243" y="26123"/>
                    <a:pt x="53404" y="15810"/>
                    <a:pt x="53404" y="10834"/>
                  </a:cubicBezTo>
                  <a:cubicBezTo>
                    <a:pt x="53404" y="4140"/>
                    <a:pt x="48610" y="68"/>
                    <a:pt x="40015" y="68"/>
                  </a:cubicBezTo>
                  <a:cubicBezTo>
                    <a:pt x="31783" y="68"/>
                    <a:pt x="26083" y="5044"/>
                    <a:pt x="22917" y="9025"/>
                  </a:cubicBezTo>
                  <a:cubicBezTo>
                    <a:pt x="22464" y="1606"/>
                    <a:pt x="15227" y="68"/>
                    <a:pt x="11880" y="68"/>
                  </a:cubicBezTo>
                  <a:cubicBezTo>
                    <a:pt x="2833" y="68"/>
                    <a:pt x="209" y="13910"/>
                    <a:pt x="209" y="14091"/>
                  </a:cubicBezTo>
                  <a:cubicBezTo>
                    <a:pt x="209" y="15358"/>
                    <a:pt x="1657" y="15358"/>
                    <a:pt x="2109" y="15358"/>
                  </a:cubicBezTo>
                  <a:cubicBezTo>
                    <a:pt x="3647" y="15358"/>
                    <a:pt x="3828" y="14815"/>
                    <a:pt x="4190" y="13639"/>
                  </a:cubicBezTo>
                  <a:cubicBezTo>
                    <a:pt x="5547" y="8392"/>
                    <a:pt x="7628" y="3144"/>
                    <a:pt x="11427" y="3144"/>
                  </a:cubicBezTo>
                  <a:cubicBezTo>
                    <a:pt x="14503" y="3144"/>
                    <a:pt x="15136" y="6039"/>
                    <a:pt x="15136" y="7939"/>
                  </a:cubicBezTo>
                  <a:cubicBezTo>
                    <a:pt x="15136" y="9206"/>
                    <a:pt x="14232" y="12644"/>
                    <a:pt x="13689" y="14996"/>
                  </a:cubicBezTo>
                  <a:cubicBezTo>
                    <a:pt x="13056" y="17438"/>
                    <a:pt x="12151" y="21147"/>
                    <a:pt x="11699" y="23138"/>
                  </a:cubicBezTo>
                  <a:lnTo>
                    <a:pt x="9618" y="311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3" name="Freeform: Shape 1992">
              <a:extLst>
                <a:ext uri="{FF2B5EF4-FFF2-40B4-BE49-F238E27FC236}">
                  <a16:creationId xmlns:a16="http://schemas.microsoft.com/office/drawing/2014/main" id="{2A9C64B1-4D83-94B2-2274-7DD1758662EC}"/>
                </a:ext>
              </a:extLst>
            </p:cNvPr>
            <p:cNvSpPr/>
            <p:nvPr>
              <p:custDataLst>
                <p:tags r:id="rId41"/>
              </p:custDataLst>
            </p:nvPr>
          </p:nvSpPr>
          <p:spPr>
            <a:xfrm>
              <a:off x="10735159" y="5237492"/>
              <a:ext cx="69027" cy="84949"/>
            </a:xfrm>
            <a:custGeom>
              <a:avLst/>
              <a:gdLst>
                <a:gd name="connsiteX0" fmla="*/ 67160 w 69027"/>
                <a:gd name="connsiteY0" fmla="*/ 5224 h 84949"/>
                <a:gd name="connsiteX1" fmla="*/ 69241 w 69027"/>
                <a:gd name="connsiteY1" fmla="*/ 2601 h 84949"/>
                <a:gd name="connsiteX2" fmla="*/ 66708 w 69027"/>
                <a:gd name="connsiteY2" fmla="*/ 67 h 84949"/>
                <a:gd name="connsiteX3" fmla="*/ 64989 w 69027"/>
                <a:gd name="connsiteY3" fmla="*/ 610 h 84949"/>
                <a:gd name="connsiteX4" fmla="*/ 2295 w 69027"/>
                <a:gd name="connsiteY4" fmla="*/ 29198 h 84949"/>
                <a:gd name="connsiteX5" fmla="*/ 214 w 69027"/>
                <a:gd name="connsiteY5" fmla="*/ 31822 h 84949"/>
                <a:gd name="connsiteX6" fmla="*/ 2295 w 69027"/>
                <a:gd name="connsiteY6" fmla="*/ 34445 h 84949"/>
                <a:gd name="connsiteX7" fmla="*/ 64718 w 69027"/>
                <a:gd name="connsiteY7" fmla="*/ 62943 h 84949"/>
                <a:gd name="connsiteX8" fmla="*/ 66708 w 69027"/>
                <a:gd name="connsiteY8" fmla="*/ 63576 h 84949"/>
                <a:gd name="connsiteX9" fmla="*/ 69241 w 69027"/>
                <a:gd name="connsiteY9" fmla="*/ 61043 h 84949"/>
                <a:gd name="connsiteX10" fmla="*/ 66979 w 69027"/>
                <a:gd name="connsiteY10" fmla="*/ 58329 h 84949"/>
                <a:gd name="connsiteX11" fmla="*/ 8809 w 69027"/>
                <a:gd name="connsiteY11" fmla="*/ 31822 h 84949"/>
                <a:gd name="connsiteX12" fmla="*/ 67160 w 69027"/>
                <a:gd name="connsiteY12" fmla="*/ 5224 h 84949"/>
                <a:gd name="connsiteX13" fmla="*/ 65351 w 69027"/>
                <a:gd name="connsiteY13" fmla="*/ 85017 h 84949"/>
                <a:gd name="connsiteX14" fmla="*/ 69241 w 69027"/>
                <a:gd name="connsiteY14" fmla="*/ 82484 h 84949"/>
                <a:gd name="connsiteX15" fmla="*/ 65351 w 69027"/>
                <a:gd name="connsiteY15" fmla="*/ 79951 h 84949"/>
                <a:gd name="connsiteX16" fmla="*/ 4104 w 69027"/>
                <a:gd name="connsiteY16" fmla="*/ 79951 h 84949"/>
                <a:gd name="connsiteX17" fmla="*/ 214 w 69027"/>
                <a:gd name="connsiteY17" fmla="*/ 82484 h 84949"/>
                <a:gd name="connsiteX18" fmla="*/ 4104 w 69027"/>
                <a:gd name="connsiteY18" fmla="*/ 85017 h 84949"/>
                <a:gd name="connsiteX19" fmla="*/ 65351 w 69027"/>
                <a:gd name="connsiteY19" fmla="*/ 85017 h 8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027" h="84949">
                  <a:moveTo>
                    <a:pt x="67160" y="5224"/>
                  </a:moveTo>
                  <a:cubicBezTo>
                    <a:pt x="68336" y="4681"/>
                    <a:pt x="69241" y="3958"/>
                    <a:pt x="69241" y="2601"/>
                  </a:cubicBezTo>
                  <a:cubicBezTo>
                    <a:pt x="69241" y="1244"/>
                    <a:pt x="68065" y="67"/>
                    <a:pt x="66708" y="67"/>
                  </a:cubicBezTo>
                  <a:cubicBezTo>
                    <a:pt x="66165" y="67"/>
                    <a:pt x="65803" y="248"/>
                    <a:pt x="64989" y="610"/>
                  </a:cubicBezTo>
                  <a:lnTo>
                    <a:pt x="2295" y="29198"/>
                  </a:lnTo>
                  <a:cubicBezTo>
                    <a:pt x="1119" y="29741"/>
                    <a:pt x="214" y="30465"/>
                    <a:pt x="214" y="31822"/>
                  </a:cubicBezTo>
                  <a:cubicBezTo>
                    <a:pt x="214" y="33179"/>
                    <a:pt x="1119" y="33902"/>
                    <a:pt x="2295" y="34445"/>
                  </a:cubicBezTo>
                  <a:lnTo>
                    <a:pt x="64718" y="62943"/>
                  </a:lnTo>
                  <a:cubicBezTo>
                    <a:pt x="66075" y="63576"/>
                    <a:pt x="66437" y="63576"/>
                    <a:pt x="66708" y="63576"/>
                  </a:cubicBezTo>
                  <a:cubicBezTo>
                    <a:pt x="68065" y="63576"/>
                    <a:pt x="69241" y="62400"/>
                    <a:pt x="69241" y="61043"/>
                  </a:cubicBezTo>
                  <a:cubicBezTo>
                    <a:pt x="69241" y="59595"/>
                    <a:pt x="68246" y="58872"/>
                    <a:pt x="66979" y="58329"/>
                  </a:cubicBezTo>
                  <a:lnTo>
                    <a:pt x="8809" y="31822"/>
                  </a:lnTo>
                  <a:lnTo>
                    <a:pt x="67160" y="5224"/>
                  </a:lnTo>
                  <a:close/>
                  <a:moveTo>
                    <a:pt x="65351" y="85017"/>
                  </a:moveTo>
                  <a:cubicBezTo>
                    <a:pt x="66799" y="85017"/>
                    <a:pt x="69241" y="85017"/>
                    <a:pt x="69241" y="82484"/>
                  </a:cubicBezTo>
                  <a:cubicBezTo>
                    <a:pt x="69241" y="79951"/>
                    <a:pt x="66708" y="79951"/>
                    <a:pt x="65351" y="79951"/>
                  </a:cubicBezTo>
                  <a:lnTo>
                    <a:pt x="4104" y="79951"/>
                  </a:lnTo>
                  <a:cubicBezTo>
                    <a:pt x="2747" y="79951"/>
                    <a:pt x="214" y="79951"/>
                    <a:pt x="214" y="82484"/>
                  </a:cubicBezTo>
                  <a:cubicBezTo>
                    <a:pt x="214" y="85017"/>
                    <a:pt x="2657" y="85017"/>
                    <a:pt x="4104" y="85017"/>
                  </a:cubicBezTo>
                  <a:lnTo>
                    <a:pt x="65351" y="850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4" name="Freeform: Shape 1993">
              <a:extLst>
                <a:ext uri="{FF2B5EF4-FFF2-40B4-BE49-F238E27FC236}">
                  <a16:creationId xmlns:a16="http://schemas.microsoft.com/office/drawing/2014/main" id="{D33CE598-84F1-5D90-202E-7C61AABB0370}"/>
                </a:ext>
              </a:extLst>
            </p:cNvPr>
            <p:cNvSpPr/>
            <p:nvPr>
              <p:custDataLst>
                <p:tags r:id="rId42"/>
              </p:custDataLst>
            </p:nvPr>
          </p:nvSpPr>
          <p:spPr>
            <a:xfrm>
              <a:off x="10822040" y="5242197"/>
              <a:ext cx="42791" cy="78887"/>
            </a:xfrm>
            <a:custGeom>
              <a:avLst/>
              <a:gdLst>
                <a:gd name="connsiteX0" fmla="*/ 43011 w 42791"/>
                <a:gd name="connsiteY0" fmla="*/ 3958 h 78887"/>
                <a:gd name="connsiteX1" fmla="*/ 39030 w 42791"/>
                <a:gd name="connsiteY1" fmla="*/ 67 h 78887"/>
                <a:gd name="connsiteX2" fmla="*/ 33421 w 42791"/>
                <a:gd name="connsiteY2" fmla="*/ 5496 h 78887"/>
                <a:gd name="connsiteX3" fmla="*/ 37402 w 42791"/>
                <a:gd name="connsiteY3" fmla="*/ 9386 h 78887"/>
                <a:gd name="connsiteX4" fmla="*/ 43011 w 42791"/>
                <a:gd name="connsiteY4" fmla="*/ 3958 h 78887"/>
                <a:gd name="connsiteX5" fmla="*/ 23289 w 42791"/>
                <a:gd name="connsiteY5" fmla="*/ 64481 h 78887"/>
                <a:gd name="connsiteX6" fmla="*/ 10352 w 42791"/>
                <a:gd name="connsiteY6" fmla="*/ 75880 h 78887"/>
                <a:gd name="connsiteX7" fmla="*/ 7095 w 42791"/>
                <a:gd name="connsiteY7" fmla="*/ 75427 h 78887"/>
                <a:gd name="connsiteX8" fmla="*/ 9900 w 42791"/>
                <a:gd name="connsiteY8" fmla="*/ 70632 h 78887"/>
                <a:gd name="connsiteX9" fmla="*/ 5828 w 42791"/>
                <a:gd name="connsiteY9" fmla="*/ 66923 h 78887"/>
                <a:gd name="connsiteX10" fmla="*/ 219 w 42791"/>
                <a:gd name="connsiteY10" fmla="*/ 72713 h 78887"/>
                <a:gd name="connsiteX11" fmla="*/ 10442 w 42791"/>
                <a:gd name="connsiteY11" fmla="*/ 78955 h 78887"/>
                <a:gd name="connsiteX12" fmla="*/ 31160 w 42791"/>
                <a:gd name="connsiteY12" fmla="*/ 64571 h 78887"/>
                <a:gd name="connsiteX13" fmla="*/ 39302 w 42791"/>
                <a:gd name="connsiteY13" fmla="*/ 32184 h 78887"/>
                <a:gd name="connsiteX14" fmla="*/ 39754 w 42791"/>
                <a:gd name="connsiteY14" fmla="*/ 29198 h 78887"/>
                <a:gd name="connsiteX15" fmla="*/ 28626 w 42791"/>
                <a:gd name="connsiteY15" fmla="*/ 20423 h 78887"/>
                <a:gd name="connsiteX16" fmla="*/ 10985 w 42791"/>
                <a:gd name="connsiteY16" fmla="*/ 34445 h 78887"/>
                <a:gd name="connsiteX17" fmla="*/ 12885 w 42791"/>
                <a:gd name="connsiteY17" fmla="*/ 35712 h 78887"/>
                <a:gd name="connsiteX18" fmla="*/ 14875 w 42791"/>
                <a:gd name="connsiteY18" fmla="*/ 34445 h 78887"/>
                <a:gd name="connsiteX19" fmla="*/ 28265 w 42791"/>
                <a:gd name="connsiteY19" fmla="*/ 23499 h 78887"/>
                <a:gd name="connsiteX20" fmla="*/ 32064 w 42791"/>
                <a:gd name="connsiteY20" fmla="*/ 28293 h 78887"/>
                <a:gd name="connsiteX21" fmla="*/ 31793 w 42791"/>
                <a:gd name="connsiteY21" fmla="*/ 30646 h 78887"/>
                <a:gd name="connsiteX22" fmla="*/ 23289 w 42791"/>
                <a:gd name="connsiteY22" fmla="*/ 64481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58"/>
                  </a:moveTo>
                  <a:cubicBezTo>
                    <a:pt x="43011" y="1877"/>
                    <a:pt x="41473" y="67"/>
                    <a:pt x="39030" y="67"/>
                  </a:cubicBezTo>
                  <a:cubicBezTo>
                    <a:pt x="36226" y="67"/>
                    <a:pt x="33421" y="2782"/>
                    <a:pt x="33421" y="5496"/>
                  </a:cubicBezTo>
                  <a:cubicBezTo>
                    <a:pt x="33421" y="7667"/>
                    <a:pt x="35140" y="9386"/>
                    <a:pt x="37402" y="9386"/>
                  </a:cubicBezTo>
                  <a:cubicBezTo>
                    <a:pt x="40478" y="9386"/>
                    <a:pt x="43011" y="6491"/>
                    <a:pt x="43011" y="3958"/>
                  </a:cubicBezTo>
                  <a:close/>
                  <a:moveTo>
                    <a:pt x="23289" y="64481"/>
                  </a:moveTo>
                  <a:cubicBezTo>
                    <a:pt x="21570" y="71356"/>
                    <a:pt x="15870" y="75880"/>
                    <a:pt x="10352" y="75880"/>
                  </a:cubicBezTo>
                  <a:cubicBezTo>
                    <a:pt x="8814" y="75880"/>
                    <a:pt x="7819" y="75608"/>
                    <a:pt x="7095" y="75427"/>
                  </a:cubicBezTo>
                  <a:cubicBezTo>
                    <a:pt x="9266" y="74161"/>
                    <a:pt x="9900" y="71808"/>
                    <a:pt x="9900" y="70632"/>
                  </a:cubicBezTo>
                  <a:cubicBezTo>
                    <a:pt x="9900" y="69094"/>
                    <a:pt x="8814" y="66923"/>
                    <a:pt x="5828" y="66923"/>
                  </a:cubicBezTo>
                  <a:cubicBezTo>
                    <a:pt x="2753" y="66923"/>
                    <a:pt x="219" y="69728"/>
                    <a:pt x="219" y="72713"/>
                  </a:cubicBezTo>
                  <a:cubicBezTo>
                    <a:pt x="219" y="76603"/>
                    <a:pt x="4291" y="78955"/>
                    <a:pt x="10442" y="78955"/>
                  </a:cubicBezTo>
                  <a:cubicBezTo>
                    <a:pt x="16594" y="78955"/>
                    <a:pt x="28355" y="75789"/>
                    <a:pt x="31160" y="64571"/>
                  </a:cubicBezTo>
                  <a:lnTo>
                    <a:pt x="39302" y="32184"/>
                  </a:lnTo>
                  <a:cubicBezTo>
                    <a:pt x="39483" y="31279"/>
                    <a:pt x="39754" y="30465"/>
                    <a:pt x="39754" y="29198"/>
                  </a:cubicBezTo>
                  <a:cubicBezTo>
                    <a:pt x="39754" y="24041"/>
                    <a:pt x="34959" y="20423"/>
                    <a:pt x="28626" y="20423"/>
                  </a:cubicBezTo>
                  <a:cubicBezTo>
                    <a:pt x="17680" y="20423"/>
                    <a:pt x="10985" y="32636"/>
                    <a:pt x="10985" y="34445"/>
                  </a:cubicBezTo>
                  <a:cubicBezTo>
                    <a:pt x="10985" y="35712"/>
                    <a:pt x="12433" y="35712"/>
                    <a:pt x="12885" y="35712"/>
                  </a:cubicBezTo>
                  <a:cubicBezTo>
                    <a:pt x="14242" y="35712"/>
                    <a:pt x="14423" y="35350"/>
                    <a:pt x="14875" y="34445"/>
                  </a:cubicBezTo>
                  <a:cubicBezTo>
                    <a:pt x="19037" y="25579"/>
                    <a:pt x="25189" y="23499"/>
                    <a:pt x="28265" y="23499"/>
                  </a:cubicBezTo>
                  <a:cubicBezTo>
                    <a:pt x="31883" y="23499"/>
                    <a:pt x="32064" y="26756"/>
                    <a:pt x="32064" y="28293"/>
                  </a:cubicBezTo>
                  <a:cubicBezTo>
                    <a:pt x="32064" y="29560"/>
                    <a:pt x="31974" y="29922"/>
                    <a:pt x="31793" y="30646"/>
                  </a:cubicBezTo>
                  <a:lnTo>
                    <a:pt x="23289" y="64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5" name="Freeform: Shape 1994">
              <a:extLst>
                <a:ext uri="{FF2B5EF4-FFF2-40B4-BE49-F238E27FC236}">
                  <a16:creationId xmlns:a16="http://schemas.microsoft.com/office/drawing/2014/main" id="{F6037C87-FCD1-2E28-F55C-D7169F01AF21}"/>
                </a:ext>
              </a:extLst>
            </p:cNvPr>
            <p:cNvSpPr/>
            <p:nvPr>
              <p:custDataLst>
                <p:tags r:id="rId43"/>
              </p:custDataLst>
            </p:nvPr>
          </p:nvSpPr>
          <p:spPr>
            <a:xfrm>
              <a:off x="10886107" y="5234688"/>
              <a:ext cx="26507" cy="90467"/>
            </a:xfrm>
            <a:custGeom>
              <a:avLst/>
              <a:gdLst>
                <a:gd name="connsiteX0" fmla="*/ 26730 w 26507"/>
                <a:gd name="connsiteY0" fmla="*/ 45301 h 90467"/>
                <a:gd name="connsiteX1" fmla="*/ 1670 w 26507"/>
                <a:gd name="connsiteY1" fmla="*/ 67 h 90467"/>
                <a:gd name="connsiteX2" fmla="*/ 223 w 26507"/>
                <a:gd name="connsiteY2" fmla="*/ 1334 h 90467"/>
                <a:gd name="connsiteX3" fmla="*/ 766 w 26507"/>
                <a:gd name="connsiteY3" fmla="*/ 2510 h 90467"/>
                <a:gd name="connsiteX4" fmla="*/ 19764 w 26507"/>
                <a:gd name="connsiteY4" fmla="*/ 45301 h 90467"/>
                <a:gd name="connsiteX5" fmla="*/ 15150 w 26507"/>
                <a:gd name="connsiteY5" fmla="*/ 69366 h 90467"/>
                <a:gd name="connsiteX6" fmla="*/ 675 w 26507"/>
                <a:gd name="connsiteY6" fmla="*/ 88274 h 90467"/>
                <a:gd name="connsiteX7" fmla="*/ 223 w 26507"/>
                <a:gd name="connsiteY7" fmla="*/ 89269 h 90467"/>
                <a:gd name="connsiteX8" fmla="*/ 1670 w 26507"/>
                <a:gd name="connsiteY8" fmla="*/ 90535 h 90467"/>
                <a:gd name="connsiteX9" fmla="*/ 26730 w 26507"/>
                <a:gd name="connsiteY9" fmla="*/ 45301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1"/>
                  </a:moveTo>
                  <a:cubicBezTo>
                    <a:pt x="26730" y="14633"/>
                    <a:pt x="3480" y="67"/>
                    <a:pt x="1670" y="67"/>
                  </a:cubicBezTo>
                  <a:cubicBezTo>
                    <a:pt x="223" y="67"/>
                    <a:pt x="223" y="1153"/>
                    <a:pt x="223" y="1334"/>
                  </a:cubicBezTo>
                  <a:cubicBezTo>
                    <a:pt x="223" y="1425"/>
                    <a:pt x="223" y="1967"/>
                    <a:pt x="766" y="2510"/>
                  </a:cubicBezTo>
                  <a:cubicBezTo>
                    <a:pt x="14336" y="13276"/>
                    <a:pt x="19764" y="29017"/>
                    <a:pt x="19764" y="45301"/>
                  </a:cubicBezTo>
                  <a:cubicBezTo>
                    <a:pt x="19764" y="53444"/>
                    <a:pt x="18226" y="61947"/>
                    <a:pt x="15150" y="69366"/>
                  </a:cubicBezTo>
                  <a:cubicBezTo>
                    <a:pt x="10807" y="79679"/>
                    <a:pt x="5108" y="84655"/>
                    <a:pt x="675" y="88274"/>
                  </a:cubicBezTo>
                  <a:cubicBezTo>
                    <a:pt x="404" y="88455"/>
                    <a:pt x="223" y="88907"/>
                    <a:pt x="223" y="89269"/>
                  </a:cubicBezTo>
                  <a:cubicBezTo>
                    <a:pt x="223" y="89450"/>
                    <a:pt x="223" y="90535"/>
                    <a:pt x="1670" y="90535"/>
                  </a:cubicBezTo>
                  <a:cubicBezTo>
                    <a:pt x="3480" y="90535"/>
                    <a:pt x="26730" y="76060"/>
                    <a:pt x="26730" y="4530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6" name="Freeform: Shape 1995">
              <a:extLst>
                <a:ext uri="{FF2B5EF4-FFF2-40B4-BE49-F238E27FC236}">
                  <a16:creationId xmlns:a16="http://schemas.microsoft.com/office/drawing/2014/main" id="{B6CE7331-F4DD-FEC5-D10B-1A0E0A18D084}"/>
                </a:ext>
              </a:extLst>
            </p:cNvPr>
            <p:cNvSpPr/>
            <p:nvPr>
              <p:custDataLst>
                <p:tags r:id="rId44"/>
              </p:custDataLst>
            </p:nvPr>
          </p:nvSpPr>
          <p:spPr>
            <a:xfrm>
              <a:off x="10413476" y="5331307"/>
              <a:ext cx="512767" cy="6151"/>
            </a:xfrm>
            <a:custGeom>
              <a:avLst/>
              <a:gdLst>
                <a:gd name="connsiteX0" fmla="*/ 0 w 512767"/>
                <a:gd name="connsiteY0" fmla="*/ 0 h 6151"/>
                <a:gd name="connsiteX1" fmla="*/ 512767 w 512767"/>
                <a:gd name="connsiteY1" fmla="*/ 0 h 6151"/>
                <a:gd name="connsiteX2" fmla="*/ 512767 w 512767"/>
                <a:gd name="connsiteY2" fmla="*/ 6151 h 6151"/>
                <a:gd name="connsiteX3" fmla="*/ 0 w 512767"/>
                <a:gd name="connsiteY3" fmla="*/ 6151 h 6151"/>
              </a:gdLst>
              <a:ahLst/>
              <a:cxnLst>
                <a:cxn ang="0">
                  <a:pos x="connsiteX0" y="connsiteY0"/>
                </a:cxn>
                <a:cxn ang="0">
                  <a:pos x="connsiteX1" y="connsiteY1"/>
                </a:cxn>
                <a:cxn ang="0">
                  <a:pos x="connsiteX2" y="connsiteY2"/>
                </a:cxn>
                <a:cxn ang="0">
                  <a:pos x="connsiteX3" y="connsiteY3"/>
                </a:cxn>
              </a:cxnLst>
              <a:rect l="l" t="t" r="r" b="b"/>
              <a:pathLst>
                <a:path w="512767" h="6151">
                  <a:moveTo>
                    <a:pt x="0" y="0"/>
                  </a:moveTo>
                  <a:lnTo>
                    <a:pt x="512767" y="0"/>
                  </a:lnTo>
                  <a:lnTo>
                    <a:pt x="512767" y="6151"/>
                  </a:lnTo>
                  <a:lnTo>
                    <a:pt x="0" y="61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7" name="Freeform: Shape 1996">
              <a:extLst>
                <a:ext uri="{FF2B5EF4-FFF2-40B4-BE49-F238E27FC236}">
                  <a16:creationId xmlns:a16="http://schemas.microsoft.com/office/drawing/2014/main" id="{9B258831-9184-7E99-0877-C15910D275C6}"/>
                </a:ext>
              </a:extLst>
            </p:cNvPr>
            <p:cNvSpPr/>
            <p:nvPr>
              <p:custDataLst>
                <p:tags r:id="rId45"/>
              </p:custDataLst>
            </p:nvPr>
          </p:nvSpPr>
          <p:spPr>
            <a:xfrm>
              <a:off x="10424242" y="5349671"/>
              <a:ext cx="75812" cy="61789"/>
            </a:xfrm>
            <a:custGeom>
              <a:avLst/>
              <a:gdLst>
                <a:gd name="connsiteX0" fmla="*/ 26071 w 75812"/>
                <a:gd name="connsiteY0" fmla="*/ 34451 h 61789"/>
                <a:gd name="connsiteX1" fmla="*/ 45793 w 75812"/>
                <a:gd name="connsiteY1" fmla="*/ 34451 h 61789"/>
                <a:gd name="connsiteX2" fmla="*/ 76009 w 75812"/>
                <a:gd name="connsiteY2" fmla="*/ 14729 h 61789"/>
                <a:gd name="connsiteX3" fmla="*/ 53483 w 75812"/>
                <a:gd name="connsiteY3" fmla="*/ 73 h 61789"/>
                <a:gd name="connsiteX4" fmla="*/ 17838 w 75812"/>
                <a:gd name="connsiteY4" fmla="*/ 73 h 61789"/>
                <a:gd name="connsiteX5" fmla="*/ 14672 w 75812"/>
                <a:gd name="connsiteY5" fmla="*/ 2607 h 61789"/>
                <a:gd name="connsiteX6" fmla="*/ 18019 w 75812"/>
                <a:gd name="connsiteY6" fmla="*/ 4145 h 61789"/>
                <a:gd name="connsiteX7" fmla="*/ 23809 w 75812"/>
                <a:gd name="connsiteY7" fmla="*/ 4687 h 61789"/>
                <a:gd name="connsiteX8" fmla="*/ 23538 w 75812"/>
                <a:gd name="connsiteY8" fmla="*/ 6949 h 61789"/>
                <a:gd name="connsiteX9" fmla="*/ 11687 w 75812"/>
                <a:gd name="connsiteY9" fmla="*/ 54354 h 61789"/>
                <a:gd name="connsiteX10" fmla="*/ 3906 w 75812"/>
                <a:gd name="connsiteY10" fmla="*/ 57792 h 61789"/>
                <a:gd name="connsiteX11" fmla="*/ 197 w 75812"/>
                <a:gd name="connsiteY11" fmla="*/ 60325 h 61789"/>
                <a:gd name="connsiteX12" fmla="*/ 1826 w 75812"/>
                <a:gd name="connsiteY12" fmla="*/ 61863 h 61789"/>
                <a:gd name="connsiteX13" fmla="*/ 7887 w 75812"/>
                <a:gd name="connsiteY13" fmla="*/ 61592 h 61789"/>
                <a:gd name="connsiteX14" fmla="*/ 14582 w 75812"/>
                <a:gd name="connsiteY14" fmla="*/ 61501 h 61789"/>
                <a:gd name="connsiteX15" fmla="*/ 21276 w 75812"/>
                <a:gd name="connsiteY15" fmla="*/ 61592 h 61789"/>
                <a:gd name="connsiteX16" fmla="*/ 27609 w 75812"/>
                <a:gd name="connsiteY16" fmla="*/ 61863 h 61789"/>
                <a:gd name="connsiteX17" fmla="*/ 29871 w 75812"/>
                <a:gd name="connsiteY17" fmla="*/ 59330 h 61789"/>
                <a:gd name="connsiteX18" fmla="*/ 26885 w 75812"/>
                <a:gd name="connsiteY18" fmla="*/ 57792 h 61789"/>
                <a:gd name="connsiteX19" fmla="*/ 22995 w 75812"/>
                <a:gd name="connsiteY19" fmla="*/ 57611 h 61789"/>
                <a:gd name="connsiteX20" fmla="*/ 20643 w 75812"/>
                <a:gd name="connsiteY20" fmla="*/ 56616 h 61789"/>
                <a:gd name="connsiteX21" fmla="*/ 20914 w 75812"/>
                <a:gd name="connsiteY21" fmla="*/ 55349 h 61789"/>
                <a:gd name="connsiteX22" fmla="*/ 26071 w 75812"/>
                <a:gd name="connsiteY22" fmla="*/ 34451 h 61789"/>
                <a:gd name="connsiteX23" fmla="*/ 32585 w 75812"/>
                <a:gd name="connsiteY23" fmla="*/ 7130 h 61789"/>
                <a:gd name="connsiteX24" fmla="*/ 37108 w 75812"/>
                <a:gd name="connsiteY24" fmla="*/ 4145 h 61789"/>
                <a:gd name="connsiteX25" fmla="*/ 50497 w 75812"/>
                <a:gd name="connsiteY25" fmla="*/ 4145 h 61789"/>
                <a:gd name="connsiteX26" fmla="*/ 65967 w 75812"/>
                <a:gd name="connsiteY26" fmla="*/ 13463 h 61789"/>
                <a:gd name="connsiteX27" fmla="*/ 59544 w 75812"/>
                <a:gd name="connsiteY27" fmla="*/ 26852 h 61789"/>
                <a:gd name="connsiteX28" fmla="*/ 43712 w 75812"/>
                <a:gd name="connsiteY28" fmla="*/ 30923 h 61789"/>
                <a:gd name="connsiteX29" fmla="*/ 26614 w 75812"/>
                <a:gd name="connsiteY29" fmla="*/ 30923 h 61789"/>
                <a:gd name="connsiteX30" fmla="*/ 32585 w 75812"/>
                <a:gd name="connsiteY30" fmla="*/ 7130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51"/>
                  </a:moveTo>
                  <a:lnTo>
                    <a:pt x="45793" y="34451"/>
                  </a:lnTo>
                  <a:cubicBezTo>
                    <a:pt x="59725" y="34451"/>
                    <a:pt x="76009" y="25947"/>
                    <a:pt x="76009" y="14729"/>
                  </a:cubicBezTo>
                  <a:cubicBezTo>
                    <a:pt x="76009" y="6316"/>
                    <a:pt x="66601" y="73"/>
                    <a:pt x="53483" y="73"/>
                  </a:cubicBezTo>
                  <a:lnTo>
                    <a:pt x="17838" y="73"/>
                  </a:lnTo>
                  <a:cubicBezTo>
                    <a:pt x="16029" y="73"/>
                    <a:pt x="14672" y="73"/>
                    <a:pt x="14672" y="2607"/>
                  </a:cubicBezTo>
                  <a:cubicBezTo>
                    <a:pt x="14672" y="4145"/>
                    <a:pt x="15758" y="4145"/>
                    <a:pt x="18019" y="4145"/>
                  </a:cubicBezTo>
                  <a:cubicBezTo>
                    <a:pt x="18924" y="4145"/>
                    <a:pt x="21909" y="4145"/>
                    <a:pt x="23809" y="4687"/>
                  </a:cubicBezTo>
                  <a:cubicBezTo>
                    <a:pt x="23809" y="5773"/>
                    <a:pt x="23809" y="5954"/>
                    <a:pt x="23538" y="6949"/>
                  </a:cubicBezTo>
                  <a:lnTo>
                    <a:pt x="11687" y="54354"/>
                  </a:lnTo>
                  <a:cubicBezTo>
                    <a:pt x="10963" y="57068"/>
                    <a:pt x="10872" y="57792"/>
                    <a:pt x="3906" y="57792"/>
                  </a:cubicBezTo>
                  <a:cubicBezTo>
                    <a:pt x="1645" y="57792"/>
                    <a:pt x="197" y="57792"/>
                    <a:pt x="197" y="60325"/>
                  </a:cubicBezTo>
                  <a:cubicBezTo>
                    <a:pt x="197" y="61049"/>
                    <a:pt x="830" y="61863"/>
                    <a:pt x="1826" y="61863"/>
                  </a:cubicBezTo>
                  <a:cubicBezTo>
                    <a:pt x="3725" y="61863"/>
                    <a:pt x="5897" y="61592"/>
                    <a:pt x="7887" y="61592"/>
                  </a:cubicBezTo>
                  <a:cubicBezTo>
                    <a:pt x="10149" y="61592"/>
                    <a:pt x="12320" y="61501"/>
                    <a:pt x="14582" y="61501"/>
                  </a:cubicBezTo>
                  <a:cubicBezTo>
                    <a:pt x="16843" y="61501"/>
                    <a:pt x="19015" y="61592"/>
                    <a:pt x="21276" y="61592"/>
                  </a:cubicBezTo>
                  <a:cubicBezTo>
                    <a:pt x="23357" y="61592"/>
                    <a:pt x="25619" y="61863"/>
                    <a:pt x="27609" y="61863"/>
                  </a:cubicBezTo>
                  <a:cubicBezTo>
                    <a:pt x="28152" y="61863"/>
                    <a:pt x="29871" y="61863"/>
                    <a:pt x="29871" y="59330"/>
                  </a:cubicBezTo>
                  <a:cubicBezTo>
                    <a:pt x="29871" y="57792"/>
                    <a:pt x="28604" y="57792"/>
                    <a:pt x="26885" y="57792"/>
                  </a:cubicBezTo>
                  <a:cubicBezTo>
                    <a:pt x="26704" y="57792"/>
                    <a:pt x="24533" y="57792"/>
                    <a:pt x="22995" y="57611"/>
                  </a:cubicBezTo>
                  <a:cubicBezTo>
                    <a:pt x="20733" y="57430"/>
                    <a:pt x="20643" y="57340"/>
                    <a:pt x="20643" y="56616"/>
                  </a:cubicBezTo>
                  <a:cubicBezTo>
                    <a:pt x="20643" y="56435"/>
                    <a:pt x="20643" y="56254"/>
                    <a:pt x="20914" y="55349"/>
                  </a:cubicBezTo>
                  <a:lnTo>
                    <a:pt x="26071" y="34451"/>
                  </a:lnTo>
                  <a:close/>
                  <a:moveTo>
                    <a:pt x="32585" y="7130"/>
                  </a:moveTo>
                  <a:cubicBezTo>
                    <a:pt x="33308" y="4325"/>
                    <a:pt x="33308" y="4145"/>
                    <a:pt x="37108" y="4145"/>
                  </a:cubicBezTo>
                  <a:lnTo>
                    <a:pt x="50497" y="4145"/>
                  </a:lnTo>
                  <a:cubicBezTo>
                    <a:pt x="59725" y="4145"/>
                    <a:pt x="65967" y="6587"/>
                    <a:pt x="65967" y="13463"/>
                  </a:cubicBezTo>
                  <a:cubicBezTo>
                    <a:pt x="65967" y="16086"/>
                    <a:pt x="64701" y="23143"/>
                    <a:pt x="59544" y="26852"/>
                  </a:cubicBezTo>
                  <a:cubicBezTo>
                    <a:pt x="54387" y="30561"/>
                    <a:pt x="47331" y="30923"/>
                    <a:pt x="43712" y="30923"/>
                  </a:cubicBezTo>
                  <a:lnTo>
                    <a:pt x="26614" y="30923"/>
                  </a:lnTo>
                  <a:lnTo>
                    <a:pt x="32585" y="71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8" name="Freeform: Shape 1997">
              <a:extLst>
                <a:ext uri="{FF2B5EF4-FFF2-40B4-BE49-F238E27FC236}">
                  <a16:creationId xmlns:a16="http://schemas.microsoft.com/office/drawing/2014/main" id="{78F9C6F8-A46D-7F6B-4513-F7108EB5165D}"/>
                </a:ext>
              </a:extLst>
            </p:cNvPr>
            <p:cNvSpPr/>
            <p:nvPr>
              <p:custDataLst>
                <p:tags r:id="rId46"/>
              </p:custDataLst>
            </p:nvPr>
          </p:nvSpPr>
          <p:spPr>
            <a:xfrm>
              <a:off x="10521945" y="5343610"/>
              <a:ext cx="26597" cy="90467"/>
            </a:xfrm>
            <a:custGeom>
              <a:avLst/>
              <a:gdLst>
                <a:gd name="connsiteX0" fmla="*/ 26529 w 26597"/>
                <a:gd name="connsiteY0" fmla="*/ 2245 h 90467"/>
                <a:gd name="connsiteX1" fmla="*/ 26800 w 26597"/>
                <a:gd name="connsiteY1" fmla="*/ 1340 h 90467"/>
                <a:gd name="connsiteX2" fmla="*/ 25262 w 26597"/>
                <a:gd name="connsiteY2" fmla="*/ 73 h 90467"/>
                <a:gd name="connsiteX3" fmla="*/ 202 w 26597"/>
                <a:gd name="connsiteY3" fmla="*/ 45307 h 90467"/>
                <a:gd name="connsiteX4" fmla="*/ 25262 w 26597"/>
                <a:gd name="connsiteY4" fmla="*/ 90541 h 90467"/>
                <a:gd name="connsiteX5" fmla="*/ 26800 w 26597"/>
                <a:gd name="connsiteY5" fmla="*/ 89275 h 90467"/>
                <a:gd name="connsiteX6" fmla="*/ 26076 w 26597"/>
                <a:gd name="connsiteY6" fmla="*/ 88099 h 90467"/>
                <a:gd name="connsiteX7" fmla="*/ 7168 w 26597"/>
                <a:gd name="connsiteY7" fmla="*/ 45307 h 90467"/>
                <a:gd name="connsiteX8" fmla="*/ 26529 w 26597"/>
                <a:gd name="connsiteY8" fmla="*/ 2245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45"/>
                  </a:moveTo>
                  <a:cubicBezTo>
                    <a:pt x="26529" y="2154"/>
                    <a:pt x="26800" y="1792"/>
                    <a:pt x="26800" y="1340"/>
                  </a:cubicBezTo>
                  <a:cubicBezTo>
                    <a:pt x="26800" y="978"/>
                    <a:pt x="26619" y="73"/>
                    <a:pt x="25262" y="73"/>
                  </a:cubicBezTo>
                  <a:cubicBezTo>
                    <a:pt x="23453" y="73"/>
                    <a:pt x="202" y="14548"/>
                    <a:pt x="202" y="45307"/>
                  </a:cubicBezTo>
                  <a:cubicBezTo>
                    <a:pt x="202" y="75976"/>
                    <a:pt x="23453" y="90541"/>
                    <a:pt x="25262" y="90541"/>
                  </a:cubicBezTo>
                  <a:cubicBezTo>
                    <a:pt x="26619" y="90541"/>
                    <a:pt x="26800" y="89637"/>
                    <a:pt x="26800" y="89275"/>
                  </a:cubicBezTo>
                  <a:cubicBezTo>
                    <a:pt x="26800" y="88641"/>
                    <a:pt x="26438" y="88370"/>
                    <a:pt x="26076" y="88099"/>
                  </a:cubicBezTo>
                  <a:cubicBezTo>
                    <a:pt x="10063" y="75343"/>
                    <a:pt x="7168" y="56978"/>
                    <a:pt x="7168" y="45307"/>
                  </a:cubicBezTo>
                  <a:cubicBezTo>
                    <a:pt x="7168" y="23143"/>
                    <a:pt x="17391" y="8577"/>
                    <a:pt x="26529" y="224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9" name="Freeform: Shape 1998">
              <a:extLst>
                <a:ext uri="{FF2B5EF4-FFF2-40B4-BE49-F238E27FC236}">
                  <a16:creationId xmlns:a16="http://schemas.microsoft.com/office/drawing/2014/main" id="{6789A986-F802-60AA-939D-5AAFC0884FC6}"/>
                </a:ext>
              </a:extLst>
            </p:cNvPr>
            <p:cNvSpPr/>
            <p:nvPr>
              <p:custDataLst>
                <p:tags r:id="rId47"/>
              </p:custDataLst>
            </p:nvPr>
          </p:nvSpPr>
          <p:spPr>
            <a:xfrm>
              <a:off x="10566878" y="5349671"/>
              <a:ext cx="79973" cy="61789"/>
            </a:xfrm>
            <a:custGeom>
              <a:avLst/>
              <a:gdLst>
                <a:gd name="connsiteX0" fmla="*/ 62809 w 79973"/>
                <a:gd name="connsiteY0" fmla="*/ 11382 h 61789"/>
                <a:gd name="connsiteX1" fmla="*/ 65342 w 79973"/>
                <a:gd name="connsiteY1" fmla="*/ 9301 h 61789"/>
                <a:gd name="connsiteX2" fmla="*/ 77646 w 79973"/>
                <a:gd name="connsiteY2" fmla="*/ 4145 h 61789"/>
                <a:gd name="connsiteX3" fmla="*/ 80179 w 79973"/>
                <a:gd name="connsiteY3" fmla="*/ 1611 h 61789"/>
                <a:gd name="connsiteX4" fmla="*/ 78731 w 79973"/>
                <a:gd name="connsiteY4" fmla="*/ 73 h 61789"/>
                <a:gd name="connsiteX5" fmla="*/ 74660 w 79973"/>
                <a:gd name="connsiteY5" fmla="*/ 345 h 61789"/>
                <a:gd name="connsiteX6" fmla="*/ 70408 w 79973"/>
                <a:gd name="connsiteY6" fmla="*/ 435 h 61789"/>
                <a:gd name="connsiteX7" fmla="*/ 65071 w 79973"/>
                <a:gd name="connsiteY7" fmla="*/ 345 h 61789"/>
                <a:gd name="connsiteX8" fmla="*/ 60185 w 79973"/>
                <a:gd name="connsiteY8" fmla="*/ 73 h 61789"/>
                <a:gd name="connsiteX9" fmla="*/ 58014 w 79973"/>
                <a:gd name="connsiteY9" fmla="*/ 2607 h 61789"/>
                <a:gd name="connsiteX10" fmla="*/ 59733 w 79973"/>
                <a:gd name="connsiteY10" fmla="*/ 4145 h 61789"/>
                <a:gd name="connsiteX11" fmla="*/ 62538 w 79973"/>
                <a:gd name="connsiteY11" fmla="*/ 5411 h 61789"/>
                <a:gd name="connsiteX12" fmla="*/ 59643 w 79973"/>
                <a:gd name="connsiteY12" fmla="*/ 9392 h 61789"/>
                <a:gd name="connsiteX13" fmla="*/ 35759 w 79973"/>
                <a:gd name="connsiteY13" fmla="*/ 32280 h 61789"/>
                <a:gd name="connsiteX14" fmla="*/ 21736 w 79973"/>
                <a:gd name="connsiteY14" fmla="*/ 6497 h 61789"/>
                <a:gd name="connsiteX15" fmla="*/ 21194 w 79973"/>
                <a:gd name="connsiteY15" fmla="*/ 5321 h 61789"/>
                <a:gd name="connsiteX16" fmla="*/ 25808 w 79973"/>
                <a:gd name="connsiteY16" fmla="*/ 4145 h 61789"/>
                <a:gd name="connsiteX17" fmla="*/ 28612 w 79973"/>
                <a:gd name="connsiteY17" fmla="*/ 1611 h 61789"/>
                <a:gd name="connsiteX18" fmla="*/ 26984 w 79973"/>
                <a:gd name="connsiteY18" fmla="*/ 73 h 61789"/>
                <a:gd name="connsiteX19" fmla="*/ 20470 w 79973"/>
                <a:gd name="connsiteY19" fmla="*/ 345 h 61789"/>
                <a:gd name="connsiteX20" fmla="*/ 13956 w 79973"/>
                <a:gd name="connsiteY20" fmla="*/ 435 h 61789"/>
                <a:gd name="connsiteX21" fmla="*/ 8166 w 79973"/>
                <a:gd name="connsiteY21" fmla="*/ 345 h 61789"/>
                <a:gd name="connsiteX22" fmla="*/ 2376 w 79973"/>
                <a:gd name="connsiteY22" fmla="*/ 73 h 61789"/>
                <a:gd name="connsiteX23" fmla="*/ 205 w 79973"/>
                <a:gd name="connsiteY23" fmla="*/ 2607 h 61789"/>
                <a:gd name="connsiteX24" fmla="*/ 3100 w 79973"/>
                <a:gd name="connsiteY24" fmla="*/ 4145 h 61789"/>
                <a:gd name="connsiteX25" fmla="*/ 10337 w 79973"/>
                <a:gd name="connsiteY25" fmla="*/ 6768 h 61789"/>
                <a:gd name="connsiteX26" fmla="*/ 26893 w 79973"/>
                <a:gd name="connsiteY26" fmla="*/ 37075 h 61789"/>
                <a:gd name="connsiteX27" fmla="*/ 22822 w 79973"/>
                <a:gd name="connsiteY27" fmla="*/ 53630 h 61789"/>
                <a:gd name="connsiteX28" fmla="*/ 14589 w 79973"/>
                <a:gd name="connsiteY28" fmla="*/ 57792 h 61789"/>
                <a:gd name="connsiteX29" fmla="*/ 11061 w 79973"/>
                <a:gd name="connsiteY29" fmla="*/ 60325 h 61789"/>
                <a:gd name="connsiteX30" fmla="*/ 12690 w 79973"/>
                <a:gd name="connsiteY30" fmla="*/ 61863 h 61789"/>
                <a:gd name="connsiteX31" fmla="*/ 18751 w 79973"/>
                <a:gd name="connsiteY31" fmla="*/ 61592 h 61789"/>
                <a:gd name="connsiteX32" fmla="*/ 25265 w 79973"/>
                <a:gd name="connsiteY32" fmla="*/ 61501 h 61789"/>
                <a:gd name="connsiteX33" fmla="*/ 31959 w 79973"/>
                <a:gd name="connsiteY33" fmla="*/ 61592 h 61789"/>
                <a:gd name="connsiteX34" fmla="*/ 38111 w 79973"/>
                <a:gd name="connsiteY34" fmla="*/ 61863 h 61789"/>
                <a:gd name="connsiteX35" fmla="*/ 40373 w 79973"/>
                <a:gd name="connsiteY35" fmla="*/ 59330 h 61789"/>
                <a:gd name="connsiteX36" fmla="*/ 37387 w 79973"/>
                <a:gd name="connsiteY36" fmla="*/ 57792 h 61789"/>
                <a:gd name="connsiteX37" fmla="*/ 33497 w 79973"/>
                <a:gd name="connsiteY37" fmla="*/ 57611 h 61789"/>
                <a:gd name="connsiteX38" fmla="*/ 31145 w 79973"/>
                <a:gd name="connsiteY38" fmla="*/ 56616 h 61789"/>
                <a:gd name="connsiteX39" fmla="*/ 32231 w 79973"/>
                <a:gd name="connsiteY39" fmla="*/ 51731 h 61789"/>
                <a:gd name="connsiteX40" fmla="*/ 35849 w 79973"/>
                <a:gd name="connsiteY40" fmla="*/ 37165 h 61789"/>
                <a:gd name="connsiteX41" fmla="*/ 62809 w 79973"/>
                <a:gd name="connsiteY41" fmla="*/ 11382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82"/>
                  </a:moveTo>
                  <a:lnTo>
                    <a:pt x="65342" y="9301"/>
                  </a:lnTo>
                  <a:cubicBezTo>
                    <a:pt x="67785" y="7311"/>
                    <a:pt x="71313" y="4506"/>
                    <a:pt x="77646" y="4145"/>
                  </a:cubicBezTo>
                  <a:cubicBezTo>
                    <a:pt x="78912" y="4054"/>
                    <a:pt x="80179" y="4054"/>
                    <a:pt x="80179" y="1611"/>
                  </a:cubicBezTo>
                  <a:cubicBezTo>
                    <a:pt x="80179" y="345"/>
                    <a:pt x="79093" y="73"/>
                    <a:pt x="78731" y="73"/>
                  </a:cubicBezTo>
                  <a:cubicBezTo>
                    <a:pt x="77465" y="73"/>
                    <a:pt x="76017" y="345"/>
                    <a:pt x="74660" y="345"/>
                  </a:cubicBezTo>
                  <a:cubicBezTo>
                    <a:pt x="73303" y="345"/>
                    <a:pt x="71856" y="435"/>
                    <a:pt x="70408" y="435"/>
                  </a:cubicBezTo>
                  <a:cubicBezTo>
                    <a:pt x="70408" y="435"/>
                    <a:pt x="65071" y="345"/>
                    <a:pt x="65071" y="345"/>
                  </a:cubicBezTo>
                  <a:cubicBezTo>
                    <a:pt x="63533" y="345"/>
                    <a:pt x="61723" y="73"/>
                    <a:pt x="60185" y="73"/>
                  </a:cubicBezTo>
                  <a:cubicBezTo>
                    <a:pt x="59009" y="73"/>
                    <a:pt x="58014" y="707"/>
                    <a:pt x="58014" y="2607"/>
                  </a:cubicBezTo>
                  <a:cubicBezTo>
                    <a:pt x="58014" y="3873"/>
                    <a:pt x="59100" y="4145"/>
                    <a:pt x="59733" y="4145"/>
                  </a:cubicBezTo>
                  <a:cubicBezTo>
                    <a:pt x="61995" y="4235"/>
                    <a:pt x="62538" y="4778"/>
                    <a:pt x="62538" y="5411"/>
                  </a:cubicBezTo>
                  <a:cubicBezTo>
                    <a:pt x="62538" y="6678"/>
                    <a:pt x="60366" y="8668"/>
                    <a:pt x="59643" y="9392"/>
                  </a:cubicBezTo>
                  <a:lnTo>
                    <a:pt x="35759" y="32280"/>
                  </a:lnTo>
                  <a:lnTo>
                    <a:pt x="21736" y="6497"/>
                  </a:lnTo>
                  <a:cubicBezTo>
                    <a:pt x="21194" y="5592"/>
                    <a:pt x="21194" y="5411"/>
                    <a:pt x="21194" y="5321"/>
                  </a:cubicBezTo>
                  <a:cubicBezTo>
                    <a:pt x="21194" y="4145"/>
                    <a:pt x="25084" y="4145"/>
                    <a:pt x="25808" y="4145"/>
                  </a:cubicBezTo>
                  <a:cubicBezTo>
                    <a:pt x="27165" y="4145"/>
                    <a:pt x="28612" y="4145"/>
                    <a:pt x="28612" y="1611"/>
                  </a:cubicBezTo>
                  <a:cubicBezTo>
                    <a:pt x="28612" y="526"/>
                    <a:pt x="27707" y="73"/>
                    <a:pt x="26984" y="73"/>
                  </a:cubicBezTo>
                  <a:cubicBezTo>
                    <a:pt x="24903" y="73"/>
                    <a:pt x="22551" y="345"/>
                    <a:pt x="20470" y="345"/>
                  </a:cubicBezTo>
                  <a:cubicBezTo>
                    <a:pt x="18299" y="345"/>
                    <a:pt x="16127" y="435"/>
                    <a:pt x="13956" y="435"/>
                  </a:cubicBezTo>
                  <a:cubicBezTo>
                    <a:pt x="12056" y="435"/>
                    <a:pt x="10066" y="345"/>
                    <a:pt x="8166" y="345"/>
                  </a:cubicBezTo>
                  <a:cubicBezTo>
                    <a:pt x="6990" y="345"/>
                    <a:pt x="2467" y="73"/>
                    <a:pt x="2376" y="73"/>
                  </a:cubicBezTo>
                  <a:cubicBezTo>
                    <a:pt x="1110" y="73"/>
                    <a:pt x="205" y="707"/>
                    <a:pt x="205" y="2607"/>
                  </a:cubicBezTo>
                  <a:cubicBezTo>
                    <a:pt x="205" y="4145"/>
                    <a:pt x="1472" y="4145"/>
                    <a:pt x="3100" y="4145"/>
                  </a:cubicBezTo>
                  <a:cubicBezTo>
                    <a:pt x="8890" y="4145"/>
                    <a:pt x="9252" y="4778"/>
                    <a:pt x="10337" y="6768"/>
                  </a:cubicBezTo>
                  <a:lnTo>
                    <a:pt x="26893" y="37075"/>
                  </a:lnTo>
                  <a:lnTo>
                    <a:pt x="22822" y="53630"/>
                  </a:lnTo>
                  <a:cubicBezTo>
                    <a:pt x="21736" y="57702"/>
                    <a:pt x="21284" y="57792"/>
                    <a:pt x="14589" y="57792"/>
                  </a:cubicBezTo>
                  <a:cubicBezTo>
                    <a:pt x="12509" y="57792"/>
                    <a:pt x="11061" y="57792"/>
                    <a:pt x="11061" y="60325"/>
                  </a:cubicBezTo>
                  <a:cubicBezTo>
                    <a:pt x="11061" y="61049"/>
                    <a:pt x="11695" y="61863"/>
                    <a:pt x="12690" y="61863"/>
                  </a:cubicBezTo>
                  <a:cubicBezTo>
                    <a:pt x="14589" y="61863"/>
                    <a:pt x="16761" y="61592"/>
                    <a:pt x="18751" y="61592"/>
                  </a:cubicBezTo>
                  <a:cubicBezTo>
                    <a:pt x="20922" y="61592"/>
                    <a:pt x="23093" y="61501"/>
                    <a:pt x="25265" y="61501"/>
                  </a:cubicBezTo>
                  <a:cubicBezTo>
                    <a:pt x="27526" y="61501"/>
                    <a:pt x="29698" y="61592"/>
                    <a:pt x="31959" y="61592"/>
                  </a:cubicBezTo>
                  <a:cubicBezTo>
                    <a:pt x="33950" y="61592"/>
                    <a:pt x="36211" y="61863"/>
                    <a:pt x="38111" y="61863"/>
                  </a:cubicBezTo>
                  <a:cubicBezTo>
                    <a:pt x="38744" y="61863"/>
                    <a:pt x="40373" y="61863"/>
                    <a:pt x="40373" y="59330"/>
                  </a:cubicBezTo>
                  <a:cubicBezTo>
                    <a:pt x="40373" y="57792"/>
                    <a:pt x="39106" y="57792"/>
                    <a:pt x="37387" y="57792"/>
                  </a:cubicBezTo>
                  <a:cubicBezTo>
                    <a:pt x="37207" y="57792"/>
                    <a:pt x="35035" y="57792"/>
                    <a:pt x="33497" y="57611"/>
                  </a:cubicBezTo>
                  <a:cubicBezTo>
                    <a:pt x="31236" y="57430"/>
                    <a:pt x="31145" y="57340"/>
                    <a:pt x="31145" y="56616"/>
                  </a:cubicBezTo>
                  <a:cubicBezTo>
                    <a:pt x="31145" y="55983"/>
                    <a:pt x="31145" y="55802"/>
                    <a:pt x="32231" y="51731"/>
                  </a:cubicBezTo>
                  <a:lnTo>
                    <a:pt x="35849" y="37165"/>
                  </a:lnTo>
                  <a:lnTo>
                    <a:pt x="62809" y="11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0" name="Freeform: Shape 1999">
              <a:extLst>
                <a:ext uri="{FF2B5EF4-FFF2-40B4-BE49-F238E27FC236}">
                  <a16:creationId xmlns:a16="http://schemas.microsoft.com/office/drawing/2014/main" id="{311EFECB-2EA8-D55B-1FA8-D222FCD80EBB}"/>
                </a:ext>
              </a:extLst>
            </p:cNvPr>
            <p:cNvSpPr/>
            <p:nvPr>
              <p:custDataLst>
                <p:tags r:id="rId48"/>
              </p:custDataLst>
            </p:nvPr>
          </p:nvSpPr>
          <p:spPr>
            <a:xfrm>
              <a:off x="10640186" y="5389567"/>
              <a:ext cx="63327" cy="40981"/>
            </a:xfrm>
            <a:custGeom>
              <a:avLst/>
              <a:gdLst>
                <a:gd name="connsiteX0" fmla="*/ 9618 w 63327"/>
                <a:gd name="connsiteY0" fmla="*/ 31195 h 40981"/>
                <a:gd name="connsiteX1" fmla="*/ 8080 w 63327"/>
                <a:gd name="connsiteY1" fmla="*/ 37890 h 40981"/>
                <a:gd name="connsiteX2" fmla="*/ 11427 w 63327"/>
                <a:gd name="connsiteY2" fmla="*/ 41056 h 40981"/>
                <a:gd name="connsiteX3" fmla="*/ 15770 w 63327"/>
                <a:gd name="connsiteY3" fmla="*/ 38071 h 40981"/>
                <a:gd name="connsiteX4" fmla="*/ 17489 w 63327"/>
                <a:gd name="connsiteY4" fmla="*/ 31014 h 40981"/>
                <a:gd name="connsiteX5" fmla="*/ 20745 w 63327"/>
                <a:gd name="connsiteY5" fmla="*/ 18259 h 40981"/>
                <a:gd name="connsiteX6" fmla="*/ 39472 w 63327"/>
                <a:gd name="connsiteY6" fmla="*/ 3150 h 40981"/>
                <a:gd name="connsiteX7" fmla="*/ 45805 w 63327"/>
                <a:gd name="connsiteY7" fmla="*/ 9664 h 40981"/>
                <a:gd name="connsiteX8" fmla="*/ 39925 w 63327"/>
                <a:gd name="connsiteY8" fmla="*/ 29296 h 40981"/>
                <a:gd name="connsiteX9" fmla="*/ 39020 w 63327"/>
                <a:gd name="connsiteY9" fmla="*/ 33095 h 40981"/>
                <a:gd name="connsiteX10" fmla="*/ 48881 w 63327"/>
                <a:gd name="connsiteY10" fmla="*/ 41056 h 40981"/>
                <a:gd name="connsiteX11" fmla="*/ 63537 w 63327"/>
                <a:gd name="connsiteY11" fmla="*/ 27034 h 40981"/>
                <a:gd name="connsiteX12" fmla="*/ 61637 w 63327"/>
                <a:gd name="connsiteY12" fmla="*/ 25767 h 40981"/>
                <a:gd name="connsiteX13" fmla="*/ 59466 w 63327"/>
                <a:gd name="connsiteY13" fmla="*/ 27848 h 40981"/>
                <a:gd name="connsiteX14" fmla="*/ 49243 w 63327"/>
                <a:gd name="connsiteY14" fmla="*/ 37981 h 40981"/>
                <a:gd name="connsiteX15" fmla="*/ 46529 w 63327"/>
                <a:gd name="connsiteY15" fmla="*/ 34543 h 40981"/>
                <a:gd name="connsiteX16" fmla="*/ 47705 w 63327"/>
                <a:gd name="connsiteY16" fmla="*/ 29748 h 40981"/>
                <a:gd name="connsiteX17" fmla="*/ 53404 w 63327"/>
                <a:gd name="connsiteY17" fmla="*/ 10840 h 40981"/>
                <a:gd name="connsiteX18" fmla="*/ 40015 w 63327"/>
                <a:gd name="connsiteY18" fmla="*/ 74 h 40981"/>
                <a:gd name="connsiteX19" fmla="*/ 22917 w 63327"/>
                <a:gd name="connsiteY19" fmla="*/ 9031 h 40981"/>
                <a:gd name="connsiteX20" fmla="*/ 11880 w 63327"/>
                <a:gd name="connsiteY20" fmla="*/ 74 h 40981"/>
                <a:gd name="connsiteX21" fmla="*/ 209 w 63327"/>
                <a:gd name="connsiteY21" fmla="*/ 14097 h 40981"/>
                <a:gd name="connsiteX22" fmla="*/ 2109 w 63327"/>
                <a:gd name="connsiteY22" fmla="*/ 15364 h 40981"/>
                <a:gd name="connsiteX23" fmla="*/ 4190 w 63327"/>
                <a:gd name="connsiteY23" fmla="*/ 13645 h 40981"/>
                <a:gd name="connsiteX24" fmla="*/ 11427 w 63327"/>
                <a:gd name="connsiteY24" fmla="*/ 3150 h 40981"/>
                <a:gd name="connsiteX25" fmla="*/ 15136 w 63327"/>
                <a:gd name="connsiteY25" fmla="*/ 7945 h 40981"/>
                <a:gd name="connsiteX26" fmla="*/ 13689 w 63327"/>
                <a:gd name="connsiteY26" fmla="*/ 15002 h 40981"/>
                <a:gd name="connsiteX27" fmla="*/ 11699 w 63327"/>
                <a:gd name="connsiteY27" fmla="*/ 23144 h 40981"/>
                <a:gd name="connsiteX28" fmla="*/ 9618 w 63327"/>
                <a:gd name="connsiteY28" fmla="*/ 31195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95"/>
                  </a:moveTo>
                  <a:cubicBezTo>
                    <a:pt x="9075" y="33457"/>
                    <a:pt x="8080" y="37438"/>
                    <a:pt x="8080" y="37890"/>
                  </a:cubicBezTo>
                  <a:cubicBezTo>
                    <a:pt x="8080" y="39880"/>
                    <a:pt x="9708" y="41056"/>
                    <a:pt x="11427" y="41056"/>
                  </a:cubicBezTo>
                  <a:cubicBezTo>
                    <a:pt x="12784" y="41056"/>
                    <a:pt x="14775" y="40333"/>
                    <a:pt x="15770" y="38071"/>
                  </a:cubicBezTo>
                  <a:cubicBezTo>
                    <a:pt x="15860" y="37619"/>
                    <a:pt x="16946" y="33367"/>
                    <a:pt x="17489" y="31014"/>
                  </a:cubicBezTo>
                  <a:cubicBezTo>
                    <a:pt x="20564" y="18801"/>
                    <a:pt x="20564" y="18620"/>
                    <a:pt x="20745" y="18259"/>
                  </a:cubicBezTo>
                  <a:cubicBezTo>
                    <a:pt x="21922" y="15816"/>
                    <a:pt x="28435" y="3150"/>
                    <a:pt x="39472" y="3150"/>
                  </a:cubicBezTo>
                  <a:cubicBezTo>
                    <a:pt x="43905" y="3150"/>
                    <a:pt x="45805" y="5593"/>
                    <a:pt x="45805" y="9664"/>
                  </a:cubicBezTo>
                  <a:cubicBezTo>
                    <a:pt x="45805" y="14821"/>
                    <a:pt x="42005" y="24139"/>
                    <a:pt x="39925" y="29296"/>
                  </a:cubicBezTo>
                  <a:cubicBezTo>
                    <a:pt x="39472" y="30381"/>
                    <a:pt x="39020" y="31557"/>
                    <a:pt x="39020" y="33095"/>
                  </a:cubicBezTo>
                  <a:cubicBezTo>
                    <a:pt x="39020" y="37800"/>
                    <a:pt x="43543" y="41056"/>
                    <a:pt x="48881" y="41056"/>
                  </a:cubicBezTo>
                  <a:cubicBezTo>
                    <a:pt x="58561" y="41056"/>
                    <a:pt x="63537" y="29296"/>
                    <a:pt x="63537" y="27034"/>
                  </a:cubicBezTo>
                  <a:cubicBezTo>
                    <a:pt x="63537" y="25767"/>
                    <a:pt x="61999" y="25767"/>
                    <a:pt x="61637" y="25767"/>
                  </a:cubicBezTo>
                  <a:cubicBezTo>
                    <a:pt x="60099" y="25767"/>
                    <a:pt x="60009" y="26129"/>
                    <a:pt x="59466" y="27848"/>
                  </a:cubicBezTo>
                  <a:cubicBezTo>
                    <a:pt x="57747" y="33276"/>
                    <a:pt x="53585" y="37981"/>
                    <a:pt x="49243" y="37981"/>
                  </a:cubicBezTo>
                  <a:cubicBezTo>
                    <a:pt x="47162" y="37981"/>
                    <a:pt x="46529" y="36533"/>
                    <a:pt x="46529" y="34543"/>
                  </a:cubicBezTo>
                  <a:cubicBezTo>
                    <a:pt x="46529" y="32643"/>
                    <a:pt x="46891" y="31738"/>
                    <a:pt x="47705" y="29748"/>
                  </a:cubicBezTo>
                  <a:cubicBezTo>
                    <a:pt x="49243" y="26129"/>
                    <a:pt x="53404" y="15816"/>
                    <a:pt x="53404" y="10840"/>
                  </a:cubicBezTo>
                  <a:cubicBezTo>
                    <a:pt x="53404" y="4146"/>
                    <a:pt x="48610" y="74"/>
                    <a:pt x="40015" y="74"/>
                  </a:cubicBezTo>
                  <a:cubicBezTo>
                    <a:pt x="31783" y="74"/>
                    <a:pt x="26083" y="5050"/>
                    <a:pt x="22917" y="9031"/>
                  </a:cubicBezTo>
                  <a:cubicBezTo>
                    <a:pt x="22464" y="1612"/>
                    <a:pt x="15227" y="74"/>
                    <a:pt x="11880" y="74"/>
                  </a:cubicBezTo>
                  <a:cubicBezTo>
                    <a:pt x="2833" y="74"/>
                    <a:pt x="209" y="13916"/>
                    <a:pt x="209" y="14097"/>
                  </a:cubicBezTo>
                  <a:cubicBezTo>
                    <a:pt x="209" y="15364"/>
                    <a:pt x="1657" y="15364"/>
                    <a:pt x="2109" y="15364"/>
                  </a:cubicBezTo>
                  <a:cubicBezTo>
                    <a:pt x="3647" y="15364"/>
                    <a:pt x="3828" y="14821"/>
                    <a:pt x="4190" y="13645"/>
                  </a:cubicBezTo>
                  <a:cubicBezTo>
                    <a:pt x="5547" y="8398"/>
                    <a:pt x="7628" y="3150"/>
                    <a:pt x="11427" y="3150"/>
                  </a:cubicBezTo>
                  <a:cubicBezTo>
                    <a:pt x="14503" y="3150"/>
                    <a:pt x="15136" y="6045"/>
                    <a:pt x="15136" y="7945"/>
                  </a:cubicBezTo>
                  <a:cubicBezTo>
                    <a:pt x="15136" y="9212"/>
                    <a:pt x="14232" y="12650"/>
                    <a:pt x="13689" y="15002"/>
                  </a:cubicBezTo>
                  <a:cubicBezTo>
                    <a:pt x="13056" y="17444"/>
                    <a:pt x="12151" y="21153"/>
                    <a:pt x="11699" y="23144"/>
                  </a:cubicBezTo>
                  <a:lnTo>
                    <a:pt x="9618" y="311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1" name="Freeform: Shape 2000">
              <a:extLst>
                <a:ext uri="{FF2B5EF4-FFF2-40B4-BE49-F238E27FC236}">
                  <a16:creationId xmlns:a16="http://schemas.microsoft.com/office/drawing/2014/main" id="{DDFB2C4E-42A0-BC32-7A83-3346EDD4232F}"/>
                </a:ext>
              </a:extLst>
            </p:cNvPr>
            <p:cNvSpPr/>
            <p:nvPr>
              <p:custDataLst>
                <p:tags r:id="rId49"/>
              </p:custDataLst>
            </p:nvPr>
          </p:nvSpPr>
          <p:spPr>
            <a:xfrm>
              <a:off x="10735159" y="5357090"/>
              <a:ext cx="69027" cy="63508"/>
            </a:xfrm>
            <a:custGeom>
              <a:avLst/>
              <a:gdLst>
                <a:gd name="connsiteX0" fmla="*/ 67160 w 69027"/>
                <a:gd name="connsiteY0" fmla="*/ 34451 h 63508"/>
                <a:gd name="connsiteX1" fmla="*/ 69241 w 69027"/>
                <a:gd name="connsiteY1" fmla="*/ 31828 h 63508"/>
                <a:gd name="connsiteX2" fmla="*/ 67160 w 69027"/>
                <a:gd name="connsiteY2" fmla="*/ 29204 h 63508"/>
                <a:gd name="connsiteX3" fmla="*/ 4737 w 69027"/>
                <a:gd name="connsiteY3" fmla="*/ 707 h 63508"/>
                <a:gd name="connsiteX4" fmla="*/ 2747 w 69027"/>
                <a:gd name="connsiteY4" fmla="*/ 73 h 63508"/>
                <a:gd name="connsiteX5" fmla="*/ 214 w 69027"/>
                <a:gd name="connsiteY5" fmla="*/ 2607 h 63508"/>
                <a:gd name="connsiteX6" fmla="*/ 2295 w 69027"/>
                <a:gd name="connsiteY6" fmla="*/ 5230 h 63508"/>
                <a:gd name="connsiteX7" fmla="*/ 60647 w 69027"/>
                <a:gd name="connsiteY7" fmla="*/ 31828 h 63508"/>
                <a:gd name="connsiteX8" fmla="*/ 2295 w 69027"/>
                <a:gd name="connsiteY8" fmla="*/ 58425 h 63508"/>
                <a:gd name="connsiteX9" fmla="*/ 214 w 69027"/>
                <a:gd name="connsiteY9" fmla="*/ 61049 h 63508"/>
                <a:gd name="connsiteX10" fmla="*/ 2747 w 69027"/>
                <a:gd name="connsiteY10" fmla="*/ 63582 h 63508"/>
                <a:gd name="connsiteX11" fmla="*/ 4466 w 69027"/>
                <a:gd name="connsiteY11" fmla="*/ 63039 h 63508"/>
                <a:gd name="connsiteX12" fmla="*/ 67160 w 69027"/>
                <a:gd name="connsiteY12" fmla="*/ 34451 h 63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027" h="63508">
                  <a:moveTo>
                    <a:pt x="67160" y="34451"/>
                  </a:moveTo>
                  <a:cubicBezTo>
                    <a:pt x="68336" y="33908"/>
                    <a:pt x="69241" y="33185"/>
                    <a:pt x="69241" y="31828"/>
                  </a:cubicBezTo>
                  <a:cubicBezTo>
                    <a:pt x="69241" y="30471"/>
                    <a:pt x="68336" y="29747"/>
                    <a:pt x="67160" y="29204"/>
                  </a:cubicBezTo>
                  <a:lnTo>
                    <a:pt x="4737" y="707"/>
                  </a:lnTo>
                  <a:cubicBezTo>
                    <a:pt x="3380" y="73"/>
                    <a:pt x="3019" y="73"/>
                    <a:pt x="2747" y="73"/>
                  </a:cubicBezTo>
                  <a:cubicBezTo>
                    <a:pt x="1390" y="73"/>
                    <a:pt x="214" y="1250"/>
                    <a:pt x="214" y="2607"/>
                  </a:cubicBezTo>
                  <a:cubicBezTo>
                    <a:pt x="214" y="3964"/>
                    <a:pt x="1119" y="4687"/>
                    <a:pt x="2295" y="5230"/>
                  </a:cubicBezTo>
                  <a:lnTo>
                    <a:pt x="60647" y="31828"/>
                  </a:lnTo>
                  <a:lnTo>
                    <a:pt x="2295" y="58425"/>
                  </a:lnTo>
                  <a:cubicBezTo>
                    <a:pt x="1119" y="58968"/>
                    <a:pt x="214" y="59692"/>
                    <a:pt x="214" y="61049"/>
                  </a:cubicBezTo>
                  <a:cubicBezTo>
                    <a:pt x="214" y="62406"/>
                    <a:pt x="1390" y="63582"/>
                    <a:pt x="2747" y="63582"/>
                  </a:cubicBezTo>
                  <a:cubicBezTo>
                    <a:pt x="3290" y="63582"/>
                    <a:pt x="3652" y="63401"/>
                    <a:pt x="4466" y="63039"/>
                  </a:cubicBezTo>
                  <a:lnTo>
                    <a:pt x="67160" y="344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2" name="Freeform: Shape 2001">
              <a:extLst>
                <a:ext uri="{FF2B5EF4-FFF2-40B4-BE49-F238E27FC236}">
                  <a16:creationId xmlns:a16="http://schemas.microsoft.com/office/drawing/2014/main" id="{7C1C03FF-912E-FF91-8835-BAF21E5AF36F}"/>
                </a:ext>
              </a:extLst>
            </p:cNvPr>
            <p:cNvSpPr/>
            <p:nvPr>
              <p:custDataLst>
                <p:tags r:id="rId50"/>
              </p:custDataLst>
            </p:nvPr>
          </p:nvSpPr>
          <p:spPr>
            <a:xfrm>
              <a:off x="10822040" y="5351119"/>
              <a:ext cx="42791" cy="78887"/>
            </a:xfrm>
            <a:custGeom>
              <a:avLst/>
              <a:gdLst>
                <a:gd name="connsiteX0" fmla="*/ 43011 w 42791"/>
                <a:gd name="connsiteY0" fmla="*/ 3964 h 78887"/>
                <a:gd name="connsiteX1" fmla="*/ 39030 w 42791"/>
                <a:gd name="connsiteY1" fmla="*/ 73 h 78887"/>
                <a:gd name="connsiteX2" fmla="*/ 33421 w 42791"/>
                <a:gd name="connsiteY2" fmla="*/ 5502 h 78887"/>
                <a:gd name="connsiteX3" fmla="*/ 37402 w 42791"/>
                <a:gd name="connsiteY3" fmla="*/ 9392 h 78887"/>
                <a:gd name="connsiteX4" fmla="*/ 43011 w 42791"/>
                <a:gd name="connsiteY4" fmla="*/ 3964 h 78887"/>
                <a:gd name="connsiteX5" fmla="*/ 23289 w 42791"/>
                <a:gd name="connsiteY5" fmla="*/ 64487 h 78887"/>
                <a:gd name="connsiteX6" fmla="*/ 10352 w 42791"/>
                <a:gd name="connsiteY6" fmla="*/ 75886 h 78887"/>
                <a:gd name="connsiteX7" fmla="*/ 7095 w 42791"/>
                <a:gd name="connsiteY7" fmla="*/ 75433 h 78887"/>
                <a:gd name="connsiteX8" fmla="*/ 9900 w 42791"/>
                <a:gd name="connsiteY8" fmla="*/ 70638 h 78887"/>
                <a:gd name="connsiteX9" fmla="*/ 5828 w 42791"/>
                <a:gd name="connsiteY9" fmla="*/ 66929 h 78887"/>
                <a:gd name="connsiteX10" fmla="*/ 219 w 42791"/>
                <a:gd name="connsiteY10" fmla="*/ 72719 h 78887"/>
                <a:gd name="connsiteX11" fmla="*/ 10442 w 42791"/>
                <a:gd name="connsiteY11" fmla="*/ 78961 h 78887"/>
                <a:gd name="connsiteX12" fmla="*/ 31160 w 42791"/>
                <a:gd name="connsiteY12" fmla="*/ 64577 h 78887"/>
                <a:gd name="connsiteX13" fmla="*/ 39302 w 42791"/>
                <a:gd name="connsiteY13" fmla="*/ 32190 h 78887"/>
                <a:gd name="connsiteX14" fmla="*/ 39754 w 42791"/>
                <a:gd name="connsiteY14" fmla="*/ 29204 h 78887"/>
                <a:gd name="connsiteX15" fmla="*/ 28626 w 42791"/>
                <a:gd name="connsiteY15" fmla="*/ 20429 h 78887"/>
                <a:gd name="connsiteX16" fmla="*/ 10985 w 42791"/>
                <a:gd name="connsiteY16" fmla="*/ 34451 h 78887"/>
                <a:gd name="connsiteX17" fmla="*/ 12885 w 42791"/>
                <a:gd name="connsiteY17" fmla="*/ 35718 h 78887"/>
                <a:gd name="connsiteX18" fmla="*/ 14875 w 42791"/>
                <a:gd name="connsiteY18" fmla="*/ 34451 h 78887"/>
                <a:gd name="connsiteX19" fmla="*/ 28265 w 42791"/>
                <a:gd name="connsiteY19" fmla="*/ 23505 h 78887"/>
                <a:gd name="connsiteX20" fmla="*/ 32064 w 42791"/>
                <a:gd name="connsiteY20" fmla="*/ 28299 h 78887"/>
                <a:gd name="connsiteX21" fmla="*/ 31793 w 42791"/>
                <a:gd name="connsiteY21" fmla="*/ 30652 h 78887"/>
                <a:gd name="connsiteX22" fmla="*/ 23289 w 42791"/>
                <a:gd name="connsiteY22" fmla="*/ 64487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64"/>
                  </a:moveTo>
                  <a:cubicBezTo>
                    <a:pt x="43011" y="1883"/>
                    <a:pt x="41473" y="73"/>
                    <a:pt x="39030" y="73"/>
                  </a:cubicBezTo>
                  <a:cubicBezTo>
                    <a:pt x="36226" y="73"/>
                    <a:pt x="33421" y="2788"/>
                    <a:pt x="33421" y="5502"/>
                  </a:cubicBezTo>
                  <a:cubicBezTo>
                    <a:pt x="33421" y="7673"/>
                    <a:pt x="35140" y="9392"/>
                    <a:pt x="37402" y="9392"/>
                  </a:cubicBezTo>
                  <a:cubicBezTo>
                    <a:pt x="40478" y="9392"/>
                    <a:pt x="43011" y="6497"/>
                    <a:pt x="43011" y="3964"/>
                  </a:cubicBezTo>
                  <a:close/>
                  <a:moveTo>
                    <a:pt x="23289" y="64487"/>
                  </a:moveTo>
                  <a:cubicBezTo>
                    <a:pt x="21570" y="71362"/>
                    <a:pt x="15870" y="75886"/>
                    <a:pt x="10352" y="75886"/>
                  </a:cubicBezTo>
                  <a:cubicBezTo>
                    <a:pt x="8814" y="75886"/>
                    <a:pt x="7819" y="75614"/>
                    <a:pt x="7095" y="75433"/>
                  </a:cubicBezTo>
                  <a:cubicBezTo>
                    <a:pt x="9266" y="74167"/>
                    <a:pt x="9900" y="71814"/>
                    <a:pt x="9900" y="70638"/>
                  </a:cubicBezTo>
                  <a:cubicBezTo>
                    <a:pt x="9900" y="69100"/>
                    <a:pt x="8814" y="66929"/>
                    <a:pt x="5828" y="66929"/>
                  </a:cubicBezTo>
                  <a:cubicBezTo>
                    <a:pt x="2753" y="66929"/>
                    <a:pt x="219" y="69734"/>
                    <a:pt x="219" y="72719"/>
                  </a:cubicBezTo>
                  <a:cubicBezTo>
                    <a:pt x="219" y="76609"/>
                    <a:pt x="4291" y="78961"/>
                    <a:pt x="10442" y="78961"/>
                  </a:cubicBezTo>
                  <a:cubicBezTo>
                    <a:pt x="16594" y="78961"/>
                    <a:pt x="28355" y="75795"/>
                    <a:pt x="31160" y="64577"/>
                  </a:cubicBezTo>
                  <a:lnTo>
                    <a:pt x="39302" y="32190"/>
                  </a:lnTo>
                  <a:cubicBezTo>
                    <a:pt x="39483" y="31285"/>
                    <a:pt x="39754" y="30471"/>
                    <a:pt x="39754" y="29204"/>
                  </a:cubicBezTo>
                  <a:cubicBezTo>
                    <a:pt x="39754" y="24047"/>
                    <a:pt x="34959" y="20429"/>
                    <a:pt x="28626" y="20429"/>
                  </a:cubicBezTo>
                  <a:cubicBezTo>
                    <a:pt x="17680" y="20429"/>
                    <a:pt x="10985" y="32642"/>
                    <a:pt x="10985" y="34451"/>
                  </a:cubicBezTo>
                  <a:cubicBezTo>
                    <a:pt x="10985" y="35718"/>
                    <a:pt x="12433" y="35718"/>
                    <a:pt x="12885" y="35718"/>
                  </a:cubicBezTo>
                  <a:cubicBezTo>
                    <a:pt x="14242" y="35718"/>
                    <a:pt x="14423" y="35356"/>
                    <a:pt x="14875" y="34451"/>
                  </a:cubicBezTo>
                  <a:cubicBezTo>
                    <a:pt x="19037" y="25585"/>
                    <a:pt x="25189" y="23505"/>
                    <a:pt x="28265" y="23505"/>
                  </a:cubicBezTo>
                  <a:cubicBezTo>
                    <a:pt x="31883" y="23505"/>
                    <a:pt x="32064" y="26761"/>
                    <a:pt x="32064" y="28299"/>
                  </a:cubicBezTo>
                  <a:cubicBezTo>
                    <a:pt x="32064" y="29566"/>
                    <a:pt x="31974" y="29928"/>
                    <a:pt x="31793" y="30652"/>
                  </a:cubicBezTo>
                  <a:lnTo>
                    <a:pt x="23289" y="644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3" name="Freeform: Shape 2002">
              <a:extLst>
                <a:ext uri="{FF2B5EF4-FFF2-40B4-BE49-F238E27FC236}">
                  <a16:creationId xmlns:a16="http://schemas.microsoft.com/office/drawing/2014/main" id="{2E9AB212-C99E-BC3F-2D6F-6733383C156A}"/>
                </a:ext>
              </a:extLst>
            </p:cNvPr>
            <p:cNvSpPr/>
            <p:nvPr>
              <p:custDataLst>
                <p:tags r:id="rId51"/>
              </p:custDataLst>
            </p:nvPr>
          </p:nvSpPr>
          <p:spPr>
            <a:xfrm>
              <a:off x="10886107" y="5343610"/>
              <a:ext cx="26507" cy="90467"/>
            </a:xfrm>
            <a:custGeom>
              <a:avLst/>
              <a:gdLst>
                <a:gd name="connsiteX0" fmla="*/ 26730 w 26507"/>
                <a:gd name="connsiteY0" fmla="*/ 45307 h 90467"/>
                <a:gd name="connsiteX1" fmla="*/ 1670 w 26507"/>
                <a:gd name="connsiteY1" fmla="*/ 73 h 90467"/>
                <a:gd name="connsiteX2" fmla="*/ 223 w 26507"/>
                <a:gd name="connsiteY2" fmla="*/ 1340 h 90467"/>
                <a:gd name="connsiteX3" fmla="*/ 766 w 26507"/>
                <a:gd name="connsiteY3" fmla="*/ 2516 h 90467"/>
                <a:gd name="connsiteX4" fmla="*/ 19764 w 26507"/>
                <a:gd name="connsiteY4" fmla="*/ 45307 h 90467"/>
                <a:gd name="connsiteX5" fmla="*/ 15150 w 26507"/>
                <a:gd name="connsiteY5" fmla="*/ 69372 h 90467"/>
                <a:gd name="connsiteX6" fmla="*/ 675 w 26507"/>
                <a:gd name="connsiteY6" fmla="*/ 88280 h 90467"/>
                <a:gd name="connsiteX7" fmla="*/ 223 w 26507"/>
                <a:gd name="connsiteY7" fmla="*/ 89275 h 90467"/>
                <a:gd name="connsiteX8" fmla="*/ 1670 w 26507"/>
                <a:gd name="connsiteY8" fmla="*/ 90541 h 90467"/>
                <a:gd name="connsiteX9" fmla="*/ 26730 w 26507"/>
                <a:gd name="connsiteY9" fmla="*/ 45307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7"/>
                  </a:moveTo>
                  <a:cubicBezTo>
                    <a:pt x="26730" y="14639"/>
                    <a:pt x="3480" y="73"/>
                    <a:pt x="1670" y="73"/>
                  </a:cubicBezTo>
                  <a:cubicBezTo>
                    <a:pt x="223" y="73"/>
                    <a:pt x="223" y="1159"/>
                    <a:pt x="223" y="1340"/>
                  </a:cubicBezTo>
                  <a:cubicBezTo>
                    <a:pt x="223" y="1431"/>
                    <a:pt x="223" y="1973"/>
                    <a:pt x="766" y="2516"/>
                  </a:cubicBezTo>
                  <a:cubicBezTo>
                    <a:pt x="14336" y="13282"/>
                    <a:pt x="19764" y="29023"/>
                    <a:pt x="19764" y="45307"/>
                  </a:cubicBezTo>
                  <a:cubicBezTo>
                    <a:pt x="19764" y="53450"/>
                    <a:pt x="18226" y="61953"/>
                    <a:pt x="15150" y="69372"/>
                  </a:cubicBezTo>
                  <a:cubicBezTo>
                    <a:pt x="10807" y="79685"/>
                    <a:pt x="5108" y="84661"/>
                    <a:pt x="675" y="88280"/>
                  </a:cubicBezTo>
                  <a:cubicBezTo>
                    <a:pt x="404" y="88461"/>
                    <a:pt x="223" y="88913"/>
                    <a:pt x="223" y="89275"/>
                  </a:cubicBezTo>
                  <a:cubicBezTo>
                    <a:pt x="223" y="89456"/>
                    <a:pt x="223" y="90541"/>
                    <a:pt x="1670" y="90541"/>
                  </a:cubicBezTo>
                  <a:cubicBezTo>
                    <a:pt x="3480" y="90541"/>
                    <a:pt x="26730" y="76066"/>
                    <a:pt x="26730" y="4530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4" name="Freeform: Shape 2003">
              <a:extLst>
                <a:ext uri="{FF2B5EF4-FFF2-40B4-BE49-F238E27FC236}">
                  <a16:creationId xmlns:a16="http://schemas.microsoft.com/office/drawing/2014/main" id="{022F3D94-D9BE-3B30-A5A2-76D3A13CA79C}"/>
                </a:ext>
              </a:extLst>
            </p:cNvPr>
            <p:cNvSpPr/>
            <p:nvPr>
              <p:custDataLst>
                <p:tags r:id="rId52"/>
              </p:custDataLst>
            </p:nvPr>
          </p:nvSpPr>
          <p:spPr>
            <a:xfrm>
              <a:off x="10958269" y="5243915"/>
              <a:ext cx="41977" cy="180935"/>
            </a:xfrm>
            <a:custGeom>
              <a:avLst/>
              <a:gdLst>
                <a:gd name="connsiteX0" fmla="*/ 42204 w 41977"/>
                <a:gd name="connsiteY0" fmla="*/ 90540 h 180935"/>
                <a:gd name="connsiteX1" fmla="*/ 30262 w 41977"/>
                <a:gd name="connsiteY1" fmla="*/ 34088 h 180935"/>
                <a:gd name="connsiteX2" fmla="*/ 2036 w 41977"/>
                <a:gd name="connsiteY2" fmla="*/ 72 h 180935"/>
                <a:gd name="connsiteX3" fmla="*/ 227 w 41977"/>
                <a:gd name="connsiteY3" fmla="*/ 1881 h 180935"/>
                <a:gd name="connsiteX4" fmla="*/ 3664 w 41977"/>
                <a:gd name="connsiteY4" fmla="*/ 6043 h 180935"/>
                <a:gd name="connsiteX5" fmla="*/ 31709 w 41977"/>
                <a:gd name="connsiteY5" fmla="*/ 90540 h 180935"/>
                <a:gd name="connsiteX6" fmla="*/ 2579 w 41977"/>
                <a:gd name="connsiteY6" fmla="*/ 176122 h 180935"/>
                <a:gd name="connsiteX7" fmla="*/ 227 w 41977"/>
                <a:gd name="connsiteY7" fmla="*/ 179198 h 180935"/>
                <a:gd name="connsiteX8" fmla="*/ 2036 w 41977"/>
                <a:gd name="connsiteY8" fmla="*/ 181007 h 180935"/>
                <a:gd name="connsiteX9" fmla="*/ 30805 w 41977"/>
                <a:gd name="connsiteY9" fmla="*/ 145725 h 180935"/>
                <a:gd name="connsiteX10" fmla="*/ 42204 w 41977"/>
                <a:gd name="connsiteY10" fmla="*/ 90540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204" y="90540"/>
                  </a:moveTo>
                  <a:cubicBezTo>
                    <a:pt x="42204" y="76427"/>
                    <a:pt x="40213" y="54533"/>
                    <a:pt x="30262" y="34088"/>
                  </a:cubicBezTo>
                  <a:cubicBezTo>
                    <a:pt x="19406" y="11833"/>
                    <a:pt x="3845" y="72"/>
                    <a:pt x="2036" y="72"/>
                  </a:cubicBezTo>
                  <a:cubicBezTo>
                    <a:pt x="950" y="72"/>
                    <a:pt x="227" y="795"/>
                    <a:pt x="227" y="1881"/>
                  </a:cubicBezTo>
                  <a:cubicBezTo>
                    <a:pt x="227" y="2424"/>
                    <a:pt x="227" y="2786"/>
                    <a:pt x="3664" y="6043"/>
                  </a:cubicBezTo>
                  <a:cubicBezTo>
                    <a:pt x="21396" y="23955"/>
                    <a:pt x="31709" y="52724"/>
                    <a:pt x="31709" y="90540"/>
                  </a:cubicBezTo>
                  <a:cubicBezTo>
                    <a:pt x="31709" y="121480"/>
                    <a:pt x="25015" y="153324"/>
                    <a:pt x="2579" y="176122"/>
                  </a:cubicBezTo>
                  <a:cubicBezTo>
                    <a:pt x="227" y="178293"/>
                    <a:pt x="227" y="178655"/>
                    <a:pt x="227" y="179198"/>
                  </a:cubicBezTo>
                  <a:cubicBezTo>
                    <a:pt x="227" y="180284"/>
                    <a:pt x="950" y="181007"/>
                    <a:pt x="2036" y="181007"/>
                  </a:cubicBezTo>
                  <a:cubicBezTo>
                    <a:pt x="3845" y="181007"/>
                    <a:pt x="20130" y="168704"/>
                    <a:pt x="30805" y="145725"/>
                  </a:cubicBezTo>
                  <a:cubicBezTo>
                    <a:pt x="40033" y="125822"/>
                    <a:pt x="42204" y="105738"/>
                    <a:pt x="42204" y="9054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5" name="Freeform: Shape 2004">
              <a:extLst>
                <a:ext uri="{FF2B5EF4-FFF2-40B4-BE49-F238E27FC236}">
                  <a16:creationId xmlns:a16="http://schemas.microsoft.com/office/drawing/2014/main" id="{F5B68B9F-566F-5E4A-F06D-EC650D4FD7DB}"/>
                </a:ext>
              </a:extLst>
            </p:cNvPr>
            <p:cNvSpPr/>
            <p:nvPr>
              <p:custDataLst>
                <p:tags r:id="rId53"/>
              </p:custDataLst>
            </p:nvPr>
          </p:nvSpPr>
          <p:spPr>
            <a:xfrm>
              <a:off x="11087758" y="5387150"/>
              <a:ext cx="120322" cy="42338"/>
            </a:xfrm>
            <a:custGeom>
              <a:avLst/>
              <a:gdLst>
                <a:gd name="connsiteX0" fmla="*/ 114404 w 120322"/>
                <a:gd name="connsiteY0" fmla="*/ 7313 h 42338"/>
                <a:gd name="connsiteX1" fmla="*/ 120556 w 120322"/>
                <a:gd name="connsiteY1" fmla="*/ 3695 h 42338"/>
                <a:gd name="connsiteX2" fmla="*/ 114585 w 120322"/>
                <a:gd name="connsiteY2" fmla="*/ 76 h 42338"/>
                <a:gd name="connsiteX3" fmla="*/ 6205 w 120322"/>
                <a:gd name="connsiteY3" fmla="*/ 76 h 42338"/>
                <a:gd name="connsiteX4" fmla="*/ 234 w 120322"/>
                <a:gd name="connsiteY4" fmla="*/ 3695 h 42338"/>
                <a:gd name="connsiteX5" fmla="*/ 6386 w 120322"/>
                <a:gd name="connsiteY5" fmla="*/ 7313 h 42338"/>
                <a:gd name="connsiteX6" fmla="*/ 114404 w 120322"/>
                <a:gd name="connsiteY6" fmla="*/ 7313 h 42338"/>
                <a:gd name="connsiteX7" fmla="*/ 114585 w 120322"/>
                <a:gd name="connsiteY7" fmla="*/ 42415 h 42338"/>
                <a:gd name="connsiteX8" fmla="*/ 120556 w 120322"/>
                <a:gd name="connsiteY8" fmla="*/ 38796 h 42338"/>
                <a:gd name="connsiteX9" fmla="*/ 114404 w 120322"/>
                <a:gd name="connsiteY9" fmla="*/ 35177 h 42338"/>
                <a:gd name="connsiteX10" fmla="*/ 6386 w 120322"/>
                <a:gd name="connsiteY10" fmla="*/ 35177 h 42338"/>
                <a:gd name="connsiteX11" fmla="*/ 234 w 120322"/>
                <a:gd name="connsiteY11" fmla="*/ 38796 h 42338"/>
                <a:gd name="connsiteX12" fmla="*/ 6205 w 120322"/>
                <a:gd name="connsiteY12" fmla="*/ 42415 h 42338"/>
                <a:gd name="connsiteX13" fmla="*/ 114585 w 120322"/>
                <a:gd name="connsiteY13" fmla="*/ 42415 h 4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22" h="42338">
                  <a:moveTo>
                    <a:pt x="114404" y="7313"/>
                  </a:moveTo>
                  <a:cubicBezTo>
                    <a:pt x="117118" y="7313"/>
                    <a:pt x="120556" y="7313"/>
                    <a:pt x="120556" y="3695"/>
                  </a:cubicBezTo>
                  <a:cubicBezTo>
                    <a:pt x="120556" y="76"/>
                    <a:pt x="117118" y="76"/>
                    <a:pt x="114585" y="76"/>
                  </a:cubicBezTo>
                  <a:lnTo>
                    <a:pt x="6205" y="76"/>
                  </a:lnTo>
                  <a:cubicBezTo>
                    <a:pt x="3672" y="76"/>
                    <a:pt x="234" y="76"/>
                    <a:pt x="234" y="3695"/>
                  </a:cubicBezTo>
                  <a:cubicBezTo>
                    <a:pt x="234" y="7313"/>
                    <a:pt x="3672" y="7313"/>
                    <a:pt x="6386" y="7313"/>
                  </a:cubicBezTo>
                  <a:lnTo>
                    <a:pt x="114404" y="7313"/>
                  </a:lnTo>
                  <a:close/>
                  <a:moveTo>
                    <a:pt x="114585" y="42415"/>
                  </a:moveTo>
                  <a:cubicBezTo>
                    <a:pt x="117118" y="42415"/>
                    <a:pt x="120556" y="42415"/>
                    <a:pt x="120556" y="38796"/>
                  </a:cubicBezTo>
                  <a:cubicBezTo>
                    <a:pt x="120556" y="35177"/>
                    <a:pt x="117118" y="35177"/>
                    <a:pt x="114404" y="35177"/>
                  </a:cubicBezTo>
                  <a:lnTo>
                    <a:pt x="6386" y="35177"/>
                  </a:lnTo>
                  <a:cubicBezTo>
                    <a:pt x="3672" y="35177"/>
                    <a:pt x="234" y="35177"/>
                    <a:pt x="234" y="38796"/>
                  </a:cubicBezTo>
                  <a:cubicBezTo>
                    <a:pt x="234" y="42415"/>
                    <a:pt x="3672" y="42415"/>
                    <a:pt x="6205" y="42415"/>
                  </a:cubicBezTo>
                  <a:lnTo>
                    <a:pt x="114585" y="424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6" name="Freeform: Shape 2005">
              <a:extLst>
                <a:ext uri="{FF2B5EF4-FFF2-40B4-BE49-F238E27FC236}">
                  <a16:creationId xmlns:a16="http://schemas.microsoft.com/office/drawing/2014/main" id="{67A0999F-A576-CFD7-5D66-EE8EF48EA6A3}"/>
                </a:ext>
              </a:extLst>
            </p:cNvPr>
            <p:cNvSpPr/>
            <p:nvPr>
              <p:custDataLst>
                <p:tags r:id="rId54"/>
              </p:custDataLst>
            </p:nvPr>
          </p:nvSpPr>
          <p:spPr>
            <a:xfrm>
              <a:off x="11276936" y="5373580"/>
              <a:ext cx="69479" cy="81963"/>
            </a:xfrm>
            <a:custGeom>
              <a:avLst/>
              <a:gdLst>
                <a:gd name="connsiteX0" fmla="*/ 25756 w 69479"/>
                <a:gd name="connsiteY0" fmla="*/ 38253 h 81963"/>
                <a:gd name="connsiteX1" fmla="*/ 53439 w 69479"/>
                <a:gd name="connsiteY1" fmla="*/ 34092 h 81963"/>
                <a:gd name="connsiteX2" fmla="*/ 67010 w 69479"/>
                <a:gd name="connsiteY2" fmla="*/ 15455 h 81963"/>
                <a:gd name="connsiteX3" fmla="*/ 47649 w 69479"/>
                <a:gd name="connsiteY3" fmla="*/ 76 h 81963"/>
                <a:gd name="connsiteX4" fmla="*/ 244 w 69479"/>
                <a:gd name="connsiteY4" fmla="*/ 49290 h 81963"/>
                <a:gd name="connsiteX5" fmla="*/ 28651 w 69479"/>
                <a:gd name="connsiteY5" fmla="*/ 82040 h 81963"/>
                <a:gd name="connsiteX6" fmla="*/ 69724 w 69479"/>
                <a:gd name="connsiteY6" fmla="*/ 60689 h 81963"/>
                <a:gd name="connsiteX7" fmla="*/ 67552 w 69479"/>
                <a:gd name="connsiteY7" fmla="*/ 58337 h 81963"/>
                <a:gd name="connsiteX8" fmla="*/ 65200 w 69479"/>
                <a:gd name="connsiteY8" fmla="*/ 60146 h 81963"/>
                <a:gd name="connsiteX9" fmla="*/ 29013 w 69479"/>
                <a:gd name="connsiteY9" fmla="*/ 78059 h 81963"/>
                <a:gd name="connsiteX10" fmla="*/ 13272 w 69479"/>
                <a:gd name="connsiteY10" fmla="*/ 57071 h 81963"/>
                <a:gd name="connsiteX11" fmla="*/ 16167 w 69479"/>
                <a:gd name="connsiteY11" fmla="*/ 38253 h 81963"/>
                <a:gd name="connsiteX12" fmla="*/ 25756 w 69479"/>
                <a:gd name="connsiteY12" fmla="*/ 38253 h 81963"/>
                <a:gd name="connsiteX13" fmla="*/ 17252 w 69479"/>
                <a:gd name="connsiteY13" fmla="*/ 34273 h 81963"/>
                <a:gd name="connsiteX14" fmla="*/ 47649 w 69479"/>
                <a:gd name="connsiteY14" fmla="*/ 4056 h 81963"/>
                <a:gd name="connsiteX15" fmla="*/ 61039 w 69479"/>
                <a:gd name="connsiteY15" fmla="*/ 15455 h 81963"/>
                <a:gd name="connsiteX16" fmla="*/ 24671 w 69479"/>
                <a:gd name="connsiteY16" fmla="*/ 34273 h 81963"/>
                <a:gd name="connsiteX17" fmla="*/ 17252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756" y="38253"/>
                  </a:moveTo>
                  <a:cubicBezTo>
                    <a:pt x="31003" y="38253"/>
                    <a:pt x="44393" y="37891"/>
                    <a:pt x="53439" y="34092"/>
                  </a:cubicBezTo>
                  <a:cubicBezTo>
                    <a:pt x="66105" y="28664"/>
                    <a:pt x="67010" y="17988"/>
                    <a:pt x="67010" y="15455"/>
                  </a:cubicBezTo>
                  <a:cubicBezTo>
                    <a:pt x="67010" y="7494"/>
                    <a:pt x="60134" y="76"/>
                    <a:pt x="47649" y="76"/>
                  </a:cubicBezTo>
                  <a:cubicBezTo>
                    <a:pt x="27566" y="76"/>
                    <a:pt x="244" y="17627"/>
                    <a:pt x="244" y="49290"/>
                  </a:cubicBezTo>
                  <a:cubicBezTo>
                    <a:pt x="244" y="67746"/>
                    <a:pt x="10919" y="82040"/>
                    <a:pt x="28651" y="82040"/>
                  </a:cubicBezTo>
                  <a:cubicBezTo>
                    <a:pt x="54525" y="82040"/>
                    <a:pt x="69724" y="62860"/>
                    <a:pt x="69724" y="60689"/>
                  </a:cubicBezTo>
                  <a:cubicBezTo>
                    <a:pt x="69724" y="59604"/>
                    <a:pt x="68638" y="58337"/>
                    <a:pt x="67552" y="58337"/>
                  </a:cubicBezTo>
                  <a:cubicBezTo>
                    <a:pt x="66648" y="58337"/>
                    <a:pt x="66286" y="58699"/>
                    <a:pt x="65200" y="60146"/>
                  </a:cubicBezTo>
                  <a:cubicBezTo>
                    <a:pt x="50906" y="78059"/>
                    <a:pt x="31184" y="78059"/>
                    <a:pt x="29013" y="78059"/>
                  </a:cubicBezTo>
                  <a:cubicBezTo>
                    <a:pt x="14900" y="78059"/>
                    <a:pt x="13272" y="62860"/>
                    <a:pt x="13272" y="57071"/>
                  </a:cubicBezTo>
                  <a:cubicBezTo>
                    <a:pt x="13272" y="54899"/>
                    <a:pt x="13453" y="49290"/>
                    <a:pt x="16167" y="38253"/>
                  </a:cubicBezTo>
                  <a:lnTo>
                    <a:pt x="25756" y="38253"/>
                  </a:lnTo>
                  <a:close/>
                  <a:moveTo>
                    <a:pt x="17252" y="34273"/>
                  </a:moveTo>
                  <a:cubicBezTo>
                    <a:pt x="24309" y="6770"/>
                    <a:pt x="42945" y="4056"/>
                    <a:pt x="47649" y="4056"/>
                  </a:cubicBezTo>
                  <a:cubicBezTo>
                    <a:pt x="56153" y="4056"/>
                    <a:pt x="61039" y="9304"/>
                    <a:pt x="61039" y="15455"/>
                  </a:cubicBezTo>
                  <a:cubicBezTo>
                    <a:pt x="61039" y="34273"/>
                    <a:pt x="32089" y="34273"/>
                    <a:pt x="24671" y="34273"/>
                  </a:cubicBezTo>
                  <a:lnTo>
                    <a:pt x="17252"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7" name="Freeform: Shape 2006">
              <a:extLst>
                <a:ext uri="{FF2B5EF4-FFF2-40B4-BE49-F238E27FC236}">
                  <a16:creationId xmlns:a16="http://schemas.microsoft.com/office/drawing/2014/main" id="{D6A64354-CF5F-CB04-2395-2CE0FAD3A4EA}"/>
                </a:ext>
              </a:extLst>
            </p:cNvPr>
            <p:cNvSpPr/>
            <p:nvPr>
              <p:custDataLst>
                <p:tags r:id="rId55"/>
              </p:custDataLst>
            </p:nvPr>
          </p:nvSpPr>
          <p:spPr>
            <a:xfrm>
              <a:off x="11367427" y="5283856"/>
              <a:ext cx="32930" cy="126528"/>
            </a:xfrm>
            <a:custGeom>
              <a:avLst/>
              <a:gdLst>
                <a:gd name="connsiteX0" fmla="*/ 30646 w 32930"/>
                <a:gd name="connsiteY0" fmla="*/ 72 h 126528"/>
                <a:gd name="connsiteX1" fmla="*/ 249 w 32930"/>
                <a:gd name="connsiteY1" fmla="*/ 63273 h 126528"/>
                <a:gd name="connsiteX2" fmla="*/ 30646 w 32930"/>
                <a:gd name="connsiteY2" fmla="*/ 126600 h 126528"/>
                <a:gd name="connsiteX3" fmla="*/ 33179 w 32930"/>
                <a:gd name="connsiteY3" fmla="*/ 125080 h 126528"/>
                <a:gd name="connsiteX4" fmla="*/ 31913 w 32930"/>
                <a:gd name="connsiteY4" fmla="*/ 123180 h 126528"/>
                <a:gd name="connsiteX5" fmla="*/ 8861 w 32930"/>
                <a:gd name="connsiteY5" fmla="*/ 63399 h 126528"/>
                <a:gd name="connsiteX6" fmla="*/ 32293 w 32930"/>
                <a:gd name="connsiteY6" fmla="*/ 3111 h 126528"/>
                <a:gd name="connsiteX7" fmla="*/ 33179 w 32930"/>
                <a:gd name="connsiteY7" fmla="*/ 1592 h 126528"/>
                <a:gd name="connsiteX8" fmla="*/ 30646 w 32930"/>
                <a:gd name="connsiteY8"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0" h="126528">
                  <a:moveTo>
                    <a:pt x="30646" y="72"/>
                  </a:moveTo>
                  <a:cubicBezTo>
                    <a:pt x="6582" y="17043"/>
                    <a:pt x="249" y="43894"/>
                    <a:pt x="249" y="63273"/>
                  </a:cubicBezTo>
                  <a:cubicBezTo>
                    <a:pt x="249" y="81131"/>
                    <a:pt x="5568" y="108868"/>
                    <a:pt x="30646" y="126600"/>
                  </a:cubicBezTo>
                  <a:cubicBezTo>
                    <a:pt x="31659" y="126600"/>
                    <a:pt x="33179" y="126600"/>
                    <a:pt x="33179" y="125080"/>
                  </a:cubicBezTo>
                  <a:cubicBezTo>
                    <a:pt x="33179" y="124320"/>
                    <a:pt x="32799" y="124067"/>
                    <a:pt x="31913" y="123180"/>
                  </a:cubicBezTo>
                  <a:cubicBezTo>
                    <a:pt x="15068" y="107982"/>
                    <a:pt x="8861" y="86450"/>
                    <a:pt x="8861" y="63399"/>
                  </a:cubicBezTo>
                  <a:cubicBezTo>
                    <a:pt x="8861" y="29202"/>
                    <a:pt x="21907" y="12484"/>
                    <a:pt x="32293" y="3111"/>
                  </a:cubicBezTo>
                  <a:cubicBezTo>
                    <a:pt x="32799" y="2605"/>
                    <a:pt x="33179" y="2225"/>
                    <a:pt x="33179" y="1592"/>
                  </a:cubicBezTo>
                  <a:cubicBezTo>
                    <a:pt x="33179" y="72"/>
                    <a:pt x="31659" y="72"/>
                    <a:pt x="30646"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8" name="Freeform: Shape 2007">
              <a:extLst>
                <a:ext uri="{FF2B5EF4-FFF2-40B4-BE49-F238E27FC236}">
                  <a16:creationId xmlns:a16="http://schemas.microsoft.com/office/drawing/2014/main" id="{CF027761-B42F-F9F5-649C-3E8AD5C954CF}"/>
                </a:ext>
              </a:extLst>
            </p:cNvPr>
            <p:cNvSpPr/>
            <p:nvPr>
              <p:custDataLst>
                <p:tags r:id="rId56"/>
              </p:custDataLst>
            </p:nvPr>
          </p:nvSpPr>
          <p:spPr>
            <a:xfrm>
              <a:off x="11415737" y="5322992"/>
              <a:ext cx="75486" cy="82958"/>
            </a:xfrm>
            <a:custGeom>
              <a:avLst/>
              <a:gdLst>
                <a:gd name="connsiteX0" fmla="*/ 759 w 75486"/>
                <a:gd name="connsiteY0" fmla="*/ 76318 h 82958"/>
                <a:gd name="connsiteX1" fmla="*/ 252 w 75486"/>
                <a:gd name="connsiteY1" fmla="*/ 78978 h 82958"/>
                <a:gd name="connsiteX2" fmla="*/ 4558 w 75486"/>
                <a:gd name="connsiteY2" fmla="*/ 83031 h 82958"/>
                <a:gd name="connsiteX3" fmla="*/ 10638 w 75486"/>
                <a:gd name="connsiteY3" fmla="*/ 76698 h 82958"/>
                <a:gd name="connsiteX4" fmla="*/ 16464 w 75486"/>
                <a:gd name="connsiteY4" fmla="*/ 53520 h 82958"/>
                <a:gd name="connsiteX5" fmla="*/ 30016 w 75486"/>
                <a:gd name="connsiteY5" fmla="*/ 57193 h 82958"/>
                <a:gd name="connsiteX6" fmla="*/ 48254 w 75486"/>
                <a:gd name="connsiteY6" fmla="*/ 48074 h 82958"/>
                <a:gd name="connsiteX7" fmla="*/ 61300 w 75486"/>
                <a:gd name="connsiteY7" fmla="*/ 57193 h 82958"/>
                <a:gd name="connsiteX8" fmla="*/ 71306 w 75486"/>
                <a:gd name="connsiteY8" fmla="*/ 50480 h 82958"/>
                <a:gd name="connsiteX9" fmla="*/ 75739 w 75486"/>
                <a:gd name="connsiteY9" fmla="*/ 37815 h 82958"/>
                <a:gd name="connsiteX10" fmla="*/ 73712 w 75486"/>
                <a:gd name="connsiteY10" fmla="*/ 36168 h 82958"/>
                <a:gd name="connsiteX11" fmla="*/ 70926 w 75486"/>
                <a:gd name="connsiteY11" fmla="*/ 40095 h 82958"/>
                <a:gd name="connsiteX12" fmla="*/ 61680 w 75486"/>
                <a:gd name="connsiteY12" fmla="*/ 53647 h 82958"/>
                <a:gd name="connsiteX13" fmla="*/ 57500 w 75486"/>
                <a:gd name="connsiteY13" fmla="*/ 47441 h 82958"/>
                <a:gd name="connsiteX14" fmla="*/ 59400 w 75486"/>
                <a:gd name="connsiteY14" fmla="*/ 37435 h 82958"/>
                <a:gd name="connsiteX15" fmla="*/ 62186 w 75486"/>
                <a:gd name="connsiteY15" fmla="*/ 26036 h 82958"/>
                <a:gd name="connsiteX16" fmla="*/ 65099 w 75486"/>
                <a:gd name="connsiteY16" fmla="*/ 14764 h 82958"/>
                <a:gd name="connsiteX17" fmla="*/ 67253 w 75486"/>
                <a:gd name="connsiteY17" fmla="*/ 5391 h 82958"/>
                <a:gd name="connsiteX18" fmla="*/ 63073 w 75486"/>
                <a:gd name="connsiteY18" fmla="*/ 1338 h 82958"/>
                <a:gd name="connsiteX19" fmla="*/ 57880 w 75486"/>
                <a:gd name="connsiteY19" fmla="*/ 4378 h 82958"/>
                <a:gd name="connsiteX20" fmla="*/ 55854 w 75486"/>
                <a:gd name="connsiteY20" fmla="*/ 11724 h 82958"/>
                <a:gd name="connsiteX21" fmla="*/ 53194 w 75486"/>
                <a:gd name="connsiteY21" fmla="*/ 22236 h 82958"/>
                <a:gd name="connsiteX22" fmla="*/ 49268 w 75486"/>
                <a:gd name="connsiteY22" fmla="*/ 38068 h 82958"/>
                <a:gd name="connsiteX23" fmla="*/ 47241 w 75486"/>
                <a:gd name="connsiteY23" fmla="*/ 43134 h 82958"/>
                <a:gd name="connsiteX24" fmla="*/ 30523 w 75486"/>
                <a:gd name="connsiteY24" fmla="*/ 53647 h 82958"/>
                <a:gd name="connsiteX25" fmla="*/ 20137 w 75486"/>
                <a:gd name="connsiteY25" fmla="*/ 42374 h 82958"/>
                <a:gd name="connsiteX26" fmla="*/ 22290 w 75486"/>
                <a:gd name="connsiteY26" fmla="*/ 30596 h 82958"/>
                <a:gd name="connsiteX27" fmla="*/ 25076 w 75486"/>
                <a:gd name="connsiteY27" fmla="*/ 19197 h 82958"/>
                <a:gd name="connsiteX28" fmla="*/ 26850 w 75486"/>
                <a:gd name="connsiteY28" fmla="*/ 12104 h 82958"/>
                <a:gd name="connsiteX29" fmla="*/ 28749 w 75486"/>
                <a:gd name="connsiteY29" fmla="*/ 4125 h 82958"/>
                <a:gd name="connsiteX30" fmla="*/ 24443 w 75486"/>
                <a:gd name="connsiteY30" fmla="*/ 72 h 82958"/>
                <a:gd name="connsiteX31" fmla="*/ 18364 w 75486"/>
                <a:gd name="connsiteY31" fmla="*/ 6024 h 82958"/>
                <a:gd name="connsiteX32" fmla="*/ 759 w 75486"/>
                <a:gd name="connsiteY32" fmla="*/ 76318 h 8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486" h="82958">
                  <a:moveTo>
                    <a:pt x="759" y="76318"/>
                  </a:moveTo>
                  <a:cubicBezTo>
                    <a:pt x="252" y="78218"/>
                    <a:pt x="252" y="78851"/>
                    <a:pt x="252" y="78978"/>
                  </a:cubicBezTo>
                  <a:cubicBezTo>
                    <a:pt x="252" y="81764"/>
                    <a:pt x="2532" y="83031"/>
                    <a:pt x="4558" y="83031"/>
                  </a:cubicBezTo>
                  <a:cubicBezTo>
                    <a:pt x="9118" y="83031"/>
                    <a:pt x="10131" y="78851"/>
                    <a:pt x="10638" y="76698"/>
                  </a:cubicBezTo>
                  <a:cubicBezTo>
                    <a:pt x="10891" y="76065"/>
                    <a:pt x="13424" y="65932"/>
                    <a:pt x="16464" y="53520"/>
                  </a:cubicBezTo>
                  <a:cubicBezTo>
                    <a:pt x="20390" y="56180"/>
                    <a:pt x="25456" y="57193"/>
                    <a:pt x="30016" y="57193"/>
                  </a:cubicBezTo>
                  <a:cubicBezTo>
                    <a:pt x="40908" y="57193"/>
                    <a:pt x="48001" y="48327"/>
                    <a:pt x="48254" y="48074"/>
                  </a:cubicBezTo>
                  <a:cubicBezTo>
                    <a:pt x="50661" y="56813"/>
                    <a:pt x="59400" y="57193"/>
                    <a:pt x="61300" y="57193"/>
                  </a:cubicBezTo>
                  <a:cubicBezTo>
                    <a:pt x="65859" y="57193"/>
                    <a:pt x="69026" y="54407"/>
                    <a:pt x="71306" y="50480"/>
                  </a:cubicBezTo>
                  <a:cubicBezTo>
                    <a:pt x="74092" y="45541"/>
                    <a:pt x="75739" y="38321"/>
                    <a:pt x="75739" y="37815"/>
                  </a:cubicBezTo>
                  <a:cubicBezTo>
                    <a:pt x="75739" y="36168"/>
                    <a:pt x="74092" y="36168"/>
                    <a:pt x="73712" y="36168"/>
                  </a:cubicBezTo>
                  <a:cubicBezTo>
                    <a:pt x="71939" y="36168"/>
                    <a:pt x="71812" y="36675"/>
                    <a:pt x="70926" y="40095"/>
                  </a:cubicBezTo>
                  <a:cubicBezTo>
                    <a:pt x="69406" y="46174"/>
                    <a:pt x="66999" y="53647"/>
                    <a:pt x="61680" y="53647"/>
                  </a:cubicBezTo>
                  <a:cubicBezTo>
                    <a:pt x="58387" y="53647"/>
                    <a:pt x="57500" y="50860"/>
                    <a:pt x="57500" y="47441"/>
                  </a:cubicBezTo>
                  <a:cubicBezTo>
                    <a:pt x="57500" y="45288"/>
                    <a:pt x="58513" y="40728"/>
                    <a:pt x="59400" y="37435"/>
                  </a:cubicBezTo>
                  <a:cubicBezTo>
                    <a:pt x="60287" y="34015"/>
                    <a:pt x="61553" y="28822"/>
                    <a:pt x="62186" y="26036"/>
                  </a:cubicBezTo>
                  <a:lnTo>
                    <a:pt x="65099" y="14764"/>
                  </a:lnTo>
                  <a:cubicBezTo>
                    <a:pt x="65859" y="11597"/>
                    <a:pt x="67253" y="6024"/>
                    <a:pt x="67253" y="5391"/>
                  </a:cubicBezTo>
                  <a:cubicBezTo>
                    <a:pt x="67253" y="2858"/>
                    <a:pt x="65226" y="1338"/>
                    <a:pt x="63073" y="1338"/>
                  </a:cubicBezTo>
                  <a:cubicBezTo>
                    <a:pt x="61680" y="1338"/>
                    <a:pt x="59273" y="1972"/>
                    <a:pt x="57880" y="4378"/>
                  </a:cubicBezTo>
                  <a:cubicBezTo>
                    <a:pt x="57500" y="5138"/>
                    <a:pt x="56487" y="9191"/>
                    <a:pt x="55854" y="11724"/>
                  </a:cubicBezTo>
                  <a:lnTo>
                    <a:pt x="53194" y="22236"/>
                  </a:lnTo>
                  <a:lnTo>
                    <a:pt x="49268" y="38068"/>
                  </a:lnTo>
                  <a:cubicBezTo>
                    <a:pt x="48381" y="41235"/>
                    <a:pt x="48381" y="41488"/>
                    <a:pt x="47241" y="43134"/>
                  </a:cubicBezTo>
                  <a:cubicBezTo>
                    <a:pt x="43315" y="48707"/>
                    <a:pt x="37742" y="53647"/>
                    <a:pt x="30523" y="53647"/>
                  </a:cubicBezTo>
                  <a:cubicBezTo>
                    <a:pt x="20137" y="53647"/>
                    <a:pt x="20137" y="44654"/>
                    <a:pt x="20137" y="42374"/>
                  </a:cubicBezTo>
                  <a:cubicBezTo>
                    <a:pt x="20137" y="39081"/>
                    <a:pt x="20517" y="37435"/>
                    <a:pt x="22290" y="30596"/>
                  </a:cubicBezTo>
                  <a:cubicBezTo>
                    <a:pt x="23557" y="25023"/>
                    <a:pt x="23810" y="24136"/>
                    <a:pt x="25076" y="19197"/>
                  </a:cubicBezTo>
                  <a:lnTo>
                    <a:pt x="26850" y="12104"/>
                  </a:lnTo>
                  <a:cubicBezTo>
                    <a:pt x="27483" y="9444"/>
                    <a:pt x="28749" y="4631"/>
                    <a:pt x="28749" y="4125"/>
                  </a:cubicBezTo>
                  <a:cubicBezTo>
                    <a:pt x="28749" y="1845"/>
                    <a:pt x="26976" y="72"/>
                    <a:pt x="24443" y="72"/>
                  </a:cubicBezTo>
                  <a:cubicBezTo>
                    <a:pt x="19884" y="72"/>
                    <a:pt x="18744" y="4505"/>
                    <a:pt x="18364" y="6024"/>
                  </a:cubicBezTo>
                  <a:lnTo>
                    <a:pt x="759" y="763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9" name="Freeform: Shape 2008">
              <a:extLst>
                <a:ext uri="{FF2B5EF4-FFF2-40B4-BE49-F238E27FC236}">
                  <a16:creationId xmlns:a16="http://schemas.microsoft.com/office/drawing/2014/main" id="{7C067963-5328-6CC4-24C2-7E7AAC7BC06F}"/>
                </a:ext>
              </a:extLst>
            </p:cNvPr>
            <p:cNvSpPr/>
            <p:nvPr>
              <p:custDataLst>
                <p:tags r:id="rId57"/>
              </p:custDataLst>
            </p:nvPr>
          </p:nvSpPr>
          <p:spPr>
            <a:xfrm>
              <a:off x="11500728" y="5336598"/>
              <a:ext cx="42791" cy="78887"/>
            </a:xfrm>
            <a:custGeom>
              <a:avLst/>
              <a:gdLst>
                <a:gd name="connsiteX0" fmla="*/ 43048 w 42791"/>
                <a:gd name="connsiteY0" fmla="*/ 3963 h 78887"/>
                <a:gd name="connsiteX1" fmla="*/ 39068 w 42791"/>
                <a:gd name="connsiteY1" fmla="*/ 73 h 78887"/>
                <a:gd name="connsiteX2" fmla="*/ 33459 w 42791"/>
                <a:gd name="connsiteY2" fmla="*/ 5501 h 78887"/>
                <a:gd name="connsiteX3" fmla="*/ 37439 w 42791"/>
                <a:gd name="connsiteY3" fmla="*/ 9391 h 78887"/>
                <a:gd name="connsiteX4" fmla="*/ 43048 w 42791"/>
                <a:gd name="connsiteY4" fmla="*/ 3963 h 78887"/>
                <a:gd name="connsiteX5" fmla="*/ 23326 w 42791"/>
                <a:gd name="connsiteY5" fmla="*/ 64486 h 78887"/>
                <a:gd name="connsiteX6" fmla="*/ 10389 w 42791"/>
                <a:gd name="connsiteY6" fmla="*/ 75885 h 78887"/>
                <a:gd name="connsiteX7" fmla="*/ 7132 w 42791"/>
                <a:gd name="connsiteY7" fmla="*/ 75432 h 78887"/>
                <a:gd name="connsiteX8" fmla="*/ 9937 w 42791"/>
                <a:gd name="connsiteY8" fmla="*/ 70638 h 78887"/>
                <a:gd name="connsiteX9" fmla="*/ 5866 w 42791"/>
                <a:gd name="connsiteY9" fmla="*/ 66928 h 78887"/>
                <a:gd name="connsiteX10" fmla="*/ 257 w 42791"/>
                <a:gd name="connsiteY10" fmla="*/ 72718 h 78887"/>
                <a:gd name="connsiteX11" fmla="*/ 10480 w 42791"/>
                <a:gd name="connsiteY11" fmla="*/ 78961 h 78887"/>
                <a:gd name="connsiteX12" fmla="*/ 31197 w 42791"/>
                <a:gd name="connsiteY12" fmla="*/ 64576 h 78887"/>
                <a:gd name="connsiteX13" fmla="*/ 39339 w 42791"/>
                <a:gd name="connsiteY13" fmla="*/ 32189 h 78887"/>
                <a:gd name="connsiteX14" fmla="*/ 39791 w 42791"/>
                <a:gd name="connsiteY14" fmla="*/ 29203 h 78887"/>
                <a:gd name="connsiteX15" fmla="*/ 28664 w 42791"/>
                <a:gd name="connsiteY15" fmla="*/ 20428 h 78887"/>
                <a:gd name="connsiteX16" fmla="*/ 11023 w 42791"/>
                <a:gd name="connsiteY16" fmla="*/ 34450 h 78887"/>
                <a:gd name="connsiteX17" fmla="*/ 12922 w 42791"/>
                <a:gd name="connsiteY17" fmla="*/ 35717 h 78887"/>
                <a:gd name="connsiteX18" fmla="*/ 14913 w 42791"/>
                <a:gd name="connsiteY18" fmla="*/ 34450 h 78887"/>
                <a:gd name="connsiteX19" fmla="*/ 28302 w 42791"/>
                <a:gd name="connsiteY19" fmla="*/ 23504 h 78887"/>
                <a:gd name="connsiteX20" fmla="*/ 32102 w 42791"/>
                <a:gd name="connsiteY20" fmla="*/ 28299 h 78887"/>
                <a:gd name="connsiteX21" fmla="*/ 31830 w 42791"/>
                <a:gd name="connsiteY21" fmla="*/ 30651 h 78887"/>
                <a:gd name="connsiteX22" fmla="*/ 23326 w 42791"/>
                <a:gd name="connsiteY22" fmla="*/ 64486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48" y="3963"/>
                  </a:moveTo>
                  <a:cubicBezTo>
                    <a:pt x="43048" y="1882"/>
                    <a:pt x="41510" y="73"/>
                    <a:pt x="39068" y="73"/>
                  </a:cubicBezTo>
                  <a:cubicBezTo>
                    <a:pt x="36263" y="73"/>
                    <a:pt x="33459" y="2787"/>
                    <a:pt x="33459" y="5501"/>
                  </a:cubicBezTo>
                  <a:cubicBezTo>
                    <a:pt x="33459" y="7672"/>
                    <a:pt x="35177" y="9391"/>
                    <a:pt x="37439" y="9391"/>
                  </a:cubicBezTo>
                  <a:cubicBezTo>
                    <a:pt x="40515" y="9391"/>
                    <a:pt x="43048" y="6496"/>
                    <a:pt x="43048" y="3963"/>
                  </a:cubicBezTo>
                  <a:close/>
                  <a:moveTo>
                    <a:pt x="23326" y="64486"/>
                  </a:moveTo>
                  <a:cubicBezTo>
                    <a:pt x="21607" y="71361"/>
                    <a:pt x="15908" y="75885"/>
                    <a:pt x="10389" y="75885"/>
                  </a:cubicBezTo>
                  <a:cubicBezTo>
                    <a:pt x="8851" y="75885"/>
                    <a:pt x="7856" y="75613"/>
                    <a:pt x="7132" y="75432"/>
                  </a:cubicBezTo>
                  <a:cubicBezTo>
                    <a:pt x="9304" y="74166"/>
                    <a:pt x="9937" y="71814"/>
                    <a:pt x="9937" y="70638"/>
                  </a:cubicBezTo>
                  <a:cubicBezTo>
                    <a:pt x="9937" y="69100"/>
                    <a:pt x="8851" y="66928"/>
                    <a:pt x="5866" y="66928"/>
                  </a:cubicBezTo>
                  <a:cubicBezTo>
                    <a:pt x="2790" y="66928"/>
                    <a:pt x="257" y="69733"/>
                    <a:pt x="257" y="72718"/>
                  </a:cubicBezTo>
                  <a:cubicBezTo>
                    <a:pt x="257" y="76608"/>
                    <a:pt x="4328" y="78961"/>
                    <a:pt x="10480" y="78961"/>
                  </a:cubicBezTo>
                  <a:cubicBezTo>
                    <a:pt x="16632" y="78961"/>
                    <a:pt x="28392" y="75794"/>
                    <a:pt x="31197" y="64576"/>
                  </a:cubicBezTo>
                  <a:lnTo>
                    <a:pt x="39339" y="32189"/>
                  </a:lnTo>
                  <a:cubicBezTo>
                    <a:pt x="39520" y="31284"/>
                    <a:pt x="39791" y="30470"/>
                    <a:pt x="39791" y="29203"/>
                  </a:cubicBezTo>
                  <a:cubicBezTo>
                    <a:pt x="39791" y="24047"/>
                    <a:pt x="34997" y="20428"/>
                    <a:pt x="28664" y="20428"/>
                  </a:cubicBezTo>
                  <a:cubicBezTo>
                    <a:pt x="17717" y="20428"/>
                    <a:pt x="11023" y="32641"/>
                    <a:pt x="11023" y="34450"/>
                  </a:cubicBezTo>
                  <a:cubicBezTo>
                    <a:pt x="11023" y="35717"/>
                    <a:pt x="12470" y="35717"/>
                    <a:pt x="12922" y="35717"/>
                  </a:cubicBezTo>
                  <a:cubicBezTo>
                    <a:pt x="14279" y="35717"/>
                    <a:pt x="14460" y="35355"/>
                    <a:pt x="14913" y="34450"/>
                  </a:cubicBezTo>
                  <a:cubicBezTo>
                    <a:pt x="19074" y="25585"/>
                    <a:pt x="25226" y="23504"/>
                    <a:pt x="28302" y="23504"/>
                  </a:cubicBezTo>
                  <a:cubicBezTo>
                    <a:pt x="31921" y="23504"/>
                    <a:pt x="32102" y="26761"/>
                    <a:pt x="32102" y="28299"/>
                  </a:cubicBezTo>
                  <a:cubicBezTo>
                    <a:pt x="32102" y="29565"/>
                    <a:pt x="32011" y="29927"/>
                    <a:pt x="31830" y="30651"/>
                  </a:cubicBezTo>
                  <a:lnTo>
                    <a:pt x="23326" y="644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0" name="Freeform: Shape 2009">
              <a:extLst>
                <a:ext uri="{FF2B5EF4-FFF2-40B4-BE49-F238E27FC236}">
                  <a16:creationId xmlns:a16="http://schemas.microsoft.com/office/drawing/2014/main" id="{E75EE35A-3F86-E79D-1597-334AAED0442E}"/>
                </a:ext>
              </a:extLst>
            </p:cNvPr>
            <p:cNvSpPr/>
            <p:nvPr>
              <p:custDataLst>
                <p:tags r:id="rId58"/>
              </p:custDataLst>
            </p:nvPr>
          </p:nvSpPr>
          <p:spPr>
            <a:xfrm>
              <a:off x="11578655" y="5344017"/>
              <a:ext cx="85618" cy="6206"/>
            </a:xfrm>
            <a:custGeom>
              <a:avLst/>
              <a:gdLst>
                <a:gd name="connsiteX0" fmla="*/ 80813 w 85618"/>
                <a:gd name="connsiteY0" fmla="*/ 6278 h 6206"/>
                <a:gd name="connsiteX1" fmla="*/ 85879 w 85618"/>
                <a:gd name="connsiteY1" fmla="*/ 3238 h 6206"/>
                <a:gd name="connsiteX2" fmla="*/ 80813 w 85618"/>
                <a:gd name="connsiteY2" fmla="*/ 72 h 6206"/>
                <a:gd name="connsiteX3" fmla="*/ 5327 w 85618"/>
                <a:gd name="connsiteY3" fmla="*/ 72 h 6206"/>
                <a:gd name="connsiteX4" fmla="*/ 261 w 85618"/>
                <a:gd name="connsiteY4" fmla="*/ 3111 h 6206"/>
                <a:gd name="connsiteX5" fmla="*/ 5327 w 85618"/>
                <a:gd name="connsiteY5" fmla="*/ 6278 h 6206"/>
                <a:gd name="connsiteX6" fmla="*/ 80813 w 85618"/>
                <a:gd name="connsiteY6" fmla="*/ 6278 h 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18" h="6206">
                  <a:moveTo>
                    <a:pt x="80813" y="6278"/>
                  </a:moveTo>
                  <a:cubicBezTo>
                    <a:pt x="82840" y="6278"/>
                    <a:pt x="85879" y="6278"/>
                    <a:pt x="85879" y="3238"/>
                  </a:cubicBezTo>
                  <a:cubicBezTo>
                    <a:pt x="85879" y="72"/>
                    <a:pt x="82966" y="72"/>
                    <a:pt x="80813" y="72"/>
                  </a:cubicBezTo>
                  <a:lnTo>
                    <a:pt x="5327" y="72"/>
                  </a:lnTo>
                  <a:cubicBezTo>
                    <a:pt x="3300" y="72"/>
                    <a:pt x="261" y="72"/>
                    <a:pt x="261" y="3111"/>
                  </a:cubicBezTo>
                  <a:cubicBezTo>
                    <a:pt x="261" y="6278"/>
                    <a:pt x="3174" y="6278"/>
                    <a:pt x="5327" y="6278"/>
                  </a:cubicBezTo>
                  <a:lnTo>
                    <a:pt x="80813" y="62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1" name="Freeform: Shape 2010">
              <a:extLst>
                <a:ext uri="{FF2B5EF4-FFF2-40B4-BE49-F238E27FC236}">
                  <a16:creationId xmlns:a16="http://schemas.microsoft.com/office/drawing/2014/main" id="{D7C49C31-23E7-CE6E-ACC9-631528A6326D}"/>
                </a:ext>
              </a:extLst>
            </p:cNvPr>
            <p:cNvSpPr/>
            <p:nvPr>
              <p:custDataLst>
                <p:tags r:id="rId59"/>
              </p:custDataLst>
            </p:nvPr>
          </p:nvSpPr>
          <p:spPr>
            <a:xfrm>
              <a:off x="11680721" y="5289935"/>
              <a:ext cx="88531" cy="113482"/>
            </a:xfrm>
            <a:custGeom>
              <a:avLst/>
              <a:gdLst>
                <a:gd name="connsiteX0" fmla="*/ 8499 w 88531"/>
                <a:gd name="connsiteY0" fmla="*/ 110768 h 113482"/>
                <a:gd name="connsiteX1" fmla="*/ 16225 w 88531"/>
                <a:gd name="connsiteY1" fmla="*/ 79484 h 113482"/>
                <a:gd name="connsiteX2" fmla="*/ 44976 w 88531"/>
                <a:gd name="connsiteY2" fmla="*/ 90630 h 113482"/>
                <a:gd name="connsiteX3" fmla="*/ 87786 w 88531"/>
                <a:gd name="connsiteY3" fmla="*/ 55420 h 113482"/>
                <a:gd name="connsiteX4" fmla="*/ 79173 w 88531"/>
                <a:gd name="connsiteY4" fmla="*/ 38195 h 113482"/>
                <a:gd name="connsiteX5" fmla="*/ 88799 w 88531"/>
                <a:gd name="connsiteY5" fmla="*/ 18057 h 113482"/>
                <a:gd name="connsiteX6" fmla="*/ 66254 w 88531"/>
                <a:gd name="connsiteY6" fmla="*/ 72 h 113482"/>
                <a:gd name="connsiteX7" fmla="*/ 19898 w 88531"/>
                <a:gd name="connsiteY7" fmla="*/ 32495 h 113482"/>
                <a:gd name="connsiteX8" fmla="*/ 773 w 88531"/>
                <a:gd name="connsiteY8" fmla="*/ 109122 h 113482"/>
                <a:gd name="connsiteX9" fmla="*/ 267 w 88531"/>
                <a:gd name="connsiteY9" fmla="*/ 111275 h 113482"/>
                <a:gd name="connsiteX10" fmla="*/ 4320 w 88531"/>
                <a:gd name="connsiteY10" fmla="*/ 113555 h 113482"/>
                <a:gd name="connsiteX11" fmla="*/ 8499 w 88531"/>
                <a:gd name="connsiteY11" fmla="*/ 110768 h 113482"/>
                <a:gd name="connsiteX12" fmla="*/ 48142 w 88531"/>
                <a:gd name="connsiteY12" fmla="*/ 39841 h 113482"/>
                <a:gd name="connsiteX13" fmla="*/ 56628 w 88531"/>
                <a:gd name="connsiteY13" fmla="*/ 38575 h 113482"/>
                <a:gd name="connsiteX14" fmla="*/ 62581 w 88531"/>
                <a:gd name="connsiteY14" fmla="*/ 39081 h 113482"/>
                <a:gd name="connsiteX15" fmla="*/ 54855 w 88531"/>
                <a:gd name="connsiteY15" fmla="*/ 40601 h 113482"/>
                <a:gd name="connsiteX16" fmla="*/ 48142 w 88531"/>
                <a:gd name="connsiteY16" fmla="*/ 39841 h 113482"/>
                <a:gd name="connsiteX17" fmla="*/ 68661 w 88531"/>
                <a:gd name="connsiteY17" fmla="*/ 33762 h 113482"/>
                <a:gd name="connsiteX18" fmla="*/ 57008 w 88531"/>
                <a:gd name="connsiteY18" fmla="*/ 32749 h 113482"/>
                <a:gd name="connsiteX19" fmla="*/ 40037 w 88531"/>
                <a:gd name="connsiteY19" fmla="*/ 40348 h 113482"/>
                <a:gd name="connsiteX20" fmla="*/ 54602 w 88531"/>
                <a:gd name="connsiteY20" fmla="*/ 46427 h 113482"/>
                <a:gd name="connsiteX21" fmla="*/ 70180 w 88531"/>
                <a:gd name="connsiteY21" fmla="*/ 43768 h 113482"/>
                <a:gd name="connsiteX22" fmla="*/ 71700 w 88531"/>
                <a:gd name="connsiteY22" fmla="*/ 50480 h 113482"/>
                <a:gd name="connsiteX23" fmla="*/ 64228 w 88531"/>
                <a:gd name="connsiteY23" fmla="*/ 75558 h 113482"/>
                <a:gd name="connsiteX24" fmla="*/ 44849 w 88531"/>
                <a:gd name="connsiteY24" fmla="*/ 84804 h 113482"/>
                <a:gd name="connsiteX25" fmla="*/ 20025 w 88531"/>
                <a:gd name="connsiteY25" fmla="*/ 66819 h 113482"/>
                <a:gd name="connsiteX26" fmla="*/ 22305 w 88531"/>
                <a:gd name="connsiteY26" fmla="*/ 55547 h 113482"/>
                <a:gd name="connsiteX27" fmla="*/ 27244 w 88531"/>
                <a:gd name="connsiteY27" fmla="*/ 35408 h 113482"/>
                <a:gd name="connsiteX28" fmla="*/ 40670 w 88531"/>
                <a:gd name="connsiteY28" fmla="*/ 14764 h 113482"/>
                <a:gd name="connsiteX29" fmla="*/ 65621 w 88531"/>
                <a:gd name="connsiteY29" fmla="*/ 5898 h 113482"/>
                <a:gd name="connsiteX30" fmla="*/ 74233 w 88531"/>
                <a:gd name="connsiteY30" fmla="*/ 13497 h 113482"/>
                <a:gd name="connsiteX31" fmla="*/ 68661 w 88531"/>
                <a:gd name="connsiteY31" fmla="*/ 33762 h 11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531" h="113482">
                  <a:moveTo>
                    <a:pt x="8499" y="110768"/>
                  </a:moveTo>
                  <a:lnTo>
                    <a:pt x="16225" y="79484"/>
                  </a:lnTo>
                  <a:cubicBezTo>
                    <a:pt x="18632" y="82651"/>
                    <a:pt x="27118" y="90630"/>
                    <a:pt x="44976" y="90630"/>
                  </a:cubicBezTo>
                  <a:cubicBezTo>
                    <a:pt x="73347" y="90630"/>
                    <a:pt x="87786" y="71378"/>
                    <a:pt x="87786" y="55420"/>
                  </a:cubicBezTo>
                  <a:cubicBezTo>
                    <a:pt x="87786" y="48074"/>
                    <a:pt x="84872" y="42248"/>
                    <a:pt x="79173" y="38195"/>
                  </a:cubicBezTo>
                  <a:cubicBezTo>
                    <a:pt x="84746" y="33635"/>
                    <a:pt x="88799" y="25529"/>
                    <a:pt x="88799" y="18057"/>
                  </a:cubicBezTo>
                  <a:cubicBezTo>
                    <a:pt x="88799" y="7798"/>
                    <a:pt x="81453" y="72"/>
                    <a:pt x="66254" y="72"/>
                  </a:cubicBezTo>
                  <a:cubicBezTo>
                    <a:pt x="47509" y="72"/>
                    <a:pt x="24965" y="11977"/>
                    <a:pt x="19898" y="32495"/>
                  </a:cubicBezTo>
                  <a:lnTo>
                    <a:pt x="773" y="109122"/>
                  </a:lnTo>
                  <a:cubicBezTo>
                    <a:pt x="267" y="110895"/>
                    <a:pt x="267" y="111148"/>
                    <a:pt x="267" y="111275"/>
                  </a:cubicBezTo>
                  <a:cubicBezTo>
                    <a:pt x="267" y="113555"/>
                    <a:pt x="2420" y="113555"/>
                    <a:pt x="4320" y="113555"/>
                  </a:cubicBezTo>
                  <a:cubicBezTo>
                    <a:pt x="6853" y="113555"/>
                    <a:pt x="7866" y="113555"/>
                    <a:pt x="8499" y="110768"/>
                  </a:cubicBezTo>
                  <a:close/>
                  <a:moveTo>
                    <a:pt x="48142" y="39841"/>
                  </a:moveTo>
                  <a:cubicBezTo>
                    <a:pt x="49789" y="39081"/>
                    <a:pt x="50929" y="38575"/>
                    <a:pt x="56628" y="38575"/>
                  </a:cubicBezTo>
                  <a:cubicBezTo>
                    <a:pt x="58655" y="38575"/>
                    <a:pt x="60301" y="38575"/>
                    <a:pt x="62581" y="39081"/>
                  </a:cubicBezTo>
                  <a:cubicBezTo>
                    <a:pt x="59795" y="40601"/>
                    <a:pt x="57135" y="40601"/>
                    <a:pt x="54855" y="40601"/>
                  </a:cubicBezTo>
                  <a:cubicBezTo>
                    <a:pt x="51056" y="40601"/>
                    <a:pt x="50676" y="40475"/>
                    <a:pt x="48142" y="39841"/>
                  </a:cubicBezTo>
                  <a:close/>
                  <a:moveTo>
                    <a:pt x="68661" y="33762"/>
                  </a:moveTo>
                  <a:cubicBezTo>
                    <a:pt x="63848" y="32749"/>
                    <a:pt x="59541" y="32749"/>
                    <a:pt x="57008" y="32749"/>
                  </a:cubicBezTo>
                  <a:cubicBezTo>
                    <a:pt x="51562" y="32749"/>
                    <a:pt x="40037" y="32749"/>
                    <a:pt x="40037" y="40348"/>
                  </a:cubicBezTo>
                  <a:cubicBezTo>
                    <a:pt x="40037" y="46301"/>
                    <a:pt x="48396" y="46427"/>
                    <a:pt x="54602" y="46427"/>
                  </a:cubicBezTo>
                  <a:cubicBezTo>
                    <a:pt x="58275" y="46427"/>
                    <a:pt x="63468" y="46427"/>
                    <a:pt x="70180" y="43768"/>
                  </a:cubicBezTo>
                  <a:cubicBezTo>
                    <a:pt x="71320" y="45541"/>
                    <a:pt x="71700" y="48201"/>
                    <a:pt x="71700" y="50480"/>
                  </a:cubicBezTo>
                  <a:cubicBezTo>
                    <a:pt x="71700" y="54913"/>
                    <a:pt x="69041" y="68845"/>
                    <a:pt x="64228" y="75558"/>
                  </a:cubicBezTo>
                  <a:cubicBezTo>
                    <a:pt x="59668" y="81764"/>
                    <a:pt x="52702" y="84804"/>
                    <a:pt x="44849" y="84804"/>
                  </a:cubicBezTo>
                  <a:cubicBezTo>
                    <a:pt x="34084" y="84804"/>
                    <a:pt x="20025" y="79864"/>
                    <a:pt x="20025" y="66819"/>
                  </a:cubicBezTo>
                  <a:cubicBezTo>
                    <a:pt x="20025" y="64412"/>
                    <a:pt x="21292" y="59220"/>
                    <a:pt x="22305" y="55547"/>
                  </a:cubicBezTo>
                  <a:cubicBezTo>
                    <a:pt x="22938" y="52760"/>
                    <a:pt x="26991" y="36548"/>
                    <a:pt x="27244" y="35408"/>
                  </a:cubicBezTo>
                  <a:cubicBezTo>
                    <a:pt x="28384" y="30976"/>
                    <a:pt x="30537" y="22363"/>
                    <a:pt x="40670" y="14764"/>
                  </a:cubicBezTo>
                  <a:cubicBezTo>
                    <a:pt x="51056" y="6911"/>
                    <a:pt x="61061" y="5898"/>
                    <a:pt x="65621" y="5898"/>
                  </a:cubicBezTo>
                  <a:cubicBezTo>
                    <a:pt x="74233" y="5898"/>
                    <a:pt x="74233" y="11471"/>
                    <a:pt x="74233" y="13497"/>
                  </a:cubicBezTo>
                  <a:cubicBezTo>
                    <a:pt x="74233" y="16537"/>
                    <a:pt x="71954" y="28062"/>
                    <a:pt x="68661" y="337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2" name="Freeform: Shape 2011">
              <a:extLst>
                <a:ext uri="{FF2B5EF4-FFF2-40B4-BE49-F238E27FC236}">
                  <a16:creationId xmlns:a16="http://schemas.microsoft.com/office/drawing/2014/main" id="{C9EBD076-9929-35B4-376D-B924A6A3E3E5}"/>
                </a:ext>
              </a:extLst>
            </p:cNvPr>
            <p:cNvSpPr/>
            <p:nvPr>
              <p:custDataLst>
                <p:tags r:id="rId60"/>
              </p:custDataLst>
            </p:nvPr>
          </p:nvSpPr>
          <p:spPr>
            <a:xfrm>
              <a:off x="11787013" y="5261460"/>
              <a:ext cx="75450" cy="62784"/>
            </a:xfrm>
            <a:custGeom>
              <a:avLst/>
              <a:gdLst>
                <a:gd name="connsiteX0" fmla="*/ 40530 w 75450"/>
                <a:gd name="connsiteY0" fmla="*/ 5135 h 62784"/>
                <a:gd name="connsiteX1" fmla="*/ 71832 w 75450"/>
                <a:gd name="connsiteY1" fmla="*/ 5135 h 62784"/>
                <a:gd name="connsiteX2" fmla="*/ 75722 w 75450"/>
                <a:gd name="connsiteY2" fmla="*/ 2602 h 62784"/>
                <a:gd name="connsiteX3" fmla="*/ 71832 w 75450"/>
                <a:gd name="connsiteY3" fmla="*/ 69 h 62784"/>
                <a:gd name="connsiteX4" fmla="*/ 4162 w 75450"/>
                <a:gd name="connsiteY4" fmla="*/ 69 h 62784"/>
                <a:gd name="connsiteX5" fmla="*/ 272 w 75450"/>
                <a:gd name="connsiteY5" fmla="*/ 2602 h 62784"/>
                <a:gd name="connsiteX6" fmla="*/ 4162 w 75450"/>
                <a:gd name="connsiteY6" fmla="*/ 5135 h 62784"/>
                <a:gd name="connsiteX7" fmla="*/ 35464 w 75450"/>
                <a:gd name="connsiteY7" fmla="*/ 5135 h 62784"/>
                <a:gd name="connsiteX8" fmla="*/ 35464 w 75450"/>
                <a:gd name="connsiteY8" fmla="*/ 58963 h 62784"/>
                <a:gd name="connsiteX9" fmla="*/ 37997 w 75450"/>
                <a:gd name="connsiteY9" fmla="*/ 62853 h 62784"/>
                <a:gd name="connsiteX10" fmla="*/ 40530 w 75450"/>
                <a:gd name="connsiteY10" fmla="*/ 58963 h 62784"/>
                <a:gd name="connsiteX11" fmla="*/ 40530 w 75450"/>
                <a:gd name="connsiteY11" fmla="*/ 5135 h 6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450" h="62784">
                  <a:moveTo>
                    <a:pt x="40530" y="5135"/>
                  </a:moveTo>
                  <a:lnTo>
                    <a:pt x="71832" y="5135"/>
                  </a:lnTo>
                  <a:cubicBezTo>
                    <a:pt x="73280" y="5135"/>
                    <a:pt x="75722" y="5135"/>
                    <a:pt x="75722" y="2602"/>
                  </a:cubicBezTo>
                  <a:cubicBezTo>
                    <a:pt x="75722" y="69"/>
                    <a:pt x="73280" y="69"/>
                    <a:pt x="71832" y="69"/>
                  </a:cubicBezTo>
                  <a:lnTo>
                    <a:pt x="4162" y="69"/>
                  </a:lnTo>
                  <a:cubicBezTo>
                    <a:pt x="2805" y="69"/>
                    <a:pt x="272" y="69"/>
                    <a:pt x="272" y="2602"/>
                  </a:cubicBezTo>
                  <a:cubicBezTo>
                    <a:pt x="272" y="5135"/>
                    <a:pt x="2805" y="5135"/>
                    <a:pt x="4162" y="5135"/>
                  </a:cubicBezTo>
                  <a:lnTo>
                    <a:pt x="35464" y="5135"/>
                  </a:lnTo>
                  <a:lnTo>
                    <a:pt x="35464" y="58963"/>
                  </a:lnTo>
                  <a:cubicBezTo>
                    <a:pt x="35464" y="60320"/>
                    <a:pt x="35464" y="62853"/>
                    <a:pt x="37997" y="62853"/>
                  </a:cubicBezTo>
                  <a:cubicBezTo>
                    <a:pt x="40530" y="62853"/>
                    <a:pt x="40530" y="60411"/>
                    <a:pt x="40530" y="58963"/>
                  </a:cubicBezTo>
                  <a:lnTo>
                    <a:pt x="40530" y="51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3" name="Freeform: Shape 2012">
              <a:extLst>
                <a:ext uri="{FF2B5EF4-FFF2-40B4-BE49-F238E27FC236}">
                  <a16:creationId xmlns:a16="http://schemas.microsoft.com/office/drawing/2014/main" id="{4C0321F8-F589-EDE6-1D41-1834D9E76DE2}"/>
                </a:ext>
              </a:extLst>
            </p:cNvPr>
            <p:cNvSpPr/>
            <p:nvPr>
              <p:custDataLst>
                <p:tags r:id="rId61"/>
              </p:custDataLst>
            </p:nvPr>
          </p:nvSpPr>
          <p:spPr>
            <a:xfrm>
              <a:off x="11887192" y="5322612"/>
              <a:ext cx="77639" cy="56234"/>
            </a:xfrm>
            <a:custGeom>
              <a:avLst/>
              <a:gdLst>
                <a:gd name="connsiteX0" fmla="*/ 45874 w 77639"/>
                <a:gd name="connsiteY0" fmla="*/ 25656 h 56234"/>
                <a:gd name="connsiteX1" fmla="*/ 63352 w 77639"/>
                <a:gd name="connsiteY1" fmla="*/ 8051 h 56234"/>
                <a:gd name="connsiteX2" fmla="*/ 75131 w 77639"/>
                <a:gd name="connsiteY2" fmla="*/ 7164 h 56234"/>
                <a:gd name="connsiteX3" fmla="*/ 75131 w 77639"/>
                <a:gd name="connsiteY3" fmla="*/ 72 h 56234"/>
                <a:gd name="connsiteX4" fmla="*/ 62846 w 77639"/>
                <a:gd name="connsiteY4" fmla="*/ 578 h 56234"/>
                <a:gd name="connsiteX5" fmla="*/ 48787 w 77639"/>
                <a:gd name="connsiteY5" fmla="*/ 72 h 56234"/>
                <a:gd name="connsiteX6" fmla="*/ 48787 w 77639"/>
                <a:gd name="connsiteY6" fmla="*/ 7164 h 56234"/>
                <a:gd name="connsiteX7" fmla="*/ 52207 w 77639"/>
                <a:gd name="connsiteY7" fmla="*/ 7924 h 56234"/>
                <a:gd name="connsiteX8" fmla="*/ 40301 w 77639"/>
                <a:gd name="connsiteY8" fmla="*/ 19957 h 56234"/>
                <a:gd name="connsiteX9" fmla="*/ 28016 w 77639"/>
                <a:gd name="connsiteY9" fmla="*/ 7164 h 56234"/>
                <a:gd name="connsiteX10" fmla="*/ 31435 w 77639"/>
                <a:gd name="connsiteY10" fmla="*/ 7164 h 56234"/>
                <a:gd name="connsiteX11" fmla="*/ 31435 w 77639"/>
                <a:gd name="connsiteY11" fmla="*/ 72 h 56234"/>
                <a:gd name="connsiteX12" fmla="*/ 15350 w 77639"/>
                <a:gd name="connsiteY12" fmla="*/ 578 h 56234"/>
                <a:gd name="connsiteX13" fmla="*/ 1038 w 77639"/>
                <a:gd name="connsiteY13" fmla="*/ 72 h 56234"/>
                <a:gd name="connsiteX14" fmla="*/ 1038 w 77639"/>
                <a:gd name="connsiteY14" fmla="*/ 7164 h 56234"/>
                <a:gd name="connsiteX15" fmla="*/ 10537 w 77639"/>
                <a:gd name="connsiteY15" fmla="*/ 7164 h 56234"/>
                <a:gd name="connsiteX16" fmla="*/ 31309 w 77639"/>
                <a:gd name="connsiteY16" fmla="*/ 28822 h 56234"/>
                <a:gd name="connsiteX17" fmla="*/ 13070 w 77639"/>
                <a:gd name="connsiteY17" fmla="*/ 47187 h 56234"/>
                <a:gd name="connsiteX18" fmla="*/ 7371 w 77639"/>
                <a:gd name="connsiteY18" fmla="*/ 49087 h 56234"/>
                <a:gd name="connsiteX19" fmla="*/ 278 w 77639"/>
                <a:gd name="connsiteY19" fmla="*/ 49214 h 56234"/>
                <a:gd name="connsiteX20" fmla="*/ 278 w 77639"/>
                <a:gd name="connsiteY20" fmla="*/ 56307 h 56234"/>
                <a:gd name="connsiteX21" fmla="*/ 12564 w 77639"/>
                <a:gd name="connsiteY21" fmla="*/ 55800 h 56234"/>
                <a:gd name="connsiteX22" fmla="*/ 26622 w 77639"/>
                <a:gd name="connsiteY22" fmla="*/ 56307 h 56234"/>
                <a:gd name="connsiteX23" fmla="*/ 26622 w 77639"/>
                <a:gd name="connsiteY23" fmla="*/ 49214 h 56234"/>
                <a:gd name="connsiteX24" fmla="*/ 23203 w 77639"/>
                <a:gd name="connsiteY24" fmla="*/ 48327 h 56234"/>
                <a:gd name="connsiteX25" fmla="*/ 36881 w 77639"/>
                <a:gd name="connsiteY25" fmla="*/ 34649 h 56234"/>
                <a:gd name="connsiteX26" fmla="*/ 50940 w 77639"/>
                <a:gd name="connsiteY26" fmla="*/ 49214 h 56234"/>
                <a:gd name="connsiteX27" fmla="*/ 47647 w 77639"/>
                <a:gd name="connsiteY27" fmla="*/ 49214 h 56234"/>
                <a:gd name="connsiteX28" fmla="*/ 47647 w 77639"/>
                <a:gd name="connsiteY28" fmla="*/ 56307 h 56234"/>
                <a:gd name="connsiteX29" fmla="*/ 63732 w 77639"/>
                <a:gd name="connsiteY29" fmla="*/ 55800 h 56234"/>
                <a:gd name="connsiteX30" fmla="*/ 77918 w 77639"/>
                <a:gd name="connsiteY30" fmla="*/ 56307 h 56234"/>
                <a:gd name="connsiteX31" fmla="*/ 77918 w 77639"/>
                <a:gd name="connsiteY31" fmla="*/ 49214 h 56234"/>
                <a:gd name="connsiteX32" fmla="*/ 68545 w 77639"/>
                <a:gd name="connsiteY32" fmla="*/ 49214 h 56234"/>
                <a:gd name="connsiteX33" fmla="*/ 45874 w 77639"/>
                <a:gd name="connsiteY33" fmla="*/ 25656 h 5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39" h="56234">
                  <a:moveTo>
                    <a:pt x="45874" y="25656"/>
                  </a:moveTo>
                  <a:lnTo>
                    <a:pt x="63352" y="8051"/>
                  </a:lnTo>
                  <a:cubicBezTo>
                    <a:pt x="66392" y="7164"/>
                    <a:pt x="69685" y="7164"/>
                    <a:pt x="75131" y="7164"/>
                  </a:cubicBezTo>
                  <a:lnTo>
                    <a:pt x="75131" y="72"/>
                  </a:lnTo>
                  <a:cubicBezTo>
                    <a:pt x="71078" y="452"/>
                    <a:pt x="66899" y="578"/>
                    <a:pt x="62846" y="578"/>
                  </a:cubicBezTo>
                  <a:cubicBezTo>
                    <a:pt x="58539" y="578"/>
                    <a:pt x="49800" y="198"/>
                    <a:pt x="48787" y="72"/>
                  </a:cubicBezTo>
                  <a:lnTo>
                    <a:pt x="48787" y="7164"/>
                  </a:lnTo>
                  <a:cubicBezTo>
                    <a:pt x="50434" y="7164"/>
                    <a:pt x="51320" y="7418"/>
                    <a:pt x="52207" y="7924"/>
                  </a:cubicBezTo>
                  <a:lnTo>
                    <a:pt x="40301" y="19957"/>
                  </a:lnTo>
                  <a:lnTo>
                    <a:pt x="28016" y="7164"/>
                  </a:lnTo>
                  <a:lnTo>
                    <a:pt x="31435" y="7164"/>
                  </a:lnTo>
                  <a:lnTo>
                    <a:pt x="31435" y="72"/>
                  </a:lnTo>
                  <a:cubicBezTo>
                    <a:pt x="30675" y="72"/>
                    <a:pt x="20670" y="578"/>
                    <a:pt x="15350" y="578"/>
                  </a:cubicBezTo>
                  <a:cubicBezTo>
                    <a:pt x="10537" y="578"/>
                    <a:pt x="5851" y="452"/>
                    <a:pt x="1038" y="72"/>
                  </a:cubicBezTo>
                  <a:lnTo>
                    <a:pt x="1038" y="7164"/>
                  </a:lnTo>
                  <a:lnTo>
                    <a:pt x="10537" y="7164"/>
                  </a:lnTo>
                  <a:lnTo>
                    <a:pt x="31309" y="28822"/>
                  </a:lnTo>
                  <a:lnTo>
                    <a:pt x="13070" y="47187"/>
                  </a:lnTo>
                  <a:cubicBezTo>
                    <a:pt x="11424" y="48707"/>
                    <a:pt x="11297" y="48834"/>
                    <a:pt x="7371" y="49087"/>
                  </a:cubicBezTo>
                  <a:cubicBezTo>
                    <a:pt x="5344" y="49214"/>
                    <a:pt x="911" y="49214"/>
                    <a:pt x="278" y="49214"/>
                  </a:cubicBezTo>
                  <a:lnTo>
                    <a:pt x="278" y="56307"/>
                  </a:lnTo>
                  <a:cubicBezTo>
                    <a:pt x="4331" y="55927"/>
                    <a:pt x="8511" y="55800"/>
                    <a:pt x="12564" y="55800"/>
                  </a:cubicBezTo>
                  <a:cubicBezTo>
                    <a:pt x="15983" y="55800"/>
                    <a:pt x="24976" y="56180"/>
                    <a:pt x="26622" y="56307"/>
                  </a:cubicBezTo>
                  <a:lnTo>
                    <a:pt x="26622" y="49214"/>
                  </a:lnTo>
                  <a:cubicBezTo>
                    <a:pt x="24596" y="49214"/>
                    <a:pt x="24089" y="48961"/>
                    <a:pt x="23203" y="48327"/>
                  </a:cubicBezTo>
                  <a:lnTo>
                    <a:pt x="36881" y="34649"/>
                  </a:lnTo>
                  <a:lnTo>
                    <a:pt x="50940" y="49214"/>
                  </a:lnTo>
                  <a:lnTo>
                    <a:pt x="47647" y="49214"/>
                  </a:lnTo>
                  <a:lnTo>
                    <a:pt x="47647" y="56307"/>
                  </a:lnTo>
                  <a:cubicBezTo>
                    <a:pt x="47774" y="56307"/>
                    <a:pt x="57906" y="55800"/>
                    <a:pt x="63732" y="55800"/>
                  </a:cubicBezTo>
                  <a:cubicBezTo>
                    <a:pt x="68419" y="55800"/>
                    <a:pt x="73231" y="55927"/>
                    <a:pt x="77918" y="56307"/>
                  </a:cubicBezTo>
                  <a:lnTo>
                    <a:pt x="77918" y="49214"/>
                  </a:lnTo>
                  <a:lnTo>
                    <a:pt x="68545" y="49214"/>
                  </a:lnTo>
                  <a:lnTo>
                    <a:pt x="45874" y="256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4" name="Freeform: Shape 2013">
              <a:extLst>
                <a:ext uri="{FF2B5EF4-FFF2-40B4-BE49-F238E27FC236}">
                  <a16:creationId xmlns:a16="http://schemas.microsoft.com/office/drawing/2014/main" id="{599795DD-82E4-24F8-D347-BB6DE3CDB71A}"/>
                </a:ext>
              </a:extLst>
            </p:cNvPr>
            <p:cNvSpPr/>
            <p:nvPr>
              <p:custDataLst>
                <p:tags r:id="rId62"/>
              </p:custDataLst>
            </p:nvPr>
          </p:nvSpPr>
          <p:spPr>
            <a:xfrm>
              <a:off x="11978224" y="5283856"/>
              <a:ext cx="32803" cy="126528"/>
            </a:xfrm>
            <a:custGeom>
              <a:avLst/>
              <a:gdLst>
                <a:gd name="connsiteX0" fmla="*/ 2689 w 32803"/>
                <a:gd name="connsiteY0" fmla="*/ 72 h 126528"/>
                <a:gd name="connsiteX1" fmla="*/ 283 w 32803"/>
                <a:gd name="connsiteY1" fmla="*/ 1592 h 126528"/>
                <a:gd name="connsiteX2" fmla="*/ 1423 w 32803"/>
                <a:gd name="connsiteY2" fmla="*/ 3491 h 126528"/>
                <a:gd name="connsiteX3" fmla="*/ 24474 w 32803"/>
                <a:gd name="connsiteY3" fmla="*/ 63273 h 126528"/>
                <a:gd name="connsiteX4" fmla="*/ 2563 w 32803"/>
                <a:gd name="connsiteY4" fmla="*/ 122167 h 126528"/>
                <a:gd name="connsiteX5" fmla="*/ 283 w 32803"/>
                <a:gd name="connsiteY5" fmla="*/ 125080 h 126528"/>
                <a:gd name="connsiteX6" fmla="*/ 1929 w 32803"/>
                <a:gd name="connsiteY6" fmla="*/ 126600 h 126528"/>
                <a:gd name="connsiteX7" fmla="*/ 23841 w 32803"/>
                <a:gd name="connsiteY7" fmla="*/ 102409 h 126528"/>
                <a:gd name="connsiteX8" fmla="*/ 33087 w 32803"/>
                <a:gd name="connsiteY8" fmla="*/ 63399 h 126528"/>
                <a:gd name="connsiteX9" fmla="*/ 2689 w 32803"/>
                <a:gd name="connsiteY9"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03" h="126528">
                  <a:moveTo>
                    <a:pt x="2689" y="72"/>
                  </a:moveTo>
                  <a:cubicBezTo>
                    <a:pt x="1803" y="72"/>
                    <a:pt x="283" y="72"/>
                    <a:pt x="283" y="1592"/>
                  </a:cubicBezTo>
                  <a:cubicBezTo>
                    <a:pt x="283" y="2225"/>
                    <a:pt x="663" y="2605"/>
                    <a:pt x="1423" y="3491"/>
                  </a:cubicBezTo>
                  <a:cubicBezTo>
                    <a:pt x="12315" y="13497"/>
                    <a:pt x="24474" y="30596"/>
                    <a:pt x="24474" y="63273"/>
                  </a:cubicBezTo>
                  <a:cubicBezTo>
                    <a:pt x="24474" y="89743"/>
                    <a:pt x="16241" y="109755"/>
                    <a:pt x="2563" y="122167"/>
                  </a:cubicBezTo>
                  <a:cubicBezTo>
                    <a:pt x="409" y="124320"/>
                    <a:pt x="283" y="124447"/>
                    <a:pt x="283" y="125080"/>
                  </a:cubicBezTo>
                  <a:cubicBezTo>
                    <a:pt x="283" y="125713"/>
                    <a:pt x="663" y="126600"/>
                    <a:pt x="1929" y="126600"/>
                  </a:cubicBezTo>
                  <a:cubicBezTo>
                    <a:pt x="3449" y="126600"/>
                    <a:pt x="15481" y="118241"/>
                    <a:pt x="23841" y="102409"/>
                  </a:cubicBezTo>
                  <a:cubicBezTo>
                    <a:pt x="29414" y="91897"/>
                    <a:pt x="33087" y="78218"/>
                    <a:pt x="33087" y="63399"/>
                  </a:cubicBezTo>
                  <a:cubicBezTo>
                    <a:pt x="33087" y="45541"/>
                    <a:pt x="27767" y="17803"/>
                    <a:pt x="2689"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015" name="Group 2014" descr="\documentclass{article}&#10;\usepackage{amsmath}&#10;\pagestyle{empty}&#10;\begin{document}&#10;&#10;&#10;\[&#10;\frac{P(Y_n \le j)}{P(Y_n &gt; j)}  = e^{ (\mu_j -\boldsymbol{\beta}^\top \mathbf{x})}&#10;\]&#10;&#10;\end{document}" title="IguanaTex Shape Display">
            <a:extLst>
              <a:ext uri="{FF2B5EF4-FFF2-40B4-BE49-F238E27FC236}">
                <a16:creationId xmlns:a16="http://schemas.microsoft.com/office/drawing/2014/main" id="{7831441D-ACF1-E79A-6AC8-4F84C4291307}"/>
              </a:ext>
            </a:extLst>
          </p:cNvPr>
          <p:cNvGrpSpPr>
            <a:grpSpLocks noChangeAspect="1"/>
          </p:cNvGrpSpPr>
          <p:nvPr>
            <p:custDataLst>
              <p:tags r:id="rId6"/>
            </p:custDataLst>
          </p:nvPr>
        </p:nvGrpSpPr>
        <p:grpSpPr>
          <a:xfrm>
            <a:off x="1039135" y="3767059"/>
            <a:ext cx="1432361" cy="328052"/>
            <a:chOff x="10164660" y="5327260"/>
            <a:chExt cx="1726228" cy="395356"/>
          </a:xfrm>
        </p:grpSpPr>
        <p:sp>
          <p:nvSpPr>
            <p:cNvPr id="2016" name="Freeform: Shape 2015">
              <a:extLst>
                <a:ext uri="{FF2B5EF4-FFF2-40B4-BE49-F238E27FC236}">
                  <a16:creationId xmlns:a16="http://schemas.microsoft.com/office/drawing/2014/main" id="{F2924372-09EF-E150-E485-6ADD665FD779}"/>
                </a:ext>
              </a:extLst>
            </p:cNvPr>
            <p:cNvSpPr/>
            <p:nvPr>
              <p:custDataLst>
                <p:tags r:id="rId8"/>
              </p:custDataLst>
            </p:nvPr>
          </p:nvSpPr>
          <p:spPr>
            <a:xfrm>
              <a:off x="10171536" y="5338473"/>
              <a:ext cx="122731" cy="114299"/>
            </a:xfrm>
            <a:custGeom>
              <a:avLst/>
              <a:gdLst>
                <a:gd name="connsiteX0" fmla="*/ 45391 w 122731"/>
                <a:gd name="connsiteY0" fmla="*/ 61489 h 114299"/>
                <a:gd name="connsiteX1" fmla="*/ 74613 w 122731"/>
                <a:gd name="connsiteY1" fmla="*/ 61489 h 114299"/>
                <a:gd name="connsiteX2" fmla="*/ 122915 w 122731"/>
                <a:gd name="connsiteY2" fmla="*/ 25341 h 114299"/>
                <a:gd name="connsiteX3" fmla="*/ 89052 w 122731"/>
                <a:gd name="connsiteY3" fmla="*/ 71 h 114299"/>
                <a:gd name="connsiteX4" fmla="*/ 33359 w 122731"/>
                <a:gd name="connsiteY4" fmla="*/ 71 h 114299"/>
                <a:gd name="connsiteX5" fmla="*/ 28202 w 122731"/>
                <a:gd name="connsiteY5" fmla="*/ 3251 h 114299"/>
                <a:gd name="connsiteX6" fmla="*/ 33187 w 122731"/>
                <a:gd name="connsiteY6" fmla="*/ 5259 h 114299"/>
                <a:gd name="connsiteX7" fmla="*/ 40578 w 122731"/>
                <a:gd name="connsiteY7" fmla="*/ 5594 h 114299"/>
                <a:gd name="connsiteX8" fmla="*/ 44360 w 122731"/>
                <a:gd name="connsiteY8" fmla="*/ 8271 h 114299"/>
                <a:gd name="connsiteX9" fmla="*/ 43672 w 122731"/>
                <a:gd name="connsiteY9" fmla="*/ 11451 h 114299"/>
                <a:gd name="connsiteX10" fmla="*/ 20639 w 122731"/>
                <a:gd name="connsiteY10" fmla="*/ 101318 h 114299"/>
                <a:gd name="connsiteX11" fmla="*/ 4997 w 122731"/>
                <a:gd name="connsiteY11" fmla="*/ 109183 h 114299"/>
                <a:gd name="connsiteX12" fmla="*/ 184 w 122731"/>
                <a:gd name="connsiteY12" fmla="*/ 112363 h 114299"/>
                <a:gd name="connsiteX13" fmla="*/ 2762 w 122731"/>
                <a:gd name="connsiteY13" fmla="*/ 114371 h 114299"/>
                <a:gd name="connsiteX14" fmla="*/ 24592 w 122731"/>
                <a:gd name="connsiteY14" fmla="*/ 113869 h 114299"/>
                <a:gd name="connsiteX15" fmla="*/ 35593 w 122731"/>
                <a:gd name="connsiteY15" fmla="*/ 114036 h 114299"/>
                <a:gd name="connsiteX16" fmla="*/ 46767 w 122731"/>
                <a:gd name="connsiteY16" fmla="*/ 114371 h 114299"/>
                <a:gd name="connsiteX17" fmla="*/ 50204 w 122731"/>
                <a:gd name="connsiteY17" fmla="*/ 111024 h 114299"/>
                <a:gd name="connsiteX18" fmla="*/ 45391 w 122731"/>
                <a:gd name="connsiteY18" fmla="*/ 109183 h 114299"/>
                <a:gd name="connsiteX19" fmla="*/ 34218 w 122731"/>
                <a:gd name="connsiteY19" fmla="*/ 106171 h 114299"/>
                <a:gd name="connsiteX20" fmla="*/ 34734 w 122731"/>
                <a:gd name="connsiteY20" fmla="*/ 103326 h 114299"/>
                <a:gd name="connsiteX21" fmla="*/ 45391 w 122731"/>
                <a:gd name="connsiteY21" fmla="*/ 61489 h 114299"/>
                <a:gd name="connsiteX22" fmla="*/ 57768 w 122731"/>
                <a:gd name="connsiteY22" fmla="*/ 11618 h 114299"/>
                <a:gd name="connsiteX23" fmla="*/ 67050 w 122731"/>
                <a:gd name="connsiteY23" fmla="*/ 5259 h 114299"/>
                <a:gd name="connsiteX24" fmla="*/ 83552 w 122731"/>
                <a:gd name="connsiteY24" fmla="*/ 5259 h 114299"/>
                <a:gd name="connsiteX25" fmla="*/ 106929 w 122731"/>
                <a:gd name="connsiteY25" fmla="*/ 21325 h 114299"/>
                <a:gd name="connsiteX26" fmla="*/ 96787 w 122731"/>
                <a:gd name="connsiteY26" fmla="*/ 48268 h 114299"/>
                <a:gd name="connsiteX27" fmla="*/ 70316 w 122731"/>
                <a:gd name="connsiteY27" fmla="*/ 57137 h 114299"/>
                <a:gd name="connsiteX28" fmla="*/ 46079 w 122731"/>
                <a:gd name="connsiteY28" fmla="*/ 57137 h 114299"/>
                <a:gd name="connsiteX29" fmla="*/ 57768 w 122731"/>
                <a:gd name="connsiteY29" fmla="*/ 11618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489"/>
                  </a:moveTo>
                  <a:lnTo>
                    <a:pt x="74613" y="61489"/>
                  </a:lnTo>
                  <a:cubicBezTo>
                    <a:pt x="99022" y="61489"/>
                    <a:pt x="122915" y="44084"/>
                    <a:pt x="122915" y="25341"/>
                  </a:cubicBezTo>
                  <a:cubicBezTo>
                    <a:pt x="122915" y="12455"/>
                    <a:pt x="111570" y="71"/>
                    <a:pt x="89052" y="71"/>
                  </a:cubicBezTo>
                  <a:lnTo>
                    <a:pt x="33359" y="71"/>
                  </a:lnTo>
                  <a:cubicBezTo>
                    <a:pt x="30093" y="71"/>
                    <a:pt x="28202" y="71"/>
                    <a:pt x="28202" y="3251"/>
                  </a:cubicBezTo>
                  <a:cubicBezTo>
                    <a:pt x="28202" y="5259"/>
                    <a:pt x="29749" y="5259"/>
                    <a:pt x="33187" y="5259"/>
                  </a:cubicBezTo>
                  <a:cubicBezTo>
                    <a:pt x="35422" y="5259"/>
                    <a:pt x="38516" y="5426"/>
                    <a:pt x="40578" y="5594"/>
                  </a:cubicBezTo>
                  <a:cubicBezTo>
                    <a:pt x="43329" y="5928"/>
                    <a:pt x="44360" y="6431"/>
                    <a:pt x="44360" y="8271"/>
                  </a:cubicBezTo>
                  <a:cubicBezTo>
                    <a:pt x="44360" y="8941"/>
                    <a:pt x="44188" y="9443"/>
                    <a:pt x="43672" y="11451"/>
                  </a:cubicBezTo>
                  <a:lnTo>
                    <a:pt x="20639" y="101318"/>
                  </a:lnTo>
                  <a:cubicBezTo>
                    <a:pt x="18920" y="107844"/>
                    <a:pt x="18576" y="109183"/>
                    <a:pt x="4997" y="109183"/>
                  </a:cubicBezTo>
                  <a:cubicBezTo>
                    <a:pt x="2074" y="109183"/>
                    <a:pt x="184" y="109183"/>
                    <a:pt x="184" y="112363"/>
                  </a:cubicBezTo>
                  <a:cubicBezTo>
                    <a:pt x="184" y="114371"/>
                    <a:pt x="2246" y="114371"/>
                    <a:pt x="2762" y="114371"/>
                  </a:cubicBezTo>
                  <a:cubicBezTo>
                    <a:pt x="7575" y="114371"/>
                    <a:pt x="19779" y="113869"/>
                    <a:pt x="24592" y="113869"/>
                  </a:cubicBezTo>
                  <a:cubicBezTo>
                    <a:pt x="28202" y="113869"/>
                    <a:pt x="31984" y="114036"/>
                    <a:pt x="35593" y="114036"/>
                  </a:cubicBezTo>
                  <a:cubicBezTo>
                    <a:pt x="39375" y="114036"/>
                    <a:pt x="43157" y="114371"/>
                    <a:pt x="46767" y="114371"/>
                  </a:cubicBezTo>
                  <a:cubicBezTo>
                    <a:pt x="47970" y="114371"/>
                    <a:pt x="50204" y="114371"/>
                    <a:pt x="50204" y="111024"/>
                  </a:cubicBezTo>
                  <a:cubicBezTo>
                    <a:pt x="50204" y="109183"/>
                    <a:pt x="48657" y="109183"/>
                    <a:pt x="45391" y="109183"/>
                  </a:cubicBezTo>
                  <a:cubicBezTo>
                    <a:pt x="39031" y="109183"/>
                    <a:pt x="34218" y="109183"/>
                    <a:pt x="34218" y="106171"/>
                  </a:cubicBezTo>
                  <a:cubicBezTo>
                    <a:pt x="34218" y="105167"/>
                    <a:pt x="34562" y="104330"/>
                    <a:pt x="34734" y="103326"/>
                  </a:cubicBezTo>
                  <a:lnTo>
                    <a:pt x="45391" y="61489"/>
                  </a:lnTo>
                  <a:close/>
                  <a:moveTo>
                    <a:pt x="57768" y="11618"/>
                  </a:moveTo>
                  <a:cubicBezTo>
                    <a:pt x="59315" y="5761"/>
                    <a:pt x="59658" y="5259"/>
                    <a:pt x="67050" y="5259"/>
                  </a:cubicBezTo>
                  <a:lnTo>
                    <a:pt x="83552" y="5259"/>
                  </a:lnTo>
                  <a:cubicBezTo>
                    <a:pt x="97819" y="5259"/>
                    <a:pt x="106929" y="9777"/>
                    <a:pt x="106929" y="21325"/>
                  </a:cubicBezTo>
                  <a:cubicBezTo>
                    <a:pt x="106929" y="27851"/>
                    <a:pt x="103491" y="42243"/>
                    <a:pt x="96787" y="48268"/>
                  </a:cubicBezTo>
                  <a:cubicBezTo>
                    <a:pt x="88193" y="55799"/>
                    <a:pt x="77879" y="57137"/>
                    <a:pt x="70316" y="57137"/>
                  </a:cubicBezTo>
                  <a:lnTo>
                    <a:pt x="46079" y="57137"/>
                  </a:lnTo>
                  <a:lnTo>
                    <a:pt x="57768" y="116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7" name="Freeform: Shape 2016">
              <a:extLst>
                <a:ext uri="{FF2B5EF4-FFF2-40B4-BE49-F238E27FC236}">
                  <a16:creationId xmlns:a16="http://schemas.microsoft.com/office/drawing/2014/main" id="{76C4F408-817A-CD0A-435B-814D4D942E43}"/>
                </a:ext>
              </a:extLst>
            </p:cNvPr>
            <p:cNvSpPr/>
            <p:nvPr>
              <p:custDataLst>
                <p:tags r:id="rId9"/>
              </p:custDataLst>
            </p:nvPr>
          </p:nvSpPr>
          <p:spPr>
            <a:xfrm>
              <a:off x="10315910" y="5327260"/>
              <a:ext cx="39879" cy="167349"/>
            </a:xfrm>
            <a:custGeom>
              <a:avLst/>
              <a:gdLst>
                <a:gd name="connsiteX0" fmla="*/ 40070 w 39879"/>
                <a:gd name="connsiteY0" fmla="*/ 165747 h 167349"/>
                <a:gd name="connsiteX1" fmla="*/ 37148 w 39879"/>
                <a:gd name="connsiteY1" fmla="*/ 162066 h 167349"/>
                <a:gd name="connsiteX2" fmla="*/ 10161 w 39879"/>
                <a:gd name="connsiteY2" fmla="*/ 83746 h 167349"/>
                <a:gd name="connsiteX3" fmla="*/ 37836 w 39879"/>
                <a:gd name="connsiteY3" fmla="*/ 4590 h 167349"/>
                <a:gd name="connsiteX4" fmla="*/ 40070 w 39879"/>
                <a:gd name="connsiteY4" fmla="*/ 1745 h 167349"/>
                <a:gd name="connsiteX5" fmla="*/ 38352 w 39879"/>
                <a:gd name="connsiteY5" fmla="*/ 71 h 167349"/>
                <a:gd name="connsiteX6" fmla="*/ 11021 w 39879"/>
                <a:gd name="connsiteY6" fmla="*/ 32704 h 167349"/>
                <a:gd name="connsiteX7" fmla="*/ 191 w 39879"/>
                <a:gd name="connsiteY7" fmla="*/ 83746 h 167349"/>
                <a:gd name="connsiteX8" fmla="*/ 11536 w 39879"/>
                <a:gd name="connsiteY8" fmla="*/ 135959 h 167349"/>
                <a:gd name="connsiteX9" fmla="*/ 38352 w 39879"/>
                <a:gd name="connsiteY9" fmla="*/ 167421 h 167349"/>
                <a:gd name="connsiteX10" fmla="*/ 40070 w 39879"/>
                <a:gd name="connsiteY10" fmla="*/ 165747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47"/>
                  </a:moveTo>
                  <a:cubicBezTo>
                    <a:pt x="40070" y="165245"/>
                    <a:pt x="40070" y="164911"/>
                    <a:pt x="37148" y="162066"/>
                  </a:cubicBezTo>
                  <a:cubicBezTo>
                    <a:pt x="15662" y="140980"/>
                    <a:pt x="10161" y="109350"/>
                    <a:pt x="10161" y="83746"/>
                  </a:cubicBezTo>
                  <a:cubicBezTo>
                    <a:pt x="10161" y="54627"/>
                    <a:pt x="16693" y="25508"/>
                    <a:pt x="37836" y="4590"/>
                  </a:cubicBezTo>
                  <a:cubicBezTo>
                    <a:pt x="40070" y="2581"/>
                    <a:pt x="40070" y="2247"/>
                    <a:pt x="40070" y="1745"/>
                  </a:cubicBezTo>
                  <a:cubicBezTo>
                    <a:pt x="40070" y="573"/>
                    <a:pt x="39383" y="71"/>
                    <a:pt x="38352" y="71"/>
                  </a:cubicBezTo>
                  <a:cubicBezTo>
                    <a:pt x="36633" y="71"/>
                    <a:pt x="21162" y="11451"/>
                    <a:pt x="11021" y="32704"/>
                  </a:cubicBezTo>
                  <a:cubicBezTo>
                    <a:pt x="2254" y="51113"/>
                    <a:pt x="191" y="69689"/>
                    <a:pt x="191" y="83746"/>
                  </a:cubicBezTo>
                  <a:cubicBezTo>
                    <a:pt x="191" y="96799"/>
                    <a:pt x="2082" y="117049"/>
                    <a:pt x="11536" y="135959"/>
                  </a:cubicBezTo>
                  <a:cubicBezTo>
                    <a:pt x="21850" y="156543"/>
                    <a:pt x="36633" y="167421"/>
                    <a:pt x="38352" y="167421"/>
                  </a:cubicBezTo>
                  <a:cubicBezTo>
                    <a:pt x="39383" y="167421"/>
                    <a:pt x="40070" y="166919"/>
                    <a:pt x="40070" y="16574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8" name="Freeform: Shape 2017">
              <a:extLst>
                <a:ext uri="{FF2B5EF4-FFF2-40B4-BE49-F238E27FC236}">
                  <a16:creationId xmlns:a16="http://schemas.microsoft.com/office/drawing/2014/main" id="{41461DF4-6A9A-2596-E6F8-694E0375E689}"/>
                </a:ext>
              </a:extLst>
            </p:cNvPr>
            <p:cNvSpPr/>
            <p:nvPr>
              <p:custDataLst>
                <p:tags r:id="rId10"/>
              </p:custDataLst>
            </p:nvPr>
          </p:nvSpPr>
          <p:spPr>
            <a:xfrm>
              <a:off x="10371756" y="5338473"/>
              <a:ext cx="124966" cy="114299"/>
            </a:xfrm>
            <a:custGeom>
              <a:avLst/>
              <a:gdLst>
                <a:gd name="connsiteX0" fmla="*/ 96799 w 124966"/>
                <a:gd name="connsiteY0" fmla="*/ 19149 h 114299"/>
                <a:gd name="connsiteX1" fmla="*/ 99206 w 124966"/>
                <a:gd name="connsiteY1" fmla="*/ 16806 h 114299"/>
                <a:gd name="connsiteX2" fmla="*/ 121724 w 124966"/>
                <a:gd name="connsiteY2" fmla="*/ 5259 h 114299"/>
                <a:gd name="connsiteX3" fmla="*/ 125161 w 124966"/>
                <a:gd name="connsiteY3" fmla="*/ 2079 h 114299"/>
                <a:gd name="connsiteX4" fmla="*/ 122927 w 124966"/>
                <a:gd name="connsiteY4" fmla="*/ 71 h 114299"/>
                <a:gd name="connsiteX5" fmla="*/ 108832 w 124966"/>
                <a:gd name="connsiteY5" fmla="*/ 573 h 114299"/>
                <a:gd name="connsiteX6" fmla="*/ 91642 w 124966"/>
                <a:gd name="connsiteY6" fmla="*/ 71 h 114299"/>
                <a:gd name="connsiteX7" fmla="*/ 88376 w 124966"/>
                <a:gd name="connsiteY7" fmla="*/ 3251 h 114299"/>
                <a:gd name="connsiteX8" fmla="*/ 90955 w 124966"/>
                <a:gd name="connsiteY8" fmla="*/ 5259 h 114299"/>
                <a:gd name="connsiteX9" fmla="*/ 97143 w 124966"/>
                <a:gd name="connsiteY9" fmla="*/ 9108 h 114299"/>
                <a:gd name="connsiteX10" fmla="*/ 92502 w 124966"/>
                <a:gd name="connsiteY10" fmla="*/ 17141 h 114299"/>
                <a:gd name="connsiteX11" fmla="*/ 52623 w 124966"/>
                <a:gd name="connsiteY11" fmla="*/ 61823 h 114299"/>
                <a:gd name="connsiteX12" fmla="*/ 33714 w 124966"/>
                <a:gd name="connsiteY12" fmla="*/ 12120 h 114299"/>
                <a:gd name="connsiteX13" fmla="*/ 32683 w 124966"/>
                <a:gd name="connsiteY13" fmla="*/ 9275 h 114299"/>
                <a:gd name="connsiteX14" fmla="*/ 42825 w 124966"/>
                <a:gd name="connsiteY14" fmla="*/ 5259 h 114299"/>
                <a:gd name="connsiteX15" fmla="*/ 46950 w 124966"/>
                <a:gd name="connsiteY15" fmla="*/ 1912 h 114299"/>
                <a:gd name="connsiteX16" fmla="*/ 44372 w 124966"/>
                <a:gd name="connsiteY16" fmla="*/ 71 h 114299"/>
                <a:gd name="connsiteX17" fmla="*/ 22713 w 124966"/>
                <a:gd name="connsiteY17" fmla="*/ 573 h 114299"/>
                <a:gd name="connsiteX18" fmla="*/ 3461 w 124966"/>
                <a:gd name="connsiteY18" fmla="*/ 71 h 114299"/>
                <a:gd name="connsiteX19" fmla="*/ 195 w 124966"/>
                <a:gd name="connsiteY19" fmla="*/ 3418 h 114299"/>
                <a:gd name="connsiteX20" fmla="*/ 4149 w 124966"/>
                <a:gd name="connsiteY20" fmla="*/ 5259 h 114299"/>
                <a:gd name="connsiteX21" fmla="*/ 16697 w 124966"/>
                <a:gd name="connsiteY21" fmla="*/ 10949 h 114299"/>
                <a:gd name="connsiteX22" fmla="*/ 37840 w 124966"/>
                <a:gd name="connsiteY22" fmla="*/ 66007 h 114299"/>
                <a:gd name="connsiteX23" fmla="*/ 38527 w 124966"/>
                <a:gd name="connsiteY23" fmla="*/ 68852 h 114299"/>
                <a:gd name="connsiteX24" fmla="*/ 30792 w 124966"/>
                <a:gd name="connsiteY24" fmla="*/ 99309 h 114299"/>
                <a:gd name="connsiteX25" fmla="*/ 14634 w 124966"/>
                <a:gd name="connsiteY25" fmla="*/ 109183 h 114299"/>
                <a:gd name="connsiteX26" fmla="*/ 9993 w 124966"/>
                <a:gd name="connsiteY26" fmla="*/ 112530 h 114299"/>
                <a:gd name="connsiteX27" fmla="*/ 12400 w 124966"/>
                <a:gd name="connsiteY27" fmla="*/ 114371 h 114299"/>
                <a:gd name="connsiteX28" fmla="*/ 34058 w 124966"/>
                <a:gd name="connsiteY28" fmla="*/ 113869 h 114299"/>
                <a:gd name="connsiteX29" fmla="*/ 56060 w 124966"/>
                <a:gd name="connsiteY29" fmla="*/ 114371 h 114299"/>
                <a:gd name="connsiteX30" fmla="*/ 59326 w 124966"/>
                <a:gd name="connsiteY30" fmla="*/ 111024 h 114299"/>
                <a:gd name="connsiteX31" fmla="*/ 54513 w 124966"/>
                <a:gd name="connsiteY31" fmla="*/ 109183 h 114299"/>
                <a:gd name="connsiteX32" fmla="*/ 47981 w 124966"/>
                <a:gd name="connsiteY32" fmla="*/ 108848 h 114299"/>
                <a:gd name="connsiteX33" fmla="*/ 43340 w 124966"/>
                <a:gd name="connsiteY33" fmla="*/ 106171 h 114299"/>
                <a:gd name="connsiteX34" fmla="*/ 45747 w 124966"/>
                <a:gd name="connsiteY34" fmla="*/ 95628 h 114299"/>
                <a:gd name="connsiteX35" fmla="*/ 51763 w 124966"/>
                <a:gd name="connsiteY35" fmla="*/ 72032 h 114299"/>
                <a:gd name="connsiteX36" fmla="*/ 54170 w 124966"/>
                <a:gd name="connsiteY36" fmla="*/ 66844 h 114299"/>
                <a:gd name="connsiteX37" fmla="*/ 96799 w 124966"/>
                <a:gd name="connsiteY37" fmla="*/ 19149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49"/>
                  </a:moveTo>
                  <a:lnTo>
                    <a:pt x="99206" y="16806"/>
                  </a:lnTo>
                  <a:cubicBezTo>
                    <a:pt x="104362" y="11786"/>
                    <a:pt x="110035" y="6096"/>
                    <a:pt x="121724" y="5259"/>
                  </a:cubicBezTo>
                  <a:cubicBezTo>
                    <a:pt x="123614" y="5092"/>
                    <a:pt x="125161" y="5092"/>
                    <a:pt x="125161" y="2079"/>
                  </a:cubicBezTo>
                  <a:cubicBezTo>
                    <a:pt x="125161" y="741"/>
                    <a:pt x="124302" y="71"/>
                    <a:pt x="122927" y="71"/>
                  </a:cubicBezTo>
                  <a:cubicBezTo>
                    <a:pt x="118458" y="71"/>
                    <a:pt x="113473" y="573"/>
                    <a:pt x="108832" y="573"/>
                  </a:cubicBezTo>
                  <a:cubicBezTo>
                    <a:pt x="103159" y="573"/>
                    <a:pt x="97143" y="71"/>
                    <a:pt x="91642" y="71"/>
                  </a:cubicBezTo>
                  <a:cubicBezTo>
                    <a:pt x="90611" y="71"/>
                    <a:pt x="88376" y="71"/>
                    <a:pt x="88376" y="3251"/>
                  </a:cubicBezTo>
                  <a:cubicBezTo>
                    <a:pt x="88376" y="5092"/>
                    <a:pt x="90095" y="5259"/>
                    <a:pt x="90955" y="5259"/>
                  </a:cubicBezTo>
                  <a:cubicBezTo>
                    <a:pt x="92158" y="5259"/>
                    <a:pt x="97143" y="5594"/>
                    <a:pt x="97143" y="9108"/>
                  </a:cubicBezTo>
                  <a:cubicBezTo>
                    <a:pt x="97143" y="11953"/>
                    <a:pt x="93189" y="16304"/>
                    <a:pt x="92502" y="17141"/>
                  </a:cubicBezTo>
                  <a:lnTo>
                    <a:pt x="52623" y="61823"/>
                  </a:lnTo>
                  <a:lnTo>
                    <a:pt x="33714" y="12120"/>
                  </a:lnTo>
                  <a:cubicBezTo>
                    <a:pt x="32683" y="9777"/>
                    <a:pt x="32683" y="9443"/>
                    <a:pt x="32683" y="9275"/>
                  </a:cubicBezTo>
                  <a:cubicBezTo>
                    <a:pt x="32683" y="5259"/>
                    <a:pt x="41106" y="5259"/>
                    <a:pt x="42825" y="5259"/>
                  </a:cubicBezTo>
                  <a:cubicBezTo>
                    <a:pt x="45231" y="5259"/>
                    <a:pt x="46950" y="5259"/>
                    <a:pt x="46950" y="1912"/>
                  </a:cubicBezTo>
                  <a:cubicBezTo>
                    <a:pt x="46950" y="71"/>
                    <a:pt x="44887" y="71"/>
                    <a:pt x="44372" y="71"/>
                  </a:cubicBezTo>
                  <a:cubicBezTo>
                    <a:pt x="39559" y="71"/>
                    <a:pt x="27526" y="573"/>
                    <a:pt x="22713" y="573"/>
                  </a:cubicBezTo>
                  <a:cubicBezTo>
                    <a:pt x="18416" y="573"/>
                    <a:pt x="7758" y="71"/>
                    <a:pt x="3461" y="71"/>
                  </a:cubicBezTo>
                  <a:cubicBezTo>
                    <a:pt x="2430" y="71"/>
                    <a:pt x="195" y="71"/>
                    <a:pt x="195" y="3418"/>
                  </a:cubicBezTo>
                  <a:cubicBezTo>
                    <a:pt x="195" y="5259"/>
                    <a:pt x="1914" y="5259"/>
                    <a:pt x="4149" y="5259"/>
                  </a:cubicBezTo>
                  <a:cubicBezTo>
                    <a:pt x="14462" y="5259"/>
                    <a:pt x="15150" y="6765"/>
                    <a:pt x="16697" y="10949"/>
                  </a:cubicBezTo>
                  <a:lnTo>
                    <a:pt x="37840" y="66007"/>
                  </a:lnTo>
                  <a:cubicBezTo>
                    <a:pt x="38012" y="66509"/>
                    <a:pt x="38527" y="68350"/>
                    <a:pt x="38527" y="68852"/>
                  </a:cubicBezTo>
                  <a:cubicBezTo>
                    <a:pt x="38527" y="69354"/>
                    <a:pt x="31652" y="96297"/>
                    <a:pt x="30792" y="99309"/>
                  </a:cubicBezTo>
                  <a:cubicBezTo>
                    <a:pt x="28558" y="108514"/>
                    <a:pt x="28386" y="109016"/>
                    <a:pt x="14634" y="109183"/>
                  </a:cubicBezTo>
                  <a:cubicBezTo>
                    <a:pt x="11368" y="109183"/>
                    <a:pt x="9993" y="109183"/>
                    <a:pt x="9993" y="112530"/>
                  </a:cubicBezTo>
                  <a:cubicBezTo>
                    <a:pt x="9993" y="114371"/>
                    <a:pt x="12056" y="114371"/>
                    <a:pt x="12400" y="114371"/>
                  </a:cubicBezTo>
                  <a:cubicBezTo>
                    <a:pt x="17213" y="114371"/>
                    <a:pt x="29245" y="113869"/>
                    <a:pt x="34058" y="113869"/>
                  </a:cubicBezTo>
                  <a:cubicBezTo>
                    <a:pt x="38871" y="113869"/>
                    <a:pt x="51247" y="114371"/>
                    <a:pt x="56060" y="114371"/>
                  </a:cubicBezTo>
                  <a:cubicBezTo>
                    <a:pt x="57264" y="114371"/>
                    <a:pt x="59326" y="114371"/>
                    <a:pt x="59326" y="111024"/>
                  </a:cubicBezTo>
                  <a:cubicBezTo>
                    <a:pt x="59326" y="109183"/>
                    <a:pt x="57779" y="109183"/>
                    <a:pt x="54513" y="109183"/>
                  </a:cubicBezTo>
                  <a:cubicBezTo>
                    <a:pt x="54170" y="109183"/>
                    <a:pt x="50904" y="109183"/>
                    <a:pt x="47981" y="108848"/>
                  </a:cubicBezTo>
                  <a:cubicBezTo>
                    <a:pt x="44372" y="108514"/>
                    <a:pt x="43340" y="108179"/>
                    <a:pt x="43340" y="106171"/>
                  </a:cubicBezTo>
                  <a:cubicBezTo>
                    <a:pt x="43340" y="104999"/>
                    <a:pt x="44887" y="99142"/>
                    <a:pt x="45747" y="95628"/>
                  </a:cubicBezTo>
                  <a:lnTo>
                    <a:pt x="51763" y="72032"/>
                  </a:lnTo>
                  <a:cubicBezTo>
                    <a:pt x="52623" y="68852"/>
                    <a:pt x="52794" y="68350"/>
                    <a:pt x="54170" y="66844"/>
                  </a:cubicBezTo>
                  <a:lnTo>
                    <a:pt x="96799" y="191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9" name="Freeform: Shape 2018">
              <a:extLst>
                <a:ext uri="{FF2B5EF4-FFF2-40B4-BE49-F238E27FC236}">
                  <a16:creationId xmlns:a16="http://schemas.microsoft.com/office/drawing/2014/main" id="{3011591E-391D-F9DA-D8A6-369B878F40DB}"/>
                </a:ext>
              </a:extLst>
            </p:cNvPr>
            <p:cNvSpPr/>
            <p:nvPr>
              <p:custDataLst>
                <p:tags r:id="rId11"/>
              </p:custDataLst>
            </p:nvPr>
          </p:nvSpPr>
          <p:spPr>
            <a:xfrm>
              <a:off x="10471189" y="5426214"/>
              <a:ext cx="73518" cy="52832"/>
            </a:xfrm>
            <a:custGeom>
              <a:avLst/>
              <a:gdLst>
                <a:gd name="connsiteX0" fmla="*/ 9225 w 73518"/>
                <a:gd name="connsiteY0" fmla="*/ 44353 h 52832"/>
                <a:gd name="connsiteX1" fmla="*/ 8022 w 73518"/>
                <a:gd name="connsiteY1" fmla="*/ 49156 h 52832"/>
                <a:gd name="connsiteX2" fmla="*/ 12113 w 73518"/>
                <a:gd name="connsiteY2" fmla="*/ 52905 h 52832"/>
                <a:gd name="connsiteX3" fmla="*/ 16806 w 73518"/>
                <a:gd name="connsiteY3" fmla="*/ 50328 h 52832"/>
                <a:gd name="connsiteX4" fmla="*/ 18972 w 73518"/>
                <a:gd name="connsiteY4" fmla="*/ 43065 h 52832"/>
                <a:gd name="connsiteX5" fmla="*/ 21619 w 73518"/>
                <a:gd name="connsiteY5" fmla="*/ 32522 h 52832"/>
                <a:gd name="connsiteX6" fmla="*/ 23664 w 73518"/>
                <a:gd name="connsiteY6" fmla="*/ 24673 h 52832"/>
                <a:gd name="connsiteX7" fmla="*/ 28718 w 73518"/>
                <a:gd name="connsiteY7" fmla="*/ 14130 h 52832"/>
                <a:gd name="connsiteX8" fmla="*/ 46767 w 73518"/>
                <a:gd name="connsiteY8" fmla="*/ 3353 h 52832"/>
                <a:gd name="connsiteX9" fmla="*/ 53866 w 73518"/>
                <a:gd name="connsiteY9" fmla="*/ 11553 h 52832"/>
                <a:gd name="connsiteX10" fmla="*/ 46767 w 73518"/>
                <a:gd name="connsiteY10" fmla="*/ 36505 h 52832"/>
                <a:gd name="connsiteX11" fmla="*/ 44962 w 73518"/>
                <a:gd name="connsiteY11" fmla="*/ 42831 h 52832"/>
                <a:gd name="connsiteX12" fmla="*/ 56393 w 73518"/>
                <a:gd name="connsiteY12" fmla="*/ 52905 h 52832"/>
                <a:gd name="connsiteX13" fmla="*/ 73720 w 73518"/>
                <a:gd name="connsiteY13" fmla="*/ 34982 h 52832"/>
                <a:gd name="connsiteX14" fmla="*/ 71794 w 73518"/>
                <a:gd name="connsiteY14" fmla="*/ 33459 h 52832"/>
                <a:gd name="connsiteX15" fmla="*/ 69508 w 73518"/>
                <a:gd name="connsiteY15" fmla="*/ 35450 h 52832"/>
                <a:gd name="connsiteX16" fmla="*/ 56754 w 73518"/>
                <a:gd name="connsiteY16" fmla="*/ 49625 h 52832"/>
                <a:gd name="connsiteX17" fmla="*/ 53746 w 73518"/>
                <a:gd name="connsiteY17" fmla="*/ 45525 h 52832"/>
                <a:gd name="connsiteX18" fmla="*/ 56513 w 73518"/>
                <a:gd name="connsiteY18" fmla="*/ 36036 h 52832"/>
                <a:gd name="connsiteX19" fmla="*/ 62890 w 73518"/>
                <a:gd name="connsiteY19" fmla="*/ 13427 h 52832"/>
                <a:gd name="connsiteX20" fmla="*/ 47248 w 73518"/>
                <a:gd name="connsiteY20" fmla="*/ 73 h 52832"/>
                <a:gd name="connsiteX21" fmla="*/ 26913 w 73518"/>
                <a:gd name="connsiteY21" fmla="*/ 10733 h 52832"/>
                <a:gd name="connsiteX22" fmla="*/ 14038 w 73518"/>
                <a:gd name="connsiteY22" fmla="*/ 73 h 52832"/>
                <a:gd name="connsiteX23" fmla="*/ 4533 w 73518"/>
                <a:gd name="connsiteY23" fmla="*/ 6399 h 52832"/>
                <a:gd name="connsiteX24" fmla="*/ 201 w 73518"/>
                <a:gd name="connsiteY24" fmla="*/ 17996 h 52832"/>
                <a:gd name="connsiteX25" fmla="*/ 2246 w 73518"/>
                <a:gd name="connsiteY25" fmla="*/ 19519 h 52832"/>
                <a:gd name="connsiteX26" fmla="*/ 4894 w 73518"/>
                <a:gd name="connsiteY26" fmla="*/ 16004 h 52832"/>
                <a:gd name="connsiteX27" fmla="*/ 13677 w 73518"/>
                <a:gd name="connsiteY27" fmla="*/ 3353 h 52832"/>
                <a:gd name="connsiteX28" fmla="*/ 17648 w 73518"/>
                <a:gd name="connsiteY28" fmla="*/ 9093 h 52832"/>
                <a:gd name="connsiteX29" fmla="*/ 15723 w 73518"/>
                <a:gd name="connsiteY29" fmla="*/ 18816 h 52832"/>
                <a:gd name="connsiteX30" fmla="*/ 13076 w 73518"/>
                <a:gd name="connsiteY30" fmla="*/ 29359 h 52832"/>
                <a:gd name="connsiteX31" fmla="*/ 9225 w 73518"/>
                <a:gd name="connsiteY31" fmla="*/ 44353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53"/>
                  </a:moveTo>
                  <a:cubicBezTo>
                    <a:pt x="8744" y="45876"/>
                    <a:pt x="8022" y="48805"/>
                    <a:pt x="8022" y="49156"/>
                  </a:cubicBezTo>
                  <a:cubicBezTo>
                    <a:pt x="8022" y="51734"/>
                    <a:pt x="10188" y="52905"/>
                    <a:pt x="12113" y="52905"/>
                  </a:cubicBezTo>
                  <a:cubicBezTo>
                    <a:pt x="14279" y="52905"/>
                    <a:pt x="16204" y="51382"/>
                    <a:pt x="16806" y="50328"/>
                  </a:cubicBezTo>
                  <a:cubicBezTo>
                    <a:pt x="17407" y="49274"/>
                    <a:pt x="18370" y="45525"/>
                    <a:pt x="18972" y="43065"/>
                  </a:cubicBezTo>
                  <a:cubicBezTo>
                    <a:pt x="19573" y="40839"/>
                    <a:pt x="20897" y="35450"/>
                    <a:pt x="21619" y="32522"/>
                  </a:cubicBezTo>
                  <a:cubicBezTo>
                    <a:pt x="22341" y="29945"/>
                    <a:pt x="23063" y="27367"/>
                    <a:pt x="23664" y="24673"/>
                  </a:cubicBezTo>
                  <a:cubicBezTo>
                    <a:pt x="24988" y="19870"/>
                    <a:pt x="25229" y="18933"/>
                    <a:pt x="28718" y="14130"/>
                  </a:cubicBezTo>
                  <a:cubicBezTo>
                    <a:pt x="32087" y="9444"/>
                    <a:pt x="37742" y="3353"/>
                    <a:pt x="46767" y="3353"/>
                  </a:cubicBezTo>
                  <a:cubicBezTo>
                    <a:pt x="53746" y="3353"/>
                    <a:pt x="53866" y="9327"/>
                    <a:pt x="53866" y="11553"/>
                  </a:cubicBezTo>
                  <a:cubicBezTo>
                    <a:pt x="53866" y="18582"/>
                    <a:pt x="48692" y="31585"/>
                    <a:pt x="46767" y="36505"/>
                  </a:cubicBezTo>
                  <a:cubicBezTo>
                    <a:pt x="45443" y="39785"/>
                    <a:pt x="44962" y="40839"/>
                    <a:pt x="44962" y="42831"/>
                  </a:cubicBezTo>
                  <a:cubicBezTo>
                    <a:pt x="44962" y="49039"/>
                    <a:pt x="50256" y="52905"/>
                    <a:pt x="56393" y="52905"/>
                  </a:cubicBezTo>
                  <a:cubicBezTo>
                    <a:pt x="68425" y="52905"/>
                    <a:pt x="73720" y="36739"/>
                    <a:pt x="73720" y="34982"/>
                  </a:cubicBezTo>
                  <a:cubicBezTo>
                    <a:pt x="73720" y="33459"/>
                    <a:pt x="72155" y="33459"/>
                    <a:pt x="71794" y="33459"/>
                  </a:cubicBezTo>
                  <a:cubicBezTo>
                    <a:pt x="70110" y="33459"/>
                    <a:pt x="69990" y="34162"/>
                    <a:pt x="69508" y="35450"/>
                  </a:cubicBezTo>
                  <a:cubicBezTo>
                    <a:pt x="66741" y="44822"/>
                    <a:pt x="61567" y="49625"/>
                    <a:pt x="56754" y="49625"/>
                  </a:cubicBezTo>
                  <a:cubicBezTo>
                    <a:pt x="54227" y="49625"/>
                    <a:pt x="53746" y="47985"/>
                    <a:pt x="53746" y="45525"/>
                  </a:cubicBezTo>
                  <a:cubicBezTo>
                    <a:pt x="53746" y="42831"/>
                    <a:pt x="54347" y="41308"/>
                    <a:pt x="56513" y="36036"/>
                  </a:cubicBezTo>
                  <a:cubicBezTo>
                    <a:pt x="57957" y="32405"/>
                    <a:pt x="62890" y="19987"/>
                    <a:pt x="62890" y="13427"/>
                  </a:cubicBezTo>
                  <a:cubicBezTo>
                    <a:pt x="62890" y="2064"/>
                    <a:pt x="53625" y="73"/>
                    <a:pt x="47248" y="73"/>
                  </a:cubicBezTo>
                  <a:cubicBezTo>
                    <a:pt x="37261" y="73"/>
                    <a:pt x="30523" y="6047"/>
                    <a:pt x="26913" y="10733"/>
                  </a:cubicBezTo>
                  <a:cubicBezTo>
                    <a:pt x="26071" y="2650"/>
                    <a:pt x="18972" y="73"/>
                    <a:pt x="14038" y="73"/>
                  </a:cubicBezTo>
                  <a:cubicBezTo>
                    <a:pt x="8864" y="73"/>
                    <a:pt x="6097" y="3704"/>
                    <a:pt x="4533" y="6399"/>
                  </a:cubicBezTo>
                  <a:cubicBezTo>
                    <a:pt x="1886" y="10733"/>
                    <a:pt x="201" y="17410"/>
                    <a:pt x="201" y="17996"/>
                  </a:cubicBezTo>
                  <a:cubicBezTo>
                    <a:pt x="201" y="19519"/>
                    <a:pt x="1886" y="19519"/>
                    <a:pt x="2246" y="19519"/>
                  </a:cubicBezTo>
                  <a:cubicBezTo>
                    <a:pt x="3931" y="19519"/>
                    <a:pt x="4051" y="19167"/>
                    <a:pt x="4894" y="16004"/>
                  </a:cubicBezTo>
                  <a:cubicBezTo>
                    <a:pt x="6699" y="9093"/>
                    <a:pt x="8985" y="3353"/>
                    <a:pt x="13677" y="3353"/>
                  </a:cubicBezTo>
                  <a:cubicBezTo>
                    <a:pt x="16806" y="3353"/>
                    <a:pt x="17648" y="5930"/>
                    <a:pt x="17648" y="9093"/>
                  </a:cubicBezTo>
                  <a:cubicBezTo>
                    <a:pt x="17648" y="11319"/>
                    <a:pt x="16565" y="15653"/>
                    <a:pt x="15723" y="18816"/>
                  </a:cubicBezTo>
                  <a:cubicBezTo>
                    <a:pt x="14881" y="21979"/>
                    <a:pt x="13677" y="26782"/>
                    <a:pt x="13076" y="29359"/>
                  </a:cubicBezTo>
                  <a:lnTo>
                    <a:pt x="9225" y="443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0" name="Freeform: Shape 2019">
              <a:extLst>
                <a:ext uri="{FF2B5EF4-FFF2-40B4-BE49-F238E27FC236}">
                  <a16:creationId xmlns:a16="http://schemas.microsoft.com/office/drawing/2014/main" id="{4A854C97-9EA1-67BC-6CE7-A061F73CAC4C}"/>
                </a:ext>
              </a:extLst>
            </p:cNvPr>
            <p:cNvSpPr/>
            <p:nvPr>
              <p:custDataLst>
                <p:tags r:id="rId12"/>
              </p:custDataLst>
            </p:nvPr>
          </p:nvSpPr>
          <p:spPr>
            <a:xfrm>
              <a:off x="10621114" y="5346338"/>
              <a:ext cx="105026" cy="129361"/>
            </a:xfrm>
            <a:custGeom>
              <a:avLst/>
              <a:gdLst>
                <a:gd name="connsiteX0" fmla="*/ 101970 w 105026"/>
                <a:gd name="connsiteY0" fmla="*/ 7100 h 129361"/>
                <a:gd name="connsiteX1" fmla="*/ 105236 w 105026"/>
                <a:gd name="connsiteY1" fmla="*/ 3418 h 129361"/>
                <a:gd name="connsiteX2" fmla="*/ 101798 w 105026"/>
                <a:gd name="connsiteY2" fmla="*/ 71 h 129361"/>
                <a:gd name="connsiteX3" fmla="*/ 98704 w 105026"/>
                <a:gd name="connsiteY3" fmla="*/ 1075 h 129361"/>
                <a:gd name="connsiteX4" fmla="*/ 3647 w 105026"/>
                <a:gd name="connsiteY4" fmla="*/ 44754 h 129361"/>
                <a:gd name="connsiteX5" fmla="*/ 209 w 105026"/>
                <a:gd name="connsiteY5" fmla="*/ 48603 h 129361"/>
                <a:gd name="connsiteX6" fmla="*/ 3647 w 105026"/>
                <a:gd name="connsiteY6" fmla="*/ 52284 h 129361"/>
                <a:gd name="connsiteX7" fmla="*/ 98704 w 105026"/>
                <a:gd name="connsiteY7" fmla="*/ 95795 h 129361"/>
                <a:gd name="connsiteX8" fmla="*/ 101798 w 105026"/>
                <a:gd name="connsiteY8" fmla="*/ 96967 h 129361"/>
                <a:gd name="connsiteX9" fmla="*/ 105236 w 105026"/>
                <a:gd name="connsiteY9" fmla="*/ 93620 h 129361"/>
                <a:gd name="connsiteX10" fmla="*/ 101626 w 105026"/>
                <a:gd name="connsiteY10" fmla="*/ 89771 h 129361"/>
                <a:gd name="connsiteX11" fmla="*/ 11726 w 105026"/>
                <a:gd name="connsiteY11" fmla="*/ 48603 h 129361"/>
                <a:gd name="connsiteX12" fmla="*/ 101970 w 105026"/>
                <a:gd name="connsiteY12" fmla="*/ 7100 h 129361"/>
                <a:gd name="connsiteX13" fmla="*/ 99220 w 105026"/>
                <a:gd name="connsiteY13" fmla="*/ 129432 h 129361"/>
                <a:gd name="connsiteX14" fmla="*/ 105236 w 105026"/>
                <a:gd name="connsiteY14" fmla="*/ 126085 h 129361"/>
                <a:gd name="connsiteX15" fmla="*/ 99048 w 105026"/>
                <a:gd name="connsiteY15" fmla="*/ 122738 h 129361"/>
                <a:gd name="connsiteX16" fmla="*/ 6397 w 105026"/>
                <a:gd name="connsiteY16" fmla="*/ 122738 h 129361"/>
                <a:gd name="connsiteX17" fmla="*/ 209 w 105026"/>
                <a:gd name="connsiteY17" fmla="*/ 126085 h 129361"/>
                <a:gd name="connsiteX18" fmla="*/ 6225 w 105026"/>
                <a:gd name="connsiteY18" fmla="*/ 129432 h 129361"/>
                <a:gd name="connsiteX19" fmla="*/ 99220 w 105026"/>
                <a:gd name="connsiteY19" fmla="*/ 129432 h 12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026" h="129361">
                  <a:moveTo>
                    <a:pt x="101970" y="7100"/>
                  </a:moveTo>
                  <a:cubicBezTo>
                    <a:pt x="103861" y="6263"/>
                    <a:pt x="105236" y="5426"/>
                    <a:pt x="105236" y="3418"/>
                  </a:cubicBezTo>
                  <a:cubicBezTo>
                    <a:pt x="105236" y="1577"/>
                    <a:pt x="103861" y="71"/>
                    <a:pt x="101798" y="71"/>
                  </a:cubicBezTo>
                  <a:cubicBezTo>
                    <a:pt x="100938" y="71"/>
                    <a:pt x="99391" y="741"/>
                    <a:pt x="98704" y="1075"/>
                  </a:cubicBezTo>
                  <a:lnTo>
                    <a:pt x="3647" y="44754"/>
                  </a:lnTo>
                  <a:cubicBezTo>
                    <a:pt x="725" y="46092"/>
                    <a:pt x="209" y="47264"/>
                    <a:pt x="209" y="48603"/>
                  </a:cubicBezTo>
                  <a:cubicBezTo>
                    <a:pt x="209" y="50109"/>
                    <a:pt x="1241" y="51280"/>
                    <a:pt x="3647" y="52284"/>
                  </a:cubicBezTo>
                  <a:lnTo>
                    <a:pt x="98704" y="95795"/>
                  </a:lnTo>
                  <a:cubicBezTo>
                    <a:pt x="100938" y="96967"/>
                    <a:pt x="101282" y="96967"/>
                    <a:pt x="101798" y="96967"/>
                  </a:cubicBezTo>
                  <a:cubicBezTo>
                    <a:pt x="103689" y="96967"/>
                    <a:pt x="105236" y="95460"/>
                    <a:pt x="105236" y="93620"/>
                  </a:cubicBezTo>
                  <a:cubicBezTo>
                    <a:pt x="105236" y="92113"/>
                    <a:pt x="104548" y="91109"/>
                    <a:pt x="101626" y="89771"/>
                  </a:cubicBezTo>
                  <a:lnTo>
                    <a:pt x="11726" y="48603"/>
                  </a:lnTo>
                  <a:lnTo>
                    <a:pt x="101970" y="7100"/>
                  </a:lnTo>
                  <a:close/>
                  <a:moveTo>
                    <a:pt x="99220" y="129432"/>
                  </a:moveTo>
                  <a:cubicBezTo>
                    <a:pt x="102142" y="129432"/>
                    <a:pt x="105236" y="129432"/>
                    <a:pt x="105236" y="126085"/>
                  </a:cubicBezTo>
                  <a:cubicBezTo>
                    <a:pt x="105236" y="122738"/>
                    <a:pt x="101626" y="122738"/>
                    <a:pt x="99048" y="122738"/>
                  </a:cubicBezTo>
                  <a:lnTo>
                    <a:pt x="6397" y="122738"/>
                  </a:lnTo>
                  <a:cubicBezTo>
                    <a:pt x="3819" y="122738"/>
                    <a:pt x="209" y="122738"/>
                    <a:pt x="209" y="126085"/>
                  </a:cubicBezTo>
                  <a:cubicBezTo>
                    <a:pt x="209" y="129432"/>
                    <a:pt x="3303" y="129432"/>
                    <a:pt x="6225" y="129432"/>
                  </a:cubicBezTo>
                  <a:lnTo>
                    <a:pt x="99220" y="1294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1" name="Freeform: Shape 2020">
              <a:extLst>
                <a:ext uri="{FF2B5EF4-FFF2-40B4-BE49-F238E27FC236}">
                  <a16:creationId xmlns:a16="http://schemas.microsoft.com/office/drawing/2014/main" id="{BBE7DD6D-76D6-45E6-B3E1-8C7D3D7B0A30}"/>
                </a:ext>
              </a:extLst>
            </p:cNvPr>
            <p:cNvSpPr/>
            <p:nvPr>
              <p:custDataLst>
                <p:tags r:id="rId13"/>
              </p:custDataLst>
            </p:nvPr>
          </p:nvSpPr>
          <p:spPr>
            <a:xfrm>
              <a:off x="10786054" y="5342155"/>
              <a:ext cx="70476" cy="144924"/>
            </a:xfrm>
            <a:custGeom>
              <a:avLst/>
              <a:gdLst>
                <a:gd name="connsiteX0" fmla="*/ 70696 w 70476"/>
                <a:gd name="connsiteY0" fmla="*/ 6096 h 144924"/>
                <a:gd name="connsiteX1" fmla="*/ 64164 w 70476"/>
                <a:gd name="connsiteY1" fmla="*/ 71 h 144924"/>
                <a:gd name="connsiteX2" fmla="*/ 55054 w 70476"/>
                <a:gd name="connsiteY2" fmla="*/ 8941 h 144924"/>
                <a:gd name="connsiteX3" fmla="*/ 61414 w 70476"/>
                <a:gd name="connsiteY3" fmla="*/ 14965 h 144924"/>
                <a:gd name="connsiteX4" fmla="*/ 70696 w 70476"/>
                <a:gd name="connsiteY4" fmla="*/ 6096 h 144924"/>
                <a:gd name="connsiteX5" fmla="*/ 36145 w 70476"/>
                <a:gd name="connsiteY5" fmla="*/ 119057 h 144924"/>
                <a:gd name="connsiteX6" fmla="*/ 15002 w 70476"/>
                <a:gd name="connsiteY6" fmla="*/ 141314 h 144924"/>
                <a:gd name="connsiteX7" fmla="*/ 8299 w 70476"/>
                <a:gd name="connsiteY7" fmla="*/ 139808 h 144924"/>
                <a:gd name="connsiteX8" fmla="*/ 16034 w 70476"/>
                <a:gd name="connsiteY8" fmla="*/ 130939 h 144924"/>
                <a:gd name="connsiteX9" fmla="*/ 9502 w 70476"/>
                <a:gd name="connsiteY9" fmla="*/ 125081 h 144924"/>
                <a:gd name="connsiteX10" fmla="*/ 220 w 70476"/>
                <a:gd name="connsiteY10" fmla="*/ 134620 h 144924"/>
                <a:gd name="connsiteX11" fmla="*/ 15346 w 70476"/>
                <a:gd name="connsiteY11" fmla="*/ 144996 h 144924"/>
                <a:gd name="connsiteX12" fmla="*/ 47662 w 70476"/>
                <a:gd name="connsiteY12" fmla="*/ 119559 h 144924"/>
                <a:gd name="connsiteX13" fmla="*/ 63476 w 70476"/>
                <a:gd name="connsiteY13" fmla="*/ 58309 h 144924"/>
                <a:gd name="connsiteX14" fmla="*/ 64336 w 70476"/>
                <a:gd name="connsiteY14" fmla="*/ 52117 h 144924"/>
                <a:gd name="connsiteX15" fmla="*/ 48522 w 70476"/>
                <a:gd name="connsiteY15" fmla="*/ 36721 h 144924"/>
                <a:gd name="connsiteX16" fmla="*/ 21191 w 70476"/>
                <a:gd name="connsiteY16" fmla="*/ 62493 h 144924"/>
                <a:gd name="connsiteX17" fmla="*/ 23253 w 70476"/>
                <a:gd name="connsiteY17" fmla="*/ 64166 h 144924"/>
                <a:gd name="connsiteX18" fmla="*/ 26347 w 70476"/>
                <a:gd name="connsiteY18" fmla="*/ 60819 h 144924"/>
                <a:gd name="connsiteX19" fmla="*/ 48006 w 70476"/>
                <a:gd name="connsiteY19" fmla="*/ 40402 h 144924"/>
                <a:gd name="connsiteX20" fmla="*/ 53506 w 70476"/>
                <a:gd name="connsiteY20" fmla="*/ 48101 h 144924"/>
                <a:gd name="connsiteX21" fmla="*/ 52303 w 70476"/>
                <a:gd name="connsiteY21" fmla="*/ 56635 h 144924"/>
                <a:gd name="connsiteX22" fmla="*/ 36145 w 70476"/>
                <a:gd name="connsiteY22" fmla="*/ 119057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096"/>
                  </a:moveTo>
                  <a:cubicBezTo>
                    <a:pt x="70696" y="2916"/>
                    <a:pt x="68289" y="71"/>
                    <a:pt x="64164" y="71"/>
                  </a:cubicBezTo>
                  <a:cubicBezTo>
                    <a:pt x="60210" y="71"/>
                    <a:pt x="55054" y="3920"/>
                    <a:pt x="55054" y="8941"/>
                  </a:cubicBezTo>
                  <a:cubicBezTo>
                    <a:pt x="55054" y="12288"/>
                    <a:pt x="57460" y="14965"/>
                    <a:pt x="61414" y="14965"/>
                  </a:cubicBezTo>
                  <a:cubicBezTo>
                    <a:pt x="66055" y="14965"/>
                    <a:pt x="70696" y="10614"/>
                    <a:pt x="70696" y="6096"/>
                  </a:cubicBezTo>
                  <a:close/>
                  <a:moveTo>
                    <a:pt x="36145" y="119057"/>
                  </a:moveTo>
                  <a:cubicBezTo>
                    <a:pt x="32879" y="131775"/>
                    <a:pt x="24628" y="141314"/>
                    <a:pt x="15002" y="141314"/>
                  </a:cubicBezTo>
                  <a:cubicBezTo>
                    <a:pt x="13971" y="141314"/>
                    <a:pt x="11393" y="141314"/>
                    <a:pt x="8299" y="139808"/>
                  </a:cubicBezTo>
                  <a:cubicBezTo>
                    <a:pt x="13455" y="138637"/>
                    <a:pt x="16034" y="134286"/>
                    <a:pt x="16034" y="130939"/>
                  </a:cubicBezTo>
                  <a:cubicBezTo>
                    <a:pt x="16034" y="128261"/>
                    <a:pt x="14143" y="125081"/>
                    <a:pt x="9502" y="125081"/>
                  </a:cubicBezTo>
                  <a:cubicBezTo>
                    <a:pt x="5205" y="125081"/>
                    <a:pt x="220" y="128596"/>
                    <a:pt x="220" y="134620"/>
                  </a:cubicBezTo>
                  <a:cubicBezTo>
                    <a:pt x="220" y="141314"/>
                    <a:pt x="7095" y="144996"/>
                    <a:pt x="15346" y="144996"/>
                  </a:cubicBezTo>
                  <a:cubicBezTo>
                    <a:pt x="27379" y="144996"/>
                    <a:pt x="43365" y="136126"/>
                    <a:pt x="47662" y="119559"/>
                  </a:cubicBezTo>
                  <a:lnTo>
                    <a:pt x="63476" y="58309"/>
                  </a:lnTo>
                  <a:cubicBezTo>
                    <a:pt x="64336" y="54962"/>
                    <a:pt x="64336" y="52619"/>
                    <a:pt x="64336" y="52117"/>
                  </a:cubicBezTo>
                  <a:cubicBezTo>
                    <a:pt x="64336" y="42578"/>
                    <a:pt x="57116" y="36721"/>
                    <a:pt x="48522" y="36721"/>
                  </a:cubicBezTo>
                  <a:cubicBezTo>
                    <a:pt x="30989" y="36721"/>
                    <a:pt x="21191" y="60986"/>
                    <a:pt x="21191" y="62493"/>
                  </a:cubicBezTo>
                  <a:cubicBezTo>
                    <a:pt x="21191" y="64166"/>
                    <a:pt x="22910" y="64166"/>
                    <a:pt x="23253" y="64166"/>
                  </a:cubicBezTo>
                  <a:cubicBezTo>
                    <a:pt x="24800" y="64166"/>
                    <a:pt x="24972" y="63999"/>
                    <a:pt x="26347" y="60819"/>
                  </a:cubicBezTo>
                  <a:cubicBezTo>
                    <a:pt x="30645" y="50611"/>
                    <a:pt x="38552" y="40402"/>
                    <a:pt x="48006" y="40402"/>
                  </a:cubicBezTo>
                  <a:cubicBezTo>
                    <a:pt x="50412" y="40402"/>
                    <a:pt x="53506" y="41072"/>
                    <a:pt x="53506" y="48101"/>
                  </a:cubicBezTo>
                  <a:cubicBezTo>
                    <a:pt x="53506" y="51950"/>
                    <a:pt x="52991" y="53790"/>
                    <a:pt x="52303" y="56635"/>
                  </a:cubicBezTo>
                  <a:lnTo>
                    <a:pt x="36145" y="1190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2" name="Freeform: Shape 2021">
              <a:extLst>
                <a:ext uri="{FF2B5EF4-FFF2-40B4-BE49-F238E27FC236}">
                  <a16:creationId xmlns:a16="http://schemas.microsoft.com/office/drawing/2014/main" id="{E40856CA-12CC-4D6D-2A84-51C85624BA7B}"/>
                </a:ext>
              </a:extLst>
            </p:cNvPr>
            <p:cNvSpPr/>
            <p:nvPr>
              <p:custDataLst>
                <p:tags r:id="rId14"/>
              </p:custDataLst>
            </p:nvPr>
          </p:nvSpPr>
          <p:spPr>
            <a:xfrm>
              <a:off x="10878713" y="5327260"/>
              <a:ext cx="39879" cy="167349"/>
            </a:xfrm>
            <a:custGeom>
              <a:avLst/>
              <a:gdLst>
                <a:gd name="connsiteX0" fmla="*/ 40104 w 39879"/>
                <a:gd name="connsiteY0" fmla="*/ 83746 h 167349"/>
                <a:gd name="connsiteX1" fmla="*/ 28759 w 39879"/>
                <a:gd name="connsiteY1" fmla="*/ 31533 h 167349"/>
                <a:gd name="connsiteX2" fmla="*/ 1943 w 39879"/>
                <a:gd name="connsiteY2" fmla="*/ 71 h 167349"/>
                <a:gd name="connsiteX3" fmla="*/ 224 w 39879"/>
                <a:gd name="connsiteY3" fmla="*/ 1745 h 167349"/>
                <a:gd name="connsiteX4" fmla="*/ 3490 w 39879"/>
                <a:gd name="connsiteY4" fmla="*/ 5594 h 167349"/>
                <a:gd name="connsiteX5" fmla="*/ 30134 w 39879"/>
                <a:gd name="connsiteY5" fmla="*/ 83746 h 167349"/>
                <a:gd name="connsiteX6" fmla="*/ 2459 w 39879"/>
                <a:gd name="connsiteY6" fmla="*/ 162902 h 167349"/>
                <a:gd name="connsiteX7" fmla="*/ 224 w 39879"/>
                <a:gd name="connsiteY7" fmla="*/ 165747 h 167349"/>
                <a:gd name="connsiteX8" fmla="*/ 1943 w 39879"/>
                <a:gd name="connsiteY8" fmla="*/ 167421 h 167349"/>
                <a:gd name="connsiteX9" fmla="*/ 29274 w 39879"/>
                <a:gd name="connsiteY9" fmla="*/ 134788 h 167349"/>
                <a:gd name="connsiteX10" fmla="*/ 40104 w 39879"/>
                <a:gd name="connsiteY10" fmla="*/ 83746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46"/>
                  </a:moveTo>
                  <a:cubicBezTo>
                    <a:pt x="40104" y="70693"/>
                    <a:pt x="38213" y="50443"/>
                    <a:pt x="28759" y="31533"/>
                  </a:cubicBezTo>
                  <a:cubicBezTo>
                    <a:pt x="18445" y="10949"/>
                    <a:pt x="3662" y="71"/>
                    <a:pt x="1943" y="71"/>
                  </a:cubicBezTo>
                  <a:cubicBezTo>
                    <a:pt x="912" y="71"/>
                    <a:pt x="224" y="741"/>
                    <a:pt x="224" y="1745"/>
                  </a:cubicBezTo>
                  <a:cubicBezTo>
                    <a:pt x="224" y="2247"/>
                    <a:pt x="224" y="2581"/>
                    <a:pt x="3490" y="5594"/>
                  </a:cubicBezTo>
                  <a:cubicBezTo>
                    <a:pt x="20336" y="22161"/>
                    <a:pt x="30134" y="48770"/>
                    <a:pt x="30134" y="83746"/>
                  </a:cubicBezTo>
                  <a:cubicBezTo>
                    <a:pt x="30134" y="112363"/>
                    <a:pt x="23774" y="141816"/>
                    <a:pt x="2459" y="162902"/>
                  </a:cubicBezTo>
                  <a:cubicBezTo>
                    <a:pt x="224" y="164911"/>
                    <a:pt x="224" y="165245"/>
                    <a:pt x="224" y="165747"/>
                  </a:cubicBezTo>
                  <a:cubicBezTo>
                    <a:pt x="224" y="166751"/>
                    <a:pt x="912" y="167421"/>
                    <a:pt x="1943" y="167421"/>
                  </a:cubicBezTo>
                  <a:cubicBezTo>
                    <a:pt x="3662" y="167421"/>
                    <a:pt x="19133" y="156041"/>
                    <a:pt x="29274" y="134788"/>
                  </a:cubicBezTo>
                  <a:cubicBezTo>
                    <a:pt x="38041" y="116379"/>
                    <a:pt x="40104" y="97803"/>
                    <a:pt x="40104" y="8374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3" name="Freeform: Shape 2022">
              <a:extLst>
                <a:ext uri="{FF2B5EF4-FFF2-40B4-BE49-F238E27FC236}">
                  <a16:creationId xmlns:a16="http://schemas.microsoft.com/office/drawing/2014/main" id="{2E799576-835D-D4F2-B269-63C6FE6424CA}"/>
                </a:ext>
              </a:extLst>
            </p:cNvPr>
            <p:cNvSpPr/>
            <p:nvPr>
              <p:custDataLst>
                <p:tags r:id="rId15"/>
              </p:custDataLst>
            </p:nvPr>
          </p:nvSpPr>
          <p:spPr>
            <a:xfrm>
              <a:off x="10164660" y="5520801"/>
              <a:ext cx="771101" cy="6693"/>
            </a:xfrm>
            <a:custGeom>
              <a:avLst/>
              <a:gdLst>
                <a:gd name="connsiteX0" fmla="*/ 0 w 771101"/>
                <a:gd name="connsiteY0" fmla="*/ 0 h 6693"/>
                <a:gd name="connsiteX1" fmla="*/ 771102 w 771101"/>
                <a:gd name="connsiteY1" fmla="*/ 0 h 6693"/>
                <a:gd name="connsiteX2" fmla="*/ 771102 w 771101"/>
                <a:gd name="connsiteY2" fmla="*/ 6694 h 6693"/>
                <a:gd name="connsiteX3" fmla="*/ 0 w 771101"/>
                <a:gd name="connsiteY3" fmla="*/ 6694 h 6693"/>
              </a:gdLst>
              <a:ahLst/>
              <a:cxnLst>
                <a:cxn ang="0">
                  <a:pos x="connsiteX0" y="connsiteY0"/>
                </a:cxn>
                <a:cxn ang="0">
                  <a:pos x="connsiteX1" y="connsiteY1"/>
                </a:cxn>
                <a:cxn ang="0">
                  <a:pos x="connsiteX2" y="connsiteY2"/>
                </a:cxn>
                <a:cxn ang="0">
                  <a:pos x="connsiteX3" y="connsiteY3"/>
                </a:cxn>
              </a:cxnLst>
              <a:rect l="l" t="t" r="r" b="b"/>
              <a:pathLst>
                <a:path w="771101" h="6693">
                  <a:moveTo>
                    <a:pt x="0" y="0"/>
                  </a:moveTo>
                  <a:lnTo>
                    <a:pt x="771102" y="0"/>
                  </a:lnTo>
                  <a:lnTo>
                    <a:pt x="771102" y="6694"/>
                  </a:lnTo>
                  <a:lnTo>
                    <a:pt x="0" y="66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4" name="Freeform: Shape 2023">
              <a:extLst>
                <a:ext uri="{FF2B5EF4-FFF2-40B4-BE49-F238E27FC236}">
                  <a16:creationId xmlns:a16="http://schemas.microsoft.com/office/drawing/2014/main" id="{CC7EDDDC-3B70-1724-0E5C-0A39137ADF22}"/>
                </a:ext>
              </a:extLst>
            </p:cNvPr>
            <p:cNvSpPr/>
            <p:nvPr>
              <p:custDataLst>
                <p:tags r:id="rId16"/>
              </p:custDataLst>
            </p:nvPr>
          </p:nvSpPr>
          <p:spPr>
            <a:xfrm>
              <a:off x="10171536" y="5566479"/>
              <a:ext cx="122731" cy="114299"/>
            </a:xfrm>
            <a:custGeom>
              <a:avLst/>
              <a:gdLst>
                <a:gd name="connsiteX0" fmla="*/ 45391 w 122731"/>
                <a:gd name="connsiteY0" fmla="*/ 61502 h 114299"/>
                <a:gd name="connsiteX1" fmla="*/ 74613 w 122731"/>
                <a:gd name="connsiteY1" fmla="*/ 61502 h 114299"/>
                <a:gd name="connsiteX2" fmla="*/ 122915 w 122731"/>
                <a:gd name="connsiteY2" fmla="*/ 25355 h 114299"/>
                <a:gd name="connsiteX3" fmla="*/ 89052 w 122731"/>
                <a:gd name="connsiteY3" fmla="*/ 85 h 114299"/>
                <a:gd name="connsiteX4" fmla="*/ 33359 w 122731"/>
                <a:gd name="connsiteY4" fmla="*/ 85 h 114299"/>
                <a:gd name="connsiteX5" fmla="*/ 28202 w 122731"/>
                <a:gd name="connsiteY5" fmla="*/ 3264 h 114299"/>
                <a:gd name="connsiteX6" fmla="*/ 33187 w 122731"/>
                <a:gd name="connsiteY6" fmla="*/ 5273 h 114299"/>
                <a:gd name="connsiteX7" fmla="*/ 40578 w 122731"/>
                <a:gd name="connsiteY7" fmla="*/ 5607 h 114299"/>
                <a:gd name="connsiteX8" fmla="*/ 44360 w 122731"/>
                <a:gd name="connsiteY8" fmla="*/ 8285 h 114299"/>
                <a:gd name="connsiteX9" fmla="*/ 43672 w 122731"/>
                <a:gd name="connsiteY9" fmla="*/ 11465 h 114299"/>
                <a:gd name="connsiteX10" fmla="*/ 20639 w 122731"/>
                <a:gd name="connsiteY10" fmla="*/ 101331 h 114299"/>
                <a:gd name="connsiteX11" fmla="*/ 4997 w 122731"/>
                <a:gd name="connsiteY11" fmla="*/ 109197 h 114299"/>
                <a:gd name="connsiteX12" fmla="*/ 184 w 122731"/>
                <a:gd name="connsiteY12" fmla="*/ 112376 h 114299"/>
                <a:gd name="connsiteX13" fmla="*/ 2762 w 122731"/>
                <a:gd name="connsiteY13" fmla="*/ 114385 h 114299"/>
                <a:gd name="connsiteX14" fmla="*/ 24592 w 122731"/>
                <a:gd name="connsiteY14" fmla="*/ 113882 h 114299"/>
                <a:gd name="connsiteX15" fmla="*/ 35593 w 122731"/>
                <a:gd name="connsiteY15" fmla="*/ 114050 h 114299"/>
                <a:gd name="connsiteX16" fmla="*/ 46767 w 122731"/>
                <a:gd name="connsiteY16" fmla="*/ 114385 h 114299"/>
                <a:gd name="connsiteX17" fmla="*/ 50204 w 122731"/>
                <a:gd name="connsiteY17" fmla="*/ 111038 h 114299"/>
                <a:gd name="connsiteX18" fmla="*/ 45391 w 122731"/>
                <a:gd name="connsiteY18" fmla="*/ 109197 h 114299"/>
                <a:gd name="connsiteX19" fmla="*/ 34218 w 122731"/>
                <a:gd name="connsiteY19" fmla="*/ 106184 h 114299"/>
                <a:gd name="connsiteX20" fmla="*/ 34734 w 122731"/>
                <a:gd name="connsiteY20" fmla="*/ 103339 h 114299"/>
                <a:gd name="connsiteX21" fmla="*/ 45391 w 122731"/>
                <a:gd name="connsiteY21" fmla="*/ 61502 h 114299"/>
                <a:gd name="connsiteX22" fmla="*/ 57768 w 122731"/>
                <a:gd name="connsiteY22" fmla="*/ 11632 h 114299"/>
                <a:gd name="connsiteX23" fmla="*/ 67050 w 122731"/>
                <a:gd name="connsiteY23" fmla="*/ 5273 h 114299"/>
                <a:gd name="connsiteX24" fmla="*/ 83552 w 122731"/>
                <a:gd name="connsiteY24" fmla="*/ 5273 h 114299"/>
                <a:gd name="connsiteX25" fmla="*/ 106929 w 122731"/>
                <a:gd name="connsiteY25" fmla="*/ 21338 h 114299"/>
                <a:gd name="connsiteX26" fmla="*/ 96787 w 122731"/>
                <a:gd name="connsiteY26" fmla="*/ 48281 h 114299"/>
                <a:gd name="connsiteX27" fmla="*/ 70316 w 122731"/>
                <a:gd name="connsiteY27" fmla="*/ 57151 h 114299"/>
                <a:gd name="connsiteX28" fmla="*/ 46079 w 122731"/>
                <a:gd name="connsiteY28" fmla="*/ 57151 h 114299"/>
                <a:gd name="connsiteX29" fmla="*/ 57768 w 122731"/>
                <a:gd name="connsiteY29" fmla="*/ 11632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502"/>
                  </a:moveTo>
                  <a:lnTo>
                    <a:pt x="74613" y="61502"/>
                  </a:lnTo>
                  <a:cubicBezTo>
                    <a:pt x="99022" y="61502"/>
                    <a:pt x="122915" y="44098"/>
                    <a:pt x="122915" y="25355"/>
                  </a:cubicBezTo>
                  <a:cubicBezTo>
                    <a:pt x="122915" y="12469"/>
                    <a:pt x="111570" y="85"/>
                    <a:pt x="89052" y="85"/>
                  </a:cubicBezTo>
                  <a:lnTo>
                    <a:pt x="33359" y="85"/>
                  </a:lnTo>
                  <a:cubicBezTo>
                    <a:pt x="30093" y="85"/>
                    <a:pt x="28202" y="85"/>
                    <a:pt x="28202" y="3264"/>
                  </a:cubicBezTo>
                  <a:cubicBezTo>
                    <a:pt x="28202" y="5273"/>
                    <a:pt x="29749" y="5273"/>
                    <a:pt x="33187" y="5273"/>
                  </a:cubicBezTo>
                  <a:cubicBezTo>
                    <a:pt x="35422" y="5273"/>
                    <a:pt x="38516" y="5440"/>
                    <a:pt x="40578" y="5607"/>
                  </a:cubicBezTo>
                  <a:cubicBezTo>
                    <a:pt x="43329" y="5942"/>
                    <a:pt x="44360" y="6444"/>
                    <a:pt x="44360" y="8285"/>
                  </a:cubicBezTo>
                  <a:cubicBezTo>
                    <a:pt x="44360" y="8954"/>
                    <a:pt x="44188" y="9456"/>
                    <a:pt x="43672" y="11465"/>
                  </a:cubicBezTo>
                  <a:lnTo>
                    <a:pt x="20639" y="101331"/>
                  </a:lnTo>
                  <a:cubicBezTo>
                    <a:pt x="18920" y="107858"/>
                    <a:pt x="18576" y="109197"/>
                    <a:pt x="4997" y="109197"/>
                  </a:cubicBezTo>
                  <a:cubicBezTo>
                    <a:pt x="2074" y="109197"/>
                    <a:pt x="184" y="109197"/>
                    <a:pt x="184" y="112376"/>
                  </a:cubicBezTo>
                  <a:cubicBezTo>
                    <a:pt x="184" y="114385"/>
                    <a:pt x="2246" y="114385"/>
                    <a:pt x="2762" y="114385"/>
                  </a:cubicBezTo>
                  <a:cubicBezTo>
                    <a:pt x="7575" y="114385"/>
                    <a:pt x="19779" y="113882"/>
                    <a:pt x="24592" y="113882"/>
                  </a:cubicBezTo>
                  <a:cubicBezTo>
                    <a:pt x="28202" y="113882"/>
                    <a:pt x="31984" y="114050"/>
                    <a:pt x="35593" y="114050"/>
                  </a:cubicBezTo>
                  <a:cubicBezTo>
                    <a:pt x="39375" y="114050"/>
                    <a:pt x="43157" y="114385"/>
                    <a:pt x="46767" y="114385"/>
                  </a:cubicBezTo>
                  <a:cubicBezTo>
                    <a:pt x="47970" y="114385"/>
                    <a:pt x="50204" y="114385"/>
                    <a:pt x="50204" y="111038"/>
                  </a:cubicBezTo>
                  <a:cubicBezTo>
                    <a:pt x="50204" y="109197"/>
                    <a:pt x="48657" y="109197"/>
                    <a:pt x="45391" y="109197"/>
                  </a:cubicBezTo>
                  <a:cubicBezTo>
                    <a:pt x="39031" y="109197"/>
                    <a:pt x="34218" y="109197"/>
                    <a:pt x="34218" y="106184"/>
                  </a:cubicBezTo>
                  <a:cubicBezTo>
                    <a:pt x="34218" y="105180"/>
                    <a:pt x="34562" y="104344"/>
                    <a:pt x="34734" y="103339"/>
                  </a:cubicBezTo>
                  <a:lnTo>
                    <a:pt x="45391" y="61502"/>
                  </a:lnTo>
                  <a:close/>
                  <a:moveTo>
                    <a:pt x="57768" y="11632"/>
                  </a:moveTo>
                  <a:cubicBezTo>
                    <a:pt x="59315" y="5775"/>
                    <a:pt x="59658" y="5273"/>
                    <a:pt x="67050" y="5273"/>
                  </a:cubicBezTo>
                  <a:lnTo>
                    <a:pt x="83552" y="5273"/>
                  </a:lnTo>
                  <a:cubicBezTo>
                    <a:pt x="97819" y="5273"/>
                    <a:pt x="106929" y="9791"/>
                    <a:pt x="106929" y="21338"/>
                  </a:cubicBezTo>
                  <a:cubicBezTo>
                    <a:pt x="106929" y="27865"/>
                    <a:pt x="103491" y="42257"/>
                    <a:pt x="96787" y="48281"/>
                  </a:cubicBezTo>
                  <a:cubicBezTo>
                    <a:pt x="88193" y="55812"/>
                    <a:pt x="77879" y="57151"/>
                    <a:pt x="70316" y="57151"/>
                  </a:cubicBezTo>
                  <a:lnTo>
                    <a:pt x="46079" y="57151"/>
                  </a:lnTo>
                  <a:lnTo>
                    <a:pt x="57768" y="116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1" name="Freeform: Shape 2080">
              <a:extLst>
                <a:ext uri="{FF2B5EF4-FFF2-40B4-BE49-F238E27FC236}">
                  <a16:creationId xmlns:a16="http://schemas.microsoft.com/office/drawing/2014/main" id="{1F2A3EAB-5AC7-8247-2F49-096E47AC7967}"/>
                </a:ext>
              </a:extLst>
            </p:cNvPr>
            <p:cNvSpPr/>
            <p:nvPr>
              <p:custDataLst>
                <p:tags r:id="rId17"/>
              </p:custDataLst>
            </p:nvPr>
          </p:nvSpPr>
          <p:spPr>
            <a:xfrm>
              <a:off x="10315910" y="5555267"/>
              <a:ext cx="39879" cy="167349"/>
            </a:xfrm>
            <a:custGeom>
              <a:avLst/>
              <a:gdLst>
                <a:gd name="connsiteX0" fmla="*/ 40070 w 39879"/>
                <a:gd name="connsiteY0" fmla="*/ 165761 h 167349"/>
                <a:gd name="connsiteX1" fmla="*/ 37148 w 39879"/>
                <a:gd name="connsiteY1" fmla="*/ 162079 h 167349"/>
                <a:gd name="connsiteX2" fmla="*/ 10161 w 39879"/>
                <a:gd name="connsiteY2" fmla="*/ 83760 h 167349"/>
                <a:gd name="connsiteX3" fmla="*/ 37836 w 39879"/>
                <a:gd name="connsiteY3" fmla="*/ 4603 h 167349"/>
                <a:gd name="connsiteX4" fmla="*/ 40070 w 39879"/>
                <a:gd name="connsiteY4" fmla="*/ 1758 h 167349"/>
                <a:gd name="connsiteX5" fmla="*/ 38352 w 39879"/>
                <a:gd name="connsiteY5" fmla="*/ 85 h 167349"/>
                <a:gd name="connsiteX6" fmla="*/ 11021 w 39879"/>
                <a:gd name="connsiteY6" fmla="*/ 32718 h 167349"/>
                <a:gd name="connsiteX7" fmla="*/ 191 w 39879"/>
                <a:gd name="connsiteY7" fmla="*/ 83760 h 167349"/>
                <a:gd name="connsiteX8" fmla="*/ 11536 w 39879"/>
                <a:gd name="connsiteY8" fmla="*/ 135973 h 167349"/>
                <a:gd name="connsiteX9" fmla="*/ 38352 w 39879"/>
                <a:gd name="connsiteY9" fmla="*/ 167434 h 167349"/>
                <a:gd name="connsiteX10" fmla="*/ 40070 w 39879"/>
                <a:gd name="connsiteY10" fmla="*/ 165761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61"/>
                  </a:moveTo>
                  <a:cubicBezTo>
                    <a:pt x="40070" y="165259"/>
                    <a:pt x="40070" y="164924"/>
                    <a:pt x="37148" y="162079"/>
                  </a:cubicBezTo>
                  <a:cubicBezTo>
                    <a:pt x="15662" y="140993"/>
                    <a:pt x="10161" y="109364"/>
                    <a:pt x="10161" y="83760"/>
                  </a:cubicBezTo>
                  <a:cubicBezTo>
                    <a:pt x="10161" y="54641"/>
                    <a:pt x="16693" y="25522"/>
                    <a:pt x="37836" y="4603"/>
                  </a:cubicBezTo>
                  <a:cubicBezTo>
                    <a:pt x="40070" y="2595"/>
                    <a:pt x="40070" y="2260"/>
                    <a:pt x="40070" y="1758"/>
                  </a:cubicBezTo>
                  <a:cubicBezTo>
                    <a:pt x="40070" y="587"/>
                    <a:pt x="39383" y="85"/>
                    <a:pt x="38352" y="85"/>
                  </a:cubicBezTo>
                  <a:cubicBezTo>
                    <a:pt x="36633" y="85"/>
                    <a:pt x="21162" y="11465"/>
                    <a:pt x="11021" y="32718"/>
                  </a:cubicBezTo>
                  <a:cubicBezTo>
                    <a:pt x="2254" y="51126"/>
                    <a:pt x="191" y="69702"/>
                    <a:pt x="191" y="83760"/>
                  </a:cubicBezTo>
                  <a:cubicBezTo>
                    <a:pt x="191" y="96813"/>
                    <a:pt x="2082" y="117062"/>
                    <a:pt x="11536" y="135973"/>
                  </a:cubicBezTo>
                  <a:cubicBezTo>
                    <a:pt x="21850" y="156557"/>
                    <a:pt x="36633" y="167434"/>
                    <a:pt x="38352" y="167434"/>
                  </a:cubicBezTo>
                  <a:cubicBezTo>
                    <a:pt x="39383" y="167434"/>
                    <a:pt x="40070" y="166932"/>
                    <a:pt x="40070" y="16576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2" name="Freeform: Shape 2081">
              <a:extLst>
                <a:ext uri="{FF2B5EF4-FFF2-40B4-BE49-F238E27FC236}">
                  <a16:creationId xmlns:a16="http://schemas.microsoft.com/office/drawing/2014/main" id="{F5AB5837-5870-D71D-85BA-5107DE497EAF}"/>
                </a:ext>
              </a:extLst>
            </p:cNvPr>
            <p:cNvSpPr/>
            <p:nvPr>
              <p:custDataLst>
                <p:tags r:id="rId18"/>
              </p:custDataLst>
            </p:nvPr>
          </p:nvSpPr>
          <p:spPr>
            <a:xfrm>
              <a:off x="10371756" y="5566479"/>
              <a:ext cx="124966" cy="114299"/>
            </a:xfrm>
            <a:custGeom>
              <a:avLst/>
              <a:gdLst>
                <a:gd name="connsiteX0" fmla="*/ 96799 w 124966"/>
                <a:gd name="connsiteY0" fmla="*/ 19163 h 114299"/>
                <a:gd name="connsiteX1" fmla="*/ 99206 w 124966"/>
                <a:gd name="connsiteY1" fmla="*/ 16820 h 114299"/>
                <a:gd name="connsiteX2" fmla="*/ 121724 w 124966"/>
                <a:gd name="connsiteY2" fmla="*/ 5273 h 114299"/>
                <a:gd name="connsiteX3" fmla="*/ 125161 w 124966"/>
                <a:gd name="connsiteY3" fmla="*/ 2093 h 114299"/>
                <a:gd name="connsiteX4" fmla="*/ 122927 w 124966"/>
                <a:gd name="connsiteY4" fmla="*/ 85 h 114299"/>
                <a:gd name="connsiteX5" fmla="*/ 108832 w 124966"/>
                <a:gd name="connsiteY5" fmla="*/ 587 h 114299"/>
                <a:gd name="connsiteX6" fmla="*/ 91642 w 124966"/>
                <a:gd name="connsiteY6" fmla="*/ 85 h 114299"/>
                <a:gd name="connsiteX7" fmla="*/ 88376 w 124966"/>
                <a:gd name="connsiteY7" fmla="*/ 3264 h 114299"/>
                <a:gd name="connsiteX8" fmla="*/ 90955 w 124966"/>
                <a:gd name="connsiteY8" fmla="*/ 5273 h 114299"/>
                <a:gd name="connsiteX9" fmla="*/ 97143 w 124966"/>
                <a:gd name="connsiteY9" fmla="*/ 9122 h 114299"/>
                <a:gd name="connsiteX10" fmla="*/ 92502 w 124966"/>
                <a:gd name="connsiteY10" fmla="*/ 17154 h 114299"/>
                <a:gd name="connsiteX11" fmla="*/ 52623 w 124966"/>
                <a:gd name="connsiteY11" fmla="*/ 61837 h 114299"/>
                <a:gd name="connsiteX12" fmla="*/ 33714 w 124966"/>
                <a:gd name="connsiteY12" fmla="*/ 12134 h 114299"/>
                <a:gd name="connsiteX13" fmla="*/ 32683 w 124966"/>
                <a:gd name="connsiteY13" fmla="*/ 9289 h 114299"/>
                <a:gd name="connsiteX14" fmla="*/ 42825 w 124966"/>
                <a:gd name="connsiteY14" fmla="*/ 5273 h 114299"/>
                <a:gd name="connsiteX15" fmla="*/ 46950 w 124966"/>
                <a:gd name="connsiteY15" fmla="*/ 1926 h 114299"/>
                <a:gd name="connsiteX16" fmla="*/ 44372 w 124966"/>
                <a:gd name="connsiteY16" fmla="*/ 85 h 114299"/>
                <a:gd name="connsiteX17" fmla="*/ 22713 w 124966"/>
                <a:gd name="connsiteY17" fmla="*/ 587 h 114299"/>
                <a:gd name="connsiteX18" fmla="*/ 3461 w 124966"/>
                <a:gd name="connsiteY18" fmla="*/ 85 h 114299"/>
                <a:gd name="connsiteX19" fmla="*/ 195 w 124966"/>
                <a:gd name="connsiteY19" fmla="*/ 3432 h 114299"/>
                <a:gd name="connsiteX20" fmla="*/ 4149 w 124966"/>
                <a:gd name="connsiteY20" fmla="*/ 5273 h 114299"/>
                <a:gd name="connsiteX21" fmla="*/ 16697 w 124966"/>
                <a:gd name="connsiteY21" fmla="*/ 10963 h 114299"/>
                <a:gd name="connsiteX22" fmla="*/ 37840 w 124966"/>
                <a:gd name="connsiteY22" fmla="*/ 66021 h 114299"/>
                <a:gd name="connsiteX23" fmla="*/ 38527 w 124966"/>
                <a:gd name="connsiteY23" fmla="*/ 68865 h 114299"/>
                <a:gd name="connsiteX24" fmla="*/ 30792 w 124966"/>
                <a:gd name="connsiteY24" fmla="*/ 99323 h 114299"/>
                <a:gd name="connsiteX25" fmla="*/ 14634 w 124966"/>
                <a:gd name="connsiteY25" fmla="*/ 109197 h 114299"/>
                <a:gd name="connsiteX26" fmla="*/ 9993 w 124966"/>
                <a:gd name="connsiteY26" fmla="*/ 112544 h 114299"/>
                <a:gd name="connsiteX27" fmla="*/ 12400 w 124966"/>
                <a:gd name="connsiteY27" fmla="*/ 114385 h 114299"/>
                <a:gd name="connsiteX28" fmla="*/ 34058 w 124966"/>
                <a:gd name="connsiteY28" fmla="*/ 113882 h 114299"/>
                <a:gd name="connsiteX29" fmla="*/ 56060 w 124966"/>
                <a:gd name="connsiteY29" fmla="*/ 114385 h 114299"/>
                <a:gd name="connsiteX30" fmla="*/ 59326 w 124966"/>
                <a:gd name="connsiteY30" fmla="*/ 111038 h 114299"/>
                <a:gd name="connsiteX31" fmla="*/ 54513 w 124966"/>
                <a:gd name="connsiteY31" fmla="*/ 109197 h 114299"/>
                <a:gd name="connsiteX32" fmla="*/ 47981 w 124966"/>
                <a:gd name="connsiteY32" fmla="*/ 108862 h 114299"/>
                <a:gd name="connsiteX33" fmla="*/ 43340 w 124966"/>
                <a:gd name="connsiteY33" fmla="*/ 106184 h 114299"/>
                <a:gd name="connsiteX34" fmla="*/ 45747 w 124966"/>
                <a:gd name="connsiteY34" fmla="*/ 95641 h 114299"/>
                <a:gd name="connsiteX35" fmla="*/ 51763 w 124966"/>
                <a:gd name="connsiteY35" fmla="*/ 72045 h 114299"/>
                <a:gd name="connsiteX36" fmla="*/ 54170 w 124966"/>
                <a:gd name="connsiteY36" fmla="*/ 66857 h 114299"/>
                <a:gd name="connsiteX37" fmla="*/ 96799 w 124966"/>
                <a:gd name="connsiteY37" fmla="*/ 19163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63"/>
                  </a:moveTo>
                  <a:lnTo>
                    <a:pt x="99206" y="16820"/>
                  </a:lnTo>
                  <a:cubicBezTo>
                    <a:pt x="104362" y="11799"/>
                    <a:pt x="110035" y="6109"/>
                    <a:pt x="121724" y="5273"/>
                  </a:cubicBezTo>
                  <a:cubicBezTo>
                    <a:pt x="123614" y="5105"/>
                    <a:pt x="125161" y="5105"/>
                    <a:pt x="125161" y="2093"/>
                  </a:cubicBezTo>
                  <a:cubicBezTo>
                    <a:pt x="125161" y="754"/>
                    <a:pt x="124302" y="85"/>
                    <a:pt x="122927" y="85"/>
                  </a:cubicBezTo>
                  <a:cubicBezTo>
                    <a:pt x="118458" y="85"/>
                    <a:pt x="113473" y="587"/>
                    <a:pt x="108832" y="587"/>
                  </a:cubicBezTo>
                  <a:cubicBezTo>
                    <a:pt x="103159" y="587"/>
                    <a:pt x="97143" y="85"/>
                    <a:pt x="91642" y="85"/>
                  </a:cubicBezTo>
                  <a:cubicBezTo>
                    <a:pt x="90611" y="85"/>
                    <a:pt x="88376" y="85"/>
                    <a:pt x="88376" y="3264"/>
                  </a:cubicBezTo>
                  <a:cubicBezTo>
                    <a:pt x="88376" y="5105"/>
                    <a:pt x="90095" y="5273"/>
                    <a:pt x="90955" y="5273"/>
                  </a:cubicBezTo>
                  <a:cubicBezTo>
                    <a:pt x="92158" y="5273"/>
                    <a:pt x="97143" y="5607"/>
                    <a:pt x="97143" y="9122"/>
                  </a:cubicBezTo>
                  <a:cubicBezTo>
                    <a:pt x="97143" y="11967"/>
                    <a:pt x="93189" y="16318"/>
                    <a:pt x="92502" y="17154"/>
                  </a:cubicBezTo>
                  <a:lnTo>
                    <a:pt x="52623" y="61837"/>
                  </a:lnTo>
                  <a:lnTo>
                    <a:pt x="33714" y="12134"/>
                  </a:lnTo>
                  <a:cubicBezTo>
                    <a:pt x="32683" y="9791"/>
                    <a:pt x="32683" y="9456"/>
                    <a:pt x="32683" y="9289"/>
                  </a:cubicBezTo>
                  <a:cubicBezTo>
                    <a:pt x="32683" y="5273"/>
                    <a:pt x="41106" y="5273"/>
                    <a:pt x="42825" y="5273"/>
                  </a:cubicBezTo>
                  <a:cubicBezTo>
                    <a:pt x="45231" y="5273"/>
                    <a:pt x="46950" y="5273"/>
                    <a:pt x="46950" y="1926"/>
                  </a:cubicBezTo>
                  <a:cubicBezTo>
                    <a:pt x="46950" y="85"/>
                    <a:pt x="44887" y="85"/>
                    <a:pt x="44372" y="85"/>
                  </a:cubicBezTo>
                  <a:cubicBezTo>
                    <a:pt x="39559" y="85"/>
                    <a:pt x="27526" y="587"/>
                    <a:pt x="22713" y="587"/>
                  </a:cubicBezTo>
                  <a:cubicBezTo>
                    <a:pt x="18416" y="587"/>
                    <a:pt x="7758" y="85"/>
                    <a:pt x="3461" y="85"/>
                  </a:cubicBezTo>
                  <a:cubicBezTo>
                    <a:pt x="2430" y="85"/>
                    <a:pt x="195" y="85"/>
                    <a:pt x="195" y="3432"/>
                  </a:cubicBezTo>
                  <a:cubicBezTo>
                    <a:pt x="195" y="5273"/>
                    <a:pt x="1914" y="5273"/>
                    <a:pt x="4149" y="5273"/>
                  </a:cubicBezTo>
                  <a:cubicBezTo>
                    <a:pt x="14462" y="5273"/>
                    <a:pt x="15150" y="6779"/>
                    <a:pt x="16697" y="10963"/>
                  </a:cubicBezTo>
                  <a:lnTo>
                    <a:pt x="37840" y="66021"/>
                  </a:lnTo>
                  <a:cubicBezTo>
                    <a:pt x="38012" y="66523"/>
                    <a:pt x="38527" y="68363"/>
                    <a:pt x="38527" y="68865"/>
                  </a:cubicBezTo>
                  <a:cubicBezTo>
                    <a:pt x="38527" y="69368"/>
                    <a:pt x="31652" y="96311"/>
                    <a:pt x="30792" y="99323"/>
                  </a:cubicBezTo>
                  <a:cubicBezTo>
                    <a:pt x="28558" y="108527"/>
                    <a:pt x="28386" y="109029"/>
                    <a:pt x="14634" y="109197"/>
                  </a:cubicBezTo>
                  <a:cubicBezTo>
                    <a:pt x="11368" y="109197"/>
                    <a:pt x="9993" y="109197"/>
                    <a:pt x="9993" y="112544"/>
                  </a:cubicBezTo>
                  <a:cubicBezTo>
                    <a:pt x="9993" y="114385"/>
                    <a:pt x="12056" y="114385"/>
                    <a:pt x="12400" y="114385"/>
                  </a:cubicBezTo>
                  <a:cubicBezTo>
                    <a:pt x="17213" y="114385"/>
                    <a:pt x="29245" y="113882"/>
                    <a:pt x="34058" y="113882"/>
                  </a:cubicBezTo>
                  <a:cubicBezTo>
                    <a:pt x="38871" y="113882"/>
                    <a:pt x="51247" y="114385"/>
                    <a:pt x="56060" y="114385"/>
                  </a:cubicBezTo>
                  <a:cubicBezTo>
                    <a:pt x="57264" y="114385"/>
                    <a:pt x="59326" y="114385"/>
                    <a:pt x="59326" y="111038"/>
                  </a:cubicBezTo>
                  <a:cubicBezTo>
                    <a:pt x="59326" y="109197"/>
                    <a:pt x="57779" y="109197"/>
                    <a:pt x="54513" y="109197"/>
                  </a:cubicBezTo>
                  <a:cubicBezTo>
                    <a:pt x="54170" y="109197"/>
                    <a:pt x="50904" y="109197"/>
                    <a:pt x="47981" y="108862"/>
                  </a:cubicBezTo>
                  <a:cubicBezTo>
                    <a:pt x="44372" y="108527"/>
                    <a:pt x="43340" y="108193"/>
                    <a:pt x="43340" y="106184"/>
                  </a:cubicBezTo>
                  <a:cubicBezTo>
                    <a:pt x="43340" y="105013"/>
                    <a:pt x="44887" y="99156"/>
                    <a:pt x="45747" y="95641"/>
                  </a:cubicBezTo>
                  <a:lnTo>
                    <a:pt x="51763" y="72045"/>
                  </a:lnTo>
                  <a:cubicBezTo>
                    <a:pt x="52623" y="68865"/>
                    <a:pt x="52794" y="68363"/>
                    <a:pt x="54170" y="66857"/>
                  </a:cubicBezTo>
                  <a:lnTo>
                    <a:pt x="96799" y="191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3" name="Freeform: Shape 2082">
              <a:extLst>
                <a:ext uri="{FF2B5EF4-FFF2-40B4-BE49-F238E27FC236}">
                  <a16:creationId xmlns:a16="http://schemas.microsoft.com/office/drawing/2014/main" id="{7794E421-F47E-DD36-1C1A-6D01C7B09262}"/>
                </a:ext>
              </a:extLst>
            </p:cNvPr>
            <p:cNvSpPr/>
            <p:nvPr>
              <p:custDataLst>
                <p:tags r:id="rId19"/>
              </p:custDataLst>
            </p:nvPr>
          </p:nvSpPr>
          <p:spPr>
            <a:xfrm>
              <a:off x="10471189" y="5654221"/>
              <a:ext cx="73518" cy="52832"/>
            </a:xfrm>
            <a:custGeom>
              <a:avLst/>
              <a:gdLst>
                <a:gd name="connsiteX0" fmla="*/ 9225 w 73518"/>
                <a:gd name="connsiteY0" fmla="*/ 44367 h 52832"/>
                <a:gd name="connsiteX1" fmla="*/ 8022 w 73518"/>
                <a:gd name="connsiteY1" fmla="*/ 49170 h 52832"/>
                <a:gd name="connsiteX2" fmla="*/ 12113 w 73518"/>
                <a:gd name="connsiteY2" fmla="*/ 52919 h 52832"/>
                <a:gd name="connsiteX3" fmla="*/ 16806 w 73518"/>
                <a:gd name="connsiteY3" fmla="*/ 50341 h 52832"/>
                <a:gd name="connsiteX4" fmla="*/ 18972 w 73518"/>
                <a:gd name="connsiteY4" fmla="*/ 43078 h 52832"/>
                <a:gd name="connsiteX5" fmla="*/ 21619 w 73518"/>
                <a:gd name="connsiteY5" fmla="*/ 32535 h 52832"/>
                <a:gd name="connsiteX6" fmla="*/ 23664 w 73518"/>
                <a:gd name="connsiteY6" fmla="*/ 24687 h 52832"/>
                <a:gd name="connsiteX7" fmla="*/ 28718 w 73518"/>
                <a:gd name="connsiteY7" fmla="*/ 14144 h 52832"/>
                <a:gd name="connsiteX8" fmla="*/ 46767 w 73518"/>
                <a:gd name="connsiteY8" fmla="*/ 3366 h 52832"/>
                <a:gd name="connsiteX9" fmla="*/ 53866 w 73518"/>
                <a:gd name="connsiteY9" fmla="*/ 11566 h 52832"/>
                <a:gd name="connsiteX10" fmla="*/ 46767 w 73518"/>
                <a:gd name="connsiteY10" fmla="*/ 36518 h 52832"/>
                <a:gd name="connsiteX11" fmla="*/ 44962 w 73518"/>
                <a:gd name="connsiteY11" fmla="*/ 42844 h 52832"/>
                <a:gd name="connsiteX12" fmla="*/ 56393 w 73518"/>
                <a:gd name="connsiteY12" fmla="*/ 52919 h 52832"/>
                <a:gd name="connsiteX13" fmla="*/ 73720 w 73518"/>
                <a:gd name="connsiteY13" fmla="*/ 34995 h 52832"/>
                <a:gd name="connsiteX14" fmla="*/ 71794 w 73518"/>
                <a:gd name="connsiteY14" fmla="*/ 33473 h 52832"/>
                <a:gd name="connsiteX15" fmla="*/ 69508 w 73518"/>
                <a:gd name="connsiteY15" fmla="*/ 35464 h 52832"/>
                <a:gd name="connsiteX16" fmla="*/ 56754 w 73518"/>
                <a:gd name="connsiteY16" fmla="*/ 49639 h 52832"/>
                <a:gd name="connsiteX17" fmla="*/ 53746 w 73518"/>
                <a:gd name="connsiteY17" fmla="*/ 45538 h 52832"/>
                <a:gd name="connsiteX18" fmla="*/ 56513 w 73518"/>
                <a:gd name="connsiteY18" fmla="*/ 36050 h 52832"/>
                <a:gd name="connsiteX19" fmla="*/ 62890 w 73518"/>
                <a:gd name="connsiteY19" fmla="*/ 13441 h 52832"/>
                <a:gd name="connsiteX20" fmla="*/ 47248 w 73518"/>
                <a:gd name="connsiteY20" fmla="*/ 86 h 52832"/>
                <a:gd name="connsiteX21" fmla="*/ 26913 w 73518"/>
                <a:gd name="connsiteY21" fmla="*/ 10746 h 52832"/>
                <a:gd name="connsiteX22" fmla="*/ 14038 w 73518"/>
                <a:gd name="connsiteY22" fmla="*/ 86 h 52832"/>
                <a:gd name="connsiteX23" fmla="*/ 4533 w 73518"/>
                <a:gd name="connsiteY23" fmla="*/ 6412 h 52832"/>
                <a:gd name="connsiteX24" fmla="*/ 201 w 73518"/>
                <a:gd name="connsiteY24" fmla="*/ 18009 h 52832"/>
                <a:gd name="connsiteX25" fmla="*/ 2246 w 73518"/>
                <a:gd name="connsiteY25" fmla="*/ 19532 h 52832"/>
                <a:gd name="connsiteX26" fmla="*/ 4894 w 73518"/>
                <a:gd name="connsiteY26" fmla="*/ 16018 h 52832"/>
                <a:gd name="connsiteX27" fmla="*/ 13677 w 73518"/>
                <a:gd name="connsiteY27" fmla="*/ 3366 h 52832"/>
                <a:gd name="connsiteX28" fmla="*/ 17648 w 73518"/>
                <a:gd name="connsiteY28" fmla="*/ 9106 h 52832"/>
                <a:gd name="connsiteX29" fmla="*/ 15723 w 73518"/>
                <a:gd name="connsiteY29" fmla="*/ 18829 h 52832"/>
                <a:gd name="connsiteX30" fmla="*/ 13076 w 73518"/>
                <a:gd name="connsiteY30" fmla="*/ 29372 h 52832"/>
                <a:gd name="connsiteX31" fmla="*/ 9225 w 73518"/>
                <a:gd name="connsiteY31" fmla="*/ 44367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67"/>
                  </a:moveTo>
                  <a:cubicBezTo>
                    <a:pt x="8744" y="45890"/>
                    <a:pt x="8022" y="48818"/>
                    <a:pt x="8022" y="49170"/>
                  </a:cubicBezTo>
                  <a:cubicBezTo>
                    <a:pt x="8022" y="51747"/>
                    <a:pt x="10188" y="52919"/>
                    <a:pt x="12113" y="52919"/>
                  </a:cubicBezTo>
                  <a:cubicBezTo>
                    <a:pt x="14279" y="52919"/>
                    <a:pt x="16204" y="51396"/>
                    <a:pt x="16806" y="50341"/>
                  </a:cubicBezTo>
                  <a:cubicBezTo>
                    <a:pt x="17407" y="49287"/>
                    <a:pt x="18370" y="45538"/>
                    <a:pt x="18972" y="43078"/>
                  </a:cubicBezTo>
                  <a:cubicBezTo>
                    <a:pt x="19573" y="40853"/>
                    <a:pt x="20897" y="35464"/>
                    <a:pt x="21619" y="32535"/>
                  </a:cubicBezTo>
                  <a:cubicBezTo>
                    <a:pt x="22341" y="29958"/>
                    <a:pt x="23063" y="27381"/>
                    <a:pt x="23664" y="24687"/>
                  </a:cubicBezTo>
                  <a:cubicBezTo>
                    <a:pt x="24988" y="19884"/>
                    <a:pt x="25229" y="18947"/>
                    <a:pt x="28718" y="14144"/>
                  </a:cubicBezTo>
                  <a:cubicBezTo>
                    <a:pt x="32087" y="9458"/>
                    <a:pt x="37742" y="3366"/>
                    <a:pt x="46767" y="3366"/>
                  </a:cubicBezTo>
                  <a:cubicBezTo>
                    <a:pt x="53746" y="3366"/>
                    <a:pt x="53866" y="9341"/>
                    <a:pt x="53866" y="11566"/>
                  </a:cubicBezTo>
                  <a:cubicBezTo>
                    <a:pt x="53866" y="18595"/>
                    <a:pt x="48692" y="31598"/>
                    <a:pt x="46767" y="36518"/>
                  </a:cubicBezTo>
                  <a:cubicBezTo>
                    <a:pt x="45443" y="39798"/>
                    <a:pt x="44962" y="40853"/>
                    <a:pt x="44962" y="42844"/>
                  </a:cubicBezTo>
                  <a:cubicBezTo>
                    <a:pt x="44962" y="49053"/>
                    <a:pt x="50256" y="52919"/>
                    <a:pt x="56393" y="52919"/>
                  </a:cubicBezTo>
                  <a:cubicBezTo>
                    <a:pt x="68425" y="52919"/>
                    <a:pt x="73720" y="36753"/>
                    <a:pt x="73720" y="34995"/>
                  </a:cubicBezTo>
                  <a:cubicBezTo>
                    <a:pt x="73720" y="33473"/>
                    <a:pt x="72155" y="33473"/>
                    <a:pt x="71794" y="33473"/>
                  </a:cubicBezTo>
                  <a:cubicBezTo>
                    <a:pt x="70110" y="33473"/>
                    <a:pt x="69990" y="34175"/>
                    <a:pt x="69508" y="35464"/>
                  </a:cubicBezTo>
                  <a:cubicBezTo>
                    <a:pt x="66741" y="44836"/>
                    <a:pt x="61567" y="49639"/>
                    <a:pt x="56754" y="49639"/>
                  </a:cubicBezTo>
                  <a:cubicBezTo>
                    <a:pt x="54227" y="49639"/>
                    <a:pt x="53746" y="47998"/>
                    <a:pt x="53746" y="45538"/>
                  </a:cubicBezTo>
                  <a:cubicBezTo>
                    <a:pt x="53746" y="42844"/>
                    <a:pt x="54347" y="41321"/>
                    <a:pt x="56513" y="36050"/>
                  </a:cubicBezTo>
                  <a:cubicBezTo>
                    <a:pt x="57957" y="32418"/>
                    <a:pt x="62890" y="20001"/>
                    <a:pt x="62890" y="13441"/>
                  </a:cubicBezTo>
                  <a:cubicBezTo>
                    <a:pt x="62890" y="2078"/>
                    <a:pt x="53625" y="86"/>
                    <a:pt x="47248" y="86"/>
                  </a:cubicBezTo>
                  <a:cubicBezTo>
                    <a:pt x="37261" y="86"/>
                    <a:pt x="30523" y="6061"/>
                    <a:pt x="26913" y="10746"/>
                  </a:cubicBezTo>
                  <a:cubicBezTo>
                    <a:pt x="26071" y="2663"/>
                    <a:pt x="18972" y="86"/>
                    <a:pt x="14038" y="86"/>
                  </a:cubicBezTo>
                  <a:cubicBezTo>
                    <a:pt x="8864" y="86"/>
                    <a:pt x="6097" y="3718"/>
                    <a:pt x="4533" y="6412"/>
                  </a:cubicBezTo>
                  <a:cubicBezTo>
                    <a:pt x="1886" y="10746"/>
                    <a:pt x="201" y="17424"/>
                    <a:pt x="201" y="18009"/>
                  </a:cubicBezTo>
                  <a:cubicBezTo>
                    <a:pt x="201" y="19532"/>
                    <a:pt x="1886" y="19532"/>
                    <a:pt x="2246" y="19532"/>
                  </a:cubicBezTo>
                  <a:cubicBezTo>
                    <a:pt x="3931" y="19532"/>
                    <a:pt x="4051" y="19181"/>
                    <a:pt x="4894" y="16018"/>
                  </a:cubicBezTo>
                  <a:cubicBezTo>
                    <a:pt x="6699" y="9106"/>
                    <a:pt x="8985" y="3366"/>
                    <a:pt x="13677" y="3366"/>
                  </a:cubicBezTo>
                  <a:cubicBezTo>
                    <a:pt x="16806" y="3366"/>
                    <a:pt x="17648" y="5944"/>
                    <a:pt x="17648" y="9106"/>
                  </a:cubicBezTo>
                  <a:cubicBezTo>
                    <a:pt x="17648" y="11332"/>
                    <a:pt x="16565" y="15667"/>
                    <a:pt x="15723" y="18829"/>
                  </a:cubicBezTo>
                  <a:cubicBezTo>
                    <a:pt x="14881" y="21992"/>
                    <a:pt x="13677" y="26795"/>
                    <a:pt x="13076" y="29372"/>
                  </a:cubicBezTo>
                  <a:lnTo>
                    <a:pt x="9225" y="443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4" name="Freeform: Shape 2083">
              <a:extLst>
                <a:ext uri="{FF2B5EF4-FFF2-40B4-BE49-F238E27FC236}">
                  <a16:creationId xmlns:a16="http://schemas.microsoft.com/office/drawing/2014/main" id="{6C3412EE-3D9A-E5D4-FD21-5455634CDB20}"/>
                </a:ext>
              </a:extLst>
            </p:cNvPr>
            <p:cNvSpPr/>
            <p:nvPr>
              <p:custDataLst>
                <p:tags r:id="rId20"/>
              </p:custDataLst>
            </p:nvPr>
          </p:nvSpPr>
          <p:spPr>
            <a:xfrm>
              <a:off x="10621114" y="5590410"/>
              <a:ext cx="105026" cy="97062"/>
            </a:xfrm>
            <a:custGeom>
              <a:avLst/>
              <a:gdLst>
                <a:gd name="connsiteX0" fmla="*/ 101970 w 105026"/>
                <a:gd name="connsiteY0" fmla="*/ 52298 h 97062"/>
                <a:gd name="connsiteX1" fmla="*/ 105236 w 105026"/>
                <a:gd name="connsiteY1" fmla="*/ 48616 h 97062"/>
                <a:gd name="connsiteX2" fmla="*/ 101970 w 105026"/>
                <a:gd name="connsiteY2" fmla="*/ 44934 h 97062"/>
                <a:gd name="connsiteX3" fmla="*/ 6741 w 105026"/>
                <a:gd name="connsiteY3" fmla="*/ 1256 h 97062"/>
                <a:gd name="connsiteX4" fmla="*/ 3647 w 105026"/>
                <a:gd name="connsiteY4" fmla="*/ 85 h 97062"/>
                <a:gd name="connsiteX5" fmla="*/ 209 w 105026"/>
                <a:gd name="connsiteY5" fmla="*/ 3432 h 97062"/>
                <a:gd name="connsiteX6" fmla="*/ 3475 w 105026"/>
                <a:gd name="connsiteY6" fmla="*/ 7113 h 97062"/>
                <a:gd name="connsiteX7" fmla="*/ 93719 w 105026"/>
                <a:gd name="connsiteY7" fmla="*/ 48616 h 97062"/>
                <a:gd name="connsiteX8" fmla="*/ 3475 w 105026"/>
                <a:gd name="connsiteY8" fmla="*/ 90119 h 97062"/>
                <a:gd name="connsiteX9" fmla="*/ 209 w 105026"/>
                <a:gd name="connsiteY9" fmla="*/ 93801 h 97062"/>
                <a:gd name="connsiteX10" fmla="*/ 3647 w 105026"/>
                <a:gd name="connsiteY10" fmla="*/ 97148 h 97062"/>
                <a:gd name="connsiteX11" fmla="*/ 6741 w 105026"/>
                <a:gd name="connsiteY11" fmla="*/ 95976 h 97062"/>
                <a:gd name="connsiteX12" fmla="*/ 101970 w 105026"/>
                <a:gd name="connsiteY12" fmla="*/ 52298 h 9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026" h="97062">
                  <a:moveTo>
                    <a:pt x="101970" y="52298"/>
                  </a:moveTo>
                  <a:cubicBezTo>
                    <a:pt x="103861" y="51461"/>
                    <a:pt x="105236" y="50624"/>
                    <a:pt x="105236" y="48616"/>
                  </a:cubicBezTo>
                  <a:cubicBezTo>
                    <a:pt x="105236" y="46608"/>
                    <a:pt x="103861" y="45771"/>
                    <a:pt x="101970" y="44934"/>
                  </a:cubicBezTo>
                  <a:lnTo>
                    <a:pt x="6741" y="1256"/>
                  </a:lnTo>
                  <a:cubicBezTo>
                    <a:pt x="4506" y="85"/>
                    <a:pt x="4163" y="85"/>
                    <a:pt x="3647" y="85"/>
                  </a:cubicBezTo>
                  <a:cubicBezTo>
                    <a:pt x="1756" y="85"/>
                    <a:pt x="209" y="1591"/>
                    <a:pt x="209" y="3432"/>
                  </a:cubicBezTo>
                  <a:cubicBezTo>
                    <a:pt x="209" y="4938"/>
                    <a:pt x="1069" y="5942"/>
                    <a:pt x="3475" y="7113"/>
                  </a:cubicBezTo>
                  <a:lnTo>
                    <a:pt x="93719" y="48616"/>
                  </a:lnTo>
                  <a:lnTo>
                    <a:pt x="3475" y="90119"/>
                  </a:lnTo>
                  <a:cubicBezTo>
                    <a:pt x="1069" y="91290"/>
                    <a:pt x="209" y="92294"/>
                    <a:pt x="209" y="93801"/>
                  </a:cubicBezTo>
                  <a:cubicBezTo>
                    <a:pt x="209" y="95641"/>
                    <a:pt x="1756" y="97148"/>
                    <a:pt x="3647" y="97148"/>
                  </a:cubicBezTo>
                  <a:cubicBezTo>
                    <a:pt x="4163" y="97148"/>
                    <a:pt x="4506" y="97148"/>
                    <a:pt x="6741" y="95976"/>
                  </a:cubicBezTo>
                  <a:lnTo>
                    <a:pt x="101970" y="522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5" name="Freeform: Shape 2084">
              <a:extLst>
                <a:ext uri="{FF2B5EF4-FFF2-40B4-BE49-F238E27FC236}">
                  <a16:creationId xmlns:a16="http://schemas.microsoft.com/office/drawing/2014/main" id="{7260C01D-D216-8AE7-40BA-07CDC5A8A66B}"/>
                </a:ext>
              </a:extLst>
            </p:cNvPr>
            <p:cNvSpPr/>
            <p:nvPr>
              <p:custDataLst>
                <p:tags r:id="rId21"/>
              </p:custDataLst>
            </p:nvPr>
          </p:nvSpPr>
          <p:spPr>
            <a:xfrm>
              <a:off x="10786054" y="5570161"/>
              <a:ext cx="70476" cy="144924"/>
            </a:xfrm>
            <a:custGeom>
              <a:avLst/>
              <a:gdLst>
                <a:gd name="connsiteX0" fmla="*/ 70696 w 70476"/>
                <a:gd name="connsiteY0" fmla="*/ 6109 h 144924"/>
                <a:gd name="connsiteX1" fmla="*/ 64164 w 70476"/>
                <a:gd name="connsiteY1" fmla="*/ 85 h 144924"/>
                <a:gd name="connsiteX2" fmla="*/ 55054 w 70476"/>
                <a:gd name="connsiteY2" fmla="*/ 8954 h 144924"/>
                <a:gd name="connsiteX3" fmla="*/ 61414 w 70476"/>
                <a:gd name="connsiteY3" fmla="*/ 14979 h 144924"/>
                <a:gd name="connsiteX4" fmla="*/ 70696 w 70476"/>
                <a:gd name="connsiteY4" fmla="*/ 6109 h 144924"/>
                <a:gd name="connsiteX5" fmla="*/ 36145 w 70476"/>
                <a:gd name="connsiteY5" fmla="*/ 119070 h 144924"/>
                <a:gd name="connsiteX6" fmla="*/ 15002 w 70476"/>
                <a:gd name="connsiteY6" fmla="*/ 141328 h 144924"/>
                <a:gd name="connsiteX7" fmla="*/ 8299 w 70476"/>
                <a:gd name="connsiteY7" fmla="*/ 139822 h 144924"/>
                <a:gd name="connsiteX8" fmla="*/ 16034 w 70476"/>
                <a:gd name="connsiteY8" fmla="*/ 130952 h 144924"/>
                <a:gd name="connsiteX9" fmla="*/ 9502 w 70476"/>
                <a:gd name="connsiteY9" fmla="*/ 125095 h 144924"/>
                <a:gd name="connsiteX10" fmla="*/ 220 w 70476"/>
                <a:gd name="connsiteY10" fmla="*/ 134634 h 144924"/>
                <a:gd name="connsiteX11" fmla="*/ 15346 w 70476"/>
                <a:gd name="connsiteY11" fmla="*/ 145009 h 144924"/>
                <a:gd name="connsiteX12" fmla="*/ 47662 w 70476"/>
                <a:gd name="connsiteY12" fmla="*/ 119572 h 144924"/>
                <a:gd name="connsiteX13" fmla="*/ 63476 w 70476"/>
                <a:gd name="connsiteY13" fmla="*/ 58322 h 144924"/>
                <a:gd name="connsiteX14" fmla="*/ 64336 w 70476"/>
                <a:gd name="connsiteY14" fmla="*/ 52131 h 144924"/>
                <a:gd name="connsiteX15" fmla="*/ 48522 w 70476"/>
                <a:gd name="connsiteY15" fmla="*/ 36734 h 144924"/>
                <a:gd name="connsiteX16" fmla="*/ 21191 w 70476"/>
                <a:gd name="connsiteY16" fmla="*/ 62506 h 144924"/>
                <a:gd name="connsiteX17" fmla="*/ 23253 w 70476"/>
                <a:gd name="connsiteY17" fmla="*/ 64180 h 144924"/>
                <a:gd name="connsiteX18" fmla="*/ 26347 w 70476"/>
                <a:gd name="connsiteY18" fmla="*/ 60833 h 144924"/>
                <a:gd name="connsiteX19" fmla="*/ 48006 w 70476"/>
                <a:gd name="connsiteY19" fmla="*/ 40416 h 144924"/>
                <a:gd name="connsiteX20" fmla="*/ 53506 w 70476"/>
                <a:gd name="connsiteY20" fmla="*/ 48114 h 144924"/>
                <a:gd name="connsiteX21" fmla="*/ 52303 w 70476"/>
                <a:gd name="connsiteY21" fmla="*/ 56649 h 144924"/>
                <a:gd name="connsiteX22" fmla="*/ 36145 w 70476"/>
                <a:gd name="connsiteY22" fmla="*/ 119070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109"/>
                  </a:moveTo>
                  <a:cubicBezTo>
                    <a:pt x="70696" y="2930"/>
                    <a:pt x="68289" y="85"/>
                    <a:pt x="64164" y="85"/>
                  </a:cubicBezTo>
                  <a:cubicBezTo>
                    <a:pt x="60210" y="85"/>
                    <a:pt x="55054" y="3934"/>
                    <a:pt x="55054" y="8954"/>
                  </a:cubicBezTo>
                  <a:cubicBezTo>
                    <a:pt x="55054" y="12301"/>
                    <a:pt x="57460" y="14979"/>
                    <a:pt x="61414" y="14979"/>
                  </a:cubicBezTo>
                  <a:cubicBezTo>
                    <a:pt x="66055" y="14979"/>
                    <a:pt x="70696" y="10628"/>
                    <a:pt x="70696" y="6109"/>
                  </a:cubicBezTo>
                  <a:close/>
                  <a:moveTo>
                    <a:pt x="36145" y="119070"/>
                  </a:moveTo>
                  <a:cubicBezTo>
                    <a:pt x="32879" y="131789"/>
                    <a:pt x="24628" y="141328"/>
                    <a:pt x="15002" y="141328"/>
                  </a:cubicBezTo>
                  <a:cubicBezTo>
                    <a:pt x="13971" y="141328"/>
                    <a:pt x="11393" y="141328"/>
                    <a:pt x="8299" y="139822"/>
                  </a:cubicBezTo>
                  <a:cubicBezTo>
                    <a:pt x="13455" y="138650"/>
                    <a:pt x="16034" y="134299"/>
                    <a:pt x="16034" y="130952"/>
                  </a:cubicBezTo>
                  <a:cubicBezTo>
                    <a:pt x="16034" y="128275"/>
                    <a:pt x="14143" y="125095"/>
                    <a:pt x="9502" y="125095"/>
                  </a:cubicBezTo>
                  <a:cubicBezTo>
                    <a:pt x="5205" y="125095"/>
                    <a:pt x="220" y="128609"/>
                    <a:pt x="220" y="134634"/>
                  </a:cubicBezTo>
                  <a:cubicBezTo>
                    <a:pt x="220" y="141328"/>
                    <a:pt x="7095" y="145009"/>
                    <a:pt x="15346" y="145009"/>
                  </a:cubicBezTo>
                  <a:cubicBezTo>
                    <a:pt x="27379" y="145009"/>
                    <a:pt x="43365" y="136140"/>
                    <a:pt x="47662" y="119572"/>
                  </a:cubicBezTo>
                  <a:lnTo>
                    <a:pt x="63476" y="58322"/>
                  </a:lnTo>
                  <a:cubicBezTo>
                    <a:pt x="64336" y="54975"/>
                    <a:pt x="64336" y="52633"/>
                    <a:pt x="64336" y="52131"/>
                  </a:cubicBezTo>
                  <a:cubicBezTo>
                    <a:pt x="64336" y="42592"/>
                    <a:pt x="57116" y="36734"/>
                    <a:pt x="48522" y="36734"/>
                  </a:cubicBezTo>
                  <a:cubicBezTo>
                    <a:pt x="30989" y="36734"/>
                    <a:pt x="21191" y="61000"/>
                    <a:pt x="21191" y="62506"/>
                  </a:cubicBezTo>
                  <a:cubicBezTo>
                    <a:pt x="21191" y="64180"/>
                    <a:pt x="22910" y="64180"/>
                    <a:pt x="23253" y="64180"/>
                  </a:cubicBezTo>
                  <a:cubicBezTo>
                    <a:pt x="24800" y="64180"/>
                    <a:pt x="24972" y="64012"/>
                    <a:pt x="26347" y="60833"/>
                  </a:cubicBezTo>
                  <a:cubicBezTo>
                    <a:pt x="30645" y="50624"/>
                    <a:pt x="38552" y="40416"/>
                    <a:pt x="48006" y="40416"/>
                  </a:cubicBezTo>
                  <a:cubicBezTo>
                    <a:pt x="50412" y="40416"/>
                    <a:pt x="53506" y="41085"/>
                    <a:pt x="53506" y="48114"/>
                  </a:cubicBezTo>
                  <a:cubicBezTo>
                    <a:pt x="53506" y="51963"/>
                    <a:pt x="52991" y="53804"/>
                    <a:pt x="52303" y="56649"/>
                  </a:cubicBezTo>
                  <a:lnTo>
                    <a:pt x="36145" y="1190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6" name="Freeform: Shape 2085">
              <a:extLst>
                <a:ext uri="{FF2B5EF4-FFF2-40B4-BE49-F238E27FC236}">
                  <a16:creationId xmlns:a16="http://schemas.microsoft.com/office/drawing/2014/main" id="{3F049DA3-4F73-D2A4-3CE9-0AC694AA7152}"/>
                </a:ext>
              </a:extLst>
            </p:cNvPr>
            <p:cNvSpPr/>
            <p:nvPr>
              <p:custDataLst>
                <p:tags r:id="rId22"/>
              </p:custDataLst>
            </p:nvPr>
          </p:nvSpPr>
          <p:spPr>
            <a:xfrm>
              <a:off x="10878713" y="5555267"/>
              <a:ext cx="39879" cy="167349"/>
            </a:xfrm>
            <a:custGeom>
              <a:avLst/>
              <a:gdLst>
                <a:gd name="connsiteX0" fmla="*/ 40104 w 39879"/>
                <a:gd name="connsiteY0" fmla="*/ 83760 h 167349"/>
                <a:gd name="connsiteX1" fmla="*/ 28759 w 39879"/>
                <a:gd name="connsiteY1" fmla="*/ 31547 h 167349"/>
                <a:gd name="connsiteX2" fmla="*/ 1943 w 39879"/>
                <a:gd name="connsiteY2" fmla="*/ 85 h 167349"/>
                <a:gd name="connsiteX3" fmla="*/ 224 w 39879"/>
                <a:gd name="connsiteY3" fmla="*/ 1758 h 167349"/>
                <a:gd name="connsiteX4" fmla="*/ 3490 w 39879"/>
                <a:gd name="connsiteY4" fmla="*/ 5607 h 167349"/>
                <a:gd name="connsiteX5" fmla="*/ 30134 w 39879"/>
                <a:gd name="connsiteY5" fmla="*/ 83760 h 167349"/>
                <a:gd name="connsiteX6" fmla="*/ 2459 w 39879"/>
                <a:gd name="connsiteY6" fmla="*/ 162916 h 167349"/>
                <a:gd name="connsiteX7" fmla="*/ 224 w 39879"/>
                <a:gd name="connsiteY7" fmla="*/ 165761 h 167349"/>
                <a:gd name="connsiteX8" fmla="*/ 1943 w 39879"/>
                <a:gd name="connsiteY8" fmla="*/ 167434 h 167349"/>
                <a:gd name="connsiteX9" fmla="*/ 29274 w 39879"/>
                <a:gd name="connsiteY9" fmla="*/ 134801 h 167349"/>
                <a:gd name="connsiteX10" fmla="*/ 40104 w 39879"/>
                <a:gd name="connsiteY10" fmla="*/ 83760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60"/>
                  </a:moveTo>
                  <a:cubicBezTo>
                    <a:pt x="40104" y="70706"/>
                    <a:pt x="38213" y="50457"/>
                    <a:pt x="28759" y="31547"/>
                  </a:cubicBezTo>
                  <a:cubicBezTo>
                    <a:pt x="18445" y="10963"/>
                    <a:pt x="3662" y="85"/>
                    <a:pt x="1943" y="85"/>
                  </a:cubicBezTo>
                  <a:cubicBezTo>
                    <a:pt x="912" y="85"/>
                    <a:pt x="224" y="754"/>
                    <a:pt x="224" y="1758"/>
                  </a:cubicBezTo>
                  <a:cubicBezTo>
                    <a:pt x="224" y="2260"/>
                    <a:pt x="224" y="2595"/>
                    <a:pt x="3490" y="5607"/>
                  </a:cubicBezTo>
                  <a:cubicBezTo>
                    <a:pt x="20336" y="22175"/>
                    <a:pt x="30134" y="48784"/>
                    <a:pt x="30134" y="83760"/>
                  </a:cubicBezTo>
                  <a:cubicBezTo>
                    <a:pt x="30134" y="112376"/>
                    <a:pt x="23774" y="141830"/>
                    <a:pt x="2459" y="162916"/>
                  </a:cubicBezTo>
                  <a:cubicBezTo>
                    <a:pt x="224" y="164924"/>
                    <a:pt x="224" y="165259"/>
                    <a:pt x="224" y="165761"/>
                  </a:cubicBezTo>
                  <a:cubicBezTo>
                    <a:pt x="224" y="166765"/>
                    <a:pt x="912" y="167434"/>
                    <a:pt x="1943" y="167434"/>
                  </a:cubicBezTo>
                  <a:cubicBezTo>
                    <a:pt x="3662" y="167434"/>
                    <a:pt x="19133" y="156055"/>
                    <a:pt x="29274" y="134801"/>
                  </a:cubicBezTo>
                  <a:cubicBezTo>
                    <a:pt x="38041" y="116393"/>
                    <a:pt x="40104" y="97817"/>
                    <a:pt x="40104" y="8376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7" name="Freeform: Shape 2086">
              <a:extLst>
                <a:ext uri="{FF2B5EF4-FFF2-40B4-BE49-F238E27FC236}">
                  <a16:creationId xmlns:a16="http://schemas.microsoft.com/office/drawing/2014/main" id="{AF43E4F5-BED2-755B-DB33-D23BCF4A056E}"/>
                </a:ext>
              </a:extLst>
            </p:cNvPr>
            <p:cNvSpPr/>
            <p:nvPr>
              <p:custDataLst>
                <p:tags r:id="rId23"/>
              </p:custDataLst>
            </p:nvPr>
          </p:nvSpPr>
          <p:spPr>
            <a:xfrm>
              <a:off x="11013762" y="5504569"/>
              <a:ext cx="114308" cy="39159"/>
            </a:xfrm>
            <a:custGeom>
              <a:avLst/>
              <a:gdLst>
                <a:gd name="connsiteX0" fmla="*/ 108697 w 114308"/>
                <a:gd name="connsiteY0" fmla="*/ 6772 h 39159"/>
                <a:gd name="connsiteX1" fmla="*/ 114541 w 114308"/>
                <a:gd name="connsiteY1" fmla="*/ 3425 h 39159"/>
                <a:gd name="connsiteX2" fmla="*/ 108869 w 114308"/>
                <a:gd name="connsiteY2" fmla="*/ 78 h 39159"/>
                <a:gd name="connsiteX3" fmla="*/ 5905 w 114308"/>
                <a:gd name="connsiteY3" fmla="*/ 78 h 39159"/>
                <a:gd name="connsiteX4" fmla="*/ 232 w 114308"/>
                <a:gd name="connsiteY4" fmla="*/ 3425 h 39159"/>
                <a:gd name="connsiteX5" fmla="*/ 6077 w 114308"/>
                <a:gd name="connsiteY5" fmla="*/ 6772 h 39159"/>
                <a:gd name="connsiteX6" fmla="*/ 108697 w 114308"/>
                <a:gd name="connsiteY6" fmla="*/ 6772 h 39159"/>
                <a:gd name="connsiteX7" fmla="*/ 108869 w 114308"/>
                <a:gd name="connsiteY7" fmla="*/ 39238 h 39159"/>
                <a:gd name="connsiteX8" fmla="*/ 114541 w 114308"/>
                <a:gd name="connsiteY8" fmla="*/ 35891 h 39159"/>
                <a:gd name="connsiteX9" fmla="*/ 108697 w 114308"/>
                <a:gd name="connsiteY9" fmla="*/ 32544 h 39159"/>
                <a:gd name="connsiteX10" fmla="*/ 6077 w 114308"/>
                <a:gd name="connsiteY10" fmla="*/ 32544 h 39159"/>
                <a:gd name="connsiteX11" fmla="*/ 232 w 114308"/>
                <a:gd name="connsiteY11" fmla="*/ 35891 h 39159"/>
                <a:gd name="connsiteX12" fmla="*/ 5905 w 114308"/>
                <a:gd name="connsiteY12" fmla="*/ 39238 h 39159"/>
                <a:gd name="connsiteX13" fmla="*/ 108869 w 114308"/>
                <a:gd name="connsiteY13" fmla="*/ 39238 h 3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308" h="39159">
                  <a:moveTo>
                    <a:pt x="108697" y="6772"/>
                  </a:moveTo>
                  <a:cubicBezTo>
                    <a:pt x="111275" y="6772"/>
                    <a:pt x="114541" y="6772"/>
                    <a:pt x="114541" y="3425"/>
                  </a:cubicBezTo>
                  <a:cubicBezTo>
                    <a:pt x="114541" y="78"/>
                    <a:pt x="111275" y="78"/>
                    <a:pt x="108869" y="78"/>
                  </a:cubicBezTo>
                  <a:lnTo>
                    <a:pt x="5905" y="78"/>
                  </a:lnTo>
                  <a:cubicBezTo>
                    <a:pt x="3498" y="78"/>
                    <a:pt x="232" y="78"/>
                    <a:pt x="232" y="3425"/>
                  </a:cubicBezTo>
                  <a:cubicBezTo>
                    <a:pt x="232" y="6772"/>
                    <a:pt x="3498" y="6772"/>
                    <a:pt x="6077" y="6772"/>
                  </a:cubicBezTo>
                  <a:lnTo>
                    <a:pt x="108697" y="6772"/>
                  </a:lnTo>
                  <a:close/>
                  <a:moveTo>
                    <a:pt x="108869" y="39238"/>
                  </a:moveTo>
                  <a:cubicBezTo>
                    <a:pt x="111275" y="39238"/>
                    <a:pt x="114541" y="39238"/>
                    <a:pt x="114541" y="35891"/>
                  </a:cubicBezTo>
                  <a:cubicBezTo>
                    <a:pt x="114541" y="32544"/>
                    <a:pt x="111275" y="32544"/>
                    <a:pt x="108697" y="32544"/>
                  </a:cubicBezTo>
                  <a:lnTo>
                    <a:pt x="6077" y="32544"/>
                  </a:lnTo>
                  <a:cubicBezTo>
                    <a:pt x="3498" y="32544"/>
                    <a:pt x="232" y="32544"/>
                    <a:pt x="232" y="35891"/>
                  </a:cubicBezTo>
                  <a:cubicBezTo>
                    <a:pt x="232" y="39238"/>
                    <a:pt x="3498" y="39238"/>
                    <a:pt x="5905" y="39238"/>
                  </a:cubicBezTo>
                  <a:lnTo>
                    <a:pt x="108869" y="392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8" name="Freeform: Shape 2087">
              <a:extLst>
                <a:ext uri="{FF2B5EF4-FFF2-40B4-BE49-F238E27FC236}">
                  <a16:creationId xmlns:a16="http://schemas.microsoft.com/office/drawing/2014/main" id="{1288C6D3-F98B-4AD8-0634-B8DF2485CC0C}"/>
                </a:ext>
              </a:extLst>
            </p:cNvPr>
            <p:cNvSpPr/>
            <p:nvPr>
              <p:custDataLst>
                <p:tags r:id="rId24"/>
              </p:custDataLst>
            </p:nvPr>
          </p:nvSpPr>
          <p:spPr>
            <a:xfrm>
              <a:off x="11193485" y="5492017"/>
              <a:ext cx="66006" cy="75809"/>
            </a:xfrm>
            <a:custGeom>
              <a:avLst/>
              <a:gdLst>
                <a:gd name="connsiteX0" fmla="*/ 24480 w 66006"/>
                <a:gd name="connsiteY0" fmla="*/ 35389 h 75809"/>
                <a:gd name="connsiteX1" fmla="*/ 50779 w 66006"/>
                <a:gd name="connsiteY1" fmla="*/ 31540 h 75809"/>
                <a:gd name="connsiteX2" fmla="*/ 63671 w 66006"/>
                <a:gd name="connsiteY2" fmla="*/ 14303 h 75809"/>
                <a:gd name="connsiteX3" fmla="*/ 45279 w 66006"/>
                <a:gd name="connsiteY3" fmla="*/ 78 h 75809"/>
                <a:gd name="connsiteX4" fmla="*/ 243 w 66006"/>
                <a:gd name="connsiteY4" fmla="*/ 45597 h 75809"/>
                <a:gd name="connsiteX5" fmla="*/ 27230 w 66006"/>
                <a:gd name="connsiteY5" fmla="*/ 75887 h 75809"/>
                <a:gd name="connsiteX6" fmla="*/ 66250 w 66006"/>
                <a:gd name="connsiteY6" fmla="*/ 56140 h 75809"/>
                <a:gd name="connsiteX7" fmla="*/ 64187 w 66006"/>
                <a:gd name="connsiteY7" fmla="*/ 53965 h 75809"/>
                <a:gd name="connsiteX8" fmla="*/ 61952 w 66006"/>
                <a:gd name="connsiteY8" fmla="*/ 55638 h 75809"/>
                <a:gd name="connsiteX9" fmla="*/ 27574 w 66006"/>
                <a:gd name="connsiteY9" fmla="*/ 72206 h 75809"/>
                <a:gd name="connsiteX10" fmla="*/ 12619 w 66006"/>
                <a:gd name="connsiteY10" fmla="*/ 52793 h 75809"/>
                <a:gd name="connsiteX11" fmla="*/ 15369 w 66006"/>
                <a:gd name="connsiteY11" fmla="*/ 35389 h 75809"/>
                <a:gd name="connsiteX12" fmla="*/ 24480 w 66006"/>
                <a:gd name="connsiteY12" fmla="*/ 35389 h 75809"/>
                <a:gd name="connsiteX13" fmla="*/ 16401 w 66006"/>
                <a:gd name="connsiteY13" fmla="*/ 31707 h 75809"/>
                <a:gd name="connsiteX14" fmla="*/ 45279 w 66006"/>
                <a:gd name="connsiteY14" fmla="*/ 3760 h 75809"/>
                <a:gd name="connsiteX15" fmla="*/ 57999 w 66006"/>
                <a:gd name="connsiteY15" fmla="*/ 14303 h 75809"/>
                <a:gd name="connsiteX16" fmla="*/ 23448 w 66006"/>
                <a:gd name="connsiteY16" fmla="*/ 31707 h 75809"/>
                <a:gd name="connsiteX17" fmla="*/ 16401 w 66006"/>
                <a:gd name="connsiteY17" fmla="*/ 31707 h 75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006" h="75809">
                  <a:moveTo>
                    <a:pt x="24480" y="35389"/>
                  </a:moveTo>
                  <a:cubicBezTo>
                    <a:pt x="29465" y="35389"/>
                    <a:pt x="42185" y="35054"/>
                    <a:pt x="50779" y="31540"/>
                  </a:cubicBezTo>
                  <a:cubicBezTo>
                    <a:pt x="62812" y="26519"/>
                    <a:pt x="63671" y="16646"/>
                    <a:pt x="63671" y="14303"/>
                  </a:cubicBezTo>
                  <a:cubicBezTo>
                    <a:pt x="63671" y="6939"/>
                    <a:pt x="57139" y="78"/>
                    <a:pt x="45279" y="78"/>
                  </a:cubicBezTo>
                  <a:cubicBezTo>
                    <a:pt x="26199" y="78"/>
                    <a:pt x="243" y="16311"/>
                    <a:pt x="243" y="45597"/>
                  </a:cubicBezTo>
                  <a:cubicBezTo>
                    <a:pt x="243" y="62667"/>
                    <a:pt x="10384" y="75887"/>
                    <a:pt x="27230" y="75887"/>
                  </a:cubicBezTo>
                  <a:cubicBezTo>
                    <a:pt x="51811" y="75887"/>
                    <a:pt x="66250" y="58148"/>
                    <a:pt x="66250" y="56140"/>
                  </a:cubicBezTo>
                  <a:cubicBezTo>
                    <a:pt x="66250" y="55136"/>
                    <a:pt x="65218" y="53965"/>
                    <a:pt x="64187" y="53965"/>
                  </a:cubicBezTo>
                  <a:cubicBezTo>
                    <a:pt x="63327" y="53965"/>
                    <a:pt x="62984" y="54299"/>
                    <a:pt x="61952" y="55638"/>
                  </a:cubicBezTo>
                  <a:cubicBezTo>
                    <a:pt x="48373" y="72206"/>
                    <a:pt x="29636" y="72206"/>
                    <a:pt x="27574" y="72206"/>
                  </a:cubicBezTo>
                  <a:cubicBezTo>
                    <a:pt x="14166" y="72206"/>
                    <a:pt x="12619" y="58148"/>
                    <a:pt x="12619" y="52793"/>
                  </a:cubicBezTo>
                  <a:cubicBezTo>
                    <a:pt x="12619" y="50785"/>
                    <a:pt x="12791" y="45597"/>
                    <a:pt x="15369" y="35389"/>
                  </a:cubicBezTo>
                  <a:lnTo>
                    <a:pt x="24480" y="35389"/>
                  </a:lnTo>
                  <a:close/>
                  <a:moveTo>
                    <a:pt x="16401" y="31707"/>
                  </a:moveTo>
                  <a:cubicBezTo>
                    <a:pt x="23104" y="6270"/>
                    <a:pt x="40809" y="3760"/>
                    <a:pt x="45279" y="3760"/>
                  </a:cubicBezTo>
                  <a:cubicBezTo>
                    <a:pt x="53358" y="3760"/>
                    <a:pt x="57999" y="8613"/>
                    <a:pt x="57999" y="14303"/>
                  </a:cubicBezTo>
                  <a:cubicBezTo>
                    <a:pt x="57999" y="31707"/>
                    <a:pt x="30496" y="31707"/>
                    <a:pt x="23448" y="31707"/>
                  </a:cubicBezTo>
                  <a:lnTo>
                    <a:pt x="16401" y="317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9" name="Freeform: Shape 2088">
              <a:extLst>
                <a:ext uri="{FF2B5EF4-FFF2-40B4-BE49-F238E27FC236}">
                  <a16:creationId xmlns:a16="http://schemas.microsoft.com/office/drawing/2014/main" id="{5EFB304E-AD2D-1D26-466E-3315A536AEF6}"/>
                </a:ext>
              </a:extLst>
            </p:cNvPr>
            <p:cNvSpPr/>
            <p:nvPr>
              <p:custDataLst>
                <p:tags r:id="rId25"/>
              </p:custDataLst>
            </p:nvPr>
          </p:nvSpPr>
          <p:spPr>
            <a:xfrm>
              <a:off x="11279454" y="5409030"/>
              <a:ext cx="31284" cy="117027"/>
            </a:xfrm>
            <a:custGeom>
              <a:avLst/>
              <a:gdLst>
                <a:gd name="connsiteX0" fmla="*/ 29125 w 31284"/>
                <a:gd name="connsiteY0" fmla="*/ 74 h 117027"/>
                <a:gd name="connsiteX1" fmla="*/ 247 w 31284"/>
                <a:gd name="connsiteY1" fmla="*/ 58529 h 117027"/>
                <a:gd name="connsiteX2" fmla="*/ 29125 w 31284"/>
                <a:gd name="connsiteY2" fmla="*/ 117101 h 117027"/>
                <a:gd name="connsiteX3" fmla="*/ 31532 w 31284"/>
                <a:gd name="connsiteY3" fmla="*/ 115696 h 117027"/>
                <a:gd name="connsiteX4" fmla="*/ 30329 w 31284"/>
                <a:gd name="connsiteY4" fmla="*/ 113938 h 117027"/>
                <a:gd name="connsiteX5" fmla="*/ 8429 w 31284"/>
                <a:gd name="connsiteY5" fmla="*/ 58646 h 117027"/>
                <a:gd name="connsiteX6" fmla="*/ 30690 w 31284"/>
                <a:gd name="connsiteY6" fmla="*/ 2885 h 117027"/>
                <a:gd name="connsiteX7" fmla="*/ 31532 w 31284"/>
                <a:gd name="connsiteY7" fmla="*/ 1480 h 117027"/>
                <a:gd name="connsiteX8" fmla="*/ 29125 w 31284"/>
                <a:gd name="connsiteY8"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284" h="117027">
                  <a:moveTo>
                    <a:pt x="29125" y="74"/>
                  </a:moveTo>
                  <a:cubicBezTo>
                    <a:pt x="6264" y="15771"/>
                    <a:pt x="247" y="40606"/>
                    <a:pt x="247" y="58529"/>
                  </a:cubicBezTo>
                  <a:cubicBezTo>
                    <a:pt x="247" y="75046"/>
                    <a:pt x="5301" y="100701"/>
                    <a:pt x="29125" y="117101"/>
                  </a:cubicBezTo>
                  <a:cubicBezTo>
                    <a:pt x="30088" y="117101"/>
                    <a:pt x="31532" y="117101"/>
                    <a:pt x="31532" y="115696"/>
                  </a:cubicBezTo>
                  <a:cubicBezTo>
                    <a:pt x="31532" y="114993"/>
                    <a:pt x="31171" y="114758"/>
                    <a:pt x="30329" y="113938"/>
                  </a:cubicBezTo>
                  <a:cubicBezTo>
                    <a:pt x="14325" y="99881"/>
                    <a:pt x="8429" y="79967"/>
                    <a:pt x="8429" y="58646"/>
                  </a:cubicBezTo>
                  <a:cubicBezTo>
                    <a:pt x="8429" y="27017"/>
                    <a:pt x="20823" y="11554"/>
                    <a:pt x="30690" y="2885"/>
                  </a:cubicBezTo>
                  <a:cubicBezTo>
                    <a:pt x="31171" y="2417"/>
                    <a:pt x="31532" y="2065"/>
                    <a:pt x="31532" y="1480"/>
                  </a:cubicBezTo>
                  <a:cubicBezTo>
                    <a:pt x="31532" y="74"/>
                    <a:pt x="30088" y="74"/>
                    <a:pt x="2912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0" name="Freeform: Shape 2089">
              <a:extLst>
                <a:ext uri="{FF2B5EF4-FFF2-40B4-BE49-F238E27FC236}">
                  <a16:creationId xmlns:a16="http://schemas.microsoft.com/office/drawing/2014/main" id="{501CC7C2-8305-F410-0EAF-8A78C8D40A64}"/>
                </a:ext>
              </a:extLst>
            </p:cNvPr>
            <p:cNvSpPr/>
            <p:nvPr>
              <p:custDataLst>
                <p:tags r:id="rId26"/>
              </p:custDataLst>
            </p:nvPr>
          </p:nvSpPr>
          <p:spPr>
            <a:xfrm>
              <a:off x="11325349" y="5445228"/>
              <a:ext cx="71713" cy="76729"/>
            </a:xfrm>
            <a:custGeom>
              <a:avLst/>
              <a:gdLst>
                <a:gd name="connsiteX0" fmla="*/ 732 w 71713"/>
                <a:gd name="connsiteY0" fmla="*/ 70595 h 76729"/>
                <a:gd name="connsiteX1" fmla="*/ 250 w 71713"/>
                <a:gd name="connsiteY1" fmla="*/ 73055 h 76729"/>
                <a:gd name="connsiteX2" fmla="*/ 4342 w 71713"/>
                <a:gd name="connsiteY2" fmla="*/ 76804 h 76729"/>
                <a:gd name="connsiteX3" fmla="*/ 10117 w 71713"/>
                <a:gd name="connsiteY3" fmla="*/ 70946 h 76729"/>
                <a:gd name="connsiteX4" fmla="*/ 15652 w 71713"/>
                <a:gd name="connsiteY4" fmla="*/ 49509 h 76729"/>
                <a:gd name="connsiteX5" fmla="*/ 28527 w 71713"/>
                <a:gd name="connsiteY5" fmla="*/ 52906 h 76729"/>
                <a:gd name="connsiteX6" fmla="*/ 45854 w 71713"/>
                <a:gd name="connsiteY6" fmla="*/ 44472 h 76729"/>
                <a:gd name="connsiteX7" fmla="*/ 58247 w 71713"/>
                <a:gd name="connsiteY7" fmla="*/ 52906 h 76729"/>
                <a:gd name="connsiteX8" fmla="*/ 67753 w 71713"/>
                <a:gd name="connsiteY8" fmla="*/ 46697 h 76729"/>
                <a:gd name="connsiteX9" fmla="*/ 71964 w 71713"/>
                <a:gd name="connsiteY9" fmla="*/ 34983 h 76729"/>
                <a:gd name="connsiteX10" fmla="*/ 70039 w 71713"/>
                <a:gd name="connsiteY10" fmla="*/ 33460 h 76729"/>
                <a:gd name="connsiteX11" fmla="*/ 67392 w 71713"/>
                <a:gd name="connsiteY11" fmla="*/ 37092 h 76729"/>
                <a:gd name="connsiteX12" fmla="*/ 58608 w 71713"/>
                <a:gd name="connsiteY12" fmla="*/ 49626 h 76729"/>
                <a:gd name="connsiteX13" fmla="*/ 54637 w 71713"/>
                <a:gd name="connsiteY13" fmla="*/ 43886 h 76729"/>
                <a:gd name="connsiteX14" fmla="*/ 56442 w 71713"/>
                <a:gd name="connsiteY14" fmla="*/ 34632 h 76729"/>
                <a:gd name="connsiteX15" fmla="*/ 59089 w 71713"/>
                <a:gd name="connsiteY15" fmla="*/ 24089 h 76729"/>
                <a:gd name="connsiteX16" fmla="*/ 61857 w 71713"/>
                <a:gd name="connsiteY16" fmla="*/ 13663 h 76729"/>
                <a:gd name="connsiteX17" fmla="*/ 63902 w 71713"/>
                <a:gd name="connsiteY17" fmla="*/ 4994 h 76729"/>
                <a:gd name="connsiteX18" fmla="*/ 59932 w 71713"/>
                <a:gd name="connsiteY18" fmla="*/ 1245 h 76729"/>
                <a:gd name="connsiteX19" fmla="*/ 54998 w 71713"/>
                <a:gd name="connsiteY19" fmla="*/ 4057 h 76729"/>
                <a:gd name="connsiteX20" fmla="*/ 53073 w 71713"/>
                <a:gd name="connsiteY20" fmla="*/ 10851 h 76729"/>
                <a:gd name="connsiteX21" fmla="*/ 50546 w 71713"/>
                <a:gd name="connsiteY21" fmla="*/ 20574 h 76729"/>
                <a:gd name="connsiteX22" fmla="*/ 46816 w 71713"/>
                <a:gd name="connsiteY22" fmla="*/ 35217 h 76729"/>
                <a:gd name="connsiteX23" fmla="*/ 44891 w 71713"/>
                <a:gd name="connsiteY23" fmla="*/ 39903 h 76729"/>
                <a:gd name="connsiteX24" fmla="*/ 29008 w 71713"/>
                <a:gd name="connsiteY24" fmla="*/ 49626 h 76729"/>
                <a:gd name="connsiteX25" fmla="*/ 19142 w 71713"/>
                <a:gd name="connsiteY25" fmla="*/ 39200 h 76729"/>
                <a:gd name="connsiteX26" fmla="*/ 21187 w 71713"/>
                <a:gd name="connsiteY26" fmla="*/ 28306 h 76729"/>
                <a:gd name="connsiteX27" fmla="*/ 23834 w 71713"/>
                <a:gd name="connsiteY27" fmla="*/ 17763 h 76729"/>
                <a:gd name="connsiteX28" fmla="*/ 25519 w 71713"/>
                <a:gd name="connsiteY28" fmla="*/ 11203 h 76729"/>
                <a:gd name="connsiteX29" fmla="*/ 27324 w 71713"/>
                <a:gd name="connsiteY29" fmla="*/ 3822 h 76729"/>
                <a:gd name="connsiteX30" fmla="*/ 23233 w 71713"/>
                <a:gd name="connsiteY30" fmla="*/ 74 h 76729"/>
                <a:gd name="connsiteX31" fmla="*/ 17457 w 71713"/>
                <a:gd name="connsiteY31" fmla="*/ 5580 h 76729"/>
                <a:gd name="connsiteX32" fmla="*/ 732 w 71713"/>
                <a:gd name="connsiteY32" fmla="*/ 70595 h 7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1713" h="76729">
                  <a:moveTo>
                    <a:pt x="732" y="70595"/>
                  </a:moveTo>
                  <a:cubicBezTo>
                    <a:pt x="250" y="72352"/>
                    <a:pt x="250" y="72938"/>
                    <a:pt x="250" y="73055"/>
                  </a:cubicBezTo>
                  <a:cubicBezTo>
                    <a:pt x="250" y="75632"/>
                    <a:pt x="2416" y="76804"/>
                    <a:pt x="4342" y="76804"/>
                  </a:cubicBezTo>
                  <a:cubicBezTo>
                    <a:pt x="8673" y="76804"/>
                    <a:pt x="9636" y="72938"/>
                    <a:pt x="10117" y="70946"/>
                  </a:cubicBezTo>
                  <a:cubicBezTo>
                    <a:pt x="10358" y="70361"/>
                    <a:pt x="12764" y="60989"/>
                    <a:pt x="15652" y="49509"/>
                  </a:cubicBezTo>
                  <a:cubicBezTo>
                    <a:pt x="19382" y="51969"/>
                    <a:pt x="24195" y="52906"/>
                    <a:pt x="28527" y="52906"/>
                  </a:cubicBezTo>
                  <a:cubicBezTo>
                    <a:pt x="38875" y="52906"/>
                    <a:pt x="45613" y="44706"/>
                    <a:pt x="45854" y="44472"/>
                  </a:cubicBezTo>
                  <a:cubicBezTo>
                    <a:pt x="48140" y="52555"/>
                    <a:pt x="56442" y="52906"/>
                    <a:pt x="58247" y="52906"/>
                  </a:cubicBezTo>
                  <a:cubicBezTo>
                    <a:pt x="62579" y="52906"/>
                    <a:pt x="65587" y="50329"/>
                    <a:pt x="67753" y="46697"/>
                  </a:cubicBezTo>
                  <a:cubicBezTo>
                    <a:pt x="70400" y="42129"/>
                    <a:pt x="71964" y="35452"/>
                    <a:pt x="71964" y="34983"/>
                  </a:cubicBezTo>
                  <a:cubicBezTo>
                    <a:pt x="71964" y="33460"/>
                    <a:pt x="70400" y="33460"/>
                    <a:pt x="70039" y="33460"/>
                  </a:cubicBezTo>
                  <a:cubicBezTo>
                    <a:pt x="68354" y="33460"/>
                    <a:pt x="68234" y="33929"/>
                    <a:pt x="67392" y="37092"/>
                  </a:cubicBezTo>
                  <a:cubicBezTo>
                    <a:pt x="65948" y="42715"/>
                    <a:pt x="63662" y="49626"/>
                    <a:pt x="58608" y="49626"/>
                  </a:cubicBezTo>
                  <a:cubicBezTo>
                    <a:pt x="55480" y="49626"/>
                    <a:pt x="54637" y="47049"/>
                    <a:pt x="54637" y="43886"/>
                  </a:cubicBezTo>
                  <a:cubicBezTo>
                    <a:pt x="54637" y="41895"/>
                    <a:pt x="55600" y="37677"/>
                    <a:pt x="56442" y="34632"/>
                  </a:cubicBezTo>
                  <a:cubicBezTo>
                    <a:pt x="57285" y="31469"/>
                    <a:pt x="58488" y="26666"/>
                    <a:pt x="59089" y="24089"/>
                  </a:cubicBezTo>
                  <a:lnTo>
                    <a:pt x="61857" y="13663"/>
                  </a:lnTo>
                  <a:cubicBezTo>
                    <a:pt x="62579" y="10734"/>
                    <a:pt x="63902" y="5580"/>
                    <a:pt x="63902" y="4994"/>
                  </a:cubicBezTo>
                  <a:cubicBezTo>
                    <a:pt x="63902" y="2651"/>
                    <a:pt x="61977" y="1245"/>
                    <a:pt x="59932" y="1245"/>
                  </a:cubicBezTo>
                  <a:cubicBezTo>
                    <a:pt x="58608" y="1245"/>
                    <a:pt x="56322" y="1831"/>
                    <a:pt x="54998" y="4057"/>
                  </a:cubicBezTo>
                  <a:cubicBezTo>
                    <a:pt x="54637" y="4760"/>
                    <a:pt x="53675" y="8508"/>
                    <a:pt x="53073" y="10851"/>
                  </a:cubicBezTo>
                  <a:lnTo>
                    <a:pt x="50546" y="20574"/>
                  </a:lnTo>
                  <a:lnTo>
                    <a:pt x="46816" y="35217"/>
                  </a:lnTo>
                  <a:cubicBezTo>
                    <a:pt x="45974" y="38146"/>
                    <a:pt x="45974" y="38380"/>
                    <a:pt x="44891" y="39903"/>
                  </a:cubicBezTo>
                  <a:cubicBezTo>
                    <a:pt x="41161" y="45057"/>
                    <a:pt x="35867" y="49626"/>
                    <a:pt x="29008" y="49626"/>
                  </a:cubicBezTo>
                  <a:cubicBezTo>
                    <a:pt x="19142" y="49626"/>
                    <a:pt x="19142" y="41309"/>
                    <a:pt x="19142" y="39200"/>
                  </a:cubicBezTo>
                  <a:cubicBezTo>
                    <a:pt x="19142" y="36154"/>
                    <a:pt x="19502" y="34632"/>
                    <a:pt x="21187" y="28306"/>
                  </a:cubicBezTo>
                  <a:cubicBezTo>
                    <a:pt x="22390" y="23151"/>
                    <a:pt x="22631" y="22331"/>
                    <a:pt x="23834" y="17763"/>
                  </a:cubicBezTo>
                  <a:lnTo>
                    <a:pt x="25519" y="11203"/>
                  </a:lnTo>
                  <a:cubicBezTo>
                    <a:pt x="26120" y="8743"/>
                    <a:pt x="27324" y="4291"/>
                    <a:pt x="27324" y="3822"/>
                  </a:cubicBezTo>
                  <a:cubicBezTo>
                    <a:pt x="27324" y="1714"/>
                    <a:pt x="25639" y="74"/>
                    <a:pt x="23233" y="74"/>
                  </a:cubicBezTo>
                  <a:cubicBezTo>
                    <a:pt x="18901" y="74"/>
                    <a:pt x="17818" y="4174"/>
                    <a:pt x="17457" y="5580"/>
                  </a:cubicBezTo>
                  <a:lnTo>
                    <a:pt x="732" y="705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1" name="Freeform: Shape 2090">
              <a:extLst>
                <a:ext uri="{FF2B5EF4-FFF2-40B4-BE49-F238E27FC236}">
                  <a16:creationId xmlns:a16="http://schemas.microsoft.com/office/drawing/2014/main" id="{06E1D446-F74E-AD14-B9FD-9F6B60C7F505}"/>
                </a:ext>
              </a:extLst>
            </p:cNvPr>
            <p:cNvSpPr/>
            <p:nvPr>
              <p:custDataLst>
                <p:tags r:id="rId27"/>
              </p:custDataLst>
            </p:nvPr>
          </p:nvSpPr>
          <p:spPr>
            <a:xfrm>
              <a:off x="11406093" y="5457812"/>
              <a:ext cx="40652" cy="72964"/>
            </a:xfrm>
            <a:custGeom>
              <a:avLst/>
              <a:gdLst>
                <a:gd name="connsiteX0" fmla="*/ 40908 w 40652"/>
                <a:gd name="connsiteY0" fmla="*/ 3673 h 72964"/>
                <a:gd name="connsiteX1" fmla="*/ 37126 w 40652"/>
                <a:gd name="connsiteY1" fmla="*/ 75 h 72964"/>
                <a:gd name="connsiteX2" fmla="*/ 31798 w 40652"/>
                <a:gd name="connsiteY2" fmla="*/ 5095 h 72964"/>
                <a:gd name="connsiteX3" fmla="*/ 35579 w 40652"/>
                <a:gd name="connsiteY3" fmla="*/ 8693 h 72964"/>
                <a:gd name="connsiteX4" fmla="*/ 40908 w 40652"/>
                <a:gd name="connsiteY4" fmla="*/ 3673 h 72964"/>
                <a:gd name="connsiteX5" fmla="*/ 22172 w 40652"/>
                <a:gd name="connsiteY5" fmla="*/ 59651 h 72964"/>
                <a:gd name="connsiteX6" fmla="*/ 9881 w 40652"/>
                <a:gd name="connsiteY6" fmla="*/ 70194 h 72964"/>
                <a:gd name="connsiteX7" fmla="*/ 6787 w 40652"/>
                <a:gd name="connsiteY7" fmla="*/ 69776 h 72964"/>
                <a:gd name="connsiteX8" fmla="*/ 9452 w 40652"/>
                <a:gd name="connsiteY8" fmla="*/ 65341 h 72964"/>
                <a:gd name="connsiteX9" fmla="*/ 5584 w 40652"/>
                <a:gd name="connsiteY9" fmla="*/ 61910 h 72964"/>
                <a:gd name="connsiteX10" fmla="*/ 255 w 40652"/>
                <a:gd name="connsiteY10" fmla="*/ 67266 h 72964"/>
                <a:gd name="connsiteX11" fmla="*/ 9967 w 40652"/>
                <a:gd name="connsiteY11" fmla="*/ 73039 h 72964"/>
                <a:gd name="connsiteX12" fmla="*/ 29649 w 40652"/>
                <a:gd name="connsiteY12" fmla="*/ 59735 h 72964"/>
                <a:gd name="connsiteX13" fmla="*/ 37384 w 40652"/>
                <a:gd name="connsiteY13" fmla="*/ 29779 h 72964"/>
                <a:gd name="connsiteX14" fmla="*/ 37814 w 40652"/>
                <a:gd name="connsiteY14" fmla="*/ 27018 h 72964"/>
                <a:gd name="connsiteX15" fmla="*/ 27242 w 40652"/>
                <a:gd name="connsiteY15" fmla="*/ 18902 h 72964"/>
                <a:gd name="connsiteX16" fmla="*/ 10483 w 40652"/>
                <a:gd name="connsiteY16" fmla="*/ 31871 h 72964"/>
                <a:gd name="connsiteX17" fmla="*/ 12288 w 40652"/>
                <a:gd name="connsiteY17" fmla="*/ 33043 h 72964"/>
                <a:gd name="connsiteX18" fmla="*/ 14179 w 40652"/>
                <a:gd name="connsiteY18" fmla="*/ 31871 h 72964"/>
                <a:gd name="connsiteX19" fmla="*/ 26899 w 40652"/>
                <a:gd name="connsiteY19" fmla="*/ 21747 h 72964"/>
                <a:gd name="connsiteX20" fmla="*/ 30508 w 40652"/>
                <a:gd name="connsiteY20" fmla="*/ 26181 h 72964"/>
                <a:gd name="connsiteX21" fmla="*/ 30251 w 40652"/>
                <a:gd name="connsiteY21" fmla="*/ 28357 h 72964"/>
                <a:gd name="connsiteX22" fmla="*/ 22172 w 40652"/>
                <a:gd name="connsiteY22" fmla="*/ 59651 h 7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652" h="72964">
                  <a:moveTo>
                    <a:pt x="40908" y="3673"/>
                  </a:moveTo>
                  <a:cubicBezTo>
                    <a:pt x="40908" y="1748"/>
                    <a:pt x="39447" y="75"/>
                    <a:pt x="37126" y="75"/>
                  </a:cubicBezTo>
                  <a:cubicBezTo>
                    <a:pt x="34462" y="75"/>
                    <a:pt x="31798" y="2585"/>
                    <a:pt x="31798" y="5095"/>
                  </a:cubicBezTo>
                  <a:cubicBezTo>
                    <a:pt x="31798" y="7104"/>
                    <a:pt x="33431" y="8693"/>
                    <a:pt x="35579" y="8693"/>
                  </a:cubicBezTo>
                  <a:cubicBezTo>
                    <a:pt x="38501" y="8693"/>
                    <a:pt x="40908" y="6016"/>
                    <a:pt x="40908" y="3673"/>
                  </a:cubicBezTo>
                  <a:close/>
                  <a:moveTo>
                    <a:pt x="22172" y="59651"/>
                  </a:moveTo>
                  <a:cubicBezTo>
                    <a:pt x="20539" y="66011"/>
                    <a:pt x="15124" y="70194"/>
                    <a:pt x="9881" y="70194"/>
                  </a:cubicBezTo>
                  <a:cubicBezTo>
                    <a:pt x="8420" y="70194"/>
                    <a:pt x="7475" y="69943"/>
                    <a:pt x="6787" y="69776"/>
                  </a:cubicBezTo>
                  <a:cubicBezTo>
                    <a:pt x="8850" y="68604"/>
                    <a:pt x="9452" y="66429"/>
                    <a:pt x="9452" y="65341"/>
                  </a:cubicBezTo>
                  <a:cubicBezTo>
                    <a:pt x="9452" y="63919"/>
                    <a:pt x="8420" y="61910"/>
                    <a:pt x="5584" y="61910"/>
                  </a:cubicBezTo>
                  <a:cubicBezTo>
                    <a:pt x="2662" y="61910"/>
                    <a:pt x="255" y="64504"/>
                    <a:pt x="255" y="67266"/>
                  </a:cubicBezTo>
                  <a:cubicBezTo>
                    <a:pt x="255" y="70864"/>
                    <a:pt x="4123" y="73039"/>
                    <a:pt x="9967" y="73039"/>
                  </a:cubicBezTo>
                  <a:cubicBezTo>
                    <a:pt x="15812" y="73039"/>
                    <a:pt x="26985" y="70111"/>
                    <a:pt x="29649" y="59735"/>
                  </a:cubicBezTo>
                  <a:lnTo>
                    <a:pt x="37384" y="29779"/>
                  </a:lnTo>
                  <a:cubicBezTo>
                    <a:pt x="37556" y="28943"/>
                    <a:pt x="37814" y="28190"/>
                    <a:pt x="37814" y="27018"/>
                  </a:cubicBezTo>
                  <a:cubicBezTo>
                    <a:pt x="37814" y="22249"/>
                    <a:pt x="33259" y="18902"/>
                    <a:pt x="27242" y="18902"/>
                  </a:cubicBezTo>
                  <a:cubicBezTo>
                    <a:pt x="16843" y="18902"/>
                    <a:pt x="10483" y="30198"/>
                    <a:pt x="10483" y="31871"/>
                  </a:cubicBezTo>
                  <a:cubicBezTo>
                    <a:pt x="10483" y="33043"/>
                    <a:pt x="11858" y="33043"/>
                    <a:pt x="12288" y="33043"/>
                  </a:cubicBezTo>
                  <a:cubicBezTo>
                    <a:pt x="13577" y="33043"/>
                    <a:pt x="13749" y="32708"/>
                    <a:pt x="14179" y="31871"/>
                  </a:cubicBezTo>
                  <a:cubicBezTo>
                    <a:pt x="18132" y="23671"/>
                    <a:pt x="23977" y="21747"/>
                    <a:pt x="26899" y="21747"/>
                  </a:cubicBezTo>
                  <a:cubicBezTo>
                    <a:pt x="30337" y="21747"/>
                    <a:pt x="30508" y="24759"/>
                    <a:pt x="30508" y="26181"/>
                  </a:cubicBezTo>
                  <a:cubicBezTo>
                    <a:pt x="30508" y="27353"/>
                    <a:pt x="30423" y="27688"/>
                    <a:pt x="30251" y="28357"/>
                  </a:cubicBezTo>
                  <a:lnTo>
                    <a:pt x="22172" y="596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2" name="Freeform: Shape 2091">
              <a:extLst>
                <a:ext uri="{FF2B5EF4-FFF2-40B4-BE49-F238E27FC236}">
                  <a16:creationId xmlns:a16="http://schemas.microsoft.com/office/drawing/2014/main" id="{8D576944-9296-D87F-3A2D-DCA88A9CF755}"/>
                </a:ext>
              </a:extLst>
            </p:cNvPr>
            <p:cNvSpPr/>
            <p:nvPr>
              <p:custDataLst>
                <p:tags r:id="rId28"/>
              </p:custDataLst>
            </p:nvPr>
          </p:nvSpPr>
          <p:spPr>
            <a:xfrm>
              <a:off x="11480125" y="5464674"/>
              <a:ext cx="81339" cy="5740"/>
            </a:xfrm>
            <a:custGeom>
              <a:avLst/>
              <a:gdLst>
                <a:gd name="connsiteX0" fmla="*/ 76786 w 81339"/>
                <a:gd name="connsiteY0" fmla="*/ 5814 h 5740"/>
                <a:gd name="connsiteX1" fmla="*/ 81599 w 81339"/>
                <a:gd name="connsiteY1" fmla="*/ 3002 h 5740"/>
                <a:gd name="connsiteX2" fmla="*/ 76786 w 81339"/>
                <a:gd name="connsiteY2" fmla="*/ 74 h 5740"/>
                <a:gd name="connsiteX3" fmla="*/ 5072 w 81339"/>
                <a:gd name="connsiteY3" fmla="*/ 74 h 5740"/>
                <a:gd name="connsiteX4" fmla="*/ 259 w 81339"/>
                <a:gd name="connsiteY4" fmla="*/ 2885 h 5740"/>
                <a:gd name="connsiteX5" fmla="*/ 5072 w 81339"/>
                <a:gd name="connsiteY5" fmla="*/ 5814 h 5740"/>
                <a:gd name="connsiteX6" fmla="*/ 76786 w 81339"/>
                <a:gd name="connsiteY6" fmla="*/ 5814 h 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39" h="5740">
                  <a:moveTo>
                    <a:pt x="76786" y="5814"/>
                  </a:moveTo>
                  <a:cubicBezTo>
                    <a:pt x="78711" y="5814"/>
                    <a:pt x="81599" y="5814"/>
                    <a:pt x="81599" y="3002"/>
                  </a:cubicBezTo>
                  <a:cubicBezTo>
                    <a:pt x="81599" y="74"/>
                    <a:pt x="78831" y="74"/>
                    <a:pt x="76786" y="74"/>
                  </a:cubicBezTo>
                  <a:lnTo>
                    <a:pt x="5072" y="74"/>
                  </a:lnTo>
                  <a:cubicBezTo>
                    <a:pt x="3147" y="74"/>
                    <a:pt x="259" y="74"/>
                    <a:pt x="259" y="2885"/>
                  </a:cubicBezTo>
                  <a:cubicBezTo>
                    <a:pt x="259" y="5814"/>
                    <a:pt x="3026" y="5814"/>
                    <a:pt x="5072" y="5814"/>
                  </a:cubicBezTo>
                  <a:lnTo>
                    <a:pt x="76786" y="581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3" name="Freeform: Shape 2092">
              <a:extLst>
                <a:ext uri="{FF2B5EF4-FFF2-40B4-BE49-F238E27FC236}">
                  <a16:creationId xmlns:a16="http://schemas.microsoft.com/office/drawing/2014/main" id="{9E5DA71A-7FB9-0DB8-0343-CE30701B9F89}"/>
                </a:ext>
              </a:extLst>
            </p:cNvPr>
            <p:cNvSpPr/>
            <p:nvPr>
              <p:custDataLst>
                <p:tags r:id="rId29"/>
              </p:custDataLst>
            </p:nvPr>
          </p:nvSpPr>
          <p:spPr>
            <a:xfrm>
              <a:off x="11577090" y="5414653"/>
              <a:ext cx="84107" cy="104961"/>
            </a:xfrm>
            <a:custGeom>
              <a:avLst/>
              <a:gdLst>
                <a:gd name="connsiteX0" fmla="*/ 8086 w 84107"/>
                <a:gd name="connsiteY0" fmla="*/ 102458 h 104961"/>
                <a:gd name="connsiteX1" fmla="*/ 15426 w 84107"/>
                <a:gd name="connsiteY1" fmla="*/ 73524 h 104961"/>
                <a:gd name="connsiteX2" fmla="*/ 42740 w 84107"/>
                <a:gd name="connsiteY2" fmla="*/ 83832 h 104961"/>
                <a:gd name="connsiteX3" fmla="*/ 83410 w 84107"/>
                <a:gd name="connsiteY3" fmla="*/ 51266 h 104961"/>
                <a:gd name="connsiteX4" fmla="*/ 75228 w 84107"/>
                <a:gd name="connsiteY4" fmla="*/ 35334 h 104961"/>
                <a:gd name="connsiteX5" fmla="*/ 84372 w 84107"/>
                <a:gd name="connsiteY5" fmla="*/ 16708 h 104961"/>
                <a:gd name="connsiteX6" fmla="*/ 62955 w 84107"/>
                <a:gd name="connsiteY6" fmla="*/ 74 h 104961"/>
                <a:gd name="connsiteX7" fmla="*/ 18916 w 84107"/>
                <a:gd name="connsiteY7" fmla="*/ 30063 h 104961"/>
                <a:gd name="connsiteX8" fmla="*/ 747 w 84107"/>
                <a:gd name="connsiteY8" fmla="*/ 100935 h 104961"/>
                <a:gd name="connsiteX9" fmla="*/ 265 w 84107"/>
                <a:gd name="connsiteY9" fmla="*/ 102927 h 104961"/>
                <a:gd name="connsiteX10" fmla="*/ 4116 w 84107"/>
                <a:gd name="connsiteY10" fmla="*/ 105035 h 104961"/>
                <a:gd name="connsiteX11" fmla="*/ 8086 w 84107"/>
                <a:gd name="connsiteY11" fmla="*/ 102458 h 104961"/>
                <a:gd name="connsiteX12" fmla="*/ 45748 w 84107"/>
                <a:gd name="connsiteY12" fmla="*/ 36857 h 104961"/>
                <a:gd name="connsiteX13" fmla="*/ 53810 w 84107"/>
                <a:gd name="connsiteY13" fmla="*/ 35686 h 104961"/>
                <a:gd name="connsiteX14" fmla="*/ 59465 w 84107"/>
                <a:gd name="connsiteY14" fmla="*/ 36154 h 104961"/>
                <a:gd name="connsiteX15" fmla="*/ 52125 w 84107"/>
                <a:gd name="connsiteY15" fmla="*/ 37560 h 104961"/>
                <a:gd name="connsiteX16" fmla="*/ 45748 w 84107"/>
                <a:gd name="connsiteY16" fmla="*/ 36857 h 104961"/>
                <a:gd name="connsiteX17" fmla="*/ 65241 w 84107"/>
                <a:gd name="connsiteY17" fmla="*/ 31234 h 104961"/>
                <a:gd name="connsiteX18" fmla="*/ 54171 w 84107"/>
                <a:gd name="connsiteY18" fmla="*/ 30297 h 104961"/>
                <a:gd name="connsiteX19" fmla="*/ 38047 w 84107"/>
                <a:gd name="connsiteY19" fmla="*/ 37326 h 104961"/>
                <a:gd name="connsiteX20" fmla="*/ 51885 w 84107"/>
                <a:gd name="connsiteY20" fmla="*/ 42949 h 104961"/>
                <a:gd name="connsiteX21" fmla="*/ 66685 w 84107"/>
                <a:gd name="connsiteY21" fmla="*/ 40489 h 104961"/>
                <a:gd name="connsiteX22" fmla="*/ 68129 w 84107"/>
                <a:gd name="connsiteY22" fmla="*/ 46697 h 104961"/>
                <a:gd name="connsiteX23" fmla="*/ 61029 w 84107"/>
                <a:gd name="connsiteY23" fmla="*/ 69892 h 104961"/>
                <a:gd name="connsiteX24" fmla="*/ 42620 w 84107"/>
                <a:gd name="connsiteY24" fmla="*/ 78444 h 104961"/>
                <a:gd name="connsiteX25" fmla="*/ 19036 w 84107"/>
                <a:gd name="connsiteY25" fmla="*/ 61809 h 104961"/>
                <a:gd name="connsiteX26" fmla="*/ 21202 w 84107"/>
                <a:gd name="connsiteY26" fmla="*/ 51383 h 104961"/>
                <a:gd name="connsiteX27" fmla="*/ 25894 w 84107"/>
                <a:gd name="connsiteY27" fmla="*/ 32757 h 104961"/>
                <a:gd name="connsiteX28" fmla="*/ 38649 w 84107"/>
                <a:gd name="connsiteY28" fmla="*/ 13663 h 104961"/>
                <a:gd name="connsiteX29" fmla="*/ 62353 w 84107"/>
                <a:gd name="connsiteY29" fmla="*/ 5463 h 104961"/>
                <a:gd name="connsiteX30" fmla="*/ 70535 w 84107"/>
                <a:gd name="connsiteY30" fmla="*/ 12491 h 104961"/>
                <a:gd name="connsiteX31" fmla="*/ 65241 w 84107"/>
                <a:gd name="connsiteY31" fmla="*/ 31234 h 1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107" h="104961">
                  <a:moveTo>
                    <a:pt x="8086" y="102458"/>
                  </a:moveTo>
                  <a:lnTo>
                    <a:pt x="15426" y="73524"/>
                  </a:lnTo>
                  <a:cubicBezTo>
                    <a:pt x="17712" y="76452"/>
                    <a:pt x="25774" y="83832"/>
                    <a:pt x="42740" y="83832"/>
                  </a:cubicBezTo>
                  <a:cubicBezTo>
                    <a:pt x="69693" y="83832"/>
                    <a:pt x="83410" y="66026"/>
                    <a:pt x="83410" y="51266"/>
                  </a:cubicBezTo>
                  <a:cubicBezTo>
                    <a:pt x="83410" y="44472"/>
                    <a:pt x="80642" y="39083"/>
                    <a:pt x="75228" y="35334"/>
                  </a:cubicBezTo>
                  <a:cubicBezTo>
                    <a:pt x="80522" y="31117"/>
                    <a:pt x="84372" y="23620"/>
                    <a:pt x="84372" y="16708"/>
                  </a:cubicBezTo>
                  <a:cubicBezTo>
                    <a:pt x="84372" y="7220"/>
                    <a:pt x="77394" y="74"/>
                    <a:pt x="62955" y="74"/>
                  </a:cubicBezTo>
                  <a:cubicBezTo>
                    <a:pt x="45146" y="74"/>
                    <a:pt x="23729" y="11085"/>
                    <a:pt x="18916" y="30063"/>
                  </a:cubicBezTo>
                  <a:lnTo>
                    <a:pt x="747" y="100935"/>
                  </a:lnTo>
                  <a:cubicBezTo>
                    <a:pt x="265" y="102575"/>
                    <a:pt x="265" y="102810"/>
                    <a:pt x="265" y="102927"/>
                  </a:cubicBezTo>
                  <a:cubicBezTo>
                    <a:pt x="265" y="105035"/>
                    <a:pt x="2311" y="105035"/>
                    <a:pt x="4116" y="105035"/>
                  </a:cubicBezTo>
                  <a:cubicBezTo>
                    <a:pt x="6522" y="105035"/>
                    <a:pt x="7485" y="105035"/>
                    <a:pt x="8086" y="102458"/>
                  </a:cubicBezTo>
                  <a:close/>
                  <a:moveTo>
                    <a:pt x="45748" y="36857"/>
                  </a:moveTo>
                  <a:cubicBezTo>
                    <a:pt x="47312" y="36154"/>
                    <a:pt x="48395" y="35686"/>
                    <a:pt x="53810" y="35686"/>
                  </a:cubicBezTo>
                  <a:cubicBezTo>
                    <a:pt x="55735" y="35686"/>
                    <a:pt x="57299" y="35686"/>
                    <a:pt x="59465" y="36154"/>
                  </a:cubicBezTo>
                  <a:cubicBezTo>
                    <a:pt x="56818" y="37560"/>
                    <a:pt x="54291" y="37560"/>
                    <a:pt x="52125" y="37560"/>
                  </a:cubicBezTo>
                  <a:cubicBezTo>
                    <a:pt x="48516" y="37560"/>
                    <a:pt x="48155" y="37443"/>
                    <a:pt x="45748" y="36857"/>
                  </a:cubicBezTo>
                  <a:close/>
                  <a:moveTo>
                    <a:pt x="65241" y="31234"/>
                  </a:moveTo>
                  <a:cubicBezTo>
                    <a:pt x="60668" y="30297"/>
                    <a:pt x="56577" y="30297"/>
                    <a:pt x="54171" y="30297"/>
                  </a:cubicBezTo>
                  <a:cubicBezTo>
                    <a:pt x="48997" y="30297"/>
                    <a:pt x="38047" y="30297"/>
                    <a:pt x="38047" y="37326"/>
                  </a:cubicBezTo>
                  <a:cubicBezTo>
                    <a:pt x="38047" y="42832"/>
                    <a:pt x="45989" y="42949"/>
                    <a:pt x="51885" y="42949"/>
                  </a:cubicBezTo>
                  <a:cubicBezTo>
                    <a:pt x="55374" y="42949"/>
                    <a:pt x="60307" y="42949"/>
                    <a:pt x="66685" y="40489"/>
                  </a:cubicBezTo>
                  <a:cubicBezTo>
                    <a:pt x="67768" y="42129"/>
                    <a:pt x="68129" y="44589"/>
                    <a:pt x="68129" y="46697"/>
                  </a:cubicBezTo>
                  <a:cubicBezTo>
                    <a:pt x="68129" y="50797"/>
                    <a:pt x="65602" y="63683"/>
                    <a:pt x="61029" y="69892"/>
                  </a:cubicBezTo>
                  <a:cubicBezTo>
                    <a:pt x="56698" y="75632"/>
                    <a:pt x="50080" y="78444"/>
                    <a:pt x="42620" y="78444"/>
                  </a:cubicBezTo>
                  <a:cubicBezTo>
                    <a:pt x="32392" y="78444"/>
                    <a:pt x="19036" y="73875"/>
                    <a:pt x="19036" y="61809"/>
                  </a:cubicBezTo>
                  <a:cubicBezTo>
                    <a:pt x="19036" y="59583"/>
                    <a:pt x="20239" y="54780"/>
                    <a:pt x="21202" y="51383"/>
                  </a:cubicBezTo>
                  <a:cubicBezTo>
                    <a:pt x="21803" y="48806"/>
                    <a:pt x="25654" y="33812"/>
                    <a:pt x="25894" y="32757"/>
                  </a:cubicBezTo>
                  <a:cubicBezTo>
                    <a:pt x="26977" y="28657"/>
                    <a:pt x="29023" y="20691"/>
                    <a:pt x="38649" y="13663"/>
                  </a:cubicBezTo>
                  <a:cubicBezTo>
                    <a:pt x="48516" y="6400"/>
                    <a:pt x="58021" y="5463"/>
                    <a:pt x="62353" y="5463"/>
                  </a:cubicBezTo>
                  <a:cubicBezTo>
                    <a:pt x="70535" y="5463"/>
                    <a:pt x="70535" y="10617"/>
                    <a:pt x="70535" y="12491"/>
                  </a:cubicBezTo>
                  <a:cubicBezTo>
                    <a:pt x="70535" y="15303"/>
                    <a:pt x="68369" y="25963"/>
                    <a:pt x="65241" y="312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4" name="Freeform: Shape 2093">
              <a:extLst>
                <a:ext uri="{FF2B5EF4-FFF2-40B4-BE49-F238E27FC236}">
                  <a16:creationId xmlns:a16="http://schemas.microsoft.com/office/drawing/2014/main" id="{69072D0E-86FD-5335-97A4-A4FC255D40C4}"/>
                </a:ext>
              </a:extLst>
            </p:cNvPr>
            <p:cNvSpPr/>
            <p:nvPr>
              <p:custDataLst>
                <p:tags r:id="rId30"/>
              </p:custDataLst>
            </p:nvPr>
          </p:nvSpPr>
          <p:spPr>
            <a:xfrm>
              <a:off x="11678069" y="5388316"/>
              <a:ext cx="71679" cy="58070"/>
            </a:xfrm>
            <a:custGeom>
              <a:avLst/>
              <a:gdLst>
                <a:gd name="connsiteX0" fmla="*/ 38517 w 71679"/>
                <a:gd name="connsiteY0" fmla="*/ 4757 h 58070"/>
                <a:gd name="connsiteX1" fmla="*/ 68254 w 71679"/>
                <a:gd name="connsiteY1" fmla="*/ 4757 h 58070"/>
                <a:gd name="connsiteX2" fmla="*/ 71950 w 71679"/>
                <a:gd name="connsiteY2" fmla="*/ 2414 h 58070"/>
                <a:gd name="connsiteX3" fmla="*/ 68254 w 71679"/>
                <a:gd name="connsiteY3" fmla="*/ 71 h 58070"/>
                <a:gd name="connsiteX4" fmla="*/ 3966 w 71679"/>
                <a:gd name="connsiteY4" fmla="*/ 71 h 58070"/>
                <a:gd name="connsiteX5" fmla="*/ 271 w 71679"/>
                <a:gd name="connsiteY5" fmla="*/ 2414 h 58070"/>
                <a:gd name="connsiteX6" fmla="*/ 3966 w 71679"/>
                <a:gd name="connsiteY6" fmla="*/ 4757 h 58070"/>
                <a:gd name="connsiteX7" fmla="*/ 33704 w 71679"/>
                <a:gd name="connsiteY7" fmla="*/ 4757 h 58070"/>
                <a:gd name="connsiteX8" fmla="*/ 33704 w 71679"/>
                <a:gd name="connsiteY8" fmla="*/ 54543 h 58070"/>
                <a:gd name="connsiteX9" fmla="*/ 36110 w 71679"/>
                <a:gd name="connsiteY9" fmla="*/ 58141 h 58070"/>
                <a:gd name="connsiteX10" fmla="*/ 38517 w 71679"/>
                <a:gd name="connsiteY10" fmla="*/ 54543 h 58070"/>
                <a:gd name="connsiteX11" fmla="*/ 38517 w 71679"/>
                <a:gd name="connsiteY11" fmla="*/ 4757 h 5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679" h="58070">
                  <a:moveTo>
                    <a:pt x="38517" y="4757"/>
                  </a:moveTo>
                  <a:lnTo>
                    <a:pt x="68254" y="4757"/>
                  </a:lnTo>
                  <a:cubicBezTo>
                    <a:pt x="69629" y="4757"/>
                    <a:pt x="71950" y="4757"/>
                    <a:pt x="71950" y="2414"/>
                  </a:cubicBezTo>
                  <a:cubicBezTo>
                    <a:pt x="71950" y="71"/>
                    <a:pt x="69629" y="71"/>
                    <a:pt x="68254" y="71"/>
                  </a:cubicBezTo>
                  <a:lnTo>
                    <a:pt x="3966" y="71"/>
                  </a:lnTo>
                  <a:cubicBezTo>
                    <a:pt x="2677" y="71"/>
                    <a:pt x="271" y="71"/>
                    <a:pt x="271" y="2414"/>
                  </a:cubicBezTo>
                  <a:cubicBezTo>
                    <a:pt x="271" y="4757"/>
                    <a:pt x="2677" y="4757"/>
                    <a:pt x="3966" y="4757"/>
                  </a:cubicBezTo>
                  <a:lnTo>
                    <a:pt x="33704" y="4757"/>
                  </a:lnTo>
                  <a:lnTo>
                    <a:pt x="33704" y="54543"/>
                  </a:lnTo>
                  <a:cubicBezTo>
                    <a:pt x="33704" y="55798"/>
                    <a:pt x="33704" y="58141"/>
                    <a:pt x="36110" y="58141"/>
                  </a:cubicBezTo>
                  <a:cubicBezTo>
                    <a:pt x="38517" y="58141"/>
                    <a:pt x="38517" y="55882"/>
                    <a:pt x="38517" y="54543"/>
                  </a:cubicBezTo>
                  <a:lnTo>
                    <a:pt x="38517" y="47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5" name="Freeform: Shape 2094">
              <a:extLst>
                <a:ext uri="{FF2B5EF4-FFF2-40B4-BE49-F238E27FC236}">
                  <a16:creationId xmlns:a16="http://schemas.microsoft.com/office/drawing/2014/main" id="{881A6645-DCCF-09C3-EA67-B8CB6F11491A}"/>
                </a:ext>
              </a:extLst>
            </p:cNvPr>
            <p:cNvSpPr/>
            <p:nvPr>
              <p:custDataLst>
                <p:tags r:id="rId31"/>
              </p:custDataLst>
            </p:nvPr>
          </p:nvSpPr>
          <p:spPr>
            <a:xfrm>
              <a:off x="11773242" y="5444876"/>
              <a:ext cx="73759" cy="52012"/>
            </a:xfrm>
            <a:custGeom>
              <a:avLst/>
              <a:gdLst>
                <a:gd name="connsiteX0" fmla="*/ 43594 w 73759"/>
                <a:gd name="connsiteY0" fmla="*/ 23737 h 52012"/>
                <a:gd name="connsiteX1" fmla="*/ 60198 w 73759"/>
                <a:gd name="connsiteY1" fmla="*/ 7454 h 52012"/>
                <a:gd name="connsiteX2" fmla="*/ 71389 w 73759"/>
                <a:gd name="connsiteY2" fmla="*/ 6634 h 52012"/>
                <a:gd name="connsiteX3" fmla="*/ 71389 w 73759"/>
                <a:gd name="connsiteY3" fmla="*/ 74 h 52012"/>
                <a:gd name="connsiteX4" fmla="*/ 59717 w 73759"/>
                <a:gd name="connsiteY4" fmla="*/ 542 h 52012"/>
                <a:gd name="connsiteX5" fmla="*/ 46361 w 73759"/>
                <a:gd name="connsiteY5" fmla="*/ 74 h 52012"/>
                <a:gd name="connsiteX6" fmla="*/ 46361 w 73759"/>
                <a:gd name="connsiteY6" fmla="*/ 6634 h 52012"/>
                <a:gd name="connsiteX7" fmla="*/ 49610 w 73759"/>
                <a:gd name="connsiteY7" fmla="*/ 7337 h 52012"/>
                <a:gd name="connsiteX8" fmla="*/ 38299 w 73759"/>
                <a:gd name="connsiteY8" fmla="*/ 18466 h 52012"/>
                <a:gd name="connsiteX9" fmla="*/ 26628 w 73759"/>
                <a:gd name="connsiteY9" fmla="*/ 6634 h 52012"/>
                <a:gd name="connsiteX10" fmla="*/ 29876 w 73759"/>
                <a:gd name="connsiteY10" fmla="*/ 6634 h 52012"/>
                <a:gd name="connsiteX11" fmla="*/ 29876 w 73759"/>
                <a:gd name="connsiteY11" fmla="*/ 74 h 52012"/>
                <a:gd name="connsiteX12" fmla="*/ 14595 w 73759"/>
                <a:gd name="connsiteY12" fmla="*/ 542 h 52012"/>
                <a:gd name="connsiteX13" fmla="*/ 998 w 73759"/>
                <a:gd name="connsiteY13" fmla="*/ 74 h 52012"/>
                <a:gd name="connsiteX14" fmla="*/ 998 w 73759"/>
                <a:gd name="connsiteY14" fmla="*/ 6634 h 52012"/>
                <a:gd name="connsiteX15" fmla="*/ 10023 w 73759"/>
                <a:gd name="connsiteY15" fmla="*/ 6634 h 52012"/>
                <a:gd name="connsiteX16" fmla="*/ 29756 w 73759"/>
                <a:gd name="connsiteY16" fmla="*/ 26666 h 52012"/>
                <a:gd name="connsiteX17" fmla="*/ 12429 w 73759"/>
                <a:gd name="connsiteY17" fmla="*/ 43652 h 52012"/>
                <a:gd name="connsiteX18" fmla="*/ 7015 w 73759"/>
                <a:gd name="connsiteY18" fmla="*/ 45409 h 52012"/>
                <a:gd name="connsiteX19" fmla="*/ 277 w 73759"/>
                <a:gd name="connsiteY19" fmla="*/ 45526 h 52012"/>
                <a:gd name="connsiteX20" fmla="*/ 277 w 73759"/>
                <a:gd name="connsiteY20" fmla="*/ 52086 h 52012"/>
                <a:gd name="connsiteX21" fmla="*/ 11948 w 73759"/>
                <a:gd name="connsiteY21" fmla="*/ 51618 h 52012"/>
                <a:gd name="connsiteX22" fmla="*/ 25304 w 73759"/>
                <a:gd name="connsiteY22" fmla="*/ 52086 h 52012"/>
                <a:gd name="connsiteX23" fmla="*/ 25304 w 73759"/>
                <a:gd name="connsiteY23" fmla="*/ 45526 h 52012"/>
                <a:gd name="connsiteX24" fmla="*/ 22055 w 73759"/>
                <a:gd name="connsiteY24" fmla="*/ 44706 h 52012"/>
                <a:gd name="connsiteX25" fmla="*/ 35050 w 73759"/>
                <a:gd name="connsiteY25" fmla="*/ 32054 h 52012"/>
                <a:gd name="connsiteX26" fmla="*/ 48407 w 73759"/>
                <a:gd name="connsiteY26" fmla="*/ 45526 h 52012"/>
                <a:gd name="connsiteX27" fmla="*/ 45278 w 73759"/>
                <a:gd name="connsiteY27" fmla="*/ 45526 h 52012"/>
                <a:gd name="connsiteX28" fmla="*/ 45278 w 73759"/>
                <a:gd name="connsiteY28" fmla="*/ 52086 h 52012"/>
                <a:gd name="connsiteX29" fmla="*/ 60559 w 73759"/>
                <a:gd name="connsiteY29" fmla="*/ 51618 h 52012"/>
                <a:gd name="connsiteX30" fmla="*/ 74036 w 73759"/>
                <a:gd name="connsiteY30" fmla="*/ 52086 h 52012"/>
                <a:gd name="connsiteX31" fmla="*/ 74036 w 73759"/>
                <a:gd name="connsiteY31" fmla="*/ 45526 h 52012"/>
                <a:gd name="connsiteX32" fmla="*/ 65132 w 73759"/>
                <a:gd name="connsiteY32" fmla="*/ 45526 h 52012"/>
                <a:gd name="connsiteX33" fmla="*/ 43594 w 73759"/>
                <a:gd name="connsiteY33" fmla="*/ 23737 h 5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3759" h="52012">
                  <a:moveTo>
                    <a:pt x="43594" y="23737"/>
                  </a:moveTo>
                  <a:lnTo>
                    <a:pt x="60198" y="7454"/>
                  </a:lnTo>
                  <a:cubicBezTo>
                    <a:pt x="63086" y="6634"/>
                    <a:pt x="66215" y="6634"/>
                    <a:pt x="71389" y="6634"/>
                  </a:cubicBezTo>
                  <a:lnTo>
                    <a:pt x="71389" y="74"/>
                  </a:lnTo>
                  <a:cubicBezTo>
                    <a:pt x="67538" y="425"/>
                    <a:pt x="63568" y="542"/>
                    <a:pt x="59717" y="542"/>
                  </a:cubicBezTo>
                  <a:cubicBezTo>
                    <a:pt x="55626" y="542"/>
                    <a:pt x="47324" y="191"/>
                    <a:pt x="46361" y="74"/>
                  </a:cubicBezTo>
                  <a:lnTo>
                    <a:pt x="46361" y="6634"/>
                  </a:lnTo>
                  <a:cubicBezTo>
                    <a:pt x="47925" y="6634"/>
                    <a:pt x="48768" y="6868"/>
                    <a:pt x="49610" y="7337"/>
                  </a:cubicBezTo>
                  <a:lnTo>
                    <a:pt x="38299" y="18466"/>
                  </a:lnTo>
                  <a:lnTo>
                    <a:pt x="26628" y="6634"/>
                  </a:lnTo>
                  <a:lnTo>
                    <a:pt x="29876" y="6634"/>
                  </a:lnTo>
                  <a:lnTo>
                    <a:pt x="29876" y="74"/>
                  </a:lnTo>
                  <a:cubicBezTo>
                    <a:pt x="29155" y="74"/>
                    <a:pt x="19649" y="542"/>
                    <a:pt x="14595" y="542"/>
                  </a:cubicBezTo>
                  <a:cubicBezTo>
                    <a:pt x="10023" y="542"/>
                    <a:pt x="5571" y="425"/>
                    <a:pt x="998" y="74"/>
                  </a:cubicBezTo>
                  <a:lnTo>
                    <a:pt x="998" y="6634"/>
                  </a:lnTo>
                  <a:lnTo>
                    <a:pt x="10023" y="6634"/>
                  </a:lnTo>
                  <a:lnTo>
                    <a:pt x="29756" y="26666"/>
                  </a:lnTo>
                  <a:lnTo>
                    <a:pt x="12429" y="43652"/>
                  </a:lnTo>
                  <a:cubicBezTo>
                    <a:pt x="10865" y="45057"/>
                    <a:pt x="10745" y="45175"/>
                    <a:pt x="7015" y="45409"/>
                  </a:cubicBezTo>
                  <a:cubicBezTo>
                    <a:pt x="5090" y="45526"/>
                    <a:pt x="878" y="45526"/>
                    <a:pt x="277" y="45526"/>
                  </a:cubicBezTo>
                  <a:lnTo>
                    <a:pt x="277" y="52086"/>
                  </a:lnTo>
                  <a:cubicBezTo>
                    <a:pt x="4127" y="51735"/>
                    <a:pt x="8098" y="51618"/>
                    <a:pt x="11948" y="51618"/>
                  </a:cubicBezTo>
                  <a:cubicBezTo>
                    <a:pt x="15197" y="51618"/>
                    <a:pt x="23740" y="51969"/>
                    <a:pt x="25304" y="52086"/>
                  </a:cubicBezTo>
                  <a:lnTo>
                    <a:pt x="25304" y="45526"/>
                  </a:lnTo>
                  <a:cubicBezTo>
                    <a:pt x="23379" y="45526"/>
                    <a:pt x="22898" y="45292"/>
                    <a:pt x="22055" y="44706"/>
                  </a:cubicBezTo>
                  <a:lnTo>
                    <a:pt x="35050" y="32054"/>
                  </a:lnTo>
                  <a:lnTo>
                    <a:pt x="48407" y="45526"/>
                  </a:lnTo>
                  <a:lnTo>
                    <a:pt x="45278" y="45526"/>
                  </a:lnTo>
                  <a:lnTo>
                    <a:pt x="45278" y="52086"/>
                  </a:lnTo>
                  <a:cubicBezTo>
                    <a:pt x="45398" y="52086"/>
                    <a:pt x="55024" y="51618"/>
                    <a:pt x="60559" y="51618"/>
                  </a:cubicBezTo>
                  <a:cubicBezTo>
                    <a:pt x="65011" y="51618"/>
                    <a:pt x="69584" y="51735"/>
                    <a:pt x="74036" y="52086"/>
                  </a:cubicBezTo>
                  <a:lnTo>
                    <a:pt x="74036" y="45526"/>
                  </a:lnTo>
                  <a:lnTo>
                    <a:pt x="65132" y="45526"/>
                  </a:lnTo>
                  <a:lnTo>
                    <a:pt x="43594" y="237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6" name="Freeform: Shape 2095">
              <a:extLst>
                <a:ext uri="{FF2B5EF4-FFF2-40B4-BE49-F238E27FC236}">
                  <a16:creationId xmlns:a16="http://schemas.microsoft.com/office/drawing/2014/main" id="{5F078321-5888-B3E4-F4F5-E6D06052AAFD}"/>
                </a:ext>
              </a:extLst>
            </p:cNvPr>
            <p:cNvSpPr/>
            <p:nvPr>
              <p:custDataLst>
                <p:tags r:id="rId32"/>
              </p:custDataLst>
            </p:nvPr>
          </p:nvSpPr>
          <p:spPr>
            <a:xfrm>
              <a:off x="11859724" y="5409030"/>
              <a:ext cx="31164" cy="117027"/>
            </a:xfrm>
            <a:custGeom>
              <a:avLst/>
              <a:gdLst>
                <a:gd name="connsiteX0" fmla="*/ 2567 w 31164"/>
                <a:gd name="connsiteY0" fmla="*/ 74 h 117027"/>
                <a:gd name="connsiteX1" fmla="*/ 281 w 31164"/>
                <a:gd name="connsiteY1" fmla="*/ 1480 h 117027"/>
                <a:gd name="connsiteX2" fmla="*/ 1364 w 31164"/>
                <a:gd name="connsiteY2" fmla="*/ 3237 h 117027"/>
                <a:gd name="connsiteX3" fmla="*/ 23263 w 31164"/>
                <a:gd name="connsiteY3" fmla="*/ 58529 h 117027"/>
                <a:gd name="connsiteX4" fmla="*/ 2447 w 31164"/>
                <a:gd name="connsiteY4" fmla="*/ 113001 h 117027"/>
                <a:gd name="connsiteX5" fmla="*/ 281 w 31164"/>
                <a:gd name="connsiteY5" fmla="*/ 115696 h 117027"/>
                <a:gd name="connsiteX6" fmla="*/ 1846 w 31164"/>
                <a:gd name="connsiteY6" fmla="*/ 117101 h 117027"/>
                <a:gd name="connsiteX7" fmla="*/ 22662 w 31164"/>
                <a:gd name="connsiteY7" fmla="*/ 94727 h 117027"/>
                <a:gd name="connsiteX8" fmla="*/ 31445 w 31164"/>
                <a:gd name="connsiteY8" fmla="*/ 58646 h 117027"/>
                <a:gd name="connsiteX9" fmla="*/ 2567 w 31164"/>
                <a:gd name="connsiteY9"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164" h="117027">
                  <a:moveTo>
                    <a:pt x="2567" y="74"/>
                  </a:moveTo>
                  <a:cubicBezTo>
                    <a:pt x="1725" y="74"/>
                    <a:pt x="281" y="74"/>
                    <a:pt x="281" y="1480"/>
                  </a:cubicBezTo>
                  <a:cubicBezTo>
                    <a:pt x="281" y="2065"/>
                    <a:pt x="642" y="2417"/>
                    <a:pt x="1364" y="3237"/>
                  </a:cubicBezTo>
                  <a:cubicBezTo>
                    <a:pt x="11712" y="12491"/>
                    <a:pt x="23263" y="28306"/>
                    <a:pt x="23263" y="58529"/>
                  </a:cubicBezTo>
                  <a:cubicBezTo>
                    <a:pt x="23263" y="83012"/>
                    <a:pt x="15442" y="101521"/>
                    <a:pt x="2447" y="113001"/>
                  </a:cubicBezTo>
                  <a:cubicBezTo>
                    <a:pt x="402" y="114993"/>
                    <a:pt x="281" y="115110"/>
                    <a:pt x="281" y="115696"/>
                  </a:cubicBezTo>
                  <a:cubicBezTo>
                    <a:pt x="281" y="116281"/>
                    <a:pt x="642" y="117101"/>
                    <a:pt x="1846" y="117101"/>
                  </a:cubicBezTo>
                  <a:cubicBezTo>
                    <a:pt x="3289" y="117101"/>
                    <a:pt x="14720" y="109370"/>
                    <a:pt x="22662" y="94727"/>
                  </a:cubicBezTo>
                  <a:cubicBezTo>
                    <a:pt x="27956" y="85004"/>
                    <a:pt x="31445" y="72352"/>
                    <a:pt x="31445" y="58646"/>
                  </a:cubicBezTo>
                  <a:cubicBezTo>
                    <a:pt x="31445" y="42129"/>
                    <a:pt x="26392" y="16474"/>
                    <a:pt x="2567"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sp>
        <p:nvSpPr>
          <p:cNvPr id="2099" name="TextBox 2098">
            <a:extLst>
              <a:ext uri="{FF2B5EF4-FFF2-40B4-BE49-F238E27FC236}">
                <a16:creationId xmlns:a16="http://schemas.microsoft.com/office/drawing/2014/main" id="{FD86FF02-9C7B-97DC-F82F-5289B0D98731}"/>
              </a:ext>
            </a:extLst>
          </p:cNvPr>
          <p:cNvSpPr txBox="1"/>
          <p:nvPr/>
        </p:nvSpPr>
        <p:spPr>
          <a:xfrm>
            <a:off x="903686" y="2622297"/>
            <a:ext cx="3832216" cy="600164"/>
          </a:xfrm>
          <a:prstGeom prst="rect">
            <a:avLst/>
          </a:prstGeom>
          <a:noFill/>
        </p:spPr>
        <p:txBody>
          <a:bodyPr wrap="square">
            <a:spAutoFit/>
          </a:bodyPr>
          <a:lstStyle/>
          <a:p>
            <a:pPr>
              <a:spcBef>
                <a:spcPts val="600"/>
              </a:spcBef>
              <a:spcAft>
                <a:spcPts val="600"/>
              </a:spcAft>
            </a:pPr>
            <a:r>
              <a:rPr lang="en-US" sz="1100">
                <a:solidFill>
                  <a:prstClr val="black"/>
                </a:solidFill>
                <a:latin typeface="Aptos" panose="020B0004020202020204"/>
              </a:rPr>
              <a:t>To interpret the results, we may (and should) also apply the exponential function to the estimated parameters to obtain the odds ratios (ORs):</a:t>
            </a:r>
          </a:p>
        </p:txBody>
      </p:sp>
      <p:pic>
        <p:nvPicPr>
          <p:cNvPr id="2100" name="Picture 2099" descr="\documentclass{article}&#10;\usepackage{amsmath}&#10;\pagestyle{empty}&#10;\begin{document}&#10;&#10;&#10;$$  \text{OR}_{\text{Inferior}} = \frac{1}{0.9429} \approx \mathbf{1.06}$$&#10;&#10;\end{document}" title="IguanaTex Picture Display">
            <a:extLst>
              <a:ext uri="{FF2B5EF4-FFF2-40B4-BE49-F238E27FC236}">
                <a16:creationId xmlns:a16="http://schemas.microsoft.com/office/drawing/2014/main" id="{8ECA6BC0-14F4-33C8-1574-3DB0DE410729}"/>
              </a:ext>
            </a:extLst>
          </p:cNvPr>
          <p:cNvPicPr>
            <a:picLocks noChangeAspect="1"/>
          </p:cNvPicPr>
          <p:nvPr>
            <p:custDataLst>
              <p:tags r:id="rId7"/>
            </p:custDataLst>
          </p:nvPr>
        </p:nvPicPr>
        <p:blipFill>
          <a:blip r:embed="rId150" cstate="print">
            <a:extLst>
              <a:ext uri="{28A0092B-C50C-407E-A947-70E740481C1C}">
                <a14:useLocalDpi xmlns:a14="http://schemas.microsoft.com/office/drawing/2010/main" val="0"/>
              </a:ext>
            </a:extLst>
          </a:blip>
          <a:stretch>
            <a:fillRect/>
          </a:stretch>
        </p:blipFill>
        <p:spPr>
          <a:xfrm>
            <a:off x="6093897" y="4579841"/>
            <a:ext cx="1633220" cy="285897"/>
          </a:xfrm>
          <a:prstGeom prst="rect">
            <a:avLst/>
          </a:prstGeom>
        </p:spPr>
      </p:pic>
    </p:spTree>
    <p:extLst>
      <p:ext uri="{BB962C8B-B14F-4D97-AF65-F5344CB8AC3E}">
        <p14:creationId xmlns:p14="http://schemas.microsoft.com/office/powerpoint/2010/main" val="360074066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FB4091-C710-0CB3-2BDF-1499294C0A9D}"/>
            </a:ext>
          </a:extLst>
        </p:cNvPr>
        <p:cNvGrpSpPr/>
        <p:nvPr/>
      </p:nvGrpSpPr>
      <p:grpSpPr>
        <a:xfrm>
          <a:off x="0" y="0"/>
          <a:ext cx="0" cy="0"/>
          <a:chOff x="0" y="0"/>
          <a:chExt cx="0" cy="0"/>
        </a:xfrm>
      </p:grpSpPr>
      <p:sp>
        <p:nvSpPr>
          <p:cNvPr id="2" name="Freeform: Shape 1">
            <a:extLst>
              <a:ext uri="{FF2B5EF4-FFF2-40B4-BE49-F238E27FC236}">
                <a16:creationId xmlns:a16="http://schemas.microsoft.com/office/drawing/2014/main" id="{6FE25B03-5F7B-5851-204D-3EF8EFD170E8}"/>
              </a:ext>
            </a:extLst>
          </p:cNvPr>
          <p:cNvSpPr/>
          <p:nvPr/>
        </p:nvSpPr>
        <p:spPr>
          <a:xfrm>
            <a:off x="5867061" y="1206499"/>
            <a:ext cx="6336000" cy="5664249"/>
          </a:xfrm>
          <a:custGeom>
            <a:avLst/>
            <a:gdLst>
              <a:gd name="csX0" fmla="*/ 533119 w 5212353"/>
              <a:gd name="csY0" fmla="*/ 0 h 5664249"/>
              <a:gd name="csX1" fmla="*/ 5173103 w 5212353"/>
              <a:gd name="csY1" fmla="*/ 0 h 5664249"/>
              <a:gd name="csX2" fmla="*/ 5212353 w 5212353"/>
              <a:gd name="csY2" fmla="*/ 3957 h 5664249"/>
              <a:gd name="csX3" fmla="*/ 5212353 w 5212353"/>
              <a:gd name="csY3" fmla="*/ 5660293 h 5664249"/>
              <a:gd name="csX4" fmla="*/ 5173103 w 5212353"/>
              <a:gd name="csY4" fmla="*/ 5664249 h 5664249"/>
              <a:gd name="csX5" fmla="*/ 533119 w 5212353"/>
              <a:gd name="csY5" fmla="*/ 5664249 h 5664249"/>
              <a:gd name="csX6" fmla="*/ 0 w 5212353"/>
              <a:gd name="csY6" fmla="*/ 5131130 h 5664249"/>
              <a:gd name="csX7" fmla="*/ 0 w 5212353"/>
              <a:gd name="csY7" fmla="*/ 533119 h 5664249"/>
              <a:gd name="csX8" fmla="*/ 533119 w 5212353"/>
              <a:gd name="csY8" fmla="*/ 0 h 56642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5212353" h="5664249">
                <a:moveTo>
                  <a:pt x="533119" y="0"/>
                </a:moveTo>
                <a:lnTo>
                  <a:pt x="5173103" y="0"/>
                </a:lnTo>
                <a:lnTo>
                  <a:pt x="5212353" y="3957"/>
                </a:lnTo>
                <a:lnTo>
                  <a:pt x="5212353" y="5660293"/>
                </a:lnTo>
                <a:lnTo>
                  <a:pt x="5173103" y="5664249"/>
                </a:lnTo>
                <a:lnTo>
                  <a:pt x="533119" y="5664249"/>
                </a:lnTo>
                <a:cubicBezTo>
                  <a:pt x="238686" y="5664249"/>
                  <a:pt x="0" y="5425563"/>
                  <a:pt x="0" y="5131130"/>
                </a:cubicBezTo>
                <a:lnTo>
                  <a:pt x="0" y="533119"/>
                </a:lnTo>
                <a:cubicBezTo>
                  <a:pt x="0" y="238686"/>
                  <a:pt x="238686" y="0"/>
                  <a:pt x="533119" y="0"/>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Rectangle: Rounded Corners 5">
            <a:extLst>
              <a:ext uri="{FF2B5EF4-FFF2-40B4-BE49-F238E27FC236}">
                <a16:creationId xmlns:a16="http://schemas.microsoft.com/office/drawing/2014/main" id="{BF410810-5703-58F3-2681-9725B8DF8B61}"/>
              </a:ext>
            </a:extLst>
          </p:cNvPr>
          <p:cNvSpPr/>
          <p:nvPr/>
        </p:nvSpPr>
        <p:spPr>
          <a:xfrm>
            <a:off x="5867061" y="1206499"/>
            <a:ext cx="2279626" cy="595213"/>
          </a:xfrm>
          <a:prstGeom prst="roundRect">
            <a:avLst>
              <a:gd name="adj" fmla="val 17766"/>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b="1">
                <a:solidFill>
                  <a:schemeClr val="tx1"/>
                </a:solidFill>
              </a:rPr>
              <a:t>GPA</a:t>
            </a:r>
            <a:endParaRPr lang="en-US" b="1" noProof="0">
              <a:solidFill>
                <a:schemeClr val="tx1"/>
              </a:solidFill>
              <a:highlight>
                <a:srgbClr val="FFC000"/>
              </a:highlight>
            </a:endParaRPr>
          </a:p>
        </p:txBody>
      </p:sp>
      <p:sp>
        <p:nvSpPr>
          <p:cNvPr id="5" name="Slide Number Placeholder 2">
            <a:extLst>
              <a:ext uri="{FF2B5EF4-FFF2-40B4-BE49-F238E27FC236}">
                <a16:creationId xmlns:a16="http://schemas.microsoft.com/office/drawing/2014/main" id="{E4A83950-F39A-FAA0-9897-1570738917A3}"/>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CD5D7C0B-0EF4-00BC-F13F-FA2F87FDF7F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4BCF1BF3-8FE8-B9AF-DCCB-ABB2D8F5F53E}"/>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0C24AF5A-DFA9-9088-1DD7-F5DC95A504E3}"/>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8" name="Picture 7" descr="\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title="IguanaTex Picture Display">
            <a:extLst>
              <a:ext uri="{FF2B5EF4-FFF2-40B4-BE49-F238E27FC236}">
                <a16:creationId xmlns:a16="http://schemas.microsoft.com/office/drawing/2014/main" id="{F7FE8B21-319A-5E55-72FB-018A76C87ADD}"/>
              </a:ext>
            </a:extLst>
          </p:cNvPr>
          <p:cNvPicPr>
            <a:picLocks noChangeAspect="1"/>
          </p:cNvPicPr>
          <p:nvPr>
            <p:custDataLst>
              <p:tags r:id="rId1"/>
            </p:custDataLst>
          </p:nvPr>
        </p:nvPicPr>
        <p:blipFill>
          <a:blip r:embed="rId144">
            <a:extLst>
              <a:ext uri="{28A0092B-C50C-407E-A947-70E740481C1C}">
                <a14:useLocalDpi xmlns:a14="http://schemas.microsoft.com/office/drawing/2010/main" val="0"/>
              </a:ext>
            </a:extLst>
          </a:blip>
          <a:stretch>
            <a:fillRect/>
          </a:stretch>
        </p:blipFill>
        <p:spPr>
          <a:xfrm>
            <a:off x="1004528" y="1671823"/>
            <a:ext cx="2706656" cy="710522"/>
          </a:xfrm>
          <a:prstGeom prst="rect">
            <a:avLst/>
          </a:prstGeom>
        </p:spPr>
      </p:pic>
      <p:sp>
        <p:nvSpPr>
          <p:cNvPr id="3" name="TextBox 2">
            <a:extLst>
              <a:ext uri="{FF2B5EF4-FFF2-40B4-BE49-F238E27FC236}">
                <a16:creationId xmlns:a16="http://schemas.microsoft.com/office/drawing/2014/main" id="{7CFB1348-47BB-F1D5-068A-346F89987647}"/>
              </a:ext>
            </a:extLst>
          </p:cNvPr>
          <p:cNvSpPr txBox="1"/>
          <p:nvPr/>
        </p:nvSpPr>
        <p:spPr>
          <a:xfrm>
            <a:off x="896087" y="1194769"/>
            <a:ext cx="3674264"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Results of the Ordinal Logistic Regression Regarding the Intention to Apply to Postgraduate Studies</a:t>
            </a:r>
            <a:endPar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684C819E-81DF-4F07-7E0B-AD7A4F6584D5}"/>
                  </a:ext>
                </a:extLst>
              </p:cNvPr>
              <p:cNvSpPr txBox="1"/>
              <p:nvPr/>
            </p:nvSpPr>
            <p:spPr>
              <a:xfrm>
                <a:off x="6079625" y="2027084"/>
                <a:ext cx="5402964" cy="923330"/>
              </a:xfrm>
              <a:prstGeom prst="rect">
                <a:avLst/>
              </a:prstGeom>
              <a:noFill/>
            </p:spPr>
            <p:txBody>
              <a:bodyPr wrap="square">
                <a:spAutoFit/>
              </a:bodyPr>
              <a:lstStyle>
                <a:defPPr>
                  <a:defRPr lang="en-US"/>
                </a:defPPr>
                <a:lvl1pPr marR="0" lvl="0" fontAlgn="auto">
                  <a:lnSpc>
                    <a:spcPct val="100000"/>
                  </a:lnSpc>
                  <a:spcBef>
                    <a:spcPts val="600"/>
                  </a:spcBef>
                  <a:spcAft>
                    <a:spcPts val="600"/>
                  </a:spcAft>
                  <a:buClrTx/>
                  <a:buSzTx/>
                  <a:tabLst/>
                  <a:defRPr kumimoji="0" sz="1100" b="1" i="0" u="none" strike="noStrike" cap="none" spc="0" normalizeH="0" baseline="0">
                    <a:ln>
                      <a:noFill/>
                    </a:ln>
                    <a:solidFill>
                      <a:prstClr val="black"/>
                    </a:solidFill>
                    <a:effectLst/>
                    <a:uLnTx/>
                    <a:uFillTx/>
                    <a:latin typeface="Aptos" panose="020B0004020202020204"/>
                  </a:defRPr>
                </a:lvl1pPr>
              </a:lstStyle>
              <a:p>
                <a:r>
                  <a:rPr lang="en-US" b="0"/>
                  <a:t>For each additional unit of GPA, the </a:t>
                </a:r>
                <a:r>
                  <a:rPr lang="en-US">
                    <a:solidFill>
                      <a:schemeClr val="bg1"/>
                    </a:solidFill>
                    <a:highlight>
                      <a:srgbClr val="FF0000"/>
                    </a:highlight>
                  </a:rPr>
                  <a:t>probabilities of being in a higher intention‑to‑apply category </a:t>
                </a:r>
                <a:r>
                  <a:rPr lang="en-US" b="0"/>
                  <a:t>increase by a factor of 1.85, which corresponds to an 85% increase, holding all other variables constant.</a:t>
                </a:r>
              </a:p>
              <a:p>
                <a:pPr/>
                <a14:m>
                  <m:oMathPara xmlns:m="http://schemas.openxmlformats.org/officeDocument/2006/math">
                    <m:oMathParaPr>
                      <m:jc m:val="centerGroup"/>
                    </m:oMathParaPr>
                    <m:oMath xmlns:m="http://schemas.openxmlformats.org/officeDocument/2006/math">
                      <m:d>
                        <m:dPr>
                          <m:ctrlPr>
                            <a:rPr lang="en-GB" b="0" i="1">
                              <a:latin typeface="Cambria Math" panose="02040503050406030204" pitchFamily="18" charset="0"/>
                            </a:rPr>
                          </m:ctrlPr>
                        </m:dPr>
                        <m:e>
                          <m:r>
                            <a:rPr lang="en-GB" b="0" i="1">
                              <a:latin typeface="Cambria Math" panose="02040503050406030204" pitchFamily="18" charset="0"/>
                            </a:rPr>
                            <m:t>1.8514−1</m:t>
                          </m:r>
                        </m:e>
                      </m:d>
                      <m:r>
                        <a:rPr lang="en-GB" b="0" i="1">
                          <a:latin typeface="Cambria Math" panose="02040503050406030204" pitchFamily="18" charset="0"/>
                        </a:rPr>
                        <m:t>×100≈85%</m:t>
                      </m:r>
                    </m:oMath>
                  </m:oMathPara>
                </a14:m>
                <a:endParaRPr lang="en-GB" b="0"/>
              </a:p>
            </p:txBody>
          </p:sp>
        </mc:Choice>
        <mc:Fallback xmlns="">
          <p:sp>
            <p:nvSpPr>
              <p:cNvPr id="15" name="TextBox 14">
                <a:extLst>
                  <a:ext uri="{FF2B5EF4-FFF2-40B4-BE49-F238E27FC236}">
                    <a16:creationId xmlns:a16="http://schemas.microsoft.com/office/drawing/2014/main" id="{684C819E-81DF-4F07-7E0B-AD7A4F6584D5}"/>
                  </a:ext>
                </a:extLst>
              </p:cNvPr>
              <p:cNvSpPr txBox="1">
                <a:spLocks noRot="1" noChangeAspect="1" noMove="1" noResize="1" noEditPoints="1" noAdjustHandles="1" noChangeArrowheads="1" noChangeShapeType="1" noTextEdit="1"/>
              </p:cNvSpPr>
              <p:nvPr/>
            </p:nvSpPr>
            <p:spPr>
              <a:xfrm>
                <a:off x="6079625" y="2027084"/>
                <a:ext cx="5402964" cy="923330"/>
              </a:xfrm>
              <a:prstGeom prst="rect">
                <a:avLst/>
              </a:prstGeom>
              <a:blipFill>
                <a:blip r:embed="rId145"/>
                <a:stretch>
                  <a:fillRect t="-662"/>
                </a:stretch>
              </a:blipFill>
            </p:spPr>
            <p:txBody>
              <a:bodyPr/>
              <a:lstStyle/>
              <a:p>
                <a:r>
                  <a:rPr lang="en-US">
                    <a:noFill/>
                  </a:rPr>
                  <a:t> </a:t>
                </a:r>
              </a:p>
            </p:txBody>
          </p:sp>
        </mc:Fallback>
      </mc:AlternateContent>
      <p:grpSp>
        <p:nvGrpSpPr>
          <p:cNvPr id="12" name="Group 11" descr="\documentclass{article}&#10;\usepackage{amsmath}&#10;\pagestyle{empty}&#10;\begin{document}&#10;&#10;&#10;\[&#10; =\frac{P(Y_n \le j)}{P(Y_n &gt; j)}  = e^{ (\mu_j -\boldsymbol{\beta}^\top \mathbf{x})}&#10;\]&#10;&#10;\end{document}" title="IguanaTex Shape Display">
            <a:extLst>
              <a:ext uri="{FF2B5EF4-FFF2-40B4-BE49-F238E27FC236}">
                <a16:creationId xmlns:a16="http://schemas.microsoft.com/office/drawing/2014/main" id="{70F56316-8DCB-3E27-6416-AF7115417837}"/>
              </a:ext>
            </a:extLst>
          </p:cNvPr>
          <p:cNvGrpSpPr>
            <a:grpSpLocks noChangeAspect="1"/>
          </p:cNvGrpSpPr>
          <p:nvPr>
            <p:custDataLst>
              <p:tags r:id="rId2"/>
            </p:custDataLst>
          </p:nvPr>
        </p:nvGrpSpPr>
        <p:grpSpPr>
          <a:xfrm>
            <a:off x="2684843" y="3317240"/>
            <a:ext cx="1592884" cy="328051"/>
            <a:chOff x="12118418" y="5141427"/>
            <a:chExt cx="2010672" cy="414094"/>
          </a:xfrm>
        </p:grpSpPr>
        <p:sp>
          <p:nvSpPr>
            <p:cNvPr id="13" name="Freeform: Shape 12">
              <a:extLst>
                <a:ext uri="{FF2B5EF4-FFF2-40B4-BE49-F238E27FC236}">
                  <a16:creationId xmlns:a16="http://schemas.microsoft.com/office/drawing/2014/main" id="{F8491925-8553-67A8-0105-E978574F4FFE}"/>
                </a:ext>
              </a:extLst>
            </p:cNvPr>
            <p:cNvSpPr/>
            <p:nvPr>
              <p:custDataLst>
                <p:tags r:id="rId116"/>
              </p:custDataLst>
            </p:nvPr>
          </p:nvSpPr>
          <p:spPr>
            <a:xfrm>
              <a:off x="12118418" y="5327139"/>
              <a:ext cx="119790" cy="41015"/>
            </a:xfrm>
            <a:custGeom>
              <a:avLst/>
              <a:gdLst>
                <a:gd name="connsiteX0" fmla="*/ 113843 w 119790"/>
                <a:gd name="connsiteY0" fmla="*/ 7089 h 41015"/>
                <a:gd name="connsiteX1" fmla="*/ 119967 w 119790"/>
                <a:gd name="connsiteY1" fmla="*/ 3584 h 41015"/>
                <a:gd name="connsiteX2" fmla="*/ 114023 w 119790"/>
                <a:gd name="connsiteY2" fmla="*/ 78 h 41015"/>
                <a:gd name="connsiteX3" fmla="*/ 6122 w 119790"/>
                <a:gd name="connsiteY3" fmla="*/ 78 h 41015"/>
                <a:gd name="connsiteX4" fmla="*/ 177 w 119790"/>
                <a:gd name="connsiteY4" fmla="*/ 3584 h 41015"/>
                <a:gd name="connsiteX5" fmla="*/ 6302 w 119790"/>
                <a:gd name="connsiteY5" fmla="*/ 7089 h 41015"/>
                <a:gd name="connsiteX6" fmla="*/ 113843 w 119790"/>
                <a:gd name="connsiteY6" fmla="*/ 7089 h 41015"/>
                <a:gd name="connsiteX7" fmla="*/ 114023 w 119790"/>
                <a:gd name="connsiteY7" fmla="*/ 41094 h 41015"/>
                <a:gd name="connsiteX8" fmla="*/ 119967 w 119790"/>
                <a:gd name="connsiteY8" fmla="*/ 37588 h 41015"/>
                <a:gd name="connsiteX9" fmla="*/ 113843 w 119790"/>
                <a:gd name="connsiteY9" fmla="*/ 34083 h 41015"/>
                <a:gd name="connsiteX10" fmla="*/ 6302 w 119790"/>
                <a:gd name="connsiteY10" fmla="*/ 34083 h 41015"/>
                <a:gd name="connsiteX11" fmla="*/ 177 w 119790"/>
                <a:gd name="connsiteY11" fmla="*/ 37588 h 41015"/>
                <a:gd name="connsiteX12" fmla="*/ 6122 w 119790"/>
                <a:gd name="connsiteY12" fmla="*/ 41094 h 41015"/>
                <a:gd name="connsiteX13" fmla="*/ 11402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843" y="7089"/>
                  </a:moveTo>
                  <a:cubicBezTo>
                    <a:pt x="116545" y="7089"/>
                    <a:pt x="119967" y="7089"/>
                    <a:pt x="119967" y="3584"/>
                  </a:cubicBezTo>
                  <a:cubicBezTo>
                    <a:pt x="119967" y="78"/>
                    <a:pt x="116545" y="78"/>
                    <a:pt x="114023" y="78"/>
                  </a:cubicBezTo>
                  <a:lnTo>
                    <a:pt x="6122" y="78"/>
                  </a:lnTo>
                  <a:cubicBezTo>
                    <a:pt x="3600" y="78"/>
                    <a:pt x="177" y="78"/>
                    <a:pt x="177" y="3584"/>
                  </a:cubicBezTo>
                  <a:cubicBezTo>
                    <a:pt x="177" y="7089"/>
                    <a:pt x="3600" y="7089"/>
                    <a:pt x="6302" y="7089"/>
                  </a:cubicBezTo>
                  <a:lnTo>
                    <a:pt x="113843" y="7089"/>
                  </a:lnTo>
                  <a:close/>
                  <a:moveTo>
                    <a:pt x="114023" y="41094"/>
                  </a:moveTo>
                  <a:cubicBezTo>
                    <a:pt x="116545" y="41094"/>
                    <a:pt x="119967" y="41094"/>
                    <a:pt x="119967" y="37588"/>
                  </a:cubicBezTo>
                  <a:cubicBezTo>
                    <a:pt x="119967" y="34083"/>
                    <a:pt x="116545" y="34083"/>
                    <a:pt x="113843" y="34083"/>
                  </a:cubicBezTo>
                  <a:lnTo>
                    <a:pt x="6302" y="34083"/>
                  </a:lnTo>
                  <a:cubicBezTo>
                    <a:pt x="3600" y="34083"/>
                    <a:pt x="177" y="34083"/>
                    <a:pt x="177" y="37588"/>
                  </a:cubicBezTo>
                  <a:cubicBezTo>
                    <a:pt x="177" y="41094"/>
                    <a:pt x="3600" y="41094"/>
                    <a:pt x="6122" y="41094"/>
                  </a:cubicBezTo>
                  <a:lnTo>
                    <a:pt x="11402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4" name="Freeform: Shape 13">
              <a:extLst>
                <a:ext uri="{FF2B5EF4-FFF2-40B4-BE49-F238E27FC236}">
                  <a16:creationId xmlns:a16="http://schemas.microsoft.com/office/drawing/2014/main" id="{6E5836B0-88E3-2665-3FBC-83BB6E3240A3}"/>
                </a:ext>
              </a:extLst>
            </p:cNvPr>
            <p:cNvSpPr/>
            <p:nvPr>
              <p:custDataLst>
                <p:tags r:id="rId117"/>
              </p:custDataLst>
            </p:nvPr>
          </p:nvSpPr>
          <p:spPr>
            <a:xfrm>
              <a:off x="12327294" y="5153171"/>
              <a:ext cx="128616" cy="119717"/>
            </a:xfrm>
            <a:custGeom>
              <a:avLst/>
              <a:gdLst>
                <a:gd name="connsiteX0" fmla="*/ 47564 w 128616"/>
                <a:gd name="connsiteY0" fmla="*/ 64400 h 119717"/>
                <a:gd name="connsiteX1" fmla="*/ 78187 w 128616"/>
                <a:gd name="connsiteY1" fmla="*/ 64400 h 119717"/>
                <a:gd name="connsiteX2" fmla="*/ 128805 w 128616"/>
                <a:gd name="connsiteY2" fmla="*/ 26539 h 119717"/>
                <a:gd name="connsiteX3" fmla="*/ 93319 w 128616"/>
                <a:gd name="connsiteY3" fmla="*/ 71 h 119717"/>
                <a:gd name="connsiteX4" fmla="*/ 34955 w 128616"/>
                <a:gd name="connsiteY4" fmla="*/ 71 h 119717"/>
                <a:gd name="connsiteX5" fmla="*/ 29551 w 128616"/>
                <a:gd name="connsiteY5" fmla="*/ 3402 h 119717"/>
                <a:gd name="connsiteX6" fmla="*/ 34775 w 128616"/>
                <a:gd name="connsiteY6" fmla="*/ 5505 h 119717"/>
                <a:gd name="connsiteX7" fmla="*/ 42521 w 128616"/>
                <a:gd name="connsiteY7" fmla="*/ 5856 h 119717"/>
                <a:gd name="connsiteX8" fmla="*/ 46484 w 128616"/>
                <a:gd name="connsiteY8" fmla="*/ 8660 h 119717"/>
                <a:gd name="connsiteX9" fmla="*/ 45763 w 128616"/>
                <a:gd name="connsiteY9" fmla="*/ 11990 h 119717"/>
                <a:gd name="connsiteX10" fmla="*/ 21625 w 128616"/>
                <a:gd name="connsiteY10" fmla="*/ 106117 h 119717"/>
                <a:gd name="connsiteX11" fmla="*/ 5233 w 128616"/>
                <a:gd name="connsiteY11" fmla="*/ 114355 h 119717"/>
                <a:gd name="connsiteX12" fmla="*/ 189 w 128616"/>
                <a:gd name="connsiteY12" fmla="*/ 117685 h 119717"/>
                <a:gd name="connsiteX13" fmla="*/ 2891 w 128616"/>
                <a:gd name="connsiteY13" fmla="*/ 119788 h 119717"/>
                <a:gd name="connsiteX14" fmla="*/ 25768 w 128616"/>
                <a:gd name="connsiteY14" fmla="*/ 119263 h 119717"/>
                <a:gd name="connsiteX15" fmla="*/ 37297 w 128616"/>
                <a:gd name="connsiteY15" fmla="*/ 119438 h 119717"/>
                <a:gd name="connsiteX16" fmla="*/ 49005 w 128616"/>
                <a:gd name="connsiteY16" fmla="*/ 119788 h 119717"/>
                <a:gd name="connsiteX17" fmla="*/ 52608 w 128616"/>
                <a:gd name="connsiteY17" fmla="*/ 116283 h 119717"/>
                <a:gd name="connsiteX18" fmla="*/ 47564 w 128616"/>
                <a:gd name="connsiteY18" fmla="*/ 114355 h 119717"/>
                <a:gd name="connsiteX19" fmla="*/ 35856 w 128616"/>
                <a:gd name="connsiteY19" fmla="*/ 111200 h 119717"/>
                <a:gd name="connsiteX20" fmla="*/ 36396 w 128616"/>
                <a:gd name="connsiteY20" fmla="*/ 108220 h 119717"/>
                <a:gd name="connsiteX21" fmla="*/ 47564 w 128616"/>
                <a:gd name="connsiteY21" fmla="*/ 64400 h 119717"/>
                <a:gd name="connsiteX22" fmla="*/ 60534 w 128616"/>
                <a:gd name="connsiteY22" fmla="*/ 12166 h 119717"/>
                <a:gd name="connsiteX23" fmla="*/ 70261 w 128616"/>
                <a:gd name="connsiteY23" fmla="*/ 5505 h 119717"/>
                <a:gd name="connsiteX24" fmla="*/ 87554 w 128616"/>
                <a:gd name="connsiteY24" fmla="*/ 5505 h 119717"/>
                <a:gd name="connsiteX25" fmla="*/ 112053 w 128616"/>
                <a:gd name="connsiteY25" fmla="*/ 22332 h 119717"/>
                <a:gd name="connsiteX26" fmla="*/ 101425 w 128616"/>
                <a:gd name="connsiteY26" fmla="*/ 50552 h 119717"/>
                <a:gd name="connsiteX27" fmla="*/ 73684 w 128616"/>
                <a:gd name="connsiteY27" fmla="*/ 59842 h 119717"/>
                <a:gd name="connsiteX28" fmla="*/ 48285 w 128616"/>
                <a:gd name="connsiteY28" fmla="*/ 59842 h 119717"/>
                <a:gd name="connsiteX29" fmla="*/ 60534 w 128616"/>
                <a:gd name="connsiteY29" fmla="*/ 12166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00"/>
                  </a:moveTo>
                  <a:lnTo>
                    <a:pt x="78187" y="64400"/>
                  </a:lnTo>
                  <a:cubicBezTo>
                    <a:pt x="103767" y="64400"/>
                    <a:pt x="128805" y="46170"/>
                    <a:pt x="128805" y="26539"/>
                  </a:cubicBezTo>
                  <a:cubicBezTo>
                    <a:pt x="128805" y="13042"/>
                    <a:pt x="116917" y="71"/>
                    <a:pt x="93319" y="71"/>
                  </a:cubicBezTo>
                  <a:lnTo>
                    <a:pt x="34955" y="71"/>
                  </a:lnTo>
                  <a:cubicBezTo>
                    <a:pt x="31532" y="71"/>
                    <a:pt x="29551" y="71"/>
                    <a:pt x="29551" y="3402"/>
                  </a:cubicBezTo>
                  <a:cubicBezTo>
                    <a:pt x="29551" y="5505"/>
                    <a:pt x="31172" y="5505"/>
                    <a:pt x="34775" y="5505"/>
                  </a:cubicBezTo>
                  <a:cubicBezTo>
                    <a:pt x="37117" y="5505"/>
                    <a:pt x="40359" y="5680"/>
                    <a:pt x="42521" y="5856"/>
                  </a:cubicBezTo>
                  <a:cubicBezTo>
                    <a:pt x="45403" y="6206"/>
                    <a:pt x="46484" y="6732"/>
                    <a:pt x="46484" y="8660"/>
                  </a:cubicBezTo>
                  <a:cubicBezTo>
                    <a:pt x="46484" y="9361"/>
                    <a:pt x="46303" y="9887"/>
                    <a:pt x="45763" y="11990"/>
                  </a:cubicBezTo>
                  <a:lnTo>
                    <a:pt x="21625" y="106117"/>
                  </a:lnTo>
                  <a:cubicBezTo>
                    <a:pt x="19824" y="112952"/>
                    <a:pt x="19463" y="114355"/>
                    <a:pt x="5233" y="114355"/>
                  </a:cubicBezTo>
                  <a:cubicBezTo>
                    <a:pt x="2170" y="114355"/>
                    <a:pt x="189" y="114355"/>
                    <a:pt x="189" y="117685"/>
                  </a:cubicBezTo>
                  <a:cubicBezTo>
                    <a:pt x="189" y="119788"/>
                    <a:pt x="2350" y="119788"/>
                    <a:pt x="2891" y="119788"/>
                  </a:cubicBezTo>
                  <a:cubicBezTo>
                    <a:pt x="7935" y="119788"/>
                    <a:pt x="20724" y="119263"/>
                    <a:pt x="25768" y="119263"/>
                  </a:cubicBezTo>
                  <a:cubicBezTo>
                    <a:pt x="29551" y="119263"/>
                    <a:pt x="33514" y="119438"/>
                    <a:pt x="37297" y="119438"/>
                  </a:cubicBezTo>
                  <a:cubicBezTo>
                    <a:pt x="41260" y="119438"/>
                    <a:pt x="45223" y="119788"/>
                    <a:pt x="49005" y="119788"/>
                  </a:cubicBezTo>
                  <a:cubicBezTo>
                    <a:pt x="50266" y="119788"/>
                    <a:pt x="52608" y="119788"/>
                    <a:pt x="52608" y="116283"/>
                  </a:cubicBezTo>
                  <a:cubicBezTo>
                    <a:pt x="52608" y="114355"/>
                    <a:pt x="50987" y="114355"/>
                    <a:pt x="47564" y="114355"/>
                  </a:cubicBezTo>
                  <a:cubicBezTo>
                    <a:pt x="40899" y="114355"/>
                    <a:pt x="35856" y="114355"/>
                    <a:pt x="35856" y="111200"/>
                  </a:cubicBezTo>
                  <a:cubicBezTo>
                    <a:pt x="35856" y="110148"/>
                    <a:pt x="36216" y="109272"/>
                    <a:pt x="36396" y="108220"/>
                  </a:cubicBezTo>
                  <a:lnTo>
                    <a:pt x="47564" y="64400"/>
                  </a:lnTo>
                  <a:close/>
                  <a:moveTo>
                    <a:pt x="60534" y="12166"/>
                  </a:moveTo>
                  <a:cubicBezTo>
                    <a:pt x="62155" y="6031"/>
                    <a:pt x="62516" y="5505"/>
                    <a:pt x="70261" y="5505"/>
                  </a:cubicBezTo>
                  <a:lnTo>
                    <a:pt x="87554" y="5505"/>
                  </a:lnTo>
                  <a:cubicBezTo>
                    <a:pt x="102506" y="5505"/>
                    <a:pt x="112053" y="10238"/>
                    <a:pt x="112053" y="22332"/>
                  </a:cubicBezTo>
                  <a:cubicBezTo>
                    <a:pt x="112053" y="29168"/>
                    <a:pt x="108450" y="44242"/>
                    <a:pt x="101425" y="50552"/>
                  </a:cubicBezTo>
                  <a:cubicBezTo>
                    <a:pt x="92418" y="58440"/>
                    <a:pt x="81610" y="59842"/>
                    <a:pt x="73684" y="59842"/>
                  </a:cubicBezTo>
                  <a:lnTo>
                    <a:pt x="48285" y="59842"/>
                  </a:lnTo>
                  <a:lnTo>
                    <a:pt x="60534" y="121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7" name="Freeform: Shape 16">
              <a:extLst>
                <a:ext uri="{FF2B5EF4-FFF2-40B4-BE49-F238E27FC236}">
                  <a16:creationId xmlns:a16="http://schemas.microsoft.com/office/drawing/2014/main" id="{6B02CB6B-7071-8D8A-54B3-35F411E7EEC7}"/>
                </a:ext>
              </a:extLst>
            </p:cNvPr>
            <p:cNvSpPr/>
            <p:nvPr>
              <p:custDataLst>
                <p:tags r:id="rId118"/>
              </p:custDataLst>
            </p:nvPr>
          </p:nvSpPr>
          <p:spPr>
            <a:xfrm>
              <a:off x="12478590" y="5141427"/>
              <a:ext cx="41791" cy="175281"/>
            </a:xfrm>
            <a:custGeom>
              <a:avLst/>
              <a:gdLst>
                <a:gd name="connsiteX0" fmla="*/ 41988 w 41791"/>
                <a:gd name="connsiteY0" fmla="*/ 173600 h 175281"/>
                <a:gd name="connsiteX1" fmla="*/ 38926 w 41791"/>
                <a:gd name="connsiteY1" fmla="*/ 169744 h 175281"/>
                <a:gd name="connsiteX2" fmla="*/ 10644 w 41791"/>
                <a:gd name="connsiteY2" fmla="*/ 87712 h 175281"/>
                <a:gd name="connsiteX3" fmla="*/ 39646 w 41791"/>
                <a:gd name="connsiteY3" fmla="*/ 4804 h 175281"/>
                <a:gd name="connsiteX4" fmla="*/ 41988 w 41791"/>
                <a:gd name="connsiteY4" fmla="*/ 1824 h 175281"/>
                <a:gd name="connsiteX5" fmla="*/ 40187 w 41791"/>
                <a:gd name="connsiteY5" fmla="*/ 71 h 175281"/>
                <a:gd name="connsiteX6" fmla="*/ 11545 w 41791"/>
                <a:gd name="connsiteY6" fmla="*/ 34251 h 175281"/>
                <a:gd name="connsiteX7" fmla="*/ 197 w 41791"/>
                <a:gd name="connsiteY7" fmla="*/ 87712 h 175281"/>
                <a:gd name="connsiteX8" fmla="*/ 12086 w 41791"/>
                <a:gd name="connsiteY8" fmla="*/ 142400 h 175281"/>
                <a:gd name="connsiteX9" fmla="*/ 40187 w 41791"/>
                <a:gd name="connsiteY9" fmla="*/ 175353 h 175281"/>
                <a:gd name="connsiteX10" fmla="*/ 41988 w 41791"/>
                <a:gd name="connsiteY10" fmla="*/ 173600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00"/>
                  </a:moveTo>
                  <a:cubicBezTo>
                    <a:pt x="41988" y="173074"/>
                    <a:pt x="41988" y="172723"/>
                    <a:pt x="38926" y="169744"/>
                  </a:cubicBezTo>
                  <a:cubicBezTo>
                    <a:pt x="16409" y="147658"/>
                    <a:pt x="10644" y="114530"/>
                    <a:pt x="10644" y="87712"/>
                  </a:cubicBezTo>
                  <a:cubicBezTo>
                    <a:pt x="10644" y="57213"/>
                    <a:pt x="17490" y="26714"/>
                    <a:pt x="39646" y="4804"/>
                  </a:cubicBezTo>
                  <a:cubicBezTo>
                    <a:pt x="41988" y="2700"/>
                    <a:pt x="41988" y="2350"/>
                    <a:pt x="41988" y="1824"/>
                  </a:cubicBezTo>
                  <a:cubicBezTo>
                    <a:pt x="41988" y="597"/>
                    <a:pt x="41267" y="71"/>
                    <a:pt x="40187" y="71"/>
                  </a:cubicBezTo>
                  <a:cubicBezTo>
                    <a:pt x="38385" y="71"/>
                    <a:pt x="22173" y="11990"/>
                    <a:pt x="11545" y="34251"/>
                  </a:cubicBezTo>
                  <a:cubicBezTo>
                    <a:pt x="2358" y="53532"/>
                    <a:pt x="197" y="72988"/>
                    <a:pt x="197" y="87712"/>
                  </a:cubicBezTo>
                  <a:cubicBezTo>
                    <a:pt x="197" y="101384"/>
                    <a:pt x="2178" y="122593"/>
                    <a:pt x="12086" y="142400"/>
                  </a:cubicBezTo>
                  <a:cubicBezTo>
                    <a:pt x="22894" y="163959"/>
                    <a:pt x="38385" y="175353"/>
                    <a:pt x="40187" y="175353"/>
                  </a:cubicBezTo>
                  <a:cubicBezTo>
                    <a:pt x="41267" y="175353"/>
                    <a:pt x="41988" y="174827"/>
                    <a:pt x="41988" y="17360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 name="Freeform: Shape 17">
              <a:extLst>
                <a:ext uri="{FF2B5EF4-FFF2-40B4-BE49-F238E27FC236}">
                  <a16:creationId xmlns:a16="http://schemas.microsoft.com/office/drawing/2014/main" id="{4593A3BF-D110-A32C-343B-782F5610311B}"/>
                </a:ext>
              </a:extLst>
            </p:cNvPr>
            <p:cNvSpPr/>
            <p:nvPr>
              <p:custDataLst>
                <p:tags r:id="rId119"/>
              </p:custDataLst>
            </p:nvPr>
          </p:nvSpPr>
          <p:spPr>
            <a:xfrm>
              <a:off x="12537114" y="5153171"/>
              <a:ext cx="130958" cy="119717"/>
            </a:xfrm>
            <a:custGeom>
              <a:avLst/>
              <a:gdLst>
                <a:gd name="connsiteX0" fmla="*/ 101437 w 130958"/>
                <a:gd name="connsiteY0" fmla="*/ 20053 h 119717"/>
                <a:gd name="connsiteX1" fmla="*/ 103958 w 130958"/>
                <a:gd name="connsiteY1" fmla="*/ 17599 h 119717"/>
                <a:gd name="connsiteX2" fmla="*/ 127556 w 130958"/>
                <a:gd name="connsiteY2" fmla="*/ 5505 h 119717"/>
                <a:gd name="connsiteX3" fmla="*/ 131159 w 130958"/>
                <a:gd name="connsiteY3" fmla="*/ 2175 h 119717"/>
                <a:gd name="connsiteX4" fmla="*/ 128817 w 130958"/>
                <a:gd name="connsiteY4" fmla="*/ 71 h 119717"/>
                <a:gd name="connsiteX5" fmla="*/ 114046 w 130958"/>
                <a:gd name="connsiteY5" fmla="*/ 597 h 119717"/>
                <a:gd name="connsiteX6" fmla="*/ 96032 w 130958"/>
                <a:gd name="connsiteY6" fmla="*/ 71 h 119717"/>
                <a:gd name="connsiteX7" fmla="*/ 92610 w 130958"/>
                <a:gd name="connsiteY7" fmla="*/ 3402 h 119717"/>
                <a:gd name="connsiteX8" fmla="*/ 95312 w 130958"/>
                <a:gd name="connsiteY8" fmla="*/ 5505 h 119717"/>
                <a:gd name="connsiteX9" fmla="*/ 101797 w 130958"/>
                <a:gd name="connsiteY9" fmla="*/ 9536 h 119717"/>
                <a:gd name="connsiteX10" fmla="*/ 96933 w 130958"/>
                <a:gd name="connsiteY10" fmla="*/ 17950 h 119717"/>
                <a:gd name="connsiteX11" fmla="*/ 55142 w 130958"/>
                <a:gd name="connsiteY11" fmla="*/ 64750 h 119717"/>
                <a:gd name="connsiteX12" fmla="*/ 35327 w 130958"/>
                <a:gd name="connsiteY12" fmla="*/ 12691 h 119717"/>
                <a:gd name="connsiteX13" fmla="*/ 34246 w 130958"/>
                <a:gd name="connsiteY13" fmla="*/ 9712 h 119717"/>
                <a:gd name="connsiteX14" fmla="*/ 44874 w 130958"/>
                <a:gd name="connsiteY14" fmla="*/ 5505 h 119717"/>
                <a:gd name="connsiteX15" fmla="*/ 49197 w 130958"/>
                <a:gd name="connsiteY15" fmla="*/ 1999 h 119717"/>
                <a:gd name="connsiteX16" fmla="*/ 46495 w 130958"/>
                <a:gd name="connsiteY16" fmla="*/ 71 h 119717"/>
                <a:gd name="connsiteX17" fmla="*/ 23798 w 130958"/>
                <a:gd name="connsiteY17" fmla="*/ 597 h 119717"/>
                <a:gd name="connsiteX18" fmla="*/ 3623 w 130958"/>
                <a:gd name="connsiteY18" fmla="*/ 71 h 119717"/>
                <a:gd name="connsiteX19" fmla="*/ 200 w 130958"/>
                <a:gd name="connsiteY19" fmla="*/ 3577 h 119717"/>
                <a:gd name="connsiteX20" fmla="*/ 4344 w 130958"/>
                <a:gd name="connsiteY20" fmla="*/ 5505 h 119717"/>
                <a:gd name="connsiteX21" fmla="*/ 17493 w 130958"/>
                <a:gd name="connsiteY21" fmla="*/ 11465 h 119717"/>
                <a:gd name="connsiteX22" fmla="*/ 39650 w 130958"/>
                <a:gd name="connsiteY22" fmla="*/ 69132 h 119717"/>
                <a:gd name="connsiteX23" fmla="*/ 40371 w 130958"/>
                <a:gd name="connsiteY23" fmla="*/ 72112 h 119717"/>
                <a:gd name="connsiteX24" fmla="*/ 32265 w 130958"/>
                <a:gd name="connsiteY24" fmla="*/ 104013 h 119717"/>
                <a:gd name="connsiteX25" fmla="*/ 15332 w 130958"/>
                <a:gd name="connsiteY25" fmla="*/ 114355 h 119717"/>
                <a:gd name="connsiteX26" fmla="*/ 10468 w 130958"/>
                <a:gd name="connsiteY26" fmla="*/ 117860 h 119717"/>
                <a:gd name="connsiteX27" fmla="*/ 12990 w 130958"/>
                <a:gd name="connsiteY27" fmla="*/ 119788 h 119717"/>
                <a:gd name="connsiteX28" fmla="*/ 35687 w 130958"/>
                <a:gd name="connsiteY28" fmla="*/ 119263 h 119717"/>
                <a:gd name="connsiteX29" fmla="*/ 58744 w 130958"/>
                <a:gd name="connsiteY29" fmla="*/ 119788 h 119717"/>
                <a:gd name="connsiteX30" fmla="*/ 62167 w 130958"/>
                <a:gd name="connsiteY30" fmla="*/ 116283 h 119717"/>
                <a:gd name="connsiteX31" fmla="*/ 57123 w 130958"/>
                <a:gd name="connsiteY31" fmla="*/ 114355 h 119717"/>
                <a:gd name="connsiteX32" fmla="*/ 50278 w 130958"/>
                <a:gd name="connsiteY32" fmla="*/ 114004 h 119717"/>
                <a:gd name="connsiteX33" fmla="*/ 45414 w 130958"/>
                <a:gd name="connsiteY33" fmla="*/ 111200 h 119717"/>
                <a:gd name="connsiteX34" fmla="*/ 47936 w 130958"/>
                <a:gd name="connsiteY34" fmla="*/ 100157 h 119717"/>
                <a:gd name="connsiteX35" fmla="*/ 54241 w 130958"/>
                <a:gd name="connsiteY35" fmla="*/ 75442 h 119717"/>
                <a:gd name="connsiteX36" fmla="*/ 56763 w 130958"/>
                <a:gd name="connsiteY36" fmla="*/ 70009 h 119717"/>
                <a:gd name="connsiteX37" fmla="*/ 101437 w 130958"/>
                <a:gd name="connsiteY37" fmla="*/ 20053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53"/>
                  </a:moveTo>
                  <a:lnTo>
                    <a:pt x="103958" y="17599"/>
                  </a:lnTo>
                  <a:cubicBezTo>
                    <a:pt x="109363" y="12341"/>
                    <a:pt x="115307" y="6381"/>
                    <a:pt x="127556" y="5505"/>
                  </a:cubicBezTo>
                  <a:cubicBezTo>
                    <a:pt x="129538" y="5330"/>
                    <a:pt x="131159" y="5330"/>
                    <a:pt x="131159" y="2175"/>
                  </a:cubicBezTo>
                  <a:cubicBezTo>
                    <a:pt x="131159" y="772"/>
                    <a:pt x="130258" y="71"/>
                    <a:pt x="128817" y="71"/>
                  </a:cubicBezTo>
                  <a:cubicBezTo>
                    <a:pt x="124134" y="71"/>
                    <a:pt x="118910" y="597"/>
                    <a:pt x="114046" y="597"/>
                  </a:cubicBezTo>
                  <a:cubicBezTo>
                    <a:pt x="108102" y="597"/>
                    <a:pt x="101797" y="71"/>
                    <a:pt x="96032" y="71"/>
                  </a:cubicBezTo>
                  <a:cubicBezTo>
                    <a:pt x="94952" y="71"/>
                    <a:pt x="92610" y="71"/>
                    <a:pt x="92610" y="3402"/>
                  </a:cubicBezTo>
                  <a:cubicBezTo>
                    <a:pt x="92610" y="5330"/>
                    <a:pt x="94411" y="5505"/>
                    <a:pt x="95312" y="5505"/>
                  </a:cubicBezTo>
                  <a:cubicBezTo>
                    <a:pt x="96573" y="5505"/>
                    <a:pt x="101797" y="5856"/>
                    <a:pt x="101797" y="9536"/>
                  </a:cubicBezTo>
                  <a:cubicBezTo>
                    <a:pt x="101797" y="12516"/>
                    <a:pt x="97654" y="17074"/>
                    <a:pt x="96933" y="17950"/>
                  </a:cubicBezTo>
                  <a:lnTo>
                    <a:pt x="55142" y="64750"/>
                  </a:lnTo>
                  <a:lnTo>
                    <a:pt x="35327" y="12691"/>
                  </a:lnTo>
                  <a:cubicBezTo>
                    <a:pt x="34246" y="10238"/>
                    <a:pt x="34246" y="9887"/>
                    <a:pt x="34246" y="9712"/>
                  </a:cubicBezTo>
                  <a:cubicBezTo>
                    <a:pt x="34246" y="5505"/>
                    <a:pt x="43073" y="5505"/>
                    <a:pt x="44874" y="5505"/>
                  </a:cubicBezTo>
                  <a:cubicBezTo>
                    <a:pt x="47396" y="5505"/>
                    <a:pt x="49197" y="5505"/>
                    <a:pt x="49197" y="1999"/>
                  </a:cubicBezTo>
                  <a:cubicBezTo>
                    <a:pt x="49197" y="71"/>
                    <a:pt x="47036" y="71"/>
                    <a:pt x="46495" y="71"/>
                  </a:cubicBezTo>
                  <a:cubicBezTo>
                    <a:pt x="41451" y="71"/>
                    <a:pt x="28842" y="597"/>
                    <a:pt x="23798" y="597"/>
                  </a:cubicBezTo>
                  <a:cubicBezTo>
                    <a:pt x="19295" y="597"/>
                    <a:pt x="8126" y="71"/>
                    <a:pt x="3623" y="71"/>
                  </a:cubicBezTo>
                  <a:cubicBezTo>
                    <a:pt x="2542" y="71"/>
                    <a:pt x="200" y="71"/>
                    <a:pt x="200" y="3577"/>
                  </a:cubicBezTo>
                  <a:cubicBezTo>
                    <a:pt x="200" y="5505"/>
                    <a:pt x="2002" y="5505"/>
                    <a:pt x="4344" y="5505"/>
                  </a:cubicBezTo>
                  <a:cubicBezTo>
                    <a:pt x="15152" y="5505"/>
                    <a:pt x="15872" y="7082"/>
                    <a:pt x="17493" y="11465"/>
                  </a:cubicBezTo>
                  <a:lnTo>
                    <a:pt x="39650" y="69132"/>
                  </a:lnTo>
                  <a:cubicBezTo>
                    <a:pt x="39830" y="69658"/>
                    <a:pt x="40371" y="71586"/>
                    <a:pt x="40371" y="72112"/>
                  </a:cubicBezTo>
                  <a:cubicBezTo>
                    <a:pt x="40371" y="72638"/>
                    <a:pt x="33165" y="100858"/>
                    <a:pt x="32265" y="104013"/>
                  </a:cubicBezTo>
                  <a:cubicBezTo>
                    <a:pt x="29923" y="113654"/>
                    <a:pt x="29743" y="114179"/>
                    <a:pt x="15332" y="114355"/>
                  </a:cubicBezTo>
                  <a:cubicBezTo>
                    <a:pt x="11909" y="114355"/>
                    <a:pt x="10468" y="114355"/>
                    <a:pt x="10468" y="117860"/>
                  </a:cubicBezTo>
                  <a:cubicBezTo>
                    <a:pt x="10468" y="119788"/>
                    <a:pt x="12630" y="119788"/>
                    <a:pt x="12990" y="119788"/>
                  </a:cubicBezTo>
                  <a:cubicBezTo>
                    <a:pt x="18034" y="119788"/>
                    <a:pt x="30643" y="119263"/>
                    <a:pt x="35687" y="119263"/>
                  </a:cubicBezTo>
                  <a:cubicBezTo>
                    <a:pt x="40731" y="119263"/>
                    <a:pt x="53701" y="119788"/>
                    <a:pt x="58744" y="119788"/>
                  </a:cubicBezTo>
                  <a:cubicBezTo>
                    <a:pt x="60005" y="119788"/>
                    <a:pt x="62167" y="119788"/>
                    <a:pt x="62167" y="116283"/>
                  </a:cubicBezTo>
                  <a:cubicBezTo>
                    <a:pt x="62167" y="114355"/>
                    <a:pt x="60546" y="114355"/>
                    <a:pt x="57123" y="114355"/>
                  </a:cubicBezTo>
                  <a:cubicBezTo>
                    <a:pt x="56763" y="114355"/>
                    <a:pt x="53340" y="114355"/>
                    <a:pt x="50278" y="114004"/>
                  </a:cubicBezTo>
                  <a:cubicBezTo>
                    <a:pt x="46495" y="113654"/>
                    <a:pt x="45414" y="113303"/>
                    <a:pt x="45414" y="111200"/>
                  </a:cubicBezTo>
                  <a:cubicBezTo>
                    <a:pt x="45414" y="109973"/>
                    <a:pt x="47036" y="103838"/>
                    <a:pt x="47936" y="100157"/>
                  </a:cubicBezTo>
                  <a:lnTo>
                    <a:pt x="54241" y="75442"/>
                  </a:lnTo>
                  <a:cubicBezTo>
                    <a:pt x="55142" y="72112"/>
                    <a:pt x="55322" y="71586"/>
                    <a:pt x="56763" y="70009"/>
                  </a:cubicBezTo>
                  <a:lnTo>
                    <a:pt x="101437" y="200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 name="Freeform: Shape 18">
              <a:extLst>
                <a:ext uri="{FF2B5EF4-FFF2-40B4-BE49-F238E27FC236}">
                  <a16:creationId xmlns:a16="http://schemas.microsoft.com/office/drawing/2014/main" id="{F9067046-121F-A4BC-6AD6-EF7E7C8C786B}"/>
                </a:ext>
              </a:extLst>
            </p:cNvPr>
            <p:cNvSpPr/>
            <p:nvPr>
              <p:custDataLst>
                <p:tags r:id="rId120"/>
              </p:custDataLst>
            </p:nvPr>
          </p:nvSpPr>
          <p:spPr>
            <a:xfrm>
              <a:off x="12641315" y="5245070"/>
              <a:ext cx="77043" cy="55336"/>
            </a:xfrm>
            <a:custGeom>
              <a:avLst/>
              <a:gdLst>
                <a:gd name="connsiteX0" fmla="*/ 9663 w 77043"/>
                <a:gd name="connsiteY0" fmla="*/ 46452 h 55336"/>
                <a:gd name="connsiteX1" fmla="*/ 8402 w 77043"/>
                <a:gd name="connsiteY1" fmla="*/ 51483 h 55336"/>
                <a:gd name="connsiteX2" fmla="*/ 12690 w 77043"/>
                <a:gd name="connsiteY2" fmla="*/ 55409 h 55336"/>
                <a:gd name="connsiteX3" fmla="*/ 17607 w 77043"/>
                <a:gd name="connsiteY3" fmla="*/ 52710 h 55336"/>
                <a:gd name="connsiteX4" fmla="*/ 19877 w 77043"/>
                <a:gd name="connsiteY4" fmla="*/ 45103 h 55336"/>
                <a:gd name="connsiteX5" fmla="*/ 22651 w 77043"/>
                <a:gd name="connsiteY5" fmla="*/ 34060 h 55336"/>
                <a:gd name="connsiteX6" fmla="*/ 24795 w 77043"/>
                <a:gd name="connsiteY6" fmla="*/ 25839 h 55336"/>
                <a:gd name="connsiteX7" fmla="*/ 30091 w 77043"/>
                <a:gd name="connsiteY7" fmla="*/ 14796 h 55336"/>
                <a:gd name="connsiteX8" fmla="*/ 49005 w 77043"/>
                <a:gd name="connsiteY8" fmla="*/ 3508 h 55336"/>
                <a:gd name="connsiteX9" fmla="*/ 56445 w 77043"/>
                <a:gd name="connsiteY9" fmla="*/ 12097 h 55336"/>
                <a:gd name="connsiteX10" fmla="*/ 49005 w 77043"/>
                <a:gd name="connsiteY10" fmla="*/ 38232 h 55336"/>
                <a:gd name="connsiteX11" fmla="*/ 47113 w 77043"/>
                <a:gd name="connsiteY11" fmla="*/ 44857 h 55336"/>
                <a:gd name="connsiteX12" fmla="*/ 59092 w 77043"/>
                <a:gd name="connsiteY12" fmla="*/ 55409 h 55336"/>
                <a:gd name="connsiteX13" fmla="*/ 77250 w 77043"/>
                <a:gd name="connsiteY13" fmla="*/ 36636 h 55336"/>
                <a:gd name="connsiteX14" fmla="*/ 75233 w 77043"/>
                <a:gd name="connsiteY14" fmla="*/ 35041 h 55336"/>
                <a:gd name="connsiteX15" fmla="*/ 72837 w 77043"/>
                <a:gd name="connsiteY15" fmla="*/ 37127 h 55336"/>
                <a:gd name="connsiteX16" fmla="*/ 59471 w 77043"/>
                <a:gd name="connsiteY16" fmla="*/ 51974 h 55336"/>
                <a:gd name="connsiteX17" fmla="*/ 56318 w 77043"/>
                <a:gd name="connsiteY17" fmla="*/ 47679 h 55336"/>
                <a:gd name="connsiteX18" fmla="*/ 59219 w 77043"/>
                <a:gd name="connsiteY18" fmla="*/ 37741 h 55336"/>
                <a:gd name="connsiteX19" fmla="*/ 65902 w 77043"/>
                <a:gd name="connsiteY19" fmla="*/ 14060 h 55336"/>
                <a:gd name="connsiteX20" fmla="*/ 49509 w 77043"/>
                <a:gd name="connsiteY20" fmla="*/ 73 h 55336"/>
                <a:gd name="connsiteX21" fmla="*/ 28199 w 77043"/>
                <a:gd name="connsiteY21" fmla="*/ 11238 h 55336"/>
                <a:gd name="connsiteX22" fmla="*/ 14707 w 77043"/>
                <a:gd name="connsiteY22" fmla="*/ 73 h 55336"/>
                <a:gd name="connsiteX23" fmla="*/ 4746 w 77043"/>
                <a:gd name="connsiteY23" fmla="*/ 6698 h 55336"/>
                <a:gd name="connsiteX24" fmla="*/ 206 w 77043"/>
                <a:gd name="connsiteY24" fmla="*/ 18845 h 55336"/>
                <a:gd name="connsiteX25" fmla="*/ 2350 w 77043"/>
                <a:gd name="connsiteY25" fmla="*/ 20440 h 55336"/>
                <a:gd name="connsiteX26" fmla="*/ 5124 w 77043"/>
                <a:gd name="connsiteY26" fmla="*/ 16760 h 55336"/>
                <a:gd name="connsiteX27" fmla="*/ 14329 w 77043"/>
                <a:gd name="connsiteY27" fmla="*/ 3508 h 55336"/>
                <a:gd name="connsiteX28" fmla="*/ 18490 w 77043"/>
                <a:gd name="connsiteY28" fmla="*/ 9520 h 55336"/>
                <a:gd name="connsiteX29" fmla="*/ 16472 w 77043"/>
                <a:gd name="connsiteY29" fmla="*/ 19704 h 55336"/>
                <a:gd name="connsiteX30" fmla="*/ 13698 w 77043"/>
                <a:gd name="connsiteY30" fmla="*/ 30747 h 55336"/>
                <a:gd name="connsiteX31" fmla="*/ 9663 w 77043"/>
                <a:gd name="connsiteY31" fmla="*/ 46452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52"/>
                  </a:moveTo>
                  <a:cubicBezTo>
                    <a:pt x="9159" y="48047"/>
                    <a:pt x="8402" y="51115"/>
                    <a:pt x="8402" y="51483"/>
                  </a:cubicBezTo>
                  <a:cubicBezTo>
                    <a:pt x="8402" y="54182"/>
                    <a:pt x="10672" y="55409"/>
                    <a:pt x="12690" y="55409"/>
                  </a:cubicBezTo>
                  <a:cubicBezTo>
                    <a:pt x="14959" y="55409"/>
                    <a:pt x="16977" y="53814"/>
                    <a:pt x="17607" y="52710"/>
                  </a:cubicBezTo>
                  <a:cubicBezTo>
                    <a:pt x="18238" y="51605"/>
                    <a:pt x="19247" y="47679"/>
                    <a:pt x="19877" y="45103"/>
                  </a:cubicBezTo>
                  <a:cubicBezTo>
                    <a:pt x="20507" y="42771"/>
                    <a:pt x="21895" y="37127"/>
                    <a:pt x="22651" y="34060"/>
                  </a:cubicBezTo>
                  <a:cubicBezTo>
                    <a:pt x="23408" y="31360"/>
                    <a:pt x="24164" y="28661"/>
                    <a:pt x="24795" y="25839"/>
                  </a:cubicBezTo>
                  <a:cubicBezTo>
                    <a:pt x="26182" y="20809"/>
                    <a:pt x="26434" y="19827"/>
                    <a:pt x="30091" y="14796"/>
                  </a:cubicBezTo>
                  <a:cubicBezTo>
                    <a:pt x="33621" y="9888"/>
                    <a:pt x="39548" y="3508"/>
                    <a:pt x="49005" y="3508"/>
                  </a:cubicBezTo>
                  <a:cubicBezTo>
                    <a:pt x="56318" y="3508"/>
                    <a:pt x="56445" y="9766"/>
                    <a:pt x="56445" y="12097"/>
                  </a:cubicBezTo>
                  <a:cubicBezTo>
                    <a:pt x="56445" y="19459"/>
                    <a:pt x="51022" y="33078"/>
                    <a:pt x="49005" y="38232"/>
                  </a:cubicBezTo>
                  <a:cubicBezTo>
                    <a:pt x="47618" y="41667"/>
                    <a:pt x="47113" y="42771"/>
                    <a:pt x="47113" y="44857"/>
                  </a:cubicBezTo>
                  <a:cubicBezTo>
                    <a:pt x="47113" y="51360"/>
                    <a:pt x="52662" y="55409"/>
                    <a:pt x="59092" y="55409"/>
                  </a:cubicBezTo>
                  <a:cubicBezTo>
                    <a:pt x="71702" y="55409"/>
                    <a:pt x="77250" y="38477"/>
                    <a:pt x="77250" y="36636"/>
                  </a:cubicBezTo>
                  <a:cubicBezTo>
                    <a:pt x="77250" y="35041"/>
                    <a:pt x="75611" y="35041"/>
                    <a:pt x="75233" y="35041"/>
                  </a:cubicBezTo>
                  <a:cubicBezTo>
                    <a:pt x="73467" y="35041"/>
                    <a:pt x="73341" y="35778"/>
                    <a:pt x="72837" y="37127"/>
                  </a:cubicBezTo>
                  <a:cubicBezTo>
                    <a:pt x="69937" y="46943"/>
                    <a:pt x="64515" y="51974"/>
                    <a:pt x="59471" y="51974"/>
                  </a:cubicBezTo>
                  <a:cubicBezTo>
                    <a:pt x="56823" y="51974"/>
                    <a:pt x="56318" y="50256"/>
                    <a:pt x="56318" y="47679"/>
                  </a:cubicBezTo>
                  <a:cubicBezTo>
                    <a:pt x="56318" y="44857"/>
                    <a:pt x="56949" y="43262"/>
                    <a:pt x="59219" y="37741"/>
                  </a:cubicBezTo>
                  <a:cubicBezTo>
                    <a:pt x="60732" y="33937"/>
                    <a:pt x="65902" y="20931"/>
                    <a:pt x="65902" y="14060"/>
                  </a:cubicBezTo>
                  <a:cubicBezTo>
                    <a:pt x="65902" y="2159"/>
                    <a:pt x="56192" y="73"/>
                    <a:pt x="49509" y="73"/>
                  </a:cubicBezTo>
                  <a:cubicBezTo>
                    <a:pt x="39043" y="73"/>
                    <a:pt x="31982" y="6330"/>
                    <a:pt x="28199" y="11238"/>
                  </a:cubicBezTo>
                  <a:cubicBezTo>
                    <a:pt x="27317" y="2772"/>
                    <a:pt x="19877" y="73"/>
                    <a:pt x="14707" y="73"/>
                  </a:cubicBezTo>
                  <a:cubicBezTo>
                    <a:pt x="9285" y="73"/>
                    <a:pt x="6385" y="3876"/>
                    <a:pt x="4746" y="6698"/>
                  </a:cubicBezTo>
                  <a:cubicBezTo>
                    <a:pt x="1972" y="11238"/>
                    <a:pt x="206" y="18232"/>
                    <a:pt x="206" y="18845"/>
                  </a:cubicBezTo>
                  <a:cubicBezTo>
                    <a:pt x="206" y="20440"/>
                    <a:pt x="1972" y="20440"/>
                    <a:pt x="2350" y="20440"/>
                  </a:cubicBezTo>
                  <a:cubicBezTo>
                    <a:pt x="4115" y="20440"/>
                    <a:pt x="4241" y="20072"/>
                    <a:pt x="5124" y="16760"/>
                  </a:cubicBezTo>
                  <a:cubicBezTo>
                    <a:pt x="7015" y="9520"/>
                    <a:pt x="9411" y="3508"/>
                    <a:pt x="14329" y="3508"/>
                  </a:cubicBezTo>
                  <a:cubicBezTo>
                    <a:pt x="17607" y="3508"/>
                    <a:pt x="18490" y="6208"/>
                    <a:pt x="18490" y="9520"/>
                  </a:cubicBezTo>
                  <a:cubicBezTo>
                    <a:pt x="18490" y="11852"/>
                    <a:pt x="17355" y="16391"/>
                    <a:pt x="16472" y="19704"/>
                  </a:cubicBezTo>
                  <a:cubicBezTo>
                    <a:pt x="15590" y="23017"/>
                    <a:pt x="14329" y="28048"/>
                    <a:pt x="13698" y="30747"/>
                  </a:cubicBezTo>
                  <a:lnTo>
                    <a:pt x="9663" y="464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1" name="Freeform: Shape 20">
              <a:extLst>
                <a:ext uri="{FF2B5EF4-FFF2-40B4-BE49-F238E27FC236}">
                  <a16:creationId xmlns:a16="http://schemas.microsoft.com/office/drawing/2014/main" id="{F9DBD195-135A-B529-E79F-A3522A0C85E8}"/>
                </a:ext>
              </a:extLst>
            </p:cNvPr>
            <p:cNvSpPr/>
            <p:nvPr>
              <p:custDataLst>
                <p:tags r:id="rId121"/>
              </p:custDataLst>
            </p:nvPr>
          </p:nvSpPr>
          <p:spPr>
            <a:xfrm>
              <a:off x="12798430" y="5161409"/>
              <a:ext cx="110062" cy="135492"/>
            </a:xfrm>
            <a:custGeom>
              <a:avLst/>
              <a:gdLst>
                <a:gd name="connsiteX0" fmla="*/ 106855 w 110062"/>
                <a:gd name="connsiteY0" fmla="*/ 7433 h 135492"/>
                <a:gd name="connsiteX1" fmla="*/ 110277 w 110062"/>
                <a:gd name="connsiteY1" fmla="*/ 3577 h 135492"/>
                <a:gd name="connsiteX2" fmla="*/ 106674 w 110062"/>
                <a:gd name="connsiteY2" fmla="*/ 71 h 135492"/>
                <a:gd name="connsiteX3" fmla="*/ 103432 w 110062"/>
                <a:gd name="connsiteY3" fmla="*/ 1123 h 135492"/>
                <a:gd name="connsiteX4" fmla="*/ 3817 w 110062"/>
                <a:gd name="connsiteY4" fmla="*/ 46871 h 135492"/>
                <a:gd name="connsiteX5" fmla="*/ 214 w 110062"/>
                <a:gd name="connsiteY5" fmla="*/ 50903 h 135492"/>
                <a:gd name="connsiteX6" fmla="*/ 3817 w 110062"/>
                <a:gd name="connsiteY6" fmla="*/ 54759 h 135492"/>
                <a:gd name="connsiteX7" fmla="*/ 103432 w 110062"/>
                <a:gd name="connsiteY7" fmla="*/ 100332 h 135492"/>
                <a:gd name="connsiteX8" fmla="*/ 106674 w 110062"/>
                <a:gd name="connsiteY8" fmla="*/ 101559 h 135492"/>
                <a:gd name="connsiteX9" fmla="*/ 110277 w 110062"/>
                <a:gd name="connsiteY9" fmla="*/ 98054 h 135492"/>
                <a:gd name="connsiteX10" fmla="*/ 106494 w 110062"/>
                <a:gd name="connsiteY10" fmla="*/ 94022 h 135492"/>
                <a:gd name="connsiteX11" fmla="*/ 12284 w 110062"/>
                <a:gd name="connsiteY11" fmla="*/ 50903 h 135492"/>
                <a:gd name="connsiteX12" fmla="*/ 106855 w 110062"/>
                <a:gd name="connsiteY12" fmla="*/ 7433 h 135492"/>
                <a:gd name="connsiteX13" fmla="*/ 103972 w 110062"/>
                <a:gd name="connsiteY13" fmla="*/ 135564 h 135492"/>
                <a:gd name="connsiteX14" fmla="*/ 110277 w 110062"/>
                <a:gd name="connsiteY14" fmla="*/ 132058 h 135492"/>
                <a:gd name="connsiteX15" fmla="*/ 103792 w 110062"/>
                <a:gd name="connsiteY15" fmla="*/ 128553 h 135492"/>
                <a:gd name="connsiteX16" fmla="*/ 6699 w 110062"/>
                <a:gd name="connsiteY16" fmla="*/ 128553 h 135492"/>
                <a:gd name="connsiteX17" fmla="*/ 214 w 110062"/>
                <a:gd name="connsiteY17" fmla="*/ 132058 h 135492"/>
                <a:gd name="connsiteX18" fmla="*/ 6519 w 110062"/>
                <a:gd name="connsiteY18" fmla="*/ 135564 h 135492"/>
                <a:gd name="connsiteX19" fmla="*/ 103972 w 110062"/>
                <a:gd name="connsiteY19" fmla="*/ 135564 h 13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62" h="135492">
                  <a:moveTo>
                    <a:pt x="106855" y="7433"/>
                  </a:moveTo>
                  <a:cubicBezTo>
                    <a:pt x="108836" y="6557"/>
                    <a:pt x="110277" y="5680"/>
                    <a:pt x="110277" y="3577"/>
                  </a:cubicBezTo>
                  <a:cubicBezTo>
                    <a:pt x="110277" y="1649"/>
                    <a:pt x="108836" y="71"/>
                    <a:pt x="106674" y="71"/>
                  </a:cubicBezTo>
                  <a:cubicBezTo>
                    <a:pt x="105774" y="71"/>
                    <a:pt x="104153" y="772"/>
                    <a:pt x="103432" y="1123"/>
                  </a:cubicBezTo>
                  <a:lnTo>
                    <a:pt x="3817" y="46871"/>
                  </a:lnTo>
                  <a:cubicBezTo>
                    <a:pt x="755" y="48274"/>
                    <a:pt x="214" y="49501"/>
                    <a:pt x="214" y="50903"/>
                  </a:cubicBezTo>
                  <a:cubicBezTo>
                    <a:pt x="214" y="52480"/>
                    <a:pt x="1295" y="53707"/>
                    <a:pt x="3817" y="54759"/>
                  </a:cubicBezTo>
                  <a:lnTo>
                    <a:pt x="103432" y="100332"/>
                  </a:lnTo>
                  <a:cubicBezTo>
                    <a:pt x="105774" y="101559"/>
                    <a:pt x="106134" y="101559"/>
                    <a:pt x="106674" y="101559"/>
                  </a:cubicBezTo>
                  <a:cubicBezTo>
                    <a:pt x="108656" y="101559"/>
                    <a:pt x="110277" y="99982"/>
                    <a:pt x="110277" y="98054"/>
                  </a:cubicBezTo>
                  <a:cubicBezTo>
                    <a:pt x="110277" y="96476"/>
                    <a:pt x="109557" y="95424"/>
                    <a:pt x="106494" y="94022"/>
                  </a:cubicBezTo>
                  <a:lnTo>
                    <a:pt x="12284" y="50903"/>
                  </a:lnTo>
                  <a:lnTo>
                    <a:pt x="106855" y="7433"/>
                  </a:lnTo>
                  <a:close/>
                  <a:moveTo>
                    <a:pt x="103972" y="135564"/>
                  </a:moveTo>
                  <a:cubicBezTo>
                    <a:pt x="107035" y="135564"/>
                    <a:pt x="110277" y="135564"/>
                    <a:pt x="110277" y="132058"/>
                  </a:cubicBezTo>
                  <a:cubicBezTo>
                    <a:pt x="110277" y="128553"/>
                    <a:pt x="106494" y="128553"/>
                    <a:pt x="103792" y="128553"/>
                  </a:cubicBezTo>
                  <a:lnTo>
                    <a:pt x="6699" y="128553"/>
                  </a:lnTo>
                  <a:cubicBezTo>
                    <a:pt x="3997" y="128553"/>
                    <a:pt x="214" y="128553"/>
                    <a:pt x="214" y="132058"/>
                  </a:cubicBezTo>
                  <a:cubicBezTo>
                    <a:pt x="214" y="135564"/>
                    <a:pt x="3457" y="135564"/>
                    <a:pt x="6519" y="135564"/>
                  </a:cubicBezTo>
                  <a:lnTo>
                    <a:pt x="103972" y="13556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2" name="Freeform: Shape 21">
              <a:extLst>
                <a:ext uri="{FF2B5EF4-FFF2-40B4-BE49-F238E27FC236}">
                  <a16:creationId xmlns:a16="http://schemas.microsoft.com/office/drawing/2014/main" id="{16647FCD-F3FC-FF33-5CCA-D2AA9675D6E1}"/>
                </a:ext>
              </a:extLst>
            </p:cNvPr>
            <p:cNvSpPr/>
            <p:nvPr>
              <p:custDataLst>
                <p:tags r:id="rId122"/>
              </p:custDataLst>
            </p:nvPr>
          </p:nvSpPr>
          <p:spPr>
            <a:xfrm>
              <a:off x="12971279" y="5157027"/>
              <a:ext cx="73855" cy="151793"/>
            </a:xfrm>
            <a:custGeom>
              <a:avLst/>
              <a:gdLst>
                <a:gd name="connsiteX0" fmla="*/ 74080 w 73855"/>
                <a:gd name="connsiteY0" fmla="*/ 6381 h 151793"/>
                <a:gd name="connsiteX1" fmla="*/ 67235 w 73855"/>
                <a:gd name="connsiteY1" fmla="*/ 71 h 151793"/>
                <a:gd name="connsiteX2" fmla="*/ 57688 w 73855"/>
                <a:gd name="connsiteY2" fmla="*/ 9361 h 151793"/>
                <a:gd name="connsiteX3" fmla="*/ 64353 w 73855"/>
                <a:gd name="connsiteY3" fmla="*/ 15671 h 151793"/>
                <a:gd name="connsiteX4" fmla="*/ 74080 w 73855"/>
                <a:gd name="connsiteY4" fmla="*/ 6381 h 151793"/>
                <a:gd name="connsiteX5" fmla="*/ 37873 w 73855"/>
                <a:gd name="connsiteY5" fmla="*/ 124696 h 151793"/>
                <a:gd name="connsiteX6" fmla="*/ 15717 w 73855"/>
                <a:gd name="connsiteY6" fmla="*/ 148009 h 151793"/>
                <a:gd name="connsiteX7" fmla="*/ 8691 w 73855"/>
                <a:gd name="connsiteY7" fmla="*/ 146431 h 151793"/>
                <a:gd name="connsiteX8" fmla="*/ 16797 w 73855"/>
                <a:gd name="connsiteY8" fmla="*/ 137141 h 151793"/>
                <a:gd name="connsiteX9" fmla="*/ 9952 w 73855"/>
                <a:gd name="connsiteY9" fmla="*/ 131006 h 151793"/>
                <a:gd name="connsiteX10" fmla="*/ 225 w 73855"/>
                <a:gd name="connsiteY10" fmla="*/ 140998 h 151793"/>
                <a:gd name="connsiteX11" fmla="*/ 16077 w 73855"/>
                <a:gd name="connsiteY11" fmla="*/ 151865 h 151793"/>
                <a:gd name="connsiteX12" fmla="*/ 49942 w 73855"/>
                <a:gd name="connsiteY12" fmla="*/ 125222 h 151793"/>
                <a:gd name="connsiteX13" fmla="*/ 66515 w 73855"/>
                <a:gd name="connsiteY13" fmla="*/ 61069 h 151793"/>
                <a:gd name="connsiteX14" fmla="*/ 67415 w 73855"/>
                <a:gd name="connsiteY14" fmla="*/ 54584 h 151793"/>
                <a:gd name="connsiteX15" fmla="*/ 50843 w 73855"/>
                <a:gd name="connsiteY15" fmla="*/ 38458 h 151793"/>
                <a:gd name="connsiteX16" fmla="*/ 22201 w 73855"/>
                <a:gd name="connsiteY16" fmla="*/ 65451 h 151793"/>
                <a:gd name="connsiteX17" fmla="*/ 24363 w 73855"/>
                <a:gd name="connsiteY17" fmla="*/ 67204 h 151793"/>
                <a:gd name="connsiteX18" fmla="*/ 27606 w 73855"/>
                <a:gd name="connsiteY18" fmla="*/ 63698 h 151793"/>
                <a:gd name="connsiteX19" fmla="*/ 50303 w 73855"/>
                <a:gd name="connsiteY19" fmla="*/ 42314 h 151793"/>
                <a:gd name="connsiteX20" fmla="*/ 56067 w 73855"/>
                <a:gd name="connsiteY20" fmla="*/ 50377 h 151793"/>
                <a:gd name="connsiteX21" fmla="*/ 54806 w 73855"/>
                <a:gd name="connsiteY21" fmla="*/ 59316 h 151793"/>
                <a:gd name="connsiteX22" fmla="*/ 37873 w 73855"/>
                <a:gd name="connsiteY22" fmla="*/ 124696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81"/>
                  </a:moveTo>
                  <a:cubicBezTo>
                    <a:pt x="74080" y="3051"/>
                    <a:pt x="71559" y="71"/>
                    <a:pt x="67235" y="71"/>
                  </a:cubicBezTo>
                  <a:cubicBezTo>
                    <a:pt x="63092" y="71"/>
                    <a:pt x="57688" y="4103"/>
                    <a:pt x="57688" y="9361"/>
                  </a:cubicBezTo>
                  <a:cubicBezTo>
                    <a:pt x="57688" y="12867"/>
                    <a:pt x="60210" y="15671"/>
                    <a:pt x="64353" y="15671"/>
                  </a:cubicBezTo>
                  <a:cubicBezTo>
                    <a:pt x="69217" y="15671"/>
                    <a:pt x="74080" y="11114"/>
                    <a:pt x="74080" y="6381"/>
                  </a:cubicBezTo>
                  <a:close/>
                  <a:moveTo>
                    <a:pt x="37873" y="124696"/>
                  </a:moveTo>
                  <a:cubicBezTo>
                    <a:pt x="34451" y="138018"/>
                    <a:pt x="25804" y="148009"/>
                    <a:pt x="15717" y="148009"/>
                  </a:cubicBezTo>
                  <a:cubicBezTo>
                    <a:pt x="14636" y="148009"/>
                    <a:pt x="11934" y="148009"/>
                    <a:pt x="8691" y="146431"/>
                  </a:cubicBezTo>
                  <a:cubicBezTo>
                    <a:pt x="14095" y="145204"/>
                    <a:pt x="16797" y="140647"/>
                    <a:pt x="16797" y="137141"/>
                  </a:cubicBezTo>
                  <a:cubicBezTo>
                    <a:pt x="16797" y="134337"/>
                    <a:pt x="14816" y="131006"/>
                    <a:pt x="9952" y="131006"/>
                  </a:cubicBezTo>
                  <a:cubicBezTo>
                    <a:pt x="5449" y="131006"/>
                    <a:pt x="225" y="134687"/>
                    <a:pt x="225" y="140998"/>
                  </a:cubicBezTo>
                  <a:cubicBezTo>
                    <a:pt x="225" y="148009"/>
                    <a:pt x="7430" y="151865"/>
                    <a:pt x="16077" y="151865"/>
                  </a:cubicBezTo>
                  <a:cubicBezTo>
                    <a:pt x="28686" y="151865"/>
                    <a:pt x="45439" y="142575"/>
                    <a:pt x="49942" y="125222"/>
                  </a:cubicBezTo>
                  <a:lnTo>
                    <a:pt x="66515" y="61069"/>
                  </a:lnTo>
                  <a:cubicBezTo>
                    <a:pt x="67415" y="57564"/>
                    <a:pt x="67415" y="55110"/>
                    <a:pt x="67415" y="54584"/>
                  </a:cubicBezTo>
                  <a:cubicBezTo>
                    <a:pt x="67415" y="44593"/>
                    <a:pt x="59850" y="38458"/>
                    <a:pt x="50843" y="38458"/>
                  </a:cubicBezTo>
                  <a:cubicBezTo>
                    <a:pt x="32469" y="38458"/>
                    <a:pt x="22201" y="63874"/>
                    <a:pt x="22201" y="65451"/>
                  </a:cubicBezTo>
                  <a:cubicBezTo>
                    <a:pt x="22201" y="67204"/>
                    <a:pt x="24003" y="67204"/>
                    <a:pt x="24363" y="67204"/>
                  </a:cubicBezTo>
                  <a:cubicBezTo>
                    <a:pt x="25984" y="67204"/>
                    <a:pt x="26164" y="67029"/>
                    <a:pt x="27606" y="63698"/>
                  </a:cubicBezTo>
                  <a:cubicBezTo>
                    <a:pt x="32109" y="53006"/>
                    <a:pt x="40395" y="42314"/>
                    <a:pt x="50303" y="42314"/>
                  </a:cubicBezTo>
                  <a:cubicBezTo>
                    <a:pt x="52824" y="42314"/>
                    <a:pt x="56067" y="43015"/>
                    <a:pt x="56067" y="50377"/>
                  </a:cubicBezTo>
                  <a:cubicBezTo>
                    <a:pt x="56067" y="54408"/>
                    <a:pt x="55526" y="56337"/>
                    <a:pt x="54806" y="59316"/>
                  </a:cubicBezTo>
                  <a:lnTo>
                    <a:pt x="37873" y="1246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3" name="Freeform: Shape 22">
              <a:extLst>
                <a:ext uri="{FF2B5EF4-FFF2-40B4-BE49-F238E27FC236}">
                  <a16:creationId xmlns:a16="http://schemas.microsoft.com/office/drawing/2014/main" id="{9EB7ABC3-E8F6-213B-422D-EE82CB6E8D2D}"/>
                </a:ext>
              </a:extLst>
            </p:cNvPr>
            <p:cNvSpPr/>
            <p:nvPr>
              <p:custDataLst>
                <p:tags r:id="rId123"/>
              </p:custDataLst>
            </p:nvPr>
          </p:nvSpPr>
          <p:spPr>
            <a:xfrm>
              <a:off x="13068381" y="5141427"/>
              <a:ext cx="41791" cy="175281"/>
            </a:xfrm>
            <a:custGeom>
              <a:avLst/>
              <a:gdLst>
                <a:gd name="connsiteX0" fmla="*/ 42021 w 41791"/>
                <a:gd name="connsiteY0" fmla="*/ 87712 h 175281"/>
                <a:gd name="connsiteX1" fmla="*/ 30132 w 41791"/>
                <a:gd name="connsiteY1" fmla="*/ 33024 h 175281"/>
                <a:gd name="connsiteX2" fmla="*/ 2031 w 41791"/>
                <a:gd name="connsiteY2" fmla="*/ 71 h 175281"/>
                <a:gd name="connsiteX3" fmla="*/ 230 w 41791"/>
                <a:gd name="connsiteY3" fmla="*/ 1824 h 175281"/>
                <a:gd name="connsiteX4" fmla="*/ 3652 w 41791"/>
                <a:gd name="connsiteY4" fmla="*/ 5856 h 175281"/>
                <a:gd name="connsiteX5" fmla="*/ 31573 w 41791"/>
                <a:gd name="connsiteY5" fmla="*/ 87712 h 175281"/>
                <a:gd name="connsiteX6" fmla="*/ 2571 w 41791"/>
                <a:gd name="connsiteY6" fmla="*/ 170620 h 175281"/>
                <a:gd name="connsiteX7" fmla="*/ 230 w 41791"/>
                <a:gd name="connsiteY7" fmla="*/ 173600 h 175281"/>
                <a:gd name="connsiteX8" fmla="*/ 2031 w 41791"/>
                <a:gd name="connsiteY8" fmla="*/ 175353 h 175281"/>
                <a:gd name="connsiteX9" fmla="*/ 30673 w 41791"/>
                <a:gd name="connsiteY9" fmla="*/ 141173 h 175281"/>
                <a:gd name="connsiteX10" fmla="*/ 42021 w 41791"/>
                <a:gd name="connsiteY10" fmla="*/ 87712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12"/>
                  </a:moveTo>
                  <a:cubicBezTo>
                    <a:pt x="42021" y="74040"/>
                    <a:pt x="40040" y="52831"/>
                    <a:pt x="30132" y="33024"/>
                  </a:cubicBezTo>
                  <a:cubicBezTo>
                    <a:pt x="19324" y="11465"/>
                    <a:pt x="3832" y="71"/>
                    <a:pt x="2031" y="71"/>
                  </a:cubicBezTo>
                  <a:cubicBezTo>
                    <a:pt x="950" y="71"/>
                    <a:pt x="230" y="772"/>
                    <a:pt x="230" y="1824"/>
                  </a:cubicBezTo>
                  <a:cubicBezTo>
                    <a:pt x="230" y="2350"/>
                    <a:pt x="230" y="2700"/>
                    <a:pt x="3652" y="5856"/>
                  </a:cubicBezTo>
                  <a:cubicBezTo>
                    <a:pt x="21305" y="23208"/>
                    <a:pt x="31573" y="51078"/>
                    <a:pt x="31573" y="87712"/>
                  </a:cubicBezTo>
                  <a:cubicBezTo>
                    <a:pt x="31573" y="117685"/>
                    <a:pt x="24908" y="148535"/>
                    <a:pt x="2571" y="170620"/>
                  </a:cubicBezTo>
                  <a:cubicBezTo>
                    <a:pt x="230" y="172723"/>
                    <a:pt x="230" y="173074"/>
                    <a:pt x="230" y="173600"/>
                  </a:cubicBezTo>
                  <a:cubicBezTo>
                    <a:pt x="230" y="174652"/>
                    <a:pt x="950" y="175353"/>
                    <a:pt x="2031" y="175353"/>
                  </a:cubicBezTo>
                  <a:cubicBezTo>
                    <a:pt x="3832" y="175353"/>
                    <a:pt x="20045" y="163434"/>
                    <a:pt x="30673" y="141173"/>
                  </a:cubicBezTo>
                  <a:cubicBezTo>
                    <a:pt x="39859" y="121892"/>
                    <a:pt x="42021" y="102436"/>
                    <a:pt x="42021" y="8771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4" name="Freeform: Shape 23">
              <a:extLst>
                <a:ext uri="{FF2B5EF4-FFF2-40B4-BE49-F238E27FC236}">
                  <a16:creationId xmlns:a16="http://schemas.microsoft.com/office/drawing/2014/main" id="{32331434-048F-7B94-59B8-9657A3379018}"/>
                </a:ext>
              </a:extLst>
            </p:cNvPr>
            <p:cNvSpPr/>
            <p:nvPr>
              <p:custDataLst>
                <p:tags r:id="rId124"/>
              </p:custDataLst>
            </p:nvPr>
          </p:nvSpPr>
          <p:spPr>
            <a:xfrm>
              <a:off x="12320088" y="5344141"/>
              <a:ext cx="808077" cy="7010"/>
            </a:xfrm>
            <a:custGeom>
              <a:avLst/>
              <a:gdLst>
                <a:gd name="connsiteX0" fmla="*/ 0 w 808077"/>
                <a:gd name="connsiteY0" fmla="*/ 0 h 7010"/>
                <a:gd name="connsiteX1" fmla="*/ 808077 w 808077"/>
                <a:gd name="connsiteY1" fmla="*/ 0 h 7010"/>
                <a:gd name="connsiteX2" fmla="*/ 808077 w 808077"/>
                <a:gd name="connsiteY2" fmla="*/ 7011 h 7010"/>
                <a:gd name="connsiteX3" fmla="*/ 0 w 808077"/>
                <a:gd name="connsiteY3" fmla="*/ 7011 h 7010"/>
              </a:gdLst>
              <a:ahLst/>
              <a:cxnLst>
                <a:cxn ang="0">
                  <a:pos x="connsiteX0" y="connsiteY0"/>
                </a:cxn>
                <a:cxn ang="0">
                  <a:pos x="connsiteX1" y="connsiteY1"/>
                </a:cxn>
                <a:cxn ang="0">
                  <a:pos x="connsiteX2" y="connsiteY2"/>
                </a:cxn>
                <a:cxn ang="0">
                  <a:pos x="connsiteX3" y="connsiteY3"/>
                </a:cxn>
              </a:cxnLst>
              <a:rect l="l" t="t" r="r" b="b"/>
              <a:pathLst>
                <a:path w="808077" h="7010">
                  <a:moveTo>
                    <a:pt x="0" y="0"/>
                  </a:moveTo>
                  <a:lnTo>
                    <a:pt x="808077" y="0"/>
                  </a:lnTo>
                  <a:lnTo>
                    <a:pt x="808077" y="7011"/>
                  </a:lnTo>
                  <a:lnTo>
                    <a:pt x="0" y="701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6" name="Freeform: Shape 25">
              <a:extLst>
                <a:ext uri="{FF2B5EF4-FFF2-40B4-BE49-F238E27FC236}">
                  <a16:creationId xmlns:a16="http://schemas.microsoft.com/office/drawing/2014/main" id="{463BA139-667F-7874-BC0B-E2A0BF3A56D8}"/>
                </a:ext>
              </a:extLst>
            </p:cNvPr>
            <p:cNvSpPr/>
            <p:nvPr>
              <p:custDataLst>
                <p:tags r:id="rId125"/>
              </p:custDataLst>
            </p:nvPr>
          </p:nvSpPr>
          <p:spPr>
            <a:xfrm>
              <a:off x="12327294" y="5391984"/>
              <a:ext cx="128616" cy="119717"/>
            </a:xfrm>
            <a:custGeom>
              <a:avLst/>
              <a:gdLst>
                <a:gd name="connsiteX0" fmla="*/ 47564 w 128616"/>
                <a:gd name="connsiteY0" fmla="*/ 64413 h 119717"/>
                <a:gd name="connsiteX1" fmla="*/ 78187 w 128616"/>
                <a:gd name="connsiteY1" fmla="*/ 64413 h 119717"/>
                <a:gd name="connsiteX2" fmla="*/ 128805 w 128616"/>
                <a:gd name="connsiteY2" fmla="*/ 26552 h 119717"/>
                <a:gd name="connsiteX3" fmla="*/ 93319 w 128616"/>
                <a:gd name="connsiteY3" fmla="*/ 85 h 119717"/>
                <a:gd name="connsiteX4" fmla="*/ 34955 w 128616"/>
                <a:gd name="connsiteY4" fmla="*/ 85 h 119717"/>
                <a:gd name="connsiteX5" fmla="*/ 29551 w 128616"/>
                <a:gd name="connsiteY5" fmla="*/ 3415 h 119717"/>
                <a:gd name="connsiteX6" fmla="*/ 34775 w 128616"/>
                <a:gd name="connsiteY6" fmla="*/ 5519 h 119717"/>
                <a:gd name="connsiteX7" fmla="*/ 42521 w 128616"/>
                <a:gd name="connsiteY7" fmla="*/ 5869 h 119717"/>
                <a:gd name="connsiteX8" fmla="*/ 46484 w 128616"/>
                <a:gd name="connsiteY8" fmla="*/ 8674 h 119717"/>
                <a:gd name="connsiteX9" fmla="*/ 45763 w 128616"/>
                <a:gd name="connsiteY9" fmla="*/ 12004 h 119717"/>
                <a:gd name="connsiteX10" fmla="*/ 21625 w 128616"/>
                <a:gd name="connsiteY10" fmla="*/ 106130 h 119717"/>
                <a:gd name="connsiteX11" fmla="*/ 5233 w 128616"/>
                <a:gd name="connsiteY11" fmla="*/ 114368 h 119717"/>
                <a:gd name="connsiteX12" fmla="*/ 189 w 128616"/>
                <a:gd name="connsiteY12" fmla="*/ 117699 h 119717"/>
                <a:gd name="connsiteX13" fmla="*/ 2891 w 128616"/>
                <a:gd name="connsiteY13" fmla="*/ 119802 h 119717"/>
                <a:gd name="connsiteX14" fmla="*/ 25768 w 128616"/>
                <a:gd name="connsiteY14" fmla="*/ 119276 h 119717"/>
                <a:gd name="connsiteX15" fmla="*/ 37297 w 128616"/>
                <a:gd name="connsiteY15" fmla="*/ 119451 h 119717"/>
                <a:gd name="connsiteX16" fmla="*/ 49005 w 128616"/>
                <a:gd name="connsiteY16" fmla="*/ 119802 h 119717"/>
                <a:gd name="connsiteX17" fmla="*/ 52608 w 128616"/>
                <a:gd name="connsiteY17" fmla="*/ 116296 h 119717"/>
                <a:gd name="connsiteX18" fmla="*/ 47564 w 128616"/>
                <a:gd name="connsiteY18" fmla="*/ 114368 h 119717"/>
                <a:gd name="connsiteX19" fmla="*/ 35856 w 128616"/>
                <a:gd name="connsiteY19" fmla="*/ 111213 h 119717"/>
                <a:gd name="connsiteX20" fmla="*/ 36396 w 128616"/>
                <a:gd name="connsiteY20" fmla="*/ 108233 h 119717"/>
                <a:gd name="connsiteX21" fmla="*/ 47564 w 128616"/>
                <a:gd name="connsiteY21" fmla="*/ 64413 h 119717"/>
                <a:gd name="connsiteX22" fmla="*/ 60534 w 128616"/>
                <a:gd name="connsiteY22" fmla="*/ 12179 h 119717"/>
                <a:gd name="connsiteX23" fmla="*/ 70261 w 128616"/>
                <a:gd name="connsiteY23" fmla="*/ 5519 h 119717"/>
                <a:gd name="connsiteX24" fmla="*/ 87554 w 128616"/>
                <a:gd name="connsiteY24" fmla="*/ 5519 h 119717"/>
                <a:gd name="connsiteX25" fmla="*/ 112053 w 128616"/>
                <a:gd name="connsiteY25" fmla="*/ 22346 h 119717"/>
                <a:gd name="connsiteX26" fmla="*/ 101425 w 128616"/>
                <a:gd name="connsiteY26" fmla="*/ 50566 h 119717"/>
                <a:gd name="connsiteX27" fmla="*/ 73684 w 128616"/>
                <a:gd name="connsiteY27" fmla="*/ 59856 h 119717"/>
                <a:gd name="connsiteX28" fmla="*/ 48285 w 128616"/>
                <a:gd name="connsiteY28" fmla="*/ 59856 h 119717"/>
                <a:gd name="connsiteX29" fmla="*/ 60534 w 128616"/>
                <a:gd name="connsiteY29" fmla="*/ 12179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616" h="119717">
                  <a:moveTo>
                    <a:pt x="47564" y="64413"/>
                  </a:moveTo>
                  <a:lnTo>
                    <a:pt x="78187" y="64413"/>
                  </a:lnTo>
                  <a:cubicBezTo>
                    <a:pt x="103767" y="64413"/>
                    <a:pt x="128805" y="46184"/>
                    <a:pt x="128805" y="26552"/>
                  </a:cubicBezTo>
                  <a:cubicBezTo>
                    <a:pt x="128805" y="13056"/>
                    <a:pt x="116917" y="85"/>
                    <a:pt x="93319" y="85"/>
                  </a:cubicBezTo>
                  <a:lnTo>
                    <a:pt x="34955" y="85"/>
                  </a:lnTo>
                  <a:cubicBezTo>
                    <a:pt x="31532" y="85"/>
                    <a:pt x="29551" y="85"/>
                    <a:pt x="29551" y="3415"/>
                  </a:cubicBezTo>
                  <a:cubicBezTo>
                    <a:pt x="29551" y="5519"/>
                    <a:pt x="31172" y="5519"/>
                    <a:pt x="34775" y="5519"/>
                  </a:cubicBezTo>
                  <a:cubicBezTo>
                    <a:pt x="37117" y="5519"/>
                    <a:pt x="40359" y="5694"/>
                    <a:pt x="42521" y="5869"/>
                  </a:cubicBezTo>
                  <a:cubicBezTo>
                    <a:pt x="45403" y="6220"/>
                    <a:pt x="46484" y="6745"/>
                    <a:pt x="46484" y="8674"/>
                  </a:cubicBezTo>
                  <a:cubicBezTo>
                    <a:pt x="46484" y="9375"/>
                    <a:pt x="46303" y="9901"/>
                    <a:pt x="45763" y="12004"/>
                  </a:cubicBezTo>
                  <a:lnTo>
                    <a:pt x="21625" y="106130"/>
                  </a:lnTo>
                  <a:cubicBezTo>
                    <a:pt x="19824" y="112966"/>
                    <a:pt x="19463" y="114368"/>
                    <a:pt x="5233" y="114368"/>
                  </a:cubicBezTo>
                  <a:cubicBezTo>
                    <a:pt x="2170" y="114368"/>
                    <a:pt x="189" y="114368"/>
                    <a:pt x="189" y="117699"/>
                  </a:cubicBezTo>
                  <a:cubicBezTo>
                    <a:pt x="189" y="119802"/>
                    <a:pt x="2350" y="119802"/>
                    <a:pt x="2891" y="119802"/>
                  </a:cubicBezTo>
                  <a:cubicBezTo>
                    <a:pt x="7935" y="119802"/>
                    <a:pt x="20724" y="119276"/>
                    <a:pt x="25768" y="119276"/>
                  </a:cubicBezTo>
                  <a:cubicBezTo>
                    <a:pt x="29551" y="119276"/>
                    <a:pt x="33514" y="119451"/>
                    <a:pt x="37297" y="119451"/>
                  </a:cubicBezTo>
                  <a:cubicBezTo>
                    <a:pt x="41260" y="119451"/>
                    <a:pt x="45223" y="119802"/>
                    <a:pt x="49005" y="119802"/>
                  </a:cubicBezTo>
                  <a:cubicBezTo>
                    <a:pt x="50266" y="119802"/>
                    <a:pt x="52608" y="119802"/>
                    <a:pt x="52608" y="116296"/>
                  </a:cubicBezTo>
                  <a:cubicBezTo>
                    <a:pt x="52608" y="114368"/>
                    <a:pt x="50987" y="114368"/>
                    <a:pt x="47564" y="114368"/>
                  </a:cubicBezTo>
                  <a:cubicBezTo>
                    <a:pt x="40899" y="114368"/>
                    <a:pt x="35856" y="114368"/>
                    <a:pt x="35856" y="111213"/>
                  </a:cubicBezTo>
                  <a:cubicBezTo>
                    <a:pt x="35856" y="110162"/>
                    <a:pt x="36216" y="109285"/>
                    <a:pt x="36396" y="108233"/>
                  </a:cubicBezTo>
                  <a:lnTo>
                    <a:pt x="47564" y="64413"/>
                  </a:lnTo>
                  <a:close/>
                  <a:moveTo>
                    <a:pt x="60534" y="12179"/>
                  </a:moveTo>
                  <a:cubicBezTo>
                    <a:pt x="62155" y="6044"/>
                    <a:pt x="62516" y="5519"/>
                    <a:pt x="70261" y="5519"/>
                  </a:cubicBezTo>
                  <a:lnTo>
                    <a:pt x="87554" y="5519"/>
                  </a:lnTo>
                  <a:cubicBezTo>
                    <a:pt x="102506" y="5519"/>
                    <a:pt x="112053" y="10251"/>
                    <a:pt x="112053" y="22346"/>
                  </a:cubicBezTo>
                  <a:cubicBezTo>
                    <a:pt x="112053" y="29182"/>
                    <a:pt x="108450" y="44256"/>
                    <a:pt x="101425" y="50566"/>
                  </a:cubicBezTo>
                  <a:cubicBezTo>
                    <a:pt x="92418" y="58454"/>
                    <a:pt x="81610" y="59856"/>
                    <a:pt x="73684" y="59856"/>
                  </a:cubicBezTo>
                  <a:lnTo>
                    <a:pt x="48285" y="59856"/>
                  </a:lnTo>
                  <a:lnTo>
                    <a:pt x="60534" y="121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7" name="Freeform: Shape 26">
              <a:extLst>
                <a:ext uri="{FF2B5EF4-FFF2-40B4-BE49-F238E27FC236}">
                  <a16:creationId xmlns:a16="http://schemas.microsoft.com/office/drawing/2014/main" id="{8A58E6F2-13F0-FA77-F002-7B7000A8BA13}"/>
                </a:ext>
              </a:extLst>
            </p:cNvPr>
            <p:cNvSpPr/>
            <p:nvPr>
              <p:custDataLst>
                <p:tags r:id="rId126"/>
              </p:custDataLst>
            </p:nvPr>
          </p:nvSpPr>
          <p:spPr>
            <a:xfrm>
              <a:off x="12478590" y="5380240"/>
              <a:ext cx="41791" cy="175281"/>
            </a:xfrm>
            <a:custGeom>
              <a:avLst/>
              <a:gdLst>
                <a:gd name="connsiteX0" fmla="*/ 41988 w 41791"/>
                <a:gd name="connsiteY0" fmla="*/ 173613 h 175281"/>
                <a:gd name="connsiteX1" fmla="*/ 38926 w 41791"/>
                <a:gd name="connsiteY1" fmla="*/ 169757 h 175281"/>
                <a:gd name="connsiteX2" fmla="*/ 10644 w 41791"/>
                <a:gd name="connsiteY2" fmla="*/ 87726 h 175281"/>
                <a:gd name="connsiteX3" fmla="*/ 39646 w 41791"/>
                <a:gd name="connsiteY3" fmla="*/ 4817 h 175281"/>
                <a:gd name="connsiteX4" fmla="*/ 41988 w 41791"/>
                <a:gd name="connsiteY4" fmla="*/ 1838 h 175281"/>
                <a:gd name="connsiteX5" fmla="*/ 40187 w 41791"/>
                <a:gd name="connsiteY5" fmla="*/ 85 h 175281"/>
                <a:gd name="connsiteX6" fmla="*/ 11545 w 41791"/>
                <a:gd name="connsiteY6" fmla="*/ 34265 h 175281"/>
                <a:gd name="connsiteX7" fmla="*/ 197 w 41791"/>
                <a:gd name="connsiteY7" fmla="*/ 87726 h 175281"/>
                <a:gd name="connsiteX8" fmla="*/ 12086 w 41791"/>
                <a:gd name="connsiteY8" fmla="*/ 142413 h 175281"/>
                <a:gd name="connsiteX9" fmla="*/ 40187 w 41791"/>
                <a:gd name="connsiteY9" fmla="*/ 175366 h 175281"/>
                <a:gd name="connsiteX10" fmla="*/ 41988 w 41791"/>
                <a:gd name="connsiteY10" fmla="*/ 173613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1988" y="173613"/>
                  </a:moveTo>
                  <a:cubicBezTo>
                    <a:pt x="41988" y="173088"/>
                    <a:pt x="41988" y="172737"/>
                    <a:pt x="38926" y="169757"/>
                  </a:cubicBezTo>
                  <a:cubicBezTo>
                    <a:pt x="16409" y="147672"/>
                    <a:pt x="10644" y="114544"/>
                    <a:pt x="10644" y="87726"/>
                  </a:cubicBezTo>
                  <a:cubicBezTo>
                    <a:pt x="10644" y="57227"/>
                    <a:pt x="17490" y="26728"/>
                    <a:pt x="39646" y="4817"/>
                  </a:cubicBezTo>
                  <a:cubicBezTo>
                    <a:pt x="41988" y="2714"/>
                    <a:pt x="41988" y="2363"/>
                    <a:pt x="41988" y="1838"/>
                  </a:cubicBezTo>
                  <a:cubicBezTo>
                    <a:pt x="41988" y="611"/>
                    <a:pt x="41267" y="85"/>
                    <a:pt x="40187" y="85"/>
                  </a:cubicBezTo>
                  <a:cubicBezTo>
                    <a:pt x="38385" y="85"/>
                    <a:pt x="22173" y="12004"/>
                    <a:pt x="11545" y="34265"/>
                  </a:cubicBezTo>
                  <a:cubicBezTo>
                    <a:pt x="2358" y="53546"/>
                    <a:pt x="197" y="73002"/>
                    <a:pt x="197" y="87726"/>
                  </a:cubicBezTo>
                  <a:cubicBezTo>
                    <a:pt x="197" y="101397"/>
                    <a:pt x="2178" y="122607"/>
                    <a:pt x="12086" y="142413"/>
                  </a:cubicBezTo>
                  <a:cubicBezTo>
                    <a:pt x="22894" y="163973"/>
                    <a:pt x="38385" y="175366"/>
                    <a:pt x="40187" y="175366"/>
                  </a:cubicBezTo>
                  <a:cubicBezTo>
                    <a:pt x="41267" y="175366"/>
                    <a:pt x="41988" y="174840"/>
                    <a:pt x="41988" y="17361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8" name="Freeform: Shape 27">
              <a:extLst>
                <a:ext uri="{FF2B5EF4-FFF2-40B4-BE49-F238E27FC236}">
                  <a16:creationId xmlns:a16="http://schemas.microsoft.com/office/drawing/2014/main" id="{BD26DAB2-991E-AE30-1508-E2AF6D02DE62}"/>
                </a:ext>
              </a:extLst>
            </p:cNvPr>
            <p:cNvSpPr/>
            <p:nvPr>
              <p:custDataLst>
                <p:tags r:id="rId127"/>
              </p:custDataLst>
            </p:nvPr>
          </p:nvSpPr>
          <p:spPr>
            <a:xfrm>
              <a:off x="12537114" y="5391984"/>
              <a:ext cx="130958" cy="119717"/>
            </a:xfrm>
            <a:custGeom>
              <a:avLst/>
              <a:gdLst>
                <a:gd name="connsiteX0" fmla="*/ 101437 w 130958"/>
                <a:gd name="connsiteY0" fmla="*/ 20067 h 119717"/>
                <a:gd name="connsiteX1" fmla="*/ 103958 w 130958"/>
                <a:gd name="connsiteY1" fmla="*/ 17613 h 119717"/>
                <a:gd name="connsiteX2" fmla="*/ 127556 w 130958"/>
                <a:gd name="connsiteY2" fmla="*/ 5519 h 119717"/>
                <a:gd name="connsiteX3" fmla="*/ 131159 w 130958"/>
                <a:gd name="connsiteY3" fmla="*/ 2188 h 119717"/>
                <a:gd name="connsiteX4" fmla="*/ 128817 w 130958"/>
                <a:gd name="connsiteY4" fmla="*/ 85 h 119717"/>
                <a:gd name="connsiteX5" fmla="*/ 114046 w 130958"/>
                <a:gd name="connsiteY5" fmla="*/ 611 h 119717"/>
                <a:gd name="connsiteX6" fmla="*/ 96032 w 130958"/>
                <a:gd name="connsiteY6" fmla="*/ 85 h 119717"/>
                <a:gd name="connsiteX7" fmla="*/ 92610 w 130958"/>
                <a:gd name="connsiteY7" fmla="*/ 3415 h 119717"/>
                <a:gd name="connsiteX8" fmla="*/ 95312 w 130958"/>
                <a:gd name="connsiteY8" fmla="*/ 5519 h 119717"/>
                <a:gd name="connsiteX9" fmla="*/ 101797 w 130958"/>
                <a:gd name="connsiteY9" fmla="*/ 9550 h 119717"/>
                <a:gd name="connsiteX10" fmla="*/ 96933 w 130958"/>
                <a:gd name="connsiteY10" fmla="*/ 17964 h 119717"/>
                <a:gd name="connsiteX11" fmla="*/ 55142 w 130958"/>
                <a:gd name="connsiteY11" fmla="*/ 64764 h 119717"/>
                <a:gd name="connsiteX12" fmla="*/ 35327 w 130958"/>
                <a:gd name="connsiteY12" fmla="*/ 12705 h 119717"/>
                <a:gd name="connsiteX13" fmla="*/ 34246 w 130958"/>
                <a:gd name="connsiteY13" fmla="*/ 9725 h 119717"/>
                <a:gd name="connsiteX14" fmla="*/ 44874 w 130958"/>
                <a:gd name="connsiteY14" fmla="*/ 5519 h 119717"/>
                <a:gd name="connsiteX15" fmla="*/ 49197 w 130958"/>
                <a:gd name="connsiteY15" fmla="*/ 2013 h 119717"/>
                <a:gd name="connsiteX16" fmla="*/ 46495 w 130958"/>
                <a:gd name="connsiteY16" fmla="*/ 85 h 119717"/>
                <a:gd name="connsiteX17" fmla="*/ 23798 w 130958"/>
                <a:gd name="connsiteY17" fmla="*/ 611 h 119717"/>
                <a:gd name="connsiteX18" fmla="*/ 3623 w 130958"/>
                <a:gd name="connsiteY18" fmla="*/ 85 h 119717"/>
                <a:gd name="connsiteX19" fmla="*/ 200 w 130958"/>
                <a:gd name="connsiteY19" fmla="*/ 3590 h 119717"/>
                <a:gd name="connsiteX20" fmla="*/ 4344 w 130958"/>
                <a:gd name="connsiteY20" fmla="*/ 5519 h 119717"/>
                <a:gd name="connsiteX21" fmla="*/ 17493 w 130958"/>
                <a:gd name="connsiteY21" fmla="*/ 11478 h 119717"/>
                <a:gd name="connsiteX22" fmla="*/ 39650 w 130958"/>
                <a:gd name="connsiteY22" fmla="*/ 69146 h 119717"/>
                <a:gd name="connsiteX23" fmla="*/ 40371 w 130958"/>
                <a:gd name="connsiteY23" fmla="*/ 72125 h 119717"/>
                <a:gd name="connsiteX24" fmla="*/ 32265 w 130958"/>
                <a:gd name="connsiteY24" fmla="*/ 104027 h 119717"/>
                <a:gd name="connsiteX25" fmla="*/ 15332 w 130958"/>
                <a:gd name="connsiteY25" fmla="*/ 114368 h 119717"/>
                <a:gd name="connsiteX26" fmla="*/ 10468 w 130958"/>
                <a:gd name="connsiteY26" fmla="*/ 117874 h 119717"/>
                <a:gd name="connsiteX27" fmla="*/ 12990 w 130958"/>
                <a:gd name="connsiteY27" fmla="*/ 119802 h 119717"/>
                <a:gd name="connsiteX28" fmla="*/ 35687 w 130958"/>
                <a:gd name="connsiteY28" fmla="*/ 119276 h 119717"/>
                <a:gd name="connsiteX29" fmla="*/ 58744 w 130958"/>
                <a:gd name="connsiteY29" fmla="*/ 119802 h 119717"/>
                <a:gd name="connsiteX30" fmla="*/ 62167 w 130958"/>
                <a:gd name="connsiteY30" fmla="*/ 116296 h 119717"/>
                <a:gd name="connsiteX31" fmla="*/ 57123 w 130958"/>
                <a:gd name="connsiteY31" fmla="*/ 114368 h 119717"/>
                <a:gd name="connsiteX32" fmla="*/ 50278 w 130958"/>
                <a:gd name="connsiteY32" fmla="*/ 114018 h 119717"/>
                <a:gd name="connsiteX33" fmla="*/ 45414 w 130958"/>
                <a:gd name="connsiteY33" fmla="*/ 111213 h 119717"/>
                <a:gd name="connsiteX34" fmla="*/ 47936 w 130958"/>
                <a:gd name="connsiteY34" fmla="*/ 100171 h 119717"/>
                <a:gd name="connsiteX35" fmla="*/ 54241 w 130958"/>
                <a:gd name="connsiteY35" fmla="*/ 75456 h 119717"/>
                <a:gd name="connsiteX36" fmla="*/ 56763 w 130958"/>
                <a:gd name="connsiteY36" fmla="*/ 70022 h 119717"/>
                <a:gd name="connsiteX37" fmla="*/ 101437 w 130958"/>
                <a:gd name="connsiteY37" fmla="*/ 20067 h 11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958" h="119717">
                  <a:moveTo>
                    <a:pt x="101437" y="20067"/>
                  </a:moveTo>
                  <a:lnTo>
                    <a:pt x="103958" y="17613"/>
                  </a:lnTo>
                  <a:cubicBezTo>
                    <a:pt x="109363" y="12355"/>
                    <a:pt x="115307" y="6395"/>
                    <a:pt x="127556" y="5519"/>
                  </a:cubicBezTo>
                  <a:cubicBezTo>
                    <a:pt x="129538" y="5343"/>
                    <a:pt x="131159" y="5343"/>
                    <a:pt x="131159" y="2188"/>
                  </a:cubicBezTo>
                  <a:cubicBezTo>
                    <a:pt x="131159" y="786"/>
                    <a:pt x="130258" y="85"/>
                    <a:pt x="128817" y="85"/>
                  </a:cubicBezTo>
                  <a:cubicBezTo>
                    <a:pt x="124134" y="85"/>
                    <a:pt x="118910" y="611"/>
                    <a:pt x="114046" y="611"/>
                  </a:cubicBezTo>
                  <a:cubicBezTo>
                    <a:pt x="108102" y="611"/>
                    <a:pt x="101797" y="85"/>
                    <a:pt x="96032" y="85"/>
                  </a:cubicBezTo>
                  <a:cubicBezTo>
                    <a:pt x="94952" y="85"/>
                    <a:pt x="92610" y="85"/>
                    <a:pt x="92610" y="3415"/>
                  </a:cubicBezTo>
                  <a:cubicBezTo>
                    <a:pt x="92610" y="5343"/>
                    <a:pt x="94411" y="5519"/>
                    <a:pt x="95312" y="5519"/>
                  </a:cubicBezTo>
                  <a:cubicBezTo>
                    <a:pt x="96573" y="5519"/>
                    <a:pt x="101797" y="5869"/>
                    <a:pt x="101797" y="9550"/>
                  </a:cubicBezTo>
                  <a:cubicBezTo>
                    <a:pt x="101797" y="12530"/>
                    <a:pt x="97654" y="17087"/>
                    <a:pt x="96933" y="17964"/>
                  </a:cubicBezTo>
                  <a:lnTo>
                    <a:pt x="55142" y="64764"/>
                  </a:lnTo>
                  <a:lnTo>
                    <a:pt x="35327" y="12705"/>
                  </a:lnTo>
                  <a:cubicBezTo>
                    <a:pt x="34246" y="10251"/>
                    <a:pt x="34246" y="9901"/>
                    <a:pt x="34246" y="9725"/>
                  </a:cubicBezTo>
                  <a:cubicBezTo>
                    <a:pt x="34246" y="5519"/>
                    <a:pt x="43073" y="5519"/>
                    <a:pt x="44874" y="5519"/>
                  </a:cubicBezTo>
                  <a:cubicBezTo>
                    <a:pt x="47396" y="5519"/>
                    <a:pt x="49197" y="5519"/>
                    <a:pt x="49197" y="2013"/>
                  </a:cubicBezTo>
                  <a:cubicBezTo>
                    <a:pt x="49197" y="85"/>
                    <a:pt x="47036" y="85"/>
                    <a:pt x="46495" y="85"/>
                  </a:cubicBezTo>
                  <a:cubicBezTo>
                    <a:pt x="41451" y="85"/>
                    <a:pt x="28842" y="611"/>
                    <a:pt x="23798" y="611"/>
                  </a:cubicBezTo>
                  <a:cubicBezTo>
                    <a:pt x="19295" y="611"/>
                    <a:pt x="8126" y="85"/>
                    <a:pt x="3623" y="85"/>
                  </a:cubicBezTo>
                  <a:cubicBezTo>
                    <a:pt x="2542" y="85"/>
                    <a:pt x="200" y="85"/>
                    <a:pt x="200" y="3590"/>
                  </a:cubicBezTo>
                  <a:cubicBezTo>
                    <a:pt x="200" y="5519"/>
                    <a:pt x="2002" y="5519"/>
                    <a:pt x="4344" y="5519"/>
                  </a:cubicBezTo>
                  <a:cubicBezTo>
                    <a:pt x="15152" y="5519"/>
                    <a:pt x="15872" y="7096"/>
                    <a:pt x="17493" y="11478"/>
                  </a:cubicBezTo>
                  <a:lnTo>
                    <a:pt x="39650" y="69146"/>
                  </a:lnTo>
                  <a:cubicBezTo>
                    <a:pt x="39830" y="69672"/>
                    <a:pt x="40371" y="71600"/>
                    <a:pt x="40371" y="72125"/>
                  </a:cubicBezTo>
                  <a:cubicBezTo>
                    <a:pt x="40371" y="72651"/>
                    <a:pt x="33165" y="100872"/>
                    <a:pt x="32265" y="104027"/>
                  </a:cubicBezTo>
                  <a:cubicBezTo>
                    <a:pt x="29923" y="113667"/>
                    <a:pt x="29743" y="114193"/>
                    <a:pt x="15332" y="114368"/>
                  </a:cubicBezTo>
                  <a:cubicBezTo>
                    <a:pt x="11909" y="114368"/>
                    <a:pt x="10468" y="114368"/>
                    <a:pt x="10468" y="117874"/>
                  </a:cubicBezTo>
                  <a:cubicBezTo>
                    <a:pt x="10468" y="119802"/>
                    <a:pt x="12630" y="119802"/>
                    <a:pt x="12990" y="119802"/>
                  </a:cubicBezTo>
                  <a:cubicBezTo>
                    <a:pt x="18034" y="119802"/>
                    <a:pt x="30643" y="119276"/>
                    <a:pt x="35687" y="119276"/>
                  </a:cubicBezTo>
                  <a:cubicBezTo>
                    <a:pt x="40731" y="119276"/>
                    <a:pt x="53701" y="119802"/>
                    <a:pt x="58744" y="119802"/>
                  </a:cubicBezTo>
                  <a:cubicBezTo>
                    <a:pt x="60005" y="119802"/>
                    <a:pt x="62167" y="119802"/>
                    <a:pt x="62167" y="116296"/>
                  </a:cubicBezTo>
                  <a:cubicBezTo>
                    <a:pt x="62167" y="114368"/>
                    <a:pt x="60546" y="114368"/>
                    <a:pt x="57123" y="114368"/>
                  </a:cubicBezTo>
                  <a:cubicBezTo>
                    <a:pt x="56763" y="114368"/>
                    <a:pt x="53340" y="114368"/>
                    <a:pt x="50278" y="114018"/>
                  </a:cubicBezTo>
                  <a:cubicBezTo>
                    <a:pt x="46495" y="113667"/>
                    <a:pt x="45414" y="113317"/>
                    <a:pt x="45414" y="111213"/>
                  </a:cubicBezTo>
                  <a:cubicBezTo>
                    <a:pt x="45414" y="109986"/>
                    <a:pt x="47036" y="103851"/>
                    <a:pt x="47936" y="100171"/>
                  </a:cubicBezTo>
                  <a:lnTo>
                    <a:pt x="54241" y="75456"/>
                  </a:lnTo>
                  <a:cubicBezTo>
                    <a:pt x="55142" y="72125"/>
                    <a:pt x="55322" y="71600"/>
                    <a:pt x="56763" y="70022"/>
                  </a:cubicBezTo>
                  <a:lnTo>
                    <a:pt x="101437" y="200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0" name="Freeform: Shape 29">
              <a:extLst>
                <a:ext uri="{FF2B5EF4-FFF2-40B4-BE49-F238E27FC236}">
                  <a16:creationId xmlns:a16="http://schemas.microsoft.com/office/drawing/2014/main" id="{73F9CF9B-9637-C186-E33F-430224CF414A}"/>
                </a:ext>
              </a:extLst>
            </p:cNvPr>
            <p:cNvSpPr/>
            <p:nvPr>
              <p:custDataLst>
                <p:tags r:id="rId128"/>
              </p:custDataLst>
            </p:nvPr>
          </p:nvSpPr>
          <p:spPr>
            <a:xfrm>
              <a:off x="12641315" y="5483884"/>
              <a:ext cx="77043" cy="55336"/>
            </a:xfrm>
            <a:custGeom>
              <a:avLst/>
              <a:gdLst>
                <a:gd name="connsiteX0" fmla="*/ 9663 w 77043"/>
                <a:gd name="connsiteY0" fmla="*/ 46466 h 55336"/>
                <a:gd name="connsiteX1" fmla="*/ 8402 w 77043"/>
                <a:gd name="connsiteY1" fmla="*/ 51496 h 55336"/>
                <a:gd name="connsiteX2" fmla="*/ 12690 w 77043"/>
                <a:gd name="connsiteY2" fmla="*/ 55423 h 55336"/>
                <a:gd name="connsiteX3" fmla="*/ 17607 w 77043"/>
                <a:gd name="connsiteY3" fmla="*/ 52723 h 55336"/>
                <a:gd name="connsiteX4" fmla="*/ 19877 w 77043"/>
                <a:gd name="connsiteY4" fmla="*/ 45116 h 55336"/>
                <a:gd name="connsiteX5" fmla="*/ 22651 w 77043"/>
                <a:gd name="connsiteY5" fmla="*/ 34073 h 55336"/>
                <a:gd name="connsiteX6" fmla="*/ 24795 w 77043"/>
                <a:gd name="connsiteY6" fmla="*/ 25853 h 55336"/>
                <a:gd name="connsiteX7" fmla="*/ 30091 w 77043"/>
                <a:gd name="connsiteY7" fmla="*/ 14810 h 55336"/>
                <a:gd name="connsiteX8" fmla="*/ 49005 w 77043"/>
                <a:gd name="connsiteY8" fmla="*/ 3522 h 55336"/>
                <a:gd name="connsiteX9" fmla="*/ 56445 w 77043"/>
                <a:gd name="connsiteY9" fmla="*/ 12111 h 55336"/>
                <a:gd name="connsiteX10" fmla="*/ 49005 w 77043"/>
                <a:gd name="connsiteY10" fmla="*/ 38245 h 55336"/>
                <a:gd name="connsiteX11" fmla="*/ 47113 w 77043"/>
                <a:gd name="connsiteY11" fmla="*/ 44871 h 55336"/>
                <a:gd name="connsiteX12" fmla="*/ 59092 w 77043"/>
                <a:gd name="connsiteY12" fmla="*/ 55423 h 55336"/>
                <a:gd name="connsiteX13" fmla="*/ 77250 w 77043"/>
                <a:gd name="connsiteY13" fmla="*/ 36650 h 55336"/>
                <a:gd name="connsiteX14" fmla="*/ 75233 w 77043"/>
                <a:gd name="connsiteY14" fmla="*/ 35055 h 55336"/>
                <a:gd name="connsiteX15" fmla="*/ 72837 w 77043"/>
                <a:gd name="connsiteY15" fmla="*/ 37141 h 55336"/>
                <a:gd name="connsiteX16" fmla="*/ 59471 w 77043"/>
                <a:gd name="connsiteY16" fmla="*/ 51987 h 55336"/>
                <a:gd name="connsiteX17" fmla="*/ 56318 w 77043"/>
                <a:gd name="connsiteY17" fmla="*/ 47693 h 55336"/>
                <a:gd name="connsiteX18" fmla="*/ 59219 w 77043"/>
                <a:gd name="connsiteY18" fmla="*/ 37754 h 55336"/>
                <a:gd name="connsiteX19" fmla="*/ 65902 w 77043"/>
                <a:gd name="connsiteY19" fmla="*/ 14074 h 55336"/>
                <a:gd name="connsiteX20" fmla="*/ 49509 w 77043"/>
                <a:gd name="connsiteY20" fmla="*/ 86 h 55336"/>
                <a:gd name="connsiteX21" fmla="*/ 28199 w 77043"/>
                <a:gd name="connsiteY21" fmla="*/ 11252 h 55336"/>
                <a:gd name="connsiteX22" fmla="*/ 14707 w 77043"/>
                <a:gd name="connsiteY22" fmla="*/ 86 h 55336"/>
                <a:gd name="connsiteX23" fmla="*/ 4746 w 77043"/>
                <a:gd name="connsiteY23" fmla="*/ 6712 h 55336"/>
                <a:gd name="connsiteX24" fmla="*/ 206 w 77043"/>
                <a:gd name="connsiteY24" fmla="*/ 18859 h 55336"/>
                <a:gd name="connsiteX25" fmla="*/ 2350 w 77043"/>
                <a:gd name="connsiteY25" fmla="*/ 20454 h 55336"/>
                <a:gd name="connsiteX26" fmla="*/ 5124 w 77043"/>
                <a:gd name="connsiteY26" fmla="*/ 16773 h 55336"/>
                <a:gd name="connsiteX27" fmla="*/ 14329 w 77043"/>
                <a:gd name="connsiteY27" fmla="*/ 3522 h 55336"/>
                <a:gd name="connsiteX28" fmla="*/ 18490 w 77043"/>
                <a:gd name="connsiteY28" fmla="*/ 9534 h 55336"/>
                <a:gd name="connsiteX29" fmla="*/ 16472 w 77043"/>
                <a:gd name="connsiteY29" fmla="*/ 19718 h 55336"/>
                <a:gd name="connsiteX30" fmla="*/ 13698 w 77043"/>
                <a:gd name="connsiteY30" fmla="*/ 30761 h 55336"/>
                <a:gd name="connsiteX31" fmla="*/ 9663 w 77043"/>
                <a:gd name="connsiteY31" fmla="*/ 46466 h 5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043" h="55336">
                  <a:moveTo>
                    <a:pt x="9663" y="46466"/>
                  </a:moveTo>
                  <a:cubicBezTo>
                    <a:pt x="9159" y="48061"/>
                    <a:pt x="8402" y="51128"/>
                    <a:pt x="8402" y="51496"/>
                  </a:cubicBezTo>
                  <a:cubicBezTo>
                    <a:pt x="8402" y="54196"/>
                    <a:pt x="10672" y="55423"/>
                    <a:pt x="12690" y="55423"/>
                  </a:cubicBezTo>
                  <a:cubicBezTo>
                    <a:pt x="14959" y="55423"/>
                    <a:pt x="16977" y="53828"/>
                    <a:pt x="17607" y="52723"/>
                  </a:cubicBezTo>
                  <a:cubicBezTo>
                    <a:pt x="18238" y="51619"/>
                    <a:pt x="19247" y="47693"/>
                    <a:pt x="19877" y="45116"/>
                  </a:cubicBezTo>
                  <a:cubicBezTo>
                    <a:pt x="20507" y="42785"/>
                    <a:pt x="21895" y="37141"/>
                    <a:pt x="22651" y="34073"/>
                  </a:cubicBezTo>
                  <a:cubicBezTo>
                    <a:pt x="23408" y="31374"/>
                    <a:pt x="24164" y="28675"/>
                    <a:pt x="24795" y="25853"/>
                  </a:cubicBezTo>
                  <a:cubicBezTo>
                    <a:pt x="26182" y="20822"/>
                    <a:pt x="26434" y="19841"/>
                    <a:pt x="30091" y="14810"/>
                  </a:cubicBezTo>
                  <a:cubicBezTo>
                    <a:pt x="33621" y="9902"/>
                    <a:pt x="39548" y="3522"/>
                    <a:pt x="49005" y="3522"/>
                  </a:cubicBezTo>
                  <a:cubicBezTo>
                    <a:pt x="56318" y="3522"/>
                    <a:pt x="56445" y="9779"/>
                    <a:pt x="56445" y="12111"/>
                  </a:cubicBezTo>
                  <a:cubicBezTo>
                    <a:pt x="56445" y="19472"/>
                    <a:pt x="51022" y="33092"/>
                    <a:pt x="49005" y="38245"/>
                  </a:cubicBezTo>
                  <a:cubicBezTo>
                    <a:pt x="47618" y="41681"/>
                    <a:pt x="47113" y="42785"/>
                    <a:pt x="47113" y="44871"/>
                  </a:cubicBezTo>
                  <a:cubicBezTo>
                    <a:pt x="47113" y="51374"/>
                    <a:pt x="52662" y="55423"/>
                    <a:pt x="59092" y="55423"/>
                  </a:cubicBezTo>
                  <a:cubicBezTo>
                    <a:pt x="71702" y="55423"/>
                    <a:pt x="77250" y="38490"/>
                    <a:pt x="77250" y="36650"/>
                  </a:cubicBezTo>
                  <a:cubicBezTo>
                    <a:pt x="77250" y="35055"/>
                    <a:pt x="75611" y="35055"/>
                    <a:pt x="75233" y="35055"/>
                  </a:cubicBezTo>
                  <a:cubicBezTo>
                    <a:pt x="73467" y="35055"/>
                    <a:pt x="73341" y="35791"/>
                    <a:pt x="72837" y="37141"/>
                  </a:cubicBezTo>
                  <a:cubicBezTo>
                    <a:pt x="69937" y="46957"/>
                    <a:pt x="64515" y="51987"/>
                    <a:pt x="59471" y="51987"/>
                  </a:cubicBezTo>
                  <a:cubicBezTo>
                    <a:pt x="56823" y="51987"/>
                    <a:pt x="56318" y="50269"/>
                    <a:pt x="56318" y="47693"/>
                  </a:cubicBezTo>
                  <a:cubicBezTo>
                    <a:pt x="56318" y="44871"/>
                    <a:pt x="56949" y="43276"/>
                    <a:pt x="59219" y="37754"/>
                  </a:cubicBezTo>
                  <a:cubicBezTo>
                    <a:pt x="60732" y="33951"/>
                    <a:pt x="65902" y="20945"/>
                    <a:pt x="65902" y="14074"/>
                  </a:cubicBezTo>
                  <a:cubicBezTo>
                    <a:pt x="65902" y="2172"/>
                    <a:pt x="56192" y="86"/>
                    <a:pt x="49509" y="86"/>
                  </a:cubicBezTo>
                  <a:cubicBezTo>
                    <a:pt x="39043" y="86"/>
                    <a:pt x="31982" y="6344"/>
                    <a:pt x="28199" y="11252"/>
                  </a:cubicBezTo>
                  <a:cubicBezTo>
                    <a:pt x="27317" y="2786"/>
                    <a:pt x="19877" y="86"/>
                    <a:pt x="14707" y="86"/>
                  </a:cubicBezTo>
                  <a:cubicBezTo>
                    <a:pt x="9285" y="86"/>
                    <a:pt x="6385" y="3890"/>
                    <a:pt x="4746" y="6712"/>
                  </a:cubicBezTo>
                  <a:cubicBezTo>
                    <a:pt x="1972" y="11252"/>
                    <a:pt x="206" y="18245"/>
                    <a:pt x="206" y="18859"/>
                  </a:cubicBezTo>
                  <a:cubicBezTo>
                    <a:pt x="206" y="20454"/>
                    <a:pt x="1972" y="20454"/>
                    <a:pt x="2350" y="20454"/>
                  </a:cubicBezTo>
                  <a:cubicBezTo>
                    <a:pt x="4115" y="20454"/>
                    <a:pt x="4241" y="20086"/>
                    <a:pt x="5124" y="16773"/>
                  </a:cubicBezTo>
                  <a:cubicBezTo>
                    <a:pt x="7015" y="9534"/>
                    <a:pt x="9411" y="3522"/>
                    <a:pt x="14329" y="3522"/>
                  </a:cubicBezTo>
                  <a:cubicBezTo>
                    <a:pt x="17607" y="3522"/>
                    <a:pt x="18490" y="6221"/>
                    <a:pt x="18490" y="9534"/>
                  </a:cubicBezTo>
                  <a:cubicBezTo>
                    <a:pt x="18490" y="11865"/>
                    <a:pt x="17355" y="16405"/>
                    <a:pt x="16472" y="19718"/>
                  </a:cubicBezTo>
                  <a:cubicBezTo>
                    <a:pt x="15590" y="23031"/>
                    <a:pt x="14329" y="28061"/>
                    <a:pt x="13698" y="30761"/>
                  </a:cubicBezTo>
                  <a:lnTo>
                    <a:pt x="9663" y="4646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1" name="Freeform: Shape 30">
              <a:extLst>
                <a:ext uri="{FF2B5EF4-FFF2-40B4-BE49-F238E27FC236}">
                  <a16:creationId xmlns:a16="http://schemas.microsoft.com/office/drawing/2014/main" id="{B1289308-ABBD-BF1E-D561-0483D16133D6}"/>
                </a:ext>
              </a:extLst>
            </p:cNvPr>
            <p:cNvSpPr/>
            <p:nvPr>
              <p:custDataLst>
                <p:tags r:id="rId129"/>
              </p:custDataLst>
            </p:nvPr>
          </p:nvSpPr>
          <p:spPr>
            <a:xfrm>
              <a:off x="12798430" y="5417049"/>
              <a:ext cx="110062" cy="101663"/>
            </a:xfrm>
            <a:custGeom>
              <a:avLst/>
              <a:gdLst>
                <a:gd name="connsiteX0" fmla="*/ 106855 w 110062"/>
                <a:gd name="connsiteY0" fmla="*/ 54773 h 101663"/>
                <a:gd name="connsiteX1" fmla="*/ 110277 w 110062"/>
                <a:gd name="connsiteY1" fmla="*/ 50916 h 101663"/>
                <a:gd name="connsiteX2" fmla="*/ 106855 w 110062"/>
                <a:gd name="connsiteY2" fmla="*/ 47060 h 101663"/>
                <a:gd name="connsiteX3" fmla="*/ 7060 w 110062"/>
                <a:gd name="connsiteY3" fmla="*/ 1312 h 101663"/>
                <a:gd name="connsiteX4" fmla="*/ 3817 w 110062"/>
                <a:gd name="connsiteY4" fmla="*/ 85 h 101663"/>
                <a:gd name="connsiteX5" fmla="*/ 214 w 110062"/>
                <a:gd name="connsiteY5" fmla="*/ 3590 h 101663"/>
                <a:gd name="connsiteX6" fmla="*/ 3637 w 110062"/>
                <a:gd name="connsiteY6" fmla="*/ 7447 h 101663"/>
                <a:gd name="connsiteX7" fmla="*/ 98208 w 110062"/>
                <a:gd name="connsiteY7" fmla="*/ 50916 h 101663"/>
                <a:gd name="connsiteX8" fmla="*/ 3637 w 110062"/>
                <a:gd name="connsiteY8" fmla="*/ 94386 h 101663"/>
                <a:gd name="connsiteX9" fmla="*/ 214 w 110062"/>
                <a:gd name="connsiteY9" fmla="*/ 98242 h 101663"/>
                <a:gd name="connsiteX10" fmla="*/ 3817 w 110062"/>
                <a:gd name="connsiteY10" fmla="*/ 101748 h 101663"/>
                <a:gd name="connsiteX11" fmla="*/ 7060 w 110062"/>
                <a:gd name="connsiteY11" fmla="*/ 100521 h 101663"/>
                <a:gd name="connsiteX12" fmla="*/ 106855 w 110062"/>
                <a:gd name="connsiteY12" fmla="*/ 54773 h 10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062" h="101663">
                  <a:moveTo>
                    <a:pt x="106855" y="54773"/>
                  </a:moveTo>
                  <a:cubicBezTo>
                    <a:pt x="108836" y="53896"/>
                    <a:pt x="110277" y="53020"/>
                    <a:pt x="110277" y="50916"/>
                  </a:cubicBezTo>
                  <a:cubicBezTo>
                    <a:pt x="110277" y="48813"/>
                    <a:pt x="108836" y="47937"/>
                    <a:pt x="106855" y="47060"/>
                  </a:cubicBezTo>
                  <a:lnTo>
                    <a:pt x="7060" y="1312"/>
                  </a:lnTo>
                  <a:cubicBezTo>
                    <a:pt x="4718" y="85"/>
                    <a:pt x="4358" y="85"/>
                    <a:pt x="3817" y="85"/>
                  </a:cubicBezTo>
                  <a:cubicBezTo>
                    <a:pt x="1836" y="85"/>
                    <a:pt x="214" y="1662"/>
                    <a:pt x="214" y="3590"/>
                  </a:cubicBezTo>
                  <a:cubicBezTo>
                    <a:pt x="214" y="5168"/>
                    <a:pt x="1115" y="6220"/>
                    <a:pt x="3637" y="7447"/>
                  </a:cubicBezTo>
                  <a:lnTo>
                    <a:pt x="98208" y="50916"/>
                  </a:lnTo>
                  <a:lnTo>
                    <a:pt x="3637" y="94386"/>
                  </a:lnTo>
                  <a:cubicBezTo>
                    <a:pt x="1115" y="95613"/>
                    <a:pt x="214" y="96665"/>
                    <a:pt x="214" y="98242"/>
                  </a:cubicBezTo>
                  <a:cubicBezTo>
                    <a:pt x="214" y="100171"/>
                    <a:pt x="1836" y="101748"/>
                    <a:pt x="3817" y="101748"/>
                  </a:cubicBezTo>
                  <a:cubicBezTo>
                    <a:pt x="4358" y="101748"/>
                    <a:pt x="4718" y="101748"/>
                    <a:pt x="7060" y="100521"/>
                  </a:cubicBezTo>
                  <a:lnTo>
                    <a:pt x="106855" y="547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2" name="Freeform: Shape 31">
              <a:extLst>
                <a:ext uri="{FF2B5EF4-FFF2-40B4-BE49-F238E27FC236}">
                  <a16:creationId xmlns:a16="http://schemas.microsoft.com/office/drawing/2014/main" id="{78C8E966-E400-EAE8-9D67-7E5ED386ACF3}"/>
                </a:ext>
              </a:extLst>
            </p:cNvPr>
            <p:cNvSpPr/>
            <p:nvPr>
              <p:custDataLst>
                <p:tags r:id="rId130"/>
              </p:custDataLst>
            </p:nvPr>
          </p:nvSpPr>
          <p:spPr>
            <a:xfrm>
              <a:off x="12971279" y="5395840"/>
              <a:ext cx="73855" cy="151793"/>
            </a:xfrm>
            <a:custGeom>
              <a:avLst/>
              <a:gdLst>
                <a:gd name="connsiteX0" fmla="*/ 74080 w 73855"/>
                <a:gd name="connsiteY0" fmla="*/ 6395 h 151793"/>
                <a:gd name="connsiteX1" fmla="*/ 67235 w 73855"/>
                <a:gd name="connsiteY1" fmla="*/ 85 h 151793"/>
                <a:gd name="connsiteX2" fmla="*/ 57688 w 73855"/>
                <a:gd name="connsiteY2" fmla="*/ 9375 h 151793"/>
                <a:gd name="connsiteX3" fmla="*/ 64353 w 73855"/>
                <a:gd name="connsiteY3" fmla="*/ 15685 h 151793"/>
                <a:gd name="connsiteX4" fmla="*/ 74080 w 73855"/>
                <a:gd name="connsiteY4" fmla="*/ 6395 h 151793"/>
                <a:gd name="connsiteX5" fmla="*/ 37873 w 73855"/>
                <a:gd name="connsiteY5" fmla="*/ 124710 h 151793"/>
                <a:gd name="connsiteX6" fmla="*/ 15717 w 73855"/>
                <a:gd name="connsiteY6" fmla="*/ 148022 h 151793"/>
                <a:gd name="connsiteX7" fmla="*/ 8691 w 73855"/>
                <a:gd name="connsiteY7" fmla="*/ 146445 h 151793"/>
                <a:gd name="connsiteX8" fmla="*/ 16797 w 73855"/>
                <a:gd name="connsiteY8" fmla="*/ 137155 h 151793"/>
                <a:gd name="connsiteX9" fmla="*/ 9952 w 73855"/>
                <a:gd name="connsiteY9" fmla="*/ 131020 h 151793"/>
                <a:gd name="connsiteX10" fmla="*/ 225 w 73855"/>
                <a:gd name="connsiteY10" fmla="*/ 141011 h 151793"/>
                <a:gd name="connsiteX11" fmla="*/ 16077 w 73855"/>
                <a:gd name="connsiteY11" fmla="*/ 151879 h 151793"/>
                <a:gd name="connsiteX12" fmla="*/ 49942 w 73855"/>
                <a:gd name="connsiteY12" fmla="*/ 125236 h 151793"/>
                <a:gd name="connsiteX13" fmla="*/ 66515 w 73855"/>
                <a:gd name="connsiteY13" fmla="*/ 61083 h 151793"/>
                <a:gd name="connsiteX14" fmla="*/ 67415 w 73855"/>
                <a:gd name="connsiteY14" fmla="*/ 54597 h 151793"/>
                <a:gd name="connsiteX15" fmla="*/ 50843 w 73855"/>
                <a:gd name="connsiteY15" fmla="*/ 38471 h 151793"/>
                <a:gd name="connsiteX16" fmla="*/ 22201 w 73855"/>
                <a:gd name="connsiteY16" fmla="*/ 65465 h 151793"/>
                <a:gd name="connsiteX17" fmla="*/ 24363 w 73855"/>
                <a:gd name="connsiteY17" fmla="*/ 67218 h 151793"/>
                <a:gd name="connsiteX18" fmla="*/ 27606 w 73855"/>
                <a:gd name="connsiteY18" fmla="*/ 63712 h 151793"/>
                <a:gd name="connsiteX19" fmla="*/ 50303 w 73855"/>
                <a:gd name="connsiteY19" fmla="*/ 42328 h 151793"/>
                <a:gd name="connsiteX20" fmla="*/ 56067 w 73855"/>
                <a:gd name="connsiteY20" fmla="*/ 50391 h 151793"/>
                <a:gd name="connsiteX21" fmla="*/ 54806 w 73855"/>
                <a:gd name="connsiteY21" fmla="*/ 59330 h 151793"/>
                <a:gd name="connsiteX22" fmla="*/ 37873 w 73855"/>
                <a:gd name="connsiteY22" fmla="*/ 124710 h 15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855" h="151793">
                  <a:moveTo>
                    <a:pt x="74080" y="6395"/>
                  </a:moveTo>
                  <a:cubicBezTo>
                    <a:pt x="74080" y="3065"/>
                    <a:pt x="71559" y="85"/>
                    <a:pt x="67235" y="85"/>
                  </a:cubicBezTo>
                  <a:cubicBezTo>
                    <a:pt x="63092" y="85"/>
                    <a:pt x="57688" y="4116"/>
                    <a:pt x="57688" y="9375"/>
                  </a:cubicBezTo>
                  <a:cubicBezTo>
                    <a:pt x="57688" y="12880"/>
                    <a:pt x="60210" y="15685"/>
                    <a:pt x="64353" y="15685"/>
                  </a:cubicBezTo>
                  <a:cubicBezTo>
                    <a:pt x="69217" y="15685"/>
                    <a:pt x="74080" y="11128"/>
                    <a:pt x="74080" y="6395"/>
                  </a:cubicBezTo>
                  <a:close/>
                  <a:moveTo>
                    <a:pt x="37873" y="124710"/>
                  </a:moveTo>
                  <a:cubicBezTo>
                    <a:pt x="34451" y="138031"/>
                    <a:pt x="25804" y="148022"/>
                    <a:pt x="15717" y="148022"/>
                  </a:cubicBezTo>
                  <a:cubicBezTo>
                    <a:pt x="14636" y="148022"/>
                    <a:pt x="11934" y="148022"/>
                    <a:pt x="8691" y="146445"/>
                  </a:cubicBezTo>
                  <a:cubicBezTo>
                    <a:pt x="14095" y="145218"/>
                    <a:pt x="16797" y="140661"/>
                    <a:pt x="16797" y="137155"/>
                  </a:cubicBezTo>
                  <a:cubicBezTo>
                    <a:pt x="16797" y="134350"/>
                    <a:pt x="14816" y="131020"/>
                    <a:pt x="9952" y="131020"/>
                  </a:cubicBezTo>
                  <a:cubicBezTo>
                    <a:pt x="5449" y="131020"/>
                    <a:pt x="225" y="134701"/>
                    <a:pt x="225" y="141011"/>
                  </a:cubicBezTo>
                  <a:cubicBezTo>
                    <a:pt x="225" y="148022"/>
                    <a:pt x="7430" y="151879"/>
                    <a:pt x="16077" y="151879"/>
                  </a:cubicBezTo>
                  <a:cubicBezTo>
                    <a:pt x="28686" y="151879"/>
                    <a:pt x="45439" y="142589"/>
                    <a:pt x="49942" y="125236"/>
                  </a:cubicBezTo>
                  <a:lnTo>
                    <a:pt x="66515" y="61083"/>
                  </a:lnTo>
                  <a:cubicBezTo>
                    <a:pt x="67415" y="57577"/>
                    <a:pt x="67415" y="55123"/>
                    <a:pt x="67415" y="54597"/>
                  </a:cubicBezTo>
                  <a:cubicBezTo>
                    <a:pt x="67415" y="44606"/>
                    <a:pt x="59850" y="38471"/>
                    <a:pt x="50843" y="38471"/>
                  </a:cubicBezTo>
                  <a:cubicBezTo>
                    <a:pt x="32469" y="38471"/>
                    <a:pt x="22201" y="63887"/>
                    <a:pt x="22201" y="65465"/>
                  </a:cubicBezTo>
                  <a:cubicBezTo>
                    <a:pt x="22201" y="67218"/>
                    <a:pt x="24003" y="67218"/>
                    <a:pt x="24363" y="67218"/>
                  </a:cubicBezTo>
                  <a:cubicBezTo>
                    <a:pt x="25984" y="67218"/>
                    <a:pt x="26164" y="67042"/>
                    <a:pt x="27606" y="63712"/>
                  </a:cubicBezTo>
                  <a:cubicBezTo>
                    <a:pt x="32109" y="53020"/>
                    <a:pt x="40395" y="42328"/>
                    <a:pt x="50303" y="42328"/>
                  </a:cubicBezTo>
                  <a:cubicBezTo>
                    <a:pt x="52824" y="42328"/>
                    <a:pt x="56067" y="43029"/>
                    <a:pt x="56067" y="50391"/>
                  </a:cubicBezTo>
                  <a:cubicBezTo>
                    <a:pt x="56067" y="54422"/>
                    <a:pt x="55526" y="56350"/>
                    <a:pt x="54806" y="59330"/>
                  </a:cubicBezTo>
                  <a:lnTo>
                    <a:pt x="37873" y="12471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3" name="Freeform: Shape 32">
              <a:extLst>
                <a:ext uri="{FF2B5EF4-FFF2-40B4-BE49-F238E27FC236}">
                  <a16:creationId xmlns:a16="http://schemas.microsoft.com/office/drawing/2014/main" id="{B0D8502D-EB0D-FD03-4237-055969C90044}"/>
                </a:ext>
              </a:extLst>
            </p:cNvPr>
            <p:cNvSpPr/>
            <p:nvPr>
              <p:custDataLst>
                <p:tags r:id="rId131"/>
              </p:custDataLst>
            </p:nvPr>
          </p:nvSpPr>
          <p:spPr>
            <a:xfrm>
              <a:off x="13068381" y="5380240"/>
              <a:ext cx="41791" cy="175281"/>
            </a:xfrm>
            <a:custGeom>
              <a:avLst/>
              <a:gdLst>
                <a:gd name="connsiteX0" fmla="*/ 42021 w 41791"/>
                <a:gd name="connsiteY0" fmla="*/ 87726 h 175281"/>
                <a:gd name="connsiteX1" fmla="*/ 30132 w 41791"/>
                <a:gd name="connsiteY1" fmla="*/ 33038 h 175281"/>
                <a:gd name="connsiteX2" fmla="*/ 2031 w 41791"/>
                <a:gd name="connsiteY2" fmla="*/ 85 h 175281"/>
                <a:gd name="connsiteX3" fmla="*/ 230 w 41791"/>
                <a:gd name="connsiteY3" fmla="*/ 1838 h 175281"/>
                <a:gd name="connsiteX4" fmla="*/ 3652 w 41791"/>
                <a:gd name="connsiteY4" fmla="*/ 5869 h 175281"/>
                <a:gd name="connsiteX5" fmla="*/ 31573 w 41791"/>
                <a:gd name="connsiteY5" fmla="*/ 87726 h 175281"/>
                <a:gd name="connsiteX6" fmla="*/ 2571 w 41791"/>
                <a:gd name="connsiteY6" fmla="*/ 170634 h 175281"/>
                <a:gd name="connsiteX7" fmla="*/ 230 w 41791"/>
                <a:gd name="connsiteY7" fmla="*/ 173613 h 175281"/>
                <a:gd name="connsiteX8" fmla="*/ 2031 w 41791"/>
                <a:gd name="connsiteY8" fmla="*/ 175366 h 175281"/>
                <a:gd name="connsiteX9" fmla="*/ 30673 w 41791"/>
                <a:gd name="connsiteY9" fmla="*/ 141186 h 175281"/>
                <a:gd name="connsiteX10" fmla="*/ 42021 w 41791"/>
                <a:gd name="connsiteY10" fmla="*/ 87726 h 17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91" h="175281">
                  <a:moveTo>
                    <a:pt x="42021" y="87726"/>
                  </a:moveTo>
                  <a:cubicBezTo>
                    <a:pt x="42021" y="74054"/>
                    <a:pt x="40040" y="52845"/>
                    <a:pt x="30132" y="33038"/>
                  </a:cubicBezTo>
                  <a:cubicBezTo>
                    <a:pt x="19324" y="11478"/>
                    <a:pt x="3832" y="85"/>
                    <a:pt x="2031" y="85"/>
                  </a:cubicBezTo>
                  <a:cubicBezTo>
                    <a:pt x="950" y="85"/>
                    <a:pt x="230" y="786"/>
                    <a:pt x="230" y="1838"/>
                  </a:cubicBezTo>
                  <a:cubicBezTo>
                    <a:pt x="230" y="2363"/>
                    <a:pt x="230" y="2714"/>
                    <a:pt x="3652" y="5869"/>
                  </a:cubicBezTo>
                  <a:cubicBezTo>
                    <a:pt x="21305" y="23222"/>
                    <a:pt x="31573" y="51092"/>
                    <a:pt x="31573" y="87726"/>
                  </a:cubicBezTo>
                  <a:cubicBezTo>
                    <a:pt x="31573" y="117699"/>
                    <a:pt x="24908" y="148548"/>
                    <a:pt x="2571" y="170634"/>
                  </a:cubicBezTo>
                  <a:cubicBezTo>
                    <a:pt x="230" y="172737"/>
                    <a:pt x="230" y="173088"/>
                    <a:pt x="230" y="173613"/>
                  </a:cubicBezTo>
                  <a:cubicBezTo>
                    <a:pt x="230" y="174665"/>
                    <a:pt x="950" y="175366"/>
                    <a:pt x="2031" y="175366"/>
                  </a:cubicBezTo>
                  <a:cubicBezTo>
                    <a:pt x="3832" y="175366"/>
                    <a:pt x="20045" y="163447"/>
                    <a:pt x="30673" y="141186"/>
                  </a:cubicBezTo>
                  <a:cubicBezTo>
                    <a:pt x="39859" y="121905"/>
                    <a:pt x="42021" y="102449"/>
                    <a:pt x="42021" y="8772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4" name="Freeform: Shape 33">
              <a:extLst>
                <a:ext uri="{FF2B5EF4-FFF2-40B4-BE49-F238E27FC236}">
                  <a16:creationId xmlns:a16="http://schemas.microsoft.com/office/drawing/2014/main" id="{1DE3164E-6A72-FF12-7852-F65E8007619B}"/>
                </a:ext>
              </a:extLst>
            </p:cNvPr>
            <p:cNvSpPr/>
            <p:nvPr>
              <p:custDataLst>
                <p:tags r:id="rId132"/>
              </p:custDataLst>
            </p:nvPr>
          </p:nvSpPr>
          <p:spPr>
            <a:xfrm>
              <a:off x="13209906" y="5327139"/>
              <a:ext cx="119790" cy="41015"/>
            </a:xfrm>
            <a:custGeom>
              <a:avLst/>
              <a:gdLst>
                <a:gd name="connsiteX0" fmla="*/ 113903 w 119790"/>
                <a:gd name="connsiteY0" fmla="*/ 7089 h 41015"/>
                <a:gd name="connsiteX1" fmla="*/ 120027 w 119790"/>
                <a:gd name="connsiteY1" fmla="*/ 3584 h 41015"/>
                <a:gd name="connsiteX2" fmla="*/ 114083 w 119790"/>
                <a:gd name="connsiteY2" fmla="*/ 78 h 41015"/>
                <a:gd name="connsiteX3" fmla="*/ 6182 w 119790"/>
                <a:gd name="connsiteY3" fmla="*/ 78 h 41015"/>
                <a:gd name="connsiteX4" fmla="*/ 237 w 119790"/>
                <a:gd name="connsiteY4" fmla="*/ 3584 h 41015"/>
                <a:gd name="connsiteX5" fmla="*/ 6362 w 119790"/>
                <a:gd name="connsiteY5" fmla="*/ 7089 h 41015"/>
                <a:gd name="connsiteX6" fmla="*/ 113903 w 119790"/>
                <a:gd name="connsiteY6" fmla="*/ 7089 h 41015"/>
                <a:gd name="connsiteX7" fmla="*/ 114083 w 119790"/>
                <a:gd name="connsiteY7" fmla="*/ 41094 h 41015"/>
                <a:gd name="connsiteX8" fmla="*/ 120027 w 119790"/>
                <a:gd name="connsiteY8" fmla="*/ 37588 h 41015"/>
                <a:gd name="connsiteX9" fmla="*/ 113903 w 119790"/>
                <a:gd name="connsiteY9" fmla="*/ 34083 h 41015"/>
                <a:gd name="connsiteX10" fmla="*/ 6362 w 119790"/>
                <a:gd name="connsiteY10" fmla="*/ 34083 h 41015"/>
                <a:gd name="connsiteX11" fmla="*/ 237 w 119790"/>
                <a:gd name="connsiteY11" fmla="*/ 37588 h 41015"/>
                <a:gd name="connsiteX12" fmla="*/ 6182 w 119790"/>
                <a:gd name="connsiteY12" fmla="*/ 41094 h 41015"/>
                <a:gd name="connsiteX13" fmla="*/ 114083 w 119790"/>
                <a:gd name="connsiteY13" fmla="*/ 41094 h 4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790" h="41015">
                  <a:moveTo>
                    <a:pt x="113903" y="7089"/>
                  </a:moveTo>
                  <a:cubicBezTo>
                    <a:pt x="116605" y="7089"/>
                    <a:pt x="120027" y="7089"/>
                    <a:pt x="120027" y="3584"/>
                  </a:cubicBezTo>
                  <a:cubicBezTo>
                    <a:pt x="120027" y="78"/>
                    <a:pt x="116605" y="78"/>
                    <a:pt x="114083" y="78"/>
                  </a:cubicBezTo>
                  <a:lnTo>
                    <a:pt x="6182" y="78"/>
                  </a:lnTo>
                  <a:cubicBezTo>
                    <a:pt x="3660" y="78"/>
                    <a:pt x="237" y="78"/>
                    <a:pt x="237" y="3584"/>
                  </a:cubicBezTo>
                  <a:cubicBezTo>
                    <a:pt x="237" y="7089"/>
                    <a:pt x="3660" y="7089"/>
                    <a:pt x="6362" y="7089"/>
                  </a:cubicBezTo>
                  <a:lnTo>
                    <a:pt x="113903" y="7089"/>
                  </a:lnTo>
                  <a:close/>
                  <a:moveTo>
                    <a:pt x="114083" y="41094"/>
                  </a:moveTo>
                  <a:cubicBezTo>
                    <a:pt x="116605" y="41094"/>
                    <a:pt x="120027" y="41094"/>
                    <a:pt x="120027" y="37588"/>
                  </a:cubicBezTo>
                  <a:cubicBezTo>
                    <a:pt x="120027" y="34083"/>
                    <a:pt x="116605" y="34083"/>
                    <a:pt x="113903" y="34083"/>
                  </a:cubicBezTo>
                  <a:lnTo>
                    <a:pt x="6362" y="34083"/>
                  </a:lnTo>
                  <a:cubicBezTo>
                    <a:pt x="3660" y="34083"/>
                    <a:pt x="237" y="34083"/>
                    <a:pt x="237" y="37588"/>
                  </a:cubicBezTo>
                  <a:cubicBezTo>
                    <a:pt x="237" y="41094"/>
                    <a:pt x="3660" y="41094"/>
                    <a:pt x="6182" y="41094"/>
                  </a:cubicBezTo>
                  <a:lnTo>
                    <a:pt x="114083" y="410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5" name="Freeform: Shape 34">
              <a:extLst>
                <a:ext uri="{FF2B5EF4-FFF2-40B4-BE49-F238E27FC236}">
                  <a16:creationId xmlns:a16="http://schemas.microsoft.com/office/drawing/2014/main" id="{B4F21C5D-0753-EE38-22BC-E60188828174}"/>
                </a:ext>
              </a:extLst>
            </p:cNvPr>
            <p:cNvSpPr/>
            <p:nvPr>
              <p:custDataLst>
                <p:tags r:id="rId133"/>
              </p:custDataLst>
            </p:nvPr>
          </p:nvSpPr>
          <p:spPr>
            <a:xfrm>
              <a:off x="13398247" y="5313993"/>
              <a:ext cx="69171" cy="79402"/>
            </a:xfrm>
            <a:custGeom>
              <a:avLst/>
              <a:gdLst>
                <a:gd name="connsiteX0" fmla="*/ 25647 w 69171"/>
                <a:gd name="connsiteY0" fmla="*/ 37062 h 79402"/>
                <a:gd name="connsiteX1" fmla="*/ 53208 w 69171"/>
                <a:gd name="connsiteY1" fmla="*/ 33031 h 79402"/>
                <a:gd name="connsiteX2" fmla="*/ 66718 w 69171"/>
                <a:gd name="connsiteY2" fmla="*/ 14977 h 79402"/>
                <a:gd name="connsiteX3" fmla="*/ 47443 w 69171"/>
                <a:gd name="connsiteY3" fmla="*/ 78 h 79402"/>
                <a:gd name="connsiteX4" fmla="*/ 248 w 69171"/>
                <a:gd name="connsiteY4" fmla="*/ 47755 h 79402"/>
                <a:gd name="connsiteX5" fmla="*/ 28529 w 69171"/>
                <a:gd name="connsiteY5" fmla="*/ 79480 h 79402"/>
                <a:gd name="connsiteX6" fmla="*/ 69420 w 69171"/>
                <a:gd name="connsiteY6" fmla="*/ 58797 h 79402"/>
                <a:gd name="connsiteX7" fmla="*/ 67258 w 69171"/>
                <a:gd name="connsiteY7" fmla="*/ 56519 h 79402"/>
                <a:gd name="connsiteX8" fmla="*/ 64917 w 69171"/>
                <a:gd name="connsiteY8" fmla="*/ 58271 h 79402"/>
                <a:gd name="connsiteX9" fmla="*/ 28890 w 69171"/>
                <a:gd name="connsiteY9" fmla="*/ 75624 h 79402"/>
                <a:gd name="connsiteX10" fmla="*/ 13218 w 69171"/>
                <a:gd name="connsiteY10" fmla="*/ 55292 h 79402"/>
                <a:gd name="connsiteX11" fmla="*/ 16100 w 69171"/>
                <a:gd name="connsiteY11" fmla="*/ 37062 h 79402"/>
                <a:gd name="connsiteX12" fmla="*/ 25647 w 69171"/>
                <a:gd name="connsiteY12" fmla="*/ 37062 h 79402"/>
                <a:gd name="connsiteX13" fmla="*/ 17181 w 69171"/>
                <a:gd name="connsiteY13" fmla="*/ 33206 h 79402"/>
                <a:gd name="connsiteX14" fmla="*/ 47443 w 69171"/>
                <a:gd name="connsiteY14" fmla="*/ 3934 h 79402"/>
                <a:gd name="connsiteX15" fmla="*/ 60773 w 69171"/>
                <a:gd name="connsiteY15" fmla="*/ 14977 h 79402"/>
                <a:gd name="connsiteX16" fmla="*/ 24566 w 69171"/>
                <a:gd name="connsiteY16" fmla="*/ 33206 h 79402"/>
                <a:gd name="connsiteX17" fmla="*/ 17181 w 69171"/>
                <a:gd name="connsiteY17" fmla="*/ 33206 h 79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171" h="79402">
                  <a:moveTo>
                    <a:pt x="25647" y="37062"/>
                  </a:moveTo>
                  <a:cubicBezTo>
                    <a:pt x="30871" y="37062"/>
                    <a:pt x="44201" y="36712"/>
                    <a:pt x="53208" y="33031"/>
                  </a:cubicBezTo>
                  <a:cubicBezTo>
                    <a:pt x="65817" y="27772"/>
                    <a:pt x="66718" y="17431"/>
                    <a:pt x="66718" y="14977"/>
                  </a:cubicBezTo>
                  <a:cubicBezTo>
                    <a:pt x="66718" y="7265"/>
                    <a:pt x="59873" y="78"/>
                    <a:pt x="47443" y="78"/>
                  </a:cubicBezTo>
                  <a:cubicBezTo>
                    <a:pt x="27448" y="78"/>
                    <a:pt x="248" y="17080"/>
                    <a:pt x="248" y="47755"/>
                  </a:cubicBezTo>
                  <a:cubicBezTo>
                    <a:pt x="248" y="65633"/>
                    <a:pt x="10876" y="79480"/>
                    <a:pt x="28529" y="79480"/>
                  </a:cubicBezTo>
                  <a:cubicBezTo>
                    <a:pt x="54289" y="79480"/>
                    <a:pt x="69420" y="60901"/>
                    <a:pt x="69420" y="58797"/>
                  </a:cubicBezTo>
                  <a:cubicBezTo>
                    <a:pt x="69420" y="57746"/>
                    <a:pt x="68339" y="56519"/>
                    <a:pt x="67258" y="56519"/>
                  </a:cubicBezTo>
                  <a:cubicBezTo>
                    <a:pt x="66358" y="56519"/>
                    <a:pt x="65997" y="56869"/>
                    <a:pt x="64917" y="58271"/>
                  </a:cubicBezTo>
                  <a:cubicBezTo>
                    <a:pt x="50686" y="75624"/>
                    <a:pt x="31051" y="75624"/>
                    <a:pt x="28890" y="75624"/>
                  </a:cubicBezTo>
                  <a:cubicBezTo>
                    <a:pt x="14839" y="75624"/>
                    <a:pt x="13218" y="60901"/>
                    <a:pt x="13218" y="55292"/>
                  </a:cubicBezTo>
                  <a:cubicBezTo>
                    <a:pt x="13218" y="53188"/>
                    <a:pt x="13398" y="47755"/>
                    <a:pt x="16100" y="37062"/>
                  </a:cubicBezTo>
                  <a:lnTo>
                    <a:pt x="25647" y="37062"/>
                  </a:lnTo>
                  <a:close/>
                  <a:moveTo>
                    <a:pt x="17181" y="33206"/>
                  </a:moveTo>
                  <a:cubicBezTo>
                    <a:pt x="24206" y="6563"/>
                    <a:pt x="42760" y="3934"/>
                    <a:pt x="47443" y="3934"/>
                  </a:cubicBezTo>
                  <a:cubicBezTo>
                    <a:pt x="55910" y="3934"/>
                    <a:pt x="60773" y="9017"/>
                    <a:pt x="60773" y="14977"/>
                  </a:cubicBezTo>
                  <a:cubicBezTo>
                    <a:pt x="60773" y="33206"/>
                    <a:pt x="31952" y="33206"/>
                    <a:pt x="24566" y="33206"/>
                  </a:cubicBezTo>
                  <a:lnTo>
                    <a:pt x="17181" y="3320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7" name="Freeform: Shape 36">
              <a:extLst>
                <a:ext uri="{FF2B5EF4-FFF2-40B4-BE49-F238E27FC236}">
                  <a16:creationId xmlns:a16="http://schemas.microsoft.com/office/drawing/2014/main" id="{44F5AD85-5CEF-5439-FCC7-B6D2F088E075}"/>
                </a:ext>
              </a:extLst>
            </p:cNvPr>
            <p:cNvSpPr/>
            <p:nvPr>
              <p:custDataLst>
                <p:tags r:id="rId134"/>
              </p:custDataLst>
            </p:nvPr>
          </p:nvSpPr>
          <p:spPr>
            <a:xfrm>
              <a:off x="13488337" y="5227072"/>
              <a:ext cx="32784" cy="122574"/>
            </a:xfrm>
            <a:custGeom>
              <a:avLst/>
              <a:gdLst>
                <a:gd name="connsiteX0" fmla="*/ 30515 w 32784"/>
                <a:gd name="connsiteY0" fmla="*/ 74 h 122574"/>
                <a:gd name="connsiteX1" fmla="*/ 253 w 32784"/>
                <a:gd name="connsiteY1" fmla="*/ 61300 h 122574"/>
                <a:gd name="connsiteX2" fmla="*/ 30515 w 32784"/>
                <a:gd name="connsiteY2" fmla="*/ 122648 h 122574"/>
                <a:gd name="connsiteX3" fmla="*/ 33037 w 32784"/>
                <a:gd name="connsiteY3" fmla="*/ 121176 h 122574"/>
                <a:gd name="connsiteX4" fmla="*/ 31776 w 32784"/>
                <a:gd name="connsiteY4" fmla="*/ 119335 h 122574"/>
                <a:gd name="connsiteX5" fmla="*/ 8827 w 32784"/>
                <a:gd name="connsiteY5" fmla="*/ 61422 h 122574"/>
                <a:gd name="connsiteX6" fmla="*/ 32155 w 32784"/>
                <a:gd name="connsiteY6" fmla="*/ 3019 h 122574"/>
                <a:gd name="connsiteX7" fmla="*/ 33037 w 32784"/>
                <a:gd name="connsiteY7" fmla="*/ 1546 h 122574"/>
                <a:gd name="connsiteX8" fmla="*/ 30515 w 32784"/>
                <a:gd name="connsiteY8"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84" h="122574">
                  <a:moveTo>
                    <a:pt x="30515" y="74"/>
                  </a:moveTo>
                  <a:cubicBezTo>
                    <a:pt x="6557" y="16515"/>
                    <a:pt x="253" y="42527"/>
                    <a:pt x="253" y="61300"/>
                  </a:cubicBezTo>
                  <a:cubicBezTo>
                    <a:pt x="253" y="78600"/>
                    <a:pt x="5549" y="105471"/>
                    <a:pt x="30515" y="122648"/>
                  </a:cubicBezTo>
                  <a:cubicBezTo>
                    <a:pt x="31524" y="122648"/>
                    <a:pt x="33037" y="122648"/>
                    <a:pt x="33037" y="121176"/>
                  </a:cubicBezTo>
                  <a:cubicBezTo>
                    <a:pt x="33037" y="120440"/>
                    <a:pt x="32659" y="120194"/>
                    <a:pt x="31776" y="119335"/>
                  </a:cubicBezTo>
                  <a:cubicBezTo>
                    <a:pt x="15006" y="104612"/>
                    <a:pt x="8827" y="83753"/>
                    <a:pt x="8827" y="61422"/>
                  </a:cubicBezTo>
                  <a:cubicBezTo>
                    <a:pt x="8827" y="28294"/>
                    <a:pt x="21815" y="12098"/>
                    <a:pt x="32155" y="3019"/>
                  </a:cubicBezTo>
                  <a:cubicBezTo>
                    <a:pt x="32659" y="2528"/>
                    <a:pt x="33037" y="2160"/>
                    <a:pt x="33037" y="1546"/>
                  </a:cubicBezTo>
                  <a:cubicBezTo>
                    <a:pt x="33037" y="74"/>
                    <a:pt x="31524" y="74"/>
                    <a:pt x="3051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8" name="Freeform: Shape 37">
              <a:extLst>
                <a:ext uri="{FF2B5EF4-FFF2-40B4-BE49-F238E27FC236}">
                  <a16:creationId xmlns:a16="http://schemas.microsoft.com/office/drawing/2014/main" id="{D8439AC3-E7BE-FFB7-7AE3-7BCE7E70A578}"/>
                </a:ext>
              </a:extLst>
            </p:cNvPr>
            <p:cNvSpPr/>
            <p:nvPr>
              <p:custDataLst>
                <p:tags r:id="rId135"/>
              </p:custDataLst>
            </p:nvPr>
          </p:nvSpPr>
          <p:spPr>
            <a:xfrm>
              <a:off x="13536434" y="5264985"/>
              <a:ext cx="75152" cy="80366"/>
            </a:xfrm>
            <a:custGeom>
              <a:avLst/>
              <a:gdLst>
                <a:gd name="connsiteX0" fmla="*/ 760 w 75152"/>
                <a:gd name="connsiteY0" fmla="*/ 73937 h 80366"/>
                <a:gd name="connsiteX1" fmla="*/ 256 w 75152"/>
                <a:gd name="connsiteY1" fmla="*/ 76514 h 80366"/>
                <a:gd name="connsiteX2" fmla="*/ 4543 w 75152"/>
                <a:gd name="connsiteY2" fmla="*/ 80440 h 80366"/>
                <a:gd name="connsiteX3" fmla="*/ 10596 w 75152"/>
                <a:gd name="connsiteY3" fmla="*/ 74306 h 80366"/>
                <a:gd name="connsiteX4" fmla="*/ 16396 w 75152"/>
                <a:gd name="connsiteY4" fmla="*/ 51852 h 80366"/>
                <a:gd name="connsiteX5" fmla="*/ 29888 w 75152"/>
                <a:gd name="connsiteY5" fmla="*/ 55410 h 80366"/>
                <a:gd name="connsiteX6" fmla="*/ 48046 w 75152"/>
                <a:gd name="connsiteY6" fmla="*/ 46576 h 80366"/>
                <a:gd name="connsiteX7" fmla="*/ 61033 w 75152"/>
                <a:gd name="connsiteY7" fmla="*/ 55410 h 80366"/>
                <a:gd name="connsiteX8" fmla="*/ 70995 w 75152"/>
                <a:gd name="connsiteY8" fmla="*/ 48907 h 80366"/>
                <a:gd name="connsiteX9" fmla="*/ 75408 w 75152"/>
                <a:gd name="connsiteY9" fmla="*/ 36638 h 80366"/>
                <a:gd name="connsiteX10" fmla="*/ 73391 w 75152"/>
                <a:gd name="connsiteY10" fmla="*/ 35043 h 80366"/>
                <a:gd name="connsiteX11" fmla="*/ 70617 w 75152"/>
                <a:gd name="connsiteY11" fmla="*/ 38846 h 80366"/>
                <a:gd name="connsiteX12" fmla="*/ 61412 w 75152"/>
                <a:gd name="connsiteY12" fmla="*/ 51975 h 80366"/>
                <a:gd name="connsiteX13" fmla="*/ 57251 w 75152"/>
                <a:gd name="connsiteY13" fmla="*/ 45963 h 80366"/>
                <a:gd name="connsiteX14" fmla="*/ 59142 w 75152"/>
                <a:gd name="connsiteY14" fmla="*/ 36269 h 80366"/>
                <a:gd name="connsiteX15" fmla="*/ 61916 w 75152"/>
                <a:gd name="connsiteY15" fmla="*/ 25227 h 80366"/>
                <a:gd name="connsiteX16" fmla="*/ 64816 w 75152"/>
                <a:gd name="connsiteY16" fmla="*/ 14307 h 80366"/>
                <a:gd name="connsiteX17" fmla="*/ 66960 w 75152"/>
                <a:gd name="connsiteY17" fmla="*/ 5227 h 80366"/>
                <a:gd name="connsiteX18" fmla="*/ 62799 w 75152"/>
                <a:gd name="connsiteY18" fmla="*/ 1301 h 80366"/>
                <a:gd name="connsiteX19" fmla="*/ 57629 w 75152"/>
                <a:gd name="connsiteY19" fmla="*/ 4246 h 80366"/>
                <a:gd name="connsiteX20" fmla="*/ 55611 w 75152"/>
                <a:gd name="connsiteY20" fmla="*/ 11362 h 80366"/>
                <a:gd name="connsiteX21" fmla="*/ 52963 w 75152"/>
                <a:gd name="connsiteY21" fmla="*/ 21546 h 80366"/>
                <a:gd name="connsiteX22" fmla="*/ 49054 w 75152"/>
                <a:gd name="connsiteY22" fmla="*/ 36883 h 80366"/>
                <a:gd name="connsiteX23" fmla="*/ 47037 w 75152"/>
                <a:gd name="connsiteY23" fmla="*/ 41791 h 80366"/>
                <a:gd name="connsiteX24" fmla="*/ 30392 w 75152"/>
                <a:gd name="connsiteY24" fmla="*/ 51975 h 80366"/>
                <a:gd name="connsiteX25" fmla="*/ 20053 w 75152"/>
                <a:gd name="connsiteY25" fmla="*/ 41055 h 80366"/>
                <a:gd name="connsiteX26" fmla="*/ 22196 w 75152"/>
                <a:gd name="connsiteY26" fmla="*/ 29644 h 80366"/>
                <a:gd name="connsiteX27" fmla="*/ 24970 w 75152"/>
                <a:gd name="connsiteY27" fmla="*/ 18601 h 80366"/>
                <a:gd name="connsiteX28" fmla="*/ 26736 w 75152"/>
                <a:gd name="connsiteY28" fmla="*/ 11730 h 80366"/>
                <a:gd name="connsiteX29" fmla="*/ 28627 w 75152"/>
                <a:gd name="connsiteY29" fmla="*/ 4000 h 80366"/>
                <a:gd name="connsiteX30" fmla="*/ 24340 w 75152"/>
                <a:gd name="connsiteY30" fmla="*/ 74 h 80366"/>
                <a:gd name="connsiteX31" fmla="*/ 18287 w 75152"/>
                <a:gd name="connsiteY31" fmla="*/ 5841 h 80366"/>
                <a:gd name="connsiteX32" fmla="*/ 760 w 75152"/>
                <a:gd name="connsiteY32" fmla="*/ 73937 h 8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152" h="80366">
                  <a:moveTo>
                    <a:pt x="760" y="73937"/>
                  </a:moveTo>
                  <a:cubicBezTo>
                    <a:pt x="256" y="75778"/>
                    <a:pt x="256" y="76391"/>
                    <a:pt x="256" y="76514"/>
                  </a:cubicBezTo>
                  <a:cubicBezTo>
                    <a:pt x="256" y="79213"/>
                    <a:pt x="2525" y="80440"/>
                    <a:pt x="4543" y="80440"/>
                  </a:cubicBezTo>
                  <a:cubicBezTo>
                    <a:pt x="9082" y="80440"/>
                    <a:pt x="10091" y="76391"/>
                    <a:pt x="10596" y="74306"/>
                  </a:cubicBezTo>
                  <a:cubicBezTo>
                    <a:pt x="10848" y="73692"/>
                    <a:pt x="13370" y="63876"/>
                    <a:pt x="16396" y="51852"/>
                  </a:cubicBezTo>
                  <a:cubicBezTo>
                    <a:pt x="20305" y="54429"/>
                    <a:pt x="25349" y="55410"/>
                    <a:pt x="29888" y="55410"/>
                  </a:cubicBezTo>
                  <a:cubicBezTo>
                    <a:pt x="40732" y="55410"/>
                    <a:pt x="47793" y="46821"/>
                    <a:pt x="48046" y="46576"/>
                  </a:cubicBezTo>
                  <a:cubicBezTo>
                    <a:pt x="50441" y="55042"/>
                    <a:pt x="59142" y="55410"/>
                    <a:pt x="61033" y="55410"/>
                  </a:cubicBezTo>
                  <a:cubicBezTo>
                    <a:pt x="65573" y="55410"/>
                    <a:pt x="68725" y="52711"/>
                    <a:pt x="70995" y="48907"/>
                  </a:cubicBezTo>
                  <a:cubicBezTo>
                    <a:pt x="73769" y="44122"/>
                    <a:pt x="75408" y="37128"/>
                    <a:pt x="75408" y="36638"/>
                  </a:cubicBezTo>
                  <a:cubicBezTo>
                    <a:pt x="75408" y="35043"/>
                    <a:pt x="73769" y="35043"/>
                    <a:pt x="73391" y="35043"/>
                  </a:cubicBezTo>
                  <a:cubicBezTo>
                    <a:pt x="71625" y="35043"/>
                    <a:pt x="71499" y="35533"/>
                    <a:pt x="70617" y="38846"/>
                  </a:cubicBezTo>
                  <a:cubicBezTo>
                    <a:pt x="69103" y="44736"/>
                    <a:pt x="66708" y="51975"/>
                    <a:pt x="61412" y="51975"/>
                  </a:cubicBezTo>
                  <a:cubicBezTo>
                    <a:pt x="58133" y="51975"/>
                    <a:pt x="57251" y="49275"/>
                    <a:pt x="57251" y="45963"/>
                  </a:cubicBezTo>
                  <a:cubicBezTo>
                    <a:pt x="57251" y="43877"/>
                    <a:pt x="58259" y="39460"/>
                    <a:pt x="59142" y="36269"/>
                  </a:cubicBezTo>
                  <a:cubicBezTo>
                    <a:pt x="60025" y="32957"/>
                    <a:pt x="61286" y="27926"/>
                    <a:pt x="61916" y="25227"/>
                  </a:cubicBezTo>
                  <a:lnTo>
                    <a:pt x="64816" y="14307"/>
                  </a:lnTo>
                  <a:cubicBezTo>
                    <a:pt x="65573" y="11239"/>
                    <a:pt x="66960" y="5841"/>
                    <a:pt x="66960" y="5227"/>
                  </a:cubicBezTo>
                  <a:cubicBezTo>
                    <a:pt x="66960" y="2773"/>
                    <a:pt x="64942" y="1301"/>
                    <a:pt x="62799" y="1301"/>
                  </a:cubicBezTo>
                  <a:cubicBezTo>
                    <a:pt x="61412" y="1301"/>
                    <a:pt x="59016" y="1914"/>
                    <a:pt x="57629" y="4246"/>
                  </a:cubicBezTo>
                  <a:cubicBezTo>
                    <a:pt x="57251" y="4982"/>
                    <a:pt x="56242" y="8908"/>
                    <a:pt x="55611" y="11362"/>
                  </a:cubicBezTo>
                  <a:lnTo>
                    <a:pt x="52963" y="21546"/>
                  </a:lnTo>
                  <a:lnTo>
                    <a:pt x="49054" y="36883"/>
                  </a:lnTo>
                  <a:cubicBezTo>
                    <a:pt x="48172" y="39950"/>
                    <a:pt x="48172" y="40196"/>
                    <a:pt x="47037" y="41791"/>
                  </a:cubicBezTo>
                  <a:cubicBezTo>
                    <a:pt x="43128" y="47190"/>
                    <a:pt x="37580" y="51975"/>
                    <a:pt x="30392" y="51975"/>
                  </a:cubicBezTo>
                  <a:cubicBezTo>
                    <a:pt x="20053" y="51975"/>
                    <a:pt x="20053" y="43263"/>
                    <a:pt x="20053" y="41055"/>
                  </a:cubicBezTo>
                  <a:cubicBezTo>
                    <a:pt x="20053" y="37865"/>
                    <a:pt x="20431" y="36269"/>
                    <a:pt x="22196" y="29644"/>
                  </a:cubicBezTo>
                  <a:cubicBezTo>
                    <a:pt x="23457" y="24245"/>
                    <a:pt x="23709" y="23386"/>
                    <a:pt x="24970" y="18601"/>
                  </a:cubicBezTo>
                  <a:lnTo>
                    <a:pt x="26736" y="11730"/>
                  </a:lnTo>
                  <a:cubicBezTo>
                    <a:pt x="27366" y="9153"/>
                    <a:pt x="28627" y="4491"/>
                    <a:pt x="28627" y="4000"/>
                  </a:cubicBezTo>
                  <a:cubicBezTo>
                    <a:pt x="28627" y="1792"/>
                    <a:pt x="26862" y="74"/>
                    <a:pt x="24340" y="74"/>
                  </a:cubicBezTo>
                  <a:cubicBezTo>
                    <a:pt x="19800" y="74"/>
                    <a:pt x="18666" y="4368"/>
                    <a:pt x="18287" y="5841"/>
                  </a:cubicBezTo>
                  <a:lnTo>
                    <a:pt x="760" y="739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39" name="Freeform: Shape 38">
              <a:extLst>
                <a:ext uri="{FF2B5EF4-FFF2-40B4-BE49-F238E27FC236}">
                  <a16:creationId xmlns:a16="http://schemas.microsoft.com/office/drawing/2014/main" id="{0F88C179-8708-91DA-C90B-6DC8AC1059FA}"/>
                </a:ext>
              </a:extLst>
            </p:cNvPr>
            <p:cNvSpPr/>
            <p:nvPr>
              <p:custDataLst>
                <p:tags r:id="rId136"/>
              </p:custDataLst>
            </p:nvPr>
          </p:nvSpPr>
          <p:spPr>
            <a:xfrm>
              <a:off x="13621049" y="5278167"/>
              <a:ext cx="42602" cy="76422"/>
            </a:xfrm>
            <a:custGeom>
              <a:avLst/>
              <a:gdLst>
                <a:gd name="connsiteX0" fmla="*/ 42863 w 42602"/>
                <a:gd name="connsiteY0" fmla="*/ 3843 h 76422"/>
                <a:gd name="connsiteX1" fmla="*/ 38900 w 42602"/>
                <a:gd name="connsiteY1" fmla="*/ 75 h 76422"/>
                <a:gd name="connsiteX2" fmla="*/ 33315 w 42602"/>
                <a:gd name="connsiteY2" fmla="*/ 5333 h 76422"/>
                <a:gd name="connsiteX3" fmla="*/ 37278 w 42602"/>
                <a:gd name="connsiteY3" fmla="*/ 9102 h 76422"/>
                <a:gd name="connsiteX4" fmla="*/ 42863 w 42602"/>
                <a:gd name="connsiteY4" fmla="*/ 3843 h 76422"/>
                <a:gd name="connsiteX5" fmla="*/ 23228 w 42602"/>
                <a:gd name="connsiteY5" fmla="*/ 62475 h 76422"/>
                <a:gd name="connsiteX6" fmla="*/ 10348 w 42602"/>
                <a:gd name="connsiteY6" fmla="*/ 73518 h 76422"/>
                <a:gd name="connsiteX7" fmla="*/ 7106 w 42602"/>
                <a:gd name="connsiteY7" fmla="*/ 73080 h 76422"/>
                <a:gd name="connsiteX8" fmla="*/ 9898 w 42602"/>
                <a:gd name="connsiteY8" fmla="*/ 68435 h 76422"/>
                <a:gd name="connsiteX9" fmla="*/ 5845 w 42602"/>
                <a:gd name="connsiteY9" fmla="*/ 64841 h 76422"/>
                <a:gd name="connsiteX10" fmla="*/ 261 w 42602"/>
                <a:gd name="connsiteY10" fmla="*/ 70450 h 76422"/>
                <a:gd name="connsiteX11" fmla="*/ 10438 w 42602"/>
                <a:gd name="connsiteY11" fmla="*/ 76498 h 76422"/>
                <a:gd name="connsiteX12" fmla="*/ 31064 w 42602"/>
                <a:gd name="connsiteY12" fmla="*/ 62563 h 76422"/>
                <a:gd name="connsiteX13" fmla="*/ 39170 w 42602"/>
                <a:gd name="connsiteY13" fmla="*/ 31187 h 76422"/>
                <a:gd name="connsiteX14" fmla="*/ 39620 w 42602"/>
                <a:gd name="connsiteY14" fmla="*/ 28295 h 76422"/>
                <a:gd name="connsiteX15" fmla="*/ 28542 w 42602"/>
                <a:gd name="connsiteY15" fmla="*/ 19794 h 76422"/>
                <a:gd name="connsiteX16" fmla="*/ 10979 w 42602"/>
                <a:gd name="connsiteY16" fmla="*/ 33378 h 76422"/>
                <a:gd name="connsiteX17" fmla="*/ 12870 w 42602"/>
                <a:gd name="connsiteY17" fmla="*/ 34605 h 76422"/>
                <a:gd name="connsiteX18" fmla="*/ 14852 w 42602"/>
                <a:gd name="connsiteY18" fmla="*/ 33378 h 76422"/>
                <a:gd name="connsiteX19" fmla="*/ 28182 w 42602"/>
                <a:gd name="connsiteY19" fmla="*/ 22774 h 76422"/>
                <a:gd name="connsiteX20" fmla="*/ 31964 w 42602"/>
                <a:gd name="connsiteY20" fmla="*/ 27419 h 76422"/>
                <a:gd name="connsiteX21" fmla="*/ 31694 w 42602"/>
                <a:gd name="connsiteY21" fmla="*/ 29697 h 76422"/>
                <a:gd name="connsiteX22" fmla="*/ 23228 w 42602"/>
                <a:gd name="connsiteY22" fmla="*/ 62475 h 7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02" h="76422">
                  <a:moveTo>
                    <a:pt x="42863" y="3843"/>
                  </a:moveTo>
                  <a:cubicBezTo>
                    <a:pt x="42863" y="1828"/>
                    <a:pt x="41331" y="75"/>
                    <a:pt x="38900" y="75"/>
                  </a:cubicBezTo>
                  <a:cubicBezTo>
                    <a:pt x="36108" y="75"/>
                    <a:pt x="33315" y="2704"/>
                    <a:pt x="33315" y="5333"/>
                  </a:cubicBezTo>
                  <a:cubicBezTo>
                    <a:pt x="33315" y="7437"/>
                    <a:pt x="35027" y="9102"/>
                    <a:pt x="37278" y="9102"/>
                  </a:cubicBezTo>
                  <a:cubicBezTo>
                    <a:pt x="40341" y="9102"/>
                    <a:pt x="42863" y="6297"/>
                    <a:pt x="42863" y="3843"/>
                  </a:cubicBezTo>
                  <a:close/>
                  <a:moveTo>
                    <a:pt x="23228" y="62475"/>
                  </a:moveTo>
                  <a:cubicBezTo>
                    <a:pt x="21517" y="69136"/>
                    <a:pt x="15842" y="73518"/>
                    <a:pt x="10348" y="73518"/>
                  </a:cubicBezTo>
                  <a:cubicBezTo>
                    <a:pt x="8817" y="73518"/>
                    <a:pt x="7826" y="73255"/>
                    <a:pt x="7106" y="73080"/>
                  </a:cubicBezTo>
                  <a:cubicBezTo>
                    <a:pt x="9267" y="71853"/>
                    <a:pt x="9898" y="69574"/>
                    <a:pt x="9898" y="68435"/>
                  </a:cubicBezTo>
                  <a:cubicBezTo>
                    <a:pt x="9898" y="66945"/>
                    <a:pt x="8817" y="64841"/>
                    <a:pt x="5845" y="64841"/>
                  </a:cubicBezTo>
                  <a:cubicBezTo>
                    <a:pt x="2782" y="64841"/>
                    <a:pt x="261" y="67558"/>
                    <a:pt x="261" y="70450"/>
                  </a:cubicBezTo>
                  <a:cubicBezTo>
                    <a:pt x="261" y="74219"/>
                    <a:pt x="4314" y="76498"/>
                    <a:pt x="10438" y="76498"/>
                  </a:cubicBezTo>
                  <a:cubicBezTo>
                    <a:pt x="16563" y="76498"/>
                    <a:pt x="28272" y="73430"/>
                    <a:pt x="31064" y="62563"/>
                  </a:cubicBezTo>
                  <a:lnTo>
                    <a:pt x="39170" y="31187"/>
                  </a:lnTo>
                  <a:cubicBezTo>
                    <a:pt x="39350" y="30311"/>
                    <a:pt x="39620" y="29522"/>
                    <a:pt x="39620" y="28295"/>
                  </a:cubicBezTo>
                  <a:cubicBezTo>
                    <a:pt x="39620" y="23300"/>
                    <a:pt x="34847" y="19794"/>
                    <a:pt x="28542" y="19794"/>
                  </a:cubicBezTo>
                  <a:cubicBezTo>
                    <a:pt x="17644" y="19794"/>
                    <a:pt x="10979" y="31626"/>
                    <a:pt x="10979" y="33378"/>
                  </a:cubicBezTo>
                  <a:cubicBezTo>
                    <a:pt x="10979" y="34605"/>
                    <a:pt x="12420" y="34605"/>
                    <a:pt x="12870" y="34605"/>
                  </a:cubicBezTo>
                  <a:cubicBezTo>
                    <a:pt x="14221" y="34605"/>
                    <a:pt x="14401" y="34255"/>
                    <a:pt x="14852" y="33378"/>
                  </a:cubicBezTo>
                  <a:cubicBezTo>
                    <a:pt x="18995" y="24790"/>
                    <a:pt x="25119" y="22774"/>
                    <a:pt x="28182" y="22774"/>
                  </a:cubicBezTo>
                  <a:cubicBezTo>
                    <a:pt x="31784" y="22774"/>
                    <a:pt x="31964" y="25929"/>
                    <a:pt x="31964" y="27419"/>
                  </a:cubicBezTo>
                  <a:cubicBezTo>
                    <a:pt x="31964" y="28646"/>
                    <a:pt x="31874" y="28996"/>
                    <a:pt x="31694" y="29697"/>
                  </a:cubicBezTo>
                  <a:lnTo>
                    <a:pt x="23228" y="6247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0" name="Freeform: Shape 39">
              <a:extLst>
                <a:ext uri="{FF2B5EF4-FFF2-40B4-BE49-F238E27FC236}">
                  <a16:creationId xmlns:a16="http://schemas.microsoft.com/office/drawing/2014/main" id="{EEA405AD-DD3A-8121-6B23-68D7995391F4}"/>
                </a:ext>
              </a:extLst>
            </p:cNvPr>
            <p:cNvSpPr/>
            <p:nvPr>
              <p:custDataLst>
                <p:tags r:id="rId137"/>
              </p:custDataLst>
            </p:nvPr>
          </p:nvSpPr>
          <p:spPr>
            <a:xfrm>
              <a:off x="13698631" y="5285353"/>
              <a:ext cx="85240" cy="6012"/>
            </a:xfrm>
            <a:custGeom>
              <a:avLst/>
              <a:gdLst>
                <a:gd name="connsiteX0" fmla="*/ 80461 w 85240"/>
                <a:gd name="connsiteY0" fmla="*/ 6086 h 6012"/>
                <a:gd name="connsiteX1" fmla="*/ 85504 w 85240"/>
                <a:gd name="connsiteY1" fmla="*/ 3141 h 6012"/>
                <a:gd name="connsiteX2" fmla="*/ 80461 w 85240"/>
                <a:gd name="connsiteY2" fmla="*/ 74 h 6012"/>
                <a:gd name="connsiteX3" fmla="*/ 5308 w 85240"/>
                <a:gd name="connsiteY3" fmla="*/ 74 h 6012"/>
                <a:gd name="connsiteX4" fmla="*/ 264 w 85240"/>
                <a:gd name="connsiteY4" fmla="*/ 3019 h 6012"/>
                <a:gd name="connsiteX5" fmla="*/ 5308 w 85240"/>
                <a:gd name="connsiteY5" fmla="*/ 6086 h 6012"/>
                <a:gd name="connsiteX6" fmla="*/ 80461 w 85240"/>
                <a:gd name="connsiteY6" fmla="*/ 6086 h 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240" h="6012">
                  <a:moveTo>
                    <a:pt x="80461" y="6086"/>
                  </a:moveTo>
                  <a:cubicBezTo>
                    <a:pt x="82478" y="6086"/>
                    <a:pt x="85504" y="6086"/>
                    <a:pt x="85504" y="3141"/>
                  </a:cubicBezTo>
                  <a:cubicBezTo>
                    <a:pt x="85504" y="74"/>
                    <a:pt x="82604" y="74"/>
                    <a:pt x="80461" y="74"/>
                  </a:cubicBezTo>
                  <a:lnTo>
                    <a:pt x="5308" y="74"/>
                  </a:lnTo>
                  <a:cubicBezTo>
                    <a:pt x="3291" y="74"/>
                    <a:pt x="264" y="74"/>
                    <a:pt x="264" y="3019"/>
                  </a:cubicBezTo>
                  <a:cubicBezTo>
                    <a:pt x="264" y="6086"/>
                    <a:pt x="3164" y="6086"/>
                    <a:pt x="5308" y="6086"/>
                  </a:cubicBezTo>
                  <a:lnTo>
                    <a:pt x="80461" y="60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1" name="Freeform: Shape 40">
              <a:extLst>
                <a:ext uri="{FF2B5EF4-FFF2-40B4-BE49-F238E27FC236}">
                  <a16:creationId xmlns:a16="http://schemas.microsoft.com/office/drawing/2014/main" id="{3556D338-8F02-326E-8BB0-1CB8FF8FBA2E}"/>
                </a:ext>
              </a:extLst>
            </p:cNvPr>
            <p:cNvSpPr/>
            <p:nvPr>
              <p:custDataLst>
                <p:tags r:id="rId138"/>
              </p:custDataLst>
            </p:nvPr>
          </p:nvSpPr>
          <p:spPr>
            <a:xfrm>
              <a:off x="13800246" y="5232961"/>
              <a:ext cx="88140" cy="109936"/>
            </a:xfrm>
            <a:custGeom>
              <a:avLst/>
              <a:gdLst>
                <a:gd name="connsiteX0" fmla="*/ 8467 w 88140"/>
                <a:gd name="connsiteY0" fmla="*/ 107311 h 109936"/>
                <a:gd name="connsiteX1" fmla="*/ 16158 w 88140"/>
                <a:gd name="connsiteY1" fmla="*/ 77005 h 109936"/>
                <a:gd name="connsiteX2" fmla="*/ 44782 w 88140"/>
                <a:gd name="connsiteY2" fmla="*/ 87802 h 109936"/>
                <a:gd name="connsiteX3" fmla="*/ 87402 w 88140"/>
                <a:gd name="connsiteY3" fmla="*/ 53692 h 109936"/>
                <a:gd name="connsiteX4" fmla="*/ 78828 w 88140"/>
                <a:gd name="connsiteY4" fmla="*/ 37006 h 109936"/>
                <a:gd name="connsiteX5" fmla="*/ 88411 w 88140"/>
                <a:gd name="connsiteY5" fmla="*/ 17497 h 109936"/>
                <a:gd name="connsiteX6" fmla="*/ 65966 w 88140"/>
                <a:gd name="connsiteY6" fmla="*/ 74 h 109936"/>
                <a:gd name="connsiteX7" fmla="*/ 19815 w 88140"/>
                <a:gd name="connsiteY7" fmla="*/ 31484 h 109936"/>
                <a:gd name="connsiteX8" fmla="*/ 775 w 88140"/>
                <a:gd name="connsiteY8" fmla="*/ 105716 h 109936"/>
                <a:gd name="connsiteX9" fmla="*/ 271 w 88140"/>
                <a:gd name="connsiteY9" fmla="*/ 107802 h 109936"/>
                <a:gd name="connsiteX10" fmla="*/ 4306 w 88140"/>
                <a:gd name="connsiteY10" fmla="*/ 110010 h 109936"/>
                <a:gd name="connsiteX11" fmla="*/ 8467 w 88140"/>
                <a:gd name="connsiteY11" fmla="*/ 107311 h 109936"/>
                <a:gd name="connsiteX12" fmla="*/ 47934 w 88140"/>
                <a:gd name="connsiteY12" fmla="*/ 38601 h 109936"/>
                <a:gd name="connsiteX13" fmla="*/ 56383 w 88140"/>
                <a:gd name="connsiteY13" fmla="*/ 37374 h 109936"/>
                <a:gd name="connsiteX14" fmla="*/ 62309 w 88140"/>
                <a:gd name="connsiteY14" fmla="*/ 37865 h 109936"/>
                <a:gd name="connsiteX15" fmla="*/ 54617 w 88140"/>
                <a:gd name="connsiteY15" fmla="*/ 39337 h 109936"/>
                <a:gd name="connsiteX16" fmla="*/ 47934 w 88140"/>
                <a:gd name="connsiteY16" fmla="*/ 38601 h 109936"/>
                <a:gd name="connsiteX17" fmla="*/ 68362 w 88140"/>
                <a:gd name="connsiteY17" fmla="*/ 32711 h 109936"/>
                <a:gd name="connsiteX18" fmla="*/ 56761 w 88140"/>
                <a:gd name="connsiteY18" fmla="*/ 31730 h 109936"/>
                <a:gd name="connsiteX19" fmla="*/ 39864 w 88140"/>
                <a:gd name="connsiteY19" fmla="*/ 39091 h 109936"/>
                <a:gd name="connsiteX20" fmla="*/ 54365 w 88140"/>
                <a:gd name="connsiteY20" fmla="*/ 44981 h 109936"/>
                <a:gd name="connsiteX21" fmla="*/ 69875 w 88140"/>
                <a:gd name="connsiteY21" fmla="*/ 42404 h 109936"/>
                <a:gd name="connsiteX22" fmla="*/ 71388 w 88140"/>
                <a:gd name="connsiteY22" fmla="*/ 48907 h 109936"/>
                <a:gd name="connsiteX23" fmla="*/ 63948 w 88140"/>
                <a:gd name="connsiteY23" fmla="*/ 73201 h 109936"/>
                <a:gd name="connsiteX24" fmla="*/ 44656 w 88140"/>
                <a:gd name="connsiteY24" fmla="*/ 82158 h 109936"/>
                <a:gd name="connsiteX25" fmla="*/ 19941 w 88140"/>
                <a:gd name="connsiteY25" fmla="*/ 64735 h 109936"/>
                <a:gd name="connsiteX26" fmla="*/ 22211 w 88140"/>
                <a:gd name="connsiteY26" fmla="*/ 53815 h 109936"/>
                <a:gd name="connsiteX27" fmla="*/ 27129 w 88140"/>
                <a:gd name="connsiteY27" fmla="*/ 34306 h 109936"/>
                <a:gd name="connsiteX28" fmla="*/ 40495 w 88140"/>
                <a:gd name="connsiteY28" fmla="*/ 14307 h 109936"/>
                <a:gd name="connsiteX29" fmla="*/ 65335 w 88140"/>
                <a:gd name="connsiteY29" fmla="*/ 5718 h 109936"/>
                <a:gd name="connsiteX30" fmla="*/ 73910 w 88140"/>
                <a:gd name="connsiteY30" fmla="*/ 13080 h 109936"/>
                <a:gd name="connsiteX31" fmla="*/ 68362 w 88140"/>
                <a:gd name="connsiteY31" fmla="*/ 32711 h 109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40" h="109936">
                  <a:moveTo>
                    <a:pt x="8467" y="107311"/>
                  </a:moveTo>
                  <a:lnTo>
                    <a:pt x="16158" y="77005"/>
                  </a:lnTo>
                  <a:cubicBezTo>
                    <a:pt x="18554" y="80072"/>
                    <a:pt x="27003" y="87802"/>
                    <a:pt x="44782" y="87802"/>
                  </a:cubicBezTo>
                  <a:cubicBezTo>
                    <a:pt x="73027" y="87802"/>
                    <a:pt x="87402" y="69152"/>
                    <a:pt x="87402" y="53692"/>
                  </a:cubicBezTo>
                  <a:cubicBezTo>
                    <a:pt x="87402" y="46576"/>
                    <a:pt x="84502" y="40932"/>
                    <a:pt x="78828" y="37006"/>
                  </a:cubicBezTo>
                  <a:cubicBezTo>
                    <a:pt x="84376" y="32589"/>
                    <a:pt x="88411" y="24736"/>
                    <a:pt x="88411" y="17497"/>
                  </a:cubicBezTo>
                  <a:cubicBezTo>
                    <a:pt x="88411" y="7558"/>
                    <a:pt x="81097" y="74"/>
                    <a:pt x="65966" y="74"/>
                  </a:cubicBezTo>
                  <a:cubicBezTo>
                    <a:pt x="47304" y="74"/>
                    <a:pt x="24859" y="11607"/>
                    <a:pt x="19815" y="31484"/>
                  </a:cubicBezTo>
                  <a:lnTo>
                    <a:pt x="775" y="105716"/>
                  </a:lnTo>
                  <a:cubicBezTo>
                    <a:pt x="271" y="107434"/>
                    <a:pt x="271" y="107679"/>
                    <a:pt x="271" y="107802"/>
                  </a:cubicBezTo>
                  <a:cubicBezTo>
                    <a:pt x="271" y="110010"/>
                    <a:pt x="2414" y="110010"/>
                    <a:pt x="4306" y="110010"/>
                  </a:cubicBezTo>
                  <a:cubicBezTo>
                    <a:pt x="6827" y="110010"/>
                    <a:pt x="7836" y="110010"/>
                    <a:pt x="8467" y="107311"/>
                  </a:cubicBezTo>
                  <a:close/>
                  <a:moveTo>
                    <a:pt x="47934" y="38601"/>
                  </a:moveTo>
                  <a:cubicBezTo>
                    <a:pt x="49574" y="37865"/>
                    <a:pt x="50708" y="37374"/>
                    <a:pt x="56383" y="37374"/>
                  </a:cubicBezTo>
                  <a:cubicBezTo>
                    <a:pt x="58400" y="37374"/>
                    <a:pt x="60039" y="37374"/>
                    <a:pt x="62309" y="37865"/>
                  </a:cubicBezTo>
                  <a:cubicBezTo>
                    <a:pt x="59535" y="39337"/>
                    <a:pt x="56887" y="39337"/>
                    <a:pt x="54617" y="39337"/>
                  </a:cubicBezTo>
                  <a:cubicBezTo>
                    <a:pt x="50835" y="39337"/>
                    <a:pt x="50456" y="39214"/>
                    <a:pt x="47934" y="38601"/>
                  </a:cubicBezTo>
                  <a:close/>
                  <a:moveTo>
                    <a:pt x="68362" y="32711"/>
                  </a:moveTo>
                  <a:cubicBezTo>
                    <a:pt x="63570" y="31730"/>
                    <a:pt x="59283" y="31730"/>
                    <a:pt x="56761" y="31730"/>
                  </a:cubicBezTo>
                  <a:cubicBezTo>
                    <a:pt x="51339" y="31730"/>
                    <a:pt x="39864" y="31730"/>
                    <a:pt x="39864" y="39091"/>
                  </a:cubicBezTo>
                  <a:cubicBezTo>
                    <a:pt x="39864" y="44858"/>
                    <a:pt x="48187" y="44981"/>
                    <a:pt x="54365" y="44981"/>
                  </a:cubicBezTo>
                  <a:cubicBezTo>
                    <a:pt x="58022" y="44981"/>
                    <a:pt x="63192" y="44981"/>
                    <a:pt x="69875" y="42404"/>
                  </a:cubicBezTo>
                  <a:cubicBezTo>
                    <a:pt x="71010" y="44122"/>
                    <a:pt x="71388" y="46699"/>
                    <a:pt x="71388" y="48907"/>
                  </a:cubicBezTo>
                  <a:cubicBezTo>
                    <a:pt x="71388" y="53202"/>
                    <a:pt x="68740" y="66698"/>
                    <a:pt x="63948" y="73201"/>
                  </a:cubicBezTo>
                  <a:cubicBezTo>
                    <a:pt x="59409" y="79213"/>
                    <a:pt x="52474" y="82158"/>
                    <a:pt x="44656" y="82158"/>
                  </a:cubicBezTo>
                  <a:cubicBezTo>
                    <a:pt x="33938" y="82158"/>
                    <a:pt x="19941" y="77373"/>
                    <a:pt x="19941" y="64735"/>
                  </a:cubicBezTo>
                  <a:cubicBezTo>
                    <a:pt x="19941" y="62404"/>
                    <a:pt x="21202" y="57373"/>
                    <a:pt x="22211" y="53815"/>
                  </a:cubicBezTo>
                  <a:cubicBezTo>
                    <a:pt x="22841" y="51116"/>
                    <a:pt x="26877" y="35411"/>
                    <a:pt x="27129" y="34306"/>
                  </a:cubicBezTo>
                  <a:cubicBezTo>
                    <a:pt x="28264" y="30012"/>
                    <a:pt x="30407" y="21669"/>
                    <a:pt x="40495" y="14307"/>
                  </a:cubicBezTo>
                  <a:cubicBezTo>
                    <a:pt x="50835" y="6699"/>
                    <a:pt x="60796" y="5718"/>
                    <a:pt x="65335" y="5718"/>
                  </a:cubicBezTo>
                  <a:cubicBezTo>
                    <a:pt x="73910" y="5718"/>
                    <a:pt x="73910" y="11117"/>
                    <a:pt x="73910" y="13080"/>
                  </a:cubicBezTo>
                  <a:cubicBezTo>
                    <a:pt x="73910" y="16024"/>
                    <a:pt x="71640" y="27190"/>
                    <a:pt x="68362" y="3271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2" name="Freeform: Shape 41">
              <a:extLst>
                <a:ext uri="{FF2B5EF4-FFF2-40B4-BE49-F238E27FC236}">
                  <a16:creationId xmlns:a16="http://schemas.microsoft.com/office/drawing/2014/main" id="{915D53CC-CB98-6E9E-6A61-DAAA9F76D6F9}"/>
                </a:ext>
              </a:extLst>
            </p:cNvPr>
            <p:cNvSpPr/>
            <p:nvPr>
              <p:custDataLst>
                <p:tags r:id="rId139"/>
              </p:custDataLst>
            </p:nvPr>
          </p:nvSpPr>
          <p:spPr>
            <a:xfrm>
              <a:off x="13906067" y="5205376"/>
              <a:ext cx="75116" cy="60822"/>
            </a:xfrm>
            <a:custGeom>
              <a:avLst/>
              <a:gdLst>
                <a:gd name="connsiteX0" fmla="*/ 40356 w 75116"/>
                <a:gd name="connsiteY0" fmla="*/ 4979 h 60822"/>
                <a:gd name="connsiteX1" fmla="*/ 71519 w 75116"/>
                <a:gd name="connsiteY1" fmla="*/ 4979 h 60822"/>
                <a:gd name="connsiteX2" fmla="*/ 75392 w 75116"/>
                <a:gd name="connsiteY2" fmla="*/ 2525 h 60822"/>
                <a:gd name="connsiteX3" fmla="*/ 71519 w 75116"/>
                <a:gd name="connsiteY3" fmla="*/ 71 h 60822"/>
                <a:gd name="connsiteX4" fmla="*/ 4149 w 75116"/>
                <a:gd name="connsiteY4" fmla="*/ 71 h 60822"/>
                <a:gd name="connsiteX5" fmla="*/ 276 w 75116"/>
                <a:gd name="connsiteY5" fmla="*/ 2525 h 60822"/>
                <a:gd name="connsiteX6" fmla="*/ 4149 w 75116"/>
                <a:gd name="connsiteY6" fmla="*/ 4979 h 60822"/>
                <a:gd name="connsiteX7" fmla="*/ 35312 w 75116"/>
                <a:gd name="connsiteY7" fmla="*/ 4979 h 60822"/>
                <a:gd name="connsiteX8" fmla="*/ 35312 w 75116"/>
                <a:gd name="connsiteY8" fmla="*/ 57125 h 60822"/>
                <a:gd name="connsiteX9" fmla="*/ 37834 w 75116"/>
                <a:gd name="connsiteY9" fmla="*/ 60894 h 60822"/>
                <a:gd name="connsiteX10" fmla="*/ 40356 w 75116"/>
                <a:gd name="connsiteY10" fmla="*/ 57125 h 60822"/>
                <a:gd name="connsiteX11" fmla="*/ 40356 w 75116"/>
                <a:gd name="connsiteY11" fmla="*/ 4979 h 6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16" h="60822">
                  <a:moveTo>
                    <a:pt x="40356" y="4979"/>
                  </a:moveTo>
                  <a:lnTo>
                    <a:pt x="71519" y="4979"/>
                  </a:lnTo>
                  <a:cubicBezTo>
                    <a:pt x="72961" y="4979"/>
                    <a:pt x="75392" y="4979"/>
                    <a:pt x="75392" y="2525"/>
                  </a:cubicBezTo>
                  <a:cubicBezTo>
                    <a:pt x="75392" y="71"/>
                    <a:pt x="72961" y="71"/>
                    <a:pt x="71519" y="71"/>
                  </a:cubicBezTo>
                  <a:lnTo>
                    <a:pt x="4149" y="71"/>
                  </a:lnTo>
                  <a:cubicBezTo>
                    <a:pt x="2798" y="71"/>
                    <a:pt x="276" y="71"/>
                    <a:pt x="276" y="2525"/>
                  </a:cubicBezTo>
                  <a:cubicBezTo>
                    <a:pt x="276" y="4979"/>
                    <a:pt x="2798" y="4979"/>
                    <a:pt x="4149" y="4979"/>
                  </a:cubicBezTo>
                  <a:lnTo>
                    <a:pt x="35312" y="4979"/>
                  </a:lnTo>
                  <a:lnTo>
                    <a:pt x="35312" y="57125"/>
                  </a:lnTo>
                  <a:cubicBezTo>
                    <a:pt x="35312" y="58440"/>
                    <a:pt x="35312" y="60894"/>
                    <a:pt x="37834" y="60894"/>
                  </a:cubicBezTo>
                  <a:cubicBezTo>
                    <a:pt x="40356" y="60894"/>
                    <a:pt x="40356" y="58527"/>
                    <a:pt x="40356" y="57125"/>
                  </a:cubicBezTo>
                  <a:lnTo>
                    <a:pt x="40356" y="497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3" name="Freeform: Shape 42">
              <a:extLst>
                <a:ext uri="{FF2B5EF4-FFF2-40B4-BE49-F238E27FC236}">
                  <a16:creationId xmlns:a16="http://schemas.microsoft.com/office/drawing/2014/main" id="{4A9E190C-D8F2-3A62-3B7B-A558E1C18C68}"/>
                </a:ext>
              </a:extLst>
            </p:cNvPr>
            <p:cNvSpPr/>
            <p:nvPr>
              <p:custDataLst>
                <p:tags r:id="rId140"/>
              </p:custDataLst>
            </p:nvPr>
          </p:nvSpPr>
          <p:spPr>
            <a:xfrm>
              <a:off x="14005803" y="5264617"/>
              <a:ext cx="77296" cy="54477"/>
            </a:xfrm>
            <a:custGeom>
              <a:avLst/>
              <a:gdLst>
                <a:gd name="connsiteX0" fmla="*/ 45676 w 77296"/>
                <a:gd name="connsiteY0" fmla="*/ 24859 h 54477"/>
                <a:gd name="connsiteX1" fmla="*/ 63077 w 77296"/>
                <a:gd name="connsiteY1" fmla="*/ 7804 h 54477"/>
                <a:gd name="connsiteX2" fmla="*/ 74804 w 77296"/>
                <a:gd name="connsiteY2" fmla="*/ 6945 h 54477"/>
                <a:gd name="connsiteX3" fmla="*/ 74804 w 77296"/>
                <a:gd name="connsiteY3" fmla="*/ 74 h 54477"/>
                <a:gd name="connsiteX4" fmla="*/ 62573 w 77296"/>
                <a:gd name="connsiteY4" fmla="*/ 565 h 54477"/>
                <a:gd name="connsiteX5" fmla="*/ 48576 w 77296"/>
                <a:gd name="connsiteY5" fmla="*/ 74 h 54477"/>
                <a:gd name="connsiteX6" fmla="*/ 48576 w 77296"/>
                <a:gd name="connsiteY6" fmla="*/ 6945 h 54477"/>
                <a:gd name="connsiteX7" fmla="*/ 51981 w 77296"/>
                <a:gd name="connsiteY7" fmla="*/ 7681 h 54477"/>
                <a:gd name="connsiteX8" fmla="*/ 40128 w 77296"/>
                <a:gd name="connsiteY8" fmla="*/ 19337 h 54477"/>
                <a:gd name="connsiteX9" fmla="*/ 27897 w 77296"/>
                <a:gd name="connsiteY9" fmla="*/ 6945 h 54477"/>
                <a:gd name="connsiteX10" fmla="*/ 31301 w 77296"/>
                <a:gd name="connsiteY10" fmla="*/ 6945 h 54477"/>
                <a:gd name="connsiteX11" fmla="*/ 31301 w 77296"/>
                <a:gd name="connsiteY11" fmla="*/ 74 h 54477"/>
                <a:gd name="connsiteX12" fmla="*/ 15287 w 77296"/>
                <a:gd name="connsiteY12" fmla="*/ 565 h 54477"/>
                <a:gd name="connsiteX13" fmla="*/ 1038 w 77296"/>
                <a:gd name="connsiteY13" fmla="*/ 74 h 54477"/>
                <a:gd name="connsiteX14" fmla="*/ 1038 w 77296"/>
                <a:gd name="connsiteY14" fmla="*/ 6945 h 54477"/>
                <a:gd name="connsiteX15" fmla="*/ 10495 w 77296"/>
                <a:gd name="connsiteY15" fmla="*/ 6945 h 54477"/>
                <a:gd name="connsiteX16" fmla="*/ 31175 w 77296"/>
                <a:gd name="connsiteY16" fmla="*/ 27926 h 54477"/>
                <a:gd name="connsiteX17" fmla="*/ 13017 w 77296"/>
                <a:gd name="connsiteY17" fmla="*/ 45717 h 54477"/>
                <a:gd name="connsiteX18" fmla="*/ 7343 w 77296"/>
                <a:gd name="connsiteY18" fmla="*/ 47558 h 54477"/>
                <a:gd name="connsiteX19" fmla="*/ 282 w 77296"/>
                <a:gd name="connsiteY19" fmla="*/ 47680 h 54477"/>
                <a:gd name="connsiteX20" fmla="*/ 282 w 77296"/>
                <a:gd name="connsiteY20" fmla="*/ 54551 h 54477"/>
                <a:gd name="connsiteX21" fmla="*/ 12513 w 77296"/>
                <a:gd name="connsiteY21" fmla="*/ 54061 h 54477"/>
                <a:gd name="connsiteX22" fmla="*/ 26509 w 77296"/>
                <a:gd name="connsiteY22" fmla="*/ 54551 h 54477"/>
                <a:gd name="connsiteX23" fmla="*/ 26509 w 77296"/>
                <a:gd name="connsiteY23" fmla="*/ 47680 h 54477"/>
                <a:gd name="connsiteX24" fmla="*/ 23105 w 77296"/>
                <a:gd name="connsiteY24" fmla="*/ 46821 h 54477"/>
                <a:gd name="connsiteX25" fmla="*/ 36723 w 77296"/>
                <a:gd name="connsiteY25" fmla="*/ 33570 h 54477"/>
                <a:gd name="connsiteX26" fmla="*/ 50720 w 77296"/>
                <a:gd name="connsiteY26" fmla="*/ 47680 h 54477"/>
                <a:gd name="connsiteX27" fmla="*/ 47441 w 77296"/>
                <a:gd name="connsiteY27" fmla="*/ 47680 h 54477"/>
                <a:gd name="connsiteX28" fmla="*/ 47441 w 77296"/>
                <a:gd name="connsiteY28" fmla="*/ 54551 h 54477"/>
                <a:gd name="connsiteX29" fmla="*/ 63455 w 77296"/>
                <a:gd name="connsiteY29" fmla="*/ 54061 h 54477"/>
                <a:gd name="connsiteX30" fmla="*/ 77578 w 77296"/>
                <a:gd name="connsiteY30" fmla="*/ 54551 h 54477"/>
                <a:gd name="connsiteX31" fmla="*/ 77578 w 77296"/>
                <a:gd name="connsiteY31" fmla="*/ 47680 h 54477"/>
                <a:gd name="connsiteX32" fmla="*/ 68247 w 77296"/>
                <a:gd name="connsiteY32" fmla="*/ 47680 h 54477"/>
                <a:gd name="connsiteX33" fmla="*/ 45676 w 77296"/>
                <a:gd name="connsiteY33" fmla="*/ 24859 h 5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296" h="54477">
                  <a:moveTo>
                    <a:pt x="45676" y="24859"/>
                  </a:moveTo>
                  <a:lnTo>
                    <a:pt x="63077" y="7804"/>
                  </a:lnTo>
                  <a:cubicBezTo>
                    <a:pt x="66103" y="6945"/>
                    <a:pt x="69382" y="6945"/>
                    <a:pt x="74804" y="6945"/>
                  </a:cubicBezTo>
                  <a:lnTo>
                    <a:pt x="74804" y="74"/>
                  </a:lnTo>
                  <a:cubicBezTo>
                    <a:pt x="70769" y="442"/>
                    <a:pt x="66608" y="565"/>
                    <a:pt x="62573" y="565"/>
                  </a:cubicBezTo>
                  <a:cubicBezTo>
                    <a:pt x="58285" y="565"/>
                    <a:pt x="49585" y="197"/>
                    <a:pt x="48576" y="74"/>
                  </a:cubicBezTo>
                  <a:lnTo>
                    <a:pt x="48576" y="6945"/>
                  </a:lnTo>
                  <a:cubicBezTo>
                    <a:pt x="50215" y="6945"/>
                    <a:pt x="51098" y="7190"/>
                    <a:pt x="51981" y="7681"/>
                  </a:cubicBezTo>
                  <a:lnTo>
                    <a:pt x="40128" y="19337"/>
                  </a:lnTo>
                  <a:lnTo>
                    <a:pt x="27897" y="6945"/>
                  </a:lnTo>
                  <a:lnTo>
                    <a:pt x="31301" y="6945"/>
                  </a:lnTo>
                  <a:lnTo>
                    <a:pt x="31301" y="74"/>
                  </a:lnTo>
                  <a:cubicBezTo>
                    <a:pt x="30545" y="74"/>
                    <a:pt x="20583" y="565"/>
                    <a:pt x="15287" y="565"/>
                  </a:cubicBezTo>
                  <a:cubicBezTo>
                    <a:pt x="10495" y="565"/>
                    <a:pt x="5830" y="442"/>
                    <a:pt x="1038" y="74"/>
                  </a:cubicBezTo>
                  <a:lnTo>
                    <a:pt x="1038" y="6945"/>
                  </a:lnTo>
                  <a:lnTo>
                    <a:pt x="10495" y="6945"/>
                  </a:lnTo>
                  <a:lnTo>
                    <a:pt x="31175" y="27926"/>
                  </a:lnTo>
                  <a:lnTo>
                    <a:pt x="13017" y="45717"/>
                  </a:lnTo>
                  <a:cubicBezTo>
                    <a:pt x="11378" y="47190"/>
                    <a:pt x="11252" y="47312"/>
                    <a:pt x="7343" y="47558"/>
                  </a:cubicBezTo>
                  <a:cubicBezTo>
                    <a:pt x="5326" y="47680"/>
                    <a:pt x="912" y="47680"/>
                    <a:pt x="282" y="47680"/>
                  </a:cubicBezTo>
                  <a:lnTo>
                    <a:pt x="282" y="54551"/>
                  </a:lnTo>
                  <a:cubicBezTo>
                    <a:pt x="4317" y="54183"/>
                    <a:pt x="8478" y="54061"/>
                    <a:pt x="12513" y="54061"/>
                  </a:cubicBezTo>
                  <a:cubicBezTo>
                    <a:pt x="15918" y="54061"/>
                    <a:pt x="24870" y="54429"/>
                    <a:pt x="26509" y="54551"/>
                  </a:cubicBezTo>
                  <a:lnTo>
                    <a:pt x="26509" y="47680"/>
                  </a:lnTo>
                  <a:cubicBezTo>
                    <a:pt x="24492" y="47680"/>
                    <a:pt x="23988" y="47435"/>
                    <a:pt x="23105" y="46821"/>
                  </a:cubicBezTo>
                  <a:lnTo>
                    <a:pt x="36723" y="33570"/>
                  </a:lnTo>
                  <a:lnTo>
                    <a:pt x="50720" y="47680"/>
                  </a:lnTo>
                  <a:lnTo>
                    <a:pt x="47441" y="47680"/>
                  </a:lnTo>
                  <a:lnTo>
                    <a:pt x="47441" y="54551"/>
                  </a:lnTo>
                  <a:cubicBezTo>
                    <a:pt x="47567" y="54551"/>
                    <a:pt x="57655" y="54061"/>
                    <a:pt x="63455" y="54061"/>
                  </a:cubicBezTo>
                  <a:cubicBezTo>
                    <a:pt x="68121" y="54061"/>
                    <a:pt x="72912" y="54183"/>
                    <a:pt x="77578" y="54551"/>
                  </a:cubicBezTo>
                  <a:lnTo>
                    <a:pt x="77578" y="47680"/>
                  </a:lnTo>
                  <a:lnTo>
                    <a:pt x="68247" y="47680"/>
                  </a:lnTo>
                  <a:lnTo>
                    <a:pt x="45676" y="2485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4" name="Freeform: Shape 43">
              <a:extLst>
                <a:ext uri="{FF2B5EF4-FFF2-40B4-BE49-F238E27FC236}">
                  <a16:creationId xmlns:a16="http://schemas.microsoft.com/office/drawing/2014/main" id="{8466997A-907B-2D12-0AFC-D836FF7464CB}"/>
                </a:ext>
              </a:extLst>
            </p:cNvPr>
            <p:cNvSpPr/>
            <p:nvPr>
              <p:custDataLst>
                <p:tags r:id="rId141"/>
              </p:custDataLst>
            </p:nvPr>
          </p:nvSpPr>
          <p:spPr>
            <a:xfrm>
              <a:off x="14096432" y="5227072"/>
              <a:ext cx="32658" cy="122574"/>
            </a:xfrm>
            <a:custGeom>
              <a:avLst/>
              <a:gdLst>
                <a:gd name="connsiteX0" fmla="*/ 2682 w 32658"/>
                <a:gd name="connsiteY0" fmla="*/ 74 h 122574"/>
                <a:gd name="connsiteX1" fmla="*/ 287 w 32658"/>
                <a:gd name="connsiteY1" fmla="*/ 1546 h 122574"/>
                <a:gd name="connsiteX2" fmla="*/ 1421 w 32658"/>
                <a:gd name="connsiteY2" fmla="*/ 3387 h 122574"/>
                <a:gd name="connsiteX3" fmla="*/ 24371 w 32658"/>
                <a:gd name="connsiteY3" fmla="*/ 61300 h 122574"/>
                <a:gd name="connsiteX4" fmla="*/ 2556 w 32658"/>
                <a:gd name="connsiteY4" fmla="*/ 118354 h 122574"/>
                <a:gd name="connsiteX5" fmla="*/ 287 w 32658"/>
                <a:gd name="connsiteY5" fmla="*/ 121176 h 122574"/>
                <a:gd name="connsiteX6" fmla="*/ 1926 w 32658"/>
                <a:gd name="connsiteY6" fmla="*/ 122648 h 122574"/>
                <a:gd name="connsiteX7" fmla="*/ 23740 w 32658"/>
                <a:gd name="connsiteY7" fmla="*/ 99213 h 122574"/>
                <a:gd name="connsiteX8" fmla="*/ 32945 w 32658"/>
                <a:gd name="connsiteY8" fmla="*/ 61422 h 122574"/>
                <a:gd name="connsiteX9" fmla="*/ 2682 w 32658"/>
                <a:gd name="connsiteY9" fmla="*/ 74 h 12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58" h="122574">
                  <a:moveTo>
                    <a:pt x="2682" y="74"/>
                  </a:moveTo>
                  <a:cubicBezTo>
                    <a:pt x="1800" y="74"/>
                    <a:pt x="287" y="74"/>
                    <a:pt x="287" y="1546"/>
                  </a:cubicBezTo>
                  <a:cubicBezTo>
                    <a:pt x="287" y="2160"/>
                    <a:pt x="665" y="2528"/>
                    <a:pt x="1421" y="3387"/>
                  </a:cubicBezTo>
                  <a:cubicBezTo>
                    <a:pt x="12266" y="13080"/>
                    <a:pt x="24371" y="29644"/>
                    <a:pt x="24371" y="61300"/>
                  </a:cubicBezTo>
                  <a:cubicBezTo>
                    <a:pt x="24371" y="86943"/>
                    <a:pt x="16174" y="106329"/>
                    <a:pt x="2556" y="118354"/>
                  </a:cubicBezTo>
                  <a:cubicBezTo>
                    <a:pt x="413" y="120440"/>
                    <a:pt x="287" y="120562"/>
                    <a:pt x="287" y="121176"/>
                  </a:cubicBezTo>
                  <a:cubicBezTo>
                    <a:pt x="287" y="121789"/>
                    <a:pt x="665" y="122648"/>
                    <a:pt x="1926" y="122648"/>
                  </a:cubicBezTo>
                  <a:cubicBezTo>
                    <a:pt x="3439" y="122648"/>
                    <a:pt x="15418" y="114550"/>
                    <a:pt x="23740" y="99213"/>
                  </a:cubicBezTo>
                  <a:cubicBezTo>
                    <a:pt x="29288" y="89029"/>
                    <a:pt x="32945" y="75778"/>
                    <a:pt x="32945" y="61422"/>
                  </a:cubicBezTo>
                  <a:cubicBezTo>
                    <a:pt x="32945" y="44122"/>
                    <a:pt x="27649" y="17251"/>
                    <a:pt x="2682"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45" name="Group 44" descr="\documentclass{article}&#10;\usepackage{amsmath}&#10;\pagestyle{empty}&#10;\begin{document}&#10;&#10;&#10;\[&#10;\frac{P(Y_n \le j)}{P(Y_n &gt; j)}  =  e^{(\mu_j -\boldsymbol{\beta}^\top \mathbf{x})} \longrightarrow e^ {(\mu_j -\boldsymbol{\beta}^\top \mathbf{x} + \beta_j)} =  e^ {(\mu_j -\boldsymbol{\beta}^\top \mathbf{x})} \cdot e^{(\beta_j)}&#10;\]&#10;\end{document}" title="IguanaTex Shape Display">
            <a:extLst>
              <a:ext uri="{FF2B5EF4-FFF2-40B4-BE49-F238E27FC236}">
                <a16:creationId xmlns:a16="http://schemas.microsoft.com/office/drawing/2014/main" id="{873E64B2-CBAF-BEC0-5A20-33D1C15AC81E}"/>
              </a:ext>
            </a:extLst>
          </p:cNvPr>
          <p:cNvGrpSpPr>
            <a:grpSpLocks noChangeAspect="1"/>
          </p:cNvGrpSpPr>
          <p:nvPr>
            <p:custDataLst>
              <p:tags r:id="rId3"/>
            </p:custDataLst>
          </p:nvPr>
        </p:nvGrpSpPr>
        <p:grpSpPr>
          <a:xfrm>
            <a:off x="1032602" y="4219102"/>
            <a:ext cx="3924896" cy="343601"/>
            <a:chOff x="8580432" y="5794932"/>
            <a:chExt cx="3924896" cy="343601"/>
          </a:xfrm>
        </p:grpSpPr>
        <p:sp>
          <p:nvSpPr>
            <p:cNvPr id="46" name="Freeform: Shape 45">
              <a:extLst>
                <a:ext uri="{FF2B5EF4-FFF2-40B4-BE49-F238E27FC236}">
                  <a16:creationId xmlns:a16="http://schemas.microsoft.com/office/drawing/2014/main" id="{B143E7F5-1486-FC2D-E194-BEC4E65347F3}"/>
                </a:ext>
              </a:extLst>
            </p:cNvPr>
            <p:cNvSpPr/>
            <p:nvPr>
              <p:custDataLst>
                <p:tags r:id="rId61"/>
              </p:custDataLst>
            </p:nvPr>
          </p:nvSpPr>
          <p:spPr>
            <a:xfrm>
              <a:off x="8586437" y="5804676"/>
              <a:ext cx="107195" cy="99337"/>
            </a:xfrm>
            <a:custGeom>
              <a:avLst/>
              <a:gdLst>
                <a:gd name="connsiteX0" fmla="*/ 39589 w 107195"/>
                <a:gd name="connsiteY0" fmla="*/ 53449 h 99337"/>
                <a:gd name="connsiteX1" fmla="*/ 65111 w 107195"/>
                <a:gd name="connsiteY1" fmla="*/ 53449 h 99337"/>
                <a:gd name="connsiteX2" fmla="*/ 107299 w 107195"/>
                <a:gd name="connsiteY2" fmla="*/ 22033 h 99337"/>
                <a:gd name="connsiteX3" fmla="*/ 77723 w 107195"/>
                <a:gd name="connsiteY3" fmla="*/ 71 h 99337"/>
                <a:gd name="connsiteX4" fmla="*/ 29079 w 107195"/>
                <a:gd name="connsiteY4" fmla="*/ 71 h 99337"/>
                <a:gd name="connsiteX5" fmla="*/ 24575 w 107195"/>
                <a:gd name="connsiteY5" fmla="*/ 2835 h 99337"/>
                <a:gd name="connsiteX6" fmla="*/ 28929 w 107195"/>
                <a:gd name="connsiteY6" fmla="*/ 4580 h 99337"/>
                <a:gd name="connsiteX7" fmla="*/ 35385 w 107195"/>
                <a:gd name="connsiteY7" fmla="*/ 4871 h 99337"/>
                <a:gd name="connsiteX8" fmla="*/ 38688 w 107195"/>
                <a:gd name="connsiteY8" fmla="*/ 7198 h 99337"/>
                <a:gd name="connsiteX9" fmla="*/ 38087 w 107195"/>
                <a:gd name="connsiteY9" fmla="*/ 9961 h 99337"/>
                <a:gd name="connsiteX10" fmla="*/ 17969 w 107195"/>
                <a:gd name="connsiteY10" fmla="*/ 88064 h 99337"/>
                <a:gd name="connsiteX11" fmla="*/ 4307 w 107195"/>
                <a:gd name="connsiteY11" fmla="*/ 94900 h 99337"/>
                <a:gd name="connsiteX12" fmla="*/ 103 w 107195"/>
                <a:gd name="connsiteY12" fmla="*/ 97663 h 99337"/>
                <a:gd name="connsiteX13" fmla="*/ 2355 w 107195"/>
                <a:gd name="connsiteY13" fmla="*/ 99408 h 99337"/>
                <a:gd name="connsiteX14" fmla="*/ 21422 w 107195"/>
                <a:gd name="connsiteY14" fmla="*/ 98972 h 99337"/>
                <a:gd name="connsiteX15" fmla="*/ 31031 w 107195"/>
                <a:gd name="connsiteY15" fmla="*/ 99118 h 99337"/>
                <a:gd name="connsiteX16" fmla="*/ 40790 w 107195"/>
                <a:gd name="connsiteY16" fmla="*/ 99408 h 99337"/>
                <a:gd name="connsiteX17" fmla="*/ 43792 w 107195"/>
                <a:gd name="connsiteY17" fmla="*/ 96500 h 99337"/>
                <a:gd name="connsiteX18" fmla="*/ 39589 w 107195"/>
                <a:gd name="connsiteY18" fmla="*/ 94900 h 99337"/>
                <a:gd name="connsiteX19" fmla="*/ 29830 w 107195"/>
                <a:gd name="connsiteY19" fmla="*/ 92282 h 99337"/>
                <a:gd name="connsiteX20" fmla="*/ 30280 w 107195"/>
                <a:gd name="connsiteY20" fmla="*/ 89809 h 99337"/>
                <a:gd name="connsiteX21" fmla="*/ 39589 w 107195"/>
                <a:gd name="connsiteY21" fmla="*/ 53449 h 99337"/>
                <a:gd name="connsiteX22" fmla="*/ 50398 w 107195"/>
                <a:gd name="connsiteY22" fmla="*/ 10107 h 99337"/>
                <a:gd name="connsiteX23" fmla="*/ 58505 w 107195"/>
                <a:gd name="connsiteY23" fmla="*/ 4580 h 99337"/>
                <a:gd name="connsiteX24" fmla="*/ 72918 w 107195"/>
                <a:gd name="connsiteY24" fmla="*/ 4580 h 99337"/>
                <a:gd name="connsiteX25" fmla="*/ 93337 w 107195"/>
                <a:gd name="connsiteY25" fmla="*/ 18542 h 99337"/>
                <a:gd name="connsiteX26" fmla="*/ 84479 w 107195"/>
                <a:gd name="connsiteY26" fmla="*/ 41959 h 99337"/>
                <a:gd name="connsiteX27" fmla="*/ 61358 w 107195"/>
                <a:gd name="connsiteY27" fmla="*/ 49667 h 99337"/>
                <a:gd name="connsiteX28" fmla="*/ 40189 w 107195"/>
                <a:gd name="connsiteY28" fmla="*/ 49667 h 99337"/>
                <a:gd name="connsiteX29" fmla="*/ 50398 w 107195"/>
                <a:gd name="connsiteY29" fmla="*/ 10107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49"/>
                  </a:moveTo>
                  <a:lnTo>
                    <a:pt x="65111" y="53449"/>
                  </a:lnTo>
                  <a:cubicBezTo>
                    <a:pt x="86430" y="53449"/>
                    <a:pt x="107299" y="38323"/>
                    <a:pt x="107299" y="22033"/>
                  </a:cubicBezTo>
                  <a:cubicBezTo>
                    <a:pt x="107299" y="10834"/>
                    <a:pt x="97390" y="71"/>
                    <a:pt x="77723" y="71"/>
                  </a:cubicBezTo>
                  <a:lnTo>
                    <a:pt x="29079" y="71"/>
                  </a:lnTo>
                  <a:cubicBezTo>
                    <a:pt x="26227" y="71"/>
                    <a:pt x="24575" y="71"/>
                    <a:pt x="24575" y="2835"/>
                  </a:cubicBezTo>
                  <a:cubicBezTo>
                    <a:pt x="24575" y="4580"/>
                    <a:pt x="25926" y="4580"/>
                    <a:pt x="28929" y="4580"/>
                  </a:cubicBezTo>
                  <a:cubicBezTo>
                    <a:pt x="30881" y="4580"/>
                    <a:pt x="33583" y="4725"/>
                    <a:pt x="35385" y="4871"/>
                  </a:cubicBezTo>
                  <a:cubicBezTo>
                    <a:pt x="37787" y="5162"/>
                    <a:pt x="38688" y="5598"/>
                    <a:pt x="38688" y="7198"/>
                  </a:cubicBezTo>
                  <a:cubicBezTo>
                    <a:pt x="38688" y="7780"/>
                    <a:pt x="38538" y="8216"/>
                    <a:pt x="38087" y="9961"/>
                  </a:cubicBezTo>
                  <a:lnTo>
                    <a:pt x="17969" y="88064"/>
                  </a:lnTo>
                  <a:cubicBezTo>
                    <a:pt x="16468" y="93736"/>
                    <a:pt x="16168" y="94900"/>
                    <a:pt x="4307" y="94900"/>
                  </a:cubicBezTo>
                  <a:cubicBezTo>
                    <a:pt x="1755" y="94900"/>
                    <a:pt x="103" y="94900"/>
                    <a:pt x="103" y="97663"/>
                  </a:cubicBezTo>
                  <a:cubicBezTo>
                    <a:pt x="103" y="99408"/>
                    <a:pt x="1905" y="99408"/>
                    <a:pt x="2355" y="99408"/>
                  </a:cubicBezTo>
                  <a:cubicBezTo>
                    <a:pt x="6559" y="99408"/>
                    <a:pt x="17219" y="98972"/>
                    <a:pt x="21422" y="98972"/>
                  </a:cubicBezTo>
                  <a:cubicBezTo>
                    <a:pt x="24575" y="98972"/>
                    <a:pt x="27878" y="99118"/>
                    <a:pt x="31031" y="99118"/>
                  </a:cubicBezTo>
                  <a:cubicBezTo>
                    <a:pt x="34334" y="99118"/>
                    <a:pt x="37637" y="99408"/>
                    <a:pt x="40790" y="99408"/>
                  </a:cubicBezTo>
                  <a:cubicBezTo>
                    <a:pt x="41841" y="99408"/>
                    <a:pt x="43792" y="99408"/>
                    <a:pt x="43792" y="96500"/>
                  </a:cubicBezTo>
                  <a:cubicBezTo>
                    <a:pt x="43792" y="94900"/>
                    <a:pt x="42441" y="94900"/>
                    <a:pt x="39589" y="94900"/>
                  </a:cubicBezTo>
                  <a:cubicBezTo>
                    <a:pt x="34034" y="94900"/>
                    <a:pt x="29830" y="94900"/>
                    <a:pt x="29830" y="92282"/>
                  </a:cubicBezTo>
                  <a:cubicBezTo>
                    <a:pt x="29830" y="91409"/>
                    <a:pt x="30130" y="90682"/>
                    <a:pt x="30280" y="89809"/>
                  </a:cubicBezTo>
                  <a:lnTo>
                    <a:pt x="39589" y="53449"/>
                  </a:lnTo>
                  <a:close/>
                  <a:moveTo>
                    <a:pt x="50398" y="10107"/>
                  </a:moveTo>
                  <a:cubicBezTo>
                    <a:pt x="51749" y="5016"/>
                    <a:pt x="52050" y="4580"/>
                    <a:pt x="58505" y="4580"/>
                  </a:cubicBezTo>
                  <a:lnTo>
                    <a:pt x="72918" y="4580"/>
                  </a:lnTo>
                  <a:cubicBezTo>
                    <a:pt x="85379" y="4580"/>
                    <a:pt x="93337" y="8507"/>
                    <a:pt x="93337" y="18542"/>
                  </a:cubicBezTo>
                  <a:cubicBezTo>
                    <a:pt x="93337" y="24215"/>
                    <a:pt x="90334" y="36723"/>
                    <a:pt x="84479" y="41959"/>
                  </a:cubicBezTo>
                  <a:cubicBezTo>
                    <a:pt x="76972" y="48504"/>
                    <a:pt x="67964" y="49667"/>
                    <a:pt x="61358" y="49667"/>
                  </a:cubicBezTo>
                  <a:lnTo>
                    <a:pt x="40189" y="49667"/>
                  </a:lnTo>
                  <a:lnTo>
                    <a:pt x="50398" y="101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7" name="Freeform: Shape 46">
              <a:extLst>
                <a:ext uri="{FF2B5EF4-FFF2-40B4-BE49-F238E27FC236}">
                  <a16:creationId xmlns:a16="http://schemas.microsoft.com/office/drawing/2014/main" id="{F3938B9B-6C13-4392-A571-3EA16BD7EBB5}"/>
                </a:ext>
              </a:extLst>
            </p:cNvPr>
            <p:cNvSpPr/>
            <p:nvPr>
              <p:custDataLst>
                <p:tags r:id="rId62"/>
              </p:custDataLst>
            </p:nvPr>
          </p:nvSpPr>
          <p:spPr>
            <a:xfrm>
              <a:off x="8712535" y="5794932"/>
              <a:ext cx="34831" cy="145442"/>
            </a:xfrm>
            <a:custGeom>
              <a:avLst/>
              <a:gdLst>
                <a:gd name="connsiteX0" fmla="*/ 34942 w 34831"/>
                <a:gd name="connsiteY0" fmla="*/ 144059 h 145442"/>
                <a:gd name="connsiteX1" fmla="*/ 32390 w 34831"/>
                <a:gd name="connsiteY1" fmla="*/ 140860 h 145442"/>
                <a:gd name="connsiteX2" fmla="*/ 8819 w 34831"/>
                <a:gd name="connsiteY2" fmla="*/ 72792 h 145442"/>
                <a:gd name="connsiteX3" fmla="*/ 32990 w 34831"/>
                <a:gd name="connsiteY3" fmla="*/ 3998 h 145442"/>
                <a:gd name="connsiteX4" fmla="*/ 34942 w 34831"/>
                <a:gd name="connsiteY4" fmla="*/ 1526 h 145442"/>
                <a:gd name="connsiteX5" fmla="*/ 33441 w 34831"/>
                <a:gd name="connsiteY5" fmla="*/ 71 h 145442"/>
                <a:gd name="connsiteX6" fmla="*/ 9570 w 34831"/>
                <a:gd name="connsiteY6" fmla="*/ 28433 h 145442"/>
                <a:gd name="connsiteX7" fmla="*/ 111 w 34831"/>
                <a:gd name="connsiteY7" fmla="*/ 72792 h 145442"/>
                <a:gd name="connsiteX8" fmla="*/ 10020 w 34831"/>
                <a:gd name="connsiteY8" fmla="*/ 118171 h 145442"/>
                <a:gd name="connsiteX9" fmla="*/ 33441 w 34831"/>
                <a:gd name="connsiteY9" fmla="*/ 145514 h 145442"/>
                <a:gd name="connsiteX10" fmla="*/ 34942 w 34831"/>
                <a:gd name="connsiteY10" fmla="*/ 144059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59"/>
                  </a:moveTo>
                  <a:cubicBezTo>
                    <a:pt x="34942" y="143623"/>
                    <a:pt x="34942" y="143332"/>
                    <a:pt x="32390" y="140860"/>
                  </a:cubicBezTo>
                  <a:cubicBezTo>
                    <a:pt x="13623" y="122534"/>
                    <a:pt x="8819" y="95045"/>
                    <a:pt x="8819" y="72792"/>
                  </a:cubicBezTo>
                  <a:cubicBezTo>
                    <a:pt x="8819" y="47486"/>
                    <a:pt x="14524" y="22178"/>
                    <a:pt x="32990" y="3998"/>
                  </a:cubicBezTo>
                  <a:cubicBezTo>
                    <a:pt x="34942" y="2253"/>
                    <a:pt x="34942" y="1962"/>
                    <a:pt x="34942" y="1526"/>
                  </a:cubicBezTo>
                  <a:cubicBezTo>
                    <a:pt x="34942" y="508"/>
                    <a:pt x="34342" y="71"/>
                    <a:pt x="33441" y="71"/>
                  </a:cubicBezTo>
                  <a:cubicBezTo>
                    <a:pt x="31940" y="71"/>
                    <a:pt x="18427" y="9961"/>
                    <a:pt x="9570" y="28433"/>
                  </a:cubicBezTo>
                  <a:cubicBezTo>
                    <a:pt x="1913" y="44431"/>
                    <a:pt x="111" y="60575"/>
                    <a:pt x="111" y="72792"/>
                  </a:cubicBezTo>
                  <a:cubicBezTo>
                    <a:pt x="111" y="84137"/>
                    <a:pt x="1763" y="101736"/>
                    <a:pt x="10020" y="118171"/>
                  </a:cubicBezTo>
                  <a:cubicBezTo>
                    <a:pt x="19028" y="136060"/>
                    <a:pt x="31940" y="145514"/>
                    <a:pt x="33441" y="145514"/>
                  </a:cubicBezTo>
                  <a:cubicBezTo>
                    <a:pt x="34342" y="145514"/>
                    <a:pt x="34942" y="145077"/>
                    <a:pt x="34942" y="14405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48" name="Freeform: Shape 47">
              <a:extLst>
                <a:ext uri="{FF2B5EF4-FFF2-40B4-BE49-F238E27FC236}">
                  <a16:creationId xmlns:a16="http://schemas.microsoft.com/office/drawing/2014/main" id="{9CEF2AC3-FFBC-F6ED-71B7-CC04935CCC6D}"/>
                </a:ext>
              </a:extLst>
            </p:cNvPr>
            <p:cNvSpPr/>
            <p:nvPr>
              <p:custDataLst>
                <p:tags r:id="rId63"/>
              </p:custDataLst>
            </p:nvPr>
          </p:nvSpPr>
          <p:spPr>
            <a:xfrm>
              <a:off x="8761312" y="5804676"/>
              <a:ext cx="109147" cy="99337"/>
            </a:xfrm>
            <a:custGeom>
              <a:avLst/>
              <a:gdLst>
                <a:gd name="connsiteX0" fmla="*/ 84490 w 109147"/>
                <a:gd name="connsiteY0" fmla="*/ 16652 h 99337"/>
                <a:gd name="connsiteX1" fmla="*/ 86592 w 109147"/>
                <a:gd name="connsiteY1" fmla="*/ 14615 h 99337"/>
                <a:gd name="connsiteX2" fmla="*/ 106260 w 109147"/>
                <a:gd name="connsiteY2" fmla="*/ 4580 h 99337"/>
                <a:gd name="connsiteX3" fmla="*/ 109262 w 109147"/>
                <a:gd name="connsiteY3" fmla="*/ 1817 h 99337"/>
                <a:gd name="connsiteX4" fmla="*/ 107311 w 109147"/>
                <a:gd name="connsiteY4" fmla="*/ 71 h 99337"/>
                <a:gd name="connsiteX5" fmla="*/ 95000 w 109147"/>
                <a:gd name="connsiteY5" fmla="*/ 508 h 99337"/>
                <a:gd name="connsiteX6" fmla="*/ 79986 w 109147"/>
                <a:gd name="connsiteY6" fmla="*/ 71 h 99337"/>
                <a:gd name="connsiteX7" fmla="*/ 77134 w 109147"/>
                <a:gd name="connsiteY7" fmla="*/ 2835 h 99337"/>
                <a:gd name="connsiteX8" fmla="*/ 79386 w 109147"/>
                <a:gd name="connsiteY8" fmla="*/ 4580 h 99337"/>
                <a:gd name="connsiteX9" fmla="*/ 84791 w 109147"/>
                <a:gd name="connsiteY9" fmla="*/ 7925 h 99337"/>
                <a:gd name="connsiteX10" fmla="*/ 80737 w 109147"/>
                <a:gd name="connsiteY10" fmla="*/ 14906 h 99337"/>
                <a:gd name="connsiteX11" fmla="*/ 45906 w 109147"/>
                <a:gd name="connsiteY11" fmla="*/ 53740 h 99337"/>
                <a:gd name="connsiteX12" fmla="*/ 29391 w 109147"/>
                <a:gd name="connsiteY12" fmla="*/ 10543 h 99337"/>
                <a:gd name="connsiteX13" fmla="*/ 28490 w 109147"/>
                <a:gd name="connsiteY13" fmla="*/ 8071 h 99337"/>
                <a:gd name="connsiteX14" fmla="*/ 37348 w 109147"/>
                <a:gd name="connsiteY14" fmla="*/ 4580 h 99337"/>
                <a:gd name="connsiteX15" fmla="*/ 40951 w 109147"/>
                <a:gd name="connsiteY15" fmla="*/ 1671 h 99337"/>
                <a:gd name="connsiteX16" fmla="*/ 38699 w 109147"/>
                <a:gd name="connsiteY16" fmla="*/ 71 h 99337"/>
                <a:gd name="connsiteX17" fmla="*/ 19783 w 109147"/>
                <a:gd name="connsiteY17" fmla="*/ 508 h 99337"/>
                <a:gd name="connsiteX18" fmla="*/ 2968 w 109147"/>
                <a:gd name="connsiteY18" fmla="*/ 71 h 99337"/>
                <a:gd name="connsiteX19" fmla="*/ 115 w 109147"/>
                <a:gd name="connsiteY19" fmla="*/ 2980 h 99337"/>
                <a:gd name="connsiteX20" fmla="*/ 3568 w 109147"/>
                <a:gd name="connsiteY20" fmla="*/ 4580 h 99337"/>
                <a:gd name="connsiteX21" fmla="*/ 14528 w 109147"/>
                <a:gd name="connsiteY21" fmla="*/ 9525 h 99337"/>
                <a:gd name="connsiteX22" fmla="*/ 32994 w 109147"/>
                <a:gd name="connsiteY22" fmla="*/ 57376 h 99337"/>
                <a:gd name="connsiteX23" fmla="*/ 33595 w 109147"/>
                <a:gd name="connsiteY23" fmla="*/ 59848 h 99337"/>
                <a:gd name="connsiteX24" fmla="*/ 26839 w 109147"/>
                <a:gd name="connsiteY24" fmla="*/ 86319 h 99337"/>
                <a:gd name="connsiteX25" fmla="*/ 12726 w 109147"/>
                <a:gd name="connsiteY25" fmla="*/ 94900 h 99337"/>
                <a:gd name="connsiteX26" fmla="*/ 8673 w 109147"/>
                <a:gd name="connsiteY26" fmla="*/ 97809 h 99337"/>
                <a:gd name="connsiteX27" fmla="*/ 10775 w 109147"/>
                <a:gd name="connsiteY27" fmla="*/ 99408 h 99337"/>
                <a:gd name="connsiteX28" fmla="*/ 29691 w 109147"/>
                <a:gd name="connsiteY28" fmla="*/ 98972 h 99337"/>
                <a:gd name="connsiteX29" fmla="*/ 48909 w 109147"/>
                <a:gd name="connsiteY29" fmla="*/ 99408 h 99337"/>
                <a:gd name="connsiteX30" fmla="*/ 51761 w 109147"/>
                <a:gd name="connsiteY30" fmla="*/ 96500 h 99337"/>
                <a:gd name="connsiteX31" fmla="*/ 47557 w 109147"/>
                <a:gd name="connsiteY31" fmla="*/ 94900 h 99337"/>
                <a:gd name="connsiteX32" fmla="*/ 41852 w 109147"/>
                <a:gd name="connsiteY32" fmla="*/ 94609 h 99337"/>
                <a:gd name="connsiteX33" fmla="*/ 37799 w 109147"/>
                <a:gd name="connsiteY33" fmla="*/ 92282 h 99337"/>
                <a:gd name="connsiteX34" fmla="*/ 39901 w 109147"/>
                <a:gd name="connsiteY34" fmla="*/ 83119 h 99337"/>
                <a:gd name="connsiteX35" fmla="*/ 45155 w 109147"/>
                <a:gd name="connsiteY35" fmla="*/ 62612 h 99337"/>
                <a:gd name="connsiteX36" fmla="*/ 47257 w 109147"/>
                <a:gd name="connsiteY36" fmla="*/ 58103 h 99337"/>
                <a:gd name="connsiteX37" fmla="*/ 84490 w 109147"/>
                <a:gd name="connsiteY37" fmla="*/ 16652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52"/>
                  </a:moveTo>
                  <a:lnTo>
                    <a:pt x="86592" y="14615"/>
                  </a:lnTo>
                  <a:cubicBezTo>
                    <a:pt x="91096" y="10252"/>
                    <a:pt x="96051" y="5307"/>
                    <a:pt x="106260" y="4580"/>
                  </a:cubicBezTo>
                  <a:cubicBezTo>
                    <a:pt x="107911" y="4435"/>
                    <a:pt x="109262" y="4435"/>
                    <a:pt x="109262" y="1817"/>
                  </a:cubicBezTo>
                  <a:cubicBezTo>
                    <a:pt x="109262" y="653"/>
                    <a:pt x="108512" y="71"/>
                    <a:pt x="107311" y="71"/>
                  </a:cubicBezTo>
                  <a:cubicBezTo>
                    <a:pt x="103407" y="71"/>
                    <a:pt x="99053" y="508"/>
                    <a:pt x="95000" y="508"/>
                  </a:cubicBezTo>
                  <a:cubicBezTo>
                    <a:pt x="90045" y="508"/>
                    <a:pt x="84791" y="71"/>
                    <a:pt x="79986" y="71"/>
                  </a:cubicBezTo>
                  <a:cubicBezTo>
                    <a:pt x="79086" y="71"/>
                    <a:pt x="77134" y="71"/>
                    <a:pt x="77134" y="2835"/>
                  </a:cubicBezTo>
                  <a:cubicBezTo>
                    <a:pt x="77134" y="4435"/>
                    <a:pt x="78635" y="4580"/>
                    <a:pt x="79386" y="4580"/>
                  </a:cubicBezTo>
                  <a:cubicBezTo>
                    <a:pt x="80437" y="4580"/>
                    <a:pt x="84791" y="4871"/>
                    <a:pt x="84791" y="7925"/>
                  </a:cubicBezTo>
                  <a:cubicBezTo>
                    <a:pt x="84791" y="10398"/>
                    <a:pt x="81338" y="14179"/>
                    <a:pt x="80737" y="14906"/>
                  </a:cubicBezTo>
                  <a:lnTo>
                    <a:pt x="45906" y="53740"/>
                  </a:lnTo>
                  <a:lnTo>
                    <a:pt x="29391" y="10543"/>
                  </a:lnTo>
                  <a:cubicBezTo>
                    <a:pt x="28490" y="8507"/>
                    <a:pt x="28490" y="8216"/>
                    <a:pt x="28490" y="8071"/>
                  </a:cubicBezTo>
                  <a:cubicBezTo>
                    <a:pt x="28490" y="4580"/>
                    <a:pt x="35847" y="4580"/>
                    <a:pt x="37348" y="4580"/>
                  </a:cubicBezTo>
                  <a:cubicBezTo>
                    <a:pt x="39450" y="4580"/>
                    <a:pt x="40951" y="4580"/>
                    <a:pt x="40951" y="1671"/>
                  </a:cubicBezTo>
                  <a:cubicBezTo>
                    <a:pt x="40951" y="71"/>
                    <a:pt x="39150" y="71"/>
                    <a:pt x="38699" y="71"/>
                  </a:cubicBezTo>
                  <a:cubicBezTo>
                    <a:pt x="34496" y="71"/>
                    <a:pt x="23986" y="508"/>
                    <a:pt x="19783" y="508"/>
                  </a:cubicBezTo>
                  <a:cubicBezTo>
                    <a:pt x="16029" y="508"/>
                    <a:pt x="6721" y="71"/>
                    <a:pt x="2968" y="71"/>
                  </a:cubicBezTo>
                  <a:cubicBezTo>
                    <a:pt x="2067" y="71"/>
                    <a:pt x="115" y="71"/>
                    <a:pt x="115" y="2980"/>
                  </a:cubicBezTo>
                  <a:cubicBezTo>
                    <a:pt x="115" y="4580"/>
                    <a:pt x="1616" y="4580"/>
                    <a:pt x="3568" y="4580"/>
                  </a:cubicBezTo>
                  <a:cubicBezTo>
                    <a:pt x="12576" y="4580"/>
                    <a:pt x="13177" y="5889"/>
                    <a:pt x="14528" y="9525"/>
                  </a:cubicBezTo>
                  <a:lnTo>
                    <a:pt x="32994" y="57376"/>
                  </a:lnTo>
                  <a:cubicBezTo>
                    <a:pt x="33144" y="57812"/>
                    <a:pt x="33595" y="59412"/>
                    <a:pt x="33595" y="59848"/>
                  </a:cubicBezTo>
                  <a:cubicBezTo>
                    <a:pt x="33595" y="60284"/>
                    <a:pt x="27590" y="83701"/>
                    <a:pt x="26839" y="86319"/>
                  </a:cubicBezTo>
                  <a:cubicBezTo>
                    <a:pt x="24887" y="94318"/>
                    <a:pt x="24737" y="94754"/>
                    <a:pt x="12726" y="94900"/>
                  </a:cubicBezTo>
                  <a:cubicBezTo>
                    <a:pt x="9874" y="94900"/>
                    <a:pt x="8673" y="94900"/>
                    <a:pt x="8673" y="97809"/>
                  </a:cubicBezTo>
                  <a:cubicBezTo>
                    <a:pt x="8673" y="99408"/>
                    <a:pt x="10474" y="99408"/>
                    <a:pt x="10775" y="99408"/>
                  </a:cubicBezTo>
                  <a:cubicBezTo>
                    <a:pt x="14978" y="99408"/>
                    <a:pt x="25488" y="98972"/>
                    <a:pt x="29691" y="98972"/>
                  </a:cubicBezTo>
                  <a:cubicBezTo>
                    <a:pt x="33895" y="98972"/>
                    <a:pt x="44705" y="99408"/>
                    <a:pt x="48909" y="99408"/>
                  </a:cubicBezTo>
                  <a:cubicBezTo>
                    <a:pt x="49960" y="99408"/>
                    <a:pt x="51761" y="99408"/>
                    <a:pt x="51761" y="96500"/>
                  </a:cubicBezTo>
                  <a:cubicBezTo>
                    <a:pt x="51761" y="94900"/>
                    <a:pt x="50410" y="94900"/>
                    <a:pt x="47557" y="94900"/>
                  </a:cubicBezTo>
                  <a:cubicBezTo>
                    <a:pt x="47257" y="94900"/>
                    <a:pt x="44405" y="94900"/>
                    <a:pt x="41852" y="94609"/>
                  </a:cubicBezTo>
                  <a:cubicBezTo>
                    <a:pt x="38699" y="94318"/>
                    <a:pt x="37799" y="94027"/>
                    <a:pt x="37799" y="92282"/>
                  </a:cubicBezTo>
                  <a:cubicBezTo>
                    <a:pt x="37799" y="91264"/>
                    <a:pt x="39150" y="86173"/>
                    <a:pt x="39901" y="83119"/>
                  </a:cubicBezTo>
                  <a:lnTo>
                    <a:pt x="45155" y="62612"/>
                  </a:lnTo>
                  <a:cubicBezTo>
                    <a:pt x="45906" y="59848"/>
                    <a:pt x="46056" y="59412"/>
                    <a:pt x="47257" y="58103"/>
                  </a:cubicBezTo>
                  <a:lnTo>
                    <a:pt x="84490" y="166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0" name="Freeform: Shape 49">
              <a:extLst>
                <a:ext uri="{FF2B5EF4-FFF2-40B4-BE49-F238E27FC236}">
                  <a16:creationId xmlns:a16="http://schemas.microsoft.com/office/drawing/2014/main" id="{6B219070-BA31-D8F9-0A2F-3C9AA1C5FFFA}"/>
                </a:ext>
              </a:extLst>
            </p:cNvPr>
            <p:cNvSpPr/>
            <p:nvPr>
              <p:custDataLst>
                <p:tags r:id="rId64"/>
              </p:custDataLst>
            </p:nvPr>
          </p:nvSpPr>
          <p:spPr>
            <a:xfrm>
              <a:off x="8848158" y="5880931"/>
              <a:ext cx="64212" cy="45916"/>
            </a:xfrm>
            <a:custGeom>
              <a:avLst/>
              <a:gdLst>
                <a:gd name="connsiteX0" fmla="*/ 8003 w 64212"/>
                <a:gd name="connsiteY0" fmla="*/ 38557 h 45916"/>
                <a:gd name="connsiteX1" fmla="*/ 6952 w 64212"/>
                <a:gd name="connsiteY1" fmla="*/ 42731 h 45916"/>
                <a:gd name="connsiteX2" fmla="*/ 10525 w 64212"/>
                <a:gd name="connsiteY2" fmla="*/ 45989 h 45916"/>
                <a:gd name="connsiteX3" fmla="*/ 14624 w 64212"/>
                <a:gd name="connsiteY3" fmla="*/ 43749 h 45916"/>
                <a:gd name="connsiteX4" fmla="*/ 16515 w 64212"/>
                <a:gd name="connsiteY4" fmla="*/ 37437 h 45916"/>
                <a:gd name="connsiteX5" fmla="*/ 18827 w 64212"/>
                <a:gd name="connsiteY5" fmla="*/ 28274 h 45916"/>
                <a:gd name="connsiteX6" fmla="*/ 20614 w 64212"/>
                <a:gd name="connsiteY6" fmla="*/ 21453 h 45916"/>
                <a:gd name="connsiteX7" fmla="*/ 25028 w 64212"/>
                <a:gd name="connsiteY7" fmla="*/ 12290 h 45916"/>
                <a:gd name="connsiteX8" fmla="*/ 40792 w 64212"/>
                <a:gd name="connsiteY8" fmla="*/ 2923 h 45916"/>
                <a:gd name="connsiteX9" fmla="*/ 46993 w 64212"/>
                <a:gd name="connsiteY9" fmla="*/ 10050 h 45916"/>
                <a:gd name="connsiteX10" fmla="*/ 40792 w 64212"/>
                <a:gd name="connsiteY10" fmla="*/ 31736 h 45916"/>
                <a:gd name="connsiteX11" fmla="*/ 39216 w 64212"/>
                <a:gd name="connsiteY11" fmla="*/ 37233 h 45916"/>
                <a:gd name="connsiteX12" fmla="*/ 49200 w 64212"/>
                <a:gd name="connsiteY12" fmla="*/ 45989 h 45916"/>
                <a:gd name="connsiteX13" fmla="*/ 64333 w 64212"/>
                <a:gd name="connsiteY13" fmla="*/ 30412 h 45916"/>
                <a:gd name="connsiteX14" fmla="*/ 62652 w 64212"/>
                <a:gd name="connsiteY14" fmla="*/ 29089 h 45916"/>
                <a:gd name="connsiteX15" fmla="*/ 60655 w 64212"/>
                <a:gd name="connsiteY15" fmla="*/ 30819 h 45916"/>
                <a:gd name="connsiteX16" fmla="*/ 49515 w 64212"/>
                <a:gd name="connsiteY16" fmla="*/ 43138 h 45916"/>
                <a:gd name="connsiteX17" fmla="*/ 46888 w 64212"/>
                <a:gd name="connsiteY17" fmla="*/ 39575 h 45916"/>
                <a:gd name="connsiteX18" fmla="*/ 49305 w 64212"/>
                <a:gd name="connsiteY18" fmla="*/ 31328 h 45916"/>
                <a:gd name="connsiteX19" fmla="*/ 54875 w 64212"/>
                <a:gd name="connsiteY19" fmla="*/ 11679 h 45916"/>
                <a:gd name="connsiteX20" fmla="*/ 41212 w 64212"/>
                <a:gd name="connsiteY20" fmla="*/ 73 h 45916"/>
                <a:gd name="connsiteX21" fmla="*/ 23452 w 64212"/>
                <a:gd name="connsiteY21" fmla="*/ 9337 h 45916"/>
                <a:gd name="connsiteX22" fmla="*/ 12207 w 64212"/>
                <a:gd name="connsiteY22" fmla="*/ 73 h 45916"/>
                <a:gd name="connsiteX23" fmla="*/ 3904 w 64212"/>
                <a:gd name="connsiteY23" fmla="*/ 5570 h 45916"/>
                <a:gd name="connsiteX24" fmla="*/ 121 w 64212"/>
                <a:gd name="connsiteY24" fmla="*/ 15650 h 45916"/>
                <a:gd name="connsiteX25" fmla="*/ 1907 w 64212"/>
                <a:gd name="connsiteY25" fmla="*/ 16973 h 45916"/>
                <a:gd name="connsiteX26" fmla="*/ 4219 w 64212"/>
                <a:gd name="connsiteY26" fmla="*/ 13919 h 45916"/>
                <a:gd name="connsiteX27" fmla="*/ 11891 w 64212"/>
                <a:gd name="connsiteY27" fmla="*/ 2923 h 45916"/>
                <a:gd name="connsiteX28" fmla="*/ 15359 w 64212"/>
                <a:gd name="connsiteY28" fmla="*/ 7912 h 45916"/>
                <a:gd name="connsiteX29" fmla="*/ 13678 w 64212"/>
                <a:gd name="connsiteY29" fmla="*/ 16362 h 45916"/>
                <a:gd name="connsiteX30" fmla="*/ 11366 w 64212"/>
                <a:gd name="connsiteY30" fmla="*/ 25525 h 45916"/>
                <a:gd name="connsiteX31" fmla="*/ 8003 w 64212"/>
                <a:gd name="connsiteY31" fmla="*/ 38557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57"/>
                  </a:moveTo>
                  <a:cubicBezTo>
                    <a:pt x="7582" y="39880"/>
                    <a:pt x="6952" y="42426"/>
                    <a:pt x="6952" y="42731"/>
                  </a:cubicBezTo>
                  <a:cubicBezTo>
                    <a:pt x="6952" y="44971"/>
                    <a:pt x="8844" y="45989"/>
                    <a:pt x="10525" y="45989"/>
                  </a:cubicBezTo>
                  <a:cubicBezTo>
                    <a:pt x="12417" y="45989"/>
                    <a:pt x="14098" y="44665"/>
                    <a:pt x="14624" y="43749"/>
                  </a:cubicBezTo>
                  <a:cubicBezTo>
                    <a:pt x="15149" y="42833"/>
                    <a:pt x="15990" y="39575"/>
                    <a:pt x="16515" y="37437"/>
                  </a:cubicBezTo>
                  <a:cubicBezTo>
                    <a:pt x="17041" y="35503"/>
                    <a:pt x="18197" y="30819"/>
                    <a:pt x="18827" y="28274"/>
                  </a:cubicBezTo>
                  <a:cubicBezTo>
                    <a:pt x="19458" y="26034"/>
                    <a:pt x="20089" y="23794"/>
                    <a:pt x="20614" y="21453"/>
                  </a:cubicBezTo>
                  <a:cubicBezTo>
                    <a:pt x="21770" y="17279"/>
                    <a:pt x="21980" y="16464"/>
                    <a:pt x="25028" y="12290"/>
                  </a:cubicBezTo>
                  <a:cubicBezTo>
                    <a:pt x="27971" y="8218"/>
                    <a:pt x="32910" y="2923"/>
                    <a:pt x="40792" y="2923"/>
                  </a:cubicBezTo>
                  <a:cubicBezTo>
                    <a:pt x="46888" y="2923"/>
                    <a:pt x="46993" y="8116"/>
                    <a:pt x="46993" y="10050"/>
                  </a:cubicBezTo>
                  <a:cubicBezTo>
                    <a:pt x="46993" y="16159"/>
                    <a:pt x="42474" y="27460"/>
                    <a:pt x="40792" y="31736"/>
                  </a:cubicBezTo>
                  <a:cubicBezTo>
                    <a:pt x="39636" y="34586"/>
                    <a:pt x="39216" y="35503"/>
                    <a:pt x="39216" y="37233"/>
                  </a:cubicBezTo>
                  <a:cubicBezTo>
                    <a:pt x="39216" y="42629"/>
                    <a:pt x="43840" y="45989"/>
                    <a:pt x="49200" y="45989"/>
                  </a:cubicBezTo>
                  <a:cubicBezTo>
                    <a:pt x="59709" y="45989"/>
                    <a:pt x="64333" y="31939"/>
                    <a:pt x="64333" y="30412"/>
                  </a:cubicBezTo>
                  <a:cubicBezTo>
                    <a:pt x="64333" y="29089"/>
                    <a:pt x="62967" y="29089"/>
                    <a:pt x="62652" y="29089"/>
                  </a:cubicBezTo>
                  <a:cubicBezTo>
                    <a:pt x="61180" y="29089"/>
                    <a:pt x="61075" y="29699"/>
                    <a:pt x="60655" y="30819"/>
                  </a:cubicBezTo>
                  <a:cubicBezTo>
                    <a:pt x="58238" y="38964"/>
                    <a:pt x="53719" y="43138"/>
                    <a:pt x="49515" y="43138"/>
                  </a:cubicBezTo>
                  <a:cubicBezTo>
                    <a:pt x="47308" y="43138"/>
                    <a:pt x="46888" y="41713"/>
                    <a:pt x="46888" y="39575"/>
                  </a:cubicBezTo>
                  <a:cubicBezTo>
                    <a:pt x="46888" y="37233"/>
                    <a:pt x="47413" y="35910"/>
                    <a:pt x="49305" y="31328"/>
                  </a:cubicBezTo>
                  <a:cubicBezTo>
                    <a:pt x="50566" y="28172"/>
                    <a:pt x="54875" y="17380"/>
                    <a:pt x="54875" y="11679"/>
                  </a:cubicBezTo>
                  <a:cubicBezTo>
                    <a:pt x="54875" y="1803"/>
                    <a:pt x="46782" y="73"/>
                    <a:pt x="41212" y="73"/>
                  </a:cubicBezTo>
                  <a:cubicBezTo>
                    <a:pt x="32490" y="73"/>
                    <a:pt x="26604" y="5265"/>
                    <a:pt x="23452" y="9337"/>
                  </a:cubicBezTo>
                  <a:cubicBezTo>
                    <a:pt x="22716" y="2313"/>
                    <a:pt x="16515" y="73"/>
                    <a:pt x="12207" y="73"/>
                  </a:cubicBezTo>
                  <a:cubicBezTo>
                    <a:pt x="7688" y="73"/>
                    <a:pt x="5270" y="3229"/>
                    <a:pt x="3904" y="5570"/>
                  </a:cubicBezTo>
                  <a:cubicBezTo>
                    <a:pt x="1592" y="9337"/>
                    <a:pt x="121" y="15141"/>
                    <a:pt x="121" y="15650"/>
                  </a:cubicBezTo>
                  <a:cubicBezTo>
                    <a:pt x="121" y="16973"/>
                    <a:pt x="1592" y="16973"/>
                    <a:pt x="1907" y="16973"/>
                  </a:cubicBezTo>
                  <a:cubicBezTo>
                    <a:pt x="3379" y="16973"/>
                    <a:pt x="3484" y="16668"/>
                    <a:pt x="4219" y="13919"/>
                  </a:cubicBezTo>
                  <a:cubicBezTo>
                    <a:pt x="5796" y="7912"/>
                    <a:pt x="7793" y="2923"/>
                    <a:pt x="11891" y="2923"/>
                  </a:cubicBezTo>
                  <a:cubicBezTo>
                    <a:pt x="14624" y="2923"/>
                    <a:pt x="15359" y="5163"/>
                    <a:pt x="15359" y="7912"/>
                  </a:cubicBezTo>
                  <a:cubicBezTo>
                    <a:pt x="15359" y="9846"/>
                    <a:pt x="14414" y="13613"/>
                    <a:pt x="13678" y="16362"/>
                  </a:cubicBezTo>
                  <a:cubicBezTo>
                    <a:pt x="12942" y="19111"/>
                    <a:pt x="11891" y="23285"/>
                    <a:pt x="11366" y="25525"/>
                  </a:cubicBezTo>
                  <a:lnTo>
                    <a:pt x="8003" y="385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1" name="Freeform: Shape 50">
              <a:extLst>
                <a:ext uri="{FF2B5EF4-FFF2-40B4-BE49-F238E27FC236}">
                  <a16:creationId xmlns:a16="http://schemas.microsoft.com/office/drawing/2014/main" id="{7902D0D3-6861-AAA7-F170-77DD9DC3493A}"/>
                </a:ext>
              </a:extLst>
            </p:cNvPr>
            <p:cNvSpPr/>
            <p:nvPr>
              <p:custDataLst>
                <p:tags r:id="rId65"/>
              </p:custDataLst>
            </p:nvPr>
          </p:nvSpPr>
          <p:spPr>
            <a:xfrm>
              <a:off x="8979106" y="5811512"/>
              <a:ext cx="91731" cy="112427"/>
            </a:xfrm>
            <a:custGeom>
              <a:avLst/>
              <a:gdLst>
                <a:gd name="connsiteX0" fmla="*/ 89008 w 91731"/>
                <a:gd name="connsiteY0" fmla="*/ 6180 h 112427"/>
                <a:gd name="connsiteX1" fmla="*/ 91861 w 91731"/>
                <a:gd name="connsiteY1" fmla="*/ 2980 h 112427"/>
                <a:gd name="connsiteX2" fmla="*/ 88858 w 91731"/>
                <a:gd name="connsiteY2" fmla="*/ 71 h 112427"/>
                <a:gd name="connsiteX3" fmla="*/ 86156 w 91731"/>
                <a:gd name="connsiteY3" fmla="*/ 944 h 112427"/>
                <a:gd name="connsiteX4" fmla="*/ 3132 w 91731"/>
                <a:gd name="connsiteY4" fmla="*/ 38904 h 112427"/>
                <a:gd name="connsiteX5" fmla="*/ 129 w 91731"/>
                <a:gd name="connsiteY5" fmla="*/ 42250 h 112427"/>
                <a:gd name="connsiteX6" fmla="*/ 3132 w 91731"/>
                <a:gd name="connsiteY6" fmla="*/ 45449 h 112427"/>
                <a:gd name="connsiteX7" fmla="*/ 86156 w 91731"/>
                <a:gd name="connsiteY7" fmla="*/ 83264 h 112427"/>
                <a:gd name="connsiteX8" fmla="*/ 88858 w 91731"/>
                <a:gd name="connsiteY8" fmla="*/ 84282 h 112427"/>
                <a:gd name="connsiteX9" fmla="*/ 91861 w 91731"/>
                <a:gd name="connsiteY9" fmla="*/ 81374 h 112427"/>
                <a:gd name="connsiteX10" fmla="*/ 88708 w 91731"/>
                <a:gd name="connsiteY10" fmla="*/ 78028 h 112427"/>
                <a:gd name="connsiteX11" fmla="*/ 10188 w 91731"/>
                <a:gd name="connsiteY11" fmla="*/ 42250 h 112427"/>
                <a:gd name="connsiteX12" fmla="*/ 89008 w 91731"/>
                <a:gd name="connsiteY12" fmla="*/ 6180 h 112427"/>
                <a:gd name="connsiteX13" fmla="*/ 86606 w 91731"/>
                <a:gd name="connsiteY13" fmla="*/ 112498 h 112427"/>
                <a:gd name="connsiteX14" fmla="*/ 91861 w 91731"/>
                <a:gd name="connsiteY14" fmla="*/ 109589 h 112427"/>
                <a:gd name="connsiteX15" fmla="*/ 86456 w 91731"/>
                <a:gd name="connsiteY15" fmla="*/ 106681 h 112427"/>
                <a:gd name="connsiteX16" fmla="*/ 5534 w 91731"/>
                <a:gd name="connsiteY16" fmla="*/ 106681 h 112427"/>
                <a:gd name="connsiteX17" fmla="*/ 129 w 91731"/>
                <a:gd name="connsiteY17" fmla="*/ 109589 h 112427"/>
                <a:gd name="connsiteX18" fmla="*/ 5384 w 91731"/>
                <a:gd name="connsiteY18" fmla="*/ 112498 h 112427"/>
                <a:gd name="connsiteX19" fmla="*/ 86606 w 91731"/>
                <a:gd name="connsiteY19" fmla="*/ 112498 h 11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731" h="112427">
                  <a:moveTo>
                    <a:pt x="89008" y="6180"/>
                  </a:moveTo>
                  <a:cubicBezTo>
                    <a:pt x="90660" y="5453"/>
                    <a:pt x="91861" y="4725"/>
                    <a:pt x="91861" y="2980"/>
                  </a:cubicBezTo>
                  <a:cubicBezTo>
                    <a:pt x="91861" y="1380"/>
                    <a:pt x="90660" y="71"/>
                    <a:pt x="88858" y="71"/>
                  </a:cubicBezTo>
                  <a:cubicBezTo>
                    <a:pt x="88108" y="71"/>
                    <a:pt x="86756" y="653"/>
                    <a:pt x="86156" y="944"/>
                  </a:cubicBezTo>
                  <a:lnTo>
                    <a:pt x="3132" y="38904"/>
                  </a:lnTo>
                  <a:cubicBezTo>
                    <a:pt x="579" y="40068"/>
                    <a:pt x="129" y="41086"/>
                    <a:pt x="129" y="42250"/>
                  </a:cubicBezTo>
                  <a:cubicBezTo>
                    <a:pt x="129" y="43559"/>
                    <a:pt x="1030" y="44577"/>
                    <a:pt x="3132" y="45449"/>
                  </a:cubicBezTo>
                  <a:lnTo>
                    <a:pt x="86156" y="83264"/>
                  </a:lnTo>
                  <a:cubicBezTo>
                    <a:pt x="88108" y="84282"/>
                    <a:pt x="88408" y="84282"/>
                    <a:pt x="88858" y="84282"/>
                  </a:cubicBezTo>
                  <a:cubicBezTo>
                    <a:pt x="90510" y="84282"/>
                    <a:pt x="91861" y="82973"/>
                    <a:pt x="91861" y="81374"/>
                  </a:cubicBezTo>
                  <a:cubicBezTo>
                    <a:pt x="91861" y="80065"/>
                    <a:pt x="91260" y="79192"/>
                    <a:pt x="88708" y="78028"/>
                  </a:cubicBezTo>
                  <a:lnTo>
                    <a:pt x="10188" y="42250"/>
                  </a:lnTo>
                  <a:lnTo>
                    <a:pt x="89008" y="6180"/>
                  </a:lnTo>
                  <a:close/>
                  <a:moveTo>
                    <a:pt x="86606" y="112498"/>
                  </a:moveTo>
                  <a:cubicBezTo>
                    <a:pt x="89158" y="112498"/>
                    <a:pt x="91861" y="112498"/>
                    <a:pt x="91861" y="109589"/>
                  </a:cubicBezTo>
                  <a:cubicBezTo>
                    <a:pt x="91861" y="106681"/>
                    <a:pt x="88708" y="106681"/>
                    <a:pt x="86456" y="106681"/>
                  </a:cubicBezTo>
                  <a:lnTo>
                    <a:pt x="5534" y="106681"/>
                  </a:lnTo>
                  <a:cubicBezTo>
                    <a:pt x="3282" y="106681"/>
                    <a:pt x="129" y="106681"/>
                    <a:pt x="129" y="109589"/>
                  </a:cubicBezTo>
                  <a:cubicBezTo>
                    <a:pt x="129" y="112498"/>
                    <a:pt x="2831" y="112498"/>
                    <a:pt x="5384" y="112498"/>
                  </a:cubicBezTo>
                  <a:lnTo>
                    <a:pt x="86606" y="1124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2" name="Freeform: Shape 51">
              <a:extLst>
                <a:ext uri="{FF2B5EF4-FFF2-40B4-BE49-F238E27FC236}">
                  <a16:creationId xmlns:a16="http://schemas.microsoft.com/office/drawing/2014/main" id="{77273CD0-60A5-CC46-ECAD-90CE03FCC43B}"/>
                </a:ext>
              </a:extLst>
            </p:cNvPr>
            <p:cNvSpPr/>
            <p:nvPr>
              <p:custDataLst>
                <p:tags r:id="rId66"/>
              </p:custDataLst>
            </p:nvPr>
          </p:nvSpPr>
          <p:spPr>
            <a:xfrm>
              <a:off x="9123167" y="5807876"/>
              <a:ext cx="61554" cy="125953"/>
            </a:xfrm>
            <a:custGeom>
              <a:avLst/>
              <a:gdLst>
                <a:gd name="connsiteX0" fmla="*/ 61694 w 61554"/>
                <a:gd name="connsiteY0" fmla="*/ 5307 h 125953"/>
                <a:gd name="connsiteX1" fmla="*/ 55989 w 61554"/>
                <a:gd name="connsiteY1" fmla="*/ 71 h 125953"/>
                <a:gd name="connsiteX2" fmla="*/ 48032 w 61554"/>
                <a:gd name="connsiteY2" fmla="*/ 7780 h 125953"/>
                <a:gd name="connsiteX3" fmla="*/ 53587 w 61554"/>
                <a:gd name="connsiteY3" fmla="*/ 13016 h 125953"/>
                <a:gd name="connsiteX4" fmla="*/ 61694 w 61554"/>
                <a:gd name="connsiteY4" fmla="*/ 5307 h 125953"/>
                <a:gd name="connsiteX5" fmla="*/ 31517 w 61554"/>
                <a:gd name="connsiteY5" fmla="*/ 103481 h 125953"/>
                <a:gd name="connsiteX6" fmla="*/ 13051 w 61554"/>
                <a:gd name="connsiteY6" fmla="*/ 122825 h 125953"/>
                <a:gd name="connsiteX7" fmla="*/ 7196 w 61554"/>
                <a:gd name="connsiteY7" fmla="*/ 121516 h 125953"/>
                <a:gd name="connsiteX8" fmla="*/ 13952 w 61554"/>
                <a:gd name="connsiteY8" fmla="*/ 113807 h 125953"/>
                <a:gd name="connsiteX9" fmla="*/ 8247 w 61554"/>
                <a:gd name="connsiteY9" fmla="*/ 108717 h 125953"/>
                <a:gd name="connsiteX10" fmla="*/ 139 w 61554"/>
                <a:gd name="connsiteY10" fmla="*/ 117007 h 125953"/>
                <a:gd name="connsiteX11" fmla="*/ 13351 w 61554"/>
                <a:gd name="connsiteY11" fmla="*/ 126024 h 125953"/>
                <a:gd name="connsiteX12" fmla="*/ 41576 w 61554"/>
                <a:gd name="connsiteY12" fmla="*/ 103917 h 125953"/>
                <a:gd name="connsiteX13" fmla="*/ 55389 w 61554"/>
                <a:gd name="connsiteY13" fmla="*/ 50685 h 125953"/>
                <a:gd name="connsiteX14" fmla="*/ 56139 w 61554"/>
                <a:gd name="connsiteY14" fmla="*/ 45304 h 125953"/>
                <a:gd name="connsiteX15" fmla="*/ 42327 w 61554"/>
                <a:gd name="connsiteY15" fmla="*/ 31923 h 125953"/>
                <a:gd name="connsiteX16" fmla="*/ 18456 w 61554"/>
                <a:gd name="connsiteY16" fmla="*/ 54321 h 125953"/>
                <a:gd name="connsiteX17" fmla="*/ 20257 w 61554"/>
                <a:gd name="connsiteY17" fmla="*/ 55776 h 125953"/>
                <a:gd name="connsiteX18" fmla="*/ 22960 w 61554"/>
                <a:gd name="connsiteY18" fmla="*/ 52867 h 125953"/>
                <a:gd name="connsiteX19" fmla="*/ 41877 w 61554"/>
                <a:gd name="connsiteY19" fmla="*/ 35123 h 125953"/>
                <a:gd name="connsiteX20" fmla="*/ 46681 w 61554"/>
                <a:gd name="connsiteY20" fmla="*/ 41813 h 125953"/>
                <a:gd name="connsiteX21" fmla="*/ 45630 w 61554"/>
                <a:gd name="connsiteY21" fmla="*/ 49231 h 125953"/>
                <a:gd name="connsiteX22" fmla="*/ 31517 w 61554"/>
                <a:gd name="connsiteY22" fmla="*/ 103481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07"/>
                  </a:moveTo>
                  <a:cubicBezTo>
                    <a:pt x="61694" y="2544"/>
                    <a:pt x="59593" y="71"/>
                    <a:pt x="55989" y="71"/>
                  </a:cubicBezTo>
                  <a:cubicBezTo>
                    <a:pt x="52536" y="71"/>
                    <a:pt x="48032" y="3416"/>
                    <a:pt x="48032" y="7780"/>
                  </a:cubicBezTo>
                  <a:cubicBezTo>
                    <a:pt x="48032" y="10689"/>
                    <a:pt x="50134" y="13016"/>
                    <a:pt x="53587" y="13016"/>
                  </a:cubicBezTo>
                  <a:cubicBezTo>
                    <a:pt x="57641" y="13016"/>
                    <a:pt x="61694" y="9234"/>
                    <a:pt x="61694" y="5307"/>
                  </a:cubicBezTo>
                  <a:close/>
                  <a:moveTo>
                    <a:pt x="31517" y="103481"/>
                  </a:moveTo>
                  <a:cubicBezTo>
                    <a:pt x="28665" y="114534"/>
                    <a:pt x="21459" y="122825"/>
                    <a:pt x="13051" y="122825"/>
                  </a:cubicBezTo>
                  <a:cubicBezTo>
                    <a:pt x="12150" y="122825"/>
                    <a:pt x="9898" y="122825"/>
                    <a:pt x="7196" y="121516"/>
                  </a:cubicBezTo>
                  <a:cubicBezTo>
                    <a:pt x="11700" y="120498"/>
                    <a:pt x="13952" y="116716"/>
                    <a:pt x="13952" y="113807"/>
                  </a:cubicBezTo>
                  <a:cubicBezTo>
                    <a:pt x="13952" y="111480"/>
                    <a:pt x="12300" y="108717"/>
                    <a:pt x="8247" y="108717"/>
                  </a:cubicBezTo>
                  <a:cubicBezTo>
                    <a:pt x="4493" y="108717"/>
                    <a:pt x="139" y="111771"/>
                    <a:pt x="139" y="117007"/>
                  </a:cubicBezTo>
                  <a:cubicBezTo>
                    <a:pt x="139" y="122825"/>
                    <a:pt x="6145" y="126024"/>
                    <a:pt x="13351" y="126024"/>
                  </a:cubicBezTo>
                  <a:cubicBezTo>
                    <a:pt x="23861" y="126024"/>
                    <a:pt x="37823" y="118316"/>
                    <a:pt x="41576" y="103917"/>
                  </a:cubicBezTo>
                  <a:lnTo>
                    <a:pt x="55389" y="50685"/>
                  </a:lnTo>
                  <a:cubicBezTo>
                    <a:pt x="56139" y="47776"/>
                    <a:pt x="56139" y="45740"/>
                    <a:pt x="56139" y="45304"/>
                  </a:cubicBezTo>
                  <a:cubicBezTo>
                    <a:pt x="56139" y="37014"/>
                    <a:pt x="49834" y="31923"/>
                    <a:pt x="42327" y="31923"/>
                  </a:cubicBezTo>
                  <a:cubicBezTo>
                    <a:pt x="27013" y="31923"/>
                    <a:pt x="18456" y="53012"/>
                    <a:pt x="18456" y="54321"/>
                  </a:cubicBezTo>
                  <a:cubicBezTo>
                    <a:pt x="18456" y="55776"/>
                    <a:pt x="19957" y="55776"/>
                    <a:pt x="20257" y="55776"/>
                  </a:cubicBezTo>
                  <a:cubicBezTo>
                    <a:pt x="21609" y="55776"/>
                    <a:pt x="21759" y="55630"/>
                    <a:pt x="22960" y="52867"/>
                  </a:cubicBezTo>
                  <a:cubicBezTo>
                    <a:pt x="26713" y="43995"/>
                    <a:pt x="33619" y="35123"/>
                    <a:pt x="41877" y="35123"/>
                  </a:cubicBezTo>
                  <a:cubicBezTo>
                    <a:pt x="43979" y="35123"/>
                    <a:pt x="46681" y="35705"/>
                    <a:pt x="46681" y="41813"/>
                  </a:cubicBezTo>
                  <a:cubicBezTo>
                    <a:pt x="46681" y="45158"/>
                    <a:pt x="46231" y="46758"/>
                    <a:pt x="45630" y="49231"/>
                  </a:cubicBezTo>
                  <a:lnTo>
                    <a:pt x="31517" y="103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3" name="Freeform: Shape 52">
              <a:extLst>
                <a:ext uri="{FF2B5EF4-FFF2-40B4-BE49-F238E27FC236}">
                  <a16:creationId xmlns:a16="http://schemas.microsoft.com/office/drawing/2014/main" id="{85BCFD2C-7687-489C-DD5F-70D4ED44D401}"/>
                </a:ext>
              </a:extLst>
            </p:cNvPr>
            <p:cNvSpPr/>
            <p:nvPr>
              <p:custDataLst>
                <p:tags r:id="rId67"/>
              </p:custDataLst>
            </p:nvPr>
          </p:nvSpPr>
          <p:spPr>
            <a:xfrm>
              <a:off x="9204097" y="5794932"/>
              <a:ext cx="34831" cy="145442"/>
            </a:xfrm>
            <a:custGeom>
              <a:avLst/>
              <a:gdLst>
                <a:gd name="connsiteX0" fmla="*/ 34975 w 34831"/>
                <a:gd name="connsiteY0" fmla="*/ 72792 h 145442"/>
                <a:gd name="connsiteX1" fmla="*/ 25066 w 34831"/>
                <a:gd name="connsiteY1" fmla="*/ 27414 h 145442"/>
                <a:gd name="connsiteX2" fmla="*/ 1646 w 34831"/>
                <a:gd name="connsiteY2" fmla="*/ 71 h 145442"/>
                <a:gd name="connsiteX3" fmla="*/ 144 w 34831"/>
                <a:gd name="connsiteY3" fmla="*/ 1526 h 145442"/>
                <a:gd name="connsiteX4" fmla="*/ 2997 w 34831"/>
                <a:gd name="connsiteY4" fmla="*/ 4871 h 145442"/>
                <a:gd name="connsiteX5" fmla="*/ 26267 w 34831"/>
                <a:gd name="connsiteY5" fmla="*/ 72792 h 145442"/>
                <a:gd name="connsiteX6" fmla="*/ 2096 w 34831"/>
                <a:gd name="connsiteY6" fmla="*/ 141587 h 145442"/>
                <a:gd name="connsiteX7" fmla="*/ 144 w 34831"/>
                <a:gd name="connsiteY7" fmla="*/ 144059 h 145442"/>
                <a:gd name="connsiteX8" fmla="*/ 1646 w 34831"/>
                <a:gd name="connsiteY8" fmla="*/ 145514 h 145442"/>
                <a:gd name="connsiteX9" fmla="*/ 25517 w 34831"/>
                <a:gd name="connsiteY9" fmla="*/ 117152 h 145442"/>
                <a:gd name="connsiteX10" fmla="*/ 34975 w 34831"/>
                <a:gd name="connsiteY10" fmla="*/ 72792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792"/>
                  </a:moveTo>
                  <a:cubicBezTo>
                    <a:pt x="34975" y="61448"/>
                    <a:pt x="33324" y="43849"/>
                    <a:pt x="25066" y="27414"/>
                  </a:cubicBezTo>
                  <a:cubicBezTo>
                    <a:pt x="16058" y="9525"/>
                    <a:pt x="3147" y="71"/>
                    <a:pt x="1646" y="71"/>
                  </a:cubicBezTo>
                  <a:cubicBezTo>
                    <a:pt x="745" y="71"/>
                    <a:pt x="144" y="653"/>
                    <a:pt x="144" y="1526"/>
                  </a:cubicBezTo>
                  <a:cubicBezTo>
                    <a:pt x="144" y="1962"/>
                    <a:pt x="144" y="2253"/>
                    <a:pt x="2997" y="4871"/>
                  </a:cubicBezTo>
                  <a:cubicBezTo>
                    <a:pt x="17710" y="19270"/>
                    <a:pt x="26267" y="42395"/>
                    <a:pt x="26267" y="72792"/>
                  </a:cubicBezTo>
                  <a:cubicBezTo>
                    <a:pt x="26267" y="97663"/>
                    <a:pt x="20713" y="123261"/>
                    <a:pt x="2096" y="141587"/>
                  </a:cubicBezTo>
                  <a:cubicBezTo>
                    <a:pt x="144" y="143332"/>
                    <a:pt x="144" y="143623"/>
                    <a:pt x="144" y="144059"/>
                  </a:cubicBezTo>
                  <a:cubicBezTo>
                    <a:pt x="144" y="144932"/>
                    <a:pt x="745" y="145514"/>
                    <a:pt x="1646" y="145514"/>
                  </a:cubicBezTo>
                  <a:cubicBezTo>
                    <a:pt x="3147" y="145514"/>
                    <a:pt x="16659" y="135624"/>
                    <a:pt x="25517" y="117152"/>
                  </a:cubicBezTo>
                  <a:cubicBezTo>
                    <a:pt x="33174" y="101154"/>
                    <a:pt x="34975" y="85010"/>
                    <a:pt x="34975" y="7279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4" name="Freeform: Shape 53">
              <a:extLst>
                <a:ext uri="{FF2B5EF4-FFF2-40B4-BE49-F238E27FC236}">
                  <a16:creationId xmlns:a16="http://schemas.microsoft.com/office/drawing/2014/main" id="{7D37C98E-99E5-008A-88DC-FEA9927F282A}"/>
                </a:ext>
              </a:extLst>
            </p:cNvPr>
            <p:cNvSpPr/>
            <p:nvPr>
              <p:custDataLst>
                <p:tags r:id="rId68"/>
              </p:custDataLst>
            </p:nvPr>
          </p:nvSpPr>
          <p:spPr>
            <a:xfrm>
              <a:off x="8580432" y="5963137"/>
              <a:ext cx="673492" cy="5817"/>
            </a:xfrm>
            <a:custGeom>
              <a:avLst/>
              <a:gdLst>
                <a:gd name="connsiteX0" fmla="*/ 0 w 673492"/>
                <a:gd name="connsiteY0" fmla="*/ 0 h 5817"/>
                <a:gd name="connsiteX1" fmla="*/ 673493 w 673492"/>
                <a:gd name="connsiteY1" fmla="*/ 0 h 5817"/>
                <a:gd name="connsiteX2" fmla="*/ 673493 w 673492"/>
                <a:gd name="connsiteY2" fmla="*/ 5817 h 5817"/>
                <a:gd name="connsiteX3" fmla="*/ 0 w 673492"/>
                <a:gd name="connsiteY3" fmla="*/ 5817 h 5817"/>
              </a:gdLst>
              <a:ahLst/>
              <a:cxnLst>
                <a:cxn ang="0">
                  <a:pos x="connsiteX0" y="connsiteY0"/>
                </a:cxn>
                <a:cxn ang="0">
                  <a:pos x="connsiteX1" y="connsiteY1"/>
                </a:cxn>
                <a:cxn ang="0">
                  <a:pos x="connsiteX2" y="connsiteY2"/>
                </a:cxn>
                <a:cxn ang="0">
                  <a:pos x="connsiteX3" y="connsiteY3"/>
                </a:cxn>
              </a:cxnLst>
              <a:rect l="l" t="t" r="r" b="b"/>
              <a:pathLst>
                <a:path w="673492" h="5817">
                  <a:moveTo>
                    <a:pt x="0" y="0"/>
                  </a:moveTo>
                  <a:lnTo>
                    <a:pt x="673493" y="0"/>
                  </a:lnTo>
                  <a:lnTo>
                    <a:pt x="673493" y="5817"/>
                  </a:lnTo>
                  <a:lnTo>
                    <a:pt x="0" y="58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5" name="Freeform: Shape 54">
              <a:extLst>
                <a:ext uri="{FF2B5EF4-FFF2-40B4-BE49-F238E27FC236}">
                  <a16:creationId xmlns:a16="http://schemas.microsoft.com/office/drawing/2014/main" id="{1DF32FCA-AF3E-433E-A338-C839CE19B3EC}"/>
                </a:ext>
              </a:extLst>
            </p:cNvPr>
            <p:cNvSpPr/>
            <p:nvPr>
              <p:custDataLst>
                <p:tags r:id="rId69"/>
              </p:custDataLst>
            </p:nvPr>
          </p:nvSpPr>
          <p:spPr>
            <a:xfrm>
              <a:off x="8586437" y="6002835"/>
              <a:ext cx="107195" cy="99337"/>
            </a:xfrm>
            <a:custGeom>
              <a:avLst/>
              <a:gdLst>
                <a:gd name="connsiteX0" fmla="*/ 39589 w 107195"/>
                <a:gd name="connsiteY0" fmla="*/ 53462 h 99337"/>
                <a:gd name="connsiteX1" fmla="*/ 65111 w 107195"/>
                <a:gd name="connsiteY1" fmla="*/ 53462 h 99337"/>
                <a:gd name="connsiteX2" fmla="*/ 107299 w 107195"/>
                <a:gd name="connsiteY2" fmla="*/ 22047 h 99337"/>
                <a:gd name="connsiteX3" fmla="*/ 77723 w 107195"/>
                <a:gd name="connsiteY3" fmla="*/ 85 h 99337"/>
                <a:gd name="connsiteX4" fmla="*/ 29079 w 107195"/>
                <a:gd name="connsiteY4" fmla="*/ 85 h 99337"/>
                <a:gd name="connsiteX5" fmla="*/ 24575 w 107195"/>
                <a:gd name="connsiteY5" fmla="*/ 2848 h 99337"/>
                <a:gd name="connsiteX6" fmla="*/ 28929 w 107195"/>
                <a:gd name="connsiteY6" fmla="*/ 4594 h 99337"/>
                <a:gd name="connsiteX7" fmla="*/ 35385 w 107195"/>
                <a:gd name="connsiteY7" fmla="*/ 4884 h 99337"/>
                <a:gd name="connsiteX8" fmla="*/ 38688 w 107195"/>
                <a:gd name="connsiteY8" fmla="*/ 7211 h 99337"/>
                <a:gd name="connsiteX9" fmla="*/ 38087 w 107195"/>
                <a:gd name="connsiteY9" fmla="*/ 9975 h 99337"/>
                <a:gd name="connsiteX10" fmla="*/ 17969 w 107195"/>
                <a:gd name="connsiteY10" fmla="*/ 88078 h 99337"/>
                <a:gd name="connsiteX11" fmla="*/ 4307 w 107195"/>
                <a:gd name="connsiteY11" fmla="*/ 94913 h 99337"/>
                <a:gd name="connsiteX12" fmla="*/ 103 w 107195"/>
                <a:gd name="connsiteY12" fmla="*/ 97677 h 99337"/>
                <a:gd name="connsiteX13" fmla="*/ 2355 w 107195"/>
                <a:gd name="connsiteY13" fmla="*/ 99422 h 99337"/>
                <a:gd name="connsiteX14" fmla="*/ 21422 w 107195"/>
                <a:gd name="connsiteY14" fmla="*/ 98986 h 99337"/>
                <a:gd name="connsiteX15" fmla="*/ 31031 w 107195"/>
                <a:gd name="connsiteY15" fmla="*/ 99131 h 99337"/>
                <a:gd name="connsiteX16" fmla="*/ 40790 w 107195"/>
                <a:gd name="connsiteY16" fmla="*/ 99422 h 99337"/>
                <a:gd name="connsiteX17" fmla="*/ 43792 w 107195"/>
                <a:gd name="connsiteY17" fmla="*/ 96513 h 99337"/>
                <a:gd name="connsiteX18" fmla="*/ 39589 w 107195"/>
                <a:gd name="connsiteY18" fmla="*/ 94913 h 99337"/>
                <a:gd name="connsiteX19" fmla="*/ 29830 w 107195"/>
                <a:gd name="connsiteY19" fmla="*/ 92295 h 99337"/>
                <a:gd name="connsiteX20" fmla="*/ 30280 w 107195"/>
                <a:gd name="connsiteY20" fmla="*/ 89823 h 99337"/>
                <a:gd name="connsiteX21" fmla="*/ 39589 w 107195"/>
                <a:gd name="connsiteY21" fmla="*/ 53462 h 99337"/>
                <a:gd name="connsiteX22" fmla="*/ 50398 w 107195"/>
                <a:gd name="connsiteY22" fmla="*/ 10120 h 99337"/>
                <a:gd name="connsiteX23" fmla="*/ 58505 w 107195"/>
                <a:gd name="connsiteY23" fmla="*/ 4594 h 99337"/>
                <a:gd name="connsiteX24" fmla="*/ 72918 w 107195"/>
                <a:gd name="connsiteY24" fmla="*/ 4594 h 99337"/>
                <a:gd name="connsiteX25" fmla="*/ 93337 w 107195"/>
                <a:gd name="connsiteY25" fmla="*/ 18556 h 99337"/>
                <a:gd name="connsiteX26" fmla="*/ 84479 w 107195"/>
                <a:gd name="connsiteY26" fmla="*/ 41972 h 99337"/>
                <a:gd name="connsiteX27" fmla="*/ 61358 w 107195"/>
                <a:gd name="connsiteY27" fmla="*/ 49681 h 99337"/>
                <a:gd name="connsiteX28" fmla="*/ 40189 w 107195"/>
                <a:gd name="connsiteY28" fmla="*/ 49681 h 99337"/>
                <a:gd name="connsiteX29" fmla="*/ 50398 w 107195"/>
                <a:gd name="connsiteY29" fmla="*/ 10120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195" h="99337">
                  <a:moveTo>
                    <a:pt x="39589" y="53462"/>
                  </a:moveTo>
                  <a:lnTo>
                    <a:pt x="65111" y="53462"/>
                  </a:lnTo>
                  <a:cubicBezTo>
                    <a:pt x="86430" y="53462"/>
                    <a:pt x="107299" y="38336"/>
                    <a:pt x="107299" y="22047"/>
                  </a:cubicBezTo>
                  <a:cubicBezTo>
                    <a:pt x="107299" y="10848"/>
                    <a:pt x="97390" y="85"/>
                    <a:pt x="77723" y="85"/>
                  </a:cubicBezTo>
                  <a:lnTo>
                    <a:pt x="29079" y="85"/>
                  </a:lnTo>
                  <a:cubicBezTo>
                    <a:pt x="26227" y="85"/>
                    <a:pt x="24575" y="85"/>
                    <a:pt x="24575" y="2848"/>
                  </a:cubicBezTo>
                  <a:cubicBezTo>
                    <a:pt x="24575" y="4594"/>
                    <a:pt x="25926" y="4594"/>
                    <a:pt x="28929" y="4594"/>
                  </a:cubicBezTo>
                  <a:cubicBezTo>
                    <a:pt x="30881" y="4594"/>
                    <a:pt x="33583" y="4739"/>
                    <a:pt x="35385" y="4884"/>
                  </a:cubicBezTo>
                  <a:cubicBezTo>
                    <a:pt x="37787" y="5175"/>
                    <a:pt x="38688" y="5612"/>
                    <a:pt x="38688" y="7211"/>
                  </a:cubicBezTo>
                  <a:cubicBezTo>
                    <a:pt x="38688" y="7793"/>
                    <a:pt x="38538" y="8230"/>
                    <a:pt x="38087" y="9975"/>
                  </a:cubicBezTo>
                  <a:lnTo>
                    <a:pt x="17969" y="88078"/>
                  </a:lnTo>
                  <a:cubicBezTo>
                    <a:pt x="16468" y="93750"/>
                    <a:pt x="16168" y="94913"/>
                    <a:pt x="4307" y="94913"/>
                  </a:cubicBezTo>
                  <a:cubicBezTo>
                    <a:pt x="1755" y="94913"/>
                    <a:pt x="103" y="94913"/>
                    <a:pt x="103" y="97677"/>
                  </a:cubicBezTo>
                  <a:cubicBezTo>
                    <a:pt x="103" y="99422"/>
                    <a:pt x="1905" y="99422"/>
                    <a:pt x="2355" y="99422"/>
                  </a:cubicBezTo>
                  <a:cubicBezTo>
                    <a:pt x="6559" y="99422"/>
                    <a:pt x="17219" y="98986"/>
                    <a:pt x="21422" y="98986"/>
                  </a:cubicBezTo>
                  <a:cubicBezTo>
                    <a:pt x="24575" y="98986"/>
                    <a:pt x="27878" y="99131"/>
                    <a:pt x="31031" y="99131"/>
                  </a:cubicBezTo>
                  <a:cubicBezTo>
                    <a:pt x="34334" y="99131"/>
                    <a:pt x="37637" y="99422"/>
                    <a:pt x="40790" y="99422"/>
                  </a:cubicBezTo>
                  <a:cubicBezTo>
                    <a:pt x="41841" y="99422"/>
                    <a:pt x="43792" y="99422"/>
                    <a:pt x="43792" y="96513"/>
                  </a:cubicBezTo>
                  <a:cubicBezTo>
                    <a:pt x="43792" y="94913"/>
                    <a:pt x="42441" y="94913"/>
                    <a:pt x="39589" y="94913"/>
                  </a:cubicBezTo>
                  <a:cubicBezTo>
                    <a:pt x="34034" y="94913"/>
                    <a:pt x="29830" y="94913"/>
                    <a:pt x="29830" y="92295"/>
                  </a:cubicBezTo>
                  <a:cubicBezTo>
                    <a:pt x="29830" y="91423"/>
                    <a:pt x="30130" y="90695"/>
                    <a:pt x="30280" y="89823"/>
                  </a:cubicBezTo>
                  <a:lnTo>
                    <a:pt x="39589" y="53462"/>
                  </a:lnTo>
                  <a:close/>
                  <a:moveTo>
                    <a:pt x="50398" y="10120"/>
                  </a:moveTo>
                  <a:cubicBezTo>
                    <a:pt x="51749" y="5030"/>
                    <a:pt x="52050" y="4594"/>
                    <a:pt x="58505" y="4594"/>
                  </a:cubicBezTo>
                  <a:lnTo>
                    <a:pt x="72918" y="4594"/>
                  </a:lnTo>
                  <a:cubicBezTo>
                    <a:pt x="85379" y="4594"/>
                    <a:pt x="93337" y="8520"/>
                    <a:pt x="93337" y="18556"/>
                  </a:cubicBezTo>
                  <a:cubicBezTo>
                    <a:pt x="93337" y="24228"/>
                    <a:pt x="90334" y="36736"/>
                    <a:pt x="84479" y="41972"/>
                  </a:cubicBezTo>
                  <a:cubicBezTo>
                    <a:pt x="76972" y="48517"/>
                    <a:pt x="67964" y="49681"/>
                    <a:pt x="61358" y="49681"/>
                  </a:cubicBezTo>
                  <a:lnTo>
                    <a:pt x="40189" y="49681"/>
                  </a:lnTo>
                  <a:lnTo>
                    <a:pt x="50398" y="1012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6" name="Freeform: Shape 55">
              <a:extLst>
                <a:ext uri="{FF2B5EF4-FFF2-40B4-BE49-F238E27FC236}">
                  <a16:creationId xmlns:a16="http://schemas.microsoft.com/office/drawing/2014/main" id="{B57FFCD4-51C6-6F3F-A168-75B898AD9779}"/>
                </a:ext>
              </a:extLst>
            </p:cNvPr>
            <p:cNvSpPr/>
            <p:nvPr>
              <p:custDataLst>
                <p:tags r:id="rId70"/>
              </p:custDataLst>
            </p:nvPr>
          </p:nvSpPr>
          <p:spPr>
            <a:xfrm>
              <a:off x="8712535" y="5993091"/>
              <a:ext cx="34831" cy="145442"/>
            </a:xfrm>
            <a:custGeom>
              <a:avLst/>
              <a:gdLst>
                <a:gd name="connsiteX0" fmla="*/ 34942 w 34831"/>
                <a:gd name="connsiteY0" fmla="*/ 144073 h 145442"/>
                <a:gd name="connsiteX1" fmla="*/ 32390 w 34831"/>
                <a:gd name="connsiteY1" fmla="*/ 140873 h 145442"/>
                <a:gd name="connsiteX2" fmla="*/ 8819 w 34831"/>
                <a:gd name="connsiteY2" fmla="*/ 72806 h 145442"/>
                <a:gd name="connsiteX3" fmla="*/ 32990 w 34831"/>
                <a:gd name="connsiteY3" fmla="*/ 4012 h 145442"/>
                <a:gd name="connsiteX4" fmla="*/ 34942 w 34831"/>
                <a:gd name="connsiteY4" fmla="*/ 1539 h 145442"/>
                <a:gd name="connsiteX5" fmla="*/ 33441 w 34831"/>
                <a:gd name="connsiteY5" fmla="*/ 85 h 145442"/>
                <a:gd name="connsiteX6" fmla="*/ 9570 w 34831"/>
                <a:gd name="connsiteY6" fmla="*/ 28446 h 145442"/>
                <a:gd name="connsiteX7" fmla="*/ 111 w 34831"/>
                <a:gd name="connsiteY7" fmla="*/ 72806 h 145442"/>
                <a:gd name="connsiteX8" fmla="*/ 10020 w 34831"/>
                <a:gd name="connsiteY8" fmla="*/ 118184 h 145442"/>
                <a:gd name="connsiteX9" fmla="*/ 33441 w 34831"/>
                <a:gd name="connsiteY9" fmla="*/ 145527 h 145442"/>
                <a:gd name="connsiteX10" fmla="*/ 34942 w 34831"/>
                <a:gd name="connsiteY10" fmla="*/ 144073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42" y="144073"/>
                  </a:moveTo>
                  <a:cubicBezTo>
                    <a:pt x="34942" y="143637"/>
                    <a:pt x="34942" y="143346"/>
                    <a:pt x="32390" y="140873"/>
                  </a:cubicBezTo>
                  <a:cubicBezTo>
                    <a:pt x="13623" y="122547"/>
                    <a:pt x="8819" y="95059"/>
                    <a:pt x="8819" y="72806"/>
                  </a:cubicBezTo>
                  <a:cubicBezTo>
                    <a:pt x="8819" y="47499"/>
                    <a:pt x="14524" y="22192"/>
                    <a:pt x="32990" y="4012"/>
                  </a:cubicBezTo>
                  <a:cubicBezTo>
                    <a:pt x="34942" y="2266"/>
                    <a:pt x="34942" y="1976"/>
                    <a:pt x="34942" y="1539"/>
                  </a:cubicBezTo>
                  <a:cubicBezTo>
                    <a:pt x="34942" y="521"/>
                    <a:pt x="34342" y="85"/>
                    <a:pt x="33441" y="85"/>
                  </a:cubicBezTo>
                  <a:cubicBezTo>
                    <a:pt x="31940" y="85"/>
                    <a:pt x="18427" y="9975"/>
                    <a:pt x="9570" y="28446"/>
                  </a:cubicBezTo>
                  <a:cubicBezTo>
                    <a:pt x="1913" y="44445"/>
                    <a:pt x="111" y="60589"/>
                    <a:pt x="111" y="72806"/>
                  </a:cubicBezTo>
                  <a:cubicBezTo>
                    <a:pt x="111" y="84151"/>
                    <a:pt x="1763" y="101749"/>
                    <a:pt x="10020" y="118184"/>
                  </a:cubicBezTo>
                  <a:cubicBezTo>
                    <a:pt x="19028" y="136074"/>
                    <a:pt x="31940" y="145527"/>
                    <a:pt x="33441" y="145527"/>
                  </a:cubicBezTo>
                  <a:cubicBezTo>
                    <a:pt x="34342" y="145527"/>
                    <a:pt x="34942" y="145091"/>
                    <a:pt x="34942" y="14407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7" name="Freeform: Shape 56">
              <a:extLst>
                <a:ext uri="{FF2B5EF4-FFF2-40B4-BE49-F238E27FC236}">
                  <a16:creationId xmlns:a16="http://schemas.microsoft.com/office/drawing/2014/main" id="{732EBBC1-A7CC-7C75-DDB8-D37FC4582986}"/>
                </a:ext>
              </a:extLst>
            </p:cNvPr>
            <p:cNvSpPr/>
            <p:nvPr>
              <p:custDataLst>
                <p:tags r:id="rId71"/>
              </p:custDataLst>
            </p:nvPr>
          </p:nvSpPr>
          <p:spPr>
            <a:xfrm>
              <a:off x="8761312" y="6002835"/>
              <a:ext cx="109147" cy="99337"/>
            </a:xfrm>
            <a:custGeom>
              <a:avLst/>
              <a:gdLst>
                <a:gd name="connsiteX0" fmla="*/ 84490 w 109147"/>
                <a:gd name="connsiteY0" fmla="*/ 16665 h 99337"/>
                <a:gd name="connsiteX1" fmla="*/ 86592 w 109147"/>
                <a:gd name="connsiteY1" fmla="*/ 14629 h 99337"/>
                <a:gd name="connsiteX2" fmla="*/ 106260 w 109147"/>
                <a:gd name="connsiteY2" fmla="*/ 4594 h 99337"/>
                <a:gd name="connsiteX3" fmla="*/ 109262 w 109147"/>
                <a:gd name="connsiteY3" fmla="*/ 1830 h 99337"/>
                <a:gd name="connsiteX4" fmla="*/ 107311 w 109147"/>
                <a:gd name="connsiteY4" fmla="*/ 85 h 99337"/>
                <a:gd name="connsiteX5" fmla="*/ 95000 w 109147"/>
                <a:gd name="connsiteY5" fmla="*/ 521 h 99337"/>
                <a:gd name="connsiteX6" fmla="*/ 79986 w 109147"/>
                <a:gd name="connsiteY6" fmla="*/ 85 h 99337"/>
                <a:gd name="connsiteX7" fmla="*/ 77134 w 109147"/>
                <a:gd name="connsiteY7" fmla="*/ 2848 h 99337"/>
                <a:gd name="connsiteX8" fmla="*/ 79386 w 109147"/>
                <a:gd name="connsiteY8" fmla="*/ 4594 h 99337"/>
                <a:gd name="connsiteX9" fmla="*/ 84791 w 109147"/>
                <a:gd name="connsiteY9" fmla="*/ 7939 h 99337"/>
                <a:gd name="connsiteX10" fmla="*/ 80737 w 109147"/>
                <a:gd name="connsiteY10" fmla="*/ 14920 h 99337"/>
                <a:gd name="connsiteX11" fmla="*/ 45906 w 109147"/>
                <a:gd name="connsiteY11" fmla="*/ 53753 h 99337"/>
                <a:gd name="connsiteX12" fmla="*/ 29391 w 109147"/>
                <a:gd name="connsiteY12" fmla="*/ 10557 h 99337"/>
                <a:gd name="connsiteX13" fmla="*/ 28490 w 109147"/>
                <a:gd name="connsiteY13" fmla="*/ 8084 h 99337"/>
                <a:gd name="connsiteX14" fmla="*/ 37348 w 109147"/>
                <a:gd name="connsiteY14" fmla="*/ 4594 h 99337"/>
                <a:gd name="connsiteX15" fmla="*/ 40951 w 109147"/>
                <a:gd name="connsiteY15" fmla="*/ 1685 h 99337"/>
                <a:gd name="connsiteX16" fmla="*/ 38699 w 109147"/>
                <a:gd name="connsiteY16" fmla="*/ 85 h 99337"/>
                <a:gd name="connsiteX17" fmla="*/ 19783 w 109147"/>
                <a:gd name="connsiteY17" fmla="*/ 521 h 99337"/>
                <a:gd name="connsiteX18" fmla="*/ 2968 w 109147"/>
                <a:gd name="connsiteY18" fmla="*/ 85 h 99337"/>
                <a:gd name="connsiteX19" fmla="*/ 115 w 109147"/>
                <a:gd name="connsiteY19" fmla="*/ 2994 h 99337"/>
                <a:gd name="connsiteX20" fmla="*/ 3568 w 109147"/>
                <a:gd name="connsiteY20" fmla="*/ 4594 h 99337"/>
                <a:gd name="connsiteX21" fmla="*/ 14528 w 109147"/>
                <a:gd name="connsiteY21" fmla="*/ 9539 h 99337"/>
                <a:gd name="connsiteX22" fmla="*/ 32994 w 109147"/>
                <a:gd name="connsiteY22" fmla="*/ 57389 h 99337"/>
                <a:gd name="connsiteX23" fmla="*/ 33595 w 109147"/>
                <a:gd name="connsiteY23" fmla="*/ 59862 h 99337"/>
                <a:gd name="connsiteX24" fmla="*/ 26839 w 109147"/>
                <a:gd name="connsiteY24" fmla="*/ 86332 h 99337"/>
                <a:gd name="connsiteX25" fmla="*/ 12726 w 109147"/>
                <a:gd name="connsiteY25" fmla="*/ 94913 h 99337"/>
                <a:gd name="connsiteX26" fmla="*/ 8673 w 109147"/>
                <a:gd name="connsiteY26" fmla="*/ 97822 h 99337"/>
                <a:gd name="connsiteX27" fmla="*/ 10775 w 109147"/>
                <a:gd name="connsiteY27" fmla="*/ 99422 h 99337"/>
                <a:gd name="connsiteX28" fmla="*/ 29691 w 109147"/>
                <a:gd name="connsiteY28" fmla="*/ 98986 h 99337"/>
                <a:gd name="connsiteX29" fmla="*/ 48909 w 109147"/>
                <a:gd name="connsiteY29" fmla="*/ 99422 h 99337"/>
                <a:gd name="connsiteX30" fmla="*/ 51761 w 109147"/>
                <a:gd name="connsiteY30" fmla="*/ 96513 h 99337"/>
                <a:gd name="connsiteX31" fmla="*/ 47557 w 109147"/>
                <a:gd name="connsiteY31" fmla="*/ 94913 h 99337"/>
                <a:gd name="connsiteX32" fmla="*/ 41852 w 109147"/>
                <a:gd name="connsiteY32" fmla="*/ 94622 h 99337"/>
                <a:gd name="connsiteX33" fmla="*/ 37799 w 109147"/>
                <a:gd name="connsiteY33" fmla="*/ 92295 h 99337"/>
                <a:gd name="connsiteX34" fmla="*/ 39901 w 109147"/>
                <a:gd name="connsiteY34" fmla="*/ 83132 h 99337"/>
                <a:gd name="connsiteX35" fmla="*/ 45155 w 109147"/>
                <a:gd name="connsiteY35" fmla="*/ 62625 h 99337"/>
                <a:gd name="connsiteX36" fmla="*/ 47257 w 109147"/>
                <a:gd name="connsiteY36" fmla="*/ 58116 h 99337"/>
                <a:gd name="connsiteX37" fmla="*/ 84490 w 109147"/>
                <a:gd name="connsiteY37" fmla="*/ 16665 h 9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147" h="99337">
                  <a:moveTo>
                    <a:pt x="84490" y="16665"/>
                  </a:moveTo>
                  <a:lnTo>
                    <a:pt x="86592" y="14629"/>
                  </a:lnTo>
                  <a:cubicBezTo>
                    <a:pt x="91096" y="10266"/>
                    <a:pt x="96051" y="5321"/>
                    <a:pt x="106260" y="4594"/>
                  </a:cubicBezTo>
                  <a:cubicBezTo>
                    <a:pt x="107911" y="4448"/>
                    <a:pt x="109262" y="4448"/>
                    <a:pt x="109262" y="1830"/>
                  </a:cubicBezTo>
                  <a:cubicBezTo>
                    <a:pt x="109262" y="667"/>
                    <a:pt x="108512" y="85"/>
                    <a:pt x="107311" y="85"/>
                  </a:cubicBezTo>
                  <a:cubicBezTo>
                    <a:pt x="103407" y="85"/>
                    <a:pt x="99053" y="521"/>
                    <a:pt x="95000" y="521"/>
                  </a:cubicBezTo>
                  <a:cubicBezTo>
                    <a:pt x="90045" y="521"/>
                    <a:pt x="84791" y="85"/>
                    <a:pt x="79986" y="85"/>
                  </a:cubicBezTo>
                  <a:cubicBezTo>
                    <a:pt x="79086" y="85"/>
                    <a:pt x="77134" y="85"/>
                    <a:pt x="77134" y="2848"/>
                  </a:cubicBezTo>
                  <a:cubicBezTo>
                    <a:pt x="77134" y="4448"/>
                    <a:pt x="78635" y="4594"/>
                    <a:pt x="79386" y="4594"/>
                  </a:cubicBezTo>
                  <a:cubicBezTo>
                    <a:pt x="80437" y="4594"/>
                    <a:pt x="84791" y="4884"/>
                    <a:pt x="84791" y="7939"/>
                  </a:cubicBezTo>
                  <a:cubicBezTo>
                    <a:pt x="84791" y="10411"/>
                    <a:pt x="81338" y="14193"/>
                    <a:pt x="80737" y="14920"/>
                  </a:cubicBezTo>
                  <a:lnTo>
                    <a:pt x="45906" y="53753"/>
                  </a:lnTo>
                  <a:lnTo>
                    <a:pt x="29391" y="10557"/>
                  </a:lnTo>
                  <a:cubicBezTo>
                    <a:pt x="28490" y="8520"/>
                    <a:pt x="28490" y="8230"/>
                    <a:pt x="28490" y="8084"/>
                  </a:cubicBezTo>
                  <a:cubicBezTo>
                    <a:pt x="28490" y="4594"/>
                    <a:pt x="35847" y="4594"/>
                    <a:pt x="37348" y="4594"/>
                  </a:cubicBezTo>
                  <a:cubicBezTo>
                    <a:pt x="39450" y="4594"/>
                    <a:pt x="40951" y="4594"/>
                    <a:pt x="40951" y="1685"/>
                  </a:cubicBezTo>
                  <a:cubicBezTo>
                    <a:pt x="40951" y="85"/>
                    <a:pt x="39150" y="85"/>
                    <a:pt x="38699" y="85"/>
                  </a:cubicBezTo>
                  <a:cubicBezTo>
                    <a:pt x="34496" y="85"/>
                    <a:pt x="23986" y="521"/>
                    <a:pt x="19783" y="521"/>
                  </a:cubicBezTo>
                  <a:cubicBezTo>
                    <a:pt x="16029" y="521"/>
                    <a:pt x="6721" y="85"/>
                    <a:pt x="2968" y="85"/>
                  </a:cubicBezTo>
                  <a:cubicBezTo>
                    <a:pt x="2067" y="85"/>
                    <a:pt x="115" y="85"/>
                    <a:pt x="115" y="2994"/>
                  </a:cubicBezTo>
                  <a:cubicBezTo>
                    <a:pt x="115" y="4594"/>
                    <a:pt x="1616" y="4594"/>
                    <a:pt x="3568" y="4594"/>
                  </a:cubicBezTo>
                  <a:cubicBezTo>
                    <a:pt x="12576" y="4594"/>
                    <a:pt x="13177" y="5902"/>
                    <a:pt x="14528" y="9539"/>
                  </a:cubicBezTo>
                  <a:lnTo>
                    <a:pt x="32994" y="57389"/>
                  </a:lnTo>
                  <a:cubicBezTo>
                    <a:pt x="33144" y="57825"/>
                    <a:pt x="33595" y="59425"/>
                    <a:pt x="33595" y="59862"/>
                  </a:cubicBezTo>
                  <a:cubicBezTo>
                    <a:pt x="33595" y="60298"/>
                    <a:pt x="27590" y="83714"/>
                    <a:pt x="26839" y="86332"/>
                  </a:cubicBezTo>
                  <a:cubicBezTo>
                    <a:pt x="24887" y="94332"/>
                    <a:pt x="24737" y="94768"/>
                    <a:pt x="12726" y="94913"/>
                  </a:cubicBezTo>
                  <a:cubicBezTo>
                    <a:pt x="9874" y="94913"/>
                    <a:pt x="8673" y="94913"/>
                    <a:pt x="8673" y="97822"/>
                  </a:cubicBezTo>
                  <a:cubicBezTo>
                    <a:pt x="8673" y="99422"/>
                    <a:pt x="10474" y="99422"/>
                    <a:pt x="10775" y="99422"/>
                  </a:cubicBezTo>
                  <a:cubicBezTo>
                    <a:pt x="14978" y="99422"/>
                    <a:pt x="25488" y="98986"/>
                    <a:pt x="29691" y="98986"/>
                  </a:cubicBezTo>
                  <a:cubicBezTo>
                    <a:pt x="33895" y="98986"/>
                    <a:pt x="44705" y="99422"/>
                    <a:pt x="48909" y="99422"/>
                  </a:cubicBezTo>
                  <a:cubicBezTo>
                    <a:pt x="49960" y="99422"/>
                    <a:pt x="51761" y="99422"/>
                    <a:pt x="51761" y="96513"/>
                  </a:cubicBezTo>
                  <a:cubicBezTo>
                    <a:pt x="51761" y="94913"/>
                    <a:pt x="50410" y="94913"/>
                    <a:pt x="47557" y="94913"/>
                  </a:cubicBezTo>
                  <a:cubicBezTo>
                    <a:pt x="47257" y="94913"/>
                    <a:pt x="44405" y="94913"/>
                    <a:pt x="41852" y="94622"/>
                  </a:cubicBezTo>
                  <a:cubicBezTo>
                    <a:pt x="38699" y="94332"/>
                    <a:pt x="37799" y="94041"/>
                    <a:pt x="37799" y="92295"/>
                  </a:cubicBezTo>
                  <a:cubicBezTo>
                    <a:pt x="37799" y="91277"/>
                    <a:pt x="39150" y="86187"/>
                    <a:pt x="39901" y="83132"/>
                  </a:cubicBezTo>
                  <a:lnTo>
                    <a:pt x="45155" y="62625"/>
                  </a:lnTo>
                  <a:cubicBezTo>
                    <a:pt x="45906" y="59862"/>
                    <a:pt x="46056" y="59425"/>
                    <a:pt x="47257" y="58116"/>
                  </a:cubicBezTo>
                  <a:lnTo>
                    <a:pt x="84490" y="1666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8" name="Freeform: Shape 57">
              <a:extLst>
                <a:ext uri="{FF2B5EF4-FFF2-40B4-BE49-F238E27FC236}">
                  <a16:creationId xmlns:a16="http://schemas.microsoft.com/office/drawing/2014/main" id="{31064775-55F7-2070-D034-D496E93AE218}"/>
                </a:ext>
              </a:extLst>
            </p:cNvPr>
            <p:cNvSpPr/>
            <p:nvPr>
              <p:custDataLst>
                <p:tags r:id="rId72"/>
              </p:custDataLst>
            </p:nvPr>
          </p:nvSpPr>
          <p:spPr>
            <a:xfrm>
              <a:off x="8848158" y="6079091"/>
              <a:ext cx="64212" cy="45916"/>
            </a:xfrm>
            <a:custGeom>
              <a:avLst/>
              <a:gdLst>
                <a:gd name="connsiteX0" fmla="*/ 8003 w 64212"/>
                <a:gd name="connsiteY0" fmla="*/ 38570 h 45916"/>
                <a:gd name="connsiteX1" fmla="*/ 6952 w 64212"/>
                <a:gd name="connsiteY1" fmla="*/ 42745 h 45916"/>
                <a:gd name="connsiteX2" fmla="*/ 10525 w 64212"/>
                <a:gd name="connsiteY2" fmla="*/ 46002 h 45916"/>
                <a:gd name="connsiteX3" fmla="*/ 14624 w 64212"/>
                <a:gd name="connsiteY3" fmla="*/ 43763 h 45916"/>
                <a:gd name="connsiteX4" fmla="*/ 16515 w 64212"/>
                <a:gd name="connsiteY4" fmla="*/ 37450 h 45916"/>
                <a:gd name="connsiteX5" fmla="*/ 18827 w 64212"/>
                <a:gd name="connsiteY5" fmla="*/ 28288 h 45916"/>
                <a:gd name="connsiteX6" fmla="*/ 20614 w 64212"/>
                <a:gd name="connsiteY6" fmla="*/ 21466 h 45916"/>
                <a:gd name="connsiteX7" fmla="*/ 25028 w 64212"/>
                <a:gd name="connsiteY7" fmla="*/ 12303 h 45916"/>
                <a:gd name="connsiteX8" fmla="*/ 40792 w 64212"/>
                <a:gd name="connsiteY8" fmla="*/ 2937 h 45916"/>
                <a:gd name="connsiteX9" fmla="*/ 46993 w 64212"/>
                <a:gd name="connsiteY9" fmla="*/ 10064 h 45916"/>
                <a:gd name="connsiteX10" fmla="*/ 40792 w 64212"/>
                <a:gd name="connsiteY10" fmla="*/ 31749 h 45916"/>
                <a:gd name="connsiteX11" fmla="*/ 39216 w 64212"/>
                <a:gd name="connsiteY11" fmla="*/ 37247 h 45916"/>
                <a:gd name="connsiteX12" fmla="*/ 49200 w 64212"/>
                <a:gd name="connsiteY12" fmla="*/ 46002 h 45916"/>
                <a:gd name="connsiteX13" fmla="*/ 64333 w 64212"/>
                <a:gd name="connsiteY13" fmla="*/ 30426 h 45916"/>
                <a:gd name="connsiteX14" fmla="*/ 62652 w 64212"/>
                <a:gd name="connsiteY14" fmla="*/ 29102 h 45916"/>
                <a:gd name="connsiteX15" fmla="*/ 60655 w 64212"/>
                <a:gd name="connsiteY15" fmla="*/ 30833 h 45916"/>
                <a:gd name="connsiteX16" fmla="*/ 49515 w 64212"/>
                <a:gd name="connsiteY16" fmla="*/ 43152 h 45916"/>
                <a:gd name="connsiteX17" fmla="*/ 46888 w 64212"/>
                <a:gd name="connsiteY17" fmla="*/ 39588 h 45916"/>
                <a:gd name="connsiteX18" fmla="*/ 49305 w 64212"/>
                <a:gd name="connsiteY18" fmla="*/ 31342 h 45916"/>
                <a:gd name="connsiteX19" fmla="*/ 54875 w 64212"/>
                <a:gd name="connsiteY19" fmla="*/ 11693 h 45916"/>
                <a:gd name="connsiteX20" fmla="*/ 41212 w 64212"/>
                <a:gd name="connsiteY20" fmla="*/ 86 h 45916"/>
                <a:gd name="connsiteX21" fmla="*/ 23452 w 64212"/>
                <a:gd name="connsiteY21" fmla="*/ 9351 h 45916"/>
                <a:gd name="connsiteX22" fmla="*/ 12207 w 64212"/>
                <a:gd name="connsiteY22" fmla="*/ 86 h 45916"/>
                <a:gd name="connsiteX23" fmla="*/ 3904 w 64212"/>
                <a:gd name="connsiteY23" fmla="*/ 5584 h 45916"/>
                <a:gd name="connsiteX24" fmla="*/ 121 w 64212"/>
                <a:gd name="connsiteY24" fmla="*/ 15663 h 45916"/>
                <a:gd name="connsiteX25" fmla="*/ 1907 w 64212"/>
                <a:gd name="connsiteY25" fmla="*/ 16987 h 45916"/>
                <a:gd name="connsiteX26" fmla="*/ 4219 w 64212"/>
                <a:gd name="connsiteY26" fmla="*/ 13932 h 45916"/>
                <a:gd name="connsiteX27" fmla="*/ 11891 w 64212"/>
                <a:gd name="connsiteY27" fmla="*/ 2937 h 45916"/>
                <a:gd name="connsiteX28" fmla="*/ 15359 w 64212"/>
                <a:gd name="connsiteY28" fmla="*/ 7926 h 45916"/>
                <a:gd name="connsiteX29" fmla="*/ 13678 w 64212"/>
                <a:gd name="connsiteY29" fmla="*/ 16376 h 45916"/>
                <a:gd name="connsiteX30" fmla="*/ 11366 w 64212"/>
                <a:gd name="connsiteY30" fmla="*/ 25539 h 45916"/>
                <a:gd name="connsiteX31" fmla="*/ 8003 w 64212"/>
                <a:gd name="connsiteY31" fmla="*/ 38570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12" h="45916">
                  <a:moveTo>
                    <a:pt x="8003" y="38570"/>
                  </a:moveTo>
                  <a:cubicBezTo>
                    <a:pt x="7582" y="39894"/>
                    <a:pt x="6952" y="42439"/>
                    <a:pt x="6952" y="42745"/>
                  </a:cubicBezTo>
                  <a:cubicBezTo>
                    <a:pt x="6952" y="44984"/>
                    <a:pt x="8844" y="46002"/>
                    <a:pt x="10525" y="46002"/>
                  </a:cubicBezTo>
                  <a:cubicBezTo>
                    <a:pt x="12417" y="46002"/>
                    <a:pt x="14098" y="44679"/>
                    <a:pt x="14624" y="43763"/>
                  </a:cubicBezTo>
                  <a:cubicBezTo>
                    <a:pt x="15149" y="42846"/>
                    <a:pt x="15990" y="39588"/>
                    <a:pt x="16515" y="37450"/>
                  </a:cubicBezTo>
                  <a:cubicBezTo>
                    <a:pt x="17041" y="35516"/>
                    <a:pt x="18197" y="30833"/>
                    <a:pt x="18827" y="28288"/>
                  </a:cubicBezTo>
                  <a:cubicBezTo>
                    <a:pt x="19458" y="26048"/>
                    <a:pt x="20089" y="23808"/>
                    <a:pt x="20614" y="21466"/>
                  </a:cubicBezTo>
                  <a:cubicBezTo>
                    <a:pt x="21770" y="17292"/>
                    <a:pt x="21980" y="16478"/>
                    <a:pt x="25028" y="12303"/>
                  </a:cubicBezTo>
                  <a:cubicBezTo>
                    <a:pt x="27971" y="8231"/>
                    <a:pt x="32910" y="2937"/>
                    <a:pt x="40792" y="2937"/>
                  </a:cubicBezTo>
                  <a:cubicBezTo>
                    <a:pt x="46888" y="2937"/>
                    <a:pt x="46993" y="8129"/>
                    <a:pt x="46993" y="10064"/>
                  </a:cubicBezTo>
                  <a:cubicBezTo>
                    <a:pt x="46993" y="16172"/>
                    <a:pt x="42474" y="27473"/>
                    <a:pt x="40792" y="31749"/>
                  </a:cubicBezTo>
                  <a:cubicBezTo>
                    <a:pt x="39636" y="34600"/>
                    <a:pt x="39216" y="35516"/>
                    <a:pt x="39216" y="37247"/>
                  </a:cubicBezTo>
                  <a:cubicBezTo>
                    <a:pt x="39216" y="42643"/>
                    <a:pt x="43840" y="46002"/>
                    <a:pt x="49200" y="46002"/>
                  </a:cubicBezTo>
                  <a:cubicBezTo>
                    <a:pt x="59709" y="46002"/>
                    <a:pt x="64333" y="31953"/>
                    <a:pt x="64333" y="30426"/>
                  </a:cubicBezTo>
                  <a:cubicBezTo>
                    <a:pt x="64333" y="29102"/>
                    <a:pt x="62967" y="29102"/>
                    <a:pt x="62652" y="29102"/>
                  </a:cubicBezTo>
                  <a:cubicBezTo>
                    <a:pt x="61180" y="29102"/>
                    <a:pt x="61075" y="29713"/>
                    <a:pt x="60655" y="30833"/>
                  </a:cubicBezTo>
                  <a:cubicBezTo>
                    <a:pt x="58238" y="38978"/>
                    <a:pt x="53719" y="43152"/>
                    <a:pt x="49515" y="43152"/>
                  </a:cubicBezTo>
                  <a:cubicBezTo>
                    <a:pt x="47308" y="43152"/>
                    <a:pt x="46888" y="41726"/>
                    <a:pt x="46888" y="39588"/>
                  </a:cubicBezTo>
                  <a:cubicBezTo>
                    <a:pt x="46888" y="37247"/>
                    <a:pt x="47413" y="35923"/>
                    <a:pt x="49305" y="31342"/>
                  </a:cubicBezTo>
                  <a:cubicBezTo>
                    <a:pt x="50566" y="28186"/>
                    <a:pt x="54875" y="17394"/>
                    <a:pt x="54875" y="11693"/>
                  </a:cubicBezTo>
                  <a:cubicBezTo>
                    <a:pt x="54875" y="1817"/>
                    <a:pt x="46782" y="86"/>
                    <a:pt x="41212" y="86"/>
                  </a:cubicBezTo>
                  <a:cubicBezTo>
                    <a:pt x="32490" y="86"/>
                    <a:pt x="26604" y="5279"/>
                    <a:pt x="23452" y="9351"/>
                  </a:cubicBezTo>
                  <a:cubicBezTo>
                    <a:pt x="22716" y="2326"/>
                    <a:pt x="16515" y="86"/>
                    <a:pt x="12207" y="86"/>
                  </a:cubicBezTo>
                  <a:cubicBezTo>
                    <a:pt x="7688" y="86"/>
                    <a:pt x="5270" y="3242"/>
                    <a:pt x="3904" y="5584"/>
                  </a:cubicBezTo>
                  <a:cubicBezTo>
                    <a:pt x="1592" y="9351"/>
                    <a:pt x="121" y="15154"/>
                    <a:pt x="121" y="15663"/>
                  </a:cubicBezTo>
                  <a:cubicBezTo>
                    <a:pt x="121" y="16987"/>
                    <a:pt x="1592" y="16987"/>
                    <a:pt x="1907" y="16987"/>
                  </a:cubicBezTo>
                  <a:cubicBezTo>
                    <a:pt x="3379" y="16987"/>
                    <a:pt x="3484" y="16681"/>
                    <a:pt x="4219" y="13932"/>
                  </a:cubicBezTo>
                  <a:cubicBezTo>
                    <a:pt x="5796" y="7926"/>
                    <a:pt x="7793" y="2937"/>
                    <a:pt x="11891" y="2937"/>
                  </a:cubicBezTo>
                  <a:cubicBezTo>
                    <a:pt x="14624" y="2937"/>
                    <a:pt x="15359" y="5177"/>
                    <a:pt x="15359" y="7926"/>
                  </a:cubicBezTo>
                  <a:cubicBezTo>
                    <a:pt x="15359" y="9860"/>
                    <a:pt x="14414" y="13627"/>
                    <a:pt x="13678" y="16376"/>
                  </a:cubicBezTo>
                  <a:cubicBezTo>
                    <a:pt x="12942" y="19125"/>
                    <a:pt x="11891" y="23299"/>
                    <a:pt x="11366" y="25539"/>
                  </a:cubicBezTo>
                  <a:lnTo>
                    <a:pt x="8003" y="385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59" name="Freeform: Shape 58">
              <a:extLst>
                <a:ext uri="{FF2B5EF4-FFF2-40B4-BE49-F238E27FC236}">
                  <a16:creationId xmlns:a16="http://schemas.microsoft.com/office/drawing/2014/main" id="{08879049-A6B5-3398-5CF3-9ED5DE1C2CB0}"/>
                </a:ext>
              </a:extLst>
            </p:cNvPr>
            <p:cNvSpPr/>
            <p:nvPr>
              <p:custDataLst>
                <p:tags r:id="rId73"/>
              </p:custDataLst>
            </p:nvPr>
          </p:nvSpPr>
          <p:spPr>
            <a:xfrm>
              <a:off x="8979106" y="6023634"/>
              <a:ext cx="91731" cy="84356"/>
            </a:xfrm>
            <a:custGeom>
              <a:avLst/>
              <a:gdLst>
                <a:gd name="connsiteX0" fmla="*/ 89008 w 91731"/>
                <a:gd name="connsiteY0" fmla="*/ 45463 h 84356"/>
                <a:gd name="connsiteX1" fmla="*/ 91861 w 91731"/>
                <a:gd name="connsiteY1" fmla="*/ 42263 h 84356"/>
                <a:gd name="connsiteX2" fmla="*/ 89008 w 91731"/>
                <a:gd name="connsiteY2" fmla="*/ 39063 h 84356"/>
                <a:gd name="connsiteX3" fmla="*/ 5834 w 91731"/>
                <a:gd name="connsiteY3" fmla="*/ 1103 h 84356"/>
                <a:gd name="connsiteX4" fmla="*/ 3132 w 91731"/>
                <a:gd name="connsiteY4" fmla="*/ 85 h 84356"/>
                <a:gd name="connsiteX5" fmla="*/ 129 w 91731"/>
                <a:gd name="connsiteY5" fmla="*/ 2994 h 84356"/>
                <a:gd name="connsiteX6" fmla="*/ 2982 w 91731"/>
                <a:gd name="connsiteY6" fmla="*/ 6193 h 84356"/>
                <a:gd name="connsiteX7" fmla="*/ 81802 w 91731"/>
                <a:gd name="connsiteY7" fmla="*/ 42263 h 84356"/>
                <a:gd name="connsiteX8" fmla="*/ 2982 w 91731"/>
                <a:gd name="connsiteY8" fmla="*/ 78333 h 84356"/>
                <a:gd name="connsiteX9" fmla="*/ 129 w 91731"/>
                <a:gd name="connsiteY9" fmla="*/ 81533 h 84356"/>
                <a:gd name="connsiteX10" fmla="*/ 3132 w 91731"/>
                <a:gd name="connsiteY10" fmla="*/ 84441 h 84356"/>
                <a:gd name="connsiteX11" fmla="*/ 5834 w 91731"/>
                <a:gd name="connsiteY11" fmla="*/ 83423 h 84356"/>
                <a:gd name="connsiteX12" fmla="*/ 89008 w 91731"/>
                <a:gd name="connsiteY12" fmla="*/ 45463 h 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731" h="84356">
                  <a:moveTo>
                    <a:pt x="89008" y="45463"/>
                  </a:moveTo>
                  <a:cubicBezTo>
                    <a:pt x="90660" y="44736"/>
                    <a:pt x="91861" y="44008"/>
                    <a:pt x="91861" y="42263"/>
                  </a:cubicBezTo>
                  <a:cubicBezTo>
                    <a:pt x="91861" y="40518"/>
                    <a:pt x="90660" y="39791"/>
                    <a:pt x="89008" y="39063"/>
                  </a:cubicBezTo>
                  <a:lnTo>
                    <a:pt x="5834" y="1103"/>
                  </a:lnTo>
                  <a:cubicBezTo>
                    <a:pt x="3882" y="85"/>
                    <a:pt x="3582" y="85"/>
                    <a:pt x="3132" y="85"/>
                  </a:cubicBezTo>
                  <a:cubicBezTo>
                    <a:pt x="1480" y="85"/>
                    <a:pt x="129" y="1394"/>
                    <a:pt x="129" y="2994"/>
                  </a:cubicBezTo>
                  <a:cubicBezTo>
                    <a:pt x="129" y="4303"/>
                    <a:pt x="880" y="5175"/>
                    <a:pt x="2982" y="6193"/>
                  </a:cubicBezTo>
                  <a:lnTo>
                    <a:pt x="81802" y="42263"/>
                  </a:lnTo>
                  <a:lnTo>
                    <a:pt x="2982" y="78333"/>
                  </a:lnTo>
                  <a:cubicBezTo>
                    <a:pt x="880" y="79351"/>
                    <a:pt x="129" y="80224"/>
                    <a:pt x="129" y="81533"/>
                  </a:cubicBezTo>
                  <a:cubicBezTo>
                    <a:pt x="129" y="83132"/>
                    <a:pt x="1480" y="84441"/>
                    <a:pt x="3132" y="84441"/>
                  </a:cubicBezTo>
                  <a:cubicBezTo>
                    <a:pt x="3582" y="84441"/>
                    <a:pt x="3882" y="84441"/>
                    <a:pt x="5834" y="83423"/>
                  </a:cubicBezTo>
                  <a:lnTo>
                    <a:pt x="89008" y="454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0" name="Freeform: Shape 59">
              <a:extLst>
                <a:ext uri="{FF2B5EF4-FFF2-40B4-BE49-F238E27FC236}">
                  <a16:creationId xmlns:a16="http://schemas.microsoft.com/office/drawing/2014/main" id="{5929B82E-2173-776C-7006-F34B25D9D373}"/>
                </a:ext>
              </a:extLst>
            </p:cNvPr>
            <p:cNvSpPr/>
            <p:nvPr>
              <p:custDataLst>
                <p:tags r:id="rId74"/>
              </p:custDataLst>
            </p:nvPr>
          </p:nvSpPr>
          <p:spPr>
            <a:xfrm>
              <a:off x="9123167" y="6006035"/>
              <a:ext cx="61554" cy="125953"/>
            </a:xfrm>
            <a:custGeom>
              <a:avLst/>
              <a:gdLst>
                <a:gd name="connsiteX0" fmla="*/ 61694 w 61554"/>
                <a:gd name="connsiteY0" fmla="*/ 5321 h 125953"/>
                <a:gd name="connsiteX1" fmla="*/ 55989 w 61554"/>
                <a:gd name="connsiteY1" fmla="*/ 85 h 125953"/>
                <a:gd name="connsiteX2" fmla="*/ 48032 w 61554"/>
                <a:gd name="connsiteY2" fmla="*/ 7793 h 125953"/>
                <a:gd name="connsiteX3" fmla="*/ 53587 w 61554"/>
                <a:gd name="connsiteY3" fmla="*/ 13029 h 125953"/>
                <a:gd name="connsiteX4" fmla="*/ 61694 w 61554"/>
                <a:gd name="connsiteY4" fmla="*/ 5321 h 125953"/>
                <a:gd name="connsiteX5" fmla="*/ 31517 w 61554"/>
                <a:gd name="connsiteY5" fmla="*/ 103494 h 125953"/>
                <a:gd name="connsiteX6" fmla="*/ 13051 w 61554"/>
                <a:gd name="connsiteY6" fmla="*/ 122838 h 125953"/>
                <a:gd name="connsiteX7" fmla="*/ 7196 w 61554"/>
                <a:gd name="connsiteY7" fmla="*/ 121529 h 125953"/>
                <a:gd name="connsiteX8" fmla="*/ 13952 w 61554"/>
                <a:gd name="connsiteY8" fmla="*/ 113821 h 125953"/>
                <a:gd name="connsiteX9" fmla="*/ 8247 w 61554"/>
                <a:gd name="connsiteY9" fmla="*/ 108730 h 125953"/>
                <a:gd name="connsiteX10" fmla="*/ 139 w 61554"/>
                <a:gd name="connsiteY10" fmla="*/ 117021 h 125953"/>
                <a:gd name="connsiteX11" fmla="*/ 13351 w 61554"/>
                <a:gd name="connsiteY11" fmla="*/ 126038 h 125953"/>
                <a:gd name="connsiteX12" fmla="*/ 41576 w 61554"/>
                <a:gd name="connsiteY12" fmla="*/ 103931 h 125953"/>
                <a:gd name="connsiteX13" fmla="*/ 55389 w 61554"/>
                <a:gd name="connsiteY13" fmla="*/ 50699 h 125953"/>
                <a:gd name="connsiteX14" fmla="*/ 56139 w 61554"/>
                <a:gd name="connsiteY14" fmla="*/ 45317 h 125953"/>
                <a:gd name="connsiteX15" fmla="*/ 42327 w 61554"/>
                <a:gd name="connsiteY15" fmla="*/ 31937 h 125953"/>
                <a:gd name="connsiteX16" fmla="*/ 18456 w 61554"/>
                <a:gd name="connsiteY16" fmla="*/ 54335 h 125953"/>
                <a:gd name="connsiteX17" fmla="*/ 20257 w 61554"/>
                <a:gd name="connsiteY17" fmla="*/ 55789 h 125953"/>
                <a:gd name="connsiteX18" fmla="*/ 22960 w 61554"/>
                <a:gd name="connsiteY18" fmla="*/ 52880 h 125953"/>
                <a:gd name="connsiteX19" fmla="*/ 41877 w 61554"/>
                <a:gd name="connsiteY19" fmla="*/ 35136 h 125953"/>
                <a:gd name="connsiteX20" fmla="*/ 46681 w 61554"/>
                <a:gd name="connsiteY20" fmla="*/ 41827 h 125953"/>
                <a:gd name="connsiteX21" fmla="*/ 45630 w 61554"/>
                <a:gd name="connsiteY21" fmla="*/ 49244 h 125953"/>
                <a:gd name="connsiteX22" fmla="*/ 31517 w 61554"/>
                <a:gd name="connsiteY22" fmla="*/ 103494 h 125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1554" h="125953">
                  <a:moveTo>
                    <a:pt x="61694" y="5321"/>
                  </a:moveTo>
                  <a:cubicBezTo>
                    <a:pt x="61694" y="2557"/>
                    <a:pt x="59593" y="85"/>
                    <a:pt x="55989" y="85"/>
                  </a:cubicBezTo>
                  <a:cubicBezTo>
                    <a:pt x="52536" y="85"/>
                    <a:pt x="48032" y="3430"/>
                    <a:pt x="48032" y="7793"/>
                  </a:cubicBezTo>
                  <a:cubicBezTo>
                    <a:pt x="48032" y="10702"/>
                    <a:pt x="50134" y="13029"/>
                    <a:pt x="53587" y="13029"/>
                  </a:cubicBezTo>
                  <a:cubicBezTo>
                    <a:pt x="57641" y="13029"/>
                    <a:pt x="61694" y="9248"/>
                    <a:pt x="61694" y="5321"/>
                  </a:cubicBezTo>
                  <a:close/>
                  <a:moveTo>
                    <a:pt x="31517" y="103494"/>
                  </a:moveTo>
                  <a:cubicBezTo>
                    <a:pt x="28665" y="114548"/>
                    <a:pt x="21459" y="122838"/>
                    <a:pt x="13051" y="122838"/>
                  </a:cubicBezTo>
                  <a:cubicBezTo>
                    <a:pt x="12150" y="122838"/>
                    <a:pt x="9898" y="122838"/>
                    <a:pt x="7196" y="121529"/>
                  </a:cubicBezTo>
                  <a:cubicBezTo>
                    <a:pt x="11700" y="120511"/>
                    <a:pt x="13952" y="116730"/>
                    <a:pt x="13952" y="113821"/>
                  </a:cubicBezTo>
                  <a:cubicBezTo>
                    <a:pt x="13952" y="111494"/>
                    <a:pt x="12300" y="108730"/>
                    <a:pt x="8247" y="108730"/>
                  </a:cubicBezTo>
                  <a:cubicBezTo>
                    <a:pt x="4493" y="108730"/>
                    <a:pt x="139" y="111785"/>
                    <a:pt x="139" y="117021"/>
                  </a:cubicBezTo>
                  <a:cubicBezTo>
                    <a:pt x="139" y="122838"/>
                    <a:pt x="6145" y="126038"/>
                    <a:pt x="13351" y="126038"/>
                  </a:cubicBezTo>
                  <a:cubicBezTo>
                    <a:pt x="23861" y="126038"/>
                    <a:pt x="37823" y="118330"/>
                    <a:pt x="41576" y="103931"/>
                  </a:cubicBezTo>
                  <a:lnTo>
                    <a:pt x="55389" y="50699"/>
                  </a:lnTo>
                  <a:cubicBezTo>
                    <a:pt x="56139" y="47790"/>
                    <a:pt x="56139" y="45754"/>
                    <a:pt x="56139" y="45317"/>
                  </a:cubicBezTo>
                  <a:cubicBezTo>
                    <a:pt x="56139" y="37027"/>
                    <a:pt x="49834" y="31937"/>
                    <a:pt x="42327" y="31937"/>
                  </a:cubicBezTo>
                  <a:cubicBezTo>
                    <a:pt x="27013" y="31937"/>
                    <a:pt x="18456" y="53026"/>
                    <a:pt x="18456" y="54335"/>
                  </a:cubicBezTo>
                  <a:cubicBezTo>
                    <a:pt x="18456" y="55789"/>
                    <a:pt x="19957" y="55789"/>
                    <a:pt x="20257" y="55789"/>
                  </a:cubicBezTo>
                  <a:cubicBezTo>
                    <a:pt x="21609" y="55789"/>
                    <a:pt x="21759" y="55644"/>
                    <a:pt x="22960" y="52880"/>
                  </a:cubicBezTo>
                  <a:cubicBezTo>
                    <a:pt x="26713" y="44008"/>
                    <a:pt x="33619" y="35136"/>
                    <a:pt x="41877" y="35136"/>
                  </a:cubicBezTo>
                  <a:cubicBezTo>
                    <a:pt x="43979" y="35136"/>
                    <a:pt x="46681" y="35718"/>
                    <a:pt x="46681" y="41827"/>
                  </a:cubicBezTo>
                  <a:cubicBezTo>
                    <a:pt x="46681" y="45172"/>
                    <a:pt x="46231" y="46772"/>
                    <a:pt x="45630" y="49244"/>
                  </a:cubicBezTo>
                  <a:lnTo>
                    <a:pt x="31517" y="1034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1" name="Freeform: Shape 60">
              <a:extLst>
                <a:ext uri="{FF2B5EF4-FFF2-40B4-BE49-F238E27FC236}">
                  <a16:creationId xmlns:a16="http://schemas.microsoft.com/office/drawing/2014/main" id="{326516E8-584C-350D-9C0D-794D50771906}"/>
                </a:ext>
              </a:extLst>
            </p:cNvPr>
            <p:cNvSpPr/>
            <p:nvPr>
              <p:custDataLst>
                <p:tags r:id="rId75"/>
              </p:custDataLst>
            </p:nvPr>
          </p:nvSpPr>
          <p:spPr>
            <a:xfrm>
              <a:off x="9204097" y="5993091"/>
              <a:ext cx="34831" cy="145442"/>
            </a:xfrm>
            <a:custGeom>
              <a:avLst/>
              <a:gdLst>
                <a:gd name="connsiteX0" fmla="*/ 34975 w 34831"/>
                <a:gd name="connsiteY0" fmla="*/ 72806 h 145442"/>
                <a:gd name="connsiteX1" fmla="*/ 25066 w 34831"/>
                <a:gd name="connsiteY1" fmla="*/ 27428 h 145442"/>
                <a:gd name="connsiteX2" fmla="*/ 1646 w 34831"/>
                <a:gd name="connsiteY2" fmla="*/ 85 h 145442"/>
                <a:gd name="connsiteX3" fmla="*/ 144 w 34831"/>
                <a:gd name="connsiteY3" fmla="*/ 1539 h 145442"/>
                <a:gd name="connsiteX4" fmla="*/ 2997 w 34831"/>
                <a:gd name="connsiteY4" fmla="*/ 4884 h 145442"/>
                <a:gd name="connsiteX5" fmla="*/ 26267 w 34831"/>
                <a:gd name="connsiteY5" fmla="*/ 72806 h 145442"/>
                <a:gd name="connsiteX6" fmla="*/ 2096 w 34831"/>
                <a:gd name="connsiteY6" fmla="*/ 141600 h 145442"/>
                <a:gd name="connsiteX7" fmla="*/ 144 w 34831"/>
                <a:gd name="connsiteY7" fmla="*/ 144073 h 145442"/>
                <a:gd name="connsiteX8" fmla="*/ 1646 w 34831"/>
                <a:gd name="connsiteY8" fmla="*/ 145527 h 145442"/>
                <a:gd name="connsiteX9" fmla="*/ 25517 w 34831"/>
                <a:gd name="connsiteY9" fmla="*/ 117166 h 145442"/>
                <a:gd name="connsiteX10" fmla="*/ 34975 w 34831"/>
                <a:gd name="connsiteY10" fmla="*/ 72806 h 14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31" h="145442">
                  <a:moveTo>
                    <a:pt x="34975" y="72806"/>
                  </a:moveTo>
                  <a:cubicBezTo>
                    <a:pt x="34975" y="61462"/>
                    <a:pt x="33324" y="43863"/>
                    <a:pt x="25066" y="27428"/>
                  </a:cubicBezTo>
                  <a:cubicBezTo>
                    <a:pt x="16058" y="9539"/>
                    <a:pt x="3147" y="85"/>
                    <a:pt x="1646" y="85"/>
                  </a:cubicBezTo>
                  <a:cubicBezTo>
                    <a:pt x="745" y="85"/>
                    <a:pt x="144" y="667"/>
                    <a:pt x="144" y="1539"/>
                  </a:cubicBezTo>
                  <a:cubicBezTo>
                    <a:pt x="144" y="1976"/>
                    <a:pt x="144" y="2266"/>
                    <a:pt x="2997" y="4884"/>
                  </a:cubicBezTo>
                  <a:cubicBezTo>
                    <a:pt x="17710" y="19283"/>
                    <a:pt x="26267" y="42409"/>
                    <a:pt x="26267" y="72806"/>
                  </a:cubicBezTo>
                  <a:cubicBezTo>
                    <a:pt x="26267" y="97677"/>
                    <a:pt x="20713" y="123275"/>
                    <a:pt x="2096" y="141600"/>
                  </a:cubicBezTo>
                  <a:cubicBezTo>
                    <a:pt x="144" y="143346"/>
                    <a:pt x="144" y="143637"/>
                    <a:pt x="144" y="144073"/>
                  </a:cubicBezTo>
                  <a:cubicBezTo>
                    <a:pt x="144" y="144946"/>
                    <a:pt x="745" y="145527"/>
                    <a:pt x="1646" y="145527"/>
                  </a:cubicBezTo>
                  <a:cubicBezTo>
                    <a:pt x="3147" y="145527"/>
                    <a:pt x="16659" y="135637"/>
                    <a:pt x="25517" y="117166"/>
                  </a:cubicBezTo>
                  <a:cubicBezTo>
                    <a:pt x="33174" y="101167"/>
                    <a:pt x="34975" y="85023"/>
                    <a:pt x="34975" y="7280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2" name="Freeform: Shape 61">
              <a:extLst>
                <a:ext uri="{FF2B5EF4-FFF2-40B4-BE49-F238E27FC236}">
                  <a16:creationId xmlns:a16="http://schemas.microsoft.com/office/drawing/2014/main" id="{F304689F-C301-E73B-4272-09C8B0558F44}"/>
                </a:ext>
              </a:extLst>
            </p:cNvPr>
            <p:cNvSpPr/>
            <p:nvPr>
              <p:custDataLst>
                <p:tags r:id="rId76"/>
              </p:custDataLst>
            </p:nvPr>
          </p:nvSpPr>
          <p:spPr>
            <a:xfrm>
              <a:off x="9322051" y="5949029"/>
              <a:ext cx="99839" cy="34033"/>
            </a:xfrm>
            <a:custGeom>
              <a:avLst/>
              <a:gdLst>
                <a:gd name="connsiteX0" fmla="*/ 94887 w 99839"/>
                <a:gd name="connsiteY0" fmla="*/ 5896 h 34033"/>
                <a:gd name="connsiteX1" fmla="*/ 99991 w 99839"/>
                <a:gd name="connsiteY1" fmla="*/ 2987 h 34033"/>
                <a:gd name="connsiteX2" fmla="*/ 95037 w 99839"/>
                <a:gd name="connsiteY2" fmla="*/ 78 h 34033"/>
                <a:gd name="connsiteX3" fmla="*/ 5106 w 99839"/>
                <a:gd name="connsiteY3" fmla="*/ 78 h 34033"/>
                <a:gd name="connsiteX4" fmla="*/ 152 w 99839"/>
                <a:gd name="connsiteY4" fmla="*/ 2987 h 34033"/>
                <a:gd name="connsiteX5" fmla="*/ 5257 w 99839"/>
                <a:gd name="connsiteY5" fmla="*/ 5896 h 34033"/>
                <a:gd name="connsiteX6" fmla="*/ 94887 w 99839"/>
                <a:gd name="connsiteY6" fmla="*/ 5896 h 34033"/>
                <a:gd name="connsiteX7" fmla="*/ 95037 w 99839"/>
                <a:gd name="connsiteY7" fmla="*/ 34112 h 34033"/>
                <a:gd name="connsiteX8" fmla="*/ 99991 w 99839"/>
                <a:gd name="connsiteY8" fmla="*/ 31203 h 34033"/>
                <a:gd name="connsiteX9" fmla="*/ 94887 w 99839"/>
                <a:gd name="connsiteY9" fmla="*/ 28294 h 34033"/>
                <a:gd name="connsiteX10" fmla="*/ 5257 w 99839"/>
                <a:gd name="connsiteY10" fmla="*/ 28294 h 34033"/>
                <a:gd name="connsiteX11" fmla="*/ 152 w 99839"/>
                <a:gd name="connsiteY11" fmla="*/ 31203 h 34033"/>
                <a:gd name="connsiteX12" fmla="*/ 5106 w 99839"/>
                <a:gd name="connsiteY12" fmla="*/ 34112 h 34033"/>
                <a:gd name="connsiteX13" fmla="*/ 95037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4887" y="5896"/>
                  </a:moveTo>
                  <a:cubicBezTo>
                    <a:pt x="97139" y="5896"/>
                    <a:pt x="99991" y="5896"/>
                    <a:pt x="99991" y="2987"/>
                  </a:cubicBezTo>
                  <a:cubicBezTo>
                    <a:pt x="99991" y="78"/>
                    <a:pt x="97139" y="78"/>
                    <a:pt x="95037" y="78"/>
                  </a:cubicBezTo>
                  <a:lnTo>
                    <a:pt x="5106" y="78"/>
                  </a:lnTo>
                  <a:cubicBezTo>
                    <a:pt x="3005" y="78"/>
                    <a:pt x="152" y="78"/>
                    <a:pt x="152" y="2987"/>
                  </a:cubicBezTo>
                  <a:cubicBezTo>
                    <a:pt x="152" y="5896"/>
                    <a:pt x="3005" y="5896"/>
                    <a:pt x="5257" y="5896"/>
                  </a:cubicBezTo>
                  <a:lnTo>
                    <a:pt x="94887" y="5896"/>
                  </a:lnTo>
                  <a:close/>
                  <a:moveTo>
                    <a:pt x="95037" y="34112"/>
                  </a:moveTo>
                  <a:cubicBezTo>
                    <a:pt x="97139" y="34112"/>
                    <a:pt x="99991" y="34112"/>
                    <a:pt x="99991" y="31203"/>
                  </a:cubicBezTo>
                  <a:cubicBezTo>
                    <a:pt x="99991" y="28294"/>
                    <a:pt x="97139" y="28294"/>
                    <a:pt x="94887" y="28294"/>
                  </a:cubicBezTo>
                  <a:lnTo>
                    <a:pt x="5257" y="28294"/>
                  </a:lnTo>
                  <a:cubicBezTo>
                    <a:pt x="3005" y="28294"/>
                    <a:pt x="152" y="28294"/>
                    <a:pt x="152" y="31203"/>
                  </a:cubicBezTo>
                  <a:cubicBezTo>
                    <a:pt x="152" y="34112"/>
                    <a:pt x="3005" y="34112"/>
                    <a:pt x="5106" y="34112"/>
                  </a:cubicBezTo>
                  <a:lnTo>
                    <a:pt x="95037"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63" name="Freeform: Shape 62">
              <a:extLst>
                <a:ext uri="{FF2B5EF4-FFF2-40B4-BE49-F238E27FC236}">
                  <a16:creationId xmlns:a16="http://schemas.microsoft.com/office/drawing/2014/main" id="{F9D1DEC5-138A-C49A-3CD6-46F715EC1C3B}"/>
                </a:ext>
              </a:extLst>
            </p:cNvPr>
            <p:cNvSpPr/>
            <p:nvPr>
              <p:custDataLst>
                <p:tags r:id="rId77"/>
              </p:custDataLst>
            </p:nvPr>
          </p:nvSpPr>
          <p:spPr>
            <a:xfrm>
              <a:off x="9479024" y="5938121"/>
              <a:ext cx="57651" cy="65885"/>
            </a:xfrm>
            <a:custGeom>
              <a:avLst/>
              <a:gdLst>
                <a:gd name="connsiteX0" fmla="*/ 21331 w 57651"/>
                <a:gd name="connsiteY0" fmla="*/ 30766 h 65885"/>
                <a:gd name="connsiteX1" fmla="*/ 44302 w 57651"/>
                <a:gd name="connsiteY1" fmla="*/ 27421 h 65885"/>
                <a:gd name="connsiteX2" fmla="*/ 55562 w 57651"/>
                <a:gd name="connsiteY2" fmla="*/ 12441 h 65885"/>
                <a:gd name="connsiteX3" fmla="*/ 39498 w 57651"/>
                <a:gd name="connsiteY3" fmla="*/ 78 h 65885"/>
                <a:gd name="connsiteX4" fmla="*/ 163 w 57651"/>
                <a:gd name="connsiteY4" fmla="*/ 39638 h 65885"/>
                <a:gd name="connsiteX5" fmla="*/ 23734 w 57651"/>
                <a:gd name="connsiteY5" fmla="*/ 65963 h 65885"/>
                <a:gd name="connsiteX6" fmla="*/ 57814 w 57651"/>
                <a:gd name="connsiteY6" fmla="*/ 48801 h 65885"/>
                <a:gd name="connsiteX7" fmla="*/ 56012 w 57651"/>
                <a:gd name="connsiteY7" fmla="*/ 46910 h 65885"/>
                <a:gd name="connsiteX8" fmla="*/ 54061 w 57651"/>
                <a:gd name="connsiteY8" fmla="*/ 48365 h 65885"/>
                <a:gd name="connsiteX9" fmla="*/ 24034 w 57651"/>
                <a:gd name="connsiteY9" fmla="*/ 62764 h 65885"/>
                <a:gd name="connsiteX10" fmla="*/ 10972 w 57651"/>
                <a:gd name="connsiteY10" fmla="*/ 45892 h 65885"/>
                <a:gd name="connsiteX11" fmla="*/ 13374 w 57651"/>
                <a:gd name="connsiteY11" fmla="*/ 30766 h 65885"/>
                <a:gd name="connsiteX12" fmla="*/ 21331 w 57651"/>
                <a:gd name="connsiteY12" fmla="*/ 30766 h 65885"/>
                <a:gd name="connsiteX13" fmla="*/ 14275 w 57651"/>
                <a:gd name="connsiteY13" fmla="*/ 27567 h 65885"/>
                <a:gd name="connsiteX14" fmla="*/ 39498 w 57651"/>
                <a:gd name="connsiteY14" fmla="*/ 3278 h 65885"/>
                <a:gd name="connsiteX15" fmla="*/ 50608 w 57651"/>
                <a:gd name="connsiteY15" fmla="*/ 12441 h 65885"/>
                <a:gd name="connsiteX16" fmla="*/ 20431 w 57651"/>
                <a:gd name="connsiteY16" fmla="*/ 27567 h 65885"/>
                <a:gd name="connsiteX17" fmla="*/ 14275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31" y="30766"/>
                  </a:moveTo>
                  <a:cubicBezTo>
                    <a:pt x="25685" y="30766"/>
                    <a:pt x="36795" y="30475"/>
                    <a:pt x="44302" y="27421"/>
                  </a:cubicBezTo>
                  <a:cubicBezTo>
                    <a:pt x="54811" y="23058"/>
                    <a:pt x="55562" y="14477"/>
                    <a:pt x="55562" y="12441"/>
                  </a:cubicBezTo>
                  <a:cubicBezTo>
                    <a:pt x="55562" y="6041"/>
                    <a:pt x="49857" y="78"/>
                    <a:pt x="39498" y="78"/>
                  </a:cubicBezTo>
                  <a:cubicBezTo>
                    <a:pt x="22833" y="78"/>
                    <a:pt x="163" y="14186"/>
                    <a:pt x="163" y="39638"/>
                  </a:cubicBezTo>
                  <a:cubicBezTo>
                    <a:pt x="163" y="54473"/>
                    <a:pt x="9020" y="65963"/>
                    <a:pt x="23734" y="65963"/>
                  </a:cubicBezTo>
                  <a:cubicBezTo>
                    <a:pt x="45203" y="65963"/>
                    <a:pt x="57814" y="50547"/>
                    <a:pt x="57814" y="48801"/>
                  </a:cubicBezTo>
                  <a:cubicBezTo>
                    <a:pt x="57814" y="47929"/>
                    <a:pt x="56913" y="46910"/>
                    <a:pt x="56012" y="46910"/>
                  </a:cubicBezTo>
                  <a:cubicBezTo>
                    <a:pt x="55262" y="46910"/>
                    <a:pt x="54961" y="47201"/>
                    <a:pt x="54061" y="48365"/>
                  </a:cubicBezTo>
                  <a:cubicBezTo>
                    <a:pt x="42200" y="62764"/>
                    <a:pt x="25835" y="62764"/>
                    <a:pt x="24034" y="62764"/>
                  </a:cubicBezTo>
                  <a:cubicBezTo>
                    <a:pt x="12323" y="62764"/>
                    <a:pt x="10972" y="50547"/>
                    <a:pt x="10972" y="45892"/>
                  </a:cubicBezTo>
                  <a:cubicBezTo>
                    <a:pt x="10972" y="44147"/>
                    <a:pt x="11122" y="39638"/>
                    <a:pt x="13374" y="30766"/>
                  </a:cubicBezTo>
                  <a:lnTo>
                    <a:pt x="21331" y="30766"/>
                  </a:lnTo>
                  <a:close/>
                  <a:moveTo>
                    <a:pt x="14275" y="27567"/>
                  </a:moveTo>
                  <a:cubicBezTo>
                    <a:pt x="20130" y="5459"/>
                    <a:pt x="35594" y="3278"/>
                    <a:pt x="39498" y="3278"/>
                  </a:cubicBezTo>
                  <a:cubicBezTo>
                    <a:pt x="46554" y="3278"/>
                    <a:pt x="50608" y="7496"/>
                    <a:pt x="50608" y="12441"/>
                  </a:cubicBezTo>
                  <a:cubicBezTo>
                    <a:pt x="50608" y="27567"/>
                    <a:pt x="26586" y="27567"/>
                    <a:pt x="20431" y="27567"/>
                  </a:cubicBezTo>
                  <a:lnTo>
                    <a:pt x="14275"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6" name="Freeform: Shape 1855">
              <a:extLst>
                <a:ext uri="{FF2B5EF4-FFF2-40B4-BE49-F238E27FC236}">
                  <a16:creationId xmlns:a16="http://schemas.microsoft.com/office/drawing/2014/main" id="{31F18059-E965-EFD2-CF90-B866C299F8E9}"/>
                </a:ext>
              </a:extLst>
            </p:cNvPr>
            <p:cNvSpPr/>
            <p:nvPr>
              <p:custDataLst>
                <p:tags r:id="rId78"/>
              </p:custDataLst>
            </p:nvPr>
          </p:nvSpPr>
          <p:spPr>
            <a:xfrm>
              <a:off x="9554110" y="5865997"/>
              <a:ext cx="27324" cy="101707"/>
            </a:xfrm>
            <a:custGeom>
              <a:avLst/>
              <a:gdLst>
                <a:gd name="connsiteX0" fmla="*/ 25390 w 27324"/>
                <a:gd name="connsiteY0" fmla="*/ 74 h 101707"/>
                <a:gd name="connsiteX1" fmla="*/ 167 w 27324"/>
                <a:gd name="connsiteY1" fmla="*/ 50877 h 101707"/>
                <a:gd name="connsiteX2" fmla="*/ 25390 w 27324"/>
                <a:gd name="connsiteY2" fmla="*/ 101782 h 101707"/>
                <a:gd name="connsiteX3" fmla="*/ 27492 w 27324"/>
                <a:gd name="connsiteY3" fmla="*/ 100560 h 101707"/>
                <a:gd name="connsiteX4" fmla="*/ 26441 w 27324"/>
                <a:gd name="connsiteY4" fmla="*/ 99033 h 101707"/>
                <a:gd name="connsiteX5" fmla="*/ 7314 w 27324"/>
                <a:gd name="connsiteY5" fmla="*/ 50979 h 101707"/>
                <a:gd name="connsiteX6" fmla="*/ 26756 w 27324"/>
                <a:gd name="connsiteY6" fmla="*/ 2517 h 101707"/>
                <a:gd name="connsiteX7" fmla="*/ 27492 w 27324"/>
                <a:gd name="connsiteY7" fmla="*/ 1296 h 101707"/>
                <a:gd name="connsiteX8" fmla="*/ 25390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390" y="74"/>
                  </a:moveTo>
                  <a:cubicBezTo>
                    <a:pt x="5422" y="13716"/>
                    <a:pt x="167" y="35300"/>
                    <a:pt x="167" y="50877"/>
                  </a:cubicBezTo>
                  <a:cubicBezTo>
                    <a:pt x="167" y="65232"/>
                    <a:pt x="4581" y="87528"/>
                    <a:pt x="25390" y="101782"/>
                  </a:cubicBezTo>
                  <a:cubicBezTo>
                    <a:pt x="26230" y="101782"/>
                    <a:pt x="27492" y="101782"/>
                    <a:pt x="27492" y="100560"/>
                  </a:cubicBezTo>
                  <a:cubicBezTo>
                    <a:pt x="27492" y="99949"/>
                    <a:pt x="27176" y="99746"/>
                    <a:pt x="26441" y="99033"/>
                  </a:cubicBezTo>
                  <a:cubicBezTo>
                    <a:pt x="12463" y="86816"/>
                    <a:pt x="7314" y="69508"/>
                    <a:pt x="7314" y="50979"/>
                  </a:cubicBezTo>
                  <a:cubicBezTo>
                    <a:pt x="7314" y="23490"/>
                    <a:pt x="18138" y="10051"/>
                    <a:pt x="26756" y="2517"/>
                  </a:cubicBezTo>
                  <a:cubicBezTo>
                    <a:pt x="27176" y="2110"/>
                    <a:pt x="27492" y="1805"/>
                    <a:pt x="27492" y="1296"/>
                  </a:cubicBezTo>
                  <a:cubicBezTo>
                    <a:pt x="27492" y="74"/>
                    <a:pt x="26230" y="74"/>
                    <a:pt x="25390"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7" name="Freeform: Shape 1856">
              <a:extLst>
                <a:ext uri="{FF2B5EF4-FFF2-40B4-BE49-F238E27FC236}">
                  <a16:creationId xmlns:a16="http://schemas.microsoft.com/office/drawing/2014/main" id="{C4D0A3F3-99B5-96CE-984B-AF58C0427D38}"/>
                </a:ext>
              </a:extLst>
            </p:cNvPr>
            <p:cNvSpPr/>
            <p:nvPr>
              <p:custDataLst>
                <p:tags r:id="rId79"/>
              </p:custDataLst>
            </p:nvPr>
          </p:nvSpPr>
          <p:spPr>
            <a:xfrm>
              <a:off x="9594196" y="5897456"/>
              <a:ext cx="62635" cy="66685"/>
            </a:xfrm>
            <a:custGeom>
              <a:avLst/>
              <a:gdLst>
                <a:gd name="connsiteX0" fmla="*/ 591 w 62635"/>
                <a:gd name="connsiteY0" fmla="*/ 61363 h 66685"/>
                <a:gd name="connsiteX1" fmla="*/ 170 w 62635"/>
                <a:gd name="connsiteY1" fmla="*/ 63501 h 66685"/>
                <a:gd name="connsiteX2" fmla="*/ 3743 w 62635"/>
                <a:gd name="connsiteY2" fmla="*/ 66759 h 66685"/>
                <a:gd name="connsiteX3" fmla="*/ 8788 w 62635"/>
                <a:gd name="connsiteY3" fmla="*/ 61669 h 66685"/>
                <a:gd name="connsiteX4" fmla="*/ 13622 w 62635"/>
                <a:gd name="connsiteY4" fmla="*/ 43038 h 66685"/>
                <a:gd name="connsiteX5" fmla="*/ 24867 w 62635"/>
                <a:gd name="connsiteY5" fmla="*/ 45990 h 66685"/>
                <a:gd name="connsiteX6" fmla="*/ 40001 w 62635"/>
                <a:gd name="connsiteY6" fmla="*/ 38660 h 66685"/>
                <a:gd name="connsiteX7" fmla="*/ 50825 w 62635"/>
                <a:gd name="connsiteY7" fmla="*/ 45990 h 66685"/>
                <a:gd name="connsiteX8" fmla="*/ 59128 w 62635"/>
                <a:gd name="connsiteY8" fmla="*/ 40594 h 66685"/>
                <a:gd name="connsiteX9" fmla="*/ 62806 w 62635"/>
                <a:gd name="connsiteY9" fmla="*/ 30413 h 66685"/>
                <a:gd name="connsiteX10" fmla="*/ 61125 w 62635"/>
                <a:gd name="connsiteY10" fmla="*/ 29090 h 66685"/>
                <a:gd name="connsiteX11" fmla="*/ 58813 w 62635"/>
                <a:gd name="connsiteY11" fmla="*/ 32246 h 66685"/>
                <a:gd name="connsiteX12" fmla="*/ 51141 w 62635"/>
                <a:gd name="connsiteY12" fmla="*/ 43139 h 66685"/>
                <a:gd name="connsiteX13" fmla="*/ 47673 w 62635"/>
                <a:gd name="connsiteY13" fmla="*/ 38151 h 66685"/>
                <a:gd name="connsiteX14" fmla="*/ 49249 w 62635"/>
                <a:gd name="connsiteY14" fmla="*/ 30108 h 66685"/>
                <a:gd name="connsiteX15" fmla="*/ 51561 w 62635"/>
                <a:gd name="connsiteY15" fmla="*/ 20945 h 66685"/>
                <a:gd name="connsiteX16" fmla="*/ 53978 w 62635"/>
                <a:gd name="connsiteY16" fmla="*/ 11884 h 66685"/>
                <a:gd name="connsiteX17" fmla="*/ 55765 w 62635"/>
                <a:gd name="connsiteY17" fmla="*/ 4350 h 66685"/>
                <a:gd name="connsiteX18" fmla="*/ 52297 w 62635"/>
                <a:gd name="connsiteY18" fmla="*/ 1092 h 66685"/>
                <a:gd name="connsiteX19" fmla="*/ 47988 w 62635"/>
                <a:gd name="connsiteY19" fmla="*/ 3535 h 66685"/>
                <a:gd name="connsiteX20" fmla="*/ 46306 w 62635"/>
                <a:gd name="connsiteY20" fmla="*/ 9440 h 66685"/>
                <a:gd name="connsiteX21" fmla="*/ 44099 w 62635"/>
                <a:gd name="connsiteY21" fmla="*/ 17891 h 66685"/>
                <a:gd name="connsiteX22" fmla="*/ 40842 w 62635"/>
                <a:gd name="connsiteY22" fmla="*/ 30617 h 66685"/>
                <a:gd name="connsiteX23" fmla="*/ 39160 w 62635"/>
                <a:gd name="connsiteY23" fmla="*/ 34689 h 66685"/>
                <a:gd name="connsiteX24" fmla="*/ 25288 w 62635"/>
                <a:gd name="connsiteY24" fmla="*/ 43139 h 66685"/>
                <a:gd name="connsiteX25" fmla="*/ 16670 w 62635"/>
                <a:gd name="connsiteY25" fmla="*/ 34078 h 66685"/>
                <a:gd name="connsiteX26" fmla="*/ 18457 w 62635"/>
                <a:gd name="connsiteY26" fmla="*/ 24610 h 66685"/>
                <a:gd name="connsiteX27" fmla="*/ 20769 w 62635"/>
                <a:gd name="connsiteY27" fmla="*/ 15447 h 66685"/>
                <a:gd name="connsiteX28" fmla="*/ 22240 w 62635"/>
                <a:gd name="connsiteY28" fmla="*/ 9746 h 66685"/>
                <a:gd name="connsiteX29" fmla="*/ 23816 w 62635"/>
                <a:gd name="connsiteY29" fmla="*/ 3332 h 66685"/>
                <a:gd name="connsiteX30" fmla="*/ 20243 w 62635"/>
                <a:gd name="connsiteY30" fmla="*/ 74 h 66685"/>
                <a:gd name="connsiteX31" fmla="*/ 15199 w 62635"/>
                <a:gd name="connsiteY31" fmla="*/ 4859 h 66685"/>
                <a:gd name="connsiteX32" fmla="*/ 591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591" y="61363"/>
                  </a:moveTo>
                  <a:cubicBezTo>
                    <a:pt x="170" y="62890"/>
                    <a:pt x="170" y="63400"/>
                    <a:pt x="170" y="63501"/>
                  </a:cubicBezTo>
                  <a:cubicBezTo>
                    <a:pt x="170" y="65741"/>
                    <a:pt x="2062" y="66759"/>
                    <a:pt x="3743" y="66759"/>
                  </a:cubicBezTo>
                  <a:cubicBezTo>
                    <a:pt x="7527" y="66759"/>
                    <a:pt x="8368" y="63400"/>
                    <a:pt x="8788" y="61669"/>
                  </a:cubicBezTo>
                  <a:cubicBezTo>
                    <a:pt x="8998" y="61160"/>
                    <a:pt x="11100" y="53015"/>
                    <a:pt x="13622" y="43038"/>
                  </a:cubicBezTo>
                  <a:cubicBezTo>
                    <a:pt x="16880" y="45176"/>
                    <a:pt x="21084" y="45990"/>
                    <a:pt x="24867" y="45990"/>
                  </a:cubicBezTo>
                  <a:cubicBezTo>
                    <a:pt x="33905" y="45990"/>
                    <a:pt x="39791" y="38863"/>
                    <a:pt x="40001" y="38660"/>
                  </a:cubicBezTo>
                  <a:cubicBezTo>
                    <a:pt x="41998" y="45685"/>
                    <a:pt x="49249" y="45990"/>
                    <a:pt x="50825" y="45990"/>
                  </a:cubicBezTo>
                  <a:cubicBezTo>
                    <a:pt x="54609" y="45990"/>
                    <a:pt x="57236" y="43750"/>
                    <a:pt x="59128" y="40594"/>
                  </a:cubicBezTo>
                  <a:cubicBezTo>
                    <a:pt x="61440" y="36624"/>
                    <a:pt x="62806" y="30820"/>
                    <a:pt x="62806" y="30413"/>
                  </a:cubicBezTo>
                  <a:cubicBezTo>
                    <a:pt x="62806" y="29090"/>
                    <a:pt x="61440" y="29090"/>
                    <a:pt x="61125" y="29090"/>
                  </a:cubicBezTo>
                  <a:cubicBezTo>
                    <a:pt x="59653" y="29090"/>
                    <a:pt x="59548" y="29497"/>
                    <a:pt x="58813" y="32246"/>
                  </a:cubicBezTo>
                  <a:cubicBezTo>
                    <a:pt x="57552" y="37133"/>
                    <a:pt x="55555" y="43139"/>
                    <a:pt x="51141" y="43139"/>
                  </a:cubicBezTo>
                  <a:cubicBezTo>
                    <a:pt x="48408" y="43139"/>
                    <a:pt x="47673" y="40900"/>
                    <a:pt x="47673" y="38151"/>
                  </a:cubicBezTo>
                  <a:cubicBezTo>
                    <a:pt x="47673" y="36420"/>
                    <a:pt x="48513" y="32755"/>
                    <a:pt x="49249" y="30108"/>
                  </a:cubicBezTo>
                  <a:cubicBezTo>
                    <a:pt x="49985" y="27359"/>
                    <a:pt x="51036" y="23185"/>
                    <a:pt x="51561" y="20945"/>
                  </a:cubicBezTo>
                  <a:lnTo>
                    <a:pt x="53978" y="11884"/>
                  </a:lnTo>
                  <a:cubicBezTo>
                    <a:pt x="54609" y="9339"/>
                    <a:pt x="55765" y="4859"/>
                    <a:pt x="55765" y="4350"/>
                  </a:cubicBezTo>
                  <a:cubicBezTo>
                    <a:pt x="55765" y="2314"/>
                    <a:pt x="54083" y="1092"/>
                    <a:pt x="52297" y="1092"/>
                  </a:cubicBezTo>
                  <a:cubicBezTo>
                    <a:pt x="51141" y="1092"/>
                    <a:pt x="49144" y="1601"/>
                    <a:pt x="47988" y="3535"/>
                  </a:cubicBezTo>
                  <a:cubicBezTo>
                    <a:pt x="47673" y="4146"/>
                    <a:pt x="46832" y="7404"/>
                    <a:pt x="46306" y="9440"/>
                  </a:cubicBezTo>
                  <a:lnTo>
                    <a:pt x="44099" y="17891"/>
                  </a:lnTo>
                  <a:lnTo>
                    <a:pt x="40842" y="30617"/>
                  </a:lnTo>
                  <a:cubicBezTo>
                    <a:pt x="40106" y="33162"/>
                    <a:pt x="40106" y="33366"/>
                    <a:pt x="39160" y="34689"/>
                  </a:cubicBezTo>
                  <a:cubicBezTo>
                    <a:pt x="35902" y="39169"/>
                    <a:pt x="31278" y="43139"/>
                    <a:pt x="25288" y="43139"/>
                  </a:cubicBezTo>
                  <a:cubicBezTo>
                    <a:pt x="16670" y="43139"/>
                    <a:pt x="16670" y="35911"/>
                    <a:pt x="16670" y="34078"/>
                  </a:cubicBezTo>
                  <a:cubicBezTo>
                    <a:pt x="16670" y="31431"/>
                    <a:pt x="16985" y="30108"/>
                    <a:pt x="18457" y="24610"/>
                  </a:cubicBezTo>
                  <a:cubicBezTo>
                    <a:pt x="19508" y="20130"/>
                    <a:pt x="19718" y="19418"/>
                    <a:pt x="20769" y="15447"/>
                  </a:cubicBezTo>
                  <a:lnTo>
                    <a:pt x="22240" y="9746"/>
                  </a:lnTo>
                  <a:cubicBezTo>
                    <a:pt x="22765" y="7608"/>
                    <a:pt x="23816" y="3739"/>
                    <a:pt x="23816" y="3332"/>
                  </a:cubicBezTo>
                  <a:cubicBezTo>
                    <a:pt x="23816" y="1499"/>
                    <a:pt x="22345" y="74"/>
                    <a:pt x="20243" y="74"/>
                  </a:cubicBezTo>
                  <a:cubicBezTo>
                    <a:pt x="16460" y="74"/>
                    <a:pt x="15514" y="3637"/>
                    <a:pt x="15199" y="4859"/>
                  </a:cubicBezTo>
                  <a:lnTo>
                    <a:pt x="591"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8" name="Freeform: Shape 1857">
              <a:extLst>
                <a:ext uri="{FF2B5EF4-FFF2-40B4-BE49-F238E27FC236}">
                  <a16:creationId xmlns:a16="http://schemas.microsoft.com/office/drawing/2014/main" id="{17F43466-76DF-2E3B-F0F9-52294DEA4CC1}"/>
                </a:ext>
              </a:extLst>
            </p:cNvPr>
            <p:cNvSpPr/>
            <p:nvPr>
              <p:custDataLst>
                <p:tags r:id="rId80"/>
              </p:custDataLst>
            </p:nvPr>
          </p:nvSpPr>
          <p:spPr>
            <a:xfrm>
              <a:off x="9664719" y="5908393"/>
              <a:ext cx="35506" cy="63412"/>
            </a:xfrm>
            <a:custGeom>
              <a:avLst/>
              <a:gdLst>
                <a:gd name="connsiteX0" fmla="*/ 35682 w 35506"/>
                <a:gd name="connsiteY0" fmla="*/ 3202 h 63412"/>
                <a:gd name="connsiteX1" fmla="*/ 32379 w 35506"/>
                <a:gd name="connsiteY1" fmla="*/ 75 h 63412"/>
                <a:gd name="connsiteX2" fmla="*/ 27725 w 35506"/>
                <a:gd name="connsiteY2" fmla="*/ 4438 h 63412"/>
                <a:gd name="connsiteX3" fmla="*/ 31028 w 35506"/>
                <a:gd name="connsiteY3" fmla="*/ 7565 h 63412"/>
                <a:gd name="connsiteX4" fmla="*/ 35682 w 35506"/>
                <a:gd name="connsiteY4" fmla="*/ 3202 h 63412"/>
                <a:gd name="connsiteX5" fmla="*/ 19317 w 35506"/>
                <a:gd name="connsiteY5" fmla="*/ 51852 h 63412"/>
                <a:gd name="connsiteX6" fmla="*/ 8583 w 35506"/>
                <a:gd name="connsiteY6" fmla="*/ 61015 h 63412"/>
                <a:gd name="connsiteX7" fmla="*/ 5880 w 35506"/>
                <a:gd name="connsiteY7" fmla="*/ 60652 h 63412"/>
                <a:gd name="connsiteX8" fmla="*/ 8207 w 35506"/>
                <a:gd name="connsiteY8" fmla="*/ 56797 h 63412"/>
                <a:gd name="connsiteX9" fmla="*/ 4829 w 35506"/>
                <a:gd name="connsiteY9" fmla="*/ 53816 h 63412"/>
                <a:gd name="connsiteX10" fmla="*/ 175 w 35506"/>
                <a:gd name="connsiteY10" fmla="*/ 58470 h 63412"/>
                <a:gd name="connsiteX11" fmla="*/ 8658 w 35506"/>
                <a:gd name="connsiteY11" fmla="*/ 63488 h 63412"/>
                <a:gd name="connsiteX12" fmla="*/ 25848 w 35506"/>
                <a:gd name="connsiteY12" fmla="*/ 51925 h 63412"/>
                <a:gd name="connsiteX13" fmla="*/ 32604 w 35506"/>
                <a:gd name="connsiteY13" fmla="*/ 25891 h 63412"/>
                <a:gd name="connsiteX14" fmla="*/ 32979 w 35506"/>
                <a:gd name="connsiteY14" fmla="*/ 23491 h 63412"/>
                <a:gd name="connsiteX15" fmla="*/ 23746 w 35506"/>
                <a:gd name="connsiteY15" fmla="*/ 16437 h 63412"/>
                <a:gd name="connsiteX16" fmla="*/ 9108 w 35506"/>
                <a:gd name="connsiteY16" fmla="*/ 27709 h 63412"/>
                <a:gd name="connsiteX17" fmla="*/ 10684 w 35506"/>
                <a:gd name="connsiteY17" fmla="*/ 28727 h 63412"/>
                <a:gd name="connsiteX18" fmla="*/ 12336 w 35506"/>
                <a:gd name="connsiteY18" fmla="*/ 27709 h 63412"/>
                <a:gd name="connsiteX19" fmla="*/ 23446 w 35506"/>
                <a:gd name="connsiteY19" fmla="*/ 18910 h 63412"/>
                <a:gd name="connsiteX20" fmla="*/ 26599 w 35506"/>
                <a:gd name="connsiteY20" fmla="*/ 22764 h 63412"/>
                <a:gd name="connsiteX21" fmla="*/ 26374 w 35506"/>
                <a:gd name="connsiteY21" fmla="*/ 24655 h 63412"/>
                <a:gd name="connsiteX22" fmla="*/ 19317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682" y="3202"/>
                  </a:moveTo>
                  <a:cubicBezTo>
                    <a:pt x="35682" y="1529"/>
                    <a:pt x="34406" y="75"/>
                    <a:pt x="32379" y="75"/>
                  </a:cubicBezTo>
                  <a:cubicBezTo>
                    <a:pt x="30052" y="75"/>
                    <a:pt x="27725" y="2256"/>
                    <a:pt x="27725" y="4438"/>
                  </a:cubicBezTo>
                  <a:cubicBezTo>
                    <a:pt x="27725" y="6183"/>
                    <a:pt x="29151" y="7565"/>
                    <a:pt x="31028" y="7565"/>
                  </a:cubicBezTo>
                  <a:cubicBezTo>
                    <a:pt x="33580" y="7565"/>
                    <a:pt x="35682" y="5238"/>
                    <a:pt x="35682" y="3202"/>
                  </a:cubicBezTo>
                  <a:close/>
                  <a:moveTo>
                    <a:pt x="19317" y="51852"/>
                  </a:moveTo>
                  <a:cubicBezTo>
                    <a:pt x="17891" y="57379"/>
                    <a:pt x="13162" y="61015"/>
                    <a:pt x="8583" y="61015"/>
                  </a:cubicBezTo>
                  <a:cubicBezTo>
                    <a:pt x="7306" y="61015"/>
                    <a:pt x="6481" y="60797"/>
                    <a:pt x="5880" y="60652"/>
                  </a:cubicBezTo>
                  <a:cubicBezTo>
                    <a:pt x="7682" y="59634"/>
                    <a:pt x="8207" y="57743"/>
                    <a:pt x="8207" y="56797"/>
                  </a:cubicBezTo>
                  <a:cubicBezTo>
                    <a:pt x="8207" y="55561"/>
                    <a:pt x="7306" y="53816"/>
                    <a:pt x="4829" y="53816"/>
                  </a:cubicBezTo>
                  <a:cubicBezTo>
                    <a:pt x="2277" y="53816"/>
                    <a:pt x="175" y="56070"/>
                    <a:pt x="175" y="58470"/>
                  </a:cubicBezTo>
                  <a:cubicBezTo>
                    <a:pt x="175" y="61597"/>
                    <a:pt x="3553" y="63488"/>
                    <a:pt x="8658" y="63488"/>
                  </a:cubicBezTo>
                  <a:cubicBezTo>
                    <a:pt x="13762" y="63488"/>
                    <a:pt x="23521" y="60943"/>
                    <a:pt x="25848" y="51925"/>
                  </a:cubicBezTo>
                  <a:lnTo>
                    <a:pt x="32604" y="25891"/>
                  </a:lnTo>
                  <a:cubicBezTo>
                    <a:pt x="32754" y="25164"/>
                    <a:pt x="32979" y="24509"/>
                    <a:pt x="32979" y="23491"/>
                  </a:cubicBezTo>
                  <a:cubicBezTo>
                    <a:pt x="32979" y="19346"/>
                    <a:pt x="29001" y="16437"/>
                    <a:pt x="23746" y="16437"/>
                  </a:cubicBezTo>
                  <a:cubicBezTo>
                    <a:pt x="14663" y="16437"/>
                    <a:pt x="9108" y="26255"/>
                    <a:pt x="9108" y="27709"/>
                  </a:cubicBezTo>
                  <a:cubicBezTo>
                    <a:pt x="9108" y="28727"/>
                    <a:pt x="10309" y="28727"/>
                    <a:pt x="10684" y="28727"/>
                  </a:cubicBezTo>
                  <a:cubicBezTo>
                    <a:pt x="11810" y="28727"/>
                    <a:pt x="11961" y="28436"/>
                    <a:pt x="12336" y="27709"/>
                  </a:cubicBezTo>
                  <a:cubicBezTo>
                    <a:pt x="15789" y="20582"/>
                    <a:pt x="20894" y="18910"/>
                    <a:pt x="23446" y="18910"/>
                  </a:cubicBezTo>
                  <a:cubicBezTo>
                    <a:pt x="26449" y="18910"/>
                    <a:pt x="26599" y="21528"/>
                    <a:pt x="26599" y="22764"/>
                  </a:cubicBezTo>
                  <a:cubicBezTo>
                    <a:pt x="26599" y="23782"/>
                    <a:pt x="26524" y="24073"/>
                    <a:pt x="26374" y="24655"/>
                  </a:cubicBezTo>
                  <a:lnTo>
                    <a:pt x="19317"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59" name="Freeform: Shape 1858">
              <a:extLst>
                <a:ext uri="{FF2B5EF4-FFF2-40B4-BE49-F238E27FC236}">
                  <a16:creationId xmlns:a16="http://schemas.microsoft.com/office/drawing/2014/main" id="{59447B53-3115-402F-41F0-08687290C94B}"/>
                </a:ext>
              </a:extLst>
            </p:cNvPr>
            <p:cNvSpPr/>
            <p:nvPr>
              <p:custDataLst>
                <p:tags r:id="rId81"/>
              </p:custDataLst>
            </p:nvPr>
          </p:nvSpPr>
          <p:spPr>
            <a:xfrm>
              <a:off x="9729379" y="5914357"/>
              <a:ext cx="71043" cy="4988"/>
            </a:xfrm>
            <a:custGeom>
              <a:avLst/>
              <a:gdLst>
                <a:gd name="connsiteX0" fmla="*/ 67019 w 71043"/>
                <a:gd name="connsiteY0" fmla="*/ 5063 h 4988"/>
                <a:gd name="connsiteX1" fmla="*/ 71222 w 71043"/>
                <a:gd name="connsiteY1" fmla="*/ 2619 h 4988"/>
                <a:gd name="connsiteX2" fmla="*/ 67019 w 71043"/>
                <a:gd name="connsiteY2" fmla="*/ 74 h 4988"/>
                <a:gd name="connsiteX3" fmla="*/ 4383 w 71043"/>
                <a:gd name="connsiteY3" fmla="*/ 74 h 4988"/>
                <a:gd name="connsiteX4" fmla="*/ 179 w 71043"/>
                <a:gd name="connsiteY4" fmla="*/ 2517 h 4988"/>
                <a:gd name="connsiteX5" fmla="*/ 4383 w 71043"/>
                <a:gd name="connsiteY5" fmla="*/ 5063 h 4988"/>
                <a:gd name="connsiteX6" fmla="*/ 67019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19" y="5063"/>
                  </a:moveTo>
                  <a:cubicBezTo>
                    <a:pt x="68700" y="5063"/>
                    <a:pt x="71222" y="5063"/>
                    <a:pt x="71222" y="2619"/>
                  </a:cubicBezTo>
                  <a:cubicBezTo>
                    <a:pt x="71222" y="74"/>
                    <a:pt x="68805" y="74"/>
                    <a:pt x="67019" y="74"/>
                  </a:cubicBezTo>
                  <a:lnTo>
                    <a:pt x="4383" y="74"/>
                  </a:lnTo>
                  <a:cubicBezTo>
                    <a:pt x="2701" y="74"/>
                    <a:pt x="179" y="74"/>
                    <a:pt x="179" y="2517"/>
                  </a:cubicBezTo>
                  <a:cubicBezTo>
                    <a:pt x="179" y="5063"/>
                    <a:pt x="2596" y="5063"/>
                    <a:pt x="4383" y="5063"/>
                  </a:cubicBezTo>
                  <a:lnTo>
                    <a:pt x="67019"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0" name="Freeform: Shape 1859">
              <a:extLst>
                <a:ext uri="{FF2B5EF4-FFF2-40B4-BE49-F238E27FC236}">
                  <a16:creationId xmlns:a16="http://schemas.microsoft.com/office/drawing/2014/main" id="{E3CAB4CF-E2EA-BEE8-8AE7-B19B4CB31A20}"/>
                </a:ext>
              </a:extLst>
            </p:cNvPr>
            <p:cNvSpPr/>
            <p:nvPr>
              <p:custDataLst>
                <p:tags r:id="rId82"/>
              </p:custDataLst>
            </p:nvPr>
          </p:nvSpPr>
          <p:spPr>
            <a:xfrm>
              <a:off x="9814070" y="5870884"/>
              <a:ext cx="73460" cy="91221"/>
            </a:xfrm>
            <a:custGeom>
              <a:avLst/>
              <a:gdLst>
                <a:gd name="connsiteX0" fmla="*/ 7016 w 73460"/>
                <a:gd name="connsiteY0" fmla="*/ 89056 h 91221"/>
                <a:gd name="connsiteX1" fmla="*/ 13427 w 73460"/>
                <a:gd name="connsiteY1" fmla="*/ 63909 h 91221"/>
                <a:gd name="connsiteX2" fmla="*/ 37283 w 73460"/>
                <a:gd name="connsiteY2" fmla="*/ 72868 h 91221"/>
                <a:gd name="connsiteX3" fmla="*/ 72805 w 73460"/>
                <a:gd name="connsiteY3" fmla="*/ 44565 h 91221"/>
                <a:gd name="connsiteX4" fmla="*/ 65659 w 73460"/>
                <a:gd name="connsiteY4" fmla="*/ 30719 h 91221"/>
                <a:gd name="connsiteX5" fmla="*/ 73646 w 73460"/>
                <a:gd name="connsiteY5" fmla="*/ 14531 h 91221"/>
                <a:gd name="connsiteX6" fmla="*/ 54939 w 73460"/>
                <a:gd name="connsiteY6" fmla="*/ 74 h 91221"/>
                <a:gd name="connsiteX7" fmla="*/ 16475 w 73460"/>
                <a:gd name="connsiteY7" fmla="*/ 26137 h 91221"/>
                <a:gd name="connsiteX8" fmla="*/ 605 w 73460"/>
                <a:gd name="connsiteY8" fmla="*/ 87732 h 91221"/>
                <a:gd name="connsiteX9" fmla="*/ 185 w 73460"/>
                <a:gd name="connsiteY9" fmla="*/ 89463 h 91221"/>
                <a:gd name="connsiteX10" fmla="*/ 3548 w 73460"/>
                <a:gd name="connsiteY10" fmla="*/ 91295 h 91221"/>
                <a:gd name="connsiteX11" fmla="*/ 7016 w 73460"/>
                <a:gd name="connsiteY11" fmla="*/ 89056 h 91221"/>
                <a:gd name="connsiteX12" fmla="*/ 39911 w 73460"/>
                <a:gd name="connsiteY12" fmla="*/ 32042 h 91221"/>
                <a:gd name="connsiteX13" fmla="*/ 46952 w 73460"/>
                <a:gd name="connsiteY13" fmla="*/ 31024 h 91221"/>
                <a:gd name="connsiteX14" fmla="*/ 51891 w 73460"/>
                <a:gd name="connsiteY14" fmla="*/ 31431 h 91221"/>
                <a:gd name="connsiteX15" fmla="*/ 45480 w 73460"/>
                <a:gd name="connsiteY15" fmla="*/ 32653 h 91221"/>
                <a:gd name="connsiteX16" fmla="*/ 39911 w 73460"/>
                <a:gd name="connsiteY16" fmla="*/ 32042 h 91221"/>
                <a:gd name="connsiteX17" fmla="*/ 56936 w 73460"/>
                <a:gd name="connsiteY17" fmla="*/ 27155 h 91221"/>
                <a:gd name="connsiteX18" fmla="*/ 47267 w 73460"/>
                <a:gd name="connsiteY18" fmla="*/ 26341 h 91221"/>
                <a:gd name="connsiteX19" fmla="*/ 33185 w 73460"/>
                <a:gd name="connsiteY19" fmla="*/ 32449 h 91221"/>
                <a:gd name="connsiteX20" fmla="*/ 45270 w 73460"/>
                <a:gd name="connsiteY20" fmla="*/ 37336 h 91221"/>
                <a:gd name="connsiteX21" fmla="*/ 58197 w 73460"/>
                <a:gd name="connsiteY21" fmla="*/ 35198 h 91221"/>
                <a:gd name="connsiteX22" fmla="*/ 59458 w 73460"/>
                <a:gd name="connsiteY22" fmla="*/ 40594 h 91221"/>
                <a:gd name="connsiteX23" fmla="*/ 53257 w 73460"/>
                <a:gd name="connsiteY23" fmla="*/ 60752 h 91221"/>
                <a:gd name="connsiteX24" fmla="*/ 37178 w 73460"/>
                <a:gd name="connsiteY24" fmla="*/ 68185 h 91221"/>
                <a:gd name="connsiteX25" fmla="*/ 16580 w 73460"/>
                <a:gd name="connsiteY25" fmla="*/ 53728 h 91221"/>
                <a:gd name="connsiteX26" fmla="*/ 18471 w 73460"/>
                <a:gd name="connsiteY26" fmla="*/ 44667 h 91221"/>
                <a:gd name="connsiteX27" fmla="*/ 22570 w 73460"/>
                <a:gd name="connsiteY27" fmla="*/ 28479 h 91221"/>
                <a:gd name="connsiteX28" fmla="*/ 33710 w 73460"/>
                <a:gd name="connsiteY28" fmla="*/ 11884 h 91221"/>
                <a:gd name="connsiteX29" fmla="*/ 54413 w 73460"/>
                <a:gd name="connsiteY29" fmla="*/ 4757 h 91221"/>
                <a:gd name="connsiteX30" fmla="*/ 61560 w 73460"/>
                <a:gd name="connsiteY30" fmla="*/ 10866 h 91221"/>
                <a:gd name="connsiteX31" fmla="*/ 56936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16" y="89056"/>
                  </a:moveTo>
                  <a:lnTo>
                    <a:pt x="13427" y="63909"/>
                  </a:lnTo>
                  <a:cubicBezTo>
                    <a:pt x="15424" y="66454"/>
                    <a:pt x="22465" y="72868"/>
                    <a:pt x="37283" y="72868"/>
                  </a:cubicBezTo>
                  <a:cubicBezTo>
                    <a:pt x="60824" y="72868"/>
                    <a:pt x="72805" y="57393"/>
                    <a:pt x="72805" y="44565"/>
                  </a:cubicBezTo>
                  <a:cubicBezTo>
                    <a:pt x="72805" y="38660"/>
                    <a:pt x="70388" y="33977"/>
                    <a:pt x="65659" y="30719"/>
                  </a:cubicBezTo>
                  <a:cubicBezTo>
                    <a:pt x="70283" y="27053"/>
                    <a:pt x="73646" y="20538"/>
                    <a:pt x="73646" y="14531"/>
                  </a:cubicBezTo>
                  <a:cubicBezTo>
                    <a:pt x="73646" y="6284"/>
                    <a:pt x="67550" y="74"/>
                    <a:pt x="54939" y="74"/>
                  </a:cubicBezTo>
                  <a:cubicBezTo>
                    <a:pt x="39385" y="74"/>
                    <a:pt x="20678" y="9644"/>
                    <a:pt x="16475" y="26137"/>
                  </a:cubicBezTo>
                  <a:lnTo>
                    <a:pt x="605" y="87732"/>
                  </a:lnTo>
                  <a:cubicBezTo>
                    <a:pt x="185" y="89157"/>
                    <a:pt x="185" y="89361"/>
                    <a:pt x="185" y="89463"/>
                  </a:cubicBezTo>
                  <a:cubicBezTo>
                    <a:pt x="185" y="91295"/>
                    <a:pt x="1972" y="91295"/>
                    <a:pt x="3548" y="91295"/>
                  </a:cubicBezTo>
                  <a:cubicBezTo>
                    <a:pt x="5650" y="91295"/>
                    <a:pt x="6491" y="91295"/>
                    <a:pt x="7016" y="89056"/>
                  </a:cubicBezTo>
                  <a:close/>
                  <a:moveTo>
                    <a:pt x="39911" y="32042"/>
                  </a:moveTo>
                  <a:cubicBezTo>
                    <a:pt x="41277" y="31431"/>
                    <a:pt x="42223" y="31024"/>
                    <a:pt x="46952" y="31024"/>
                  </a:cubicBezTo>
                  <a:cubicBezTo>
                    <a:pt x="48633" y="31024"/>
                    <a:pt x="50000" y="31024"/>
                    <a:pt x="51891" y="31431"/>
                  </a:cubicBezTo>
                  <a:cubicBezTo>
                    <a:pt x="49579" y="32653"/>
                    <a:pt x="47372" y="32653"/>
                    <a:pt x="45480" y="32653"/>
                  </a:cubicBezTo>
                  <a:cubicBezTo>
                    <a:pt x="42328" y="32653"/>
                    <a:pt x="42012" y="32551"/>
                    <a:pt x="39911" y="32042"/>
                  </a:cubicBezTo>
                  <a:close/>
                  <a:moveTo>
                    <a:pt x="56936" y="27155"/>
                  </a:moveTo>
                  <a:cubicBezTo>
                    <a:pt x="52942" y="26341"/>
                    <a:pt x="49369" y="26341"/>
                    <a:pt x="47267" y="26341"/>
                  </a:cubicBezTo>
                  <a:cubicBezTo>
                    <a:pt x="42748" y="26341"/>
                    <a:pt x="33185" y="26341"/>
                    <a:pt x="33185" y="32449"/>
                  </a:cubicBezTo>
                  <a:cubicBezTo>
                    <a:pt x="33185" y="37234"/>
                    <a:pt x="40121" y="37336"/>
                    <a:pt x="45270" y="37336"/>
                  </a:cubicBezTo>
                  <a:cubicBezTo>
                    <a:pt x="48318" y="37336"/>
                    <a:pt x="52627" y="37336"/>
                    <a:pt x="58197" y="35198"/>
                  </a:cubicBezTo>
                  <a:cubicBezTo>
                    <a:pt x="59143" y="36624"/>
                    <a:pt x="59458" y="38762"/>
                    <a:pt x="59458" y="40594"/>
                  </a:cubicBezTo>
                  <a:cubicBezTo>
                    <a:pt x="59458" y="44157"/>
                    <a:pt x="57251" y="55357"/>
                    <a:pt x="53257" y="60752"/>
                  </a:cubicBezTo>
                  <a:cubicBezTo>
                    <a:pt x="49474" y="65741"/>
                    <a:pt x="43694" y="68185"/>
                    <a:pt x="37178" y="68185"/>
                  </a:cubicBezTo>
                  <a:cubicBezTo>
                    <a:pt x="28245" y="68185"/>
                    <a:pt x="16580" y="64214"/>
                    <a:pt x="16580" y="53728"/>
                  </a:cubicBezTo>
                  <a:cubicBezTo>
                    <a:pt x="16580" y="51793"/>
                    <a:pt x="17631" y="47619"/>
                    <a:pt x="18471" y="44667"/>
                  </a:cubicBezTo>
                  <a:cubicBezTo>
                    <a:pt x="18997" y="42427"/>
                    <a:pt x="22360" y="29395"/>
                    <a:pt x="22570" y="28479"/>
                  </a:cubicBezTo>
                  <a:cubicBezTo>
                    <a:pt x="23516" y="24915"/>
                    <a:pt x="25302" y="17992"/>
                    <a:pt x="33710" y="11884"/>
                  </a:cubicBezTo>
                  <a:cubicBezTo>
                    <a:pt x="42328" y="5572"/>
                    <a:pt x="50630" y="4757"/>
                    <a:pt x="54413" y="4757"/>
                  </a:cubicBezTo>
                  <a:cubicBezTo>
                    <a:pt x="61560" y="4757"/>
                    <a:pt x="61560" y="9237"/>
                    <a:pt x="61560" y="10866"/>
                  </a:cubicBezTo>
                  <a:cubicBezTo>
                    <a:pt x="61560" y="13309"/>
                    <a:pt x="59668" y="22574"/>
                    <a:pt x="56936"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1" name="Freeform: Shape 1860">
              <a:extLst>
                <a:ext uri="{FF2B5EF4-FFF2-40B4-BE49-F238E27FC236}">
                  <a16:creationId xmlns:a16="http://schemas.microsoft.com/office/drawing/2014/main" id="{184E8344-94AE-BB67-15B8-8FEC78CBE644}"/>
                </a:ext>
              </a:extLst>
            </p:cNvPr>
            <p:cNvSpPr/>
            <p:nvPr>
              <p:custDataLst>
                <p:tags r:id="rId83"/>
              </p:custDataLst>
            </p:nvPr>
          </p:nvSpPr>
          <p:spPr>
            <a:xfrm>
              <a:off x="9902267" y="5847994"/>
              <a:ext cx="62605" cy="50468"/>
            </a:xfrm>
            <a:custGeom>
              <a:avLst/>
              <a:gdLst>
                <a:gd name="connsiteX0" fmla="*/ 33595 w 62605"/>
                <a:gd name="connsiteY0" fmla="*/ 4143 h 50468"/>
                <a:gd name="connsiteX1" fmla="*/ 59568 w 62605"/>
                <a:gd name="connsiteY1" fmla="*/ 4143 h 50468"/>
                <a:gd name="connsiteX2" fmla="*/ 62796 w 62605"/>
                <a:gd name="connsiteY2" fmla="*/ 2107 h 50468"/>
                <a:gd name="connsiteX3" fmla="*/ 59568 w 62605"/>
                <a:gd name="connsiteY3" fmla="*/ 71 h 50468"/>
                <a:gd name="connsiteX4" fmla="*/ 3418 w 62605"/>
                <a:gd name="connsiteY4" fmla="*/ 71 h 50468"/>
                <a:gd name="connsiteX5" fmla="*/ 190 w 62605"/>
                <a:gd name="connsiteY5" fmla="*/ 2107 h 50468"/>
                <a:gd name="connsiteX6" fmla="*/ 3418 w 62605"/>
                <a:gd name="connsiteY6" fmla="*/ 4143 h 50468"/>
                <a:gd name="connsiteX7" fmla="*/ 29392 w 62605"/>
                <a:gd name="connsiteY7" fmla="*/ 4143 h 50468"/>
                <a:gd name="connsiteX8" fmla="*/ 29392 w 62605"/>
                <a:gd name="connsiteY8" fmla="*/ 47412 h 50468"/>
                <a:gd name="connsiteX9" fmla="*/ 31493 w 62605"/>
                <a:gd name="connsiteY9" fmla="*/ 50539 h 50468"/>
                <a:gd name="connsiteX10" fmla="*/ 33595 w 62605"/>
                <a:gd name="connsiteY10" fmla="*/ 47412 h 50468"/>
                <a:gd name="connsiteX11" fmla="*/ 33595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595" y="4143"/>
                  </a:moveTo>
                  <a:lnTo>
                    <a:pt x="59568" y="4143"/>
                  </a:lnTo>
                  <a:cubicBezTo>
                    <a:pt x="60770" y="4143"/>
                    <a:pt x="62796" y="4143"/>
                    <a:pt x="62796" y="2107"/>
                  </a:cubicBezTo>
                  <a:cubicBezTo>
                    <a:pt x="62796" y="71"/>
                    <a:pt x="60770" y="71"/>
                    <a:pt x="59568" y="71"/>
                  </a:cubicBezTo>
                  <a:lnTo>
                    <a:pt x="3418" y="71"/>
                  </a:lnTo>
                  <a:cubicBezTo>
                    <a:pt x="2292" y="71"/>
                    <a:pt x="190" y="71"/>
                    <a:pt x="190" y="2107"/>
                  </a:cubicBezTo>
                  <a:cubicBezTo>
                    <a:pt x="190" y="4143"/>
                    <a:pt x="2292" y="4143"/>
                    <a:pt x="3418" y="4143"/>
                  </a:cubicBezTo>
                  <a:lnTo>
                    <a:pt x="29392" y="4143"/>
                  </a:lnTo>
                  <a:lnTo>
                    <a:pt x="29392" y="47412"/>
                  </a:lnTo>
                  <a:cubicBezTo>
                    <a:pt x="29392" y="48503"/>
                    <a:pt x="29392" y="50539"/>
                    <a:pt x="31493" y="50539"/>
                  </a:cubicBezTo>
                  <a:cubicBezTo>
                    <a:pt x="33595" y="50539"/>
                    <a:pt x="33595" y="48576"/>
                    <a:pt x="33595" y="47412"/>
                  </a:cubicBezTo>
                  <a:lnTo>
                    <a:pt x="33595"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2" name="Freeform: Shape 1861">
              <a:extLst>
                <a:ext uri="{FF2B5EF4-FFF2-40B4-BE49-F238E27FC236}">
                  <a16:creationId xmlns:a16="http://schemas.microsoft.com/office/drawing/2014/main" id="{D6634EA2-DB9F-8006-6A9A-7E389AC1034C}"/>
                </a:ext>
              </a:extLst>
            </p:cNvPr>
            <p:cNvSpPr/>
            <p:nvPr>
              <p:custDataLst>
                <p:tags r:id="rId84"/>
              </p:custDataLst>
            </p:nvPr>
          </p:nvSpPr>
          <p:spPr>
            <a:xfrm>
              <a:off x="9985392" y="5897151"/>
              <a:ext cx="64422" cy="45203"/>
            </a:xfrm>
            <a:custGeom>
              <a:avLst/>
              <a:gdLst>
                <a:gd name="connsiteX0" fmla="*/ 38030 w 64422"/>
                <a:gd name="connsiteY0" fmla="*/ 20639 h 45203"/>
                <a:gd name="connsiteX1" fmla="*/ 52533 w 64422"/>
                <a:gd name="connsiteY1" fmla="*/ 6488 h 45203"/>
                <a:gd name="connsiteX2" fmla="*/ 62307 w 64422"/>
                <a:gd name="connsiteY2" fmla="*/ 5775 h 45203"/>
                <a:gd name="connsiteX3" fmla="*/ 62307 w 64422"/>
                <a:gd name="connsiteY3" fmla="*/ 74 h 45203"/>
                <a:gd name="connsiteX4" fmla="*/ 52113 w 64422"/>
                <a:gd name="connsiteY4" fmla="*/ 481 h 45203"/>
                <a:gd name="connsiteX5" fmla="*/ 40447 w 64422"/>
                <a:gd name="connsiteY5" fmla="*/ 74 h 45203"/>
                <a:gd name="connsiteX6" fmla="*/ 40447 w 64422"/>
                <a:gd name="connsiteY6" fmla="*/ 5775 h 45203"/>
                <a:gd name="connsiteX7" fmla="*/ 43285 w 64422"/>
                <a:gd name="connsiteY7" fmla="*/ 6386 h 45203"/>
                <a:gd name="connsiteX8" fmla="*/ 33406 w 64422"/>
                <a:gd name="connsiteY8" fmla="*/ 16058 h 45203"/>
                <a:gd name="connsiteX9" fmla="*/ 23212 w 64422"/>
                <a:gd name="connsiteY9" fmla="*/ 5775 h 45203"/>
                <a:gd name="connsiteX10" fmla="*/ 26049 w 64422"/>
                <a:gd name="connsiteY10" fmla="*/ 5775 h 45203"/>
                <a:gd name="connsiteX11" fmla="*/ 26049 w 64422"/>
                <a:gd name="connsiteY11" fmla="*/ 74 h 45203"/>
                <a:gd name="connsiteX12" fmla="*/ 12702 w 64422"/>
                <a:gd name="connsiteY12" fmla="*/ 481 h 45203"/>
                <a:gd name="connsiteX13" fmla="*/ 827 w 64422"/>
                <a:gd name="connsiteY13" fmla="*/ 74 h 45203"/>
                <a:gd name="connsiteX14" fmla="*/ 827 w 64422"/>
                <a:gd name="connsiteY14" fmla="*/ 5775 h 45203"/>
                <a:gd name="connsiteX15" fmla="*/ 8709 w 64422"/>
                <a:gd name="connsiteY15" fmla="*/ 5775 h 45203"/>
                <a:gd name="connsiteX16" fmla="*/ 25944 w 64422"/>
                <a:gd name="connsiteY16" fmla="*/ 23185 h 45203"/>
                <a:gd name="connsiteX17" fmla="*/ 10811 w 64422"/>
                <a:gd name="connsiteY17" fmla="*/ 37947 h 45203"/>
                <a:gd name="connsiteX18" fmla="*/ 6082 w 64422"/>
                <a:gd name="connsiteY18" fmla="*/ 39474 h 45203"/>
                <a:gd name="connsiteX19" fmla="*/ 196 w 64422"/>
                <a:gd name="connsiteY19" fmla="*/ 39576 h 45203"/>
                <a:gd name="connsiteX20" fmla="*/ 196 w 64422"/>
                <a:gd name="connsiteY20" fmla="*/ 45277 h 45203"/>
                <a:gd name="connsiteX21" fmla="*/ 10390 w 64422"/>
                <a:gd name="connsiteY21" fmla="*/ 44870 h 45203"/>
                <a:gd name="connsiteX22" fmla="*/ 22056 w 64422"/>
                <a:gd name="connsiteY22" fmla="*/ 45277 h 45203"/>
                <a:gd name="connsiteX23" fmla="*/ 22056 w 64422"/>
                <a:gd name="connsiteY23" fmla="*/ 39576 h 45203"/>
                <a:gd name="connsiteX24" fmla="*/ 19218 w 64422"/>
                <a:gd name="connsiteY24" fmla="*/ 38863 h 45203"/>
                <a:gd name="connsiteX25" fmla="*/ 30568 w 64422"/>
                <a:gd name="connsiteY25" fmla="*/ 27868 h 45203"/>
                <a:gd name="connsiteX26" fmla="*/ 42234 w 64422"/>
                <a:gd name="connsiteY26" fmla="*/ 39576 h 45203"/>
                <a:gd name="connsiteX27" fmla="*/ 39501 w 64422"/>
                <a:gd name="connsiteY27" fmla="*/ 39576 h 45203"/>
                <a:gd name="connsiteX28" fmla="*/ 39501 w 64422"/>
                <a:gd name="connsiteY28" fmla="*/ 45277 h 45203"/>
                <a:gd name="connsiteX29" fmla="*/ 52848 w 64422"/>
                <a:gd name="connsiteY29" fmla="*/ 44870 h 45203"/>
                <a:gd name="connsiteX30" fmla="*/ 64619 w 64422"/>
                <a:gd name="connsiteY30" fmla="*/ 45277 h 45203"/>
                <a:gd name="connsiteX31" fmla="*/ 64619 w 64422"/>
                <a:gd name="connsiteY31" fmla="*/ 39576 h 45203"/>
                <a:gd name="connsiteX32" fmla="*/ 56842 w 64422"/>
                <a:gd name="connsiteY32" fmla="*/ 39576 h 45203"/>
                <a:gd name="connsiteX33" fmla="*/ 38030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30" y="20639"/>
                  </a:moveTo>
                  <a:lnTo>
                    <a:pt x="52533" y="6488"/>
                  </a:lnTo>
                  <a:cubicBezTo>
                    <a:pt x="55055" y="5775"/>
                    <a:pt x="57788" y="5775"/>
                    <a:pt x="62307" y="5775"/>
                  </a:cubicBezTo>
                  <a:lnTo>
                    <a:pt x="62307" y="74"/>
                  </a:lnTo>
                  <a:cubicBezTo>
                    <a:pt x="58944" y="379"/>
                    <a:pt x="55476" y="481"/>
                    <a:pt x="52113" y="481"/>
                  </a:cubicBezTo>
                  <a:cubicBezTo>
                    <a:pt x="48539" y="481"/>
                    <a:pt x="41288" y="176"/>
                    <a:pt x="40447" y="74"/>
                  </a:cubicBezTo>
                  <a:lnTo>
                    <a:pt x="40447" y="5775"/>
                  </a:lnTo>
                  <a:cubicBezTo>
                    <a:pt x="41813" y="5775"/>
                    <a:pt x="42549" y="5979"/>
                    <a:pt x="43285" y="6386"/>
                  </a:cubicBezTo>
                  <a:lnTo>
                    <a:pt x="33406" y="16058"/>
                  </a:lnTo>
                  <a:lnTo>
                    <a:pt x="23212" y="5775"/>
                  </a:lnTo>
                  <a:lnTo>
                    <a:pt x="26049" y="5775"/>
                  </a:lnTo>
                  <a:lnTo>
                    <a:pt x="26049" y="74"/>
                  </a:lnTo>
                  <a:cubicBezTo>
                    <a:pt x="25419" y="74"/>
                    <a:pt x="17116" y="481"/>
                    <a:pt x="12702" y="481"/>
                  </a:cubicBezTo>
                  <a:cubicBezTo>
                    <a:pt x="8709" y="481"/>
                    <a:pt x="4820" y="379"/>
                    <a:pt x="827" y="74"/>
                  </a:cubicBezTo>
                  <a:lnTo>
                    <a:pt x="827" y="5775"/>
                  </a:lnTo>
                  <a:lnTo>
                    <a:pt x="8709" y="5775"/>
                  </a:lnTo>
                  <a:lnTo>
                    <a:pt x="25944" y="23185"/>
                  </a:lnTo>
                  <a:lnTo>
                    <a:pt x="10811" y="37947"/>
                  </a:lnTo>
                  <a:cubicBezTo>
                    <a:pt x="9445" y="39169"/>
                    <a:pt x="9339" y="39271"/>
                    <a:pt x="6082" y="39474"/>
                  </a:cubicBezTo>
                  <a:cubicBezTo>
                    <a:pt x="4400" y="39576"/>
                    <a:pt x="722" y="39576"/>
                    <a:pt x="196" y="39576"/>
                  </a:cubicBezTo>
                  <a:lnTo>
                    <a:pt x="196" y="45277"/>
                  </a:lnTo>
                  <a:cubicBezTo>
                    <a:pt x="3559" y="44972"/>
                    <a:pt x="7027" y="44870"/>
                    <a:pt x="10390" y="44870"/>
                  </a:cubicBezTo>
                  <a:cubicBezTo>
                    <a:pt x="13228" y="44870"/>
                    <a:pt x="20690" y="45176"/>
                    <a:pt x="22056" y="45277"/>
                  </a:cubicBezTo>
                  <a:lnTo>
                    <a:pt x="22056" y="39576"/>
                  </a:lnTo>
                  <a:cubicBezTo>
                    <a:pt x="20374" y="39576"/>
                    <a:pt x="19954" y="39372"/>
                    <a:pt x="19218" y="38863"/>
                  </a:cubicBezTo>
                  <a:lnTo>
                    <a:pt x="30568" y="27868"/>
                  </a:lnTo>
                  <a:lnTo>
                    <a:pt x="42234" y="39576"/>
                  </a:lnTo>
                  <a:lnTo>
                    <a:pt x="39501" y="39576"/>
                  </a:lnTo>
                  <a:lnTo>
                    <a:pt x="39501" y="45277"/>
                  </a:lnTo>
                  <a:cubicBezTo>
                    <a:pt x="39607" y="45277"/>
                    <a:pt x="48014" y="44870"/>
                    <a:pt x="52848" y="44870"/>
                  </a:cubicBezTo>
                  <a:cubicBezTo>
                    <a:pt x="56737" y="44870"/>
                    <a:pt x="60730" y="44972"/>
                    <a:pt x="64619" y="45277"/>
                  </a:cubicBezTo>
                  <a:lnTo>
                    <a:pt x="64619" y="39576"/>
                  </a:lnTo>
                  <a:lnTo>
                    <a:pt x="56842" y="39576"/>
                  </a:lnTo>
                  <a:lnTo>
                    <a:pt x="38030"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3" name="Freeform: Shape 1862">
              <a:extLst>
                <a:ext uri="{FF2B5EF4-FFF2-40B4-BE49-F238E27FC236}">
                  <a16:creationId xmlns:a16="http://schemas.microsoft.com/office/drawing/2014/main" id="{14D85EF4-B50A-E78F-59D9-9F1104B956F7}"/>
                </a:ext>
              </a:extLst>
            </p:cNvPr>
            <p:cNvSpPr/>
            <p:nvPr>
              <p:custDataLst>
                <p:tags r:id="rId85"/>
              </p:custDataLst>
            </p:nvPr>
          </p:nvSpPr>
          <p:spPr>
            <a:xfrm>
              <a:off x="10060927" y="5865997"/>
              <a:ext cx="27219" cy="101707"/>
            </a:xfrm>
            <a:custGeom>
              <a:avLst/>
              <a:gdLst>
                <a:gd name="connsiteX0" fmla="*/ 2198 w 27219"/>
                <a:gd name="connsiteY0" fmla="*/ 74 h 101707"/>
                <a:gd name="connsiteX1" fmla="*/ 201 w 27219"/>
                <a:gd name="connsiteY1" fmla="*/ 1296 h 101707"/>
                <a:gd name="connsiteX2" fmla="*/ 1147 w 27219"/>
                <a:gd name="connsiteY2" fmla="*/ 2823 h 101707"/>
                <a:gd name="connsiteX3" fmla="*/ 20274 w 27219"/>
                <a:gd name="connsiteY3" fmla="*/ 50877 h 101707"/>
                <a:gd name="connsiteX4" fmla="*/ 2093 w 27219"/>
                <a:gd name="connsiteY4" fmla="*/ 98218 h 101707"/>
                <a:gd name="connsiteX5" fmla="*/ 201 w 27219"/>
                <a:gd name="connsiteY5" fmla="*/ 100560 h 101707"/>
                <a:gd name="connsiteX6" fmla="*/ 1567 w 27219"/>
                <a:gd name="connsiteY6" fmla="*/ 101782 h 101707"/>
                <a:gd name="connsiteX7" fmla="*/ 19749 w 27219"/>
                <a:gd name="connsiteY7" fmla="*/ 82336 h 101707"/>
                <a:gd name="connsiteX8" fmla="*/ 27420 w 27219"/>
                <a:gd name="connsiteY8" fmla="*/ 50979 h 101707"/>
                <a:gd name="connsiteX9" fmla="*/ 219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198" y="74"/>
                  </a:moveTo>
                  <a:cubicBezTo>
                    <a:pt x="1462" y="74"/>
                    <a:pt x="201" y="74"/>
                    <a:pt x="201" y="1296"/>
                  </a:cubicBezTo>
                  <a:cubicBezTo>
                    <a:pt x="201" y="1805"/>
                    <a:pt x="516" y="2110"/>
                    <a:pt x="1147" y="2823"/>
                  </a:cubicBezTo>
                  <a:cubicBezTo>
                    <a:pt x="10185" y="10866"/>
                    <a:pt x="20274" y="24610"/>
                    <a:pt x="20274" y="50877"/>
                  </a:cubicBezTo>
                  <a:cubicBezTo>
                    <a:pt x="20274" y="72155"/>
                    <a:pt x="13443" y="88241"/>
                    <a:pt x="2093" y="98218"/>
                  </a:cubicBezTo>
                  <a:cubicBezTo>
                    <a:pt x="306" y="99949"/>
                    <a:pt x="201" y="100051"/>
                    <a:pt x="201" y="100560"/>
                  </a:cubicBezTo>
                  <a:cubicBezTo>
                    <a:pt x="201" y="101069"/>
                    <a:pt x="516" y="101782"/>
                    <a:pt x="1567" y="101782"/>
                  </a:cubicBezTo>
                  <a:cubicBezTo>
                    <a:pt x="2828" y="101782"/>
                    <a:pt x="12812" y="95062"/>
                    <a:pt x="19749" y="82336"/>
                  </a:cubicBezTo>
                  <a:cubicBezTo>
                    <a:pt x="24373" y="73886"/>
                    <a:pt x="27420" y="62890"/>
                    <a:pt x="27420" y="50979"/>
                  </a:cubicBezTo>
                  <a:cubicBezTo>
                    <a:pt x="27420" y="36624"/>
                    <a:pt x="23006" y="14327"/>
                    <a:pt x="219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4" name="Freeform: Shape 1863">
              <a:extLst>
                <a:ext uri="{FF2B5EF4-FFF2-40B4-BE49-F238E27FC236}">
                  <a16:creationId xmlns:a16="http://schemas.microsoft.com/office/drawing/2014/main" id="{14032F1F-6495-0909-4303-15D41791322C}"/>
                </a:ext>
              </a:extLst>
            </p:cNvPr>
            <p:cNvSpPr/>
            <p:nvPr>
              <p:custDataLst>
                <p:tags r:id="rId86"/>
              </p:custDataLst>
            </p:nvPr>
          </p:nvSpPr>
          <p:spPr>
            <a:xfrm>
              <a:off x="10162053" y="5963137"/>
              <a:ext cx="91731" cy="5817"/>
            </a:xfrm>
            <a:custGeom>
              <a:avLst/>
              <a:gdLst>
                <a:gd name="connsiteX0" fmla="*/ 86685 w 91731"/>
                <a:gd name="connsiteY0" fmla="*/ 5896 h 5817"/>
                <a:gd name="connsiteX1" fmla="*/ 91939 w 91731"/>
                <a:gd name="connsiteY1" fmla="*/ 2987 h 5817"/>
                <a:gd name="connsiteX2" fmla="*/ 86685 w 91731"/>
                <a:gd name="connsiteY2" fmla="*/ 78 h 5817"/>
                <a:gd name="connsiteX3" fmla="*/ 5462 w 91731"/>
                <a:gd name="connsiteY3" fmla="*/ 78 h 5817"/>
                <a:gd name="connsiteX4" fmla="*/ 207 w 91731"/>
                <a:gd name="connsiteY4" fmla="*/ 2987 h 5817"/>
                <a:gd name="connsiteX5" fmla="*/ 5462 w 91731"/>
                <a:gd name="connsiteY5" fmla="*/ 5896 h 5817"/>
                <a:gd name="connsiteX6" fmla="*/ 86685 w 91731"/>
                <a:gd name="connsiteY6" fmla="*/ 5896 h 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31" h="5817">
                  <a:moveTo>
                    <a:pt x="86685" y="5896"/>
                  </a:moveTo>
                  <a:cubicBezTo>
                    <a:pt x="89237" y="5896"/>
                    <a:pt x="91939" y="5896"/>
                    <a:pt x="91939" y="2987"/>
                  </a:cubicBezTo>
                  <a:cubicBezTo>
                    <a:pt x="91939" y="78"/>
                    <a:pt x="89237" y="78"/>
                    <a:pt x="86685" y="78"/>
                  </a:cubicBezTo>
                  <a:lnTo>
                    <a:pt x="5462" y="78"/>
                  </a:lnTo>
                  <a:cubicBezTo>
                    <a:pt x="2910" y="78"/>
                    <a:pt x="207" y="78"/>
                    <a:pt x="207" y="2987"/>
                  </a:cubicBezTo>
                  <a:cubicBezTo>
                    <a:pt x="207" y="5896"/>
                    <a:pt x="2910" y="5896"/>
                    <a:pt x="5462" y="5896"/>
                  </a:cubicBezTo>
                  <a:lnTo>
                    <a:pt x="86685" y="589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5" name="Freeform: Shape 1864">
              <a:extLst>
                <a:ext uri="{FF2B5EF4-FFF2-40B4-BE49-F238E27FC236}">
                  <a16:creationId xmlns:a16="http://schemas.microsoft.com/office/drawing/2014/main" id="{6EA7CB32-0BF3-715C-58A6-37D1BFA6D634}"/>
                </a:ext>
              </a:extLst>
            </p:cNvPr>
            <p:cNvSpPr/>
            <p:nvPr>
              <p:custDataLst>
                <p:tags r:id="rId87"/>
              </p:custDataLst>
            </p:nvPr>
          </p:nvSpPr>
          <p:spPr>
            <a:xfrm>
              <a:off x="10249599" y="5928085"/>
              <a:ext cx="133319" cy="75920"/>
            </a:xfrm>
            <a:custGeom>
              <a:avLst/>
              <a:gdLst>
                <a:gd name="connsiteX0" fmla="*/ 117168 w 133319"/>
                <a:gd name="connsiteY0" fmla="*/ 40947 h 75920"/>
                <a:gd name="connsiteX1" fmla="*/ 103656 w 133319"/>
                <a:gd name="connsiteY1" fmla="*/ 54910 h 75920"/>
                <a:gd name="connsiteX2" fmla="*/ 95699 w 133319"/>
                <a:gd name="connsiteY2" fmla="*/ 74254 h 75920"/>
                <a:gd name="connsiteX3" fmla="*/ 98701 w 133319"/>
                <a:gd name="connsiteY3" fmla="*/ 75999 h 75920"/>
                <a:gd name="connsiteX4" fmla="*/ 102004 w 133319"/>
                <a:gd name="connsiteY4" fmla="*/ 73090 h 75920"/>
                <a:gd name="connsiteX5" fmla="*/ 131281 w 133319"/>
                <a:gd name="connsiteY5" fmla="*/ 39929 h 75920"/>
                <a:gd name="connsiteX6" fmla="*/ 133533 w 133319"/>
                <a:gd name="connsiteY6" fmla="*/ 38038 h 75920"/>
                <a:gd name="connsiteX7" fmla="*/ 132332 w 133319"/>
                <a:gd name="connsiteY7" fmla="*/ 36439 h 75920"/>
                <a:gd name="connsiteX8" fmla="*/ 101854 w 133319"/>
                <a:gd name="connsiteY8" fmla="*/ 2260 h 75920"/>
                <a:gd name="connsiteX9" fmla="*/ 98701 w 133319"/>
                <a:gd name="connsiteY9" fmla="*/ 78 h 75920"/>
                <a:gd name="connsiteX10" fmla="*/ 95699 w 133319"/>
                <a:gd name="connsiteY10" fmla="*/ 1823 h 75920"/>
                <a:gd name="connsiteX11" fmla="*/ 103356 w 133319"/>
                <a:gd name="connsiteY11" fmla="*/ 21022 h 75920"/>
                <a:gd name="connsiteX12" fmla="*/ 117168 w 133319"/>
                <a:gd name="connsiteY12" fmla="*/ 35130 h 75920"/>
                <a:gd name="connsiteX13" fmla="*/ 5618 w 133319"/>
                <a:gd name="connsiteY13" fmla="*/ 35130 h 75920"/>
                <a:gd name="connsiteX14" fmla="*/ 214 w 133319"/>
                <a:gd name="connsiteY14" fmla="*/ 38038 h 75920"/>
                <a:gd name="connsiteX15" fmla="*/ 5618 w 133319"/>
                <a:gd name="connsiteY15" fmla="*/ 40947 h 75920"/>
                <a:gd name="connsiteX16" fmla="*/ 117168 w 133319"/>
                <a:gd name="connsiteY16" fmla="*/ 40947 h 7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19" h="75920">
                  <a:moveTo>
                    <a:pt x="117168" y="40947"/>
                  </a:moveTo>
                  <a:cubicBezTo>
                    <a:pt x="108911" y="47056"/>
                    <a:pt x="104857" y="53019"/>
                    <a:pt x="103656" y="54910"/>
                  </a:cubicBezTo>
                  <a:cubicBezTo>
                    <a:pt x="96900" y="64945"/>
                    <a:pt x="95699" y="74108"/>
                    <a:pt x="95699" y="74254"/>
                  </a:cubicBezTo>
                  <a:cubicBezTo>
                    <a:pt x="95699" y="75999"/>
                    <a:pt x="97500" y="75999"/>
                    <a:pt x="98701" y="75999"/>
                  </a:cubicBezTo>
                  <a:cubicBezTo>
                    <a:pt x="101254" y="75999"/>
                    <a:pt x="101404" y="75708"/>
                    <a:pt x="102004" y="73090"/>
                  </a:cubicBezTo>
                  <a:cubicBezTo>
                    <a:pt x="105458" y="58837"/>
                    <a:pt x="114315" y="46620"/>
                    <a:pt x="131281" y="39929"/>
                  </a:cubicBezTo>
                  <a:cubicBezTo>
                    <a:pt x="133082" y="39347"/>
                    <a:pt x="133533" y="39057"/>
                    <a:pt x="133533" y="38038"/>
                  </a:cubicBezTo>
                  <a:cubicBezTo>
                    <a:pt x="133533" y="37020"/>
                    <a:pt x="132632" y="36584"/>
                    <a:pt x="132332" y="36439"/>
                  </a:cubicBezTo>
                  <a:cubicBezTo>
                    <a:pt x="125726" y="33966"/>
                    <a:pt x="107559" y="26694"/>
                    <a:pt x="101854" y="2260"/>
                  </a:cubicBezTo>
                  <a:cubicBezTo>
                    <a:pt x="101404" y="514"/>
                    <a:pt x="101254" y="78"/>
                    <a:pt x="98701" y="78"/>
                  </a:cubicBezTo>
                  <a:cubicBezTo>
                    <a:pt x="97500" y="78"/>
                    <a:pt x="95699" y="78"/>
                    <a:pt x="95699" y="1823"/>
                  </a:cubicBezTo>
                  <a:cubicBezTo>
                    <a:pt x="95699" y="2114"/>
                    <a:pt x="97050" y="11277"/>
                    <a:pt x="103356" y="21022"/>
                  </a:cubicBezTo>
                  <a:cubicBezTo>
                    <a:pt x="106358" y="25385"/>
                    <a:pt x="110712" y="30475"/>
                    <a:pt x="117168" y="35130"/>
                  </a:cubicBezTo>
                  <a:lnTo>
                    <a:pt x="5618" y="35130"/>
                  </a:lnTo>
                  <a:cubicBezTo>
                    <a:pt x="2916" y="35130"/>
                    <a:pt x="214" y="35130"/>
                    <a:pt x="214" y="38038"/>
                  </a:cubicBezTo>
                  <a:cubicBezTo>
                    <a:pt x="214" y="40947"/>
                    <a:pt x="2916" y="40947"/>
                    <a:pt x="5618" y="40947"/>
                  </a:cubicBezTo>
                  <a:lnTo>
                    <a:pt x="117168" y="4094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6" name="Freeform: Shape 1865">
              <a:extLst>
                <a:ext uri="{FF2B5EF4-FFF2-40B4-BE49-F238E27FC236}">
                  <a16:creationId xmlns:a16="http://schemas.microsoft.com/office/drawing/2014/main" id="{9DB12679-560F-877F-ABC8-A20DD16A8CFF}"/>
                </a:ext>
              </a:extLst>
            </p:cNvPr>
            <p:cNvSpPr/>
            <p:nvPr>
              <p:custDataLst>
                <p:tags r:id="rId88"/>
              </p:custDataLst>
            </p:nvPr>
          </p:nvSpPr>
          <p:spPr>
            <a:xfrm>
              <a:off x="10440085" y="5938121"/>
              <a:ext cx="57651" cy="65885"/>
            </a:xfrm>
            <a:custGeom>
              <a:avLst/>
              <a:gdLst>
                <a:gd name="connsiteX0" fmla="*/ 21395 w 57651"/>
                <a:gd name="connsiteY0" fmla="*/ 30766 h 65885"/>
                <a:gd name="connsiteX1" fmla="*/ 44366 w 57651"/>
                <a:gd name="connsiteY1" fmla="*/ 27421 h 65885"/>
                <a:gd name="connsiteX2" fmla="*/ 55626 w 57651"/>
                <a:gd name="connsiteY2" fmla="*/ 12441 h 65885"/>
                <a:gd name="connsiteX3" fmla="*/ 39561 w 57651"/>
                <a:gd name="connsiteY3" fmla="*/ 78 h 65885"/>
                <a:gd name="connsiteX4" fmla="*/ 226 w 57651"/>
                <a:gd name="connsiteY4" fmla="*/ 39638 h 65885"/>
                <a:gd name="connsiteX5" fmla="*/ 23797 w 57651"/>
                <a:gd name="connsiteY5" fmla="*/ 65963 h 65885"/>
                <a:gd name="connsiteX6" fmla="*/ 57878 w 57651"/>
                <a:gd name="connsiteY6" fmla="*/ 48801 h 65885"/>
                <a:gd name="connsiteX7" fmla="*/ 56076 w 57651"/>
                <a:gd name="connsiteY7" fmla="*/ 46910 h 65885"/>
                <a:gd name="connsiteX8" fmla="*/ 54124 w 57651"/>
                <a:gd name="connsiteY8" fmla="*/ 48365 h 65885"/>
                <a:gd name="connsiteX9" fmla="*/ 24098 w 57651"/>
                <a:gd name="connsiteY9" fmla="*/ 62764 h 65885"/>
                <a:gd name="connsiteX10" fmla="*/ 11036 w 57651"/>
                <a:gd name="connsiteY10" fmla="*/ 45892 h 65885"/>
                <a:gd name="connsiteX11" fmla="*/ 13438 w 57651"/>
                <a:gd name="connsiteY11" fmla="*/ 30766 h 65885"/>
                <a:gd name="connsiteX12" fmla="*/ 21395 w 57651"/>
                <a:gd name="connsiteY12" fmla="*/ 30766 h 65885"/>
                <a:gd name="connsiteX13" fmla="*/ 14339 w 57651"/>
                <a:gd name="connsiteY13" fmla="*/ 27567 h 65885"/>
                <a:gd name="connsiteX14" fmla="*/ 39561 w 57651"/>
                <a:gd name="connsiteY14" fmla="*/ 3278 h 65885"/>
                <a:gd name="connsiteX15" fmla="*/ 50671 w 57651"/>
                <a:gd name="connsiteY15" fmla="*/ 12441 h 65885"/>
                <a:gd name="connsiteX16" fmla="*/ 20494 w 57651"/>
                <a:gd name="connsiteY16" fmla="*/ 27567 h 65885"/>
                <a:gd name="connsiteX17" fmla="*/ 1433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395" y="30766"/>
                  </a:moveTo>
                  <a:cubicBezTo>
                    <a:pt x="25749" y="30766"/>
                    <a:pt x="36859" y="30475"/>
                    <a:pt x="44366" y="27421"/>
                  </a:cubicBezTo>
                  <a:cubicBezTo>
                    <a:pt x="54875" y="23058"/>
                    <a:pt x="55626" y="14477"/>
                    <a:pt x="55626" y="12441"/>
                  </a:cubicBezTo>
                  <a:cubicBezTo>
                    <a:pt x="55626" y="6041"/>
                    <a:pt x="49921" y="78"/>
                    <a:pt x="39561" y="78"/>
                  </a:cubicBezTo>
                  <a:cubicBezTo>
                    <a:pt x="22897" y="78"/>
                    <a:pt x="226" y="14186"/>
                    <a:pt x="226" y="39638"/>
                  </a:cubicBezTo>
                  <a:cubicBezTo>
                    <a:pt x="226" y="54473"/>
                    <a:pt x="9084" y="65963"/>
                    <a:pt x="23797" y="65963"/>
                  </a:cubicBezTo>
                  <a:cubicBezTo>
                    <a:pt x="45267" y="65963"/>
                    <a:pt x="57878" y="50547"/>
                    <a:pt x="57878" y="48801"/>
                  </a:cubicBezTo>
                  <a:cubicBezTo>
                    <a:pt x="57878" y="47929"/>
                    <a:pt x="56977" y="46910"/>
                    <a:pt x="56076" y="46910"/>
                  </a:cubicBezTo>
                  <a:cubicBezTo>
                    <a:pt x="55325" y="46910"/>
                    <a:pt x="55025" y="47201"/>
                    <a:pt x="54124" y="48365"/>
                  </a:cubicBezTo>
                  <a:cubicBezTo>
                    <a:pt x="42264" y="62764"/>
                    <a:pt x="25899" y="62764"/>
                    <a:pt x="24098" y="62764"/>
                  </a:cubicBezTo>
                  <a:cubicBezTo>
                    <a:pt x="12387" y="62764"/>
                    <a:pt x="11036" y="50547"/>
                    <a:pt x="11036" y="45892"/>
                  </a:cubicBezTo>
                  <a:cubicBezTo>
                    <a:pt x="11036" y="44147"/>
                    <a:pt x="11186" y="39638"/>
                    <a:pt x="13438" y="30766"/>
                  </a:cubicBezTo>
                  <a:lnTo>
                    <a:pt x="21395" y="30766"/>
                  </a:lnTo>
                  <a:close/>
                  <a:moveTo>
                    <a:pt x="14339" y="27567"/>
                  </a:moveTo>
                  <a:cubicBezTo>
                    <a:pt x="20194" y="5459"/>
                    <a:pt x="35658" y="3278"/>
                    <a:pt x="39561" y="3278"/>
                  </a:cubicBezTo>
                  <a:cubicBezTo>
                    <a:pt x="46618" y="3278"/>
                    <a:pt x="50671" y="7496"/>
                    <a:pt x="50671" y="12441"/>
                  </a:cubicBezTo>
                  <a:cubicBezTo>
                    <a:pt x="50671" y="27567"/>
                    <a:pt x="26650" y="27567"/>
                    <a:pt x="20494" y="27567"/>
                  </a:cubicBezTo>
                  <a:lnTo>
                    <a:pt x="1433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7" name="Freeform: Shape 1866">
              <a:extLst>
                <a:ext uri="{FF2B5EF4-FFF2-40B4-BE49-F238E27FC236}">
                  <a16:creationId xmlns:a16="http://schemas.microsoft.com/office/drawing/2014/main" id="{4EFEF66C-50A2-1306-BC1B-8F15A00648C6}"/>
                </a:ext>
              </a:extLst>
            </p:cNvPr>
            <p:cNvSpPr/>
            <p:nvPr>
              <p:custDataLst>
                <p:tags r:id="rId89"/>
              </p:custDataLst>
            </p:nvPr>
          </p:nvSpPr>
          <p:spPr>
            <a:xfrm>
              <a:off x="10515171" y="5865997"/>
              <a:ext cx="27324" cy="101707"/>
            </a:xfrm>
            <a:custGeom>
              <a:avLst/>
              <a:gdLst>
                <a:gd name="connsiteX0" fmla="*/ 25453 w 27324"/>
                <a:gd name="connsiteY0" fmla="*/ 74 h 101707"/>
                <a:gd name="connsiteX1" fmla="*/ 231 w 27324"/>
                <a:gd name="connsiteY1" fmla="*/ 50877 h 101707"/>
                <a:gd name="connsiteX2" fmla="*/ 25453 w 27324"/>
                <a:gd name="connsiteY2" fmla="*/ 101782 h 101707"/>
                <a:gd name="connsiteX3" fmla="*/ 27555 w 27324"/>
                <a:gd name="connsiteY3" fmla="*/ 100560 h 101707"/>
                <a:gd name="connsiteX4" fmla="*/ 26504 w 27324"/>
                <a:gd name="connsiteY4" fmla="*/ 99033 h 101707"/>
                <a:gd name="connsiteX5" fmla="*/ 7377 w 27324"/>
                <a:gd name="connsiteY5" fmla="*/ 50979 h 101707"/>
                <a:gd name="connsiteX6" fmla="*/ 26820 w 27324"/>
                <a:gd name="connsiteY6" fmla="*/ 2517 h 101707"/>
                <a:gd name="connsiteX7" fmla="*/ 27555 w 27324"/>
                <a:gd name="connsiteY7" fmla="*/ 1296 h 101707"/>
                <a:gd name="connsiteX8" fmla="*/ 2545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453" y="74"/>
                  </a:moveTo>
                  <a:cubicBezTo>
                    <a:pt x="5486" y="13716"/>
                    <a:pt x="231" y="35300"/>
                    <a:pt x="231" y="50877"/>
                  </a:cubicBezTo>
                  <a:cubicBezTo>
                    <a:pt x="231" y="65232"/>
                    <a:pt x="4645" y="87528"/>
                    <a:pt x="25453" y="101782"/>
                  </a:cubicBezTo>
                  <a:cubicBezTo>
                    <a:pt x="26294" y="101782"/>
                    <a:pt x="27555" y="101782"/>
                    <a:pt x="27555" y="100560"/>
                  </a:cubicBezTo>
                  <a:cubicBezTo>
                    <a:pt x="27555" y="99949"/>
                    <a:pt x="27240" y="99746"/>
                    <a:pt x="26504" y="99033"/>
                  </a:cubicBezTo>
                  <a:cubicBezTo>
                    <a:pt x="12527" y="86816"/>
                    <a:pt x="7377" y="69508"/>
                    <a:pt x="7377" y="50979"/>
                  </a:cubicBezTo>
                  <a:cubicBezTo>
                    <a:pt x="7377" y="23490"/>
                    <a:pt x="18202" y="10051"/>
                    <a:pt x="26820" y="2517"/>
                  </a:cubicBezTo>
                  <a:cubicBezTo>
                    <a:pt x="27240" y="2110"/>
                    <a:pt x="27555" y="1805"/>
                    <a:pt x="27555" y="1296"/>
                  </a:cubicBezTo>
                  <a:cubicBezTo>
                    <a:pt x="27555" y="74"/>
                    <a:pt x="26294" y="74"/>
                    <a:pt x="2545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8" name="Freeform: Shape 1867">
              <a:extLst>
                <a:ext uri="{FF2B5EF4-FFF2-40B4-BE49-F238E27FC236}">
                  <a16:creationId xmlns:a16="http://schemas.microsoft.com/office/drawing/2014/main" id="{843AB837-7E83-62DE-1466-BBEFB9C7A328}"/>
                </a:ext>
              </a:extLst>
            </p:cNvPr>
            <p:cNvSpPr/>
            <p:nvPr>
              <p:custDataLst>
                <p:tags r:id="rId90"/>
              </p:custDataLst>
            </p:nvPr>
          </p:nvSpPr>
          <p:spPr>
            <a:xfrm>
              <a:off x="10555257" y="5897456"/>
              <a:ext cx="62635" cy="66685"/>
            </a:xfrm>
            <a:custGeom>
              <a:avLst/>
              <a:gdLst>
                <a:gd name="connsiteX0" fmla="*/ 654 w 62635"/>
                <a:gd name="connsiteY0" fmla="*/ 61363 h 66685"/>
                <a:gd name="connsiteX1" fmla="*/ 234 w 62635"/>
                <a:gd name="connsiteY1" fmla="*/ 63501 h 66685"/>
                <a:gd name="connsiteX2" fmla="*/ 3807 w 62635"/>
                <a:gd name="connsiteY2" fmla="*/ 66759 h 66685"/>
                <a:gd name="connsiteX3" fmla="*/ 8852 w 62635"/>
                <a:gd name="connsiteY3" fmla="*/ 61669 h 66685"/>
                <a:gd name="connsiteX4" fmla="*/ 13686 w 62635"/>
                <a:gd name="connsiteY4" fmla="*/ 43038 h 66685"/>
                <a:gd name="connsiteX5" fmla="*/ 24931 w 62635"/>
                <a:gd name="connsiteY5" fmla="*/ 45990 h 66685"/>
                <a:gd name="connsiteX6" fmla="*/ 40065 w 62635"/>
                <a:gd name="connsiteY6" fmla="*/ 38660 h 66685"/>
                <a:gd name="connsiteX7" fmla="*/ 50889 w 62635"/>
                <a:gd name="connsiteY7" fmla="*/ 45990 h 66685"/>
                <a:gd name="connsiteX8" fmla="*/ 59192 w 62635"/>
                <a:gd name="connsiteY8" fmla="*/ 40594 h 66685"/>
                <a:gd name="connsiteX9" fmla="*/ 62870 w 62635"/>
                <a:gd name="connsiteY9" fmla="*/ 30413 h 66685"/>
                <a:gd name="connsiteX10" fmla="*/ 61188 w 62635"/>
                <a:gd name="connsiteY10" fmla="*/ 29090 h 66685"/>
                <a:gd name="connsiteX11" fmla="*/ 58876 w 62635"/>
                <a:gd name="connsiteY11" fmla="*/ 32246 h 66685"/>
                <a:gd name="connsiteX12" fmla="*/ 51205 w 62635"/>
                <a:gd name="connsiteY12" fmla="*/ 43139 h 66685"/>
                <a:gd name="connsiteX13" fmla="*/ 47736 w 62635"/>
                <a:gd name="connsiteY13" fmla="*/ 38151 h 66685"/>
                <a:gd name="connsiteX14" fmla="*/ 49313 w 62635"/>
                <a:gd name="connsiteY14" fmla="*/ 30108 h 66685"/>
                <a:gd name="connsiteX15" fmla="*/ 51625 w 62635"/>
                <a:gd name="connsiteY15" fmla="*/ 20945 h 66685"/>
                <a:gd name="connsiteX16" fmla="*/ 54042 w 62635"/>
                <a:gd name="connsiteY16" fmla="*/ 11884 h 66685"/>
                <a:gd name="connsiteX17" fmla="*/ 55829 w 62635"/>
                <a:gd name="connsiteY17" fmla="*/ 4350 h 66685"/>
                <a:gd name="connsiteX18" fmla="*/ 52361 w 62635"/>
                <a:gd name="connsiteY18" fmla="*/ 1092 h 66685"/>
                <a:gd name="connsiteX19" fmla="*/ 48052 w 62635"/>
                <a:gd name="connsiteY19" fmla="*/ 3535 h 66685"/>
                <a:gd name="connsiteX20" fmla="*/ 46370 w 62635"/>
                <a:gd name="connsiteY20" fmla="*/ 9440 h 66685"/>
                <a:gd name="connsiteX21" fmla="*/ 44163 w 62635"/>
                <a:gd name="connsiteY21" fmla="*/ 17891 h 66685"/>
                <a:gd name="connsiteX22" fmla="*/ 40905 w 62635"/>
                <a:gd name="connsiteY22" fmla="*/ 30617 h 66685"/>
                <a:gd name="connsiteX23" fmla="*/ 39224 w 62635"/>
                <a:gd name="connsiteY23" fmla="*/ 34689 h 66685"/>
                <a:gd name="connsiteX24" fmla="*/ 25351 w 62635"/>
                <a:gd name="connsiteY24" fmla="*/ 43139 h 66685"/>
                <a:gd name="connsiteX25" fmla="*/ 16734 w 62635"/>
                <a:gd name="connsiteY25" fmla="*/ 34078 h 66685"/>
                <a:gd name="connsiteX26" fmla="*/ 18520 w 62635"/>
                <a:gd name="connsiteY26" fmla="*/ 24610 h 66685"/>
                <a:gd name="connsiteX27" fmla="*/ 20832 w 62635"/>
                <a:gd name="connsiteY27" fmla="*/ 15447 h 66685"/>
                <a:gd name="connsiteX28" fmla="*/ 22304 w 62635"/>
                <a:gd name="connsiteY28" fmla="*/ 9746 h 66685"/>
                <a:gd name="connsiteX29" fmla="*/ 23880 w 62635"/>
                <a:gd name="connsiteY29" fmla="*/ 3332 h 66685"/>
                <a:gd name="connsiteX30" fmla="*/ 20307 w 62635"/>
                <a:gd name="connsiteY30" fmla="*/ 74 h 66685"/>
                <a:gd name="connsiteX31" fmla="*/ 15262 w 62635"/>
                <a:gd name="connsiteY31" fmla="*/ 4859 h 66685"/>
                <a:gd name="connsiteX32" fmla="*/ 65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654" y="61363"/>
                  </a:moveTo>
                  <a:cubicBezTo>
                    <a:pt x="234" y="62890"/>
                    <a:pt x="234" y="63400"/>
                    <a:pt x="234" y="63501"/>
                  </a:cubicBezTo>
                  <a:cubicBezTo>
                    <a:pt x="234" y="65741"/>
                    <a:pt x="2126" y="66759"/>
                    <a:pt x="3807" y="66759"/>
                  </a:cubicBezTo>
                  <a:cubicBezTo>
                    <a:pt x="7591" y="66759"/>
                    <a:pt x="8431" y="63400"/>
                    <a:pt x="8852" y="61669"/>
                  </a:cubicBezTo>
                  <a:cubicBezTo>
                    <a:pt x="9062" y="61160"/>
                    <a:pt x="11164" y="53015"/>
                    <a:pt x="13686" y="43038"/>
                  </a:cubicBezTo>
                  <a:cubicBezTo>
                    <a:pt x="16944" y="45176"/>
                    <a:pt x="21148" y="45990"/>
                    <a:pt x="24931" y="45990"/>
                  </a:cubicBezTo>
                  <a:cubicBezTo>
                    <a:pt x="33969" y="45990"/>
                    <a:pt x="39854" y="38863"/>
                    <a:pt x="40065" y="38660"/>
                  </a:cubicBezTo>
                  <a:cubicBezTo>
                    <a:pt x="42061" y="45685"/>
                    <a:pt x="49313" y="45990"/>
                    <a:pt x="50889" y="45990"/>
                  </a:cubicBezTo>
                  <a:cubicBezTo>
                    <a:pt x="54673" y="45990"/>
                    <a:pt x="57300" y="43750"/>
                    <a:pt x="59192" y="40594"/>
                  </a:cubicBezTo>
                  <a:cubicBezTo>
                    <a:pt x="61504" y="36624"/>
                    <a:pt x="62870" y="30820"/>
                    <a:pt x="62870" y="30413"/>
                  </a:cubicBezTo>
                  <a:cubicBezTo>
                    <a:pt x="62870" y="29090"/>
                    <a:pt x="61504" y="29090"/>
                    <a:pt x="61188" y="29090"/>
                  </a:cubicBezTo>
                  <a:cubicBezTo>
                    <a:pt x="59717" y="29090"/>
                    <a:pt x="59612" y="29497"/>
                    <a:pt x="58876" y="32246"/>
                  </a:cubicBezTo>
                  <a:cubicBezTo>
                    <a:pt x="57615" y="37133"/>
                    <a:pt x="55618" y="43139"/>
                    <a:pt x="51205" y="43139"/>
                  </a:cubicBezTo>
                  <a:cubicBezTo>
                    <a:pt x="48472" y="43139"/>
                    <a:pt x="47736" y="40900"/>
                    <a:pt x="47736" y="38151"/>
                  </a:cubicBezTo>
                  <a:cubicBezTo>
                    <a:pt x="47736" y="36420"/>
                    <a:pt x="48577" y="32755"/>
                    <a:pt x="49313" y="30108"/>
                  </a:cubicBezTo>
                  <a:cubicBezTo>
                    <a:pt x="50049" y="27359"/>
                    <a:pt x="51099" y="23185"/>
                    <a:pt x="51625" y="20945"/>
                  </a:cubicBezTo>
                  <a:lnTo>
                    <a:pt x="54042" y="11884"/>
                  </a:lnTo>
                  <a:cubicBezTo>
                    <a:pt x="54673" y="9339"/>
                    <a:pt x="55829" y="4859"/>
                    <a:pt x="55829" y="4350"/>
                  </a:cubicBezTo>
                  <a:cubicBezTo>
                    <a:pt x="55829" y="2314"/>
                    <a:pt x="54147" y="1092"/>
                    <a:pt x="52361" y="1092"/>
                  </a:cubicBezTo>
                  <a:cubicBezTo>
                    <a:pt x="51205" y="1092"/>
                    <a:pt x="49208" y="1601"/>
                    <a:pt x="48052" y="3535"/>
                  </a:cubicBezTo>
                  <a:cubicBezTo>
                    <a:pt x="47736" y="4146"/>
                    <a:pt x="46896" y="7404"/>
                    <a:pt x="46370" y="9440"/>
                  </a:cubicBezTo>
                  <a:lnTo>
                    <a:pt x="44163" y="17891"/>
                  </a:lnTo>
                  <a:lnTo>
                    <a:pt x="40905" y="30617"/>
                  </a:lnTo>
                  <a:cubicBezTo>
                    <a:pt x="40170" y="33162"/>
                    <a:pt x="40170" y="33366"/>
                    <a:pt x="39224" y="34689"/>
                  </a:cubicBezTo>
                  <a:cubicBezTo>
                    <a:pt x="35966" y="39169"/>
                    <a:pt x="31342" y="43139"/>
                    <a:pt x="25351" y="43139"/>
                  </a:cubicBezTo>
                  <a:cubicBezTo>
                    <a:pt x="16734" y="43139"/>
                    <a:pt x="16734" y="35911"/>
                    <a:pt x="16734" y="34078"/>
                  </a:cubicBezTo>
                  <a:cubicBezTo>
                    <a:pt x="16734" y="31431"/>
                    <a:pt x="17049" y="30108"/>
                    <a:pt x="18520" y="24610"/>
                  </a:cubicBezTo>
                  <a:cubicBezTo>
                    <a:pt x="19571" y="20130"/>
                    <a:pt x="19781" y="19418"/>
                    <a:pt x="20832" y="15447"/>
                  </a:cubicBezTo>
                  <a:lnTo>
                    <a:pt x="22304" y="9746"/>
                  </a:lnTo>
                  <a:cubicBezTo>
                    <a:pt x="22829" y="7608"/>
                    <a:pt x="23880" y="3739"/>
                    <a:pt x="23880" y="3332"/>
                  </a:cubicBezTo>
                  <a:cubicBezTo>
                    <a:pt x="23880" y="1499"/>
                    <a:pt x="22409" y="74"/>
                    <a:pt x="20307" y="74"/>
                  </a:cubicBezTo>
                  <a:cubicBezTo>
                    <a:pt x="16524" y="74"/>
                    <a:pt x="15578" y="3637"/>
                    <a:pt x="15262" y="4859"/>
                  </a:cubicBezTo>
                  <a:lnTo>
                    <a:pt x="65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69" name="Freeform: Shape 1868">
              <a:extLst>
                <a:ext uri="{FF2B5EF4-FFF2-40B4-BE49-F238E27FC236}">
                  <a16:creationId xmlns:a16="http://schemas.microsoft.com/office/drawing/2014/main" id="{3D1633CA-9F09-D91E-4A3C-FF967526DDD0}"/>
                </a:ext>
              </a:extLst>
            </p:cNvPr>
            <p:cNvSpPr/>
            <p:nvPr>
              <p:custDataLst>
                <p:tags r:id="rId91"/>
              </p:custDataLst>
            </p:nvPr>
          </p:nvSpPr>
          <p:spPr>
            <a:xfrm>
              <a:off x="10625780" y="5908393"/>
              <a:ext cx="35506" cy="63412"/>
            </a:xfrm>
            <a:custGeom>
              <a:avLst/>
              <a:gdLst>
                <a:gd name="connsiteX0" fmla="*/ 35746 w 35506"/>
                <a:gd name="connsiteY0" fmla="*/ 3202 h 63412"/>
                <a:gd name="connsiteX1" fmla="*/ 32443 w 35506"/>
                <a:gd name="connsiteY1" fmla="*/ 75 h 63412"/>
                <a:gd name="connsiteX2" fmla="*/ 27788 w 35506"/>
                <a:gd name="connsiteY2" fmla="*/ 4438 h 63412"/>
                <a:gd name="connsiteX3" fmla="*/ 31091 w 35506"/>
                <a:gd name="connsiteY3" fmla="*/ 7565 h 63412"/>
                <a:gd name="connsiteX4" fmla="*/ 35746 w 35506"/>
                <a:gd name="connsiteY4" fmla="*/ 3202 h 63412"/>
                <a:gd name="connsiteX5" fmla="*/ 19381 w 35506"/>
                <a:gd name="connsiteY5" fmla="*/ 51852 h 63412"/>
                <a:gd name="connsiteX6" fmla="*/ 8646 w 35506"/>
                <a:gd name="connsiteY6" fmla="*/ 61015 h 63412"/>
                <a:gd name="connsiteX7" fmla="*/ 5944 w 35506"/>
                <a:gd name="connsiteY7" fmla="*/ 60652 h 63412"/>
                <a:gd name="connsiteX8" fmla="*/ 8271 w 35506"/>
                <a:gd name="connsiteY8" fmla="*/ 56797 h 63412"/>
                <a:gd name="connsiteX9" fmla="*/ 4893 w 35506"/>
                <a:gd name="connsiteY9" fmla="*/ 53816 h 63412"/>
                <a:gd name="connsiteX10" fmla="*/ 239 w 35506"/>
                <a:gd name="connsiteY10" fmla="*/ 58470 h 63412"/>
                <a:gd name="connsiteX11" fmla="*/ 8721 w 35506"/>
                <a:gd name="connsiteY11" fmla="*/ 63488 h 63412"/>
                <a:gd name="connsiteX12" fmla="*/ 25912 w 35506"/>
                <a:gd name="connsiteY12" fmla="*/ 51925 h 63412"/>
                <a:gd name="connsiteX13" fmla="*/ 32668 w 35506"/>
                <a:gd name="connsiteY13" fmla="*/ 25891 h 63412"/>
                <a:gd name="connsiteX14" fmla="*/ 33043 w 35506"/>
                <a:gd name="connsiteY14" fmla="*/ 23491 h 63412"/>
                <a:gd name="connsiteX15" fmla="*/ 23810 w 35506"/>
                <a:gd name="connsiteY15" fmla="*/ 16437 h 63412"/>
                <a:gd name="connsiteX16" fmla="*/ 9172 w 35506"/>
                <a:gd name="connsiteY16" fmla="*/ 27709 h 63412"/>
                <a:gd name="connsiteX17" fmla="*/ 10748 w 35506"/>
                <a:gd name="connsiteY17" fmla="*/ 28727 h 63412"/>
                <a:gd name="connsiteX18" fmla="*/ 12400 w 35506"/>
                <a:gd name="connsiteY18" fmla="*/ 27709 h 63412"/>
                <a:gd name="connsiteX19" fmla="*/ 23510 w 35506"/>
                <a:gd name="connsiteY19" fmla="*/ 18910 h 63412"/>
                <a:gd name="connsiteX20" fmla="*/ 26662 w 35506"/>
                <a:gd name="connsiteY20" fmla="*/ 22764 h 63412"/>
                <a:gd name="connsiteX21" fmla="*/ 26437 w 35506"/>
                <a:gd name="connsiteY21" fmla="*/ 24655 h 63412"/>
                <a:gd name="connsiteX22" fmla="*/ 1938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46" y="3202"/>
                  </a:moveTo>
                  <a:cubicBezTo>
                    <a:pt x="35746" y="1529"/>
                    <a:pt x="34469" y="75"/>
                    <a:pt x="32443" y="75"/>
                  </a:cubicBezTo>
                  <a:cubicBezTo>
                    <a:pt x="30116" y="75"/>
                    <a:pt x="27788" y="2256"/>
                    <a:pt x="27788" y="4438"/>
                  </a:cubicBezTo>
                  <a:cubicBezTo>
                    <a:pt x="27788" y="6183"/>
                    <a:pt x="29215" y="7565"/>
                    <a:pt x="31091" y="7565"/>
                  </a:cubicBezTo>
                  <a:cubicBezTo>
                    <a:pt x="33644" y="7565"/>
                    <a:pt x="35746" y="5238"/>
                    <a:pt x="35746" y="3202"/>
                  </a:cubicBezTo>
                  <a:close/>
                  <a:moveTo>
                    <a:pt x="19381" y="51852"/>
                  </a:moveTo>
                  <a:cubicBezTo>
                    <a:pt x="17955" y="57379"/>
                    <a:pt x="13225" y="61015"/>
                    <a:pt x="8646" y="61015"/>
                  </a:cubicBezTo>
                  <a:cubicBezTo>
                    <a:pt x="7370" y="61015"/>
                    <a:pt x="6545" y="60797"/>
                    <a:pt x="5944" y="60652"/>
                  </a:cubicBezTo>
                  <a:cubicBezTo>
                    <a:pt x="7746" y="59634"/>
                    <a:pt x="8271" y="57743"/>
                    <a:pt x="8271" y="56797"/>
                  </a:cubicBezTo>
                  <a:cubicBezTo>
                    <a:pt x="8271" y="55561"/>
                    <a:pt x="7370" y="53816"/>
                    <a:pt x="4893" y="53816"/>
                  </a:cubicBezTo>
                  <a:cubicBezTo>
                    <a:pt x="2341" y="53816"/>
                    <a:pt x="239" y="56070"/>
                    <a:pt x="239" y="58470"/>
                  </a:cubicBezTo>
                  <a:cubicBezTo>
                    <a:pt x="239" y="61597"/>
                    <a:pt x="3617" y="63488"/>
                    <a:pt x="8721" y="63488"/>
                  </a:cubicBezTo>
                  <a:cubicBezTo>
                    <a:pt x="13826" y="63488"/>
                    <a:pt x="23585" y="60943"/>
                    <a:pt x="25912" y="51925"/>
                  </a:cubicBezTo>
                  <a:lnTo>
                    <a:pt x="32668" y="25891"/>
                  </a:lnTo>
                  <a:cubicBezTo>
                    <a:pt x="32818" y="25164"/>
                    <a:pt x="33043" y="24509"/>
                    <a:pt x="33043" y="23491"/>
                  </a:cubicBezTo>
                  <a:cubicBezTo>
                    <a:pt x="33043" y="19346"/>
                    <a:pt x="29065" y="16437"/>
                    <a:pt x="23810" y="16437"/>
                  </a:cubicBezTo>
                  <a:cubicBezTo>
                    <a:pt x="14727" y="16437"/>
                    <a:pt x="9172" y="26255"/>
                    <a:pt x="9172" y="27709"/>
                  </a:cubicBezTo>
                  <a:cubicBezTo>
                    <a:pt x="9172" y="28727"/>
                    <a:pt x="10373" y="28727"/>
                    <a:pt x="10748" y="28727"/>
                  </a:cubicBezTo>
                  <a:cubicBezTo>
                    <a:pt x="11874" y="28727"/>
                    <a:pt x="12024" y="28436"/>
                    <a:pt x="12400" y="27709"/>
                  </a:cubicBezTo>
                  <a:cubicBezTo>
                    <a:pt x="15853" y="20582"/>
                    <a:pt x="20957" y="18910"/>
                    <a:pt x="23510" y="18910"/>
                  </a:cubicBezTo>
                  <a:cubicBezTo>
                    <a:pt x="26512" y="18910"/>
                    <a:pt x="26662" y="21528"/>
                    <a:pt x="26662" y="22764"/>
                  </a:cubicBezTo>
                  <a:cubicBezTo>
                    <a:pt x="26662" y="23782"/>
                    <a:pt x="26587" y="24073"/>
                    <a:pt x="26437" y="24655"/>
                  </a:cubicBezTo>
                  <a:lnTo>
                    <a:pt x="1938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70" name="Freeform: Shape 1869">
              <a:extLst>
                <a:ext uri="{FF2B5EF4-FFF2-40B4-BE49-F238E27FC236}">
                  <a16:creationId xmlns:a16="http://schemas.microsoft.com/office/drawing/2014/main" id="{FCE05AA1-27C5-1A4C-166B-09B7732D6DF5}"/>
                </a:ext>
              </a:extLst>
            </p:cNvPr>
            <p:cNvSpPr/>
            <p:nvPr>
              <p:custDataLst>
                <p:tags r:id="rId92"/>
              </p:custDataLst>
            </p:nvPr>
          </p:nvSpPr>
          <p:spPr>
            <a:xfrm>
              <a:off x="10690441" y="5914357"/>
              <a:ext cx="71043" cy="4988"/>
            </a:xfrm>
            <a:custGeom>
              <a:avLst/>
              <a:gdLst>
                <a:gd name="connsiteX0" fmla="*/ 67082 w 71043"/>
                <a:gd name="connsiteY0" fmla="*/ 5063 h 4988"/>
                <a:gd name="connsiteX1" fmla="*/ 71286 w 71043"/>
                <a:gd name="connsiteY1" fmla="*/ 2619 h 4988"/>
                <a:gd name="connsiteX2" fmla="*/ 67082 w 71043"/>
                <a:gd name="connsiteY2" fmla="*/ 74 h 4988"/>
                <a:gd name="connsiteX3" fmla="*/ 4446 w 71043"/>
                <a:gd name="connsiteY3" fmla="*/ 74 h 4988"/>
                <a:gd name="connsiteX4" fmla="*/ 243 w 71043"/>
                <a:gd name="connsiteY4" fmla="*/ 2517 h 4988"/>
                <a:gd name="connsiteX5" fmla="*/ 4446 w 71043"/>
                <a:gd name="connsiteY5" fmla="*/ 5063 h 4988"/>
                <a:gd name="connsiteX6" fmla="*/ 6708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082" y="5063"/>
                  </a:moveTo>
                  <a:cubicBezTo>
                    <a:pt x="68764" y="5063"/>
                    <a:pt x="71286" y="5063"/>
                    <a:pt x="71286" y="2619"/>
                  </a:cubicBezTo>
                  <a:cubicBezTo>
                    <a:pt x="71286" y="74"/>
                    <a:pt x="68869" y="74"/>
                    <a:pt x="67082" y="74"/>
                  </a:cubicBezTo>
                  <a:lnTo>
                    <a:pt x="4446" y="74"/>
                  </a:lnTo>
                  <a:cubicBezTo>
                    <a:pt x="2765" y="74"/>
                    <a:pt x="243" y="74"/>
                    <a:pt x="243" y="2517"/>
                  </a:cubicBezTo>
                  <a:cubicBezTo>
                    <a:pt x="243" y="5063"/>
                    <a:pt x="2660" y="5063"/>
                    <a:pt x="4446" y="5063"/>
                  </a:cubicBezTo>
                  <a:lnTo>
                    <a:pt x="6708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7" name="Freeform: Shape 1896">
              <a:extLst>
                <a:ext uri="{FF2B5EF4-FFF2-40B4-BE49-F238E27FC236}">
                  <a16:creationId xmlns:a16="http://schemas.microsoft.com/office/drawing/2014/main" id="{F9E9D711-F4D4-5EEE-5CB9-3A90863F90C6}"/>
                </a:ext>
              </a:extLst>
            </p:cNvPr>
            <p:cNvSpPr/>
            <p:nvPr>
              <p:custDataLst>
                <p:tags r:id="rId93"/>
              </p:custDataLst>
            </p:nvPr>
          </p:nvSpPr>
          <p:spPr>
            <a:xfrm>
              <a:off x="10775132" y="5870884"/>
              <a:ext cx="73460" cy="91221"/>
            </a:xfrm>
            <a:custGeom>
              <a:avLst/>
              <a:gdLst>
                <a:gd name="connsiteX0" fmla="*/ 7080 w 73460"/>
                <a:gd name="connsiteY0" fmla="*/ 89056 h 91221"/>
                <a:gd name="connsiteX1" fmla="*/ 13491 w 73460"/>
                <a:gd name="connsiteY1" fmla="*/ 63909 h 91221"/>
                <a:gd name="connsiteX2" fmla="*/ 37347 w 73460"/>
                <a:gd name="connsiteY2" fmla="*/ 72868 h 91221"/>
                <a:gd name="connsiteX3" fmla="*/ 72869 w 73460"/>
                <a:gd name="connsiteY3" fmla="*/ 44565 h 91221"/>
                <a:gd name="connsiteX4" fmla="*/ 65722 w 73460"/>
                <a:gd name="connsiteY4" fmla="*/ 30719 h 91221"/>
                <a:gd name="connsiteX5" fmla="*/ 73709 w 73460"/>
                <a:gd name="connsiteY5" fmla="*/ 14531 h 91221"/>
                <a:gd name="connsiteX6" fmla="*/ 55003 w 73460"/>
                <a:gd name="connsiteY6" fmla="*/ 74 h 91221"/>
                <a:gd name="connsiteX7" fmla="*/ 16538 w 73460"/>
                <a:gd name="connsiteY7" fmla="*/ 26137 h 91221"/>
                <a:gd name="connsiteX8" fmla="*/ 669 w 73460"/>
                <a:gd name="connsiteY8" fmla="*/ 87732 h 91221"/>
                <a:gd name="connsiteX9" fmla="*/ 249 w 73460"/>
                <a:gd name="connsiteY9" fmla="*/ 89463 h 91221"/>
                <a:gd name="connsiteX10" fmla="*/ 3612 w 73460"/>
                <a:gd name="connsiteY10" fmla="*/ 91295 h 91221"/>
                <a:gd name="connsiteX11" fmla="*/ 7080 w 73460"/>
                <a:gd name="connsiteY11" fmla="*/ 89056 h 91221"/>
                <a:gd name="connsiteX12" fmla="*/ 39974 w 73460"/>
                <a:gd name="connsiteY12" fmla="*/ 32042 h 91221"/>
                <a:gd name="connsiteX13" fmla="*/ 47016 w 73460"/>
                <a:gd name="connsiteY13" fmla="*/ 31024 h 91221"/>
                <a:gd name="connsiteX14" fmla="*/ 51955 w 73460"/>
                <a:gd name="connsiteY14" fmla="*/ 31431 h 91221"/>
                <a:gd name="connsiteX15" fmla="*/ 45544 w 73460"/>
                <a:gd name="connsiteY15" fmla="*/ 32653 h 91221"/>
                <a:gd name="connsiteX16" fmla="*/ 39974 w 73460"/>
                <a:gd name="connsiteY16" fmla="*/ 32042 h 91221"/>
                <a:gd name="connsiteX17" fmla="*/ 57000 w 73460"/>
                <a:gd name="connsiteY17" fmla="*/ 27155 h 91221"/>
                <a:gd name="connsiteX18" fmla="*/ 47331 w 73460"/>
                <a:gd name="connsiteY18" fmla="*/ 26341 h 91221"/>
                <a:gd name="connsiteX19" fmla="*/ 33248 w 73460"/>
                <a:gd name="connsiteY19" fmla="*/ 32449 h 91221"/>
                <a:gd name="connsiteX20" fmla="*/ 45334 w 73460"/>
                <a:gd name="connsiteY20" fmla="*/ 37336 h 91221"/>
                <a:gd name="connsiteX21" fmla="*/ 58261 w 73460"/>
                <a:gd name="connsiteY21" fmla="*/ 35198 h 91221"/>
                <a:gd name="connsiteX22" fmla="*/ 59522 w 73460"/>
                <a:gd name="connsiteY22" fmla="*/ 40594 h 91221"/>
                <a:gd name="connsiteX23" fmla="*/ 53321 w 73460"/>
                <a:gd name="connsiteY23" fmla="*/ 60752 h 91221"/>
                <a:gd name="connsiteX24" fmla="*/ 37242 w 73460"/>
                <a:gd name="connsiteY24" fmla="*/ 68185 h 91221"/>
                <a:gd name="connsiteX25" fmla="*/ 16643 w 73460"/>
                <a:gd name="connsiteY25" fmla="*/ 53728 h 91221"/>
                <a:gd name="connsiteX26" fmla="*/ 18535 w 73460"/>
                <a:gd name="connsiteY26" fmla="*/ 44667 h 91221"/>
                <a:gd name="connsiteX27" fmla="*/ 22634 w 73460"/>
                <a:gd name="connsiteY27" fmla="*/ 28479 h 91221"/>
                <a:gd name="connsiteX28" fmla="*/ 33774 w 73460"/>
                <a:gd name="connsiteY28" fmla="*/ 11884 h 91221"/>
                <a:gd name="connsiteX29" fmla="*/ 54477 w 73460"/>
                <a:gd name="connsiteY29" fmla="*/ 4757 h 91221"/>
                <a:gd name="connsiteX30" fmla="*/ 61624 w 73460"/>
                <a:gd name="connsiteY30" fmla="*/ 10866 h 91221"/>
                <a:gd name="connsiteX31" fmla="*/ 57000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080" y="89056"/>
                  </a:moveTo>
                  <a:lnTo>
                    <a:pt x="13491" y="63909"/>
                  </a:lnTo>
                  <a:cubicBezTo>
                    <a:pt x="15487" y="66454"/>
                    <a:pt x="22529" y="72868"/>
                    <a:pt x="37347" y="72868"/>
                  </a:cubicBezTo>
                  <a:cubicBezTo>
                    <a:pt x="60888" y="72868"/>
                    <a:pt x="72869" y="57393"/>
                    <a:pt x="72869" y="44565"/>
                  </a:cubicBezTo>
                  <a:cubicBezTo>
                    <a:pt x="72869" y="38660"/>
                    <a:pt x="70452" y="33977"/>
                    <a:pt x="65722" y="30719"/>
                  </a:cubicBezTo>
                  <a:cubicBezTo>
                    <a:pt x="70346" y="27053"/>
                    <a:pt x="73709" y="20538"/>
                    <a:pt x="73709" y="14531"/>
                  </a:cubicBezTo>
                  <a:cubicBezTo>
                    <a:pt x="73709" y="6284"/>
                    <a:pt x="67614" y="74"/>
                    <a:pt x="55003" y="74"/>
                  </a:cubicBezTo>
                  <a:cubicBezTo>
                    <a:pt x="39449" y="74"/>
                    <a:pt x="20742" y="9644"/>
                    <a:pt x="16538" y="26137"/>
                  </a:cubicBezTo>
                  <a:lnTo>
                    <a:pt x="669" y="87732"/>
                  </a:lnTo>
                  <a:cubicBezTo>
                    <a:pt x="249" y="89157"/>
                    <a:pt x="249" y="89361"/>
                    <a:pt x="249" y="89463"/>
                  </a:cubicBezTo>
                  <a:cubicBezTo>
                    <a:pt x="249" y="91295"/>
                    <a:pt x="2035" y="91295"/>
                    <a:pt x="3612" y="91295"/>
                  </a:cubicBezTo>
                  <a:cubicBezTo>
                    <a:pt x="5714" y="91295"/>
                    <a:pt x="6554" y="91295"/>
                    <a:pt x="7080" y="89056"/>
                  </a:cubicBezTo>
                  <a:close/>
                  <a:moveTo>
                    <a:pt x="39974" y="32042"/>
                  </a:moveTo>
                  <a:cubicBezTo>
                    <a:pt x="41341" y="31431"/>
                    <a:pt x="42286" y="31024"/>
                    <a:pt x="47016" y="31024"/>
                  </a:cubicBezTo>
                  <a:cubicBezTo>
                    <a:pt x="48697" y="31024"/>
                    <a:pt x="50063" y="31024"/>
                    <a:pt x="51955" y="31431"/>
                  </a:cubicBezTo>
                  <a:cubicBezTo>
                    <a:pt x="49643" y="32653"/>
                    <a:pt x="47436" y="32653"/>
                    <a:pt x="45544" y="32653"/>
                  </a:cubicBezTo>
                  <a:cubicBezTo>
                    <a:pt x="42391" y="32653"/>
                    <a:pt x="42076" y="32551"/>
                    <a:pt x="39974" y="32042"/>
                  </a:cubicBezTo>
                  <a:close/>
                  <a:moveTo>
                    <a:pt x="57000" y="27155"/>
                  </a:moveTo>
                  <a:cubicBezTo>
                    <a:pt x="53006" y="26341"/>
                    <a:pt x="49433" y="26341"/>
                    <a:pt x="47331" y="26341"/>
                  </a:cubicBezTo>
                  <a:cubicBezTo>
                    <a:pt x="42812" y="26341"/>
                    <a:pt x="33248" y="26341"/>
                    <a:pt x="33248" y="32449"/>
                  </a:cubicBezTo>
                  <a:cubicBezTo>
                    <a:pt x="33248" y="37234"/>
                    <a:pt x="40184" y="37336"/>
                    <a:pt x="45334" y="37336"/>
                  </a:cubicBezTo>
                  <a:cubicBezTo>
                    <a:pt x="48382" y="37336"/>
                    <a:pt x="52691" y="37336"/>
                    <a:pt x="58261" y="35198"/>
                  </a:cubicBezTo>
                  <a:cubicBezTo>
                    <a:pt x="59206" y="36624"/>
                    <a:pt x="59522" y="38762"/>
                    <a:pt x="59522" y="40594"/>
                  </a:cubicBezTo>
                  <a:cubicBezTo>
                    <a:pt x="59522" y="44157"/>
                    <a:pt x="57315" y="55357"/>
                    <a:pt x="53321" y="60752"/>
                  </a:cubicBezTo>
                  <a:cubicBezTo>
                    <a:pt x="49538" y="65741"/>
                    <a:pt x="43758" y="68185"/>
                    <a:pt x="37242" y="68185"/>
                  </a:cubicBezTo>
                  <a:cubicBezTo>
                    <a:pt x="28309" y="68185"/>
                    <a:pt x="16643" y="64214"/>
                    <a:pt x="16643" y="53728"/>
                  </a:cubicBezTo>
                  <a:cubicBezTo>
                    <a:pt x="16643" y="51793"/>
                    <a:pt x="17694" y="47619"/>
                    <a:pt x="18535" y="44667"/>
                  </a:cubicBezTo>
                  <a:cubicBezTo>
                    <a:pt x="19061" y="42427"/>
                    <a:pt x="22424" y="29395"/>
                    <a:pt x="22634" y="28479"/>
                  </a:cubicBezTo>
                  <a:cubicBezTo>
                    <a:pt x="23580" y="24915"/>
                    <a:pt x="25366" y="17992"/>
                    <a:pt x="33774" y="11884"/>
                  </a:cubicBezTo>
                  <a:cubicBezTo>
                    <a:pt x="42391" y="5572"/>
                    <a:pt x="50694" y="4757"/>
                    <a:pt x="54477" y="4757"/>
                  </a:cubicBezTo>
                  <a:cubicBezTo>
                    <a:pt x="61624" y="4757"/>
                    <a:pt x="61624" y="9237"/>
                    <a:pt x="61624" y="10866"/>
                  </a:cubicBezTo>
                  <a:cubicBezTo>
                    <a:pt x="61624" y="13309"/>
                    <a:pt x="59732" y="22574"/>
                    <a:pt x="57000"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8" name="Freeform: Shape 1897">
              <a:extLst>
                <a:ext uri="{FF2B5EF4-FFF2-40B4-BE49-F238E27FC236}">
                  <a16:creationId xmlns:a16="http://schemas.microsoft.com/office/drawing/2014/main" id="{223273E2-5110-4441-E8B9-96FC5B673762}"/>
                </a:ext>
              </a:extLst>
            </p:cNvPr>
            <p:cNvSpPr/>
            <p:nvPr>
              <p:custDataLst>
                <p:tags r:id="rId94"/>
              </p:custDataLst>
            </p:nvPr>
          </p:nvSpPr>
          <p:spPr>
            <a:xfrm>
              <a:off x="10863329" y="5847994"/>
              <a:ext cx="62605" cy="50468"/>
            </a:xfrm>
            <a:custGeom>
              <a:avLst/>
              <a:gdLst>
                <a:gd name="connsiteX0" fmla="*/ 33659 w 62605"/>
                <a:gd name="connsiteY0" fmla="*/ 4143 h 50468"/>
                <a:gd name="connsiteX1" fmla="*/ 59632 w 62605"/>
                <a:gd name="connsiteY1" fmla="*/ 4143 h 50468"/>
                <a:gd name="connsiteX2" fmla="*/ 62860 w 62605"/>
                <a:gd name="connsiteY2" fmla="*/ 2107 h 50468"/>
                <a:gd name="connsiteX3" fmla="*/ 59632 w 62605"/>
                <a:gd name="connsiteY3" fmla="*/ 71 h 50468"/>
                <a:gd name="connsiteX4" fmla="*/ 3482 w 62605"/>
                <a:gd name="connsiteY4" fmla="*/ 71 h 50468"/>
                <a:gd name="connsiteX5" fmla="*/ 254 w 62605"/>
                <a:gd name="connsiteY5" fmla="*/ 2107 h 50468"/>
                <a:gd name="connsiteX6" fmla="*/ 3482 w 62605"/>
                <a:gd name="connsiteY6" fmla="*/ 4143 h 50468"/>
                <a:gd name="connsiteX7" fmla="*/ 29455 w 62605"/>
                <a:gd name="connsiteY7" fmla="*/ 4143 h 50468"/>
                <a:gd name="connsiteX8" fmla="*/ 29455 w 62605"/>
                <a:gd name="connsiteY8" fmla="*/ 47412 h 50468"/>
                <a:gd name="connsiteX9" fmla="*/ 31557 w 62605"/>
                <a:gd name="connsiteY9" fmla="*/ 50539 h 50468"/>
                <a:gd name="connsiteX10" fmla="*/ 33659 w 62605"/>
                <a:gd name="connsiteY10" fmla="*/ 47412 h 50468"/>
                <a:gd name="connsiteX11" fmla="*/ 3365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659" y="4143"/>
                  </a:moveTo>
                  <a:lnTo>
                    <a:pt x="59632" y="4143"/>
                  </a:lnTo>
                  <a:cubicBezTo>
                    <a:pt x="60833" y="4143"/>
                    <a:pt x="62860" y="4143"/>
                    <a:pt x="62860" y="2107"/>
                  </a:cubicBezTo>
                  <a:cubicBezTo>
                    <a:pt x="62860" y="71"/>
                    <a:pt x="60833" y="71"/>
                    <a:pt x="59632" y="71"/>
                  </a:cubicBezTo>
                  <a:lnTo>
                    <a:pt x="3482" y="71"/>
                  </a:lnTo>
                  <a:cubicBezTo>
                    <a:pt x="2356" y="71"/>
                    <a:pt x="254" y="71"/>
                    <a:pt x="254" y="2107"/>
                  </a:cubicBezTo>
                  <a:cubicBezTo>
                    <a:pt x="254" y="4143"/>
                    <a:pt x="2356" y="4143"/>
                    <a:pt x="3482" y="4143"/>
                  </a:cubicBezTo>
                  <a:lnTo>
                    <a:pt x="29455" y="4143"/>
                  </a:lnTo>
                  <a:lnTo>
                    <a:pt x="29455" y="47412"/>
                  </a:lnTo>
                  <a:cubicBezTo>
                    <a:pt x="29455" y="48503"/>
                    <a:pt x="29455" y="50539"/>
                    <a:pt x="31557" y="50539"/>
                  </a:cubicBezTo>
                  <a:cubicBezTo>
                    <a:pt x="33659" y="50539"/>
                    <a:pt x="33659" y="48576"/>
                    <a:pt x="33659" y="47412"/>
                  </a:cubicBezTo>
                  <a:lnTo>
                    <a:pt x="3365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899" name="Freeform: Shape 1898">
              <a:extLst>
                <a:ext uri="{FF2B5EF4-FFF2-40B4-BE49-F238E27FC236}">
                  <a16:creationId xmlns:a16="http://schemas.microsoft.com/office/drawing/2014/main" id="{AD287111-F416-6E7E-F65F-A00A64971360}"/>
                </a:ext>
              </a:extLst>
            </p:cNvPr>
            <p:cNvSpPr/>
            <p:nvPr>
              <p:custDataLst>
                <p:tags r:id="rId95"/>
              </p:custDataLst>
            </p:nvPr>
          </p:nvSpPr>
          <p:spPr>
            <a:xfrm>
              <a:off x="10946454" y="5897151"/>
              <a:ext cx="64422" cy="45203"/>
            </a:xfrm>
            <a:custGeom>
              <a:avLst/>
              <a:gdLst>
                <a:gd name="connsiteX0" fmla="*/ 38094 w 64422"/>
                <a:gd name="connsiteY0" fmla="*/ 20639 h 45203"/>
                <a:gd name="connsiteX1" fmla="*/ 52597 w 64422"/>
                <a:gd name="connsiteY1" fmla="*/ 6488 h 45203"/>
                <a:gd name="connsiteX2" fmla="*/ 62371 w 64422"/>
                <a:gd name="connsiteY2" fmla="*/ 5775 h 45203"/>
                <a:gd name="connsiteX3" fmla="*/ 62371 w 64422"/>
                <a:gd name="connsiteY3" fmla="*/ 74 h 45203"/>
                <a:gd name="connsiteX4" fmla="*/ 52176 w 64422"/>
                <a:gd name="connsiteY4" fmla="*/ 481 h 45203"/>
                <a:gd name="connsiteX5" fmla="*/ 40511 w 64422"/>
                <a:gd name="connsiteY5" fmla="*/ 74 h 45203"/>
                <a:gd name="connsiteX6" fmla="*/ 40511 w 64422"/>
                <a:gd name="connsiteY6" fmla="*/ 5775 h 45203"/>
                <a:gd name="connsiteX7" fmla="*/ 43349 w 64422"/>
                <a:gd name="connsiteY7" fmla="*/ 6386 h 45203"/>
                <a:gd name="connsiteX8" fmla="*/ 33470 w 64422"/>
                <a:gd name="connsiteY8" fmla="*/ 16058 h 45203"/>
                <a:gd name="connsiteX9" fmla="*/ 23276 w 64422"/>
                <a:gd name="connsiteY9" fmla="*/ 5775 h 45203"/>
                <a:gd name="connsiteX10" fmla="*/ 26113 w 64422"/>
                <a:gd name="connsiteY10" fmla="*/ 5775 h 45203"/>
                <a:gd name="connsiteX11" fmla="*/ 26113 w 64422"/>
                <a:gd name="connsiteY11" fmla="*/ 74 h 45203"/>
                <a:gd name="connsiteX12" fmla="*/ 12766 w 64422"/>
                <a:gd name="connsiteY12" fmla="*/ 481 h 45203"/>
                <a:gd name="connsiteX13" fmla="*/ 891 w 64422"/>
                <a:gd name="connsiteY13" fmla="*/ 74 h 45203"/>
                <a:gd name="connsiteX14" fmla="*/ 891 w 64422"/>
                <a:gd name="connsiteY14" fmla="*/ 5775 h 45203"/>
                <a:gd name="connsiteX15" fmla="*/ 8773 w 64422"/>
                <a:gd name="connsiteY15" fmla="*/ 5775 h 45203"/>
                <a:gd name="connsiteX16" fmla="*/ 26008 w 64422"/>
                <a:gd name="connsiteY16" fmla="*/ 23185 h 45203"/>
                <a:gd name="connsiteX17" fmla="*/ 10875 w 64422"/>
                <a:gd name="connsiteY17" fmla="*/ 37947 h 45203"/>
                <a:gd name="connsiteX18" fmla="*/ 6145 w 64422"/>
                <a:gd name="connsiteY18" fmla="*/ 39474 h 45203"/>
                <a:gd name="connsiteX19" fmla="*/ 260 w 64422"/>
                <a:gd name="connsiteY19" fmla="*/ 39576 h 45203"/>
                <a:gd name="connsiteX20" fmla="*/ 260 w 64422"/>
                <a:gd name="connsiteY20" fmla="*/ 45277 h 45203"/>
                <a:gd name="connsiteX21" fmla="*/ 10454 w 64422"/>
                <a:gd name="connsiteY21" fmla="*/ 44870 h 45203"/>
                <a:gd name="connsiteX22" fmla="*/ 22120 w 64422"/>
                <a:gd name="connsiteY22" fmla="*/ 45277 h 45203"/>
                <a:gd name="connsiteX23" fmla="*/ 22120 w 64422"/>
                <a:gd name="connsiteY23" fmla="*/ 39576 h 45203"/>
                <a:gd name="connsiteX24" fmla="*/ 19282 w 64422"/>
                <a:gd name="connsiteY24" fmla="*/ 38863 h 45203"/>
                <a:gd name="connsiteX25" fmla="*/ 30632 w 64422"/>
                <a:gd name="connsiteY25" fmla="*/ 27868 h 45203"/>
                <a:gd name="connsiteX26" fmla="*/ 42298 w 64422"/>
                <a:gd name="connsiteY26" fmla="*/ 39576 h 45203"/>
                <a:gd name="connsiteX27" fmla="*/ 39565 w 64422"/>
                <a:gd name="connsiteY27" fmla="*/ 39576 h 45203"/>
                <a:gd name="connsiteX28" fmla="*/ 39565 w 64422"/>
                <a:gd name="connsiteY28" fmla="*/ 45277 h 45203"/>
                <a:gd name="connsiteX29" fmla="*/ 52912 w 64422"/>
                <a:gd name="connsiteY29" fmla="*/ 44870 h 45203"/>
                <a:gd name="connsiteX30" fmla="*/ 64683 w 64422"/>
                <a:gd name="connsiteY30" fmla="*/ 45277 h 45203"/>
                <a:gd name="connsiteX31" fmla="*/ 64683 w 64422"/>
                <a:gd name="connsiteY31" fmla="*/ 39576 h 45203"/>
                <a:gd name="connsiteX32" fmla="*/ 56906 w 64422"/>
                <a:gd name="connsiteY32" fmla="*/ 39576 h 45203"/>
                <a:gd name="connsiteX33" fmla="*/ 3809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094" y="20639"/>
                  </a:moveTo>
                  <a:lnTo>
                    <a:pt x="52597" y="6488"/>
                  </a:lnTo>
                  <a:cubicBezTo>
                    <a:pt x="55119" y="5775"/>
                    <a:pt x="57852" y="5775"/>
                    <a:pt x="62371" y="5775"/>
                  </a:cubicBezTo>
                  <a:lnTo>
                    <a:pt x="62371" y="74"/>
                  </a:lnTo>
                  <a:cubicBezTo>
                    <a:pt x="59008" y="379"/>
                    <a:pt x="55539" y="481"/>
                    <a:pt x="52176" y="481"/>
                  </a:cubicBezTo>
                  <a:cubicBezTo>
                    <a:pt x="48603" y="481"/>
                    <a:pt x="41352" y="176"/>
                    <a:pt x="40511" y="74"/>
                  </a:cubicBezTo>
                  <a:lnTo>
                    <a:pt x="40511" y="5775"/>
                  </a:lnTo>
                  <a:cubicBezTo>
                    <a:pt x="41877" y="5775"/>
                    <a:pt x="42613" y="5979"/>
                    <a:pt x="43349" y="6386"/>
                  </a:cubicBezTo>
                  <a:lnTo>
                    <a:pt x="33470" y="16058"/>
                  </a:lnTo>
                  <a:lnTo>
                    <a:pt x="23276" y="5775"/>
                  </a:lnTo>
                  <a:lnTo>
                    <a:pt x="26113" y="5775"/>
                  </a:lnTo>
                  <a:lnTo>
                    <a:pt x="26113" y="74"/>
                  </a:lnTo>
                  <a:cubicBezTo>
                    <a:pt x="25483" y="74"/>
                    <a:pt x="17180" y="481"/>
                    <a:pt x="12766" y="481"/>
                  </a:cubicBezTo>
                  <a:cubicBezTo>
                    <a:pt x="8773" y="481"/>
                    <a:pt x="4884" y="379"/>
                    <a:pt x="891" y="74"/>
                  </a:cubicBezTo>
                  <a:lnTo>
                    <a:pt x="891" y="5775"/>
                  </a:lnTo>
                  <a:lnTo>
                    <a:pt x="8773" y="5775"/>
                  </a:lnTo>
                  <a:lnTo>
                    <a:pt x="26008" y="23185"/>
                  </a:lnTo>
                  <a:lnTo>
                    <a:pt x="10875" y="37947"/>
                  </a:lnTo>
                  <a:cubicBezTo>
                    <a:pt x="9508" y="39169"/>
                    <a:pt x="9403" y="39271"/>
                    <a:pt x="6145" y="39474"/>
                  </a:cubicBezTo>
                  <a:cubicBezTo>
                    <a:pt x="4464" y="39576"/>
                    <a:pt x="786" y="39576"/>
                    <a:pt x="260" y="39576"/>
                  </a:cubicBezTo>
                  <a:lnTo>
                    <a:pt x="260" y="45277"/>
                  </a:lnTo>
                  <a:cubicBezTo>
                    <a:pt x="3623" y="44972"/>
                    <a:pt x="7091" y="44870"/>
                    <a:pt x="10454" y="44870"/>
                  </a:cubicBezTo>
                  <a:cubicBezTo>
                    <a:pt x="13292" y="44870"/>
                    <a:pt x="20753" y="45176"/>
                    <a:pt x="22120" y="45277"/>
                  </a:cubicBezTo>
                  <a:lnTo>
                    <a:pt x="22120" y="39576"/>
                  </a:lnTo>
                  <a:cubicBezTo>
                    <a:pt x="20438" y="39576"/>
                    <a:pt x="20018" y="39372"/>
                    <a:pt x="19282" y="38863"/>
                  </a:cubicBezTo>
                  <a:lnTo>
                    <a:pt x="30632" y="27868"/>
                  </a:lnTo>
                  <a:lnTo>
                    <a:pt x="42298" y="39576"/>
                  </a:lnTo>
                  <a:lnTo>
                    <a:pt x="39565" y="39576"/>
                  </a:lnTo>
                  <a:lnTo>
                    <a:pt x="39565" y="45277"/>
                  </a:lnTo>
                  <a:cubicBezTo>
                    <a:pt x="39670" y="45277"/>
                    <a:pt x="48078" y="44870"/>
                    <a:pt x="52912" y="44870"/>
                  </a:cubicBezTo>
                  <a:cubicBezTo>
                    <a:pt x="56801" y="44870"/>
                    <a:pt x="60794" y="44972"/>
                    <a:pt x="64683" y="45277"/>
                  </a:cubicBezTo>
                  <a:lnTo>
                    <a:pt x="64683" y="39576"/>
                  </a:lnTo>
                  <a:lnTo>
                    <a:pt x="56906" y="39576"/>
                  </a:lnTo>
                  <a:lnTo>
                    <a:pt x="3809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0" name="Freeform: Shape 1899">
              <a:extLst>
                <a:ext uri="{FF2B5EF4-FFF2-40B4-BE49-F238E27FC236}">
                  <a16:creationId xmlns:a16="http://schemas.microsoft.com/office/drawing/2014/main" id="{E07BC922-5707-6309-88B6-B72665B53AE7}"/>
                </a:ext>
              </a:extLst>
            </p:cNvPr>
            <p:cNvSpPr/>
            <p:nvPr>
              <p:custDataLst>
                <p:tags r:id="rId96"/>
              </p:custDataLst>
            </p:nvPr>
          </p:nvSpPr>
          <p:spPr>
            <a:xfrm>
              <a:off x="11021884" y="5879334"/>
              <a:ext cx="77349" cy="75033"/>
            </a:xfrm>
            <a:custGeom>
              <a:avLst/>
              <a:gdLst>
                <a:gd name="connsiteX0" fmla="*/ 41567 w 77349"/>
                <a:gd name="connsiteY0" fmla="*/ 40085 h 75033"/>
                <a:gd name="connsiteX1" fmla="*/ 73725 w 77349"/>
                <a:gd name="connsiteY1" fmla="*/ 40085 h 75033"/>
                <a:gd name="connsiteX2" fmla="*/ 77614 w 77349"/>
                <a:gd name="connsiteY2" fmla="*/ 37642 h 75033"/>
                <a:gd name="connsiteX3" fmla="*/ 73725 w 77349"/>
                <a:gd name="connsiteY3" fmla="*/ 35096 h 75033"/>
                <a:gd name="connsiteX4" fmla="*/ 41567 w 77349"/>
                <a:gd name="connsiteY4" fmla="*/ 35096 h 75033"/>
                <a:gd name="connsiteX5" fmla="*/ 41567 w 77349"/>
                <a:gd name="connsiteY5" fmla="*/ 3841 h 75033"/>
                <a:gd name="connsiteX6" fmla="*/ 39044 w 77349"/>
                <a:gd name="connsiteY6" fmla="*/ 74 h 75033"/>
                <a:gd name="connsiteX7" fmla="*/ 36417 w 77349"/>
                <a:gd name="connsiteY7" fmla="*/ 3841 h 75033"/>
                <a:gd name="connsiteX8" fmla="*/ 36417 w 77349"/>
                <a:gd name="connsiteY8" fmla="*/ 35096 h 75033"/>
                <a:gd name="connsiteX9" fmla="*/ 4153 w 77349"/>
                <a:gd name="connsiteY9" fmla="*/ 35096 h 75033"/>
                <a:gd name="connsiteX10" fmla="*/ 265 w 77349"/>
                <a:gd name="connsiteY10" fmla="*/ 37540 h 75033"/>
                <a:gd name="connsiteX11" fmla="*/ 4153 w 77349"/>
                <a:gd name="connsiteY11" fmla="*/ 40085 h 75033"/>
                <a:gd name="connsiteX12" fmla="*/ 36417 w 77349"/>
                <a:gd name="connsiteY12" fmla="*/ 40085 h 75033"/>
                <a:gd name="connsiteX13" fmla="*/ 36417 w 77349"/>
                <a:gd name="connsiteY13" fmla="*/ 71341 h 75033"/>
                <a:gd name="connsiteX14" fmla="*/ 38939 w 77349"/>
                <a:gd name="connsiteY14" fmla="*/ 75108 h 75033"/>
                <a:gd name="connsiteX15" fmla="*/ 41567 w 77349"/>
                <a:gd name="connsiteY15" fmla="*/ 71341 h 75033"/>
                <a:gd name="connsiteX16" fmla="*/ 41567 w 77349"/>
                <a:gd name="connsiteY16" fmla="*/ 40085 h 75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349" h="75033">
                  <a:moveTo>
                    <a:pt x="41567" y="40085"/>
                  </a:moveTo>
                  <a:lnTo>
                    <a:pt x="73725" y="40085"/>
                  </a:lnTo>
                  <a:cubicBezTo>
                    <a:pt x="75092" y="40085"/>
                    <a:pt x="77614" y="40085"/>
                    <a:pt x="77614" y="37642"/>
                  </a:cubicBezTo>
                  <a:cubicBezTo>
                    <a:pt x="77614" y="35096"/>
                    <a:pt x="75197" y="35096"/>
                    <a:pt x="73725" y="35096"/>
                  </a:cubicBezTo>
                  <a:lnTo>
                    <a:pt x="41567" y="35096"/>
                  </a:lnTo>
                  <a:lnTo>
                    <a:pt x="41567" y="3841"/>
                  </a:lnTo>
                  <a:cubicBezTo>
                    <a:pt x="41567" y="2517"/>
                    <a:pt x="41567" y="74"/>
                    <a:pt x="39044" y="74"/>
                  </a:cubicBezTo>
                  <a:cubicBezTo>
                    <a:pt x="36417" y="74"/>
                    <a:pt x="36417" y="2415"/>
                    <a:pt x="36417" y="3841"/>
                  </a:cubicBezTo>
                  <a:lnTo>
                    <a:pt x="36417" y="35096"/>
                  </a:lnTo>
                  <a:lnTo>
                    <a:pt x="4153" y="35096"/>
                  </a:lnTo>
                  <a:cubicBezTo>
                    <a:pt x="2787" y="35096"/>
                    <a:pt x="265" y="35096"/>
                    <a:pt x="265" y="37540"/>
                  </a:cubicBezTo>
                  <a:cubicBezTo>
                    <a:pt x="265" y="40085"/>
                    <a:pt x="2682" y="40085"/>
                    <a:pt x="4153" y="40085"/>
                  </a:cubicBezTo>
                  <a:lnTo>
                    <a:pt x="36417" y="40085"/>
                  </a:lnTo>
                  <a:lnTo>
                    <a:pt x="36417" y="71341"/>
                  </a:lnTo>
                  <a:cubicBezTo>
                    <a:pt x="36417" y="72664"/>
                    <a:pt x="36417" y="75108"/>
                    <a:pt x="38939" y="75108"/>
                  </a:cubicBezTo>
                  <a:cubicBezTo>
                    <a:pt x="41567" y="75108"/>
                    <a:pt x="41567" y="72766"/>
                    <a:pt x="41567" y="71341"/>
                  </a:cubicBezTo>
                  <a:lnTo>
                    <a:pt x="41567" y="4008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1" name="Freeform: Shape 1900">
              <a:extLst>
                <a:ext uri="{FF2B5EF4-FFF2-40B4-BE49-F238E27FC236}">
                  <a16:creationId xmlns:a16="http://schemas.microsoft.com/office/drawing/2014/main" id="{474C050E-8CD5-F3F3-4553-240ADD005C04}"/>
                </a:ext>
              </a:extLst>
            </p:cNvPr>
            <p:cNvSpPr/>
            <p:nvPr>
              <p:custDataLst>
                <p:tags r:id="rId97"/>
              </p:custDataLst>
            </p:nvPr>
          </p:nvSpPr>
          <p:spPr>
            <a:xfrm>
              <a:off x="11111815" y="5870578"/>
              <a:ext cx="61402" cy="91526"/>
            </a:xfrm>
            <a:custGeom>
              <a:avLst/>
              <a:gdLst>
                <a:gd name="connsiteX0" fmla="*/ 61673 w 61402"/>
                <a:gd name="connsiteY0" fmla="*/ 14225 h 91526"/>
                <a:gd name="connsiteX1" fmla="*/ 44438 w 61402"/>
                <a:gd name="connsiteY1" fmla="*/ 74 h 91526"/>
                <a:gd name="connsiteX2" fmla="*/ 16798 w 61402"/>
                <a:gd name="connsiteY2" fmla="*/ 26239 h 91526"/>
                <a:gd name="connsiteX3" fmla="*/ 298 w 61402"/>
                <a:gd name="connsiteY3" fmla="*/ 90379 h 91526"/>
                <a:gd name="connsiteX4" fmla="*/ 1770 w 61402"/>
                <a:gd name="connsiteY4" fmla="*/ 91601 h 91526"/>
                <a:gd name="connsiteX5" fmla="*/ 3766 w 61402"/>
                <a:gd name="connsiteY5" fmla="*/ 90888 h 91526"/>
                <a:gd name="connsiteX6" fmla="*/ 10808 w 61402"/>
                <a:gd name="connsiteY6" fmla="*/ 63705 h 91526"/>
                <a:gd name="connsiteX7" fmla="*/ 26572 w 61402"/>
                <a:gd name="connsiteY7" fmla="*/ 72766 h 91526"/>
                <a:gd name="connsiteX8" fmla="*/ 57890 w 61402"/>
                <a:gd name="connsiteY8" fmla="*/ 46906 h 91526"/>
                <a:gd name="connsiteX9" fmla="*/ 49692 w 61402"/>
                <a:gd name="connsiteY9" fmla="*/ 31431 h 91526"/>
                <a:gd name="connsiteX10" fmla="*/ 61673 w 61402"/>
                <a:gd name="connsiteY10" fmla="*/ 14225 h 91526"/>
                <a:gd name="connsiteX11" fmla="*/ 40865 w 61402"/>
                <a:gd name="connsiteY11" fmla="*/ 31329 h 91526"/>
                <a:gd name="connsiteX12" fmla="*/ 35505 w 61402"/>
                <a:gd name="connsiteY12" fmla="*/ 32042 h 91526"/>
                <a:gd name="connsiteX13" fmla="*/ 30565 w 61402"/>
                <a:gd name="connsiteY13" fmla="*/ 31533 h 91526"/>
                <a:gd name="connsiteX14" fmla="*/ 35505 w 61402"/>
                <a:gd name="connsiteY14" fmla="*/ 30820 h 91526"/>
                <a:gd name="connsiteX15" fmla="*/ 40865 w 61402"/>
                <a:gd name="connsiteY15" fmla="*/ 31329 h 91526"/>
                <a:gd name="connsiteX16" fmla="*/ 54737 w 61402"/>
                <a:gd name="connsiteY16" fmla="*/ 12393 h 91526"/>
                <a:gd name="connsiteX17" fmla="*/ 45489 w 61402"/>
                <a:gd name="connsiteY17" fmla="*/ 29293 h 91526"/>
                <a:gd name="connsiteX18" fmla="*/ 35610 w 61402"/>
                <a:gd name="connsiteY18" fmla="*/ 27970 h 91526"/>
                <a:gd name="connsiteX19" fmla="*/ 26677 w 61402"/>
                <a:gd name="connsiteY19" fmla="*/ 31839 h 91526"/>
                <a:gd name="connsiteX20" fmla="*/ 35295 w 61402"/>
                <a:gd name="connsiteY20" fmla="*/ 34791 h 91526"/>
                <a:gd name="connsiteX21" fmla="*/ 45278 w 61402"/>
                <a:gd name="connsiteY21" fmla="*/ 33366 h 91526"/>
                <a:gd name="connsiteX22" fmla="*/ 50113 w 61402"/>
                <a:gd name="connsiteY22" fmla="*/ 44157 h 91526"/>
                <a:gd name="connsiteX23" fmla="*/ 26887 w 61402"/>
                <a:gd name="connsiteY23" fmla="*/ 69915 h 91526"/>
                <a:gd name="connsiteX24" fmla="*/ 13015 w 61402"/>
                <a:gd name="connsiteY24" fmla="*/ 57087 h 91526"/>
                <a:gd name="connsiteX25" fmla="*/ 13330 w 61402"/>
                <a:gd name="connsiteY25" fmla="*/ 54135 h 91526"/>
                <a:gd name="connsiteX26" fmla="*/ 20266 w 61402"/>
                <a:gd name="connsiteY26" fmla="*/ 27053 h 91526"/>
                <a:gd name="connsiteX27" fmla="*/ 44228 w 61402"/>
                <a:gd name="connsiteY27" fmla="*/ 2925 h 91526"/>
                <a:gd name="connsiteX28" fmla="*/ 54737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673" y="14225"/>
                  </a:moveTo>
                  <a:cubicBezTo>
                    <a:pt x="61673" y="5266"/>
                    <a:pt x="53686" y="74"/>
                    <a:pt x="44438" y="74"/>
                  </a:cubicBezTo>
                  <a:cubicBezTo>
                    <a:pt x="30040" y="74"/>
                    <a:pt x="19425" y="15956"/>
                    <a:pt x="16798" y="26239"/>
                  </a:cubicBezTo>
                  <a:lnTo>
                    <a:pt x="298" y="90379"/>
                  </a:lnTo>
                  <a:cubicBezTo>
                    <a:pt x="88" y="91092"/>
                    <a:pt x="1139" y="91601"/>
                    <a:pt x="1770" y="91601"/>
                  </a:cubicBezTo>
                  <a:cubicBezTo>
                    <a:pt x="2715" y="91601"/>
                    <a:pt x="3556" y="91499"/>
                    <a:pt x="3766" y="90888"/>
                  </a:cubicBezTo>
                  <a:lnTo>
                    <a:pt x="10808" y="63705"/>
                  </a:lnTo>
                  <a:cubicBezTo>
                    <a:pt x="13015" y="68388"/>
                    <a:pt x="18059" y="72766"/>
                    <a:pt x="26572" y="72766"/>
                  </a:cubicBezTo>
                  <a:cubicBezTo>
                    <a:pt x="41285" y="72766"/>
                    <a:pt x="57890" y="62483"/>
                    <a:pt x="57890" y="46906"/>
                  </a:cubicBezTo>
                  <a:cubicBezTo>
                    <a:pt x="57890" y="40900"/>
                    <a:pt x="55052" y="34791"/>
                    <a:pt x="49692" y="31431"/>
                  </a:cubicBezTo>
                  <a:cubicBezTo>
                    <a:pt x="54842" y="28275"/>
                    <a:pt x="61673" y="22472"/>
                    <a:pt x="61673" y="14225"/>
                  </a:cubicBezTo>
                  <a:close/>
                  <a:moveTo>
                    <a:pt x="40865" y="31329"/>
                  </a:moveTo>
                  <a:cubicBezTo>
                    <a:pt x="39288" y="31635"/>
                    <a:pt x="38552" y="32042"/>
                    <a:pt x="35505" y="32042"/>
                  </a:cubicBezTo>
                  <a:cubicBezTo>
                    <a:pt x="33823" y="32042"/>
                    <a:pt x="31301" y="31940"/>
                    <a:pt x="30565" y="31533"/>
                  </a:cubicBezTo>
                  <a:cubicBezTo>
                    <a:pt x="31616" y="30922"/>
                    <a:pt x="34559" y="30820"/>
                    <a:pt x="35505" y="30820"/>
                  </a:cubicBezTo>
                  <a:cubicBezTo>
                    <a:pt x="37081" y="30820"/>
                    <a:pt x="39393" y="30922"/>
                    <a:pt x="40865" y="31329"/>
                  </a:cubicBezTo>
                  <a:close/>
                  <a:moveTo>
                    <a:pt x="54737" y="12393"/>
                  </a:moveTo>
                  <a:cubicBezTo>
                    <a:pt x="54737" y="17789"/>
                    <a:pt x="52004" y="25730"/>
                    <a:pt x="45489" y="29293"/>
                  </a:cubicBezTo>
                  <a:cubicBezTo>
                    <a:pt x="43492" y="28682"/>
                    <a:pt x="41495" y="27970"/>
                    <a:pt x="35610" y="27970"/>
                  </a:cubicBezTo>
                  <a:cubicBezTo>
                    <a:pt x="31932" y="27970"/>
                    <a:pt x="26677" y="28173"/>
                    <a:pt x="26677" y="31839"/>
                  </a:cubicBezTo>
                  <a:cubicBezTo>
                    <a:pt x="26677" y="34384"/>
                    <a:pt x="29935" y="34791"/>
                    <a:pt x="35295" y="34791"/>
                  </a:cubicBezTo>
                  <a:cubicBezTo>
                    <a:pt x="38868" y="34791"/>
                    <a:pt x="42021" y="34282"/>
                    <a:pt x="45278" y="33366"/>
                  </a:cubicBezTo>
                  <a:cubicBezTo>
                    <a:pt x="48431" y="35504"/>
                    <a:pt x="50113" y="39678"/>
                    <a:pt x="50113" y="44157"/>
                  </a:cubicBezTo>
                  <a:cubicBezTo>
                    <a:pt x="50113" y="58920"/>
                    <a:pt x="39709" y="69915"/>
                    <a:pt x="26887" y="69915"/>
                  </a:cubicBezTo>
                  <a:cubicBezTo>
                    <a:pt x="18795" y="69915"/>
                    <a:pt x="13015" y="65130"/>
                    <a:pt x="13015" y="57087"/>
                  </a:cubicBezTo>
                  <a:cubicBezTo>
                    <a:pt x="13015" y="56069"/>
                    <a:pt x="13120" y="55051"/>
                    <a:pt x="13330" y="54135"/>
                  </a:cubicBezTo>
                  <a:lnTo>
                    <a:pt x="20266" y="27053"/>
                  </a:lnTo>
                  <a:cubicBezTo>
                    <a:pt x="22788" y="17382"/>
                    <a:pt x="32037" y="2925"/>
                    <a:pt x="44228" y="2925"/>
                  </a:cubicBezTo>
                  <a:cubicBezTo>
                    <a:pt x="50428" y="2925"/>
                    <a:pt x="54737" y="6182"/>
                    <a:pt x="54737"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2" name="Freeform: Shape 1901">
              <a:extLst>
                <a:ext uri="{FF2B5EF4-FFF2-40B4-BE49-F238E27FC236}">
                  <a16:creationId xmlns:a16="http://schemas.microsoft.com/office/drawing/2014/main" id="{20C8334C-91C2-57A8-EAEA-84696A7EA63C}"/>
                </a:ext>
              </a:extLst>
            </p:cNvPr>
            <p:cNvSpPr/>
            <p:nvPr>
              <p:custDataLst>
                <p:tags r:id="rId98"/>
              </p:custDataLst>
            </p:nvPr>
          </p:nvSpPr>
          <p:spPr>
            <a:xfrm>
              <a:off x="11177548" y="5908393"/>
              <a:ext cx="35506" cy="63412"/>
            </a:xfrm>
            <a:custGeom>
              <a:avLst/>
              <a:gdLst>
                <a:gd name="connsiteX0" fmla="*/ 35782 w 35506"/>
                <a:gd name="connsiteY0" fmla="*/ 3202 h 63412"/>
                <a:gd name="connsiteX1" fmla="*/ 32479 w 35506"/>
                <a:gd name="connsiteY1" fmla="*/ 75 h 63412"/>
                <a:gd name="connsiteX2" fmla="*/ 27825 w 35506"/>
                <a:gd name="connsiteY2" fmla="*/ 4438 h 63412"/>
                <a:gd name="connsiteX3" fmla="*/ 31128 w 35506"/>
                <a:gd name="connsiteY3" fmla="*/ 7565 h 63412"/>
                <a:gd name="connsiteX4" fmla="*/ 35782 w 35506"/>
                <a:gd name="connsiteY4" fmla="*/ 3202 h 63412"/>
                <a:gd name="connsiteX5" fmla="*/ 19418 w 35506"/>
                <a:gd name="connsiteY5" fmla="*/ 51852 h 63412"/>
                <a:gd name="connsiteX6" fmla="*/ 8683 w 35506"/>
                <a:gd name="connsiteY6" fmla="*/ 61015 h 63412"/>
                <a:gd name="connsiteX7" fmla="*/ 5981 w 35506"/>
                <a:gd name="connsiteY7" fmla="*/ 60652 h 63412"/>
                <a:gd name="connsiteX8" fmla="*/ 8308 w 35506"/>
                <a:gd name="connsiteY8" fmla="*/ 56797 h 63412"/>
                <a:gd name="connsiteX9" fmla="*/ 4930 w 35506"/>
                <a:gd name="connsiteY9" fmla="*/ 53816 h 63412"/>
                <a:gd name="connsiteX10" fmla="*/ 275 w 35506"/>
                <a:gd name="connsiteY10" fmla="*/ 58470 h 63412"/>
                <a:gd name="connsiteX11" fmla="*/ 8758 w 35506"/>
                <a:gd name="connsiteY11" fmla="*/ 63488 h 63412"/>
                <a:gd name="connsiteX12" fmla="*/ 25948 w 35506"/>
                <a:gd name="connsiteY12" fmla="*/ 51925 h 63412"/>
                <a:gd name="connsiteX13" fmla="*/ 32704 w 35506"/>
                <a:gd name="connsiteY13" fmla="*/ 25891 h 63412"/>
                <a:gd name="connsiteX14" fmla="*/ 33080 w 35506"/>
                <a:gd name="connsiteY14" fmla="*/ 23491 h 63412"/>
                <a:gd name="connsiteX15" fmla="*/ 23847 w 35506"/>
                <a:gd name="connsiteY15" fmla="*/ 16437 h 63412"/>
                <a:gd name="connsiteX16" fmla="*/ 9208 w 35506"/>
                <a:gd name="connsiteY16" fmla="*/ 27709 h 63412"/>
                <a:gd name="connsiteX17" fmla="*/ 10785 w 35506"/>
                <a:gd name="connsiteY17" fmla="*/ 28727 h 63412"/>
                <a:gd name="connsiteX18" fmla="*/ 12436 w 35506"/>
                <a:gd name="connsiteY18" fmla="*/ 27709 h 63412"/>
                <a:gd name="connsiteX19" fmla="*/ 23546 w 35506"/>
                <a:gd name="connsiteY19" fmla="*/ 18910 h 63412"/>
                <a:gd name="connsiteX20" fmla="*/ 26699 w 35506"/>
                <a:gd name="connsiteY20" fmla="*/ 22764 h 63412"/>
                <a:gd name="connsiteX21" fmla="*/ 26474 w 35506"/>
                <a:gd name="connsiteY21" fmla="*/ 24655 h 63412"/>
                <a:gd name="connsiteX22" fmla="*/ 19418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782" y="3202"/>
                  </a:moveTo>
                  <a:cubicBezTo>
                    <a:pt x="35782" y="1529"/>
                    <a:pt x="34506" y="75"/>
                    <a:pt x="32479" y="75"/>
                  </a:cubicBezTo>
                  <a:cubicBezTo>
                    <a:pt x="30152" y="75"/>
                    <a:pt x="27825" y="2256"/>
                    <a:pt x="27825" y="4438"/>
                  </a:cubicBezTo>
                  <a:cubicBezTo>
                    <a:pt x="27825" y="6183"/>
                    <a:pt x="29251" y="7565"/>
                    <a:pt x="31128" y="7565"/>
                  </a:cubicBezTo>
                  <a:cubicBezTo>
                    <a:pt x="33680" y="7565"/>
                    <a:pt x="35782" y="5238"/>
                    <a:pt x="35782" y="3202"/>
                  </a:cubicBezTo>
                  <a:close/>
                  <a:moveTo>
                    <a:pt x="19418" y="51852"/>
                  </a:moveTo>
                  <a:cubicBezTo>
                    <a:pt x="17991" y="57379"/>
                    <a:pt x="13262" y="61015"/>
                    <a:pt x="8683" y="61015"/>
                  </a:cubicBezTo>
                  <a:cubicBezTo>
                    <a:pt x="7407" y="61015"/>
                    <a:pt x="6581" y="60797"/>
                    <a:pt x="5981" y="60652"/>
                  </a:cubicBezTo>
                  <a:cubicBezTo>
                    <a:pt x="7782" y="59634"/>
                    <a:pt x="8308" y="57743"/>
                    <a:pt x="8308" y="56797"/>
                  </a:cubicBezTo>
                  <a:cubicBezTo>
                    <a:pt x="8308" y="55561"/>
                    <a:pt x="7407" y="53816"/>
                    <a:pt x="4930" y="53816"/>
                  </a:cubicBezTo>
                  <a:cubicBezTo>
                    <a:pt x="2377" y="53816"/>
                    <a:pt x="275" y="56070"/>
                    <a:pt x="275" y="58470"/>
                  </a:cubicBezTo>
                  <a:cubicBezTo>
                    <a:pt x="275" y="61597"/>
                    <a:pt x="3654" y="63488"/>
                    <a:pt x="8758" y="63488"/>
                  </a:cubicBezTo>
                  <a:cubicBezTo>
                    <a:pt x="13863" y="63488"/>
                    <a:pt x="23621" y="60943"/>
                    <a:pt x="25948" y="51925"/>
                  </a:cubicBezTo>
                  <a:lnTo>
                    <a:pt x="32704" y="25891"/>
                  </a:lnTo>
                  <a:cubicBezTo>
                    <a:pt x="32855" y="25164"/>
                    <a:pt x="33080" y="24509"/>
                    <a:pt x="33080" y="23491"/>
                  </a:cubicBezTo>
                  <a:cubicBezTo>
                    <a:pt x="33080" y="19346"/>
                    <a:pt x="29101" y="16437"/>
                    <a:pt x="23847" y="16437"/>
                  </a:cubicBezTo>
                  <a:cubicBezTo>
                    <a:pt x="14763" y="16437"/>
                    <a:pt x="9208" y="26255"/>
                    <a:pt x="9208" y="27709"/>
                  </a:cubicBezTo>
                  <a:cubicBezTo>
                    <a:pt x="9208" y="28727"/>
                    <a:pt x="10410" y="28727"/>
                    <a:pt x="10785" y="28727"/>
                  </a:cubicBezTo>
                  <a:cubicBezTo>
                    <a:pt x="11911" y="28727"/>
                    <a:pt x="12061" y="28436"/>
                    <a:pt x="12436" y="27709"/>
                  </a:cubicBezTo>
                  <a:cubicBezTo>
                    <a:pt x="15889" y="20582"/>
                    <a:pt x="20994" y="18910"/>
                    <a:pt x="23546" y="18910"/>
                  </a:cubicBezTo>
                  <a:cubicBezTo>
                    <a:pt x="26549" y="18910"/>
                    <a:pt x="26699" y="21528"/>
                    <a:pt x="26699" y="22764"/>
                  </a:cubicBezTo>
                  <a:cubicBezTo>
                    <a:pt x="26699" y="23782"/>
                    <a:pt x="26624" y="24073"/>
                    <a:pt x="26474" y="24655"/>
                  </a:cubicBezTo>
                  <a:lnTo>
                    <a:pt x="19418"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3" name="Freeform: Shape 1902">
              <a:extLst>
                <a:ext uri="{FF2B5EF4-FFF2-40B4-BE49-F238E27FC236}">
                  <a16:creationId xmlns:a16="http://schemas.microsoft.com/office/drawing/2014/main" id="{4C6CBF48-A797-6363-3262-CF0A7168F17F}"/>
                </a:ext>
              </a:extLst>
            </p:cNvPr>
            <p:cNvSpPr/>
            <p:nvPr>
              <p:custDataLst>
                <p:tags r:id="rId99"/>
              </p:custDataLst>
            </p:nvPr>
          </p:nvSpPr>
          <p:spPr>
            <a:xfrm>
              <a:off x="11238320" y="5865997"/>
              <a:ext cx="27219" cy="101707"/>
            </a:xfrm>
            <a:custGeom>
              <a:avLst/>
              <a:gdLst>
                <a:gd name="connsiteX0" fmla="*/ 2276 w 27219"/>
                <a:gd name="connsiteY0" fmla="*/ 74 h 101707"/>
                <a:gd name="connsiteX1" fmla="*/ 279 w 27219"/>
                <a:gd name="connsiteY1" fmla="*/ 1296 h 101707"/>
                <a:gd name="connsiteX2" fmla="*/ 1225 w 27219"/>
                <a:gd name="connsiteY2" fmla="*/ 2823 h 101707"/>
                <a:gd name="connsiteX3" fmla="*/ 20352 w 27219"/>
                <a:gd name="connsiteY3" fmla="*/ 50877 h 101707"/>
                <a:gd name="connsiteX4" fmla="*/ 2171 w 27219"/>
                <a:gd name="connsiteY4" fmla="*/ 98218 h 101707"/>
                <a:gd name="connsiteX5" fmla="*/ 279 w 27219"/>
                <a:gd name="connsiteY5" fmla="*/ 100560 h 101707"/>
                <a:gd name="connsiteX6" fmla="*/ 1645 w 27219"/>
                <a:gd name="connsiteY6" fmla="*/ 101782 h 101707"/>
                <a:gd name="connsiteX7" fmla="*/ 19827 w 27219"/>
                <a:gd name="connsiteY7" fmla="*/ 82336 h 101707"/>
                <a:gd name="connsiteX8" fmla="*/ 27499 w 27219"/>
                <a:gd name="connsiteY8" fmla="*/ 50979 h 101707"/>
                <a:gd name="connsiteX9" fmla="*/ 2276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276" y="74"/>
                  </a:moveTo>
                  <a:cubicBezTo>
                    <a:pt x="1540" y="74"/>
                    <a:pt x="279" y="74"/>
                    <a:pt x="279" y="1296"/>
                  </a:cubicBezTo>
                  <a:cubicBezTo>
                    <a:pt x="279" y="1805"/>
                    <a:pt x="595" y="2110"/>
                    <a:pt x="1225" y="2823"/>
                  </a:cubicBezTo>
                  <a:cubicBezTo>
                    <a:pt x="10263" y="10866"/>
                    <a:pt x="20352" y="24610"/>
                    <a:pt x="20352" y="50877"/>
                  </a:cubicBezTo>
                  <a:cubicBezTo>
                    <a:pt x="20352" y="72155"/>
                    <a:pt x="13521" y="88241"/>
                    <a:pt x="2171" y="98218"/>
                  </a:cubicBezTo>
                  <a:cubicBezTo>
                    <a:pt x="384" y="99949"/>
                    <a:pt x="279" y="100051"/>
                    <a:pt x="279" y="100560"/>
                  </a:cubicBezTo>
                  <a:cubicBezTo>
                    <a:pt x="279" y="101069"/>
                    <a:pt x="595" y="101782"/>
                    <a:pt x="1645" y="101782"/>
                  </a:cubicBezTo>
                  <a:cubicBezTo>
                    <a:pt x="2907" y="101782"/>
                    <a:pt x="12890" y="95062"/>
                    <a:pt x="19827" y="82336"/>
                  </a:cubicBezTo>
                  <a:cubicBezTo>
                    <a:pt x="24451" y="73886"/>
                    <a:pt x="27499" y="62890"/>
                    <a:pt x="27499" y="50979"/>
                  </a:cubicBezTo>
                  <a:cubicBezTo>
                    <a:pt x="27499" y="36624"/>
                    <a:pt x="23085" y="14327"/>
                    <a:pt x="2276"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4" name="Freeform: Shape 1903">
              <a:extLst>
                <a:ext uri="{FF2B5EF4-FFF2-40B4-BE49-F238E27FC236}">
                  <a16:creationId xmlns:a16="http://schemas.microsoft.com/office/drawing/2014/main" id="{6B6DD149-5E19-B8B4-B91F-16FAA8CDB419}"/>
                </a:ext>
              </a:extLst>
            </p:cNvPr>
            <p:cNvSpPr/>
            <p:nvPr>
              <p:custDataLst>
                <p:tags r:id="rId100"/>
              </p:custDataLst>
            </p:nvPr>
          </p:nvSpPr>
          <p:spPr>
            <a:xfrm>
              <a:off x="11335392" y="5949029"/>
              <a:ext cx="99839" cy="34033"/>
            </a:xfrm>
            <a:custGeom>
              <a:avLst/>
              <a:gdLst>
                <a:gd name="connsiteX0" fmla="*/ 95020 w 99839"/>
                <a:gd name="connsiteY0" fmla="*/ 5896 h 34033"/>
                <a:gd name="connsiteX1" fmla="*/ 100125 w 99839"/>
                <a:gd name="connsiteY1" fmla="*/ 2987 h 34033"/>
                <a:gd name="connsiteX2" fmla="*/ 95170 w 99839"/>
                <a:gd name="connsiteY2" fmla="*/ 78 h 34033"/>
                <a:gd name="connsiteX3" fmla="*/ 5240 w 99839"/>
                <a:gd name="connsiteY3" fmla="*/ 78 h 34033"/>
                <a:gd name="connsiteX4" fmla="*/ 286 w 99839"/>
                <a:gd name="connsiteY4" fmla="*/ 2987 h 34033"/>
                <a:gd name="connsiteX5" fmla="*/ 5390 w 99839"/>
                <a:gd name="connsiteY5" fmla="*/ 5896 h 34033"/>
                <a:gd name="connsiteX6" fmla="*/ 95020 w 99839"/>
                <a:gd name="connsiteY6" fmla="*/ 5896 h 34033"/>
                <a:gd name="connsiteX7" fmla="*/ 95170 w 99839"/>
                <a:gd name="connsiteY7" fmla="*/ 34112 h 34033"/>
                <a:gd name="connsiteX8" fmla="*/ 100125 w 99839"/>
                <a:gd name="connsiteY8" fmla="*/ 31203 h 34033"/>
                <a:gd name="connsiteX9" fmla="*/ 95020 w 99839"/>
                <a:gd name="connsiteY9" fmla="*/ 28294 h 34033"/>
                <a:gd name="connsiteX10" fmla="*/ 5390 w 99839"/>
                <a:gd name="connsiteY10" fmla="*/ 28294 h 34033"/>
                <a:gd name="connsiteX11" fmla="*/ 286 w 99839"/>
                <a:gd name="connsiteY11" fmla="*/ 31203 h 34033"/>
                <a:gd name="connsiteX12" fmla="*/ 5240 w 99839"/>
                <a:gd name="connsiteY12" fmla="*/ 34112 h 34033"/>
                <a:gd name="connsiteX13" fmla="*/ 95170 w 99839"/>
                <a:gd name="connsiteY13" fmla="*/ 34112 h 3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839" h="34033">
                  <a:moveTo>
                    <a:pt x="95020" y="5896"/>
                  </a:moveTo>
                  <a:cubicBezTo>
                    <a:pt x="97272" y="5896"/>
                    <a:pt x="100125" y="5896"/>
                    <a:pt x="100125" y="2987"/>
                  </a:cubicBezTo>
                  <a:cubicBezTo>
                    <a:pt x="100125" y="78"/>
                    <a:pt x="97272" y="78"/>
                    <a:pt x="95170" y="78"/>
                  </a:cubicBezTo>
                  <a:lnTo>
                    <a:pt x="5240" y="78"/>
                  </a:lnTo>
                  <a:cubicBezTo>
                    <a:pt x="3138" y="78"/>
                    <a:pt x="286" y="78"/>
                    <a:pt x="286" y="2987"/>
                  </a:cubicBezTo>
                  <a:cubicBezTo>
                    <a:pt x="286" y="5896"/>
                    <a:pt x="3138" y="5896"/>
                    <a:pt x="5390" y="5896"/>
                  </a:cubicBezTo>
                  <a:lnTo>
                    <a:pt x="95020" y="5896"/>
                  </a:lnTo>
                  <a:close/>
                  <a:moveTo>
                    <a:pt x="95170" y="34112"/>
                  </a:moveTo>
                  <a:cubicBezTo>
                    <a:pt x="97272" y="34112"/>
                    <a:pt x="100125" y="34112"/>
                    <a:pt x="100125" y="31203"/>
                  </a:cubicBezTo>
                  <a:cubicBezTo>
                    <a:pt x="100125" y="28294"/>
                    <a:pt x="97272" y="28294"/>
                    <a:pt x="95020" y="28294"/>
                  </a:cubicBezTo>
                  <a:lnTo>
                    <a:pt x="5390" y="28294"/>
                  </a:lnTo>
                  <a:cubicBezTo>
                    <a:pt x="3138" y="28294"/>
                    <a:pt x="286" y="28294"/>
                    <a:pt x="286" y="31203"/>
                  </a:cubicBezTo>
                  <a:cubicBezTo>
                    <a:pt x="286" y="34112"/>
                    <a:pt x="3138" y="34112"/>
                    <a:pt x="5240" y="34112"/>
                  </a:cubicBezTo>
                  <a:lnTo>
                    <a:pt x="95170" y="3411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5" name="Freeform: Shape 1904">
              <a:extLst>
                <a:ext uri="{FF2B5EF4-FFF2-40B4-BE49-F238E27FC236}">
                  <a16:creationId xmlns:a16="http://schemas.microsoft.com/office/drawing/2014/main" id="{0C80A794-FC81-BA3C-7F53-DA516ABF46C8}"/>
                </a:ext>
              </a:extLst>
            </p:cNvPr>
            <p:cNvSpPr/>
            <p:nvPr>
              <p:custDataLst>
                <p:tags r:id="rId101"/>
              </p:custDataLst>
            </p:nvPr>
          </p:nvSpPr>
          <p:spPr>
            <a:xfrm>
              <a:off x="11492365" y="5938121"/>
              <a:ext cx="57651" cy="65885"/>
            </a:xfrm>
            <a:custGeom>
              <a:avLst/>
              <a:gdLst>
                <a:gd name="connsiteX0" fmla="*/ 21465 w 57651"/>
                <a:gd name="connsiteY0" fmla="*/ 30766 h 65885"/>
                <a:gd name="connsiteX1" fmla="*/ 44436 w 57651"/>
                <a:gd name="connsiteY1" fmla="*/ 27421 h 65885"/>
                <a:gd name="connsiteX2" fmla="*/ 55696 w 57651"/>
                <a:gd name="connsiteY2" fmla="*/ 12441 h 65885"/>
                <a:gd name="connsiteX3" fmla="*/ 39631 w 57651"/>
                <a:gd name="connsiteY3" fmla="*/ 78 h 65885"/>
                <a:gd name="connsiteX4" fmla="*/ 296 w 57651"/>
                <a:gd name="connsiteY4" fmla="*/ 39638 h 65885"/>
                <a:gd name="connsiteX5" fmla="*/ 23867 w 57651"/>
                <a:gd name="connsiteY5" fmla="*/ 65963 h 65885"/>
                <a:gd name="connsiteX6" fmla="*/ 57948 w 57651"/>
                <a:gd name="connsiteY6" fmla="*/ 48801 h 65885"/>
                <a:gd name="connsiteX7" fmla="*/ 56146 w 57651"/>
                <a:gd name="connsiteY7" fmla="*/ 46910 h 65885"/>
                <a:gd name="connsiteX8" fmla="*/ 54194 w 57651"/>
                <a:gd name="connsiteY8" fmla="*/ 48365 h 65885"/>
                <a:gd name="connsiteX9" fmla="*/ 24167 w 57651"/>
                <a:gd name="connsiteY9" fmla="*/ 62764 h 65885"/>
                <a:gd name="connsiteX10" fmla="*/ 11106 w 57651"/>
                <a:gd name="connsiteY10" fmla="*/ 45892 h 65885"/>
                <a:gd name="connsiteX11" fmla="*/ 13508 w 57651"/>
                <a:gd name="connsiteY11" fmla="*/ 30766 h 65885"/>
                <a:gd name="connsiteX12" fmla="*/ 21465 w 57651"/>
                <a:gd name="connsiteY12" fmla="*/ 30766 h 65885"/>
                <a:gd name="connsiteX13" fmla="*/ 14409 w 57651"/>
                <a:gd name="connsiteY13" fmla="*/ 27567 h 65885"/>
                <a:gd name="connsiteX14" fmla="*/ 39631 w 57651"/>
                <a:gd name="connsiteY14" fmla="*/ 3278 h 65885"/>
                <a:gd name="connsiteX15" fmla="*/ 50741 w 57651"/>
                <a:gd name="connsiteY15" fmla="*/ 12441 h 65885"/>
                <a:gd name="connsiteX16" fmla="*/ 20564 w 57651"/>
                <a:gd name="connsiteY16" fmla="*/ 27567 h 65885"/>
                <a:gd name="connsiteX17" fmla="*/ 14409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465" y="30766"/>
                  </a:moveTo>
                  <a:cubicBezTo>
                    <a:pt x="25819" y="30766"/>
                    <a:pt x="36929" y="30475"/>
                    <a:pt x="44436" y="27421"/>
                  </a:cubicBezTo>
                  <a:cubicBezTo>
                    <a:pt x="54945" y="23058"/>
                    <a:pt x="55696" y="14477"/>
                    <a:pt x="55696" y="12441"/>
                  </a:cubicBezTo>
                  <a:cubicBezTo>
                    <a:pt x="55696" y="6041"/>
                    <a:pt x="49990" y="78"/>
                    <a:pt x="39631" y="78"/>
                  </a:cubicBezTo>
                  <a:cubicBezTo>
                    <a:pt x="22966" y="78"/>
                    <a:pt x="296" y="14186"/>
                    <a:pt x="296" y="39638"/>
                  </a:cubicBezTo>
                  <a:cubicBezTo>
                    <a:pt x="296" y="54473"/>
                    <a:pt x="9154" y="65963"/>
                    <a:pt x="23867" y="65963"/>
                  </a:cubicBezTo>
                  <a:cubicBezTo>
                    <a:pt x="45336" y="65963"/>
                    <a:pt x="57948" y="50547"/>
                    <a:pt x="57948" y="48801"/>
                  </a:cubicBezTo>
                  <a:cubicBezTo>
                    <a:pt x="57948" y="47929"/>
                    <a:pt x="57047" y="46910"/>
                    <a:pt x="56146" y="46910"/>
                  </a:cubicBezTo>
                  <a:cubicBezTo>
                    <a:pt x="55395" y="46910"/>
                    <a:pt x="55095" y="47201"/>
                    <a:pt x="54194" y="48365"/>
                  </a:cubicBezTo>
                  <a:cubicBezTo>
                    <a:pt x="42334" y="62764"/>
                    <a:pt x="25969" y="62764"/>
                    <a:pt x="24167" y="62764"/>
                  </a:cubicBezTo>
                  <a:cubicBezTo>
                    <a:pt x="12457" y="62764"/>
                    <a:pt x="11106" y="50547"/>
                    <a:pt x="11106" y="45892"/>
                  </a:cubicBezTo>
                  <a:cubicBezTo>
                    <a:pt x="11106" y="44147"/>
                    <a:pt x="11256" y="39638"/>
                    <a:pt x="13508" y="30766"/>
                  </a:cubicBezTo>
                  <a:lnTo>
                    <a:pt x="21465" y="30766"/>
                  </a:lnTo>
                  <a:close/>
                  <a:moveTo>
                    <a:pt x="14409" y="27567"/>
                  </a:moveTo>
                  <a:cubicBezTo>
                    <a:pt x="20264" y="5459"/>
                    <a:pt x="35728" y="3278"/>
                    <a:pt x="39631" y="3278"/>
                  </a:cubicBezTo>
                  <a:cubicBezTo>
                    <a:pt x="46688" y="3278"/>
                    <a:pt x="50741" y="7496"/>
                    <a:pt x="50741" y="12441"/>
                  </a:cubicBezTo>
                  <a:cubicBezTo>
                    <a:pt x="50741" y="27567"/>
                    <a:pt x="26720" y="27567"/>
                    <a:pt x="20564" y="27567"/>
                  </a:cubicBezTo>
                  <a:lnTo>
                    <a:pt x="14409"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6" name="Freeform: Shape 1905">
              <a:extLst>
                <a:ext uri="{FF2B5EF4-FFF2-40B4-BE49-F238E27FC236}">
                  <a16:creationId xmlns:a16="http://schemas.microsoft.com/office/drawing/2014/main" id="{3B70CCE7-8034-9C1E-6B50-6DA9A6664D9E}"/>
                </a:ext>
              </a:extLst>
            </p:cNvPr>
            <p:cNvSpPr/>
            <p:nvPr>
              <p:custDataLst>
                <p:tags r:id="rId102"/>
              </p:custDataLst>
            </p:nvPr>
          </p:nvSpPr>
          <p:spPr>
            <a:xfrm>
              <a:off x="11567451" y="5865997"/>
              <a:ext cx="27324" cy="101707"/>
            </a:xfrm>
            <a:custGeom>
              <a:avLst/>
              <a:gdLst>
                <a:gd name="connsiteX0" fmla="*/ 25523 w 27324"/>
                <a:gd name="connsiteY0" fmla="*/ 74 h 101707"/>
                <a:gd name="connsiteX1" fmla="*/ 301 w 27324"/>
                <a:gd name="connsiteY1" fmla="*/ 50877 h 101707"/>
                <a:gd name="connsiteX2" fmla="*/ 25523 w 27324"/>
                <a:gd name="connsiteY2" fmla="*/ 101782 h 101707"/>
                <a:gd name="connsiteX3" fmla="*/ 27625 w 27324"/>
                <a:gd name="connsiteY3" fmla="*/ 100560 h 101707"/>
                <a:gd name="connsiteX4" fmla="*/ 26574 w 27324"/>
                <a:gd name="connsiteY4" fmla="*/ 99033 h 101707"/>
                <a:gd name="connsiteX5" fmla="*/ 7447 w 27324"/>
                <a:gd name="connsiteY5" fmla="*/ 50979 h 101707"/>
                <a:gd name="connsiteX6" fmla="*/ 26889 w 27324"/>
                <a:gd name="connsiteY6" fmla="*/ 2517 h 101707"/>
                <a:gd name="connsiteX7" fmla="*/ 27625 w 27324"/>
                <a:gd name="connsiteY7" fmla="*/ 1296 h 101707"/>
                <a:gd name="connsiteX8" fmla="*/ 2552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23" y="74"/>
                  </a:moveTo>
                  <a:cubicBezTo>
                    <a:pt x="5555" y="13716"/>
                    <a:pt x="301" y="35300"/>
                    <a:pt x="301" y="50877"/>
                  </a:cubicBezTo>
                  <a:cubicBezTo>
                    <a:pt x="301" y="65232"/>
                    <a:pt x="4715" y="87528"/>
                    <a:pt x="25523" y="101782"/>
                  </a:cubicBezTo>
                  <a:cubicBezTo>
                    <a:pt x="26364" y="101782"/>
                    <a:pt x="27625" y="101782"/>
                    <a:pt x="27625" y="100560"/>
                  </a:cubicBezTo>
                  <a:cubicBezTo>
                    <a:pt x="27625" y="99949"/>
                    <a:pt x="27310" y="99746"/>
                    <a:pt x="26574" y="99033"/>
                  </a:cubicBezTo>
                  <a:cubicBezTo>
                    <a:pt x="12597" y="86816"/>
                    <a:pt x="7447" y="69508"/>
                    <a:pt x="7447" y="50979"/>
                  </a:cubicBezTo>
                  <a:cubicBezTo>
                    <a:pt x="7447" y="23490"/>
                    <a:pt x="18272" y="10051"/>
                    <a:pt x="26889" y="2517"/>
                  </a:cubicBezTo>
                  <a:cubicBezTo>
                    <a:pt x="27310" y="2110"/>
                    <a:pt x="27625" y="1805"/>
                    <a:pt x="27625" y="1296"/>
                  </a:cubicBezTo>
                  <a:cubicBezTo>
                    <a:pt x="27625" y="74"/>
                    <a:pt x="26364" y="74"/>
                    <a:pt x="2552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7" name="Freeform: Shape 1906">
              <a:extLst>
                <a:ext uri="{FF2B5EF4-FFF2-40B4-BE49-F238E27FC236}">
                  <a16:creationId xmlns:a16="http://schemas.microsoft.com/office/drawing/2014/main" id="{CD7A41BE-5D3C-A8B0-9C8A-9FA56B13AF7E}"/>
                </a:ext>
              </a:extLst>
            </p:cNvPr>
            <p:cNvSpPr/>
            <p:nvPr>
              <p:custDataLst>
                <p:tags r:id="rId103"/>
              </p:custDataLst>
            </p:nvPr>
          </p:nvSpPr>
          <p:spPr>
            <a:xfrm>
              <a:off x="11607537" y="5897456"/>
              <a:ext cx="62635" cy="66685"/>
            </a:xfrm>
            <a:custGeom>
              <a:avLst/>
              <a:gdLst>
                <a:gd name="connsiteX0" fmla="*/ 724 w 62635"/>
                <a:gd name="connsiteY0" fmla="*/ 61363 h 66685"/>
                <a:gd name="connsiteX1" fmla="*/ 304 w 62635"/>
                <a:gd name="connsiteY1" fmla="*/ 63501 h 66685"/>
                <a:gd name="connsiteX2" fmla="*/ 3877 w 62635"/>
                <a:gd name="connsiteY2" fmla="*/ 66759 h 66685"/>
                <a:gd name="connsiteX3" fmla="*/ 8922 w 62635"/>
                <a:gd name="connsiteY3" fmla="*/ 61669 h 66685"/>
                <a:gd name="connsiteX4" fmla="*/ 13756 w 62635"/>
                <a:gd name="connsiteY4" fmla="*/ 43038 h 66685"/>
                <a:gd name="connsiteX5" fmla="*/ 25001 w 62635"/>
                <a:gd name="connsiteY5" fmla="*/ 45990 h 66685"/>
                <a:gd name="connsiteX6" fmla="*/ 40134 w 62635"/>
                <a:gd name="connsiteY6" fmla="*/ 38660 h 66685"/>
                <a:gd name="connsiteX7" fmla="*/ 50959 w 62635"/>
                <a:gd name="connsiteY7" fmla="*/ 45990 h 66685"/>
                <a:gd name="connsiteX8" fmla="*/ 59262 w 62635"/>
                <a:gd name="connsiteY8" fmla="*/ 40594 h 66685"/>
                <a:gd name="connsiteX9" fmla="*/ 62940 w 62635"/>
                <a:gd name="connsiteY9" fmla="*/ 30413 h 66685"/>
                <a:gd name="connsiteX10" fmla="*/ 61258 w 62635"/>
                <a:gd name="connsiteY10" fmla="*/ 29090 h 66685"/>
                <a:gd name="connsiteX11" fmla="*/ 58946 w 62635"/>
                <a:gd name="connsiteY11" fmla="*/ 32246 h 66685"/>
                <a:gd name="connsiteX12" fmla="*/ 51274 w 62635"/>
                <a:gd name="connsiteY12" fmla="*/ 43139 h 66685"/>
                <a:gd name="connsiteX13" fmla="*/ 47806 w 62635"/>
                <a:gd name="connsiteY13" fmla="*/ 38151 h 66685"/>
                <a:gd name="connsiteX14" fmla="*/ 49383 w 62635"/>
                <a:gd name="connsiteY14" fmla="*/ 30108 h 66685"/>
                <a:gd name="connsiteX15" fmla="*/ 51695 w 62635"/>
                <a:gd name="connsiteY15" fmla="*/ 20945 h 66685"/>
                <a:gd name="connsiteX16" fmla="*/ 54112 w 62635"/>
                <a:gd name="connsiteY16" fmla="*/ 11884 h 66685"/>
                <a:gd name="connsiteX17" fmla="*/ 55899 w 62635"/>
                <a:gd name="connsiteY17" fmla="*/ 4350 h 66685"/>
                <a:gd name="connsiteX18" fmla="*/ 52430 w 62635"/>
                <a:gd name="connsiteY18" fmla="*/ 1092 h 66685"/>
                <a:gd name="connsiteX19" fmla="*/ 48122 w 62635"/>
                <a:gd name="connsiteY19" fmla="*/ 3535 h 66685"/>
                <a:gd name="connsiteX20" fmla="*/ 46440 w 62635"/>
                <a:gd name="connsiteY20" fmla="*/ 9440 h 66685"/>
                <a:gd name="connsiteX21" fmla="*/ 44233 w 62635"/>
                <a:gd name="connsiteY21" fmla="*/ 17891 h 66685"/>
                <a:gd name="connsiteX22" fmla="*/ 40975 w 62635"/>
                <a:gd name="connsiteY22" fmla="*/ 30617 h 66685"/>
                <a:gd name="connsiteX23" fmla="*/ 39294 w 62635"/>
                <a:gd name="connsiteY23" fmla="*/ 34689 h 66685"/>
                <a:gd name="connsiteX24" fmla="*/ 25421 w 62635"/>
                <a:gd name="connsiteY24" fmla="*/ 43139 h 66685"/>
                <a:gd name="connsiteX25" fmla="*/ 16804 w 62635"/>
                <a:gd name="connsiteY25" fmla="*/ 34078 h 66685"/>
                <a:gd name="connsiteX26" fmla="*/ 18590 w 62635"/>
                <a:gd name="connsiteY26" fmla="*/ 24610 h 66685"/>
                <a:gd name="connsiteX27" fmla="*/ 20902 w 62635"/>
                <a:gd name="connsiteY27" fmla="*/ 15447 h 66685"/>
                <a:gd name="connsiteX28" fmla="*/ 22374 w 62635"/>
                <a:gd name="connsiteY28" fmla="*/ 9746 h 66685"/>
                <a:gd name="connsiteX29" fmla="*/ 23950 w 62635"/>
                <a:gd name="connsiteY29" fmla="*/ 3332 h 66685"/>
                <a:gd name="connsiteX30" fmla="*/ 20377 w 62635"/>
                <a:gd name="connsiteY30" fmla="*/ 74 h 66685"/>
                <a:gd name="connsiteX31" fmla="*/ 15332 w 62635"/>
                <a:gd name="connsiteY31" fmla="*/ 4859 h 66685"/>
                <a:gd name="connsiteX32" fmla="*/ 724 w 62635"/>
                <a:gd name="connsiteY32" fmla="*/ 61363 h 6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635" h="66685">
                  <a:moveTo>
                    <a:pt x="724" y="61363"/>
                  </a:moveTo>
                  <a:cubicBezTo>
                    <a:pt x="304" y="62890"/>
                    <a:pt x="304" y="63400"/>
                    <a:pt x="304" y="63501"/>
                  </a:cubicBezTo>
                  <a:cubicBezTo>
                    <a:pt x="304" y="65741"/>
                    <a:pt x="2196" y="66759"/>
                    <a:pt x="3877" y="66759"/>
                  </a:cubicBezTo>
                  <a:cubicBezTo>
                    <a:pt x="7660" y="66759"/>
                    <a:pt x="8501" y="63400"/>
                    <a:pt x="8922" y="61669"/>
                  </a:cubicBezTo>
                  <a:cubicBezTo>
                    <a:pt x="9132" y="61160"/>
                    <a:pt x="11234" y="53015"/>
                    <a:pt x="13756" y="43038"/>
                  </a:cubicBezTo>
                  <a:cubicBezTo>
                    <a:pt x="17014" y="45176"/>
                    <a:pt x="21218" y="45990"/>
                    <a:pt x="25001" y="45990"/>
                  </a:cubicBezTo>
                  <a:cubicBezTo>
                    <a:pt x="34039" y="45990"/>
                    <a:pt x="39924" y="38863"/>
                    <a:pt x="40134" y="38660"/>
                  </a:cubicBezTo>
                  <a:cubicBezTo>
                    <a:pt x="42131" y="45685"/>
                    <a:pt x="49383" y="45990"/>
                    <a:pt x="50959" y="45990"/>
                  </a:cubicBezTo>
                  <a:cubicBezTo>
                    <a:pt x="54742" y="45990"/>
                    <a:pt x="57370" y="43750"/>
                    <a:pt x="59262" y="40594"/>
                  </a:cubicBezTo>
                  <a:cubicBezTo>
                    <a:pt x="61574" y="36624"/>
                    <a:pt x="62940" y="30820"/>
                    <a:pt x="62940" y="30413"/>
                  </a:cubicBezTo>
                  <a:cubicBezTo>
                    <a:pt x="62940" y="29090"/>
                    <a:pt x="61574" y="29090"/>
                    <a:pt x="61258" y="29090"/>
                  </a:cubicBezTo>
                  <a:cubicBezTo>
                    <a:pt x="59787" y="29090"/>
                    <a:pt x="59682" y="29497"/>
                    <a:pt x="58946" y="32246"/>
                  </a:cubicBezTo>
                  <a:cubicBezTo>
                    <a:pt x="57685" y="37133"/>
                    <a:pt x="55688" y="43139"/>
                    <a:pt x="51274" y="43139"/>
                  </a:cubicBezTo>
                  <a:cubicBezTo>
                    <a:pt x="48542" y="43139"/>
                    <a:pt x="47806" y="40900"/>
                    <a:pt x="47806" y="38151"/>
                  </a:cubicBezTo>
                  <a:cubicBezTo>
                    <a:pt x="47806" y="36420"/>
                    <a:pt x="48647" y="32755"/>
                    <a:pt x="49383" y="30108"/>
                  </a:cubicBezTo>
                  <a:cubicBezTo>
                    <a:pt x="50118" y="27359"/>
                    <a:pt x="51169" y="23185"/>
                    <a:pt x="51695" y="20945"/>
                  </a:cubicBezTo>
                  <a:lnTo>
                    <a:pt x="54112" y="11884"/>
                  </a:lnTo>
                  <a:cubicBezTo>
                    <a:pt x="54742" y="9339"/>
                    <a:pt x="55899" y="4859"/>
                    <a:pt x="55899" y="4350"/>
                  </a:cubicBezTo>
                  <a:cubicBezTo>
                    <a:pt x="55899" y="2314"/>
                    <a:pt x="54217" y="1092"/>
                    <a:pt x="52430" y="1092"/>
                  </a:cubicBezTo>
                  <a:cubicBezTo>
                    <a:pt x="51274" y="1092"/>
                    <a:pt x="49278" y="1601"/>
                    <a:pt x="48122" y="3535"/>
                  </a:cubicBezTo>
                  <a:cubicBezTo>
                    <a:pt x="47806" y="4146"/>
                    <a:pt x="46966" y="7404"/>
                    <a:pt x="46440" y="9440"/>
                  </a:cubicBezTo>
                  <a:lnTo>
                    <a:pt x="44233" y="17891"/>
                  </a:lnTo>
                  <a:lnTo>
                    <a:pt x="40975" y="30617"/>
                  </a:lnTo>
                  <a:cubicBezTo>
                    <a:pt x="40240" y="33162"/>
                    <a:pt x="40240" y="33366"/>
                    <a:pt x="39294" y="34689"/>
                  </a:cubicBezTo>
                  <a:cubicBezTo>
                    <a:pt x="36036" y="39169"/>
                    <a:pt x="31412" y="43139"/>
                    <a:pt x="25421" y="43139"/>
                  </a:cubicBezTo>
                  <a:cubicBezTo>
                    <a:pt x="16804" y="43139"/>
                    <a:pt x="16804" y="35911"/>
                    <a:pt x="16804" y="34078"/>
                  </a:cubicBezTo>
                  <a:cubicBezTo>
                    <a:pt x="16804" y="31431"/>
                    <a:pt x="17119" y="30108"/>
                    <a:pt x="18590" y="24610"/>
                  </a:cubicBezTo>
                  <a:cubicBezTo>
                    <a:pt x="19641" y="20130"/>
                    <a:pt x="19851" y="19418"/>
                    <a:pt x="20902" y="15447"/>
                  </a:cubicBezTo>
                  <a:lnTo>
                    <a:pt x="22374" y="9746"/>
                  </a:lnTo>
                  <a:cubicBezTo>
                    <a:pt x="22899" y="7608"/>
                    <a:pt x="23950" y="3739"/>
                    <a:pt x="23950" y="3332"/>
                  </a:cubicBezTo>
                  <a:cubicBezTo>
                    <a:pt x="23950" y="1499"/>
                    <a:pt x="22479" y="74"/>
                    <a:pt x="20377" y="74"/>
                  </a:cubicBezTo>
                  <a:cubicBezTo>
                    <a:pt x="16593" y="74"/>
                    <a:pt x="15648" y="3637"/>
                    <a:pt x="15332" y="4859"/>
                  </a:cubicBezTo>
                  <a:lnTo>
                    <a:pt x="724" y="613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8" name="Freeform: Shape 1907">
              <a:extLst>
                <a:ext uri="{FF2B5EF4-FFF2-40B4-BE49-F238E27FC236}">
                  <a16:creationId xmlns:a16="http://schemas.microsoft.com/office/drawing/2014/main" id="{CC7C614F-9796-CA72-ED7C-090F263ACB21}"/>
                </a:ext>
              </a:extLst>
            </p:cNvPr>
            <p:cNvSpPr/>
            <p:nvPr>
              <p:custDataLst>
                <p:tags r:id="rId104"/>
              </p:custDataLst>
            </p:nvPr>
          </p:nvSpPr>
          <p:spPr>
            <a:xfrm>
              <a:off x="11678060" y="5908393"/>
              <a:ext cx="35506" cy="63412"/>
            </a:xfrm>
            <a:custGeom>
              <a:avLst/>
              <a:gdLst>
                <a:gd name="connsiteX0" fmla="*/ 35815 w 35506"/>
                <a:gd name="connsiteY0" fmla="*/ 3202 h 63412"/>
                <a:gd name="connsiteX1" fmla="*/ 32512 w 35506"/>
                <a:gd name="connsiteY1" fmla="*/ 75 h 63412"/>
                <a:gd name="connsiteX2" fmla="*/ 27858 w 35506"/>
                <a:gd name="connsiteY2" fmla="*/ 4438 h 63412"/>
                <a:gd name="connsiteX3" fmla="*/ 31161 w 35506"/>
                <a:gd name="connsiteY3" fmla="*/ 7565 h 63412"/>
                <a:gd name="connsiteX4" fmla="*/ 35815 w 35506"/>
                <a:gd name="connsiteY4" fmla="*/ 3202 h 63412"/>
                <a:gd name="connsiteX5" fmla="*/ 19451 w 35506"/>
                <a:gd name="connsiteY5" fmla="*/ 51852 h 63412"/>
                <a:gd name="connsiteX6" fmla="*/ 8716 w 35506"/>
                <a:gd name="connsiteY6" fmla="*/ 61015 h 63412"/>
                <a:gd name="connsiteX7" fmla="*/ 6014 w 35506"/>
                <a:gd name="connsiteY7" fmla="*/ 60652 h 63412"/>
                <a:gd name="connsiteX8" fmla="*/ 8341 w 35506"/>
                <a:gd name="connsiteY8" fmla="*/ 56797 h 63412"/>
                <a:gd name="connsiteX9" fmla="*/ 4963 w 35506"/>
                <a:gd name="connsiteY9" fmla="*/ 53816 h 63412"/>
                <a:gd name="connsiteX10" fmla="*/ 309 w 35506"/>
                <a:gd name="connsiteY10" fmla="*/ 58470 h 63412"/>
                <a:gd name="connsiteX11" fmla="*/ 8791 w 35506"/>
                <a:gd name="connsiteY11" fmla="*/ 63488 h 63412"/>
                <a:gd name="connsiteX12" fmla="*/ 25982 w 35506"/>
                <a:gd name="connsiteY12" fmla="*/ 51925 h 63412"/>
                <a:gd name="connsiteX13" fmla="*/ 32738 w 35506"/>
                <a:gd name="connsiteY13" fmla="*/ 25891 h 63412"/>
                <a:gd name="connsiteX14" fmla="*/ 33113 w 35506"/>
                <a:gd name="connsiteY14" fmla="*/ 23491 h 63412"/>
                <a:gd name="connsiteX15" fmla="*/ 23880 w 35506"/>
                <a:gd name="connsiteY15" fmla="*/ 16437 h 63412"/>
                <a:gd name="connsiteX16" fmla="*/ 9242 w 35506"/>
                <a:gd name="connsiteY16" fmla="*/ 27709 h 63412"/>
                <a:gd name="connsiteX17" fmla="*/ 10818 w 35506"/>
                <a:gd name="connsiteY17" fmla="*/ 28727 h 63412"/>
                <a:gd name="connsiteX18" fmla="*/ 12470 w 35506"/>
                <a:gd name="connsiteY18" fmla="*/ 27709 h 63412"/>
                <a:gd name="connsiteX19" fmla="*/ 23579 w 35506"/>
                <a:gd name="connsiteY19" fmla="*/ 18910 h 63412"/>
                <a:gd name="connsiteX20" fmla="*/ 26732 w 35506"/>
                <a:gd name="connsiteY20" fmla="*/ 22764 h 63412"/>
                <a:gd name="connsiteX21" fmla="*/ 26507 w 35506"/>
                <a:gd name="connsiteY21" fmla="*/ 24655 h 63412"/>
                <a:gd name="connsiteX22" fmla="*/ 19451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15" y="3202"/>
                  </a:moveTo>
                  <a:cubicBezTo>
                    <a:pt x="35815" y="1529"/>
                    <a:pt x="34539" y="75"/>
                    <a:pt x="32512" y="75"/>
                  </a:cubicBezTo>
                  <a:cubicBezTo>
                    <a:pt x="30185" y="75"/>
                    <a:pt x="27858" y="2256"/>
                    <a:pt x="27858" y="4438"/>
                  </a:cubicBezTo>
                  <a:cubicBezTo>
                    <a:pt x="27858" y="6183"/>
                    <a:pt x="29285" y="7565"/>
                    <a:pt x="31161" y="7565"/>
                  </a:cubicBezTo>
                  <a:cubicBezTo>
                    <a:pt x="33714" y="7565"/>
                    <a:pt x="35815" y="5238"/>
                    <a:pt x="35815" y="3202"/>
                  </a:cubicBezTo>
                  <a:close/>
                  <a:moveTo>
                    <a:pt x="19451" y="51852"/>
                  </a:moveTo>
                  <a:cubicBezTo>
                    <a:pt x="18025" y="57379"/>
                    <a:pt x="13295" y="61015"/>
                    <a:pt x="8716" y="61015"/>
                  </a:cubicBezTo>
                  <a:cubicBezTo>
                    <a:pt x="7440" y="61015"/>
                    <a:pt x="6614" y="60797"/>
                    <a:pt x="6014" y="60652"/>
                  </a:cubicBezTo>
                  <a:cubicBezTo>
                    <a:pt x="7815" y="59634"/>
                    <a:pt x="8341" y="57743"/>
                    <a:pt x="8341" y="56797"/>
                  </a:cubicBezTo>
                  <a:cubicBezTo>
                    <a:pt x="8341" y="55561"/>
                    <a:pt x="7440" y="53816"/>
                    <a:pt x="4963" y="53816"/>
                  </a:cubicBezTo>
                  <a:cubicBezTo>
                    <a:pt x="2411" y="53816"/>
                    <a:pt x="309" y="56070"/>
                    <a:pt x="309" y="58470"/>
                  </a:cubicBezTo>
                  <a:cubicBezTo>
                    <a:pt x="309" y="61597"/>
                    <a:pt x="3687" y="63488"/>
                    <a:pt x="8791" y="63488"/>
                  </a:cubicBezTo>
                  <a:cubicBezTo>
                    <a:pt x="13896" y="63488"/>
                    <a:pt x="23655" y="60943"/>
                    <a:pt x="25982" y="51925"/>
                  </a:cubicBezTo>
                  <a:lnTo>
                    <a:pt x="32738" y="25891"/>
                  </a:lnTo>
                  <a:cubicBezTo>
                    <a:pt x="32888" y="25164"/>
                    <a:pt x="33113" y="24509"/>
                    <a:pt x="33113" y="23491"/>
                  </a:cubicBezTo>
                  <a:cubicBezTo>
                    <a:pt x="33113" y="19346"/>
                    <a:pt x="29134" y="16437"/>
                    <a:pt x="23880" y="16437"/>
                  </a:cubicBezTo>
                  <a:cubicBezTo>
                    <a:pt x="14797" y="16437"/>
                    <a:pt x="9242" y="26255"/>
                    <a:pt x="9242" y="27709"/>
                  </a:cubicBezTo>
                  <a:cubicBezTo>
                    <a:pt x="9242" y="28727"/>
                    <a:pt x="10443" y="28727"/>
                    <a:pt x="10818" y="28727"/>
                  </a:cubicBezTo>
                  <a:cubicBezTo>
                    <a:pt x="11944" y="28727"/>
                    <a:pt x="12094" y="28436"/>
                    <a:pt x="12470" y="27709"/>
                  </a:cubicBezTo>
                  <a:cubicBezTo>
                    <a:pt x="15923" y="20582"/>
                    <a:pt x="21027" y="18910"/>
                    <a:pt x="23579" y="18910"/>
                  </a:cubicBezTo>
                  <a:cubicBezTo>
                    <a:pt x="26582" y="18910"/>
                    <a:pt x="26732" y="21528"/>
                    <a:pt x="26732" y="22764"/>
                  </a:cubicBezTo>
                  <a:cubicBezTo>
                    <a:pt x="26732" y="23782"/>
                    <a:pt x="26657" y="24073"/>
                    <a:pt x="26507" y="24655"/>
                  </a:cubicBezTo>
                  <a:lnTo>
                    <a:pt x="19451"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09" name="Freeform: Shape 1908">
              <a:extLst>
                <a:ext uri="{FF2B5EF4-FFF2-40B4-BE49-F238E27FC236}">
                  <a16:creationId xmlns:a16="http://schemas.microsoft.com/office/drawing/2014/main" id="{9FD439A4-C2CF-27CE-D38B-51EC434A2405}"/>
                </a:ext>
              </a:extLst>
            </p:cNvPr>
            <p:cNvSpPr/>
            <p:nvPr>
              <p:custDataLst>
                <p:tags r:id="rId105"/>
              </p:custDataLst>
            </p:nvPr>
          </p:nvSpPr>
          <p:spPr>
            <a:xfrm>
              <a:off x="11742720" y="5914357"/>
              <a:ext cx="71043" cy="4988"/>
            </a:xfrm>
            <a:custGeom>
              <a:avLst/>
              <a:gdLst>
                <a:gd name="connsiteX0" fmla="*/ 67152 w 71043"/>
                <a:gd name="connsiteY0" fmla="*/ 5063 h 4988"/>
                <a:gd name="connsiteX1" fmla="*/ 71356 w 71043"/>
                <a:gd name="connsiteY1" fmla="*/ 2619 h 4988"/>
                <a:gd name="connsiteX2" fmla="*/ 67152 w 71043"/>
                <a:gd name="connsiteY2" fmla="*/ 74 h 4988"/>
                <a:gd name="connsiteX3" fmla="*/ 4516 w 71043"/>
                <a:gd name="connsiteY3" fmla="*/ 74 h 4988"/>
                <a:gd name="connsiteX4" fmla="*/ 312 w 71043"/>
                <a:gd name="connsiteY4" fmla="*/ 2517 h 4988"/>
                <a:gd name="connsiteX5" fmla="*/ 4516 w 71043"/>
                <a:gd name="connsiteY5" fmla="*/ 5063 h 4988"/>
                <a:gd name="connsiteX6" fmla="*/ 67152 w 71043"/>
                <a:gd name="connsiteY6" fmla="*/ 5063 h 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43" h="4988">
                  <a:moveTo>
                    <a:pt x="67152" y="5063"/>
                  </a:moveTo>
                  <a:cubicBezTo>
                    <a:pt x="68834" y="5063"/>
                    <a:pt x="71356" y="5063"/>
                    <a:pt x="71356" y="2619"/>
                  </a:cubicBezTo>
                  <a:cubicBezTo>
                    <a:pt x="71356" y="74"/>
                    <a:pt x="68939" y="74"/>
                    <a:pt x="67152" y="74"/>
                  </a:cubicBezTo>
                  <a:lnTo>
                    <a:pt x="4516" y="74"/>
                  </a:lnTo>
                  <a:cubicBezTo>
                    <a:pt x="2835" y="74"/>
                    <a:pt x="312" y="74"/>
                    <a:pt x="312" y="2517"/>
                  </a:cubicBezTo>
                  <a:cubicBezTo>
                    <a:pt x="312" y="5063"/>
                    <a:pt x="2730" y="5063"/>
                    <a:pt x="4516" y="5063"/>
                  </a:cubicBezTo>
                  <a:lnTo>
                    <a:pt x="67152" y="50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0" name="Freeform: Shape 1909">
              <a:extLst>
                <a:ext uri="{FF2B5EF4-FFF2-40B4-BE49-F238E27FC236}">
                  <a16:creationId xmlns:a16="http://schemas.microsoft.com/office/drawing/2014/main" id="{7B961666-7FA0-4CE6-638F-E8F49794B6FF}"/>
                </a:ext>
              </a:extLst>
            </p:cNvPr>
            <p:cNvSpPr/>
            <p:nvPr>
              <p:custDataLst>
                <p:tags r:id="rId106"/>
              </p:custDataLst>
            </p:nvPr>
          </p:nvSpPr>
          <p:spPr>
            <a:xfrm>
              <a:off x="11827411" y="5870884"/>
              <a:ext cx="73460" cy="91221"/>
            </a:xfrm>
            <a:custGeom>
              <a:avLst/>
              <a:gdLst>
                <a:gd name="connsiteX0" fmla="*/ 7150 w 73460"/>
                <a:gd name="connsiteY0" fmla="*/ 89056 h 91221"/>
                <a:gd name="connsiteX1" fmla="*/ 13560 w 73460"/>
                <a:gd name="connsiteY1" fmla="*/ 63909 h 91221"/>
                <a:gd name="connsiteX2" fmla="*/ 37417 w 73460"/>
                <a:gd name="connsiteY2" fmla="*/ 72868 h 91221"/>
                <a:gd name="connsiteX3" fmla="*/ 72939 w 73460"/>
                <a:gd name="connsiteY3" fmla="*/ 44565 h 91221"/>
                <a:gd name="connsiteX4" fmla="*/ 65792 w 73460"/>
                <a:gd name="connsiteY4" fmla="*/ 30719 h 91221"/>
                <a:gd name="connsiteX5" fmla="*/ 73779 w 73460"/>
                <a:gd name="connsiteY5" fmla="*/ 14531 h 91221"/>
                <a:gd name="connsiteX6" fmla="*/ 55073 w 73460"/>
                <a:gd name="connsiteY6" fmla="*/ 74 h 91221"/>
                <a:gd name="connsiteX7" fmla="*/ 16608 w 73460"/>
                <a:gd name="connsiteY7" fmla="*/ 26137 h 91221"/>
                <a:gd name="connsiteX8" fmla="*/ 739 w 73460"/>
                <a:gd name="connsiteY8" fmla="*/ 87732 h 91221"/>
                <a:gd name="connsiteX9" fmla="*/ 319 w 73460"/>
                <a:gd name="connsiteY9" fmla="*/ 89463 h 91221"/>
                <a:gd name="connsiteX10" fmla="*/ 3682 w 73460"/>
                <a:gd name="connsiteY10" fmla="*/ 91295 h 91221"/>
                <a:gd name="connsiteX11" fmla="*/ 7150 w 73460"/>
                <a:gd name="connsiteY11" fmla="*/ 89056 h 91221"/>
                <a:gd name="connsiteX12" fmla="*/ 40044 w 73460"/>
                <a:gd name="connsiteY12" fmla="*/ 32042 h 91221"/>
                <a:gd name="connsiteX13" fmla="*/ 47085 w 73460"/>
                <a:gd name="connsiteY13" fmla="*/ 31024 h 91221"/>
                <a:gd name="connsiteX14" fmla="*/ 52025 w 73460"/>
                <a:gd name="connsiteY14" fmla="*/ 31431 h 91221"/>
                <a:gd name="connsiteX15" fmla="*/ 45614 w 73460"/>
                <a:gd name="connsiteY15" fmla="*/ 32653 h 91221"/>
                <a:gd name="connsiteX16" fmla="*/ 40044 w 73460"/>
                <a:gd name="connsiteY16" fmla="*/ 32042 h 91221"/>
                <a:gd name="connsiteX17" fmla="*/ 57069 w 73460"/>
                <a:gd name="connsiteY17" fmla="*/ 27155 h 91221"/>
                <a:gd name="connsiteX18" fmla="*/ 47401 w 73460"/>
                <a:gd name="connsiteY18" fmla="*/ 26341 h 91221"/>
                <a:gd name="connsiteX19" fmla="*/ 33318 w 73460"/>
                <a:gd name="connsiteY19" fmla="*/ 32449 h 91221"/>
                <a:gd name="connsiteX20" fmla="*/ 45404 w 73460"/>
                <a:gd name="connsiteY20" fmla="*/ 37336 h 91221"/>
                <a:gd name="connsiteX21" fmla="*/ 58330 w 73460"/>
                <a:gd name="connsiteY21" fmla="*/ 35198 h 91221"/>
                <a:gd name="connsiteX22" fmla="*/ 59592 w 73460"/>
                <a:gd name="connsiteY22" fmla="*/ 40594 h 91221"/>
                <a:gd name="connsiteX23" fmla="*/ 53391 w 73460"/>
                <a:gd name="connsiteY23" fmla="*/ 60752 h 91221"/>
                <a:gd name="connsiteX24" fmla="*/ 37312 w 73460"/>
                <a:gd name="connsiteY24" fmla="*/ 68185 h 91221"/>
                <a:gd name="connsiteX25" fmla="*/ 16713 w 73460"/>
                <a:gd name="connsiteY25" fmla="*/ 53728 h 91221"/>
                <a:gd name="connsiteX26" fmla="*/ 18605 w 73460"/>
                <a:gd name="connsiteY26" fmla="*/ 44667 h 91221"/>
                <a:gd name="connsiteX27" fmla="*/ 22704 w 73460"/>
                <a:gd name="connsiteY27" fmla="*/ 28479 h 91221"/>
                <a:gd name="connsiteX28" fmla="*/ 33844 w 73460"/>
                <a:gd name="connsiteY28" fmla="*/ 11884 h 91221"/>
                <a:gd name="connsiteX29" fmla="*/ 54547 w 73460"/>
                <a:gd name="connsiteY29" fmla="*/ 4757 h 91221"/>
                <a:gd name="connsiteX30" fmla="*/ 61693 w 73460"/>
                <a:gd name="connsiteY30" fmla="*/ 10866 h 91221"/>
                <a:gd name="connsiteX31" fmla="*/ 57069 w 73460"/>
                <a:gd name="connsiteY31" fmla="*/ 27155 h 9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460" h="91221">
                  <a:moveTo>
                    <a:pt x="7150" y="89056"/>
                  </a:moveTo>
                  <a:lnTo>
                    <a:pt x="13560" y="63909"/>
                  </a:lnTo>
                  <a:cubicBezTo>
                    <a:pt x="15557" y="66454"/>
                    <a:pt x="22599" y="72868"/>
                    <a:pt x="37417" y="72868"/>
                  </a:cubicBezTo>
                  <a:cubicBezTo>
                    <a:pt x="60958" y="72868"/>
                    <a:pt x="72939" y="57393"/>
                    <a:pt x="72939" y="44565"/>
                  </a:cubicBezTo>
                  <a:cubicBezTo>
                    <a:pt x="72939" y="38660"/>
                    <a:pt x="70521" y="33977"/>
                    <a:pt x="65792" y="30719"/>
                  </a:cubicBezTo>
                  <a:cubicBezTo>
                    <a:pt x="70416" y="27053"/>
                    <a:pt x="73779" y="20538"/>
                    <a:pt x="73779" y="14531"/>
                  </a:cubicBezTo>
                  <a:cubicBezTo>
                    <a:pt x="73779" y="6284"/>
                    <a:pt x="67684" y="74"/>
                    <a:pt x="55073" y="74"/>
                  </a:cubicBezTo>
                  <a:cubicBezTo>
                    <a:pt x="39519" y="74"/>
                    <a:pt x="20812" y="9644"/>
                    <a:pt x="16608" y="26137"/>
                  </a:cubicBezTo>
                  <a:lnTo>
                    <a:pt x="739" y="87732"/>
                  </a:lnTo>
                  <a:cubicBezTo>
                    <a:pt x="319" y="89157"/>
                    <a:pt x="319" y="89361"/>
                    <a:pt x="319" y="89463"/>
                  </a:cubicBezTo>
                  <a:cubicBezTo>
                    <a:pt x="319" y="91295"/>
                    <a:pt x="2105" y="91295"/>
                    <a:pt x="3682" y="91295"/>
                  </a:cubicBezTo>
                  <a:cubicBezTo>
                    <a:pt x="5784" y="91295"/>
                    <a:pt x="6624" y="91295"/>
                    <a:pt x="7150" y="89056"/>
                  </a:cubicBezTo>
                  <a:close/>
                  <a:moveTo>
                    <a:pt x="40044" y="32042"/>
                  </a:moveTo>
                  <a:cubicBezTo>
                    <a:pt x="41410" y="31431"/>
                    <a:pt x="42356" y="31024"/>
                    <a:pt x="47085" y="31024"/>
                  </a:cubicBezTo>
                  <a:cubicBezTo>
                    <a:pt x="48767" y="31024"/>
                    <a:pt x="50133" y="31024"/>
                    <a:pt x="52025" y="31431"/>
                  </a:cubicBezTo>
                  <a:cubicBezTo>
                    <a:pt x="49713" y="32653"/>
                    <a:pt x="47506" y="32653"/>
                    <a:pt x="45614" y="32653"/>
                  </a:cubicBezTo>
                  <a:cubicBezTo>
                    <a:pt x="42461" y="32653"/>
                    <a:pt x="42146" y="32551"/>
                    <a:pt x="40044" y="32042"/>
                  </a:cubicBezTo>
                  <a:close/>
                  <a:moveTo>
                    <a:pt x="57069" y="27155"/>
                  </a:moveTo>
                  <a:cubicBezTo>
                    <a:pt x="53076" y="26341"/>
                    <a:pt x="49503" y="26341"/>
                    <a:pt x="47401" y="26341"/>
                  </a:cubicBezTo>
                  <a:cubicBezTo>
                    <a:pt x="42882" y="26341"/>
                    <a:pt x="33318" y="26341"/>
                    <a:pt x="33318" y="32449"/>
                  </a:cubicBezTo>
                  <a:cubicBezTo>
                    <a:pt x="33318" y="37234"/>
                    <a:pt x="40254" y="37336"/>
                    <a:pt x="45404" y="37336"/>
                  </a:cubicBezTo>
                  <a:cubicBezTo>
                    <a:pt x="48452" y="37336"/>
                    <a:pt x="52760" y="37336"/>
                    <a:pt x="58330" y="35198"/>
                  </a:cubicBezTo>
                  <a:cubicBezTo>
                    <a:pt x="59276" y="36624"/>
                    <a:pt x="59592" y="38762"/>
                    <a:pt x="59592" y="40594"/>
                  </a:cubicBezTo>
                  <a:cubicBezTo>
                    <a:pt x="59592" y="44157"/>
                    <a:pt x="57385" y="55357"/>
                    <a:pt x="53391" y="60752"/>
                  </a:cubicBezTo>
                  <a:cubicBezTo>
                    <a:pt x="49608" y="65741"/>
                    <a:pt x="43828" y="68185"/>
                    <a:pt x="37312" y="68185"/>
                  </a:cubicBezTo>
                  <a:cubicBezTo>
                    <a:pt x="28379" y="68185"/>
                    <a:pt x="16713" y="64214"/>
                    <a:pt x="16713" y="53728"/>
                  </a:cubicBezTo>
                  <a:cubicBezTo>
                    <a:pt x="16713" y="51793"/>
                    <a:pt x="17764" y="47619"/>
                    <a:pt x="18605" y="44667"/>
                  </a:cubicBezTo>
                  <a:cubicBezTo>
                    <a:pt x="19130" y="42427"/>
                    <a:pt x="22493" y="29395"/>
                    <a:pt x="22704" y="28479"/>
                  </a:cubicBezTo>
                  <a:cubicBezTo>
                    <a:pt x="23649" y="24915"/>
                    <a:pt x="25436" y="17992"/>
                    <a:pt x="33844" y="11884"/>
                  </a:cubicBezTo>
                  <a:cubicBezTo>
                    <a:pt x="42461" y="5572"/>
                    <a:pt x="50764" y="4757"/>
                    <a:pt x="54547" y="4757"/>
                  </a:cubicBezTo>
                  <a:cubicBezTo>
                    <a:pt x="61693" y="4757"/>
                    <a:pt x="61693" y="9237"/>
                    <a:pt x="61693" y="10866"/>
                  </a:cubicBezTo>
                  <a:cubicBezTo>
                    <a:pt x="61693" y="13309"/>
                    <a:pt x="59802" y="22574"/>
                    <a:pt x="57069" y="2715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1" name="Freeform: Shape 1910">
              <a:extLst>
                <a:ext uri="{FF2B5EF4-FFF2-40B4-BE49-F238E27FC236}">
                  <a16:creationId xmlns:a16="http://schemas.microsoft.com/office/drawing/2014/main" id="{95BDA5EC-B0C3-EC13-D833-1584F2711212}"/>
                </a:ext>
              </a:extLst>
            </p:cNvPr>
            <p:cNvSpPr/>
            <p:nvPr>
              <p:custDataLst>
                <p:tags r:id="rId107"/>
              </p:custDataLst>
            </p:nvPr>
          </p:nvSpPr>
          <p:spPr>
            <a:xfrm>
              <a:off x="11915608" y="5847994"/>
              <a:ext cx="62605" cy="50468"/>
            </a:xfrm>
            <a:custGeom>
              <a:avLst/>
              <a:gdLst>
                <a:gd name="connsiteX0" fmla="*/ 33729 w 62605"/>
                <a:gd name="connsiteY0" fmla="*/ 4143 h 50468"/>
                <a:gd name="connsiteX1" fmla="*/ 59702 w 62605"/>
                <a:gd name="connsiteY1" fmla="*/ 4143 h 50468"/>
                <a:gd name="connsiteX2" fmla="*/ 62930 w 62605"/>
                <a:gd name="connsiteY2" fmla="*/ 2107 h 50468"/>
                <a:gd name="connsiteX3" fmla="*/ 59702 w 62605"/>
                <a:gd name="connsiteY3" fmla="*/ 71 h 50468"/>
                <a:gd name="connsiteX4" fmla="*/ 3552 w 62605"/>
                <a:gd name="connsiteY4" fmla="*/ 71 h 50468"/>
                <a:gd name="connsiteX5" fmla="*/ 324 w 62605"/>
                <a:gd name="connsiteY5" fmla="*/ 2107 h 50468"/>
                <a:gd name="connsiteX6" fmla="*/ 3552 w 62605"/>
                <a:gd name="connsiteY6" fmla="*/ 4143 h 50468"/>
                <a:gd name="connsiteX7" fmla="*/ 29525 w 62605"/>
                <a:gd name="connsiteY7" fmla="*/ 4143 h 50468"/>
                <a:gd name="connsiteX8" fmla="*/ 29525 w 62605"/>
                <a:gd name="connsiteY8" fmla="*/ 47412 h 50468"/>
                <a:gd name="connsiteX9" fmla="*/ 31627 w 62605"/>
                <a:gd name="connsiteY9" fmla="*/ 50539 h 50468"/>
                <a:gd name="connsiteX10" fmla="*/ 33729 w 62605"/>
                <a:gd name="connsiteY10" fmla="*/ 47412 h 50468"/>
                <a:gd name="connsiteX11" fmla="*/ 33729 w 62605"/>
                <a:gd name="connsiteY11" fmla="*/ 4143 h 5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05" h="50468">
                  <a:moveTo>
                    <a:pt x="33729" y="4143"/>
                  </a:moveTo>
                  <a:lnTo>
                    <a:pt x="59702" y="4143"/>
                  </a:lnTo>
                  <a:cubicBezTo>
                    <a:pt x="60903" y="4143"/>
                    <a:pt x="62930" y="4143"/>
                    <a:pt x="62930" y="2107"/>
                  </a:cubicBezTo>
                  <a:cubicBezTo>
                    <a:pt x="62930" y="71"/>
                    <a:pt x="60903" y="71"/>
                    <a:pt x="59702" y="71"/>
                  </a:cubicBezTo>
                  <a:lnTo>
                    <a:pt x="3552" y="71"/>
                  </a:lnTo>
                  <a:cubicBezTo>
                    <a:pt x="2426" y="71"/>
                    <a:pt x="324" y="71"/>
                    <a:pt x="324" y="2107"/>
                  </a:cubicBezTo>
                  <a:cubicBezTo>
                    <a:pt x="324" y="4143"/>
                    <a:pt x="2426" y="4143"/>
                    <a:pt x="3552" y="4143"/>
                  </a:cubicBezTo>
                  <a:lnTo>
                    <a:pt x="29525" y="4143"/>
                  </a:lnTo>
                  <a:lnTo>
                    <a:pt x="29525" y="47412"/>
                  </a:lnTo>
                  <a:cubicBezTo>
                    <a:pt x="29525" y="48503"/>
                    <a:pt x="29525" y="50539"/>
                    <a:pt x="31627" y="50539"/>
                  </a:cubicBezTo>
                  <a:cubicBezTo>
                    <a:pt x="33729" y="50539"/>
                    <a:pt x="33729" y="48576"/>
                    <a:pt x="33729" y="47412"/>
                  </a:cubicBezTo>
                  <a:lnTo>
                    <a:pt x="33729" y="414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2" name="Freeform: Shape 1911">
              <a:extLst>
                <a:ext uri="{FF2B5EF4-FFF2-40B4-BE49-F238E27FC236}">
                  <a16:creationId xmlns:a16="http://schemas.microsoft.com/office/drawing/2014/main" id="{C54F78D5-3A57-487E-683E-C1A6533B35F6}"/>
                </a:ext>
              </a:extLst>
            </p:cNvPr>
            <p:cNvSpPr/>
            <p:nvPr>
              <p:custDataLst>
                <p:tags r:id="rId108"/>
              </p:custDataLst>
            </p:nvPr>
          </p:nvSpPr>
          <p:spPr>
            <a:xfrm>
              <a:off x="11998733" y="5897151"/>
              <a:ext cx="64422" cy="45203"/>
            </a:xfrm>
            <a:custGeom>
              <a:avLst/>
              <a:gdLst>
                <a:gd name="connsiteX0" fmla="*/ 38164 w 64422"/>
                <a:gd name="connsiteY0" fmla="*/ 20639 h 45203"/>
                <a:gd name="connsiteX1" fmla="*/ 52667 w 64422"/>
                <a:gd name="connsiteY1" fmla="*/ 6488 h 45203"/>
                <a:gd name="connsiteX2" fmla="*/ 62440 w 64422"/>
                <a:gd name="connsiteY2" fmla="*/ 5775 h 45203"/>
                <a:gd name="connsiteX3" fmla="*/ 62440 w 64422"/>
                <a:gd name="connsiteY3" fmla="*/ 74 h 45203"/>
                <a:gd name="connsiteX4" fmla="*/ 52246 w 64422"/>
                <a:gd name="connsiteY4" fmla="*/ 481 h 45203"/>
                <a:gd name="connsiteX5" fmla="*/ 40581 w 64422"/>
                <a:gd name="connsiteY5" fmla="*/ 74 h 45203"/>
                <a:gd name="connsiteX6" fmla="*/ 40581 w 64422"/>
                <a:gd name="connsiteY6" fmla="*/ 5775 h 45203"/>
                <a:gd name="connsiteX7" fmla="*/ 43418 w 64422"/>
                <a:gd name="connsiteY7" fmla="*/ 6386 h 45203"/>
                <a:gd name="connsiteX8" fmla="*/ 33540 w 64422"/>
                <a:gd name="connsiteY8" fmla="*/ 16058 h 45203"/>
                <a:gd name="connsiteX9" fmla="*/ 23345 w 64422"/>
                <a:gd name="connsiteY9" fmla="*/ 5775 h 45203"/>
                <a:gd name="connsiteX10" fmla="*/ 26183 w 64422"/>
                <a:gd name="connsiteY10" fmla="*/ 5775 h 45203"/>
                <a:gd name="connsiteX11" fmla="*/ 26183 w 64422"/>
                <a:gd name="connsiteY11" fmla="*/ 74 h 45203"/>
                <a:gd name="connsiteX12" fmla="*/ 12836 w 64422"/>
                <a:gd name="connsiteY12" fmla="*/ 481 h 45203"/>
                <a:gd name="connsiteX13" fmla="*/ 960 w 64422"/>
                <a:gd name="connsiteY13" fmla="*/ 74 h 45203"/>
                <a:gd name="connsiteX14" fmla="*/ 960 w 64422"/>
                <a:gd name="connsiteY14" fmla="*/ 5775 h 45203"/>
                <a:gd name="connsiteX15" fmla="*/ 8843 w 64422"/>
                <a:gd name="connsiteY15" fmla="*/ 5775 h 45203"/>
                <a:gd name="connsiteX16" fmla="*/ 26078 w 64422"/>
                <a:gd name="connsiteY16" fmla="*/ 23185 h 45203"/>
                <a:gd name="connsiteX17" fmla="*/ 10944 w 64422"/>
                <a:gd name="connsiteY17" fmla="*/ 37947 h 45203"/>
                <a:gd name="connsiteX18" fmla="*/ 6215 w 64422"/>
                <a:gd name="connsiteY18" fmla="*/ 39474 h 45203"/>
                <a:gd name="connsiteX19" fmla="*/ 330 w 64422"/>
                <a:gd name="connsiteY19" fmla="*/ 39576 h 45203"/>
                <a:gd name="connsiteX20" fmla="*/ 330 w 64422"/>
                <a:gd name="connsiteY20" fmla="*/ 45277 h 45203"/>
                <a:gd name="connsiteX21" fmla="*/ 10524 w 64422"/>
                <a:gd name="connsiteY21" fmla="*/ 44870 h 45203"/>
                <a:gd name="connsiteX22" fmla="*/ 22189 w 64422"/>
                <a:gd name="connsiteY22" fmla="*/ 45277 h 45203"/>
                <a:gd name="connsiteX23" fmla="*/ 22189 w 64422"/>
                <a:gd name="connsiteY23" fmla="*/ 39576 h 45203"/>
                <a:gd name="connsiteX24" fmla="*/ 19352 w 64422"/>
                <a:gd name="connsiteY24" fmla="*/ 38863 h 45203"/>
                <a:gd name="connsiteX25" fmla="*/ 30702 w 64422"/>
                <a:gd name="connsiteY25" fmla="*/ 27868 h 45203"/>
                <a:gd name="connsiteX26" fmla="*/ 42367 w 64422"/>
                <a:gd name="connsiteY26" fmla="*/ 39576 h 45203"/>
                <a:gd name="connsiteX27" fmla="*/ 39635 w 64422"/>
                <a:gd name="connsiteY27" fmla="*/ 39576 h 45203"/>
                <a:gd name="connsiteX28" fmla="*/ 39635 w 64422"/>
                <a:gd name="connsiteY28" fmla="*/ 45277 h 45203"/>
                <a:gd name="connsiteX29" fmla="*/ 52982 w 64422"/>
                <a:gd name="connsiteY29" fmla="*/ 44870 h 45203"/>
                <a:gd name="connsiteX30" fmla="*/ 64752 w 64422"/>
                <a:gd name="connsiteY30" fmla="*/ 45277 h 45203"/>
                <a:gd name="connsiteX31" fmla="*/ 64752 w 64422"/>
                <a:gd name="connsiteY31" fmla="*/ 39576 h 45203"/>
                <a:gd name="connsiteX32" fmla="*/ 56976 w 64422"/>
                <a:gd name="connsiteY32" fmla="*/ 39576 h 45203"/>
                <a:gd name="connsiteX33" fmla="*/ 38164 w 64422"/>
                <a:gd name="connsiteY33" fmla="*/ 20639 h 4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4422" h="45203">
                  <a:moveTo>
                    <a:pt x="38164" y="20639"/>
                  </a:moveTo>
                  <a:lnTo>
                    <a:pt x="52667" y="6488"/>
                  </a:lnTo>
                  <a:cubicBezTo>
                    <a:pt x="55189" y="5775"/>
                    <a:pt x="57921" y="5775"/>
                    <a:pt x="62440" y="5775"/>
                  </a:cubicBezTo>
                  <a:lnTo>
                    <a:pt x="62440" y="74"/>
                  </a:lnTo>
                  <a:cubicBezTo>
                    <a:pt x="59077" y="379"/>
                    <a:pt x="55609" y="481"/>
                    <a:pt x="52246" y="481"/>
                  </a:cubicBezTo>
                  <a:cubicBezTo>
                    <a:pt x="48673" y="481"/>
                    <a:pt x="41422" y="176"/>
                    <a:pt x="40581" y="74"/>
                  </a:cubicBezTo>
                  <a:lnTo>
                    <a:pt x="40581" y="5775"/>
                  </a:lnTo>
                  <a:cubicBezTo>
                    <a:pt x="41947" y="5775"/>
                    <a:pt x="42683" y="5979"/>
                    <a:pt x="43418" y="6386"/>
                  </a:cubicBezTo>
                  <a:lnTo>
                    <a:pt x="33540" y="16058"/>
                  </a:lnTo>
                  <a:lnTo>
                    <a:pt x="23345" y="5775"/>
                  </a:lnTo>
                  <a:lnTo>
                    <a:pt x="26183" y="5775"/>
                  </a:lnTo>
                  <a:lnTo>
                    <a:pt x="26183" y="74"/>
                  </a:lnTo>
                  <a:cubicBezTo>
                    <a:pt x="25552" y="74"/>
                    <a:pt x="17250" y="481"/>
                    <a:pt x="12836" y="481"/>
                  </a:cubicBezTo>
                  <a:cubicBezTo>
                    <a:pt x="8843" y="481"/>
                    <a:pt x="4954" y="379"/>
                    <a:pt x="960" y="74"/>
                  </a:cubicBezTo>
                  <a:lnTo>
                    <a:pt x="960" y="5775"/>
                  </a:lnTo>
                  <a:lnTo>
                    <a:pt x="8843" y="5775"/>
                  </a:lnTo>
                  <a:lnTo>
                    <a:pt x="26078" y="23185"/>
                  </a:lnTo>
                  <a:lnTo>
                    <a:pt x="10944" y="37947"/>
                  </a:lnTo>
                  <a:cubicBezTo>
                    <a:pt x="9578" y="39169"/>
                    <a:pt x="9473" y="39271"/>
                    <a:pt x="6215" y="39474"/>
                  </a:cubicBezTo>
                  <a:cubicBezTo>
                    <a:pt x="4534" y="39576"/>
                    <a:pt x="855" y="39576"/>
                    <a:pt x="330" y="39576"/>
                  </a:cubicBezTo>
                  <a:lnTo>
                    <a:pt x="330" y="45277"/>
                  </a:lnTo>
                  <a:cubicBezTo>
                    <a:pt x="3693" y="44972"/>
                    <a:pt x="7161" y="44870"/>
                    <a:pt x="10524" y="44870"/>
                  </a:cubicBezTo>
                  <a:cubicBezTo>
                    <a:pt x="13362" y="44870"/>
                    <a:pt x="20823" y="45176"/>
                    <a:pt x="22189" y="45277"/>
                  </a:cubicBezTo>
                  <a:lnTo>
                    <a:pt x="22189" y="39576"/>
                  </a:lnTo>
                  <a:cubicBezTo>
                    <a:pt x="20508" y="39576"/>
                    <a:pt x="20088" y="39372"/>
                    <a:pt x="19352" y="38863"/>
                  </a:cubicBezTo>
                  <a:lnTo>
                    <a:pt x="30702" y="27868"/>
                  </a:lnTo>
                  <a:lnTo>
                    <a:pt x="42367" y="39576"/>
                  </a:lnTo>
                  <a:lnTo>
                    <a:pt x="39635" y="39576"/>
                  </a:lnTo>
                  <a:lnTo>
                    <a:pt x="39635" y="45277"/>
                  </a:lnTo>
                  <a:cubicBezTo>
                    <a:pt x="39740" y="45277"/>
                    <a:pt x="48148" y="44870"/>
                    <a:pt x="52982" y="44870"/>
                  </a:cubicBezTo>
                  <a:cubicBezTo>
                    <a:pt x="56870" y="44870"/>
                    <a:pt x="60864" y="44972"/>
                    <a:pt x="64752" y="45277"/>
                  </a:cubicBezTo>
                  <a:lnTo>
                    <a:pt x="64752" y="39576"/>
                  </a:lnTo>
                  <a:lnTo>
                    <a:pt x="56976" y="39576"/>
                  </a:lnTo>
                  <a:lnTo>
                    <a:pt x="38164" y="2063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3" name="Freeform: Shape 1912">
              <a:extLst>
                <a:ext uri="{FF2B5EF4-FFF2-40B4-BE49-F238E27FC236}">
                  <a16:creationId xmlns:a16="http://schemas.microsoft.com/office/drawing/2014/main" id="{420EB262-7574-4C5B-CBB9-299F60EF1FCE}"/>
                </a:ext>
              </a:extLst>
            </p:cNvPr>
            <p:cNvSpPr/>
            <p:nvPr>
              <p:custDataLst>
                <p:tags r:id="rId109"/>
              </p:custDataLst>
            </p:nvPr>
          </p:nvSpPr>
          <p:spPr>
            <a:xfrm>
              <a:off x="12074268" y="5865997"/>
              <a:ext cx="27219" cy="101707"/>
            </a:xfrm>
            <a:custGeom>
              <a:avLst/>
              <a:gdLst>
                <a:gd name="connsiteX0" fmla="*/ 2331 w 27219"/>
                <a:gd name="connsiteY0" fmla="*/ 74 h 101707"/>
                <a:gd name="connsiteX1" fmla="*/ 335 w 27219"/>
                <a:gd name="connsiteY1" fmla="*/ 1296 h 101707"/>
                <a:gd name="connsiteX2" fmla="*/ 1281 w 27219"/>
                <a:gd name="connsiteY2" fmla="*/ 2823 h 101707"/>
                <a:gd name="connsiteX3" fmla="*/ 20408 w 27219"/>
                <a:gd name="connsiteY3" fmla="*/ 50877 h 101707"/>
                <a:gd name="connsiteX4" fmla="*/ 2226 w 27219"/>
                <a:gd name="connsiteY4" fmla="*/ 98218 h 101707"/>
                <a:gd name="connsiteX5" fmla="*/ 335 w 27219"/>
                <a:gd name="connsiteY5" fmla="*/ 100560 h 101707"/>
                <a:gd name="connsiteX6" fmla="*/ 1701 w 27219"/>
                <a:gd name="connsiteY6" fmla="*/ 101782 h 101707"/>
                <a:gd name="connsiteX7" fmla="*/ 19882 w 27219"/>
                <a:gd name="connsiteY7" fmla="*/ 82336 h 101707"/>
                <a:gd name="connsiteX8" fmla="*/ 27554 w 27219"/>
                <a:gd name="connsiteY8" fmla="*/ 50979 h 101707"/>
                <a:gd name="connsiteX9" fmla="*/ 2331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31" y="74"/>
                  </a:moveTo>
                  <a:cubicBezTo>
                    <a:pt x="1596" y="74"/>
                    <a:pt x="335" y="74"/>
                    <a:pt x="335" y="1296"/>
                  </a:cubicBezTo>
                  <a:cubicBezTo>
                    <a:pt x="335" y="1805"/>
                    <a:pt x="650" y="2110"/>
                    <a:pt x="1281" y="2823"/>
                  </a:cubicBezTo>
                  <a:cubicBezTo>
                    <a:pt x="10319" y="10866"/>
                    <a:pt x="20408" y="24610"/>
                    <a:pt x="20408" y="50877"/>
                  </a:cubicBezTo>
                  <a:cubicBezTo>
                    <a:pt x="20408" y="72155"/>
                    <a:pt x="13577" y="88241"/>
                    <a:pt x="2226" y="98218"/>
                  </a:cubicBezTo>
                  <a:cubicBezTo>
                    <a:pt x="440" y="99949"/>
                    <a:pt x="335" y="100051"/>
                    <a:pt x="335" y="100560"/>
                  </a:cubicBezTo>
                  <a:cubicBezTo>
                    <a:pt x="335" y="101069"/>
                    <a:pt x="650" y="101782"/>
                    <a:pt x="1701" y="101782"/>
                  </a:cubicBezTo>
                  <a:cubicBezTo>
                    <a:pt x="2962" y="101782"/>
                    <a:pt x="12946" y="95062"/>
                    <a:pt x="19882" y="82336"/>
                  </a:cubicBezTo>
                  <a:cubicBezTo>
                    <a:pt x="24506" y="73886"/>
                    <a:pt x="27554" y="62890"/>
                    <a:pt x="27554" y="50979"/>
                  </a:cubicBezTo>
                  <a:cubicBezTo>
                    <a:pt x="27554" y="36624"/>
                    <a:pt x="23140" y="14327"/>
                    <a:pt x="2331"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4" name="Freeform: Shape 1913">
              <a:extLst>
                <a:ext uri="{FF2B5EF4-FFF2-40B4-BE49-F238E27FC236}">
                  <a16:creationId xmlns:a16="http://schemas.microsoft.com/office/drawing/2014/main" id="{71E6CB53-B87F-ACD0-3EA5-CB197B7FE5EE}"/>
                </a:ext>
              </a:extLst>
            </p:cNvPr>
            <p:cNvSpPr/>
            <p:nvPr>
              <p:custDataLst>
                <p:tags r:id="rId110"/>
              </p:custDataLst>
            </p:nvPr>
          </p:nvSpPr>
          <p:spPr>
            <a:xfrm>
              <a:off x="12167504" y="5958337"/>
              <a:ext cx="15914" cy="15416"/>
            </a:xfrm>
            <a:custGeom>
              <a:avLst/>
              <a:gdLst>
                <a:gd name="connsiteX0" fmla="*/ 16255 w 15914"/>
                <a:gd name="connsiteY0" fmla="*/ 7786 h 15416"/>
                <a:gd name="connsiteX1" fmla="*/ 8298 w 15914"/>
                <a:gd name="connsiteY1" fmla="*/ 78 h 15416"/>
                <a:gd name="connsiteX2" fmla="*/ 341 w 15914"/>
                <a:gd name="connsiteY2" fmla="*/ 7786 h 15416"/>
                <a:gd name="connsiteX3" fmla="*/ 8298 w 15914"/>
                <a:gd name="connsiteY3" fmla="*/ 15495 h 15416"/>
                <a:gd name="connsiteX4" fmla="*/ 16255 w 15914"/>
                <a:gd name="connsiteY4" fmla="*/ 7786 h 15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4" h="15416">
                  <a:moveTo>
                    <a:pt x="16255" y="7786"/>
                  </a:moveTo>
                  <a:cubicBezTo>
                    <a:pt x="16255" y="3569"/>
                    <a:pt x="12652" y="78"/>
                    <a:pt x="8298" y="78"/>
                  </a:cubicBezTo>
                  <a:cubicBezTo>
                    <a:pt x="3944" y="78"/>
                    <a:pt x="341" y="3569"/>
                    <a:pt x="341" y="7786"/>
                  </a:cubicBezTo>
                  <a:cubicBezTo>
                    <a:pt x="341" y="12004"/>
                    <a:pt x="3944" y="15495"/>
                    <a:pt x="8298" y="15495"/>
                  </a:cubicBezTo>
                  <a:cubicBezTo>
                    <a:pt x="12652" y="15495"/>
                    <a:pt x="16255" y="12004"/>
                    <a:pt x="16255" y="778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5" name="Freeform: Shape 1914">
              <a:extLst>
                <a:ext uri="{FF2B5EF4-FFF2-40B4-BE49-F238E27FC236}">
                  <a16:creationId xmlns:a16="http://schemas.microsoft.com/office/drawing/2014/main" id="{21704A55-6E2D-731B-FFFA-2A4E889C4A07}"/>
                </a:ext>
              </a:extLst>
            </p:cNvPr>
            <p:cNvSpPr/>
            <p:nvPr>
              <p:custDataLst>
                <p:tags r:id="rId111"/>
              </p:custDataLst>
            </p:nvPr>
          </p:nvSpPr>
          <p:spPr>
            <a:xfrm>
              <a:off x="12236565" y="5938121"/>
              <a:ext cx="57651" cy="65885"/>
            </a:xfrm>
            <a:custGeom>
              <a:avLst/>
              <a:gdLst>
                <a:gd name="connsiteX0" fmla="*/ 21514 w 57651"/>
                <a:gd name="connsiteY0" fmla="*/ 30766 h 65885"/>
                <a:gd name="connsiteX1" fmla="*/ 44485 w 57651"/>
                <a:gd name="connsiteY1" fmla="*/ 27421 h 65885"/>
                <a:gd name="connsiteX2" fmla="*/ 55745 w 57651"/>
                <a:gd name="connsiteY2" fmla="*/ 12441 h 65885"/>
                <a:gd name="connsiteX3" fmla="*/ 39681 w 57651"/>
                <a:gd name="connsiteY3" fmla="*/ 78 h 65885"/>
                <a:gd name="connsiteX4" fmla="*/ 345 w 57651"/>
                <a:gd name="connsiteY4" fmla="*/ 39638 h 65885"/>
                <a:gd name="connsiteX5" fmla="*/ 23917 w 57651"/>
                <a:gd name="connsiteY5" fmla="*/ 65963 h 65885"/>
                <a:gd name="connsiteX6" fmla="*/ 57997 w 57651"/>
                <a:gd name="connsiteY6" fmla="*/ 48801 h 65885"/>
                <a:gd name="connsiteX7" fmla="*/ 56195 w 57651"/>
                <a:gd name="connsiteY7" fmla="*/ 46910 h 65885"/>
                <a:gd name="connsiteX8" fmla="*/ 54244 w 57651"/>
                <a:gd name="connsiteY8" fmla="*/ 48365 h 65885"/>
                <a:gd name="connsiteX9" fmla="*/ 24217 w 57651"/>
                <a:gd name="connsiteY9" fmla="*/ 62764 h 65885"/>
                <a:gd name="connsiteX10" fmla="*/ 11155 w 57651"/>
                <a:gd name="connsiteY10" fmla="*/ 45892 h 65885"/>
                <a:gd name="connsiteX11" fmla="*/ 13557 w 57651"/>
                <a:gd name="connsiteY11" fmla="*/ 30766 h 65885"/>
                <a:gd name="connsiteX12" fmla="*/ 21514 w 57651"/>
                <a:gd name="connsiteY12" fmla="*/ 30766 h 65885"/>
                <a:gd name="connsiteX13" fmla="*/ 14458 w 57651"/>
                <a:gd name="connsiteY13" fmla="*/ 27567 h 65885"/>
                <a:gd name="connsiteX14" fmla="*/ 39681 w 57651"/>
                <a:gd name="connsiteY14" fmla="*/ 3278 h 65885"/>
                <a:gd name="connsiteX15" fmla="*/ 50791 w 57651"/>
                <a:gd name="connsiteY15" fmla="*/ 12441 h 65885"/>
                <a:gd name="connsiteX16" fmla="*/ 20614 w 57651"/>
                <a:gd name="connsiteY16" fmla="*/ 27567 h 65885"/>
                <a:gd name="connsiteX17" fmla="*/ 14458 w 57651"/>
                <a:gd name="connsiteY17" fmla="*/ 27567 h 6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651" h="65885">
                  <a:moveTo>
                    <a:pt x="21514" y="30766"/>
                  </a:moveTo>
                  <a:cubicBezTo>
                    <a:pt x="25868" y="30766"/>
                    <a:pt x="36978" y="30475"/>
                    <a:pt x="44485" y="27421"/>
                  </a:cubicBezTo>
                  <a:cubicBezTo>
                    <a:pt x="54994" y="23058"/>
                    <a:pt x="55745" y="14477"/>
                    <a:pt x="55745" y="12441"/>
                  </a:cubicBezTo>
                  <a:cubicBezTo>
                    <a:pt x="55745" y="6041"/>
                    <a:pt x="50040" y="78"/>
                    <a:pt x="39681" y="78"/>
                  </a:cubicBezTo>
                  <a:cubicBezTo>
                    <a:pt x="23016" y="78"/>
                    <a:pt x="345" y="14186"/>
                    <a:pt x="345" y="39638"/>
                  </a:cubicBezTo>
                  <a:cubicBezTo>
                    <a:pt x="345" y="54473"/>
                    <a:pt x="9203" y="65963"/>
                    <a:pt x="23917" y="65963"/>
                  </a:cubicBezTo>
                  <a:cubicBezTo>
                    <a:pt x="45386" y="65963"/>
                    <a:pt x="57997" y="50547"/>
                    <a:pt x="57997" y="48801"/>
                  </a:cubicBezTo>
                  <a:cubicBezTo>
                    <a:pt x="57997" y="47929"/>
                    <a:pt x="57096" y="46910"/>
                    <a:pt x="56195" y="46910"/>
                  </a:cubicBezTo>
                  <a:cubicBezTo>
                    <a:pt x="55445" y="46910"/>
                    <a:pt x="55144" y="47201"/>
                    <a:pt x="54244" y="48365"/>
                  </a:cubicBezTo>
                  <a:cubicBezTo>
                    <a:pt x="42383" y="62764"/>
                    <a:pt x="26018" y="62764"/>
                    <a:pt x="24217" y="62764"/>
                  </a:cubicBezTo>
                  <a:cubicBezTo>
                    <a:pt x="12506" y="62764"/>
                    <a:pt x="11155" y="50547"/>
                    <a:pt x="11155" y="45892"/>
                  </a:cubicBezTo>
                  <a:cubicBezTo>
                    <a:pt x="11155" y="44147"/>
                    <a:pt x="11305" y="39638"/>
                    <a:pt x="13557" y="30766"/>
                  </a:cubicBezTo>
                  <a:lnTo>
                    <a:pt x="21514" y="30766"/>
                  </a:lnTo>
                  <a:close/>
                  <a:moveTo>
                    <a:pt x="14458" y="27567"/>
                  </a:moveTo>
                  <a:cubicBezTo>
                    <a:pt x="20313" y="5459"/>
                    <a:pt x="35777" y="3278"/>
                    <a:pt x="39681" y="3278"/>
                  </a:cubicBezTo>
                  <a:cubicBezTo>
                    <a:pt x="46737" y="3278"/>
                    <a:pt x="50791" y="7496"/>
                    <a:pt x="50791" y="12441"/>
                  </a:cubicBezTo>
                  <a:cubicBezTo>
                    <a:pt x="50791" y="27567"/>
                    <a:pt x="26769" y="27567"/>
                    <a:pt x="20614" y="27567"/>
                  </a:cubicBezTo>
                  <a:lnTo>
                    <a:pt x="14458" y="275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6" name="Freeform: Shape 1915">
              <a:extLst>
                <a:ext uri="{FF2B5EF4-FFF2-40B4-BE49-F238E27FC236}">
                  <a16:creationId xmlns:a16="http://schemas.microsoft.com/office/drawing/2014/main" id="{A746CA28-C96E-8846-3280-097DC52759C2}"/>
                </a:ext>
              </a:extLst>
            </p:cNvPr>
            <p:cNvSpPr/>
            <p:nvPr>
              <p:custDataLst>
                <p:tags r:id="rId112"/>
              </p:custDataLst>
            </p:nvPr>
          </p:nvSpPr>
          <p:spPr>
            <a:xfrm>
              <a:off x="12311651" y="5865997"/>
              <a:ext cx="27324" cy="101707"/>
            </a:xfrm>
            <a:custGeom>
              <a:avLst/>
              <a:gdLst>
                <a:gd name="connsiteX0" fmla="*/ 25573 w 27324"/>
                <a:gd name="connsiteY0" fmla="*/ 74 h 101707"/>
                <a:gd name="connsiteX1" fmla="*/ 350 w 27324"/>
                <a:gd name="connsiteY1" fmla="*/ 50877 h 101707"/>
                <a:gd name="connsiteX2" fmla="*/ 25573 w 27324"/>
                <a:gd name="connsiteY2" fmla="*/ 101782 h 101707"/>
                <a:gd name="connsiteX3" fmla="*/ 27675 w 27324"/>
                <a:gd name="connsiteY3" fmla="*/ 100560 h 101707"/>
                <a:gd name="connsiteX4" fmla="*/ 26624 w 27324"/>
                <a:gd name="connsiteY4" fmla="*/ 99033 h 101707"/>
                <a:gd name="connsiteX5" fmla="*/ 7497 w 27324"/>
                <a:gd name="connsiteY5" fmla="*/ 50979 h 101707"/>
                <a:gd name="connsiteX6" fmla="*/ 26939 w 27324"/>
                <a:gd name="connsiteY6" fmla="*/ 2517 h 101707"/>
                <a:gd name="connsiteX7" fmla="*/ 27675 w 27324"/>
                <a:gd name="connsiteY7" fmla="*/ 1296 h 101707"/>
                <a:gd name="connsiteX8" fmla="*/ 25573 w 27324"/>
                <a:gd name="connsiteY8"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24" h="101707">
                  <a:moveTo>
                    <a:pt x="25573" y="74"/>
                  </a:moveTo>
                  <a:cubicBezTo>
                    <a:pt x="5605" y="13716"/>
                    <a:pt x="350" y="35300"/>
                    <a:pt x="350" y="50877"/>
                  </a:cubicBezTo>
                  <a:cubicBezTo>
                    <a:pt x="350" y="65232"/>
                    <a:pt x="4764" y="87528"/>
                    <a:pt x="25573" y="101782"/>
                  </a:cubicBezTo>
                  <a:cubicBezTo>
                    <a:pt x="26413" y="101782"/>
                    <a:pt x="27675" y="101782"/>
                    <a:pt x="27675" y="100560"/>
                  </a:cubicBezTo>
                  <a:cubicBezTo>
                    <a:pt x="27675" y="99949"/>
                    <a:pt x="27359" y="99746"/>
                    <a:pt x="26624" y="99033"/>
                  </a:cubicBezTo>
                  <a:cubicBezTo>
                    <a:pt x="12646" y="86816"/>
                    <a:pt x="7497" y="69508"/>
                    <a:pt x="7497" y="50979"/>
                  </a:cubicBezTo>
                  <a:cubicBezTo>
                    <a:pt x="7497" y="23490"/>
                    <a:pt x="18321" y="10051"/>
                    <a:pt x="26939" y="2517"/>
                  </a:cubicBezTo>
                  <a:cubicBezTo>
                    <a:pt x="27359" y="2110"/>
                    <a:pt x="27675" y="1805"/>
                    <a:pt x="27675" y="1296"/>
                  </a:cubicBezTo>
                  <a:cubicBezTo>
                    <a:pt x="27675" y="74"/>
                    <a:pt x="26413" y="74"/>
                    <a:pt x="25573"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7" name="Freeform: Shape 1916">
              <a:extLst>
                <a:ext uri="{FF2B5EF4-FFF2-40B4-BE49-F238E27FC236}">
                  <a16:creationId xmlns:a16="http://schemas.microsoft.com/office/drawing/2014/main" id="{3421C1F8-ED37-F0D8-CBEB-C7810E849D9C}"/>
                </a:ext>
              </a:extLst>
            </p:cNvPr>
            <p:cNvSpPr/>
            <p:nvPr>
              <p:custDataLst>
                <p:tags r:id="rId113"/>
              </p:custDataLst>
            </p:nvPr>
          </p:nvSpPr>
          <p:spPr>
            <a:xfrm>
              <a:off x="12351605" y="5870578"/>
              <a:ext cx="61402" cy="91526"/>
            </a:xfrm>
            <a:custGeom>
              <a:avLst/>
              <a:gdLst>
                <a:gd name="connsiteX0" fmla="*/ 61755 w 61402"/>
                <a:gd name="connsiteY0" fmla="*/ 14225 h 91526"/>
                <a:gd name="connsiteX1" fmla="*/ 44520 w 61402"/>
                <a:gd name="connsiteY1" fmla="*/ 74 h 91526"/>
                <a:gd name="connsiteX2" fmla="*/ 16880 w 61402"/>
                <a:gd name="connsiteY2" fmla="*/ 26239 h 91526"/>
                <a:gd name="connsiteX3" fmla="*/ 381 w 61402"/>
                <a:gd name="connsiteY3" fmla="*/ 90379 h 91526"/>
                <a:gd name="connsiteX4" fmla="*/ 1852 w 61402"/>
                <a:gd name="connsiteY4" fmla="*/ 91601 h 91526"/>
                <a:gd name="connsiteX5" fmla="*/ 3849 w 61402"/>
                <a:gd name="connsiteY5" fmla="*/ 90888 h 91526"/>
                <a:gd name="connsiteX6" fmla="*/ 10890 w 61402"/>
                <a:gd name="connsiteY6" fmla="*/ 63705 h 91526"/>
                <a:gd name="connsiteX7" fmla="*/ 26654 w 61402"/>
                <a:gd name="connsiteY7" fmla="*/ 72766 h 91526"/>
                <a:gd name="connsiteX8" fmla="*/ 57972 w 61402"/>
                <a:gd name="connsiteY8" fmla="*/ 46906 h 91526"/>
                <a:gd name="connsiteX9" fmla="*/ 49775 w 61402"/>
                <a:gd name="connsiteY9" fmla="*/ 31431 h 91526"/>
                <a:gd name="connsiteX10" fmla="*/ 61755 w 61402"/>
                <a:gd name="connsiteY10" fmla="*/ 14225 h 91526"/>
                <a:gd name="connsiteX11" fmla="*/ 40947 w 61402"/>
                <a:gd name="connsiteY11" fmla="*/ 31329 h 91526"/>
                <a:gd name="connsiteX12" fmla="*/ 35587 w 61402"/>
                <a:gd name="connsiteY12" fmla="*/ 32042 h 91526"/>
                <a:gd name="connsiteX13" fmla="*/ 30648 w 61402"/>
                <a:gd name="connsiteY13" fmla="*/ 31533 h 91526"/>
                <a:gd name="connsiteX14" fmla="*/ 35587 w 61402"/>
                <a:gd name="connsiteY14" fmla="*/ 30820 h 91526"/>
                <a:gd name="connsiteX15" fmla="*/ 40947 w 61402"/>
                <a:gd name="connsiteY15" fmla="*/ 31329 h 91526"/>
                <a:gd name="connsiteX16" fmla="*/ 54819 w 61402"/>
                <a:gd name="connsiteY16" fmla="*/ 12393 h 91526"/>
                <a:gd name="connsiteX17" fmla="*/ 45571 w 61402"/>
                <a:gd name="connsiteY17" fmla="*/ 29293 h 91526"/>
                <a:gd name="connsiteX18" fmla="*/ 35692 w 61402"/>
                <a:gd name="connsiteY18" fmla="*/ 27970 h 91526"/>
                <a:gd name="connsiteX19" fmla="*/ 26759 w 61402"/>
                <a:gd name="connsiteY19" fmla="*/ 31839 h 91526"/>
                <a:gd name="connsiteX20" fmla="*/ 35377 w 61402"/>
                <a:gd name="connsiteY20" fmla="*/ 34791 h 91526"/>
                <a:gd name="connsiteX21" fmla="*/ 45361 w 61402"/>
                <a:gd name="connsiteY21" fmla="*/ 33366 h 91526"/>
                <a:gd name="connsiteX22" fmla="*/ 50195 w 61402"/>
                <a:gd name="connsiteY22" fmla="*/ 44157 h 91526"/>
                <a:gd name="connsiteX23" fmla="*/ 26969 w 61402"/>
                <a:gd name="connsiteY23" fmla="*/ 69915 h 91526"/>
                <a:gd name="connsiteX24" fmla="*/ 13097 w 61402"/>
                <a:gd name="connsiteY24" fmla="*/ 57087 h 91526"/>
                <a:gd name="connsiteX25" fmla="*/ 13412 w 61402"/>
                <a:gd name="connsiteY25" fmla="*/ 54135 h 91526"/>
                <a:gd name="connsiteX26" fmla="*/ 20348 w 61402"/>
                <a:gd name="connsiteY26" fmla="*/ 27053 h 91526"/>
                <a:gd name="connsiteX27" fmla="*/ 44310 w 61402"/>
                <a:gd name="connsiteY27" fmla="*/ 2925 h 91526"/>
                <a:gd name="connsiteX28" fmla="*/ 54819 w 61402"/>
                <a:gd name="connsiteY28" fmla="*/ 12393 h 9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02" h="91526">
                  <a:moveTo>
                    <a:pt x="61755" y="14225"/>
                  </a:moveTo>
                  <a:cubicBezTo>
                    <a:pt x="61755" y="5266"/>
                    <a:pt x="53768" y="74"/>
                    <a:pt x="44520" y="74"/>
                  </a:cubicBezTo>
                  <a:cubicBezTo>
                    <a:pt x="30122" y="74"/>
                    <a:pt x="19508" y="15956"/>
                    <a:pt x="16880" y="26239"/>
                  </a:cubicBezTo>
                  <a:lnTo>
                    <a:pt x="381" y="90379"/>
                  </a:lnTo>
                  <a:cubicBezTo>
                    <a:pt x="170" y="91092"/>
                    <a:pt x="1221" y="91601"/>
                    <a:pt x="1852" y="91601"/>
                  </a:cubicBezTo>
                  <a:cubicBezTo>
                    <a:pt x="2798" y="91601"/>
                    <a:pt x="3638" y="91499"/>
                    <a:pt x="3849" y="90888"/>
                  </a:cubicBezTo>
                  <a:lnTo>
                    <a:pt x="10890" y="63705"/>
                  </a:lnTo>
                  <a:cubicBezTo>
                    <a:pt x="13097" y="68388"/>
                    <a:pt x="18141" y="72766"/>
                    <a:pt x="26654" y="72766"/>
                  </a:cubicBezTo>
                  <a:cubicBezTo>
                    <a:pt x="41367" y="72766"/>
                    <a:pt x="57972" y="62483"/>
                    <a:pt x="57972" y="46906"/>
                  </a:cubicBezTo>
                  <a:cubicBezTo>
                    <a:pt x="57972" y="40900"/>
                    <a:pt x="55134" y="34791"/>
                    <a:pt x="49775" y="31431"/>
                  </a:cubicBezTo>
                  <a:cubicBezTo>
                    <a:pt x="54924" y="28275"/>
                    <a:pt x="61755" y="22472"/>
                    <a:pt x="61755" y="14225"/>
                  </a:cubicBezTo>
                  <a:close/>
                  <a:moveTo>
                    <a:pt x="40947" y="31329"/>
                  </a:moveTo>
                  <a:cubicBezTo>
                    <a:pt x="39370" y="31635"/>
                    <a:pt x="38635" y="32042"/>
                    <a:pt x="35587" y="32042"/>
                  </a:cubicBezTo>
                  <a:cubicBezTo>
                    <a:pt x="33906" y="32042"/>
                    <a:pt x="31383" y="31940"/>
                    <a:pt x="30648" y="31533"/>
                  </a:cubicBezTo>
                  <a:cubicBezTo>
                    <a:pt x="31699" y="30922"/>
                    <a:pt x="34641" y="30820"/>
                    <a:pt x="35587" y="30820"/>
                  </a:cubicBezTo>
                  <a:cubicBezTo>
                    <a:pt x="37163" y="30820"/>
                    <a:pt x="39475" y="30922"/>
                    <a:pt x="40947" y="31329"/>
                  </a:cubicBezTo>
                  <a:close/>
                  <a:moveTo>
                    <a:pt x="54819" y="12393"/>
                  </a:moveTo>
                  <a:cubicBezTo>
                    <a:pt x="54819" y="17789"/>
                    <a:pt x="52087" y="25730"/>
                    <a:pt x="45571" y="29293"/>
                  </a:cubicBezTo>
                  <a:cubicBezTo>
                    <a:pt x="43574" y="28682"/>
                    <a:pt x="41577" y="27970"/>
                    <a:pt x="35692" y="27970"/>
                  </a:cubicBezTo>
                  <a:cubicBezTo>
                    <a:pt x="32014" y="27970"/>
                    <a:pt x="26759" y="28173"/>
                    <a:pt x="26759" y="31839"/>
                  </a:cubicBezTo>
                  <a:cubicBezTo>
                    <a:pt x="26759" y="34384"/>
                    <a:pt x="30017" y="34791"/>
                    <a:pt x="35377" y="34791"/>
                  </a:cubicBezTo>
                  <a:cubicBezTo>
                    <a:pt x="38950" y="34791"/>
                    <a:pt x="42103" y="34282"/>
                    <a:pt x="45361" y="33366"/>
                  </a:cubicBezTo>
                  <a:cubicBezTo>
                    <a:pt x="48514" y="35504"/>
                    <a:pt x="50195" y="39678"/>
                    <a:pt x="50195" y="44157"/>
                  </a:cubicBezTo>
                  <a:cubicBezTo>
                    <a:pt x="50195" y="58920"/>
                    <a:pt x="39791" y="69915"/>
                    <a:pt x="26969" y="69915"/>
                  </a:cubicBezTo>
                  <a:cubicBezTo>
                    <a:pt x="18877" y="69915"/>
                    <a:pt x="13097" y="65130"/>
                    <a:pt x="13097" y="57087"/>
                  </a:cubicBezTo>
                  <a:cubicBezTo>
                    <a:pt x="13097" y="56069"/>
                    <a:pt x="13202" y="55051"/>
                    <a:pt x="13412" y="54135"/>
                  </a:cubicBezTo>
                  <a:lnTo>
                    <a:pt x="20348" y="27053"/>
                  </a:lnTo>
                  <a:cubicBezTo>
                    <a:pt x="22871" y="17382"/>
                    <a:pt x="32119" y="2925"/>
                    <a:pt x="44310" y="2925"/>
                  </a:cubicBezTo>
                  <a:cubicBezTo>
                    <a:pt x="50510" y="2925"/>
                    <a:pt x="54819" y="6182"/>
                    <a:pt x="54819" y="12393"/>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8" name="Freeform: Shape 1917">
              <a:extLst>
                <a:ext uri="{FF2B5EF4-FFF2-40B4-BE49-F238E27FC236}">
                  <a16:creationId xmlns:a16="http://schemas.microsoft.com/office/drawing/2014/main" id="{EF7DD127-5585-BF1B-78B3-1EC183FC9181}"/>
                </a:ext>
              </a:extLst>
            </p:cNvPr>
            <p:cNvSpPr/>
            <p:nvPr>
              <p:custDataLst>
                <p:tags r:id="rId114"/>
              </p:custDataLst>
            </p:nvPr>
          </p:nvSpPr>
          <p:spPr>
            <a:xfrm>
              <a:off x="12417337" y="5908393"/>
              <a:ext cx="35506" cy="63412"/>
            </a:xfrm>
            <a:custGeom>
              <a:avLst/>
              <a:gdLst>
                <a:gd name="connsiteX0" fmla="*/ 35864 w 35506"/>
                <a:gd name="connsiteY0" fmla="*/ 3202 h 63412"/>
                <a:gd name="connsiteX1" fmla="*/ 32562 w 35506"/>
                <a:gd name="connsiteY1" fmla="*/ 75 h 63412"/>
                <a:gd name="connsiteX2" fmla="*/ 27907 w 35506"/>
                <a:gd name="connsiteY2" fmla="*/ 4438 h 63412"/>
                <a:gd name="connsiteX3" fmla="*/ 31210 w 35506"/>
                <a:gd name="connsiteY3" fmla="*/ 7565 h 63412"/>
                <a:gd name="connsiteX4" fmla="*/ 35864 w 35506"/>
                <a:gd name="connsiteY4" fmla="*/ 3202 h 63412"/>
                <a:gd name="connsiteX5" fmla="*/ 19500 w 35506"/>
                <a:gd name="connsiteY5" fmla="*/ 51852 h 63412"/>
                <a:gd name="connsiteX6" fmla="*/ 8765 w 35506"/>
                <a:gd name="connsiteY6" fmla="*/ 61015 h 63412"/>
                <a:gd name="connsiteX7" fmla="*/ 6063 w 35506"/>
                <a:gd name="connsiteY7" fmla="*/ 60652 h 63412"/>
                <a:gd name="connsiteX8" fmla="*/ 8390 w 35506"/>
                <a:gd name="connsiteY8" fmla="*/ 56797 h 63412"/>
                <a:gd name="connsiteX9" fmla="*/ 5012 w 35506"/>
                <a:gd name="connsiteY9" fmla="*/ 53816 h 63412"/>
                <a:gd name="connsiteX10" fmla="*/ 358 w 35506"/>
                <a:gd name="connsiteY10" fmla="*/ 58470 h 63412"/>
                <a:gd name="connsiteX11" fmla="*/ 8840 w 35506"/>
                <a:gd name="connsiteY11" fmla="*/ 63488 h 63412"/>
                <a:gd name="connsiteX12" fmla="*/ 26031 w 35506"/>
                <a:gd name="connsiteY12" fmla="*/ 51925 h 63412"/>
                <a:gd name="connsiteX13" fmla="*/ 32787 w 35506"/>
                <a:gd name="connsiteY13" fmla="*/ 25891 h 63412"/>
                <a:gd name="connsiteX14" fmla="*/ 33162 w 35506"/>
                <a:gd name="connsiteY14" fmla="*/ 23491 h 63412"/>
                <a:gd name="connsiteX15" fmla="*/ 23929 w 35506"/>
                <a:gd name="connsiteY15" fmla="*/ 16437 h 63412"/>
                <a:gd name="connsiteX16" fmla="*/ 9291 w 35506"/>
                <a:gd name="connsiteY16" fmla="*/ 27709 h 63412"/>
                <a:gd name="connsiteX17" fmla="*/ 10867 w 35506"/>
                <a:gd name="connsiteY17" fmla="*/ 28727 h 63412"/>
                <a:gd name="connsiteX18" fmla="*/ 12519 w 35506"/>
                <a:gd name="connsiteY18" fmla="*/ 27709 h 63412"/>
                <a:gd name="connsiteX19" fmla="*/ 23629 w 35506"/>
                <a:gd name="connsiteY19" fmla="*/ 18910 h 63412"/>
                <a:gd name="connsiteX20" fmla="*/ 26781 w 35506"/>
                <a:gd name="connsiteY20" fmla="*/ 22764 h 63412"/>
                <a:gd name="connsiteX21" fmla="*/ 26556 w 35506"/>
                <a:gd name="connsiteY21" fmla="*/ 24655 h 63412"/>
                <a:gd name="connsiteX22" fmla="*/ 19500 w 35506"/>
                <a:gd name="connsiteY22" fmla="*/ 51852 h 6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506" h="63412">
                  <a:moveTo>
                    <a:pt x="35864" y="3202"/>
                  </a:moveTo>
                  <a:cubicBezTo>
                    <a:pt x="35864" y="1529"/>
                    <a:pt x="34588" y="75"/>
                    <a:pt x="32562" y="75"/>
                  </a:cubicBezTo>
                  <a:cubicBezTo>
                    <a:pt x="30234" y="75"/>
                    <a:pt x="27907" y="2256"/>
                    <a:pt x="27907" y="4438"/>
                  </a:cubicBezTo>
                  <a:cubicBezTo>
                    <a:pt x="27907" y="6183"/>
                    <a:pt x="29334" y="7565"/>
                    <a:pt x="31210" y="7565"/>
                  </a:cubicBezTo>
                  <a:cubicBezTo>
                    <a:pt x="33763" y="7565"/>
                    <a:pt x="35864" y="5238"/>
                    <a:pt x="35864" y="3202"/>
                  </a:cubicBezTo>
                  <a:close/>
                  <a:moveTo>
                    <a:pt x="19500" y="51852"/>
                  </a:moveTo>
                  <a:cubicBezTo>
                    <a:pt x="18074" y="57379"/>
                    <a:pt x="13344" y="61015"/>
                    <a:pt x="8765" y="61015"/>
                  </a:cubicBezTo>
                  <a:cubicBezTo>
                    <a:pt x="7489" y="61015"/>
                    <a:pt x="6663" y="60797"/>
                    <a:pt x="6063" y="60652"/>
                  </a:cubicBezTo>
                  <a:cubicBezTo>
                    <a:pt x="7864" y="59634"/>
                    <a:pt x="8390" y="57743"/>
                    <a:pt x="8390" y="56797"/>
                  </a:cubicBezTo>
                  <a:cubicBezTo>
                    <a:pt x="8390" y="55561"/>
                    <a:pt x="7489" y="53816"/>
                    <a:pt x="5012" y="53816"/>
                  </a:cubicBezTo>
                  <a:cubicBezTo>
                    <a:pt x="2460" y="53816"/>
                    <a:pt x="358" y="56070"/>
                    <a:pt x="358" y="58470"/>
                  </a:cubicBezTo>
                  <a:cubicBezTo>
                    <a:pt x="358" y="61597"/>
                    <a:pt x="3736" y="63488"/>
                    <a:pt x="8840" y="63488"/>
                  </a:cubicBezTo>
                  <a:cubicBezTo>
                    <a:pt x="13945" y="63488"/>
                    <a:pt x="23704" y="60943"/>
                    <a:pt x="26031" y="51925"/>
                  </a:cubicBezTo>
                  <a:lnTo>
                    <a:pt x="32787" y="25891"/>
                  </a:lnTo>
                  <a:cubicBezTo>
                    <a:pt x="32937" y="25164"/>
                    <a:pt x="33162" y="24509"/>
                    <a:pt x="33162" y="23491"/>
                  </a:cubicBezTo>
                  <a:cubicBezTo>
                    <a:pt x="33162" y="19346"/>
                    <a:pt x="29184" y="16437"/>
                    <a:pt x="23929" y="16437"/>
                  </a:cubicBezTo>
                  <a:cubicBezTo>
                    <a:pt x="14846" y="16437"/>
                    <a:pt x="9291" y="26255"/>
                    <a:pt x="9291" y="27709"/>
                  </a:cubicBezTo>
                  <a:cubicBezTo>
                    <a:pt x="9291" y="28727"/>
                    <a:pt x="10492" y="28727"/>
                    <a:pt x="10867" y="28727"/>
                  </a:cubicBezTo>
                  <a:cubicBezTo>
                    <a:pt x="11993" y="28727"/>
                    <a:pt x="12143" y="28436"/>
                    <a:pt x="12519" y="27709"/>
                  </a:cubicBezTo>
                  <a:cubicBezTo>
                    <a:pt x="15972" y="20582"/>
                    <a:pt x="21076" y="18910"/>
                    <a:pt x="23629" y="18910"/>
                  </a:cubicBezTo>
                  <a:cubicBezTo>
                    <a:pt x="26631" y="18910"/>
                    <a:pt x="26781" y="21528"/>
                    <a:pt x="26781" y="22764"/>
                  </a:cubicBezTo>
                  <a:cubicBezTo>
                    <a:pt x="26781" y="23782"/>
                    <a:pt x="26706" y="24073"/>
                    <a:pt x="26556" y="24655"/>
                  </a:cubicBezTo>
                  <a:lnTo>
                    <a:pt x="19500" y="5185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19" name="Freeform: Shape 1918">
              <a:extLst>
                <a:ext uri="{FF2B5EF4-FFF2-40B4-BE49-F238E27FC236}">
                  <a16:creationId xmlns:a16="http://schemas.microsoft.com/office/drawing/2014/main" id="{88BC5DE6-4FFC-4FD5-BC0B-00C15090823E}"/>
                </a:ext>
              </a:extLst>
            </p:cNvPr>
            <p:cNvSpPr/>
            <p:nvPr>
              <p:custDataLst>
                <p:tags r:id="rId115"/>
              </p:custDataLst>
            </p:nvPr>
          </p:nvSpPr>
          <p:spPr>
            <a:xfrm>
              <a:off x="12478109" y="5865997"/>
              <a:ext cx="27219" cy="101707"/>
            </a:xfrm>
            <a:custGeom>
              <a:avLst/>
              <a:gdLst>
                <a:gd name="connsiteX0" fmla="*/ 2358 w 27219"/>
                <a:gd name="connsiteY0" fmla="*/ 74 h 101707"/>
                <a:gd name="connsiteX1" fmla="*/ 361 w 27219"/>
                <a:gd name="connsiteY1" fmla="*/ 1296 h 101707"/>
                <a:gd name="connsiteX2" fmla="*/ 1307 w 27219"/>
                <a:gd name="connsiteY2" fmla="*/ 2823 h 101707"/>
                <a:gd name="connsiteX3" fmla="*/ 20434 w 27219"/>
                <a:gd name="connsiteY3" fmla="*/ 50877 h 101707"/>
                <a:gd name="connsiteX4" fmla="*/ 2253 w 27219"/>
                <a:gd name="connsiteY4" fmla="*/ 98218 h 101707"/>
                <a:gd name="connsiteX5" fmla="*/ 361 w 27219"/>
                <a:gd name="connsiteY5" fmla="*/ 100560 h 101707"/>
                <a:gd name="connsiteX6" fmla="*/ 1728 w 27219"/>
                <a:gd name="connsiteY6" fmla="*/ 101782 h 101707"/>
                <a:gd name="connsiteX7" fmla="*/ 19909 w 27219"/>
                <a:gd name="connsiteY7" fmla="*/ 82336 h 101707"/>
                <a:gd name="connsiteX8" fmla="*/ 27581 w 27219"/>
                <a:gd name="connsiteY8" fmla="*/ 50979 h 101707"/>
                <a:gd name="connsiteX9" fmla="*/ 2358 w 27219"/>
                <a:gd name="connsiteY9" fmla="*/ 74 h 101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9" h="101707">
                  <a:moveTo>
                    <a:pt x="2358" y="74"/>
                  </a:moveTo>
                  <a:cubicBezTo>
                    <a:pt x="1623" y="74"/>
                    <a:pt x="361" y="74"/>
                    <a:pt x="361" y="1296"/>
                  </a:cubicBezTo>
                  <a:cubicBezTo>
                    <a:pt x="361" y="1805"/>
                    <a:pt x="677" y="2110"/>
                    <a:pt x="1307" y="2823"/>
                  </a:cubicBezTo>
                  <a:cubicBezTo>
                    <a:pt x="10345" y="10866"/>
                    <a:pt x="20434" y="24610"/>
                    <a:pt x="20434" y="50877"/>
                  </a:cubicBezTo>
                  <a:cubicBezTo>
                    <a:pt x="20434" y="72155"/>
                    <a:pt x="13603" y="88241"/>
                    <a:pt x="2253" y="98218"/>
                  </a:cubicBezTo>
                  <a:cubicBezTo>
                    <a:pt x="467" y="99949"/>
                    <a:pt x="361" y="100051"/>
                    <a:pt x="361" y="100560"/>
                  </a:cubicBezTo>
                  <a:cubicBezTo>
                    <a:pt x="361" y="101069"/>
                    <a:pt x="677" y="101782"/>
                    <a:pt x="1728" y="101782"/>
                  </a:cubicBezTo>
                  <a:cubicBezTo>
                    <a:pt x="2989" y="101782"/>
                    <a:pt x="12973" y="95062"/>
                    <a:pt x="19909" y="82336"/>
                  </a:cubicBezTo>
                  <a:cubicBezTo>
                    <a:pt x="24533" y="73886"/>
                    <a:pt x="27581" y="62890"/>
                    <a:pt x="27581" y="50979"/>
                  </a:cubicBezTo>
                  <a:cubicBezTo>
                    <a:pt x="27581" y="36624"/>
                    <a:pt x="23167" y="14327"/>
                    <a:pt x="2358"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1984" name="Group 1983" descr="\documentclass{article}&#10;\usepackage{amsmath}&#10;\pagestyle{empty}&#10;\begin{document}&#10;&#10;&#10;\[&#10;e^{\ln\left( \frac{P(Y_n \le j)}{P(Y_n &gt; j)} \right) } = e^{(\mu_j - \boldsymbol{\beta}^\top\mathbf{x})}&#10;\]&#10;&#10;&#10;&#10;\end{document}" title="IguanaTex Shape Display">
            <a:extLst>
              <a:ext uri="{FF2B5EF4-FFF2-40B4-BE49-F238E27FC236}">
                <a16:creationId xmlns:a16="http://schemas.microsoft.com/office/drawing/2014/main" id="{5FBB189E-74F6-09F1-D2D3-ECAF684BB2FA}"/>
              </a:ext>
            </a:extLst>
          </p:cNvPr>
          <p:cNvGrpSpPr>
            <a:grpSpLocks noChangeAspect="1"/>
          </p:cNvGrpSpPr>
          <p:nvPr>
            <p:custDataLst>
              <p:tags r:id="rId4"/>
            </p:custDataLst>
          </p:nvPr>
        </p:nvGrpSpPr>
        <p:grpSpPr>
          <a:xfrm>
            <a:off x="1004528" y="3396195"/>
            <a:ext cx="1565290" cy="183257"/>
            <a:chOff x="10124598" y="5234688"/>
            <a:chExt cx="1886429" cy="220855"/>
          </a:xfrm>
        </p:grpSpPr>
        <p:sp>
          <p:nvSpPr>
            <p:cNvPr id="1985" name="Freeform: Shape 1984">
              <a:extLst>
                <a:ext uri="{FF2B5EF4-FFF2-40B4-BE49-F238E27FC236}">
                  <a16:creationId xmlns:a16="http://schemas.microsoft.com/office/drawing/2014/main" id="{F1EABF26-3ED4-0209-669C-167FE9B6340F}"/>
                </a:ext>
              </a:extLst>
            </p:cNvPr>
            <p:cNvSpPr/>
            <p:nvPr>
              <p:custDataLst>
                <p:tags r:id="rId31"/>
              </p:custDataLst>
            </p:nvPr>
          </p:nvSpPr>
          <p:spPr>
            <a:xfrm>
              <a:off x="10124598" y="5373580"/>
              <a:ext cx="69479" cy="81963"/>
            </a:xfrm>
            <a:custGeom>
              <a:avLst/>
              <a:gdLst>
                <a:gd name="connsiteX0" fmla="*/ 25693 w 69479"/>
                <a:gd name="connsiteY0" fmla="*/ 38253 h 81963"/>
                <a:gd name="connsiteX1" fmla="*/ 53376 w 69479"/>
                <a:gd name="connsiteY1" fmla="*/ 34092 h 81963"/>
                <a:gd name="connsiteX2" fmla="*/ 66946 w 69479"/>
                <a:gd name="connsiteY2" fmla="*/ 15455 h 81963"/>
                <a:gd name="connsiteX3" fmla="*/ 47586 w 69479"/>
                <a:gd name="connsiteY3" fmla="*/ 76 h 81963"/>
                <a:gd name="connsiteX4" fmla="*/ 181 w 69479"/>
                <a:gd name="connsiteY4" fmla="*/ 49290 h 81963"/>
                <a:gd name="connsiteX5" fmla="*/ 28588 w 69479"/>
                <a:gd name="connsiteY5" fmla="*/ 82040 h 81963"/>
                <a:gd name="connsiteX6" fmla="*/ 69660 w 69479"/>
                <a:gd name="connsiteY6" fmla="*/ 60689 h 81963"/>
                <a:gd name="connsiteX7" fmla="*/ 67489 w 69479"/>
                <a:gd name="connsiteY7" fmla="*/ 58337 h 81963"/>
                <a:gd name="connsiteX8" fmla="*/ 65137 w 69479"/>
                <a:gd name="connsiteY8" fmla="*/ 60146 h 81963"/>
                <a:gd name="connsiteX9" fmla="*/ 28950 w 69479"/>
                <a:gd name="connsiteY9" fmla="*/ 78059 h 81963"/>
                <a:gd name="connsiteX10" fmla="*/ 13208 w 69479"/>
                <a:gd name="connsiteY10" fmla="*/ 57071 h 81963"/>
                <a:gd name="connsiteX11" fmla="*/ 16103 w 69479"/>
                <a:gd name="connsiteY11" fmla="*/ 38253 h 81963"/>
                <a:gd name="connsiteX12" fmla="*/ 25693 w 69479"/>
                <a:gd name="connsiteY12" fmla="*/ 38253 h 81963"/>
                <a:gd name="connsiteX13" fmla="*/ 17189 w 69479"/>
                <a:gd name="connsiteY13" fmla="*/ 34273 h 81963"/>
                <a:gd name="connsiteX14" fmla="*/ 47586 w 69479"/>
                <a:gd name="connsiteY14" fmla="*/ 4056 h 81963"/>
                <a:gd name="connsiteX15" fmla="*/ 60975 w 69479"/>
                <a:gd name="connsiteY15" fmla="*/ 15455 h 81963"/>
                <a:gd name="connsiteX16" fmla="*/ 24607 w 69479"/>
                <a:gd name="connsiteY16" fmla="*/ 34273 h 81963"/>
                <a:gd name="connsiteX17" fmla="*/ 17189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693" y="38253"/>
                  </a:moveTo>
                  <a:cubicBezTo>
                    <a:pt x="30940" y="38253"/>
                    <a:pt x="44329" y="37891"/>
                    <a:pt x="53376" y="34092"/>
                  </a:cubicBezTo>
                  <a:cubicBezTo>
                    <a:pt x="66042" y="28664"/>
                    <a:pt x="66946" y="17988"/>
                    <a:pt x="66946" y="15455"/>
                  </a:cubicBezTo>
                  <a:cubicBezTo>
                    <a:pt x="66946" y="7494"/>
                    <a:pt x="60071" y="76"/>
                    <a:pt x="47586" y="76"/>
                  </a:cubicBezTo>
                  <a:cubicBezTo>
                    <a:pt x="27502" y="76"/>
                    <a:pt x="181" y="17627"/>
                    <a:pt x="181" y="49290"/>
                  </a:cubicBezTo>
                  <a:cubicBezTo>
                    <a:pt x="181" y="67746"/>
                    <a:pt x="10856" y="82040"/>
                    <a:pt x="28588" y="82040"/>
                  </a:cubicBezTo>
                  <a:cubicBezTo>
                    <a:pt x="54462" y="82040"/>
                    <a:pt x="69660" y="62860"/>
                    <a:pt x="69660" y="60689"/>
                  </a:cubicBezTo>
                  <a:cubicBezTo>
                    <a:pt x="69660" y="59604"/>
                    <a:pt x="68575" y="58337"/>
                    <a:pt x="67489" y="58337"/>
                  </a:cubicBezTo>
                  <a:cubicBezTo>
                    <a:pt x="66584" y="58337"/>
                    <a:pt x="66222" y="58699"/>
                    <a:pt x="65137" y="60146"/>
                  </a:cubicBezTo>
                  <a:cubicBezTo>
                    <a:pt x="50843" y="78059"/>
                    <a:pt x="31121" y="78059"/>
                    <a:pt x="28950" y="78059"/>
                  </a:cubicBezTo>
                  <a:cubicBezTo>
                    <a:pt x="14837" y="78059"/>
                    <a:pt x="13208" y="62860"/>
                    <a:pt x="13208" y="57071"/>
                  </a:cubicBezTo>
                  <a:cubicBezTo>
                    <a:pt x="13208" y="54899"/>
                    <a:pt x="13389" y="49290"/>
                    <a:pt x="16103" y="38253"/>
                  </a:cubicBezTo>
                  <a:lnTo>
                    <a:pt x="25693" y="38253"/>
                  </a:lnTo>
                  <a:close/>
                  <a:moveTo>
                    <a:pt x="17189" y="34273"/>
                  </a:moveTo>
                  <a:cubicBezTo>
                    <a:pt x="24245" y="6770"/>
                    <a:pt x="42882" y="4056"/>
                    <a:pt x="47586" y="4056"/>
                  </a:cubicBezTo>
                  <a:cubicBezTo>
                    <a:pt x="56090" y="4056"/>
                    <a:pt x="60975" y="9304"/>
                    <a:pt x="60975" y="15455"/>
                  </a:cubicBezTo>
                  <a:cubicBezTo>
                    <a:pt x="60975" y="34273"/>
                    <a:pt x="32026" y="34273"/>
                    <a:pt x="24607" y="34273"/>
                  </a:cubicBezTo>
                  <a:lnTo>
                    <a:pt x="17189"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6" name="Freeform: Shape 1985">
              <a:extLst>
                <a:ext uri="{FF2B5EF4-FFF2-40B4-BE49-F238E27FC236}">
                  <a16:creationId xmlns:a16="http://schemas.microsoft.com/office/drawing/2014/main" id="{7802FFDE-BE85-C1FB-468E-F5CF44128433}"/>
                </a:ext>
              </a:extLst>
            </p:cNvPr>
            <p:cNvSpPr/>
            <p:nvPr>
              <p:custDataLst>
                <p:tags r:id="rId32"/>
              </p:custDataLst>
            </p:nvPr>
          </p:nvSpPr>
          <p:spPr>
            <a:xfrm>
              <a:off x="10207617" y="5278148"/>
              <a:ext cx="28497" cy="87898"/>
            </a:xfrm>
            <a:custGeom>
              <a:avLst/>
              <a:gdLst>
                <a:gd name="connsiteX0" fmla="*/ 19184 w 28497"/>
                <a:gd name="connsiteY0" fmla="*/ 71 h 87898"/>
                <a:gd name="connsiteX1" fmla="*/ 185 w 28497"/>
                <a:gd name="connsiteY1" fmla="*/ 1464 h 87898"/>
                <a:gd name="connsiteX2" fmla="*/ 185 w 28497"/>
                <a:gd name="connsiteY2" fmla="*/ 6024 h 87898"/>
                <a:gd name="connsiteX3" fmla="*/ 9685 w 28497"/>
                <a:gd name="connsiteY3" fmla="*/ 13116 h 87898"/>
                <a:gd name="connsiteX4" fmla="*/ 9685 w 28497"/>
                <a:gd name="connsiteY4" fmla="*/ 77964 h 87898"/>
                <a:gd name="connsiteX5" fmla="*/ 185 w 28497"/>
                <a:gd name="connsiteY5" fmla="*/ 83410 h 87898"/>
                <a:gd name="connsiteX6" fmla="*/ 185 w 28497"/>
                <a:gd name="connsiteY6" fmla="*/ 87970 h 87898"/>
                <a:gd name="connsiteX7" fmla="*/ 14371 w 28497"/>
                <a:gd name="connsiteY7" fmla="*/ 87463 h 87898"/>
                <a:gd name="connsiteX8" fmla="*/ 28683 w 28497"/>
                <a:gd name="connsiteY8" fmla="*/ 87970 h 87898"/>
                <a:gd name="connsiteX9" fmla="*/ 28683 w 28497"/>
                <a:gd name="connsiteY9" fmla="*/ 83410 h 87898"/>
                <a:gd name="connsiteX10" fmla="*/ 19184 w 28497"/>
                <a:gd name="connsiteY10" fmla="*/ 77964 h 87898"/>
                <a:gd name="connsiteX11" fmla="*/ 19184 w 28497"/>
                <a:gd name="connsiteY11" fmla="*/ 71 h 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97" h="87898">
                  <a:moveTo>
                    <a:pt x="19184" y="71"/>
                  </a:moveTo>
                  <a:lnTo>
                    <a:pt x="185" y="1464"/>
                  </a:lnTo>
                  <a:lnTo>
                    <a:pt x="185" y="6024"/>
                  </a:lnTo>
                  <a:cubicBezTo>
                    <a:pt x="8671" y="6024"/>
                    <a:pt x="9685" y="6910"/>
                    <a:pt x="9685" y="13116"/>
                  </a:cubicBezTo>
                  <a:lnTo>
                    <a:pt x="9685" y="77964"/>
                  </a:lnTo>
                  <a:cubicBezTo>
                    <a:pt x="9685" y="83410"/>
                    <a:pt x="8418" y="83410"/>
                    <a:pt x="185" y="83410"/>
                  </a:cubicBezTo>
                  <a:lnTo>
                    <a:pt x="185" y="87970"/>
                  </a:lnTo>
                  <a:cubicBezTo>
                    <a:pt x="439" y="87970"/>
                    <a:pt x="9305" y="87463"/>
                    <a:pt x="14371" y="87463"/>
                  </a:cubicBezTo>
                  <a:cubicBezTo>
                    <a:pt x="19184" y="87463"/>
                    <a:pt x="23870" y="87590"/>
                    <a:pt x="28683" y="87970"/>
                  </a:cubicBezTo>
                  <a:lnTo>
                    <a:pt x="28683" y="83410"/>
                  </a:lnTo>
                  <a:cubicBezTo>
                    <a:pt x="20450" y="83410"/>
                    <a:pt x="19184" y="83410"/>
                    <a:pt x="19184" y="77964"/>
                  </a:cubicBezTo>
                  <a:lnTo>
                    <a:pt x="19184" y="7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7" name="Freeform: Shape 1986">
              <a:extLst>
                <a:ext uri="{FF2B5EF4-FFF2-40B4-BE49-F238E27FC236}">
                  <a16:creationId xmlns:a16="http://schemas.microsoft.com/office/drawing/2014/main" id="{026CAD2F-8563-B72A-D4A3-B9A77802EA78}"/>
                </a:ext>
              </a:extLst>
            </p:cNvPr>
            <p:cNvSpPr/>
            <p:nvPr>
              <p:custDataLst>
                <p:tags r:id="rId33"/>
              </p:custDataLst>
            </p:nvPr>
          </p:nvSpPr>
          <p:spPr>
            <a:xfrm>
              <a:off x="10248325" y="5310192"/>
              <a:ext cx="67887" cy="55854"/>
            </a:xfrm>
            <a:custGeom>
              <a:avLst/>
              <a:gdLst>
                <a:gd name="connsiteX0" fmla="*/ 58576 w 67887"/>
                <a:gd name="connsiteY0" fmla="*/ 17549 h 55854"/>
                <a:gd name="connsiteX1" fmla="*/ 39577 w 67887"/>
                <a:gd name="connsiteY1" fmla="*/ 71 h 55854"/>
                <a:gd name="connsiteX2" fmla="*/ 18933 w 67887"/>
                <a:gd name="connsiteY2" fmla="*/ 12357 h 55854"/>
                <a:gd name="connsiteX3" fmla="*/ 18806 w 67887"/>
                <a:gd name="connsiteY3" fmla="*/ 12357 h 55854"/>
                <a:gd name="connsiteX4" fmla="*/ 18806 w 67887"/>
                <a:gd name="connsiteY4" fmla="*/ 71 h 55854"/>
                <a:gd name="connsiteX5" fmla="*/ 188 w 67887"/>
                <a:gd name="connsiteY5" fmla="*/ 1464 h 55854"/>
                <a:gd name="connsiteX6" fmla="*/ 188 w 67887"/>
                <a:gd name="connsiteY6" fmla="*/ 6024 h 55854"/>
                <a:gd name="connsiteX7" fmla="*/ 9687 w 67887"/>
                <a:gd name="connsiteY7" fmla="*/ 13116 h 55854"/>
                <a:gd name="connsiteX8" fmla="*/ 9687 w 67887"/>
                <a:gd name="connsiteY8" fmla="*/ 45920 h 55854"/>
                <a:gd name="connsiteX9" fmla="*/ 188 w 67887"/>
                <a:gd name="connsiteY9" fmla="*/ 51366 h 55854"/>
                <a:gd name="connsiteX10" fmla="*/ 188 w 67887"/>
                <a:gd name="connsiteY10" fmla="*/ 55926 h 55854"/>
                <a:gd name="connsiteX11" fmla="*/ 14626 w 67887"/>
                <a:gd name="connsiteY11" fmla="*/ 55419 h 55854"/>
                <a:gd name="connsiteX12" fmla="*/ 29192 w 67887"/>
                <a:gd name="connsiteY12" fmla="*/ 55926 h 55854"/>
                <a:gd name="connsiteX13" fmla="*/ 29192 w 67887"/>
                <a:gd name="connsiteY13" fmla="*/ 51366 h 55854"/>
                <a:gd name="connsiteX14" fmla="*/ 19693 w 67887"/>
                <a:gd name="connsiteY14" fmla="*/ 45920 h 55854"/>
                <a:gd name="connsiteX15" fmla="*/ 19693 w 67887"/>
                <a:gd name="connsiteY15" fmla="*/ 23122 h 55854"/>
                <a:gd name="connsiteX16" fmla="*/ 38564 w 67887"/>
                <a:gd name="connsiteY16" fmla="*/ 3617 h 55854"/>
                <a:gd name="connsiteX17" fmla="*/ 48570 w 67887"/>
                <a:gd name="connsiteY17" fmla="*/ 17043 h 55854"/>
                <a:gd name="connsiteX18" fmla="*/ 48570 w 67887"/>
                <a:gd name="connsiteY18" fmla="*/ 45920 h 55854"/>
                <a:gd name="connsiteX19" fmla="*/ 39071 w 67887"/>
                <a:gd name="connsiteY19" fmla="*/ 51366 h 55854"/>
                <a:gd name="connsiteX20" fmla="*/ 39071 w 67887"/>
                <a:gd name="connsiteY20" fmla="*/ 55926 h 55854"/>
                <a:gd name="connsiteX21" fmla="*/ 53510 w 67887"/>
                <a:gd name="connsiteY21" fmla="*/ 55419 h 55854"/>
                <a:gd name="connsiteX22" fmla="*/ 68075 w 67887"/>
                <a:gd name="connsiteY22" fmla="*/ 55926 h 55854"/>
                <a:gd name="connsiteX23" fmla="*/ 68075 w 67887"/>
                <a:gd name="connsiteY23" fmla="*/ 51366 h 55854"/>
                <a:gd name="connsiteX24" fmla="*/ 58576 w 67887"/>
                <a:gd name="connsiteY24" fmla="*/ 45920 h 55854"/>
                <a:gd name="connsiteX25" fmla="*/ 58576 w 67887"/>
                <a:gd name="connsiteY25" fmla="*/ 17549 h 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887" h="55854">
                  <a:moveTo>
                    <a:pt x="58576" y="17549"/>
                  </a:moveTo>
                  <a:cubicBezTo>
                    <a:pt x="58576" y="6530"/>
                    <a:pt x="53130" y="71"/>
                    <a:pt x="39577" y="71"/>
                  </a:cubicBezTo>
                  <a:cubicBezTo>
                    <a:pt x="29192" y="71"/>
                    <a:pt x="22479" y="5770"/>
                    <a:pt x="18933" y="12357"/>
                  </a:cubicBezTo>
                  <a:lnTo>
                    <a:pt x="18806" y="12357"/>
                  </a:lnTo>
                  <a:lnTo>
                    <a:pt x="18806" y="71"/>
                  </a:lnTo>
                  <a:lnTo>
                    <a:pt x="188" y="1464"/>
                  </a:lnTo>
                  <a:lnTo>
                    <a:pt x="188" y="6024"/>
                  </a:lnTo>
                  <a:cubicBezTo>
                    <a:pt x="8674" y="6024"/>
                    <a:pt x="9687" y="6910"/>
                    <a:pt x="9687" y="13116"/>
                  </a:cubicBezTo>
                  <a:lnTo>
                    <a:pt x="9687" y="45920"/>
                  </a:lnTo>
                  <a:cubicBezTo>
                    <a:pt x="9687" y="51366"/>
                    <a:pt x="8420" y="51366"/>
                    <a:pt x="188" y="51366"/>
                  </a:cubicBezTo>
                  <a:lnTo>
                    <a:pt x="188" y="55926"/>
                  </a:lnTo>
                  <a:cubicBezTo>
                    <a:pt x="441" y="55926"/>
                    <a:pt x="9307" y="55419"/>
                    <a:pt x="14626" y="55419"/>
                  </a:cubicBezTo>
                  <a:cubicBezTo>
                    <a:pt x="19313" y="55419"/>
                    <a:pt x="28052" y="55799"/>
                    <a:pt x="29192" y="55926"/>
                  </a:cubicBezTo>
                  <a:lnTo>
                    <a:pt x="29192" y="51366"/>
                  </a:lnTo>
                  <a:cubicBezTo>
                    <a:pt x="20959" y="51366"/>
                    <a:pt x="19693" y="51366"/>
                    <a:pt x="19693" y="45920"/>
                  </a:cubicBezTo>
                  <a:lnTo>
                    <a:pt x="19693" y="23122"/>
                  </a:lnTo>
                  <a:cubicBezTo>
                    <a:pt x="19693" y="9823"/>
                    <a:pt x="30205" y="3617"/>
                    <a:pt x="38564" y="3617"/>
                  </a:cubicBezTo>
                  <a:cubicBezTo>
                    <a:pt x="47430" y="3617"/>
                    <a:pt x="48570" y="10583"/>
                    <a:pt x="48570" y="17043"/>
                  </a:cubicBezTo>
                  <a:lnTo>
                    <a:pt x="48570" y="45920"/>
                  </a:lnTo>
                  <a:cubicBezTo>
                    <a:pt x="48570" y="51366"/>
                    <a:pt x="47303" y="51366"/>
                    <a:pt x="39071" y="51366"/>
                  </a:cubicBezTo>
                  <a:lnTo>
                    <a:pt x="39071" y="55926"/>
                  </a:lnTo>
                  <a:cubicBezTo>
                    <a:pt x="39324" y="55926"/>
                    <a:pt x="48190" y="55419"/>
                    <a:pt x="53510" y="55419"/>
                  </a:cubicBezTo>
                  <a:cubicBezTo>
                    <a:pt x="58196" y="55419"/>
                    <a:pt x="66935" y="55799"/>
                    <a:pt x="68075" y="55926"/>
                  </a:cubicBezTo>
                  <a:lnTo>
                    <a:pt x="68075" y="51366"/>
                  </a:lnTo>
                  <a:cubicBezTo>
                    <a:pt x="59842" y="51366"/>
                    <a:pt x="58576" y="51366"/>
                    <a:pt x="58576" y="45920"/>
                  </a:cubicBezTo>
                  <a:lnTo>
                    <a:pt x="58576" y="175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8" name="Freeform: Shape 1987">
              <a:extLst>
                <a:ext uri="{FF2B5EF4-FFF2-40B4-BE49-F238E27FC236}">
                  <a16:creationId xmlns:a16="http://schemas.microsoft.com/office/drawing/2014/main" id="{4AC7B9AD-D38C-6F05-6B54-164706D3EA5B}"/>
                </a:ext>
              </a:extLst>
            </p:cNvPr>
            <p:cNvSpPr/>
            <p:nvPr>
              <p:custDataLst>
                <p:tags r:id="rId34"/>
              </p:custDataLst>
            </p:nvPr>
          </p:nvSpPr>
          <p:spPr>
            <a:xfrm>
              <a:off x="10339312" y="5243915"/>
              <a:ext cx="41977" cy="180935"/>
            </a:xfrm>
            <a:custGeom>
              <a:avLst/>
              <a:gdLst>
                <a:gd name="connsiteX0" fmla="*/ 42169 w 41977"/>
                <a:gd name="connsiteY0" fmla="*/ 179198 h 180935"/>
                <a:gd name="connsiteX1" fmla="*/ 39093 w 41977"/>
                <a:gd name="connsiteY1" fmla="*/ 175217 h 180935"/>
                <a:gd name="connsiteX2" fmla="*/ 10686 w 41977"/>
                <a:gd name="connsiteY2" fmla="*/ 90540 h 180935"/>
                <a:gd name="connsiteX3" fmla="*/ 39817 w 41977"/>
                <a:gd name="connsiteY3" fmla="*/ 4957 h 180935"/>
                <a:gd name="connsiteX4" fmla="*/ 42169 w 41977"/>
                <a:gd name="connsiteY4" fmla="*/ 1881 h 180935"/>
                <a:gd name="connsiteX5" fmla="*/ 40360 w 41977"/>
                <a:gd name="connsiteY5" fmla="*/ 72 h 180935"/>
                <a:gd name="connsiteX6" fmla="*/ 11591 w 41977"/>
                <a:gd name="connsiteY6" fmla="*/ 35354 h 180935"/>
                <a:gd name="connsiteX7" fmla="*/ 192 w 41977"/>
                <a:gd name="connsiteY7" fmla="*/ 90540 h 180935"/>
                <a:gd name="connsiteX8" fmla="*/ 12134 w 41977"/>
                <a:gd name="connsiteY8" fmla="*/ 146992 h 180935"/>
                <a:gd name="connsiteX9" fmla="*/ 40360 w 41977"/>
                <a:gd name="connsiteY9" fmla="*/ 181007 h 180935"/>
                <a:gd name="connsiteX10" fmla="*/ 42169 w 41977"/>
                <a:gd name="connsiteY10" fmla="*/ 179198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169" y="179198"/>
                  </a:moveTo>
                  <a:cubicBezTo>
                    <a:pt x="42169" y="178655"/>
                    <a:pt x="42169" y="178293"/>
                    <a:pt x="39093" y="175217"/>
                  </a:cubicBezTo>
                  <a:cubicBezTo>
                    <a:pt x="16476" y="152420"/>
                    <a:pt x="10686" y="118223"/>
                    <a:pt x="10686" y="90540"/>
                  </a:cubicBezTo>
                  <a:cubicBezTo>
                    <a:pt x="10686" y="59057"/>
                    <a:pt x="17562" y="27574"/>
                    <a:pt x="39817" y="4957"/>
                  </a:cubicBezTo>
                  <a:cubicBezTo>
                    <a:pt x="42169" y="2786"/>
                    <a:pt x="42169" y="2424"/>
                    <a:pt x="42169" y="1881"/>
                  </a:cubicBezTo>
                  <a:cubicBezTo>
                    <a:pt x="42169" y="615"/>
                    <a:pt x="41446" y="72"/>
                    <a:pt x="40360" y="72"/>
                  </a:cubicBezTo>
                  <a:cubicBezTo>
                    <a:pt x="38551" y="72"/>
                    <a:pt x="22266" y="12375"/>
                    <a:pt x="11591" y="35354"/>
                  </a:cubicBezTo>
                  <a:cubicBezTo>
                    <a:pt x="2363" y="55257"/>
                    <a:pt x="192" y="75341"/>
                    <a:pt x="192" y="90540"/>
                  </a:cubicBezTo>
                  <a:cubicBezTo>
                    <a:pt x="192" y="104653"/>
                    <a:pt x="2182" y="126546"/>
                    <a:pt x="12134" y="146992"/>
                  </a:cubicBezTo>
                  <a:cubicBezTo>
                    <a:pt x="22990" y="169247"/>
                    <a:pt x="38551" y="181007"/>
                    <a:pt x="40360" y="181007"/>
                  </a:cubicBezTo>
                  <a:cubicBezTo>
                    <a:pt x="41446" y="181007"/>
                    <a:pt x="42169" y="180465"/>
                    <a:pt x="42169" y="179198"/>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89" name="Freeform: Shape 1988">
              <a:extLst>
                <a:ext uri="{FF2B5EF4-FFF2-40B4-BE49-F238E27FC236}">
                  <a16:creationId xmlns:a16="http://schemas.microsoft.com/office/drawing/2014/main" id="{3298C9A4-4914-B327-B513-34DB0218ED0E}"/>
                </a:ext>
              </a:extLst>
            </p:cNvPr>
            <p:cNvSpPr/>
            <p:nvPr>
              <p:custDataLst>
                <p:tags r:id="rId35"/>
              </p:custDataLst>
            </p:nvPr>
          </p:nvSpPr>
          <p:spPr>
            <a:xfrm>
              <a:off x="10424242" y="5240749"/>
              <a:ext cx="75812" cy="61789"/>
            </a:xfrm>
            <a:custGeom>
              <a:avLst/>
              <a:gdLst>
                <a:gd name="connsiteX0" fmla="*/ 26071 w 75812"/>
                <a:gd name="connsiteY0" fmla="*/ 34445 h 61789"/>
                <a:gd name="connsiteX1" fmla="*/ 45793 w 75812"/>
                <a:gd name="connsiteY1" fmla="*/ 34445 h 61789"/>
                <a:gd name="connsiteX2" fmla="*/ 76009 w 75812"/>
                <a:gd name="connsiteY2" fmla="*/ 14723 h 61789"/>
                <a:gd name="connsiteX3" fmla="*/ 53483 w 75812"/>
                <a:gd name="connsiteY3" fmla="*/ 67 h 61789"/>
                <a:gd name="connsiteX4" fmla="*/ 17838 w 75812"/>
                <a:gd name="connsiteY4" fmla="*/ 67 h 61789"/>
                <a:gd name="connsiteX5" fmla="*/ 14672 w 75812"/>
                <a:gd name="connsiteY5" fmla="*/ 2601 h 61789"/>
                <a:gd name="connsiteX6" fmla="*/ 18019 w 75812"/>
                <a:gd name="connsiteY6" fmla="*/ 4139 h 61789"/>
                <a:gd name="connsiteX7" fmla="*/ 23809 w 75812"/>
                <a:gd name="connsiteY7" fmla="*/ 4681 h 61789"/>
                <a:gd name="connsiteX8" fmla="*/ 23538 w 75812"/>
                <a:gd name="connsiteY8" fmla="*/ 6943 h 61789"/>
                <a:gd name="connsiteX9" fmla="*/ 11687 w 75812"/>
                <a:gd name="connsiteY9" fmla="*/ 54348 h 61789"/>
                <a:gd name="connsiteX10" fmla="*/ 3906 w 75812"/>
                <a:gd name="connsiteY10" fmla="*/ 57786 h 61789"/>
                <a:gd name="connsiteX11" fmla="*/ 197 w 75812"/>
                <a:gd name="connsiteY11" fmla="*/ 60319 h 61789"/>
                <a:gd name="connsiteX12" fmla="*/ 1826 w 75812"/>
                <a:gd name="connsiteY12" fmla="*/ 61857 h 61789"/>
                <a:gd name="connsiteX13" fmla="*/ 7887 w 75812"/>
                <a:gd name="connsiteY13" fmla="*/ 61586 h 61789"/>
                <a:gd name="connsiteX14" fmla="*/ 14582 w 75812"/>
                <a:gd name="connsiteY14" fmla="*/ 61495 h 61789"/>
                <a:gd name="connsiteX15" fmla="*/ 21276 w 75812"/>
                <a:gd name="connsiteY15" fmla="*/ 61586 h 61789"/>
                <a:gd name="connsiteX16" fmla="*/ 27609 w 75812"/>
                <a:gd name="connsiteY16" fmla="*/ 61857 h 61789"/>
                <a:gd name="connsiteX17" fmla="*/ 29871 w 75812"/>
                <a:gd name="connsiteY17" fmla="*/ 59324 h 61789"/>
                <a:gd name="connsiteX18" fmla="*/ 26885 w 75812"/>
                <a:gd name="connsiteY18" fmla="*/ 57786 h 61789"/>
                <a:gd name="connsiteX19" fmla="*/ 22995 w 75812"/>
                <a:gd name="connsiteY19" fmla="*/ 57605 h 61789"/>
                <a:gd name="connsiteX20" fmla="*/ 20643 w 75812"/>
                <a:gd name="connsiteY20" fmla="*/ 56610 h 61789"/>
                <a:gd name="connsiteX21" fmla="*/ 20914 w 75812"/>
                <a:gd name="connsiteY21" fmla="*/ 55343 h 61789"/>
                <a:gd name="connsiteX22" fmla="*/ 26071 w 75812"/>
                <a:gd name="connsiteY22" fmla="*/ 34445 h 61789"/>
                <a:gd name="connsiteX23" fmla="*/ 32585 w 75812"/>
                <a:gd name="connsiteY23" fmla="*/ 7124 h 61789"/>
                <a:gd name="connsiteX24" fmla="*/ 37108 w 75812"/>
                <a:gd name="connsiteY24" fmla="*/ 4139 h 61789"/>
                <a:gd name="connsiteX25" fmla="*/ 50497 w 75812"/>
                <a:gd name="connsiteY25" fmla="*/ 4139 h 61789"/>
                <a:gd name="connsiteX26" fmla="*/ 65967 w 75812"/>
                <a:gd name="connsiteY26" fmla="*/ 13457 h 61789"/>
                <a:gd name="connsiteX27" fmla="*/ 59544 w 75812"/>
                <a:gd name="connsiteY27" fmla="*/ 26846 h 61789"/>
                <a:gd name="connsiteX28" fmla="*/ 43712 w 75812"/>
                <a:gd name="connsiteY28" fmla="*/ 30917 h 61789"/>
                <a:gd name="connsiteX29" fmla="*/ 26614 w 75812"/>
                <a:gd name="connsiteY29" fmla="*/ 30917 h 61789"/>
                <a:gd name="connsiteX30" fmla="*/ 32585 w 75812"/>
                <a:gd name="connsiteY30" fmla="*/ 7124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45"/>
                  </a:moveTo>
                  <a:lnTo>
                    <a:pt x="45793" y="34445"/>
                  </a:lnTo>
                  <a:cubicBezTo>
                    <a:pt x="59725" y="34445"/>
                    <a:pt x="76009" y="25941"/>
                    <a:pt x="76009" y="14723"/>
                  </a:cubicBezTo>
                  <a:cubicBezTo>
                    <a:pt x="76009" y="6310"/>
                    <a:pt x="66601" y="67"/>
                    <a:pt x="53483" y="67"/>
                  </a:cubicBezTo>
                  <a:lnTo>
                    <a:pt x="17838" y="67"/>
                  </a:lnTo>
                  <a:cubicBezTo>
                    <a:pt x="16029" y="67"/>
                    <a:pt x="14672" y="67"/>
                    <a:pt x="14672" y="2601"/>
                  </a:cubicBezTo>
                  <a:cubicBezTo>
                    <a:pt x="14672" y="4139"/>
                    <a:pt x="15758" y="4139"/>
                    <a:pt x="18019" y="4139"/>
                  </a:cubicBezTo>
                  <a:cubicBezTo>
                    <a:pt x="18924" y="4139"/>
                    <a:pt x="21909" y="4139"/>
                    <a:pt x="23809" y="4681"/>
                  </a:cubicBezTo>
                  <a:cubicBezTo>
                    <a:pt x="23809" y="5767"/>
                    <a:pt x="23809" y="5948"/>
                    <a:pt x="23538" y="6943"/>
                  </a:cubicBezTo>
                  <a:lnTo>
                    <a:pt x="11687" y="54348"/>
                  </a:lnTo>
                  <a:cubicBezTo>
                    <a:pt x="10963" y="57062"/>
                    <a:pt x="10872" y="57786"/>
                    <a:pt x="3906" y="57786"/>
                  </a:cubicBezTo>
                  <a:cubicBezTo>
                    <a:pt x="1645" y="57786"/>
                    <a:pt x="197" y="57786"/>
                    <a:pt x="197" y="60319"/>
                  </a:cubicBezTo>
                  <a:cubicBezTo>
                    <a:pt x="197" y="61043"/>
                    <a:pt x="830" y="61857"/>
                    <a:pt x="1826" y="61857"/>
                  </a:cubicBezTo>
                  <a:cubicBezTo>
                    <a:pt x="3725" y="61857"/>
                    <a:pt x="5897" y="61586"/>
                    <a:pt x="7887" y="61586"/>
                  </a:cubicBezTo>
                  <a:cubicBezTo>
                    <a:pt x="10149" y="61586"/>
                    <a:pt x="12320" y="61495"/>
                    <a:pt x="14582" y="61495"/>
                  </a:cubicBezTo>
                  <a:cubicBezTo>
                    <a:pt x="16843" y="61495"/>
                    <a:pt x="19015" y="61586"/>
                    <a:pt x="21276" y="61586"/>
                  </a:cubicBezTo>
                  <a:cubicBezTo>
                    <a:pt x="23357" y="61586"/>
                    <a:pt x="25619" y="61857"/>
                    <a:pt x="27609" y="61857"/>
                  </a:cubicBezTo>
                  <a:cubicBezTo>
                    <a:pt x="28152" y="61857"/>
                    <a:pt x="29871" y="61857"/>
                    <a:pt x="29871" y="59324"/>
                  </a:cubicBezTo>
                  <a:cubicBezTo>
                    <a:pt x="29871" y="57786"/>
                    <a:pt x="28604" y="57786"/>
                    <a:pt x="26885" y="57786"/>
                  </a:cubicBezTo>
                  <a:cubicBezTo>
                    <a:pt x="26704" y="57786"/>
                    <a:pt x="24533" y="57786"/>
                    <a:pt x="22995" y="57605"/>
                  </a:cubicBezTo>
                  <a:cubicBezTo>
                    <a:pt x="20733" y="57424"/>
                    <a:pt x="20643" y="57334"/>
                    <a:pt x="20643" y="56610"/>
                  </a:cubicBezTo>
                  <a:cubicBezTo>
                    <a:pt x="20643" y="56429"/>
                    <a:pt x="20643" y="56248"/>
                    <a:pt x="20914" y="55343"/>
                  </a:cubicBezTo>
                  <a:lnTo>
                    <a:pt x="26071" y="34445"/>
                  </a:lnTo>
                  <a:close/>
                  <a:moveTo>
                    <a:pt x="32585" y="7124"/>
                  </a:moveTo>
                  <a:cubicBezTo>
                    <a:pt x="33308" y="4319"/>
                    <a:pt x="33308" y="4139"/>
                    <a:pt x="37108" y="4139"/>
                  </a:cubicBezTo>
                  <a:lnTo>
                    <a:pt x="50497" y="4139"/>
                  </a:lnTo>
                  <a:cubicBezTo>
                    <a:pt x="59725" y="4139"/>
                    <a:pt x="65967" y="6581"/>
                    <a:pt x="65967" y="13457"/>
                  </a:cubicBezTo>
                  <a:cubicBezTo>
                    <a:pt x="65967" y="16080"/>
                    <a:pt x="64701" y="23137"/>
                    <a:pt x="59544" y="26846"/>
                  </a:cubicBezTo>
                  <a:cubicBezTo>
                    <a:pt x="54387" y="30555"/>
                    <a:pt x="47331" y="30917"/>
                    <a:pt x="43712" y="30917"/>
                  </a:cubicBezTo>
                  <a:lnTo>
                    <a:pt x="26614" y="30917"/>
                  </a:lnTo>
                  <a:lnTo>
                    <a:pt x="32585" y="712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0" name="Freeform: Shape 1989">
              <a:extLst>
                <a:ext uri="{FF2B5EF4-FFF2-40B4-BE49-F238E27FC236}">
                  <a16:creationId xmlns:a16="http://schemas.microsoft.com/office/drawing/2014/main" id="{83472EA5-78BA-4FFD-0C5E-9A91FCD4A8F0}"/>
                </a:ext>
              </a:extLst>
            </p:cNvPr>
            <p:cNvSpPr/>
            <p:nvPr>
              <p:custDataLst>
                <p:tags r:id="rId36"/>
              </p:custDataLst>
            </p:nvPr>
          </p:nvSpPr>
          <p:spPr>
            <a:xfrm>
              <a:off x="10521945" y="5234688"/>
              <a:ext cx="26597" cy="90467"/>
            </a:xfrm>
            <a:custGeom>
              <a:avLst/>
              <a:gdLst>
                <a:gd name="connsiteX0" fmla="*/ 26529 w 26597"/>
                <a:gd name="connsiteY0" fmla="*/ 2239 h 90467"/>
                <a:gd name="connsiteX1" fmla="*/ 26800 w 26597"/>
                <a:gd name="connsiteY1" fmla="*/ 1334 h 90467"/>
                <a:gd name="connsiteX2" fmla="*/ 25262 w 26597"/>
                <a:gd name="connsiteY2" fmla="*/ 67 h 90467"/>
                <a:gd name="connsiteX3" fmla="*/ 202 w 26597"/>
                <a:gd name="connsiteY3" fmla="*/ 45301 h 90467"/>
                <a:gd name="connsiteX4" fmla="*/ 25262 w 26597"/>
                <a:gd name="connsiteY4" fmla="*/ 90535 h 90467"/>
                <a:gd name="connsiteX5" fmla="*/ 26800 w 26597"/>
                <a:gd name="connsiteY5" fmla="*/ 89269 h 90467"/>
                <a:gd name="connsiteX6" fmla="*/ 26076 w 26597"/>
                <a:gd name="connsiteY6" fmla="*/ 88093 h 90467"/>
                <a:gd name="connsiteX7" fmla="*/ 7168 w 26597"/>
                <a:gd name="connsiteY7" fmla="*/ 45301 h 90467"/>
                <a:gd name="connsiteX8" fmla="*/ 26529 w 26597"/>
                <a:gd name="connsiteY8" fmla="*/ 2239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39"/>
                  </a:moveTo>
                  <a:cubicBezTo>
                    <a:pt x="26529" y="2148"/>
                    <a:pt x="26800" y="1786"/>
                    <a:pt x="26800" y="1334"/>
                  </a:cubicBezTo>
                  <a:cubicBezTo>
                    <a:pt x="26800" y="972"/>
                    <a:pt x="26619" y="67"/>
                    <a:pt x="25262" y="67"/>
                  </a:cubicBezTo>
                  <a:cubicBezTo>
                    <a:pt x="23453" y="67"/>
                    <a:pt x="202" y="14542"/>
                    <a:pt x="202" y="45301"/>
                  </a:cubicBezTo>
                  <a:cubicBezTo>
                    <a:pt x="202" y="75970"/>
                    <a:pt x="23453" y="90535"/>
                    <a:pt x="25262" y="90535"/>
                  </a:cubicBezTo>
                  <a:cubicBezTo>
                    <a:pt x="26619" y="90535"/>
                    <a:pt x="26800" y="89631"/>
                    <a:pt x="26800" y="89269"/>
                  </a:cubicBezTo>
                  <a:cubicBezTo>
                    <a:pt x="26800" y="88636"/>
                    <a:pt x="26438" y="88364"/>
                    <a:pt x="26076" y="88093"/>
                  </a:cubicBezTo>
                  <a:cubicBezTo>
                    <a:pt x="10063" y="75337"/>
                    <a:pt x="7168" y="56972"/>
                    <a:pt x="7168" y="45301"/>
                  </a:cubicBezTo>
                  <a:cubicBezTo>
                    <a:pt x="7168" y="23137"/>
                    <a:pt x="17391" y="8571"/>
                    <a:pt x="26529" y="223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1" name="Freeform: Shape 1990">
              <a:extLst>
                <a:ext uri="{FF2B5EF4-FFF2-40B4-BE49-F238E27FC236}">
                  <a16:creationId xmlns:a16="http://schemas.microsoft.com/office/drawing/2014/main" id="{331703EB-FCDF-E520-37DE-82AD3A04B9B2}"/>
                </a:ext>
              </a:extLst>
            </p:cNvPr>
            <p:cNvSpPr/>
            <p:nvPr>
              <p:custDataLst>
                <p:tags r:id="rId37"/>
              </p:custDataLst>
            </p:nvPr>
          </p:nvSpPr>
          <p:spPr>
            <a:xfrm>
              <a:off x="10566878" y="5240749"/>
              <a:ext cx="79973" cy="61789"/>
            </a:xfrm>
            <a:custGeom>
              <a:avLst/>
              <a:gdLst>
                <a:gd name="connsiteX0" fmla="*/ 62809 w 79973"/>
                <a:gd name="connsiteY0" fmla="*/ 11376 h 61789"/>
                <a:gd name="connsiteX1" fmla="*/ 65342 w 79973"/>
                <a:gd name="connsiteY1" fmla="*/ 9295 h 61789"/>
                <a:gd name="connsiteX2" fmla="*/ 77646 w 79973"/>
                <a:gd name="connsiteY2" fmla="*/ 4139 h 61789"/>
                <a:gd name="connsiteX3" fmla="*/ 80179 w 79973"/>
                <a:gd name="connsiteY3" fmla="*/ 1605 h 61789"/>
                <a:gd name="connsiteX4" fmla="*/ 78731 w 79973"/>
                <a:gd name="connsiteY4" fmla="*/ 67 h 61789"/>
                <a:gd name="connsiteX5" fmla="*/ 74660 w 79973"/>
                <a:gd name="connsiteY5" fmla="*/ 339 h 61789"/>
                <a:gd name="connsiteX6" fmla="*/ 70408 w 79973"/>
                <a:gd name="connsiteY6" fmla="*/ 429 h 61789"/>
                <a:gd name="connsiteX7" fmla="*/ 65071 w 79973"/>
                <a:gd name="connsiteY7" fmla="*/ 339 h 61789"/>
                <a:gd name="connsiteX8" fmla="*/ 60185 w 79973"/>
                <a:gd name="connsiteY8" fmla="*/ 67 h 61789"/>
                <a:gd name="connsiteX9" fmla="*/ 58014 w 79973"/>
                <a:gd name="connsiteY9" fmla="*/ 2601 h 61789"/>
                <a:gd name="connsiteX10" fmla="*/ 59733 w 79973"/>
                <a:gd name="connsiteY10" fmla="*/ 4139 h 61789"/>
                <a:gd name="connsiteX11" fmla="*/ 62538 w 79973"/>
                <a:gd name="connsiteY11" fmla="*/ 5405 h 61789"/>
                <a:gd name="connsiteX12" fmla="*/ 59643 w 79973"/>
                <a:gd name="connsiteY12" fmla="*/ 9386 h 61789"/>
                <a:gd name="connsiteX13" fmla="*/ 35759 w 79973"/>
                <a:gd name="connsiteY13" fmla="*/ 32274 h 61789"/>
                <a:gd name="connsiteX14" fmla="*/ 21736 w 79973"/>
                <a:gd name="connsiteY14" fmla="*/ 6491 h 61789"/>
                <a:gd name="connsiteX15" fmla="*/ 21194 w 79973"/>
                <a:gd name="connsiteY15" fmla="*/ 5315 h 61789"/>
                <a:gd name="connsiteX16" fmla="*/ 25808 w 79973"/>
                <a:gd name="connsiteY16" fmla="*/ 4139 h 61789"/>
                <a:gd name="connsiteX17" fmla="*/ 28612 w 79973"/>
                <a:gd name="connsiteY17" fmla="*/ 1605 h 61789"/>
                <a:gd name="connsiteX18" fmla="*/ 26984 w 79973"/>
                <a:gd name="connsiteY18" fmla="*/ 67 h 61789"/>
                <a:gd name="connsiteX19" fmla="*/ 20470 w 79973"/>
                <a:gd name="connsiteY19" fmla="*/ 339 h 61789"/>
                <a:gd name="connsiteX20" fmla="*/ 13956 w 79973"/>
                <a:gd name="connsiteY20" fmla="*/ 429 h 61789"/>
                <a:gd name="connsiteX21" fmla="*/ 8166 w 79973"/>
                <a:gd name="connsiteY21" fmla="*/ 339 h 61789"/>
                <a:gd name="connsiteX22" fmla="*/ 2376 w 79973"/>
                <a:gd name="connsiteY22" fmla="*/ 67 h 61789"/>
                <a:gd name="connsiteX23" fmla="*/ 205 w 79973"/>
                <a:gd name="connsiteY23" fmla="*/ 2601 h 61789"/>
                <a:gd name="connsiteX24" fmla="*/ 3100 w 79973"/>
                <a:gd name="connsiteY24" fmla="*/ 4139 h 61789"/>
                <a:gd name="connsiteX25" fmla="*/ 10337 w 79973"/>
                <a:gd name="connsiteY25" fmla="*/ 6762 h 61789"/>
                <a:gd name="connsiteX26" fmla="*/ 26893 w 79973"/>
                <a:gd name="connsiteY26" fmla="*/ 37069 h 61789"/>
                <a:gd name="connsiteX27" fmla="*/ 22822 w 79973"/>
                <a:gd name="connsiteY27" fmla="*/ 53624 h 61789"/>
                <a:gd name="connsiteX28" fmla="*/ 14589 w 79973"/>
                <a:gd name="connsiteY28" fmla="*/ 57786 h 61789"/>
                <a:gd name="connsiteX29" fmla="*/ 11061 w 79973"/>
                <a:gd name="connsiteY29" fmla="*/ 60319 h 61789"/>
                <a:gd name="connsiteX30" fmla="*/ 12690 w 79973"/>
                <a:gd name="connsiteY30" fmla="*/ 61857 h 61789"/>
                <a:gd name="connsiteX31" fmla="*/ 18751 w 79973"/>
                <a:gd name="connsiteY31" fmla="*/ 61586 h 61789"/>
                <a:gd name="connsiteX32" fmla="*/ 25265 w 79973"/>
                <a:gd name="connsiteY32" fmla="*/ 61495 h 61789"/>
                <a:gd name="connsiteX33" fmla="*/ 31959 w 79973"/>
                <a:gd name="connsiteY33" fmla="*/ 61586 h 61789"/>
                <a:gd name="connsiteX34" fmla="*/ 38111 w 79973"/>
                <a:gd name="connsiteY34" fmla="*/ 61857 h 61789"/>
                <a:gd name="connsiteX35" fmla="*/ 40373 w 79973"/>
                <a:gd name="connsiteY35" fmla="*/ 59324 h 61789"/>
                <a:gd name="connsiteX36" fmla="*/ 37387 w 79973"/>
                <a:gd name="connsiteY36" fmla="*/ 57786 h 61789"/>
                <a:gd name="connsiteX37" fmla="*/ 33497 w 79973"/>
                <a:gd name="connsiteY37" fmla="*/ 57605 h 61789"/>
                <a:gd name="connsiteX38" fmla="*/ 31145 w 79973"/>
                <a:gd name="connsiteY38" fmla="*/ 56610 h 61789"/>
                <a:gd name="connsiteX39" fmla="*/ 32231 w 79973"/>
                <a:gd name="connsiteY39" fmla="*/ 51725 h 61789"/>
                <a:gd name="connsiteX40" fmla="*/ 35849 w 79973"/>
                <a:gd name="connsiteY40" fmla="*/ 37159 h 61789"/>
                <a:gd name="connsiteX41" fmla="*/ 62809 w 79973"/>
                <a:gd name="connsiteY41" fmla="*/ 11376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76"/>
                  </a:moveTo>
                  <a:lnTo>
                    <a:pt x="65342" y="9295"/>
                  </a:lnTo>
                  <a:cubicBezTo>
                    <a:pt x="67785" y="7305"/>
                    <a:pt x="71313" y="4500"/>
                    <a:pt x="77646" y="4139"/>
                  </a:cubicBezTo>
                  <a:cubicBezTo>
                    <a:pt x="78912" y="4048"/>
                    <a:pt x="80179" y="4048"/>
                    <a:pt x="80179" y="1605"/>
                  </a:cubicBezTo>
                  <a:cubicBezTo>
                    <a:pt x="80179" y="339"/>
                    <a:pt x="79093" y="67"/>
                    <a:pt x="78731" y="67"/>
                  </a:cubicBezTo>
                  <a:cubicBezTo>
                    <a:pt x="77465" y="67"/>
                    <a:pt x="76017" y="339"/>
                    <a:pt x="74660" y="339"/>
                  </a:cubicBezTo>
                  <a:cubicBezTo>
                    <a:pt x="73303" y="339"/>
                    <a:pt x="71856" y="429"/>
                    <a:pt x="70408" y="429"/>
                  </a:cubicBezTo>
                  <a:cubicBezTo>
                    <a:pt x="70408" y="429"/>
                    <a:pt x="65071" y="339"/>
                    <a:pt x="65071" y="339"/>
                  </a:cubicBezTo>
                  <a:cubicBezTo>
                    <a:pt x="63533" y="339"/>
                    <a:pt x="61723" y="67"/>
                    <a:pt x="60185" y="67"/>
                  </a:cubicBezTo>
                  <a:cubicBezTo>
                    <a:pt x="59009" y="67"/>
                    <a:pt x="58014" y="701"/>
                    <a:pt x="58014" y="2601"/>
                  </a:cubicBezTo>
                  <a:cubicBezTo>
                    <a:pt x="58014" y="3867"/>
                    <a:pt x="59100" y="4139"/>
                    <a:pt x="59733" y="4139"/>
                  </a:cubicBezTo>
                  <a:cubicBezTo>
                    <a:pt x="61995" y="4229"/>
                    <a:pt x="62538" y="4772"/>
                    <a:pt x="62538" y="5405"/>
                  </a:cubicBezTo>
                  <a:cubicBezTo>
                    <a:pt x="62538" y="6672"/>
                    <a:pt x="60366" y="8662"/>
                    <a:pt x="59643" y="9386"/>
                  </a:cubicBezTo>
                  <a:lnTo>
                    <a:pt x="35759" y="32274"/>
                  </a:lnTo>
                  <a:lnTo>
                    <a:pt x="21736" y="6491"/>
                  </a:lnTo>
                  <a:cubicBezTo>
                    <a:pt x="21194" y="5586"/>
                    <a:pt x="21194" y="5405"/>
                    <a:pt x="21194" y="5315"/>
                  </a:cubicBezTo>
                  <a:cubicBezTo>
                    <a:pt x="21194" y="4139"/>
                    <a:pt x="25084" y="4139"/>
                    <a:pt x="25808" y="4139"/>
                  </a:cubicBezTo>
                  <a:cubicBezTo>
                    <a:pt x="27165" y="4139"/>
                    <a:pt x="28612" y="4139"/>
                    <a:pt x="28612" y="1605"/>
                  </a:cubicBezTo>
                  <a:cubicBezTo>
                    <a:pt x="28612" y="520"/>
                    <a:pt x="27707" y="67"/>
                    <a:pt x="26984" y="67"/>
                  </a:cubicBezTo>
                  <a:cubicBezTo>
                    <a:pt x="24903" y="67"/>
                    <a:pt x="22551" y="339"/>
                    <a:pt x="20470" y="339"/>
                  </a:cubicBezTo>
                  <a:cubicBezTo>
                    <a:pt x="18299" y="339"/>
                    <a:pt x="16127" y="429"/>
                    <a:pt x="13956" y="429"/>
                  </a:cubicBezTo>
                  <a:cubicBezTo>
                    <a:pt x="12056" y="429"/>
                    <a:pt x="10066" y="339"/>
                    <a:pt x="8166" y="339"/>
                  </a:cubicBezTo>
                  <a:cubicBezTo>
                    <a:pt x="6990" y="339"/>
                    <a:pt x="2467" y="67"/>
                    <a:pt x="2376" y="67"/>
                  </a:cubicBezTo>
                  <a:cubicBezTo>
                    <a:pt x="1110" y="67"/>
                    <a:pt x="205" y="701"/>
                    <a:pt x="205" y="2601"/>
                  </a:cubicBezTo>
                  <a:cubicBezTo>
                    <a:pt x="205" y="4139"/>
                    <a:pt x="1472" y="4139"/>
                    <a:pt x="3100" y="4139"/>
                  </a:cubicBezTo>
                  <a:cubicBezTo>
                    <a:pt x="8890" y="4139"/>
                    <a:pt x="9252" y="4772"/>
                    <a:pt x="10337" y="6762"/>
                  </a:cubicBezTo>
                  <a:lnTo>
                    <a:pt x="26893" y="37069"/>
                  </a:lnTo>
                  <a:lnTo>
                    <a:pt x="22822" y="53624"/>
                  </a:lnTo>
                  <a:cubicBezTo>
                    <a:pt x="21736" y="57696"/>
                    <a:pt x="21284" y="57786"/>
                    <a:pt x="14589" y="57786"/>
                  </a:cubicBezTo>
                  <a:cubicBezTo>
                    <a:pt x="12509" y="57786"/>
                    <a:pt x="11061" y="57786"/>
                    <a:pt x="11061" y="60319"/>
                  </a:cubicBezTo>
                  <a:cubicBezTo>
                    <a:pt x="11061" y="61043"/>
                    <a:pt x="11695" y="61857"/>
                    <a:pt x="12690" y="61857"/>
                  </a:cubicBezTo>
                  <a:cubicBezTo>
                    <a:pt x="14589" y="61857"/>
                    <a:pt x="16761" y="61586"/>
                    <a:pt x="18751" y="61586"/>
                  </a:cubicBezTo>
                  <a:cubicBezTo>
                    <a:pt x="20922" y="61586"/>
                    <a:pt x="23093" y="61495"/>
                    <a:pt x="25265" y="61495"/>
                  </a:cubicBezTo>
                  <a:cubicBezTo>
                    <a:pt x="27526" y="61495"/>
                    <a:pt x="29698" y="61586"/>
                    <a:pt x="31959" y="61586"/>
                  </a:cubicBezTo>
                  <a:cubicBezTo>
                    <a:pt x="33950" y="61586"/>
                    <a:pt x="36211" y="61857"/>
                    <a:pt x="38111" y="61857"/>
                  </a:cubicBezTo>
                  <a:cubicBezTo>
                    <a:pt x="38744" y="61857"/>
                    <a:pt x="40373" y="61857"/>
                    <a:pt x="40373" y="59324"/>
                  </a:cubicBezTo>
                  <a:cubicBezTo>
                    <a:pt x="40373" y="57786"/>
                    <a:pt x="39106" y="57786"/>
                    <a:pt x="37387" y="57786"/>
                  </a:cubicBezTo>
                  <a:cubicBezTo>
                    <a:pt x="37207" y="57786"/>
                    <a:pt x="35035" y="57786"/>
                    <a:pt x="33497" y="57605"/>
                  </a:cubicBezTo>
                  <a:cubicBezTo>
                    <a:pt x="31236" y="57424"/>
                    <a:pt x="31145" y="57334"/>
                    <a:pt x="31145" y="56610"/>
                  </a:cubicBezTo>
                  <a:cubicBezTo>
                    <a:pt x="31145" y="55977"/>
                    <a:pt x="31145" y="55796"/>
                    <a:pt x="32231" y="51725"/>
                  </a:cubicBezTo>
                  <a:lnTo>
                    <a:pt x="35849" y="37159"/>
                  </a:lnTo>
                  <a:lnTo>
                    <a:pt x="62809" y="1137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2" name="Freeform: Shape 1991">
              <a:extLst>
                <a:ext uri="{FF2B5EF4-FFF2-40B4-BE49-F238E27FC236}">
                  <a16:creationId xmlns:a16="http://schemas.microsoft.com/office/drawing/2014/main" id="{0779CEBF-E177-C46B-1385-6C418A7713F1}"/>
                </a:ext>
              </a:extLst>
            </p:cNvPr>
            <p:cNvSpPr/>
            <p:nvPr>
              <p:custDataLst>
                <p:tags r:id="rId38"/>
              </p:custDataLst>
            </p:nvPr>
          </p:nvSpPr>
          <p:spPr>
            <a:xfrm>
              <a:off x="10640186" y="5280645"/>
              <a:ext cx="63327" cy="40981"/>
            </a:xfrm>
            <a:custGeom>
              <a:avLst/>
              <a:gdLst>
                <a:gd name="connsiteX0" fmla="*/ 9618 w 63327"/>
                <a:gd name="connsiteY0" fmla="*/ 31189 h 40981"/>
                <a:gd name="connsiteX1" fmla="*/ 8080 w 63327"/>
                <a:gd name="connsiteY1" fmla="*/ 37884 h 40981"/>
                <a:gd name="connsiteX2" fmla="*/ 11427 w 63327"/>
                <a:gd name="connsiteY2" fmla="*/ 41050 h 40981"/>
                <a:gd name="connsiteX3" fmla="*/ 15770 w 63327"/>
                <a:gd name="connsiteY3" fmla="*/ 38065 h 40981"/>
                <a:gd name="connsiteX4" fmla="*/ 17489 w 63327"/>
                <a:gd name="connsiteY4" fmla="*/ 31008 h 40981"/>
                <a:gd name="connsiteX5" fmla="*/ 20745 w 63327"/>
                <a:gd name="connsiteY5" fmla="*/ 18253 h 40981"/>
                <a:gd name="connsiteX6" fmla="*/ 39472 w 63327"/>
                <a:gd name="connsiteY6" fmla="*/ 3144 h 40981"/>
                <a:gd name="connsiteX7" fmla="*/ 45805 w 63327"/>
                <a:gd name="connsiteY7" fmla="*/ 9658 h 40981"/>
                <a:gd name="connsiteX8" fmla="*/ 39925 w 63327"/>
                <a:gd name="connsiteY8" fmla="*/ 29290 h 40981"/>
                <a:gd name="connsiteX9" fmla="*/ 39020 w 63327"/>
                <a:gd name="connsiteY9" fmla="*/ 33089 h 40981"/>
                <a:gd name="connsiteX10" fmla="*/ 48881 w 63327"/>
                <a:gd name="connsiteY10" fmla="*/ 41050 h 40981"/>
                <a:gd name="connsiteX11" fmla="*/ 63537 w 63327"/>
                <a:gd name="connsiteY11" fmla="*/ 27028 h 40981"/>
                <a:gd name="connsiteX12" fmla="*/ 61637 w 63327"/>
                <a:gd name="connsiteY12" fmla="*/ 25761 h 40981"/>
                <a:gd name="connsiteX13" fmla="*/ 59466 w 63327"/>
                <a:gd name="connsiteY13" fmla="*/ 27842 h 40981"/>
                <a:gd name="connsiteX14" fmla="*/ 49243 w 63327"/>
                <a:gd name="connsiteY14" fmla="*/ 37975 h 40981"/>
                <a:gd name="connsiteX15" fmla="*/ 46529 w 63327"/>
                <a:gd name="connsiteY15" fmla="*/ 34537 h 40981"/>
                <a:gd name="connsiteX16" fmla="*/ 47705 w 63327"/>
                <a:gd name="connsiteY16" fmla="*/ 29742 h 40981"/>
                <a:gd name="connsiteX17" fmla="*/ 53404 w 63327"/>
                <a:gd name="connsiteY17" fmla="*/ 10834 h 40981"/>
                <a:gd name="connsiteX18" fmla="*/ 40015 w 63327"/>
                <a:gd name="connsiteY18" fmla="*/ 68 h 40981"/>
                <a:gd name="connsiteX19" fmla="*/ 22917 w 63327"/>
                <a:gd name="connsiteY19" fmla="*/ 9025 h 40981"/>
                <a:gd name="connsiteX20" fmla="*/ 11880 w 63327"/>
                <a:gd name="connsiteY20" fmla="*/ 68 h 40981"/>
                <a:gd name="connsiteX21" fmla="*/ 209 w 63327"/>
                <a:gd name="connsiteY21" fmla="*/ 14091 h 40981"/>
                <a:gd name="connsiteX22" fmla="*/ 2109 w 63327"/>
                <a:gd name="connsiteY22" fmla="*/ 15358 h 40981"/>
                <a:gd name="connsiteX23" fmla="*/ 4190 w 63327"/>
                <a:gd name="connsiteY23" fmla="*/ 13639 h 40981"/>
                <a:gd name="connsiteX24" fmla="*/ 11427 w 63327"/>
                <a:gd name="connsiteY24" fmla="*/ 3144 h 40981"/>
                <a:gd name="connsiteX25" fmla="*/ 15136 w 63327"/>
                <a:gd name="connsiteY25" fmla="*/ 7939 h 40981"/>
                <a:gd name="connsiteX26" fmla="*/ 13689 w 63327"/>
                <a:gd name="connsiteY26" fmla="*/ 14996 h 40981"/>
                <a:gd name="connsiteX27" fmla="*/ 11699 w 63327"/>
                <a:gd name="connsiteY27" fmla="*/ 23138 h 40981"/>
                <a:gd name="connsiteX28" fmla="*/ 9618 w 63327"/>
                <a:gd name="connsiteY28" fmla="*/ 31189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89"/>
                  </a:moveTo>
                  <a:cubicBezTo>
                    <a:pt x="9075" y="33451"/>
                    <a:pt x="8080" y="37432"/>
                    <a:pt x="8080" y="37884"/>
                  </a:cubicBezTo>
                  <a:cubicBezTo>
                    <a:pt x="8080" y="39874"/>
                    <a:pt x="9708" y="41050"/>
                    <a:pt x="11427" y="41050"/>
                  </a:cubicBezTo>
                  <a:cubicBezTo>
                    <a:pt x="12784" y="41050"/>
                    <a:pt x="14775" y="40327"/>
                    <a:pt x="15770" y="38065"/>
                  </a:cubicBezTo>
                  <a:cubicBezTo>
                    <a:pt x="15860" y="37613"/>
                    <a:pt x="16946" y="33361"/>
                    <a:pt x="17489" y="31008"/>
                  </a:cubicBezTo>
                  <a:cubicBezTo>
                    <a:pt x="20564" y="18795"/>
                    <a:pt x="20564" y="18614"/>
                    <a:pt x="20745" y="18253"/>
                  </a:cubicBezTo>
                  <a:cubicBezTo>
                    <a:pt x="21922" y="15810"/>
                    <a:pt x="28435" y="3144"/>
                    <a:pt x="39472" y="3144"/>
                  </a:cubicBezTo>
                  <a:cubicBezTo>
                    <a:pt x="43905" y="3144"/>
                    <a:pt x="45805" y="5587"/>
                    <a:pt x="45805" y="9658"/>
                  </a:cubicBezTo>
                  <a:cubicBezTo>
                    <a:pt x="45805" y="14815"/>
                    <a:pt x="42005" y="24133"/>
                    <a:pt x="39925" y="29290"/>
                  </a:cubicBezTo>
                  <a:cubicBezTo>
                    <a:pt x="39472" y="30375"/>
                    <a:pt x="39020" y="31551"/>
                    <a:pt x="39020" y="33089"/>
                  </a:cubicBezTo>
                  <a:cubicBezTo>
                    <a:pt x="39020" y="37794"/>
                    <a:pt x="43543" y="41050"/>
                    <a:pt x="48881" y="41050"/>
                  </a:cubicBezTo>
                  <a:cubicBezTo>
                    <a:pt x="58561" y="41050"/>
                    <a:pt x="63537" y="29290"/>
                    <a:pt x="63537" y="27028"/>
                  </a:cubicBezTo>
                  <a:cubicBezTo>
                    <a:pt x="63537" y="25761"/>
                    <a:pt x="61999" y="25761"/>
                    <a:pt x="61637" y="25761"/>
                  </a:cubicBezTo>
                  <a:cubicBezTo>
                    <a:pt x="60099" y="25761"/>
                    <a:pt x="60009" y="26123"/>
                    <a:pt x="59466" y="27842"/>
                  </a:cubicBezTo>
                  <a:cubicBezTo>
                    <a:pt x="57747" y="33270"/>
                    <a:pt x="53585" y="37975"/>
                    <a:pt x="49243" y="37975"/>
                  </a:cubicBezTo>
                  <a:cubicBezTo>
                    <a:pt x="47162" y="37975"/>
                    <a:pt x="46529" y="36527"/>
                    <a:pt x="46529" y="34537"/>
                  </a:cubicBezTo>
                  <a:cubicBezTo>
                    <a:pt x="46529" y="32637"/>
                    <a:pt x="46891" y="31732"/>
                    <a:pt x="47705" y="29742"/>
                  </a:cubicBezTo>
                  <a:cubicBezTo>
                    <a:pt x="49243" y="26123"/>
                    <a:pt x="53404" y="15810"/>
                    <a:pt x="53404" y="10834"/>
                  </a:cubicBezTo>
                  <a:cubicBezTo>
                    <a:pt x="53404" y="4140"/>
                    <a:pt x="48610" y="68"/>
                    <a:pt x="40015" y="68"/>
                  </a:cubicBezTo>
                  <a:cubicBezTo>
                    <a:pt x="31783" y="68"/>
                    <a:pt x="26083" y="5044"/>
                    <a:pt x="22917" y="9025"/>
                  </a:cubicBezTo>
                  <a:cubicBezTo>
                    <a:pt x="22464" y="1606"/>
                    <a:pt x="15227" y="68"/>
                    <a:pt x="11880" y="68"/>
                  </a:cubicBezTo>
                  <a:cubicBezTo>
                    <a:pt x="2833" y="68"/>
                    <a:pt x="209" y="13910"/>
                    <a:pt x="209" y="14091"/>
                  </a:cubicBezTo>
                  <a:cubicBezTo>
                    <a:pt x="209" y="15358"/>
                    <a:pt x="1657" y="15358"/>
                    <a:pt x="2109" y="15358"/>
                  </a:cubicBezTo>
                  <a:cubicBezTo>
                    <a:pt x="3647" y="15358"/>
                    <a:pt x="3828" y="14815"/>
                    <a:pt x="4190" y="13639"/>
                  </a:cubicBezTo>
                  <a:cubicBezTo>
                    <a:pt x="5547" y="8392"/>
                    <a:pt x="7628" y="3144"/>
                    <a:pt x="11427" y="3144"/>
                  </a:cubicBezTo>
                  <a:cubicBezTo>
                    <a:pt x="14503" y="3144"/>
                    <a:pt x="15136" y="6039"/>
                    <a:pt x="15136" y="7939"/>
                  </a:cubicBezTo>
                  <a:cubicBezTo>
                    <a:pt x="15136" y="9206"/>
                    <a:pt x="14232" y="12644"/>
                    <a:pt x="13689" y="14996"/>
                  </a:cubicBezTo>
                  <a:cubicBezTo>
                    <a:pt x="13056" y="17438"/>
                    <a:pt x="12151" y="21147"/>
                    <a:pt x="11699" y="23138"/>
                  </a:cubicBezTo>
                  <a:lnTo>
                    <a:pt x="9618" y="3118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3" name="Freeform: Shape 1992">
              <a:extLst>
                <a:ext uri="{FF2B5EF4-FFF2-40B4-BE49-F238E27FC236}">
                  <a16:creationId xmlns:a16="http://schemas.microsoft.com/office/drawing/2014/main" id="{A74CA136-54FD-2745-6477-BFB1A8C3A9B7}"/>
                </a:ext>
              </a:extLst>
            </p:cNvPr>
            <p:cNvSpPr/>
            <p:nvPr>
              <p:custDataLst>
                <p:tags r:id="rId39"/>
              </p:custDataLst>
            </p:nvPr>
          </p:nvSpPr>
          <p:spPr>
            <a:xfrm>
              <a:off x="10735159" y="5237492"/>
              <a:ext cx="69027" cy="84949"/>
            </a:xfrm>
            <a:custGeom>
              <a:avLst/>
              <a:gdLst>
                <a:gd name="connsiteX0" fmla="*/ 67160 w 69027"/>
                <a:gd name="connsiteY0" fmla="*/ 5224 h 84949"/>
                <a:gd name="connsiteX1" fmla="*/ 69241 w 69027"/>
                <a:gd name="connsiteY1" fmla="*/ 2601 h 84949"/>
                <a:gd name="connsiteX2" fmla="*/ 66708 w 69027"/>
                <a:gd name="connsiteY2" fmla="*/ 67 h 84949"/>
                <a:gd name="connsiteX3" fmla="*/ 64989 w 69027"/>
                <a:gd name="connsiteY3" fmla="*/ 610 h 84949"/>
                <a:gd name="connsiteX4" fmla="*/ 2295 w 69027"/>
                <a:gd name="connsiteY4" fmla="*/ 29198 h 84949"/>
                <a:gd name="connsiteX5" fmla="*/ 214 w 69027"/>
                <a:gd name="connsiteY5" fmla="*/ 31822 h 84949"/>
                <a:gd name="connsiteX6" fmla="*/ 2295 w 69027"/>
                <a:gd name="connsiteY6" fmla="*/ 34445 h 84949"/>
                <a:gd name="connsiteX7" fmla="*/ 64718 w 69027"/>
                <a:gd name="connsiteY7" fmla="*/ 62943 h 84949"/>
                <a:gd name="connsiteX8" fmla="*/ 66708 w 69027"/>
                <a:gd name="connsiteY8" fmla="*/ 63576 h 84949"/>
                <a:gd name="connsiteX9" fmla="*/ 69241 w 69027"/>
                <a:gd name="connsiteY9" fmla="*/ 61043 h 84949"/>
                <a:gd name="connsiteX10" fmla="*/ 66979 w 69027"/>
                <a:gd name="connsiteY10" fmla="*/ 58329 h 84949"/>
                <a:gd name="connsiteX11" fmla="*/ 8809 w 69027"/>
                <a:gd name="connsiteY11" fmla="*/ 31822 h 84949"/>
                <a:gd name="connsiteX12" fmla="*/ 67160 w 69027"/>
                <a:gd name="connsiteY12" fmla="*/ 5224 h 84949"/>
                <a:gd name="connsiteX13" fmla="*/ 65351 w 69027"/>
                <a:gd name="connsiteY13" fmla="*/ 85017 h 84949"/>
                <a:gd name="connsiteX14" fmla="*/ 69241 w 69027"/>
                <a:gd name="connsiteY14" fmla="*/ 82484 h 84949"/>
                <a:gd name="connsiteX15" fmla="*/ 65351 w 69027"/>
                <a:gd name="connsiteY15" fmla="*/ 79951 h 84949"/>
                <a:gd name="connsiteX16" fmla="*/ 4104 w 69027"/>
                <a:gd name="connsiteY16" fmla="*/ 79951 h 84949"/>
                <a:gd name="connsiteX17" fmla="*/ 214 w 69027"/>
                <a:gd name="connsiteY17" fmla="*/ 82484 h 84949"/>
                <a:gd name="connsiteX18" fmla="*/ 4104 w 69027"/>
                <a:gd name="connsiteY18" fmla="*/ 85017 h 84949"/>
                <a:gd name="connsiteX19" fmla="*/ 65351 w 69027"/>
                <a:gd name="connsiteY19" fmla="*/ 85017 h 8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027" h="84949">
                  <a:moveTo>
                    <a:pt x="67160" y="5224"/>
                  </a:moveTo>
                  <a:cubicBezTo>
                    <a:pt x="68336" y="4681"/>
                    <a:pt x="69241" y="3958"/>
                    <a:pt x="69241" y="2601"/>
                  </a:cubicBezTo>
                  <a:cubicBezTo>
                    <a:pt x="69241" y="1244"/>
                    <a:pt x="68065" y="67"/>
                    <a:pt x="66708" y="67"/>
                  </a:cubicBezTo>
                  <a:cubicBezTo>
                    <a:pt x="66165" y="67"/>
                    <a:pt x="65803" y="248"/>
                    <a:pt x="64989" y="610"/>
                  </a:cubicBezTo>
                  <a:lnTo>
                    <a:pt x="2295" y="29198"/>
                  </a:lnTo>
                  <a:cubicBezTo>
                    <a:pt x="1119" y="29741"/>
                    <a:pt x="214" y="30465"/>
                    <a:pt x="214" y="31822"/>
                  </a:cubicBezTo>
                  <a:cubicBezTo>
                    <a:pt x="214" y="33179"/>
                    <a:pt x="1119" y="33902"/>
                    <a:pt x="2295" y="34445"/>
                  </a:cubicBezTo>
                  <a:lnTo>
                    <a:pt x="64718" y="62943"/>
                  </a:lnTo>
                  <a:cubicBezTo>
                    <a:pt x="66075" y="63576"/>
                    <a:pt x="66437" y="63576"/>
                    <a:pt x="66708" y="63576"/>
                  </a:cubicBezTo>
                  <a:cubicBezTo>
                    <a:pt x="68065" y="63576"/>
                    <a:pt x="69241" y="62400"/>
                    <a:pt x="69241" y="61043"/>
                  </a:cubicBezTo>
                  <a:cubicBezTo>
                    <a:pt x="69241" y="59595"/>
                    <a:pt x="68246" y="58872"/>
                    <a:pt x="66979" y="58329"/>
                  </a:cubicBezTo>
                  <a:lnTo>
                    <a:pt x="8809" y="31822"/>
                  </a:lnTo>
                  <a:lnTo>
                    <a:pt x="67160" y="5224"/>
                  </a:lnTo>
                  <a:close/>
                  <a:moveTo>
                    <a:pt x="65351" y="85017"/>
                  </a:moveTo>
                  <a:cubicBezTo>
                    <a:pt x="66799" y="85017"/>
                    <a:pt x="69241" y="85017"/>
                    <a:pt x="69241" y="82484"/>
                  </a:cubicBezTo>
                  <a:cubicBezTo>
                    <a:pt x="69241" y="79951"/>
                    <a:pt x="66708" y="79951"/>
                    <a:pt x="65351" y="79951"/>
                  </a:cubicBezTo>
                  <a:lnTo>
                    <a:pt x="4104" y="79951"/>
                  </a:lnTo>
                  <a:cubicBezTo>
                    <a:pt x="2747" y="79951"/>
                    <a:pt x="214" y="79951"/>
                    <a:pt x="214" y="82484"/>
                  </a:cubicBezTo>
                  <a:cubicBezTo>
                    <a:pt x="214" y="85017"/>
                    <a:pt x="2657" y="85017"/>
                    <a:pt x="4104" y="85017"/>
                  </a:cubicBezTo>
                  <a:lnTo>
                    <a:pt x="65351" y="850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4" name="Freeform: Shape 1993">
              <a:extLst>
                <a:ext uri="{FF2B5EF4-FFF2-40B4-BE49-F238E27FC236}">
                  <a16:creationId xmlns:a16="http://schemas.microsoft.com/office/drawing/2014/main" id="{EA43A6C9-6663-C9A6-4630-48733B136AE2}"/>
                </a:ext>
              </a:extLst>
            </p:cNvPr>
            <p:cNvSpPr/>
            <p:nvPr>
              <p:custDataLst>
                <p:tags r:id="rId40"/>
              </p:custDataLst>
            </p:nvPr>
          </p:nvSpPr>
          <p:spPr>
            <a:xfrm>
              <a:off x="10822040" y="5242197"/>
              <a:ext cx="42791" cy="78887"/>
            </a:xfrm>
            <a:custGeom>
              <a:avLst/>
              <a:gdLst>
                <a:gd name="connsiteX0" fmla="*/ 43011 w 42791"/>
                <a:gd name="connsiteY0" fmla="*/ 3958 h 78887"/>
                <a:gd name="connsiteX1" fmla="*/ 39030 w 42791"/>
                <a:gd name="connsiteY1" fmla="*/ 67 h 78887"/>
                <a:gd name="connsiteX2" fmla="*/ 33421 w 42791"/>
                <a:gd name="connsiteY2" fmla="*/ 5496 h 78887"/>
                <a:gd name="connsiteX3" fmla="*/ 37402 w 42791"/>
                <a:gd name="connsiteY3" fmla="*/ 9386 h 78887"/>
                <a:gd name="connsiteX4" fmla="*/ 43011 w 42791"/>
                <a:gd name="connsiteY4" fmla="*/ 3958 h 78887"/>
                <a:gd name="connsiteX5" fmla="*/ 23289 w 42791"/>
                <a:gd name="connsiteY5" fmla="*/ 64481 h 78887"/>
                <a:gd name="connsiteX6" fmla="*/ 10352 w 42791"/>
                <a:gd name="connsiteY6" fmla="*/ 75880 h 78887"/>
                <a:gd name="connsiteX7" fmla="*/ 7095 w 42791"/>
                <a:gd name="connsiteY7" fmla="*/ 75427 h 78887"/>
                <a:gd name="connsiteX8" fmla="*/ 9900 w 42791"/>
                <a:gd name="connsiteY8" fmla="*/ 70632 h 78887"/>
                <a:gd name="connsiteX9" fmla="*/ 5828 w 42791"/>
                <a:gd name="connsiteY9" fmla="*/ 66923 h 78887"/>
                <a:gd name="connsiteX10" fmla="*/ 219 w 42791"/>
                <a:gd name="connsiteY10" fmla="*/ 72713 h 78887"/>
                <a:gd name="connsiteX11" fmla="*/ 10442 w 42791"/>
                <a:gd name="connsiteY11" fmla="*/ 78955 h 78887"/>
                <a:gd name="connsiteX12" fmla="*/ 31160 w 42791"/>
                <a:gd name="connsiteY12" fmla="*/ 64571 h 78887"/>
                <a:gd name="connsiteX13" fmla="*/ 39302 w 42791"/>
                <a:gd name="connsiteY13" fmla="*/ 32184 h 78887"/>
                <a:gd name="connsiteX14" fmla="*/ 39754 w 42791"/>
                <a:gd name="connsiteY14" fmla="*/ 29198 h 78887"/>
                <a:gd name="connsiteX15" fmla="*/ 28626 w 42791"/>
                <a:gd name="connsiteY15" fmla="*/ 20423 h 78887"/>
                <a:gd name="connsiteX16" fmla="*/ 10985 w 42791"/>
                <a:gd name="connsiteY16" fmla="*/ 34445 h 78887"/>
                <a:gd name="connsiteX17" fmla="*/ 12885 w 42791"/>
                <a:gd name="connsiteY17" fmla="*/ 35712 h 78887"/>
                <a:gd name="connsiteX18" fmla="*/ 14875 w 42791"/>
                <a:gd name="connsiteY18" fmla="*/ 34445 h 78887"/>
                <a:gd name="connsiteX19" fmla="*/ 28265 w 42791"/>
                <a:gd name="connsiteY19" fmla="*/ 23499 h 78887"/>
                <a:gd name="connsiteX20" fmla="*/ 32064 w 42791"/>
                <a:gd name="connsiteY20" fmla="*/ 28293 h 78887"/>
                <a:gd name="connsiteX21" fmla="*/ 31793 w 42791"/>
                <a:gd name="connsiteY21" fmla="*/ 30646 h 78887"/>
                <a:gd name="connsiteX22" fmla="*/ 23289 w 42791"/>
                <a:gd name="connsiteY22" fmla="*/ 64481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58"/>
                  </a:moveTo>
                  <a:cubicBezTo>
                    <a:pt x="43011" y="1877"/>
                    <a:pt x="41473" y="67"/>
                    <a:pt x="39030" y="67"/>
                  </a:cubicBezTo>
                  <a:cubicBezTo>
                    <a:pt x="36226" y="67"/>
                    <a:pt x="33421" y="2782"/>
                    <a:pt x="33421" y="5496"/>
                  </a:cubicBezTo>
                  <a:cubicBezTo>
                    <a:pt x="33421" y="7667"/>
                    <a:pt x="35140" y="9386"/>
                    <a:pt x="37402" y="9386"/>
                  </a:cubicBezTo>
                  <a:cubicBezTo>
                    <a:pt x="40478" y="9386"/>
                    <a:pt x="43011" y="6491"/>
                    <a:pt x="43011" y="3958"/>
                  </a:cubicBezTo>
                  <a:close/>
                  <a:moveTo>
                    <a:pt x="23289" y="64481"/>
                  </a:moveTo>
                  <a:cubicBezTo>
                    <a:pt x="21570" y="71356"/>
                    <a:pt x="15870" y="75880"/>
                    <a:pt x="10352" y="75880"/>
                  </a:cubicBezTo>
                  <a:cubicBezTo>
                    <a:pt x="8814" y="75880"/>
                    <a:pt x="7819" y="75608"/>
                    <a:pt x="7095" y="75427"/>
                  </a:cubicBezTo>
                  <a:cubicBezTo>
                    <a:pt x="9266" y="74161"/>
                    <a:pt x="9900" y="71808"/>
                    <a:pt x="9900" y="70632"/>
                  </a:cubicBezTo>
                  <a:cubicBezTo>
                    <a:pt x="9900" y="69094"/>
                    <a:pt x="8814" y="66923"/>
                    <a:pt x="5828" y="66923"/>
                  </a:cubicBezTo>
                  <a:cubicBezTo>
                    <a:pt x="2753" y="66923"/>
                    <a:pt x="219" y="69728"/>
                    <a:pt x="219" y="72713"/>
                  </a:cubicBezTo>
                  <a:cubicBezTo>
                    <a:pt x="219" y="76603"/>
                    <a:pt x="4291" y="78955"/>
                    <a:pt x="10442" y="78955"/>
                  </a:cubicBezTo>
                  <a:cubicBezTo>
                    <a:pt x="16594" y="78955"/>
                    <a:pt x="28355" y="75789"/>
                    <a:pt x="31160" y="64571"/>
                  </a:cubicBezTo>
                  <a:lnTo>
                    <a:pt x="39302" y="32184"/>
                  </a:lnTo>
                  <a:cubicBezTo>
                    <a:pt x="39483" y="31279"/>
                    <a:pt x="39754" y="30465"/>
                    <a:pt x="39754" y="29198"/>
                  </a:cubicBezTo>
                  <a:cubicBezTo>
                    <a:pt x="39754" y="24041"/>
                    <a:pt x="34959" y="20423"/>
                    <a:pt x="28626" y="20423"/>
                  </a:cubicBezTo>
                  <a:cubicBezTo>
                    <a:pt x="17680" y="20423"/>
                    <a:pt x="10985" y="32636"/>
                    <a:pt x="10985" y="34445"/>
                  </a:cubicBezTo>
                  <a:cubicBezTo>
                    <a:pt x="10985" y="35712"/>
                    <a:pt x="12433" y="35712"/>
                    <a:pt x="12885" y="35712"/>
                  </a:cubicBezTo>
                  <a:cubicBezTo>
                    <a:pt x="14242" y="35712"/>
                    <a:pt x="14423" y="35350"/>
                    <a:pt x="14875" y="34445"/>
                  </a:cubicBezTo>
                  <a:cubicBezTo>
                    <a:pt x="19037" y="25579"/>
                    <a:pt x="25189" y="23499"/>
                    <a:pt x="28265" y="23499"/>
                  </a:cubicBezTo>
                  <a:cubicBezTo>
                    <a:pt x="31883" y="23499"/>
                    <a:pt x="32064" y="26756"/>
                    <a:pt x="32064" y="28293"/>
                  </a:cubicBezTo>
                  <a:cubicBezTo>
                    <a:pt x="32064" y="29560"/>
                    <a:pt x="31974" y="29922"/>
                    <a:pt x="31793" y="30646"/>
                  </a:cubicBezTo>
                  <a:lnTo>
                    <a:pt x="23289" y="6448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5" name="Freeform: Shape 1994">
              <a:extLst>
                <a:ext uri="{FF2B5EF4-FFF2-40B4-BE49-F238E27FC236}">
                  <a16:creationId xmlns:a16="http://schemas.microsoft.com/office/drawing/2014/main" id="{53A4F6EC-BBAB-F4FB-4DD9-C2B180EAB3A7}"/>
                </a:ext>
              </a:extLst>
            </p:cNvPr>
            <p:cNvSpPr/>
            <p:nvPr>
              <p:custDataLst>
                <p:tags r:id="rId41"/>
              </p:custDataLst>
            </p:nvPr>
          </p:nvSpPr>
          <p:spPr>
            <a:xfrm>
              <a:off x="10886107" y="5234688"/>
              <a:ext cx="26507" cy="90467"/>
            </a:xfrm>
            <a:custGeom>
              <a:avLst/>
              <a:gdLst>
                <a:gd name="connsiteX0" fmla="*/ 26730 w 26507"/>
                <a:gd name="connsiteY0" fmla="*/ 45301 h 90467"/>
                <a:gd name="connsiteX1" fmla="*/ 1670 w 26507"/>
                <a:gd name="connsiteY1" fmla="*/ 67 h 90467"/>
                <a:gd name="connsiteX2" fmla="*/ 223 w 26507"/>
                <a:gd name="connsiteY2" fmla="*/ 1334 h 90467"/>
                <a:gd name="connsiteX3" fmla="*/ 766 w 26507"/>
                <a:gd name="connsiteY3" fmla="*/ 2510 h 90467"/>
                <a:gd name="connsiteX4" fmla="*/ 19764 w 26507"/>
                <a:gd name="connsiteY4" fmla="*/ 45301 h 90467"/>
                <a:gd name="connsiteX5" fmla="*/ 15150 w 26507"/>
                <a:gd name="connsiteY5" fmla="*/ 69366 h 90467"/>
                <a:gd name="connsiteX6" fmla="*/ 675 w 26507"/>
                <a:gd name="connsiteY6" fmla="*/ 88274 h 90467"/>
                <a:gd name="connsiteX7" fmla="*/ 223 w 26507"/>
                <a:gd name="connsiteY7" fmla="*/ 89269 h 90467"/>
                <a:gd name="connsiteX8" fmla="*/ 1670 w 26507"/>
                <a:gd name="connsiteY8" fmla="*/ 90535 h 90467"/>
                <a:gd name="connsiteX9" fmla="*/ 26730 w 26507"/>
                <a:gd name="connsiteY9" fmla="*/ 45301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1"/>
                  </a:moveTo>
                  <a:cubicBezTo>
                    <a:pt x="26730" y="14633"/>
                    <a:pt x="3480" y="67"/>
                    <a:pt x="1670" y="67"/>
                  </a:cubicBezTo>
                  <a:cubicBezTo>
                    <a:pt x="223" y="67"/>
                    <a:pt x="223" y="1153"/>
                    <a:pt x="223" y="1334"/>
                  </a:cubicBezTo>
                  <a:cubicBezTo>
                    <a:pt x="223" y="1425"/>
                    <a:pt x="223" y="1967"/>
                    <a:pt x="766" y="2510"/>
                  </a:cubicBezTo>
                  <a:cubicBezTo>
                    <a:pt x="14336" y="13276"/>
                    <a:pt x="19764" y="29017"/>
                    <a:pt x="19764" y="45301"/>
                  </a:cubicBezTo>
                  <a:cubicBezTo>
                    <a:pt x="19764" y="53444"/>
                    <a:pt x="18226" y="61947"/>
                    <a:pt x="15150" y="69366"/>
                  </a:cubicBezTo>
                  <a:cubicBezTo>
                    <a:pt x="10807" y="79679"/>
                    <a:pt x="5108" y="84655"/>
                    <a:pt x="675" y="88274"/>
                  </a:cubicBezTo>
                  <a:cubicBezTo>
                    <a:pt x="404" y="88455"/>
                    <a:pt x="223" y="88907"/>
                    <a:pt x="223" y="89269"/>
                  </a:cubicBezTo>
                  <a:cubicBezTo>
                    <a:pt x="223" y="89450"/>
                    <a:pt x="223" y="90535"/>
                    <a:pt x="1670" y="90535"/>
                  </a:cubicBezTo>
                  <a:cubicBezTo>
                    <a:pt x="3480" y="90535"/>
                    <a:pt x="26730" y="76060"/>
                    <a:pt x="26730" y="4530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6" name="Freeform: Shape 1995">
              <a:extLst>
                <a:ext uri="{FF2B5EF4-FFF2-40B4-BE49-F238E27FC236}">
                  <a16:creationId xmlns:a16="http://schemas.microsoft.com/office/drawing/2014/main" id="{480F06C7-CAFF-769D-1A90-E1AC7F19C28B}"/>
                </a:ext>
              </a:extLst>
            </p:cNvPr>
            <p:cNvSpPr/>
            <p:nvPr>
              <p:custDataLst>
                <p:tags r:id="rId42"/>
              </p:custDataLst>
            </p:nvPr>
          </p:nvSpPr>
          <p:spPr>
            <a:xfrm>
              <a:off x="10413476" y="5331307"/>
              <a:ext cx="512767" cy="6151"/>
            </a:xfrm>
            <a:custGeom>
              <a:avLst/>
              <a:gdLst>
                <a:gd name="connsiteX0" fmla="*/ 0 w 512767"/>
                <a:gd name="connsiteY0" fmla="*/ 0 h 6151"/>
                <a:gd name="connsiteX1" fmla="*/ 512767 w 512767"/>
                <a:gd name="connsiteY1" fmla="*/ 0 h 6151"/>
                <a:gd name="connsiteX2" fmla="*/ 512767 w 512767"/>
                <a:gd name="connsiteY2" fmla="*/ 6151 h 6151"/>
                <a:gd name="connsiteX3" fmla="*/ 0 w 512767"/>
                <a:gd name="connsiteY3" fmla="*/ 6151 h 6151"/>
              </a:gdLst>
              <a:ahLst/>
              <a:cxnLst>
                <a:cxn ang="0">
                  <a:pos x="connsiteX0" y="connsiteY0"/>
                </a:cxn>
                <a:cxn ang="0">
                  <a:pos x="connsiteX1" y="connsiteY1"/>
                </a:cxn>
                <a:cxn ang="0">
                  <a:pos x="connsiteX2" y="connsiteY2"/>
                </a:cxn>
                <a:cxn ang="0">
                  <a:pos x="connsiteX3" y="connsiteY3"/>
                </a:cxn>
              </a:cxnLst>
              <a:rect l="l" t="t" r="r" b="b"/>
              <a:pathLst>
                <a:path w="512767" h="6151">
                  <a:moveTo>
                    <a:pt x="0" y="0"/>
                  </a:moveTo>
                  <a:lnTo>
                    <a:pt x="512767" y="0"/>
                  </a:lnTo>
                  <a:lnTo>
                    <a:pt x="512767" y="6151"/>
                  </a:lnTo>
                  <a:lnTo>
                    <a:pt x="0" y="61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7" name="Freeform: Shape 1996">
              <a:extLst>
                <a:ext uri="{FF2B5EF4-FFF2-40B4-BE49-F238E27FC236}">
                  <a16:creationId xmlns:a16="http://schemas.microsoft.com/office/drawing/2014/main" id="{52466219-D3E4-B948-A7EF-F4C5730A1102}"/>
                </a:ext>
              </a:extLst>
            </p:cNvPr>
            <p:cNvSpPr/>
            <p:nvPr>
              <p:custDataLst>
                <p:tags r:id="rId43"/>
              </p:custDataLst>
            </p:nvPr>
          </p:nvSpPr>
          <p:spPr>
            <a:xfrm>
              <a:off x="10424242" y="5349671"/>
              <a:ext cx="75812" cy="61789"/>
            </a:xfrm>
            <a:custGeom>
              <a:avLst/>
              <a:gdLst>
                <a:gd name="connsiteX0" fmla="*/ 26071 w 75812"/>
                <a:gd name="connsiteY0" fmla="*/ 34451 h 61789"/>
                <a:gd name="connsiteX1" fmla="*/ 45793 w 75812"/>
                <a:gd name="connsiteY1" fmla="*/ 34451 h 61789"/>
                <a:gd name="connsiteX2" fmla="*/ 76009 w 75812"/>
                <a:gd name="connsiteY2" fmla="*/ 14729 h 61789"/>
                <a:gd name="connsiteX3" fmla="*/ 53483 w 75812"/>
                <a:gd name="connsiteY3" fmla="*/ 73 h 61789"/>
                <a:gd name="connsiteX4" fmla="*/ 17838 w 75812"/>
                <a:gd name="connsiteY4" fmla="*/ 73 h 61789"/>
                <a:gd name="connsiteX5" fmla="*/ 14672 w 75812"/>
                <a:gd name="connsiteY5" fmla="*/ 2607 h 61789"/>
                <a:gd name="connsiteX6" fmla="*/ 18019 w 75812"/>
                <a:gd name="connsiteY6" fmla="*/ 4145 h 61789"/>
                <a:gd name="connsiteX7" fmla="*/ 23809 w 75812"/>
                <a:gd name="connsiteY7" fmla="*/ 4687 h 61789"/>
                <a:gd name="connsiteX8" fmla="*/ 23538 w 75812"/>
                <a:gd name="connsiteY8" fmla="*/ 6949 h 61789"/>
                <a:gd name="connsiteX9" fmla="*/ 11687 w 75812"/>
                <a:gd name="connsiteY9" fmla="*/ 54354 h 61789"/>
                <a:gd name="connsiteX10" fmla="*/ 3906 w 75812"/>
                <a:gd name="connsiteY10" fmla="*/ 57792 h 61789"/>
                <a:gd name="connsiteX11" fmla="*/ 197 w 75812"/>
                <a:gd name="connsiteY11" fmla="*/ 60325 h 61789"/>
                <a:gd name="connsiteX12" fmla="*/ 1826 w 75812"/>
                <a:gd name="connsiteY12" fmla="*/ 61863 h 61789"/>
                <a:gd name="connsiteX13" fmla="*/ 7887 w 75812"/>
                <a:gd name="connsiteY13" fmla="*/ 61592 h 61789"/>
                <a:gd name="connsiteX14" fmla="*/ 14582 w 75812"/>
                <a:gd name="connsiteY14" fmla="*/ 61501 h 61789"/>
                <a:gd name="connsiteX15" fmla="*/ 21276 w 75812"/>
                <a:gd name="connsiteY15" fmla="*/ 61592 h 61789"/>
                <a:gd name="connsiteX16" fmla="*/ 27609 w 75812"/>
                <a:gd name="connsiteY16" fmla="*/ 61863 h 61789"/>
                <a:gd name="connsiteX17" fmla="*/ 29871 w 75812"/>
                <a:gd name="connsiteY17" fmla="*/ 59330 h 61789"/>
                <a:gd name="connsiteX18" fmla="*/ 26885 w 75812"/>
                <a:gd name="connsiteY18" fmla="*/ 57792 h 61789"/>
                <a:gd name="connsiteX19" fmla="*/ 22995 w 75812"/>
                <a:gd name="connsiteY19" fmla="*/ 57611 h 61789"/>
                <a:gd name="connsiteX20" fmla="*/ 20643 w 75812"/>
                <a:gd name="connsiteY20" fmla="*/ 56616 h 61789"/>
                <a:gd name="connsiteX21" fmla="*/ 20914 w 75812"/>
                <a:gd name="connsiteY21" fmla="*/ 55349 h 61789"/>
                <a:gd name="connsiteX22" fmla="*/ 26071 w 75812"/>
                <a:gd name="connsiteY22" fmla="*/ 34451 h 61789"/>
                <a:gd name="connsiteX23" fmla="*/ 32585 w 75812"/>
                <a:gd name="connsiteY23" fmla="*/ 7130 h 61789"/>
                <a:gd name="connsiteX24" fmla="*/ 37108 w 75812"/>
                <a:gd name="connsiteY24" fmla="*/ 4145 h 61789"/>
                <a:gd name="connsiteX25" fmla="*/ 50497 w 75812"/>
                <a:gd name="connsiteY25" fmla="*/ 4145 h 61789"/>
                <a:gd name="connsiteX26" fmla="*/ 65967 w 75812"/>
                <a:gd name="connsiteY26" fmla="*/ 13463 h 61789"/>
                <a:gd name="connsiteX27" fmla="*/ 59544 w 75812"/>
                <a:gd name="connsiteY27" fmla="*/ 26852 h 61789"/>
                <a:gd name="connsiteX28" fmla="*/ 43712 w 75812"/>
                <a:gd name="connsiteY28" fmla="*/ 30923 h 61789"/>
                <a:gd name="connsiteX29" fmla="*/ 26614 w 75812"/>
                <a:gd name="connsiteY29" fmla="*/ 30923 h 61789"/>
                <a:gd name="connsiteX30" fmla="*/ 32585 w 75812"/>
                <a:gd name="connsiteY30" fmla="*/ 7130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812" h="61789">
                  <a:moveTo>
                    <a:pt x="26071" y="34451"/>
                  </a:moveTo>
                  <a:lnTo>
                    <a:pt x="45793" y="34451"/>
                  </a:lnTo>
                  <a:cubicBezTo>
                    <a:pt x="59725" y="34451"/>
                    <a:pt x="76009" y="25947"/>
                    <a:pt x="76009" y="14729"/>
                  </a:cubicBezTo>
                  <a:cubicBezTo>
                    <a:pt x="76009" y="6316"/>
                    <a:pt x="66601" y="73"/>
                    <a:pt x="53483" y="73"/>
                  </a:cubicBezTo>
                  <a:lnTo>
                    <a:pt x="17838" y="73"/>
                  </a:lnTo>
                  <a:cubicBezTo>
                    <a:pt x="16029" y="73"/>
                    <a:pt x="14672" y="73"/>
                    <a:pt x="14672" y="2607"/>
                  </a:cubicBezTo>
                  <a:cubicBezTo>
                    <a:pt x="14672" y="4145"/>
                    <a:pt x="15758" y="4145"/>
                    <a:pt x="18019" y="4145"/>
                  </a:cubicBezTo>
                  <a:cubicBezTo>
                    <a:pt x="18924" y="4145"/>
                    <a:pt x="21909" y="4145"/>
                    <a:pt x="23809" y="4687"/>
                  </a:cubicBezTo>
                  <a:cubicBezTo>
                    <a:pt x="23809" y="5773"/>
                    <a:pt x="23809" y="5954"/>
                    <a:pt x="23538" y="6949"/>
                  </a:cubicBezTo>
                  <a:lnTo>
                    <a:pt x="11687" y="54354"/>
                  </a:lnTo>
                  <a:cubicBezTo>
                    <a:pt x="10963" y="57068"/>
                    <a:pt x="10872" y="57792"/>
                    <a:pt x="3906" y="57792"/>
                  </a:cubicBezTo>
                  <a:cubicBezTo>
                    <a:pt x="1645" y="57792"/>
                    <a:pt x="197" y="57792"/>
                    <a:pt x="197" y="60325"/>
                  </a:cubicBezTo>
                  <a:cubicBezTo>
                    <a:pt x="197" y="61049"/>
                    <a:pt x="830" y="61863"/>
                    <a:pt x="1826" y="61863"/>
                  </a:cubicBezTo>
                  <a:cubicBezTo>
                    <a:pt x="3725" y="61863"/>
                    <a:pt x="5897" y="61592"/>
                    <a:pt x="7887" y="61592"/>
                  </a:cubicBezTo>
                  <a:cubicBezTo>
                    <a:pt x="10149" y="61592"/>
                    <a:pt x="12320" y="61501"/>
                    <a:pt x="14582" y="61501"/>
                  </a:cubicBezTo>
                  <a:cubicBezTo>
                    <a:pt x="16843" y="61501"/>
                    <a:pt x="19015" y="61592"/>
                    <a:pt x="21276" y="61592"/>
                  </a:cubicBezTo>
                  <a:cubicBezTo>
                    <a:pt x="23357" y="61592"/>
                    <a:pt x="25619" y="61863"/>
                    <a:pt x="27609" y="61863"/>
                  </a:cubicBezTo>
                  <a:cubicBezTo>
                    <a:pt x="28152" y="61863"/>
                    <a:pt x="29871" y="61863"/>
                    <a:pt x="29871" y="59330"/>
                  </a:cubicBezTo>
                  <a:cubicBezTo>
                    <a:pt x="29871" y="57792"/>
                    <a:pt x="28604" y="57792"/>
                    <a:pt x="26885" y="57792"/>
                  </a:cubicBezTo>
                  <a:cubicBezTo>
                    <a:pt x="26704" y="57792"/>
                    <a:pt x="24533" y="57792"/>
                    <a:pt x="22995" y="57611"/>
                  </a:cubicBezTo>
                  <a:cubicBezTo>
                    <a:pt x="20733" y="57430"/>
                    <a:pt x="20643" y="57340"/>
                    <a:pt x="20643" y="56616"/>
                  </a:cubicBezTo>
                  <a:cubicBezTo>
                    <a:pt x="20643" y="56435"/>
                    <a:pt x="20643" y="56254"/>
                    <a:pt x="20914" y="55349"/>
                  </a:cubicBezTo>
                  <a:lnTo>
                    <a:pt x="26071" y="34451"/>
                  </a:lnTo>
                  <a:close/>
                  <a:moveTo>
                    <a:pt x="32585" y="7130"/>
                  </a:moveTo>
                  <a:cubicBezTo>
                    <a:pt x="33308" y="4325"/>
                    <a:pt x="33308" y="4145"/>
                    <a:pt x="37108" y="4145"/>
                  </a:cubicBezTo>
                  <a:lnTo>
                    <a:pt x="50497" y="4145"/>
                  </a:lnTo>
                  <a:cubicBezTo>
                    <a:pt x="59725" y="4145"/>
                    <a:pt x="65967" y="6587"/>
                    <a:pt x="65967" y="13463"/>
                  </a:cubicBezTo>
                  <a:cubicBezTo>
                    <a:pt x="65967" y="16086"/>
                    <a:pt x="64701" y="23143"/>
                    <a:pt x="59544" y="26852"/>
                  </a:cubicBezTo>
                  <a:cubicBezTo>
                    <a:pt x="54387" y="30561"/>
                    <a:pt x="47331" y="30923"/>
                    <a:pt x="43712" y="30923"/>
                  </a:cubicBezTo>
                  <a:lnTo>
                    <a:pt x="26614" y="30923"/>
                  </a:lnTo>
                  <a:lnTo>
                    <a:pt x="32585" y="713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8" name="Freeform: Shape 1997">
              <a:extLst>
                <a:ext uri="{FF2B5EF4-FFF2-40B4-BE49-F238E27FC236}">
                  <a16:creationId xmlns:a16="http://schemas.microsoft.com/office/drawing/2014/main" id="{D1C088CF-CDAA-BB50-0AF2-23A9CF0C64B9}"/>
                </a:ext>
              </a:extLst>
            </p:cNvPr>
            <p:cNvSpPr/>
            <p:nvPr>
              <p:custDataLst>
                <p:tags r:id="rId44"/>
              </p:custDataLst>
            </p:nvPr>
          </p:nvSpPr>
          <p:spPr>
            <a:xfrm>
              <a:off x="10521945" y="5343610"/>
              <a:ext cx="26597" cy="90467"/>
            </a:xfrm>
            <a:custGeom>
              <a:avLst/>
              <a:gdLst>
                <a:gd name="connsiteX0" fmla="*/ 26529 w 26597"/>
                <a:gd name="connsiteY0" fmla="*/ 2245 h 90467"/>
                <a:gd name="connsiteX1" fmla="*/ 26800 w 26597"/>
                <a:gd name="connsiteY1" fmla="*/ 1340 h 90467"/>
                <a:gd name="connsiteX2" fmla="*/ 25262 w 26597"/>
                <a:gd name="connsiteY2" fmla="*/ 73 h 90467"/>
                <a:gd name="connsiteX3" fmla="*/ 202 w 26597"/>
                <a:gd name="connsiteY3" fmla="*/ 45307 h 90467"/>
                <a:gd name="connsiteX4" fmla="*/ 25262 w 26597"/>
                <a:gd name="connsiteY4" fmla="*/ 90541 h 90467"/>
                <a:gd name="connsiteX5" fmla="*/ 26800 w 26597"/>
                <a:gd name="connsiteY5" fmla="*/ 89275 h 90467"/>
                <a:gd name="connsiteX6" fmla="*/ 26076 w 26597"/>
                <a:gd name="connsiteY6" fmla="*/ 88099 h 90467"/>
                <a:gd name="connsiteX7" fmla="*/ 7168 w 26597"/>
                <a:gd name="connsiteY7" fmla="*/ 45307 h 90467"/>
                <a:gd name="connsiteX8" fmla="*/ 26529 w 26597"/>
                <a:gd name="connsiteY8" fmla="*/ 2245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7" h="90467">
                  <a:moveTo>
                    <a:pt x="26529" y="2245"/>
                  </a:moveTo>
                  <a:cubicBezTo>
                    <a:pt x="26529" y="2154"/>
                    <a:pt x="26800" y="1792"/>
                    <a:pt x="26800" y="1340"/>
                  </a:cubicBezTo>
                  <a:cubicBezTo>
                    <a:pt x="26800" y="978"/>
                    <a:pt x="26619" y="73"/>
                    <a:pt x="25262" y="73"/>
                  </a:cubicBezTo>
                  <a:cubicBezTo>
                    <a:pt x="23453" y="73"/>
                    <a:pt x="202" y="14548"/>
                    <a:pt x="202" y="45307"/>
                  </a:cubicBezTo>
                  <a:cubicBezTo>
                    <a:pt x="202" y="75976"/>
                    <a:pt x="23453" y="90541"/>
                    <a:pt x="25262" y="90541"/>
                  </a:cubicBezTo>
                  <a:cubicBezTo>
                    <a:pt x="26619" y="90541"/>
                    <a:pt x="26800" y="89637"/>
                    <a:pt x="26800" y="89275"/>
                  </a:cubicBezTo>
                  <a:cubicBezTo>
                    <a:pt x="26800" y="88641"/>
                    <a:pt x="26438" y="88370"/>
                    <a:pt x="26076" y="88099"/>
                  </a:cubicBezTo>
                  <a:cubicBezTo>
                    <a:pt x="10063" y="75343"/>
                    <a:pt x="7168" y="56978"/>
                    <a:pt x="7168" y="45307"/>
                  </a:cubicBezTo>
                  <a:cubicBezTo>
                    <a:pt x="7168" y="23143"/>
                    <a:pt x="17391" y="8577"/>
                    <a:pt x="26529" y="2245"/>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999" name="Freeform: Shape 1998">
              <a:extLst>
                <a:ext uri="{FF2B5EF4-FFF2-40B4-BE49-F238E27FC236}">
                  <a16:creationId xmlns:a16="http://schemas.microsoft.com/office/drawing/2014/main" id="{E8BDD9C6-D06C-0026-C0BE-66C25D2E7070}"/>
                </a:ext>
              </a:extLst>
            </p:cNvPr>
            <p:cNvSpPr/>
            <p:nvPr>
              <p:custDataLst>
                <p:tags r:id="rId45"/>
              </p:custDataLst>
            </p:nvPr>
          </p:nvSpPr>
          <p:spPr>
            <a:xfrm>
              <a:off x="10566878" y="5349671"/>
              <a:ext cx="79973" cy="61789"/>
            </a:xfrm>
            <a:custGeom>
              <a:avLst/>
              <a:gdLst>
                <a:gd name="connsiteX0" fmla="*/ 62809 w 79973"/>
                <a:gd name="connsiteY0" fmla="*/ 11382 h 61789"/>
                <a:gd name="connsiteX1" fmla="*/ 65342 w 79973"/>
                <a:gd name="connsiteY1" fmla="*/ 9301 h 61789"/>
                <a:gd name="connsiteX2" fmla="*/ 77646 w 79973"/>
                <a:gd name="connsiteY2" fmla="*/ 4145 h 61789"/>
                <a:gd name="connsiteX3" fmla="*/ 80179 w 79973"/>
                <a:gd name="connsiteY3" fmla="*/ 1611 h 61789"/>
                <a:gd name="connsiteX4" fmla="*/ 78731 w 79973"/>
                <a:gd name="connsiteY4" fmla="*/ 73 h 61789"/>
                <a:gd name="connsiteX5" fmla="*/ 74660 w 79973"/>
                <a:gd name="connsiteY5" fmla="*/ 345 h 61789"/>
                <a:gd name="connsiteX6" fmla="*/ 70408 w 79973"/>
                <a:gd name="connsiteY6" fmla="*/ 435 h 61789"/>
                <a:gd name="connsiteX7" fmla="*/ 65071 w 79973"/>
                <a:gd name="connsiteY7" fmla="*/ 345 h 61789"/>
                <a:gd name="connsiteX8" fmla="*/ 60185 w 79973"/>
                <a:gd name="connsiteY8" fmla="*/ 73 h 61789"/>
                <a:gd name="connsiteX9" fmla="*/ 58014 w 79973"/>
                <a:gd name="connsiteY9" fmla="*/ 2607 h 61789"/>
                <a:gd name="connsiteX10" fmla="*/ 59733 w 79973"/>
                <a:gd name="connsiteY10" fmla="*/ 4145 h 61789"/>
                <a:gd name="connsiteX11" fmla="*/ 62538 w 79973"/>
                <a:gd name="connsiteY11" fmla="*/ 5411 h 61789"/>
                <a:gd name="connsiteX12" fmla="*/ 59643 w 79973"/>
                <a:gd name="connsiteY12" fmla="*/ 9392 h 61789"/>
                <a:gd name="connsiteX13" fmla="*/ 35759 w 79973"/>
                <a:gd name="connsiteY13" fmla="*/ 32280 h 61789"/>
                <a:gd name="connsiteX14" fmla="*/ 21736 w 79973"/>
                <a:gd name="connsiteY14" fmla="*/ 6497 h 61789"/>
                <a:gd name="connsiteX15" fmla="*/ 21194 w 79973"/>
                <a:gd name="connsiteY15" fmla="*/ 5321 h 61789"/>
                <a:gd name="connsiteX16" fmla="*/ 25808 w 79973"/>
                <a:gd name="connsiteY16" fmla="*/ 4145 h 61789"/>
                <a:gd name="connsiteX17" fmla="*/ 28612 w 79973"/>
                <a:gd name="connsiteY17" fmla="*/ 1611 h 61789"/>
                <a:gd name="connsiteX18" fmla="*/ 26984 w 79973"/>
                <a:gd name="connsiteY18" fmla="*/ 73 h 61789"/>
                <a:gd name="connsiteX19" fmla="*/ 20470 w 79973"/>
                <a:gd name="connsiteY19" fmla="*/ 345 h 61789"/>
                <a:gd name="connsiteX20" fmla="*/ 13956 w 79973"/>
                <a:gd name="connsiteY20" fmla="*/ 435 h 61789"/>
                <a:gd name="connsiteX21" fmla="*/ 8166 w 79973"/>
                <a:gd name="connsiteY21" fmla="*/ 345 h 61789"/>
                <a:gd name="connsiteX22" fmla="*/ 2376 w 79973"/>
                <a:gd name="connsiteY22" fmla="*/ 73 h 61789"/>
                <a:gd name="connsiteX23" fmla="*/ 205 w 79973"/>
                <a:gd name="connsiteY23" fmla="*/ 2607 h 61789"/>
                <a:gd name="connsiteX24" fmla="*/ 3100 w 79973"/>
                <a:gd name="connsiteY24" fmla="*/ 4145 h 61789"/>
                <a:gd name="connsiteX25" fmla="*/ 10337 w 79973"/>
                <a:gd name="connsiteY25" fmla="*/ 6768 h 61789"/>
                <a:gd name="connsiteX26" fmla="*/ 26893 w 79973"/>
                <a:gd name="connsiteY26" fmla="*/ 37075 h 61789"/>
                <a:gd name="connsiteX27" fmla="*/ 22822 w 79973"/>
                <a:gd name="connsiteY27" fmla="*/ 53630 h 61789"/>
                <a:gd name="connsiteX28" fmla="*/ 14589 w 79973"/>
                <a:gd name="connsiteY28" fmla="*/ 57792 h 61789"/>
                <a:gd name="connsiteX29" fmla="*/ 11061 w 79973"/>
                <a:gd name="connsiteY29" fmla="*/ 60325 h 61789"/>
                <a:gd name="connsiteX30" fmla="*/ 12690 w 79973"/>
                <a:gd name="connsiteY30" fmla="*/ 61863 h 61789"/>
                <a:gd name="connsiteX31" fmla="*/ 18751 w 79973"/>
                <a:gd name="connsiteY31" fmla="*/ 61592 h 61789"/>
                <a:gd name="connsiteX32" fmla="*/ 25265 w 79973"/>
                <a:gd name="connsiteY32" fmla="*/ 61501 h 61789"/>
                <a:gd name="connsiteX33" fmla="*/ 31959 w 79973"/>
                <a:gd name="connsiteY33" fmla="*/ 61592 h 61789"/>
                <a:gd name="connsiteX34" fmla="*/ 38111 w 79973"/>
                <a:gd name="connsiteY34" fmla="*/ 61863 h 61789"/>
                <a:gd name="connsiteX35" fmla="*/ 40373 w 79973"/>
                <a:gd name="connsiteY35" fmla="*/ 59330 h 61789"/>
                <a:gd name="connsiteX36" fmla="*/ 37387 w 79973"/>
                <a:gd name="connsiteY36" fmla="*/ 57792 h 61789"/>
                <a:gd name="connsiteX37" fmla="*/ 33497 w 79973"/>
                <a:gd name="connsiteY37" fmla="*/ 57611 h 61789"/>
                <a:gd name="connsiteX38" fmla="*/ 31145 w 79973"/>
                <a:gd name="connsiteY38" fmla="*/ 56616 h 61789"/>
                <a:gd name="connsiteX39" fmla="*/ 32231 w 79973"/>
                <a:gd name="connsiteY39" fmla="*/ 51731 h 61789"/>
                <a:gd name="connsiteX40" fmla="*/ 35849 w 79973"/>
                <a:gd name="connsiteY40" fmla="*/ 37165 h 61789"/>
                <a:gd name="connsiteX41" fmla="*/ 62809 w 79973"/>
                <a:gd name="connsiteY41" fmla="*/ 11382 h 6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973" h="61789">
                  <a:moveTo>
                    <a:pt x="62809" y="11382"/>
                  </a:moveTo>
                  <a:lnTo>
                    <a:pt x="65342" y="9301"/>
                  </a:lnTo>
                  <a:cubicBezTo>
                    <a:pt x="67785" y="7311"/>
                    <a:pt x="71313" y="4506"/>
                    <a:pt x="77646" y="4145"/>
                  </a:cubicBezTo>
                  <a:cubicBezTo>
                    <a:pt x="78912" y="4054"/>
                    <a:pt x="80179" y="4054"/>
                    <a:pt x="80179" y="1611"/>
                  </a:cubicBezTo>
                  <a:cubicBezTo>
                    <a:pt x="80179" y="345"/>
                    <a:pt x="79093" y="73"/>
                    <a:pt x="78731" y="73"/>
                  </a:cubicBezTo>
                  <a:cubicBezTo>
                    <a:pt x="77465" y="73"/>
                    <a:pt x="76017" y="345"/>
                    <a:pt x="74660" y="345"/>
                  </a:cubicBezTo>
                  <a:cubicBezTo>
                    <a:pt x="73303" y="345"/>
                    <a:pt x="71856" y="435"/>
                    <a:pt x="70408" y="435"/>
                  </a:cubicBezTo>
                  <a:cubicBezTo>
                    <a:pt x="70408" y="435"/>
                    <a:pt x="65071" y="345"/>
                    <a:pt x="65071" y="345"/>
                  </a:cubicBezTo>
                  <a:cubicBezTo>
                    <a:pt x="63533" y="345"/>
                    <a:pt x="61723" y="73"/>
                    <a:pt x="60185" y="73"/>
                  </a:cubicBezTo>
                  <a:cubicBezTo>
                    <a:pt x="59009" y="73"/>
                    <a:pt x="58014" y="707"/>
                    <a:pt x="58014" y="2607"/>
                  </a:cubicBezTo>
                  <a:cubicBezTo>
                    <a:pt x="58014" y="3873"/>
                    <a:pt x="59100" y="4145"/>
                    <a:pt x="59733" y="4145"/>
                  </a:cubicBezTo>
                  <a:cubicBezTo>
                    <a:pt x="61995" y="4235"/>
                    <a:pt x="62538" y="4778"/>
                    <a:pt x="62538" y="5411"/>
                  </a:cubicBezTo>
                  <a:cubicBezTo>
                    <a:pt x="62538" y="6678"/>
                    <a:pt x="60366" y="8668"/>
                    <a:pt x="59643" y="9392"/>
                  </a:cubicBezTo>
                  <a:lnTo>
                    <a:pt x="35759" y="32280"/>
                  </a:lnTo>
                  <a:lnTo>
                    <a:pt x="21736" y="6497"/>
                  </a:lnTo>
                  <a:cubicBezTo>
                    <a:pt x="21194" y="5592"/>
                    <a:pt x="21194" y="5411"/>
                    <a:pt x="21194" y="5321"/>
                  </a:cubicBezTo>
                  <a:cubicBezTo>
                    <a:pt x="21194" y="4145"/>
                    <a:pt x="25084" y="4145"/>
                    <a:pt x="25808" y="4145"/>
                  </a:cubicBezTo>
                  <a:cubicBezTo>
                    <a:pt x="27165" y="4145"/>
                    <a:pt x="28612" y="4145"/>
                    <a:pt x="28612" y="1611"/>
                  </a:cubicBezTo>
                  <a:cubicBezTo>
                    <a:pt x="28612" y="526"/>
                    <a:pt x="27707" y="73"/>
                    <a:pt x="26984" y="73"/>
                  </a:cubicBezTo>
                  <a:cubicBezTo>
                    <a:pt x="24903" y="73"/>
                    <a:pt x="22551" y="345"/>
                    <a:pt x="20470" y="345"/>
                  </a:cubicBezTo>
                  <a:cubicBezTo>
                    <a:pt x="18299" y="345"/>
                    <a:pt x="16127" y="435"/>
                    <a:pt x="13956" y="435"/>
                  </a:cubicBezTo>
                  <a:cubicBezTo>
                    <a:pt x="12056" y="435"/>
                    <a:pt x="10066" y="345"/>
                    <a:pt x="8166" y="345"/>
                  </a:cubicBezTo>
                  <a:cubicBezTo>
                    <a:pt x="6990" y="345"/>
                    <a:pt x="2467" y="73"/>
                    <a:pt x="2376" y="73"/>
                  </a:cubicBezTo>
                  <a:cubicBezTo>
                    <a:pt x="1110" y="73"/>
                    <a:pt x="205" y="707"/>
                    <a:pt x="205" y="2607"/>
                  </a:cubicBezTo>
                  <a:cubicBezTo>
                    <a:pt x="205" y="4145"/>
                    <a:pt x="1472" y="4145"/>
                    <a:pt x="3100" y="4145"/>
                  </a:cubicBezTo>
                  <a:cubicBezTo>
                    <a:pt x="8890" y="4145"/>
                    <a:pt x="9252" y="4778"/>
                    <a:pt x="10337" y="6768"/>
                  </a:cubicBezTo>
                  <a:lnTo>
                    <a:pt x="26893" y="37075"/>
                  </a:lnTo>
                  <a:lnTo>
                    <a:pt x="22822" y="53630"/>
                  </a:lnTo>
                  <a:cubicBezTo>
                    <a:pt x="21736" y="57702"/>
                    <a:pt x="21284" y="57792"/>
                    <a:pt x="14589" y="57792"/>
                  </a:cubicBezTo>
                  <a:cubicBezTo>
                    <a:pt x="12509" y="57792"/>
                    <a:pt x="11061" y="57792"/>
                    <a:pt x="11061" y="60325"/>
                  </a:cubicBezTo>
                  <a:cubicBezTo>
                    <a:pt x="11061" y="61049"/>
                    <a:pt x="11695" y="61863"/>
                    <a:pt x="12690" y="61863"/>
                  </a:cubicBezTo>
                  <a:cubicBezTo>
                    <a:pt x="14589" y="61863"/>
                    <a:pt x="16761" y="61592"/>
                    <a:pt x="18751" y="61592"/>
                  </a:cubicBezTo>
                  <a:cubicBezTo>
                    <a:pt x="20922" y="61592"/>
                    <a:pt x="23093" y="61501"/>
                    <a:pt x="25265" y="61501"/>
                  </a:cubicBezTo>
                  <a:cubicBezTo>
                    <a:pt x="27526" y="61501"/>
                    <a:pt x="29698" y="61592"/>
                    <a:pt x="31959" y="61592"/>
                  </a:cubicBezTo>
                  <a:cubicBezTo>
                    <a:pt x="33950" y="61592"/>
                    <a:pt x="36211" y="61863"/>
                    <a:pt x="38111" y="61863"/>
                  </a:cubicBezTo>
                  <a:cubicBezTo>
                    <a:pt x="38744" y="61863"/>
                    <a:pt x="40373" y="61863"/>
                    <a:pt x="40373" y="59330"/>
                  </a:cubicBezTo>
                  <a:cubicBezTo>
                    <a:pt x="40373" y="57792"/>
                    <a:pt x="39106" y="57792"/>
                    <a:pt x="37387" y="57792"/>
                  </a:cubicBezTo>
                  <a:cubicBezTo>
                    <a:pt x="37207" y="57792"/>
                    <a:pt x="35035" y="57792"/>
                    <a:pt x="33497" y="57611"/>
                  </a:cubicBezTo>
                  <a:cubicBezTo>
                    <a:pt x="31236" y="57430"/>
                    <a:pt x="31145" y="57340"/>
                    <a:pt x="31145" y="56616"/>
                  </a:cubicBezTo>
                  <a:cubicBezTo>
                    <a:pt x="31145" y="55983"/>
                    <a:pt x="31145" y="55802"/>
                    <a:pt x="32231" y="51731"/>
                  </a:cubicBezTo>
                  <a:lnTo>
                    <a:pt x="35849" y="37165"/>
                  </a:lnTo>
                  <a:lnTo>
                    <a:pt x="62809" y="1138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0" name="Freeform: Shape 1999">
              <a:extLst>
                <a:ext uri="{FF2B5EF4-FFF2-40B4-BE49-F238E27FC236}">
                  <a16:creationId xmlns:a16="http://schemas.microsoft.com/office/drawing/2014/main" id="{9251A474-077C-9ACF-289B-B5665642A4E1}"/>
                </a:ext>
              </a:extLst>
            </p:cNvPr>
            <p:cNvSpPr/>
            <p:nvPr>
              <p:custDataLst>
                <p:tags r:id="rId46"/>
              </p:custDataLst>
            </p:nvPr>
          </p:nvSpPr>
          <p:spPr>
            <a:xfrm>
              <a:off x="10640186" y="5389567"/>
              <a:ext cx="63327" cy="40981"/>
            </a:xfrm>
            <a:custGeom>
              <a:avLst/>
              <a:gdLst>
                <a:gd name="connsiteX0" fmla="*/ 9618 w 63327"/>
                <a:gd name="connsiteY0" fmla="*/ 31195 h 40981"/>
                <a:gd name="connsiteX1" fmla="*/ 8080 w 63327"/>
                <a:gd name="connsiteY1" fmla="*/ 37890 h 40981"/>
                <a:gd name="connsiteX2" fmla="*/ 11427 w 63327"/>
                <a:gd name="connsiteY2" fmla="*/ 41056 h 40981"/>
                <a:gd name="connsiteX3" fmla="*/ 15770 w 63327"/>
                <a:gd name="connsiteY3" fmla="*/ 38071 h 40981"/>
                <a:gd name="connsiteX4" fmla="*/ 17489 w 63327"/>
                <a:gd name="connsiteY4" fmla="*/ 31014 h 40981"/>
                <a:gd name="connsiteX5" fmla="*/ 20745 w 63327"/>
                <a:gd name="connsiteY5" fmla="*/ 18259 h 40981"/>
                <a:gd name="connsiteX6" fmla="*/ 39472 w 63327"/>
                <a:gd name="connsiteY6" fmla="*/ 3150 h 40981"/>
                <a:gd name="connsiteX7" fmla="*/ 45805 w 63327"/>
                <a:gd name="connsiteY7" fmla="*/ 9664 h 40981"/>
                <a:gd name="connsiteX8" fmla="*/ 39925 w 63327"/>
                <a:gd name="connsiteY8" fmla="*/ 29296 h 40981"/>
                <a:gd name="connsiteX9" fmla="*/ 39020 w 63327"/>
                <a:gd name="connsiteY9" fmla="*/ 33095 h 40981"/>
                <a:gd name="connsiteX10" fmla="*/ 48881 w 63327"/>
                <a:gd name="connsiteY10" fmla="*/ 41056 h 40981"/>
                <a:gd name="connsiteX11" fmla="*/ 63537 w 63327"/>
                <a:gd name="connsiteY11" fmla="*/ 27034 h 40981"/>
                <a:gd name="connsiteX12" fmla="*/ 61637 w 63327"/>
                <a:gd name="connsiteY12" fmla="*/ 25767 h 40981"/>
                <a:gd name="connsiteX13" fmla="*/ 59466 w 63327"/>
                <a:gd name="connsiteY13" fmla="*/ 27848 h 40981"/>
                <a:gd name="connsiteX14" fmla="*/ 49243 w 63327"/>
                <a:gd name="connsiteY14" fmla="*/ 37981 h 40981"/>
                <a:gd name="connsiteX15" fmla="*/ 46529 w 63327"/>
                <a:gd name="connsiteY15" fmla="*/ 34543 h 40981"/>
                <a:gd name="connsiteX16" fmla="*/ 47705 w 63327"/>
                <a:gd name="connsiteY16" fmla="*/ 29748 h 40981"/>
                <a:gd name="connsiteX17" fmla="*/ 53404 w 63327"/>
                <a:gd name="connsiteY17" fmla="*/ 10840 h 40981"/>
                <a:gd name="connsiteX18" fmla="*/ 40015 w 63327"/>
                <a:gd name="connsiteY18" fmla="*/ 74 h 40981"/>
                <a:gd name="connsiteX19" fmla="*/ 22917 w 63327"/>
                <a:gd name="connsiteY19" fmla="*/ 9031 h 40981"/>
                <a:gd name="connsiteX20" fmla="*/ 11880 w 63327"/>
                <a:gd name="connsiteY20" fmla="*/ 74 h 40981"/>
                <a:gd name="connsiteX21" fmla="*/ 209 w 63327"/>
                <a:gd name="connsiteY21" fmla="*/ 14097 h 40981"/>
                <a:gd name="connsiteX22" fmla="*/ 2109 w 63327"/>
                <a:gd name="connsiteY22" fmla="*/ 15364 h 40981"/>
                <a:gd name="connsiteX23" fmla="*/ 4190 w 63327"/>
                <a:gd name="connsiteY23" fmla="*/ 13645 h 40981"/>
                <a:gd name="connsiteX24" fmla="*/ 11427 w 63327"/>
                <a:gd name="connsiteY24" fmla="*/ 3150 h 40981"/>
                <a:gd name="connsiteX25" fmla="*/ 15136 w 63327"/>
                <a:gd name="connsiteY25" fmla="*/ 7945 h 40981"/>
                <a:gd name="connsiteX26" fmla="*/ 13689 w 63327"/>
                <a:gd name="connsiteY26" fmla="*/ 15002 h 40981"/>
                <a:gd name="connsiteX27" fmla="*/ 11699 w 63327"/>
                <a:gd name="connsiteY27" fmla="*/ 23144 h 40981"/>
                <a:gd name="connsiteX28" fmla="*/ 9618 w 63327"/>
                <a:gd name="connsiteY28" fmla="*/ 31195 h 4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27" h="40981">
                  <a:moveTo>
                    <a:pt x="9618" y="31195"/>
                  </a:moveTo>
                  <a:cubicBezTo>
                    <a:pt x="9075" y="33457"/>
                    <a:pt x="8080" y="37438"/>
                    <a:pt x="8080" y="37890"/>
                  </a:cubicBezTo>
                  <a:cubicBezTo>
                    <a:pt x="8080" y="39880"/>
                    <a:pt x="9708" y="41056"/>
                    <a:pt x="11427" y="41056"/>
                  </a:cubicBezTo>
                  <a:cubicBezTo>
                    <a:pt x="12784" y="41056"/>
                    <a:pt x="14775" y="40333"/>
                    <a:pt x="15770" y="38071"/>
                  </a:cubicBezTo>
                  <a:cubicBezTo>
                    <a:pt x="15860" y="37619"/>
                    <a:pt x="16946" y="33367"/>
                    <a:pt x="17489" y="31014"/>
                  </a:cubicBezTo>
                  <a:cubicBezTo>
                    <a:pt x="20564" y="18801"/>
                    <a:pt x="20564" y="18620"/>
                    <a:pt x="20745" y="18259"/>
                  </a:cubicBezTo>
                  <a:cubicBezTo>
                    <a:pt x="21922" y="15816"/>
                    <a:pt x="28435" y="3150"/>
                    <a:pt x="39472" y="3150"/>
                  </a:cubicBezTo>
                  <a:cubicBezTo>
                    <a:pt x="43905" y="3150"/>
                    <a:pt x="45805" y="5593"/>
                    <a:pt x="45805" y="9664"/>
                  </a:cubicBezTo>
                  <a:cubicBezTo>
                    <a:pt x="45805" y="14821"/>
                    <a:pt x="42005" y="24139"/>
                    <a:pt x="39925" y="29296"/>
                  </a:cubicBezTo>
                  <a:cubicBezTo>
                    <a:pt x="39472" y="30381"/>
                    <a:pt x="39020" y="31557"/>
                    <a:pt x="39020" y="33095"/>
                  </a:cubicBezTo>
                  <a:cubicBezTo>
                    <a:pt x="39020" y="37800"/>
                    <a:pt x="43543" y="41056"/>
                    <a:pt x="48881" y="41056"/>
                  </a:cubicBezTo>
                  <a:cubicBezTo>
                    <a:pt x="58561" y="41056"/>
                    <a:pt x="63537" y="29296"/>
                    <a:pt x="63537" y="27034"/>
                  </a:cubicBezTo>
                  <a:cubicBezTo>
                    <a:pt x="63537" y="25767"/>
                    <a:pt x="61999" y="25767"/>
                    <a:pt x="61637" y="25767"/>
                  </a:cubicBezTo>
                  <a:cubicBezTo>
                    <a:pt x="60099" y="25767"/>
                    <a:pt x="60009" y="26129"/>
                    <a:pt x="59466" y="27848"/>
                  </a:cubicBezTo>
                  <a:cubicBezTo>
                    <a:pt x="57747" y="33276"/>
                    <a:pt x="53585" y="37981"/>
                    <a:pt x="49243" y="37981"/>
                  </a:cubicBezTo>
                  <a:cubicBezTo>
                    <a:pt x="47162" y="37981"/>
                    <a:pt x="46529" y="36533"/>
                    <a:pt x="46529" y="34543"/>
                  </a:cubicBezTo>
                  <a:cubicBezTo>
                    <a:pt x="46529" y="32643"/>
                    <a:pt x="46891" y="31738"/>
                    <a:pt x="47705" y="29748"/>
                  </a:cubicBezTo>
                  <a:cubicBezTo>
                    <a:pt x="49243" y="26129"/>
                    <a:pt x="53404" y="15816"/>
                    <a:pt x="53404" y="10840"/>
                  </a:cubicBezTo>
                  <a:cubicBezTo>
                    <a:pt x="53404" y="4146"/>
                    <a:pt x="48610" y="74"/>
                    <a:pt x="40015" y="74"/>
                  </a:cubicBezTo>
                  <a:cubicBezTo>
                    <a:pt x="31783" y="74"/>
                    <a:pt x="26083" y="5050"/>
                    <a:pt x="22917" y="9031"/>
                  </a:cubicBezTo>
                  <a:cubicBezTo>
                    <a:pt x="22464" y="1612"/>
                    <a:pt x="15227" y="74"/>
                    <a:pt x="11880" y="74"/>
                  </a:cubicBezTo>
                  <a:cubicBezTo>
                    <a:pt x="2833" y="74"/>
                    <a:pt x="209" y="13916"/>
                    <a:pt x="209" y="14097"/>
                  </a:cubicBezTo>
                  <a:cubicBezTo>
                    <a:pt x="209" y="15364"/>
                    <a:pt x="1657" y="15364"/>
                    <a:pt x="2109" y="15364"/>
                  </a:cubicBezTo>
                  <a:cubicBezTo>
                    <a:pt x="3647" y="15364"/>
                    <a:pt x="3828" y="14821"/>
                    <a:pt x="4190" y="13645"/>
                  </a:cubicBezTo>
                  <a:cubicBezTo>
                    <a:pt x="5547" y="8398"/>
                    <a:pt x="7628" y="3150"/>
                    <a:pt x="11427" y="3150"/>
                  </a:cubicBezTo>
                  <a:cubicBezTo>
                    <a:pt x="14503" y="3150"/>
                    <a:pt x="15136" y="6045"/>
                    <a:pt x="15136" y="7945"/>
                  </a:cubicBezTo>
                  <a:cubicBezTo>
                    <a:pt x="15136" y="9212"/>
                    <a:pt x="14232" y="12650"/>
                    <a:pt x="13689" y="15002"/>
                  </a:cubicBezTo>
                  <a:cubicBezTo>
                    <a:pt x="13056" y="17444"/>
                    <a:pt x="12151" y="21153"/>
                    <a:pt x="11699" y="23144"/>
                  </a:cubicBezTo>
                  <a:lnTo>
                    <a:pt x="9618" y="311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1" name="Freeform: Shape 2000">
              <a:extLst>
                <a:ext uri="{FF2B5EF4-FFF2-40B4-BE49-F238E27FC236}">
                  <a16:creationId xmlns:a16="http://schemas.microsoft.com/office/drawing/2014/main" id="{B4118385-8D32-5E06-09D5-10E315F4D5BF}"/>
                </a:ext>
              </a:extLst>
            </p:cNvPr>
            <p:cNvSpPr/>
            <p:nvPr>
              <p:custDataLst>
                <p:tags r:id="rId47"/>
              </p:custDataLst>
            </p:nvPr>
          </p:nvSpPr>
          <p:spPr>
            <a:xfrm>
              <a:off x="10735159" y="5357090"/>
              <a:ext cx="69027" cy="63508"/>
            </a:xfrm>
            <a:custGeom>
              <a:avLst/>
              <a:gdLst>
                <a:gd name="connsiteX0" fmla="*/ 67160 w 69027"/>
                <a:gd name="connsiteY0" fmla="*/ 34451 h 63508"/>
                <a:gd name="connsiteX1" fmla="*/ 69241 w 69027"/>
                <a:gd name="connsiteY1" fmla="*/ 31828 h 63508"/>
                <a:gd name="connsiteX2" fmla="*/ 67160 w 69027"/>
                <a:gd name="connsiteY2" fmla="*/ 29204 h 63508"/>
                <a:gd name="connsiteX3" fmla="*/ 4737 w 69027"/>
                <a:gd name="connsiteY3" fmla="*/ 707 h 63508"/>
                <a:gd name="connsiteX4" fmla="*/ 2747 w 69027"/>
                <a:gd name="connsiteY4" fmla="*/ 73 h 63508"/>
                <a:gd name="connsiteX5" fmla="*/ 214 w 69027"/>
                <a:gd name="connsiteY5" fmla="*/ 2607 h 63508"/>
                <a:gd name="connsiteX6" fmla="*/ 2295 w 69027"/>
                <a:gd name="connsiteY6" fmla="*/ 5230 h 63508"/>
                <a:gd name="connsiteX7" fmla="*/ 60647 w 69027"/>
                <a:gd name="connsiteY7" fmla="*/ 31828 h 63508"/>
                <a:gd name="connsiteX8" fmla="*/ 2295 w 69027"/>
                <a:gd name="connsiteY8" fmla="*/ 58425 h 63508"/>
                <a:gd name="connsiteX9" fmla="*/ 214 w 69027"/>
                <a:gd name="connsiteY9" fmla="*/ 61049 h 63508"/>
                <a:gd name="connsiteX10" fmla="*/ 2747 w 69027"/>
                <a:gd name="connsiteY10" fmla="*/ 63582 h 63508"/>
                <a:gd name="connsiteX11" fmla="*/ 4466 w 69027"/>
                <a:gd name="connsiteY11" fmla="*/ 63039 h 63508"/>
                <a:gd name="connsiteX12" fmla="*/ 67160 w 69027"/>
                <a:gd name="connsiteY12" fmla="*/ 34451 h 63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027" h="63508">
                  <a:moveTo>
                    <a:pt x="67160" y="34451"/>
                  </a:moveTo>
                  <a:cubicBezTo>
                    <a:pt x="68336" y="33908"/>
                    <a:pt x="69241" y="33185"/>
                    <a:pt x="69241" y="31828"/>
                  </a:cubicBezTo>
                  <a:cubicBezTo>
                    <a:pt x="69241" y="30471"/>
                    <a:pt x="68336" y="29747"/>
                    <a:pt x="67160" y="29204"/>
                  </a:cubicBezTo>
                  <a:lnTo>
                    <a:pt x="4737" y="707"/>
                  </a:lnTo>
                  <a:cubicBezTo>
                    <a:pt x="3380" y="73"/>
                    <a:pt x="3019" y="73"/>
                    <a:pt x="2747" y="73"/>
                  </a:cubicBezTo>
                  <a:cubicBezTo>
                    <a:pt x="1390" y="73"/>
                    <a:pt x="214" y="1250"/>
                    <a:pt x="214" y="2607"/>
                  </a:cubicBezTo>
                  <a:cubicBezTo>
                    <a:pt x="214" y="3964"/>
                    <a:pt x="1119" y="4687"/>
                    <a:pt x="2295" y="5230"/>
                  </a:cubicBezTo>
                  <a:lnTo>
                    <a:pt x="60647" y="31828"/>
                  </a:lnTo>
                  <a:lnTo>
                    <a:pt x="2295" y="58425"/>
                  </a:lnTo>
                  <a:cubicBezTo>
                    <a:pt x="1119" y="58968"/>
                    <a:pt x="214" y="59692"/>
                    <a:pt x="214" y="61049"/>
                  </a:cubicBezTo>
                  <a:cubicBezTo>
                    <a:pt x="214" y="62406"/>
                    <a:pt x="1390" y="63582"/>
                    <a:pt x="2747" y="63582"/>
                  </a:cubicBezTo>
                  <a:cubicBezTo>
                    <a:pt x="3290" y="63582"/>
                    <a:pt x="3652" y="63401"/>
                    <a:pt x="4466" y="63039"/>
                  </a:cubicBezTo>
                  <a:lnTo>
                    <a:pt x="67160" y="344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2" name="Freeform: Shape 2001">
              <a:extLst>
                <a:ext uri="{FF2B5EF4-FFF2-40B4-BE49-F238E27FC236}">
                  <a16:creationId xmlns:a16="http://schemas.microsoft.com/office/drawing/2014/main" id="{0730465E-D49B-921D-C6BC-8B593505FEC4}"/>
                </a:ext>
              </a:extLst>
            </p:cNvPr>
            <p:cNvSpPr/>
            <p:nvPr>
              <p:custDataLst>
                <p:tags r:id="rId48"/>
              </p:custDataLst>
            </p:nvPr>
          </p:nvSpPr>
          <p:spPr>
            <a:xfrm>
              <a:off x="10822040" y="5351119"/>
              <a:ext cx="42791" cy="78887"/>
            </a:xfrm>
            <a:custGeom>
              <a:avLst/>
              <a:gdLst>
                <a:gd name="connsiteX0" fmla="*/ 43011 w 42791"/>
                <a:gd name="connsiteY0" fmla="*/ 3964 h 78887"/>
                <a:gd name="connsiteX1" fmla="*/ 39030 w 42791"/>
                <a:gd name="connsiteY1" fmla="*/ 73 h 78887"/>
                <a:gd name="connsiteX2" fmla="*/ 33421 w 42791"/>
                <a:gd name="connsiteY2" fmla="*/ 5502 h 78887"/>
                <a:gd name="connsiteX3" fmla="*/ 37402 w 42791"/>
                <a:gd name="connsiteY3" fmla="*/ 9392 h 78887"/>
                <a:gd name="connsiteX4" fmla="*/ 43011 w 42791"/>
                <a:gd name="connsiteY4" fmla="*/ 3964 h 78887"/>
                <a:gd name="connsiteX5" fmla="*/ 23289 w 42791"/>
                <a:gd name="connsiteY5" fmla="*/ 64487 h 78887"/>
                <a:gd name="connsiteX6" fmla="*/ 10352 w 42791"/>
                <a:gd name="connsiteY6" fmla="*/ 75886 h 78887"/>
                <a:gd name="connsiteX7" fmla="*/ 7095 w 42791"/>
                <a:gd name="connsiteY7" fmla="*/ 75433 h 78887"/>
                <a:gd name="connsiteX8" fmla="*/ 9900 w 42791"/>
                <a:gd name="connsiteY8" fmla="*/ 70638 h 78887"/>
                <a:gd name="connsiteX9" fmla="*/ 5828 w 42791"/>
                <a:gd name="connsiteY9" fmla="*/ 66929 h 78887"/>
                <a:gd name="connsiteX10" fmla="*/ 219 w 42791"/>
                <a:gd name="connsiteY10" fmla="*/ 72719 h 78887"/>
                <a:gd name="connsiteX11" fmla="*/ 10442 w 42791"/>
                <a:gd name="connsiteY11" fmla="*/ 78961 h 78887"/>
                <a:gd name="connsiteX12" fmla="*/ 31160 w 42791"/>
                <a:gd name="connsiteY12" fmla="*/ 64577 h 78887"/>
                <a:gd name="connsiteX13" fmla="*/ 39302 w 42791"/>
                <a:gd name="connsiteY13" fmla="*/ 32190 h 78887"/>
                <a:gd name="connsiteX14" fmla="*/ 39754 w 42791"/>
                <a:gd name="connsiteY14" fmla="*/ 29204 h 78887"/>
                <a:gd name="connsiteX15" fmla="*/ 28626 w 42791"/>
                <a:gd name="connsiteY15" fmla="*/ 20429 h 78887"/>
                <a:gd name="connsiteX16" fmla="*/ 10985 w 42791"/>
                <a:gd name="connsiteY16" fmla="*/ 34451 h 78887"/>
                <a:gd name="connsiteX17" fmla="*/ 12885 w 42791"/>
                <a:gd name="connsiteY17" fmla="*/ 35718 h 78887"/>
                <a:gd name="connsiteX18" fmla="*/ 14875 w 42791"/>
                <a:gd name="connsiteY18" fmla="*/ 34451 h 78887"/>
                <a:gd name="connsiteX19" fmla="*/ 28265 w 42791"/>
                <a:gd name="connsiteY19" fmla="*/ 23505 h 78887"/>
                <a:gd name="connsiteX20" fmla="*/ 32064 w 42791"/>
                <a:gd name="connsiteY20" fmla="*/ 28299 h 78887"/>
                <a:gd name="connsiteX21" fmla="*/ 31793 w 42791"/>
                <a:gd name="connsiteY21" fmla="*/ 30652 h 78887"/>
                <a:gd name="connsiteX22" fmla="*/ 23289 w 42791"/>
                <a:gd name="connsiteY22" fmla="*/ 64487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11" y="3964"/>
                  </a:moveTo>
                  <a:cubicBezTo>
                    <a:pt x="43011" y="1883"/>
                    <a:pt x="41473" y="73"/>
                    <a:pt x="39030" y="73"/>
                  </a:cubicBezTo>
                  <a:cubicBezTo>
                    <a:pt x="36226" y="73"/>
                    <a:pt x="33421" y="2788"/>
                    <a:pt x="33421" y="5502"/>
                  </a:cubicBezTo>
                  <a:cubicBezTo>
                    <a:pt x="33421" y="7673"/>
                    <a:pt x="35140" y="9392"/>
                    <a:pt x="37402" y="9392"/>
                  </a:cubicBezTo>
                  <a:cubicBezTo>
                    <a:pt x="40478" y="9392"/>
                    <a:pt x="43011" y="6497"/>
                    <a:pt x="43011" y="3964"/>
                  </a:cubicBezTo>
                  <a:close/>
                  <a:moveTo>
                    <a:pt x="23289" y="64487"/>
                  </a:moveTo>
                  <a:cubicBezTo>
                    <a:pt x="21570" y="71362"/>
                    <a:pt x="15870" y="75886"/>
                    <a:pt x="10352" y="75886"/>
                  </a:cubicBezTo>
                  <a:cubicBezTo>
                    <a:pt x="8814" y="75886"/>
                    <a:pt x="7819" y="75614"/>
                    <a:pt x="7095" y="75433"/>
                  </a:cubicBezTo>
                  <a:cubicBezTo>
                    <a:pt x="9266" y="74167"/>
                    <a:pt x="9900" y="71814"/>
                    <a:pt x="9900" y="70638"/>
                  </a:cubicBezTo>
                  <a:cubicBezTo>
                    <a:pt x="9900" y="69100"/>
                    <a:pt x="8814" y="66929"/>
                    <a:pt x="5828" y="66929"/>
                  </a:cubicBezTo>
                  <a:cubicBezTo>
                    <a:pt x="2753" y="66929"/>
                    <a:pt x="219" y="69734"/>
                    <a:pt x="219" y="72719"/>
                  </a:cubicBezTo>
                  <a:cubicBezTo>
                    <a:pt x="219" y="76609"/>
                    <a:pt x="4291" y="78961"/>
                    <a:pt x="10442" y="78961"/>
                  </a:cubicBezTo>
                  <a:cubicBezTo>
                    <a:pt x="16594" y="78961"/>
                    <a:pt x="28355" y="75795"/>
                    <a:pt x="31160" y="64577"/>
                  </a:cubicBezTo>
                  <a:lnTo>
                    <a:pt x="39302" y="32190"/>
                  </a:lnTo>
                  <a:cubicBezTo>
                    <a:pt x="39483" y="31285"/>
                    <a:pt x="39754" y="30471"/>
                    <a:pt x="39754" y="29204"/>
                  </a:cubicBezTo>
                  <a:cubicBezTo>
                    <a:pt x="39754" y="24047"/>
                    <a:pt x="34959" y="20429"/>
                    <a:pt x="28626" y="20429"/>
                  </a:cubicBezTo>
                  <a:cubicBezTo>
                    <a:pt x="17680" y="20429"/>
                    <a:pt x="10985" y="32642"/>
                    <a:pt x="10985" y="34451"/>
                  </a:cubicBezTo>
                  <a:cubicBezTo>
                    <a:pt x="10985" y="35718"/>
                    <a:pt x="12433" y="35718"/>
                    <a:pt x="12885" y="35718"/>
                  </a:cubicBezTo>
                  <a:cubicBezTo>
                    <a:pt x="14242" y="35718"/>
                    <a:pt x="14423" y="35356"/>
                    <a:pt x="14875" y="34451"/>
                  </a:cubicBezTo>
                  <a:cubicBezTo>
                    <a:pt x="19037" y="25585"/>
                    <a:pt x="25189" y="23505"/>
                    <a:pt x="28265" y="23505"/>
                  </a:cubicBezTo>
                  <a:cubicBezTo>
                    <a:pt x="31883" y="23505"/>
                    <a:pt x="32064" y="26761"/>
                    <a:pt x="32064" y="28299"/>
                  </a:cubicBezTo>
                  <a:cubicBezTo>
                    <a:pt x="32064" y="29566"/>
                    <a:pt x="31974" y="29928"/>
                    <a:pt x="31793" y="30652"/>
                  </a:cubicBezTo>
                  <a:lnTo>
                    <a:pt x="23289" y="6448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3" name="Freeform: Shape 2002">
              <a:extLst>
                <a:ext uri="{FF2B5EF4-FFF2-40B4-BE49-F238E27FC236}">
                  <a16:creationId xmlns:a16="http://schemas.microsoft.com/office/drawing/2014/main" id="{13FA48D5-C8CD-7DE1-2F57-99D297811ACF}"/>
                </a:ext>
              </a:extLst>
            </p:cNvPr>
            <p:cNvSpPr/>
            <p:nvPr>
              <p:custDataLst>
                <p:tags r:id="rId49"/>
              </p:custDataLst>
            </p:nvPr>
          </p:nvSpPr>
          <p:spPr>
            <a:xfrm>
              <a:off x="10886107" y="5343610"/>
              <a:ext cx="26507" cy="90467"/>
            </a:xfrm>
            <a:custGeom>
              <a:avLst/>
              <a:gdLst>
                <a:gd name="connsiteX0" fmla="*/ 26730 w 26507"/>
                <a:gd name="connsiteY0" fmla="*/ 45307 h 90467"/>
                <a:gd name="connsiteX1" fmla="*/ 1670 w 26507"/>
                <a:gd name="connsiteY1" fmla="*/ 73 h 90467"/>
                <a:gd name="connsiteX2" fmla="*/ 223 w 26507"/>
                <a:gd name="connsiteY2" fmla="*/ 1340 h 90467"/>
                <a:gd name="connsiteX3" fmla="*/ 766 w 26507"/>
                <a:gd name="connsiteY3" fmla="*/ 2516 h 90467"/>
                <a:gd name="connsiteX4" fmla="*/ 19764 w 26507"/>
                <a:gd name="connsiteY4" fmla="*/ 45307 h 90467"/>
                <a:gd name="connsiteX5" fmla="*/ 15150 w 26507"/>
                <a:gd name="connsiteY5" fmla="*/ 69372 h 90467"/>
                <a:gd name="connsiteX6" fmla="*/ 675 w 26507"/>
                <a:gd name="connsiteY6" fmla="*/ 88280 h 90467"/>
                <a:gd name="connsiteX7" fmla="*/ 223 w 26507"/>
                <a:gd name="connsiteY7" fmla="*/ 89275 h 90467"/>
                <a:gd name="connsiteX8" fmla="*/ 1670 w 26507"/>
                <a:gd name="connsiteY8" fmla="*/ 90541 h 90467"/>
                <a:gd name="connsiteX9" fmla="*/ 26730 w 26507"/>
                <a:gd name="connsiteY9" fmla="*/ 45307 h 9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07" h="90467">
                  <a:moveTo>
                    <a:pt x="26730" y="45307"/>
                  </a:moveTo>
                  <a:cubicBezTo>
                    <a:pt x="26730" y="14639"/>
                    <a:pt x="3480" y="73"/>
                    <a:pt x="1670" y="73"/>
                  </a:cubicBezTo>
                  <a:cubicBezTo>
                    <a:pt x="223" y="73"/>
                    <a:pt x="223" y="1159"/>
                    <a:pt x="223" y="1340"/>
                  </a:cubicBezTo>
                  <a:cubicBezTo>
                    <a:pt x="223" y="1431"/>
                    <a:pt x="223" y="1973"/>
                    <a:pt x="766" y="2516"/>
                  </a:cubicBezTo>
                  <a:cubicBezTo>
                    <a:pt x="14336" y="13282"/>
                    <a:pt x="19764" y="29023"/>
                    <a:pt x="19764" y="45307"/>
                  </a:cubicBezTo>
                  <a:cubicBezTo>
                    <a:pt x="19764" y="53450"/>
                    <a:pt x="18226" y="61953"/>
                    <a:pt x="15150" y="69372"/>
                  </a:cubicBezTo>
                  <a:cubicBezTo>
                    <a:pt x="10807" y="79685"/>
                    <a:pt x="5108" y="84661"/>
                    <a:pt x="675" y="88280"/>
                  </a:cubicBezTo>
                  <a:cubicBezTo>
                    <a:pt x="404" y="88461"/>
                    <a:pt x="223" y="88913"/>
                    <a:pt x="223" y="89275"/>
                  </a:cubicBezTo>
                  <a:cubicBezTo>
                    <a:pt x="223" y="89456"/>
                    <a:pt x="223" y="90541"/>
                    <a:pt x="1670" y="90541"/>
                  </a:cubicBezTo>
                  <a:cubicBezTo>
                    <a:pt x="3480" y="90541"/>
                    <a:pt x="26730" y="76066"/>
                    <a:pt x="26730" y="4530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4" name="Freeform: Shape 2003">
              <a:extLst>
                <a:ext uri="{FF2B5EF4-FFF2-40B4-BE49-F238E27FC236}">
                  <a16:creationId xmlns:a16="http://schemas.microsoft.com/office/drawing/2014/main" id="{39C16587-3C36-DFDD-7976-0C7089492350}"/>
                </a:ext>
              </a:extLst>
            </p:cNvPr>
            <p:cNvSpPr/>
            <p:nvPr>
              <p:custDataLst>
                <p:tags r:id="rId50"/>
              </p:custDataLst>
            </p:nvPr>
          </p:nvSpPr>
          <p:spPr>
            <a:xfrm>
              <a:off x="10958269" y="5243915"/>
              <a:ext cx="41977" cy="180935"/>
            </a:xfrm>
            <a:custGeom>
              <a:avLst/>
              <a:gdLst>
                <a:gd name="connsiteX0" fmla="*/ 42204 w 41977"/>
                <a:gd name="connsiteY0" fmla="*/ 90540 h 180935"/>
                <a:gd name="connsiteX1" fmla="*/ 30262 w 41977"/>
                <a:gd name="connsiteY1" fmla="*/ 34088 h 180935"/>
                <a:gd name="connsiteX2" fmla="*/ 2036 w 41977"/>
                <a:gd name="connsiteY2" fmla="*/ 72 h 180935"/>
                <a:gd name="connsiteX3" fmla="*/ 227 w 41977"/>
                <a:gd name="connsiteY3" fmla="*/ 1881 h 180935"/>
                <a:gd name="connsiteX4" fmla="*/ 3664 w 41977"/>
                <a:gd name="connsiteY4" fmla="*/ 6043 h 180935"/>
                <a:gd name="connsiteX5" fmla="*/ 31709 w 41977"/>
                <a:gd name="connsiteY5" fmla="*/ 90540 h 180935"/>
                <a:gd name="connsiteX6" fmla="*/ 2579 w 41977"/>
                <a:gd name="connsiteY6" fmla="*/ 176122 h 180935"/>
                <a:gd name="connsiteX7" fmla="*/ 227 w 41977"/>
                <a:gd name="connsiteY7" fmla="*/ 179198 h 180935"/>
                <a:gd name="connsiteX8" fmla="*/ 2036 w 41977"/>
                <a:gd name="connsiteY8" fmla="*/ 181007 h 180935"/>
                <a:gd name="connsiteX9" fmla="*/ 30805 w 41977"/>
                <a:gd name="connsiteY9" fmla="*/ 145725 h 180935"/>
                <a:gd name="connsiteX10" fmla="*/ 42204 w 41977"/>
                <a:gd name="connsiteY10" fmla="*/ 90540 h 18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77" h="180935">
                  <a:moveTo>
                    <a:pt x="42204" y="90540"/>
                  </a:moveTo>
                  <a:cubicBezTo>
                    <a:pt x="42204" y="76427"/>
                    <a:pt x="40213" y="54533"/>
                    <a:pt x="30262" y="34088"/>
                  </a:cubicBezTo>
                  <a:cubicBezTo>
                    <a:pt x="19406" y="11833"/>
                    <a:pt x="3845" y="72"/>
                    <a:pt x="2036" y="72"/>
                  </a:cubicBezTo>
                  <a:cubicBezTo>
                    <a:pt x="950" y="72"/>
                    <a:pt x="227" y="795"/>
                    <a:pt x="227" y="1881"/>
                  </a:cubicBezTo>
                  <a:cubicBezTo>
                    <a:pt x="227" y="2424"/>
                    <a:pt x="227" y="2786"/>
                    <a:pt x="3664" y="6043"/>
                  </a:cubicBezTo>
                  <a:cubicBezTo>
                    <a:pt x="21396" y="23955"/>
                    <a:pt x="31709" y="52724"/>
                    <a:pt x="31709" y="90540"/>
                  </a:cubicBezTo>
                  <a:cubicBezTo>
                    <a:pt x="31709" y="121480"/>
                    <a:pt x="25015" y="153324"/>
                    <a:pt x="2579" y="176122"/>
                  </a:cubicBezTo>
                  <a:cubicBezTo>
                    <a:pt x="227" y="178293"/>
                    <a:pt x="227" y="178655"/>
                    <a:pt x="227" y="179198"/>
                  </a:cubicBezTo>
                  <a:cubicBezTo>
                    <a:pt x="227" y="180284"/>
                    <a:pt x="950" y="181007"/>
                    <a:pt x="2036" y="181007"/>
                  </a:cubicBezTo>
                  <a:cubicBezTo>
                    <a:pt x="3845" y="181007"/>
                    <a:pt x="20130" y="168704"/>
                    <a:pt x="30805" y="145725"/>
                  </a:cubicBezTo>
                  <a:cubicBezTo>
                    <a:pt x="40033" y="125822"/>
                    <a:pt x="42204" y="105738"/>
                    <a:pt x="42204" y="9054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5" name="Freeform: Shape 2004">
              <a:extLst>
                <a:ext uri="{FF2B5EF4-FFF2-40B4-BE49-F238E27FC236}">
                  <a16:creationId xmlns:a16="http://schemas.microsoft.com/office/drawing/2014/main" id="{3AA66AC5-DCC9-36E9-2BBB-1290F5F3839F}"/>
                </a:ext>
              </a:extLst>
            </p:cNvPr>
            <p:cNvSpPr/>
            <p:nvPr>
              <p:custDataLst>
                <p:tags r:id="rId51"/>
              </p:custDataLst>
            </p:nvPr>
          </p:nvSpPr>
          <p:spPr>
            <a:xfrm>
              <a:off x="11087758" y="5387150"/>
              <a:ext cx="120322" cy="42338"/>
            </a:xfrm>
            <a:custGeom>
              <a:avLst/>
              <a:gdLst>
                <a:gd name="connsiteX0" fmla="*/ 114404 w 120322"/>
                <a:gd name="connsiteY0" fmla="*/ 7313 h 42338"/>
                <a:gd name="connsiteX1" fmla="*/ 120556 w 120322"/>
                <a:gd name="connsiteY1" fmla="*/ 3695 h 42338"/>
                <a:gd name="connsiteX2" fmla="*/ 114585 w 120322"/>
                <a:gd name="connsiteY2" fmla="*/ 76 h 42338"/>
                <a:gd name="connsiteX3" fmla="*/ 6205 w 120322"/>
                <a:gd name="connsiteY3" fmla="*/ 76 h 42338"/>
                <a:gd name="connsiteX4" fmla="*/ 234 w 120322"/>
                <a:gd name="connsiteY4" fmla="*/ 3695 h 42338"/>
                <a:gd name="connsiteX5" fmla="*/ 6386 w 120322"/>
                <a:gd name="connsiteY5" fmla="*/ 7313 h 42338"/>
                <a:gd name="connsiteX6" fmla="*/ 114404 w 120322"/>
                <a:gd name="connsiteY6" fmla="*/ 7313 h 42338"/>
                <a:gd name="connsiteX7" fmla="*/ 114585 w 120322"/>
                <a:gd name="connsiteY7" fmla="*/ 42415 h 42338"/>
                <a:gd name="connsiteX8" fmla="*/ 120556 w 120322"/>
                <a:gd name="connsiteY8" fmla="*/ 38796 h 42338"/>
                <a:gd name="connsiteX9" fmla="*/ 114404 w 120322"/>
                <a:gd name="connsiteY9" fmla="*/ 35177 h 42338"/>
                <a:gd name="connsiteX10" fmla="*/ 6386 w 120322"/>
                <a:gd name="connsiteY10" fmla="*/ 35177 h 42338"/>
                <a:gd name="connsiteX11" fmla="*/ 234 w 120322"/>
                <a:gd name="connsiteY11" fmla="*/ 38796 h 42338"/>
                <a:gd name="connsiteX12" fmla="*/ 6205 w 120322"/>
                <a:gd name="connsiteY12" fmla="*/ 42415 h 42338"/>
                <a:gd name="connsiteX13" fmla="*/ 114585 w 120322"/>
                <a:gd name="connsiteY13" fmla="*/ 42415 h 4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322" h="42338">
                  <a:moveTo>
                    <a:pt x="114404" y="7313"/>
                  </a:moveTo>
                  <a:cubicBezTo>
                    <a:pt x="117118" y="7313"/>
                    <a:pt x="120556" y="7313"/>
                    <a:pt x="120556" y="3695"/>
                  </a:cubicBezTo>
                  <a:cubicBezTo>
                    <a:pt x="120556" y="76"/>
                    <a:pt x="117118" y="76"/>
                    <a:pt x="114585" y="76"/>
                  </a:cubicBezTo>
                  <a:lnTo>
                    <a:pt x="6205" y="76"/>
                  </a:lnTo>
                  <a:cubicBezTo>
                    <a:pt x="3672" y="76"/>
                    <a:pt x="234" y="76"/>
                    <a:pt x="234" y="3695"/>
                  </a:cubicBezTo>
                  <a:cubicBezTo>
                    <a:pt x="234" y="7313"/>
                    <a:pt x="3672" y="7313"/>
                    <a:pt x="6386" y="7313"/>
                  </a:cubicBezTo>
                  <a:lnTo>
                    <a:pt x="114404" y="7313"/>
                  </a:lnTo>
                  <a:close/>
                  <a:moveTo>
                    <a:pt x="114585" y="42415"/>
                  </a:moveTo>
                  <a:cubicBezTo>
                    <a:pt x="117118" y="42415"/>
                    <a:pt x="120556" y="42415"/>
                    <a:pt x="120556" y="38796"/>
                  </a:cubicBezTo>
                  <a:cubicBezTo>
                    <a:pt x="120556" y="35177"/>
                    <a:pt x="117118" y="35177"/>
                    <a:pt x="114404" y="35177"/>
                  </a:cubicBezTo>
                  <a:lnTo>
                    <a:pt x="6386" y="35177"/>
                  </a:lnTo>
                  <a:cubicBezTo>
                    <a:pt x="3672" y="35177"/>
                    <a:pt x="234" y="35177"/>
                    <a:pt x="234" y="38796"/>
                  </a:cubicBezTo>
                  <a:cubicBezTo>
                    <a:pt x="234" y="42415"/>
                    <a:pt x="3672" y="42415"/>
                    <a:pt x="6205" y="42415"/>
                  </a:cubicBezTo>
                  <a:lnTo>
                    <a:pt x="114585" y="424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6" name="Freeform: Shape 2005">
              <a:extLst>
                <a:ext uri="{FF2B5EF4-FFF2-40B4-BE49-F238E27FC236}">
                  <a16:creationId xmlns:a16="http://schemas.microsoft.com/office/drawing/2014/main" id="{E4F7A963-5B57-6D27-7C5E-AA85EB53CA7E}"/>
                </a:ext>
              </a:extLst>
            </p:cNvPr>
            <p:cNvSpPr/>
            <p:nvPr>
              <p:custDataLst>
                <p:tags r:id="rId52"/>
              </p:custDataLst>
            </p:nvPr>
          </p:nvSpPr>
          <p:spPr>
            <a:xfrm>
              <a:off x="11276936" y="5373580"/>
              <a:ext cx="69479" cy="81963"/>
            </a:xfrm>
            <a:custGeom>
              <a:avLst/>
              <a:gdLst>
                <a:gd name="connsiteX0" fmla="*/ 25756 w 69479"/>
                <a:gd name="connsiteY0" fmla="*/ 38253 h 81963"/>
                <a:gd name="connsiteX1" fmla="*/ 53439 w 69479"/>
                <a:gd name="connsiteY1" fmla="*/ 34092 h 81963"/>
                <a:gd name="connsiteX2" fmla="*/ 67010 w 69479"/>
                <a:gd name="connsiteY2" fmla="*/ 15455 h 81963"/>
                <a:gd name="connsiteX3" fmla="*/ 47649 w 69479"/>
                <a:gd name="connsiteY3" fmla="*/ 76 h 81963"/>
                <a:gd name="connsiteX4" fmla="*/ 244 w 69479"/>
                <a:gd name="connsiteY4" fmla="*/ 49290 h 81963"/>
                <a:gd name="connsiteX5" fmla="*/ 28651 w 69479"/>
                <a:gd name="connsiteY5" fmla="*/ 82040 h 81963"/>
                <a:gd name="connsiteX6" fmla="*/ 69724 w 69479"/>
                <a:gd name="connsiteY6" fmla="*/ 60689 h 81963"/>
                <a:gd name="connsiteX7" fmla="*/ 67552 w 69479"/>
                <a:gd name="connsiteY7" fmla="*/ 58337 h 81963"/>
                <a:gd name="connsiteX8" fmla="*/ 65200 w 69479"/>
                <a:gd name="connsiteY8" fmla="*/ 60146 h 81963"/>
                <a:gd name="connsiteX9" fmla="*/ 29013 w 69479"/>
                <a:gd name="connsiteY9" fmla="*/ 78059 h 81963"/>
                <a:gd name="connsiteX10" fmla="*/ 13272 w 69479"/>
                <a:gd name="connsiteY10" fmla="*/ 57071 h 81963"/>
                <a:gd name="connsiteX11" fmla="*/ 16167 w 69479"/>
                <a:gd name="connsiteY11" fmla="*/ 38253 h 81963"/>
                <a:gd name="connsiteX12" fmla="*/ 25756 w 69479"/>
                <a:gd name="connsiteY12" fmla="*/ 38253 h 81963"/>
                <a:gd name="connsiteX13" fmla="*/ 17252 w 69479"/>
                <a:gd name="connsiteY13" fmla="*/ 34273 h 81963"/>
                <a:gd name="connsiteX14" fmla="*/ 47649 w 69479"/>
                <a:gd name="connsiteY14" fmla="*/ 4056 h 81963"/>
                <a:gd name="connsiteX15" fmla="*/ 61039 w 69479"/>
                <a:gd name="connsiteY15" fmla="*/ 15455 h 81963"/>
                <a:gd name="connsiteX16" fmla="*/ 24671 w 69479"/>
                <a:gd name="connsiteY16" fmla="*/ 34273 h 81963"/>
                <a:gd name="connsiteX17" fmla="*/ 17252 w 69479"/>
                <a:gd name="connsiteY17" fmla="*/ 34273 h 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79" h="81963">
                  <a:moveTo>
                    <a:pt x="25756" y="38253"/>
                  </a:moveTo>
                  <a:cubicBezTo>
                    <a:pt x="31003" y="38253"/>
                    <a:pt x="44393" y="37891"/>
                    <a:pt x="53439" y="34092"/>
                  </a:cubicBezTo>
                  <a:cubicBezTo>
                    <a:pt x="66105" y="28664"/>
                    <a:pt x="67010" y="17988"/>
                    <a:pt x="67010" y="15455"/>
                  </a:cubicBezTo>
                  <a:cubicBezTo>
                    <a:pt x="67010" y="7494"/>
                    <a:pt x="60134" y="76"/>
                    <a:pt x="47649" y="76"/>
                  </a:cubicBezTo>
                  <a:cubicBezTo>
                    <a:pt x="27566" y="76"/>
                    <a:pt x="244" y="17627"/>
                    <a:pt x="244" y="49290"/>
                  </a:cubicBezTo>
                  <a:cubicBezTo>
                    <a:pt x="244" y="67746"/>
                    <a:pt x="10919" y="82040"/>
                    <a:pt x="28651" y="82040"/>
                  </a:cubicBezTo>
                  <a:cubicBezTo>
                    <a:pt x="54525" y="82040"/>
                    <a:pt x="69724" y="62860"/>
                    <a:pt x="69724" y="60689"/>
                  </a:cubicBezTo>
                  <a:cubicBezTo>
                    <a:pt x="69724" y="59604"/>
                    <a:pt x="68638" y="58337"/>
                    <a:pt x="67552" y="58337"/>
                  </a:cubicBezTo>
                  <a:cubicBezTo>
                    <a:pt x="66648" y="58337"/>
                    <a:pt x="66286" y="58699"/>
                    <a:pt x="65200" y="60146"/>
                  </a:cubicBezTo>
                  <a:cubicBezTo>
                    <a:pt x="50906" y="78059"/>
                    <a:pt x="31184" y="78059"/>
                    <a:pt x="29013" y="78059"/>
                  </a:cubicBezTo>
                  <a:cubicBezTo>
                    <a:pt x="14900" y="78059"/>
                    <a:pt x="13272" y="62860"/>
                    <a:pt x="13272" y="57071"/>
                  </a:cubicBezTo>
                  <a:cubicBezTo>
                    <a:pt x="13272" y="54899"/>
                    <a:pt x="13453" y="49290"/>
                    <a:pt x="16167" y="38253"/>
                  </a:cubicBezTo>
                  <a:lnTo>
                    <a:pt x="25756" y="38253"/>
                  </a:lnTo>
                  <a:close/>
                  <a:moveTo>
                    <a:pt x="17252" y="34273"/>
                  </a:moveTo>
                  <a:cubicBezTo>
                    <a:pt x="24309" y="6770"/>
                    <a:pt x="42945" y="4056"/>
                    <a:pt x="47649" y="4056"/>
                  </a:cubicBezTo>
                  <a:cubicBezTo>
                    <a:pt x="56153" y="4056"/>
                    <a:pt x="61039" y="9304"/>
                    <a:pt x="61039" y="15455"/>
                  </a:cubicBezTo>
                  <a:cubicBezTo>
                    <a:pt x="61039" y="34273"/>
                    <a:pt x="32089" y="34273"/>
                    <a:pt x="24671" y="34273"/>
                  </a:cubicBezTo>
                  <a:lnTo>
                    <a:pt x="17252" y="3427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7" name="Freeform: Shape 2006">
              <a:extLst>
                <a:ext uri="{FF2B5EF4-FFF2-40B4-BE49-F238E27FC236}">
                  <a16:creationId xmlns:a16="http://schemas.microsoft.com/office/drawing/2014/main" id="{07E9FEF6-15D6-1392-9482-21682287BDC9}"/>
                </a:ext>
              </a:extLst>
            </p:cNvPr>
            <p:cNvSpPr/>
            <p:nvPr>
              <p:custDataLst>
                <p:tags r:id="rId53"/>
              </p:custDataLst>
            </p:nvPr>
          </p:nvSpPr>
          <p:spPr>
            <a:xfrm>
              <a:off x="11367427" y="5283856"/>
              <a:ext cx="32930" cy="126528"/>
            </a:xfrm>
            <a:custGeom>
              <a:avLst/>
              <a:gdLst>
                <a:gd name="connsiteX0" fmla="*/ 30646 w 32930"/>
                <a:gd name="connsiteY0" fmla="*/ 72 h 126528"/>
                <a:gd name="connsiteX1" fmla="*/ 249 w 32930"/>
                <a:gd name="connsiteY1" fmla="*/ 63273 h 126528"/>
                <a:gd name="connsiteX2" fmla="*/ 30646 w 32930"/>
                <a:gd name="connsiteY2" fmla="*/ 126600 h 126528"/>
                <a:gd name="connsiteX3" fmla="*/ 33179 w 32930"/>
                <a:gd name="connsiteY3" fmla="*/ 125080 h 126528"/>
                <a:gd name="connsiteX4" fmla="*/ 31913 w 32930"/>
                <a:gd name="connsiteY4" fmla="*/ 123180 h 126528"/>
                <a:gd name="connsiteX5" fmla="*/ 8861 w 32930"/>
                <a:gd name="connsiteY5" fmla="*/ 63399 h 126528"/>
                <a:gd name="connsiteX6" fmla="*/ 32293 w 32930"/>
                <a:gd name="connsiteY6" fmla="*/ 3111 h 126528"/>
                <a:gd name="connsiteX7" fmla="*/ 33179 w 32930"/>
                <a:gd name="connsiteY7" fmla="*/ 1592 h 126528"/>
                <a:gd name="connsiteX8" fmla="*/ 30646 w 32930"/>
                <a:gd name="connsiteY8"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0" h="126528">
                  <a:moveTo>
                    <a:pt x="30646" y="72"/>
                  </a:moveTo>
                  <a:cubicBezTo>
                    <a:pt x="6582" y="17043"/>
                    <a:pt x="249" y="43894"/>
                    <a:pt x="249" y="63273"/>
                  </a:cubicBezTo>
                  <a:cubicBezTo>
                    <a:pt x="249" y="81131"/>
                    <a:pt x="5568" y="108868"/>
                    <a:pt x="30646" y="126600"/>
                  </a:cubicBezTo>
                  <a:cubicBezTo>
                    <a:pt x="31659" y="126600"/>
                    <a:pt x="33179" y="126600"/>
                    <a:pt x="33179" y="125080"/>
                  </a:cubicBezTo>
                  <a:cubicBezTo>
                    <a:pt x="33179" y="124320"/>
                    <a:pt x="32799" y="124067"/>
                    <a:pt x="31913" y="123180"/>
                  </a:cubicBezTo>
                  <a:cubicBezTo>
                    <a:pt x="15068" y="107982"/>
                    <a:pt x="8861" y="86450"/>
                    <a:pt x="8861" y="63399"/>
                  </a:cubicBezTo>
                  <a:cubicBezTo>
                    <a:pt x="8861" y="29202"/>
                    <a:pt x="21907" y="12484"/>
                    <a:pt x="32293" y="3111"/>
                  </a:cubicBezTo>
                  <a:cubicBezTo>
                    <a:pt x="32799" y="2605"/>
                    <a:pt x="33179" y="2225"/>
                    <a:pt x="33179" y="1592"/>
                  </a:cubicBezTo>
                  <a:cubicBezTo>
                    <a:pt x="33179" y="72"/>
                    <a:pt x="31659" y="72"/>
                    <a:pt x="30646"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8" name="Freeform: Shape 2007">
              <a:extLst>
                <a:ext uri="{FF2B5EF4-FFF2-40B4-BE49-F238E27FC236}">
                  <a16:creationId xmlns:a16="http://schemas.microsoft.com/office/drawing/2014/main" id="{16AACB18-F6BC-AD4F-73CB-9E8FE604C213}"/>
                </a:ext>
              </a:extLst>
            </p:cNvPr>
            <p:cNvSpPr/>
            <p:nvPr>
              <p:custDataLst>
                <p:tags r:id="rId54"/>
              </p:custDataLst>
            </p:nvPr>
          </p:nvSpPr>
          <p:spPr>
            <a:xfrm>
              <a:off x="11415737" y="5322992"/>
              <a:ext cx="75486" cy="82958"/>
            </a:xfrm>
            <a:custGeom>
              <a:avLst/>
              <a:gdLst>
                <a:gd name="connsiteX0" fmla="*/ 759 w 75486"/>
                <a:gd name="connsiteY0" fmla="*/ 76318 h 82958"/>
                <a:gd name="connsiteX1" fmla="*/ 252 w 75486"/>
                <a:gd name="connsiteY1" fmla="*/ 78978 h 82958"/>
                <a:gd name="connsiteX2" fmla="*/ 4558 w 75486"/>
                <a:gd name="connsiteY2" fmla="*/ 83031 h 82958"/>
                <a:gd name="connsiteX3" fmla="*/ 10638 w 75486"/>
                <a:gd name="connsiteY3" fmla="*/ 76698 h 82958"/>
                <a:gd name="connsiteX4" fmla="*/ 16464 w 75486"/>
                <a:gd name="connsiteY4" fmla="*/ 53520 h 82958"/>
                <a:gd name="connsiteX5" fmla="*/ 30016 w 75486"/>
                <a:gd name="connsiteY5" fmla="*/ 57193 h 82958"/>
                <a:gd name="connsiteX6" fmla="*/ 48254 w 75486"/>
                <a:gd name="connsiteY6" fmla="*/ 48074 h 82958"/>
                <a:gd name="connsiteX7" fmla="*/ 61300 w 75486"/>
                <a:gd name="connsiteY7" fmla="*/ 57193 h 82958"/>
                <a:gd name="connsiteX8" fmla="*/ 71306 w 75486"/>
                <a:gd name="connsiteY8" fmla="*/ 50480 h 82958"/>
                <a:gd name="connsiteX9" fmla="*/ 75739 w 75486"/>
                <a:gd name="connsiteY9" fmla="*/ 37815 h 82958"/>
                <a:gd name="connsiteX10" fmla="*/ 73712 w 75486"/>
                <a:gd name="connsiteY10" fmla="*/ 36168 h 82958"/>
                <a:gd name="connsiteX11" fmla="*/ 70926 w 75486"/>
                <a:gd name="connsiteY11" fmla="*/ 40095 h 82958"/>
                <a:gd name="connsiteX12" fmla="*/ 61680 w 75486"/>
                <a:gd name="connsiteY12" fmla="*/ 53647 h 82958"/>
                <a:gd name="connsiteX13" fmla="*/ 57500 w 75486"/>
                <a:gd name="connsiteY13" fmla="*/ 47441 h 82958"/>
                <a:gd name="connsiteX14" fmla="*/ 59400 w 75486"/>
                <a:gd name="connsiteY14" fmla="*/ 37435 h 82958"/>
                <a:gd name="connsiteX15" fmla="*/ 62186 w 75486"/>
                <a:gd name="connsiteY15" fmla="*/ 26036 h 82958"/>
                <a:gd name="connsiteX16" fmla="*/ 65099 w 75486"/>
                <a:gd name="connsiteY16" fmla="*/ 14764 h 82958"/>
                <a:gd name="connsiteX17" fmla="*/ 67253 w 75486"/>
                <a:gd name="connsiteY17" fmla="*/ 5391 h 82958"/>
                <a:gd name="connsiteX18" fmla="*/ 63073 w 75486"/>
                <a:gd name="connsiteY18" fmla="*/ 1338 h 82958"/>
                <a:gd name="connsiteX19" fmla="*/ 57880 w 75486"/>
                <a:gd name="connsiteY19" fmla="*/ 4378 h 82958"/>
                <a:gd name="connsiteX20" fmla="*/ 55854 w 75486"/>
                <a:gd name="connsiteY20" fmla="*/ 11724 h 82958"/>
                <a:gd name="connsiteX21" fmla="*/ 53194 w 75486"/>
                <a:gd name="connsiteY21" fmla="*/ 22236 h 82958"/>
                <a:gd name="connsiteX22" fmla="*/ 49268 w 75486"/>
                <a:gd name="connsiteY22" fmla="*/ 38068 h 82958"/>
                <a:gd name="connsiteX23" fmla="*/ 47241 w 75486"/>
                <a:gd name="connsiteY23" fmla="*/ 43134 h 82958"/>
                <a:gd name="connsiteX24" fmla="*/ 30523 w 75486"/>
                <a:gd name="connsiteY24" fmla="*/ 53647 h 82958"/>
                <a:gd name="connsiteX25" fmla="*/ 20137 w 75486"/>
                <a:gd name="connsiteY25" fmla="*/ 42374 h 82958"/>
                <a:gd name="connsiteX26" fmla="*/ 22290 w 75486"/>
                <a:gd name="connsiteY26" fmla="*/ 30596 h 82958"/>
                <a:gd name="connsiteX27" fmla="*/ 25076 w 75486"/>
                <a:gd name="connsiteY27" fmla="*/ 19197 h 82958"/>
                <a:gd name="connsiteX28" fmla="*/ 26850 w 75486"/>
                <a:gd name="connsiteY28" fmla="*/ 12104 h 82958"/>
                <a:gd name="connsiteX29" fmla="*/ 28749 w 75486"/>
                <a:gd name="connsiteY29" fmla="*/ 4125 h 82958"/>
                <a:gd name="connsiteX30" fmla="*/ 24443 w 75486"/>
                <a:gd name="connsiteY30" fmla="*/ 72 h 82958"/>
                <a:gd name="connsiteX31" fmla="*/ 18364 w 75486"/>
                <a:gd name="connsiteY31" fmla="*/ 6024 h 82958"/>
                <a:gd name="connsiteX32" fmla="*/ 759 w 75486"/>
                <a:gd name="connsiteY32" fmla="*/ 76318 h 8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486" h="82958">
                  <a:moveTo>
                    <a:pt x="759" y="76318"/>
                  </a:moveTo>
                  <a:cubicBezTo>
                    <a:pt x="252" y="78218"/>
                    <a:pt x="252" y="78851"/>
                    <a:pt x="252" y="78978"/>
                  </a:cubicBezTo>
                  <a:cubicBezTo>
                    <a:pt x="252" y="81764"/>
                    <a:pt x="2532" y="83031"/>
                    <a:pt x="4558" y="83031"/>
                  </a:cubicBezTo>
                  <a:cubicBezTo>
                    <a:pt x="9118" y="83031"/>
                    <a:pt x="10131" y="78851"/>
                    <a:pt x="10638" y="76698"/>
                  </a:cubicBezTo>
                  <a:cubicBezTo>
                    <a:pt x="10891" y="76065"/>
                    <a:pt x="13424" y="65932"/>
                    <a:pt x="16464" y="53520"/>
                  </a:cubicBezTo>
                  <a:cubicBezTo>
                    <a:pt x="20390" y="56180"/>
                    <a:pt x="25456" y="57193"/>
                    <a:pt x="30016" y="57193"/>
                  </a:cubicBezTo>
                  <a:cubicBezTo>
                    <a:pt x="40908" y="57193"/>
                    <a:pt x="48001" y="48327"/>
                    <a:pt x="48254" y="48074"/>
                  </a:cubicBezTo>
                  <a:cubicBezTo>
                    <a:pt x="50661" y="56813"/>
                    <a:pt x="59400" y="57193"/>
                    <a:pt x="61300" y="57193"/>
                  </a:cubicBezTo>
                  <a:cubicBezTo>
                    <a:pt x="65859" y="57193"/>
                    <a:pt x="69026" y="54407"/>
                    <a:pt x="71306" y="50480"/>
                  </a:cubicBezTo>
                  <a:cubicBezTo>
                    <a:pt x="74092" y="45541"/>
                    <a:pt x="75739" y="38321"/>
                    <a:pt x="75739" y="37815"/>
                  </a:cubicBezTo>
                  <a:cubicBezTo>
                    <a:pt x="75739" y="36168"/>
                    <a:pt x="74092" y="36168"/>
                    <a:pt x="73712" y="36168"/>
                  </a:cubicBezTo>
                  <a:cubicBezTo>
                    <a:pt x="71939" y="36168"/>
                    <a:pt x="71812" y="36675"/>
                    <a:pt x="70926" y="40095"/>
                  </a:cubicBezTo>
                  <a:cubicBezTo>
                    <a:pt x="69406" y="46174"/>
                    <a:pt x="66999" y="53647"/>
                    <a:pt x="61680" y="53647"/>
                  </a:cubicBezTo>
                  <a:cubicBezTo>
                    <a:pt x="58387" y="53647"/>
                    <a:pt x="57500" y="50860"/>
                    <a:pt x="57500" y="47441"/>
                  </a:cubicBezTo>
                  <a:cubicBezTo>
                    <a:pt x="57500" y="45288"/>
                    <a:pt x="58513" y="40728"/>
                    <a:pt x="59400" y="37435"/>
                  </a:cubicBezTo>
                  <a:cubicBezTo>
                    <a:pt x="60287" y="34015"/>
                    <a:pt x="61553" y="28822"/>
                    <a:pt x="62186" y="26036"/>
                  </a:cubicBezTo>
                  <a:lnTo>
                    <a:pt x="65099" y="14764"/>
                  </a:lnTo>
                  <a:cubicBezTo>
                    <a:pt x="65859" y="11597"/>
                    <a:pt x="67253" y="6024"/>
                    <a:pt x="67253" y="5391"/>
                  </a:cubicBezTo>
                  <a:cubicBezTo>
                    <a:pt x="67253" y="2858"/>
                    <a:pt x="65226" y="1338"/>
                    <a:pt x="63073" y="1338"/>
                  </a:cubicBezTo>
                  <a:cubicBezTo>
                    <a:pt x="61680" y="1338"/>
                    <a:pt x="59273" y="1972"/>
                    <a:pt x="57880" y="4378"/>
                  </a:cubicBezTo>
                  <a:cubicBezTo>
                    <a:pt x="57500" y="5138"/>
                    <a:pt x="56487" y="9191"/>
                    <a:pt x="55854" y="11724"/>
                  </a:cubicBezTo>
                  <a:lnTo>
                    <a:pt x="53194" y="22236"/>
                  </a:lnTo>
                  <a:lnTo>
                    <a:pt x="49268" y="38068"/>
                  </a:lnTo>
                  <a:cubicBezTo>
                    <a:pt x="48381" y="41235"/>
                    <a:pt x="48381" y="41488"/>
                    <a:pt x="47241" y="43134"/>
                  </a:cubicBezTo>
                  <a:cubicBezTo>
                    <a:pt x="43315" y="48707"/>
                    <a:pt x="37742" y="53647"/>
                    <a:pt x="30523" y="53647"/>
                  </a:cubicBezTo>
                  <a:cubicBezTo>
                    <a:pt x="20137" y="53647"/>
                    <a:pt x="20137" y="44654"/>
                    <a:pt x="20137" y="42374"/>
                  </a:cubicBezTo>
                  <a:cubicBezTo>
                    <a:pt x="20137" y="39081"/>
                    <a:pt x="20517" y="37435"/>
                    <a:pt x="22290" y="30596"/>
                  </a:cubicBezTo>
                  <a:cubicBezTo>
                    <a:pt x="23557" y="25023"/>
                    <a:pt x="23810" y="24136"/>
                    <a:pt x="25076" y="19197"/>
                  </a:cubicBezTo>
                  <a:lnTo>
                    <a:pt x="26850" y="12104"/>
                  </a:lnTo>
                  <a:cubicBezTo>
                    <a:pt x="27483" y="9444"/>
                    <a:pt x="28749" y="4631"/>
                    <a:pt x="28749" y="4125"/>
                  </a:cubicBezTo>
                  <a:cubicBezTo>
                    <a:pt x="28749" y="1845"/>
                    <a:pt x="26976" y="72"/>
                    <a:pt x="24443" y="72"/>
                  </a:cubicBezTo>
                  <a:cubicBezTo>
                    <a:pt x="19884" y="72"/>
                    <a:pt x="18744" y="4505"/>
                    <a:pt x="18364" y="6024"/>
                  </a:cubicBezTo>
                  <a:lnTo>
                    <a:pt x="759" y="763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09" name="Freeform: Shape 2008">
              <a:extLst>
                <a:ext uri="{FF2B5EF4-FFF2-40B4-BE49-F238E27FC236}">
                  <a16:creationId xmlns:a16="http://schemas.microsoft.com/office/drawing/2014/main" id="{AB68CFD1-D41E-928C-142E-1C9245A9B2EA}"/>
                </a:ext>
              </a:extLst>
            </p:cNvPr>
            <p:cNvSpPr/>
            <p:nvPr>
              <p:custDataLst>
                <p:tags r:id="rId55"/>
              </p:custDataLst>
            </p:nvPr>
          </p:nvSpPr>
          <p:spPr>
            <a:xfrm>
              <a:off x="11500728" y="5336598"/>
              <a:ext cx="42791" cy="78887"/>
            </a:xfrm>
            <a:custGeom>
              <a:avLst/>
              <a:gdLst>
                <a:gd name="connsiteX0" fmla="*/ 43048 w 42791"/>
                <a:gd name="connsiteY0" fmla="*/ 3963 h 78887"/>
                <a:gd name="connsiteX1" fmla="*/ 39068 w 42791"/>
                <a:gd name="connsiteY1" fmla="*/ 73 h 78887"/>
                <a:gd name="connsiteX2" fmla="*/ 33459 w 42791"/>
                <a:gd name="connsiteY2" fmla="*/ 5501 h 78887"/>
                <a:gd name="connsiteX3" fmla="*/ 37439 w 42791"/>
                <a:gd name="connsiteY3" fmla="*/ 9391 h 78887"/>
                <a:gd name="connsiteX4" fmla="*/ 43048 w 42791"/>
                <a:gd name="connsiteY4" fmla="*/ 3963 h 78887"/>
                <a:gd name="connsiteX5" fmla="*/ 23326 w 42791"/>
                <a:gd name="connsiteY5" fmla="*/ 64486 h 78887"/>
                <a:gd name="connsiteX6" fmla="*/ 10389 w 42791"/>
                <a:gd name="connsiteY6" fmla="*/ 75885 h 78887"/>
                <a:gd name="connsiteX7" fmla="*/ 7132 w 42791"/>
                <a:gd name="connsiteY7" fmla="*/ 75432 h 78887"/>
                <a:gd name="connsiteX8" fmla="*/ 9937 w 42791"/>
                <a:gd name="connsiteY8" fmla="*/ 70638 h 78887"/>
                <a:gd name="connsiteX9" fmla="*/ 5866 w 42791"/>
                <a:gd name="connsiteY9" fmla="*/ 66928 h 78887"/>
                <a:gd name="connsiteX10" fmla="*/ 257 w 42791"/>
                <a:gd name="connsiteY10" fmla="*/ 72718 h 78887"/>
                <a:gd name="connsiteX11" fmla="*/ 10480 w 42791"/>
                <a:gd name="connsiteY11" fmla="*/ 78961 h 78887"/>
                <a:gd name="connsiteX12" fmla="*/ 31197 w 42791"/>
                <a:gd name="connsiteY12" fmla="*/ 64576 h 78887"/>
                <a:gd name="connsiteX13" fmla="*/ 39339 w 42791"/>
                <a:gd name="connsiteY13" fmla="*/ 32189 h 78887"/>
                <a:gd name="connsiteX14" fmla="*/ 39791 w 42791"/>
                <a:gd name="connsiteY14" fmla="*/ 29203 h 78887"/>
                <a:gd name="connsiteX15" fmla="*/ 28664 w 42791"/>
                <a:gd name="connsiteY15" fmla="*/ 20428 h 78887"/>
                <a:gd name="connsiteX16" fmla="*/ 11023 w 42791"/>
                <a:gd name="connsiteY16" fmla="*/ 34450 h 78887"/>
                <a:gd name="connsiteX17" fmla="*/ 12922 w 42791"/>
                <a:gd name="connsiteY17" fmla="*/ 35717 h 78887"/>
                <a:gd name="connsiteX18" fmla="*/ 14913 w 42791"/>
                <a:gd name="connsiteY18" fmla="*/ 34450 h 78887"/>
                <a:gd name="connsiteX19" fmla="*/ 28302 w 42791"/>
                <a:gd name="connsiteY19" fmla="*/ 23504 h 78887"/>
                <a:gd name="connsiteX20" fmla="*/ 32102 w 42791"/>
                <a:gd name="connsiteY20" fmla="*/ 28299 h 78887"/>
                <a:gd name="connsiteX21" fmla="*/ 31830 w 42791"/>
                <a:gd name="connsiteY21" fmla="*/ 30651 h 78887"/>
                <a:gd name="connsiteX22" fmla="*/ 23326 w 42791"/>
                <a:gd name="connsiteY22" fmla="*/ 64486 h 7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791" h="78887">
                  <a:moveTo>
                    <a:pt x="43048" y="3963"/>
                  </a:moveTo>
                  <a:cubicBezTo>
                    <a:pt x="43048" y="1882"/>
                    <a:pt x="41510" y="73"/>
                    <a:pt x="39068" y="73"/>
                  </a:cubicBezTo>
                  <a:cubicBezTo>
                    <a:pt x="36263" y="73"/>
                    <a:pt x="33459" y="2787"/>
                    <a:pt x="33459" y="5501"/>
                  </a:cubicBezTo>
                  <a:cubicBezTo>
                    <a:pt x="33459" y="7672"/>
                    <a:pt x="35177" y="9391"/>
                    <a:pt x="37439" y="9391"/>
                  </a:cubicBezTo>
                  <a:cubicBezTo>
                    <a:pt x="40515" y="9391"/>
                    <a:pt x="43048" y="6496"/>
                    <a:pt x="43048" y="3963"/>
                  </a:cubicBezTo>
                  <a:close/>
                  <a:moveTo>
                    <a:pt x="23326" y="64486"/>
                  </a:moveTo>
                  <a:cubicBezTo>
                    <a:pt x="21607" y="71361"/>
                    <a:pt x="15908" y="75885"/>
                    <a:pt x="10389" y="75885"/>
                  </a:cubicBezTo>
                  <a:cubicBezTo>
                    <a:pt x="8851" y="75885"/>
                    <a:pt x="7856" y="75613"/>
                    <a:pt x="7132" y="75432"/>
                  </a:cubicBezTo>
                  <a:cubicBezTo>
                    <a:pt x="9304" y="74166"/>
                    <a:pt x="9937" y="71814"/>
                    <a:pt x="9937" y="70638"/>
                  </a:cubicBezTo>
                  <a:cubicBezTo>
                    <a:pt x="9937" y="69100"/>
                    <a:pt x="8851" y="66928"/>
                    <a:pt x="5866" y="66928"/>
                  </a:cubicBezTo>
                  <a:cubicBezTo>
                    <a:pt x="2790" y="66928"/>
                    <a:pt x="257" y="69733"/>
                    <a:pt x="257" y="72718"/>
                  </a:cubicBezTo>
                  <a:cubicBezTo>
                    <a:pt x="257" y="76608"/>
                    <a:pt x="4328" y="78961"/>
                    <a:pt x="10480" y="78961"/>
                  </a:cubicBezTo>
                  <a:cubicBezTo>
                    <a:pt x="16632" y="78961"/>
                    <a:pt x="28392" y="75794"/>
                    <a:pt x="31197" y="64576"/>
                  </a:cubicBezTo>
                  <a:lnTo>
                    <a:pt x="39339" y="32189"/>
                  </a:lnTo>
                  <a:cubicBezTo>
                    <a:pt x="39520" y="31284"/>
                    <a:pt x="39791" y="30470"/>
                    <a:pt x="39791" y="29203"/>
                  </a:cubicBezTo>
                  <a:cubicBezTo>
                    <a:pt x="39791" y="24047"/>
                    <a:pt x="34997" y="20428"/>
                    <a:pt x="28664" y="20428"/>
                  </a:cubicBezTo>
                  <a:cubicBezTo>
                    <a:pt x="17717" y="20428"/>
                    <a:pt x="11023" y="32641"/>
                    <a:pt x="11023" y="34450"/>
                  </a:cubicBezTo>
                  <a:cubicBezTo>
                    <a:pt x="11023" y="35717"/>
                    <a:pt x="12470" y="35717"/>
                    <a:pt x="12922" y="35717"/>
                  </a:cubicBezTo>
                  <a:cubicBezTo>
                    <a:pt x="14279" y="35717"/>
                    <a:pt x="14460" y="35355"/>
                    <a:pt x="14913" y="34450"/>
                  </a:cubicBezTo>
                  <a:cubicBezTo>
                    <a:pt x="19074" y="25585"/>
                    <a:pt x="25226" y="23504"/>
                    <a:pt x="28302" y="23504"/>
                  </a:cubicBezTo>
                  <a:cubicBezTo>
                    <a:pt x="31921" y="23504"/>
                    <a:pt x="32102" y="26761"/>
                    <a:pt x="32102" y="28299"/>
                  </a:cubicBezTo>
                  <a:cubicBezTo>
                    <a:pt x="32102" y="29565"/>
                    <a:pt x="32011" y="29927"/>
                    <a:pt x="31830" y="30651"/>
                  </a:cubicBezTo>
                  <a:lnTo>
                    <a:pt x="23326" y="6448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0" name="Freeform: Shape 2009">
              <a:extLst>
                <a:ext uri="{FF2B5EF4-FFF2-40B4-BE49-F238E27FC236}">
                  <a16:creationId xmlns:a16="http://schemas.microsoft.com/office/drawing/2014/main" id="{3E98AE74-7783-0509-CCA9-B6D24B9B69B6}"/>
                </a:ext>
              </a:extLst>
            </p:cNvPr>
            <p:cNvSpPr/>
            <p:nvPr>
              <p:custDataLst>
                <p:tags r:id="rId56"/>
              </p:custDataLst>
            </p:nvPr>
          </p:nvSpPr>
          <p:spPr>
            <a:xfrm>
              <a:off x="11578655" y="5344017"/>
              <a:ext cx="85618" cy="6206"/>
            </a:xfrm>
            <a:custGeom>
              <a:avLst/>
              <a:gdLst>
                <a:gd name="connsiteX0" fmla="*/ 80813 w 85618"/>
                <a:gd name="connsiteY0" fmla="*/ 6278 h 6206"/>
                <a:gd name="connsiteX1" fmla="*/ 85879 w 85618"/>
                <a:gd name="connsiteY1" fmla="*/ 3238 h 6206"/>
                <a:gd name="connsiteX2" fmla="*/ 80813 w 85618"/>
                <a:gd name="connsiteY2" fmla="*/ 72 h 6206"/>
                <a:gd name="connsiteX3" fmla="*/ 5327 w 85618"/>
                <a:gd name="connsiteY3" fmla="*/ 72 h 6206"/>
                <a:gd name="connsiteX4" fmla="*/ 261 w 85618"/>
                <a:gd name="connsiteY4" fmla="*/ 3111 h 6206"/>
                <a:gd name="connsiteX5" fmla="*/ 5327 w 85618"/>
                <a:gd name="connsiteY5" fmla="*/ 6278 h 6206"/>
                <a:gd name="connsiteX6" fmla="*/ 80813 w 85618"/>
                <a:gd name="connsiteY6" fmla="*/ 6278 h 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18" h="6206">
                  <a:moveTo>
                    <a:pt x="80813" y="6278"/>
                  </a:moveTo>
                  <a:cubicBezTo>
                    <a:pt x="82840" y="6278"/>
                    <a:pt x="85879" y="6278"/>
                    <a:pt x="85879" y="3238"/>
                  </a:cubicBezTo>
                  <a:cubicBezTo>
                    <a:pt x="85879" y="72"/>
                    <a:pt x="82966" y="72"/>
                    <a:pt x="80813" y="72"/>
                  </a:cubicBezTo>
                  <a:lnTo>
                    <a:pt x="5327" y="72"/>
                  </a:lnTo>
                  <a:cubicBezTo>
                    <a:pt x="3300" y="72"/>
                    <a:pt x="261" y="72"/>
                    <a:pt x="261" y="3111"/>
                  </a:cubicBezTo>
                  <a:cubicBezTo>
                    <a:pt x="261" y="6278"/>
                    <a:pt x="3174" y="6278"/>
                    <a:pt x="5327" y="6278"/>
                  </a:cubicBezTo>
                  <a:lnTo>
                    <a:pt x="80813" y="627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1" name="Freeform: Shape 2010">
              <a:extLst>
                <a:ext uri="{FF2B5EF4-FFF2-40B4-BE49-F238E27FC236}">
                  <a16:creationId xmlns:a16="http://schemas.microsoft.com/office/drawing/2014/main" id="{092CC49E-B47C-379D-3B24-5DCCD3E86D5A}"/>
                </a:ext>
              </a:extLst>
            </p:cNvPr>
            <p:cNvSpPr/>
            <p:nvPr>
              <p:custDataLst>
                <p:tags r:id="rId57"/>
              </p:custDataLst>
            </p:nvPr>
          </p:nvSpPr>
          <p:spPr>
            <a:xfrm>
              <a:off x="11680721" y="5289935"/>
              <a:ext cx="88531" cy="113482"/>
            </a:xfrm>
            <a:custGeom>
              <a:avLst/>
              <a:gdLst>
                <a:gd name="connsiteX0" fmla="*/ 8499 w 88531"/>
                <a:gd name="connsiteY0" fmla="*/ 110768 h 113482"/>
                <a:gd name="connsiteX1" fmla="*/ 16225 w 88531"/>
                <a:gd name="connsiteY1" fmla="*/ 79484 h 113482"/>
                <a:gd name="connsiteX2" fmla="*/ 44976 w 88531"/>
                <a:gd name="connsiteY2" fmla="*/ 90630 h 113482"/>
                <a:gd name="connsiteX3" fmla="*/ 87786 w 88531"/>
                <a:gd name="connsiteY3" fmla="*/ 55420 h 113482"/>
                <a:gd name="connsiteX4" fmla="*/ 79173 w 88531"/>
                <a:gd name="connsiteY4" fmla="*/ 38195 h 113482"/>
                <a:gd name="connsiteX5" fmla="*/ 88799 w 88531"/>
                <a:gd name="connsiteY5" fmla="*/ 18057 h 113482"/>
                <a:gd name="connsiteX6" fmla="*/ 66254 w 88531"/>
                <a:gd name="connsiteY6" fmla="*/ 72 h 113482"/>
                <a:gd name="connsiteX7" fmla="*/ 19898 w 88531"/>
                <a:gd name="connsiteY7" fmla="*/ 32495 h 113482"/>
                <a:gd name="connsiteX8" fmla="*/ 773 w 88531"/>
                <a:gd name="connsiteY8" fmla="*/ 109122 h 113482"/>
                <a:gd name="connsiteX9" fmla="*/ 267 w 88531"/>
                <a:gd name="connsiteY9" fmla="*/ 111275 h 113482"/>
                <a:gd name="connsiteX10" fmla="*/ 4320 w 88531"/>
                <a:gd name="connsiteY10" fmla="*/ 113555 h 113482"/>
                <a:gd name="connsiteX11" fmla="*/ 8499 w 88531"/>
                <a:gd name="connsiteY11" fmla="*/ 110768 h 113482"/>
                <a:gd name="connsiteX12" fmla="*/ 48142 w 88531"/>
                <a:gd name="connsiteY12" fmla="*/ 39841 h 113482"/>
                <a:gd name="connsiteX13" fmla="*/ 56628 w 88531"/>
                <a:gd name="connsiteY13" fmla="*/ 38575 h 113482"/>
                <a:gd name="connsiteX14" fmla="*/ 62581 w 88531"/>
                <a:gd name="connsiteY14" fmla="*/ 39081 h 113482"/>
                <a:gd name="connsiteX15" fmla="*/ 54855 w 88531"/>
                <a:gd name="connsiteY15" fmla="*/ 40601 h 113482"/>
                <a:gd name="connsiteX16" fmla="*/ 48142 w 88531"/>
                <a:gd name="connsiteY16" fmla="*/ 39841 h 113482"/>
                <a:gd name="connsiteX17" fmla="*/ 68661 w 88531"/>
                <a:gd name="connsiteY17" fmla="*/ 33762 h 113482"/>
                <a:gd name="connsiteX18" fmla="*/ 57008 w 88531"/>
                <a:gd name="connsiteY18" fmla="*/ 32749 h 113482"/>
                <a:gd name="connsiteX19" fmla="*/ 40037 w 88531"/>
                <a:gd name="connsiteY19" fmla="*/ 40348 h 113482"/>
                <a:gd name="connsiteX20" fmla="*/ 54602 w 88531"/>
                <a:gd name="connsiteY20" fmla="*/ 46427 h 113482"/>
                <a:gd name="connsiteX21" fmla="*/ 70180 w 88531"/>
                <a:gd name="connsiteY21" fmla="*/ 43768 h 113482"/>
                <a:gd name="connsiteX22" fmla="*/ 71700 w 88531"/>
                <a:gd name="connsiteY22" fmla="*/ 50480 h 113482"/>
                <a:gd name="connsiteX23" fmla="*/ 64228 w 88531"/>
                <a:gd name="connsiteY23" fmla="*/ 75558 h 113482"/>
                <a:gd name="connsiteX24" fmla="*/ 44849 w 88531"/>
                <a:gd name="connsiteY24" fmla="*/ 84804 h 113482"/>
                <a:gd name="connsiteX25" fmla="*/ 20025 w 88531"/>
                <a:gd name="connsiteY25" fmla="*/ 66819 h 113482"/>
                <a:gd name="connsiteX26" fmla="*/ 22305 w 88531"/>
                <a:gd name="connsiteY26" fmla="*/ 55547 h 113482"/>
                <a:gd name="connsiteX27" fmla="*/ 27244 w 88531"/>
                <a:gd name="connsiteY27" fmla="*/ 35408 h 113482"/>
                <a:gd name="connsiteX28" fmla="*/ 40670 w 88531"/>
                <a:gd name="connsiteY28" fmla="*/ 14764 h 113482"/>
                <a:gd name="connsiteX29" fmla="*/ 65621 w 88531"/>
                <a:gd name="connsiteY29" fmla="*/ 5898 h 113482"/>
                <a:gd name="connsiteX30" fmla="*/ 74233 w 88531"/>
                <a:gd name="connsiteY30" fmla="*/ 13497 h 113482"/>
                <a:gd name="connsiteX31" fmla="*/ 68661 w 88531"/>
                <a:gd name="connsiteY31" fmla="*/ 33762 h 11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531" h="113482">
                  <a:moveTo>
                    <a:pt x="8499" y="110768"/>
                  </a:moveTo>
                  <a:lnTo>
                    <a:pt x="16225" y="79484"/>
                  </a:lnTo>
                  <a:cubicBezTo>
                    <a:pt x="18632" y="82651"/>
                    <a:pt x="27118" y="90630"/>
                    <a:pt x="44976" y="90630"/>
                  </a:cubicBezTo>
                  <a:cubicBezTo>
                    <a:pt x="73347" y="90630"/>
                    <a:pt x="87786" y="71378"/>
                    <a:pt x="87786" y="55420"/>
                  </a:cubicBezTo>
                  <a:cubicBezTo>
                    <a:pt x="87786" y="48074"/>
                    <a:pt x="84872" y="42248"/>
                    <a:pt x="79173" y="38195"/>
                  </a:cubicBezTo>
                  <a:cubicBezTo>
                    <a:pt x="84746" y="33635"/>
                    <a:pt x="88799" y="25529"/>
                    <a:pt x="88799" y="18057"/>
                  </a:cubicBezTo>
                  <a:cubicBezTo>
                    <a:pt x="88799" y="7798"/>
                    <a:pt x="81453" y="72"/>
                    <a:pt x="66254" y="72"/>
                  </a:cubicBezTo>
                  <a:cubicBezTo>
                    <a:pt x="47509" y="72"/>
                    <a:pt x="24965" y="11977"/>
                    <a:pt x="19898" y="32495"/>
                  </a:cubicBezTo>
                  <a:lnTo>
                    <a:pt x="773" y="109122"/>
                  </a:lnTo>
                  <a:cubicBezTo>
                    <a:pt x="267" y="110895"/>
                    <a:pt x="267" y="111148"/>
                    <a:pt x="267" y="111275"/>
                  </a:cubicBezTo>
                  <a:cubicBezTo>
                    <a:pt x="267" y="113555"/>
                    <a:pt x="2420" y="113555"/>
                    <a:pt x="4320" y="113555"/>
                  </a:cubicBezTo>
                  <a:cubicBezTo>
                    <a:pt x="6853" y="113555"/>
                    <a:pt x="7866" y="113555"/>
                    <a:pt x="8499" y="110768"/>
                  </a:cubicBezTo>
                  <a:close/>
                  <a:moveTo>
                    <a:pt x="48142" y="39841"/>
                  </a:moveTo>
                  <a:cubicBezTo>
                    <a:pt x="49789" y="39081"/>
                    <a:pt x="50929" y="38575"/>
                    <a:pt x="56628" y="38575"/>
                  </a:cubicBezTo>
                  <a:cubicBezTo>
                    <a:pt x="58655" y="38575"/>
                    <a:pt x="60301" y="38575"/>
                    <a:pt x="62581" y="39081"/>
                  </a:cubicBezTo>
                  <a:cubicBezTo>
                    <a:pt x="59795" y="40601"/>
                    <a:pt x="57135" y="40601"/>
                    <a:pt x="54855" y="40601"/>
                  </a:cubicBezTo>
                  <a:cubicBezTo>
                    <a:pt x="51056" y="40601"/>
                    <a:pt x="50676" y="40475"/>
                    <a:pt x="48142" y="39841"/>
                  </a:cubicBezTo>
                  <a:close/>
                  <a:moveTo>
                    <a:pt x="68661" y="33762"/>
                  </a:moveTo>
                  <a:cubicBezTo>
                    <a:pt x="63848" y="32749"/>
                    <a:pt x="59541" y="32749"/>
                    <a:pt x="57008" y="32749"/>
                  </a:cubicBezTo>
                  <a:cubicBezTo>
                    <a:pt x="51562" y="32749"/>
                    <a:pt x="40037" y="32749"/>
                    <a:pt x="40037" y="40348"/>
                  </a:cubicBezTo>
                  <a:cubicBezTo>
                    <a:pt x="40037" y="46301"/>
                    <a:pt x="48396" y="46427"/>
                    <a:pt x="54602" y="46427"/>
                  </a:cubicBezTo>
                  <a:cubicBezTo>
                    <a:pt x="58275" y="46427"/>
                    <a:pt x="63468" y="46427"/>
                    <a:pt x="70180" y="43768"/>
                  </a:cubicBezTo>
                  <a:cubicBezTo>
                    <a:pt x="71320" y="45541"/>
                    <a:pt x="71700" y="48201"/>
                    <a:pt x="71700" y="50480"/>
                  </a:cubicBezTo>
                  <a:cubicBezTo>
                    <a:pt x="71700" y="54913"/>
                    <a:pt x="69041" y="68845"/>
                    <a:pt x="64228" y="75558"/>
                  </a:cubicBezTo>
                  <a:cubicBezTo>
                    <a:pt x="59668" y="81764"/>
                    <a:pt x="52702" y="84804"/>
                    <a:pt x="44849" y="84804"/>
                  </a:cubicBezTo>
                  <a:cubicBezTo>
                    <a:pt x="34084" y="84804"/>
                    <a:pt x="20025" y="79864"/>
                    <a:pt x="20025" y="66819"/>
                  </a:cubicBezTo>
                  <a:cubicBezTo>
                    <a:pt x="20025" y="64412"/>
                    <a:pt x="21292" y="59220"/>
                    <a:pt x="22305" y="55547"/>
                  </a:cubicBezTo>
                  <a:cubicBezTo>
                    <a:pt x="22938" y="52760"/>
                    <a:pt x="26991" y="36548"/>
                    <a:pt x="27244" y="35408"/>
                  </a:cubicBezTo>
                  <a:cubicBezTo>
                    <a:pt x="28384" y="30976"/>
                    <a:pt x="30537" y="22363"/>
                    <a:pt x="40670" y="14764"/>
                  </a:cubicBezTo>
                  <a:cubicBezTo>
                    <a:pt x="51056" y="6911"/>
                    <a:pt x="61061" y="5898"/>
                    <a:pt x="65621" y="5898"/>
                  </a:cubicBezTo>
                  <a:cubicBezTo>
                    <a:pt x="74233" y="5898"/>
                    <a:pt x="74233" y="11471"/>
                    <a:pt x="74233" y="13497"/>
                  </a:cubicBezTo>
                  <a:cubicBezTo>
                    <a:pt x="74233" y="16537"/>
                    <a:pt x="71954" y="28062"/>
                    <a:pt x="68661" y="3376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2" name="Freeform: Shape 2011">
              <a:extLst>
                <a:ext uri="{FF2B5EF4-FFF2-40B4-BE49-F238E27FC236}">
                  <a16:creationId xmlns:a16="http://schemas.microsoft.com/office/drawing/2014/main" id="{5026F537-4FD5-1E92-E693-6DE6E7C351B9}"/>
                </a:ext>
              </a:extLst>
            </p:cNvPr>
            <p:cNvSpPr/>
            <p:nvPr>
              <p:custDataLst>
                <p:tags r:id="rId58"/>
              </p:custDataLst>
            </p:nvPr>
          </p:nvSpPr>
          <p:spPr>
            <a:xfrm>
              <a:off x="11787013" y="5261460"/>
              <a:ext cx="75450" cy="62784"/>
            </a:xfrm>
            <a:custGeom>
              <a:avLst/>
              <a:gdLst>
                <a:gd name="connsiteX0" fmla="*/ 40530 w 75450"/>
                <a:gd name="connsiteY0" fmla="*/ 5135 h 62784"/>
                <a:gd name="connsiteX1" fmla="*/ 71832 w 75450"/>
                <a:gd name="connsiteY1" fmla="*/ 5135 h 62784"/>
                <a:gd name="connsiteX2" fmla="*/ 75722 w 75450"/>
                <a:gd name="connsiteY2" fmla="*/ 2602 h 62784"/>
                <a:gd name="connsiteX3" fmla="*/ 71832 w 75450"/>
                <a:gd name="connsiteY3" fmla="*/ 69 h 62784"/>
                <a:gd name="connsiteX4" fmla="*/ 4162 w 75450"/>
                <a:gd name="connsiteY4" fmla="*/ 69 h 62784"/>
                <a:gd name="connsiteX5" fmla="*/ 272 w 75450"/>
                <a:gd name="connsiteY5" fmla="*/ 2602 h 62784"/>
                <a:gd name="connsiteX6" fmla="*/ 4162 w 75450"/>
                <a:gd name="connsiteY6" fmla="*/ 5135 h 62784"/>
                <a:gd name="connsiteX7" fmla="*/ 35464 w 75450"/>
                <a:gd name="connsiteY7" fmla="*/ 5135 h 62784"/>
                <a:gd name="connsiteX8" fmla="*/ 35464 w 75450"/>
                <a:gd name="connsiteY8" fmla="*/ 58963 h 62784"/>
                <a:gd name="connsiteX9" fmla="*/ 37997 w 75450"/>
                <a:gd name="connsiteY9" fmla="*/ 62853 h 62784"/>
                <a:gd name="connsiteX10" fmla="*/ 40530 w 75450"/>
                <a:gd name="connsiteY10" fmla="*/ 58963 h 62784"/>
                <a:gd name="connsiteX11" fmla="*/ 40530 w 75450"/>
                <a:gd name="connsiteY11" fmla="*/ 5135 h 6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450" h="62784">
                  <a:moveTo>
                    <a:pt x="40530" y="5135"/>
                  </a:moveTo>
                  <a:lnTo>
                    <a:pt x="71832" y="5135"/>
                  </a:lnTo>
                  <a:cubicBezTo>
                    <a:pt x="73280" y="5135"/>
                    <a:pt x="75722" y="5135"/>
                    <a:pt x="75722" y="2602"/>
                  </a:cubicBezTo>
                  <a:cubicBezTo>
                    <a:pt x="75722" y="69"/>
                    <a:pt x="73280" y="69"/>
                    <a:pt x="71832" y="69"/>
                  </a:cubicBezTo>
                  <a:lnTo>
                    <a:pt x="4162" y="69"/>
                  </a:lnTo>
                  <a:cubicBezTo>
                    <a:pt x="2805" y="69"/>
                    <a:pt x="272" y="69"/>
                    <a:pt x="272" y="2602"/>
                  </a:cubicBezTo>
                  <a:cubicBezTo>
                    <a:pt x="272" y="5135"/>
                    <a:pt x="2805" y="5135"/>
                    <a:pt x="4162" y="5135"/>
                  </a:cubicBezTo>
                  <a:lnTo>
                    <a:pt x="35464" y="5135"/>
                  </a:lnTo>
                  <a:lnTo>
                    <a:pt x="35464" y="58963"/>
                  </a:lnTo>
                  <a:cubicBezTo>
                    <a:pt x="35464" y="60320"/>
                    <a:pt x="35464" y="62853"/>
                    <a:pt x="37997" y="62853"/>
                  </a:cubicBezTo>
                  <a:cubicBezTo>
                    <a:pt x="40530" y="62853"/>
                    <a:pt x="40530" y="60411"/>
                    <a:pt x="40530" y="58963"/>
                  </a:cubicBezTo>
                  <a:lnTo>
                    <a:pt x="40530" y="513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3" name="Freeform: Shape 2012">
              <a:extLst>
                <a:ext uri="{FF2B5EF4-FFF2-40B4-BE49-F238E27FC236}">
                  <a16:creationId xmlns:a16="http://schemas.microsoft.com/office/drawing/2014/main" id="{81468262-B9B9-7FEA-49E0-23EE8330AC30}"/>
                </a:ext>
              </a:extLst>
            </p:cNvPr>
            <p:cNvSpPr/>
            <p:nvPr>
              <p:custDataLst>
                <p:tags r:id="rId59"/>
              </p:custDataLst>
            </p:nvPr>
          </p:nvSpPr>
          <p:spPr>
            <a:xfrm>
              <a:off x="11887192" y="5322612"/>
              <a:ext cx="77639" cy="56234"/>
            </a:xfrm>
            <a:custGeom>
              <a:avLst/>
              <a:gdLst>
                <a:gd name="connsiteX0" fmla="*/ 45874 w 77639"/>
                <a:gd name="connsiteY0" fmla="*/ 25656 h 56234"/>
                <a:gd name="connsiteX1" fmla="*/ 63352 w 77639"/>
                <a:gd name="connsiteY1" fmla="*/ 8051 h 56234"/>
                <a:gd name="connsiteX2" fmla="*/ 75131 w 77639"/>
                <a:gd name="connsiteY2" fmla="*/ 7164 h 56234"/>
                <a:gd name="connsiteX3" fmla="*/ 75131 w 77639"/>
                <a:gd name="connsiteY3" fmla="*/ 72 h 56234"/>
                <a:gd name="connsiteX4" fmla="*/ 62846 w 77639"/>
                <a:gd name="connsiteY4" fmla="*/ 578 h 56234"/>
                <a:gd name="connsiteX5" fmla="*/ 48787 w 77639"/>
                <a:gd name="connsiteY5" fmla="*/ 72 h 56234"/>
                <a:gd name="connsiteX6" fmla="*/ 48787 w 77639"/>
                <a:gd name="connsiteY6" fmla="*/ 7164 h 56234"/>
                <a:gd name="connsiteX7" fmla="*/ 52207 w 77639"/>
                <a:gd name="connsiteY7" fmla="*/ 7924 h 56234"/>
                <a:gd name="connsiteX8" fmla="*/ 40301 w 77639"/>
                <a:gd name="connsiteY8" fmla="*/ 19957 h 56234"/>
                <a:gd name="connsiteX9" fmla="*/ 28016 w 77639"/>
                <a:gd name="connsiteY9" fmla="*/ 7164 h 56234"/>
                <a:gd name="connsiteX10" fmla="*/ 31435 w 77639"/>
                <a:gd name="connsiteY10" fmla="*/ 7164 h 56234"/>
                <a:gd name="connsiteX11" fmla="*/ 31435 w 77639"/>
                <a:gd name="connsiteY11" fmla="*/ 72 h 56234"/>
                <a:gd name="connsiteX12" fmla="*/ 15350 w 77639"/>
                <a:gd name="connsiteY12" fmla="*/ 578 h 56234"/>
                <a:gd name="connsiteX13" fmla="*/ 1038 w 77639"/>
                <a:gd name="connsiteY13" fmla="*/ 72 h 56234"/>
                <a:gd name="connsiteX14" fmla="*/ 1038 w 77639"/>
                <a:gd name="connsiteY14" fmla="*/ 7164 h 56234"/>
                <a:gd name="connsiteX15" fmla="*/ 10537 w 77639"/>
                <a:gd name="connsiteY15" fmla="*/ 7164 h 56234"/>
                <a:gd name="connsiteX16" fmla="*/ 31309 w 77639"/>
                <a:gd name="connsiteY16" fmla="*/ 28822 h 56234"/>
                <a:gd name="connsiteX17" fmla="*/ 13070 w 77639"/>
                <a:gd name="connsiteY17" fmla="*/ 47187 h 56234"/>
                <a:gd name="connsiteX18" fmla="*/ 7371 w 77639"/>
                <a:gd name="connsiteY18" fmla="*/ 49087 h 56234"/>
                <a:gd name="connsiteX19" fmla="*/ 278 w 77639"/>
                <a:gd name="connsiteY19" fmla="*/ 49214 h 56234"/>
                <a:gd name="connsiteX20" fmla="*/ 278 w 77639"/>
                <a:gd name="connsiteY20" fmla="*/ 56307 h 56234"/>
                <a:gd name="connsiteX21" fmla="*/ 12564 w 77639"/>
                <a:gd name="connsiteY21" fmla="*/ 55800 h 56234"/>
                <a:gd name="connsiteX22" fmla="*/ 26622 w 77639"/>
                <a:gd name="connsiteY22" fmla="*/ 56307 h 56234"/>
                <a:gd name="connsiteX23" fmla="*/ 26622 w 77639"/>
                <a:gd name="connsiteY23" fmla="*/ 49214 h 56234"/>
                <a:gd name="connsiteX24" fmla="*/ 23203 w 77639"/>
                <a:gd name="connsiteY24" fmla="*/ 48327 h 56234"/>
                <a:gd name="connsiteX25" fmla="*/ 36881 w 77639"/>
                <a:gd name="connsiteY25" fmla="*/ 34649 h 56234"/>
                <a:gd name="connsiteX26" fmla="*/ 50940 w 77639"/>
                <a:gd name="connsiteY26" fmla="*/ 49214 h 56234"/>
                <a:gd name="connsiteX27" fmla="*/ 47647 w 77639"/>
                <a:gd name="connsiteY27" fmla="*/ 49214 h 56234"/>
                <a:gd name="connsiteX28" fmla="*/ 47647 w 77639"/>
                <a:gd name="connsiteY28" fmla="*/ 56307 h 56234"/>
                <a:gd name="connsiteX29" fmla="*/ 63732 w 77639"/>
                <a:gd name="connsiteY29" fmla="*/ 55800 h 56234"/>
                <a:gd name="connsiteX30" fmla="*/ 77918 w 77639"/>
                <a:gd name="connsiteY30" fmla="*/ 56307 h 56234"/>
                <a:gd name="connsiteX31" fmla="*/ 77918 w 77639"/>
                <a:gd name="connsiteY31" fmla="*/ 49214 h 56234"/>
                <a:gd name="connsiteX32" fmla="*/ 68545 w 77639"/>
                <a:gd name="connsiteY32" fmla="*/ 49214 h 56234"/>
                <a:gd name="connsiteX33" fmla="*/ 45874 w 77639"/>
                <a:gd name="connsiteY33" fmla="*/ 25656 h 5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639" h="56234">
                  <a:moveTo>
                    <a:pt x="45874" y="25656"/>
                  </a:moveTo>
                  <a:lnTo>
                    <a:pt x="63352" y="8051"/>
                  </a:lnTo>
                  <a:cubicBezTo>
                    <a:pt x="66392" y="7164"/>
                    <a:pt x="69685" y="7164"/>
                    <a:pt x="75131" y="7164"/>
                  </a:cubicBezTo>
                  <a:lnTo>
                    <a:pt x="75131" y="72"/>
                  </a:lnTo>
                  <a:cubicBezTo>
                    <a:pt x="71078" y="452"/>
                    <a:pt x="66899" y="578"/>
                    <a:pt x="62846" y="578"/>
                  </a:cubicBezTo>
                  <a:cubicBezTo>
                    <a:pt x="58539" y="578"/>
                    <a:pt x="49800" y="198"/>
                    <a:pt x="48787" y="72"/>
                  </a:cubicBezTo>
                  <a:lnTo>
                    <a:pt x="48787" y="7164"/>
                  </a:lnTo>
                  <a:cubicBezTo>
                    <a:pt x="50434" y="7164"/>
                    <a:pt x="51320" y="7418"/>
                    <a:pt x="52207" y="7924"/>
                  </a:cubicBezTo>
                  <a:lnTo>
                    <a:pt x="40301" y="19957"/>
                  </a:lnTo>
                  <a:lnTo>
                    <a:pt x="28016" y="7164"/>
                  </a:lnTo>
                  <a:lnTo>
                    <a:pt x="31435" y="7164"/>
                  </a:lnTo>
                  <a:lnTo>
                    <a:pt x="31435" y="72"/>
                  </a:lnTo>
                  <a:cubicBezTo>
                    <a:pt x="30675" y="72"/>
                    <a:pt x="20670" y="578"/>
                    <a:pt x="15350" y="578"/>
                  </a:cubicBezTo>
                  <a:cubicBezTo>
                    <a:pt x="10537" y="578"/>
                    <a:pt x="5851" y="452"/>
                    <a:pt x="1038" y="72"/>
                  </a:cubicBezTo>
                  <a:lnTo>
                    <a:pt x="1038" y="7164"/>
                  </a:lnTo>
                  <a:lnTo>
                    <a:pt x="10537" y="7164"/>
                  </a:lnTo>
                  <a:lnTo>
                    <a:pt x="31309" y="28822"/>
                  </a:lnTo>
                  <a:lnTo>
                    <a:pt x="13070" y="47187"/>
                  </a:lnTo>
                  <a:cubicBezTo>
                    <a:pt x="11424" y="48707"/>
                    <a:pt x="11297" y="48834"/>
                    <a:pt x="7371" y="49087"/>
                  </a:cubicBezTo>
                  <a:cubicBezTo>
                    <a:pt x="5344" y="49214"/>
                    <a:pt x="911" y="49214"/>
                    <a:pt x="278" y="49214"/>
                  </a:cubicBezTo>
                  <a:lnTo>
                    <a:pt x="278" y="56307"/>
                  </a:lnTo>
                  <a:cubicBezTo>
                    <a:pt x="4331" y="55927"/>
                    <a:pt x="8511" y="55800"/>
                    <a:pt x="12564" y="55800"/>
                  </a:cubicBezTo>
                  <a:cubicBezTo>
                    <a:pt x="15983" y="55800"/>
                    <a:pt x="24976" y="56180"/>
                    <a:pt x="26622" y="56307"/>
                  </a:cubicBezTo>
                  <a:lnTo>
                    <a:pt x="26622" y="49214"/>
                  </a:lnTo>
                  <a:cubicBezTo>
                    <a:pt x="24596" y="49214"/>
                    <a:pt x="24089" y="48961"/>
                    <a:pt x="23203" y="48327"/>
                  </a:cubicBezTo>
                  <a:lnTo>
                    <a:pt x="36881" y="34649"/>
                  </a:lnTo>
                  <a:lnTo>
                    <a:pt x="50940" y="49214"/>
                  </a:lnTo>
                  <a:lnTo>
                    <a:pt x="47647" y="49214"/>
                  </a:lnTo>
                  <a:lnTo>
                    <a:pt x="47647" y="56307"/>
                  </a:lnTo>
                  <a:cubicBezTo>
                    <a:pt x="47774" y="56307"/>
                    <a:pt x="57906" y="55800"/>
                    <a:pt x="63732" y="55800"/>
                  </a:cubicBezTo>
                  <a:cubicBezTo>
                    <a:pt x="68419" y="55800"/>
                    <a:pt x="73231" y="55927"/>
                    <a:pt x="77918" y="56307"/>
                  </a:cubicBezTo>
                  <a:lnTo>
                    <a:pt x="77918" y="49214"/>
                  </a:lnTo>
                  <a:lnTo>
                    <a:pt x="68545" y="49214"/>
                  </a:lnTo>
                  <a:lnTo>
                    <a:pt x="45874" y="256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4" name="Freeform: Shape 2013">
              <a:extLst>
                <a:ext uri="{FF2B5EF4-FFF2-40B4-BE49-F238E27FC236}">
                  <a16:creationId xmlns:a16="http://schemas.microsoft.com/office/drawing/2014/main" id="{A11C1B15-3DC4-7781-8BA9-6A9D2BBF1B13}"/>
                </a:ext>
              </a:extLst>
            </p:cNvPr>
            <p:cNvSpPr/>
            <p:nvPr>
              <p:custDataLst>
                <p:tags r:id="rId60"/>
              </p:custDataLst>
            </p:nvPr>
          </p:nvSpPr>
          <p:spPr>
            <a:xfrm>
              <a:off x="11978224" y="5283856"/>
              <a:ext cx="32803" cy="126528"/>
            </a:xfrm>
            <a:custGeom>
              <a:avLst/>
              <a:gdLst>
                <a:gd name="connsiteX0" fmla="*/ 2689 w 32803"/>
                <a:gd name="connsiteY0" fmla="*/ 72 h 126528"/>
                <a:gd name="connsiteX1" fmla="*/ 283 w 32803"/>
                <a:gd name="connsiteY1" fmla="*/ 1592 h 126528"/>
                <a:gd name="connsiteX2" fmla="*/ 1423 w 32803"/>
                <a:gd name="connsiteY2" fmla="*/ 3491 h 126528"/>
                <a:gd name="connsiteX3" fmla="*/ 24474 w 32803"/>
                <a:gd name="connsiteY3" fmla="*/ 63273 h 126528"/>
                <a:gd name="connsiteX4" fmla="*/ 2563 w 32803"/>
                <a:gd name="connsiteY4" fmla="*/ 122167 h 126528"/>
                <a:gd name="connsiteX5" fmla="*/ 283 w 32803"/>
                <a:gd name="connsiteY5" fmla="*/ 125080 h 126528"/>
                <a:gd name="connsiteX6" fmla="*/ 1929 w 32803"/>
                <a:gd name="connsiteY6" fmla="*/ 126600 h 126528"/>
                <a:gd name="connsiteX7" fmla="*/ 23841 w 32803"/>
                <a:gd name="connsiteY7" fmla="*/ 102409 h 126528"/>
                <a:gd name="connsiteX8" fmla="*/ 33087 w 32803"/>
                <a:gd name="connsiteY8" fmla="*/ 63399 h 126528"/>
                <a:gd name="connsiteX9" fmla="*/ 2689 w 32803"/>
                <a:gd name="connsiteY9" fmla="*/ 72 h 12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03" h="126528">
                  <a:moveTo>
                    <a:pt x="2689" y="72"/>
                  </a:moveTo>
                  <a:cubicBezTo>
                    <a:pt x="1803" y="72"/>
                    <a:pt x="283" y="72"/>
                    <a:pt x="283" y="1592"/>
                  </a:cubicBezTo>
                  <a:cubicBezTo>
                    <a:pt x="283" y="2225"/>
                    <a:pt x="663" y="2605"/>
                    <a:pt x="1423" y="3491"/>
                  </a:cubicBezTo>
                  <a:cubicBezTo>
                    <a:pt x="12315" y="13497"/>
                    <a:pt x="24474" y="30596"/>
                    <a:pt x="24474" y="63273"/>
                  </a:cubicBezTo>
                  <a:cubicBezTo>
                    <a:pt x="24474" y="89743"/>
                    <a:pt x="16241" y="109755"/>
                    <a:pt x="2563" y="122167"/>
                  </a:cubicBezTo>
                  <a:cubicBezTo>
                    <a:pt x="409" y="124320"/>
                    <a:pt x="283" y="124447"/>
                    <a:pt x="283" y="125080"/>
                  </a:cubicBezTo>
                  <a:cubicBezTo>
                    <a:pt x="283" y="125713"/>
                    <a:pt x="663" y="126600"/>
                    <a:pt x="1929" y="126600"/>
                  </a:cubicBezTo>
                  <a:cubicBezTo>
                    <a:pt x="3449" y="126600"/>
                    <a:pt x="15481" y="118241"/>
                    <a:pt x="23841" y="102409"/>
                  </a:cubicBezTo>
                  <a:cubicBezTo>
                    <a:pt x="29414" y="91897"/>
                    <a:pt x="33087" y="78218"/>
                    <a:pt x="33087" y="63399"/>
                  </a:cubicBezTo>
                  <a:cubicBezTo>
                    <a:pt x="33087" y="45541"/>
                    <a:pt x="27767" y="17803"/>
                    <a:pt x="2689" y="72"/>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grpSp>
        <p:nvGrpSpPr>
          <p:cNvPr id="2015" name="Group 2014" descr="\documentclass{article}&#10;\usepackage{amsmath}&#10;\pagestyle{empty}&#10;\begin{document}&#10;&#10;&#10;\[&#10;\frac{P(Y_n \le j)}{P(Y_n &gt; j)}  = e^{ (\mu_j -\boldsymbol{\beta}^\top \mathbf{x})}&#10;\]&#10;&#10;\end{document}" title="IguanaTex Shape Display">
            <a:extLst>
              <a:ext uri="{FF2B5EF4-FFF2-40B4-BE49-F238E27FC236}">
                <a16:creationId xmlns:a16="http://schemas.microsoft.com/office/drawing/2014/main" id="{7D013549-59C1-1CBE-4BF6-A9A183AB30B3}"/>
              </a:ext>
            </a:extLst>
          </p:cNvPr>
          <p:cNvGrpSpPr>
            <a:grpSpLocks noChangeAspect="1"/>
          </p:cNvGrpSpPr>
          <p:nvPr>
            <p:custDataLst>
              <p:tags r:id="rId5"/>
            </p:custDataLst>
          </p:nvPr>
        </p:nvGrpSpPr>
        <p:grpSpPr>
          <a:xfrm>
            <a:off x="1039135" y="3767059"/>
            <a:ext cx="1432361" cy="328052"/>
            <a:chOff x="10164660" y="5327260"/>
            <a:chExt cx="1726228" cy="395356"/>
          </a:xfrm>
        </p:grpSpPr>
        <p:sp>
          <p:nvSpPr>
            <p:cNvPr id="2016" name="Freeform: Shape 2015">
              <a:extLst>
                <a:ext uri="{FF2B5EF4-FFF2-40B4-BE49-F238E27FC236}">
                  <a16:creationId xmlns:a16="http://schemas.microsoft.com/office/drawing/2014/main" id="{35F35C06-9E58-35CD-01E5-6C3A1BA94642}"/>
                </a:ext>
              </a:extLst>
            </p:cNvPr>
            <p:cNvSpPr/>
            <p:nvPr>
              <p:custDataLst>
                <p:tags r:id="rId6"/>
              </p:custDataLst>
            </p:nvPr>
          </p:nvSpPr>
          <p:spPr>
            <a:xfrm>
              <a:off x="10171536" y="5338473"/>
              <a:ext cx="122731" cy="114299"/>
            </a:xfrm>
            <a:custGeom>
              <a:avLst/>
              <a:gdLst>
                <a:gd name="connsiteX0" fmla="*/ 45391 w 122731"/>
                <a:gd name="connsiteY0" fmla="*/ 61489 h 114299"/>
                <a:gd name="connsiteX1" fmla="*/ 74613 w 122731"/>
                <a:gd name="connsiteY1" fmla="*/ 61489 h 114299"/>
                <a:gd name="connsiteX2" fmla="*/ 122915 w 122731"/>
                <a:gd name="connsiteY2" fmla="*/ 25341 h 114299"/>
                <a:gd name="connsiteX3" fmla="*/ 89052 w 122731"/>
                <a:gd name="connsiteY3" fmla="*/ 71 h 114299"/>
                <a:gd name="connsiteX4" fmla="*/ 33359 w 122731"/>
                <a:gd name="connsiteY4" fmla="*/ 71 h 114299"/>
                <a:gd name="connsiteX5" fmla="*/ 28202 w 122731"/>
                <a:gd name="connsiteY5" fmla="*/ 3251 h 114299"/>
                <a:gd name="connsiteX6" fmla="*/ 33187 w 122731"/>
                <a:gd name="connsiteY6" fmla="*/ 5259 h 114299"/>
                <a:gd name="connsiteX7" fmla="*/ 40578 w 122731"/>
                <a:gd name="connsiteY7" fmla="*/ 5594 h 114299"/>
                <a:gd name="connsiteX8" fmla="*/ 44360 w 122731"/>
                <a:gd name="connsiteY8" fmla="*/ 8271 h 114299"/>
                <a:gd name="connsiteX9" fmla="*/ 43672 w 122731"/>
                <a:gd name="connsiteY9" fmla="*/ 11451 h 114299"/>
                <a:gd name="connsiteX10" fmla="*/ 20639 w 122731"/>
                <a:gd name="connsiteY10" fmla="*/ 101318 h 114299"/>
                <a:gd name="connsiteX11" fmla="*/ 4997 w 122731"/>
                <a:gd name="connsiteY11" fmla="*/ 109183 h 114299"/>
                <a:gd name="connsiteX12" fmla="*/ 184 w 122731"/>
                <a:gd name="connsiteY12" fmla="*/ 112363 h 114299"/>
                <a:gd name="connsiteX13" fmla="*/ 2762 w 122731"/>
                <a:gd name="connsiteY13" fmla="*/ 114371 h 114299"/>
                <a:gd name="connsiteX14" fmla="*/ 24592 w 122731"/>
                <a:gd name="connsiteY14" fmla="*/ 113869 h 114299"/>
                <a:gd name="connsiteX15" fmla="*/ 35593 w 122731"/>
                <a:gd name="connsiteY15" fmla="*/ 114036 h 114299"/>
                <a:gd name="connsiteX16" fmla="*/ 46767 w 122731"/>
                <a:gd name="connsiteY16" fmla="*/ 114371 h 114299"/>
                <a:gd name="connsiteX17" fmla="*/ 50204 w 122731"/>
                <a:gd name="connsiteY17" fmla="*/ 111024 h 114299"/>
                <a:gd name="connsiteX18" fmla="*/ 45391 w 122731"/>
                <a:gd name="connsiteY18" fmla="*/ 109183 h 114299"/>
                <a:gd name="connsiteX19" fmla="*/ 34218 w 122731"/>
                <a:gd name="connsiteY19" fmla="*/ 106171 h 114299"/>
                <a:gd name="connsiteX20" fmla="*/ 34734 w 122731"/>
                <a:gd name="connsiteY20" fmla="*/ 103326 h 114299"/>
                <a:gd name="connsiteX21" fmla="*/ 45391 w 122731"/>
                <a:gd name="connsiteY21" fmla="*/ 61489 h 114299"/>
                <a:gd name="connsiteX22" fmla="*/ 57768 w 122731"/>
                <a:gd name="connsiteY22" fmla="*/ 11618 h 114299"/>
                <a:gd name="connsiteX23" fmla="*/ 67050 w 122731"/>
                <a:gd name="connsiteY23" fmla="*/ 5259 h 114299"/>
                <a:gd name="connsiteX24" fmla="*/ 83552 w 122731"/>
                <a:gd name="connsiteY24" fmla="*/ 5259 h 114299"/>
                <a:gd name="connsiteX25" fmla="*/ 106929 w 122731"/>
                <a:gd name="connsiteY25" fmla="*/ 21325 h 114299"/>
                <a:gd name="connsiteX26" fmla="*/ 96787 w 122731"/>
                <a:gd name="connsiteY26" fmla="*/ 48268 h 114299"/>
                <a:gd name="connsiteX27" fmla="*/ 70316 w 122731"/>
                <a:gd name="connsiteY27" fmla="*/ 57137 h 114299"/>
                <a:gd name="connsiteX28" fmla="*/ 46079 w 122731"/>
                <a:gd name="connsiteY28" fmla="*/ 57137 h 114299"/>
                <a:gd name="connsiteX29" fmla="*/ 57768 w 122731"/>
                <a:gd name="connsiteY29" fmla="*/ 11618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489"/>
                  </a:moveTo>
                  <a:lnTo>
                    <a:pt x="74613" y="61489"/>
                  </a:lnTo>
                  <a:cubicBezTo>
                    <a:pt x="99022" y="61489"/>
                    <a:pt x="122915" y="44084"/>
                    <a:pt x="122915" y="25341"/>
                  </a:cubicBezTo>
                  <a:cubicBezTo>
                    <a:pt x="122915" y="12455"/>
                    <a:pt x="111570" y="71"/>
                    <a:pt x="89052" y="71"/>
                  </a:cubicBezTo>
                  <a:lnTo>
                    <a:pt x="33359" y="71"/>
                  </a:lnTo>
                  <a:cubicBezTo>
                    <a:pt x="30093" y="71"/>
                    <a:pt x="28202" y="71"/>
                    <a:pt x="28202" y="3251"/>
                  </a:cubicBezTo>
                  <a:cubicBezTo>
                    <a:pt x="28202" y="5259"/>
                    <a:pt x="29749" y="5259"/>
                    <a:pt x="33187" y="5259"/>
                  </a:cubicBezTo>
                  <a:cubicBezTo>
                    <a:pt x="35422" y="5259"/>
                    <a:pt x="38516" y="5426"/>
                    <a:pt x="40578" y="5594"/>
                  </a:cubicBezTo>
                  <a:cubicBezTo>
                    <a:pt x="43329" y="5928"/>
                    <a:pt x="44360" y="6431"/>
                    <a:pt x="44360" y="8271"/>
                  </a:cubicBezTo>
                  <a:cubicBezTo>
                    <a:pt x="44360" y="8941"/>
                    <a:pt x="44188" y="9443"/>
                    <a:pt x="43672" y="11451"/>
                  </a:cubicBezTo>
                  <a:lnTo>
                    <a:pt x="20639" y="101318"/>
                  </a:lnTo>
                  <a:cubicBezTo>
                    <a:pt x="18920" y="107844"/>
                    <a:pt x="18576" y="109183"/>
                    <a:pt x="4997" y="109183"/>
                  </a:cubicBezTo>
                  <a:cubicBezTo>
                    <a:pt x="2074" y="109183"/>
                    <a:pt x="184" y="109183"/>
                    <a:pt x="184" y="112363"/>
                  </a:cubicBezTo>
                  <a:cubicBezTo>
                    <a:pt x="184" y="114371"/>
                    <a:pt x="2246" y="114371"/>
                    <a:pt x="2762" y="114371"/>
                  </a:cubicBezTo>
                  <a:cubicBezTo>
                    <a:pt x="7575" y="114371"/>
                    <a:pt x="19779" y="113869"/>
                    <a:pt x="24592" y="113869"/>
                  </a:cubicBezTo>
                  <a:cubicBezTo>
                    <a:pt x="28202" y="113869"/>
                    <a:pt x="31984" y="114036"/>
                    <a:pt x="35593" y="114036"/>
                  </a:cubicBezTo>
                  <a:cubicBezTo>
                    <a:pt x="39375" y="114036"/>
                    <a:pt x="43157" y="114371"/>
                    <a:pt x="46767" y="114371"/>
                  </a:cubicBezTo>
                  <a:cubicBezTo>
                    <a:pt x="47970" y="114371"/>
                    <a:pt x="50204" y="114371"/>
                    <a:pt x="50204" y="111024"/>
                  </a:cubicBezTo>
                  <a:cubicBezTo>
                    <a:pt x="50204" y="109183"/>
                    <a:pt x="48657" y="109183"/>
                    <a:pt x="45391" y="109183"/>
                  </a:cubicBezTo>
                  <a:cubicBezTo>
                    <a:pt x="39031" y="109183"/>
                    <a:pt x="34218" y="109183"/>
                    <a:pt x="34218" y="106171"/>
                  </a:cubicBezTo>
                  <a:cubicBezTo>
                    <a:pt x="34218" y="105167"/>
                    <a:pt x="34562" y="104330"/>
                    <a:pt x="34734" y="103326"/>
                  </a:cubicBezTo>
                  <a:lnTo>
                    <a:pt x="45391" y="61489"/>
                  </a:lnTo>
                  <a:close/>
                  <a:moveTo>
                    <a:pt x="57768" y="11618"/>
                  </a:moveTo>
                  <a:cubicBezTo>
                    <a:pt x="59315" y="5761"/>
                    <a:pt x="59658" y="5259"/>
                    <a:pt x="67050" y="5259"/>
                  </a:cubicBezTo>
                  <a:lnTo>
                    <a:pt x="83552" y="5259"/>
                  </a:lnTo>
                  <a:cubicBezTo>
                    <a:pt x="97819" y="5259"/>
                    <a:pt x="106929" y="9777"/>
                    <a:pt x="106929" y="21325"/>
                  </a:cubicBezTo>
                  <a:cubicBezTo>
                    <a:pt x="106929" y="27851"/>
                    <a:pt x="103491" y="42243"/>
                    <a:pt x="96787" y="48268"/>
                  </a:cubicBezTo>
                  <a:cubicBezTo>
                    <a:pt x="88193" y="55799"/>
                    <a:pt x="77879" y="57137"/>
                    <a:pt x="70316" y="57137"/>
                  </a:cubicBezTo>
                  <a:lnTo>
                    <a:pt x="46079" y="57137"/>
                  </a:lnTo>
                  <a:lnTo>
                    <a:pt x="57768" y="1161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7" name="Freeform: Shape 2016">
              <a:extLst>
                <a:ext uri="{FF2B5EF4-FFF2-40B4-BE49-F238E27FC236}">
                  <a16:creationId xmlns:a16="http://schemas.microsoft.com/office/drawing/2014/main" id="{191C62FE-CF8D-A2FB-94F5-E133F5CB91FA}"/>
                </a:ext>
              </a:extLst>
            </p:cNvPr>
            <p:cNvSpPr/>
            <p:nvPr>
              <p:custDataLst>
                <p:tags r:id="rId7"/>
              </p:custDataLst>
            </p:nvPr>
          </p:nvSpPr>
          <p:spPr>
            <a:xfrm>
              <a:off x="10315910" y="5327260"/>
              <a:ext cx="39879" cy="167349"/>
            </a:xfrm>
            <a:custGeom>
              <a:avLst/>
              <a:gdLst>
                <a:gd name="connsiteX0" fmla="*/ 40070 w 39879"/>
                <a:gd name="connsiteY0" fmla="*/ 165747 h 167349"/>
                <a:gd name="connsiteX1" fmla="*/ 37148 w 39879"/>
                <a:gd name="connsiteY1" fmla="*/ 162066 h 167349"/>
                <a:gd name="connsiteX2" fmla="*/ 10161 w 39879"/>
                <a:gd name="connsiteY2" fmla="*/ 83746 h 167349"/>
                <a:gd name="connsiteX3" fmla="*/ 37836 w 39879"/>
                <a:gd name="connsiteY3" fmla="*/ 4590 h 167349"/>
                <a:gd name="connsiteX4" fmla="*/ 40070 w 39879"/>
                <a:gd name="connsiteY4" fmla="*/ 1745 h 167349"/>
                <a:gd name="connsiteX5" fmla="*/ 38352 w 39879"/>
                <a:gd name="connsiteY5" fmla="*/ 71 h 167349"/>
                <a:gd name="connsiteX6" fmla="*/ 11021 w 39879"/>
                <a:gd name="connsiteY6" fmla="*/ 32704 h 167349"/>
                <a:gd name="connsiteX7" fmla="*/ 191 w 39879"/>
                <a:gd name="connsiteY7" fmla="*/ 83746 h 167349"/>
                <a:gd name="connsiteX8" fmla="*/ 11536 w 39879"/>
                <a:gd name="connsiteY8" fmla="*/ 135959 h 167349"/>
                <a:gd name="connsiteX9" fmla="*/ 38352 w 39879"/>
                <a:gd name="connsiteY9" fmla="*/ 167421 h 167349"/>
                <a:gd name="connsiteX10" fmla="*/ 40070 w 39879"/>
                <a:gd name="connsiteY10" fmla="*/ 165747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47"/>
                  </a:moveTo>
                  <a:cubicBezTo>
                    <a:pt x="40070" y="165245"/>
                    <a:pt x="40070" y="164911"/>
                    <a:pt x="37148" y="162066"/>
                  </a:cubicBezTo>
                  <a:cubicBezTo>
                    <a:pt x="15662" y="140980"/>
                    <a:pt x="10161" y="109350"/>
                    <a:pt x="10161" y="83746"/>
                  </a:cubicBezTo>
                  <a:cubicBezTo>
                    <a:pt x="10161" y="54627"/>
                    <a:pt x="16693" y="25508"/>
                    <a:pt x="37836" y="4590"/>
                  </a:cubicBezTo>
                  <a:cubicBezTo>
                    <a:pt x="40070" y="2581"/>
                    <a:pt x="40070" y="2247"/>
                    <a:pt x="40070" y="1745"/>
                  </a:cubicBezTo>
                  <a:cubicBezTo>
                    <a:pt x="40070" y="573"/>
                    <a:pt x="39383" y="71"/>
                    <a:pt x="38352" y="71"/>
                  </a:cubicBezTo>
                  <a:cubicBezTo>
                    <a:pt x="36633" y="71"/>
                    <a:pt x="21162" y="11451"/>
                    <a:pt x="11021" y="32704"/>
                  </a:cubicBezTo>
                  <a:cubicBezTo>
                    <a:pt x="2254" y="51113"/>
                    <a:pt x="191" y="69689"/>
                    <a:pt x="191" y="83746"/>
                  </a:cubicBezTo>
                  <a:cubicBezTo>
                    <a:pt x="191" y="96799"/>
                    <a:pt x="2082" y="117049"/>
                    <a:pt x="11536" y="135959"/>
                  </a:cubicBezTo>
                  <a:cubicBezTo>
                    <a:pt x="21850" y="156543"/>
                    <a:pt x="36633" y="167421"/>
                    <a:pt x="38352" y="167421"/>
                  </a:cubicBezTo>
                  <a:cubicBezTo>
                    <a:pt x="39383" y="167421"/>
                    <a:pt x="40070" y="166919"/>
                    <a:pt x="40070" y="165747"/>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8" name="Freeform: Shape 2017">
              <a:extLst>
                <a:ext uri="{FF2B5EF4-FFF2-40B4-BE49-F238E27FC236}">
                  <a16:creationId xmlns:a16="http://schemas.microsoft.com/office/drawing/2014/main" id="{834EBAAD-E9D5-7B6D-38A4-00BFD85ACEA4}"/>
                </a:ext>
              </a:extLst>
            </p:cNvPr>
            <p:cNvSpPr/>
            <p:nvPr>
              <p:custDataLst>
                <p:tags r:id="rId8"/>
              </p:custDataLst>
            </p:nvPr>
          </p:nvSpPr>
          <p:spPr>
            <a:xfrm>
              <a:off x="10371756" y="5338473"/>
              <a:ext cx="124966" cy="114299"/>
            </a:xfrm>
            <a:custGeom>
              <a:avLst/>
              <a:gdLst>
                <a:gd name="connsiteX0" fmla="*/ 96799 w 124966"/>
                <a:gd name="connsiteY0" fmla="*/ 19149 h 114299"/>
                <a:gd name="connsiteX1" fmla="*/ 99206 w 124966"/>
                <a:gd name="connsiteY1" fmla="*/ 16806 h 114299"/>
                <a:gd name="connsiteX2" fmla="*/ 121724 w 124966"/>
                <a:gd name="connsiteY2" fmla="*/ 5259 h 114299"/>
                <a:gd name="connsiteX3" fmla="*/ 125161 w 124966"/>
                <a:gd name="connsiteY3" fmla="*/ 2079 h 114299"/>
                <a:gd name="connsiteX4" fmla="*/ 122927 w 124966"/>
                <a:gd name="connsiteY4" fmla="*/ 71 h 114299"/>
                <a:gd name="connsiteX5" fmla="*/ 108832 w 124966"/>
                <a:gd name="connsiteY5" fmla="*/ 573 h 114299"/>
                <a:gd name="connsiteX6" fmla="*/ 91642 w 124966"/>
                <a:gd name="connsiteY6" fmla="*/ 71 h 114299"/>
                <a:gd name="connsiteX7" fmla="*/ 88376 w 124966"/>
                <a:gd name="connsiteY7" fmla="*/ 3251 h 114299"/>
                <a:gd name="connsiteX8" fmla="*/ 90955 w 124966"/>
                <a:gd name="connsiteY8" fmla="*/ 5259 h 114299"/>
                <a:gd name="connsiteX9" fmla="*/ 97143 w 124966"/>
                <a:gd name="connsiteY9" fmla="*/ 9108 h 114299"/>
                <a:gd name="connsiteX10" fmla="*/ 92502 w 124966"/>
                <a:gd name="connsiteY10" fmla="*/ 17141 h 114299"/>
                <a:gd name="connsiteX11" fmla="*/ 52623 w 124966"/>
                <a:gd name="connsiteY11" fmla="*/ 61823 h 114299"/>
                <a:gd name="connsiteX12" fmla="*/ 33714 w 124966"/>
                <a:gd name="connsiteY12" fmla="*/ 12120 h 114299"/>
                <a:gd name="connsiteX13" fmla="*/ 32683 w 124966"/>
                <a:gd name="connsiteY13" fmla="*/ 9275 h 114299"/>
                <a:gd name="connsiteX14" fmla="*/ 42825 w 124966"/>
                <a:gd name="connsiteY14" fmla="*/ 5259 h 114299"/>
                <a:gd name="connsiteX15" fmla="*/ 46950 w 124966"/>
                <a:gd name="connsiteY15" fmla="*/ 1912 h 114299"/>
                <a:gd name="connsiteX16" fmla="*/ 44372 w 124966"/>
                <a:gd name="connsiteY16" fmla="*/ 71 h 114299"/>
                <a:gd name="connsiteX17" fmla="*/ 22713 w 124966"/>
                <a:gd name="connsiteY17" fmla="*/ 573 h 114299"/>
                <a:gd name="connsiteX18" fmla="*/ 3461 w 124966"/>
                <a:gd name="connsiteY18" fmla="*/ 71 h 114299"/>
                <a:gd name="connsiteX19" fmla="*/ 195 w 124966"/>
                <a:gd name="connsiteY19" fmla="*/ 3418 h 114299"/>
                <a:gd name="connsiteX20" fmla="*/ 4149 w 124966"/>
                <a:gd name="connsiteY20" fmla="*/ 5259 h 114299"/>
                <a:gd name="connsiteX21" fmla="*/ 16697 w 124966"/>
                <a:gd name="connsiteY21" fmla="*/ 10949 h 114299"/>
                <a:gd name="connsiteX22" fmla="*/ 37840 w 124966"/>
                <a:gd name="connsiteY22" fmla="*/ 66007 h 114299"/>
                <a:gd name="connsiteX23" fmla="*/ 38527 w 124966"/>
                <a:gd name="connsiteY23" fmla="*/ 68852 h 114299"/>
                <a:gd name="connsiteX24" fmla="*/ 30792 w 124966"/>
                <a:gd name="connsiteY24" fmla="*/ 99309 h 114299"/>
                <a:gd name="connsiteX25" fmla="*/ 14634 w 124966"/>
                <a:gd name="connsiteY25" fmla="*/ 109183 h 114299"/>
                <a:gd name="connsiteX26" fmla="*/ 9993 w 124966"/>
                <a:gd name="connsiteY26" fmla="*/ 112530 h 114299"/>
                <a:gd name="connsiteX27" fmla="*/ 12400 w 124966"/>
                <a:gd name="connsiteY27" fmla="*/ 114371 h 114299"/>
                <a:gd name="connsiteX28" fmla="*/ 34058 w 124966"/>
                <a:gd name="connsiteY28" fmla="*/ 113869 h 114299"/>
                <a:gd name="connsiteX29" fmla="*/ 56060 w 124966"/>
                <a:gd name="connsiteY29" fmla="*/ 114371 h 114299"/>
                <a:gd name="connsiteX30" fmla="*/ 59326 w 124966"/>
                <a:gd name="connsiteY30" fmla="*/ 111024 h 114299"/>
                <a:gd name="connsiteX31" fmla="*/ 54513 w 124966"/>
                <a:gd name="connsiteY31" fmla="*/ 109183 h 114299"/>
                <a:gd name="connsiteX32" fmla="*/ 47981 w 124966"/>
                <a:gd name="connsiteY32" fmla="*/ 108848 h 114299"/>
                <a:gd name="connsiteX33" fmla="*/ 43340 w 124966"/>
                <a:gd name="connsiteY33" fmla="*/ 106171 h 114299"/>
                <a:gd name="connsiteX34" fmla="*/ 45747 w 124966"/>
                <a:gd name="connsiteY34" fmla="*/ 95628 h 114299"/>
                <a:gd name="connsiteX35" fmla="*/ 51763 w 124966"/>
                <a:gd name="connsiteY35" fmla="*/ 72032 h 114299"/>
                <a:gd name="connsiteX36" fmla="*/ 54170 w 124966"/>
                <a:gd name="connsiteY36" fmla="*/ 66844 h 114299"/>
                <a:gd name="connsiteX37" fmla="*/ 96799 w 124966"/>
                <a:gd name="connsiteY37" fmla="*/ 19149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49"/>
                  </a:moveTo>
                  <a:lnTo>
                    <a:pt x="99206" y="16806"/>
                  </a:lnTo>
                  <a:cubicBezTo>
                    <a:pt x="104362" y="11786"/>
                    <a:pt x="110035" y="6096"/>
                    <a:pt x="121724" y="5259"/>
                  </a:cubicBezTo>
                  <a:cubicBezTo>
                    <a:pt x="123614" y="5092"/>
                    <a:pt x="125161" y="5092"/>
                    <a:pt x="125161" y="2079"/>
                  </a:cubicBezTo>
                  <a:cubicBezTo>
                    <a:pt x="125161" y="741"/>
                    <a:pt x="124302" y="71"/>
                    <a:pt x="122927" y="71"/>
                  </a:cubicBezTo>
                  <a:cubicBezTo>
                    <a:pt x="118458" y="71"/>
                    <a:pt x="113473" y="573"/>
                    <a:pt x="108832" y="573"/>
                  </a:cubicBezTo>
                  <a:cubicBezTo>
                    <a:pt x="103159" y="573"/>
                    <a:pt x="97143" y="71"/>
                    <a:pt x="91642" y="71"/>
                  </a:cubicBezTo>
                  <a:cubicBezTo>
                    <a:pt x="90611" y="71"/>
                    <a:pt x="88376" y="71"/>
                    <a:pt x="88376" y="3251"/>
                  </a:cubicBezTo>
                  <a:cubicBezTo>
                    <a:pt x="88376" y="5092"/>
                    <a:pt x="90095" y="5259"/>
                    <a:pt x="90955" y="5259"/>
                  </a:cubicBezTo>
                  <a:cubicBezTo>
                    <a:pt x="92158" y="5259"/>
                    <a:pt x="97143" y="5594"/>
                    <a:pt x="97143" y="9108"/>
                  </a:cubicBezTo>
                  <a:cubicBezTo>
                    <a:pt x="97143" y="11953"/>
                    <a:pt x="93189" y="16304"/>
                    <a:pt x="92502" y="17141"/>
                  </a:cubicBezTo>
                  <a:lnTo>
                    <a:pt x="52623" y="61823"/>
                  </a:lnTo>
                  <a:lnTo>
                    <a:pt x="33714" y="12120"/>
                  </a:lnTo>
                  <a:cubicBezTo>
                    <a:pt x="32683" y="9777"/>
                    <a:pt x="32683" y="9443"/>
                    <a:pt x="32683" y="9275"/>
                  </a:cubicBezTo>
                  <a:cubicBezTo>
                    <a:pt x="32683" y="5259"/>
                    <a:pt x="41106" y="5259"/>
                    <a:pt x="42825" y="5259"/>
                  </a:cubicBezTo>
                  <a:cubicBezTo>
                    <a:pt x="45231" y="5259"/>
                    <a:pt x="46950" y="5259"/>
                    <a:pt x="46950" y="1912"/>
                  </a:cubicBezTo>
                  <a:cubicBezTo>
                    <a:pt x="46950" y="71"/>
                    <a:pt x="44887" y="71"/>
                    <a:pt x="44372" y="71"/>
                  </a:cubicBezTo>
                  <a:cubicBezTo>
                    <a:pt x="39559" y="71"/>
                    <a:pt x="27526" y="573"/>
                    <a:pt x="22713" y="573"/>
                  </a:cubicBezTo>
                  <a:cubicBezTo>
                    <a:pt x="18416" y="573"/>
                    <a:pt x="7758" y="71"/>
                    <a:pt x="3461" y="71"/>
                  </a:cubicBezTo>
                  <a:cubicBezTo>
                    <a:pt x="2430" y="71"/>
                    <a:pt x="195" y="71"/>
                    <a:pt x="195" y="3418"/>
                  </a:cubicBezTo>
                  <a:cubicBezTo>
                    <a:pt x="195" y="5259"/>
                    <a:pt x="1914" y="5259"/>
                    <a:pt x="4149" y="5259"/>
                  </a:cubicBezTo>
                  <a:cubicBezTo>
                    <a:pt x="14462" y="5259"/>
                    <a:pt x="15150" y="6765"/>
                    <a:pt x="16697" y="10949"/>
                  </a:cubicBezTo>
                  <a:lnTo>
                    <a:pt x="37840" y="66007"/>
                  </a:lnTo>
                  <a:cubicBezTo>
                    <a:pt x="38012" y="66509"/>
                    <a:pt x="38527" y="68350"/>
                    <a:pt x="38527" y="68852"/>
                  </a:cubicBezTo>
                  <a:cubicBezTo>
                    <a:pt x="38527" y="69354"/>
                    <a:pt x="31652" y="96297"/>
                    <a:pt x="30792" y="99309"/>
                  </a:cubicBezTo>
                  <a:cubicBezTo>
                    <a:pt x="28558" y="108514"/>
                    <a:pt x="28386" y="109016"/>
                    <a:pt x="14634" y="109183"/>
                  </a:cubicBezTo>
                  <a:cubicBezTo>
                    <a:pt x="11368" y="109183"/>
                    <a:pt x="9993" y="109183"/>
                    <a:pt x="9993" y="112530"/>
                  </a:cubicBezTo>
                  <a:cubicBezTo>
                    <a:pt x="9993" y="114371"/>
                    <a:pt x="12056" y="114371"/>
                    <a:pt x="12400" y="114371"/>
                  </a:cubicBezTo>
                  <a:cubicBezTo>
                    <a:pt x="17213" y="114371"/>
                    <a:pt x="29245" y="113869"/>
                    <a:pt x="34058" y="113869"/>
                  </a:cubicBezTo>
                  <a:cubicBezTo>
                    <a:pt x="38871" y="113869"/>
                    <a:pt x="51247" y="114371"/>
                    <a:pt x="56060" y="114371"/>
                  </a:cubicBezTo>
                  <a:cubicBezTo>
                    <a:pt x="57264" y="114371"/>
                    <a:pt x="59326" y="114371"/>
                    <a:pt x="59326" y="111024"/>
                  </a:cubicBezTo>
                  <a:cubicBezTo>
                    <a:pt x="59326" y="109183"/>
                    <a:pt x="57779" y="109183"/>
                    <a:pt x="54513" y="109183"/>
                  </a:cubicBezTo>
                  <a:cubicBezTo>
                    <a:pt x="54170" y="109183"/>
                    <a:pt x="50904" y="109183"/>
                    <a:pt x="47981" y="108848"/>
                  </a:cubicBezTo>
                  <a:cubicBezTo>
                    <a:pt x="44372" y="108514"/>
                    <a:pt x="43340" y="108179"/>
                    <a:pt x="43340" y="106171"/>
                  </a:cubicBezTo>
                  <a:cubicBezTo>
                    <a:pt x="43340" y="104999"/>
                    <a:pt x="44887" y="99142"/>
                    <a:pt x="45747" y="95628"/>
                  </a:cubicBezTo>
                  <a:lnTo>
                    <a:pt x="51763" y="72032"/>
                  </a:lnTo>
                  <a:cubicBezTo>
                    <a:pt x="52623" y="68852"/>
                    <a:pt x="52794" y="68350"/>
                    <a:pt x="54170" y="66844"/>
                  </a:cubicBezTo>
                  <a:lnTo>
                    <a:pt x="96799" y="19149"/>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19" name="Freeform: Shape 2018">
              <a:extLst>
                <a:ext uri="{FF2B5EF4-FFF2-40B4-BE49-F238E27FC236}">
                  <a16:creationId xmlns:a16="http://schemas.microsoft.com/office/drawing/2014/main" id="{484B7D48-0B6E-9AE2-0529-72C3AF50E606}"/>
                </a:ext>
              </a:extLst>
            </p:cNvPr>
            <p:cNvSpPr/>
            <p:nvPr>
              <p:custDataLst>
                <p:tags r:id="rId9"/>
              </p:custDataLst>
            </p:nvPr>
          </p:nvSpPr>
          <p:spPr>
            <a:xfrm>
              <a:off x="10471189" y="5426214"/>
              <a:ext cx="73518" cy="52832"/>
            </a:xfrm>
            <a:custGeom>
              <a:avLst/>
              <a:gdLst>
                <a:gd name="connsiteX0" fmla="*/ 9225 w 73518"/>
                <a:gd name="connsiteY0" fmla="*/ 44353 h 52832"/>
                <a:gd name="connsiteX1" fmla="*/ 8022 w 73518"/>
                <a:gd name="connsiteY1" fmla="*/ 49156 h 52832"/>
                <a:gd name="connsiteX2" fmla="*/ 12113 w 73518"/>
                <a:gd name="connsiteY2" fmla="*/ 52905 h 52832"/>
                <a:gd name="connsiteX3" fmla="*/ 16806 w 73518"/>
                <a:gd name="connsiteY3" fmla="*/ 50328 h 52832"/>
                <a:gd name="connsiteX4" fmla="*/ 18972 w 73518"/>
                <a:gd name="connsiteY4" fmla="*/ 43065 h 52832"/>
                <a:gd name="connsiteX5" fmla="*/ 21619 w 73518"/>
                <a:gd name="connsiteY5" fmla="*/ 32522 h 52832"/>
                <a:gd name="connsiteX6" fmla="*/ 23664 w 73518"/>
                <a:gd name="connsiteY6" fmla="*/ 24673 h 52832"/>
                <a:gd name="connsiteX7" fmla="*/ 28718 w 73518"/>
                <a:gd name="connsiteY7" fmla="*/ 14130 h 52832"/>
                <a:gd name="connsiteX8" fmla="*/ 46767 w 73518"/>
                <a:gd name="connsiteY8" fmla="*/ 3353 h 52832"/>
                <a:gd name="connsiteX9" fmla="*/ 53866 w 73518"/>
                <a:gd name="connsiteY9" fmla="*/ 11553 h 52832"/>
                <a:gd name="connsiteX10" fmla="*/ 46767 w 73518"/>
                <a:gd name="connsiteY10" fmla="*/ 36505 h 52832"/>
                <a:gd name="connsiteX11" fmla="*/ 44962 w 73518"/>
                <a:gd name="connsiteY11" fmla="*/ 42831 h 52832"/>
                <a:gd name="connsiteX12" fmla="*/ 56393 w 73518"/>
                <a:gd name="connsiteY12" fmla="*/ 52905 h 52832"/>
                <a:gd name="connsiteX13" fmla="*/ 73720 w 73518"/>
                <a:gd name="connsiteY13" fmla="*/ 34982 h 52832"/>
                <a:gd name="connsiteX14" fmla="*/ 71794 w 73518"/>
                <a:gd name="connsiteY14" fmla="*/ 33459 h 52832"/>
                <a:gd name="connsiteX15" fmla="*/ 69508 w 73518"/>
                <a:gd name="connsiteY15" fmla="*/ 35450 h 52832"/>
                <a:gd name="connsiteX16" fmla="*/ 56754 w 73518"/>
                <a:gd name="connsiteY16" fmla="*/ 49625 h 52832"/>
                <a:gd name="connsiteX17" fmla="*/ 53746 w 73518"/>
                <a:gd name="connsiteY17" fmla="*/ 45525 h 52832"/>
                <a:gd name="connsiteX18" fmla="*/ 56513 w 73518"/>
                <a:gd name="connsiteY18" fmla="*/ 36036 h 52832"/>
                <a:gd name="connsiteX19" fmla="*/ 62890 w 73518"/>
                <a:gd name="connsiteY19" fmla="*/ 13427 h 52832"/>
                <a:gd name="connsiteX20" fmla="*/ 47248 w 73518"/>
                <a:gd name="connsiteY20" fmla="*/ 73 h 52832"/>
                <a:gd name="connsiteX21" fmla="*/ 26913 w 73518"/>
                <a:gd name="connsiteY21" fmla="*/ 10733 h 52832"/>
                <a:gd name="connsiteX22" fmla="*/ 14038 w 73518"/>
                <a:gd name="connsiteY22" fmla="*/ 73 h 52832"/>
                <a:gd name="connsiteX23" fmla="*/ 4533 w 73518"/>
                <a:gd name="connsiteY23" fmla="*/ 6399 h 52832"/>
                <a:gd name="connsiteX24" fmla="*/ 201 w 73518"/>
                <a:gd name="connsiteY24" fmla="*/ 17996 h 52832"/>
                <a:gd name="connsiteX25" fmla="*/ 2246 w 73518"/>
                <a:gd name="connsiteY25" fmla="*/ 19519 h 52832"/>
                <a:gd name="connsiteX26" fmla="*/ 4894 w 73518"/>
                <a:gd name="connsiteY26" fmla="*/ 16004 h 52832"/>
                <a:gd name="connsiteX27" fmla="*/ 13677 w 73518"/>
                <a:gd name="connsiteY27" fmla="*/ 3353 h 52832"/>
                <a:gd name="connsiteX28" fmla="*/ 17648 w 73518"/>
                <a:gd name="connsiteY28" fmla="*/ 9093 h 52832"/>
                <a:gd name="connsiteX29" fmla="*/ 15723 w 73518"/>
                <a:gd name="connsiteY29" fmla="*/ 18816 h 52832"/>
                <a:gd name="connsiteX30" fmla="*/ 13076 w 73518"/>
                <a:gd name="connsiteY30" fmla="*/ 29359 h 52832"/>
                <a:gd name="connsiteX31" fmla="*/ 9225 w 73518"/>
                <a:gd name="connsiteY31" fmla="*/ 44353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53"/>
                  </a:moveTo>
                  <a:cubicBezTo>
                    <a:pt x="8744" y="45876"/>
                    <a:pt x="8022" y="48805"/>
                    <a:pt x="8022" y="49156"/>
                  </a:cubicBezTo>
                  <a:cubicBezTo>
                    <a:pt x="8022" y="51734"/>
                    <a:pt x="10188" y="52905"/>
                    <a:pt x="12113" y="52905"/>
                  </a:cubicBezTo>
                  <a:cubicBezTo>
                    <a:pt x="14279" y="52905"/>
                    <a:pt x="16204" y="51382"/>
                    <a:pt x="16806" y="50328"/>
                  </a:cubicBezTo>
                  <a:cubicBezTo>
                    <a:pt x="17407" y="49274"/>
                    <a:pt x="18370" y="45525"/>
                    <a:pt x="18972" y="43065"/>
                  </a:cubicBezTo>
                  <a:cubicBezTo>
                    <a:pt x="19573" y="40839"/>
                    <a:pt x="20897" y="35450"/>
                    <a:pt x="21619" y="32522"/>
                  </a:cubicBezTo>
                  <a:cubicBezTo>
                    <a:pt x="22341" y="29945"/>
                    <a:pt x="23063" y="27367"/>
                    <a:pt x="23664" y="24673"/>
                  </a:cubicBezTo>
                  <a:cubicBezTo>
                    <a:pt x="24988" y="19870"/>
                    <a:pt x="25229" y="18933"/>
                    <a:pt x="28718" y="14130"/>
                  </a:cubicBezTo>
                  <a:cubicBezTo>
                    <a:pt x="32087" y="9444"/>
                    <a:pt x="37742" y="3353"/>
                    <a:pt x="46767" y="3353"/>
                  </a:cubicBezTo>
                  <a:cubicBezTo>
                    <a:pt x="53746" y="3353"/>
                    <a:pt x="53866" y="9327"/>
                    <a:pt x="53866" y="11553"/>
                  </a:cubicBezTo>
                  <a:cubicBezTo>
                    <a:pt x="53866" y="18582"/>
                    <a:pt x="48692" y="31585"/>
                    <a:pt x="46767" y="36505"/>
                  </a:cubicBezTo>
                  <a:cubicBezTo>
                    <a:pt x="45443" y="39785"/>
                    <a:pt x="44962" y="40839"/>
                    <a:pt x="44962" y="42831"/>
                  </a:cubicBezTo>
                  <a:cubicBezTo>
                    <a:pt x="44962" y="49039"/>
                    <a:pt x="50256" y="52905"/>
                    <a:pt x="56393" y="52905"/>
                  </a:cubicBezTo>
                  <a:cubicBezTo>
                    <a:pt x="68425" y="52905"/>
                    <a:pt x="73720" y="36739"/>
                    <a:pt x="73720" y="34982"/>
                  </a:cubicBezTo>
                  <a:cubicBezTo>
                    <a:pt x="73720" y="33459"/>
                    <a:pt x="72155" y="33459"/>
                    <a:pt x="71794" y="33459"/>
                  </a:cubicBezTo>
                  <a:cubicBezTo>
                    <a:pt x="70110" y="33459"/>
                    <a:pt x="69990" y="34162"/>
                    <a:pt x="69508" y="35450"/>
                  </a:cubicBezTo>
                  <a:cubicBezTo>
                    <a:pt x="66741" y="44822"/>
                    <a:pt x="61567" y="49625"/>
                    <a:pt x="56754" y="49625"/>
                  </a:cubicBezTo>
                  <a:cubicBezTo>
                    <a:pt x="54227" y="49625"/>
                    <a:pt x="53746" y="47985"/>
                    <a:pt x="53746" y="45525"/>
                  </a:cubicBezTo>
                  <a:cubicBezTo>
                    <a:pt x="53746" y="42831"/>
                    <a:pt x="54347" y="41308"/>
                    <a:pt x="56513" y="36036"/>
                  </a:cubicBezTo>
                  <a:cubicBezTo>
                    <a:pt x="57957" y="32405"/>
                    <a:pt x="62890" y="19987"/>
                    <a:pt x="62890" y="13427"/>
                  </a:cubicBezTo>
                  <a:cubicBezTo>
                    <a:pt x="62890" y="2064"/>
                    <a:pt x="53625" y="73"/>
                    <a:pt x="47248" y="73"/>
                  </a:cubicBezTo>
                  <a:cubicBezTo>
                    <a:pt x="37261" y="73"/>
                    <a:pt x="30523" y="6047"/>
                    <a:pt x="26913" y="10733"/>
                  </a:cubicBezTo>
                  <a:cubicBezTo>
                    <a:pt x="26071" y="2650"/>
                    <a:pt x="18972" y="73"/>
                    <a:pt x="14038" y="73"/>
                  </a:cubicBezTo>
                  <a:cubicBezTo>
                    <a:pt x="8864" y="73"/>
                    <a:pt x="6097" y="3704"/>
                    <a:pt x="4533" y="6399"/>
                  </a:cubicBezTo>
                  <a:cubicBezTo>
                    <a:pt x="1886" y="10733"/>
                    <a:pt x="201" y="17410"/>
                    <a:pt x="201" y="17996"/>
                  </a:cubicBezTo>
                  <a:cubicBezTo>
                    <a:pt x="201" y="19519"/>
                    <a:pt x="1886" y="19519"/>
                    <a:pt x="2246" y="19519"/>
                  </a:cubicBezTo>
                  <a:cubicBezTo>
                    <a:pt x="3931" y="19519"/>
                    <a:pt x="4051" y="19167"/>
                    <a:pt x="4894" y="16004"/>
                  </a:cubicBezTo>
                  <a:cubicBezTo>
                    <a:pt x="6699" y="9093"/>
                    <a:pt x="8985" y="3353"/>
                    <a:pt x="13677" y="3353"/>
                  </a:cubicBezTo>
                  <a:cubicBezTo>
                    <a:pt x="16806" y="3353"/>
                    <a:pt x="17648" y="5930"/>
                    <a:pt x="17648" y="9093"/>
                  </a:cubicBezTo>
                  <a:cubicBezTo>
                    <a:pt x="17648" y="11319"/>
                    <a:pt x="16565" y="15653"/>
                    <a:pt x="15723" y="18816"/>
                  </a:cubicBezTo>
                  <a:cubicBezTo>
                    <a:pt x="14881" y="21979"/>
                    <a:pt x="13677" y="26782"/>
                    <a:pt x="13076" y="29359"/>
                  </a:cubicBezTo>
                  <a:lnTo>
                    <a:pt x="9225" y="4435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0" name="Freeform: Shape 2019">
              <a:extLst>
                <a:ext uri="{FF2B5EF4-FFF2-40B4-BE49-F238E27FC236}">
                  <a16:creationId xmlns:a16="http://schemas.microsoft.com/office/drawing/2014/main" id="{C53E4139-D9E9-0CAF-92D7-CBB0258816B0}"/>
                </a:ext>
              </a:extLst>
            </p:cNvPr>
            <p:cNvSpPr/>
            <p:nvPr>
              <p:custDataLst>
                <p:tags r:id="rId10"/>
              </p:custDataLst>
            </p:nvPr>
          </p:nvSpPr>
          <p:spPr>
            <a:xfrm>
              <a:off x="10621114" y="5346338"/>
              <a:ext cx="105026" cy="129361"/>
            </a:xfrm>
            <a:custGeom>
              <a:avLst/>
              <a:gdLst>
                <a:gd name="connsiteX0" fmla="*/ 101970 w 105026"/>
                <a:gd name="connsiteY0" fmla="*/ 7100 h 129361"/>
                <a:gd name="connsiteX1" fmla="*/ 105236 w 105026"/>
                <a:gd name="connsiteY1" fmla="*/ 3418 h 129361"/>
                <a:gd name="connsiteX2" fmla="*/ 101798 w 105026"/>
                <a:gd name="connsiteY2" fmla="*/ 71 h 129361"/>
                <a:gd name="connsiteX3" fmla="*/ 98704 w 105026"/>
                <a:gd name="connsiteY3" fmla="*/ 1075 h 129361"/>
                <a:gd name="connsiteX4" fmla="*/ 3647 w 105026"/>
                <a:gd name="connsiteY4" fmla="*/ 44754 h 129361"/>
                <a:gd name="connsiteX5" fmla="*/ 209 w 105026"/>
                <a:gd name="connsiteY5" fmla="*/ 48603 h 129361"/>
                <a:gd name="connsiteX6" fmla="*/ 3647 w 105026"/>
                <a:gd name="connsiteY6" fmla="*/ 52284 h 129361"/>
                <a:gd name="connsiteX7" fmla="*/ 98704 w 105026"/>
                <a:gd name="connsiteY7" fmla="*/ 95795 h 129361"/>
                <a:gd name="connsiteX8" fmla="*/ 101798 w 105026"/>
                <a:gd name="connsiteY8" fmla="*/ 96967 h 129361"/>
                <a:gd name="connsiteX9" fmla="*/ 105236 w 105026"/>
                <a:gd name="connsiteY9" fmla="*/ 93620 h 129361"/>
                <a:gd name="connsiteX10" fmla="*/ 101626 w 105026"/>
                <a:gd name="connsiteY10" fmla="*/ 89771 h 129361"/>
                <a:gd name="connsiteX11" fmla="*/ 11726 w 105026"/>
                <a:gd name="connsiteY11" fmla="*/ 48603 h 129361"/>
                <a:gd name="connsiteX12" fmla="*/ 101970 w 105026"/>
                <a:gd name="connsiteY12" fmla="*/ 7100 h 129361"/>
                <a:gd name="connsiteX13" fmla="*/ 99220 w 105026"/>
                <a:gd name="connsiteY13" fmla="*/ 129432 h 129361"/>
                <a:gd name="connsiteX14" fmla="*/ 105236 w 105026"/>
                <a:gd name="connsiteY14" fmla="*/ 126085 h 129361"/>
                <a:gd name="connsiteX15" fmla="*/ 99048 w 105026"/>
                <a:gd name="connsiteY15" fmla="*/ 122738 h 129361"/>
                <a:gd name="connsiteX16" fmla="*/ 6397 w 105026"/>
                <a:gd name="connsiteY16" fmla="*/ 122738 h 129361"/>
                <a:gd name="connsiteX17" fmla="*/ 209 w 105026"/>
                <a:gd name="connsiteY17" fmla="*/ 126085 h 129361"/>
                <a:gd name="connsiteX18" fmla="*/ 6225 w 105026"/>
                <a:gd name="connsiteY18" fmla="*/ 129432 h 129361"/>
                <a:gd name="connsiteX19" fmla="*/ 99220 w 105026"/>
                <a:gd name="connsiteY19" fmla="*/ 129432 h 12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026" h="129361">
                  <a:moveTo>
                    <a:pt x="101970" y="7100"/>
                  </a:moveTo>
                  <a:cubicBezTo>
                    <a:pt x="103861" y="6263"/>
                    <a:pt x="105236" y="5426"/>
                    <a:pt x="105236" y="3418"/>
                  </a:cubicBezTo>
                  <a:cubicBezTo>
                    <a:pt x="105236" y="1577"/>
                    <a:pt x="103861" y="71"/>
                    <a:pt x="101798" y="71"/>
                  </a:cubicBezTo>
                  <a:cubicBezTo>
                    <a:pt x="100938" y="71"/>
                    <a:pt x="99391" y="741"/>
                    <a:pt x="98704" y="1075"/>
                  </a:cubicBezTo>
                  <a:lnTo>
                    <a:pt x="3647" y="44754"/>
                  </a:lnTo>
                  <a:cubicBezTo>
                    <a:pt x="725" y="46092"/>
                    <a:pt x="209" y="47264"/>
                    <a:pt x="209" y="48603"/>
                  </a:cubicBezTo>
                  <a:cubicBezTo>
                    <a:pt x="209" y="50109"/>
                    <a:pt x="1241" y="51280"/>
                    <a:pt x="3647" y="52284"/>
                  </a:cubicBezTo>
                  <a:lnTo>
                    <a:pt x="98704" y="95795"/>
                  </a:lnTo>
                  <a:cubicBezTo>
                    <a:pt x="100938" y="96967"/>
                    <a:pt x="101282" y="96967"/>
                    <a:pt x="101798" y="96967"/>
                  </a:cubicBezTo>
                  <a:cubicBezTo>
                    <a:pt x="103689" y="96967"/>
                    <a:pt x="105236" y="95460"/>
                    <a:pt x="105236" y="93620"/>
                  </a:cubicBezTo>
                  <a:cubicBezTo>
                    <a:pt x="105236" y="92113"/>
                    <a:pt x="104548" y="91109"/>
                    <a:pt x="101626" y="89771"/>
                  </a:cubicBezTo>
                  <a:lnTo>
                    <a:pt x="11726" y="48603"/>
                  </a:lnTo>
                  <a:lnTo>
                    <a:pt x="101970" y="7100"/>
                  </a:lnTo>
                  <a:close/>
                  <a:moveTo>
                    <a:pt x="99220" y="129432"/>
                  </a:moveTo>
                  <a:cubicBezTo>
                    <a:pt x="102142" y="129432"/>
                    <a:pt x="105236" y="129432"/>
                    <a:pt x="105236" y="126085"/>
                  </a:cubicBezTo>
                  <a:cubicBezTo>
                    <a:pt x="105236" y="122738"/>
                    <a:pt x="101626" y="122738"/>
                    <a:pt x="99048" y="122738"/>
                  </a:cubicBezTo>
                  <a:lnTo>
                    <a:pt x="6397" y="122738"/>
                  </a:lnTo>
                  <a:cubicBezTo>
                    <a:pt x="3819" y="122738"/>
                    <a:pt x="209" y="122738"/>
                    <a:pt x="209" y="126085"/>
                  </a:cubicBezTo>
                  <a:cubicBezTo>
                    <a:pt x="209" y="129432"/>
                    <a:pt x="3303" y="129432"/>
                    <a:pt x="6225" y="129432"/>
                  </a:cubicBezTo>
                  <a:lnTo>
                    <a:pt x="99220" y="1294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1" name="Freeform: Shape 2020">
              <a:extLst>
                <a:ext uri="{FF2B5EF4-FFF2-40B4-BE49-F238E27FC236}">
                  <a16:creationId xmlns:a16="http://schemas.microsoft.com/office/drawing/2014/main" id="{F4342C5F-29C4-4582-0891-80778E9CA463}"/>
                </a:ext>
              </a:extLst>
            </p:cNvPr>
            <p:cNvSpPr/>
            <p:nvPr>
              <p:custDataLst>
                <p:tags r:id="rId11"/>
              </p:custDataLst>
            </p:nvPr>
          </p:nvSpPr>
          <p:spPr>
            <a:xfrm>
              <a:off x="10786054" y="5342155"/>
              <a:ext cx="70476" cy="144924"/>
            </a:xfrm>
            <a:custGeom>
              <a:avLst/>
              <a:gdLst>
                <a:gd name="connsiteX0" fmla="*/ 70696 w 70476"/>
                <a:gd name="connsiteY0" fmla="*/ 6096 h 144924"/>
                <a:gd name="connsiteX1" fmla="*/ 64164 w 70476"/>
                <a:gd name="connsiteY1" fmla="*/ 71 h 144924"/>
                <a:gd name="connsiteX2" fmla="*/ 55054 w 70476"/>
                <a:gd name="connsiteY2" fmla="*/ 8941 h 144924"/>
                <a:gd name="connsiteX3" fmla="*/ 61414 w 70476"/>
                <a:gd name="connsiteY3" fmla="*/ 14965 h 144924"/>
                <a:gd name="connsiteX4" fmla="*/ 70696 w 70476"/>
                <a:gd name="connsiteY4" fmla="*/ 6096 h 144924"/>
                <a:gd name="connsiteX5" fmla="*/ 36145 w 70476"/>
                <a:gd name="connsiteY5" fmla="*/ 119057 h 144924"/>
                <a:gd name="connsiteX6" fmla="*/ 15002 w 70476"/>
                <a:gd name="connsiteY6" fmla="*/ 141314 h 144924"/>
                <a:gd name="connsiteX7" fmla="*/ 8299 w 70476"/>
                <a:gd name="connsiteY7" fmla="*/ 139808 h 144924"/>
                <a:gd name="connsiteX8" fmla="*/ 16034 w 70476"/>
                <a:gd name="connsiteY8" fmla="*/ 130939 h 144924"/>
                <a:gd name="connsiteX9" fmla="*/ 9502 w 70476"/>
                <a:gd name="connsiteY9" fmla="*/ 125081 h 144924"/>
                <a:gd name="connsiteX10" fmla="*/ 220 w 70476"/>
                <a:gd name="connsiteY10" fmla="*/ 134620 h 144924"/>
                <a:gd name="connsiteX11" fmla="*/ 15346 w 70476"/>
                <a:gd name="connsiteY11" fmla="*/ 144996 h 144924"/>
                <a:gd name="connsiteX12" fmla="*/ 47662 w 70476"/>
                <a:gd name="connsiteY12" fmla="*/ 119559 h 144924"/>
                <a:gd name="connsiteX13" fmla="*/ 63476 w 70476"/>
                <a:gd name="connsiteY13" fmla="*/ 58309 h 144924"/>
                <a:gd name="connsiteX14" fmla="*/ 64336 w 70476"/>
                <a:gd name="connsiteY14" fmla="*/ 52117 h 144924"/>
                <a:gd name="connsiteX15" fmla="*/ 48522 w 70476"/>
                <a:gd name="connsiteY15" fmla="*/ 36721 h 144924"/>
                <a:gd name="connsiteX16" fmla="*/ 21191 w 70476"/>
                <a:gd name="connsiteY16" fmla="*/ 62493 h 144924"/>
                <a:gd name="connsiteX17" fmla="*/ 23253 w 70476"/>
                <a:gd name="connsiteY17" fmla="*/ 64166 h 144924"/>
                <a:gd name="connsiteX18" fmla="*/ 26347 w 70476"/>
                <a:gd name="connsiteY18" fmla="*/ 60819 h 144924"/>
                <a:gd name="connsiteX19" fmla="*/ 48006 w 70476"/>
                <a:gd name="connsiteY19" fmla="*/ 40402 h 144924"/>
                <a:gd name="connsiteX20" fmla="*/ 53506 w 70476"/>
                <a:gd name="connsiteY20" fmla="*/ 48101 h 144924"/>
                <a:gd name="connsiteX21" fmla="*/ 52303 w 70476"/>
                <a:gd name="connsiteY21" fmla="*/ 56635 h 144924"/>
                <a:gd name="connsiteX22" fmla="*/ 36145 w 70476"/>
                <a:gd name="connsiteY22" fmla="*/ 119057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096"/>
                  </a:moveTo>
                  <a:cubicBezTo>
                    <a:pt x="70696" y="2916"/>
                    <a:pt x="68289" y="71"/>
                    <a:pt x="64164" y="71"/>
                  </a:cubicBezTo>
                  <a:cubicBezTo>
                    <a:pt x="60210" y="71"/>
                    <a:pt x="55054" y="3920"/>
                    <a:pt x="55054" y="8941"/>
                  </a:cubicBezTo>
                  <a:cubicBezTo>
                    <a:pt x="55054" y="12288"/>
                    <a:pt x="57460" y="14965"/>
                    <a:pt x="61414" y="14965"/>
                  </a:cubicBezTo>
                  <a:cubicBezTo>
                    <a:pt x="66055" y="14965"/>
                    <a:pt x="70696" y="10614"/>
                    <a:pt x="70696" y="6096"/>
                  </a:cubicBezTo>
                  <a:close/>
                  <a:moveTo>
                    <a:pt x="36145" y="119057"/>
                  </a:moveTo>
                  <a:cubicBezTo>
                    <a:pt x="32879" y="131775"/>
                    <a:pt x="24628" y="141314"/>
                    <a:pt x="15002" y="141314"/>
                  </a:cubicBezTo>
                  <a:cubicBezTo>
                    <a:pt x="13971" y="141314"/>
                    <a:pt x="11393" y="141314"/>
                    <a:pt x="8299" y="139808"/>
                  </a:cubicBezTo>
                  <a:cubicBezTo>
                    <a:pt x="13455" y="138637"/>
                    <a:pt x="16034" y="134286"/>
                    <a:pt x="16034" y="130939"/>
                  </a:cubicBezTo>
                  <a:cubicBezTo>
                    <a:pt x="16034" y="128261"/>
                    <a:pt x="14143" y="125081"/>
                    <a:pt x="9502" y="125081"/>
                  </a:cubicBezTo>
                  <a:cubicBezTo>
                    <a:pt x="5205" y="125081"/>
                    <a:pt x="220" y="128596"/>
                    <a:pt x="220" y="134620"/>
                  </a:cubicBezTo>
                  <a:cubicBezTo>
                    <a:pt x="220" y="141314"/>
                    <a:pt x="7095" y="144996"/>
                    <a:pt x="15346" y="144996"/>
                  </a:cubicBezTo>
                  <a:cubicBezTo>
                    <a:pt x="27379" y="144996"/>
                    <a:pt x="43365" y="136126"/>
                    <a:pt x="47662" y="119559"/>
                  </a:cubicBezTo>
                  <a:lnTo>
                    <a:pt x="63476" y="58309"/>
                  </a:lnTo>
                  <a:cubicBezTo>
                    <a:pt x="64336" y="54962"/>
                    <a:pt x="64336" y="52619"/>
                    <a:pt x="64336" y="52117"/>
                  </a:cubicBezTo>
                  <a:cubicBezTo>
                    <a:pt x="64336" y="42578"/>
                    <a:pt x="57116" y="36721"/>
                    <a:pt x="48522" y="36721"/>
                  </a:cubicBezTo>
                  <a:cubicBezTo>
                    <a:pt x="30989" y="36721"/>
                    <a:pt x="21191" y="60986"/>
                    <a:pt x="21191" y="62493"/>
                  </a:cubicBezTo>
                  <a:cubicBezTo>
                    <a:pt x="21191" y="64166"/>
                    <a:pt x="22910" y="64166"/>
                    <a:pt x="23253" y="64166"/>
                  </a:cubicBezTo>
                  <a:cubicBezTo>
                    <a:pt x="24800" y="64166"/>
                    <a:pt x="24972" y="63999"/>
                    <a:pt x="26347" y="60819"/>
                  </a:cubicBezTo>
                  <a:cubicBezTo>
                    <a:pt x="30645" y="50611"/>
                    <a:pt x="38552" y="40402"/>
                    <a:pt x="48006" y="40402"/>
                  </a:cubicBezTo>
                  <a:cubicBezTo>
                    <a:pt x="50412" y="40402"/>
                    <a:pt x="53506" y="41072"/>
                    <a:pt x="53506" y="48101"/>
                  </a:cubicBezTo>
                  <a:cubicBezTo>
                    <a:pt x="53506" y="51950"/>
                    <a:pt x="52991" y="53790"/>
                    <a:pt x="52303" y="56635"/>
                  </a:cubicBezTo>
                  <a:lnTo>
                    <a:pt x="36145" y="1190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2" name="Freeform: Shape 2021">
              <a:extLst>
                <a:ext uri="{FF2B5EF4-FFF2-40B4-BE49-F238E27FC236}">
                  <a16:creationId xmlns:a16="http://schemas.microsoft.com/office/drawing/2014/main" id="{B4E71199-16FD-7E97-8254-4F2BD524B4B8}"/>
                </a:ext>
              </a:extLst>
            </p:cNvPr>
            <p:cNvSpPr/>
            <p:nvPr>
              <p:custDataLst>
                <p:tags r:id="rId12"/>
              </p:custDataLst>
            </p:nvPr>
          </p:nvSpPr>
          <p:spPr>
            <a:xfrm>
              <a:off x="10878713" y="5327260"/>
              <a:ext cx="39879" cy="167349"/>
            </a:xfrm>
            <a:custGeom>
              <a:avLst/>
              <a:gdLst>
                <a:gd name="connsiteX0" fmla="*/ 40104 w 39879"/>
                <a:gd name="connsiteY0" fmla="*/ 83746 h 167349"/>
                <a:gd name="connsiteX1" fmla="*/ 28759 w 39879"/>
                <a:gd name="connsiteY1" fmla="*/ 31533 h 167349"/>
                <a:gd name="connsiteX2" fmla="*/ 1943 w 39879"/>
                <a:gd name="connsiteY2" fmla="*/ 71 h 167349"/>
                <a:gd name="connsiteX3" fmla="*/ 224 w 39879"/>
                <a:gd name="connsiteY3" fmla="*/ 1745 h 167349"/>
                <a:gd name="connsiteX4" fmla="*/ 3490 w 39879"/>
                <a:gd name="connsiteY4" fmla="*/ 5594 h 167349"/>
                <a:gd name="connsiteX5" fmla="*/ 30134 w 39879"/>
                <a:gd name="connsiteY5" fmla="*/ 83746 h 167349"/>
                <a:gd name="connsiteX6" fmla="*/ 2459 w 39879"/>
                <a:gd name="connsiteY6" fmla="*/ 162902 h 167349"/>
                <a:gd name="connsiteX7" fmla="*/ 224 w 39879"/>
                <a:gd name="connsiteY7" fmla="*/ 165747 h 167349"/>
                <a:gd name="connsiteX8" fmla="*/ 1943 w 39879"/>
                <a:gd name="connsiteY8" fmla="*/ 167421 h 167349"/>
                <a:gd name="connsiteX9" fmla="*/ 29274 w 39879"/>
                <a:gd name="connsiteY9" fmla="*/ 134788 h 167349"/>
                <a:gd name="connsiteX10" fmla="*/ 40104 w 39879"/>
                <a:gd name="connsiteY10" fmla="*/ 83746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46"/>
                  </a:moveTo>
                  <a:cubicBezTo>
                    <a:pt x="40104" y="70693"/>
                    <a:pt x="38213" y="50443"/>
                    <a:pt x="28759" y="31533"/>
                  </a:cubicBezTo>
                  <a:cubicBezTo>
                    <a:pt x="18445" y="10949"/>
                    <a:pt x="3662" y="71"/>
                    <a:pt x="1943" y="71"/>
                  </a:cubicBezTo>
                  <a:cubicBezTo>
                    <a:pt x="912" y="71"/>
                    <a:pt x="224" y="741"/>
                    <a:pt x="224" y="1745"/>
                  </a:cubicBezTo>
                  <a:cubicBezTo>
                    <a:pt x="224" y="2247"/>
                    <a:pt x="224" y="2581"/>
                    <a:pt x="3490" y="5594"/>
                  </a:cubicBezTo>
                  <a:cubicBezTo>
                    <a:pt x="20336" y="22161"/>
                    <a:pt x="30134" y="48770"/>
                    <a:pt x="30134" y="83746"/>
                  </a:cubicBezTo>
                  <a:cubicBezTo>
                    <a:pt x="30134" y="112363"/>
                    <a:pt x="23774" y="141816"/>
                    <a:pt x="2459" y="162902"/>
                  </a:cubicBezTo>
                  <a:cubicBezTo>
                    <a:pt x="224" y="164911"/>
                    <a:pt x="224" y="165245"/>
                    <a:pt x="224" y="165747"/>
                  </a:cubicBezTo>
                  <a:cubicBezTo>
                    <a:pt x="224" y="166751"/>
                    <a:pt x="912" y="167421"/>
                    <a:pt x="1943" y="167421"/>
                  </a:cubicBezTo>
                  <a:cubicBezTo>
                    <a:pt x="3662" y="167421"/>
                    <a:pt x="19133" y="156041"/>
                    <a:pt x="29274" y="134788"/>
                  </a:cubicBezTo>
                  <a:cubicBezTo>
                    <a:pt x="38041" y="116379"/>
                    <a:pt x="40104" y="97803"/>
                    <a:pt x="40104" y="83746"/>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3" name="Freeform: Shape 2022">
              <a:extLst>
                <a:ext uri="{FF2B5EF4-FFF2-40B4-BE49-F238E27FC236}">
                  <a16:creationId xmlns:a16="http://schemas.microsoft.com/office/drawing/2014/main" id="{D49FDE3F-CEF4-7BE6-C36F-5D4AC5316B69}"/>
                </a:ext>
              </a:extLst>
            </p:cNvPr>
            <p:cNvSpPr/>
            <p:nvPr>
              <p:custDataLst>
                <p:tags r:id="rId13"/>
              </p:custDataLst>
            </p:nvPr>
          </p:nvSpPr>
          <p:spPr>
            <a:xfrm>
              <a:off x="10164660" y="5520801"/>
              <a:ext cx="771101" cy="6693"/>
            </a:xfrm>
            <a:custGeom>
              <a:avLst/>
              <a:gdLst>
                <a:gd name="connsiteX0" fmla="*/ 0 w 771101"/>
                <a:gd name="connsiteY0" fmla="*/ 0 h 6693"/>
                <a:gd name="connsiteX1" fmla="*/ 771102 w 771101"/>
                <a:gd name="connsiteY1" fmla="*/ 0 h 6693"/>
                <a:gd name="connsiteX2" fmla="*/ 771102 w 771101"/>
                <a:gd name="connsiteY2" fmla="*/ 6694 h 6693"/>
                <a:gd name="connsiteX3" fmla="*/ 0 w 771101"/>
                <a:gd name="connsiteY3" fmla="*/ 6694 h 6693"/>
              </a:gdLst>
              <a:ahLst/>
              <a:cxnLst>
                <a:cxn ang="0">
                  <a:pos x="connsiteX0" y="connsiteY0"/>
                </a:cxn>
                <a:cxn ang="0">
                  <a:pos x="connsiteX1" y="connsiteY1"/>
                </a:cxn>
                <a:cxn ang="0">
                  <a:pos x="connsiteX2" y="connsiteY2"/>
                </a:cxn>
                <a:cxn ang="0">
                  <a:pos x="connsiteX3" y="connsiteY3"/>
                </a:cxn>
              </a:cxnLst>
              <a:rect l="l" t="t" r="r" b="b"/>
              <a:pathLst>
                <a:path w="771101" h="6693">
                  <a:moveTo>
                    <a:pt x="0" y="0"/>
                  </a:moveTo>
                  <a:lnTo>
                    <a:pt x="771102" y="0"/>
                  </a:lnTo>
                  <a:lnTo>
                    <a:pt x="771102" y="6694"/>
                  </a:lnTo>
                  <a:lnTo>
                    <a:pt x="0" y="669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24" name="Freeform: Shape 2023">
              <a:extLst>
                <a:ext uri="{FF2B5EF4-FFF2-40B4-BE49-F238E27FC236}">
                  <a16:creationId xmlns:a16="http://schemas.microsoft.com/office/drawing/2014/main" id="{BCE75D9E-F749-9A62-764D-4E033BA75C60}"/>
                </a:ext>
              </a:extLst>
            </p:cNvPr>
            <p:cNvSpPr/>
            <p:nvPr>
              <p:custDataLst>
                <p:tags r:id="rId14"/>
              </p:custDataLst>
            </p:nvPr>
          </p:nvSpPr>
          <p:spPr>
            <a:xfrm>
              <a:off x="10171536" y="5566479"/>
              <a:ext cx="122731" cy="114299"/>
            </a:xfrm>
            <a:custGeom>
              <a:avLst/>
              <a:gdLst>
                <a:gd name="connsiteX0" fmla="*/ 45391 w 122731"/>
                <a:gd name="connsiteY0" fmla="*/ 61502 h 114299"/>
                <a:gd name="connsiteX1" fmla="*/ 74613 w 122731"/>
                <a:gd name="connsiteY1" fmla="*/ 61502 h 114299"/>
                <a:gd name="connsiteX2" fmla="*/ 122915 w 122731"/>
                <a:gd name="connsiteY2" fmla="*/ 25355 h 114299"/>
                <a:gd name="connsiteX3" fmla="*/ 89052 w 122731"/>
                <a:gd name="connsiteY3" fmla="*/ 85 h 114299"/>
                <a:gd name="connsiteX4" fmla="*/ 33359 w 122731"/>
                <a:gd name="connsiteY4" fmla="*/ 85 h 114299"/>
                <a:gd name="connsiteX5" fmla="*/ 28202 w 122731"/>
                <a:gd name="connsiteY5" fmla="*/ 3264 h 114299"/>
                <a:gd name="connsiteX6" fmla="*/ 33187 w 122731"/>
                <a:gd name="connsiteY6" fmla="*/ 5273 h 114299"/>
                <a:gd name="connsiteX7" fmla="*/ 40578 w 122731"/>
                <a:gd name="connsiteY7" fmla="*/ 5607 h 114299"/>
                <a:gd name="connsiteX8" fmla="*/ 44360 w 122731"/>
                <a:gd name="connsiteY8" fmla="*/ 8285 h 114299"/>
                <a:gd name="connsiteX9" fmla="*/ 43672 w 122731"/>
                <a:gd name="connsiteY9" fmla="*/ 11465 h 114299"/>
                <a:gd name="connsiteX10" fmla="*/ 20639 w 122731"/>
                <a:gd name="connsiteY10" fmla="*/ 101331 h 114299"/>
                <a:gd name="connsiteX11" fmla="*/ 4997 w 122731"/>
                <a:gd name="connsiteY11" fmla="*/ 109197 h 114299"/>
                <a:gd name="connsiteX12" fmla="*/ 184 w 122731"/>
                <a:gd name="connsiteY12" fmla="*/ 112376 h 114299"/>
                <a:gd name="connsiteX13" fmla="*/ 2762 w 122731"/>
                <a:gd name="connsiteY13" fmla="*/ 114385 h 114299"/>
                <a:gd name="connsiteX14" fmla="*/ 24592 w 122731"/>
                <a:gd name="connsiteY14" fmla="*/ 113882 h 114299"/>
                <a:gd name="connsiteX15" fmla="*/ 35593 w 122731"/>
                <a:gd name="connsiteY15" fmla="*/ 114050 h 114299"/>
                <a:gd name="connsiteX16" fmla="*/ 46767 w 122731"/>
                <a:gd name="connsiteY16" fmla="*/ 114385 h 114299"/>
                <a:gd name="connsiteX17" fmla="*/ 50204 w 122731"/>
                <a:gd name="connsiteY17" fmla="*/ 111038 h 114299"/>
                <a:gd name="connsiteX18" fmla="*/ 45391 w 122731"/>
                <a:gd name="connsiteY18" fmla="*/ 109197 h 114299"/>
                <a:gd name="connsiteX19" fmla="*/ 34218 w 122731"/>
                <a:gd name="connsiteY19" fmla="*/ 106184 h 114299"/>
                <a:gd name="connsiteX20" fmla="*/ 34734 w 122731"/>
                <a:gd name="connsiteY20" fmla="*/ 103339 h 114299"/>
                <a:gd name="connsiteX21" fmla="*/ 45391 w 122731"/>
                <a:gd name="connsiteY21" fmla="*/ 61502 h 114299"/>
                <a:gd name="connsiteX22" fmla="*/ 57768 w 122731"/>
                <a:gd name="connsiteY22" fmla="*/ 11632 h 114299"/>
                <a:gd name="connsiteX23" fmla="*/ 67050 w 122731"/>
                <a:gd name="connsiteY23" fmla="*/ 5273 h 114299"/>
                <a:gd name="connsiteX24" fmla="*/ 83552 w 122731"/>
                <a:gd name="connsiteY24" fmla="*/ 5273 h 114299"/>
                <a:gd name="connsiteX25" fmla="*/ 106929 w 122731"/>
                <a:gd name="connsiteY25" fmla="*/ 21338 h 114299"/>
                <a:gd name="connsiteX26" fmla="*/ 96787 w 122731"/>
                <a:gd name="connsiteY26" fmla="*/ 48281 h 114299"/>
                <a:gd name="connsiteX27" fmla="*/ 70316 w 122731"/>
                <a:gd name="connsiteY27" fmla="*/ 57151 h 114299"/>
                <a:gd name="connsiteX28" fmla="*/ 46079 w 122731"/>
                <a:gd name="connsiteY28" fmla="*/ 57151 h 114299"/>
                <a:gd name="connsiteX29" fmla="*/ 57768 w 122731"/>
                <a:gd name="connsiteY29" fmla="*/ 11632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2731" h="114299">
                  <a:moveTo>
                    <a:pt x="45391" y="61502"/>
                  </a:moveTo>
                  <a:lnTo>
                    <a:pt x="74613" y="61502"/>
                  </a:lnTo>
                  <a:cubicBezTo>
                    <a:pt x="99022" y="61502"/>
                    <a:pt x="122915" y="44098"/>
                    <a:pt x="122915" y="25355"/>
                  </a:cubicBezTo>
                  <a:cubicBezTo>
                    <a:pt x="122915" y="12469"/>
                    <a:pt x="111570" y="85"/>
                    <a:pt x="89052" y="85"/>
                  </a:cubicBezTo>
                  <a:lnTo>
                    <a:pt x="33359" y="85"/>
                  </a:lnTo>
                  <a:cubicBezTo>
                    <a:pt x="30093" y="85"/>
                    <a:pt x="28202" y="85"/>
                    <a:pt x="28202" y="3264"/>
                  </a:cubicBezTo>
                  <a:cubicBezTo>
                    <a:pt x="28202" y="5273"/>
                    <a:pt x="29749" y="5273"/>
                    <a:pt x="33187" y="5273"/>
                  </a:cubicBezTo>
                  <a:cubicBezTo>
                    <a:pt x="35422" y="5273"/>
                    <a:pt x="38516" y="5440"/>
                    <a:pt x="40578" y="5607"/>
                  </a:cubicBezTo>
                  <a:cubicBezTo>
                    <a:pt x="43329" y="5942"/>
                    <a:pt x="44360" y="6444"/>
                    <a:pt x="44360" y="8285"/>
                  </a:cubicBezTo>
                  <a:cubicBezTo>
                    <a:pt x="44360" y="8954"/>
                    <a:pt x="44188" y="9456"/>
                    <a:pt x="43672" y="11465"/>
                  </a:cubicBezTo>
                  <a:lnTo>
                    <a:pt x="20639" y="101331"/>
                  </a:lnTo>
                  <a:cubicBezTo>
                    <a:pt x="18920" y="107858"/>
                    <a:pt x="18576" y="109197"/>
                    <a:pt x="4997" y="109197"/>
                  </a:cubicBezTo>
                  <a:cubicBezTo>
                    <a:pt x="2074" y="109197"/>
                    <a:pt x="184" y="109197"/>
                    <a:pt x="184" y="112376"/>
                  </a:cubicBezTo>
                  <a:cubicBezTo>
                    <a:pt x="184" y="114385"/>
                    <a:pt x="2246" y="114385"/>
                    <a:pt x="2762" y="114385"/>
                  </a:cubicBezTo>
                  <a:cubicBezTo>
                    <a:pt x="7575" y="114385"/>
                    <a:pt x="19779" y="113882"/>
                    <a:pt x="24592" y="113882"/>
                  </a:cubicBezTo>
                  <a:cubicBezTo>
                    <a:pt x="28202" y="113882"/>
                    <a:pt x="31984" y="114050"/>
                    <a:pt x="35593" y="114050"/>
                  </a:cubicBezTo>
                  <a:cubicBezTo>
                    <a:pt x="39375" y="114050"/>
                    <a:pt x="43157" y="114385"/>
                    <a:pt x="46767" y="114385"/>
                  </a:cubicBezTo>
                  <a:cubicBezTo>
                    <a:pt x="47970" y="114385"/>
                    <a:pt x="50204" y="114385"/>
                    <a:pt x="50204" y="111038"/>
                  </a:cubicBezTo>
                  <a:cubicBezTo>
                    <a:pt x="50204" y="109197"/>
                    <a:pt x="48657" y="109197"/>
                    <a:pt x="45391" y="109197"/>
                  </a:cubicBezTo>
                  <a:cubicBezTo>
                    <a:pt x="39031" y="109197"/>
                    <a:pt x="34218" y="109197"/>
                    <a:pt x="34218" y="106184"/>
                  </a:cubicBezTo>
                  <a:cubicBezTo>
                    <a:pt x="34218" y="105180"/>
                    <a:pt x="34562" y="104344"/>
                    <a:pt x="34734" y="103339"/>
                  </a:cubicBezTo>
                  <a:lnTo>
                    <a:pt x="45391" y="61502"/>
                  </a:lnTo>
                  <a:close/>
                  <a:moveTo>
                    <a:pt x="57768" y="11632"/>
                  </a:moveTo>
                  <a:cubicBezTo>
                    <a:pt x="59315" y="5775"/>
                    <a:pt x="59658" y="5273"/>
                    <a:pt x="67050" y="5273"/>
                  </a:cubicBezTo>
                  <a:lnTo>
                    <a:pt x="83552" y="5273"/>
                  </a:lnTo>
                  <a:cubicBezTo>
                    <a:pt x="97819" y="5273"/>
                    <a:pt x="106929" y="9791"/>
                    <a:pt x="106929" y="21338"/>
                  </a:cubicBezTo>
                  <a:cubicBezTo>
                    <a:pt x="106929" y="27865"/>
                    <a:pt x="103491" y="42257"/>
                    <a:pt x="96787" y="48281"/>
                  </a:cubicBezTo>
                  <a:cubicBezTo>
                    <a:pt x="88193" y="55812"/>
                    <a:pt x="77879" y="57151"/>
                    <a:pt x="70316" y="57151"/>
                  </a:cubicBezTo>
                  <a:lnTo>
                    <a:pt x="46079" y="57151"/>
                  </a:lnTo>
                  <a:lnTo>
                    <a:pt x="57768" y="1163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1" name="Freeform: Shape 2080">
              <a:extLst>
                <a:ext uri="{FF2B5EF4-FFF2-40B4-BE49-F238E27FC236}">
                  <a16:creationId xmlns:a16="http://schemas.microsoft.com/office/drawing/2014/main" id="{E5F1677C-495A-C527-8A64-214C49331F23}"/>
                </a:ext>
              </a:extLst>
            </p:cNvPr>
            <p:cNvSpPr/>
            <p:nvPr>
              <p:custDataLst>
                <p:tags r:id="rId15"/>
              </p:custDataLst>
            </p:nvPr>
          </p:nvSpPr>
          <p:spPr>
            <a:xfrm>
              <a:off x="10315910" y="5555267"/>
              <a:ext cx="39879" cy="167349"/>
            </a:xfrm>
            <a:custGeom>
              <a:avLst/>
              <a:gdLst>
                <a:gd name="connsiteX0" fmla="*/ 40070 w 39879"/>
                <a:gd name="connsiteY0" fmla="*/ 165761 h 167349"/>
                <a:gd name="connsiteX1" fmla="*/ 37148 w 39879"/>
                <a:gd name="connsiteY1" fmla="*/ 162079 h 167349"/>
                <a:gd name="connsiteX2" fmla="*/ 10161 w 39879"/>
                <a:gd name="connsiteY2" fmla="*/ 83760 h 167349"/>
                <a:gd name="connsiteX3" fmla="*/ 37836 w 39879"/>
                <a:gd name="connsiteY3" fmla="*/ 4603 h 167349"/>
                <a:gd name="connsiteX4" fmla="*/ 40070 w 39879"/>
                <a:gd name="connsiteY4" fmla="*/ 1758 h 167349"/>
                <a:gd name="connsiteX5" fmla="*/ 38352 w 39879"/>
                <a:gd name="connsiteY5" fmla="*/ 85 h 167349"/>
                <a:gd name="connsiteX6" fmla="*/ 11021 w 39879"/>
                <a:gd name="connsiteY6" fmla="*/ 32718 h 167349"/>
                <a:gd name="connsiteX7" fmla="*/ 191 w 39879"/>
                <a:gd name="connsiteY7" fmla="*/ 83760 h 167349"/>
                <a:gd name="connsiteX8" fmla="*/ 11536 w 39879"/>
                <a:gd name="connsiteY8" fmla="*/ 135973 h 167349"/>
                <a:gd name="connsiteX9" fmla="*/ 38352 w 39879"/>
                <a:gd name="connsiteY9" fmla="*/ 167434 h 167349"/>
                <a:gd name="connsiteX10" fmla="*/ 40070 w 39879"/>
                <a:gd name="connsiteY10" fmla="*/ 165761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070" y="165761"/>
                  </a:moveTo>
                  <a:cubicBezTo>
                    <a:pt x="40070" y="165259"/>
                    <a:pt x="40070" y="164924"/>
                    <a:pt x="37148" y="162079"/>
                  </a:cubicBezTo>
                  <a:cubicBezTo>
                    <a:pt x="15662" y="140993"/>
                    <a:pt x="10161" y="109364"/>
                    <a:pt x="10161" y="83760"/>
                  </a:cubicBezTo>
                  <a:cubicBezTo>
                    <a:pt x="10161" y="54641"/>
                    <a:pt x="16693" y="25522"/>
                    <a:pt x="37836" y="4603"/>
                  </a:cubicBezTo>
                  <a:cubicBezTo>
                    <a:pt x="40070" y="2595"/>
                    <a:pt x="40070" y="2260"/>
                    <a:pt x="40070" y="1758"/>
                  </a:cubicBezTo>
                  <a:cubicBezTo>
                    <a:pt x="40070" y="587"/>
                    <a:pt x="39383" y="85"/>
                    <a:pt x="38352" y="85"/>
                  </a:cubicBezTo>
                  <a:cubicBezTo>
                    <a:pt x="36633" y="85"/>
                    <a:pt x="21162" y="11465"/>
                    <a:pt x="11021" y="32718"/>
                  </a:cubicBezTo>
                  <a:cubicBezTo>
                    <a:pt x="2254" y="51126"/>
                    <a:pt x="191" y="69702"/>
                    <a:pt x="191" y="83760"/>
                  </a:cubicBezTo>
                  <a:cubicBezTo>
                    <a:pt x="191" y="96813"/>
                    <a:pt x="2082" y="117062"/>
                    <a:pt x="11536" y="135973"/>
                  </a:cubicBezTo>
                  <a:cubicBezTo>
                    <a:pt x="21850" y="156557"/>
                    <a:pt x="36633" y="167434"/>
                    <a:pt x="38352" y="167434"/>
                  </a:cubicBezTo>
                  <a:cubicBezTo>
                    <a:pt x="39383" y="167434"/>
                    <a:pt x="40070" y="166932"/>
                    <a:pt x="40070" y="16576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2" name="Freeform: Shape 2081">
              <a:extLst>
                <a:ext uri="{FF2B5EF4-FFF2-40B4-BE49-F238E27FC236}">
                  <a16:creationId xmlns:a16="http://schemas.microsoft.com/office/drawing/2014/main" id="{4B18A445-1F79-41F0-496D-339565EE9DB8}"/>
                </a:ext>
              </a:extLst>
            </p:cNvPr>
            <p:cNvSpPr/>
            <p:nvPr>
              <p:custDataLst>
                <p:tags r:id="rId16"/>
              </p:custDataLst>
            </p:nvPr>
          </p:nvSpPr>
          <p:spPr>
            <a:xfrm>
              <a:off x="10371756" y="5566479"/>
              <a:ext cx="124966" cy="114299"/>
            </a:xfrm>
            <a:custGeom>
              <a:avLst/>
              <a:gdLst>
                <a:gd name="connsiteX0" fmla="*/ 96799 w 124966"/>
                <a:gd name="connsiteY0" fmla="*/ 19163 h 114299"/>
                <a:gd name="connsiteX1" fmla="*/ 99206 w 124966"/>
                <a:gd name="connsiteY1" fmla="*/ 16820 h 114299"/>
                <a:gd name="connsiteX2" fmla="*/ 121724 w 124966"/>
                <a:gd name="connsiteY2" fmla="*/ 5273 h 114299"/>
                <a:gd name="connsiteX3" fmla="*/ 125161 w 124966"/>
                <a:gd name="connsiteY3" fmla="*/ 2093 h 114299"/>
                <a:gd name="connsiteX4" fmla="*/ 122927 w 124966"/>
                <a:gd name="connsiteY4" fmla="*/ 85 h 114299"/>
                <a:gd name="connsiteX5" fmla="*/ 108832 w 124966"/>
                <a:gd name="connsiteY5" fmla="*/ 587 h 114299"/>
                <a:gd name="connsiteX6" fmla="*/ 91642 w 124966"/>
                <a:gd name="connsiteY6" fmla="*/ 85 h 114299"/>
                <a:gd name="connsiteX7" fmla="*/ 88376 w 124966"/>
                <a:gd name="connsiteY7" fmla="*/ 3264 h 114299"/>
                <a:gd name="connsiteX8" fmla="*/ 90955 w 124966"/>
                <a:gd name="connsiteY8" fmla="*/ 5273 h 114299"/>
                <a:gd name="connsiteX9" fmla="*/ 97143 w 124966"/>
                <a:gd name="connsiteY9" fmla="*/ 9122 h 114299"/>
                <a:gd name="connsiteX10" fmla="*/ 92502 w 124966"/>
                <a:gd name="connsiteY10" fmla="*/ 17154 h 114299"/>
                <a:gd name="connsiteX11" fmla="*/ 52623 w 124966"/>
                <a:gd name="connsiteY11" fmla="*/ 61837 h 114299"/>
                <a:gd name="connsiteX12" fmla="*/ 33714 w 124966"/>
                <a:gd name="connsiteY12" fmla="*/ 12134 h 114299"/>
                <a:gd name="connsiteX13" fmla="*/ 32683 w 124966"/>
                <a:gd name="connsiteY13" fmla="*/ 9289 h 114299"/>
                <a:gd name="connsiteX14" fmla="*/ 42825 w 124966"/>
                <a:gd name="connsiteY14" fmla="*/ 5273 h 114299"/>
                <a:gd name="connsiteX15" fmla="*/ 46950 w 124966"/>
                <a:gd name="connsiteY15" fmla="*/ 1926 h 114299"/>
                <a:gd name="connsiteX16" fmla="*/ 44372 w 124966"/>
                <a:gd name="connsiteY16" fmla="*/ 85 h 114299"/>
                <a:gd name="connsiteX17" fmla="*/ 22713 w 124966"/>
                <a:gd name="connsiteY17" fmla="*/ 587 h 114299"/>
                <a:gd name="connsiteX18" fmla="*/ 3461 w 124966"/>
                <a:gd name="connsiteY18" fmla="*/ 85 h 114299"/>
                <a:gd name="connsiteX19" fmla="*/ 195 w 124966"/>
                <a:gd name="connsiteY19" fmla="*/ 3432 h 114299"/>
                <a:gd name="connsiteX20" fmla="*/ 4149 w 124966"/>
                <a:gd name="connsiteY20" fmla="*/ 5273 h 114299"/>
                <a:gd name="connsiteX21" fmla="*/ 16697 w 124966"/>
                <a:gd name="connsiteY21" fmla="*/ 10963 h 114299"/>
                <a:gd name="connsiteX22" fmla="*/ 37840 w 124966"/>
                <a:gd name="connsiteY22" fmla="*/ 66021 h 114299"/>
                <a:gd name="connsiteX23" fmla="*/ 38527 w 124966"/>
                <a:gd name="connsiteY23" fmla="*/ 68865 h 114299"/>
                <a:gd name="connsiteX24" fmla="*/ 30792 w 124966"/>
                <a:gd name="connsiteY24" fmla="*/ 99323 h 114299"/>
                <a:gd name="connsiteX25" fmla="*/ 14634 w 124966"/>
                <a:gd name="connsiteY25" fmla="*/ 109197 h 114299"/>
                <a:gd name="connsiteX26" fmla="*/ 9993 w 124966"/>
                <a:gd name="connsiteY26" fmla="*/ 112544 h 114299"/>
                <a:gd name="connsiteX27" fmla="*/ 12400 w 124966"/>
                <a:gd name="connsiteY27" fmla="*/ 114385 h 114299"/>
                <a:gd name="connsiteX28" fmla="*/ 34058 w 124966"/>
                <a:gd name="connsiteY28" fmla="*/ 113882 h 114299"/>
                <a:gd name="connsiteX29" fmla="*/ 56060 w 124966"/>
                <a:gd name="connsiteY29" fmla="*/ 114385 h 114299"/>
                <a:gd name="connsiteX30" fmla="*/ 59326 w 124966"/>
                <a:gd name="connsiteY30" fmla="*/ 111038 h 114299"/>
                <a:gd name="connsiteX31" fmla="*/ 54513 w 124966"/>
                <a:gd name="connsiteY31" fmla="*/ 109197 h 114299"/>
                <a:gd name="connsiteX32" fmla="*/ 47981 w 124966"/>
                <a:gd name="connsiteY32" fmla="*/ 108862 h 114299"/>
                <a:gd name="connsiteX33" fmla="*/ 43340 w 124966"/>
                <a:gd name="connsiteY33" fmla="*/ 106184 h 114299"/>
                <a:gd name="connsiteX34" fmla="*/ 45747 w 124966"/>
                <a:gd name="connsiteY34" fmla="*/ 95641 h 114299"/>
                <a:gd name="connsiteX35" fmla="*/ 51763 w 124966"/>
                <a:gd name="connsiteY35" fmla="*/ 72045 h 114299"/>
                <a:gd name="connsiteX36" fmla="*/ 54170 w 124966"/>
                <a:gd name="connsiteY36" fmla="*/ 66857 h 114299"/>
                <a:gd name="connsiteX37" fmla="*/ 96799 w 124966"/>
                <a:gd name="connsiteY37" fmla="*/ 19163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4966" h="114299">
                  <a:moveTo>
                    <a:pt x="96799" y="19163"/>
                  </a:moveTo>
                  <a:lnTo>
                    <a:pt x="99206" y="16820"/>
                  </a:lnTo>
                  <a:cubicBezTo>
                    <a:pt x="104362" y="11799"/>
                    <a:pt x="110035" y="6109"/>
                    <a:pt x="121724" y="5273"/>
                  </a:cubicBezTo>
                  <a:cubicBezTo>
                    <a:pt x="123614" y="5105"/>
                    <a:pt x="125161" y="5105"/>
                    <a:pt x="125161" y="2093"/>
                  </a:cubicBezTo>
                  <a:cubicBezTo>
                    <a:pt x="125161" y="754"/>
                    <a:pt x="124302" y="85"/>
                    <a:pt x="122927" y="85"/>
                  </a:cubicBezTo>
                  <a:cubicBezTo>
                    <a:pt x="118458" y="85"/>
                    <a:pt x="113473" y="587"/>
                    <a:pt x="108832" y="587"/>
                  </a:cubicBezTo>
                  <a:cubicBezTo>
                    <a:pt x="103159" y="587"/>
                    <a:pt x="97143" y="85"/>
                    <a:pt x="91642" y="85"/>
                  </a:cubicBezTo>
                  <a:cubicBezTo>
                    <a:pt x="90611" y="85"/>
                    <a:pt x="88376" y="85"/>
                    <a:pt x="88376" y="3264"/>
                  </a:cubicBezTo>
                  <a:cubicBezTo>
                    <a:pt x="88376" y="5105"/>
                    <a:pt x="90095" y="5273"/>
                    <a:pt x="90955" y="5273"/>
                  </a:cubicBezTo>
                  <a:cubicBezTo>
                    <a:pt x="92158" y="5273"/>
                    <a:pt x="97143" y="5607"/>
                    <a:pt x="97143" y="9122"/>
                  </a:cubicBezTo>
                  <a:cubicBezTo>
                    <a:pt x="97143" y="11967"/>
                    <a:pt x="93189" y="16318"/>
                    <a:pt x="92502" y="17154"/>
                  </a:cubicBezTo>
                  <a:lnTo>
                    <a:pt x="52623" y="61837"/>
                  </a:lnTo>
                  <a:lnTo>
                    <a:pt x="33714" y="12134"/>
                  </a:lnTo>
                  <a:cubicBezTo>
                    <a:pt x="32683" y="9791"/>
                    <a:pt x="32683" y="9456"/>
                    <a:pt x="32683" y="9289"/>
                  </a:cubicBezTo>
                  <a:cubicBezTo>
                    <a:pt x="32683" y="5273"/>
                    <a:pt x="41106" y="5273"/>
                    <a:pt x="42825" y="5273"/>
                  </a:cubicBezTo>
                  <a:cubicBezTo>
                    <a:pt x="45231" y="5273"/>
                    <a:pt x="46950" y="5273"/>
                    <a:pt x="46950" y="1926"/>
                  </a:cubicBezTo>
                  <a:cubicBezTo>
                    <a:pt x="46950" y="85"/>
                    <a:pt x="44887" y="85"/>
                    <a:pt x="44372" y="85"/>
                  </a:cubicBezTo>
                  <a:cubicBezTo>
                    <a:pt x="39559" y="85"/>
                    <a:pt x="27526" y="587"/>
                    <a:pt x="22713" y="587"/>
                  </a:cubicBezTo>
                  <a:cubicBezTo>
                    <a:pt x="18416" y="587"/>
                    <a:pt x="7758" y="85"/>
                    <a:pt x="3461" y="85"/>
                  </a:cubicBezTo>
                  <a:cubicBezTo>
                    <a:pt x="2430" y="85"/>
                    <a:pt x="195" y="85"/>
                    <a:pt x="195" y="3432"/>
                  </a:cubicBezTo>
                  <a:cubicBezTo>
                    <a:pt x="195" y="5273"/>
                    <a:pt x="1914" y="5273"/>
                    <a:pt x="4149" y="5273"/>
                  </a:cubicBezTo>
                  <a:cubicBezTo>
                    <a:pt x="14462" y="5273"/>
                    <a:pt x="15150" y="6779"/>
                    <a:pt x="16697" y="10963"/>
                  </a:cubicBezTo>
                  <a:lnTo>
                    <a:pt x="37840" y="66021"/>
                  </a:lnTo>
                  <a:cubicBezTo>
                    <a:pt x="38012" y="66523"/>
                    <a:pt x="38527" y="68363"/>
                    <a:pt x="38527" y="68865"/>
                  </a:cubicBezTo>
                  <a:cubicBezTo>
                    <a:pt x="38527" y="69368"/>
                    <a:pt x="31652" y="96311"/>
                    <a:pt x="30792" y="99323"/>
                  </a:cubicBezTo>
                  <a:cubicBezTo>
                    <a:pt x="28558" y="108527"/>
                    <a:pt x="28386" y="109029"/>
                    <a:pt x="14634" y="109197"/>
                  </a:cubicBezTo>
                  <a:cubicBezTo>
                    <a:pt x="11368" y="109197"/>
                    <a:pt x="9993" y="109197"/>
                    <a:pt x="9993" y="112544"/>
                  </a:cubicBezTo>
                  <a:cubicBezTo>
                    <a:pt x="9993" y="114385"/>
                    <a:pt x="12056" y="114385"/>
                    <a:pt x="12400" y="114385"/>
                  </a:cubicBezTo>
                  <a:cubicBezTo>
                    <a:pt x="17213" y="114385"/>
                    <a:pt x="29245" y="113882"/>
                    <a:pt x="34058" y="113882"/>
                  </a:cubicBezTo>
                  <a:cubicBezTo>
                    <a:pt x="38871" y="113882"/>
                    <a:pt x="51247" y="114385"/>
                    <a:pt x="56060" y="114385"/>
                  </a:cubicBezTo>
                  <a:cubicBezTo>
                    <a:pt x="57264" y="114385"/>
                    <a:pt x="59326" y="114385"/>
                    <a:pt x="59326" y="111038"/>
                  </a:cubicBezTo>
                  <a:cubicBezTo>
                    <a:pt x="59326" y="109197"/>
                    <a:pt x="57779" y="109197"/>
                    <a:pt x="54513" y="109197"/>
                  </a:cubicBezTo>
                  <a:cubicBezTo>
                    <a:pt x="54170" y="109197"/>
                    <a:pt x="50904" y="109197"/>
                    <a:pt x="47981" y="108862"/>
                  </a:cubicBezTo>
                  <a:cubicBezTo>
                    <a:pt x="44372" y="108527"/>
                    <a:pt x="43340" y="108193"/>
                    <a:pt x="43340" y="106184"/>
                  </a:cubicBezTo>
                  <a:cubicBezTo>
                    <a:pt x="43340" y="105013"/>
                    <a:pt x="44887" y="99156"/>
                    <a:pt x="45747" y="95641"/>
                  </a:cubicBezTo>
                  <a:lnTo>
                    <a:pt x="51763" y="72045"/>
                  </a:lnTo>
                  <a:cubicBezTo>
                    <a:pt x="52623" y="68865"/>
                    <a:pt x="52794" y="68363"/>
                    <a:pt x="54170" y="66857"/>
                  </a:cubicBezTo>
                  <a:lnTo>
                    <a:pt x="96799" y="19163"/>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3" name="Freeform: Shape 2082">
              <a:extLst>
                <a:ext uri="{FF2B5EF4-FFF2-40B4-BE49-F238E27FC236}">
                  <a16:creationId xmlns:a16="http://schemas.microsoft.com/office/drawing/2014/main" id="{860C2D65-EBD2-3C56-1D9C-9047B6B66E4D}"/>
                </a:ext>
              </a:extLst>
            </p:cNvPr>
            <p:cNvSpPr/>
            <p:nvPr>
              <p:custDataLst>
                <p:tags r:id="rId17"/>
              </p:custDataLst>
            </p:nvPr>
          </p:nvSpPr>
          <p:spPr>
            <a:xfrm>
              <a:off x="10471189" y="5654221"/>
              <a:ext cx="73518" cy="52832"/>
            </a:xfrm>
            <a:custGeom>
              <a:avLst/>
              <a:gdLst>
                <a:gd name="connsiteX0" fmla="*/ 9225 w 73518"/>
                <a:gd name="connsiteY0" fmla="*/ 44367 h 52832"/>
                <a:gd name="connsiteX1" fmla="*/ 8022 w 73518"/>
                <a:gd name="connsiteY1" fmla="*/ 49170 h 52832"/>
                <a:gd name="connsiteX2" fmla="*/ 12113 w 73518"/>
                <a:gd name="connsiteY2" fmla="*/ 52919 h 52832"/>
                <a:gd name="connsiteX3" fmla="*/ 16806 w 73518"/>
                <a:gd name="connsiteY3" fmla="*/ 50341 h 52832"/>
                <a:gd name="connsiteX4" fmla="*/ 18972 w 73518"/>
                <a:gd name="connsiteY4" fmla="*/ 43078 h 52832"/>
                <a:gd name="connsiteX5" fmla="*/ 21619 w 73518"/>
                <a:gd name="connsiteY5" fmla="*/ 32535 h 52832"/>
                <a:gd name="connsiteX6" fmla="*/ 23664 w 73518"/>
                <a:gd name="connsiteY6" fmla="*/ 24687 h 52832"/>
                <a:gd name="connsiteX7" fmla="*/ 28718 w 73518"/>
                <a:gd name="connsiteY7" fmla="*/ 14144 h 52832"/>
                <a:gd name="connsiteX8" fmla="*/ 46767 w 73518"/>
                <a:gd name="connsiteY8" fmla="*/ 3366 h 52832"/>
                <a:gd name="connsiteX9" fmla="*/ 53866 w 73518"/>
                <a:gd name="connsiteY9" fmla="*/ 11566 h 52832"/>
                <a:gd name="connsiteX10" fmla="*/ 46767 w 73518"/>
                <a:gd name="connsiteY10" fmla="*/ 36518 h 52832"/>
                <a:gd name="connsiteX11" fmla="*/ 44962 w 73518"/>
                <a:gd name="connsiteY11" fmla="*/ 42844 h 52832"/>
                <a:gd name="connsiteX12" fmla="*/ 56393 w 73518"/>
                <a:gd name="connsiteY12" fmla="*/ 52919 h 52832"/>
                <a:gd name="connsiteX13" fmla="*/ 73720 w 73518"/>
                <a:gd name="connsiteY13" fmla="*/ 34995 h 52832"/>
                <a:gd name="connsiteX14" fmla="*/ 71794 w 73518"/>
                <a:gd name="connsiteY14" fmla="*/ 33473 h 52832"/>
                <a:gd name="connsiteX15" fmla="*/ 69508 w 73518"/>
                <a:gd name="connsiteY15" fmla="*/ 35464 h 52832"/>
                <a:gd name="connsiteX16" fmla="*/ 56754 w 73518"/>
                <a:gd name="connsiteY16" fmla="*/ 49639 h 52832"/>
                <a:gd name="connsiteX17" fmla="*/ 53746 w 73518"/>
                <a:gd name="connsiteY17" fmla="*/ 45538 h 52832"/>
                <a:gd name="connsiteX18" fmla="*/ 56513 w 73518"/>
                <a:gd name="connsiteY18" fmla="*/ 36050 h 52832"/>
                <a:gd name="connsiteX19" fmla="*/ 62890 w 73518"/>
                <a:gd name="connsiteY19" fmla="*/ 13441 h 52832"/>
                <a:gd name="connsiteX20" fmla="*/ 47248 w 73518"/>
                <a:gd name="connsiteY20" fmla="*/ 86 h 52832"/>
                <a:gd name="connsiteX21" fmla="*/ 26913 w 73518"/>
                <a:gd name="connsiteY21" fmla="*/ 10746 h 52832"/>
                <a:gd name="connsiteX22" fmla="*/ 14038 w 73518"/>
                <a:gd name="connsiteY22" fmla="*/ 86 h 52832"/>
                <a:gd name="connsiteX23" fmla="*/ 4533 w 73518"/>
                <a:gd name="connsiteY23" fmla="*/ 6412 h 52832"/>
                <a:gd name="connsiteX24" fmla="*/ 201 w 73518"/>
                <a:gd name="connsiteY24" fmla="*/ 18009 h 52832"/>
                <a:gd name="connsiteX25" fmla="*/ 2246 w 73518"/>
                <a:gd name="connsiteY25" fmla="*/ 19532 h 52832"/>
                <a:gd name="connsiteX26" fmla="*/ 4894 w 73518"/>
                <a:gd name="connsiteY26" fmla="*/ 16018 h 52832"/>
                <a:gd name="connsiteX27" fmla="*/ 13677 w 73518"/>
                <a:gd name="connsiteY27" fmla="*/ 3366 h 52832"/>
                <a:gd name="connsiteX28" fmla="*/ 17648 w 73518"/>
                <a:gd name="connsiteY28" fmla="*/ 9106 h 52832"/>
                <a:gd name="connsiteX29" fmla="*/ 15723 w 73518"/>
                <a:gd name="connsiteY29" fmla="*/ 18829 h 52832"/>
                <a:gd name="connsiteX30" fmla="*/ 13076 w 73518"/>
                <a:gd name="connsiteY30" fmla="*/ 29372 h 52832"/>
                <a:gd name="connsiteX31" fmla="*/ 9225 w 73518"/>
                <a:gd name="connsiteY31" fmla="*/ 44367 h 5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518" h="52832">
                  <a:moveTo>
                    <a:pt x="9225" y="44367"/>
                  </a:moveTo>
                  <a:cubicBezTo>
                    <a:pt x="8744" y="45890"/>
                    <a:pt x="8022" y="48818"/>
                    <a:pt x="8022" y="49170"/>
                  </a:cubicBezTo>
                  <a:cubicBezTo>
                    <a:pt x="8022" y="51747"/>
                    <a:pt x="10188" y="52919"/>
                    <a:pt x="12113" y="52919"/>
                  </a:cubicBezTo>
                  <a:cubicBezTo>
                    <a:pt x="14279" y="52919"/>
                    <a:pt x="16204" y="51396"/>
                    <a:pt x="16806" y="50341"/>
                  </a:cubicBezTo>
                  <a:cubicBezTo>
                    <a:pt x="17407" y="49287"/>
                    <a:pt x="18370" y="45538"/>
                    <a:pt x="18972" y="43078"/>
                  </a:cubicBezTo>
                  <a:cubicBezTo>
                    <a:pt x="19573" y="40853"/>
                    <a:pt x="20897" y="35464"/>
                    <a:pt x="21619" y="32535"/>
                  </a:cubicBezTo>
                  <a:cubicBezTo>
                    <a:pt x="22341" y="29958"/>
                    <a:pt x="23063" y="27381"/>
                    <a:pt x="23664" y="24687"/>
                  </a:cubicBezTo>
                  <a:cubicBezTo>
                    <a:pt x="24988" y="19884"/>
                    <a:pt x="25229" y="18947"/>
                    <a:pt x="28718" y="14144"/>
                  </a:cubicBezTo>
                  <a:cubicBezTo>
                    <a:pt x="32087" y="9458"/>
                    <a:pt x="37742" y="3366"/>
                    <a:pt x="46767" y="3366"/>
                  </a:cubicBezTo>
                  <a:cubicBezTo>
                    <a:pt x="53746" y="3366"/>
                    <a:pt x="53866" y="9341"/>
                    <a:pt x="53866" y="11566"/>
                  </a:cubicBezTo>
                  <a:cubicBezTo>
                    <a:pt x="53866" y="18595"/>
                    <a:pt x="48692" y="31598"/>
                    <a:pt x="46767" y="36518"/>
                  </a:cubicBezTo>
                  <a:cubicBezTo>
                    <a:pt x="45443" y="39798"/>
                    <a:pt x="44962" y="40853"/>
                    <a:pt x="44962" y="42844"/>
                  </a:cubicBezTo>
                  <a:cubicBezTo>
                    <a:pt x="44962" y="49053"/>
                    <a:pt x="50256" y="52919"/>
                    <a:pt x="56393" y="52919"/>
                  </a:cubicBezTo>
                  <a:cubicBezTo>
                    <a:pt x="68425" y="52919"/>
                    <a:pt x="73720" y="36753"/>
                    <a:pt x="73720" y="34995"/>
                  </a:cubicBezTo>
                  <a:cubicBezTo>
                    <a:pt x="73720" y="33473"/>
                    <a:pt x="72155" y="33473"/>
                    <a:pt x="71794" y="33473"/>
                  </a:cubicBezTo>
                  <a:cubicBezTo>
                    <a:pt x="70110" y="33473"/>
                    <a:pt x="69990" y="34175"/>
                    <a:pt x="69508" y="35464"/>
                  </a:cubicBezTo>
                  <a:cubicBezTo>
                    <a:pt x="66741" y="44836"/>
                    <a:pt x="61567" y="49639"/>
                    <a:pt x="56754" y="49639"/>
                  </a:cubicBezTo>
                  <a:cubicBezTo>
                    <a:pt x="54227" y="49639"/>
                    <a:pt x="53746" y="47998"/>
                    <a:pt x="53746" y="45538"/>
                  </a:cubicBezTo>
                  <a:cubicBezTo>
                    <a:pt x="53746" y="42844"/>
                    <a:pt x="54347" y="41321"/>
                    <a:pt x="56513" y="36050"/>
                  </a:cubicBezTo>
                  <a:cubicBezTo>
                    <a:pt x="57957" y="32418"/>
                    <a:pt x="62890" y="20001"/>
                    <a:pt x="62890" y="13441"/>
                  </a:cubicBezTo>
                  <a:cubicBezTo>
                    <a:pt x="62890" y="2078"/>
                    <a:pt x="53625" y="86"/>
                    <a:pt x="47248" y="86"/>
                  </a:cubicBezTo>
                  <a:cubicBezTo>
                    <a:pt x="37261" y="86"/>
                    <a:pt x="30523" y="6061"/>
                    <a:pt x="26913" y="10746"/>
                  </a:cubicBezTo>
                  <a:cubicBezTo>
                    <a:pt x="26071" y="2663"/>
                    <a:pt x="18972" y="86"/>
                    <a:pt x="14038" y="86"/>
                  </a:cubicBezTo>
                  <a:cubicBezTo>
                    <a:pt x="8864" y="86"/>
                    <a:pt x="6097" y="3718"/>
                    <a:pt x="4533" y="6412"/>
                  </a:cubicBezTo>
                  <a:cubicBezTo>
                    <a:pt x="1886" y="10746"/>
                    <a:pt x="201" y="17424"/>
                    <a:pt x="201" y="18009"/>
                  </a:cubicBezTo>
                  <a:cubicBezTo>
                    <a:pt x="201" y="19532"/>
                    <a:pt x="1886" y="19532"/>
                    <a:pt x="2246" y="19532"/>
                  </a:cubicBezTo>
                  <a:cubicBezTo>
                    <a:pt x="3931" y="19532"/>
                    <a:pt x="4051" y="19181"/>
                    <a:pt x="4894" y="16018"/>
                  </a:cubicBezTo>
                  <a:cubicBezTo>
                    <a:pt x="6699" y="9106"/>
                    <a:pt x="8985" y="3366"/>
                    <a:pt x="13677" y="3366"/>
                  </a:cubicBezTo>
                  <a:cubicBezTo>
                    <a:pt x="16806" y="3366"/>
                    <a:pt x="17648" y="5944"/>
                    <a:pt x="17648" y="9106"/>
                  </a:cubicBezTo>
                  <a:cubicBezTo>
                    <a:pt x="17648" y="11332"/>
                    <a:pt x="16565" y="15667"/>
                    <a:pt x="15723" y="18829"/>
                  </a:cubicBezTo>
                  <a:cubicBezTo>
                    <a:pt x="14881" y="21992"/>
                    <a:pt x="13677" y="26795"/>
                    <a:pt x="13076" y="29372"/>
                  </a:cubicBezTo>
                  <a:lnTo>
                    <a:pt x="9225" y="4436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4" name="Freeform: Shape 2083">
              <a:extLst>
                <a:ext uri="{FF2B5EF4-FFF2-40B4-BE49-F238E27FC236}">
                  <a16:creationId xmlns:a16="http://schemas.microsoft.com/office/drawing/2014/main" id="{76B8D41F-6C2E-4647-93FD-47D29573E1F2}"/>
                </a:ext>
              </a:extLst>
            </p:cNvPr>
            <p:cNvSpPr/>
            <p:nvPr>
              <p:custDataLst>
                <p:tags r:id="rId18"/>
              </p:custDataLst>
            </p:nvPr>
          </p:nvSpPr>
          <p:spPr>
            <a:xfrm>
              <a:off x="10621114" y="5590410"/>
              <a:ext cx="105026" cy="97062"/>
            </a:xfrm>
            <a:custGeom>
              <a:avLst/>
              <a:gdLst>
                <a:gd name="connsiteX0" fmla="*/ 101970 w 105026"/>
                <a:gd name="connsiteY0" fmla="*/ 52298 h 97062"/>
                <a:gd name="connsiteX1" fmla="*/ 105236 w 105026"/>
                <a:gd name="connsiteY1" fmla="*/ 48616 h 97062"/>
                <a:gd name="connsiteX2" fmla="*/ 101970 w 105026"/>
                <a:gd name="connsiteY2" fmla="*/ 44934 h 97062"/>
                <a:gd name="connsiteX3" fmla="*/ 6741 w 105026"/>
                <a:gd name="connsiteY3" fmla="*/ 1256 h 97062"/>
                <a:gd name="connsiteX4" fmla="*/ 3647 w 105026"/>
                <a:gd name="connsiteY4" fmla="*/ 85 h 97062"/>
                <a:gd name="connsiteX5" fmla="*/ 209 w 105026"/>
                <a:gd name="connsiteY5" fmla="*/ 3432 h 97062"/>
                <a:gd name="connsiteX6" fmla="*/ 3475 w 105026"/>
                <a:gd name="connsiteY6" fmla="*/ 7113 h 97062"/>
                <a:gd name="connsiteX7" fmla="*/ 93719 w 105026"/>
                <a:gd name="connsiteY7" fmla="*/ 48616 h 97062"/>
                <a:gd name="connsiteX8" fmla="*/ 3475 w 105026"/>
                <a:gd name="connsiteY8" fmla="*/ 90119 h 97062"/>
                <a:gd name="connsiteX9" fmla="*/ 209 w 105026"/>
                <a:gd name="connsiteY9" fmla="*/ 93801 h 97062"/>
                <a:gd name="connsiteX10" fmla="*/ 3647 w 105026"/>
                <a:gd name="connsiteY10" fmla="*/ 97148 h 97062"/>
                <a:gd name="connsiteX11" fmla="*/ 6741 w 105026"/>
                <a:gd name="connsiteY11" fmla="*/ 95976 h 97062"/>
                <a:gd name="connsiteX12" fmla="*/ 101970 w 105026"/>
                <a:gd name="connsiteY12" fmla="*/ 52298 h 9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026" h="97062">
                  <a:moveTo>
                    <a:pt x="101970" y="52298"/>
                  </a:moveTo>
                  <a:cubicBezTo>
                    <a:pt x="103861" y="51461"/>
                    <a:pt x="105236" y="50624"/>
                    <a:pt x="105236" y="48616"/>
                  </a:cubicBezTo>
                  <a:cubicBezTo>
                    <a:pt x="105236" y="46608"/>
                    <a:pt x="103861" y="45771"/>
                    <a:pt x="101970" y="44934"/>
                  </a:cubicBezTo>
                  <a:lnTo>
                    <a:pt x="6741" y="1256"/>
                  </a:lnTo>
                  <a:cubicBezTo>
                    <a:pt x="4506" y="85"/>
                    <a:pt x="4163" y="85"/>
                    <a:pt x="3647" y="85"/>
                  </a:cubicBezTo>
                  <a:cubicBezTo>
                    <a:pt x="1756" y="85"/>
                    <a:pt x="209" y="1591"/>
                    <a:pt x="209" y="3432"/>
                  </a:cubicBezTo>
                  <a:cubicBezTo>
                    <a:pt x="209" y="4938"/>
                    <a:pt x="1069" y="5942"/>
                    <a:pt x="3475" y="7113"/>
                  </a:cubicBezTo>
                  <a:lnTo>
                    <a:pt x="93719" y="48616"/>
                  </a:lnTo>
                  <a:lnTo>
                    <a:pt x="3475" y="90119"/>
                  </a:lnTo>
                  <a:cubicBezTo>
                    <a:pt x="1069" y="91290"/>
                    <a:pt x="209" y="92294"/>
                    <a:pt x="209" y="93801"/>
                  </a:cubicBezTo>
                  <a:cubicBezTo>
                    <a:pt x="209" y="95641"/>
                    <a:pt x="1756" y="97148"/>
                    <a:pt x="3647" y="97148"/>
                  </a:cubicBezTo>
                  <a:cubicBezTo>
                    <a:pt x="4163" y="97148"/>
                    <a:pt x="4506" y="97148"/>
                    <a:pt x="6741" y="95976"/>
                  </a:cubicBezTo>
                  <a:lnTo>
                    <a:pt x="101970" y="5229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5" name="Freeform: Shape 2084">
              <a:extLst>
                <a:ext uri="{FF2B5EF4-FFF2-40B4-BE49-F238E27FC236}">
                  <a16:creationId xmlns:a16="http://schemas.microsoft.com/office/drawing/2014/main" id="{212E06ED-DE09-3B70-B304-283BE8A10BC1}"/>
                </a:ext>
              </a:extLst>
            </p:cNvPr>
            <p:cNvSpPr/>
            <p:nvPr>
              <p:custDataLst>
                <p:tags r:id="rId19"/>
              </p:custDataLst>
            </p:nvPr>
          </p:nvSpPr>
          <p:spPr>
            <a:xfrm>
              <a:off x="10786054" y="5570161"/>
              <a:ext cx="70476" cy="144924"/>
            </a:xfrm>
            <a:custGeom>
              <a:avLst/>
              <a:gdLst>
                <a:gd name="connsiteX0" fmla="*/ 70696 w 70476"/>
                <a:gd name="connsiteY0" fmla="*/ 6109 h 144924"/>
                <a:gd name="connsiteX1" fmla="*/ 64164 w 70476"/>
                <a:gd name="connsiteY1" fmla="*/ 85 h 144924"/>
                <a:gd name="connsiteX2" fmla="*/ 55054 w 70476"/>
                <a:gd name="connsiteY2" fmla="*/ 8954 h 144924"/>
                <a:gd name="connsiteX3" fmla="*/ 61414 w 70476"/>
                <a:gd name="connsiteY3" fmla="*/ 14979 h 144924"/>
                <a:gd name="connsiteX4" fmla="*/ 70696 w 70476"/>
                <a:gd name="connsiteY4" fmla="*/ 6109 h 144924"/>
                <a:gd name="connsiteX5" fmla="*/ 36145 w 70476"/>
                <a:gd name="connsiteY5" fmla="*/ 119070 h 144924"/>
                <a:gd name="connsiteX6" fmla="*/ 15002 w 70476"/>
                <a:gd name="connsiteY6" fmla="*/ 141328 h 144924"/>
                <a:gd name="connsiteX7" fmla="*/ 8299 w 70476"/>
                <a:gd name="connsiteY7" fmla="*/ 139822 h 144924"/>
                <a:gd name="connsiteX8" fmla="*/ 16034 w 70476"/>
                <a:gd name="connsiteY8" fmla="*/ 130952 h 144924"/>
                <a:gd name="connsiteX9" fmla="*/ 9502 w 70476"/>
                <a:gd name="connsiteY9" fmla="*/ 125095 h 144924"/>
                <a:gd name="connsiteX10" fmla="*/ 220 w 70476"/>
                <a:gd name="connsiteY10" fmla="*/ 134634 h 144924"/>
                <a:gd name="connsiteX11" fmla="*/ 15346 w 70476"/>
                <a:gd name="connsiteY11" fmla="*/ 145009 h 144924"/>
                <a:gd name="connsiteX12" fmla="*/ 47662 w 70476"/>
                <a:gd name="connsiteY12" fmla="*/ 119572 h 144924"/>
                <a:gd name="connsiteX13" fmla="*/ 63476 w 70476"/>
                <a:gd name="connsiteY13" fmla="*/ 58322 h 144924"/>
                <a:gd name="connsiteX14" fmla="*/ 64336 w 70476"/>
                <a:gd name="connsiteY14" fmla="*/ 52131 h 144924"/>
                <a:gd name="connsiteX15" fmla="*/ 48522 w 70476"/>
                <a:gd name="connsiteY15" fmla="*/ 36734 h 144924"/>
                <a:gd name="connsiteX16" fmla="*/ 21191 w 70476"/>
                <a:gd name="connsiteY16" fmla="*/ 62506 h 144924"/>
                <a:gd name="connsiteX17" fmla="*/ 23253 w 70476"/>
                <a:gd name="connsiteY17" fmla="*/ 64180 h 144924"/>
                <a:gd name="connsiteX18" fmla="*/ 26347 w 70476"/>
                <a:gd name="connsiteY18" fmla="*/ 60833 h 144924"/>
                <a:gd name="connsiteX19" fmla="*/ 48006 w 70476"/>
                <a:gd name="connsiteY19" fmla="*/ 40416 h 144924"/>
                <a:gd name="connsiteX20" fmla="*/ 53506 w 70476"/>
                <a:gd name="connsiteY20" fmla="*/ 48114 h 144924"/>
                <a:gd name="connsiteX21" fmla="*/ 52303 w 70476"/>
                <a:gd name="connsiteY21" fmla="*/ 56649 h 144924"/>
                <a:gd name="connsiteX22" fmla="*/ 36145 w 70476"/>
                <a:gd name="connsiteY22" fmla="*/ 119070 h 14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76" h="144924">
                  <a:moveTo>
                    <a:pt x="70696" y="6109"/>
                  </a:moveTo>
                  <a:cubicBezTo>
                    <a:pt x="70696" y="2930"/>
                    <a:pt x="68289" y="85"/>
                    <a:pt x="64164" y="85"/>
                  </a:cubicBezTo>
                  <a:cubicBezTo>
                    <a:pt x="60210" y="85"/>
                    <a:pt x="55054" y="3934"/>
                    <a:pt x="55054" y="8954"/>
                  </a:cubicBezTo>
                  <a:cubicBezTo>
                    <a:pt x="55054" y="12301"/>
                    <a:pt x="57460" y="14979"/>
                    <a:pt x="61414" y="14979"/>
                  </a:cubicBezTo>
                  <a:cubicBezTo>
                    <a:pt x="66055" y="14979"/>
                    <a:pt x="70696" y="10628"/>
                    <a:pt x="70696" y="6109"/>
                  </a:cubicBezTo>
                  <a:close/>
                  <a:moveTo>
                    <a:pt x="36145" y="119070"/>
                  </a:moveTo>
                  <a:cubicBezTo>
                    <a:pt x="32879" y="131789"/>
                    <a:pt x="24628" y="141328"/>
                    <a:pt x="15002" y="141328"/>
                  </a:cubicBezTo>
                  <a:cubicBezTo>
                    <a:pt x="13971" y="141328"/>
                    <a:pt x="11393" y="141328"/>
                    <a:pt x="8299" y="139822"/>
                  </a:cubicBezTo>
                  <a:cubicBezTo>
                    <a:pt x="13455" y="138650"/>
                    <a:pt x="16034" y="134299"/>
                    <a:pt x="16034" y="130952"/>
                  </a:cubicBezTo>
                  <a:cubicBezTo>
                    <a:pt x="16034" y="128275"/>
                    <a:pt x="14143" y="125095"/>
                    <a:pt x="9502" y="125095"/>
                  </a:cubicBezTo>
                  <a:cubicBezTo>
                    <a:pt x="5205" y="125095"/>
                    <a:pt x="220" y="128609"/>
                    <a:pt x="220" y="134634"/>
                  </a:cubicBezTo>
                  <a:cubicBezTo>
                    <a:pt x="220" y="141328"/>
                    <a:pt x="7095" y="145009"/>
                    <a:pt x="15346" y="145009"/>
                  </a:cubicBezTo>
                  <a:cubicBezTo>
                    <a:pt x="27379" y="145009"/>
                    <a:pt x="43365" y="136140"/>
                    <a:pt x="47662" y="119572"/>
                  </a:cubicBezTo>
                  <a:lnTo>
                    <a:pt x="63476" y="58322"/>
                  </a:lnTo>
                  <a:cubicBezTo>
                    <a:pt x="64336" y="54975"/>
                    <a:pt x="64336" y="52633"/>
                    <a:pt x="64336" y="52131"/>
                  </a:cubicBezTo>
                  <a:cubicBezTo>
                    <a:pt x="64336" y="42592"/>
                    <a:pt x="57116" y="36734"/>
                    <a:pt x="48522" y="36734"/>
                  </a:cubicBezTo>
                  <a:cubicBezTo>
                    <a:pt x="30989" y="36734"/>
                    <a:pt x="21191" y="61000"/>
                    <a:pt x="21191" y="62506"/>
                  </a:cubicBezTo>
                  <a:cubicBezTo>
                    <a:pt x="21191" y="64180"/>
                    <a:pt x="22910" y="64180"/>
                    <a:pt x="23253" y="64180"/>
                  </a:cubicBezTo>
                  <a:cubicBezTo>
                    <a:pt x="24800" y="64180"/>
                    <a:pt x="24972" y="64012"/>
                    <a:pt x="26347" y="60833"/>
                  </a:cubicBezTo>
                  <a:cubicBezTo>
                    <a:pt x="30645" y="50624"/>
                    <a:pt x="38552" y="40416"/>
                    <a:pt x="48006" y="40416"/>
                  </a:cubicBezTo>
                  <a:cubicBezTo>
                    <a:pt x="50412" y="40416"/>
                    <a:pt x="53506" y="41085"/>
                    <a:pt x="53506" y="48114"/>
                  </a:cubicBezTo>
                  <a:cubicBezTo>
                    <a:pt x="53506" y="51963"/>
                    <a:pt x="52991" y="53804"/>
                    <a:pt x="52303" y="56649"/>
                  </a:cubicBezTo>
                  <a:lnTo>
                    <a:pt x="36145" y="119070"/>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6" name="Freeform: Shape 2085">
              <a:extLst>
                <a:ext uri="{FF2B5EF4-FFF2-40B4-BE49-F238E27FC236}">
                  <a16:creationId xmlns:a16="http://schemas.microsoft.com/office/drawing/2014/main" id="{EC211E84-D640-5C6E-EEF7-6AACEAD66F6D}"/>
                </a:ext>
              </a:extLst>
            </p:cNvPr>
            <p:cNvSpPr/>
            <p:nvPr>
              <p:custDataLst>
                <p:tags r:id="rId20"/>
              </p:custDataLst>
            </p:nvPr>
          </p:nvSpPr>
          <p:spPr>
            <a:xfrm>
              <a:off x="10878713" y="5555267"/>
              <a:ext cx="39879" cy="167349"/>
            </a:xfrm>
            <a:custGeom>
              <a:avLst/>
              <a:gdLst>
                <a:gd name="connsiteX0" fmla="*/ 40104 w 39879"/>
                <a:gd name="connsiteY0" fmla="*/ 83760 h 167349"/>
                <a:gd name="connsiteX1" fmla="*/ 28759 w 39879"/>
                <a:gd name="connsiteY1" fmla="*/ 31547 h 167349"/>
                <a:gd name="connsiteX2" fmla="*/ 1943 w 39879"/>
                <a:gd name="connsiteY2" fmla="*/ 85 h 167349"/>
                <a:gd name="connsiteX3" fmla="*/ 224 w 39879"/>
                <a:gd name="connsiteY3" fmla="*/ 1758 h 167349"/>
                <a:gd name="connsiteX4" fmla="*/ 3490 w 39879"/>
                <a:gd name="connsiteY4" fmla="*/ 5607 h 167349"/>
                <a:gd name="connsiteX5" fmla="*/ 30134 w 39879"/>
                <a:gd name="connsiteY5" fmla="*/ 83760 h 167349"/>
                <a:gd name="connsiteX6" fmla="*/ 2459 w 39879"/>
                <a:gd name="connsiteY6" fmla="*/ 162916 h 167349"/>
                <a:gd name="connsiteX7" fmla="*/ 224 w 39879"/>
                <a:gd name="connsiteY7" fmla="*/ 165761 h 167349"/>
                <a:gd name="connsiteX8" fmla="*/ 1943 w 39879"/>
                <a:gd name="connsiteY8" fmla="*/ 167434 h 167349"/>
                <a:gd name="connsiteX9" fmla="*/ 29274 w 39879"/>
                <a:gd name="connsiteY9" fmla="*/ 134801 h 167349"/>
                <a:gd name="connsiteX10" fmla="*/ 40104 w 39879"/>
                <a:gd name="connsiteY10" fmla="*/ 83760 h 1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79" h="167349">
                  <a:moveTo>
                    <a:pt x="40104" y="83760"/>
                  </a:moveTo>
                  <a:cubicBezTo>
                    <a:pt x="40104" y="70706"/>
                    <a:pt x="38213" y="50457"/>
                    <a:pt x="28759" y="31547"/>
                  </a:cubicBezTo>
                  <a:cubicBezTo>
                    <a:pt x="18445" y="10963"/>
                    <a:pt x="3662" y="85"/>
                    <a:pt x="1943" y="85"/>
                  </a:cubicBezTo>
                  <a:cubicBezTo>
                    <a:pt x="912" y="85"/>
                    <a:pt x="224" y="754"/>
                    <a:pt x="224" y="1758"/>
                  </a:cubicBezTo>
                  <a:cubicBezTo>
                    <a:pt x="224" y="2260"/>
                    <a:pt x="224" y="2595"/>
                    <a:pt x="3490" y="5607"/>
                  </a:cubicBezTo>
                  <a:cubicBezTo>
                    <a:pt x="20336" y="22175"/>
                    <a:pt x="30134" y="48784"/>
                    <a:pt x="30134" y="83760"/>
                  </a:cubicBezTo>
                  <a:cubicBezTo>
                    <a:pt x="30134" y="112376"/>
                    <a:pt x="23774" y="141830"/>
                    <a:pt x="2459" y="162916"/>
                  </a:cubicBezTo>
                  <a:cubicBezTo>
                    <a:pt x="224" y="164924"/>
                    <a:pt x="224" y="165259"/>
                    <a:pt x="224" y="165761"/>
                  </a:cubicBezTo>
                  <a:cubicBezTo>
                    <a:pt x="224" y="166765"/>
                    <a:pt x="912" y="167434"/>
                    <a:pt x="1943" y="167434"/>
                  </a:cubicBezTo>
                  <a:cubicBezTo>
                    <a:pt x="3662" y="167434"/>
                    <a:pt x="19133" y="156055"/>
                    <a:pt x="29274" y="134801"/>
                  </a:cubicBezTo>
                  <a:cubicBezTo>
                    <a:pt x="38041" y="116393"/>
                    <a:pt x="40104" y="97817"/>
                    <a:pt x="40104" y="83760"/>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7" name="Freeform: Shape 2086">
              <a:extLst>
                <a:ext uri="{FF2B5EF4-FFF2-40B4-BE49-F238E27FC236}">
                  <a16:creationId xmlns:a16="http://schemas.microsoft.com/office/drawing/2014/main" id="{F696F2E4-812C-C096-619F-027DFE5DA011}"/>
                </a:ext>
              </a:extLst>
            </p:cNvPr>
            <p:cNvSpPr/>
            <p:nvPr>
              <p:custDataLst>
                <p:tags r:id="rId21"/>
              </p:custDataLst>
            </p:nvPr>
          </p:nvSpPr>
          <p:spPr>
            <a:xfrm>
              <a:off x="11013762" y="5504569"/>
              <a:ext cx="114308" cy="39159"/>
            </a:xfrm>
            <a:custGeom>
              <a:avLst/>
              <a:gdLst>
                <a:gd name="connsiteX0" fmla="*/ 108697 w 114308"/>
                <a:gd name="connsiteY0" fmla="*/ 6772 h 39159"/>
                <a:gd name="connsiteX1" fmla="*/ 114541 w 114308"/>
                <a:gd name="connsiteY1" fmla="*/ 3425 h 39159"/>
                <a:gd name="connsiteX2" fmla="*/ 108869 w 114308"/>
                <a:gd name="connsiteY2" fmla="*/ 78 h 39159"/>
                <a:gd name="connsiteX3" fmla="*/ 5905 w 114308"/>
                <a:gd name="connsiteY3" fmla="*/ 78 h 39159"/>
                <a:gd name="connsiteX4" fmla="*/ 232 w 114308"/>
                <a:gd name="connsiteY4" fmla="*/ 3425 h 39159"/>
                <a:gd name="connsiteX5" fmla="*/ 6077 w 114308"/>
                <a:gd name="connsiteY5" fmla="*/ 6772 h 39159"/>
                <a:gd name="connsiteX6" fmla="*/ 108697 w 114308"/>
                <a:gd name="connsiteY6" fmla="*/ 6772 h 39159"/>
                <a:gd name="connsiteX7" fmla="*/ 108869 w 114308"/>
                <a:gd name="connsiteY7" fmla="*/ 39238 h 39159"/>
                <a:gd name="connsiteX8" fmla="*/ 114541 w 114308"/>
                <a:gd name="connsiteY8" fmla="*/ 35891 h 39159"/>
                <a:gd name="connsiteX9" fmla="*/ 108697 w 114308"/>
                <a:gd name="connsiteY9" fmla="*/ 32544 h 39159"/>
                <a:gd name="connsiteX10" fmla="*/ 6077 w 114308"/>
                <a:gd name="connsiteY10" fmla="*/ 32544 h 39159"/>
                <a:gd name="connsiteX11" fmla="*/ 232 w 114308"/>
                <a:gd name="connsiteY11" fmla="*/ 35891 h 39159"/>
                <a:gd name="connsiteX12" fmla="*/ 5905 w 114308"/>
                <a:gd name="connsiteY12" fmla="*/ 39238 h 39159"/>
                <a:gd name="connsiteX13" fmla="*/ 108869 w 114308"/>
                <a:gd name="connsiteY13" fmla="*/ 39238 h 3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308" h="39159">
                  <a:moveTo>
                    <a:pt x="108697" y="6772"/>
                  </a:moveTo>
                  <a:cubicBezTo>
                    <a:pt x="111275" y="6772"/>
                    <a:pt x="114541" y="6772"/>
                    <a:pt x="114541" y="3425"/>
                  </a:cubicBezTo>
                  <a:cubicBezTo>
                    <a:pt x="114541" y="78"/>
                    <a:pt x="111275" y="78"/>
                    <a:pt x="108869" y="78"/>
                  </a:cubicBezTo>
                  <a:lnTo>
                    <a:pt x="5905" y="78"/>
                  </a:lnTo>
                  <a:cubicBezTo>
                    <a:pt x="3498" y="78"/>
                    <a:pt x="232" y="78"/>
                    <a:pt x="232" y="3425"/>
                  </a:cubicBezTo>
                  <a:cubicBezTo>
                    <a:pt x="232" y="6772"/>
                    <a:pt x="3498" y="6772"/>
                    <a:pt x="6077" y="6772"/>
                  </a:cubicBezTo>
                  <a:lnTo>
                    <a:pt x="108697" y="6772"/>
                  </a:lnTo>
                  <a:close/>
                  <a:moveTo>
                    <a:pt x="108869" y="39238"/>
                  </a:moveTo>
                  <a:cubicBezTo>
                    <a:pt x="111275" y="39238"/>
                    <a:pt x="114541" y="39238"/>
                    <a:pt x="114541" y="35891"/>
                  </a:cubicBezTo>
                  <a:cubicBezTo>
                    <a:pt x="114541" y="32544"/>
                    <a:pt x="111275" y="32544"/>
                    <a:pt x="108697" y="32544"/>
                  </a:cubicBezTo>
                  <a:lnTo>
                    <a:pt x="6077" y="32544"/>
                  </a:lnTo>
                  <a:cubicBezTo>
                    <a:pt x="3498" y="32544"/>
                    <a:pt x="232" y="32544"/>
                    <a:pt x="232" y="35891"/>
                  </a:cubicBezTo>
                  <a:cubicBezTo>
                    <a:pt x="232" y="39238"/>
                    <a:pt x="3498" y="39238"/>
                    <a:pt x="5905" y="39238"/>
                  </a:cubicBezTo>
                  <a:lnTo>
                    <a:pt x="108869" y="392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8" name="Freeform: Shape 2087">
              <a:extLst>
                <a:ext uri="{FF2B5EF4-FFF2-40B4-BE49-F238E27FC236}">
                  <a16:creationId xmlns:a16="http://schemas.microsoft.com/office/drawing/2014/main" id="{19B940A9-6011-1547-4C5A-64700803B728}"/>
                </a:ext>
              </a:extLst>
            </p:cNvPr>
            <p:cNvSpPr/>
            <p:nvPr>
              <p:custDataLst>
                <p:tags r:id="rId22"/>
              </p:custDataLst>
            </p:nvPr>
          </p:nvSpPr>
          <p:spPr>
            <a:xfrm>
              <a:off x="11193485" y="5492017"/>
              <a:ext cx="66006" cy="75809"/>
            </a:xfrm>
            <a:custGeom>
              <a:avLst/>
              <a:gdLst>
                <a:gd name="connsiteX0" fmla="*/ 24480 w 66006"/>
                <a:gd name="connsiteY0" fmla="*/ 35389 h 75809"/>
                <a:gd name="connsiteX1" fmla="*/ 50779 w 66006"/>
                <a:gd name="connsiteY1" fmla="*/ 31540 h 75809"/>
                <a:gd name="connsiteX2" fmla="*/ 63671 w 66006"/>
                <a:gd name="connsiteY2" fmla="*/ 14303 h 75809"/>
                <a:gd name="connsiteX3" fmla="*/ 45279 w 66006"/>
                <a:gd name="connsiteY3" fmla="*/ 78 h 75809"/>
                <a:gd name="connsiteX4" fmla="*/ 243 w 66006"/>
                <a:gd name="connsiteY4" fmla="*/ 45597 h 75809"/>
                <a:gd name="connsiteX5" fmla="*/ 27230 w 66006"/>
                <a:gd name="connsiteY5" fmla="*/ 75887 h 75809"/>
                <a:gd name="connsiteX6" fmla="*/ 66250 w 66006"/>
                <a:gd name="connsiteY6" fmla="*/ 56140 h 75809"/>
                <a:gd name="connsiteX7" fmla="*/ 64187 w 66006"/>
                <a:gd name="connsiteY7" fmla="*/ 53965 h 75809"/>
                <a:gd name="connsiteX8" fmla="*/ 61952 w 66006"/>
                <a:gd name="connsiteY8" fmla="*/ 55638 h 75809"/>
                <a:gd name="connsiteX9" fmla="*/ 27574 w 66006"/>
                <a:gd name="connsiteY9" fmla="*/ 72206 h 75809"/>
                <a:gd name="connsiteX10" fmla="*/ 12619 w 66006"/>
                <a:gd name="connsiteY10" fmla="*/ 52793 h 75809"/>
                <a:gd name="connsiteX11" fmla="*/ 15369 w 66006"/>
                <a:gd name="connsiteY11" fmla="*/ 35389 h 75809"/>
                <a:gd name="connsiteX12" fmla="*/ 24480 w 66006"/>
                <a:gd name="connsiteY12" fmla="*/ 35389 h 75809"/>
                <a:gd name="connsiteX13" fmla="*/ 16401 w 66006"/>
                <a:gd name="connsiteY13" fmla="*/ 31707 h 75809"/>
                <a:gd name="connsiteX14" fmla="*/ 45279 w 66006"/>
                <a:gd name="connsiteY14" fmla="*/ 3760 h 75809"/>
                <a:gd name="connsiteX15" fmla="*/ 57999 w 66006"/>
                <a:gd name="connsiteY15" fmla="*/ 14303 h 75809"/>
                <a:gd name="connsiteX16" fmla="*/ 23448 w 66006"/>
                <a:gd name="connsiteY16" fmla="*/ 31707 h 75809"/>
                <a:gd name="connsiteX17" fmla="*/ 16401 w 66006"/>
                <a:gd name="connsiteY17" fmla="*/ 31707 h 75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006" h="75809">
                  <a:moveTo>
                    <a:pt x="24480" y="35389"/>
                  </a:moveTo>
                  <a:cubicBezTo>
                    <a:pt x="29465" y="35389"/>
                    <a:pt x="42185" y="35054"/>
                    <a:pt x="50779" y="31540"/>
                  </a:cubicBezTo>
                  <a:cubicBezTo>
                    <a:pt x="62812" y="26519"/>
                    <a:pt x="63671" y="16646"/>
                    <a:pt x="63671" y="14303"/>
                  </a:cubicBezTo>
                  <a:cubicBezTo>
                    <a:pt x="63671" y="6939"/>
                    <a:pt x="57139" y="78"/>
                    <a:pt x="45279" y="78"/>
                  </a:cubicBezTo>
                  <a:cubicBezTo>
                    <a:pt x="26199" y="78"/>
                    <a:pt x="243" y="16311"/>
                    <a:pt x="243" y="45597"/>
                  </a:cubicBezTo>
                  <a:cubicBezTo>
                    <a:pt x="243" y="62667"/>
                    <a:pt x="10384" y="75887"/>
                    <a:pt x="27230" y="75887"/>
                  </a:cubicBezTo>
                  <a:cubicBezTo>
                    <a:pt x="51811" y="75887"/>
                    <a:pt x="66250" y="58148"/>
                    <a:pt x="66250" y="56140"/>
                  </a:cubicBezTo>
                  <a:cubicBezTo>
                    <a:pt x="66250" y="55136"/>
                    <a:pt x="65218" y="53965"/>
                    <a:pt x="64187" y="53965"/>
                  </a:cubicBezTo>
                  <a:cubicBezTo>
                    <a:pt x="63327" y="53965"/>
                    <a:pt x="62984" y="54299"/>
                    <a:pt x="61952" y="55638"/>
                  </a:cubicBezTo>
                  <a:cubicBezTo>
                    <a:pt x="48373" y="72206"/>
                    <a:pt x="29636" y="72206"/>
                    <a:pt x="27574" y="72206"/>
                  </a:cubicBezTo>
                  <a:cubicBezTo>
                    <a:pt x="14166" y="72206"/>
                    <a:pt x="12619" y="58148"/>
                    <a:pt x="12619" y="52793"/>
                  </a:cubicBezTo>
                  <a:cubicBezTo>
                    <a:pt x="12619" y="50785"/>
                    <a:pt x="12791" y="45597"/>
                    <a:pt x="15369" y="35389"/>
                  </a:cubicBezTo>
                  <a:lnTo>
                    <a:pt x="24480" y="35389"/>
                  </a:lnTo>
                  <a:close/>
                  <a:moveTo>
                    <a:pt x="16401" y="31707"/>
                  </a:moveTo>
                  <a:cubicBezTo>
                    <a:pt x="23104" y="6270"/>
                    <a:pt x="40809" y="3760"/>
                    <a:pt x="45279" y="3760"/>
                  </a:cubicBezTo>
                  <a:cubicBezTo>
                    <a:pt x="53358" y="3760"/>
                    <a:pt x="57999" y="8613"/>
                    <a:pt x="57999" y="14303"/>
                  </a:cubicBezTo>
                  <a:cubicBezTo>
                    <a:pt x="57999" y="31707"/>
                    <a:pt x="30496" y="31707"/>
                    <a:pt x="23448" y="31707"/>
                  </a:cubicBezTo>
                  <a:lnTo>
                    <a:pt x="16401" y="317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89" name="Freeform: Shape 2088">
              <a:extLst>
                <a:ext uri="{FF2B5EF4-FFF2-40B4-BE49-F238E27FC236}">
                  <a16:creationId xmlns:a16="http://schemas.microsoft.com/office/drawing/2014/main" id="{3284D8CA-C342-26C0-2038-2F83FDB52C30}"/>
                </a:ext>
              </a:extLst>
            </p:cNvPr>
            <p:cNvSpPr/>
            <p:nvPr>
              <p:custDataLst>
                <p:tags r:id="rId23"/>
              </p:custDataLst>
            </p:nvPr>
          </p:nvSpPr>
          <p:spPr>
            <a:xfrm>
              <a:off x="11279454" y="5409030"/>
              <a:ext cx="31284" cy="117027"/>
            </a:xfrm>
            <a:custGeom>
              <a:avLst/>
              <a:gdLst>
                <a:gd name="connsiteX0" fmla="*/ 29125 w 31284"/>
                <a:gd name="connsiteY0" fmla="*/ 74 h 117027"/>
                <a:gd name="connsiteX1" fmla="*/ 247 w 31284"/>
                <a:gd name="connsiteY1" fmla="*/ 58529 h 117027"/>
                <a:gd name="connsiteX2" fmla="*/ 29125 w 31284"/>
                <a:gd name="connsiteY2" fmla="*/ 117101 h 117027"/>
                <a:gd name="connsiteX3" fmla="*/ 31532 w 31284"/>
                <a:gd name="connsiteY3" fmla="*/ 115696 h 117027"/>
                <a:gd name="connsiteX4" fmla="*/ 30329 w 31284"/>
                <a:gd name="connsiteY4" fmla="*/ 113938 h 117027"/>
                <a:gd name="connsiteX5" fmla="*/ 8429 w 31284"/>
                <a:gd name="connsiteY5" fmla="*/ 58646 h 117027"/>
                <a:gd name="connsiteX6" fmla="*/ 30690 w 31284"/>
                <a:gd name="connsiteY6" fmla="*/ 2885 h 117027"/>
                <a:gd name="connsiteX7" fmla="*/ 31532 w 31284"/>
                <a:gd name="connsiteY7" fmla="*/ 1480 h 117027"/>
                <a:gd name="connsiteX8" fmla="*/ 29125 w 31284"/>
                <a:gd name="connsiteY8"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284" h="117027">
                  <a:moveTo>
                    <a:pt x="29125" y="74"/>
                  </a:moveTo>
                  <a:cubicBezTo>
                    <a:pt x="6264" y="15771"/>
                    <a:pt x="247" y="40606"/>
                    <a:pt x="247" y="58529"/>
                  </a:cubicBezTo>
                  <a:cubicBezTo>
                    <a:pt x="247" y="75046"/>
                    <a:pt x="5301" y="100701"/>
                    <a:pt x="29125" y="117101"/>
                  </a:cubicBezTo>
                  <a:cubicBezTo>
                    <a:pt x="30088" y="117101"/>
                    <a:pt x="31532" y="117101"/>
                    <a:pt x="31532" y="115696"/>
                  </a:cubicBezTo>
                  <a:cubicBezTo>
                    <a:pt x="31532" y="114993"/>
                    <a:pt x="31171" y="114758"/>
                    <a:pt x="30329" y="113938"/>
                  </a:cubicBezTo>
                  <a:cubicBezTo>
                    <a:pt x="14325" y="99881"/>
                    <a:pt x="8429" y="79967"/>
                    <a:pt x="8429" y="58646"/>
                  </a:cubicBezTo>
                  <a:cubicBezTo>
                    <a:pt x="8429" y="27017"/>
                    <a:pt x="20823" y="11554"/>
                    <a:pt x="30690" y="2885"/>
                  </a:cubicBezTo>
                  <a:cubicBezTo>
                    <a:pt x="31171" y="2417"/>
                    <a:pt x="31532" y="2065"/>
                    <a:pt x="31532" y="1480"/>
                  </a:cubicBezTo>
                  <a:cubicBezTo>
                    <a:pt x="31532" y="74"/>
                    <a:pt x="30088" y="74"/>
                    <a:pt x="29125"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0" name="Freeform: Shape 2089">
              <a:extLst>
                <a:ext uri="{FF2B5EF4-FFF2-40B4-BE49-F238E27FC236}">
                  <a16:creationId xmlns:a16="http://schemas.microsoft.com/office/drawing/2014/main" id="{41127E73-FCA9-732C-3BA5-CCE35AD27022}"/>
                </a:ext>
              </a:extLst>
            </p:cNvPr>
            <p:cNvSpPr/>
            <p:nvPr>
              <p:custDataLst>
                <p:tags r:id="rId24"/>
              </p:custDataLst>
            </p:nvPr>
          </p:nvSpPr>
          <p:spPr>
            <a:xfrm>
              <a:off x="11325349" y="5445228"/>
              <a:ext cx="71713" cy="76729"/>
            </a:xfrm>
            <a:custGeom>
              <a:avLst/>
              <a:gdLst>
                <a:gd name="connsiteX0" fmla="*/ 732 w 71713"/>
                <a:gd name="connsiteY0" fmla="*/ 70595 h 76729"/>
                <a:gd name="connsiteX1" fmla="*/ 250 w 71713"/>
                <a:gd name="connsiteY1" fmla="*/ 73055 h 76729"/>
                <a:gd name="connsiteX2" fmla="*/ 4342 w 71713"/>
                <a:gd name="connsiteY2" fmla="*/ 76804 h 76729"/>
                <a:gd name="connsiteX3" fmla="*/ 10117 w 71713"/>
                <a:gd name="connsiteY3" fmla="*/ 70946 h 76729"/>
                <a:gd name="connsiteX4" fmla="*/ 15652 w 71713"/>
                <a:gd name="connsiteY4" fmla="*/ 49509 h 76729"/>
                <a:gd name="connsiteX5" fmla="*/ 28527 w 71713"/>
                <a:gd name="connsiteY5" fmla="*/ 52906 h 76729"/>
                <a:gd name="connsiteX6" fmla="*/ 45854 w 71713"/>
                <a:gd name="connsiteY6" fmla="*/ 44472 h 76729"/>
                <a:gd name="connsiteX7" fmla="*/ 58247 w 71713"/>
                <a:gd name="connsiteY7" fmla="*/ 52906 h 76729"/>
                <a:gd name="connsiteX8" fmla="*/ 67753 w 71713"/>
                <a:gd name="connsiteY8" fmla="*/ 46697 h 76729"/>
                <a:gd name="connsiteX9" fmla="*/ 71964 w 71713"/>
                <a:gd name="connsiteY9" fmla="*/ 34983 h 76729"/>
                <a:gd name="connsiteX10" fmla="*/ 70039 w 71713"/>
                <a:gd name="connsiteY10" fmla="*/ 33460 h 76729"/>
                <a:gd name="connsiteX11" fmla="*/ 67392 w 71713"/>
                <a:gd name="connsiteY11" fmla="*/ 37092 h 76729"/>
                <a:gd name="connsiteX12" fmla="*/ 58608 w 71713"/>
                <a:gd name="connsiteY12" fmla="*/ 49626 h 76729"/>
                <a:gd name="connsiteX13" fmla="*/ 54637 w 71713"/>
                <a:gd name="connsiteY13" fmla="*/ 43886 h 76729"/>
                <a:gd name="connsiteX14" fmla="*/ 56442 w 71713"/>
                <a:gd name="connsiteY14" fmla="*/ 34632 h 76729"/>
                <a:gd name="connsiteX15" fmla="*/ 59089 w 71713"/>
                <a:gd name="connsiteY15" fmla="*/ 24089 h 76729"/>
                <a:gd name="connsiteX16" fmla="*/ 61857 w 71713"/>
                <a:gd name="connsiteY16" fmla="*/ 13663 h 76729"/>
                <a:gd name="connsiteX17" fmla="*/ 63902 w 71713"/>
                <a:gd name="connsiteY17" fmla="*/ 4994 h 76729"/>
                <a:gd name="connsiteX18" fmla="*/ 59932 w 71713"/>
                <a:gd name="connsiteY18" fmla="*/ 1245 h 76729"/>
                <a:gd name="connsiteX19" fmla="*/ 54998 w 71713"/>
                <a:gd name="connsiteY19" fmla="*/ 4057 h 76729"/>
                <a:gd name="connsiteX20" fmla="*/ 53073 w 71713"/>
                <a:gd name="connsiteY20" fmla="*/ 10851 h 76729"/>
                <a:gd name="connsiteX21" fmla="*/ 50546 w 71713"/>
                <a:gd name="connsiteY21" fmla="*/ 20574 h 76729"/>
                <a:gd name="connsiteX22" fmla="*/ 46816 w 71713"/>
                <a:gd name="connsiteY22" fmla="*/ 35217 h 76729"/>
                <a:gd name="connsiteX23" fmla="*/ 44891 w 71713"/>
                <a:gd name="connsiteY23" fmla="*/ 39903 h 76729"/>
                <a:gd name="connsiteX24" fmla="*/ 29008 w 71713"/>
                <a:gd name="connsiteY24" fmla="*/ 49626 h 76729"/>
                <a:gd name="connsiteX25" fmla="*/ 19142 w 71713"/>
                <a:gd name="connsiteY25" fmla="*/ 39200 h 76729"/>
                <a:gd name="connsiteX26" fmla="*/ 21187 w 71713"/>
                <a:gd name="connsiteY26" fmla="*/ 28306 h 76729"/>
                <a:gd name="connsiteX27" fmla="*/ 23834 w 71713"/>
                <a:gd name="connsiteY27" fmla="*/ 17763 h 76729"/>
                <a:gd name="connsiteX28" fmla="*/ 25519 w 71713"/>
                <a:gd name="connsiteY28" fmla="*/ 11203 h 76729"/>
                <a:gd name="connsiteX29" fmla="*/ 27324 w 71713"/>
                <a:gd name="connsiteY29" fmla="*/ 3822 h 76729"/>
                <a:gd name="connsiteX30" fmla="*/ 23233 w 71713"/>
                <a:gd name="connsiteY30" fmla="*/ 74 h 76729"/>
                <a:gd name="connsiteX31" fmla="*/ 17457 w 71713"/>
                <a:gd name="connsiteY31" fmla="*/ 5580 h 76729"/>
                <a:gd name="connsiteX32" fmla="*/ 732 w 71713"/>
                <a:gd name="connsiteY32" fmla="*/ 70595 h 7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1713" h="76729">
                  <a:moveTo>
                    <a:pt x="732" y="70595"/>
                  </a:moveTo>
                  <a:cubicBezTo>
                    <a:pt x="250" y="72352"/>
                    <a:pt x="250" y="72938"/>
                    <a:pt x="250" y="73055"/>
                  </a:cubicBezTo>
                  <a:cubicBezTo>
                    <a:pt x="250" y="75632"/>
                    <a:pt x="2416" y="76804"/>
                    <a:pt x="4342" y="76804"/>
                  </a:cubicBezTo>
                  <a:cubicBezTo>
                    <a:pt x="8673" y="76804"/>
                    <a:pt x="9636" y="72938"/>
                    <a:pt x="10117" y="70946"/>
                  </a:cubicBezTo>
                  <a:cubicBezTo>
                    <a:pt x="10358" y="70361"/>
                    <a:pt x="12764" y="60989"/>
                    <a:pt x="15652" y="49509"/>
                  </a:cubicBezTo>
                  <a:cubicBezTo>
                    <a:pt x="19382" y="51969"/>
                    <a:pt x="24195" y="52906"/>
                    <a:pt x="28527" y="52906"/>
                  </a:cubicBezTo>
                  <a:cubicBezTo>
                    <a:pt x="38875" y="52906"/>
                    <a:pt x="45613" y="44706"/>
                    <a:pt x="45854" y="44472"/>
                  </a:cubicBezTo>
                  <a:cubicBezTo>
                    <a:pt x="48140" y="52555"/>
                    <a:pt x="56442" y="52906"/>
                    <a:pt x="58247" y="52906"/>
                  </a:cubicBezTo>
                  <a:cubicBezTo>
                    <a:pt x="62579" y="52906"/>
                    <a:pt x="65587" y="50329"/>
                    <a:pt x="67753" y="46697"/>
                  </a:cubicBezTo>
                  <a:cubicBezTo>
                    <a:pt x="70400" y="42129"/>
                    <a:pt x="71964" y="35452"/>
                    <a:pt x="71964" y="34983"/>
                  </a:cubicBezTo>
                  <a:cubicBezTo>
                    <a:pt x="71964" y="33460"/>
                    <a:pt x="70400" y="33460"/>
                    <a:pt x="70039" y="33460"/>
                  </a:cubicBezTo>
                  <a:cubicBezTo>
                    <a:pt x="68354" y="33460"/>
                    <a:pt x="68234" y="33929"/>
                    <a:pt x="67392" y="37092"/>
                  </a:cubicBezTo>
                  <a:cubicBezTo>
                    <a:pt x="65948" y="42715"/>
                    <a:pt x="63662" y="49626"/>
                    <a:pt x="58608" y="49626"/>
                  </a:cubicBezTo>
                  <a:cubicBezTo>
                    <a:pt x="55480" y="49626"/>
                    <a:pt x="54637" y="47049"/>
                    <a:pt x="54637" y="43886"/>
                  </a:cubicBezTo>
                  <a:cubicBezTo>
                    <a:pt x="54637" y="41895"/>
                    <a:pt x="55600" y="37677"/>
                    <a:pt x="56442" y="34632"/>
                  </a:cubicBezTo>
                  <a:cubicBezTo>
                    <a:pt x="57285" y="31469"/>
                    <a:pt x="58488" y="26666"/>
                    <a:pt x="59089" y="24089"/>
                  </a:cubicBezTo>
                  <a:lnTo>
                    <a:pt x="61857" y="13663"/>
                  </a:lnTo>
                  <a:cubicBezTo>
                    <a:pt x="62579" y="10734"/>
                    <a:pt x="63902" y="5580"/>
                    <a:pt x="63902" y="4994"/>
                  </a:cubicBezTo>
                  <a:cubicBezTo>
                    <a:pt x="63902" y="2651"/>
                    <a:pt x="61977" y="1245"/>
                    <a:pt x="59932" y="1245"/>
                  </a:cubicBezTo>
                  <a:cubicBezTo>
                    <a:pt x="58608" y="1245"/>
                    <a:pt x="56322" y="1831"/>
                    <a:pt x="54998" y="4057"/>
                  </a:cubicBezTo>
                  <a:cubicBezTo>
                    <a:pt x="54637" y="4760"/>
                    <a:pt x="53675" y="8508"/>
                    <a:pt x="53073" y="10851"/>
                  </a:cubicBezTo>
                  <a:lnTo>
                    <a:pt x="50546" y="20574"/>
                  </a:lnTo>
                  <a:lnTo>
                    <a:pt x="46816" y="35217"/>
                  </a:lnTo>
                  <a:cubicBezTo>
                    <a:pt x="45974" y="38146"/>
                    <a:pt x="45974" y="38380"/>
                    <a:pt x="44891" y="39903"/>
                  </a:cubicBezTo>
                  <a:cubicBezTo>
                    <a:pt x="41161" y="45057"/>
                    <a:pt x="35867" y="49626"/>
                    <a:pt x="29008" y="49626"/>
                  </a:cubicBezTo>
                  <a:cubicBezTo>
                    <a:pt x="19142" y="49626"/>
                    <a:pt x="19142" y="41309"/>
                    <a:pt x="19142" y="39200"/>
                  </a:cubicBezTo>
                  <a:cubicBezTo>
                    <a:pt x="19142" y="36154"/>
                    <a:pt x="19502" y="34632"/>
                    <a:pt x="21187" y="28306"/>
                  </a:cubicBezTo>
                  <a:cubicBezTo>
                    <a:pt x="22390" y="23151"/>
                    <a:pt x="22631" y="22331"/>
                    <a:pt x="23834" y="17763"/>
                  </a:cubicBezTo>
                  <a:lnTo>
                    <a:pt x="25519" y="11203"/>
                  </a:lnTo>
                  <a:cubicBezTo>
                    <a:pt x="26120" y="8743"/>
                    <a:pt x="27324" y="4291"/>
                    <a:pt x="27324" y="3822"/>
                  </a:cubicBezTo>
                  <a:cubicBezTo>
                    <a:pt x="27324" y="1714"/>
                    <a:pt x="25639" y="74"/>
                    <a:pt x="23233" y="74"/>
                  </a:cubicBezTo>
                  <a:cubicBezTo>
                    <a:pt x="18901" y="74"/>
                    <a:pt x="17818" y="4174"/>
                    <a:pt x="17457" y="5580"/>
                  </a:cubicBezTo>
                  <a:lnTo>
                    <a:pt x="732" y="7059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1" name="Freeform: Shape 2090">
              <a:extLst>
                <a:ext uri="{FF2B5EF4-FFF2-40B4-BE49-F238E27FC236}">
                  <a16:creationId xmlns:a16="http://schemas.microsoft.com/office/drawing/2014/main" id="{DDDB1FA1-56C9-5639-8933-B50C63AC8D8C}"/>
                </a:ext>
              </a:extLst>
            </p:cNvPr>
            <p:cNvSpPr/>
            <p:nvPr>
              <p:custDataLst>
                <p:tags r:id="rId25"/>
              </p:custDataLst>
            </p:nvPr>
          </p:nvSpPr>
          <p:spPr>
            <a:xfrm>
              <a:off x="11406093" y="5457812"/>
              <a:ext cx="40652" cy="72964"/>
            </a:xfrm>
            <a:custGeom>
              <a:avLst/>
              <a:gdLst>
                <a:gd name="connsiteX0" fmla="*/ 40908 w 40652"/>
                <a:gd name="connsiteY0" fmla="*/ 3673 h 72964"/>
                <a:gd name="connsiteX1" fmla="*/ 37126 w 40652"/>
                <a:gd name="connsiteY1" fmla="*/ 75 h 72964"/>
                <a:gd name="connsiteX2" fmla="*/ 31798 w 40652"/>
                <a:gd name="connsiteY2" fmla="*/ 5095 h 72964"/>
                <a:gd name="connsiteX3" fmla="*/ 35579 w 40652"/>
                <a:gd name="connsiteY3" fmla="*/ 8693 h 72964"/>
                <a:gd name="connsiteX4" fmla="*/ 40908 w 40652"/>
                <a:gd name="connsiteY4" fmla="*/ 3673 h 72964"/>
                <a:gd name="connsiteX5" fmla="*/ 22172 w 40652"/>
                <a:gd name="connsiteY5" fmla="*/ 59651 h 72964"/>
                <a:gd name="connsiteX6" fmla="*/ 9881 w 40652"/>
                <a:gd name="connsiteY6" fmla="*/ 70194 h 72964"/>
                <a:gd name="connsiteX7" fmla="*/ 6787 w 40652"/>
                <a:gd name="connsiteY7" fmla="*/ 69776 h 72964"/>
                <a:gd name="connsiteX8" fmla="*/ 9452 w 40652"/>
                <a:gd name="connsiteY8" fmla="*/ 65341 h 72964"/>
                <a:gd name="connsiteX9" fmla="*/ 5584 w 40652"/>
                <a:gd name="connsiteY9" fmla="*/ 61910 h 72964"/>
                <a:gd name="connsiteX10" fmla="*/ 255 w 40652"/>
                <a:gd name="connsiteY10" fmla="*/ 67266 h 72964"/>
                <a:gd name="connsiteX11" fmla="*/ 9967 w 40652"/>
                <a:gd name="connsiteY11" fmla="*/ 73039 h 72964"/>
                <a:gd name="connsiteX12" fmla="*/ 29649 w 40652"/>
                <a:gd name="connsiteY12" fmla="*/ 59735 h 72964"/>
                <a:gd name="connsiteX13" fmla="*/ 37384 w 40652"/>
                <a:gd name="connsiteY13" fmla="*/ 29779 h 72964"/>
                <a:gd name="connsiteX14" fmla="*/ 37814 w 40652"/>
                <a:gd name="connsiteY14" fmla="*/ 27018 h 72964"/>
                <a:gd name="connsiteX15" fmla="*/ 27242 w 40652"/>
                <a:gd name="connsiteY15" fmla="*/ 18902 h 72964"/>
                <a:gd name="connsiteX16" fmla="*/ 10483 w 40652"/>
                <a:gd name="connsiteY16" fmla="*/ 31871 h 72964"/>
                <a:gd name="connsiteX17" fmla="*/ 12288 w 40652"/>
                <a:gd name="connsiteY17" fmla="*/ 33043 h 72964"/>
                <a:gd name="connsiteX18" fmla="*/ 14179 w 40652"/>
                <a:gd name="connsiteY18" fmla="*/ 31871 h 72964"/>
                <a:gd name="connsiteX19" fmla="*/ 26899 w 40652"/>
                <a:gd name="connsiteY19" fmla="*/ 21747 h 72964"/>
                <a:gd name="connsiteX20" fmla="*/ 30508 w 40652"/>
                <a:gd name="connsiteY20" fmla="*/ 26181 h 72964"/>
                <a:gd name="connsiteX21" fmla="*/ 30251 w 40652"/>
                <a:gd name="connsiteY21" fmla="*/ 28357 h 72964"/>
                <a:gd name="connsiteX22" fmla="*/ 22172 w 40652"/>
                <a:gd name="connsiteY22" fmla="*/ 59651 h 7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652" h="72964">
                  <a:moveTo>
                    <a:pt x="40908" y="3673"/>
                  </a:moveTo>
                  <a:cubicBezTo>
                    <a:pt x="40908" y="1748"/>
                    <a:pt x="39447" y="75"/>
                    <a:pt x="37126" y="75"/>
                  </a:cubicBezTo>
                  <a:cubicBezTo>
                    <a:pt x="34462" y="75"/>
                    <a:pt x="31798" y="2585"/>
                    <a:pt x="31798" y="5095"/>
                  </a:cubicBezTo>
                  <a:cubicBezTo>
                    <a:pt x="31798" y="7104"/>
                    <a:pt x="33431" y="8693"/>
                    <a:pt x="35579" y="8693"/>
                  </a:cubicBezTo>
                  <a:cubicBezTo>
                    <a:pt x="38501" y="8693"/>
                    <a:pt x="40908" y="6016"/>
                    <a:pt x="40908" y="3673"/>
                  </a:cubicBezTo>
                  <a:close/>
                  <a:moveTo>
                    <a:pt x="22172" y="59651"/>
                  </a:moveTo>
                  <a:cubicBezTo>
                    <a:pt x="20539" y="66011"/>
                    <a:pt x="15124" y="70194"/>
                    <a:pt x="9881" y="70194"/>
                  </a:cubicBezTo>
                  <a:cubicBezTo>
                    <a:pt x="8420" y="70194"/>
                    <a:pt x="7475" y="69943"/>
                    <a:pt x="6787" y="69776"/>
                  </a:cubicBezTo>
                  <a:cubicBezTo>
                    <a:pt x="8850" y="68604"/>
                    <a:pt x="9452" y="66429"/>
                    <a:pt x="9452" y="65341"/>
                  </a:cubicBezTo>
                  <a:cubicBezTo>
                    <a:pt x="9452" y="63919"/>
                    <a:pt x="8420" y="61910"/>
                    <a:pt x="5584" y="61910"/>
                  </a:cubicBezTo>
                  <a:cubicBezTo>
                    <a:pt x="2662" y="61910"/>
                    <a:pt x="255" y="64504"/>
                    <a:pt x="255" y="67266"/>
                  </a:cubicBezTo>
                  <a:cubicBezTo>
                    <a:pt x="255" y="70864"/>
                    <a:pt x="4123" y="73039"/>
                    <a:pt x="9967" y="73039"/>
                  </a:cubicBezTo>
                  <a:cubicBezTo>
                    <a:pt x="15812" y="73039"/>
                    <a:pt x="26985" y="70111"/>
                    <a:pt x="29649" y="59735"/>
                  </a:cubicBezTo>
                  <a:lnTo>
                    <a:pt x="37384" y="29779"/>
                  </a:lnTo>
                  <a:cubicBezTo>
                    <a:pt x="37556" y="28943"/>
                    <a:pt x="37814" y="28190"/>
                    <a:pt x="37814" y="27018"/>
                  </a:cubicBezTo>
                  <a:cubicBezTo>
                    <a:pt x="37814" y="22249"/>
                    <a:pt x="33259" y="18902"/>
                    <a:pt x="27242" y="18902"/>
                  </a:cubicBezTo>
                  <a:cubicBezTo>
                    <a:pt x="16843" y="18902"/>
                    <a:pt x="10483" y="30198"/>
                    <a:pt x="10483" y="31871"/>
                  </a:cubicBezTo>
                  <a:cubicBezTo>
                    <a:pt x="10483" y="33043"/>
                    <a:pt x="11858" y="33043"/>
                    <a:pt x="12288" y="33043"/>
                  </a:cubicBezTo>
                  <a:cubicBezTo>
                    <a:pt x="13577" y="33043"/>
                    <a:pt x="13749" y="32708"/>
                    <a:pt x="14179" y="31871"/>
                  </a:cubicBezTo>
                  <a:cubicBezTo>
                    <a:pt x="18132" y="23671"/>
                    <a:pt x="23977" y="21747"/>
                    <a:pt x="26899" y="21747"/>
                  </a:cubicBezTo>
                  <a:cubicBezTo>
                    <a:pt x="30337" y="21747"/>
                    <a:pt x="30508" y="24759"/>
                    <a:pt x="30508" y="26181"/>
                  </a:cubicBezTo>
                  <a:cubicBezTo>
                    <a:pt x="30508" y="27353"/>
                    <a:pt x="30423" y="27688"/>
                    <a:pt x="30251" y="28357"/>
                  </a:cubicBezTo>
                  <a:lnTo>
                    <a:pt x="22172" y="59651"/>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2" name="Freeform: Shape 2091">
              <a:extLst>
                <a:ext uri="{FF2B5EF4-FFF2-40B4-BE49-F238E27FC236}">
                  <a16:creationId xmlns:a16="http://schemas.microsoft.com/office/drawing/2014/main" id="{00676F3B-8B5E-0F7E-6DDD-2B862519FA2A}"/>
                </a:ext>
              </a:extLst>
            </p:cNvPr>
            <p:cNvSpPr/>
            <p:nvPr>
              <p:custDataLst>
                <p:tags r:id="rId26"/>
              </p:custDataLst>
            </p:nvPr>
          </p:nvSpPr>
          <p:spPr>
            <a:xfrm>
              <a:off x="11480125" y="5464674"/>
              <a:ext cx="81339" cy="5740"/>
            </a:xfrm>
            <a:custGeom>
              <a:avLst/>
              <a:gdLst>
                <a:gd name="connsiteX0" fmla="*/ 76786 w 81339"/>
                <a:gd name="connsiteY0" fmla="*/ 5814 h 5740"/>
                <a:gd name="connsiteX1" fmla="*/ 81599 w 81339"/>
                <a:gd name="connsiteY1" fmla="*/ 3002 h 5740"/>
                <a:gd name="connsiteX2" fmla="*/ 76786 w 81339"/>
                <a:gd name="connsiteY2" fmla="*/ 74 h 5740"/>
                <a:gd name="connsiteX3" fmla="*/ 5072 w 81339"/>
                <a:gd name="connsiteY3" fmla="*/ 74 h 5740"/>
                <a:gd name="connsiteX4" fmla="*/ 259 w 81339"/>
                <a:gd name="connsiteY4" fmla="*/ 2885 h 5740"/>
                <a:gd name="connsiteX5" fmla="*/ 5072 w 81339"/>
                <a:gd name="connsiteY5" fmla="*/ 5814 h 5740"/>
                <a:gd name="connsiteX6" fmla="*/ 76786 w 81339"/>
                <a:gd name="connsiteY6" fmla="*/ 5814 h 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39" h="5740">
                  <a:moveTo>
                    <a:pt x="76786" y="5814"/>
                  </a:moveTo>
                  <a:cubicBezTo>
                    <a:pt x="78711" y="5814"/>
                    <a:pt x="81599" y="5814"/>
                    <a:pt x="81599" y="3002"/>
                  </a:cubicBezTo>
                  <a:cubicBezTo>
                    <a:pt x="81599" y="74"/>
                    <a:pt x="78831" y="74"/>
                    <a:pt x="76786" y="74"/>
                  </a:cubicBezTo>
                  <a:lnTo>
                    <a:pt x="5072" y="74"/>
                  </a:lnTo>
                  <a:cubicBezTo>
                    <a:pt x="3147" y="74"/>
                    <a:pt x="259" y="74"/>
                    <a:pt x="259" y="2885"/>
                  </a:cubicBezTo>
                  <a:cubicBezTo>
                    <a:pt x="259" y="5814"/>
                    <a:pt x="3026" y="5814"/>
                    <a:pt x="5072" y="5814"/>
                  </a:cubicBezTo>
                  <a:lnTo>
                    <a:pt x="76786" y="5814"/>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3" name="Freeform: Shape 2092">
              <a:extLst>
                <a:ext uri="{FF2B5EF4-FFF2-40B4-BE49-F238E27FC236}">
                  <a16:creationId xmlns:a16="http://schemas.microsoft.com/office/drawing/2014/main" id="{3C2D4086-BFF3-6769-7864-10F60E329996}"/>
                </a:ext>
              </a:extLst>
            </p:cNvPr>
            <p:cNvSpPr/>
            <p:nvPr>
              <p:custDataLst>
                <p:tags r:id="rId27"/>
              </p:custDataLst>
            </p:nvPr>
          </p:nvSpPr>
          <p:spPr>
            <a:xfrm>
              <a:off x="11577090" y="5414653"/>
              <a:ext cx="84107" cy="104961"/>
            </a:xfrm>
            <a:custGeom>
              <a:avLst/>
              <a:gdLst>
                <a:gd name="connsiteX0" fmla="*/ 8086 w 84107"/>
                <a:gd name="connsiteY0" fmla="*/ 102458 h 104961"/>
                <a:gd name="connsiteX1" fmla="*/ 15426 w 84107"/>
                <a:gd name="connsiteY1" fmla="*/ 73524 h 104961"/>
                <a:gd name="connsiteX2" fmla="*/ 42740 w 84107"/>
                <a:gd name="connsiteY2" fmla="*/ 83832 h 104961"/>
                <a:gd name="connsiteX3" fmla="*/ 83410 w 84107"/>
                <a:gd name="connsiteY3" fmla="*/ 51266 h 104961"/>
                <a:gd name="connsiteX4" fmla="*/ 75228 w 84107"/>
                <a:gd name="connsiteY4" fmla="*/ 35334 h 104961"/>
                <a:gd name="connsiteX5" fmla="*/ 84372 w 84107"/>
                <a:gd name="connsiteY5" fmla="*/ 16708 h 104961"/>
                <a:gd name="connsiteX6" fmla="*/ 62955 w 84107"/>
                <a:gd name="connsiteY6" fmla="*/ 74 h 104961"/>
                <a:gd name="connsiteX7" fmla="*/ 18916 w 84107"/>
                <a:gd name="connsiteY7" fmla="*/ 30063 h 104961"/>
                <a:gd name="connsiteX8" fmla="*/ 747 w 84107"/>
                <a:gd name="connsiteY8" fmla="*/ 100935 h 104961"/>
                <a:gd name="connsiteX9" fmla="*/ 265 w 84107"/>
                <a:gd name="connsiteY9" fmla="*/ 102927 h 104961"/>
                <a:gd name="connsiteX10" fmla="*/ 4116 w 84107"/>
                <a:gd name="connsiteY10" fmla="*/ 105035 h 104961"/>
                <a:gd name="connsiteX11" fmla="*/ 8086 w 84107"/>
                <a:gd name="connsiteY11" fmla="*/ 102458 h 104961"/>
                <a:gd name="connsiteX12" fmla="*/ 45748 w 84107"/>
                <a:gd name="connsiteY12" fmla="*/ 36857 h 104961"/>
                <a:gd name="connsiteX13" fmla="*/ 53810 w 84107"/>
                <a:gd name="connsiteY13" fmla="*/ 35686 h 104961"/>
                <a:gd name="connsiteX14" fmla="*/ 59465 w 84107"/>
                <a:gd name="connsiteY14" fmla="*/ 36154 h 104961"/>
                <a:gd name="connsiteX15" fmla="*/ 52125 w 84107"/>
                <a:gd name="connsiteY15" fmla="*/ 37560 h 104961"/>
                <a:gd name="connsiteX16" fmla="*/ 45748 w 84107"/>
                <a:gd name="connsiteY16" fmla="*/ 36857 h 104961"/>
                <a:gd name="connsiteX17" fmla="*/ 65241 w 84107"/>
                <a:gd name="connsiteY17" fmla="*/ 31234 h 104961"/>
                <a:gd name="connsiteX18" fmla="*/ 54171 w 84107"/>
                <a:gd name="connsiteY18" fmla="*/ 30297 h 104961"/>
                <a:gd name="connsiteX19" fmla="*/ 38047 w 84107"/>
                <a:gd name="connsiteY19" fmla="*/ 37326 h 104961"/>
                <a:gd name="connsiteX20" fmla="*/ 51885 w 84107"/>
                <a:gd name="connsiteY20" fmla="*/ 42949 h 104961"/>
                <a:gd name="connsiteX21" fmla="*/ 66685 w 84107"/>
                <a:gd name="connsiteY21" fmla="*/ 40489 h 104961"/>
                <a:gd name="connsiteX22" fmla="*/ 68129 w 84107"/>
                <a:gd name="connsiteY22" fmla="*/ 46697 h 104961"/>
                <a:gd name="connsiteX23" fmla="*/ 61029 w 84107"/>
                <a:gd name="connsiteY23" fmla="*/ 69892 h 104961"/>
                <a:gd name="connsiteX24" fmla="*/ 42620 w 84107"/>
                <a:gd name="connsiteY24" fmla="*/ 78444 h 104961"/>
                <a:gd name="connsiteX25" fmla="*/ 19036 w 84107"/>
                <a:gd name="connsiteY25" fmla="*/ 61809 h 104961"/>
                <a:gd name="connsiteX26" fmla="*/ 21202 w 84107"/>
                <a:gd name="connsiteY26" fmla="*/ 51383 h 104961"/>
                <a:gd name="connsiteX27" fmla="*/ 25894 w 84107"/>
                <a:gd name="connsiteY27" fmla="*/ 32757 h 104961"/>
                <a:gd name="connsiteX28" fmla="*/ 38649 w 84107"/>
                <a:gd name="connsiteY28" fmla="*/ 13663 h 104961"/>
                <a:gd name="connsiteX29" fmla="*/ 62353 w 84107"/>
                <a:gd name="connsiteY29" fmla="*/ 5463 h 104961"/>
                <a:gd name="connsiteX30" fmla="*/ 70535 w 84107"/>
                <a:gd name="connsiteY30" fmla="*/ 12491 h 104961"/>
                <a:gd name="connsiteX31" fmla="*/ 65241 w 84107"/>
                <a:gd name="connsiteY31" fmla="*/ 31234 h 1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107" h="104961">
                  <a:moveTo>
                    <a:pt x="8086" y="102458"/>
                  </a:moveTo>
                  <a:lnTo>
                    <a:pt x="15426" y="73524"/>
                  </a:lnTo>
                  <a:cubicBezTo>
                    <a:pt x="17712" y="76452"/>
                    <a:pt x="25774" y="83832"/>
                    <a:pt x="42740" y="83832"/>
                  </a:cubicBezTo>
                  <a:cubicBezTo>
                    <a:pt x="69693" y="83832"/>
                    <a:pt x="83410" y="66026"/>
                    <a:pt x="83410" y="51266"/>
                  </a:cubicBezTo>
                  <a:cubicBezTo>
                    <a:pt x="83410" y="44472"/>
                    <a:pt x="80642" y="39083"/>
                    <a:pt x="75228" y="35334"/>
                  </a:cubicBezTo>
                  <a:cubicBezTo>
                    <a:pt x="80522" y="31117"/>
                    <a:pt x="84372" y="23620"/>
                    <a:pt x="84372" y="16708"/>
                  </a:cubicBezTo>
                  <a:cubicBezTo>
                    <a:pt x="84372" y="7220"/>
                    <a:pt x="77394" y="74"/>
                    <a:pt x="62955" y="74"/>
                  </a:cubicBezTo>
                  <a:cubicBezTo>
                    <a:pt x="45146" y="74"/>
                    <a:pt x="23729" y="11085"/>
                    <a:pt x="18916" y="30063"/>
                  </a:cubicBezTo>
                  <a:lnTo>
                    <a:pt x="747" y="100935"/>
                  </a:lnTo>
                  <a:cubicBezTo>
                    <a:pt x="265" y="102575"/>
                    <a:pt x="265" y="102810"/>
                    <a:pt x="265" y="102927"/>
                  </a:cubicBezTo>
                  <a:cubicBezTo>
                    <a:pt x="265" y="105035"/>
                    <a:pt x="2311" y="105035"/>
                    <a:pt x="4116" y="105035"/>
                  </a:cubicBezTo>
                  <a:cubicBezTo>
                    <a:pt x="6522" y="105035"/>
                    <a:pt x="7485" y="105035"/>
                    <a:pt x="8086" y="102458"/>
                  </a:cubicBezTo>
                  <a:close/>
                  <a:moveTo>
                    <a:pt x="45748" y="36857"/>
                  </a:moveTo>
                  <a:cubicBezTo>
                    <a:pt x="47312" y="36154"/>
                    <a:pt x="48395" y="35686"/>
                    <a:pt x="53810" y="35686"/>
                  </a:cubicBezTo>
                  <a:cubicBezTo>
                    <a:pt x="55735" y="35686"/>
                    <a:pt x="57299" y="35686"/>
                    <a:pt x="59465" y="36154"/>
                  </a:cubicBezTo>
                  <a:cubicBezTo>
                    <a:pt x="56818" y="37560"/>
                    <a:pt x="54291" y="37560"/>
                    <a:pt x="52125" y="37560"/>
                  </a:cubicBezTo>
                  <a:cubicBezTo>
                    <a:pt x="48516" y="37560"/>
                    <a:pt x="48155" y="37443"/>
                    <a:pt x="45748" y="36857"/>
                  </a:cubicBezTo>
                  <a:close/>
                  <a:moveTo>
                    <a:pt x="65241" y="31234"/>
                  </a:moveTo>
                  <a:cubicBezTo>
                    <a:pt x="60668" y="30297"/>
                    <a:pt x="56577" y="30297"/>
                    <a:pt x="54171" y="30297"/>
                  </a:cubicBezTo>
                  <a:cubicBezTo>
                    <a:pt x="48997" y="30297"/>
                    <a:pt x="38047" y="30297"/>
                    <a:pt x="38047" y="37326"/>
                  </a:cubicBezTo>
                  <a:cubicBezTo>
                    <a:pt x="38047" y="42832"/>
                    <a:pt x="45989" y="42949"/>
                    <a:pt x="51885" y="42949"/>
                  </a:cubicBezTo>
                  <a:cubicBezTo>
                    <a:pt x="55374" y="42949"/>
                    <a:pt x="60307" y="42949"/>
                    <a:pt x="66685" y="40489"/>
                  </a:cubicBezTo>
                  <a:cubicBezTo>
                    <a:pt x="67768" y="42129"/>
                    <a:pt x="68129" y="44589"/>
                    <a:pt x="68129" y="46697"/>
                  </a:cubicBezTo>
                  <a:cubicBezTo>
                    <a:pt x="68129" y="50797"/>
                    <a:pt x="65602" y="63683"/>
                    <a:pt x="61029" y="69892"/>
                  </a:cubicBezTo>
                  <a:cubicBezTo>
                    <a:pt x="56698" y="75632"/>
                    <a:pt x="50080" y="78444"/>
                    <a:pt x="42620" y="78444"/>
                  </a:cubicBezTo>
                  <a:cubicBezTo>
                    <a:pt x="32392" y="78444"/>
                    <a:pt x="19036" y="73875"/>
                    <a:pt x="19036" y="61809"/>
                  </a:cubicBezTo>
                  <a:cubicBezTo>
                    <a:pt x="19036" y="59583"/>
                    <a:pt x="20239" y="54780"/>
                    <a:pt x="21202" y="51383"/>
                  </a:cubicBezTo>
                  <a:cubicBezTo>
                    <a:pt x="21803" y="48806"/>
                    <a:pt x="25654" y="33812"/>
                    <a:pt x="25894" y="32757"/>
                  </a:cubicBezTo>
                  <a:cubicBezTo>
                    <a:pt x="26977" y="28657"/>
                    <a:pt x="29023" y="20691"/>
                    <a:pt x="38649" y="13663"/>
                  </a:cubicBezTo>
                  <a:cubicBezTo>
                    <a:pt x="48516" y="6400"/>
                    <a:pt x="58021" y="5463"/>
                    <a:pt x="62353" y="5463"/>
                  </a:cubicBezTo>
                  <a:cubicBezTo>
                    <a:pt x="70535" y="5463"/>
                    <a:pt x="70535" y="10617"/>
                    <a:pt x="70535" y="12491"/>
                  </a:cubicBezTo>
                  <a:cubicBezTo>
                    <a:pt x="70535" y="15303"/>
                    <a:pt x="68369" y="25963"/>
                    <a:pt x="65241" y="3123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4" name="Freeform: Shape 2093">
              <a:extLst>
                <a:ext uri="{FF2B5EF4-FFF2-40B4-BE49-F238E27FC236}">
                  <a16:creationId xmlns:a16="http://schemas.microsoft.com/office/drawing/2014/main" id="{A2197845-8D93-70E1-D1DD-6B28FF558E33}"/>
                </a:ext>
              </a:extLst>
            </p:cNvPr>
            <p:cNvSpPr/>
            <p:nvPr>
              <p:custDataLst>
                <p:tags r:id="rId28"/>
              </p:custDataLst>
            </p:nvPr>
          </p:nvSpPr>
          <p:spPr>
            <a:xfrm>
              <a:off x="11678069" y="5388316"/>
              <a:ext cx="71679" cy="58070"/>
            </a:xfrm>
            <a:custGeom>
              <a:avLst/>
              <a:gdLst>
                <a:gd name="connsiteX0" fmla="*/ 38517 w 71679"/>
                <a:gd name="connsiteY0" fmla="*/ 4757 h 58070"/>
                <a:gd name="connsiteX1" fmla="*/ 68254 w 71679"/>
                <a:gd name="connsiteY1" fmla="*/ 4757 h 58070"/>
                <a:gd name="connsiteX2" fmla="*/ 71950 w 71679"/>
                <a:gd name="connsiteY2" fmla="*/ 2414 h 58070"/>
                <a:gd name="connsiteX3" fmla="*/ 68254 w 71679"/>
                <a:gd name="connsiteY3" fmla="*/ 71 h 58070"/>
                <a:gd name="connsiteX4" fmla="*/ 3966 w 71679"/>
                <a:gd name="connsiteY4" fmla="*/ 71 h 58070"/>
                <a:gd name="connsiteX5" fmla="*/ 271 w 71679"/>
                <a:gd name="connsiteY5" fmla="*/ 2414 h 58070"/>
                <a:gd name="connsiteX6" fmla="*/ 3966 w 71679"/>
                <a:gd name="connsiteY6" fmla="*/ 4757 h 58070"/>
                <a:gd name="connsiteX7" fmla="*/ 33704 w 71679"/>
                <a:gd name="connsiteY7" fmla="*/ 4757 h 58070"/>
                <a:gd name="connsiteX8" fmla="*/ 33704 w 71679"/>
                <a:gd name="connsiteY8" fmla="*/ 54543 h 58070"/>
                <a:gd name="connsiteX9" fmla="*/ 36110 w 71679"/>
                <a:gd name="connsiteY9" fmla="*/ 58141 h 58070"/>
                <a:gd name="connsiteX10" fmla="*/ 38517 w 71679"/>
                <a:gd name="connsiteY10" fmla="*/ 54543 h 58070"/>
                <a:gd name="connsiteX11" fmla="*/ 38517 w 71679"/>
                <a:gd name="connsiteY11" fmla="*/ 4757 h 5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679" h="58070">
                  <a:moveTo>
                    <a:pt x="38517" y="4757"/>
                  </a:moveTo>
                  <a:lnTo>
                    <a:pt x="68254" y="4757"/>
                  </a:lnTo>
                  <a:cubicBezTo>
                    <a:pt x="69629" y="4757"/>
                    <a:pt x="71950" y="4757"/>
                    <a:pt x="71950" y="2414"/>
                  </a:cubicBezTo>
                  <a:cubicBezTo>
                    <a:pt x="71950" y="71"/>
                    <a:pt x="69629" y="71"/>
                    <a:pt x="68254" y="71"/>
                  </a:cubicBezTo>
                  <a:lnTo>
                    <a:pt x="3966" y="71"/>
                  </a:lnTo>
                  <a:cubicBezTo>
                    <a:pt x="2677" y="71"/>
                    <a:pt x="271" y="71"/>
                    <a:pt x="271" y="2414"/>
                  </a:cubicBezTo>
                  <a:cubicBezTo>
                    <a:pt x="271" y="4757"/>
                    <a:pt x="2677" y="4757"/>
                    <a:pt x="3966" y="4757"/>
                  </a:cubicBezTo>
                  <a:lnTo>
                    <a:pt x="33704" y="4757"/>
                  </a:lnTo>
                  <a:lnTo>
                    <a:pt x="33704" y="54543"/>
                  </a:lnTo>
                  <a:cubicBezTo>
                    <a:pt x="33704" y="55798"/>
                    <a:pt x="33704" y="58141"/>
                    <a:pt x="36110" y="58141"/>
                  </a:cubicBezTo>
                  <a:cubicBezTo>
                    <a:pt x="38517" y="58141"/>
                    <a:pt x="38517" y="55882"/>
                    <a:pt x="38517" y="54543"/>
                  </a:cubicBezTo>
                  <a:lnTo>
                    <a:pt x="38517" y="475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5" name="Freeform: Shape 2094">
              <a:extLst>
                <a:ext uri="{FF2B5EF4-FFF2-40B4-BE49-F238E27FC236}">
                  <a16:creationId xmlns:a16="http://schemas.microsoft.com/office/drawing/2014/main" id="{19385E6D-37C2-46F5-C405-2C40D34933A0}"/>
                </a:ext>
              </a:extLst>
            </p:cNvPr>
            <p:cNvSpPr/>
            <p:nvPr>
              <p:custDataLst>
                <p:tags r:id="rId29"/>
              </p:custDataLst>
            </p:nvPr>
          </p:nvSpPr>
          <p:spPr>
            <a:xfrm>
              <a:off x="11773242" y="5444876"/>
              <a:ext cx="73759" cy="52012"/>
            </a:xfrm>
            <a:custGeom>
              <a:avLst/>
              <a:gdLst>
                <a:gd name="connsiteX0" fmla="*/ 43594 w 73759"/>
                <a:gd name="connsiteY0" fmla="*/ 23737 h 52012"/>
                <a:gd name="connsiteX1" fmla="*/ 60198 w 73759"/>
                <a:gd name="connsiteY1" fmla="*/ 7454 h 52012"/>
                <a:gd name="connsiteX2" fmla="*/ 71389 w 73759"/>
                <a:gd name="connsiteY2" fmla="*/ 6634 h 52012"/>
                <a:gd name="connsiteX3" fmla="*/ 71389 w 73759"/>
                <a:gd name="connsiteY3" fmla="*/ 74 h 52012"/>
                <a:gd name="connsiteX4" fmla="*/ 59717 w 73759"/>
                <a:gd name="connsiteY4" fmla="*/ 542 h 52012"/>
                <a:gd name="connsiteX5" fmla="*/ 46361 w 73759"/>
                <a:gd name="connsiteY5" fmla="*/ 74 h 52012"/>
                <a:gd name="connsiteX6" fmla="*/ 46361 w 73759"/>
                <a:gd name="connsiteY6" fmla="*/ 6634 h 52012"/>
                <a:gd name="connsiteX7" fmla="*/ 49610 w 73759"/>
                <a:gd name="connsiteY7" fmla="*/ 7337 h 52012"/>
                <a:gd name="connsiteX8" fmla="*/ 38299 w 73759"/>
                <a:gd name="connsiteY8" fmla="*/ 18466 h 52012"/>
                <a:gd name="connsiteX9" fmla="*/ 26628 w 73759"/>
                <a:gd name="connsiteY9" fmla="*/ 6634 h 52012"/>
                <a:gd name="connsiteX10" fmla="*/ 29876 w 73759"/>
                <a:gd name="connsiteY10" fmla="*/ 6634 h 52012"/>
                <a:gd name="connsiteX11" fmla="*/ 29876 w 73759"/>
                <a:gd name="connsiteY11" fmla="*/ 74 h 52012"/>
                <a:gd name="connsiteX12" fmla="*/ 14595 w 73759"/>
                <a:gd name="connsiteY12" fmla="*/ 542 h 52012"/>
                <a:gd name="connsiteX13" fmla="*/ 998 w 73759"/>
                <a:gd name="connsiteY13" fmla="*/ 74 h 52012"/>
                <a:gd name="connsiteX14" fmla="*/ 998 w 73759"/>
                <a:gd name="connsiteY14" fmla="*/ 6634 h 52012"/>
                <a:gd name="connsiteX15" fmla="*/ 10023 w 73759"/>
                <a:gd name="connsiteY15" fmla="*/ 6634 h 52012"/>
                <a:gd name="connsiteX16" fmla="*/ 29756 w 73759"/>
                <a:gd name="connsiteY16" fmla="*/ 26666 h 52012"/>
                <a:gd name="connsiteX17" fmla="*/ 12429 w 73759"/>
                <a:gd name="connsiteY17" fmla="*/ 43652 h 52012"/>
                <a:gd name="connsiteX18" fmla="*/ 7015 w 73759"/>
                <a:gd name="connsiteY18" fmla="*/ 45409 h 52012"/>
                <a:gd name="connsiteX19" fmla="*/ 277 w 73759"/>
                <a:gd name="connsiteY19" fmla="*/ 45526 h 52012"/>
                <a:gd name="connsiteX20" fmla="*/ 277 w 73759"/>
                <a:gd name="connsiteY20" fmla="*/ 52086 h 52012"/>
                <a:gd name="connsiteX21" fmla="*/ 11948 w 73759"/>
                <a:gd name="connsiteY21" fmla="*/ 51618 h 52012"/>
                <a:gd name="connsiteX22" fmla="*/ 25304 w 73759"/>
                <a:gd name="connsiteY22" fmla="*/ 52086 h 52012"/>
                <a:gd name="connsiteX23" fmla="*/ 25304 w 73759"/>
                <a:gd name="connsiteY23" fmla="*/ 45526 h 52012"/>
                <a:gd name="connsiteX24" fmla="*/ 22055 w 73759"/>
                <a:gd name="connsiteY24" fmla="*/ 44706 h 52012"/>
                <a:gd name="connsiteX25" fmla="*/ 35050 w 73759"/>
                <a:gd name="connsiteY25" fmla="*/ 32054 h 52012"/>
                <a:gd name="connsiteX26" fmla="*/ 48407 w 73759"/>
                <a:gd name="connsiteY26" fmla="*/ 45526 h 52012"/>
                <a:gd name="connsiteX27" fmla="*/ 45278 w 73759"/>
                <a:gd name="connsiteY27" fmla="*/ 45526 h 52012"/>
                <a:gd name="connsiteX28" fmla="*/ 45278 w 73759"/>
                <a:gd name="connsiteY28" fmla="*/ 52086 h 52012"/>
                <a:gd name="connsiteX29" fmla="*/ 60559 w 73759"/>
                <a:gd name="connsiteY29" fmla="*/ 51618 h 52012"/>
                <a:gd name="connsiteX30" fmla="*/ 74036 w 73759"/>
                <a:gd name="connsiteY30" fmla="*/ 52086 h 52012"/>
                <a:gd name="connsiteX31" fmla="*/ 74036 w 73759"/>
                <a:gd name="connsiteY31" fmla="*/ 45526 h 52012"/>
                <a:gd name="connsiteX32" fmla="*/ 65132 w 73759"/>
                <a:gd name="connsiteY32" fmla="*/ 45526 h 52012"/>
                <a:gd name="connsiteX33" fmla="*/ 43594 w 73759"/>
                <a:gd name="connsiteY33" fmla="*/ 23737 h 5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3759" h="52012">
                  <a:moveTo>
                    <a:pt x="43594" y="23737"/>
                  </a:moveTo>
                  <a:lnTo>
                    <a:pt x="60198" y="7454"/>
                  </a:lnTo>
                  <a:cubicBezTo>
                    <a:pt x="63086" y="6634"/>
                    <a:pt x="66215" y="6634"/>
                    <a:pt x="71389" y="6634"/>
                  </a:cubicBezTo>
                  <a:lnTo>
                    <a:pt x="71389" y="74"/>
                  </a:lnTo>
                  <a:cubicBezTo>
                    <a:pt x="67538" y="425"/>
                    <a:pt x="63568" y="542"/>
                    <a:pt x="59717" y="542"/>
                  </a:cubicBezTo>
                  <a:cubicBezTo>
                    <a:pt x="55626" y="542"/>
                    <a:pt x="47324" y="191"/>
                    <a:pt x="46361" y="74"/>
                  </a:cubicBezTo>
                  <a:lnTo>
                    <a:pt x="46361" y="6634"/>
                  </a:lnTo>
                  <a:cubicBezTo>
                    <a:pt x="47925" y="6634"/>
                    <a:pt x="48768" y="6868"/>
                    <a:pt x="49610" y="7337"/>
                  </a:cubicBezTo>
                  <a:lnTo>
                    <a:pt x="38299" y="18466"/>
                  </a:lnTo>
                  <a:lnTo>
                    <a:pt x="26628" y="6634"/>
                  </a:lnTo>
                  <a:lnTo>
                    <a:pt x="29876" y="6634"/>
                  </a:lnTo>
                  <a:lnTo>
                    <a:pt x="29876" y="74"/>
                  </a:lnTo>
                  <a:cubicBezTo>
                    <a:pt x="29155" y="74"/>
                    <a:pt x="19649" y="542"/>
                    <a:pt x="14595" y="542"/>
                  </a:cubicBezTo>
                  <a:cubicBezTo>
                    <a:pt x="10023" y="542"/>
                    <a:pt x="5571" y="425"/>
                    <a:pt x="998" y="74"/>
                  </a:cubicBezTo>
                  <a:lnTo>
                    <a:pt x="998" y="6634"/>
                  </a:lnTo>
                  <a:lnTo>
                    <a:pt x="10023" y="6634"/>
                  </a:lnTo>
                  <a:lnTo>
                    <a:pt x="29756" y="26666"/>
                  </a:lnTo>
                  <a:lnTo>
                    <a:pt x="12429" y="43652"/>
                  </a:lnTo>
                  <a:cubicBezTo>
                    <a:pt x="10865" y="45057"/>
                    <a:pt x="10745" y="45175"/>
                    <a:pt x="7015" y="45409"/>
                  </a:cubicBezTo>
                  <a:cubicBezTo>
                    <a:pt x="5090" y="45526"/>
                    <a:pt x="878" y="45526"/>
                    <a:pt x="277" y="45526"/>
                  </a:cubicBezTo>
                  <a:lnTo>
                    <a:pt x="277" y="52086"/>
                  </a:lnTo>
                  <a:cubicBezTo>
                    <a:pt x="4127" y="51735"/>
                    <a:pt x="8098" y="51618"/>
                    <a:pt x="11948" y="51618"/>
                  </a:cubicBezTo>
                  <a:cubicBezTo>
                    <a:pt x="15197" y="51618"/>
                    <a:pt x="23740" y="51969"/>
                    <a:pt x="25304" y="52086"/>
                  </a:cubicBezTo>
                  <a:lnTo>
                    <a:pt x="25304" y="45526"/>
                  </a:lnTo>
                  <a:cubicBezTo>
                    <a:pt x="23379" y="45526"/>
                    <a:pt x="22898" y="45292"/>
                    <a:pt x="22055" y="44706"/>
                  </a:cubicBezTo>
                  <a:lnTo>
                    <a:pt x="35050" y="32054"/>
                  </a:lnTo>
                  <a:lnTo>
                    <a:pt x="48407" y="45526"/>
                  </a:lnTo>
                  <a:lnTo>
                    <a:pt x="45278" y="45526"/>
                  </a:lnTo>
                  <a:lnTo>
                    <a:pt x="45278" y="52086"/>
                  </a:lnTo>
                  <a:cubicBezTo>
                    <a:pt x="45398" y="52086"/>
                    <a:pt x="55024" y="51618"/>
                    <a:pt x="60559" y="51618"/>
                  </a:cubicBezTo>
                  <a:cubicBezTo>
                    <a:pt x="65011" y="51618"/>
                    <a:pt x="69584" y="51735"/>
                    <a:pt x="74036" y="52086"/>
                  </a:cubicBezTo>
                  <a:lnTo>
                    <a:pt x="74036" y="45526"/>
                  </a:lnTo>
                  <a:lnTo>
                    <a:pt x="65132" y="45526"/>
                  </a:lnTo>
                  <a:lnTo>
                    <a:pt x="43594" y="2373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2096" name="Freeform: Shape 2095">
              <a:extLst>
                <a:ext uri="{FF2B5EF4-FFF2-40B4-BE49-F238E27FC236}">
                  <a16:creationId xmlns:a16="http://schemas.microsoft.com/office/drawing/2014/main" id="{328068B1-13C7-1C86-1819-EECE6251B501}"/>
                </a:ext>
              </a:extLst>
            </p:cNvPr>
            <p:cNvSpPr/>
            <p:nvPr>
              <p:custDataLst>
                <p:tags r:id="rId30"/>
              </p:custDataLst>
            </p:nvPr>
          </p:nvSpPr>
          <p:spPr>
            <a:xfrm>
              <a:off x="11859724" y="5409030"/>
              <a:ext cx="31164" cy="117027"/>
            </a:xfrm>
            <a:custGeom>
              <a:avLst/>
              <a:gdLst>
                <a:gd name="connsiteX0" fmla="*/ 2567 w 31164"/>
                <a:gd name="connsiteY0" fmla="*/ 74 h 117027"/>
                <a:gd name="connsiteX1" fmla="*/ 281 w 31164"/>
                <a:gd name="connsiteY1" fmla="*/ 1480 h 117027"/>
                <a:gd name="connsiteX2" fmla="*/ 1364 w 31164"/>
                <a:gd name="connsiteY2" fmla="*/ 3237 h 117027"/>
                <a:gd name="connsiteX3" fmla="*/ 23263 w 31164"/>
                <a:gd name="connsiteY3" fmla="*/ 58529 h 117027"/>
                <a:gd name="connsiteX4" fmla="*/ 2447 w 31164"/>
                <a:gd name="connsiteY4" fmla="*/ 113001 h 117027"/>
                <a:gd name="connsiteX5" fmla="*/ 281 w 31164"/>
                <a:gd name="connsiteY5" fmla="*/ 115696 h 117027"/>
                <a:gd name="connsiteX6" fmla="*/ 1846 w 31164"/>
                <a:gd name="connsiteY6" fmla="*/ 117101 h 117027"/>
                <a:gd name="connsiteX7" fmla="*/ 22662 w 31164"/>
                <a:gd name="connsiteY7" fmla="*/ 94727 h 117027"/>
                <a:gd name="connsiteX8" fmla="*/ 31445 w 31164"/>
                <a:gd name="connsiteY8" fmla="*/ 58646 h 117027"/>
                <a:gd name="connsiteX9" fmla="*/ 2567 w 31164"/>
                <a:gd name="connsiteY9" fmla="*/ 74 h 11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164" h="117027">
                  <a:moveTo>
                    <a:pt x="2567" y="74"/>
                  </a:moveTo>
                  <a:cubicBezTo>
                    <a:pt x="1725" y="74"/>
                    <a:pt x="281" y="74"/>
                    <a:pt x="281" y="1480"/>
                  </a:cubicBezTo>
                  <a:cubicBezTo>
                    <a:pt x="281" y="2065"/>
                    <a:pt x="642" y="2417"/>
                    <a:pt x="1364" y="3237"/>
                  </a:cubicBezTo>
                  <a:cubicBezTo>
                    <a:pt x="11712" y="12491"/>
                    <a:pt x="23263" y="28306"/>
                    <a:pt x="23263" y="58529"/>
                  </a:cubicBezTo>
                  <a:cubicBezTo>
                    <a:pt x="23263" y="83012"/>
                    <a:pt x="15442" y="101521"/>
                    <a:pt x="2447" y="113001"/>
                  </a:cubicBezTo>
                  <a:cubicBezTo>
                    <a:pt x="402" y="114993"/>
                    <a:pt x="281" y="115110"/>
                    <a:pt x="281" y="115696"/>
                  </a:cubicBezTo>
                  <a:cubicBezTo>
                    <a:pt x="281" y="116281"/>
                    <a:pt x="642" y="117101"/>
                    <a:pt x="1846" y="117101"/>
                  </a:cubicBezTo>
                  <a:cubicBezTo>
                    <a:pt x="3289" y="117101"/>
                    <a:pt x="14720" y="109370"/>
                    <a:pt x="22662" y="94727"/>
                  </a:cubicBezTo>
                  <a:cubicBezTo>
                    <a:pt x="27956" y="85004"/>
                    <a:pt x="31445" y="72352"/>
                    <a:pt x="31445" y="58646"/>
                  </a:cubicBezTo>
                  <a:cubicBezTo>
                    <a:pt x="31445" y="42129"/>
                    <a:pt x="26392" y="16474"/>
                    <a:pt x="2567" y="74"/>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sp>
        <p:nvSpPr>
          <p:cNvPr id="2099" name="TextBox 2098">
            <a:extLst>
              <a:ext uri="{FF2B5EF4-FFF2-40B4-BE49-F238E27FC236}">
                <a16:creationId xmlns:a16="http://schemas.microsoft.com/office/drawing/2014/main" id="{1951087A-31B5-E229-4A2D-80154F04074C}"/>
              </a:ext>
            </a:extLst>
          </p:cNvPr>
          <p:cNvSpPr txBox="1"/>
          <p:nvPr/>
        </p:nvSpPr>
        <p:spPr>
          <a:xfrm>
            <a:off x="903686" y="2622297"/>
            <a:ext cx="3832216" cy="600164"/>
          </a:xfrm>
          <a:prstGeom prst="rect">
            <a:avLst/>
          </a:prstGeom>
          <a:noFill/>
        </p:spPr>
        <p:txBody>
          <a:bodyPr wrap="square">
            <a:spAutoFit/>
          </a:bodyPr>
          <a:lstStyle/>
          <a:p>
            <a:pPr>
              <a:spcBef>
                <a:spcPts val="600"/>
              </a:spcBef>
              <a:spcAft>
                <a:spcPts val="600"/>
              </a:spcAft>
            </a:pPr>
            <a:r>
              <a:rPr lang="en-US" sz="1100">
                <a:solidFill>
                  <a:prstClr val="black"/>
                </a:solidFill>
                <a:latin typeface="Aptos" panose="020B0004020202020204"/>
              </a:rPr>
              <a:t>To interpret the results, we may (and should) also apply the exponential function to the estimated parameters to obtain the odds ratios (ORs):</a:t>
            </a:r>
          </a:p>
        </p:txBody>
      </p:sp>
      <p:sp>
        <p:nvSpPr>
          <p:cNvPr id="7" name="TextBox 6">
            <a:extLst>
              <a:ext uri="{FF2B5EF4-FFF2-40B4-BE49-F238E27FC236}">
                <a16:creationId xmlns:a16="http://schemas.microsoft.com/office/drawing/2014/main" id="{B1052700-EC81-58DB-EC42-4C05993FD807}"/>
              </a:ext>
            </a:extLst>
          </p:cNvPr>
          <p:cNvSpPr txBox="1"/>
          <p:nvPr/>
        </p:nvSpPr>
        <p:spPr>
          <a:xfrm>
            <a:off x="6096000" y="3163275"/>
            <a:ext cx="2743200" cy="461665"/>
          </a:xfrm>
          <a:prstGeom prst="rect">
            <a:avLst/>
          </a:prstGeom>
          <a:noFill/>
        </p:spPr>
        <p:txBody>
          <a:bodyPr wrap="square">
            <a:spAutoFit/>
          </a:bodyPr>
          <a:lstStyle/>
          <a:p>
            <a:r>
              <a:rPr lang="en-US" sz="1200" b="1" noProof="0"/>
              <a:t>Forest Plot of the Estimated Parameters in the Ordinal Model</a:t>
            </a:r>
            <a:endParaRPr lang="en-GB" sz="1200" b="1" noProof="0"/>
          </a:p>
        </p:txBody>
      </p:sp>
      <p:pic>
        <p:nvPicPr>
          <p:cNvPr id="11" name="Picture 10">
            <a:extLst>
              <a:ext uri="{FF2B5EF4-FFF2-40B4-BE49-F238E27FC236}">
                <a16:creationId xmlns:a16="http://schemas.microsoft.com/office/drawing/2014/main" id="{AFF87700-DAE3-6626-1AA1-178F552675E4}"/>
              </a:ext>
            </a:extLst>
          </p:cNvPr>
          <p:cNvPicPr>
            <a:picLocks noChangeAspect="1"/>
          </p:cNvPicPr>
          <p:nvPr/>
        </p:nvPicPr>
        <p:blipFill>
          <a:blip r:embed="rId146">
            <a:clrChange>
              <a:clrFrom>
                <a:srgbClr val="FFFFFF"/>
              </a:clrFrom>
              <a:clrTo>
                <a:srgbClr val="FFFFFF">
                  <a:alpha val="0"/>
                </a:srgbClr>
              </a:clrTo>
            </a:clrChange>
          </a:blip>
          <a:srcRect t="6521"/>
          <a:stretch>
            <a:fillRect/>
          </a:stretch>
        </p:blipFill>
        <p:spPr>
          <a:xfrm>
            <a:off x="6175599" y="3714846"/>
            <a:ext cx="5127580" cy="2493649"/>
          </a:xfrm>
          <a:prstGeom prst="rect">
            <a:avLst/>
          </a:prstGeom>
        </p:spPr>
      </p:pic>
    </p:spTree>
    <p:extLst>
      <p:ext uri="{BB962C8B-B14F-4D97-AF65-F5344CB8AC3E}">
        <p14:creationId xmlns:p14="http://schemas.microsoft.com/office/powerpoint/2010/main" val="338873761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B385C4-017C-41EC-681C-479AC7D1C928}"/>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84564CB5-4D46-AB91-C405-C244A707BEF2}"/>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DD2141F-040D-57E0-8876-49AC986DA77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7EE86B4C-6A51-9693-D88B-E4D1555AA794}"/>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BC15DC22-1C2C-51AD-7567-5AFC56CACA20}"/>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pic>
        <p:nvPicPr>
          <p:cNvPr id="2554" name="Picture 2553" descr="\documentclass{article}&#10;\usepackage{amsmath}&#10;\usepackage{amsfonts}&#10;\pagestyle{empty}&#10;\begin{document}&#10;&#10;\begin{table}[ht]&#10;\centering&#10;\begin{tabular}{llrrrr}&#10;\hline&#10;\textbf{Model} &amp; \textbf{Variable} &amp; \textbf{OR} &amp; \textbf{Lower limit} &amp; \textbf{Upper limit} &amp; \textbf{p-value} \\&#10;\hline&#10;$y &gt; 1$ &amp; Intercept &amp; 0.138 &amp; 0.028 &amp; 0.676 &amp; 0.0146 \\&#10;$y &gt; 1$ &amp; pared     &amp; 2.89  &amp; 1.61  &amp; 5.17  &amp; $&lt; 0.001^{***}$ \\&#10;$y &gt; 1$ &amp; public    &amp; 0.818 &amp; 0.450 &amp; 1.490 &amp; 0.5113 \\&#10;$y &gt; 1$ &amp; gpa       &amp; 1.73  &amp; 1.01  &amp; 2.95  &amp; 0.0442$^{*}$ \\&#10;\hline&#10;$y &gt; 2$ &amp; Intercept &amp; 0.0086 &amp; 0.0006 &amp; 0.134 &amp; $&lt; 0.001^{***}$ \\&#10;$y &gt; 2$ &amp; pared     &amp; 2.50   &amp; 1.18   &amp; 5.29  &amp; 0.0167$^{*}$ \\&#10;$y &gt; 2$ &amp; public    &amp; 1.71   &amp; 0.749  &amp; 3.89  &amp; 0.2034 \\&#10;$y &gt; 2$ &amp; gpa       &amp; 2.09   &amp; 0.853  &amp; 5.11  &amp; 0.1071 \\&#10;\hline&#10;\multicolumn{6}{l}{\scriptsize \textbf{Significance codes:} \quad $^{***} p &lt; 0.001$ \quad $^{**} p &lt; 0.01$ \quad $^{*} p &lt; 0.05$} \\&#10;\multicolumn{6}{l}{\scriptsize \textbf{Note:} Each logit model is estimated on a different dichotomisation of the ordinal variable \texttt{apply}.} \\&#10;\multicolumn{6}{l}{\scriptsize \textbf{Model $y &gt; 1$:} compares ``somewhat likely'' and ``very likely'' against ``not likely''.} \\&#10;\multicolumn{6}{l}{\scriptsize \textbf{Model $y &gt; 2$:} compares ``very likely'' against ``somewhat likely'' and ``not likely''.} \\&#10;\hline&#10;\end{tabular}&#10;\end{table}&#10;&#10;\end{document}" title="IguanaTex Picture Display">
            <a:extLst>
              <a:ext uri="{FF2B5EF4-FFF2-40B4-BE49-F238E27FC236}">
                <a16:creationId xmlns:a16="http://schemas.microsoft.com/office/drawing/2014/main" id="{B33A20B2-B1DB-3C5F-D621-31E56C8478CF}"/>
              </a:ext>
            </a:extLst>
          </p:cNvPr>
          <p:cNvPicPr>
            <a:picLocks noChangeAspect="1"/>
          </p:cNvPicPr>
          <p:nvPr>
            <p:custDataLst>
              <p:tags r:id="rId1"/>
            </p:custDataLst>
          </p:nvPr>
        </p:nvPicPr>
        <p:blipFill>
          <a:blip r:embed="rId145">
            <a:extLst>
              <a:ext uri="{28A0092B-C50C-407E-A947-70E740481C1C}">
                <a14:useLocalDpi xmlns:a14="http://schemas.microsoft.com/office/drawing/2010/main" val="0"/>
              </a:ext>
            </a:extLst>
          </a:blip>
          <a:stretch>
            <a:fillRect/>
          </a:stretch>
        </p:blipFill>
        <p:spPr>
          <a:xfrm>
            <a:off x="896087" y="4167833"/>
            <a:ext cx="4061718" cy="1822494"/>
          </a:xfrm>
          <a:prstGeom prst="rect">
            <a:avLst/>
          </a:prstGeom>
        </p:spPr>
      </p:pic>
      <p:sp>
        <p:nvSpPr>
          <p:cNvPr id="9" name="TextBox 8">
            <a:extLst>
              <a:ext uri="{FF2B5EF4-FFF2-40B4-BE49-F238E27FC236}">
                <a16:creationId xmlns:a16="http://schemas.microsoft.com/office/drawing/2014/main" id="{BEE922D4-50E4-7018-1B31-E6E47E7FA852}"/>
              </a:ext>
            </a:extLst>
          </p:cNvPr>
          <p:cNvSpPr txBox="1"/>
          <p:nvPr/>
        </p:nvSpPr>
        <p:spPr>
          <a:xfrm>
            <a:off x="896087" y="3758273"/>
            <a:ext cx="3391242"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black"/>
                </a:solidFill>
                <a:effectLst/>
                <a:uLnTx/>
                <a:uFillTx/>
                <a:latin typeface="Aptos" panose="020B0004020202020204"/>
                <a:ea typeface="+mn-ea"/>
                <a:cs typeface="+mn-cs"/>
              </a:rPr>
              <a:t>Auxiliary logit models</a:t>
            </a:r>
          </a:p>
        </p:txBody>
      </p:sp>
      <p:sp>
        <p:nvSpPr>
          <p:cNvPr id="16" name="TextBox 15">
            <a:extLst>
              <a:ext uri="{FF2B5EF4-FFF2-40B4-BE49-F238E27FC236}">
                <a16:creationId xmlns:a16="http://schemas.microsoft.com/office/drawing/2014/main" id="{1F242DB3-0F54-5125-A67F-DBA0FA0F3187}"/>
              </a:ext>
            </a:extLst>
          </p:cNvPr>
          <p:cNvSpPr txBox="1"/>
          <p:nvPr/>
        </p:nvSpPr>
        <p:spPr>
          <a:xfrm>
            <a:off x="896087" y="969309"/>
            <a:ext cx="4887203"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black"/>
                </a:solidFill>
                <a:effectLst/>
                <a:uLnTx/>
                <a:uFillTx/>
                <a:latin typeface="Aptos" panose="020B0004020202020204"/>
                <a:ea typeface="+mn-ea"/>
                <a:cs typeface="+mn-cs"/>
              </a:rPr>
              <a:t>Proportional Odds assumption</a:t>
            </a:r>
          </a:p>
        </p:txBody>
      </p:sp>
      <p:sp>
        <p:nvSpPr>
          <p:cNvPr id="8" name="TextBox 7">
            <a:extLst>
              <a:ext uri="{FF2B5EF4-FFF2-40B4-BE49-F238E27FC236}">
                <a16:creationId xmlns:a16="http://schemas.microsoft.com/office/drawing/2014/main" id="{DC22F75C-89C8-0505-5E01-40AA4A73F593}"/>
              </a:ext>
            </a:extLst>
          </p:cNvPr>
          <p:cNvSpPr txBox="1"/>
          <p:nvPr/>
        </p:nvSpPr>
        <p:spPr>
          <a:xfrm>
            <a:off x="921434" y="1328710"/>
            <a:ext cx="4717363" cy="938719"/>
          </a:xfrm>
          <a:prstGeom prst="rect">
            <a:avLst/>
          </a:prstGeom>
          <a:noFill/>
        </p:spPr>
        <p:txBody>
          <a:bodyPr wrap="square">
            <a:spAutoFit/>
          </a:bodyPr>
          <a:lstStyle/>
          <a:p>
            <a:pPr>
              <a:defRPr/>
            </a:pPr>
            <a:r>
              <a:rPr lang="en-US" sz="1100"/>
              <a:t>To verify whether the effect of any predictor variable (X) on the cumulative odds of obtaining a higher response (Y &gt; j) is the same across all threshold points (μ₁, μ₂, </a:t>
            </a:r>
            <a:r>
              <a:rPr lang="en-US" sz="1100" b="1">
                <a:highlight>
                  <a:srgbClr val="FFC000"/>
                </a:highlight>
              </a:rPr>
              <a:t>…), we estimate auxiliary binary logit models based on </a:t>
            </a:r>
            <a:r>
              <a:rPr lang="en-US" sz="1100" b="1" err="1">
                <a:highlight>
                  <a:srgbClr val="FFC000"/>
                </a:highlight>
              </a:rPr>
              <a:t>dichotomisations</a:t>
            </a:r>
            <a:r>
              <a:rPr lang="en-US" sz="1100" b="1">
                <a:highlight>
                  <a:srgbClr val="FFC000"/>
                </a:highlight>
              </a:rPr>
              <a:t> of the ordinal dependent variable:</a:t>
            </a:r>
            <a:br>
              <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br>
            <a:endParaRPr kumimoji="0" lang="en-GB"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endParaRPr>
          </a:p>
        </p:txBody>
      </p:sp>
      <p:grpSp>
        <p:nvGrpSpPr>
          <p:cNvPr id="1113" name="Group 1112" descr="\documentclass{article}&#10;\usepackage{amsmath}&#10;\pagestyle{empty}&#10;\begin{document}&#10;&#10;&#10;\[&#10; \frac{p}{1 - p} = e^{(\boldsymbol{\beta}^\top \mathbf{x})}&#10;\]&#10;&#10;\end{document}" title="IguanaTex Shape Display">
            <a:extLst>
              <a:ext uri="{FF2B5EF4-FFF2-40B4-BE49-F238E27FC236}">
                <a16:creationId xmlns:a16="http://schemas.microsoft.com/office/drawing/2014/main" id="{78B1EE2D-5FD1-8480-EDB8-0F3D79BF8844}"/>
              </a:ext>
            </a:extLst>
          </p:cNvPr>
          <p:cNvGrpSpPr>
            <a:grpSpLocks noChangeAspect="1"/>
          </p:cNvGrpSpPr>
          <p:nvPr>
            <p:custDataLst>
              <p:tags r:id="rId2"/>
            </p:custDataLst>
          </p:nvPr>
        </p:nvGrpSpPr>
        <p:grpSpPr>
          <a:xfrm>
            <a:off x="1634033" y="2444715"/>
            <a:ext cx="1134909" cy="352553"/>
            <a:chOff x="7201181" y="3945174"/>
            <a:chExt cx="1134909" cy="352553"/>
          </a:xfrm>
        </p:grpSpPr>
        <p:sp>
          <p:nvSpPr>
            <p:cNvPr id="1100" name="Freeform: Shape 1099">
              <a:extLst>
                <a:ext uri="{FF2B5EF4-FFF2-40B4-BE49-F238E27FC236}">
                  <a16:creationId xmlns:a16="http://schemas.microsoft.com/office/drawing/2014/main" id="{1530877E-8631-C9A6-8FDC-0CA7BBCC4807}"/>
                </a:ext>
              </a:extLst>
            </p:cNvPr>
            <p:cNvSpPr/>
            <p:nvPr>
              <p:custDataLst>
                <p:tags r:id="rId131"/>
              </p:custDataLst>
            </p:nvPr>
          </p:nvSpPr>
          <p:spPr>
            <a:xfrm>
              <a:off x="7350610" y="3945174"/>
              <a:ext cx="94079" cy="112198"/>
            </a:xfrm>
            <a:custGeom>
              <a:avLst/>
              <a:gdLst>
                <a:gd name="connsiteX0" fmla="*/ 14088 w 94079"/>
                <a:gd name="connsiteY0" fmla="*/ 99565 h 112198"/>
                <a:gd name="connsiteX1" fmla="*/ 4356 w 94079"/>
                <a:gd name="connsiteY1" fmla="*/ 106798 h 112198"/>
                <a:gd name="connsiteX2" fmla="*/ 211 w 94079"/>
                <a:gd name="connsiteY2" fmla="*/ 110149 h 112198"/>
                <a:gd name="connsiteX3" fmla="*/ 2554 w 94079"/>
                <a:gd name="connsiteY3" fmla="*/ 112266 h 112198"/>
                <a:gd name="connsiteX4" fmla="*/ 17693 w 94079"/>
                <a:gd name="connsiteY4" fmla="*/ 111737 h 112198"/>
                <a:gd name="connsiteX5" fmla="*/ 35536 w 94079"/>
                <a:gd name="connsiteY5" fmla="*/ 112266 h 112198"/>
                <a:gd name="connsiteX6" fmla="*/ 38780 w 94079"/>
                <a:gd name="connsiteY6" fmla="*/ 108738 h 112198"/>
                <a:gd name="connsiteX7" fmla="*/ 34454 w 94079"/>
                <a:gd name="connsiteY7" fmla="*/ 106798 h 112198"/>
                <a:gd name="connsiteX8" fmla="*/ 25443 w 94079"/>
                <a:gd name="connsiteY8" fmla="*/ 103975 h 112198"/>
                <a:gd name="connsiteX9" fmla="*/ 34274 w 94079"/>
                <a:gd name="connsiteY9" fmla="*/ 68692 h 112198"/>
                <a:gd name="connsiteX10" fmla="*/ 50855 w 94079"/>
                <a:gd name="connsiteY10" fmla="*/ 79983 h 112198"/>
                <a:gd name="connsiteX11" fmla="*/ 94290 w 94079"/>
                <a:gd name="connsiteY11" fmla="*/ 28294 h 112198"/>
                <a:gd name="connsiteX12" fmla="*/ 70320 w 94079"/>
                <a:gd name="connsiteY12" fmla="*/ 68 h 112198"/>
                <a:gd name="connsiteX13" fmla="*/ 46710 w 94079"/>
                <a:gd name="connsiteY13" fmla="*/ 13299 h 112198"/>
                <a:gd name="connsiteX14" fmla="*/ 30489 w 94079"/>
                <a:gd name="connsiteY14" fmla="*/ 68 h 112198"/>
                <a:gd name="connsiteX15" fmla="*/ 17152 w 94079"/>
                <a:gd name="connsiteY15" fmla="*/ 10124 h 112198"/>
                <a:gd name="connsiteX16" fmla="*/ 11565 w 94079"/>
                <a:gd name="connsiteY16" fmla="*/ 27236 h 112198"/>
                <a:gd name="connsiteX17" fmla="*/ 13728 w 94079"/>
                <a:gd name="connsiteY17" fmla="*/ 29000 h 112198"/>
                <a:gd name="connsiteX18" fmla="*/ 16792 w 94079"/>
                <a:gd name="connsiteY18" fmla="*/ 24942 h 112198"/>
                <a:gd name="connsiteX19" fmla="*/ 29949 w 94079"/>
                <a:gd name="connsiteY19" fmla="*/ 3949 h 112198"/>
                <a:gd name="connsiteX20" fmla="*/ 35536 w 94079"/>
                <a:gd name="connsiteY20" fmla="*/ 12064 h 112198"/>
                <a:gd name="connsiteX21" fmla="*/ 34274 w 94079"/>
                <a:gd name="connsiteY21" fmla="*/ 21061 h 112198"/>
                <a:gd name="connsiteX22" fmla="*/ 14088 w 94079"/>
                <a:gd name="connsiteY22" fmla="*/ 99565 h 112198"/>
                <a:gd name="connsiteX23" fmla="*/ 45809 w 94079"/>
                <a:gd name="connsiteY23" fmla="*/ 23002 h 112198"/>
                <a:gd name="connsiteX24" fmla="*/ 55181 w 94079"/>
                <a:gd name="connsiteY24" fmla="*/ 10653 h 112198"/>
                <a:gd name="connsiteX25" fmla="*/ 69779 w 94079"/>
                <a:gd name="connsiteY25" fmla="*/ 3949 h 112198"/>
                <a:gd name="connsiteX26" fmla="*/ 81314 w 94079"/>
                <a:gd name="connsiteY26" fmla="*/ 20532 h 112198"/>
                <a:gd name="connsiteX27" fmla="*/ 72122 w 94079"/>
                <a:gd name="connsiteY27" fmla="*/ 57931 h 112198"/>
                <a:gd name="connsiteX28" fmla="*/ 50675 w 94079"/>
                <a:gd name="connsiteY28" fmla="*/ 76102 h 112198"/>
                <a:gd name="connsiteX29" fmla="*/ 36437 w 94079"/>
                <a:gd name="connsiteY29" fmla="*/ 60401 h 112198"/>
                <a:gd name="connsiteX30" fmla="*/ 36978 w 94079"/>
                <a:gd name="connsiteY30" fmla="*/ 57578 h 112198"/>
                <a:gd name="connsiteX31" fmla="*/ 45809 w 94079"/>
                <a:gd name="connsiteY31" fmla="*/ 23002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079" h="112198">
                  <a:moveTo>
                    <a:pt x="14088" y="99565"/>
                  </a:moveTo>
                  <a:cubicBezTo>
                    <a:pt x="12647" y="105563"/>
                    <a:pt x="12286" y="106798"/>
                    <a:pt x="4356" y="106798"/>
                  </a:cubicBezTo>
                  <a:cubicBezTo>
                    <a:pt x="2193" y="106798"/>
                    <a:pt x="211" y="106798"/>
                    <a:pt x="211" y="110149"/>
                  </a:cubicBezTo>
                  <a:cubicBezTo>
                    <a:pt x="211" y="111561"/>
                    <a:pt x="1112" y="112266"/>
                    <a:pt x="2554" y="112266"/>
                  </a:cubicBezTo>
                  <a:cubicBezTo>
                    <a:pt x="7420" y="112266"/>
                    <a:pt x="12647" y="111737"/>
                    <a:pt x="17693" y="111737"/>
                  </a:cubicBezTo>
                  <a:cubicBezTo>
                    <a:pt x="23641" y="111737"/>
                    <a:pt x="29768" y="112266"/>
                    <a:pt x="35536" y="112266"/>
                  </a:cubicBezTo>
                  <a:cubicBezTo>
                    <a:pt x="36437" y="112266"/>
                    <a:pt x="38780" y="112266"/>
                    <a:pt x="38780" y="108738"/>
                  </a:cubicBezTo>
                  <a:cubicBezTo>
                    <a:pt x="38780" y="106798"/>
                    <a:pt x="36978" y="106798"/>
                    <a:pt x="34454" y="106798"/>
                  </a:cubicBezTo>
                  <a:cubicBezTo>
                    <a:pt x="25443" y="106798"/>
                    <a:pt x="25443" y="105563"/>
                    <a:pt x="25443" y="103975"/>
                  </a:cubicBezTo>
                  <a:cubicBezTo>
                    <a:pt x="25443" y="101858"/>
                    <a:pt x="33012" y="73103"/>
                    <a:pt x="34274" y="68692"/>
                  </a:cubicBezTo>
                  <a:cubicBezTo>
                    <a:pt x="36617" y="73808"/>
                    <a:pt x="41663" y="79983"/>
                    <a:pt x="50855" y="79983"/>
                  </a:cubicBezTo>
                  <a:cubicBezTo>
                    <a:pt x="71762" y="79983"/>
                    <a:pt x="94290" y="54227"/>
                    <a:pt x="94290" y="28294"/>
                  </a:cubicBezTo>
                  <a:cubicBezTo>
                    <a:pt x="94290" y="11711"/>
                    <a:pt x="84017" y="68"/>
                    <a:pt x="70320" y="68"/>
                  </a:cubicBezTo>
                  <a:cubicBezTo>
                    <a:pt x="61308" y="68"/>
                    <a:pt x="52657" y="6419"/>
                    <a:pt x="46710" y="13299"/>
                  </a:cubicBezTo>
                  <a:cubicBezTo>
                    <a:pt x="44908" y="3773"/>
                    <a:pt x="37158" y="68"/>
                    <a:pt x="30489" y="68"/>
                  </a:cubicBezTo>
                  <a:cubicBezTo>
                    <a:pt x="22199" y="68"/>
                    <a:pt x="18774" y="6948"/>
                    <a:pt x="17152" y="10124"/>
                  </a:cubicBezTo>
                  <a:cubicBezTo>
                    <a:pt x="13908" y="16122"/>
                    <a:pt x="11565" y="26706"/>
                    <a:pt x="11565" y="27236"/>
                  </a:cubicBezTo>
                  <a:cubicBezTo>
                    <a:pt x="11565" y="29000"/>
                    <a:pt x="13367" y="29000"/>
                    <a:pt x="13728" y="29000"/>
                  </a:cubicBezTo>
                  <a:cubicBezTo>
                    <a:pt x="15530" y="29000"/>
                    <a:pt x="15710" y="28823"/>
                    <a:pt x="16792" y="24942"/>
                  </a:cubicBezTo>
                  <a:cubicBezTo>
                    <a:pt x="19856" y="12417"/>
                    <a:pt x="23460" y="3949"/>
                    <a:pt x="29949" y="3949"/>
                  </a:cubicBezTo>
                  <a:cubicBezTo>
                    <a:pt x="33012" y="3949"/>
                    <a:pt x="35536" y="5360"/>
                    <a:pt x="35536" y="12064"/>
                  </a:cubicBezTo>
                  <a:cubicBezTo>
                    <a:pt x="35536" y="16122"/>
                    <a:pt x="34995" y="18062"/>
                    <a:pt x="34274" y="21061"/>
                  </a:cubicBezTo>
                  <a:lnTo>
                    <a:pt x="14088" y="99565"/>
                  </a:lnTo>
                  <a:close/>
                  <a:moveTo>
                    <a:pt x="45809" y="23002"/>
                  </a:moveTo>
                  <a:cubicBezTo>
                    <a:pt x="47070" y="18238"/>
                    <a:pt x="51937" y="13299"/>
                    <a:pt x="55181" y="10653"/>
                  </a:cubicBezTo>
                  <a:cubicBezTo>
                    <a:pt x="61489" y="5184"/>
                    <a:pt x="66715" y="3949"/>
                    <a:pt x="69779" y="3949"/>
                  </a:cubicBezTo>
                  <a:cubicBezTo>
                    <a:pt x="76988" y="3949"/>
                    <a:pt x="81314" y="10124"/>
                    <a:pt x="81314" y="20532"/>
                  </a:cubicBezTo>
                  <a:cubicBezTo>
                    <a:pt x="81314" y="30940"/>
                    <a:pt x="75366" y="51228"/>
                    <a:pt x="72122" y="57931"/>
                  </a:cubicBezTo>
                  <a:cubicBezTo>
                    <a:pt x="65994" y="70280"/>
                    <a:pt x="57343" y="76102"/>
                    <a:pt x="50675" y="76102"/>
                  </a:cubicBezTo>
                  <a:cubicBezTo>
                    <a:pt x="38780" y="76102"/>
                    <a:pt x="36437" y="61460"/>
                    <a:pt x="36437" y="60401"/>
                  </a:cubicBezTo>
                  <a:cubicBezTo>
                    <a:pt x="36437" y="60048"/>
                    <a:pt x="36437" y="59695"/>
                    <a:pt x="36978" y="57578"/>
                  </a:cubicBezTo>
                  <a:lnTo>
                    <a:pt x="45809" y="230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1" name="Freeform: Shape 1100">
              <a:extLst>
                <a:ext uri="{FF2B5EF4-FFF2-40B4-BE49-F238E27FC236}">
                  <a16:creationId xmlns:a16="http://schemas.microsoft.com/office/drawing/2014/main" id="{A629250D-0FD6-8DF0-0C6F-1DB4827C6712}"/>
                </a:ext>
              </a:extLst>
            </p:cNvPr>
            <p:cNvSpPr/>
            <p:nvPr>
              <p:custDataLst>
                <p:tags r:id="rId132"/>
              </p:custDataLst>
            </p:nvPr>
          </p:nvSpPr>
          <p:spPr>
            <a:xfrm>
              <a:off x="7201181" y="4094862"/>
              <a:ext cx="401071" cy="7056"/>
            </a:xfrm>
            <a:custGeom>
              <a:avLst/>
              <a:gdLst>
                <a:gd name="connsiteX0" fmla="*/ 0 w 401071"/>
                <a:gd name="connsiteY0" fmla="*/ 0 h 7056"/>
                <a:gd name="connsiteX1" fmla="*/ 401071 w 401071"/>
                <a:gd name="connsiteY1" fmla="*/ 0 h 7056"/>
                <a:gd name="connsiteX2" fmla="*/ 401071 w 401071"/>
                <a:gd name="connsiteY2" fmla="*/ 7056 h 7056"/>
                <a:gd name="connsiteX3" fmla="*/ 0 w 401071"/>
                <a:gd name="connsiteY3" fmla="*/ 7056 h 7056"/>
              </a:gdLst>
              <a:ahLst/>
              <a:cxnLst>
                <a:cxn ang="0">
                  <a:pos x="connsiteX0" y="connsiteY0"/>
                </a:cxn>
                <a:cxn ang="0">
                  <a:pos x="connsiteX1" y="connsiteY1"/>
                </a:cxn>
                <a:cxn ang="0">
                  <a:pos x="connsiteX2" y="connsiteY2"/>
                </a:cxn>
                <a:cxn ang="0">
                  <a:pos x="connsiteX3" y="connsiteY3"/>
                </a:cxn>
              </a:cxnLst>
              <a:rect l="l" t="t" r="r" b="b"/>
              <a:pathLst>
                <a:path w="401071" h="7056">
                  <a:moveTo>
                    <a:pt x="0" y="0"/>
                  </a:moveTo>
                  <a:lnTo>
                    <a:pt x="401071" y="0"/>
                  </a:lnTo>
                  <a:lnTo>
                    <a:pt x="401071" y="7056"/>
                  </a:lnTo>
                  <a:lnTo>
                    <a:pt x="0" y="70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2" name="Freeform: Shape 1101">
              <a:extLst>
                <a:ext uri="{FF2B5EF4-FFF2-40B4-BE49-F238E27FC236}">
                  <a16:creationId xmlns:a16="http://schemas.microsoft.com/office/drawing/2014/main" id="{BE284C7F-2FEA-E64E-CA9C-FECA20DC6EB4}"/>
                </a:ext>
              </a:extLst>
            </p:cNvPr>
            <p:cNvSpPr/>
            <p:nvPr>
              <p:custDataLst>
                <p:tags r:id="rId133"/>
              </p:custDataLst>
            </p:nvPr>
          </p:nvSpPr>
          <p:spPr>
            <a:xfrm>
              <a:off x="7217221" y="4146012"/>
              <a:ext cx="59475" cy="117490"/>
            </a:xfrm>
            <a:custGeom>
              <a:avLst/>
              <a:gdLst>
                <a:gd name="connsiteX0" fmla="*/ 37149 w 59475"/>
                <a:gd name="connsiteY0" fmla="*/ 4668 h 117490"/>
                <a:gd name="connsiteX1" fmla="*/ 33004 w 59475"/>
                <a:gd name="connsiteY1" fmla="*/ 82 h 117490"/>
                <a:gd name="connsiteX2" fmla="*/ 202 w 59475"/>
                <a:gd name="connsiteY2" fmla="*/ 11372 h 117490"/>
                <a:gd name="connsiteX3" fmla="*/ 202 w 59475"/>
                <a:gd name="connsiteY3" fmla="*/ 16841 h 117490"/>
                <a:gd name="connsiteX4" fmla="*/ 23812 w 59475"/>
                <a:gd name="connsiteY4" fmla="*/ 12254 h 117490"/>
                <a:gd name="connsiteX5" fmla="*/ 23812 w 59475"/>
                <a:gd name="connsiteY5" fmla="*/ 103636 h 117490"/>
                <a:gd name="connsiteX6" fmla="*/ 7051 w 59475"/>
                <a:gd name="connsiteY6" fmla="*/ 112103 h 117490"/>
                <a:gd name="connsiteX7" fmla="*/ 1284 w 59475"/>
                <a:gd name="connsiteY7" fmla="*/ 112103 h 117490"/>
                <a:gd name="connsiteX8" fmla="*/ 1284 w 59475"/>
                <a:gd name="connsiteY8" fmla="*/ 117572 h 117490"/>
                <a:gd name="connsiteX9" fmla="*/ 30481 w 59475"/>
                <a:gd name="connsiteY9" fmla="*/ 117043 h 117490"/>
                <a:gd name="connsiteX10" fmla="*/ 59678 w 59475"/>
                <a:gd name="connsiteY10" fmla="*/ 117572 h 117490"/>
                <a:gd name="connsiteX11" fmla="*/ 59678 w 59475"/>
                <a:gd name="connsiteY11" fmla="*/ 112103 h 117490"/>
                <a:gd name="connsiteX12" fmla="*/ 53910 w 59475"/>
                <a:gd name="connsiteY12" fmla="*/ 112103 h 117490"/>
                <a:gd name="connsiteX13" fmla="*/ 37149 w 59475"/>
                <a:gd name="connsiteY13" fmla="*/ 103636 h 117490"/>
                <a:gd name="connsiteX14" fmla="*/ 37149 w 59475"/>
                <a:gd name="connsiteY14" fmla="*/ 4668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475" h="117490">
                  <a:moveTo>
                    <a:pt x="37149" y="4668"/>
                  </a:moveTo>
                  <a:cubicBezTo>
                    <a:pt x="37149" y="434"/>
                    <a:pt x="37149" y="82"/>
                    <a:pt x="33004" y="82"/>
                  </a:cubicBezTo>
                  <a:cubicBezTo>
                    <a:pt x="21830" y="11372"/>
                    <a:pt x="5970" y="11372"/>
                    <a:pt x="202" y="11372"/>
                  </a:cubicBezTo>
                  <a:lnTo>
                    <a:pt x="202" y="16841"/>
                  </a:lnTo>
                  <a:cubicBezTo>
                    <a:pt x="3807" y="16841"/>
                    <a:pt x="14440" y="16841"/>
                    <a:pt x="23812" y="12254"/>
                  </a:cubicBezTo>
                  <a:lnTo>
                    <a:pt x="23812" y="103636"/>
                  </a:lnTo>
                  <a:cubicBezTo>
                    <a:pt x="23812" y="109987"/>
                    <a:pt x="23272" y="112103"/>
                    <a:pt x="7051" y="112103"/>
                  </a:cubicBezTo>
                  <a:lnTo>
                    <a:pt x="1284" y="112103"/>
                  </a:lnTo>
                  <a:lnTo>
                    <a:pt x="1284" y="117572"/>
                  </a:lnTo>
                  <a:cubicBezTo>
                    <a:pt x="7592" y="117043"/>
                    <a:pt x="23272" y="117043"/>
                    <a:pt x="30481" y="117043"/>
                  </a:cubicBezTo>
                  <a:cubicBezTo>
                    <a:pt x="37690" y="117043"/>
                    <a:pt x="53370" y="117043"/>
                    <a:pt x="59678" y="117572"/>
                  </a:cubicBezTo>
                  <a:lnTo>
                    <a:pt x="59678" y="112103"/>
                  </a:lnTo>
                  <a:lnTo>
                    <a:pt x="53910" y="112103"/>
                  </a:lnTo>
                  <a:cubicBezTo>
                    <a:pt x="37690" y="112103"/>
                    <a:pt x="37149" y="110163"/>
                    <a:pt x="37149" y="103636"/>
                  </a:cubicBezTo>
                  <a:lnTo>
                    <a:pt x="37149" y="466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3" name="Freeform: Shape 1102">
              <a:extLst>
                <a:ext uri="{FF2B5EF4-FFF2-40B4-BE49-F238E27FC236}">
                  <a16:creationId xmlns:a16="http://schemas.microsoft.com/office/drawing/2014/main" id="{E892FF1D-416A-FAB8-1CBE-F84196177D5B}"/>
                </a:ext>
              </a:extLst>
            </p:cNvPr>
            <p:cNvSpPr/>
            <p:nvPr>
              <p:custDataLst>
                <p:tags r:id="rId134"/>
              </p:custDataLst>
            </p:nvPr>
          </p:nvSpPr>
          <p:spPr>
            <a:xfrm>
              <a:off x="7346305" y="4215872"/>
              <a:ext cx="110120" cy="7056"/>
            </a:xfrm>
            <a:custGeom>
              <a:avLst/>
              <a:gdLst>
                <a:gd name="connsiteX0" fmla="*/ 104021 w 110120"/>
                <a:gd name="connsiteY0" fmla="*/ 7138 h 7056"/>
                <a:gd name="connsiteX1" fmla="*/ 110329 w 110120"/>
                <a:gd name="connsiteY1" fmla="*/ 3610 h 7056"/>
                <a:gd name="connsiteX2" fmla="*/ 104021 w 110120"/>
                <a:gd name="connsiteY2" fmla="*/ 82 h 7056"/>
                <a:gd name="connsiteX3" fmla="*/ 6517 w 110120"/>
                <a:gd name="connsiteY3" fmla="*/ 82 h 7056"/>
                <a:gd name="connsiteX4" fmla="*/ 209 w 110120"/>
                <a:gd name="connsiteY4" fmla="*/ 3610 h 7056"/>
                <a:gd name="connsiteX5" fmla="*/ 6517 w 110120"/>
                <a:gd name="connsiteY5" fmla="*/ 7138 h 7056"/>
                <a:gd name="connsiteX6" fmla="*/ 104021 w 110120"/>
                <a:gd name="connsiteY6" fmla="*/ 7138 h 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120" h="7056">
                  <a:moveTo>
                    <a:pt x="104021" y="7138"/>
                  </a:moveTo>
                  <a:cubicBezTo>
                    <a:pt x="107085" y="7138"/>
                    <a:pt x="110329" y="7138"/>
                    <a:pt x="110329" y="3610"/>
                  </a:cubicBezTo>
                  <a:cubicBezTo>
                    <a:pt x="110329" y="82"/>
                    <a:pt x="107085" y="82"/>
                    <a:pt x="104021" y="82"/>
                  </a:cubicBezTo>
                  <a:lnTo>
                    <a:pt x="6517" y="82"/>
                  </a:lnTo>
                  <a:cubicBezTo>
                    <a:pt x="3454" y="82"/>
                    <a:pt x="209" y="82"/>
                    <a:pt x="209" y="3610"/>
                  </a:cubicBezTo>
                  <a:cubicBezTo>
                    <a:pt x="209" y="7138"/>
                    <a:pt x="3454" y="7138"/>
                    <a:pt x="6517" y="7138"/>
                  </a:cubicBezTo>
                  <a:lnTo>
                    <a:pt x="104021" y="71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4" name="Freeform: Shape 1103">
              <a:extLst>
                <a:ext uri="{FF2B5EF4-FFF2-40B4-BE49-F238E27FC236}">
                  <a16:creationId xmlns:a16="http://schemas.microsoft.com/office/drawing/2014/main" id="{B6FBF9B3-669D-45D1-40AF-0C73E113FE61}"/>
                </a:ext>
              </a:extLst>
            </p:cNvPr>
            <p:cNvSpPr/>
            <p:nvPr>
              <p:custDataLst>
                <p:tags r:id="rId135"/>
              </p:custDataLst>
            </p:nvPr>
          </p:nvSpPr>
          <p:spPr>
            <a:xfrm>
              <a:off x="7505807" y="4185529"/>
              <a:ext cx="94079" cy="112198"/>
            </a:xfrm>
            <a:custGeom>
              <a:avLst/>
              <a:gdLst>
                <a:gd name="connsiteX0" fmla="*/ 14097 w 94079"/>
                <a:gd name="connsiteY0" fmla="*/ 99578 h 112198"/>
                <a:gd name="connsiteX1" fmla="*/ 4365 w 94079"/>
                <a:gd name="connsiteY1" fmla="*/ 106811 h 112198"/>
                <a:gd name="connsiteX2" fmla="*/ 219 w 94079"/>
                <a:gd name="connsiteY2" fmla="*/ 110163 h 112198"/>
                <a:gd name="connsiteX3" fmla="*/ 2562 w 94079"/>
                <a:gd name="connsiteY3" fmla="*/ 112280 h 112198"/>
                <a:gd name="connsiteX4" fmla="*/ 17702 w 94079"/>
                <a:gd name="connsiteY4" fmla="*/ 111751 h 112198"/>
                <a:gd name="connsiteX5" fmla="*/ 35544 w 94079"/>
                <a:gd name="connsiteY5" fmla="*/ 112280 h 112198"/>
                <a:gd name="connsiteX6" fmla="*/ 38788 w 94079"/>
                <a:gd name="connsiteY6" fmla="*/ 108752 h 112198"/>
                <a:gd name="connsiteX7" fmla="*/ 34463 w 94079"/>
                <a:gd name="connsiteY7" fmla="*/ 106811 h 112198"/>
                <a:gd name="connsiteX8" fmla="*/ 25451 w 94079"/>
                <a:gd name="connsiteY8" fmla="*/ 103988 h 112198"/>
                <a:gd name="connsiteX9" fmla="*/ 34283 w 94079"/>
                <a:gd name="connsiteY9" fmla="*/ 68706 h 112198"/>
                <a:gd name="connsiteX10" fmla="*/ 50864 w 94079"/>
                <a:gd name="connsiteY10" fmla="*/ 79996 h 112198"/>
                <a:gd name="connsiteX11" fmla="*/ 94299 w 94079"/>
                <a:gd name="connsiteY11" fmla="*/ 28308 h 112198"/>
                <a:gd name="connsiteX12" fmla="*/ 70328 w 94079"/>
                <a:gd name="connsiteY12" fmla="*/ 82 h 112198"/>
                <a:gd name="connsiteX13" fmla="*/ 46718 w 94079"/>
                <a:gd name="connsiteY13" fmla="*/ 13312 h 112198"/>
                <a:gd name="connsiteX14" fmla="*/ 30498 w 94079"/>
                <a:gd name="connsiteY14" fmla="*/ 82 h 112198"/>
                <a:gd name="connsiteX15" fmla="*/ 17161 w 94079"/>
                <a:gd name="connsiteY15" fmla="*/ 10137 h 112198"/>
                <a:gd name="connsiteX16" fmla="*/ 11574 w 94079"/>
                <a:gd name="connsiteY16" fmla="*/ 27249 h 112198"/>
                <a:gd name="connsiteX17" fmla="*/ 13737 w 94079"/>
                <a:gd name="connsiteY17" fmla="*/ 29013 h 112198"/>
                <a:gd name="connsiteX18" fmla="*/ 16800 w 94079"/>
                <a:gd name="connsiteY18" fmla="*/ 24956 h 112198"/>
                <a:gd name="connsiteX19" fmla="*/ 29957 w 94079"/>
                <a:gd name="connsiteY19" fmla="*/ 3963 h 112198"/>
                <a:gd name="connsiteX20" fmla="*/ 35544 w 94079"/>
                <a:gd name="connsiteY20" fmla="*/ 12078 h 112198"/>
                <a:gd name="connsiteX21" fmla="*/ 34283 w 94079"/>
                <a:gd name="connsiteY21" fmla="*/ 21075 h 112198"/>
                <a:gd name="connsiteX22" fmla="*/ 14097 w 94079"/>
                <a:gd name="connsiteY22" fmla="*/ 99578 h 112198"/>
                <a:gd name="connsiteX23" fmla="*/ 45817 w 94079"/>
                <a:gd name="connsiteY23" fmla="*/ 23015 h 112198"/>
                <a:gd name="connsiteX24" fmla="*/ 55189 w 94079"/>
                <a:gd name="connsiteY24" fmla="*/ 10666 h 112198"/>
                <a:gd name="connsiteX25" fmla="*/ 69788 w 94079"/>
                <a:gd name="connsiteY25" fmla="*/ 3963 h 112198"/>
                <a:gd name="connsiteX26" fmla="*/ 81322 w 94079"/>
                <a:gd name="connsiteY26" fmla="*/ 20545 h 112198"/>
                <a:gd name="connsiteX27" fmla="*/ 72131 w 94079"/>
                <a:gd name="connsiteY27" fmla="*/ 57945 h 112198"/>
                <a:gd name="connsiteX28" fmla="*/ 50684 w 94079"/>
                <a:gd name="connsiteY28" fmla="*/ 76115 h 112198"/>
                <a:gd name="connsiteX29" fmla="*/ 36445 w 94079"/>
                <a:gd name="connsiteY29" fmla="*/ 60415 h 112198"/>
                <a:gd name="connsiteX30" fmla="*/ 36986 w 94079"/>
                <a:gd name="connsiteY30" fmla="*/ 57592 h 112198"/>
                <a:gd name="connsiteX31" fmla="*/ 45817 w 94079"/>
                <a:gd name="connsiteY31" fmla="*/ 23015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079" h="112198">
                  <a:moveTo>
                    <a:pt x="14097" y="99578"/>
                  </a:moveTo>
                  <a:cubicBezTo>
                    <a:pt x="12655" y="105576"/>
                    <a:pt x="12295" y="106811"/>
                    <a:pt x="4365" y="106811"/>
                  </a:cubicBezTo>
                  <a:cubicBezTo>
                    <a:pt x="2202" y="106811"/>
                    <a:pt x="219" y="106811"/>
                    <a:pt x="219" y="110163"/>
                  </a:cubicBezTo>
                  <a:cubicBezTo>
                    <a:pt x="219" y="111574"/>
                    <a:pt x="1120" y="112280"/>
                    <a:pt x="2562" y="112280"/>
                  </a:cubicBezTo>
                  <a:cubicBezTo>
                    <a:pt x="7429" y="112280"/>
                    <a:pt x="12655" y="111751"/>
                    <a:pt x="17702" y="111751"/>
                  </a:cubicBezTo>
                  <a:cubicBezTo>
                    <a:pt x="23649" y="111751"/>
                    <a:pt x="29777" y="112280"/>
                    <a:pt x="35544" y="112280"/>
                  </a:cubicBezTo>
                  <a:cubicBezTo>
                    <a:pt x="36445" y="112280"/>
                    <a:pt x="38788" y="112280"/>
                    <a:pt x="38788" y="108752"/>
                  </a:cubicBezTo>
                  <a:cubicBezTo>
                    <a:pt x="38788" y="106811"/>
                    <a:pt x="36986" y="106811"/>
                    <a:pt x="34463" y="106811"/>
                  </a:cubicBezTo>
                  <a:cubicBezTo>
                    <a:pt x="25451" y="106811"/>
                    <a:pt x="25451" y="105576"/>
                    <a:pt x="25451" y="103988"/>
                  </a:cubicBezTo>
                  <a:cubicBezTo>
                    <a:pt x="25451" y="101872"/>
                    <a:pt x="33021" y="73116"/>
                    <a:pt x="34283" y="68706"/>
                  </a:cubicBezTo>
                  <a:cubicBezTo>
                    <a:pt x="36626" y="73822"/>
                    <a:pt x="41672" y="79996"/>
                    <a:pt x="50864" y="79996"/>
                  </a:cubicBezTo>
                  <a:cubicBezTo>
                    <a:pt x="71770" y="79996"/>
                    <a:pt x="94299" y="54240"/>
                    <a:pt x="94299" y="28308"/>
                  </a:cubicBezTo>
                  <a:cubicBezTo>
                    <a:pt x="94299" y="11725"/>
                    <a:pt x="84026" y="82"/>
                    <a:pt x="70328" y="82"/>
                  </a:cubicBezTo>
                  <a:cubicBezTo>
                    <a:pt x="61317" y="82"/>
                    <a:pt x="52666" y="6432"/>
                    <a:pt x="46718" y="13312"/>
                  </a:cubicBezTo>
                  <a:cubicBezTo>
                    <a:pt x="44916" y="3786"/>
                    <a:pt x="37166" y="82"/>
                    <a:pt x="30498" y="82"/>
                  </a:cubicBezTo>
                  <a:cubicBezTo>
                    <a:pt x="22207" y="82"/>
                    <a:pt x="18783" y="6962"/>
                    <a:pt x="17161" y="10137"/>
                  </a:cubicBezTo>
                  <a:cubicBezTo>
                    <a:pt x="13917" y="16135"/>
                    <a:pt x="11574" y="26720"/>
                    <a:pt x="11574" y="27249"/>
                  </a:cubicBezTo>
                  <a:cubicBezTo>
                    <a:pt x="11574" y="29013"/>
                    <a:pt x="13376" y="29013"/>
                    <a:pt x="13737" y="29013"/>
                  </a:cubicBezTo>
                  <a:cubicBezTo>
                    <a:pt x="15539" y="29013"/>
                    <a:pt x="15719" y="28837"/>
                    <a:pt x="16800" y="24956"/>
                  </a:cubicBezTo>
                  <a:cubicBezTo>
                    <a:pt x="19864" y="12430"/>
                    <a:pt x="23469" y="3963"/>
                    <a:pt x="29957" y="3963"/>
                  </a:cubicBezTo>
                  <a:cubicBezTo>
                    <a:pt x="33021" y="3963"/>
                    <a:pt x="35544" y="5374"/>
                    <a:pt x="35544" y="12078"/>
                  </a:cubicBezTo>
                  <a:cubicBezTo>
                    <a:pt x="35544" y="16135"/>
                    <a:pt x="35004" y="18076"/>
                    <a:pt x="34283" y="21075"/>
                  </a:cubicBezTo>
                  <a:lnTo>
                    <a:pt x="14097" y="99578"/>
                  </a:lnTo>
                  <a:close/>
                  <a:moveTo>
                    <a:pt x="45817" y="23015"/>
                  </a:moveTo>
                  <a:cubicBezTo>
                    <a:pt x="47079" y="18252"/>
                    <a:pt x="51945" y="13312"/>
                    <a:pt x="55189" y="10666"/>
                  </a:cubicBezTo>
                  <a:cubicBezTo>
                    <a:pt x="61497" y="5198"/>
                    <a:pt x="66724" y="3963"/>
                    <a:pt x="69788" y="3963"/>
                  </a:cubicBezTo>
                  <a:cubicBezTo>
                    <a:pt x="76997" y="3963"/>
                    <a:pt x="81322" y="10137"/>
                    <a:pt x="81322" y="20545"/>
                  </a:cubicBezTo>
                  <a:cubicBezTo>
                    <a:pt x="81322" y="30954"/>
                    <a:pt x="75375" y="51241"/>
                    <a:pt x="72131" y="57945"/>
                  </a:cubicBezTo>
                  <a:cubicBezTo>
                    <a:pt x="66003" y="70294"/>
                    <a:pt x="57352" y="76115"/>
                    <a:pt x="50684" y="76115"/>
                  </a:cubicBezTo>
                  <a:cubicBezTo>
                    <a:pt x="38788" y="76115"/>
                    <a:pt x="36445" y="61473"/>
                    <a:pt x="36445" y="60415"/>
                  </a:cubicBezTo>
                  <a:cubicBezTo>
                    <a:pt x="36445" y="60062"/>
                    <a:pt x="36445" y="59709"/>
                    <a:pt x="36986" y="57592"/>
                  </a:cubicBezTo>
                  <a:lnTo>
                    <a:pt x="45817" y="23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5" name="Freeform: Shape 1104">
              <a:extLst>
                <a:ext uri="{FF2B5EF4-FFF2-40B4-BE49-F238E27FC236}">
                  <a16:creationId xmlns:a16="http://schemas.microsoft.com/office/drawing/2014/main" id="{61FC4B5E-C260-12BE-9C25-CD79861F79BE}"/>
                </a:ext>
              </a:extLst>
            </p:cNvPr>
            <p:cNvSpPr/>
            <p:nvPr>
              <p:custDataLst>
                <p:tags r:id="rId136"/>
              </p:custDataLst>
            </p:nvPr>
          </p:nvSpPr>
          <p:spPr>
            <a:xfrm>
              <a:off x="7684035" y="4077750"/>
              <a:ext cx="119852" cy="41280"/>
            </a:xfrm>
            <a:custGeom>
              <a:avLst/>
              <a:gdLst>
                <a:gd name="connsiteX0" fmla="*/ 113953 w 119852"/>
                <a:gd name="connsiteY0" fmla="*/ 7131 h 41280"/>
                <a:gd name="connsiteX1" fmla="*/ 120081 w 119852"/>
                <a:gd name="connsiteY1" fmla="*/ 3603 h 41280"/>
                <a:gd name="connsiteX2" fmla="*/ 114133 w 119852"/>
                <a:gd name="connsiteY2" fmla="*/ 75 h 41280"/>
                <a:gd name="connsiteX3" fmla="*/ 6176 w 119852"/>
                <a:gd name="connsiteY3" fmla="*/ 75 h 41280"/>
                <a:gd name="connsiteX4" fmla="*/ 228 w 119852"/>
                <a:gd name="connsiteY4" fmla="*/ 3603 h 41280"/>
                <a:gd name="connsiteX5" fmla="*/ 6356 w 119852"/>
                <a:gd name="connsiteY5" fmla="*/ 7131 h 41280"/>
                <a:gd name="connsiteX6" fmla="*/ 113953 w 119852"/>
                <a:gd name="connsiteY6" fmla="*/ 7131 h 41280"/>
                <a:gd name="connsiteX7" fmla="*/ 114133 w 119852"/>
                <a:gd name="connsiteY7" fmla="*/ 41355 h 41280"/>
                <a:gd name="connsiteX8" fmla="*/ 120081 w 119852"/>
                <a:gd name="connsiteY8" fmla="*/ 37827 h 41280"/>
                <a:gd name="connsiteX9" fmla="*/ 113953 w 119852"/>
                <a:gd name="connsiteY9" fmla="*/ 34299 h 41280"/>
                <a:gd name="connsiteX10" fmla="*/ 6356 w 119852"/>
                <a:gd name="connsiteY10" fmla="*/ 34299 h 41280"/>
                <a:gd name="connsiteX11" fmla="*/ 228 w 119852"/>
                <a:gd name="connsiteY11" fmla="*/ 37827 h 41280"/>
                <a:gd name="connsiteX12" fmla="*/ 6176 w 119852"/>
                <a:gd name="connsiteY12" fmla="*/ 41355 h 41280"/>
                <a:gd name="connsiteX13" fmla="*/ 114133 w 119852"/>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852" h="41280">
                  <a:moveTo>
                    <a:pt x="113953" y="7131"/>
                  </a:moveTo>
                  <a:cubicBezTo>
                    <a:pt x="116656" y="7131"/>
                    <a:pt x="120081" y="7131"/>
                    <a:pt x="120081" y="3603"/>
                  </a:cubicBezTo>
                  <a:cubicBezTo>
                    <a:pt x="120081" y="75"/>
                    <a:pt x="116656" y="75"/>
                    <a:pt x="114133" y="75"/>
                  </a:cubicBezTo>
                  <a:lnTo>
                    <a:pt x="6176" y="75"/>
                  </a:lnTo>
                  <a:cubicBezTo>
                    <a:pt x="3653" y="75"/>
                    <a:pt x="228" y="75"/>
                    <a:pt x="228" y="3603"/>
                  </a:cubicBezTo>
                  <a:cubicBezTo>
                    <a:pt x="228" y="7131"/>
                    <a:pt x="3653" y="7131"/>
                    <a:pt x="6356" y="7131"/>
                  </a:cubicBezTo>
                  <a:lnTo>
                    <a:pt x="113953" y="7131"/>
                  </a:lnTo>
                  <a:close/>
                  <a:moveTo>
                    <a:pt x="114133" y="41355"/>
                  </a:moveTo>
                  <a:cubicBezTo>
                    <a:pt x="116656" y="41355"/>
                    <a:pt x="120081" y="41355"/>
                    <a:pt x="120081" y="37827"/>
                  </a:cubicBezTo>
                  <a:cubicBezTo>
                    <a:pt x="120081" y="34299"/>
                    <a:pt x="116656" y="34299"/>
                    <a:pt x="113953" y="34299"/>
                  </a:cubicBezTo>
                  <a:lnTo>
                    <a:pt x="6356" y="34299"/>
                  </a:lnTo>
                  <a:cubicBezTo>
                    <a:pt x="3653" y="34299"/>
                    <a:pt x="228" y="34299"/>
                    <a:pt x="228" y="37827"/>
                  </a:cubicBezTo>
                  <a:cubicBezTo>
                    <a:pt x="228" y="41355"/>
                    <a:pt x="3653" y="41355"/>
                    <a:pt x="6176" y="41355"/>
                  </a:cubicBezTo>
                  <a:lnTo>
                    <a:pt x="114133"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6" name="Freeform: Shape 1105">
              <a:extLst>
                <a:ext uri="{FF2B5EF4-FFF2-40B4-BE49-F238E27FC236}">
                  <a16:creationId xmlns:a16="http://schemas.microsoft.com/office/drawing/2014/main" id="{16B15B2B-AA6E-293D-B763-CB8A6D95D545}"/>
                </a:ext>
              </a:extLst>
            </p:cNvPr>
            <p:cNvSpPr/>
            <p:nvPr>
              <p:custDataLst>
                <p:tags r:id="rId137"/>
              </p:custDataLst>
            </p:nvPr>
          </p:nvSpPr>
          <p:spPr>
            <a:xfrm>
              <a:off x="7872474" y="4064519"/>
              <a:ext cx="69207" cy="79914"/>
            </a:xfrm>
            <a:custGeom>
              <a:avLst/>
              <a:gdLst>
                <a:gd name="connsiteX0" fmla="*/ 25651 w 69207"/>
                <a:gd name="connsiteY0" fmla="*/ 37298 h 79914"/>
                <a:gd name="connsiteX1" fmla="*/ 53226 w 69207"/>
                <a:gd name="connsiteY1" fmla="*/ 33240 h 79914"/>
                <a:gd name="connsiteX2" fmla="*/ 66743 w 69207"/>
                <a:gd name="connsiteY2" fmla="*/ 15070 h 79914"/>
                <a:gd name="connsiteX3" fmla="*/ 47459 w 69207"/>
                <a:gd name="connsiteY3" fmla="*/ 75 h 79914"/>
                <a:gd name="connsiteX4" fmla="*/ 239 w 69207"/>
                <a:gd name="connsiteY4" fmla="*/ 48059 h 79914"/>
                <a:gd name="connsiteX5" fmla="*/ 28535 w 69207"/>
                <a:gd name="connsiteY5" fmla="*/ 79990 h 79914"/>
                <a:gd name="connsiteX6" fmla="*/ 69447 w 69207"/>
                <a:gd name="connsiteY6" fmla="*/ 59173 h 79914"/>
                <a:gd name="connsiteX7" fmla="*/ 67284 w 69207"/>
                <a:gd name="connsiteY7" fmla="*/ 56880 h 79914"/>
                <a:gd name="connsiteX8" fmla="*/ 64941 w 69207"/>
                <a:gd name="connsiteY8" fmla="*/ 58644 h 79914"/>
                <a:gd name="connsiteX9" fmla="*/ 28895 w 69207"/>
                <a:gd name="connsiteY9" fmla="*/ 76108 h 79914"/>
                <a:gd name="connsiteX10" fmla="*/ 13215 w 69207"/>
                <a:gd name="connsiteY10" fmla="*/ 55645 h 79914"/>
                <a:gd name="connsiteX11" fmla="*/ 16099 w 69207"/>
                <a:gd name="connsiteY11" fmla="*/ 37298 h 79914"/>
                <a:gd name="connsiteX12" fmla="*/ 25651 w 69207"/>
                <a:gd name="connsiteY12" fmla="*/ 37298 h 79914"/>
                <a:gd name="connsiteX13" fmla="*/ 17180 w 69207"/>
                <a:gd name="connsiteY13" fmla="*/ 33417 h 79914"/>
                <a:gd name="connsiteX14" fmla="*/ 47459 w 69207"/>
                <a:gd name="connsiteY14" fmla="*/ 3956 h 79914"/>
                <a:gd name="connsiteX15" fmla="*/ 60796 w 69207"/>
                <a:gd name="connsiteY15" fmla="*/ 15070 h 79914"/>
                <a:gd name="connsiteX16" fmla="*/ 24570 w 69207"/>
                <a:gd name="connsiteY16" fmla="*/ 33417 h 79914"/>
                <a:gd name="connsiteX17" fmla="*/ 17180 w 69207"/>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07" h="79914">
                  <a:moveTo>
                    <a:pt x="25651" y="37298"/>
                  </a:moveTo>
                  <a:cubicBezTo>
                    <a:pt x="30878" y="37298"/>
                    <a:pt x="44215" y="36945"/>
                    <a:pt x="53226" y="33240"/>
                  </a:cubicBezTo>
                  <a:cubicBezTo>
                    <a:pt x="65842" y="27948"/>
                    <a:pt x="66743" y="17540"/>
                    <a:pt x="66743" y="15070"/>
                  </a:cubicBezTo>
                  <a:cubicBezTo>
                    <a:pt x="66743" y="7308"/>
                    <a:pt x="59895" y="75"/>
                    <a:pt x="47459" y="75"/>
                  </a:cubicBezTo>
                  <a:cubicBezTo>
                    <a:pt x="27453" y="75"/>
                    <a:pt x="239" y="17187"/>
                    <a:pt x="239" y="48059"/>
                  </a:cubicBezTo>
                  <a:cubicBezTo>
                    <a:pt x="239" y="66053"/>
                    <a:pt x="10872" y="79990"/>
                    <a:pt x="28535" y="79990"/>
                  </a:cubicBezTo>
                  <a:cubicBezTo>
                    <a:pt x="54308" y="79990"/>
                    <a:pt x="69447" y="61290"/>
                    <a:pt x="69447" y="59173"/>
                  </a:cubicBezTo>
                  <a:cubicBezTo>
                    <a:pt x="69447" y="58114"/>
                    <a:pt x="68365" y="56880"/>
                    <a:pt x="67284" y="56880"/>
                  </a:cubicBezTo>
                  <a:cubicBezTo>
                    <a:pt x="66383" y="56880"/>
                    <a:pt x="66022" y="57232"/>
                    <a:pt x="64941" y="58644"/>
                  </a:cubicBezTo>
                  <a:cubicBezTo>
                    <a:pt x="50703" y="76108"/>
                    <a:pt x="31058" y="76108"/>
                    <a:pt x="28895" y="76108"/>
                  </a:cubicBezTo>
                  <a:cubicBezTo>
                    <a:pt x="14837" y="76108"/>
                    <a:pt x="13215" y="61290"/>
                    <a:pt x="13215" y="55645"/>
                  </a:cubicBezTo>
                  <a:cubicBezTo>
                    <a:pt x="13215" y="53528"/>
                    <a:pt x="13396" y="48059"/>
                    <a:pt x="16099" y="37298"/>
                  </a:cubicBezTo>
                  <a:lnTo>
                    <a:pt x="25651" y="37298"/>
                  </a:lnTo>
                  <a:close/>
                  <a:moveTo>
                    <a:pt x="17180" y="33417"/>
                  </a:moveTo>
                  <a:cubicBezTo>
                    <a:pt x="24209" y="6602"/>
                    <a:pt x="42773" y="3956"/>
                    <a:pt x="47459" y="3956"/>
                  </a:cubicBezTo>
                  <a:cubicBezTo>
                    <a:pt x="55930" y="3956"/>
                    <a:pt x="60796" y="9072"/>
                    <a:pt x="60796" y="15070"/>
                  </a:cubicBezTo>
                  <a:cubicBezTo>
                    <a:pt x="60796" y="33417"/>
                    <a:pt x="31959" y="33417"/>
                    <a:pt x="24570" y="33417"/>
                  </a:cubicBezTo>
                  <a:lnTo>
                    <a:pt x="17180"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7" name="Freeform: Shape 1106">
              <a:extLst>
                <a:ext uri="{FF2B5EF4-FFF2-40B4-BE49-F238E27FC236}">
                  <a16:creationId xmlns:a16="http://schemas.microsoft.com/office/drawing/2014/main" id="{6484E8B5-DF4D-E16F-08C9-BA1C9D28286C}"/>
                </a:ext>
              </a:extLst>
            </p:cNvPr>
            <p:cNvSpPr/>
            <p:nvPr>
              <p:custDataLst>
                <p:tags r:id="rId138"/>
              </p:custDataLst>
            </p:nvPr>
          </p:nvSpPr>
          <p:spPr>
            <a:xfrm>
              <a:off x="7962611" y="3977037"/>
              <a:ext cx="32801" cy="123365"/>
            </a:xfrm>
            <a:custGeom>
              <a:avLst/>
              <a:gdLst>
                <a:gd name="connsiteX0" fmla="*/ 30522 w 32801"/>
                <a:gd name="connsiteY0" fmla="*/ 71 h 123365"/>
                <a:gd name="connsiteX1" fmla="*/ 243 w 32801"/>
                <a:gd name="connsiteY1" fmla="*/ 61691 h 123365"/>
                <a:gd name="connsiteX2" fmla="*/ 30522 w 32801"/>
                <a:gd name="connsiteY2" fmla="*/ 123436 h 123365"/>
                <a:gd name="connsiteX3" fmla="*/ 33045 w 32801"/>
                <a:gd name="connsiteY3" fmla="*/ 121954 h 123365"/>
                <a:gd name="connsiteX4" fmla="*/ 31784 w 32801"/>
                <a:gd name="connsiteY4" fmla="*/ 120102 h 123365"/>
                <a:gd name="connsiteX5" fmla="*/ 8822 w 32801"/>
                <a:gd name="connsiteY5" fmla="*/ 61815 h 123365"/>
                <a:gd name="connsiteX6" fmla="*/ 32162 w 32801"/>
                <a:gd name="connsiteY6" fmla="*/ 3034 h 123365"/>
                <a:gd name="connsiteX7" fmla="*/ 33045 w 32801"/>
                <a:gd name="connsiteY7" fmla="*/ 1552 h 123365"/>
                <a:gd name="connsiteX8" fmla="*/ 30522 w 3280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01" h="123365">
                  <a:moveTo>
                    <a:pt x="30522" y="71"/>
                  </a:moveTo>
                  <a:cubicBezTo>
                    <a:pt x="6551" y="16618"/>
                    <a:pt x="243" y="42798"/>
                    <a:pt x="243" y="61691"/>
                  </a:cubicBezTo>
                  <a:cubicBezTo>
                    <a:pt x="243" y="79103"/>
                    <a:pt x="5542" y="106147"/>
                    <a:pt x="30522" y="123436"/>
                  </a:cubicBezTo>
                  <a:cubicBezTo>
                    <a:pt x="31531" y="123436"/>
                    <a:pt x="33045" y="123436"/>
                    <a:pt x="33045" y="121954"/>
                  </a:cubicBezTo>
                  <a:cubicBezTo>
                    <a:pt x="33045" y="121213"/>
                    <a:pt x="32667" y="120966"/>
                    <a:pt x="31784" y="120102"/>
                  </a:cubicBezTo>
                  <a:cubicBezTo>
                    <a:pt x="15004" y="105283"/>
                    <a:pt x="8822" y="84290"/>
                    <a:pt x="8822" y="61815"/>
                  </a:cubicBezTo>
                  <a:cubicBezTo>
                    <a:pt x="8822" y="28473"/>
                    <a:pt x="21817" y="12172"/>
                    <a:pt x="32162" y="3034"/>
                  </a:cubicBezTo>
                  <a:cubicBezTo>
                    <a:pt x="32667" y="2540"/>
                    <a:pt x="33045" y="2170"/>
                    <a:pt x="33045" y="1552"/>
                  </a:cubicBezTo>
                  <a:cubicBezTo>
                    <a:pt x="33045" y="71"/>
                    <a:pt x="31531" y="71"/>
                    <a:pt x="30522"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08" name="Freeform: Shape 1107">
              <a:extLst>
                <a:ext uri="{FF2B5EF4-FFF2-40B4-BE49-F238E27FC236}">
                  <a16:creationId xmlns:a16="http://schemas.microsoft.com/office/drawing/2014/main" id="{72CF88C8-CD18-CC85-E6FC-F9C9ECBA675E}"/>
                </a:ext>
              </a:extLst>
            </p:cNvPr>
            <p:cNvSpPr/>
            <p:nvPr>
              <p:custDataLst>
                <p:tags r:id="rId139"/>
              </p:custDataLst>
            </p:nvPr>
          </p:nvSpPr>
          <p:spPr>
            <a:xfrm>
              <a:off x="8007074" y="3982965"/>
              <a:ext cx="88186" cy="110645"/>
            </a:xfrm>
            <a:custGeom>
              <a:avLst/>
              <a:gdLst>
                <a:gd name="connsiteX0" fmla="*/ 8447 w 88186"/>
                <a:gd name="connsiteY0" fmla="*/ 108000 h 110645"/>
                <a:gd name="connsiteX1" fmla="*/ 16143 w 88186"/>
                <a:gd name="connsiteY1" fmla="*/ 77498 h 110645"/>
                <a:gd name="connsiteX2" fmla="*/ 44781 w 88186"/>
                <a:gd name="connsiteY2" fmla="*/ 88365 h 110645"/>
                <a:gd name="connsiteX3" fmla="*/ 87423 w 88186"/>
                <a:gd name="connsiteY3" fmla="*/ 54035 h 110645"/>
                <a:gd name="connsiteX4" fmla="*/ 78845 w 88186"/>
                <a:gd name="connsiteY4" fmla="*/ 37241 h 110645"/>
                <a:gd name="connsiteX5" fmla="*/ 88433 w 88186"/>
                <a:gd name="connsiteY5" fmla="*/ 17606 h 110645"/>
                <a:gd name="connsiteX6" fmla="*/ 65976 w 88186"/>
                <a:gd name="connsiteY6" fmla="*/ 71 h 110645"/>
                <a:gd name="connsiteX7" fmla="*/ 19801 w 88186"/>
                <a:gd name="connsiteY7" fmla="*/ 31684 h 110645"/>
                <a:gd name="connsiteX8" fmla="*/ 751 w 88186"/>
                <a:gd name="connsiteY8" fmla="*/ 106394 h 110645"/>
                <a:gd name="connsiteX9" fmla="*/ 247 w 88186"/>
                <a:gd name="connsiteY9" fmla="*/ 108494 h 110645"/>
                <a:gd name="connsiteX10" fmla="*/ 4284 w 88186"/>
                <a:gd name="connsiteY10" fmla="*/ 110717 h 110645"/>
                <a:gd name="connsiteX11" fmla="*/ 8447 w 88186"/>
                <a:gd name="connsiteY11" fmla="*/ 108000 h 110645"/>
                <a:gd name="connsiteX12" fmla="*/ 47935 w 88186"/>
                <a:gd name="connsiteY12" fmla="*/ 38846 h 110645"/>
                <a:gd name="connsiteX13" fmla="*/ 56388 w 88186"/>
                <a:gd name="connsiteY13" fmla="*/ 37611 h 110645"/>
                <a:gd name="connsiteX14" fmla="*/ 62318 w 88186"/>
                <a:gd name="connsiteY14" fmla="*/ 38105 h 110645"/>
                <a:gd name="connsiteX15" fmla="*/ 54622 w 88186"/>
                <a:gd name="connsiteY15" fmla="*/ 39587 h 110645"/>
                <a:gd name="connsiteX16" fmla="*/ 47935 w 88186"/>
                <a:gd name="connsiteY16" fmla="*/ 38846 h 110645"/>
                <a:gd name="connsiteX17" fmla="*/ 68373 w 88186"/>
                <a:gd name="connsiteY17" fmla="*/ 32919 h 110645"/>
                <a:gd name="connsiteX18" fmla="*/ 56766 w 88186"/>
                <a:gd name="connsiteY18" fmla="*/ 31931 h 110645"/>
                <a:gd name="connsiteX19" fmla="*/ 39861 w 88186"/>
                <a:gd name="connsiteY19" fmla="*/ 39340 h 110645"/>
                <a:gd name="connsiteX20" fmla="*/ 54369 w 88186"/>
                <a:gd name="connsiteY20" fmla="*/ 45267 h 110645"/>
                <a:gd name="connsiteX21" fmla="*/ 69887 w 88186"/>
                <a:gd name="connsiteY21" fmla="*/ 42674 h 110645"/>
                <a:gd name="connsiteX22" fmla="*/ 71401 w 88186"/>
                <a:gd name="connsiteY22" fmla="*/ 49219 h 110645"/>
                <a:gd name="connsiteX23" fmla="*/ 63958 w 88186"/>
                <a:gd name="connsiteY23" fmla="*/ 73670 h 110645"/>
                <a:gd name="connsiteX24" fmla="*/ 44655 w 88186"/>
                <a:gd name="connsiteY24" fmla="*/ 82685 h 110645"/>
                <a:gd name="connsiteX25" fmla="*/ 19928 w 88186"/>
                <a:gd name="connsiteY25" fmla="*/ 65149 h 110645"/>
                <a:gd name="connsiteX26" fmla="*/ 22199 w 88186"/>
                <a:gd name="connsiteY26" fmla="*/ 54159 h 110645"/>
                <a:gd name="connsiteX27" fmla="*/ 27119 w 88186"/>
                <a:gd name="connsiteY27" fmla="*/ 34524 h 110645"/>
                <a:gd name="connsiteX28" fmla="*/ 40492 w 88186"/>
                <a:gd name="connsiteY28" fmla="*/ 14395 h 110645"/>
                <a:gd name="connsiteX29" fmla="*/ 65345 w 88186"/>
                <a:gd name="connsiteY29" fmla="*/ 5751 h 110645"/>
                <a:gd name="connsiteX30" fmla="*/ 73924 w 88186"/>
                <a:gd name="connsiteY30" fmla="*/ 13160 h 110645"/>
                <a:gd name="connsiteX31" fmla="*/ 68373 w 88186"/>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86" h="110645">
                  <a:moveTo>
                    <a:pt x="8447" y="108000"/>
                  </a:moveTo>
                  <a:lnTo>
                    <a:pt x="16143" y="77498"/>
                  </a:lnTo>
                  <a:cubicBezTo>
                    <a:pt x="18540" y="80585"/>
                    <a:pt x="26993" y="88365"/>
                    <a:pt x="44781" y="88365"/>
                  </a:cubicBezTo>
                  <a:cubicBezTo>
                    <a:pt x="73041" y="88365"/>
                    <a:pt x="87423" y="69595"/>
                    <a:pt x="87423" y="54035"/>
                  </a:cubicBezTo>
                  <a:cubicBezTo>
                    <a:pt x="87423" y="46873"/>
                    <a:pt x="84522" y="41192"/>
                    <a:pt x="78845" y="37241"/>
                  </a:cubicBezTo>
                  <a:cubicBezTo>
                    <a:pt x="84396" y="32795"/>
                    <a:pt x="88433" y="24892"/>
                    <a:pt x="88433" y="17606"/>
                  </a:cubicBezTo>
                  <a:cubicBezTo>
                    <a:pt x="88433" y="7603"/>
                    <a:pt x="81115" y="71"/>
                    <a:pt x="65976" y="71"/>
                  </a:cubicBezTo>
                  <a:cubicBezTo>
                    <a:pt x="47304" y="71"/>
                    <a:pt x="24848" y="11679"/>
                    <a:pt x="19801" y="31684"/>
                  </a:cubicBezTo>
                  <a:lnTo>
                    <a:pt x="751" y="106394"/>
                  </a:lnTo>
                  <a:cubicBezTo>
                    <a:pt x="247" y="108123"/>
                    <a:pt x="247" y="108370"/>
                    <a:pt x="247" y="108494"/>
                  </a:cubicBezTo>
                  <a:cubicBezTo>
                    <a:pt x="247" y="110717"/>
                    <a:pt x="2391" y="110717"/>
                    <a:pt x="4284" y="110717"/>
                  </a:cubicBezTo>
                  <a:cubicBezTo>
                    <a:pt x="6807" y="110717"/>
                    <a:pt x="7816" y="110717"/>
                    <a:pt x="8447" y="108000"/>
                  </a:cubicBezTo>
                  <a:close/>
                  <a:moveTo>
                    <a:pt x="47935" y="38846"/>
                  </a:moveTo>
                  <a:cubicBezTo>
                    <a:pt x="49575" y="38105"/>
                    <a:pt x="50711" y="37611"/>
                    <a:pt x="56388" y="37611"/>
                  </a:cubicBezTo>
                  <a:cubicBezTo>
                    <a:pt x="58407" y="37611"/>
                    <a:pt x="60047" y="37611"/>
                    <a:pt x="62318" y="38105"/>
                  </a:cubicBezTo>
                  <a:cubicBezTo>
                    <a:pt x="59542" y="39587"/>
                    <a:pt x="56893" y="39587"/>
                    <a:pt x="54622" y="39587"/>
                  </a:cubicBezTo>
                  <a:cubicBezTo>
                    <a:pt x="50837" y="39587"/>
                    <a:pt x="50458" y="39463"/>
                    <a:pt x="47935" y="38846"/>
                  </a:cubicBezTo>
                  <a:close/>
                  <a:moveTo>
                    <a:pt x="68373" y="32919"/>
                  </a:moveTo>
                  <a:cubicBezTo>
                    <a:pt x="63579" y="31931"/>
                    <a:pt x="59290" y="31931"/>
                    <a:pt x="56766" y="31931"/>
                  </a:cubicBezTo>
                  <a:cubicBezTo>
                    <a:pt x="51342" y="31931"/>
                    <a:pt x="39861" y="31931"/>
                    <a:pt x="39861" y="39340"/>
                  </a:cubicBezTo>
                  <a:cubicBezTo>
                    <a:pt x="39861" y="45144"/>
                    <a:pt x="48188" y="45267"/>
                    <a:pt x="54369" y="45267"/>
                  </a:cubicBezTo>
                  <a:cubicBezTo>
                    <a:pt x="58028" y="45267"/>
                    <a:pt x="63201" y="45267"/>
                    <a:pt x="69887" y="42674"/>
                  </a:cubicBezTo>
                  <a:cubicBezTo>
                    <a:pt x="71023" y="44403"/>
                    <a:pt x="71401" y="46996"/>
                    <a:pt x="71401" y="49219"/>
                  </a:cubicBezTo>
                  <a:cubicBezTo>
                    <a:pt x="71401" y="53541"/>
                    <a:pt x="68752" y="67125"/>
                    <a:pt x="63958" y="73670"/>
                  </a:cubicBezTo>
                  <a:cubicBezTo>
                    <a:pt x="59416" y="79721"/>
                    <a:pt x="52477" y="82685"/>
                    <a:pt x="44655" y="82685"/>
                  </a:cubicBezTo>
                  <a:cubicBezTo>
                    <a:pt x="33931" y="82685"/>
                    <a:pt x="19928" y="77868"/>
                    <a:pt x="19928" y="65149"/>
                  </a:cubicBezTo>
                  <a:cubicBezTo>
                    <a:pt x="19928" y="62803"/>
                    <a:pt x="21189" y="57740"/>
                    <a:pt x="22199" y="54159"/>
                  </a:cubicBezTo>
                  <a:cubicBezTo>
                    <a:pt x="22829" y="51442"/>
                    <a:pt x="26866" y="35635"/>
                    <a:pt x="27119" y="34524"/>
                  </a:cubicBezTo>
                  <a:cubicBezTo>
                    <a:pt x="28254" y="30202"/>
                    <a:pt x="30399" y="21805"/>
                    <a:pt x="40492" y="14395"/>
                  </a:cubicBezTo>
                  <a:cubicBezTo>
                    <a:pt x="50837" y="6739"/>
                    <a:pt x="60804" y="5751"/>
                    <a:pt x="65345" y="5751"/>
                  </a:cubicBezTo>
                  <a:cubicBezTo>
                    <a:pt x="73924" y="5751"/>
                    <a:pt x="73924" y="11185"/>
                    <a:pt x="73924" y="13160"/>
                  </a:cubicBezTo>
                  <a:cubicBezTo>
                    <a:pt x="73924" y="16124"/>
                    <a:pt x="71653" y="27362"/>
                    <a:pt x="68373"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10" name="Freeform: Shape 1109">
              <a:extLst>
                <a:ext uri="{FF2B5EF4-FFF2-40B4-BE49-F238E27FC236}">
                  <a16:creationId xmlns:a16="http://schemas.microsoft.com/office/drawing/2014/main" id="{D38D018C-6527-DCFC-B379-B23516E13888}"/>
                </a:ext>
              </a:extLst>
            </p:cNvPr>
            <p:cNvSpPr/>
            <p:nvPr>
              <p:custDataLst>
                <p:tags r:id="rId140"/>
              </p:custDataLst>
            </p:nvPr>
          </p:nvSpPr>
          <p:spPr>
            <a:xfrm>
              <a:off x="8112950" y="3955201"/>
              <a:ext cx="75155" cy="61215"/>
            </a:xfrm>
            <a:custGeom>
              <a:avLst/>
              <a:gdLst>
                <a:gd name="connsiteX0" fmla="*/ 40353 w 75155"/>
                <a:gd name="connsiteY0" fmla="*/ 5007 h 61215"/>
                <a:gd name="connsiteX1" fmla="*/ 71533 w 75155"/>
                <a:gd name="connsiteY1" fmla="*/ 5007 h 61215"/>
                <a:gd name="connsiteX2" fmla="*/ 75408 w 75155"/>
                <a:gd name="connsiteY2" fmla="*/ 2537 h 61215"/>
                <a:gd name="connsiteX3" fmla="*/ 71533 w 75155"/>
                <a:gd name="connsiteY3" fmla="*/ 68 h 61215"/>
                <a:gd name="connsiteX4" fmla="*/ 4127 w 75155"/>
                <a:gd name="connsiteY4" fmla="*/ 68 h 61215"/>
                <a:gd name="connsiteX5" fmla="*/ 252 w 75155"/>
                <a:gd name="connsiteY5" fmla="*/ 2537 h 61215"/>
                <a:gd name="connsiteX6" fmla="*/ 4127 w 75155"/>
                <a:gd name="connsiteY6" fmla="*/ 5007 h 61215"/>
                <a:gd name="connsiteX7" fmla="*/ 35307 w 75155"/>
                <a:gd name="connsiteY7" fmla="*/ 5007 h 61215"/>
                <a:gd name="connsiteX8" fmla="*/ 35307 w 75155"/>
                <a:gd name="connsiteY8" fmla="*/ 57490 h 61215"/>
                <a:gd name="connsiteX9" fmla="*/ 37830 w 75155"/>
                <a:gd name="connsiteY9" fmla="*/ 61283 h 61215"/>
                <a:gd name="connsiteX10" fmla="*/ 40353 w 75155"/>
                <a:gd name="connsiteY10" fmla="*/ 57490 h 61215"/>
                <a:gd name="connsiteX11" fmla="*/ 40353 w 75155"/>
                <a:gd name="connsiteY11" fmla="*/ 5007 h 61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55" h="61215">
                  <a:moveTo>
                    <a:pt x="40353" y="5007"/>
                  </a:moveTo>
                  <a:lnTo>
                    <a:pt x="71533" y="5007"/>
                  </a:lnTo>
                  <a:cubicBezTo>
                    <a:pt x="72974" y="5007"/>
                    <a:pt x="75408" y="5007"/>
                    <a:pt x="75408" y="2537"/>
                  </a:cubicBezTo>
                  <a:cubicBezTo>
                    <a:pt x="75408" y="68"/>
                    <a:pt x="72974" y="68"/>
                    <a:pt x="71533" y="68"/>
                  </a:cubicBezTo>
                  <a:lnTo>
                    <a:pt x="4127" y="68"/>
                  </a:lnTo>
                  <a:cubicBezTo>
                    <a:pt x="2775" y="68"/>
                    <a:pt x="252" y="68"/>
                    <a:pt x="252" y="2537"/>
                  </a:cubicBezTo>
                  <a:cubicBezTo>
                    <a:pt x="252" y="5007"/>
                    <a:pt x="2775" y="5007"/>
                    <a:pt x="4127" y="5007"/>
                  </a:cubicBezTo>
                  <a:lnTo>
                    <a:pt x="35307" y="5007"/>
                  </a:lnTo>
                  <a:lnTo>
                    <a:pt x="35307" y="57490"/>
                  </a:lnTo>
                  <a:cubicBezTo>
                    <a:pt x="35307" y="58813"/>
                    <a:pt x="35307" y="61283"/>
                    <a:pt x="37830" y="61283"/>
                  </a:cubicBezTo>
                  <a:cubicBezTo>
                    <a:pt x="40353" y="61283"/>
                    <a:pt x="40353" y="58901"/>
                    <a:pt x="40353" y="57490"/>
                  </a:cubicBezTo>
                  <a:lnTo>
                    <a:pt x="40353" y="50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11" name="Freeform: Shape 1110">
              <a:extLst>
                <a:ext uri="{FF2B5EF4-FFF2-40B4-BE49-F238E27FC236}">
                  <a16:creationId xmlns:a16="http://schemas.microsoft.com/office/drawing/2014/main" id="{8AA28CEA-005D-871E-06C4-77F6E4CB66AE}"/>
                </a:ext>
              </a:extLst>
            </p:cNvPr>
            <p:cNvSpPr/>
            <p:nvPr>
              <p:custDataLst>
                <p:tags r:id="rId141"/>
              </p:custDataLst>
            </p:nvPr>
          </p:nvSpPr>
          <p:spPr>
            <a:xfrm>
              <a:off x="8212738" y="4014825"/>
              <a:ext cx="77336" cy="54828"/>
            </a:xfrm>
            <a:custGeom>
              <a:avLst/>
              <a:gdLst>
                <a:gd name="connsiteX0" fmla="*/ 45676 w 77336"/>
                <a:gd name="connsiteY0" fmla="*/ 25015 h 54828"/>
                <a:gd name="connsiteX1" fmla="*/ 63086 w 77336"/>
                <a:gd name="connsiteY1" fmla="*/ 7850 h 54828"/>
                <a:gd name="connsiteX2" fmla="*/ 74819 w 77336"/>
                <a:gd name="connsiteY2" fmla="*/ 6986 h 54828"/>
                <a:gd name="connsiteX3" fmla="*/ 74819 w 77336"/>
                <a:gd name="connsiteY3" fmla="*/ 71 h 54828"/>
                <a:gd name="connsiteX4" fmla="*/ 62581 w 77336"/>
                <a:gd name="connsiteY4" fmla="*/ 565 h 54828"/>
                <a:gd name="connsiteX5" fmla="*/ 48577 w 77336"/>
                <a:gd name="connsiteY5" fmla="*/ 71 h 54828"/>
                <a:gd name="connsiteX6" fmla="*/ 48577 w 77336"/>
                <a:gd name="connsiteY6" fmla="*/ 6986 h 54828"/>
                <a:gd name="connsiteX7" fmla="*/ 51984 w 77336"/>
                <a:gd name="connsiteY7" fmla="*/ 7727 h 54828"/>
                <a:gd name="connsiteX8" fmla="*/ 40125 w 77336"/>
                <a:gd name="connsiteY8" fmla="*/ 19458 h 54828"/>
                <a:gd name="connsiteX9" fmla="*/ 27887 w 77336"/>
                <a:gd name="connsiteY9" fmla="*/ 6986 h 54828"/>
                <a:gd name="connsiteX10" fmla="*/ 31293 w 77336"/>
                <a:gd name="connsiteY10" fmla="*/ 6986 h 54828"/>
                <a:gd name="connsiteX11" fmla="*/ 31293 w 77336"/>
                <a:gd name="connsiteY11" fmla="*/ 71 h 54828"/>
                <a:gd name="connsiteX12" fmla="*/ 15271 w 77336"/>
                <a:gd name="connsiteY12" fmla="*/ 565 h 54828"/>
                <a:gd name="connsiteX13" fmla="*/ 1015 w 77336"/>
                <a:gd name="connsiteY13" fmla="*/ 71 h 54828"/>
                <a:gd name="connsiteX14" fmla="*/ 1015 w 77336"/>
                <a:gd name="connsiteY14" fmla="*/ 6986 h 54828"/>
                <a:gd name="connsiteX15" fmla="*/ 10477 w 77336"/>
                <a:gd name="connsiteY15" fmla="*/ 6986 h 54828"/>
                <a:gd name="connsiteX16" fmla="*/ 31167 w 77336"/>
                <a:gd name="connsiteY16" fmla="*/ 28103 h 54828"/>
                <a:gd name="connsiteX17" fmla="*/ 13000 w 77336"/>
                <a:gd name="connsiteY17" fmla="*/ 46008 h 54828"/>
                <a:gd name="connsiteX18" fmla="*/ 7323 w 77336"/>
                <a:gd name="connsiteY18" fmla="*/ 47861 h 54828"/>
                <a:gd name="connsiteX19" fmla="*/ 258 w 77336"/>
                <a:gd name="connsiteY19" fmla="*/ 47984 h 54828"/>
                <a:gd name="connsiteX20" fmla="*/ 258 w 77336"/>
                <a:gd name="connsiteY20" fmla="*/ 54900 h 54828"/>
                <a:gd name="connsiteX21" fmla="*/ 12495 w 77336"/>
                <a:gd name="connsiteY21" fmla="*/ 54406 h 54828"/>
                <a:gd name="connsiteX22" fmla="*/ 26499 w 77336"/>
                <a:gd name="connsiteY22" fmla="*/ 54900 h 54828"/>
                <a:gd name="connsiteX23" fmla="*/ 26499 w 77336"/>
                <a:gd name="connsiteY23" fmla="*/ 47984 h 54828"/>
                <a:gd name="connsiteX24" fmla="*/ 23093 w 77336"/>
                <a:gd name="connsiteY24" fmla="*/ 47120 h 54828"/>
                <a:gd name="connsiteX25" fmla="*/ 36718 w 77336"/>
                <a:gd name="connsiteY25" fmla="*/ 33783 h 54828"/>
                <a:gd name="connsiteX26" fmla="*/ 50722 w 77336"/>
                <a:gd name="connsiteY26" fmla="*/ 47984 h 54828"/>
                <a:gd name="connsiteX27" fmla="*/ 47442 w 77336"/>
                <a:gd name="connsiteY27" fmla="*/ 47984 h 54828"/>
                <a:gd name="connsiteX28" fmla="*/ 47442 w 77336"/>
                <a:gd name="connsiteY28" fmla="*/ 54900 h 54828"/>
                <a:gd name="connsiteX29" fmla="*/ 63464 w 77336"/>
                <a:gd name="connsiteY29" fmla="*/ 54406 h 54828"/>
                <a:gd name="connsiteX30" fmla="*/ 77594 w 77336"/>
                <a:gd name="connsiteY30" fmla="*/ 54900 h 54828"/>
                <a:gd name="connsiteX31" fmla="*/ 77594 w 77336"/>
                <a:gd name="connsiteY31" fmla="*/ 47984 h 54828"/>
                <a:gd name="connsiteX32" fmla="*/ 68258 w 77336"/>
                <a:gd name="connsiteY32" fmla="*/ 47984 h 54828"/>
                <a:gd name="connsiteX33" fmla="*/ 45676 w 77336"/>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336" h="54828">
                  <a:moveTo>
                    <a:pt x="45676" y="25015"/>
                  </a:moveTo>
                  <a:lnTo>
                    <a:pt x="63086" y="7850"/>
                  </a:lnTo>
                  <a:cubicBezTo>
                    <a:pt x="66114" y="6986"/>
                    <a:pt x="69394" y="6986"/>
                    <a:pt x="74819" y="6986"/>
                  </a:cubicBezTo>
                  <a:lnTo>
                    <a:pt x="74819" y="71"/>
                  </a:lnTo>
                  <a:cubicBezTo>
                    <a:pt x="70782" y="441"/>
                    <a:pt x="66618" y="565"/>
                    <a:pt x="62581" y="565"/>
                  </a:cubicBezTo>
                  <a:cubicBezTo>
                    <a:pt x="58292" y="565"/>
                    <a:pt x="49587" y="194"/>
                    <a:pt x="48577" y="71"/>
                  </a:cubicBezTo>
                  <a:lnTo>
                    <a:pt x="48577" y="6986"/>
                  </a:lnTo>
                  <a:cubicBezTo>
                    <a:pt x="50217" y="6986"/>
                    <a:pt x="51100" y="7233"/>
                    <a:pt x="51984" y="7727"/>
                  </a:cubicBezTo>
                  <a:lnTo>
                    <a:pt x="40125" y="19458"/>
                  </a:lnTo>
                  <a:lnTo>
                    <a:pt x="27887" y="6986"/>
                  </a:lnTo>
                  <a:lnTo>
                    <a:pt x="31293" y="6986"/>
                  </a:lnTo>
                  <a:lnTo>
                    <a:pt x="31293" y="71"/>
                  </a:lnTo>
                  <a:cubicBezTo>
                    <a:pt x="30536" y="71"/>
                    <a:pt x="20570" y="565"/>
                    <a:pt x="15271" y="565"/>
                  </a:cubicBezTo>
                  <a:cubicBezTo>
                    <a:pt x="10477" y="565"/>
                    <a:pt x="5809" y="441"/>
                    <a:pt x="1015" y="71"/>
                  </a:cubicBezTo>
                  <a:lnTo>
                    <a:pt x="1015" y="6986"/>
                  </a:lnTo>
                  <a:lnTo>
                    <a:pt x="10477" y="6986"/>
                  </a:lnTo>
                  <a:lnTo>
                    <a:pt x="31167" y="28103"/>
                  </a:lnTo>
                  <a:lnTo>
                    <a:pt x="13000" y="46008"/>
                  </a:lnTo>
                  <a:cubicBezTo>
                    <a:pt x="11360" y="47490"/>
                    <a:pt x="11234" y="47614"/>
                    <a:pt x="7323" y="47861"/>
                  </a:cubicBezTo>
                  <a:cubicBezTo>
                    <a:pt x="5304" y="47984"/>
                    <a:pt x="889" y="47984"/>
                    <a:pt x="258" y="47984"/>
                  </a:cubicBezTo>
                  <a:lnTo>
                    <a:pt x="258" y="54900"/>
                  </a:lnTo>
                  <a:cubicBezTo>
                    <a:pt x="4295" y="54529"/>
                    <a:pt x="8458" y="54406"/>
                    <a:pt x="12495" y="54406"/>
                  </a:cubicBezTo>
                  <a:cubicBezTo>
                    <a:pt x="15902" y="54406"/>
                    <a:pt x="24859" y="54776"/>
                    <a:pt x="26499" y="54900"/>
                  </a:cubicBezTo>
                  <a:lnTo>
                    <a:pt x="26499" y="47984"/>
                  </a:lnTo>
                  <a:cubicBezTo>
                    <a:pt x="24481" y="47984"/>
                    <a:pt x="23976" y="47737"/>
                    <a:pt x="23093" y="47120"/>
                  </a:cubicBezTo>
                  <a:lnTo>
                    <a:pt x="36718" y="33783"/>
                  </a:lnTo>
                  <a:lnTo>
                    <a:pt x="50722" y="47984"/>
                  </a:lnTo>
                  <a:lnTo>
                    <a:pt x="47442" y="47984"/>
                  </a:lnTo>
                  <a:lnTo>
                    <a:pt x="47442" y="54900"/>
                  </a:lnTo>
                  <a:cubicBezTo>
                    <a:pt x="47568" y="54900"/>
                    <a:pt x="57661" y="54406"/>
                    <a:pt x="63464" y="54406"/>
                  </a:cubicBezTo>
                  <a:cubicBezTo>
                    <a:pt x="68132" y="54406"/>
                    <a:pt x="72926" y="54529"/>
                    <a:pt x="77594" y="54900"/>
                  </a:cubicBezTo>
                  <a:lnTo>
                    <a:pt x="77594" y="47984"/>
                  </a:lnTo>
                  <a:lnTo>
                    <a:pt x="68258" y="47984"/>
                  </a:lnTo>
                  <a:lnTo>
                    <a:pt x="45676"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12" name="Freeform: Shape 1111">
              <a:extLst>
                <a:ext uri="{FF2B5EF4-FFF2-40B4-BE49-F238E27FC236}">
                  <a16:creationId xmlns:a16="http://schemas.microsoft.com/office/drawing/2014/main" id="{C6CB681F-0DCC-2034-0941-AB2899BA5F7E}"/>
                </a:ext>
              </a:extLst>
            </p:cNvPr>
            <p:cNvSpPr/>
            <p:nvPr>
              <p:custDataLst>
                <p:tags r:id="rId142"/>
              </p:custDataLst>
            </p:nvPr>
          </p:nvSpPr>
          <p:spPr>
            <a:xfrm>
              <a:off x="8303415" y="3977037"/>
              <a:ext cx="32675" cy="123365"/>
            </a:xfrm>
            <a:custGeom>
              <a:avLst/>
              <a:gdLst>
                <a:gd name="connsiteX0" fmla="*/ 2660 w 32675"/>
                <a:gd name="connsiteY0" fmla="*/ 71 h 123365"/>
                <a:gd name="connsiteX1" fmla="*/ 263 w 32675"/>
                <a:gd name="connsiteY1" fmla="*/ 1552 h 123365"/>
                <a:gd name="connsiteX2" fmla="*/ 1398 w 32675"/>
                <a:gd name="connsiteY2" fmla="*/ 3405 h 123365"/>
                <a:gd name="connsiteX3" fmla="*/ 24359 w 32675"/>
                <a:gd name="connsiteY3" fmla="*/ 61691 h 123365"/>
                <a:gd name="connsiteX4" fmla="*/ 2534 w 32675"/>
                <a:gd name="connsiteY4" fmla="*/ 119114 h 123365"/>
                <a:gd name="connsiteX5" fmla="*/ 263 w 32675"/>
                <a:gd name="connsiteY5" fmla="*/ 121954 h 123365"/>
                <a:gd name="connsiteX6" fmla="*/ 1903 w 32675"/>
                <a:gd name="connsiteY6" fmla="*/ 123436 h 123365"/>
                <a:gd name="connsiteX7" fmla="*/ 23728 w 32675"/>
                <a:gd name="connsiteY7" fmla="*/ 99849 h 123365"/>
                <a:gd name="connsiteX8" fmla="*/ 32938 w 32675"/>
                <a:gd name="connsiteY8" fmla="*/ 61815 h 123365"/>
                <a:gd name="connsiteX9" fmla="*/ 2660 w 3267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75" h="123365">
                  <a:moveTo>
                    <a:pt x="2660" y="71"/>
                  </a:moveTo>
                  <a:cubicBezTo>
                    <a:pt x="1777" y="71"/>
                    <a:pt x="263" y="71"/>
                    <a:pt x="263" y="1552"/>
                  </a:cubicBezTo>
                  <a:cubicBezTo>
                    <a:pt x="263" y="2170"/>
                    <a:pt x="641" y="2540"/>
                    <a:pt x="1398" y="3405"/>
                  </a:cubicBezTo>
                  <a:cubicBezTo>
                    <a:pt x="12248" y="13160"/>
                    <a:pt x="24359" y="29831"/>
                    <a:pt x="24359" y="61691"/>
                  </a:cubicBezTo>
                  <a:cubicBezTo>
                    <a:pt x="24359" y="87501"/>
                    <a:pt x="16159" y="107012"/>
                    <a:pt x="2534" y="119114"/>
                  </a:cubicBezTo>
                  <a:cubicBezTo>
                    <a:pt x="389" y="121213"/>
                    <a:pt x="263" y="121337"/>
                    <a:pt x="263" y="121954"/>
                  </a:cubicBezTo>
                  <a:cubicBezTo>
                    <a:pt x="263" y="122571"/>
                    <a:pt x="641" y="123436"/>
                    <a:pt x="1903" y="123436"/>
                  </a:cubicBezTo>
                  <a:cubicBezTo>
                    <a:pt x="3417" y="123436"/>
                    <a:pt x="15402" y="115286"/>
                    <a:pt x="23728" y="99849"/>
                  </a:cubicBezTo>
                  <a:cubicBezTo>
                    <a:pt x="29280" y="89600"/>
                    <a:pt x="32938" y="76263"/>
                    <a:pt x="32938" y="61815"/>
                  </a:cubicBezTo>
                  <a:cubicBezTo>
                    <a:pt x="32938" y="44403"/>
                    <a:pt x="27639" y="17359"/>
                    <a:pt x="2660"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sp>
        <p:nvSpPr>
          <p:cNvPr id="1127" name="Oval 1126">
            <a:extLst>
              <a:ext uri="{FF2B5EF4-FFF2-40B4-BE49-F238E27FC236}">
                <a16:creationId xmlns:a16="http://schemas.microsoft.com/office/drawing/2014/main" id="{1C69025A-A807-FC0F-ABC9-958AEDB6DBB6}"/>
              </a:ext>
            </a:extLst>
          </p:cNvPr>
          <p:cNvSpPr/>
          <p:nvPr/>
        </p:nvSpPr>
        <p:spPr>
          <a:xfrm>
            <a:off x="1231080" y="2484482"/>
            <a:ext cx="227077" cy="227077"/>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400"/>
              <a:t>1</a:t>
            </a:r>
          </a:p>
        </p:txBody>
      </p:sp>
      <p:grpSp>
        <p:nvGrpSpPr>
          <p:cNvPr id="1128" name="Group 1127" descr="\documentclass{article}&#10;\usepackage{amsmath}&#10;\pagestyle{empty}&#10;\begin{document}&#10;&#10;&#10;\[&#10; \frac{p}{1 - p} = e^{(\boldsymbol{\beta}^\top \mathbf{x})}&#10;\]&#10;&#10;\end{document}" title="IguanaTex Shape Display">
            <a:extLst>
              <a:ext uri="{FF2B5EF4-FFF2-40B4-BE49-F238E27FC236}">
                <a16:creationId xmlns:a16="http://schemas.microsoft.com/office/drawing/2014/main" id="{200C400D-756C-D615-8BFD-A1BFA9447CA5}"/>
              </a:ext>
            </a:extLst>
          </p:cNvPr>
          <p:cNvGrpSpPr>
            <a:grpSpLocks noChangeAspect="1"/>
          </p:cNvGrpSpPr>
          <p:nvPr>
            <p:custDataLst>
              <p:tags r:id="rId3"/>
            </p:custDataLst>
          </p:nvPr>
        </p:nvGrpSpPr>
        <p:grpSpPr>
          <a:xfrm>
            <a:off x="1665420" y="3059462"/>
            <a:ext cx="1134909" cy="352553"/>
            <a:chOff x="7201181" y="3945174"/>
            <a:chExt cx="1134909" cy="352553"/>
          </a:xfrm>
        </p:grpSpPr>
        <p:sp>
          <p:nvSpPr>
            <p:cNvPr id="1129" name="Freeform: Shape 1128">
              <a:extLst>
                <a:ext uri="{FF2B5EF4-FFF2-40B4-BE49-F238E27FC236}">
                  <a16:creationId xmlns:a16="http://schemas.microsoft.com/office/drawing/2014/main" id="{C98768CC-DCC9-A6E4-706C-19D5CCED7293}"/>
                </a:ext>
              </a:extLst>
            </p:cNvPr>
            <p:cNvSpPr/>
            <p:nvPr>
              <p:custDataLst>
                <p:tags r:id="rId119"/>
              </p:custDataLst>
            </p:nvPr>
          </p:nvSpPr>
          <p:spPr>
            <a:xfrm>
              <a:off x="7350610" y="3945174"/>
              <a:ext cx="94079" cy="112198"/>
            </a:xfrm>
            <a:custGeom>
              <a:avLst/>
              <a:gdLst>
                <a:gd name="connsiteX0" fmla="*/ 14088 w 94079"/>
                <a:gd name="connsiteY0" fmla="*/ 99565 h 112198"/>
                <a:gd name="connsiteX1" fmla="*/ 4356 w 94079"/>
                <a:gd name="connsiteY1" fmla="*/ 106798 h 112198"/>
                <a:gd name="connsiteX2" fmla="*/ 211 w 94079"/>
                <a:gd name="connsiteY2" fmla="*/ 110149 h 112198"/>
                <a:gd name="connsiteX3" fmla="*/ 2554 w 94079"/>
                <a:gd name="connsiteY3" fmla="*/ 112266 h 112198"/>
                <a:gd name="connsiteX4" fmla="*/ 17693 w 94079"/>
                <a:gd name="connsiteY4" fmla="*/ 111737 h 112198"/>
                <a:gd name="connsiteX5" fmla="*/ 35536 w 94079"/>
                <a:gd name="connsiteY5" fmla="*/ 112266 h 112198"/>
                <a:gd name="connsiteX6" fmla="*/ 38780 w 94079"/>
                <a:gd name="connsiteY6" fmla="*/ 108738 h 112198"/>
                <a:gd name="connsiteX7" fmla="*/ 34454 w 94079"/>
                <a:gd name="connsiteY7" fmla="*/ 106798 h 112198"/>
                <a:gd name="connsiteX8" fmla="*/ 25443 w 94079"/>
                <a:gd name="connsiteY8" fmla="*/ 103975 h 112198"/>
                <a:gd name="connsiteX9" fmla="*/ 34274 w 94079"/>
                <a:gd name="connsiteY9" fmla="*/ 68692 h 112198"/>
                <a:gd name="connsiteX10" fmla="*/ 50855 w 94079"/>
                <a:gd name="connsiteY10" fmla="*/ 79983 h 112198"/>
                <a:gd name="connsiteX11" fmla="*/ 94290 w 94079"/>
                <a:gd name="connsiteY11" fmla="*/ 28294 h 112198"/>
                <a:gd name="connsiteX12" fmla="*/ 70320 w 94079"/>
                <a:gd name="connsiteY12" fmla="*/ 68 h 112198"/>
                <a:gd name="connsiteX13" fmla="*/ 46710 w 94079"/>
                <a:gd name="connsiteY13" fmla="*/ 13299 h 112198"/>
                <a:gd name="connsiteX14" fmla="*/ 30489 w 94079"/>
                <a:gd name="connsiteY14" fmla="*/ 68 h 112198"/>
                <a:gd name="connsiteX15" fmla="*/ 17152 w 94079"/>
                <a:gd name="connsiteY15" fmla="*/ 10124 h 112198"/>
                <a:gd name="connsiteX16" fmla="*/ 11565 w 94079"/>
                <a:gd name="connsiteY16" fmla="*/ 27236 h 112198"/>
                <a:gd name="connsiteX17" fmla="*/ 13728 w 94079"/>
                <a:gd name="connsiteY17" fmla="*/ 29000 h 112198"/>
                <a:gd name="connsiteX18" fmla="*/ 16792 w 94079"/>
                <a:gd name="connsiteY18" fmla="*/ 24942 h 112198"/>
                <a:gd name="connsiteX19" fmla="*/ 29949 w 94079"/>
                <a:gd name="connsiteY19" fmla="*/ 3949 h 112198"/>
                <a:gd name="connsiteX20" fmla="*/ 35536 w 94079"/>
                <a:gd name="connsiteY20" fmla="*/ 12064 h 112198"/>
                <a:gd name="connsiteX21" fmla="*/ 34274 w 94079"/>
                <a:gd name="connsiteY21" fmla="*/ 21061 h 112198"/>
                <a:gd name="connsiteX22" fmla="*/ 14088 w 94079"/>
                <a:gd name="connsiteY22" fmla="*/ 99565 h 112198"/>
                <a:gd name="connsiteX23" fmla="*/ 45809 w 94079"/>
                <a:gd name="connsiteY23" fmla="*/ 23002 h 112198"/>
                <a:gd name="connsiteX24" fmla="*/ 55181 w 94079"/>
                <a:gd name="connsiteY24" fmla="*/ 10653 h 112198"/>
                <a:gd name="connsiteX25" fmla="*/ 69779 w 94079"/>
                <a:gd name="connsiteY25" fmla="*/ 3949 h 112198"/>
                <a:gd name="connsiteX26" fmla="*/ 81314 w 94079"/>
                <a:gd name="connsiteY26" fmla="*/ 20532 h 112198"/>
                <a:gd name="connsiteX27" fmla="*/ 72122 w 94079"/>
                <a:gd name="connsiteY27" fmla="*/ 57931 h 112198"/>
                <a:gd name="connsiteX28" fmla="*/ 50675 w 94079"/>
                <a:gd name="connsiteY28" fmla="*/ 76102 h 112198"/>
                <a:gd name="connsiteX29" fmla="*/ 36437 w 94079"/>
                <a:gd name="connsiteY29" fmla="*/ 60401 h 112198"/>
                <a:gd name="connsiteX30" fmla="*/ 36978 w 94079"/>
                <a:gd name="connsiteY30" fmla="*/ 57578 h 112198"/>
                <a:gd name="connsiteX31" fmla="*/ 45809 w 94079"/>
                <a:gd name="connsiteY31" fmla="*/ 23002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079" h="112198">
                  <a:moveTo>
                    <a:pt x="14088" y="99565"/>
                  </a:moveTo>
                  <a:cubicBezTo>
                    <a:pt x="12647" y="105563"/>
                    <a:pt x="12286" y="106798"/>
                    <a:pt x="4356" y="106798"/>
                  </a:cubicBezTo>
                  <a:cubicBezTo>
                    <a:pt x="2193" y="106798"/>
                    <a:pt x="211" y="106798"/>
                    <a:pt x="211" y="110149"/>
                  </a:cubicBezTo>
                  <a:cubicBezTo>
                    <a:pt x="211" y="111561"/>
                    <a:pt x="1112" y="112266"/>
                    <a:pt x="2554" y="112266"/>
                  </a:cubicBezTo>
                  <a:cubicBezTo>
                    <a:pt x="7420" y="112266"/>
                    <a:pt x="12647" y="111737"/>
                    <a:pt x="17693" y="111737"/>
                  </a:cubicBezTo>
                  <a:cubicBezTo>
                    <a:pt x="23641" y="111737"/>
                    <a:pt x="29768" y="112266"/>
                    <a:pt x="35536" y="112266"/>
                  </a:cubicBezTo>
                  <a:cubicBezTo>
                    <a:pt x="36437" y="112266"/>
                    <a:pt x="38780" y="112266"/>
                    <a:pt x="38780" y="108738"/>
                  </a:cubicBezTo>
                  <a:cubicBezTo>
                    <a:pt x="38780" y="106798"/>
                    <a:pt x="36978" y="106798"/>
                    <a:pt x="34454" y="106798"/>
                  </a:cubicBezTo>
                  <a:cubicBezTo>
                    <a:pt x="25443" y="106798"/>
                    <a:pt x="25443" y="105563"/>
                    <a:pt x="25443" y="103975"/>
                  </a:cubicBezTo>
                  <a:cubicBezTo>
                    <a:pt x="25443" y="101858"/>
                    <a:pt x="33012" y="73103"/>
                    <a:pt x="34274" y="68692"/>
                  </a:cubicBezTo>
                  <a:cubicBezTo>
                    <a:pt x="36617" y="73808"/>
                    <a:pt x="41663" y="79983"/>
                    <a:pt x="50855" y="79983"/>
                  </a:cubicBezTo>
                  <a:cubicBezTo>
                    <a:pt x="71762" y="79983"/>
                    <a:pt x="94290" y="54227"/>
                    <a:pt x="94290" y="28294"/>
                  </a:cubicBezTo>
                  <a:cubicBezTo>
                    <a:pt x="94290" y="11711"/>
                    <a:pt x="84017" y="68"/>
                    <a:pt x="70320" y="68"/>
                  </a:cubicBezTo>
                  <a:cubicBezTo>
                    <a:pt x="61308" y="68"/>
                    <a:pt x="52657" y="6419"/>
                    <a:pt x="46710" y="13299"/>
                  </a:cubicBezTo>
                  <a:cubicBezTo>
                    <a:pt x="44908" y="3773"/>
                    <a:pt x="37158" y="68"/>
                    <a:pt x="30489" y="68"/>
                  </a:cubicBezTo>
                  <a:cubicBezTo>
                    <a:pt x="22199" y="68"/>
                    <a:pt x="18774" y="6948"/>
                    <a:pt x="17152" y="10124"/>
                  </a:cubicBezTo>
                  <a:cubicBezTo>
                    <a:pt x="13908" y="16122"/>
                    <a:pt x="11565" y="26706"/>
                    <a:pt x="11565" y="27236"/>
                  </a:cubicBezTo>
                  <a:cubicBezTo>
                    <a:pt x="11565" y="29000"/>
                    <a:pt x="13367" y="29000"/>
                    <a:pt x="13728" y="29000"/>
                  </a:cubicBezTo>
                  <a:cubicBezTo>
                    <a:pt x="15530" y="29000"/>
                    <a:pt x="15710" y="28823"/>
                    <a:pt x="16792" y="24942"/>
                  </a:cubicBezTo>
                  <a:cubicBezTo>
                    <a:pt x="19856" y="12417"/>
                    <a:pt x="23460" y="3949"/>
                    <a:pt x="29949" y="3949"/>
                  </a:cubicBezTo>
                  <a:cubicBezTo>
                    <a:pt x="33012" y="3949"/>
                    <a:pt x="35536" y="5360"/>
                    <a:pt x="35536" y="12064"/>
                  </a:cubicBezTo>
                  <a:cubicBezTo>
                    <a:pt x="35536" y="16122"/>
                    <a:pt x="34995" y="18062"/>
                    <a:pt x="34274" y="21061"/>
                  </a:cubicBezTo>
                  <a:lnTo>
                    <a:pt x="14088" y="99565"/>
                  </a:lnTo>
                  <a:close/>
                  <a:moveTo>
                    <a:pt x="45809" y="23002"/>
                  </a:moveTo>
                  <a:cubicBezTo>
                    <a:pt x="47070" y="18238"/>
                    <a:pt x="51937" y="13299"/>
                    <a:pt x="55181" y="10653"/>
                  </a:cubicBezTo>
                  <a:cubicBezTo>
                    <a:pt x="61489" y="5184"/>
                    <a:pt x="66715" y="3949"/>
                    <a:pt x="69779" y="3949"/>
                  </a:cubicBezTo>
                  <a:cubicBezTo>
                    <a:pt x="76988" y="3949"/>
                    <a:pt x="81314" y="10124"/>
                    <a:pt x="81314" y="20532"/>
                  </a:cubicBezTo>
                  <a:cubicBezTo>
                    <a:pt x="81314" y="30940"/>
                    <a:pt x="75366" y="51228"/>
                    <a:pt x="72122" y="57931"/>
                  </a:cubicBezTo>
                  <a:cubicBezTo>
                    <a:pt x="65994" y="70280"/>
                    <a:pt x="57343" y="76102"/>
                    <a:pt x="50675" y="76102"/>
                  </a:cubicBezTo>
                  <a:cubicBezTo>
                    <a:pt x="38780" y="76102"/>
                    <a:pt x="36437" y="61460"/>
                    <a:pt x="36437" y="60401"/>
                  </a:cubicBezTo>
                  <a:cubicBezTo>
                    <a:pt x="36437" y="60048"/>
                    <a:pt x="36437" y="59695"/>
                    <a:pt x="36978" y="57578"/>
                  </a:cubicBezTo>
                  <a:lnTo>
                    <a:pt x="45809" y="23002"/>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0" name="Freeform: Shape 1129">
              <a:extLst>
                <a:ext uri="{FF2B5EF4-FFF2-40B4-BE49-F238E27FC236}">
                  <a16:creationId xmlns:a16="http://schemas.microsoft.com/office/drawing/2014/main" id="{6FB94EE9-2B95-DC9A-147C-F03BB1C2BE4A}"/>
                </a:ext>
              </a:extLst>
            </p:cNvPr>
            <p:cNvSpPr/>
            <p:nvPr>
              <p:custDataLst>
                <p:tags r:id="rId120"/>
              </p:custDataLst>
            </p:nvPr>
          </p:nvSpPr>
          <p:spPr>
            <a:xfrm>
              <a:off x="7201181" y="4094862"/>
              <a:ext cx="401071" cy="7056"/>
            </a:xfrm>
            <a:custGeom>
              <a:avLst/>
              <a:gdLst>
                <a:gd name="connsiteX0" fmla="*/ 0 w 401071"/>
                <a:gd name="connsiteY0" fmla="*/ 0 h 7056"/>
                <a:gd name="connsiteX1" fmla="*/ 401071 w 401071"/>
                <a:gd name="connsiteY1" fmla="*/ 0 h 7056"/>
                <a:gd name="connsiteX2" fmla="*/ 401071 w 401071"/>
                <a:gd name="connsiteY2" fmla="*/ 7056 h 7056"/>
                <a:gd name="connsiteX3" fmla="*/ 0 w 401071"/>
                <a:gd name="connsiteY3" fmla="*/ 7056 h 7056"/>
              </a:gdLst>
              <a:ahLst/>
              <a:cxnLst>
                <a:cxn ang="0">
                  <a:pos x="connsiteX0" y="connsiteY0"/>
                </a:cxn>
                <a:cxn ang="0">
                  <a:pos x="connsiteX1" y="connsiteY1"/>
                </a:cxn>
                <a:cxn ang="0">
                  <a:pos x="connsiteX2" y="connsiteY2"/>
                </a:cxn>
                <a:cxn ang="0">
                  <a:pos x="connsiteX3" y="connsiteY3"/>
                </a:cxn>
              </a:cxnLst>
              <a:rect l="l" t="t" r="r" b="b"/>
              <a:pathLst>
                <a:path w="401071" h="7056">
                  <a:moveTo>
                    <a:pt x="0" y="0"/>
                  </a:moveTo>
                  <a:lnTo>
                    <a:pt x="401071" y="0"/>
                  </a:lnTo>
                  <a:lnTo>
                    <a:pt x="401071" y="7056"/>
                  </a:lnTo>
                  <a:lnTo>
                    <a:pt x="0" y="7056"/>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1" name="Freeform: Shape 1130">
              <a:extLst>
                <a:ext uri="{FF2B5EF4-FFF2-40B4-BE49-F238E27FC236}">
                  <a16:creationId xmlns:a16="http://schemas.microsoft.com/office/drawing/2014/main" id="{38EA2975-C40E-2D38-CD62-0D041E9A2A60}"/>
                </a:ext>
              </a:extLst>
            </p:cNvPr>
            <p:cNvSpPr/>
            <p:nvPr>
              <p:custDataLst>
                <p:tags r:id="rId121"/>
              </p:custDataLst>
            </p:nvPr>
          </p:nvSpPr>
          <p:spPr>
            <a:xfrm>
              <a:off x="7217221" y="4146012"/>
              <a:ext cx="59475" cy="117490"/>
            </a:xfrm>
            <a:custGeom>
              <a:avLst/>
              <a:gdLst>
                <a:gd name="connsiteX0" fmla="*/ 37149 w 59475"/>
                <a:gd name="connsiteY0" fmla="*/ 4668 h 117490"/>
                <a:gd name="connsiteX1" fmla="*/ 33004 w 59475"/>
                <a:gd name="connsiteY1" fmla="*/ 82 h 117490"/>
                <a:gd name="connsiteX2" fmla="*/ 202 w 59475"/>
                <a:gd name="connsiteY2" fmla="*/ 11372 h 117490"/>
                <a:gd name="connsiteX3" fmla="*/ 202 w 59475"/>
                <a:gd name="connsiteY3" fmla="*/ 16841 h 117490"/>
                <a:gd name="connsiteX4" fmla="*/ 23812 w 59475"/>
                <a:gd name="connsiteY4" fmla="*/ 12254 h 117490"/>
                <a:gd name="connsiteX5" fmla="*/ 23812 w 59475"/>
                <a:gd name="connsiteY5" fmla="*/ 103636 h 117490"/>
                <a:gd name="connsiteX6" fmla="*/ 7051 w 59475"/>
                <a:gd name="connsiteY6" fmla="*/ 112103 h 117490"/>
                <a:gd name="connsiteX7" fmla="*/ 1284 w 59475"/>
                <a:gd name="connsiteY7" fmla="*/ 112103 h 117490"/>
                <a:gd name="connsiteX8" fmla="*/ 1284 w 59475"/>
                <a:gd name="connsiteY8" fmla="*/ 117572 h 117490"/>
                <a:gd name="connsiteX9" fmla="*/ 30481 w 59475"/>
                <a:gd name="connsiteY9" fmla="*/ 117043 h 117490"/>
                <a:gd name="connsiteX10" fmla="*/ 59678 w 59475"/>
                <a:gd name="connsiteY10" fmla="*/ 117572 h 117490"/>
                <a:gd name="connsiteX11" fmla="*/ 59678 w 59475"/>
                <a:gd name="connsiteY11" fmla="*/ 112103 h 117490"/>
                <a:gd name="connsiteX12" fmla="*/ 53910 w 59475"/>
                <a:gd name="connsiteY12" fmla="*/ 112103 h 117490"/>
                <a:gd name="connsiteX13" fmla="*/ 37149 w 59475"/>
                <a:gd name="connsiteY13" fmla="*/ 103636 h 117490"/>
                <a:gd name="connsiteX14" fmla="*/ 37149 w 59475"/>
                <a:gd name="connsiteY14" fmla="*/ 4668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475" h="117490">
                  <a:moveTo>
                    <a:pt x="37149" y="4668"/>
                  </a:moveTo>
                  <a:cubicBezTo>
                    <a:pt x="37149" y="434"/>
                    <a:pt x="37149" y="82"/>
                    <a:pt x="33004" y="82"/>
                  </a:cubicBezTo>
                  <a:cubicBezTo>
                    <a:pt x="21830" y="11372"/>
                    <a:pt x="5970" y="11372"/>
                    <a:pt x="202" y="11372"/>
                  </a:cubicBezTo>
                  <a:lnTo>
                    <a:pt x="202" y="16841"/>
                  </a:lnTo>
                  <a:cubicBezTo>
                    <a:pt x="3807" y="16841"/>
                    <a:pt x="14440" y="16841"/>
                    <a:pt x="23812" y="12254"/>
                  </a:cubicBezTo>
                  <a:lnTo>
                    <a:pt x="23812" y="103636"/>
                  </a:lnTo>
                  <a:cubicBezTo>
                    <a:pt x="23812" y="109987"/>
                    <a:pt x="23272" y="112103"/>
                    <a:pt x="7051" y="112103"/>
                  </a:cubicBezTo>
                  <a:lnTo>
                    <a:pt x="1284" y="112103"/>
                  </a:lnTo>
                  <a:lnTo>
                    <a:pt x="1284" y="117572"/>
                  </a:lnTo>
                  <a:cubicBezTo>
                    <a:pt x="7592" y="117043"/>
                    <a:pt x="23272" y="117043"/>
                    <a:pt x="30481" y="117043"/>
                  </a:cubicBezTo>
                  <a:cubicBezTo>
                    <a:pt x="37690" y="117043"/>
                    <a:pt x="53370" y="117043"/>
                    <a:pt x="59678" y="117572"/>
                  </a:cubicBezTo>
                  <a:lnTo>
                    <a:pt x="59678" y="112103"/>
                  </a:lnTo>
                  <a:lnTo>
                    <a:pt x="53910" y="112103"/>
                  </a:lnTo>
                  <a:cubicBezTo>
                    <a:pt x="37690" y="112103"/>
                    <a:pt x="37149" y="110163"/>
                    <a:pt x="37149" y="103636"/>
                  </a:cubicBezTo>
                  <a:lnTo>
                    <a:pt x="37149" y="466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2" name="Freeform: Shape 1131">
              <a:extLst>
                <a:ext uri="{FF2B5EF4-FFF2-40B4-BE49-F238E27FC236}">
                  <a16:creationId xmlns:a16="http://schemas.microsoft.com/office/drawing/2014/main" id="{3D847560-E738-8F9B-457E-A7E8B94C79D8}"/>
                </a:ext>
              </a:extLst>
            </p:cNvPr>
            <p:cNvSpPr/>
            <p:nvPr>
              <p:custDataLst>
                <p:tags r:id="rId122"/>
              </p:custDataLst>
            </p:nvPr>
          </p:nvSpPr>
          <p:spPr>
            <a:xfrm>
              <a:off x="7346305" y="4215872"/>
              <a:ext cx="110120" cy="7056"/>
            </a:xfrm>
            <a:custGeom>
              <a:avLst/>
              <a:gdLst>
                <a:gd name="connsiteX0" fmla="*/ 104021 w 110120"/>
                <a:gd name="connsiteY0" fmla="*/ 7138 h 7056"/>
                <a:gd name="connsiteX1" fmla="*/ 110329 w 110120"/>
                <a:gd name="connsiteY1" fmla="*/ 3610 h 7056"/>
                <a:gd name="connsiteX2" fmla="*/ 104021 w 110120"/>
                <a:gd name="connsiteY2" fmla="*/ 82 h 7056"/>
                <a:gd name="connsiteX3" fmla="*/ 6517 w 110120"/>
                <a:gd name="connsiteY3" fmla="*/ 82 h 7056"/>
                <a:gd name="connsiteX4" fmla="*/ 209 w 110120"/>
                <a:gd name="connsiteY4" fmla="*/ 3610 h 7056"/>
                <a:gd name="connsiteX5" fmla="*/ 6517 w 110120"/>
                <a:gd name="connsiteY5" fmla="*/ 7138 h 7056"/>
                <a:gd name="connsiteX6" fmla="*/ 104021 w 110120"/>
                <a:gd name="connsiteY6" fmla="*/ 7138 h 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120" h="7056">
                  <a:moveTo>
                    <a:pt x="104021" y="7138"/>
                  </a:moveTo>
                  <a:cubicBezTo>
                    <a:pt x="107085" y="7138"/>
                    <a:pt x="110329" y="7138"/>
                    <a:pt x="110329" y="3610"/>
                  </a:cubicBezTo>
                  <a:cubicBezTo>
                    <a:pt x="110329" y="82"/>
                    <a:pt x="107085" y="82"/>
                    <a:pt x="104021" y="82"/>
                  </a:cubicBezTo>
                  <a:lnTo>
                    <a:pt x="6517" y="82"/>
                  </a:lnTo>
                  <a:cubicBezTo>
                    <a:pt x="3454" y="82"/>
                    <a:pt x="209" y="82"/>
                    <a:pt x="209" y="3610"/>
                  </a:cubicBezTo>
                  <a:cubicBezTo>
                    <a:pt x="209" y="7138"/>
                    <a:pt x="3454" y="7138"/>
                    <a:pt x="6517" y="7138"/>
                  </a:cubicBezTo>
                  <a:lnTo>
                    <a:pt x="104021" y="7138"/>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3" name="Freeform: Shape 1132">
              <a:extLst>
                <a:ext uri="{FF2B5EF4-FFF2-40B4-BE49-F238E27FC236}">
                  <a16:creationId xmlns:a16="http://schemas.microsoft.com/office/drawing/2014/main" id="{DC17DF86-A940-68CA-EC21-FBA87B4D80EA}"/>
                </a:ext>
              </a:extLst>
            </p:cNvPr>
            <p:cNvSpPr/>
            <p:nvPr>
              <p:custDataLst>
                <p:tags r:id="rId123"/>
              </p:custDataLst>
            </p:nvPr>
          </p:nvSpPr>
          <p:spPr>
            <a:xfrm>
              <a:off x="7505807" y="4185529"/>
              <a:ext cx="94079" cy="112198"/>
            </a:xfrm>
            <a:custGeom>
              <a:avLst/>
              <a:gdLst>
                <a:gd name="connsiteX0" fmla="*/ 14097 w 94079"/>
                <a:gd name="connsiteY0" fmla="*/ 99578 h 112198"/>
                <a:gd name="connsiteX1" fmla="*/ 4365 w 94079"/>
                <a:gd name="connsiteY1" fmla="*/ 106811 h 112198"/>
                <a:gd name="connsiteX2" fmla="*/ 219 w 94079"/>
                <a:gd name="connsiteY2" fmla="*/ 110163 h 112198"/>
                <a:gd name="connsiteX3" fmla="*/ 2562 w 94079"/>
                <a:gd name="connsiteY3" fmla="*/ 112280 h 112198"/>
                <a:gd name="connsiteX4" fmla="*/ 17702 w 94079"/>
                <a:gd name="connsiteY4" fmla="*/ 111751 h 112198"/>
                <a:gd name="connsiteX5" fmla="*/ 35544 w 94079"/>
                <a:gd name="connsiteY5" fmla="*/ 112280 h 112198"/>
                <a:gd name="connsiteX6" fmla="*/ 38788 w 94079"/>
                <a:gd name="connsiteY6" fmla="*/ 108752 h 112198"/>
                <a:gd name="connsiteX7" fmla="*/ 34463 w 94079"/>
                <a:gd name="connsiteY7" fmla="*/ 106811 h 112198"/>
                <a:gd name="connsiteX8" fmla="*/ 25451 w 94079"/>
                <a:gd name="connsiteY8" fmla="*/ 103988 h 112198"/>
                <a:gd name="connsiteX9" fmla="*/ 34283 w 94079"/>
                <a:gd name="connsiteY9" fmla="*/ 68706 h 112198"/>
                <a:gd name="connsiteX10" fmla="*/ 50864 w 94079"/>
                <a:gd name="connsiteY10" fmla="*/ 79996 h 112198"/>
                <a:gd name="connsiteX11" fmla="*/ 94299 w 94079"/>
                <a:gd name="connsiteY11" fmla="*/ 28308 h 112198"/>
                <a:gd name="connsiteX12" fmla="*/ 70328 w 94079"/>
                <a:gd name="connsiteY12" fmla="*/ 82 h 112198"/>
                <a:gd name="connsiteX13" fmla="*/ 46718 w 94079"/>
                <a:gd name="connsiteY13" fmla="*/ 13312 h 112198"/>
                <a:gd name="connsiteX14" fmla="*/ 30498 w 94079"/>
                <a:gd name="connsiteY14" fmla="*/ 82 h 112198"/>
                <a:gd name="connsiteX15" fmla="*/ 17161 w 94079"/>
                <a:gd name="connsiteY15" fmla="*/ 10137 h 112198"/>
                <a:gd name="connsiteX16" fmla="*/ 11574 w 94079"/>
                <a:gd name="connsiteY16" fmla="*/ 27249 h 112198"/>
                <a:gd name="connsiteX17" fmla="*/ 13737 w 94079"/>
                <a:gd name="connsiteY17" fmla="*/ 29013 h 112198"/>
                <a:gd name="connsiteX18" fmla="*/ 16800 w 94079"/>
                <a:gd name="connsiteY18" fmla="*/ 24956 h 112198"/>
                <a:gd name="connsiteX19" fmla="*/ 29957 w 94079"/>
                <a:gd name="connsiteY19" fmla="*/ 3963 h 112198"/>
                <a:gd name="connsiteX20" fmla="*/ 35544 w 94079"/>
                <a:gd name="connsiteY20" fmla="*/ 12078 h 112198"/>
                <a:gd name="connsiteX21" fmla="*/ 34283 w 94079"/>
                <a:gd name="connsiteY21" fmla="*/ 21075 h 112198"/>
                <a:gd name="connsiteX22" fmla="*/ 14097 w 94079"/>
                <a:gd name="connsiteY22" fmla="*/ 99578 h 112198"/>
                <a:gd name="connsiteX23" fmla="*/ 45817 w 94079"/>
                <a:gd name="connsiteY23" fmla="*/ 23015 h 112198"/>
                <a:gd name="connsiteX24" fmla="*/ 55189 w 94079"/>
                <a:gd name="connsiteY24" fmla="*/ 10666 h 112198"/>
                <a:gd name="connsiteX25" fmla="*/ 69788 w 94079"/>
                <a:gd name="connsiteY25" fmla="*/ 3963 h 112198"/>
                <a:gd name="connsiteX26" fmla="*/ 81322 w 94079"/>
                <a:gd name="connsiteY26" fmla="*/ 20545 h 112198"/>
                <a:gd name="connsiteX27" fmla="*/ 72131 w 94079"/>
                <a:gd name="connsiteY27" fmla="*/ 57945 h 112198"/>
                <a:gd name="connsiteX28" fmla="*/ 50684 w 94079"/>
                <a:gd name="connsiteY28" fmla="*/ 76115 h 112198"/>
                <a:gd name="connsiteX29" fmla="*/ 36445 w 94079"/>
                <a:gd name="connsiteY29" fmla="*/ 60415 h 112198"/>
                <a:gd name="connsiteX30" fmla="*/ 36986 w 94079"/>
                <a:gd name="connsiteY30" fmla="*/ 57592 h 112198"/>
                <a:gd name="connsiteX31" fmla="*/ 45817 w 94079"/>
                <a:gd name="connsiteY31" fmla="*/ 23015 h 112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4079" h="112198">
                  <a:moveTo>
                    <a:pt x="14097" y="99578"/>
                  </a:moveTo>
                  <a:cubicBezTo>
                    <a:pt x="12655" y="105576"/>
                    <a:pt x="12295" y="106811"/>
                    <a:pt x="4365" y="106811"/>
                  </a:cubicBezTo>
                  <a:cubicBezTo>
                    <a:pt x="2202" y="106811"/>
                    <a:pt x="219" y="106811"/>
                    <a:pt x="219" y="110163"/>
                  </a:cubicBezTo>
                  <a:cubicBezTo>
                    <a:pt x="219" y="111574"/>
                    <a:pt x="1120" y="112280"/>
                    <a:pt x="2562" y="112280"/>
                  </a:cubicBezTo>
                  <a:cubicBezTo>
                    <a:pt x="7429" y="112280"/>
                    <a:pt x="12655" y="111751"/>
                    <a:pt x="17702" y="111751"/>
                  </a:cubicBezTo>
                  <a:cubicBezTo>
                    <a:pt x="23649" y="111751"/>
                    <a:pt x="29777" y="112280"/>
                    <a:pt x="35544" y="112280"/>
                  </a:cubicBezTo>
                  <a:cubicBezTo>
                    <a:pt x="36445" y="112280"/>
                    <a:pt x="38788" y="112280"/>
                    <a:pt x="38788" y="108752"/>
                  </a:cubicBezTo>
                  <a:cubicBezTo>
                    <a:pt x="38788" y="106811"/>
                    <a:pt x="36986" y="106811"/>
                    <a:pt x="34463" y="106811"/>
                  </a:cubicBezTo>
                  <a:cubicBezTo>
                    <a:pt x="25451" y="106811"/>
                    <a:pt x="25451" y="105576"/>
                    <a:pt x="25451" y="103988"/>
                  </a:cubicBezTo>
                  <a:cubicBezTo>
                    <a:pt x="25451" y="101872"/>
                    <a:pt x="33021" y="73116"/>
                    <a:pt x="34283" y="68706"/>
                  </a:cubicBezTo>
                  <a:cubicBezTo>
                    <a:pt x="36626" y="73822"/>
                    <a:pt x="41672" y="79996"/>
                    <a:pt x="50864" y="79996"/>
                  </a:cubicBezTo>
                  <a:cubicBezTo>
                    <a:pt x="71770" y="79996"/>
                    <a:pt x="94299" y="54240"/>
                    <a:pt x="94299" y="28308"/>
                  </a:cubicBezTo>
                  <a:cubicBezTo>
                    <a:pt x="94299" y="11725"/>
                    <a:pt x="84026" y="82"/>
                    <a:pt x="70328" y="82"/>
                  </a:cubicBezTo>
                  <a:cubicBezTo>
                    <a:pt x="61317" y="82"/>
                    <a:pt x="52666" y="6432"/>
                    <a:pt x="46718" y="13312"/>
                  </a:cubicBezTo>
                  <a:cubicBezTo>
                    <a:pt x="44916" y="3786"/>
                    <a:pt x="37166" y="82"/>
                    <a:pt x="30498" y="82"/>
                  </a:cubicBezTo>
                  <a:cubicBezTo>
                    <a:pt x="22207" y="82"/>
                    <a:pt x="18783" y="6962"/>
                    <a:pt x="17161" y="10137"/>
                  </a:cubicBezTo>
                  <a:cubicBezTo>
                    <a:pt x="13917" y="16135"/>
                    <a:pt x="11574" y="26720"/>
                    <a:pt x="11574" y="27249"/>
                  </a:cubicBezTo>
                  <a:cubicBezTo>
                    <a:pt x="11574" y="29013"/>
                    <a:pt x="13376" y="29013"/>
                    <a:pt x="13737" y="29013"/>
                  </a:cubicBezTo>
                  <a:cubicBezTo>
                    <a:pt x="15539" y="29013"/>
                    <a:pt x="15719" y="28837"/>
                    <a:pt x="16800" y="24956"/>
                  </a:cubicBezTo>
                  <a:cubicBezTo>
                    <a:pt x="19864" y="12430"/>
                    <a:pt x="23469" y="3963"/>
                    <a:pt x="29957" y="3963"/>
                  </a:cubicBezTo>
                  <a:cubicBezTo>
                    <a:pt x="33021" y="3963"/>
                    <a:pt x="35544" y="5374"/>
                    <a:pt x="35544" y="12078"/>
                  </a:cubicBezTo>
                  <a:cubicBezTo>
                    <a:pt x="35544" y="16135"/>
                    <a:pt x="35004" y="18076"/>
                    <a:pt x="34283" y="21075"/>
                  </a:cubicBezTo>
                  <a:lnTo>
                    <a:pt x="14097" y="99578"/>
                  </a:lnTo>
                  <a:close/>
                  <a:moveTo>
                    <a:pt x="45817" y="23015"/>
                  </a:moveTo>
                  <a:cubicBezTo>
                    <a:pt x="47079" y="18252"/>
                    <a:pt x="51945" y="13312"/>
                    <a:pt x="55189" y="10666"/>
                  </a:cubicBezTo>
                  <a:cubicBezTo>
                    <a:pt x="61497" y="5198"/>
                    <a:pt x="66724" y="3963"/>
                    <a:pt x="69788" y="3963"/>
                  </a:cubicBezTo>
                  <a:cubicBezTo>
                    <a:pt x="76997" y="3963"/>
                    <a:pt x="81322" y="10137"/>
                    <a:pt x="81322" y="20545"/>
                  </a:cubicBezTo>
                  <a:cubicBezTo>
                    <a:pt x="81322" y="30954"/>
                    <a:pt x="75375" y="51241"/>
                    <a:pt x="72131" y="57945"/>
                  </a:cubicBezTo>
                  <a:cubicBezTo>
                    <a:pt x="66003" y="70294"/>
                    <a:pt x="57352" y="76115"/>
                    <a:pt x="50684" y="76115"/>
                  </a:cubicBezTo>
                  <a:cubicBezTo>
                    <a:pt x="38788" y="76115"/>
                    <a:pt x="36445" y="61473"/>
                    <a:pt x="36445" y="60415"/>
                  </a:cubicBezTo>
                  <a:cubicBezTo>
                    <a:pt x="36445" y="60062"/>
                    <a:pt x="36445" y="59709"/>
                    <a:pt x="36986" y="57592"/>
                  </a:cubicBezTo>
                  <a:lnTo>
                    <a:pt x="45817" y="23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4" name="Freeform: Shape 1133">
              <a:extLst>
                <a:ext uri="{FF2B5EF4-FFF2-40B4-BE49-F238E27FC236}">
                  <a16:creationId xmlns:a16="http://schemas.microsoft.com/office/drawing/2014/main" id="{DBA39017-5D6F-062F-54E0-6B44B5AA96E7}"/>
                </a:ext>
              </a:extLst>
            </p:cNvPr>
            <p:cNvSpPr/>
            <p:nvPr>
              <p:custDataLst>
                <p:tags r:id="rId124"/>
              </p:custDataLst>
            </p:nvPr>
          </p:nvSpPr>
          <p:spPr>
            <a:xfrm>
              <a:off x="7684035" y="4077750"/>
              <a:ext cx="119852" cy="41280"/>
            </a:xfrm>
            <a:custGeom>
              <a:avLst/>
              <a:gdLst>
                <a:gd name="connsiteX0" fmla="*/ 113953 w 119852"/>
                <a:gd name="connsiteY0" fmla="*/ 7131 h 41280"/>
                <a:gd name="connsiteX1" fmla="*/ 120081 w 119852"/>
                <a:gd name="connsiteY1" fmla="*/ 3603 h 41280"/>
                <a:gd name="connsiteX2" fmla="*/ 114133 w 119852"/>
                <a:gd name="connsiteY2" fmla="*/ 75 h 41280"/>
                <a:gd name="connsiteX3" fmla="*/ 6176 w 119852"/>
                <a:gd name="connsiteY3" fmla="*/ 75 h 41280"/>
                <a:gd name="connsiteX4" fmla="*/ 228 w 119852"/>
                <a:gd name="connsiteY4" fmla="*/ 3603 h 41280"/>
                <a:gd name="connsiteX5" fmla="*/ 6356 w 119852"/>
                <a:gd name="connsiteY5" fmla="*/ 7131 h 41280"/>
                <a:gd name="connsiteX6" fmla="*/ 113953 w 119852"/>
                <a:gd name="connsiteY6" fmla="*/ 7131 h 41280"/>
                <a:gd name="connsiteX7" fmla="*/ 114133 w 119852"/>
                <a:gd name="connsiteY7" fmla="*/ 41355 h 41280"/>
                <a:gd name="connsiteX8" fmla="*/ 120081 w 119852"/>
                <a:gd name="connsiteY8" fmla="*/ 37827 h 41280"/>
                <a:gd name="connsiteX9" fmla="*/ 113953 w 119852"/>
                <a:gd name="connsiteY9" fmla="*/ 34299 h 41280"/>
                <a:gd name="connsiteX10" fmla="*/ 6356 w 119852"/>
                <a:gd name="connsiteY10" fmla="*/ 34299 h 41280"/>
                <a:gd name="connsiteX11" fmla="*/ 228 w 119852"/>
                <a:gd name="connsiteY11" fmla="*/ 37827 h 41280"/>
                <a:gd name="connsiteX12" fmla="*/ 6176 w 119852"/>
                <a:gd name="connsiteY12" fmla="*/ 41355 h 41280"/>
                <a:gd name="connsiteX13" fmla="*/ 114133 w 119852"/>
                <a:gd name="connsiteY13" fmla="*/ 41355 h 4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852" h="41280">
                  <a:moveTo>
                    <a:pt x="113953" y="7131"/>
                  </a:moveTo>
                  <a:cubicBezTo>
                    <a:pt x="116656" y="7131"/>
                    <a:pt x="120081" y="7131"/>
                    <a:pt x="120081" y="3603"/>
                  </a:cubicBezTo>
                  <a:cubicBezTo>
                    <a:pt x="120081" y="75"/>
                    <a:pt x="116656" y="75"/>
                    <a:pt x="114133" y="75"/>
                  </a:cubicBezTo>
                  <a:lnTo>
                    <a:pt x="6176" y="75"/>
                  </a:lnTo>
                  <a:cubicBezTo>
                    <a:pt x="3653" y="75"/>
                    <a:pt x="228" y="75"/>
                    <a:pt x="228" y="3603"/>
                  </a:cubicBezTo>
                  <a:cubicBezTo>
                    <a:pt x="228" y="7131"/>
                    <a:pt x="3653" y="7131"/>
                    <a:pt x="6356" y="7131"/>
                  </a:cubicBezTo>
                  <a:lnTo>
                    <a:pt x="113953" y="7131"/>
                  </a:lnTo>
                  <a:close/>
                  <a:moveTo>
                    <a:pt x="114133" y="41355"/>
                  </a:moveTo>
                  <a:cubicBezTo>
                    <a:pt x="116656" y="41355"/>
                    <a:pt x="120081" y="41355"/>
                    <a:pt x="120081" y="37827"/>
                  </a:cubicBezTo>
                  <a:cubicBezTo>
                    <a:pt x="120081" y="34299"/>
                    <a:pt x="116656" y="34299"/>
                    <a:pt x="113953" y="34299"/>
                  </a:cubicBezTo>
                  <a:lnTo>
                    <a:pt x="6356" y="34299"/>
                  </a:lnTo>
                  <a:cubicBezTo>
                    <a:pt x="3653" y="34299"/>
                    <a:pt x="228" y="34299"/>
                    <a:pt x="228" y="37827"/>
                  </a:cubicBezTo>
                  <a:cubicBezTo>
                    <a:pt x="228" y="41355"/>
                    <a:pt x="3653" y="41355"/>
                    <a:pt x="6176" y="41355"/>
                  </a:cubicBezTo>
                  <a:lnTo>
                    <a:pt x="114133" y="4135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5" name="Freeform: Shape 1134">
              <a:extLst>
                <a:ext uri="{FF2B5EF4-FFF2-40B4-BE49-F238E27FC236}">
                  <a16:creationId xmlns:a16="http://schemas.microsoft.com/office/drawing/2014/main" id="{367DDC5B-ABCE-A2F3-2975-57FBEB0B8A11}"/>
                </a:ext>
              </a:extLst>
            </p:cNvPr>
            <p:cNvSpPr/>
            <p:nvPr>
              <p:custDataLst>
                <p:tags r:id="rId125"/>
              </p:custDataLst>
            </p:nvPr>
          </p:nvSpPr>
          <p:spPr>
            <a:xfrm>
              <a:off x="7872474" y="4064519"/>
              <a:ext cx="69207" cy="79914"/>
            </a:xfrm>
            <a:custGeom>
              <a:avLst/>
              <a:gdLst>
                <a:gd name="connsiteX0" fmla="*/ 25651 w 69207"/>
                <a:gd name="connsiteY0" fmla="*/ 37298 h 79914"/>
                <a:gd name="connsiteX1" fmla="*/ 53226 w 69207"/>
                <a:gd name="connsiteY1" fmla="*/ 33240 h 79914"/>
                <a:gd name="connsiteX2" fmla="*/ 66743 w 69207"/>
                <a:gd name="connsiteY2" fmla="*/ 15070 h 79914"/>
                <a:gd name="connsiteX3" fmla="*/ 47459 w 69207"/>
                <a:gd name="connsiteY3" fmla="*/ 75 h 79914"/>
                <a:gd name="connsiteX4" fmla="*/ 239 w 69207"/>
                <a:gd name="connsiteY4" fmla="*/ 48059 h 79914"/>
                <a:gd name="connsiteX5" fmla="*/ 28535 w 69207"/>
                <a:gd name="connsiteY5" fmla="*/ 79990 h 79914"/>
                <a:gd name="connsiteX6" fmla="*/ 69447 w 69207"/>
                <a:gd name="connsiteY6" fmla="*/ 59173 h 79914"/>
                <a:gd name="connsiteX7" fmla="*/ 67284 w 69207"/>
                <a:gd name="connsiteY7" fmla="*/ 56880 h 79914"/>
                <a:gd name="connsiteX8" fmla="*/ 64941 w 69207"/>
                <a:gd name="connsiteY8" fmla="*/ 58644 h 79914"/>
                <a:gd name="connsiteX9" fmla="*/ 28895 w 69207"/>
                <a:gd name="connsiteY9" fmla="*/ 76108 h 79914"/>
                <a:gd name="connsiteX10" fmla="*/ 13215 w 69207"/>
                <a:gd name="connsiteY10" fmla="*/ 55645 h 79914"/>
                <a:gd name="connsiteX11" fmla="*/ 16099 w 69207"/>
                <a:gd name="connsiteY11" fmla="*/ 37298 h 79914"/>
                <a:gd name="connsiteX12" fmla="*/ 25651 w 69207"/>
                <a:gd name="connsiteY12" fmla="*/ 37298 h 79914"/>
                <a:gd name="connsiteX13" fmla="*/ 17180 w 69207"/>
                <a:gd name="connsiteY13" fmla="*/ 33417 h 79914"/>
                <a:gd name="connsiteX14" fmla="*/ 47459 w 69207"/>
                <a:gd name="connsiteY14" fmla="*/ 3956 h 79914"/>
                <a:gd name="connsiteX15" fmla="*/ 60796 w 69207"/>
                <a:gd name="connsiteY15" fmla="*/ 15070 h 79914"/>
                <a:gd name="connsiteX16" fmla="*/ 24570 w 69207"/>
                <a:gd name="connsiteY16" fmla="*/ 33417 h 79914"/>
                <a:gd name="connsiteX17" fmla="*/ 17180 w 69207"/>
                <a:gd name="connsiteY17" fmla="*/ 33417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07" h="79914">
                  <a:moveTo>
                    <a:pt x="25651" y="37298"/>
                  </a:moveTo>
                  <a:cubicBezTo>
                    <a:pt x="30878" y="37298"/>
                    <a:pt x="44215" y="36945"/>
                    <a:pt x="53226" y="33240"/>
                  </a:cubicBezTo>
                  <a:cubicBezTo>
                    <a:pt x="65842" y="27948"/>
                    <a:pt x="66743" y="17540"/>
                    <a:pt x="66743" y="15070"/>
                  </a:cubicBezTo>
                  <a:cubicBezTo>
                    <a:pt x="66743" y="7308"/>
                    <a:pt x="59895" y="75"/>
                    <a:pt x="47459" y="75"/>
                  </a:cubicBezTo>
                  <a:cubicBezTo>
                    <a:pt x="27453" y="75"/>
                    <a:pt x="239" y="17187"/>
                    <a:pt x="239" y="48059"/>
                  </a:cubicBezTo>
                  <a:cubicBezTo>
                    <a:pt x="239" y="66053"/>
                    <a:pt x="10872" y="79990"/>
                    <a:pt x="28535" y="79990"/>
                  </a:cubicBezTo>
                  <a:cubicBezTo>
                    <a:pt x="54308" y="79990"/>
                    <a:pt x="69447" y="61290"/>
                    <a:pt x="69447" y="59173"/>
                  </a:cubicBezTo>
                  <a:cubicBezTo>
                    <a:pt x="69447" y="58114"/>
                    <a:pt x="68365" y="56880"/>
                    <a:pt x="67284" y="56880"/>
                  </a:cubicBezTo>
                  <a:cubicBezTo>
                    <a:pt x="66383" y="56880"/>
                    <a:pt x="66022" y="57232"/>
                    <a:pt x="64941" y="58644"/>
                  </a:cubicBezTo>
                  <a:cubicBezTo>
                    <a:pt x="50703" y="76108"/>
                    <a:pt x="31058" y="76108"/>
                    <a:pt x="28895" y="76108"/>
                  </a:cubicBezTo>
                  <a:cubicBezTo>
                    <a:pt x="14837" y="76108"/>
                    <a:pt x="13215" y="61290"/>
                    <a:pt x="13215" y="55645"/>
                  </a:cubicBezTo>
                  <a:cubicBezTo>
                    <a:pt x="13215" y="53528"/>
                    <a:pt x="13396" y="48059"/>
                    <a:pt x="16099" y="37298"/>
                  </a:cubicBezTo>
                  <a:lnTo>
                    <a:pt x="25651" y="37298"/>
                  </a:lnTo>
                  <a:close/>
                  <a:moveTo>
                    <a:pt x="17180" y="33417"/>
                  </a:moveTo>
                  <a:cubicBezTo>
                    <a:pt x="24209" y="6602"/>
                    <a:pt x="42773" y="3956"/>
                    <a:pt x="47459" y="3956"/>
                  </a:cubicBezTo>
                  <a:cubicBezTo>
                    <a:pt x="55930" y="3956"/>
                    <a:pt x="60796" y="9072"/>
                    <a:pt x="60796" y="15070"/>
                  </a:cubicBezTo>
                  <a:cubicBezTo>
                    <a:pt x="60796" y="33417"/>
                    <a:pt x="31959" y="33417"/>
                    <a:pt x="24570" y="33417"/>
                  </a:cubicBezTo>
                  <a:lnTo>
                    <a:pt x="17180" y="3341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6" name="Freeform: Shape 1135">
              <a:extLst>
                <a:ext uri="{FF2B5EF4-FFF2-40B4-BE49-F238E27FC236}">
                  <a16:creationId xmlns:a16="http://schemas.microsoft.com/office/drawing/2014/main" id="{1C1ECD8F-534A-1DAE-1C19-556D61E2CFDB}"/>
                </a:ext>
              </a:extLst>
            </p:cNvPr>
            <p:cNvSpPr/>
            <p:nvPr>
              <p:custDataLst>
                <p:tags r:id="rId126"/>
              </p:custDataLst>
            </p:nvPr>
          </p:nvSpPr>
          <p:spPr>
            <a:xfrm>
              <a:off x="7962611" y="3977037"/>
              <a:ext cx="32801" cy="123365"/>
            </a:xfrm>
            <a:custGeom>
              <a:avLst/>
              <a:gdLst>
                <a:gd name="connsiteX0" fmla="*/ 30522 w 32801"/>
                <a:gd name="connsiteY0" fmla="*/ 71 h 123365"/>
                <a:gd name="connsiteX1" fmla="*/ 243 w 32801"/>
                <a:gd name="connsiteY1" fmla="*/ 61691 h 123365"/>
                <a:gd name="connsiteX2" fmla="*/ 30522 w 32801"/>
                <a:gd name="connsiteY2" fmla="*/ 123436 h 123365"/>
                <a:gd name="connsiteX3" fmla="*/ 33045 w 32801"/>
                <a:gd name="connsiteY3" fmla="*/ 121954 h 123365"/>
                <a:gd name="connsiteX4" fmla="*/ 31784 w 32801"/>
                <a:gd name="connsiteY4" fmla="*/ 120102 h 123365"/>
                <a:gd name="connsiteX5" fmla="*/ 8822 w 32801"/>
                <a:gd name="connsiteY5" fmla="*/ 61815 h 123365"/>
                <a:gd name="connsiteX6" fmla="*/ 32162 w 32801"/>
                <a:gd name="connsiteY6" fmla="*/ 3034 h 123365"/>
                <a:gd name="connsiteX7" fmla="*/ 33045 w 32801"/>
                <a:gd name="connsiteY7" fmla="*/ 1552 h 123365"/>
                <a:gd name="connsiteX8" fmla="*/ 30522 w 32801"/>
                <a:gd name="connsiteY8"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01" h="123365">
                  <a:moveTo>
                    <a:pt x="30522" y="71"/>
                  </a:moveTo>
                  <a:cubicBezTo>
                    <a:pt x="6551" y="16618"/>
                    <a:pt x="243" y="42798"/>
                    <a:pt x="243" y="61691"/>
                  </a:cubicBezTo>
                  <a:cubicBezTo>
                    <a:pt x="243" y="79103"/>
                    <a:pt x="5542" y="106147"/>
                    <a:pt x="30522" y="123436"/>
                  </a:cubicBezTo>
                  <a:cubicBezTo>
                    <a:pt x="31531" y="123436"/>
                    <a:pt x="33045" y="123436"/>
                    <a:pt x="33045" y="121954"/>
                  </a:cubicBezTo>
                  <a:cubicBezTo>
                    <a:pt x="33045" y="121213"/>
                    <a:pt x="32667" y="120966"/>
                    <a:pt x="31784" y="120102"/>
                  </a:cubicBezTo>
                  <a:cubicBezTo>
                    <a:pt x="15004" y="105283"/>
                    <a:pt x="8822" y="84290"/>
                    <a:pt x="8822" y="61815"/>
                  </a:cubicBezTo>
                  <a:cubicBezTo>
                    <a:pt x="8822" y="28473"/>
                    <a:pt x="21817" y="12172"/>
                    <a:pt x="32162" y="3034"/>
                  </a:cubicBezTo>
                  <a:cubicBezTo>
                    <a:pt x="32667" y="2540"/>
                    <a:pt x="33045" y="2170"/>
                    <a:pt x="33045" y="1552"/>
                  </a:cubicBezTo>
                  <a:cubicBezTo>
                    <a:pt x="33045" y="71"/>
                    <a:pt x="31531" y="71"/>
                    <a:pt x="30522"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7" name="Freeform: Shape 1136">
              <a:extLst>
                <a:ext uri="{FF2B5EF4-FFF2-40B4-BE49-F238E27FC236}">
                  <a16:creationId xmlns:a16="http://schemas.microsoft.com/office/drawing/2014/main" id="{DE387CF3-EA03-A1E6-6A7B-299FB1678E25}"/>
                </a:ext>
              </a:extLst>
            </p:cNvPr>
            <p:cNvSpPr/>
            <p:nvPr>
              <p:custDataLst>
                <p:tags r:id="rId127"/>
              </p:custDataLst>
            </p:nvPr>
          </p:nvSpPr>
          <p:spPr>
            <a:xfrm>
              <a:off x="8007074" y="3982965"/>
              <a:ext cx="88186" cy="110645"/>
            </a:xfrm>
            <a:custGeom>
              <a:avLst/>
              <a:gdLst>
                <a:gd name="connsiteX0" fmla="*/ 8447 w 88186"/>
                <a:gd name="connsiteY0" fmla="*/ 108000 h 110645"/>
                <a:gd name="connsiteX1" fmla="*/ 16143 w 88186"/>
                <a:gd name="connsiteY1" fmla="*/ 77498 h 110645"/>
                <a:gd name="connsiteX2" fmla="*/ 44781 w 88186"/>
                <a:gd name="connsiteY2" fmla="*/ 88365 h 110645"/>
                <a:gd name="connsiteX3" fmla="*/ 87423 w 88186"/>
                <a:gd name="connsiteY3" fmla="*/ 54035 h 110645"/>
                <a:gd name="connsiteX4" fmla="*/ 78845 w 88186"/>
                <a:gd name="connsiteY4" fmla="*/ 37241 h 110645"/>
                <a:gd name="connsiteX5" fmla="*/ 88433 w 88186"/>
                <a:gd name="connsiteY5" fmla="*/ 17606 h 110645"/>
                <a:gd name="connsiteX6" fmla="*/ 65976 w 88186"/>
                <a:gd name="connsiteY6" fmla="*/ 71 h 110645"/>
                <a:gd name="connsiteX7" fmla="*/ 19801 w 88186"/>
                <a:gd name="connsiteY7" fmla="*/ 31684 h 110645"/>
                <a:gd name="connsiteX8" fmla="*/ 751 w 88186"/>
                <a:gd name="connsiteY8" fmla="*/ 106394 h 110645"/>
                <a:gd name="connsiteX9" fmla="*/ 247 w 88186"/>
                <a:gd name="connsiteY9" fmla="*/ 108494 h 110645"/>
                <a:gd name="connsiteX10" fmla="*/ 4284 w 88186"/>
                <a:gd name="connsiteY10" fmla="*/ 110717 h 110645"/>
                <a:gd name="connsiteX11" fmla="*/ 8447 w 88186"/>
                <a:gd name="connsiteY11" fmla="*/ 108000 h 110645"/>
                <a:gd name="connsiteX12" fmla="*/ 47935 w 88186"/>
                <a:gd name="connsiteY12" fmla="*/ 38846 h 110645"/>
                <a:gd name="connsiteX13" fmla="*/ 56388 w 88186"/>
                <a:gd name="connsiteY13" fmla="*/ 37611 h 110645"/>
                <a:gd name="connsiteX14" fmla="*/ 62318 w 88186"/>
                <a:gd name="connsiteY14" fmla="*/ 38105 h 110645"/>
                <a:gd name="connsiteX15" fmla="*/ 54622 w 88186"/>
                <a:gd name="connsiteY15" fmla="*/ 39587 h 110645"/>
                <a:gd name="connsiteX16" fmla="*/ 47935 w 88186"/>
                <a:gd name="connsiteY16" fmla="*/ 38846 h 110645"/>
                <a:gd name="connsiteX17" fmla="*/ 68373 w 88186"/>
                <a:gd name="connsiteY17" fmla="*/ 32919 h 110645"/>
                <a:gd name="connsiteX18" fmla="*/ 56766 w 88186"/>
                <a:gd name="connsiteY18" fmla="*/ 31931 h 110645"/>
                <a:gd name="connsiteX19" fmla="*/ 39861 w 88186"/>
                <a:gd name="connsiteY19" fmla="*/ 39340 h 110645"/>
                <a:gd name="connsiteX20" fmla="*/ 54369 w 88186"/>
                <a:gd name="connsiteY20" fmla="*/ 45267 h 110645"/>
                <a:gd name="connsiteX21" fmla="*/ 69887 w 88186"/>
                <a:gd name="connsiteY21" fmla="*/ 42674 h 110645"/>
                <a:gd name="connsiteX22" fmla="*/ 71401 w 88186"/>
                <a:gd name="connsiteY22" fmla="*/ 49219 h 110645"/>
                <a:gd name="connsiteX23" fmla="*/ 63958 w 88186"/>
                <a:gd name="connsiteY23" fmla="*/ 73670 h 110645"/>
                <a:gd name="connsiteX24" fmla="*/ 44655 w 88186"/>
                <a:gd name="connsiteY24" fmla="*/ 82685 h 110645"/>
                <a:gd name="connsiteX25" fmla="*/ 19928 w 88186"/>
                <a:gd name="connsiteY25" fmla="*/ 65149 h 110645"/>
                <a:gd name="connsiteX26" fmla="*/ 22199 w 88186"/>
                <a:gd name="connsiteY26" fmla="*/ 54159 h 110645"/>
                <a:gd name="connsiteX27" fmla="*/ 27119 w 88186"/>
                <a:gd name="connsiteY27" fmla="*/ 34524 h 110645"/>
                <a:gd name="connsiteX28" fmla="*/ 40492 w 88186"/>
                <a:gd name="connsiteY28" fmla="*/ 14395 h 110645"/>
                <a:gd name="connsiteX29" fmla="*/ 65345 w 88186"/>
                <a:gd name="connsiteY29" fmla="*/ 5751 h 110645"/>
                <a:gd name="connsiteX30" fmla="*/ 73924 w 88186"/>
                <a:gd name="connsiteY30" fmla="*/ 13160 h 110645"/>
                <a:gd name="connsiteX31" fmla="*/ 68373 w 88186"/>
                <a:gd name="connsiteY31" fmla="*/ 32919 h 110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186" h="110645">
                  <a:moveTo>
                    <a:pt x="8447" y="108000"/>
                  </a:moveTo>
                  <a:lnTo>
                    <a:pt x="16143" y="77498"/>
                  </a:lnTo>
                  <a:cubicBezTo>
                    <a:pt x="18540" y="80585"/>
                    <a:pt x="26993" y="88365"/>
                    <a:pt x="44781" y="88365"/>
                  </a:cubicBezTo>
                  <a:cubicBezTo>
                    <a:pt x="73041" y="88365"/>
                    <a:pt x="87423" y="69595"/>
                    <a:pt x="87423" y="54035"/>
                  </a:cubicBezTo>
                  <a:cubicBezTo>
                    <a:pt x="87423" y="46873"/>
                    <a:pt x="84522" y="41192"/>
                    <a:pt x="78845" y="37241"/>
                  </a:cubicBezTo>
                  <a:cubicBezTo>
                    <a:pt x="84396" y="32795"/>
                    <a:pt x="88433" y="24892"/>
                    <a:pt x="88433" y="17606"/>
                  </a:cubicBezTo>
                  <a:cubicBezTo>
                    <a:pt x="88433" y="7603"/>
                    <a:pt x="81115" y="71"/>
                    <a:pt x="65976" y="71"/>
                  </a:cubicBezTo>
                  <a:cubicBezTo>
                    <a:pt x="47304" y="71"/>
                    <a:pt x="24848" y="11679"/>
                    <a:pt x="19801" y="31684"/>
                  </a:cubicBezTo>
                  <a:lnTo>
                    <a:pt x="751" y="106394"/>
                  </a:lnTo>
                  <a:cubicBezTo>
                    <a:pt x="247" y="108123"/>
                    <a:pt x="247" y="108370"/>
                    <a:pt x="247" y="108494"/>
                  </a:cubicBezTo>
                  <a:cubicBezTo>
                    <a:pt x="247" y="110717"/>
                    <a:pt x="2391" y="110717"/>
                    <a:pt x="4284" y="110717"/>
                  </a:cubicBezTo>
                  <a:cubicBezTo>
                    <a:pt x="6807" y="110717"/>
                    <a:pt x="7816" y="110717"/>
                    <a:pt x="8447" y="108000"/>
                  </a:cubicBezTo>
                  <a:close/>
                  <a:moveTo>
                    <a:pt x="47935" y="38846"/>
                  </a:moveTo>
                  <a:cubicBezTo>
                    <a:pt x="49575" y="38105"/>
                    <a:pt x="50711" y="37611"/>
                    <a:pt x="56388" y="37611"/>
                  </a:cubicBezTo>
                  <a:cubicBezTo>
                    <a:pt x="58407" y="37611"/>
                    <a:pt x="60047" y="37611"/>
                    <a:pt x="62318" y="38105"/>
                  </a:cubicBezTo>
                  <a:cubicBezTo>
                    <a:pt x="59542" y="39587"/>
                    <a:pt x="56893" y="39587"/>
                    <a:pt x="54622" y="39587"/>
                  </a:cubicBezTo>
                  <a:cubicBezTo>
                    <a:pt x="50837" y="39587"/>
                    <a:pt x="50458" y="39463"/>
                    <a:pt x="47935" y="38846"/>
                  </a:cubicBezTo>
                  <a:close/>
                  <a:moveTo>
                    <a:pt x="68373" y="32919"/>
                  </a:moveTo>
                  <a:cubicBezTo>
                    <a:pt x="63579" y="31931"/>
                    <a:pt x="59290" y="31931"/>
                    <a:pt x="56766" y="31931"/>
                  </a:cubicBezTo>
                  <a:cubicBezTo>
                    <a:pt x="51342" y="31931"/>
                    <a:pt x="39861" y="31931"/>
                    <a:pt x="39861" y="39340"/>
                  </a:cubicBezTo>
                  <a:cubicBezTo>
                    <a:pt x="39861" y="45144"/>
                    <a:pt x="48188" y="45267"/>
                    <a:pt x="54369" y="45267"/>
                  </a:cubicBezTo>
                  <a:cubicBezTo>
                    <a:pt x="58028" y="45267"/>
                    <a:pt x="63201" y="45267"/>
                    <a:pt x="69887" y="42674"/>
                  </a:cubicBezTo>
                  <a:cubicBezTo>
                    <a:pt x="71023" y="44403"/>
                    <a:pt x="71401" y="46996"/>
                    <a:pt x="71401" y="49219"/>
                  </a:cubicBezTo>
                  <a:cubicBezTo>
                    <a:pt x="71401" y="53541"/>
                    <a:pt x="68752" y="67125"/>
                    <a:pt x="63958" y="73670"/>
                  </a:cubicBezTo>
                  <a:cubicBezTo>
                    <a:pt x="59416" y="79721"/>
                    <a:pt x="52477" y="82685"/>
                    <a:pt x="44655" y="82685"/>
                  </a:cubicBezTo>
                  <a:cubicBezTo>
                    <a:pt x="33931" y="82685"/>
                    <a:pt x="19928" y="77868"/>
                    <a:pt x="19928" y="65149"/>
                  </a:cubicBezTo>
                  <a:cubicBezTo>
                    <a:pt x="19928" y="62803"/>
                    <a:pt x="21189" y="57740"/>
                    <a:pt x="22199" y="54159"/>
                  </a:cubicBezTo>
                  <a:cubicBezTo>
                    <a:pt x="22829" y="51442"/>
                    <a:pt x="26866" y="35635"/>
                    <a:pt x="27119" y="34524"/>
                  </a:cubicBezTo>
                  <a:cubicBezTo>
                    <a:pt x="28254" y="30202"/>
                    <a:pt x="30399" y="21805"/>
                    <a:pt x="40492" y="14395"/>
                  </a:cubicBezTo>
                  <a:cubicBezTo>
                    <a:pt x="50837" y="6739"/>
                    <a:pt x="60804" y="5751"/>
                    <a:pt x="65345" y="5751"/>
                  </a:cubicBezTo>
                  <a:cubicBezTo>
                    <a:pt x="73924" y="5751"/>
                    <a:pt x="73924" y="11185"/>
                    <a:pt x="73924" y="13160"/>
                  </a:cubicBezTo>
                  <a:cubicBezTo>
                    <a:pt x="73924" y="16124"/>
                    <a:pt x="71653" y="27362"/>
                    <a:pt x="68373" y="32919"/>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8" name="Freeform: Shape 1137">
              <a:extLst>
                <a:ext uri="{FF2B5EF4-FFF2-40B4-BE49-F238E27FC236}">
                  <a16:creationId xmlns:a16="http://schemas.microsoft.com/office/drawing/2014/main" id="{DF2BBD27-9A51-4D48-560F-9596BF7024B3}"/>
                </a:ext>
              </a:extLst>
            </p:cNvPr>
            <p:cNvSpPr/>
            <p:nvPr>
              <p:custDataLst>
                <p:tags r:id="rId128"/>
              </p:custDataLst>
            </p:nvPr>
          </p:nvSpPr>
          <p:spPr>
            <a:xfrm>
              <a:off x="8112950" y="3955201"/>
              <a:ext cx="75155" cy="61215"/>
            </a:xfrm>
            <a:custGeom>
              <a:avLst/>
              <a:gdLst>
                <a:gd name="connsiteX0" fmla="*/ 40353 w 75155"/>
                <a:gd name="connsiteY0" fmla="*/ 5007 h 61215"/>
                <a:gd name="connsiteX1" fmla="*/ 71533 w 75155"/>
                <a:gd name="connsiteY1" fmla="*/ 5007 h 61215"/>
                <a:gd name="connsiteX2" fmla="*/ 75408 w 75155"/>
                <a:gd name="connsiteY2" fmla="*/ 2537 h 61215"/>
                <a:gd name="connsiteX3" fmla="*/ 71533 w 75155"/>
                <a:gd name="connsiteY3" fmla="*/ 68 h 61215"/>
                <a:gd name="connsiteX4" fmla="*/ 4127 w 75155"/>
                <a:gd name="connsiteY4" fmla="*/ 68 h 61215"/>
                <a:gd name="connsiteX5" fmla="*/ 252 w 75155"/>
                <a:gd name="connsiteY5" fmla="*/ 2537 h 61215"/>
                <a:gd name="connsiteX6" fmla="*/ 4127 w 75155"/>
                <a:gd name="connsiteY6" fmla="*/ 5007 h 61215"/>
                <a:gd name="connsiteX7" fmla="*/ 35307 w 75155"/>
                <a:gd name="connsiteY7" fmla="*/ 5007 h 61215"/>
                <a:gd name="connsiteX8" fmla="*/ 35307 w 75155"/>
                <a:gd name="connsiteY8" fmla="*/ 57490 h 61215"/>
                <a:gd name="connsiteX9" fmla="*/ 37830 w 75155"/>
                <a:gd name="connsiteY9" fmla="*/ 61283 h 61215"/>
                <a:gd name="connsiteX10" fmla="*/ 40353 w 75155"/>
                <a:gd name="connsiteY10" fmla="*/ 57490 h 61215"/>
                <a:gd name="connsiteX11" fmla="*/ 40353 w 75155"/>
                <a:gd name="connsiteY11" fmla="*/ 5007 h 61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155" h="61215">
                  <a:moveTo>
                    <a:pt x="40353" y="5007"/>
                  </a:moveTo>
                  <a:lnTo>
                    <a:pt x="71533" y="5007"/>
                  </a:lnTo>
                  <a:cubicBezTo>
                    <a:pt x="72974" y="5007"/>
                    <a:pt x="75408" y="5007"/>
                    <a:pt x="75408" y="2537"/>
                  </a:cubicBezTo>
                  <a:cubicBezTo>
                    <a:pt x="75408" y="68"/>
                    <a:pt x="72974" y="68"/>
                    <a:pt x="71533" y="68"/>
                  </a:cubicBezTo>
                  <a:lnTo>
                    <a:pt x="4127" y="68"/>
                  </a:lnTo>
                  <a:cubicBezTo>
                    <a:pt x="2775" y="68"/>
                    <a:pt x="252" y="68"/>
                    <a:pt x="252" y="2537"/>
                  </a:cubicBezTo>
                  <a:cubicBezTo>
                    <a:pt x="252" y="5007"/>
                    <a:pt x="2775" y="5007"/>
                    <a:pt x="4127" y="5007"/>
                  </a:cubicBezTo>
                  <a:lnTo>
                    <a:pt x="35307" y="5007"/>
                  </a:lnTo>
                  <a:lnTo>
                    <a:pt x="35307" y="57490"/>
                  </a:lnTo>
                  <a:cubicBezTo>
                    <a:pt x="35307" y="58813"/>
                    <a:pt x="35307" y="61283"/>
                    <a:pt x="37830" y="61283"/>
                  </a:cubicBezTo>
                  <a:cubicBezTo>
                    <a:pt x="40353" y="61283"/>
                    <a:pt x="40353" y="58901"/>
                    <a:pt x="40353" y="57490"/>
                  </a:cubicBezTo>
                  <a:lnTo>
                    <a:pt x="40353" y="5007"/>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39" name="Freeform: Shape 1138">
              <a:extLst>
                <a:ext uri="{FF2B5EF4-FFF2-40B4-BE49-F238E27FC236}">
                  <a16:creationId xmlns:a16="http://schemas.microsoft.com/office/drawing/2014/main" id="{CC7567AC-0CBA-8312-8EC2-DB7A5D4EEA96}"/>
                </a:ext>
              </a:extLst>
            </p:cNvPr>
            <p:cNvSpPr/>
            <p:nvPr>
              <p:custDataLst>
                <p:tags r:id="rId129"/>
              </p:custDataLst>
            </p:nvPr>
          </p:nvSpPr>
          <p:spPr>
            <a:xfrm>
              <a:off x="8212738" y="4014825"/>
              <a:ext cx="77336" cy="54828"/>
            </a:xfrm>
            <a:custGeom>
              <a:avLst/>
              <a:gdLst>
                <a:gd name="connsiteX0" fmla="*/ 45676 w 77336"/>
                <a:gd name="connsiteY0" fmla="*/ 25015 h 54828"/>
                <a:gd name="connsiteX1" fmla="*/ 63086 w 77336"/>
                <a:gd name="connsiteY1" fmla="*/ 7850 h 54828"/>
                <a:gd name="connsiteX2" fmla="*/ 74819 w 77336"/>
                <a:gd name="connsiteY2" fmla="*/ 6986 h 54828"/>
                <a:gd name="connsiteX3" fmla="*/ 74819 w 77336"/>
                <a:gd name="connsiteY3" fmla="*/ 71 h 54828"/>
                <a:gd name="connsiteX4" fmla="*/ 62581 w 77336"/>
                <a:gd name="connsiteY4" fmla="*/ 565 h 54828"/>
                <a:gd name="connsiteX5" fmla="*/ 48577 w 77336"/>
                <a:gd name="connsiteY5" fmla="*/ 71 h 54828"/>
                <a:gd name="connsiteX6" fmla="*/ 48577 w 77336"/>
                <a:gd name="connsiteY6" fmla="*/ 6986 h 54828"/>
                <a:gd name="connsiteX7" fmla="*/ 51984 w 77336"/>
                <a:gd name="connsiteY7" fmla="*/ 7727 h 54828"/>
                <a:gd name="connsiteX8" fmla="*/ 40125 w 77336"/>
                <a:gd name="connsiteY8" fmla="*/ 19458 h 54828"/>
                <a:gd name="connsiteX9" fmla="*/ 27887 w 77336"/>
                <a:gd name="connsiteY9" fmla="*/ 6986 h 54828"/>
                <a:gd name="connsiteX10" fmla="*/ 31293 w 77336"/>
                <a:gd name="connsiteY10" fmla="*/ 6986 h 54828"/>
                <a:gd name="connsiteX11" fmla="*/ 31293 w 77336"/>
                <a:gd name="connsiteY11" fmla="*/ 71 h 54828"/>
                <a:gd name="connsiteX12" fmla="*/ 15271 w 77336"/>
                <a:gd name="connsiteY12" fmla="*/ 565 h 54828"/>
                <a:gd name="connsiteX13" fmla="*/ 1015 w 77336"/>
                <a:gd name="connsiteY13" fmla="*/ 71 h 54828"/>
                <a:gd name="connsiteX14" fmla="*/ 1015 w 77336"/>
                <a:gd name="connsiteY14" fmla="*/ 6986 h 54828"/>
                <a:gd name="connsiteX15" fmla="*/ 10477 w 77336"/>
                <a:gd name="connsiteY15" fmla="*/ 6986 h 54828"/>
                <a:gd name="connsiteX16" fmla="*/ 31167 w 77336"/>
                <a:gd name="connsiteY16" fmla="*/ 28103 h 54828"/>
                <a:gd name="connsiteX17" fmla="*/ 13000 w 77336"/>
                <a:gd name="connsiteY17" fmla="*/ 46008 h 54828"/>
                <a:gd name="connsiteX18" fmla="*/ 7323 w 77336"/>
                <a:gd name="connsiteY18" fmla="*/ 47861 h 54828"/>
                <a:gd name="connsiteX19" fmla="*/ 258 w 77336"/>
                <a:gd name="connsiteY19" fmla="*/ 47984 h 54828"/>
                <a:gd name="connsiteX20" fmla="*/ 258 w 77336"/>
                <a:gd name="connsiteY20" fmla="*/ 54900 h 54828"/>
                <a:gd name="connsiteX21" fmla="*/ 12495 w 77336"/>
                <a:gd name="connsiteY21" fmla="*/ 54406 h 54828"/>
                <a:gd name="connsiteX22" fmla="*/ 26499 w 77336"/>
                <a:gd name="connsiteY22" fmla="*/ 54900 h 54828"/>
                <a:gd name="connsiteX23" fmla="*/ 26499 w 77336"/>
                <a:gd name="connsiteY23" fmla="*/ 47984 h 54828"/>
                <a:gd name="connsiteX24" fmla="*/ 23093 w 77336"/>
                <a:gd name="connsiteY24" fmla="*/ 47120 h 54828"/>
                <a:gd name="connsiteX25" fmla="*/ 36718 w 77336"/>
                <a:gd name="connsiteY25" fmla="*/ 33783 h 54828"/>
                <a:gd name="connsiteX26" fmla="*/ 50722 w 77336"/>
                <a:gd name="connsiteY26" fmla="*/ 47984 h 54828"/>
                <a:gd name="connsiteX27" fmla="*/ 47442 w 77336"/>
                <a:gd name="connsiteY27" fmla="*/ 47984 h 54828"/>
                <a:gd name="connsiteX28" fmla="*/ 47442 w 77336"/>
                <a:gd name="connsiteY28" fmla="*/ 54900 h 54828"/>
                <a:gd name="connsiteX29" fmla="*/ 63464 w 77336"/>
                <a:gd name="connsiteY29" fmla="*/ 54406 h 54828"/>
                <a:gd name="connsiteX30" fmla="*/ 77594 w 77336"/>
                <a:gd name="connsiteY30" fmla="*/ 54900 h 54828"/>
                <a:gd name="connsiteX31" fmla="*/ 77594 w 77336"/>
                <a:gd name="connsiteY31" fmla="*/ 47984 h 54828"/>
                <a:gd name="connsiteX32" fmla="*/ 68258 w 77336"/>
                <a:gd name="connsiteY32" fmla="*/ 47984 h 54828"/>
                <a:gd name="connsiteX33" fmla="*/ 45676 w 77336"/>
                <a:gd name="connsiteY33" fmla="*/ 25015 h 5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7336" h="54828">
                  <a:moveTo>
                    <a:pt x="45676" y="25015"/>
                  </a:moveTo>
                  <a:lnTo>
                    <a:pt x="63086" y="7850"/>
                  </a:lnTo>
                  <a:cubicBezTo>
                    <a:pt x="66114" y="6986"/>
                    <a:pt x="69394" y="6986"/>
                    <a:pt x="74819" y="6986"/>
                  </a:cubicBezTo>
                  <a:lnTo>
                    <a:pt x="74819" y="71"/>
                  </a:lnTo>
                  <a:cubicBezTo>
                    <a:pt x="70782" y="441"/>
                    <a:pt x="66618" y="565"/>
                    <a:pt x="62581" y="565"/>
                  </a:cubicBezTo>
                  <a:cubicBezTo>
                    <a:pt x="58292" y="565"/>
                    <a:pt x="49587" y="194"/>
                    <a:pt x="48577" y="71"/>
                  </a:cubicBezTo>
                  <a:lnTo>
                    <a:pt x="48577" y="6986"/>
                  </a:lnTo>
                  <a:cubicBezTo>
                    <a:pt x="50217" y="6986"/>
                    <a:pt x="51100" y="7233"/>
                    <a:pt x="51984" y="7727"/>
                  </a:cubicBezTo>
                  <a:lnTo>
                    <a:pt x="40125" y="19458"/>
                  </a:lnTo>
                  <a:lnTo>
                    <a:pt x="27887" y="6986"/>
                  </a:lnTo>
                  <a:lnTo>
                    <a:pt x="31293" y="6986"/>
                  </a:lnTo>
                  <a:lnTo>
                    <a:pt x="31293" y="71"/>
                  </a:lnTo>
                  <a:cubicBezTo>
                    <a:pt x="30536" y="71"/>
                    <a:pt x="20570" y="565"/>
                    <a:pt x="15271" y="565"/>
                  </a:cubicBezTo>
                  <a:cubicBezTo>
                    <a:pt x="10477" y="565"/>
                    <a:pt x="5809" y="441"/>
                    <a:pt x="1015" y="71"/>
                  </a:cubicBezTo>
                  <a:lnTo>
                    <a:pt x="1015" y="6986"/>
                  </a:lnTo>
                  <a:lnTo>
                    <a:pt x="10477" y="6986"/>
                  </a:lnTo>
                  <a:lnTo>
                    <a:pt x="31167" y="28103"/>
                  </a:lnTo>
                  <a:lnTo>
                    <a:pt x="13000" y="46008"/>
                  </a:lnTo>
                  <a:cubicBezTo>
                    <a:pt x="11360" y="47490"/>
                    <a:pt x="11234" y="47614"/>
                    <a:pt x="7323" y="47861"/>
                  </a:cubicBezTo>
                  <a:cubicBezTo>
                    <a:pt x="5304" y="47984"/>
                    <a:pt x="889" y="47984"/>
                    <a:pt x="258" y="47984"/>
                  </a:cubicBezTo>
                  <a:lnTo>
                    <a:pt x="258" y="54900"/>
                  </a:lnTo>
                  <a:cubicBezTo>
                    <a:pt x="4295" y="54529"/>
                    <a:pt x="8458" y="54406"/>
                    <a:pt x="12495" y="54406"/>
                  </a:cubicBezTo>
                  <a:cubicBezTo>
                    <a:pt x="15902" y="54406"/>
                    <a:pt x="24859" y="54776"/>
                    <a:pt x="26499" y="54900"/>
                  </a:cubicBezTo>
                  <a:lnTo>
                    <a:pt x="26499" y="47984"/>
                  </a:lnTo>
                  <a:cubicBezTo>
                    <a:pt x="24481" y="47984"/>
                    <a:pt x="23976" y="47737"/>
                    <a:pt x="23093" y="47120"/>
                  </a:cubicBezTo>
                  <a:lnTo>
                    <a:pt x="36718" y="33783"/>
                  </a:lnTo>
                  <a:lnTo>
                    <a:pt x="50722" y="47984"/>
                  </a:lnTo>
                  <a:lnTo>
                    <a:pt x="47442" y="47984"/>
                  </a:lnTo>
                  <a:lnTo>
                    <a:pt x="47442" y="54900"/>
                  </a:lnTo>
                  <a:cubicBezTo>
                    <a:pt x="47568" y="54900"/>
                    <a:pt x="57661" y="54406"/>
                    <a:pt x="63464" y="54406"/>
                  </a:cubicBezTo>
                  <a:cubicBezTo>
                    <a:pt x="68132" y="54406"/>
                    <a:pt x="72926" y="54529"/>
                    <a:pt x="77594" y="54900"/>
                  </a:cubicBezTo>
                  <a:lnTo>
                    <a:pt x="77594" y="47984"/>
                  </a:lnTo>
                  <a:lnTo>
                    <a:pt x="68258" y="47984"/>
                  </a:lnTo>
                  <a:lnTo>
                    <a:pt x="45676" y="25015"/>
                  </a:ln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sp>
          <p:nvSpPr>
            <p:cNvPr id="1140" name="Freeform: Shape 1139">
              <a:extLst>
                <a:ext uri="{FF2B5EF4-FFF2-40B4-BE49-F238E27FC236}">
                  <a16:creationId xmlns:a16="http://schemas.microsoft.com/office/drawing/2014/main" id="{3C55EDC1-5FA0-B3D3-B4FC-304470D927E5}"/>
                </a:ext>
              </a:extLst>
            </p:cNvPr>
            <p:cNvSpPr/>
            <p:nvPr>
              <p:custDataLst>
                <p:tags r:id="rId130"/>
              </p:custDataLst>
            </p:nvPr>
          </p:nvSpPr>
          <p:spPr>
            <a:xfrm>
              <a:off x="8303415" y="3977037"/>
              <a:ext cx="32675" cy="123365"/>
            </a:xfrm>
            <a:custGeom>
              <a:avLst/>
              <a:gdLst>
                <a:gd name="connsiteX0" fmla="*/ 2660 w 32675"/>
                <a:gd name="connsiteY0" fmla="*/ 71 h 123365"/>
                <a:gd name="connsiteX1" fmla="*/ 263 w 32675"/>
                <a:gd name="connsiteY1" fmla="*/ 1552 h 123365"/>
                <a:gd name="connsiteX2" fmla="*/ 1398 w 32675"/>
                <a:gd name="connsiteY2" fmla="*/ 3405 h 123365"/>
                <a:gd name="connsiteX3" fmla="*/ 24359 w 32675"/>
                <a:gd name="connsiteY3" fmla="*/ 61691 h 123365"/>
                <a:gd name="connsiteX4" fmla="*/ 2534 w 32675"/>
                <a:gd name="connsiteY4" fmla="*/ 119114 h 123365"/>
                <a:gd name="connsiteX5" fmla="*/ 263 w 32675"/>
                <a:gd name="connsiteY5" fmla="*/ 121954 h 123365"/>
                <a:gd name="connsiteX6" fmla="*/ 1903 w 32675"/>
                <a:gd name="connsiteY6" fmla="*/ 123436 h 123365"/>
                <a:gd name="connsiteX7" fmla="*/ 23728 w 32675"/>
                <a:gd name="connsiteY7" fmla="*/ 99849 h 123365"/>
                <a:gd name="connsiteX8" fmla="*/ 32938 w 32675"/>
                <a:gd name="connsiteY8" fmla="*/ 61815 h 123365"/>
                <a:gd name="connsiteX9" fmla="*/ 2660 w 32675"/>
                <a:gd name="connsiteY9" fmla="*/ 71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75" h="123365">
                  <a:moveTo>
                    <a:pt x="2660" y="71"/>
                  </a:moveTo>
                  <a:cubicBezTo>
                    <a:pt x="1777" y="71"/>
                    <a:pt x="263" y="71"/>
                    <a:pt x="263" y="1552"/>
                  </a:cubicBezTo>
                  <a:cubicBezTo>
                    <a:pt x="263" y="2170"/>
                    <a:pt x="641" y="2540"/>
                    <a:pt x="1398" y="3405"/>
                  </a:cubicBezTo>
                  <a:cubicBezTo>
                    <a:pt x="12248" y="13160"/>
                    <a:pt x="24359" y="29831"/>
                    <a:pt x="24359" y="61691"/>
                  </a:cubicBezTo>
                  <a:cubicBezTo>
                    <a:pt x="24359" y="87501"/>
                    <a:pt x="16159" y="107012"/>
                    <a:pt x="2534" y="119114"/>
                  </a:cubicBezTo>
                  <a:cubicBezTo>
                    <a:pt x="389" y="121213"/>
                    <a:pt x="263" y="121337"/>
                    <a:pt x="263" y="121954"/>
                  </a:cubicBezTo>
                  <a:cubicBezTo>
                    <a:pt x="263" y="122571"/>
                    <a:pt x="641" y="123436"/>
                    <a:pt x="1903" y="123436"/>
                  </a:cubicBezTo>
                  <a:cubicBezTo>
                    <a:pt x="3417" y="123436"/>
                    <a:pt x="15402" y="115286"/>
                    <a:pt x="23728" y="99849"/>
                  </a:cubicBezTo>
                  <a:cubicBezTo>
                    <a:pt x="29280" y="89600"/>
                    <a:pt x="32938" y="76263"/>
                    <a:pt x="32938" y="61815"/>
                  </a:cubicBezTo>
                  <a:cubicBezTo>
                    <a:pt x="32938" y="44403"/>
                    <a:pt x="27639" y="17359"/>
                    <a:pt x="2660" y="71"/>
                  </a:cubicBezTo>
                  <a:close/>
                </a:path>
              </a:pathLst>
            </a:custGeom>
            <a:solidFill>
              <a:srgbClr val="000000"/>
            </a:solidFill>
            <a:ln w="254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GB">
                <a:solidFill>
                  <a:prstClr val="black"/>
                </a:solidFill>
                <a:latin typeface="Aptos" panose="020B0004020202020204"/>
              </a:endParaRPr>
            </a:p>
          </p:txBody>
        </p:sp>
      </p:grpSp>
      <p:sp>
        <p:nvSpPr>
          <p:cNvPr id="1141" name="Oval 1140">
            <a:extLst>
              <a:ext uri="{FF2B5EF4-FFF2-40B4-BE49-F238E27FC236}">
                <a16:creationId xmlns:a16="http://schemas.microsoft.com/office/drawing/2014/main" id="{7E48B852-3788-3F1C-E46A-797389C14260}"/>
              </a:ext>
            </a:extLst>
          </p:cNvPr>
          <p:cNvSpPr/>
          <p:nvPr/>
        </p:nvSpPr>
        <p:spPr>
          <a:xfrm>
            <a:off x="1231080" y="3122200"/>
            <a:ext cx="227077" cy="227077"/>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400"/>
              <a:t>2</a:t>
            </a:r>
          </a:p>
        </p:txBody>
      </p:sp>
      <p:grpSp>
        <p:nvGrpSpPr>
          <p:cNvPr id="2247" name="Group 2246" descr="\documentclass{article}&#10;\usepackage{amsmath}&#10;\usepackage{amsfonts}&#10;\pagestyle{empty}&#10;\begin{document}&#10;&#10;\[&#10;Y&gt;1 =&#10;\begin{cases}&#10;1 &amp; \text{if } y = \text{&quot;somewhat likely&quot;} \text{ or } \text{&quot;very likely&quot;} \\&#10;0 &amp; \text{if } y = \text{&quot;not likely&quot;} \\&#10;\end{cases}&#10;\]&#10;&#10;\end{document}" title="IguanaTex Shape Display">
            <a:extLst>
              <a:ext uri="{FF2B5EF4-FFF2-40B4-BE49-F238E27FC236}">
                <a16:creationId xmlns:a16="http://schemas.microsoft.com/office/drawing/2014/main" id="{9C3E4CF0-76AB-FE68-75B3-1C6CEFD0B21D}"/>
              </a:ext>
            </a:extLst>
          </p:cNvPr>
          <p:cNvGrpSpPr>
            <a:grpSpLocks noChangeAspect="1"/>
          </p:cNvGrpSpPr>
          <p:nvPr>
            <p:custDataLst>
              <p:tags r:id="rId4"/>
            </p:custDataLst>
          </p:nvPr>
        </p:nvGrpSpPr>
        <p:grpSpPr>
          <a:xfrm>
            <a:off x="3124200" y="2438400"/>
            <a:ext cx="2399251" cy="301035"/>
            <a:chOff x="4266505" y="3080823"/>
            <a:chExt cx="2399251" cy="301035"/>
          </a:xfrm>
        </p:grpSpPr>
        <p:sp>
          <p:nvSpPr>
            <p:cNvPr id="13" name="Freeform: Shape 12">
              <a:extLst>
                <a:ext uri="{FF2B5EF4-FFF2-40B4-BE49-F238E27FC236}">
                  <a16:creationId xmlns:a16="http://schemas.microsoft.com/office/drawing/2014/main" id="{F656920C-1370-F531-76A0-2E540DA48119}"/>
                </a:ext>
              </a:extLst>
            </p:cNvPr>
            <p:cNvSpPr/>
            <p:nvPr>
              <p:custDataLst>
                <p:tags r:id="rId63"/>
              </p:custDataLst>
            </p:nvPr>
          </p:nvSpPr>
          <p:spPr>
            <a:xfrm>
              <a:off x="4266505" y="3187929"/>
              <a:ext cx="72975" cy="68558"/>
            </a:xfrm>
            <a:custGeom>
              <a:avLst/>
              <a:gdLst>
                <a:gd name="csX0" fmla="*/ 56526 w 72975"/>
                <a:gd name="csY0" fmla="*/ 11524 h 68558"/>
                <a:gd name="csX1" fmla="*/ 57931 w 72975"/>
                <a:gd name="csY1" fmla="*/ 10119 h 68558"/>
                <a:gd name="csX2" fmla="*/ 71081 w 72975"/>
                <a:gd name="csY2" fmla="*/ 3193 h 68558"/>
                <a:gd name="csX3" fmla="*/ 73088 w 72975"/>
                <a:gd name="csY3" fmla="*/ 1286 h 68558"/>
                <a:gd name="csX4" fmla="*/ 71783 w 72975"/>
                <a:gd name="csY4" fmla="*/ 81 h 68558"/>
                <a:gd name="csX5" fmla="*/ 63552 w 72975"/>
                <a:gd name="csY5" fmla="*/ 382 h 68558"/>
                <a:gd name="csX6" fmla="*/ 53514 w 72975"/>
                <a:gd name="csY6" fmla="*/ 81 h 68558"/>
                <a:gd name="csX7" fmla="*/ 51607 w 72975"/>
                <a:gd name="csY7" fmla="*/ 1988 h 68558"/>
                <a:gd name="csX8" fmla="*/ 53113 w 72975"/>
                <a:gd name="csY8" fmla="*/ 3193 h 68558"/>
                <a:gd name="csX9" fmla="*/ 56726 w 72975"/>
                <a:gd name="csY9" fmla="*/ 5502 h 68558"/>
                <a:gd name="csX10" fmla="*/ 54016 w 72975"/>
                <a:gd name="csY10" fmla="*/ 10320 h 68558"/>
                <a:gd name="csX11" fmla="*/ 30728 w 72975"/>
                <a:gd name="csY11" fmla="*/ 37121 h 68558"/>
                <a:gd name="csX12" fmla="*/ 19687 w 72975"/>
                <a:gd name="csY12" fmla="*/ 7308 h 68558"/>
                <a:gd name="csX13" fmla="*/ 19085 w 72975"/>
                <a:gd name="csY13" fmla="*/ 5602 h 68558"/>
                <a:gd name="csX14" fmla="*/ 25007 w 72975"/>
                <a:gd name="csY14" fmla="*/ 3193 h 68558"/>
                <a:gd name="csX15" fmla="*/ 27416 w 72975"/>
                <a:gd name="csY15" fmla="*/ 1185 h 68558"/>
                <a:gd name="csX16" fmla="*/ 25910 w 72975"/>
                <a:gd name="csY16" fmla="*/ 81 h 68558"/>
                <a:gd name="csX17" fmla="*/ 13263 w 72975"/>
                <a:gd name="csY17" fmla="*/ 382 h 68558"/>
                <a:gd name="csX18" fmla="*/ 2020 w 72975"/>
                <a:gd name="csY18" fmla="*/ 81 h 68558"/>
                <a:gd name="csX19" fmla="*/ 113 w 72975"/>
                <a:gd name="csY19" fmla="*/ 2089 h 68558"/>
                <a:gd name="csX20" fmla="*/ 2422 w 72975"/>
                <a:gd name="csY20" fmla="*/ 3193 h 68558"/>
                <a:gd name="csX21" fmla="*/ 9749 w 72975"/>
                <a:gd name="csY21" fmla="*/ 6606 h 68558"/>
                <a:gd name="csX22" fmla="*/ 22096 w 72975"/>
                <a:gd name="csY22" fmla="*/ 39630 h 68558"/>
                <a:gd name="csX23" fmla="*/ 22497 w 72975"/>
                <a:gd name="csY23" fmla="*/ 41337 h 68558"/>
                <a:gd name="csX24" fmla="*/ 17980 w 72975"/>
                <a:gd name="csY24" fmla="*/ 59606 h 68558"/>
                <a:gd name="csX25" fmla="*/ 8545 w 72975"/>
                <a:gd name="csY25" fmla="*/ 65528 h 68558"/>
                <a:gd name="csX26" fmla="*/ 5835 w 72975"/>
                <a:gd name="csY26" fmla="*/ 67536 h 68558"/>
                <a:gd name="csX27" fmla="*/ 7240 w 72975"/>
                <a:gd name="csY27" fmla="*/ 68640 h 68558"/>
                <a:gd name="csX28" fmla="*/ 19888 w 72975"/>
                <a:gd name="csY28" fmla="*/ 68339 h 68558"/>
                <a:gd name="csX29" fmla="*/ 32736 w 72975"/>
                <a:gd name="csY29" fmla="*/ 68640 h 68558"/>
                <a:gd name="csX30" fmla="*/ 34643 w 72975"/>
                <a:gd name="csY30" fmla="*/ 66632 h 68558"/>
                <a:gd name="csX31" fmla="*/ 31833 w 72975"/>
                <a:gd name="csY31" fmla="*/ 65528 h 68558"/>
                <a:gd name="csX32" fmla="*/ 28018 w 72975"/>
                <a:gd name="csY32" fmla="*/ 65327 h 68558"/>
                <a:gd name="csX33" fmla="*/ 25308 w 72975"/>
                <a:gd name="csY33" fmla="*/ 63721 h 68558"/>
                <a:gd name="csX34" fmla="*/ 26713 w 72975"/>
                <a:gd name="csY34" fmla="*/ 57397 h 68558"/>
                <a:gd name="csX35" fmla="*/ 30227 w 72975"/>
                <a:gd name="csY35" fmla="*/ 43244 h 68558"/>
                <a:gd name="csX36" fmla="*/ 31632 w 72975"/>
                <a:gd name="csY36" fmla="*/ 40132 h 68558"/>
                <a:gd name="csX37" fmla="*/ 56526 w 72975"/>
                <a:gd name="csY37" fmla="*/ 11524 h 685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72975" h="68558">
                  <a:moveTo>
                    <a:pt x="56526" y="11524"/>
                  </a:moveTo>
                  <a:lnTo>
                    <a:pt x="57931" y="10119"/>
                  </a:lnTo>
                  <a:cubicBezTo>
                    <a:pt x="60942" y="7108"/>
                    <a:pt x="64255" y="3695"/>
                    <a:pt x="71081" y="3193"/>
                  </a:cubicBezTo>
                  <a:cubicBezTo>
                    <a:pt x="72185" y="3093"/>
                    <a:pt x="73088" y="3093"/>
                    <a:pt x="73088" y="1286"/>
                  </a:cubicBezTo>
                  <a:cubicBezTo>
                    <a:pt x="73088" y="483"/>
                    <a:pt x="72586" y="81"/>
                    <a:pt x="71783" y="81"/>
                  </a:cubicBezTo>
                  <a:cubicBezTo>
                    <a:pt x="69173" y="81"/>
                    <a:pt x="66262" y="382"/>
                    <a:pt x="63552" y="382"/>
                  </a:cubicBezTo>
                  <a:cubicBezTo>
                    <a:pt x="60240" y="382"/>
                    <a:pt x="56726" y="81"/>
                    <a:pt x="53514" y="81"/>
                  </a:cubicBezTo>
                  <a:cubicBezTo>
                    <a:pt x="52912" y="81"/>
                    <a:pt x="51607" y="81"/>
                    <a:pt x="51607" y="1988"/>
                  </a:cubicBezTo>
                  <a:cubicBezTo>
                    <a:pt x="51607" y="3093"/>
                    <a:pt x="52611" y="3193"/>
                    <a:pt x="53113" y="3193"/>
                  </a:cubicBezTo>
                  <a:cubicBezTo>
                    <a:pt x="53816" y="3193"/>
                    <a:pt x="56726" y="3394"/>
                    <a:pt x="56726" y="5502"/>
                  </a:cubicBezTo>
                  <a:cubicBezTo>
                    <a:pt x="56726" y="7208"/>
                    <a:pt x="54418" y="9818"/>
                    <a:pt x="54016" y="10320"/>
                  </a:cubicBezTo>
                  <a:lnTo>
                    <a:pt x="30728" y="37121"/>
                  </a:lnTo>
                  <a:lnTo>
                    <a:pt x="19687" y="7308"/>
                  </a:lnTo>
                  <a:cubicBezTo>
                    <a:pt x="19085" y="5903"/>
                    <a:pt x="19085" y="5702"/>
                    <a:pt x="19085" y="5602"/>
                  </a:cubicBezTo>
                  <a:cubicBezTo>
                    <a:pt x="19085" y="3193"/>
                    <a:pt x="24003" y="3193"/>
                    <a:pt x="25007" y="3193"/>
                  </a:cubicBezTo>
                  <a:cubicBezTo>
                    <a:pt x="26412" y="3193"/>
                    <a:pt x="27416" y="3193"/>
                    <a:pt x="27416" y="1185"/>
                  </a:cubicBezTo>
                  <a:cubicBezTo>
                    <a:pt x="27416" y="81"/>
                    <a:pt x="26211" y="81"/>
                    <a:pt x="25910" y="81"/>
                  </a:cubicBezTo>
                  <a:cubicBezTo>
                    <a:pt x="23100" y="81"/>
                    <a:pt x="16073" y="382"/>
                    <a:pt x="13263" y="382"/>
                  </a:cubicBezTo>
                  <a:cubicBezTo>
                    <a:pt x="10753" y="382"/>
                    <a:pt x="4530" y="81"/>
                    <a:pt x="2020" y="81"/>
                  </a:cubicBezTo>
                  <a:cubicBezTo>
                    <a:pt x="1418" y="81"/>
                    <a:pt x="113" y="81"/>
                    <a:pt x="113" y="2089"/>
                  </a:cubicBezTo>
                  <a:cubicBezTo>
                    <a:pt x="113" y="3193"/>
                    <a:pt x="1117" y="3193"/>
                    <a:pt x="2422" y="3193"/>
                  </a:cubicBezTo>
                  <a:cubicBezTo>
                    <a:pt x="8444" y="3193"/>
                    <a:pt x="8846" y="4096"/>
                    <a:pt x="9749" y="6606"/>
                  </a:cubicBezTo>
                  <a:lnTo>
                    <a:pt x="22096" y="39630"/>
                  </a:lnTo>
                  <a:cubicBezTo>
                    <a:pt x="22196" y="39931"/>
                    <a:pt x="22497" y="41036"/>
                    <a:pt x="22497" y="41337"/>
                  </a:cubicBezTo>
                  <a:cubicBezTo>
                    <a:pt x="22497" y="41638"/>
                    <a:pt x="18482" y="57799"/>
                    <a:pt x="17980" y="59606"/>
                  </a:cubicBezTo>
                  <a:cubicBezTo>
                    <a:pt x="16675" y="65127"/>
                    <a:pt x="16575" y="65428"/>
                    <a:pt x="8545" y="65528"/>
                  </a:cubicBezTo>
                  <a:cubicBezTo>
                    <a:pt x="6638" y="65528"/>
                    <a:pt x="5835" y="65528"/>
                    <a:pt x="5835" y="67536"/>
                  </a:cubicBezTo>
                  <a:cubicBezTo>
                    <a:pt x="5835" y="68640"/>
                    <a:pt x="7039" y="68640"/>
                    <a:pt x="7240" y="68640"/>
                  </a:cubicBezTo>
                  <a:cubicBezTo>
                    <a:pt x="10050" y="68640"/>
                    <a:pt x="17077" y="68339"/>
                    <a:pt x="19888" y="68339"/>
                  </a:cubicBezTo>
                  <a:cubicBezTo>
                    <a:pt x="22698" y="68339"/>
                    <a:pt x="29925" y="68640"/>
                    <a:pt x="32736" y="68640"/>
                  </a:cubicBezTo>
                  <a:cubicBezTo>
                    <a:pt x="33439" y="68640"/>
                    <a:pt x="34643" y="68640"/>
                    <a:pt x="34643" y="66632"/>
                  </a:cubicBezTo>
                  <a:cubicBezTo>
                    <a:pt x="34643" y="65528"/>
                    <a:pt x="33740" y="65528"/>
                    <a:pt x="31833" y="65528"/>
                  </a:cubicBezTo>
                  <a:cubicBezTo>
                    <a:pt x="31632" y="65528"/>
                    <a:pt x="29725" y="65528"/>
                    <a:pt x="28018" y="65327"/>
                  </a:cubicBezTo>
                  <a:cubicBezTo>
                    <a:pt x="25910" y="65127"/>
                    <a:pt x="25308" y="64926"/>
                    <a:pt x="25308" y="63721"/>
                  </a:cubicBezTo>
                  <a:cubicBezTo>
                    <a:pt x="25308" y="63019"/>
                    <a:pt x="26211" y="59505"/>
                    <a:pt x="26713" y="57397"/>
                  </a:cubicBezTo>
                  <a:lnTo>
                    <a:pt x="30227" y="43244"/>
                  </a:lnTo>
                  <a:cubicBezTo>
                    <a:pt x="30728" y="41337"/>
                    <a:pt x="30829" y="41036"/>
                    <a:pt x="31632" y="40132"/>
                  </a:cubicBezTo>
                  <a:lnTo>
                    <a:pt x="56526" y="11524"/>
                  </a:lnTo>
                  <a:close/>
                </a:path>
              </a:pathLst>
            </a:custGeom>
            <a:solidFill>
              <a:srgbClr val="000000"/>
            </a:solidFill>
            <a:ln w="25400" cap="flat">
              <a:noFill/>
              <a:prstDash val="solid"/>
              <a:miter/>
            </a:ln>
          </p:spPr>
          <p:txBody>
            <a:bodyPr/>
            <a:lstStyle/>
            <a:p>
              <a:endParaRPr lang="en-US"/>
            </a:p>
          </p:txBody>
        </p:sp>
        <p:sp>
          <p:nvSpPr>
            <p:cNvPr id="14" name="Freeform: Shape 13">
              <a:extLst>
                <a:ext uri="{FF2B5EF4-FFF2-40B4-BE49-F238E27FC236}">
                  <a16:creationId xmlns:a16="http://schemas.microsoft.com/office/drawing/2014/main" id="{472A6FCF-AF11-60F9-E393-661107CFF353}"/>
                </a:ext>
              </a:extLst>
            </p:cNvPr>
            <p:cNvSpPr/>
            <p:nvPr>
              <p:custDataLst>
                <p:tags r:id="rId64"/>
              </p:custDataLst>
            </p:nvPr>
          </p:nvSpPr>
          <p:spPr>
            <a:xfrm>
              <a:off x="4379787" y="3202283"/>
              <a:ext cx="61331" cy="58219"/>
            </a:xfrm>
            <a:custGeom>
              <a:avLst/>
              <a:gdLst>
                <a:gd name="csX0" fmla="*/ 59548 w 61331"/>
                <a:gd name="csY0" fmla="*/ 31399 h 58219"/>
                <a:gd name="csX1" fmla="*/ 61455 w 61331"/>
                <a:gd name="csY1" fmla="*/ 29191 h 58219"/>
                <a:gd name="csX2" fmla="*/ 59548 w 61331"/>
                <a:gd name="csY2" fmla="*/ 26983 h 58219"/>
                <a:gd name="csX3" fmla="*/ 3938 w 61331"/>
                <a:gd name="csY3" fmla="*/ 784 h 58219"/>
                <a:gd name="csX4" fmla="*/ 2131 w 61331"/>
                <a:gd name="csY4" fmla="*/ 81 h 58219"/>
                <a:gd name="csX5" fmla="*/ 124 w 61331"/>
                <a:gd name="csY5" fmla="*/ 2089 h 58219"/>
                <a:gd name="csX6" fmla="*/ 2031 w 61331"/>
                <a:gd name="csY6" fmla="*/ 4297 h 58219"/>
                <a:gd name="csX7" fmla="*/ 54730 w 61331"/>
                <a:gd name="csY7" fmla="*/ 29191 h 58219"/>
                <a:gd name="csX8" fmla="*/ 2031 w 61331"/>
                <a:gd name="csY8" fmla="*/ 54085 h 58219"/>
                <a:gd name="csX9" fmla="*/ 124 w 61331"/>
                <a:gd name="csY9" fmla="*/ 56293 h 58219"/>
                <a:gd name="csX10" fmla="*/ 2131 w 61331"/>
                <a:gd name="csY10" fmla="*/ 58301 h 58219"/>
                <a:gd name="csX11" fmla="*/ 3938 w 61331"/>
                <a:gd name="csY11" fmla="*/ 57598 h 58219"/>
                <a:gd name="csX12" fmla="*/ 59548 w 61331"/>
                <a:gd name="csY12" fmla="*/ 31399 h 58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331" h="58219">
                  <a:moveTo>
                    <a:pt x="59548" y="31399"/>
                  </a:moveTo>
                  <a:cubicBezTo>
                    <a:pt x="60652" y="30897"/>
                    <a:pt x="61455" y="30396"/>
                    <a:pt x="61455" y="29191"/>
                  </a:cubicBezTo>
                  <a:cubicBezTo>
                    <a:pt x="61455" y="27986"/>
                    <a:pt x="60652" y="27485"/>
                    <a:pt x="59548" y="26983"/>
                  </a:cubicBezTo>
                  <a:lnTo>
                    <a:pt x="3938" y="784"/>
                  </a:lnTo>
                  <a:cubicBezTo>
                    <a:pt x="2633" y="81"/>
                    <a:pt x="2432" y="81"/>
                    <a:pt x="2131" y="81"/>
                  </a:cubicBezTo>
                  <a:cubicBezTo>
                    <a:pt x="1027" y="81"/>
                    <a:pt x="124" y="985"/>
                    <a:pt x="124" y="2089"/>
                  </a:cubicBezTo>
                  <a:cubicBezTo>
                    <a:pt x="124" y="2992"/>
                    <a:pt x="626" y="3594"/>
                    <a:pt x="2031" y="4297"/>
                  </a:cubicBezTo>
                  <a:lnTo>
                    <a:pt x="54730" y="29191"/>
                  </a:lnTo>
                  <a:lnTo>
                    <a:pt x="2031" y="54085"/>
                  </a:lnTo>
                  <a:cubicBezTo>
                    <a:pt x="626" y="54788"/>
                    <a:pt x="124" y="55390"/>
                    <a:pt x="124" y="56293"/>
                  </a:cubicBezTo>
                  <a:cubicBezTo>
                    <a:pt x="124" y="57397"/>
                    <a:pt x="1027" y="58301"/>
                    <a:pt x="2131" y="58301"/>
                  </a:cubicBezTo>
                  <a:cubicBezTo>
                    <a:pt x="2432" y="58301"/>
                    <a:pt x="2633" y="58301"/>
                    <a:pt x="3938" y="57598"/>
                  </a:cubicBezTo>
                  <a:lnTo>
                    <a:pt x="59548" y="31399"/>
                  </a:lnTo>
                  <a:close/>
                </a:path>
              </a:pathLst>
            </a:custGeom>
            <a:solidFill>
              <a:srgbClr val="000000"/>
            </a:solidFill>
            <a:ln w="25400" cap="flat">
              <a:noFill/>
              <a:prstDash val="solid"/>
              <a:miter/>
            </a:ln>
          </p:spPr>
          <p:txBody>
            <a:bodyPr/>
            <a:lstStyle/>
            <a:p>
              <a:endParaRPr lang="en-US"/>
            </a:p>
          </p:txBody>
        </p:sp>
        <p:sp>
          <p:nvSpPr>
            <p:cNvPr id="15" name="Freeform: Shape 14">
              <a:extLst>
                <a:ext uri="{FF2B5EF4-FFF2-40B4-BE49-F238E27FC236}">
                  <a16:creationId xmlns:a16="http://schemas.microsoft.com/office/drawing/2014/main" id="{B12E5530-AE89-962D-CB5E-7E1060B6891A}"/>
                </a:ext>
              </a:extLst>
            </p:cNvPr>
            <p:cNvSpPr/>
            <p:nvPr>
              <p:custDataLst>
                <p:tags r:id="rId65"/>
              </p:custDataLst>
            </p:nvPr>
          </p:nvSpPr>
          <p:spPr>
            <a:xfrm>
              <a:off x="4486344" y="3189635"/>
              <a:ext cx="33124" cy="66852"/>
            </a:xfrm>
            <a:custGeom>
              <a:avLst/>
              <a:gdLst>
                <a:gd name="csX0" fmla="*/ 20712 w 33124"/>
                <a:gd name="csY0" fmla="*/ 2691 h 66852"/>
                <a:gd name="csX1" fmla="*/ 18403 w 33124"/>
                <a:gd name="csY1" fmla="*/ 81 h 66852"/>
                <a:gd name="csX2" fmla="*/ 134 w 33124"/>
                <a:gd name="csY2" fmla="*/ 6505 h 66852"/>
                <a:gd name="csX3" fmla="*/ 134 w 33124"/>
                <a:gd name="csY3" fmla="*/ 9617 h 66852"/>
                <a:gd name="csX4" fmla="*/ 13284 w 33124"/>
                <a:gd name="csY4" fmla="*/ 7007 h 66852"/>
                <a:gd name="csX5" fmla="*/ 13284 w 33124"/>
                <a:gd name="csY5" fmla="*/ 59003 h 66852"/>
                <a:gd name="csX6" fmla="*/ 3949 w 33124"/>
                <a:gd name="csY6" fmla="*/ 63822 h 66852"/>
                <a:gd name="csX7" fmla="*/ 737 w 33124"/>
                <a:gd name="csY7" fmla="*/ 63822 h 66852"/>
                <a:gd name="csX8" fmla="*/ 737 w 33124"/>
                <a:gd name="csY8" fmla="*/ 66933 h 66852"/>
                <a:gd name="csX9" fmla="*/ 16998 w 33124"/>
                <a:gd name="csY9" fmla="*/ 66632 h 66852"/>
                <a:gd name="csX10" fmla="*/ 33259 w 33124"/>
                <a:gd name="csY10" fmla="*/ 66933 h 66852"/>
                <a:gd name="csX11" fmla="*/ 33259 w 33124"/>
                <a:gd name="csY11" fmla="*/ 63822 h 66852"/>
                <a:gd name="csX12" fmla="*/ 30047 w 33124"/>
                <a:gd name="csY12" fmla="*/ 63822 h 66852"/>
                <a:gd name="csX13" fmla="*/ 20712 w 33124"/>
                <a:gd name="csY13" fmla="*/ 59003 h 66852"/>
                <a:gd name="csX14" fmla="*/ 20712 w 33124"/>
                <a:gd name="csY14" fmla="*/ 2691 h 668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3124" h="66852">
                  <a:moveTo>
                    <a:pt x="20712" y="2691"/>
                  </a:moveTo>
                  <a:cubicBezTo>
                    <a:pt x="20712" y="282"/>
                    <a:pt x="20712" y="81"/>
                    <a:pt x="18403" y="81"/>
                  </a:cubicBezTo>
                  <a:cubicBezTo>
                    <a:pt x="12180" y="6505"/>
                    <a:pt x="3346" y="6505"/>
                    <a:pt x="134" y="6505"/>
                  </a:cubicBezTo>
                  <a:lnTo>
                    <a:pt x="134" y="9617"/>
                  </a:lnTo>
                  <a:cubicBezTo>
                    <a:pt x="2142" y="9617"/>
                    <a:pt x="8064" y="9617"/>
                    <a:pt x="13284" y="7007"/>
                  </a:cubicBezTo>
                  <a:lnTo>
                    <a:pt x="13284" y="59003"/>
                  </a:lnTo>
                  <a:cubicBezTo>
                    <a:pt x="13284" y="62617"/>
                    <a:pt x="12983" y="63822"/>
                    <a:pt x="3949" y="63822"/>
                  </a:cubicBezTo>
                  <a:lnTo>
                    <a:pt x="737" y="63822"/>
                  </a:lnTo>
                  <a:lnTo>
                    <a:pt x="737" y="66933"/>
                  </a:lnTo>
                  <a:cubicBezTo>
                    <a:pt x="4250" y="66632"/>
                    <a:pt x="12983" y="66632"/>
                    <a:pt x="16998" y="66632"/>
                  </a:cubicBezTo>
                  <a:cubicBezTo>
                    <a:pt x="21013" y="66632"/>
                    <a:pt x="29746" y="66632"/>
                    <a:pt x="33259" y="66933"/>
                  </a:cubicBezTo>
                  <a:lnTo>
                    <a:pt x="33259" y="63822"/>
                  </a:lnTo>
                  <a:lnTo>
                    <a:pt x="30047" y="63822"/>
                  </a:lnTo>
                  <a:cubicBezTo>
                    <a:pt x="21013" y="63822"/>
                    <a:pt x="20712" y="62717"/>
                    <a:pt x="20712" y="59003"/>
                  </a:cubicBezTo>
                  <a:lnTo>
                    <a:pt x="20712" y="2691"/>
                  </a:lnTo>
                  <a:close/>
                </a:path>
              </a:pathLst>
            </a:custGeom>
            <a:solidFill>
              <a:srgbClr val="000000"/>
            </a:solidFill>
            <a:ln w="25400" cap="flat">
              <a:noFill/>
              <a:prstDash val="solid"/>
              <a:miter/>
            </a:ln>
          </p:spPr>
          <p:txBody>
            <a:bodyPr/>
            <a:lstStyle/>
            <a:p>
              <a:endParaRPr lang="en-US"/>
            </a:p>
          </p:txBody>
        </p:sp>
        <p:sp>
          <p:nvSpPr>
            <p:cNvPr id="17" name="Freeform: Shape 16">
              <a:extLst>
                <a:ext uri="{FF2B5EF4-FFF2-40B4-BE49-F238E27FC236}">
                  <a16:creationId xmlns:a16="http://schemas.microsoft.com/office/drawing/2014/main" id="{D4FC2B00-AA03-6C84-9CBD-F5F39FFE5AA8}"/>
                </a:ext>
              </a:extLst>
            </p:cNvPr>
            <p:cNvSpPr/>
            <p:nvPr>
              <p:custDataLst>
                <p:tags r:id="rId66"/>
              </p:custDataLst>
            </p:nvPr>
          </p:nvSpPr>
          <p:spPr>
            <a:xfrm>
              <a:off x="4561103" y="3219648"/>
              <a:ext cx="66751" cy="23488"/>
            </a:xfrm>
            <a:custGeom>
              <a:avLst/>
              <a:gdLst>
                <a:gd name="csX0" fmla="*/ 63481 w 66751"/>
                <a:gd name="csY0" fmla="*/ 4096 h 23488"/>
                <a:gd name="csX1" fmla="*/ 66894 w 66751"/>
                <a:gd name="csY1" fmla="*/ 2089 h 23488"/>
                <a:gd name="csX2" fmla="*/ 63581 w 66751"/>
                <a:gd name="csY2" fmla="*/ 81 h 23488"/>
                <a:gd name="csX3" fmla="*/ 3455 w 66751"/>
                <a:gd name="csY3" fmla="*/ 81 h 23488"/>
                <a:gd name="csX4" fmla="*/ 142 w 66751"/>
                <a:gd name="csY4" fmla="*/ 2089 h 23488"/>
                <a:gd name="csX5" fmla="*/ 3555 w 66751"/>
                <a:gd name="csY5" fmla="*/ 4096 h 23488"/>
                <a:gd name="csX6" fmla="*/ 63481 w 66751"/>
                <a:gd name="csY6" fmla="*/ 4096 h 23488"/>
                <a:gd name="csX7" fmla="*/ 63581 w 66751"/>
                <a:gd name="csY7" fmla="*/ 23570 h 23488"/>
                <a:gd name="csX8" fmla="*/ 66894 w 66751"/>
                <a:gd name="csY8" fmla="*/ 21562 h 23488"/>
                <a:gd name="csX9" fmla="*/ 63481 w 66751"/>
                <a:gd name="csY9" fmla="*/ 19555 h 23488"/>
                <a:gd name="csX10" fmla="*/ 3555 w 66751"/>
                <a:gd name="csY10" fmla="*/ 19555 h 23488"/>
                <a:gd name="csX11" fmla="*/ 142 w 66751"/>
                <a:gd name="csY11" fmla="*/ 21562 h 23488"/>
                <a:gd name="csX12" fmla="*/ 3455 w 66751"/>
                <a:gd name="csY12" fmla="*/ 23570 h 23488"/>
                <a:gd name="csX13" fmla="*/ 63581 w 66751"/>
                <a:gd name="csY13" fmla="*/ 23570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751" h="23488">
                  <a:moveTo>
                    <a:pt x="63481" y="4096"/>
                  </a:moveTo>
                  <a:cubicBezTo>
                    <a:pt x="64987" y="4096"/>
                    <a:pt x="66894" y="4096"/>
                    <a:pt x="66894" y="2089"/>
                  </a:cubicBezTo>
                  <a:cubicBezTo>
                    <a:pt x="66894" y="81"/>
                    <a:pt x="64987" y="81"/>
                    <a:pt x="63581" y="81"/>
                  </a:cubicBezTo>
                  <a:lnTo>
                    <a:pt x="3455" y="81"/>
                  </a:lnTo>
                  <a:cubicBezTo>
                    <a:pt x="2049" y="81"/>
                    <a:pt x="142" y="81"/>
                    <a:pt x="142" y="2089"/>
                  </a:cubicBezTo>
                  <a:cubicBezTo>
                    <a:pt x="142" y="4096"/>
                    <a:pt x="2049" y="4096"/>
                    <a:pt x="3555" y="4096"/>
                  </a:cubicBezTo>
                  <a:lnTo>
                    <a:pt x="63481" y="4096"/>
                  </a:lnTo>
                  <a:close/>
                  <a:moveTo>
                    <a:pt x="63581" y="23570"/>
                  </a:moveTo>
                  <a:cubicBezTo>
                    <a:pt x="64987" y="23570"/>
                    <a:pt x="66894" y="23570"/>
                    <a:pt x="66894" y="21562"/>
                  </a:cubicBezTo>
                  <a:cubicBezTo>
                    <a:pt x="66894" y="19555"/>
                    <a:pt x="64987" y="19555"/>
                    <a:pt x="63481" y="19555"/>
                  </a:cubicBezTo>
                  <a:lnTo>
                    <a:pt x="3555" y="19555"/>
                  </a:lnTo>
                  <a:cubicBezTo>
                    <a:pt x="2049" y="19555"/>
                    <a:pt x="142" y="19555"/>
                    <a:pt x="142" y="21562"/>
                  </a:cubicBezTo>
                  <a:cubicBezTo>
                    <a:pt x="142" y="23570"/>
                    <a:pt x="2049" y="23570"/>
                    <a:pt x="3455" y="23570"/>
                  </a:cubicBezTo>
                  <a:lnTo>
                    <a:pt x="63581" y="23570"/>
                  </a:lnTo>
                  <a:close/>
                </a:path>
              </a:pathLst>
            </a:custGeom>
            <a:solidFill>
              <a:srgbClr val="000000"/>
            </a:solidFill>
            <a:ln w="25400" cap="flat">
              <a:noFill/>
              <a:prstDash val="solid"/>
              <a:miter/>
            </a:ln>
          </p:spPr>
          <p:txBody>
            <a:bodyPr/>
            <a:lstStyle/>
            <a:p>
              <a:endParaRPr lang="en-US"/>
            </a:p>
          </p:txBody>
        </p:sp>
        <p:sp>
          <p:nvSpPr>
            <p:cNvPr id="18" name="Freeform: Shape 17">
              <a:extLst>
                <a:ext uri="{FF2B5EF4-FFF2-40B4-BE49-F238E27FC236}">
                  <a16:creationId xmlns:a16="http://schemas.microsoft.com/office/drawing/2014/main" id="{6B5F828B-A0E8-D4FE-7F1A-46D59DDBD1A5}"/>
                </a:ext>
              </a:extLst>
            </p:cNvPr>
            <p:cNvSpPr/>
            <p:nvPr>
              <p:custDataLst>
                <p:tags r:id="rId67"/>
              </p:custDataLst>
            </p:nvPr>
          </p:nvSpPr>
          <p:spPr>
            <a:xfrm>
              <a:off x="4675891" y="3080823"/>
              <a:ext cx="51895" cy="301035"/>
            </a:xfrm>
            <a:custGeom>
              <a:avLst/>
              <a:gdLst>
                <a:gd name="csX0" fmla="*/ 30969 w 51895"/>
                <a:gd name="csY0" fmla="*/ 187471 h 301035"/>
                <a:gd name="csX1" fmla="*/ 5874 w 51895"/>
                <a:gd name="csY1" fmla="*/ 150632 h 301035"/>
                <a:gd name="csX2" fmla="*/ 30868 w 51895"/>
                <a:gd name="csY2" fmla="*/ 114295 h 301035"/>
                <a:gd name="csX3" fmla="*/ 30969 w 51895"/>
                <a:gd name="csY3" fmla="*/ 113693 h 301035"/>
                <a:gd name="csX4" fmla="*/ 30969 w 51895"/>
                <a:gd name="csY4" fmla="*/ 44130 h 301035"/>
                <a:gd name="csX5" fmla="*/ 31772 w 51895"/>
                <a:gd name="csY5" fmla="*/ 30278 h 301035"/>
                <a:gd name="csX6" fmla="*/ 51145 w 51895"/>
                <a:gd name="csY6" fmla="*/ 4782 h 301035"/>
                <a:gd name="csX7" fmla="*/ 52048 w 51895"/>
                <a:gd name="csY7" fmla="*/ 2373 h 301035"/>
                <a:gd name="csX8" fmla="*/ 49740 w 51895"/>
                <a:gd name="csY8" fmla="*/ 64 h 301035"/>
                <a:gd name="csX9" fmla="*/ 45022 w 51895"/>
                <a:gd name="csY9" fmla="*/ 1670 h 301035"/>
                <a:gd name="csX10" fmla="*/ 21232 w 51895"/>
                <a:gd name="csY10" fmla="*/ 36602 h 301035"/>
                <a:gd name="csX11" fmla="*/ 21232 w 51895"/>
                <a:gd name="csY11" fmla="*/ 107971 h 301035"/>
                <a:gd name="csX12" fmla="*/ 16012 w 51895"/>
                <a:gd name="csY12" fmla="*/ 132564 h 301035"/>
                <a:gd name="csX13" fmla="*/ 1658 w 51895"/>
                <a:gd name="csY13" fmla="*/ 147821 h 301035"/>
                <a:gd name="csX14" fmla="*/ 153 w 51895"/>
                <a:gd name="csY14" fmla="*/ 150532 h 301035"/>
                <a:gd name="csX15" fmla="*/ 1056 w 51895"/>
                <a:gd name="csY15" fmla="*/ 152941 h 301035"/>
                <a:gd name="csX16" fmla="*/ 20931 w 51895"/>
                <a:gd name="csY16" fmla="*/ 183857 h 301035"/>
                <a:gd name="csX17" fmla="*/ 21232 w 51895"/>
                <a:gd name="csY17" fmla="*/ 187471 h 301035"/>
                <a:gd name="csX18" fmla="*/ 21232 w 51895"/>
                <a:gd name="csY18" fmla="*/ 264562 h 301035"/>
                <a:gd name="csX19" fmla="*/ 45624 w 51895"/>
                <a:gd name="csY19" fmla="*/ 299795 h 301035"/>
                <a:gd name="csX20" fmla="*/ 49740 w 51895"/>
                <a:gd name="csY20" fmla="*/ 301100 h 301035"/>
                <a:gd name="csX21" fmla="*/ 52048 w 51895"/>
                <a:gd name="csY21" fmla="*/ 298791 h 301035"/>
                <a:gd name="csX22" fmla="*/ 51546 w 51895"/>
                <a:gd name="csY22" fmla="*/ 296683 h 301035"/>
                <a:gd name="csX23" fmla="*/ 31370 w 51895"/>
                <a:gd name="csY23" fmla="*/ 268577 h 301035"/>
                <a:gd name="csX24" fmla="*/ 30969 w 51895"/>
                <a:gd name="csY24" fmla="*/ 264461 h 301035"/>
                <a:gd name="csX25" fmla="*/ 30969 w 51895"/>
                <a:gd name="csY25" fmla="*/ 187471 h 3010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1895" h="301035">
                  <a:moveTo>
                    <a:pt x="30969" y="187471"/>
                  </a:moveTo>
                  <a:cubicBezTo>
                    <a:pt x="30969" y="176429"/>
                    <a:pt x="23340" y="159465"/>
                    <a:pt x="5874" y="150632"/>
                  </a:cubicBezTo>
                  <a:cubicBezTo>
                    <a:pt x="16715" y="144810"/>
                    <a:pt x="29664" y="133066"/>
                    <a:pt x="30868" y="114295"/>
                  </a:cubicBezTo>
                  <a:lnTo>
                    <a:pt x="30969" y="113693"/>
                  </a:lnTo>
                  <a:lnTo>
                    <a:pt x="30969" y="44130"/>
                  </a:lnTo>
                  <a:cubicBezTo>
                    <a:pt x="30969" y="35899"/>
                    <a:pt x="30969" y="34092"/>
                    <a:pt x="31772" y="30278"/>
                  </a:cubicBezTo>
                  <a:cubicBezTo>
                    <a:pt x="33579" y="22248"/>
                    <a:pt x="38397" y="12310"/>
                    <a:pt x="51145" y="4782"/>
                  </a:cubicBezTo>
                  <a:cubicBezTo>
                    <a:pt x="51948" y="4280"/>
                    <a:pt x="52048" y="4180"/>
                    <a:pt x="52048" y="2373"/>
                  </a:cubicBezTo>
                  <a:cubicBezTo>
                    <a:pt x="52048" y="165"/>
                    <a:pt x="51948" y="64"/>
                    <a:pt x="49740" y="64"/>
                  </a:cubicBezTo>
                  <a:cubicBezTo>
                    <a:pt x="47933" y="64"/>
                    <a:pt x="47732" y="64"/>
                    <a:pt x="45022" y="1670"/>
                  </a:cubicBezTo>
                  <a:cubicBezTo>
                    <a:pt x="22537" y="14418"/>
                    <a:pt x="21232" y="33089"/>
                    <a:pt x="21232" y="36602"/>
                  </a:cubicBezTo>
                  <a:lnTo>
                    <a:pt x="21232" y="107971"/>
                  </a:lnTo>
                  <a:cubicBezTo>
                    <a:pt x="21232" y="115198"/>
                    <a:pt x="21232" y="123329"/>
                    <a:pt x="16012" y="132564"/>
                  </a:cubicBezTo>
                  <a:cubicBezTo>
                    <a:pt x="11395" y="140795"/>
                    <a:pt x="5975" y="144910"/>
                    <a:pt x="1658" y="147821"/>
                  </a:cubicBezTo>
                  <a:cubicBezTo>
                    <a:pt x="253" y="148725"/>
                    <a:pt x="153" y="148825"/>
                    <a:pt x="153" y="150532"/>
                  </a:cubicBezTo>
                  <a:cubicBezTo>
                    <a:pt x="153" y="152338"/>
                    <a:pt x="253" y="152439"/>
                    <a:pt x="1056" y="152941"/>
                  </a:cubicBezTo>
                  <a:cubicBezTo>
                    <a:pt x="9588" y="158562"/>
                    <a:pt x="18723" y="167496"/>
                    <a:pt x="20931" y="183857"/>
                  </a:cubicBezTo>
                  <a:cubicBezTo>
                    <a:pt x="21232" y="186066"/>
                    <a:pt x="21232" y="186266"/>
                    <a:pt x="21232" y="187471"/>
                  </a:cubicBezTo>
                  <a:lnTo>
                    <a:pt x="21232" y="264562"/>
                  </a:lnTo>
                  <a:cubicBezTo>
                    <a:pt x="21232" y="272692"/>
                    <a:pt x="26251" y="289556"/>
                    <a:pt x="45624" y="299795"/>
                  </a:cubicBezTo>
                  <a:cubicBezTo>
                    <a:pt x="47933" y="301100"/>
                    <a:pt x="48133" y="301100"/>
                    <a:pt x="49740" y="301100"/>
                  </a:cubicBezTo>
                  <a:cubicBezTo>
                    <a:pt x="51948" y="301100"/>
                    <a:pt x="52048" y="300999"/>
                    <a:pt x="52048" y="298791"/>
                  </a:cubicBezTo>
                  <a:cubicBezTo>
                    <a:pt x="52048" y="296984"/>
                    <a:pt x="51948" y="296884"/>
                    <a:pt x="51546" y="296683"/>
                  </a:cubicBezTo>
                  <a:cubicBezTo>
                    <a:pt x="47230" y="293973"/>
                    <a:pt x="34080" y="286043"/>
                    <a:pt x="31370" y="268577"/>
                  </a:cubicBezTo>
                  <a:cubicBezTo>
                    <a:pt x="30969" y="265967"/>
                    <a:pt x="30969" y="265766"/>
                    <a:pt x="30969" y="264461"/>
                  </a:cubicBezTo>
                  <a:lnTo>
                    <a:pt x="30969" y="187471"/>
                  </a:lnTo>
                  <a:close/>
                </a:path>
              </a:pathLst>
            </a:custGeom>
            <a:solidFill>
              <a:srgbClr val="000000"/>
            </a:solidFill>
            <a:ln w="25400" cap="flat">
              <a:noFill/>
              <a:prstDash val="solid"/>
              <a:miter/>
            </a:ln>
          </p:spPr>
          <p:txBody>
            <a:bodyPr/>
            <a:lstStyle/>
            <a:p>
              <a:endParaRPr lang="en-US"/>
            </a:p>
          </p:txBody>
        </p:sp>
        <p:sp>
          <p:nvSpPr>
            <p:cNvPr id="19" name="Freeform: Shape 18">
              <a:extLst>
                <a:ext uri="{FF2B5EF4-FFF2-40B4-BE49-F238E27FC236}">
                  <a16:creationId xmlns:a16="http://schemas.microsoft.com/office/drawing/2014/main" id="{00602E11-57F0-52F2-8797-B9434017AFA0}"/>
                </a:ext>
              </a:extLst>
            </p:cNvPr>
            <p:cNvSpPr/>
            <p:nvPr>
              <p:custDataLst>
                <p:tags r:id="rId68"/>
              </p:custDataLst>
            </p:nvPr>
          </p:nvSpPr>
          <p:spPr>
            <a:xfrm>
              <a:off x="4751231" y="3121177"/>
              <a:ext cx="33124" cy="66852"/>
            </a:xfrm>
            <a:custGeom>
              <a:avLst/>
              <a:gdLst>
                <a:gd name="csX0" fmla="*/ 20738 w 33124"/>
                <a:gd name="csY0" fmla="*/ 2684 h 66852"/>
                <a:gd name="csX1" fmla="*/ 18429 w 33124"/>
                <a:gd name="csY1" fmla="*/ 74 h 66852"/>
                <a:gd name="csX2" fmla="*/ 161 w 33124"/>
                <a:gd name="csY2" fmla="*/ 6499 h 66852"/>
                <a:gd name="csX3" fmla="*/ 161 w 33124"/>
                <a:gd name="csY3" fmla="*/ 9610 h 66852"/>
                <a:gd name="csX4" fmla="*/ 13310 w 33124"/>
                <a:gd name="csY4" fmla="*/ 7001 h 66852"/>
                <a:gd name="csX5" fmla="*/ 13310 w 33124"/>
                <a:gd name="csY5" fmla="*/ 58997 h 66852"/>
                <a:gd name="csX6" fmla="*/ 3975 w 33124"/>
                <a:gd name="csY6" fmla="*/ 63815 h 66852"/>
                <a:gd name="csX7" fmla="*/ 763 w 33124"/>
                <a:gd name="csY7" fmla="*/ 63815 h 66852"/>
                <a:gd name="csX8" fmla="*/ 763 w 33124"/>
                <a:gd name="csY8" fmla="*/ 66927 h 66852"/>
                <a:gd name="csX9" fmla="*/ 17024 w 33124"/>
                <a:gd name="csY9" fmla="*/ 66625 h 66852"/>
                <a:gd name="csX10" fmla="*/ 33285 w 33124"/>
                <a:gd name="csY10" fmla="*/ 66927 h 66852"/>
                <a:gd name="csX11" fmla="*/ 33285 w 33124"/>
                <a:gd name="csY11" fmla="*/ 63815 h 66852"/>
                <a:gd name="csX12" fmla="*/ 30073 w 33124"/>
                <a:gd name="csY12" fmla="*/ 63815 h 66852"/>
                <a:gd name="csX13" fmla="*/ 20738 w 33124"/>
                <a:gd name="csY13" fmla="*/ 58997 h 66852"/>
                <a:gd name="csX14" fmla="*/ 20738 w 33124"/>
                <a:gd name="csY14" fmla="*/ 2684 h 668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3124" h="66852">
                  <a:moveTo>
                    <a:pt x="20738" y="2684"/>
                  </a:moveTo>
                  <a:cubicBezTo>
                    <a:pt x="20738" y="275"/>
                    <a:pt x="20738" y="74"/>
                    <a:pt x="18429" y="74"/>
                  </a:cubicBezTo>
                  <a:cubicBezTo>
                    <a:pt x="12206" y="6499"/>
                    <a:pt x="3373" y="6499"/>
                    <a:pt x="161" y="6499"/>
                  </a:cubicBezTo>
                  <a:lnTo>
                    <a:pt x="161" y="9610"/>
                  </a:lnTo>
                  <a:cubicBezTo>
                    <a:pt x="2168" y="9610"/>
                    <a:pt x="8091" y="9610"/>
                    <a:pt x="13310" y="7001"/>
                  </a:cubicBezTo>
                  <a:lnTo>
                    <a:pt x="13310" y="58997"/>
                  </a:lnTo>
                  <a:cubicBezTo>
                    <a:pt x="13310" y="62610"/>
                    <a:pt x="13009" y="63815"/>
                    <a:pt x="3975" y="63815"/>
                  </a:cubicBezTo>
                  <a:lnTo>
                    <a:pt x="763" y="63815"/>
                  </a:lnTo>
                  <a:lnTo>
                    <a:pt x="763" y="66927"/>
                  </a:lnTo>
                  <a:cubicBezTo>
                    <a:pt x="4276" y="66625"/>
                    <a:pt x="13009" y="66625"/>
                    <a:pt x="17024" y="66625"/>
                  </a:cubicBezTo>
                  <a:cubicBezTo>
                    <a:pt x="21039" y="66625"/>
                    <a:pt x="29772" y="66625"/>
                    <a:pt x="33285" y="66927"/>
                  </a:cubicBezTo>
                  <a:lnTo>
                    <a:pt x="33285" y="63815"/>
                  </a:lnTo>
                  <a:lnTo>
                    <a:pt x="30073" y="63815"/>
                  </a:lnTo>
                  <a:cubicBezTo>
                    <a:pt x="21039" y="63815"/>
                    <a:pt x="20738" y="62711"/>
                    <a:pt x="20738" y="58997"/>
                  </a:cubicBezTo>
                  <a:lnTo>
                    <a:pt x="20738" y="2684"/>
                  </a:lnTo>
                  <a:close/>
                </a:path>
              </a:pathLst>
            </a:custGeom>
            <a:solidFill>
              <a:srgbClr val="000000"/>
            </a:solidFill>
            <a:ln w="25400" cap="flat">
              <a:noFill/>
              <a:prstDash val="solid"/>
              <a:miter/>
            </a:ln>
          </p:spPr>
          <p:txBody>
            <a:bodyPr/>
            <a:lstStyle/>
            <a:p>
              <a:endParaRPr lang="en-US"/>
            </a:p>
          </p:txBody>
        </p:sp>
        <p:sp>
          <p:nvSpPr>
            <p:cNvPr id="20" name="Freeform: Shape 19">
              <a:extLst>
                <a:ext uri="{FF2B5EF4-FFF2-40B4-BE49-F238E27FC236}">
                  <a16:creationId xmlns:a16="http://schemas.microsoft.com/office/drawing/2014/main" id="{6751BD7C-15CA-D13A-45DE-A88E6220897C}"/>
                </a:ext>
              </a:extLst>
            </p:cNvPr>
            <p:cNvSpPr/>
            <p:nvPr>
              <p:custDataLst>
                <p:tags r:id="rId69"/>
              </p:custDataLst>
            </p:nvPr>
          </p:nvSpPr>
          <p:spPr>
            <a:xfrm>
              <a:off x="4896177" y="3120876"/>
              <a:ext cx="21480" cy="67153"/>
            </a:xfrm>
            <a:custGeom>
              <a:avLst/>
              <a:gdLst>
                <a:gd name="csX0" fmla="*/ 14630 w 21480"/>
                <a:gd name="csY0" fmla="*/ 22860 h 67153"/>
                <a:gd name="csX1" fmla="*/ 577 w 21480"/>
                <a:gd name="csY1" fmla="*/ 23965 h 67153"/>
                <a:gd name="csX2" fmla="*/ 577 w 21480"/>
                <a:gd name="csY2" fmla="*/ 27076 h 67153"/>
                <a:gd name="csX3" fmla="*/ 8005 w 21480"/>
                <a:gd name="csY3" fmla="*/ 32597 h 67153"/>
                <a:gd name="csX4" fmla="*/ 8005 w 21480"/>
                <a:gd name="csY4" fmla="*/ 59599 h 67153"/>
                <a:gd name="csX5" fmla="*/ 176 w 21480"/>
                <a:gd name="csY5" fmla="*/ 64116 h 67153"/>
                <a:gd name="csX6" fmla="*/ 176 w 21480"/>
                <a:gd name="csY6" fmla="*/ 67228 h 67153"/>
                <a:gd name="csX7" fmla="*/ 11217 w 21480"/>
                <a:gd name="csY7" fmla="*/ 66927 h 67153"/>
                <a:gd name="csX8" fmla="*/ 21657 w 21480"/>
                <a:gd name="csY8" fmla="*/ 67228 h 67153"/>
                <a:gd name="csX9" fmla="*/ 21657 w 21480"/>
                <a:gd name="csY9" fmla="*/ 64116 h 67153"/>
                <a:gd name="csX10" fmla="*/ 14630 w 21480"/>
                <a:gd name="csY10" fmla="*/ 59699 h 67153"/>
                <a:gd name="csX11" fmla="*/ 14630 w 21480"/>
                <a:gd name="csY11" fmla="*/ 22860 h 67153"/>
                <a:gd name="csX12" fmla="*/ 15032 w 21480"/>
                <a:gd name="csY12" fmla="*/ 5394 h 67153"/>
                <a:gd name="csX13" fmla="*/ 9711 w 21480"/>
                <a:gd name="csY13" fmla="*/ 74 h 67153"/>
                <a:gd name="csX14" fmla="*/ 4391 w 21480"/>
                <a:gd name="csY14" fmla="*/ 5394 h 67153"/>
                <a:gd name="csX15" fmla="*/ 9711 w 21480"/>
                <a:gd name="csY15" fmla="*/ 10715 h 67153"/>
                <a:gd name="csX16" fmla="*/ 15032 w 21480"/>
                <a:gd name="csY16" fmla="*/ 5394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80" h="67153">
                  <a:moveTo>
                    <a:pt x="14630" y="22860"/>
                  </a:moveTo>
                  <a:lnTo>
                    <a:pt x="577" y="23965"/>
                  </a:lnTo>
                  <a:lnTo>
                    <a:pt x="577" y="27076"/>
                  </a:lnTo>
                  <a:cubicBezTo>
                    <a:pt x="7102" y="27076"/>
                    <a:pt x="8005" y="27679"/>
                    <a:pt x="8005" y="32597"/>
                  </a:cubicBezTo>
                  <a:lnTo>
                    <a:pt x="8005" y="59599"/>
                  </a:lnTo>
                  <a:cubicBezTo>
                    <a:pt x="8005" y="64116"/>
                    <a:pt x="6901" y="64116"/>
                    <a:pt x="176" y="64116"/>
                  </a:cubicBezTo>
                  <a:lnTo>
                    <a:pt x="176" y="67228"/>
                  </a:lnTo>
                  <a:cubicBezTo>
                    <a:pt x="3388" y="67127"/>
                    <a:pt x="8808" y="66927"/>
                    <a:pt x="11217" y="66927"/>
                  </a:cubicBezTo>
                  <a:cubicBezTo>
                    <a:pt x="14730" y="66927"/>
                    <a:pt x="18244" y="67127"/>
                    <a:pt x="21657" y="67228"/>
                  </a:cubicBezTo>
                  <a:lnTo>
                    <a:pt x="21657" y="64116"/>
                  </a:lnTo>
                  <a:cubicBezTo>
                    <a:pt x="15032" y="64116"/>
                    <a:pt x="14630" y="63614"/>
                    <a:pt x="14630" y="59699"/>
                  </a:cubicBezTo>
                  <a:lnTo>
                    <a:pt x="14630" y="22860"/>
                  </a:lnTo>
                  <a:close/>
                  <a:moveTo>
                    <a:pt x="15032" y="5394"/>
                  </a:moveTo>
                  <a:cubicBezTo>
                    <a:pt x="15032" y="2182"/>
                    <a:pt x="12522" y="74"/>
                    <a:pt x="9711" y="74"/>
                  </a:cubicBezTo>
                  <a:cubicBezTo>
                    <a:pt x="6600" y="74"/>
                    <a:pt x="4391" y="2785"/>
                    <a:pt x="4391" y="5394"/>
                  </a:cubicBezTo>
                  <a:cubicBezTo>
                    <a:pt x="4391" y="8105"/>
                    <a:pt x="6600" y="10715"/>
                    <a:pt x="9711" y="10715"/>
                  </a:cubicBezTo>
                  <a:cubicBezTo>
                    <a:pt x="12522" y="10715"/>
                    <a:pt x="15032" y="8607"/>
                    <a:pt x="15032" y="5394"/>
                  </a:cubicBezTo>
                  <a:close/>
                </a:path>
              </a:pathLst>
            </a:custGeom>
            <a:solidFill>
              <a:srgbClr val="000000"/>
            </a:solidFill>
            <a:ln w="25400" cap="flat">
              <a:noFill/>
              <a:prstDash val="solid"/>
              <a:miter/>
            </a:ln>
          </p:spPr>
          <p:txBody>
            <a:bodyPr/>
            <a:lstStyle/>
            <a:p>
              <a:endParaRPr lang="en-US"/>
            </a:p>
          </p:txBody>
        </p:sp>
        <p:sp>
          <p:nvSpPr>
            <p:cNvPr id="21" name="Freeform: Shape 20">
              <a:extLst>
                <a:ext uri="{FF2B5EF4-FFF2-40B4-BE49-F238E27FC236}">
                  <a16:creationId xmlns:a16="http://schemas.microsoft.com/office/drawing/2014/main" id="{1E3A8D2E-F377-6CD8-8536-9A4270FDF88F}"/>
                </a:ext>
              </a:extLst>
            </p:cNvPr>
            <p:cNvSpPr/>
            <p:nvPr>
              <p:custDataLst>
                <p:tags r:id="rId70"/>
              </p:custDataLst>
            </p:nvPr>
          </p:nvSpPr>
          <p:spPr>
            <a:xfrm>
              <a:off x="4924060" y="3117262"/>
              <a:ext cx="32522" cy="70766"/>
            </a:xfrm>
            <a:custGeom>
              <a:avLst/>
              <a:gdLst>
                <a:gd name="csX0" fmla="*/ 14432 w 32522"/>
                <a:gd name="csY0" fmla="*/ 27578 h 70766"/>
                <a:gd name="csX1" fmla="*/ 14432 w 32522"/>
                <a:gd name="csY1" fmla="*/ 15934 h 70766"/>
                <a:gd name="csX2" fmla="*/ 23667 w 32522"/>
                <a:gd name="csY2" fmla="*/ 2283 h 70766"/>
                <a:gd name="csX3" fmla="*/ 26979 w 32522"/>
                <a:gd name="csY3" fmla="*/ 2985 h 70766"/>
                <a:gd name="csX4" fmla="*/ 23968 w 32522"/>
                <a:gd name="csY4" fmla="*/ 7201 h 70766"/>
                <a:gd name="csX5" fmla="*/ 28284 w 32522"/>
                <a:gd name="csY5" fmla="*/ 11518 h 70766"/>
                <a:gd name="csX6" fmla="*/ 32701 w 32522"/>
                <a:gd name="csY6" fmla="*/ 7101 h 70766"/>
                <a:gd name="csX7" fmla="*/ 23667 w 32522"/>
                <a:gd name="csY7" fmla="*/ 74 h 70766"/>
                <a:gd name="csX8" fmla="*/ 8108 w 32522"/>
                <a:gd name="csY8" fmla="*/ 16035 h 70766"/>
                <a:gd name="csX9" fmla="*/ 8108 w 32522"/>
                <a:gd name="csY9" fmla="*/ 27578 h 70766"/>
                <a:gd name="csX10" fmla="*/ 178 w 32522"/>
                <a:gd name="csY10" fmla="*/ 27578 h 70766"/>
                <a:gd name="csX11" fmla="*/ 178 w 32522"/>
                <a:gd name="csY11" fmla="*/ 30690 h 70766"/>
                <a:gd name="csX12" fmla="*/ 8108 w 32522"/>
                <a:gd name="csY12" fmla="*/ 30690 h 70766"/>
                <a:gd name="csX13" fmla="*/ 8108 w 32522"/>
                <a:gd name="csY13" fmla="*/ 63213 h 70766"/>
                <a:gd name="csX14" fmla="*/ 279 w 32522"/>
                <a:gd name="csY14" fmla="*/ 67730 h 70766"/>
                <a:gd name="csX15" fmla="*/ 279 w 32522"/>
                <a:gd name="csY15" fmla="*/ 70841 h 70766"/>
                <a:gd name="csX16" fmla="*/ 11722 w 32522"/>
                <a:gd name="csY16" fmla="*/ 70540 h 70766"/>
                <a:gd name="csX17" fmla="*/ 24470 w 32522"/>
                <a:gd name="csY17" fmla="*/ 70841 h 70766"/>
                <a:gd name="csX18" fmla="*/ 24470 w 32522"/>
                <a:gd name="csY18" fmla="*/ 67730 h 70766"/>
                <a:gd name="csX19" fmla="*/ 22362 w 32522"/>
                <a:gd name="csY19" fmla="*/ 67730 h 70766"/>
                <a:gd name="csX20" fmla="*/ 14733 w 32522"/>
                <a:gd name="csY20" fmla="*/ 63012 h 70766"/>
                <a:gd name="csX21" fmla="*/ 14733 w 32522"/>
                <a:gd name="csY21" fmla="*/ 30690 h 70766"/>
                <a:gd name="csX22" fmla="*/ 26176 w 32522"/>
                <a:gd name="csY22" fmla="*/ 30690 h 70766"/>
                <a:gd name="csX23" fmla="*/ 26176 w 32522"/>
                <a:gd name="csY23" fmla="*/ 27578 h 70766"/>
                <a:gd name="csX24" fmla="*/ 14432 w 32522"/>
                <a:gd name="csY24" fmla="*/ 27578 h 70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32522" h="70766">
                  <a:moveTo>
                    <a:pt x="14432" y="27578"/>
                  </a:moveTo>
                  <a:lnTo>
                    <a:pt x="14432" y="15934"/>
                  </a:lnTo>
                  <a:cubicBezTo>
                    <a:pt x="14432" y="7101"/>
                    <a:pt x="19250" y="2283"/>
                    <a:pt x="23667" y="2283"/>
                  </a:cubicBezTo>
                  <a:cubicBezTo>
                    <a:pt x="23968" y="2283"/>
                    <a:pt x="25474" y="2283"/>
                    <a:pt x="26979" y="2985"/>
                  </a:cubicBezTo>
                  <a:cubicBezTo>
                    <a:pt x="25775" y="3387"/>
                    <a:pt x="23968" y="4692"/>
                    <a:pt x="23968" y="7201"/>
                  </a:cubicBezTo>
                  <a:cubicBezTo>
                    <a:pt x="23968" y="9510"/>
                    <a:pt x="25574" y="11518"/>
                    <a:pt x="28284" y="11518"/>
                  </a:cubicBezTo>
                  <a:cubicBezTo>
                    <a:pt x="31195" y="11518"/>
                    <a:pt x="32701" y="9510"/>
                    <a:pt x="32701" y="7101"/>
                  </a:cubicBezTo>
                  <a:cubicBezTo>
                    <a:pt x="32701" y="3387"/>
                    <a:pt x="28987" y="74"/>
                    <a:pt x="23667" y="74"/>
                  </a:cubicBezTo>
                  <a:cubicBezTo>
                    <a:pt x="16640" y="74"/>
                    <a:pt x="8108" y="5394"/>
                    <a:pt x="8108" y="16035"/>
                  </a:cubicBezTo>
                  <a:lnTo>
                    <a:pt x="8108" y="27578"/>
                  </a:lnTo>
                  <a:lnTo>
                    <a:pt x="178" y="27578"/>
                  </a:lnTo>
                  <a:lnTo>
                    <a:pt x="178" y="30690"/>
                  </a:lnTo>
                  <a:lnTo>
                    <a:pt x="8108" y="30690"/>
                  </a:lnTo>
                  <a:lnTo>
                    <a:pt x="8108" y="63213"/>
                  </a:lnTo>
                  <a:cubicBezTo>
                    <a:pt x="8108" y="67730"/>
                    <a:pt x="7004" y="67730"/>
                    <a:pt x="279" y="67730"/>
                  </a:cubicBezTo>
                  <a:lnTo>
                    <a:pt x="279" y="70841"/>
                  </a:lnTo>
                  <a:cubicBezTo>
                    <a:pt x="4193" y="70741"/>
                    <a:pt x="8911" y="70540"/>
                    <a:pt x="11722" y="70540"/>
                  </a:cubicBezTo>
                  <a:cubicBezTo>
                    <a:pt x="15737" y="70540"/>
                    <a:pt x="20455" y="70540"/>
                    <a:pt x="24470" y="70841"/>
                  </a:cubicBezTo>
                  <a:lnTo>
                    <a:pt x="24470" y="67730"/>
                  </a:lnTo>
                  <a:lnTo>
                    <a:pt x="22362" y="67730"/>
                  </a:lnTo>
                  <a:cubicBezTo>
                    <a:pt x="14934" y="67730"/>
                    <a:pt x="14733" y="66625"/>
                    <a:pt x="14733" y="63012"/>
                  </a:cubicBezTo>
                  <a:lnTo>
                    <a:pt x="14733" y="30690"/>
                  </a:lnTo>
                  <a:lnTo>
                    <a:pt x="26176" y="30690"/>
                  </a:lnTo>
                  <a:lnTo>
                    <a:pt x="26176" y="27578"/>
                  </a:lnTo>
                  <a:lnTo>
                    <a:pt x="14432" y="27578"/>
                  </a:lnTo>
                  <a:close/>
                </a:path>
              </a:pathLst>
            </a:custGeom>
            <a:solidFill>
              <a:srgbClr val="000000"/>
            </a:solidFill>
            <a:ln w="25400" cap="flat">
              <a:noFill/>
              <a:prstDash val="solid"/>
              <a:miter/>
            </a:ln>
          </p:spPr>
          <p:txBody>
            <a:bodyPr/>
            <a:lstStyle/>
            <a:p>
              <a:endParaRPr lang="en-US"/>
            </a:p>
          </p:txBody>
        </p:sp>
        <p:sp>
          <p:nvSpPr>
            <p:cNvPr id="22" name="Freeform: Shape 21">
              <a:extLst>
                <a:ext uri="{FF2B5EF4-FFF2-40B4-BE49-F238E27FC236}">
                  <a16:creationId xmlns:a16="http://schemas.microsoft.com/office/drawing/2014/main" id="{B4844239-8DFA-2623-0746-43E8317FF38C}"/>
                </a:ext>
              </a:extLst>
            </p:cNvPr>
            <p:cNvSpPr/>
            <p:nvPr>
              <p:custDataLst>
                <p:tags r:id="rId71"/>
              </p:custDataLst>
            </p:nvPr>
          </p:nvSpPr>
          <p:spPr>
            <a:xfrm>
              <a:off x="4987790" y="3143662"/>
              <a:ext cx="46274" cy="64944"/>
            </a:xfrm>
            <a:custGeom>
              <a:avLst/>
              <a:gdLst>
                <a:gd name="csX0" fmla="*/ 46058 w 46274"/>
                <a:gd name="csY0" fmla="*/ 6197 h 64944"/>
                <a:gd name="csX1" fmla="*/ 46459 w 46274"/>
                <a:gd name="csY1" fmla="*/ 3889 h 64944"/>
                <a:gd name="csX2" fmla="*/ 43548 w 46274"/>
                <a:gd name="csY2" fmla="*/ 1179 h 64944"/>
                <a:gd name="csX3" fmla="*/ 40035 w 46274"/>
                <a:gd name="csY3" fmla="*/ 3287 h 64944"/>
                <a:gd name="csX4" fmla="*/ 38630 w 46274"/>
                <a:gd name="csY4" fmla="*/ 8707 h 64944"/>
                <a:gd name="csX5" fmla="*/ 36622 w 46274"/>
                <a:gd name="csY5" fmla="*/ 16737 h 64944"/>
                <a:gd name="csX6" fmla="*/ 32105 w 46274"/>
                <a:gd name="csY6" fmla="*/ 34805 h 64944"/>
                <a:gd name="csX7" fmla="*/ 20762 w 46274"/>
                <a:gd name="csY7" fmla="*/ 43338 h 64944"/>
                <a:gd name="csX8" fmla="*/ 14539 w 46274"/>
                <a:gd name="csY8" fmla="*/ 35207 h 64944"/>
                <a:gd name="csX9" fmla="*/ 19658 w 46274"/>
                <a:gd name="csY9" fmla="*/ 15533 h 64944"/>
                <a:gd name="csX10" fmla="*/ 21666 w 46274"/>
                <a:gd name="csY10" fmla="*/ 8305 h 64944"/>
                <a:gd name="csX11" fmla="*/ 13435 w 46274"/>
                <a:gd name="csY11" fmla="*/ 74 h 64944"/>
                <a:gd name="csX12" fmla="*/ 185 w 46274"/>
                <a:gd name="csY12" fmla="*/ 15533 h 64944"/>
                <a:gd name="csX13" fmla="*/ 1389 w 46274"/>
                <a:gd name="csY13" fmla="*/ 16536 h 64944"/>
                <a:gd name="csX14" fmla="*/ 2995 w 46274"/>
                <a:gd name="csY14" fmla="*/ 14730 h 64944"/>
                <a:gd name="csX15" fmla="*/ 13133 w 46274"/>
                <a:gd name="csY15" fmla="*/ 2283 h 64944"/>
                <a:gd name="csX16" fmla="*/ 15643 w 46274"/>
                <a:gd name="csY16" fmla="*/ 5495 h 64944"/>
                <a:gd name="csX17" fmla="*/ 13937 w 46274"/>
                <a:gd name="csY17" fmla="*/ 12521 h 64944"/>
                <a:gd name="csX18" fmla="*/ 8115 w 46274"/>
                <a:gd name="csY18" fmla="*/ 33601 h 64944"/>
                <a:gd name="csX19" fmla="*/ 20361 w 46274"/>
                <a:gd name="csY19" fmla="*/ 45546 h 64944"/>
                <a:gd name="csX20" fmla="*/ 30499 w 46274"/>
                <a:gd name="csY20" fmla="*/ 41029 h 64944"/>
                <a:gd name="csX21" fmla="*/ 23974 w 46274"/>
                <a:gd name="csY21" fmla="*/ 56487 h 64944"/>
                <a:gd name="csX22" fmla="*/ 12933 w 46274"/>
                <a:gd name="csY22" fmla="*/ 62811 h 64944"/>
                <a:gd name="csX23" fmla="*/ 5304 w 46274"/>
                <a:gd name="csY23" fmla="*/ 58595 h 64944"/>
                <a:gd name="csX24" fmla="*/ 9620 w 46274"/>
                <a:gd name="csY24" fmla="*/ 57391 h 64944"/>
                <a:gd name="csX25" fmla="*/ 11628 w 46274"/>
                <a:gd name="csY25" fmla="*/ 53275 h 64944"/>
                <a:gd name="csX26" fmla="*/ 7914 w 46274"/>
                <a:gd name="csY26" fmla="*/ 49762 h 64944"/>
                <a:gd name="csX27" fmla="*/ 2293 w 46274"/>
                <a:gd name="csY27" fmla="*/ 56286 h 64944"/>
                <a:gd name="csX28" fmla="*/ 12933 w 46274"/>
                <a:gd name="csY28" fmla="*/ 65019 h 64944"/>
                <a:gd name="csX29" fmla="*/ 36421 w 46274"/>
                <a:gd name="csY29" fmla="*/ 44542 h 64944"/>
                <a:gd name="csX30" fmla="*/ 46058 w 46274"/>
                <a:gd name="csY30" fmla="*/ 6197 h 64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6274" h="64944">
                  <a:moveTo>
                    <a:pt x="46058" y="6197"/>
                  </a:moveTo>
                  <a:cubicBezTo>
                    <a:pt x="46459" y="4792"/>
                    <a:pt x="46459" y="4591"/>
                    <a:pt x="46459" y="3889"/>
                  </a:cubicBezTo>
                  <a:cubicBezTo>
                    <a:pt x="46459" y="2082"/>
                    <a:pt x="45054" y="1179"/>
                    <a:pt x="43548" y="1179"/>
                  </a:cubicBezTo>
                  <a:cubicBezTo>
                    <a:pt x="42544" y="1179"/>
                    <a:pt x="40938" y="1781"/>
                    <a:pt x="40035" y="3287"/>
                  </a:cubicBezTo>
                  <a:cubicBezTo>
                    <a:pt x="39834" y="3788"/>
                    <a:pt x="39031" y="6900"/>
                    <a:pt x="38630" y="8707"/>
                  </a:cubicBezTo>
                  <a:cubicBezTo>
                    <a:pt x="37927" y="11317"/>
                    <a:pt x="37224" y="14027"/>
                    <a:pt x="36622" y="16737"/>
                  </a:cubicBezTo>
                  <a:lnTo>
                    <a:pt x="32105" y="34805"/>
                  </a:lnTo>
                  <a:cubicBezTo>
                    <a:pt x="31704" y="36311"/>
                    <a:pt x="27387" y="43338"/>
                    <a:pt x="20762" y="43338"/>
                  </a:cubicBezTo>
                  <a:cubicBezTo>
                    <a:pt x="15643" y="43338"/>
                    <a:pt x="14539" y="38921"/>
                    <a:pt x="14539" y="35207"/>
                  </a:cubicBezTo>
                  <a:cubicBezTo>
                    <a:pt x="14539" y="30589"/>
                    <a:pt x="16245" y="24366"/>
                    <a:pt x="19658" y="15533"/>
                  </a:cubicBezTo>
                  <a:cubicBezTo>
                    <a:pt x="21264" y="11417"/>
                    <a:pt x="21666" y="10313"/>
                    <a:pt x="21666" y="8305"/>
                  </a:cubicBezTo>
                  <a:cubicBezTo>
                    <a:pt x="21666" y="3788"/>
                    <a:pt x="18454" y="74"/>
                    <a:pt x="13435" y="74"/>
                  </a:cubicBezTo>
                  <a:cubicBezTo>
                    <a:pt x="3899" y="74"/>
                    <a:pt x="185" y="14629"/>
                    <a:pt x="185" y="15533"/>
                  </a:cubicBezTo>
                  <a:cubicBezTo>
                    <a:pt x="185" y="16536"/>
                    <a:pt x="1188" y="16536"/>
                    <a:pt x="1389" y="16536"/>
                  </a:cubicBezTo>
                  <a:cubicBezTo>
                    <a:pt x="2393" y="16536"/>
                    <a:pt x="2493" y="16336"/>
                    <a:pt x="2995" y="14730"/>
                  </a:cubicBezTo>
                  <a:cubicBezTo>
                    <a:pt x="5705" y="5294"/>
                    <a:pt x="9721" y="2283"/>
                    <a:pt x="13133" y="2283"/>
                  </a:cubicBezTo>
                  <a:cubicBezTo>
                    <a:pt x="13937" y="2283"/>
                    <a:pt x="15643" y="2283"/>
                    <a:pt x="15643" y="5495"/>
                  </a:cubicBezTo>
                  <a:cubicBezTo>
                    <a:pt x="15643" y="8004"/>
                    <a:pt x="14639" y="10614"/>
                    <a:pt x="13937" y="12521"/>
                  </a:cubicBezTo>
                  <a:cubicBezTo>
                    <a:pt x="9921" y="23161"/>
                    <a:pt x="8115" y="28883"/>
                    <a:pt x="8115" y="33601"/>
                  </a:cubicBezTo>
                  <a:cubicBezTo>
                    <a:pt x="8115" y="42535"/>
                    <a:pt x="14438" y="45546"/>
                    <a:pt x="20361" y="45546"/>
                  </a:cubicBezTo>
                  <a:cubicBezTo>
                    <a:pt x="24275" y="45546"/>
                    <a:pt x="27688" y="43839"/>
                    <a:pt x="30499" y="41029"/>
                  </a:cubicBezTo>
                  <a:cubicBezTo>
                    <a:pt x="29194" y="46249"/>
                    <a:pt x="27990" y="51167"/>
                    <a:pt x="23974" y="56487"/>
                  </a:cubicBezTo>
                  <a:cubicBezTo>
                    <a:pt x="21365" y="59900"/>
                    <a:pt x="17550" y="62811"/>
                    <a:pt x="12933" y="62811"/>
                  </a:cubicBezTo>
                  <a:cubicBezTo>
                    <a:pt x="11527" y="62811"/>
                    <a:pt x="7010" y="62510"/>
                    <a:pt x="5304" y="58595"/>
                  </a:cubicBezTo>
                  <a:cubicBezTo>
                    <a:pt x="6910" y="58595"/>
                    <a:pt x="8215" y="58595"/>
                    <a:pt x="9620" y="57391"/>
                  </a:cubicBezTo>
                  <a:cubicBezTo>
                    <a:pt x="10624" y="56487"/>
                    <a:pt x="11628" y="55182"/>
                    <a:pt x="11628" y="53275"/>
                  </a:cubicBezTo>
                  <a:cubicBezTo>
                    <a:pt x="11628" y="50163"/>
                    <a:pt x="8918" y="49762"/>
                    <a:pt x="7914" y="49762"/>
                  </a:cubicBezTo>
                  <a:cubicBezTo>
                    <a:pt x="5605" y="49762"/>
                    <a:pt x="2293" y="51368"/>
                    <a:pt x="2293" y="56286"/>
                  </a:cubicBezTo>
                  <a:cubicBezTo>
                    <a:pt x="2293" y="61305"/>
                    <a:pt x="6709" y="65019"/>
                    <a:pt x="12933" y="65019"/>
                  </a:cubicBezTo>
                  <a:cubicBezTo>
                    <a:pt x="23272" y="65019"/>
                    <a:pt x="33611" y="55885"/>
                    <a:pt x="36421" y="44542"/>
                  </a:cubicBezTo>
                  <a:lnTo>
                    <a:pt x="46058" y="6197"/>
                  </a:lnTo>
                  <a:close/>
                </a:path>
              </a:pathLst>
            </a:custGeom>
            <a:solidFill>
              <a:srgbClr val="000000"/>
            </a:solidFill>
            <a:ln w="25400" cap="flat">
              <a:noFill/>
              <a:prstDash val="solid"/>
              <a:miter/>
            </a:ln>
          </p:spPr>
          <p:txBody>
            <a:bodyPr/>
            <a:lstStyle/>
            <a:p>
              <a:endParaRPr lang="en-US"/>
            </a:p>
          </p:txBody>
        </p:sp>
        <p:sp>
          <p:nvSpPr>
            <p:cNvPr id="23" name="Freeform: Shape 22">
              <a:extLst>
                <a:ext uri="{FF2B5EF4-FFF2-40B4-BE49-F238E27FC236}">
                  <a16:creationId xmlns:a16="http://schemas.microsoft.com/office/drawing/2014/main" id="{AD5F71E9-246F-9010-A8C3-BD3B87237E69}"/>
                </a:ext>
              </a:extLst>
            </p:cNvPr>
            <p:cNvSpPr/>
            <p:nvPr>
              <p:custDataLst>
                <p:tags r:id="rId72"/>
              </p:custDataLst>
            </p:nvPr>
          </p:nvSpPr>
          <p:spPr>
            <a:xfrm>
              <a:off x="5071197" y="3151190"/>
              <a:ext cx="66751" cy="23488"/>
            </a:xfrm>
            <a:custGeom>
              <a:avLst/>
              <a:gdLst>
                <a:gd name="csX0" fmla="*/ 63531 w 66751"/>
                <a:gd name="csY0" fmla="*/ 4090 h 23488"/>
                <a:gd name="csX1" fmla="*/ 66944 w 66751"/>
                <a:gd name="csY1" fmla="*/ 2082 h 23488"/>
                <a:gd name="csX2" fmla="*/ 63632 w 66751"/>
                <a:gd name="csY2" fmla="*/ 74 h 23488"/>
                <a:gd name="csX3" fmla="*/ 3505 w 66751"/>
                <a:gd name="csY3" fmla="*/ 74 h 23488"/>
                <a:gd name="csX4" fmla="*/ 193 w 66751"/>
                <a:gd name="csY4" fmla="*/ 2082 h 23488"/>
                <a:gd name="csX5" fmla="*/ 3606 w 66751"/>
                <a:gd name="csY5" fmla="*/ 4090 h 23488"/>
                <a:gd name="csX6" fmla="*/ 63531 w 66751"/>
                <a:gd name="csY6" fmla="*/ 4090 h 23488"/>
                <a:gd name="csX7" fmla="*/ 63632 w 66751"/>
                <a:gd name="csY7" fmla="*/ 23563 h 23488"/>
                <a:gd name="csX8" fmla="*/ 66944 w 66751"/>
                <a:gd name="csY8" fmla="*/ 21555 h 23488"/>
                <a:gd name="csX9" fmla="*/ 63531 w 66751"/>
                <a:gd name="csY9" fmla="*/ 19548 h 23488"/>
                <a:gd name="csX10" fmla="*/ 3606 w 66751"/>
                <a:gd name="csY10" fmla="*/ 19548 h 23488"/>
                <a:gd name="csX11" fmla="*/ 193 w 66751"/>
                <a:gd name="csY11" fmla="*/ 21555 h 23488"/>
                <a:gd name="csX12" fmla="*/ 3505 w 66751"/>
                <a:gd name="csY12" fmla="*/ 23563 h 23488"/>
                <a:gd name="csX13" fmla="*/ 63632 w 66751"/>
                <a:gd name="csY13" fmla="*/ 23563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751" h="23488">
                  <a:moveTo>
                    <a:pt x="63531" y="4090"/>
                  </a:moveTo>
                  <a:cubicBezTo>
                    <a:pt x="65037" y="4090"/>
                    <a:pt x="66944" y="4090"/>
                    <a:pt x="66944" y="2082"/>
                  </a:cubicBezTo>
                  <a:cubicBezTo>
                    <a:pt x="66944" y="74"/>
                    <a:pt x="65037" y="74"/>
                    <a:pt x="63632" y="74"/>
                  </a:cubicBezTo>
                  <a:lnTo>
                    <a:pt x="3505" y="74"/>
                  </a:lnTo>
                  <a:cubicBezTo>
                    <a:pt x="2100" y="74"/>
                    <a:pt x="193" y="74"/>
                    <a:pt x="193" y="2082"/>
                  </a:cubicBezTo>
                  <a:cubicBezTo>
                    <a:pt x="193" y="4090"/>
                    <a:pt x="2100" y="4090"/>
                    <a:pt x="3606" y="4090"/>
                  </a:cubicBezTo>
                  <a:lnTo>
                    <a:pt x="63531" y="4090"/>
                  </a:lnTo>
                  <a:close/>
                  <a:moveTo>
                    <a:pt x="63632" y="23563"/>
                  </a:moveTo>
                  <a:cubicBezTo>
                    <a:pt x="65037" y="23563"/>
                    <a:pt x="66944" y="23563"/>
                    <a:pt x="66944" y="21555"/>
                  </a:cubicBezTo>
                  <a:cubicBezTo>
                    <a:pt x="66944" y="19548"/>
                    <a:pt x="65037" y="19548"/>
                    <a:pt x="63531" y="19548"/>
                  </a:cubicBezTo>
                  <a:lnTo>
                    <a:pt x="3606" y="19548"/>
                  </a:lnTo>
                  <a:cubicBezTo>
                    <a:pt x="2100" y="19548"/>
                    <a:pt x="193" y="19548"/>
                    <a:pt x="193" y="21555"/>
                  </a:cubicBezTo>
                  <a:cubicBezTo>
                    <a:pt x="193" y="23563"/>
                    <a:pt x="2100" y="23563"/>
                    <a:pt x="3505" y="23563"/>
                  </a:cubicBezTo>
                  <a:lnTo>
                    <a:pt x="63632" y="23563"/>
                  </a:lnTo>
                  <a:close/>
                </a:path>
              </a:pathLst>
            </a:custGeom>
            <a:solidFill>
              <a:srgbClr val="000000"/>
            </a:solidFill>
            <a:ln w="25400" cap="flat">
              <a:noFill/>
              <a:prstDash val="solid"/>
              <a:miter/>
            </a:ln>
          </p:spPr>
          <p:txBody>
            <a:bodyPr/>
            <a:lstStyle/>
            <a:p>
              <a:endParaRPr lang="en-US"/>
            </a:p>
          </p:txBody>
        </p:sp>
        <p:sp>
          <p:nvSpPr>
            <p:cNvPr id="24" name="Freeform: Shape 23">
              <a:extLst>
                <a:ext uri="{FF2B5EF4-FFF2-40B4-BE49-F238E27FC236}">
                  <a16:creationId xmlns:a16="http://schemas.microsoft.com/office/drawing/2014/main" id="{FDADEBC8-3689-8294-416D-38D3203A7BFC}"/>
                </a:ext>
              </a:extLst>
            </p:cNvPr>
            <p:cNvSpPr/>
            <p:nvPr>
              <p:custDataLst>
                <p:tags r:id="rId73"/>
              </p:custDataLst>
            </p:nvPr>
          </p:nvSpPr>
          <p:spPr>
            <a:xfrm>
              <a:off x="5174843" y="3118366"/>
              <a:ext cx="31518" cy="30013"/>
            </a:xfrm>
            <a:custGeom>
              <a:avLst/>
              <a:gdLst>
                <a:gd name="csX0" fmla="*/ 12249 w 31518"/>
                <a:gd name="csY0" fmla="*/ 10614 h 30013"/>
                <a:gd name="csX1" fmla="*/ 5523 w 31518"/>
                <a:gd name="csY1" fmla="*/ 74 h 30013"/>
                <a:gd name="csX2" fmla="*/ 203 w 31518"/>
                <a:gd name="csY2" fmla="*/ 5394 h 30013"/>
                <a:gd name="csX3" fmla="*/ 5523 w 31518"/>
                <a:gd name="csY3" fmla="*/ 10715 h 30013"/>
                <a:gd name="csX4" fmla="*/ 9538 w 31518"/>
                <a:gd name="csY4" fmla="*/ 9108 h 30013"/>
                <a:gd name="csX5" fmla="*/ 9840 w 31518"/>
                <a:gd name="csY5" fmla="*/ 8807 h 30013"/>
                <a:gd name="csX6" fmla="*/ 10040 w 31518"/>
                <a:gd name="csY6" fmla="*/ 10614 h 30013"/>
                <a:gd name="csX7" fmla="*/ 3014 w 31518"/>
                <a:gd name="csY7" fmla="*/ 27277 h 30013"/>
                <a:gd name="csX8" fmla="*/ 1809 w 31518"/>
                <a:gd name="csY8" fmla="*/ 28983 h 30013"/>
                <a:gd name="csX9" fmla="*/ 2813 w 31518"/>
                <a:gd name="csY9" fmla="*/ 30088 h 30013"/>
                <a:gd name="csX10" fmla="*/ 12249 w 31518"/>
                <a:gd name="csY10" fmla="*/ 10614 h 30013"/>
                <a:gd name="csX11" fmla="*/ 31722 w 31518"/>
                <a:gd name="csY11" fmla="*/ 10614 h 30013"/>
                <a:gd name="csX12" fmla="*/ 24997 w 31518"/>
                <a:gd name="csY12" fmla="*/ 74 h 30013"/>
                <a:gd name="csX13" fmla="*/ 19677 w 31518"/>
                <a:gd name="csY13" fmla="*/ 5394 h 30013"/>
                <a:gd name="csX14" fmla="*/ 24997 w 31518"/>
                <a:gd name="csY14" fmla="*/ 10715 h 30013"/>
                <a:gd name="csX15" fmla="*/ 29012 w 31518"/>
                <a:gd name="csY15" fmla="*/ 9108 h 30013"/>
                <a:gd name="csX16" fmla="*/ 29313 w 31518"/>
                <a:gd name="csY16" fmla="*/ 8807 h 30013"/>
                <a:gd name="csX17" fmla="*/ 29514 w 31518"/>
                <a:gd name="csY17" fmla="*/ 10614 h 30013"/>
                <a:gd name="csX18" fmla="*/ 22487 w 31518"/>
                <a:gd name="csY18" fmla="*/ 27277 h 30013"/>
                <a:gd name="csX19" fmla="*/ 21283 w 31518"/>
                <a:gd name="csY19" fmla="*/ 28983 h 30013"/>
                <a:gd name="csX20" fmla="*/ 22286 w 31518"/>
                <a:gd name="csY20" fmla="*/ 30088 h 30013"/>
                <a:gd name="csX21" fmla="*/ 31722 w 31518"/>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249" y="10614"/>
                  </a:moveTo>
                  <a:cubicBezTo>
                    <a:pt x="12249" y="4591"/>
                    <a:pt x="9840" y="74"/>
                    <a:pt x="5523" y="74"/>
                  </a:cubicBezTo>
                  <a:cubicBezTo>
                    <a:pt x="2010" y="74"/>
                    <a:pt x="203" y="2785"/>
                    <a:pt x="203" y="5394"/>
                  </a:cubicBezTo>
                  <a:cubicBezTo>
                    <a:pt x="203" y="8004"/>
                    <a:pt x="1910" y="10715"/>
                    <a:pt x="5523" y="10715"/>
                  </a:cubicBezTo>
                  <a:cubicBezTo>
                    <a:pt x="7531" y="10715"/>
                    <a:pt x="8936" y="9711"/>
                    <a:pt x="9538" y="9108"/>
                  </a:cubicBezTo>
                  <a:cubicBezTo>
                    <a:pt x="9639" y="8908"/>
                    <a:pt x="9739" y="8807"/>
                    <a:pt x="9840" y="8807"/>
                  </a:cubicBezTo>
                  <a:cubicBezTo>
                    <a:pt x="10040" y="8807"/>
                    <a:pt x="10040" y="10213"/>
                    <a:pt x="10040" y="10614"/>
                  </a:cubicBezTo>
                  <a:cubicBezTo>
                    <a:pt x="10040" y="13826"/>
                    <a:pt x="9338" y="21054"/>
                    <a:pt x="3014" y="27277"/>
                  </a:cubicBezTo>
                  <a:cubicBezTo>
                    <a:pt x="1809" y="28482"/>
                    <a:pt x="1809" y="28682"/>
                    <a:pt x="1809" y="28983"/>
                  </a:cubicBezTo>
                  <a:cubicBezTo>
                    <a:pt x="1809" y="29686"/>
                    <a:pt x="2311" y="30088"/>
                    <a:pt x="2813" y="30088"/>
                  </a:cubicBezTo>
                  <a:cubicBezTo>
                    <a:pt x="3917" y="30088"/>
                    <a:pt x="12249" y="22459"/>
                    <a:pt x="12249" y="10614"/>
                  </a:cubicBezTo>
                  <a:close/>
                  <a:moveTo>
                    <a:pt x="31722" y="10614"/>
                  </a:moveTo>
                  <a:cubicBezTo>
                    <a:pt x="31722" y="4591"/>
                    <a:pt x="29313" y="74"/>
                    <a:pt x="24997" y="74"/>
                  </a:cubicBezTo>
                  <a:cubicBezTo>
                    <a:pt x="21483" y="74"/>
                    <a:pt x="19677" y="2785"/>
                    <a:pt x="19677" y="5394"/>
                  </a:cubicBezTo>
                  <a:cubicBezTo>
                    <a:pt x="19677" y="8004"/>
                    <a:pt x="21383" y="10715"/>
                    <a:pt x="24997" y="10715"/>
                  </a:cubicBezTo>
                  <a:cubicBezTo>
                    <a:pt x="27004" y="10715"/>
                    <a:pt x="28410" y="9711"/>
                    <a:pt x="29012" y="9108"/>
                  </a:cubicBezTo>
                  <a:cubicBezTo>
                    <a:pt x="29112" y="8908"/>
                    <a:pt x="29213" y="8807"/>
                    <a:pt x="29313" y="8807"/>
                  </a:cubicBezTo>
                  <a:cubicBezTo>
                    <a:pt x="29514" y="8807"/>
                    <a:pt x="29514" y="10213"/>
                    <a:pt x="29514" y="10614"/>
                  </a:cubicBezTo>
                  <a:cubicBezTo>
                    <a:pt x="29514" y="13826"/>
                    <a:pt x="28811" y="21054"/>
                    <a:pt x="22487" y="27277"/>
                  </a:cubicBezTo>
                  <a:cubicBezTo>
                    <a:pt x="21283" y="28482"/>
                    <a:pt x="21283" y="28682"/>
                    <a:pt x="21283" y="28983"/>
                  </a:cubicBezTo>
                  <a:cubicBezTo>
                    <a:pt x="21283" y="29686"/>
                    <a:pt x="21785" y="30088"/>
                    <a:pt x="22286" y="30088"/>
                  </a:cubicBezTo>
                  <a:cubicBezTo>
                    <a:pt x="23391" y="30088"/>
                    <a:pt x="31722" y="22459"/>
                    <a:pt x="31722" y="10614"/>
                  </a:cubicBezTo>
                  <a:close/>
                </a:path>
              </a:pathLst>
            </a:custGeom>
            <a:solidFill>
              <a:srgbClr val="000000"/>
            </a:solidFill>
            <a:ln w="25400" cap="flat">
              <a:noFill/>
              <a:prstDash val="solid"/>
              <a:miter/>
            </a:ln>
          </p:spPr>
          <p:txBody>
            <a:bodyPr/>
            <a:lstStyle/>
            <a:p>
              <a:endParaRPr lang="en-US"/>
            </a:p>
          </p:txBody>
        </p:sp>
        <p:sp>
          <p:nvSpPr>
            <p:cNvPr id="25" name="Freeform: Shape 24">
              <a:extLst>
                <a:ext uri="{FF2B5EF4-FFF2-40B4-BE49-F238E27FC236}">
                  <a16:creationId xmlns:a16="http://schemas.microsoft.com/office/drawing/2014/main" id="{EC1F3180-2AAA-85EE-4873-191F814DD325}"/>
                </a:ext>
              </a:extLst>
            </p:cNvPr>
            <p:cNvSpPr/>
            <p:nvPr>
              <p:custDataLst>
                <p:tags r:id="rId74"/>
              </p:custDataLst>
            </p:nvPr>
          </p:nvSpPr>
          <p:spPr>
            <a:xfrm>
              <a:off x="5225033" y="3143059"/>
              <a:ext cx="32823" cy="46073"/>
            </a:xfrm>
            <a:custGeom>
              <a:avLst/>
              <a:gdLst>
                <a:gd name="csX0" fmla="*/ 17774 w 32823"/>
                <a:gd name="csY0" fmla="*/ 25571 h 46073"/>
                <a:gd name="csX1" fmla="*/ 28214 w 32823"/>
                <a:gd name="csY1" fmla="*/ 34805 h 46073"/>
                <a:gd name="csX2" fmla="*/ 16871 w 32823"/>
                <a:gd name="csY2" fmla="*/ 43940 h 46073"/>
                <a:gd name="csX3" fmla="*/ 2918 w 32823"/>
                <a:gd name="csY3" fmla="*/ 29686 h 46073"/>
                <a:gd name="csX4" fmla="*/ 1513 w 32823"/>
                <a:gd name="csY4" fmla="*/ 27980 h 46073"/>
                <a:gd name="csX5" fmla="*/ 208 w 32823"/>
                <a:gd name="csY5" fmla="*/ 30489 h 46073"/>
                <a:gd name="csX6" fmla="*/ 208 w 32823"/>
                <a:gd name="csY6" fmla="*/ 43739 h 46073"/>
                <a:gd name="csX7" fmla="*/ 1312 w 32823"/>
                <a:gd name="csY7" fmla="*/ 46148 h 46073"/>
                <a:gd name="csX8" fmla="*/ 3822 w 32823"/>
                <a:gd name="csY8" fmla="*/ 44141 h 46073"/>
                <a:gd name="csX9" fmla="*/ 5829 w 32823"/>
                <a:gd name="csY9" fmla="*/ 41832 h 46073"/>
                <a:gd name="csX10" fmla="*/ 16871 w 32823"/>
                <a:gd name="csY10" fmla="*/ 46148 h 46073"/>
                <a:gd name="csX11" fmla="*/ 33032 w 32823"/>
                <a:gd name="csY11" fmla="*/ 32196 h 46073"/>
                <a:gd name="csX12" fmla="*/ 28816 w 32823"/>
                <a:gd name="csY12" fmla="*/ 22660 h 46073"/>
                <a:gd name="csX13" fmla="*/ 17373 w 32823"/>
                <a:gd name="csY13" fmla="*/ 17841 h 46073"/>
                <a:gd name="csX14" fmla="*/ 5026 w 32823"/>
                <a:gd name="csY14" fmla="*/ 9610 h 46073"/>
                <a:gd name="csX15" fmla="*/ 16269 w 32823"/>
                <a:gd name="csY15" fmla="*/ 1982 h 46073"/>
                <a:gd name="csX16" fmla="*/ 28013 w 32823"/>
                <a:gd name="csY16" fmla="*/ 14127 h 46073"/>
                <a:gd name="csX17" fmla="*/ 29218 w 32823"/>
                <a:gd name="csY17" fmla="*/ 15031 h 46073"/>
                <a:gd name="csX18" fmla="*/ 30522 w 32823"/>
                <a:gd name="csY18" fmla="*/ 12622 h 46073"/>
                <a:gd name="csX19" fmla="*/ 30522 w 32823"/>
                <a:gd name="csY19" fmla="*/ 2483 h 46073"/>
                <a:gd name="csX20" fmla="*/ 29418 w 32823"/>
                <a:gd name="csY20" fmla="*/ 74 h 46073"/>
                <a:gd name="csX21" fmla="*/ 27411 w 32823"/>
                <a:gd name="csY21" fmla="*/ 1279 h 46073"/>
                <a:gd name="csX22" fmla="*/ 25704 w 32823"/>
                <a:gd name="csY22" fmla="*/ 2885 h 46073"/>
                <a:gd name="csX23" fmla="*/ 16269 w 32823"/>
                <a:gd name="csY23" fmla="*/ 74 h 46073"/>
                <a:gd name="csX24" fmla="*/ 208 w 32823"/>
                <a:gd name="csY24" fmla="*/ 12421 h 46073"/>
                <a:gd name="csX25" fmla="*/ 4524 w 32823"/>
                <a:gd name="csY25" fmla="*/ 20953 h 46073"/>
                <a:gd name="csX26" fmla="*/ 17774 w 32823"/>
                <a:gd name="csY26" fmla="*/ 25571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32823" h="46073">
                  <a:moveTo>
                    <a:pt x="17774" y="25571"/>
                  </a:moveTo>
                  <a:cubicBezTo>
                    <a:pt x="19983" y="25972"/>
                    <a:pt x="28214" y="27578"/>
                    <a:pt x="28214" y="34805"/>
                  </a:cubicBezTo>
                  <a:cubicBezTo>
                    <a:pt x="28214" y="39925"/>
                    <a:pt x="24701" y="43940"/>
                    <a:pt x="16871" y="43940"/>
                  </a:cubicBezTo>
                  <a:cubicBezTo>
                    <a:pt x="8439" y="43940"/>
                    <a:pt x="4826" y="38218"/>
                    <a:pt x="2918" y="29686"/>
                  </a:cubicBezTo>
                  <a:cubicBezTo>
                    <a:pt x="2617" y="28381"/>
                    <a:pt x="2517" y="27980"/>
                    <a:pt x="1513" y="27980"/>
                  </a:cubicBezTo>
                  <a:cubicBezTo>
                    <a:pt x="208" y="27980"/>
                    <a:pt x="208" y="28682"/>
                    <a:pt x="208" y="30489"/>
                  </a:cubicBezTo>
                  <a:lnTo>
                    <a:pt x="208" y="43739"/>
                  </a:lnTo>
                  <a:cubicBezTo>
                    <a:pt x="208" y="45446"/>
                    <a:pt x="208" y="46148"/>
                    <a:pt x="1312" y="46148"/>
                  </a:cubicBezTo>
                  <a:cubicBezTo>
                    <a:pt x="1814" y="46148"/>
                    <a:pt x="1915" y="46048"/>
                    <a:pt x="3822" y="44141"/>
                  </a:cubicBezTo>
                  <a:cubicBezTo>
                    <a:pt x="4023" y="43940"/>
                    <a:pt x="4023" y="43739"/>
                    <a:pt x="5829" y="41832"/>
                  </a:cubicBezTo>
                  <a:cubicBezTo>
                    <a:pt x="10246" y="46048"/>
                    <a:pt x="14763" y="46148"/>
                    <a:pt x="16871" y="46148"/>
                  </a:cubicBezTo>
                  <a:cubicBezTo>
                    <a:pt x="28415" y="46148"/>
                    <a:pt x="33032" y="39423"/>
                    <a:pt x="33032" y="32196"/>
                  </a:cubicBezTo>
                  <a:cubicBezTo>
                    <a:pt x="33032" y="26875"/>
                    <a:pt x="30021" y="23864"/>
                    <a:pt x="28816" y="22660"/>
                  </a:cubicBezTo>
                  <a:cubicBezTo>
                    <a:pt x="25504" y="19447"/>
                    <a:pt x="21589" y="18644"/>
                    <a:pt x="17373" y="17841"/>
                  </a:cubicBezTo>
                  <a:cubicBezTo>
                    <a:pt x="11752" y="16737"/>
                    <a:pt x="5026" y="15432"/>
                    <a:pt x="5026" y="9610"/>
                  </a:cubicBezTo>
                  <a:cubicBezTo>
                    <a:pt x="5026" y="6097"/>
                    <a:pt x="7636" y="1982"/>
                    <a:pt x="16269" y="1982"/>
                  </a:cubicBezTo>
                  <a:cubicBezTo>
                    <a:pt x="27310" y="1982"/>
                    <a:pt x="27812" y="11016"/>
                    <a:pt x="28013" y="14127"/>
                  </a:cubicBezTo>
                  <a:cubicBezTo>
                    <a:pt x="28113" y="15031"/>
                    <a:pt x="29017" y="15031"/>
                    <a:pt x="29218" y="15031"/>
                  </a:cubicBezTo>
                  <a:cubicBezTo>
                    <a:pt x="30522" y="15031"/>
                    <a:pt x="30522" y="14529"/>
                    <a:pt x="30522" y="12622"/>
                  </a:cubicBezTo>
                  <a:lnTo>
                    <a:pt x="30522" y="2483"/>
                  </a:lnTo>
                  <a:cubicBezTo>
                    <a:pt x="30522" y="777"/>
                    <a:pt x="30522" y="74"/>
                    <a:pt x="29418" y="74"/>
                  </a:cubicBezTo>
                  <a:cubicBezTo>
                    <a:pt x="28916" y="74"/>
                    <a:pt x="28716" y="74"/>
                    <a:pt x="27411" y="1279"/>
                  </a:cubicBezTo>
                  <a:cubicBezTo>
                    <a:pt x="27110" y="1680"/>
                    <a:pt x="26106" y="2584"/>
                    <a:pt x="25704" y="2885"/>
                  </a:cubicBezTo>
                  <a:cubicBezTo>
                    <a:pt x="21890" y="74"/>
                    <a:pt x="17774" y="74"/>
                    <a:pt x="16269" y="74"/>
                  </a:cubicBezTo>
                  <a:cubicBezTo>
                    <a:pt x="4023" y="74"/>
                    <a:pt x="208" y="6800"/>
                    <a:pt x="208" y="12421"/>
                  </a:cubicBezTo>
                  <a:cubicBezTo>
                    <a:pt x="208" y="15934"/>
                    <a:pt x="1814" y="18745"/>
                    <a:pt x="4524" y="20953"/>
                  </a:cubicBezTo>
                  <a:cubicBezTo>
                    <a:pt x="7737" y="23563"/>
                    <a:pt x="10547" y="24165"/>
                    <a:pt x="17774" y="25571"/>
                  </a:cubicBezTo>
                  <a:close/>
                </a:path>
              </a:pathLst>
            </a:custGeom>
            <a:solidFill>
              <a:srgbClr val="000000"/>
            </a:solidFill>
            <a:ln w="25400" cap="flat">
              <a:noFill/>
              <a:prstDash val="solid"/>
              <a:miter/>
            </a:ln>
          </p:spPr>
          <p:txBody>
            <a:bodyPr/>
            <a:lstStyle/>
            <a:p>
              <a:endParaRPr lang="en-US"/>
            </a:p>
          </p:txBody>
        </p:sp>
        <p:sp>
          <p:nvSpPr>
            <p:cNvPr id="26" name="Freeform: Shape 25">
              <a:extLst>
                <a:ext uri="{FF2B5EF4-FFF2-40B4-BE49-F238E27FC236}">
                  <a16:creationId xmlns:a16="http://schemas.microsoft.com/office/drawing/2014/main" id="{B53B5A30-19E7-3203-4CF2-38ACFB36EC1B}"/>
                </a:ext>
              </a:extLst>
            </p:cNvPr>
            <p:cNvSpPr/>
            <p:nvPr>
              <p:custDataLst>
                <p:tags r:id="rId75"/>
              </p:custDataLst>
            </p:nvPr>
          </p:nvSpPr>
          <p:spPr>
            <a:xfrm>
              <a:off x="5264125" y="3143059"/>
              <a:ext cx="44467" cy="46073"/>
            </a:xfrm>
            <a:custGeom>
              <a:avLst/>
              <a:gdLst>
                <a:gd name="csX0" fmla="*/ 44680 w 44467"/>
                <a:gd name="csY0" fmla="*/ 23563 h 46073"/>
                <a:gd name="csX1" fmla="*/ 22496 w 44467"/>
                <a:gd name="csY1" fmla="*/ 74 h 46073"/>
                <a:gd name="csX2" fmla="*/ 212 w 44467"/>
                <a:gd name="csY2" fmla="*/ 23563 h 46073"/>
                <a:gd name="csX3" fmla="*/ 22396 w 44467"/>
                <a:gd name="csY3" fmla="*/ 46148 h 46073"/>
                <a:gd name="csX4" fmla="*/ 44680 w 44467"/>
                <a:gd name="csY4" fmla="*/ 23563 h 46073"/>
                <a:gd name="csX5" fmla="*/ 22496 w 44467"/>
                <a:gd name="csY5" fmla="*/ 43639 h 46073"/>
                <a:gd name="csX6" fmla="*/ 11053 w 44467"/>
                <a:gd name="csY6" fmla="*/ 36913 h 46073"/>
                <a:gd name="csX7" fmla="*/ 8544 w 44467"/>
                <a:gd name="csY7" fmla="*/ 22760 h 46073"/>
                <a:gd name="csX8" fmla="*/ 10953 w 44467"/>
                <a:gd name="csY8" fmla="*/ 9008 h 46073"/>
                <a:gd name="csX9" fmla="*/ 22396 w 44467"/>
                <a:gd name="csY9" fmla="*/ 2283 h 46073"/>
                <a:gd name="csX10" fmla="*/ 33739 w 44467"/>
                <a:gd name="csY10" fmla="*/ 8807 h 46073"/>
                <a:gd name="csX11" fmla="*/ 36348 w 44467"/>
                <a:gd name="csY11" fmla="*/ 22760 h 46073"/>
                <a:gd name="csX12" fmla="*/ 34140 w 44467"/>
                <a:gd name="csY12" fmla="*/ 36211 h 46073"/>
                <a:gd name="csX13" fmla="*/ 22496 w 44467"/>
                <a:gd name="csY13" fmla="*/ 43639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467" h="46073">
                  <a:moveTo>
                    <a:pt x="44680" y="23563"/>
                  </a:moveTo>
                  <a:cubicBezTo>
                    <a:pt x="44680" y="10715"/>
                    <a:pt x="34642" y="74"/>
                    <a:pt x="22496" y="74"/>
                  </a:cubicBezTo>
                  <a:cubicBezTo>
                    <a:pt x="9949" y="74"/>
                    <a:pt x="212" y="11016"/>
                    <a:pt x="212" y="23563"/>
                  </a:cubicBezTo>
                  <a:cubicBezTo>
                    <a:pt x="212" y="36512"/>
                    <a:pt x="10651" y="46148"/>
                    <a:pt x="22396" y="46148"/>
                  </a:cubicBezTo>
                  <a:cubicBezTo>
                    <a:pt x="34542" y="46148"/>
                    <a:pt x="44680" y="36311"/>
                    <a:pt x="44680" y="23563"/>
                  </a:cubicBezTo>
                  <a:close/>
                  <a:moveTo>
                    <a:pt x="22496" y="43639"/>
                  </a:moveTo>
                  <a:cubicBezTo>
                    <a:pt x="18180" y="43639"/>
                    <a:pt x="13763" y="41531"/>
                    <a:pt x="11053" y="36913"/>
                  </a:cubicBezTo>
                  <a:cubicBezTo>
                    <a:pt x="8544" y="32497"/>
                    <a:pt x="8544" y="26374"/>
                    <a:pt x="8544" y="22760"/>
                  </a:cubicBezTo>
                  <a:cubicBezTo>
                    <a:pt x="8544" y="18845"/>
                    <a:pt x="8544" y="13425"/>
                    <a:pt x="10953" y="9008"/>
                  </a:cubicBezTo>
                  <a:cubicBezTo>
                    <a:pt x="13663" y="4391"/>
                    <a:pt x="18381" y="2283"/>
                    <a:pt x="22396" y="2283"/>
                  </a:cubicBezTo>
                  <a:cubicBezTo>
                    <a:pt x="26812" y="2283"/>
                    <a:pt x="31129" y="4491"/>
                    <a:pt x="33739" y="8807"/>
                  </a:cubicBezTo>
                  <a:cubicBezTo>
                    <a:pt x="36348" y="13124"/>
                    <a:pt x="36348" y="18946"/>
                    <a:pt x="36348" y="22760"/>
                  </a:cubicBezTo>
                  <a:cubicBezTo>
                    <a:pt x="36348" y="26374"/>
                    <a:pt x="36348" y="31794"/>
                    <a:pt x="34140" y="36211"/>
                  </a:cubicBezTo>
                  <a:cubicBezTo>
                    <a:pt x="31932" y="40728"/>
                    <a:pt x="27515" y="43639"/>
                    <a:pt x="22496" y="43639"/>
                  </a:cubicBezTo>
                  <a:close/>
                </a:path>
              </a:pathLst>
            </a:custGeom>
            <a:solidFill>
              <a:srgbClr val="000000"/>
            </a:solidFill>
            <a:ln w="25400" cap="flat">
              <a:noFill/>
              <a:prstDash val="solid"/>
              <a:miter/>
            </a:ln>
          </p:spPr>
          <p:txBody>
            <a:bodyPr/>
            <a:lstStyle/>
            <a:p>
              <a:endParaRPr lang="en-US"/>
            </a:p>
          </p:txBody>
        </p:sp>
        <p:sp>
          <p:nvSpPr>
            <p:cNvPr id="27" name="Freeform: Shape 26">
              <a:extLst>
                <a:ext uri="{FF2B5EF4-FFF2-40B4-BE49-F238E27FC236}">
                  <a16:creationId xmlns:a16="http://schemas.microsoft.com/office/drawing/2014/main" id="{C0843CED-5956-23C9-A245-E45A00F353E2}"/>
                </a:ext>
              </a:extLst>
            </p:cNvPr>
            <p:cNvSpPr/>
            <p:nvPr>
              <p:custDataLst>
                <p:tags r:id="rId76"/>
              </p:custDataLst>
            </p:nvPr>
          </p:nvSpPr>
          <p:spPr>
            <a:xfrm>
              <a:off x="5314716" y="3143662"/>
              <a:ext cx="78395" cy="44367"/>
            </a:xfrm>
            <a:custGeom>
              <a:avLst/>
              <a:gdLst>
                <a:gd name="csX0" fmla="*/ 8047 w 78395"/>
                <a:gd name="csY0" fmla="*/ 9912 h 44367"/>
                <a:gd name="csX1" fmla="*/ 8047 w 78395"/>
                <a:gd name="csY1" fmla="*/ 36813 h 44367"/>
                <a:gd name="csX2" fmla="*/ 217 w 78395"/>
                <a:gd name="csY2" fmla="*/ 41330 h 44367"/>
                <a:gd name="csX3" fmla="*/ 217 w 78395"/>
                <a:gd name="csY3" fmla="*/ 44442 h 44367"/>
                <a:gd name="csX4" fmla="*/ 11560 w 78395"/>
                <a:gd name="csY4" fmla="*/ 44141 h 44367"/>
                <a:gd name="csX5" fmla="*/ 22802 w 78395"/>
                <a:gd name="csY5" fmla="*/ 44442 h 44367"/>
                <a:gd name="csX6" fmla="*/ 22802 w 78395"/>
                <a:gd name="csY6" fmla="*/ 41330 h 44367"/>
                <a:gd name="csX7" fmla="*/ 14973 w 78395"/>
                <a:gd name="csY7" fmla="*/ 36813 h 44367"/>
                <a:gd name="csX8" fmla="*/ 14973 w 78395"/>
                <a:gd name="csY8" fmla="*/ 18343 h 44367"/>
                <a:gd name="csX9" fmla="*/ 28524 w 78395"/>
                <a:gd name="csY9" fmla="*/ 2283 h 44367"/>
                <a:gd name="csX10" fmla="*/ 35952 w 78395"/>
                <a:gd name="csY10" fmla="*/ 13425 h 44367"/>
                <a:gd name="csX11" fmla="*/ 35952 w 78395"/>
                <a:gd name="csY11" fmla="*/ 36813 h 44367"/>
                <a:gd name="csX12" fmla="*/ 28122 w 78395"/>
                <a:gd name="csY12" fmla="*/ 41330 h 44367"/>
                <a:gd name="csX13" fmla="*/ 28122 w 78395"/>
                <a:gd name="csY13" fmla="*/ 44442 h 44367"/>
                <a:gd name="csX14" fmla="*/ 39465 w 78395"/>
                <a:gd name="csY14" fmla="*/ 44141 h 44367"/>
                <a:gd name="csX15" fmla="*/ 50707 w 78395"/>
                <a:gd name="csY15" fmla="*/ 44442 h 44367"/>
                <a:gd name="csX16" fmla="*/ 50707 w 78395"/>
                <a:gd name="csY16" fmla="*/ 41330 h 44367"/>
                <a:gd name="csX17" fmla="*/ 42878 w 78395"/>
                <a:gd name="csY17" fmla="*/ 36813 h 44367"/>
                <a:gd name="csX18" fmla="*/ 42878 w 78395"/>
                <a:gd name="csY18" fmla="*/ 18343 h 44367"/>
                <a:gd name="csX19" fmla="*/ 56429 w 78395"/>
                <a:gd name="csY19" fmla="*/ 2283 h 44367"/>
                <a:gd name="csX20" fmla="*/ 63857 w 78395"/>
                <a:gd name="csY20" fmla="*/ 13425 h 44367"/>
                <a:gd name="csX21" fmla="*/ 63857 w 78395"/>
                <a:gd name="csY21" fmla="*/ 36813 h 44367"/>
                <a:gd name="csX22" fmla="*/ 56028 w 78395"/>
                <a:gd name="csY22" fmla="*/ 41330 h 44367"/>
                <a:gd name="csX23" fmla="*/ 56028 w 78395"/>
                <a:gd name="csY23" fmla="*/ 44442 h 44367"/>
                <a:gd name="csX24" fmla="*/ 67370 w 78395"/>
                <a:gd name="csY24" fmla="*/ 44141 h 44367"/>
                <a:gd name="csX25" fmla="*/ 78613 w 78395"/>
                <a:gd name="csY25" fmla="*/ 44442 h 44367"/>
                <a:gd name="csX26" fmla="*/ 78613 w 78395"/>
                <a:gd name="csY26" fmla="*/ 41330 h 44367"/>
                <a:gd name="csX27" fmla="*/ 70783 w 78395"/>
                <a:gd name="csY27" fmla="*/ 38319 h 44367"/>
                <a:gd name="csX28" fmla="*/ 70783 w 78395"/>
                <a:gd name="csY28" fmla="*/ 19146 h 44367"/>
                <a:gd name="csX29" fmla="*/ 67671 w 78395"/>
                <a:gd name="csY29" fmla="*/ 3788 h 44367"/>
                <a:gd name="csX30" fmla="*/ 57132 w 78395"/>
                <a:gd name="csY30" fmla="*/ 74 h 44367"/>
                <a:gd name="csX31" fmla="*/ 42577 w 78395"/>
                <a:gd name="csY31" fmla="*/ 9912 h 44367"/>
                <a:gd name="csX32" fmla="*/ 29226 w 78395"/>
                <a:gd name="csY32" fmla="*/ 74 h 44367"/>
                <a:gd name="csX33" fmla="*/ 14370 w 78395"/>
                <a:gd name="csY33" fmla="*/ 10614 h 44367"/>
                <a:gd name="csX34" fmla="*/ 14370 w 78395"/>
                <a:gd name="csY34" fmla="*/ 74 h 44367"/>
                <a:gd name="csX35" fmla="*/ 217 w 78395"/>
                <a:gd name="csY35" fmla="*/ 1179 h 44367"/>
                <a:gd name="csX36" fmla="*/ 217 w 78395"/>
                <a:gd name="csY36" fmla="*/ 4290 h 44367"/>
                <a:gd name="csX37" fmla="*/ 8047 w 78395"/>
                <a:gd name="csY37" fmla="*/ 9912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78395" h="44367">
                  <a:moveTo>
                    <a:pt x="8047" y="9912"/>
                  </a:moveTo>
                  <a:lnTo>
                    <a:pt x="8047" y="36813"/>
                  </a:lnTo>
                  <a:cubicBezTo>
                    <a:pt x="8047" y="41330"/>
                    <a:pt x="6942" y="41330"/>
                    <a:pt x="217" y="41330"/>
                  </a:cubicBezTo>
                  <a:lnTo>
                    <a:pt x="217" y="44442"/>
                  </a:lnTo>
                  <a:cubicBezTo>
                    <a:pt x="3730" y="44341"/>
                    <a:pt x="8850" y="44141"/>
                    <a:pt x="11560" y="44141"/>
                  </a:cubicBezTo>
                  <a:cubicBezTo>
                    <a:pt x="14170" y="44141"/>
                    <a:pt x="19389" y="44341"/>
                    <a:pt x="22802" y="44442"/>
                  </a:cubicBezTo>
                  <a:lnTo>
                    <a:pt x="22802" y="41330"/>
                  </a:lnTo>
                  <a:cubicBezTo>
                    <a:pt x="16077" y="41330"/>
                    <a:pt x="14973" y="41330"/>
                    <a:pt x="14973" y="36813"/>
                  </a:cubicBezTo>
                  <a:lnTo>
                    <a:pt x="14973" y="18343"/>
                  </a:lnTo>
                  <a:cubicBezTo>
                    <a:pt x="14973" y="7904"/>
                    <a:pt x="22100" y="2283"/>
                    <a:pt x="28524" y="2283"/>
                  </a:cubicBezTo>
                  <a:cubicBezTo>
                    <a:pt x="34848" y="2283"/>
                    <a:pt x="35952" y="7703"/>
                    <a:pt x="35952" y="13425"/>
                  </a:cubicBezTo>
                  <a:lnTo>
                    <a:pt x="35952" y="36813"/>
                  </a:lnTo>
                  <a:cubicBezTo>
                    <a:pt x="35952" y="41330"/>
                    <a:pt x="34848" y="41330"/>
                    <a:pt x="28122" y="41330"/>
                  </a:cubicBezTo>
                  <a:lnTo>
                    <a:pt x="28122" y="44442"/>
                  </a:lnTo>
                  <a:cubicBezTo>
                    <a:pt x="31636" y="44341"/>
                    <a:pt x="36755" y="44141"/>
                    <a:pt x="39465" y="44141"/>
                  </a:cubicBezTo>
                  <a:cubicBezTo>
                    <a:pt x="42075" y="44141"/>
                    <a:pt x="47295" y="44341"/>
                    <a:pt x="50707" y="44442"/>
                  </a:cubicBezTo>
                  <a:lnTo>
                    <a:pt x="50707" y="41330"/>
                  </a:lnTo>
                  <a:cubicBezTo>
                    <a:pt x="43982" y="41330"/>
                    <a:pt x="42878" y="41330"/>
                    <a:pt x="42878" y="36813"/>
                  </a:cubicBezTo>
                  <a:lnTo>
                    <a:pt x="42878" y="18343"/>
                  </a:lnTo>
                  <a:cubicBezTo>
                    <a:pt x="42878" y="7904"/>
                    <a:pt x="50005" y="2283"/>
                    <a:pt x="56429" y="2283"/>
                  </a:cubicBezTo>
                  <a:cubicBezTo>
                    <a:pt x="62753" y="2283"/>
                    <a:pt x="63857" y="7703"/>
                    <a:pt x="63857" y="13425"/>
                  </a:cubicBezTo>
                  <a:lnTo>
                    <a:pt x="63857" y="36813"/>
                  </a:lnTo>
                  <a:cubicBezTo>
                    <a:pt x="63857" y="41330"/>
                    <a:pt x="62753" y="41330"/>
                    <a:pt x="56028" y="41330"/>
                  </a:cubicBezTo>
                  <a:lnTo>
                    <a:pt x="56028" y="44442"/>
                  </a:lnTo>
                  <a:cubicBezTo>
                    <a:pt x="59541" y="44341"/>
                    <a:pt x="64660" y="44141"/>
                    <a:pt x="67370" y="44141"/>
                  </a:cubicBezTo>
                  <a:cubicBezTo>
                    <a:pt x="69980" y="44141"/>
                    <a:pt x="75200" y="44341"/>
                    <a:pt x="78613" y="44442"/>
                  </a:cubicBezTo>
                  <a:lnTo>
                    <a:pt x="78613" y="41330"/>
                  </a:lnTo>
                  <a:cubicBezTo>
                    <a:pt x="73393" y="41330"/>
                    <a:pt x="70884" y="41330"/>
                    <a:pt x="70783" y="38319"/>
                  </a:cubicBezTo>
                  <a:lnTo>
                    <a:pt x="70783" y="19146"/>
                  </a:lnTo>
                  <a:cubicBezTo>
                    <a:pt x="70783" y="10514"/>
                    <a:pt x="70783" y="7402"/>
                    <a:pt x="67671" y="3788"/>
                  </a:cubicBezTo>
                  <a:cubicBezTo>
                    <a:pt x="66266" y="2082"/>
                    <a:pt x="62954" y="74"/>
                    <a:pt x="57132" y="74"/>
                  </a:cubicBezTo>
                  <a:cubicBezTo>
                    <a:pt x="48700" y="74"/>
                    <a:pt x="44283" y="6097"/>
                    <a:pt x="42577" y="9912"/>
                  </a:cubicBezTo>
                  <a:cubicBezTo>
                    <a:pt x="41172" y="1179"/>
                    <a:pt x="33744" y="74"/>
                    <a:pt x="29226" y="74"/>
                  </a:cubicBezTo>
                  <a:cubicBezTo>
                    <a:pt x="21899" y="74"/>
                    <a:pt x="17181" y="4391"/>
                    <a:pt x="14370" y="10614"/>
                  </a:cubicBezTo>
                  <a:lnTo>
                    <a:pt x="14370" y="74"/>
                  </a:lnTo>
                  <a:lnTo>
                    <a:pt x="217" y="1179"/>
                  </a:lnTo>
                  <a:lnTo>
                    <a:pt x="217" y="4290"/>
                  </a:lnTo>
                  <a:cubicBezTo>
                    <a:pt x="7244" y="4290"/>
                    <a:pt x="8047" y="4993"/>
                    <a:pt x="8047" y="9912"/>
                  </a:cubicBezTo>
                  <a:close/>
                </a:path>
              </a:pathLst>
            </a:custGeom>
            <a:solidFill>
              <a:srgbClr val="000000"/>
            </a:solidFill>
            <a:ln w="25400" cap="flat">
              <a:noFill/>
              <a:prstDash val="solid"/>
              <a:miter/>
            </a:ln>
          </p:spPr>
          <p:txBody>
            <a:bodyPr/>
            <a:lstStyle/>
            <a:p>
              <a:endParaRPr lang="en-US"/>
            </a:p>
          </p:txBody>
        </p:sp>
        <p:sp>
          <p:nvSpPr>
            <p:cNvPr id="28" name="Freeform: Shape 27">
              <a:extLst>
                <a:ext uri="{FF2B5EF4-FFF2-40B4-BE49-F238E27FC236}">
                  <a16:creationId xmlns:a16="http://schemas.microsoft.com/office/drawing/2014/main" id="{8BEA9FF2-2CAC-1A7F-36F2-24AB932913A7}"/>
                </a:ext>
              </a:extLst>
            </p:cNvPr>
            <p:cNvSpPr/>
            <p:nvPr>
              <p:custDataLst>
                <p:tags r:id="rId77"/>
              </p:custDataLst>
            </p:nvPr>
          </p:nvSpPr>
          <p:spPr>
            <a:xfrm>
              <a:off x="5397963" y="3143059"/>
              <a:ext cx="38846" cy="46073"/>
            </a:xfrm>
            <a:custGeom>
              <a:avLst/>
              <a:gdLst>
                <a:gd name="csX0" fmla="*/ 8657 w 38846"/>
                <a:gd name="csY0" fmla="*/ 19749 h 46073"/>
                <a:gd name="csX1" fmla="*/ 21104 w 38846"/>
                <a:gd name="csY1" fmla="*/ 2283 h 46073"/>
                <a:gd name="csX2" fmla="*/ 32447 w 38846"/>
                <a:gd name="csY2" fmla="*/ 19749 h 46073"/>
                <a:gd name="csX3" fmla="*/ 8657 w 38846"/>
                <a:gd name="csY3" fmla="*/ 19749 h 46073"/>
                <a:gd name="csX4" fmla="*/ 8557 w 38846"/>
                <a:gd name="csY4" fmla="*/ 21857 h 46073"/>
                <a:gd name="csX5" fmla="*/ 36562 w 38846"/>
                <a:gd name="csY5" fmla="*/ 21857 h 46073"/>
                <a:gd name="csX6" fmla="*/ 39072 w 38846"/>
                <a:gd name="csY6" fmla="*/ 19749 h 46073"/>
                <a:gd name="csX7" fmla="*/ 21104 w 38846"/>
                <a:gd name="csY7" fmla="*/ 74 h 46073"/>
                <a:gd name="csX8" fmla="*/ 225 w 38846"/>
                <a:gd name="csY8" fmla="*/ 22961 h 46073"/>
                <a:gd name="csX9" fmla="*/ 22309 w 38846"/>
                <a:gd name="csY9" fmla="*/ 46148 h 46073"/>
                <a:gd name="csX10" fmla="*/ 39072 w 38846"/>
                <a:gd name="csY10" fmla="*/ 33099 h 46073"/>
                <a:gd name="csX11" fmla="*/ 37767 w 38846"/>
                <a:gd name="csY11" fmla="*/ 31894 h 46073"/>
                <a:gd name="csX12" fmla="*/ 36462 w 38846"/>
                <a:gd name="csY12" fmla="*/ 33300 h 46073"/>
                <a:gd name="csX13" fmla="*/ 22911 w 38846"/>
                <a:gd name="csY13" fmla="*/ 43639 h 46073"/>
                <a:gd name="csX14" fmla="*/ 11568 w 38846"/>
                <a:gd name="csY14" fmla="*/ 36913 h 46073"/>
                <a:gd name="csX15" fmla="*/ 8557 w 38846"/>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846" h="46073">
                  <a:moveTo>
                    <a:pt x="8657" y="19749"/>
                  </a:moveTo>
                  <a:cubicBezTo>
                    <a:pt x="9259" y="4792"/>
                    <a:pt x="17691" y="2283"/>
                    <a:pt x="21104" y="2283"/>
                  </a:cubicBezTo>
                  <a:cubicBezTo>
                    <a:pt x="31443" y="2283"/>
                    <a:pt x="32447" y="15834"/>
                    <a:pt x="32447" y="19749"/>
                  </a:cubicBezTo>
                  <a:lnTo>
                    <a:pt x="8657" y="19749"/>
                  </a:lnTo>
                  <a:close/>
                  <a:moveTo>
                    <a:pt x="8557" y="21857"/>
                  </a:moveTo>
                  <a:lnTo>
                    <a:pt x="36562" y="21857"/>
                  </a:lnTo>
                  <a:cubicBezTo>
                    <a:pt x="38771" y="21857"/>
                    <a:pt x="39072" y="21857"/>
                    <a:pt x="39072" y="19749"/>
                  </a:cubicBezTo>
                  <a:cubicBezTo>
                    <a:pt x="39072" y="9811"/>
                    <a:pt x="33651" y="74"/>
                    <a:pt x="21104" y="74"/>
                  </a:cubicBezTo>
                  <a:cubicBezTo>
                    <a:pt x="9460" y="74"/>
                    <a:pt x="225" y="10413"/>
                    <a:pt x="225" y="22961"/>
                  </a:cubicBezTo>
                  <a:cubicBezTo>
                    <a:pt x="225" y="36411"/>
                    <a:pt x="10765" y="46148"/>
                    <a:pt x="22309" y="46148"/>
                  </a:cubicBezTo>
                  <a:cubicBezTo>
                    <a:pt x="34555" y="46148"/>
                    <a:pt x="39072" y="35006"/>
                    <a:pt x="39072" y="33099"/>
                  </a:cubicBezTo>
                  <a:cubicBezTo>
                    <a:pt x="39072" y="32095"/>
                    <a:pt x="38269" y="31894"/>
                    <a:pt x="37767" y="31894"/>
                  </a:cubicBezTo>
                  <a:cubicBezTo>
                    <a:pt x="36864" y="31894"/>
                    <a:pt x="36663" y="32497"/>
                    <a:pt x="36462" y="33300"/>
                  </a:cubicBezTo>
                  <a:cubicBezTo>
                    <a:pt x="32949" y="43639"/>
                    <a:pt x="23915" y="43639"/>
                    <a:pt x="22911" y="43639"/>
                  </a:cubicBezTo>
                  <a:cubicBezTo>
                    <a:pt x="17892" y="43639"/>
                    <a:pt x="13877" y="40627"/>
                    <a:pt x="11568" y="36913"/>
                  </a:cubicBezTo>
                  <a:cubicBezTo>
                    <a:pt x="8557" y="32095"/>
                    <a:pt x="8557" y="25470"/>
                    <a:pt x="8557" y="21857"/>
                  </a:cubicBezTo>
                  <a:close/>
                </a:path>
              </a:pathLst>
            </a:custGeom>
            <a:solidFill>
              <a:srgbClr val="000000"/>
            </a:solidFill>
            <a:ln w="25400" cap="flat">
              <a:noFill/>
              <a:prstDash val="solid"/>
              <a:miter/>
            </a:ln>
          </p:spPr>
          <p:txBody>
            <a:bodyPr/>
            <a:lstStyle/>
            <a:p>
              <a:endParaRPr lang="en-US"/>
            </a:p>
          </p:txBody>
        </p:sp>
        <p:sp>
          <p:nvSpPr>
            <p:cNvPr id="29" name="Freeform: Shape 28">
              <a:extLst>
                <a:ext uri="{FF2B5EF4-FFF2-40B4-BE49-F238E27FC236}">
                  <a16:creationId xmlns:a16="http://schemas.microsoft.com/office/drawing/2014/main" id="{D2425B33-5543-0E2F-6E24-42623282605C}"/>
                </a:ext>
              </a:extLst>
            </p:cNvPr>
            <p:cNvSpPr/>
            <p:nvPr>
              <p:custDataLst>
                <p:tags r:id="rId78"/>
              </p:custDataLst>
            </p:nvPr>
          </p:nvSpPr>
          <p:spPr>
            <a:xfrm>
              <a:off x="5441572" y="3144766"/>
              <a:ext cx="68759" cy="44367"/>
            </a:xfrm>
            <a:custGeom>
              <a:avLst/>
              <a:gdLst>
                <a:gd name="csX0" fmla="*/ 60557 w 68759"/>
                <a:gd name="csY0" fmla="*/ 9610 h 44367"/>
                <a:gd name="csX1" fmla="*/ 68989 w 68759"/>
                <a:gd name="csY1" fmla="*/ 3186 h 44367"/>
                <a:gd name="csX2" fmla="*/ 68989 w 68759"/>
                <a:gd name="csY2" fmla="*/ 74 h 44367"/>
                <a:gd name="csX3" fmla="*/ 61661 w 68759"/>
                <a:gd name="csY3" fmla="*/ 376 h 44367"/>
                <a:gd name="csX4" fmla="*/ 52326 w 68759"/>
                <a:gd name="csY4" fmla="*/ 74 h 44367"/>
                <a:gd name="csX5" fmla="*/ 52326 w 68759"/>
                <a:gd name="csY5" fmla="*/ 3186 h 44367"/>
                <a:gd name="csX6" fmla="*/ 58148 w 68759"/>
                <a:gd name="csY6" fmla="*/ 8004 h 44367"/>
                <a:gd name="csX7" fmla="*/ 57646 w 68759"/>
                <a:gd name="csY7" fmla="*/ 10112 h 44367"/>
                <a:gd name="csX8" fmla="*/ 48512 w 68759"/>
                <a:gd name="csY8" fmla="*/ 35809 h 44367"/>
                <a:gd name="csX9" fmla="*/ 38574 w 68759"/>
                <a:gd name="csY9" fmla="*/ 7804 h 44367"/>
                <a:gd name="csX10" fmla="*/ 38072 w 68759"/>
                <a:gd name="csY10" fmla="*/ 5896 h 44367"/>
                <a:gd name="csX11" fmla="*/ 43995 w 68759"/>
                <a:gd name="csY11" fmla="*/ 3186 h 44367"/>
                <a:gd name="csX12" fmla="*/ 43995 w 68759"/>
                <a:gd name="csY12" fmla="*/ 74 h 44367"/>
                <a:gd name="csX13" fmla="*/ 33555 w 68759"/>
                <a:gd name="csY13" fmla="*/ 376 h 44367"/>
                <a:gd name="csX14" fmla="*/ 24622 w 68759"/>
                <a:gd name="csY14" fmla="*/ 74 h 44367"/>
                <a:gd name="csX15" fmla="*/ 24622 w 68759"/>
                <a:gd name="csY15" fmla="*/ 3186 h 44367"/>
                <a:gd name="csX16" fmla="*/ 30946 w 68759"/>
                <a:gd name="csY16" fmla="*/ 4692 h 44367"/>
                <a:gd name="csX17" fmla="*/ 33254 w 68759"/>
                <a:gd name="csY17" fmla="*/ 10213 h 44367"/>
                <a:gd name="csX18" fmla="*/ 24622 w 68759"/>
                <a:gd name="csY18" fmla="*/ 34504 h 44367"/>
                <a:gd name="csX19" fmla="*/ 15086 w 68759"/>
                <a:gd name="csY19" fmla="*/ 7703 h 44367"/>
                <a:gd name="csX20" fmla="*/ 14584 w 68759"/>
                <a:gd name="csY20" fmla="*/ 5896 h 44367"/>
                <a:gd name="csX21" fmla="*/ 20506 w 68759"/>
                <a:gd name="csY21" fmla="*/ 3186 h 44367"/>
                <a:gd name="csX22" fmla="*/ 20506 w 68759"/>
                <a:gd name="csY22" fmla="*/ 74 h 44367"/>
                <a:gd name="csX23" fmla="*/ 9565 w 68759"/>
                <a:gd name="csY23" fmla="*/ 376 h 44367"/>
                <a:gd name="csX24" fmla="*/ 230 w 68759"/>
                <a:gd name="csY24" fmla="*/ 74 h 44367"/>
                <a:gd name="csX25" fmla="*/ 230 w 68759"/>
                <a:gd name="csY25" fmla="*/ 3186 h 44367"/>
                <a:gd name="csX26" fmla="*/ 7658 w 68759"/>
                <a:gd name="csY26" fmla="*/ 6699 h 44367"/>
                <a:gd name="csX27" fmla="*/ 20306 w 68759"/>
                <a:gd name="csY27" fmla="*/ 42233 h 44367"/>
                <a:gd name="csX28" fmla="*/ 22413 w 68759"/>
                <a:gd name="csY28" fmla="*/ 44442 h 44367"/>
                <a:gd name="csX29" fmla="*/ 24421 w 68759"/>
                <a:gd name="csY29" fmla="*/ 42434 h 44367"/>
                <a:gd name="csX30" fmla="*/ 34559 w 68759"/>
                <a:gd name="csY30" fmla="*/ 14027 h 44367"/>
                <a:gd name="csX31" fmla="*/ 44798 w 68759"/>
                <a:gd name="csY31" fmla="*/ 42535 h 44367"/>
                <a:gd name="csX32" fmla="*/ 46805 w 68759"/>
                <a:gd name="csY32" fmla="*/ 44442 h 44367"/>
                <a:gd name="csX33" fmla="*/ 48813 w 68759"/>
                <a:gd name="csY33" fmla="*/ 42535 h 44367"/>
                <a:gd name="csX34" fmla="*/ 60557 w 68759"/>
                <a:gd name="csY34" fmla="*/ 9610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68759" h="44367">
                  <a:moveTo>
                    <a:pt x="60557" y="9610"/>
                  </a:moveTo>
                  <a:cubicBezTo>
                    <a:pt x="62364" y="4591"/>
                    <a:pt x="65476" y="3287"/>
                    <a:pt x="68989" y="3186"/>
                  </a:cubicBezTo>
                  <a:lnTo>
                    <a:pt x="68989" y="74"/>
                  </a:lnTo>
                  <a:cubicBezTo>
                    <a:pt x="66781" y="275"/>
                    <a:pt x="63870" y="376"/>
                    <a:pt x="61661" y="376"/>
                  </a:cubicBezTo>
                  <a:cubicBezTo>
                    <a:pt x="58750" y="376"/>
                    <a:pt x="54233" y="175"/>
                    <a:pt x="52326" y="74"/>
                  </a:cubicBezTo>
                  <a:lnTo>
                    <a:pt x="52326" y="3186"/>
                  </a:lnTo>
                  <a:cubicBezTo>
                    <a:pt x="55940" y="3287"/>
                    <a:pt x="58148" y="5093"/>
                    <a:pt x="58148" y="8004"/>
                  </a:cubicBezTo>
                  <a:cubicBezTo>
                    <a:pt x="58148" y="8607"/>
                    <a:pt x="58148" y="8807"/>
                    <a:pt x="57646" y="10112"/>
                  </a:cubicBezTo>
                  <a:lnTo>
                    <a:pt x="48512" y="35809"/>
                  </a:lnTo>
                  <a:lnTo>
                    <a:pt x="38574" y="7804"/>
                  </a:lnTo>
                  <a:cubicBezTo>
                    <a:pt x="38173" y="6599"/>
                    <a:pt x="38072" y="6398"/>
                    <a:pt x="38072" y="5896"/>
                  </a:cubicBezTo>
                  <a:cubicBezTo>
                    <a:pt x="38072" y="3186"/>
                    <a:pt x="41987" y="3186"/>
                    <a:pt x="43995" y="3186"/>
                  </a:cubicBezTo>
                  <a:lnTo>
                    <a:pt x="43995" y="74"/>
                  </a:lnTo>
                  <a:cubicBezTo>
                    <a:pt x="41084" y="175"/>
                    <a:pt x="35965" y="376"/>
                    <a:pt x="33555" y="376"/>
                  </a:cubicBezTo>
                  <a:cubicBezTo>
                    <a:pt x="30544" y="376"/>
                    <a:pt x="27633" y="275"/>
                    <a:pt x="24622" y="74"/>
                  </a:cubicBezTo>
                  <a:lnTo>
                    <a:pt x="24622" y="3186"/>
                  </a:lnTo>
                  <a:cubicBezTo>
                    <a:pt x="28336" y="3186"/>
                    <a:pt x="29942" y="3387"/>
                    <a:pt x="30946" y="4692"/>
                  </a:cubicBezTo>
                  <a:cubicBezTo>
                    <a:pt x="31448" y="5294"/>
                    <a:pt x="32552" y="8305"/>
                    <a:pt x="33254" y="10213"/>
                  </a:cubicBezTo>
                  <a:lnTo>
                    <a:pt x="24622" y="34504"/>
                  </a:lnTo>
                  <a:lnTo>
                    <a:pt x="15086" y="7703"/>
                  </a:lnTo>
                  <a:cubicBezTo>
                    <a:pt x="14584" y="6499"/>
                    <a:pt x="14584" y="6298"/>
                    <a:pt x="14584" y="5896"/>
                  </a:cubicBezTo>
                  <a:cubicBezTo>
                    <a:pt x="14584" y="3186"/>
                    <a:pt x="18499" y="3186"/>
                    <a:pt x="20506" y="3186"/>
                  </a:cubicBezTo>
                  <a:lnTo>
                    <a:pt x="20506" y="74"/>
                  </a:lnTo>
                  <a:cubicBezTo>
                    <a:pt x="17495" y="175"/>
                    <a:pt x="11874" y="376"/>
                    <a:pt x="9565" y="376"/>
                  </a:cubicBezTo>
                  <a:cubicBezTo>
                    <a:pt x="9163" y="376"/>
                    <a:pt x="3843" y="275"/>
                    <a:pt x="230" y="74"/>
                  </a:cubicBezTo>
                  <a:lnTo>
                    <a:pt x="230" y="3186"/>
                  </a:lnTo>
                  <a:cubicBezTo>
                    <a:pt x="5249" y="3186"/>
                    <a:pt x="6453" y="3487"/>
                    <a:pt x="7658" y="6699"/>
                  </a:cubicBezTo>
                  <a:lnTo>
                    <a:pt x="20306" y="42233"/>
                  </a:lnTo>
                  <a:cubicBezTo>
                    <a:pt x="20807" y="43639"/>
                    <a:pt x="21109" y="44442"/>
                    <a:pt x="22413" y="44442"/>
                  </a:cubicBezTo>
                  <a:cubicBezTo>
                    <a:pt x="23718" y="44442"/>
                    <a:pt x="23919" y="43839"/>
                    <a:pt x="24421" y="42434"/>
                  </a:cubicBezTo>
                  <a:lnTo>
                    <a:pt x="34559" y="14027"/>
                  </a:lnTo>
                  <a:lnTo>
                    <a:pt x="44798" y="42535"/>
                  </a:lnTo>
                  <a:cubicBezTo>
                    <a:pt x="45199" y="43639"/>
                    <a:pt x="45501" y="44442"/>
                    <a:pt x="46805" y="44442"/>
                  </a:cubicBezTo>
                  <a:cubicBezTo>
                    <a:pt x="48110" y="44442"/>
                    <a:pt x="48411" y="43538"/>
                    <a:pt x="48813" y="42535"/>
                  </a:cubicBezTo>
                  <a:lnTo>
                    <a:pt x="60557" y="9610"/>
                  </a:lnTo>
                  <a:close/>
                </a:path>
              </a:pathLst>
            </a:custGeom>
            <a:solidFill>
              <a:srgbClr val="000000"/>
            </a:solidFill>
            <a:ln w="25400" cap="flat">
              <a:noFill/>
              <a:prstDash val="solid"/>
              <a:miter/>
            </a:ln>
          </p:spPr>
          <p:txBody>
            <a:bodyPr/>
            <a:lstStyle/>
            <a:p>
              <a:endParaRPr lang="en-US"/>
            </a:p>
          </p:txBody>
        </p:sp>
        <p:sp>
          <p:nvSpPr>
            <p:cNvPr id="30" name="Freeform: Shape 29">
              <a:extLst>
                <a:ext uri="{FF2B5EF4-FFF2-40B4-BE49-F238E27FC236}">
                  <a16:creationId xmlns:a16="http://schemas.microsoft.com/office/drawing/2014/main" id="{1B34D433-B233-B59D-5131-0B8331A8082B}"/>
                </a:ext>
              </a:extLst>
            </p:cNvPr>
            <p:cNvSpPr/>
            <p:nvPr>
              <p:custDataLst>
                <p:tags r:id="rId79"/>
              </p:custDataLst>
            </p:nvPr>
          </p:nvSpPr>
          <p:spPr>
            <a:xfrm>
              <a:off x="5515473" y="3118366"/>
              <a:ext cx="50490" cy="69662"/>
            </a:xfrm>
            <a:custGeom>
              <a:avLst/>
              <a:gdLst>
                <a:gd name="csX0" fmla="*/ 8067 w 50490"/>
                <a:gd name="csY0" fmla="*/ 62108 h 69662"/>
                <a:gd name="csX1" fmla="*/ 237 w 50490"/>
                <a:gd name="csY1" fmla="*/ 66625 h 69662"/>
                <a:gd name="csX2" fmla="*/ 237 w 50490"/>
                <a:gd name="csY2" fmla="*/ 69737 h 69662"/>
                <a:gd name="csX3" fmla="*/ 11580 w 50490"/>
                <a:gd name="csY3" fmla="*/ 69436 h 69662"/>
                <a:gd name="csX4" fmla="*/ 22822 w 50490"/>
                <a:gd name="csY4" fmla="*/ 69737 h 69662"/>
                <a:gd name="csX5" fmla="*/ 22822 w 50490"/>
                <a:gd name="csY5" fmla="*/ 66625 h 69662"/>
                <a:gd name="csX6" fmla="*/ 14993 w 50490"/>
                <a:gd name="csY6" fmla="*/ 62108 h 69662"/>
                <a:gd name="csX7" fmla="*/ 14993 w 50490"/>
                <a:gd name="csY7" fmla="*/ 43639 h 69662"/>
                <a:gd name="csX8" fmla="*/ 28544 w 50490"/>
                <a:gd name="csY8" fmla="*/ 27578 h 69662"/>
                <a:gd name="csX9" fmla="*/ 35972 w 50490"/>
                <a:gd name="csY9" fmla="*/ 38720 h 69662"/>
                <a:gd name="csX10" fmla="*/ 35972 w 50490"/>
                <a:gd name="csY10" fmla="*/ 62108 h 69662"/>
                <a:gd name="csX11" fmla="*/ 28142 w 50490"/>
                <a:gd name="csY11" fmla="*/ 66625 h 69662"/>
                <a:gd name="csX12" fmla="*/ 28142 w 50490"/>
                <a:gd name="csY12" fmla="*/ 69737 h 69662"/>
                <a:gd name="csX13" fmla="*/ 39485 w 50490"/>
                <a:gd name="csY13" fmla="*/ 69436 h 69662"/>
                <a:gd name="csX14" fmla="*/ 50727 w 50490"/>
                <a:gd name="csY14" fmla="*/ 69737 h 69662"/>
                <a:gd name="csX15" fmla="*/ 50727 w 50490"/>
                <a:gd name="csY15" fmla="*/ 66625 h 69662"/>
                <a:gd name="csX16" fmla="*/ 42898 w 50490"/>
                <a:gd name="csY16" fmla="*/ 63614 h 69662"/>
                <a:gd name="csX17" fmla="*/ 42898 w 50490"/>
                <a:gd name="csY17" fmla="*/ 44442 h 69662"/>
                <a:gd name="csX18" fmla="*/ 39786 w 50490"/>
                <a:gd name="csY18" fmla="*/ 29084 h 69662"/>
                <a:gd name="csX19" fmla="*/ 29246 w 50490"/>
                <a:gd name="csY19" fmla="*/ 25370 h 69662"/>
                <a:gd name="csX20" fmla="*/ 14692 w 50490"/>
                <a:gd name="csY20" fmla="*/ 35207 h 69662"/>
                <a:gd name="csX21" fmla="*/ 14692 w 50490"/>
                <a:gd name="csY21" fmla="*/ 74 h 69662"/>
                <a:gd name="csX22" fmla="*/ 237 w 50490"/>
                <a:gd name="csY22" fmla="*/ 1179 h 69662"/>
                <a:gd name="csX23" fmla="*/ 237 w 50490"/>
                <a:gd name="csY23" fmla="*/ 4290 h 69662"/>
                <a:gd name="csX24" fmla="*/ 8067 w 50490"/>
                <a:gd name="csY24" fmla="*/ 9912 h 69662"/>
                <a:gd name="csX25" fmla="*/ 8067 w 50490"/>
                <a:gd name="csY25" fmla="*/ 62108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0490" h="69662">
                  <a:moveTo>
                    <a:pt x="8067" y="62108"/>
                  </a:moveTo>
                  <a:cubicBezTo>
                    <a:pt x="8067" y="66625"/>
                    <a:pt x="6962" y="66625"/>
                    <a:pt x="237" y="66625"/>
                  </a:cubicBezTo>
                  <a:lnTo>
                    <a:pt x="237" y="69737"/>
                  </a:lnTo>
                  <a:cubicBezTo>
                    <a:pt x="3750" y="69637"/>
                    <a:pt x="8870" y="69436"/>
                    <a:pt x="11580" y="69436"/>
                  </a:cubicBezTo>
                  <a:cubicBezTo>
                    <a:pt x="14190" y="69436"/>
                    <a:pt x="19409" y="69637"/>
                    <a:pt x="22822" y="69737"/>
                  </a:cubicBezTo>
                  <a:lnTo>
                    <a:pt x="22822" y="66625"/>
                  </a:lnTo>
                  <a:cubicBezTo>
                    <a:pt x="16097" y="66625"/>
                    <a:pt x="14993" y="66625"/>
                    <a:pt x="14993" y="62108"/>
                  </a:cubicBezTo>
                  <a:lnTo>
                    <a:pt x="14993" y="43639"/>
                  </a:lnTo>
                  <a:cubicBezTo>
                    <a:pt x="14993" y="33199"/>
                    <a:pt x="22120" y="27578"/>
                    <a:pt x="28544" y="27578"/>
                  </a:cubicBezTo>
                  <a:cubicBezTo>
                    <a:pt x="34868" y="27578"/>
                    <a:pt x="35972" y="32999"/>
                    <a:pt x="35972" y="38720"/>
                  </a:cubicBezTo>
                  <a:lnTo>
                    <a:pt x="35972" y="62108"/>
                  </a:lnTo>
                  <a:cubicBezTo>
                    <a:pt x="35972" y="66625"/>
                    <a:pt x="34868" y="66625"/>
                    <a:pt x="28142" y="66625"/>
                  </a:cubicBezTo>
                  <a:lnTo>
                    <a:pt x="28142" y="69737"/>
                  </a:lnTo>
                  <a:cubicBezTo>
                    <a:pt x="31655" y="69637"/>
                    <a:pt x="36775" y="69436"/>
                    <a:pt x="39485" y="69436"/>
                  </a:cubicBezTo>
                  <a:cubicBezTo>
                    <a:pt x="42095" y="69436"/>
                    <a:pt x="47315" y="69637"/>
                    <a:pt x="50727" y="69737"/>
                  </a:cubicBezTo>
                  <a:lnTo>
                    <a:pt x="50727" y="66625"/>
                  </a:lnTo>
                  <a:cubicBezTo>
                    <a:pt x="45508" y="66625"/>
                    <a:pt x="42998" y="66625"/>
                    <a:pt x="42898" y="63614"/>
                  </a:cubicBezTo>
                  <a:lnTo>
                    <a:pt x="42898" y="44442"/>
                  </a:lnTo>
                  <a:cubicBezTo>
                    <a:pt x="42898" y="35809"/>
                    <a:pt x="42898" y="32697"/>
                    <a:pt x="39786" y="29084"/>
                  </a:cubicBezTo>
                  <a:cubicBezTo>
                    <a:pt x="38381" y="27377"/>
                    <a:pt x="35068" y="25370"/>
                    <a:pt x="29246" y="25370"/>
                  </a:cubicBezTo>
                  <a:cubicBezTo>
                    <a:pt x="20815" y="25370"/>
                    <a:pt x="16398" y="31393"/>
                    <a:pt x="14692" y="35207"/>
                  </a:cubicBezTo>
                  <a:lnTo>
                    <a:pt x="14692" y="74"/>
                  </a:lnTo>
                  <a:lnTo>
                    <a:pt x="237" y="1179"/>
                  </a:lnTo>
                  <a:lnTo>
                    <a:pt x="237" y="4290"/>
                  </a:lnTo>
                  <a:cubicBezTo>
                    <a:pt x="7264" y="4290"/>
                    <a:pt x="8067" y="4993"/>
                    <a:pt x="8067" y="9912"/>
                  </a:cubicBezTo>
                  <a:lnTo>
                    <a:pt x="8067" y="62108"/>
                  </a:lnTo>
                  <a:close/>
                </a:path>
              </a:pathLst>
            </a:custGeom>
            <a:solidFill>
              <a:srgbClr val="000000"/>
            </a:solidFill>
            <a:ln w="25400" cap="flat">
              <a:noFill/>
              <a:prstDash val="solid"/>
              <a:miter/>
            </a:ln>
          </p:spPr>
          <p:txBody>
            <a:bodyPr/>
            <a:lstStyle/>
            <a:p>
              <a:endParaRPr lang="en-US"/>
            </a:p>
          </p:txBody>
        </p:sp>
        <p:sp>
          <p:nvSpPr>
            <p:cNvPr id="31" name="Freeform: Shape 30">
              <a:extLst>
                <a:ext uri="{FF2B5EF4-FFF2-40B4-BE49-F238E27FC236}">
                  <a16:creationId xmlns:a16="http://schemas.microsoft.com/office/drawing/2014/main" id="{ACB5655C-2C25-104E-BEEA-89E12F58465A}"/>
                </a:ext>
              </a:extLst>
            </p:cNvPr>
            <p:cNvSpPr/>
            <p:nvPr>
              <p:custDataLst>
                <p:tags r:id="rId80"/>
              </p:custDataLst>
            </p:nvPr>
          </p:nvSpPr>
          <p:spPr>
            <a:xfrm>
              <a:off x="5572243" y="3143059"/>
              <a:ext cx="45270" cy="46073"/>
            </a:xfrm>
            <a:custGeom>
              <a:avLst/>
              <a:gdLst>
                <a:gd name="csX0" fmla="*/ 29453 w 45270"/>
                <a:gd name="csY0" fmla="*/ 37415 h 46073"/>
                <a:gd name="csX1" fmla="*/ 37282 w 45270"/>
                <a:gd name="csY1" fmla="*/ 45646 h 46073"/>
                <a:gd name="csX2" fmla="*/ 45513 w 45270"/>
                <a:gd name="csY2" fmla="*/ 36110 h 46073"/>
                <a:gd name="csX3" fmla="*/ 45513 w 45270"/>
                <a:gd name="csY3" fmla="*/ 30489 h 46073"/>
                <a:gd name="csX4" fmla="*/ 43004 w 45270"/>
                <a:gd name="csY4" fmla="*/ 30489 h 46073"/>
                <a:gd name="csX5" fmla="*/ 43004 w 45270"/>
                <a:gd name="csY5" fmla="*/ 36110 h 46073"/>
                <a:gd name="csX6" fmla="*/ 39390 w 45270"/>
                <a:gd name="csY6" fmla="*/ 42535 h 46073"/>
                <a:gd name="csX7" fmla="*/ 35676 w 45270"/>
                <a:gd name="csY7" fmla="*/ 37516 h 46073"/>
                <a:gd name="csX8" fmla="*/ 35676 w 45270"/>
                <a:gd name="csY8" fmla="*/ 17440 h 46073"/>
                <a:gd name="csX9" fmla="*/ 32063 w 45270"/>
                <a:gd name="csY9" fmla="*/ 5595 h 46073"/>
                <a:gd name="csX10" fmla="*/ 18311 w 45270"/>
                <a:gd name="csY10" fmla="*/ 74 h 46073"/>
                <a:gd name="csX11" fmla="*/ 3154 w 45270"/>
                <a:gd name="csY11" fmla="*/ 11417 h 46073"/>
                <a:gd name="csX12" fmla="*/ 7771 w 45270"/>
                <a:gd name="csY12" fmla="*/ 16135 h 46073"/>
                <a:gd name="csX13" fmla="*/ 12388 w 45270"/>
                <a:gd name="csY13" fmla="*/ 11518 h 46073"/>
                <a:gd name="csX14" fmla="*/ 7269 w 45270"/>
                <a:gd name="csY14" fmla="*/ 6900 h 46073"/>
                <a:gd name="csX15" fmla="*/ 18110 w 45270"/>
                <a:gd name="csY15" fmla="*/ 2283 h 46073"/>
                <a:gd name="csX16" fmla="*/ 28750 w 45270"/>
                <a:gd name="csY16" fmla="*/ 15131 h 46073"/>
                <a:gd name="csX17" fmla="*/ 28750 w 45270"/>
                <a:gd name="csY17" fmla="*/ 18845 h 46073"/>
                <a:gd name="csX18" fmla="*/ 10280 w 45270"/>
                <a:gd name="csY18" fmla="*/ 22459 h 46073"/>
                <a:gd name="csX19" fmla="*/ 243 w 45270"/>
                <a:gd name="csY19" fmla="*/ 35508 h 46073"/>
                <a:gd name="csX20" fmla="*/ 16303 w 45270"/>
                <a:gd name="csY20" fmla="*/ 46148 h 46073"/>
                <a:gd name="csX21" fmla="*/ 29453 w 45270"/>
                <a:gd name="csY21" fmla="*/ 37415 h 46073"/>
                <a:gd name="csX22" fmla="*/ 28750 w 45270"/>
                <a:gd name="csY22" fmla="*/ 20953 h 46073"/>
                <a:gd name="csX23" fmla="*/ 28750 w 45270"/>
                <a:gd name="csY23" fmla="*/ 30991 h 46073"/>
                <a:gd name="csX24" fmla="*/ 17006 w 45270"/>
                <a:gd name="csY24" fmla="*/ 43940 h 46073"/>
                <a:gd name="csX25" fmla="*/ 7972 w 45270"/>
                <a:gd name="csY25" fmla="*/ 35408 h 46073"/>
                <a:gd name="csX26" fmla="*/ 28750 w 45270"/>
                <a:gd name="csY26" fmla="*/ 20953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5270" h="46073">
                  <a:moveTo>
                    <a:pt x="29453" y="37415"/>
                  </a:moveTo>
                  <a:cubicBezTo>
                    <a:pt x="29854" y="41430"/>
                    <a:pt x="32564" y="45646"/>
                    <a:pt x="37282" y="45646"/>
                  </a:cubicBezTo>
                  <a:cubicBezTo>
                    <a:pt x="39390" y="45646"/>
                    <a:pt x="45513" y="44241"/>
                    <a:pt x="45513" y="36110"/>
                  </a:cubicBezTo>
                  <a:lnTo>
                    <a:pt x="45513" y="30489"/>
                  </a:lnTo>
                  <a:lnTo>
                    <a:pt x="43004" y="30489"/>
                  </a:lnTo>
                  <a:lnTo>
                    <a:pt x="43004" y="36110"/>
                  </a:lnTo>
                  <a:cubicBezTo>
                    <a:pt x="43004" y="41932"/>
                    <a:pt x="40494" y="42535"/>
                    <a:pt x="39390" y="42535"/>
                  </a:cubicBezTo>
                  <a:cubicBezTo>
                    <a:pt x="36078" y="42535"/>
                    <a:pt x="35676" y="38018"/>
                    <a:pt x="35676" y="37516"/>
                  </a:cubicBezTo>
                  <a:lnTo>
                    <a:pt x="35676" y="17440"/>
                  </a:lnTo>
                  <a:cubicBezTo>
                    <a:pt x="35676" y="13224"/>
                    <a:pt x="35676" y="9309"/>
                    <a:pt x="32063" y="5595"/>
                  </a:cubicBezTo>
                  <a:cubicBezTo>
                    <a:pt x="28148" y="1680"/>
                    <a:pt x="23129" y="74"/>
                    <a:pt x="18311" y="74"/>
                  </a:cubicBezTo>
                  <a:cubicBezTo>
                    <a:pt x="10080" y="74"/>
                    <a:pt x="3154" y="4792"/>
                    <a:pt x="3154" y="11417"/>
                  </a:cubicBezTo>
                  <a:cubicBezTo>
                    <a:pt x="3154" y="14429"/>
                    <a:pt x="5161" y="16135"/>
                    <a:pt x="7771" y="16135"/>
                  </a:cubicBezTo>
                  <a:cubicBezTo>
                    <a:pt x="10582" y="16135"/>
                    <a:pt x="12388" y="14127"/>
                    <a:pt x="12388" y="11518"/>
                  </a:cubicBezTo>
                  <a:cubicBezTo>
                    <a:pt x="12388" y="10313"/>
                    <a:pt x="11886" y="7001"/>
                    <a:pt x="7269" y="6900"/>
                  </a:cubicBezTo>
                  <a:cubicBezTo>
                    <a:pt x="9979" y="3387"/>
                    <a:pt x="14898" y="2283"/>
                    <a:pt x="18110" y="2283"/>
                  </a:cubicBezTo>
                  <a:cubicBezTo>
                    <a:pt x="23028" y="2283"/>
                    <a:pt x="28750" y="6197"/>
                    <a:pt x="28750" y="15131"/>
                  </a:cubicBezTo>
                  <a:lnTo>
                    <a:pt x="28750" y="18845"/>
                  </a:lnTo>
                  <a:cubicBezTo>
                    <a:pt x="23631" y="19146"/>
                    <a:pt x="16604" y="19447"/>
                    <a:pt x="10280" y="22459"/>
                  </a:cubicBezTo>
                  <a:cubicBezTo>
                    <a:pt x="2752" y="25872"/>
                    <a:pt x="243" y="31091"/>
                    <a:pt x="243" y="35508"/>
                  </a:cubicBezTo>
                  <a:cubicBezTo>
                    <a:pt x="243" y="43639"/>
                    <a:pt x="9979" y="46148"/>
                    <a:pt x="16303" y="46148"/>
                  </a:cubicBezTo>
                  <a:cubicBezTo>
                    <a:pt x="22928" y="46148"/>
                    <a:pt x="27545" y="42133"/>
                    <a:pt x="29453" y="37415"/>
                  </a:cubicBezTo>
                  <a:close/>
                  <a:moveTo>
                    <a:pt x="28750" y="20953"/>
                  </a:moveTo>
                  <a:lnTo>
                    <a:pt x="28750" y="30991"/>
                  </a:lnTo>
                  <a:cubicBezTo>
                    <a:pt x="28750" y="40527"/>
                    <a:pt x="21523" y="43940"/>
                    <a:pt x="17006" y="43940"/>
                  </a:cubicBezTo>
                  <a:cubicBezTo>
                    <a:pt x="12087" y="43940"/>
                    <a:pt x="7972" y="40427"/>
                    <a:pt x="7972" y="35408"/>
                  </a:cubicBezTo>
                  <a:cubicBezTo>
                    <a:pt x="7972" y="29887"/>
                    <a:pt x="12188" y="21555"/>
                    <a:pt x="28750" y="20953"/>
                  </a:cubicBezTo>
                  <a:close/>
                </a:path>
              </a:pathLst>
            </a:custGeom>
            <a:solidFill>
              <a:srgbClr val="000000"/>
            </a:solidFill>
            <a:ln w="25400" cap="flat">
              <a:noFill/>
              <a:prstDash val="solid"/>
              <a:miter/>
            </a:ln>
          </p:spPr>
          <p:txBody>
            <a:bodyPr/>
            <a:lstStyle/>
            <a:p>
              <a:endParaRPr lang="en-US"/>
            </a:p>
          </p:txBody>
        </p:sp>
        <p:sp>
          <p:nvSpPr>
            <p:cNvPr id="32" name="Freeform: Shape 31">
              <a:extLst>
                <a:ext uri="{FF2B5EF4-FFF2-40B4-BE49-F238E27FC236}">
                  <a16:creationId xmlns:a16="http://schemas.microsoft.com/office/drawing/2014/main" id="{5C3C8F57-4601-AD0A-5E37-E0FF1BCEF4C9}"/>
                </a:ext>
              </a:extLst>
            </p:cNvPr>
            <p:cNvSpPr/>
            <p:nvPr>
              <p:custDataLst>
                <p:tags r:id="rId81"/>
              </p:custDataLst>
            </p:nvPr>
          </p:nvSpPr>
          <p:spPr>
            <a:xfrm>
              <a:off x="5620123" y="3126296"/>
              <a:ext cx="31418" cy="62836"/>
            </a:xfrm>
            <a:custGeom>
              <a:avLst/>
              <a:gdLst>
                <a:gd name="csX0" fmla="*/ 15706 w 31418"/>
                <a:gd name="csY0" fmla="*/ 21656 h 62836"/>
                <a:gd name="csX1" fmla="*/ 30060 w 31418"/>
                <a:gd name="csY1" fmla="*/ 21656 h 62836"/>
                <a:gd name="csX2" fmla="*/ 30060 w 31418"/>
                <a:gd name="csY2" fmla="*/ 18544 h 62836"/>
                <a:gd name="csX3" fmla="*/ 15706 w 31418"/>
                <a:gd name="csY3" fmla="*/ 18544 h 62836"/>
                <a:gd name="csX4" fmla="*/ 15706 w 31418"/>
                <a:gd name="csY4" fmla="*/ 74 h 62836"/>
                <a:gd name="csX5" fmla="*/ 13196 w 31418"/>
                <a:gd name="csY5" fmla="*/ 74 h 62836"/>
                <a:gd name="csX6" fmla="*/ 248 w 31418"/>
                <a:gd name="csY6" fmla="*/ 19447 h 62836"/>
                <a:gd name="csX7" fmla="*/ 248 w 31418"/>
                <a:gd name="csY7" fmla="*/ 21656 h 62836"/>
                <a:gd name="csX8" fmla="*/ 8780 w 31418"/>
                <a:gd name="csY8" fmla="*/ 21656 h 62836"/>
                <a:gd name="csX9" fmla="*/ 8780 w 31418"/>
                <a:gd name="csY9" fmla="*/ 49360 h 62836"/>
                <a:gd name="csX10" fmla="*/ 21729 w 31418"/>
                <a:gd name="csY10" fmla="*/ 62911 h 62836"/>
                <a:gd name="csX11" fmla="*/ 31666 w 31418"/>
                <a:gd name="csY11" fmla="*/ 49360 h 62836"/>
                <a:gd name="csX12" fmla="*/ 31666 w 31418"/>
                <a:gd name="csY12" fmla="*/ 43639 h 62836"/>
                <a:gd name="csX13" fmla="*/ 29157 w 31418"/>
                <a:gd name="csY13" fmla="*/ 43639 h 62836"/>
                <a:gd name="csX14" fmla="*/ 29157 w 31418"/>
                <a:gd name="csY14" fmla="*/ 49160 h 62836"/>
                <a:gd name="csX15" fmla="*/ 22431 w 31418"/>
                <a:gd name="csY15" fmla="*/ 60402 h 62836"/>
                <a:gd name="csX16" fmla="*/ 15706 w 31418"/>
                <a:gd name="csY16" fmla="*/ 49561 h 62836"/>
                <a:gd name="csX17" fmla="*/ 15706 w 31418"/>
                <a:gd name="csY17" fmla="*/ 21656 h 628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1418" h="62836">
                  <a:moveTo>
                    <a:pt x="15706" y="21656"/>
                  </a:moveTo>
                  <a:lnTo>
                    <a:pt x="30060" y="21656"/>
                  </a:lnTo>
                  <a:lnTo>
                    <a:pt x="30060" y="18544"/>
                  </a:lnTo>
                  <a:lnTo>
                    <a:pt x="15706" y="18544"/>
                  </a:lnTo>
                  <a:lnTo>
                    <a:pt x="15706" y="74"/>
                  </a:lnTo>
                  <a:lnTo>
                    <a:pt x="13196" y="74"/>
                  </a:lnTo>
                  <a:cubicBezTo>
                    <a:pt x="13096" y="8305"/>
                    <a:pt x="10085" y="19046"/>
                    <a:pt x="248" y="19447"/>
                  </a:cubicBezTo>
                  <a:lnTo>
                    <a:pt x="248" y="21656"/>
                  </a:lnTo>
                  <a:lnTo>
                    <a:pt x="8780" y="21656"/>
                  </a:lnTo>
                  <a:lnTo>
                    <a:pt x="8780" y="49360"/>
                  </a:lnTo>
                  <a:cubicBezTo>
                    <a:pt x="8780" y="61707"/>
                    <a:pt x="18115" y="62911"/>
                    <a:pt x="21729" y="62911"/>
                  </a:cubicBezTo>
                  <a:cubicBezTo>
                    <a:pt x="28855" y="62911"/>
                    <a:pt x="31666" y="55785"/>
                    <a:pt x="31666" y="49360"/>
                  </a:cubicBezTo>
                  <a:lnTo>
                    <a:pt x="31666" y="43639"/>
                  </a:lnTo>
                  <a:lnTo>
                    <a:pt x="29157" y="43639"/>
                  </a:lnTo>
                  <a:lnTo>
                    <a:pt x="29157" y="49160"/>
                  </a:lnTo>
                  <a:cubicBezTo>
                    <a:pt x="29157" y="56588"/>
                    <a:pt x="26145" y="60402"/>
                    <a:pt x="22431" y="60402"/>
                  </a:cubicBezTo>
                  <a:cubicBezTo>
                    <a:pt x="15706" y="60402"/>
                    <a:pt x="15706" y="51267"/>
                    <a:pt x="15706" y="49561"/>
                  </a:cubicBezTo>
                  <a:lnTo>
                    <a:pt x="15706" y="21656"/>
                  </a:lnTo>
                  <a:close/>
                </a:path>
              </a:pathLst>
            </a:custGeom>
            <a:solidFill>
              <a:srgbClr val="000000"/>
            </a:solidFill>
            <a:ln w="25400" cap="flat">
              <a:noFill/>
              <a:prstDash val="solid"/>
              <a:miter/>
            </a:ln>
          </p:spPr>
          <p:txBody>
            <a:bodyPr/>
            <a:lstStyle/>
            <a:p>
              <a:endParaRPr lang="en-US"/>
            </a:p>
          </p:txBody>
        </p:sp>
        <p:sp>
          <p:nvSpPr>
            <p:cNvPr id="33" name="Freeform: Shape 32">
              <a:extLst>
                <a:ext uri="{FF2B5EF4-FFF2-40B4-BE49-F238E27FC236}">
                  <a16:creationId xmlns:a16="http://schemas.microsoft.com/office/drawing/2014/main" id="{0551254B-6A31-92A1-5737-E3CBB03B4428}"/>
                </a:ext>
              </a:extLst>
            </p:cNvPr>
            <p:cNvSpPr/>
            <p:nvPr>
              <p:custDataLst>
                <p:tags r:id="rId82"/>
              </p:custDataLst>
            </p:nvPr>
          </p:nvSpPr>
          <p:spPr>
            <a:xfrm>
              <a:off x="5694024" y="3118366"/>
              <a:ext cx="22284" cy="69662"/>
            </a:xfrm>
            <a:custGeom>
              <a:avLst/>
              <a:gdLst>
                <a:gd name="csX0" fmla="*/ 14709 w 22284"/>
                <a:gd name="csY0" fmla="*/ 74 h 69662"/>
                <a:gd name="csX1" fmla="*/ 255 w 22284"/>
                <a:gd name="csY1" fmla="*/ 1179 h 69662"/>
                <a:gd name="csX2" fmla="*/ 255 w 22284"/>
                <a:gd name="csY2" fmla="*/ 4290 h 69662"/>
                <a:gd name="csX3" fmla="*/ 8084 w 22284"/>
                <a:gd name="csY3" fmla="*/ 9912 h 69662"/>
                <a:gd name="csX4" fmla="*/ 8084 w 22284"/>
                <a:gd name="csY4" fmla="*/ 62108 h 69662"/>
                <a:gd name="csX5" fmla="*/ 255 w 22284"/>
                <a:gd name="csY5" fmla="*/ 66625 h 69662"/>
                <a:gd name="csX6" fmla="*/ 255 w 22284"/>
                <a:gd name="csY6" fmla="*/ 69737 h 69662"/>
                <a:gd name="csX7" fmla="*/ 11397 w 22284"/>
                <a:gd name="csY7" fmla="*/ 69436 h 69662"/>
                <a:gd name="csX8" fmla="*/ 22539 w 22284"/>
                <a:gd name="csY8" fmla="*/ 69737 h 69662"/>
                <a:gd name="csX9" fmla="*/ 22539 w 22284"/>
                <a:gd name="csY9" fmla="*/ 66625 h 69662"/>
                <a:gd name="csX10" fmla="*/ 14709 w 22284"/>
                <a:gd name="csY10" fmla="*/ 62108 h 69662"/>
                <a:gd name="csX11" fmla="*/ 14709 w 22284"/>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709" y="74"/>
                  </a:moveTo>
                  <a:lnTo>
                    <a:pt x="255" y="1179"/>
                  </a:lnTo>
                  <a:lnTo>
                    <a:pt x="255" y="4290"/>
                  </a:lnTo>
                  <a:cubicBezTo>
                    <a:pt x="7281" y="4290"/>
                    <a:pt x="8084" y="4993"/>
                    <a:pt x="8084" y="9912"/>
                  </a:cubicBezTo>
                  <a:lnTo>
                    <a:pt x="8084" y="62108"/>
                  </a:lnTo>
                  <a:cubicBezTo>
                    <a:pt x="8084" y="66625"/>
                    <a:pt x="6980" y="66625"/>
                    <a:pt x="255" y="66625"/>
                  </a:cubicBezTo>
                  <a:lnTo>
                    <a:pt x="255" y="69737"/>
                  </a:lnTo>
                  <a:cubicBezTo>
                    <a:pt x="3567" y="69637"/>
                    <a:pt x="8887" y="69436"/>
                    <a:pt x="11397" y="69436"/>
                  </a:cubicBezTo>
                  <a:cubicBezTo>
                    <a:pt x="13906" y="69436"/>
                    <a:pt x="18825" y="69637"/>
                    <a:pt x="22539" y="69737"/>
                  </a:cubicBezTo>
                  <a:lnTo>
                    <a:pt x="22539" y="66625"/>
                  </a:lnTo>
                  <a:cubicBezTo>
                    <a:pt x="15813" y="66625"/>
                    <a:pt x="14709" y="66625"/>
                    <a:pt x="14709" y="62108"/>
                  </a:cubicBezTo>
                  <a:lnTo>
                    <a:pt x="14709" y="74"/>
                  </a:lnTo>
                  <a:close/>
                </a:path>
              </a:pathLst>
            </a:custGeom>
            <a:solidFill>
              <a:srgbClr val="000000"/>
            </a:solidFill>
            <a:ln w="25400" cap="flat">
              <a:noFill/>
              <a:prstDash val="solid"/>
              <a:miter/>
            </a:ln>
          </p:spPr>
          <p:txBody>
            <a:bodyPr/>
            <a:lstStyle/>
            <a:p>
              <a:endParaRPr lang="en-US"/>
            </a:p>
          </p:txBody>
        </p:sp>
        <p:sp>
          <p:nvSpPr>
            <p:cNvPr id="34" name="Freeform: Shape 33">
              <a:extLst>
                <a:ext uri="{FF2B5EF4-FFF2-40B4-BE49-F238E27FC236}">
                  <a16:creationId xmlns:a16="http://schemas.microsoft.com/office/drawing/2014/main" id="{75E85C79-44E8-04FD-A8EC-9D9427495241}"/>
                </a:ext>
              </a:extLst>
            </p:cNvPr>
            <p:cNvSpPr/>
            <p:nvPr>
              <p:custDataLst>
                <p:tags r:id="rId83"/>
              </p:custDataLst>
            </p:nvPr>
          </p:nvSpPr>
          <p:spPr>
            <a:xfrm>
              <a:off x="5721907" y="3120876"/>
              <a:ext cx="21480" cy="67153"/>
            </a:xfrm>
            <a:custGeom>
              <a:avLst/>
              <a:gdLst>
                <a:gd name="csX0" fmla="*/ 14712 w 21480"/>
                <a:gd name="csY0" fmla="*/ 22860 h 67153"/>
                <a:gd name="csX1" fmla="*/ 659 w 21480"/>
                <a:gd name="csY1" fmla="*/ 23965 h 67153"/>
                <a:gd name="csX2" fmla="*/ 659 w 21480"/>
                <a:gd name="csY2" fmla="*/ 27076 h 67153"/>
                <a:gd name="csX3" fmla="*/ 8087 w 21480"/>
                <a:gd name="csY3" fmla="*/ 32597 h 67153"/>
                <a:gd name="csX4" fmla="*/ 8087 w 21480"/>
                <a:gd name="csY4" fmla="*/ 59599 h 67153"/>
                <a:gd name="csX5" fmla="*/ 257 w 21480"/>
                <a:gd name="csY5" fmla="*/ 64116 h 67153"/>
                <a:gd name="csX6" fmla="*/ 257 w 21480"/>
                <a:gd name="csY6" fmla="*/ 67228 h 67153"/>
                <a:gd name="csX7" fmla="*/ 11299 w 21480"/>
                <a:gd name="csY7" fmla="*/ 66927 h 67153"/>
                <a:gd name="csX8" fmla="*/ 21738 w 21480"/>
                <a:gd name="csY8" fmla="*/ 67228 h 67153"/>
                <a:gd name="csX9" fmla="*/ 21738 w 21480"/>
                <a:gd name="csY9" fmla="*/ 64116 h 67153"/>
                <a:gd name="csX10" fmla="*/ 14712 w 21480"/>
                <a:gd name="csY10" fmla="*/ 59699 h 67153"/>
                <a:gd name="csX11" fmla="*/ 14712 w 21480"/>
                <a:gd name="csY11" fmla="*/ 22860 h 67153"/>
                <a:gd name="csX12" fmla="*/ 15114 w 21480"/>
                <a:gd name="csY12" fmla="*/ 5394 h 67153"/>
                <a:gd name="csX13" fmla="*/ 9793 w 21480"/>
                <a:gd name="csY13" fmla="*/ 74 h 67153"/>
                <a:gd name="csX14" fmla="*/ 4473 w 21480"/>
                <a:gd name="csY14" fmla="*/ 5394 h 67153"/>
                <a:gd name="csX15" fmla="*/ 9793 w 21480"/>
                <a:gd name="csY15" fmla="*/ 10715 h 67153"/>
                <a:gd name="csX16" fmla="*/ 15114 w 21480"/>
                <a:gd name="csY16" fmla="*/ 5394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80" h="67153">
                  <a:moveTo>
                    <a:pt x="14712" y="22860"/>
                  </a:moveTo>
                  <a:lnTo>
                    <a:pt x="659" y="23965"/>
                  </a:lnTo>
                  <a:lnTo>
                    <a:pt x="659" y="27076"/>
                  </a:lnTo>
                  <a:cubicBezTo>
                    <a:pt x="7184" y="27076"/>
                    <a:pt x="8087" y="27679"/>
                    <a:pt x="8087" y="32597"/>
                  </a:cubicBezTo>
                  <a:lnTo>
                    <a:pt x="8087" y="59599"/>
                  </a:lnTo>
                  <a:cubicBezTo>
                    <a:pt x="8087" y="64116"/>
                    <a:pt x="6983" y="64116"/>
                    <a:pt x="257" y="64116"/>
                  </a:cubicBezTo>
                  <a:lnTo>
                    <a:pt x="257" y="67228"/>
                  </a:lnTo>
                  <a:cubicBezTo>
                    <a:pt x="3470" y="67127"/>
                    <a:pt x="8890" y="66927"/>
                    <a:pt x="11299" y="66927"/>
                  </a:cubicBezTo>
                  <a:cubicBezTo>
                    <a:pt x="14812" y="66927"/>
                    <a:pt x="18326" y="67127"/>
                    <a:pt x="21738" y="67228"/>
                  </a:cubicBezTo>
                  <a:lnTo>
                    <a:pt x="21738" y="64116"/>
                  </a:lnTo>
                  <a:cubicBezTo>
                    <a:pt x="15114" y="64116"/>
                    <a:pt x="14712" y="63614"/>
                    <a:pt x="14712" y="59699"/>
                  </a:cubicBezTo>
                  <a:lnTo>
                    <a:pt x="14712" y="22860"/>
                  </a:lnTo>
                  <a:close/>
                  <a:moveTo>
                    <a:pt x="15114" y="5394"/>
                  </a:moveTo>
                  <a:cubicBezTo>
                    <a:pt x="15114" y="2182"/>
                    <a:pt x="12604" y="74"/>
                    <a:pt x="9793" y="74"/>
                  </a:cubicBezTo>
                  <a:cubicBezTo>
                    <a:pt x="6682" y="74"/>
                    <a:pt x="4473" y="2785"/>
                    <a:pt x="4473" y="5394"/>
                  </a:cubicBezTo>
                  <a:cubicBezTo>
                    <a:pt x="4473" y="8105"/>
                    <a:pt x="6682" y="10715"/>
                    <a:pt x="9793" y="10715"/>
                  </a:cubicBezTo>
                  <a:cubicBezTo>
                    <a:pt x="12604" y="10715"/>
                    <a:pt x="15114" y="8607"/>
                    <a:pt x="15114" y="5394"/>
                  </a:cubicBezTo>
                  <a:close/>
                </a:path>
              </a:pathLst>
            </a:custGeom>
            <a:solidFill>
              <a:srgbClr val="000000"/>
            </a:solidFill>
            <a:ln w="25400" cap="flat">
              <a:noFill/>
              <a:prstDash val="solid"/>
              <a:miter/>
            </a:ln>
          </p:spPr>
          <p:txBody>
            <a:bodyPr/>
            <a:lstStyle/>
            <a:p>
              <a:endParaRPr lang="en-US"/>
            </a:p>
          </p:txBody>
        </p:sp>
        <p:sp>
          <p:nvSpPr>
            <p:cNvPr id="35" name="Freeform: Shape 34">
              <a:extLst>
                <a:ext uri="{FF2B5EF4-FFF2-40B4-BE49-F238E27FC236}">
                  <a16:creationId xmlns:a16="http://schemas.microsoft.com/office/drawing/2014/main" id="{FFEE485D-BBD1-40A5-7A25-5BFAD29464AF}"/>
                </a:ext>
              </a:extLst>
            </p:cNvPr>
            <p:cNvSpPr/>
            <p:nvPr>
              <p:custDataLst>
                <p:tags r:id="rId84"/>
              </p:custDataLst>
            </p:nvPr>
          </p:nvSpPr>
          <p:spPr>
            <a:xfrm>
              <a:off x="5749288" y="3118366"/>
              <a:ext cx="48482" cy="69662"/>
            </a:xfrm>
            <a:custGeom>
              <a:avLst/>
              <a:gdLst>
                <a:gd name="csX0" fmla="*/ 8090 w 48482"/>
                <a:gd name="csY0" fmla="*/ 62108 h 69662"/>
                <a:gd name="csX1" fmla="*/ 260 w 48482"/>
                <a:gd name="csY1" fmla="*/ 66625 h 69662"/>
                <a:gd name="csX2" fmla="*/ 260 w 48482"/>
                <a:gd name="csY2" fmla="*/ 69737 h 69662"/>
                <a:gd name="csX3" fmla="*/ 11202 w 48482"/>
                <a:gd name="csY3" fmla="*/ 69436 h 69662"/>
                <a:gd name="csX4" fmla="*/ 22243 w 48482"/>
                <a:gd name="csY4" fmla="*/ 69737 h 69662"/>
                <a:gd name="csX5" fmla="*/ 22243 w 48482"/>
                <a:gd name="csY5" fmla="*/ 66625 h 69662"/>
                <a:gd name="csX6" fmla="*/ 14414 w 48482"/>
                <a:gd name="csY6" fmla="*/ 62108 h 69662"/>
                <a:gd name="csX7" fmla="*/ 14414 w 48482"/>
                <a:gd name="csY7" fmla="*/ 51769 h 69662"/>
                <a:gd name="csX8" fmla="*/ 20838 w 48482"/>
                <a:gd name="csY8" fmla="*/ 46249 h 69662"/>
                <a:gd name="csX9" fmla="*/ 32783 w 48482"/>
                <a:gd name="csY9" fmla="*/ 64317 h 69662"/>
                <a:gd name="csX10" fmla="*/ 29169 w 48482"/>
                <a:gd name="csY10" fmla="*/ 66625 h 69662"/>
                <a:gd name="csX11" fmla="*/ 29169 w 48482"/>
                <a:gd name="csY11" fmla="*/ 69737 h 69662"/>
                <a:gd name="csX12" fmla="*/ 40010 w 48482"/>
                <a:gd name="csY12" fmla="*/ 69436 h 69662"/>
                <a:gd name="csX13" fmla="*/ 48743 w 48482"/>
                <a:gd name="csY13" fmla="*/ 69737 h 69662"/>
                <a:gd name="csX14" fmla="*/ 48743 w 48482"/>
                <a:gd name="csY14" fmla="*/ 66625 h 69662"/>
                <a:gd name="csX15" fmla="*/ 39006 w 48482"/>
                <a:gd name="csY15" fmla="*/ 61305 h 69662"/>
                <a:gd name="csX16" fmla="*/ 26258 w 48482"/>
                <a:gd name="csY16" fmla="*/ 43338 h 69662"/>
                <a:gd name="csX17" fmla="*/ 25656 w 48482"/>
                <a:gd name="csY17" fmla="*/ 42233 h 69662"/>
                <a:gd name="csX18" fmla="*/ 33787 w 48482"/>
                <a:gd name="csY18" fmla="*/ 35006 h 69662"/>
                <a:gd name="csX19" fmla="*/ 46434 w 48482"/>
                <a:gd name="csY19" fmla="*/ 29586 h 69662"/>
                <a:gd name="csX20" fmla="*/ 46434 w 48482"/>
                <a:gd name="csY20" fmla="*/ 26474 h 69662"/>
                <a:gd name="csX21" fmla="*/ 39408 w 48482"/>
                <a:gd name="csY21" fmla="*/ 26775 h 69662"/>
                <a:gd name="csX22" fmla="*/ 28165 w 48482"/>
                <a:gd name="csY22" fmla="*/ 26474 h 69662"/>
                <a:gd name="csX23" fmla="*/ 28165 w 48482"/>
                <a:gd name="csY23" fmla="*/ 29586 h 69662"/>
                <a:gd name="csX24" fmla="*/ 31076 w 48482"/>
                <a:gd name="csY24" fmla="*/ 32095 h 69662"/>
                <a:gd name="csX25" fmla="*/ 28868 w 48482"/>
                <a:gd name="csY25" fmla="*/ 36010 h 69662"/>
                <a:gd name="csX26" fmla="*/ 14715 w 48482"/>
                <a:gd name="csY26" fmla="*/ 48256 h 69662"/>
                <a:gd name="csX27" fmla="*/ 14715 w 48482"/>
                <a:gd name="csY27" fmla="*/ 74 h 69662"/>
                <a:gd name="csX28" fmla="*/ 260 w 48482"/>
                <a:gd name="csY28" fmla="*/ 1179 h 69662"/>
                <a:gd name="csX29" fmla="*/ 260 w 48482"/>
                <a:gd name="csY29" fmla="*/ 4290 h 69662"/>
                <a:gd name="csX30" fmla="*/ 8090 w 48482"/>
                <a:gd name="csY30" fmla="*/ 9912 h 69662"/>
                <a:gd name="csX31" fmla="*/ 8090 w 48482"/>
                <a:gd name="csY31" fmla="*/ 62108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482" h="69662">
                  <a:moveTo>
                    <a:pt x="8090" y="62108"/>
                  </a:moveTo>
                  <a:cubicBezTo>
                    <a:pt x="8090" y="66625"/>
                    <a:pt x="6986" y="66625"/>
                    <a:pt x="260" y="66625"/>
                  </a:cubicBezTo>
                  <a:lnTo>
                    <a:pt x="260" y="69737"/>
                  </a:lnTo>
                  <a:cubicBezTo>
                    <a:pt x="3573" y="69637"/>
                    <a:pt x="8291" y="69436"/>
                    <a:pt x="11202" y="69436"/>
                  </a:cubicBezTo>
                  <a:cubicBezTo>
                    <a:pt x="14213" y="69436"/>
                    <a:pt x="18228" y="69536"/>
                    <a:pt x="22243" y="69737"/>
                  </a:cubicBezTo>
                  <a:lnTo>
                    <a:pt x="22243" y="66625"/>
                  </a:lnTo>
                  <a:cubicBezTo>
                    <a:pt x="15518" y="66625"/>
                    <a:pt x="14414" y="66625"/>
                    <a:pt x="14414" y="62108"/>
                  </a:cubicBezTo>
                  <a:lnTo>
                    <a:pt x="14414" y="51769"/>
                  </a:lnTo>
                  <a:lnTo>
                    <a:pt x="20838" y="46249"/>
                  </a:lnTo>
                  <a:cubicBezTo>
                    <a:pt x="28567" y="56889"/>
                    <a:pt x="32783" y="62510"/>
                    <a:pt x="32783" y="64317"/>
                  </a:cubicBezTo>
                  <a:cubicBezTo>
                    <a:pt x="32783" y="66224"/>
                    <a:pt x="31076" y="66625"/>
                    <a:pt x="29169" y="66625"/>
                  </a:cubicBezTo>
                  <a:lnTo>
                    <a:pt x="29169" y="69737"/>
                  </a:lnTo>
                  <a:cubicBezTo>
                    <a:pt x="31980" y="69637"/>
                    <a:pt x="37902" y="69436"/>
                    <a:pt x="40010" y="69436"/>
                  </a:cubicBezTo>
                  <a:cubicBezTo>
                    <a:pt x="42921" y="69436"/>
                    <a:pt x="45832" y="69536"/>
                    <a:pt x="48743" y="69737"/>
                  </a:cubicBezTo>
                  <a:lnTo>
                    <a:pt x="48743" y="66625"/>
                  </a:lnTo>
                  <a:cubicBezTo>
                    <a:pt x="45029" y="66625"/>
                    <a:pt x="42821" y="66625"/>
                    <a:pt x="39006" y="61305"/>
                  </a:cubicBezTo>
                  <a:lnTo>
                    <a:pt x="26258" y="43338"/>
                  </a:lnTo>
                  <a:cubicBezTo>
                    <a:pt x="26158" y="43137"/>
                    <a:pt x="25656" y="42535"/>
                    <a:pt x="25656" y="42233"/>
                  </a:cubicBezTo>
                  <a:cubicBezTo>
                    <a:pt x="25656" y="41832"/>
                    <a:pt x="32783" y="35809"/>
                    <a:pt x="33787" y="35006"/>
                  </a:cubicBezTo>
                  <a:cubicBezTo>
                    <a:pt x="40111" y="29887"/>
                    <a:pt x="44326" y="29686"/>
                    <a:pt x="46434" y="29586"/>
                  </a:cubicBezTo>
                  <a:lnTo>
                    <a:pt x="46434" y="26474"/>
                  </a:lnTo>
                  <a:cubicBezTo>
                    <a:pt x="43523" y="26775"/>
                    <a:pt x="42218" y="26775"/>
                    <a:pt x="39408" y="26775"/>
                  </a:cubicBezTo>
                  <a:cubicBezTo>
                    <a:pt x="35794" y="26775"/>
                    <a:pt x="29571" y="26574"/>
                    <a:pt x="28165" y="26474"/>
                  </a:cubicBezTo>
                  <a:lnTo>
                    <a:pt x="28165" y="29586"/>
                  </a:lnTo>
                  <a:cubicBezTo>
                    <a:pt x="30073" y="29686"/>
                    <a:pt x="31076" y="30790"/>
                    <a:pt x="31076" y="32095"/>
                  </a:cubicBezTo>
                  <a:cubicBezTo>
                    <a:pt x="31076" y="34103"/>
                    <a:pt x="29671" y="35307"/>
                    <a:pt x="28868" y="36010"/>
                  </a:cubicBezTo>
                  <a:lnTo>
                    <a:pt x="14715" y="48256"/>
                  </a:lnTo>
                  <a:lnTo>
                    <a:pt x="14715" y="74"/>
                  </a:lnTo>
                  <a:lnTo>
                    <a:pt x="260" y="1179"/>
                  </a:lnTo>
                  <a:lnTo>
                    <a:pt x="260" y="4290"/>
                  </a:lnTo>
                  <a:cubicBezTo>
                    <a:pt x="7287" y="4290"/>
                    <a:pt x="8090" y="4993"/>
                    <a:pt x="8090" y="9912"/>
                  </a:cubicBezTo>
                  <a:lnTo>
                    <a:pt x="8090" y="62108"/>
                  </a:lnTo>
                  <a:close/>
                </a:path>
              </a:pathLst>
            </a:custGeom>
            <a:solidFill>
              <a:srgbClr val="000000"/>
            </a:solidFill>
            <a:ln w="25400" cap="flat">
              <a:noFill/>
              <a:prstDash val="solid"/>
              <a:miter/>
            </a:ln>
          </p:spPr>
          <p:txBody>
            <a:bodyPr/>
            <a:lstStyle/>
            <a:p>
              <a:endParaRPr lang="en-US"/>
            </a:p>
          </p:txBody>
        </p:sp>
        <p:sp>
          <p:nvSpPr>
            <p:cNvPr id="37" name="Freeform: Shape 36">
              <a:extLst>
                <a:ext uri="{FF2B5EF4-FFF2-40B4-BE49-F238E27FC236}">
                  <a16:creationId xmlns:a16="http://schemas.microsoft.com/office/drawing/2014/main" id="{B2489FA3-CF56-8AF5-4784-1FE68F4460DE}"/>
                </a:ext>
              </a:extLst>
            </p:cNvPr>
            <p:cNvSpPr/>
            <p:nvPr>
              <p:custDataLst>
                <p:tags r:id="rId85"/>
              </p:custDataLst>
            </p:nvPr>
          </p:nvSpPr>
          <p:spPr>
            <a:xfrm>
              <a:off x="5799478" y="3143059"/>
              <a:ext cx="38846" cy="46073"/>
            </a:xfrm>
            <a:custGeom>
              <a:avLst/>
              <a:gdLst>
                <a:gd name="csX0" fmla="*/ 8697 w 38846"/>
                <a:gd name="csY0" fmla="*/ 19749 h 46073"/>
                <a:gd name="csX1" fmla="*/ 21144 w 38846"/>
                <a:gd name="csY1" fmla="*/ 2283 h 46073"/>
                <a:gd name="csX2" fmla="*/ 32487 w 38846"/>
                <a:gd name="csY2" fmla="*/ 19749 h 46073"/>
                <a:gd name="csX3" fmla="*/ 8697 w 38846"/>
                <a:gd name="csY3" fmla="*/ 19749 h 46073"/>
                <a:gd name="csX4" fmla="*/ 8597 w 38846"/>
                <a:gd name="csY4" fmla="*/ 21857 h 46073"/>
                <a:gd name="csX5" fmla="*/ 36602 w 38846"/>
                <a:gd name="csY5" fmla="*/ 21857 h 46073"/>
                <a:gd name="csX6" fmla="*/ 39112 w 38846"/>
                <a:gd name="csY6" fmla="*/ 19749 h 46073"/>
                <a:gd name="csX7" fmla="*/ 21144 w 38846"/>
                <a:gd name="csY7" fmla="*/ 74 h 46073"/>
                <a:gd name="csX8" fmla="*/ 265 w 38846"/>
                <a:gd name="csY8" fmla="*/ 22961 h 46073"/>
                <a:gd name="csX9" fmla="*/ 22349 w 38846"/>
                <a:gd name="csY9" fmla="*/ 46148 h 46073"/>
                <a:gd name="csX10" fmla="*/ 39112 w 38846"/>
                <a:gd name="csY10" fmla="*/ 33099 h 46073"/>
                <a:gd name="csX11" fmla="*/ 37807 w 38846"/>
                <a:gd name="csY11" fmla="*/ 31894 h 46073"/>
                <a:gd name="csX12" fmla="*/ 36502 w 38846"/>
                <a:gd name="csY12" fmla="*/ 33300 h 46073"/>
                <a:gd name="csX13" fmla="*/ 22951 w 38846"/>
                <a:gd name="csY13" fmla="*/ 43639 h 46073"/>
                <a:gd name="csX14" fmla="*/ 11608 w 38846"/>
                <a:gd name="csY14" fmla="*/ 36913 h 46073"/>
                <a:gd name="csX15" fmla="*/ 8597 w 38846"/>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846" h="46073">
                  <a:moveTo>
                    <a:pt x="8697" y="19749"/>
                  </a:moveTo>
                  <a:cubicBezTo>
                    <a:pt x="9299" y="4792"/>
                    <a:pt x="17731" y="2283"/>
                    <a:pt x="21144" y="2283"/>
                  </a:cubicBezTo>
                  <a:cubicBezTo>
                    <a:pt x="31483" y="2283"/>
                    <a:pt x="32487" y="15834"/>
                    <a:pt x="32487" y="19749"/>
                  </a:cubicBezTo>
                  <a:lnTo>
                    <a:pt x="8697" y="19749"/>
                  </a:lnTo>
                  <a:close/>
                  <a:moveTo>
                    <a:pt x="8597" y="21857"/>
                  </a:moveTo>
                  <a:lnTo>
                    <a:pt x="36602" y="21857"/>
                  </a:lnTo>
                  <a:cubicBezTo>
                    <a:pt x="38811" y="21857"/>
                    <a:pt x="39112" y="21857"/>
                    <a:pt x="39112" y="19749"/>
                  </a:cubicBezTo>
                  <a:cubicBezTo>
                    <a:pt x="39112" y="9811"/>
                    <a:pt x="33691" y="74"/>
                    <a:pt x="21144" y="74"/>
                  </a:cubicBezTo>
                  <a:cubicBezTo>
                    <a:pt x="9500" y="74"/>
                    <a:pt x="265" y="10413"/>
                    <a:pt x="265" y="22961"/>
                  </a:cubicBezTo>
                  <a:cubicBezTo>
                    <a:pt x="265" y="36411"/>
                    <a:pt x="10805" y="46148"/>
                    <a:pt x="22349" y="46148"/>
                  </a:cubicBezTo>
                  <a:cubicBezTo>
                    <a:pt x="34595" y="46148"/>
                    <a:pt x="39112" y="35006"/>
                    <a:pt x="39112" y="33099"/>
                  </a:cubicBezTo>
                  <a:cubicBezTo>
                    <a:pt x="39112" y="32095"/>
                    <a:pt x="38309" y="31894"/>
                    <a:pt x="37807" y="31894"/>
                  </a:cubicBezTo>
                  <a:cubicBezTo>
                    <a:pt x="36903" y="31894"/>
                    <a:pt x="36703" y="32497"/>
                    <a:pt x="36502" y="33300"/>
                  </a:cubicBezTo>
                  <a:cubicBezTo>
                    <a:pt x="32989" y="43639"/>
                    <a:pt x="23955" y="43639"/>
                    <a:pt x="22951" y="43639"/>
                  </a:cubicBezTo>
                  <a:cubicBezTo>
                    <a:pt x="17932" y="43639"/>
                    <a:pt x="13917" y="40627"/>
                    <a:pt x="11608" y="36913"/>
                  </a:cubicBezTo>
                  <a:cubicBezTo>
                    <a:pt x="8597" y="32095"/>
                    <a:pt x="8597" y="25470"/>
                    <a:pt x="8597" y="21857"/>
                  </a:cubicBezTo>
                  <a:close/>
                </a:path>
              </a:pathLst>
            </a:custGeom>
            <a:solidFill>
              <a:srgbClr val="000000"/>
            </a:solidFill>
            <a:ln w="25400" cap="flat">
              <a:noFill/>
              <a:prstDash val="solid"/>
              <a:miter/>
            </a:ln>
          </p:spPr>
          <p:txBody>
            <a:bodyPr/>
            <a:lstStyle/>
            <a:p>
              <a:endParaRPr lang="en-US"/>
            </a:p>
          </p:txBody>
        </p:sp>
        <p:sp>
          <p:nvSpPr>
            <p:cNvPr id="38" name="Freeform: Shape 37">
              <a:extLst>
                <a:ext uri="{FF2B5EF4-FFF2-40B4-BE49-F238E27FC236}">
                  <a16:creationId xmlns:a16="http://schemas.microsoft.com/office/drawing/2014/main" id="{4EB824C3-0DE6-A722-50CF-581CB356D8A4}"/>
                </a:ext>
              </a:extLst>
            </p:cNvPr>
            <p:cNvSpPr/>
            <p:nvPr>
              <p:custDataLst>
                <p:tags r:id="rId86"/>
              </p:custDataLst>
            </p:nvPr>
          </p:nvSpPr>
          <p:spPr>
            <a:xfrm>
              <a:off x="5844593" y="3118366"/>
              <a:ext cx="22284" cy="69662"/>
            </a:xfrm>
            <a:custGeom>
              <a:avLst/>
              <a:gdLst>
                <a:gd name="csX0" fmla="*/ 14724 w 22284"/>
                <a:gd name="csY0" fmla="*/ 74 h 69662"/>
                <a:gd name="csX1" fmla="*/ 270 w 22284"/>
                <a:gd name="csY1" fmla="*/ 1179 h 69662"/>
                <a:gd name="csX2" fmla="*/ 270 w 22284"/>
                <a:gd name="csY2" fmla="*/ 4290 h 69662"/>
                <a:gd name="csX3" fmla="*/ 8099 w 22284"/>
                <a:gd name="csY3" fmla="*/ 9912 h 69662"/>
                <a:gd name="csX4" fmla="*/ 8099 w 22284"/>
                <a:gd name="csY4" fmla="*/ 62108 h 69662"/>
                <a:gd name="csX5" fmla="*/ 270 w 22284"/>
                <a:gd name="csY5" fmla="*/ 66625 h 69662"/>
                <a:gd name="csX6" fmla="*/ 270 w 22284"/>
                <a:gd name="csY6" fmla="*/ 69737 h 69662"/>
                <a:gd name="csX7" fmla="*/ 11412 w 22284"/>
                <a:gd name="csY7" fmla="*/ 69436 h 69662"/>
                <a:gd name="csX8" fmla="*/ 22554 w 22284"/>
                <a:gd name="csY8" fmla="*/ 69737 h 69662"/>
                <a:gd name="csX9" fmla="*/ 22554 w 22284"/>
                <a:gd name="csY9" fmla="*/ 66625 h 69662"/>
                <a:gd name="csX10" fmla="*/ 14724 w 22284"/>
                <a:gd name="csY10" fmla="*/ 62108 h 69662"/>
                <a:gd name="csX11" fmla="*/ 14724 w 22284"/>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724" y="74"/>
                  </a:moveTo>
                  <a:lnTo>
                    <a:pt x="270" y="1179"/>
                  </a:lnTo>
                  <a:lnTo>
                    <a:pt x="270" y="4290"/>
                  </a:lnTo>
                  <a:cubicBezTo>
                    <a:pt x="7296" y="4290"/>
                    <a:pt x="8099" y="4993"/>
                    <a:pt x="8099" y="9912"/>
                  </a:cubicBezTo>
                  <a:lnTo>
                    <a:pt x="8099" y="62108"/>
                  </a:lnTo>
                  <a:cubicBezTo>
                    <a:pt x="8099" y="66625"/>
                    <a:pt x="6995" y="66625"/>
                    <a:pt x="270" y="66625"/>
                  </a:cubicBezTo>
                  <a:lnTo>
                    <a:pt x="270" y="69737"/>
                  </a:lnTo>
                  <a:cubicBezTo>
                    <a:pt x="3582" y="69637"/>
                    <a:pt x="8902" y="69436"/>
                    <a:pt x="11412" y="69436"/>
                  </a:cubicBezTo>
                  <a:cubicBezTo>
                    <a:pt x="13921" y="69436"/>
                    <a:pt x="18840" y="69637"/>
                    <a:pt x="22554" y="69737"/>
                  </a:cubicBezTo>
                  <a:lnTo>
                    <a:pt x="22554" y="66625"/>
                  </a:lnTo>
                  <a:cubicBezTo>
                    <a:pt x="15828" y="66625"/>
                    <a:pt x="14724" y="66625"/>
                    <a:pt x="14724" y="62108"/>
                  </a:cubicBezTo>
                  <a:lnTo>
                    <a:pt x="14724" y="74"/>
                  </a:lnTo>
                  <a:close/>
                </a:path>
              </a:pathLst>
            </a:custGeom>
            <a:solidFill>
              <a:srgbClr val="000000"/>
            </a:solidFill>
            <a:ln w="25400" cap="flat">
              <a:noFill/>
              <a:prstDash val="solid"/>
              <a:miter/>
            </a:ln>
          </p:spPr>
          <p:txBody>
            <a:bodyPr/>
            <a:lstStyle/>
            <a:p>
              <a:endParaRPr lang="en-US"/>
            </a:p>
          </p:txBody>
        </p:sp>
        <p:sp>
          <p:nvSpPr>
            <p:cNvPr id="39" name="Freeform: Shape 38">
              <a:extLst>
                <a:ext uri="{FF2B5EF4-FFF2-40B4-BE49-F238E27FC236}">
                  <a16:creationId xmlns:a16="http://schemas.microsoft.com/office/drawing/2014/main" id="{2A10B943-83F9-A21B-DFAB-BBD0D13BB4B4}"/>
                </a:ext>
              </a:extLst>
            </p:cNvPr>
            <p:cNvSpPr/>
            <p:nvPr>
              <p:custDataLst>
                <p:tags r:id="rId87"/>
              </p:custDataLst>
            </p:nvPr>
          </p:nvSpPr>
          <p:spPr>
            <a:xfrm>
              <a:off x="5871070" y="3144766"/>
              <a:ext cx="49085" cy="63840"/>
            </a:xfrm>
            <a:custGeom>
              <a:avLst/>
              <a:gdLst>
                <a:gd name="csX0" fmla="*/ 40022 w 49085"/>
                <a:gd name="csY0" fmla="*/ 9610 h 63840"/>
                <a:gd name="csX1" fmla="*/ 49358 w 49085"/>
                <a:gd name="csY1" fmla="*/ 3186 h 63840"/>
                <a:gd name="csX2" fmla="*/ 49358 w 49085"/>
                <a:gd name="csY2" fmla="*/ 74 h 63840"/>
                <a:gd name="csX3" fmla="*/ 41829 w 49085"/>
                <a:gd name="csY3" fmla="*/ 376 h 63840"/>
                <a:gd name="csX4" fmla="*/ 33096 w 49085"/>
                <a:gd name="csY4" fmla="*/ 74 h 63840"/>
                <a:gd name="csX5" fmla="*/ 33096 w 49085"/>
                <a:gd name="csY5" fmla="*/ 3186 h 63840"/>
                <a:gd name="csX6" fmla="*/ 37814 w 49085"/>
                <a:gd name="csY6" fmla="*/ 7502 h 63840"/>
                <a:gd name="csX7" fmla="*/ 37212 w 49085"/>
                <a:gd name="csY7" fmla="*/ 9912 h 63840"/>
                <a:gd name="csX8" fmla="*/ 27073 w 49085"/>
                <a:gd name="csY8" fmla="*/ 34605 h 63840"/>
                <a:gd name="csX9" fmla="*/ 15931 w 49085"/>
                <a:gd name="csY9" fmla="*/ 7603 h 63840"/>
                <a:gd name="csX10" fmla="*/ 15329 w 49085"/>
                <a:gd name="csY10" fmla="*/ 5796 h 63840"/>
                <a:gd name="csX11" fmla="*/ 20950 w 49085"/>
                <a:gd name="csY11" fmla="*/ 3186 h 63840"/>
                <a:gd name="csX12" fmla="*/ 20950 w 49085"/>
                <a:gd name="csY12" fmla="*/ 74 h 63840"/>
                <a:gd name="csX13" fmla="*/ 10009 w 49085"/>
                <a:gd name="csY13" fmla="*/ 376 h 63840"/>
                <a:gd name="csX14" fmla="*/ 272 w 49085"/>
                <a:gd name="csY14" fmla="*/ 74 h 63840"/>
                <a:gd name="csX15" fmla="*/ 272 w 49085"/>
                <a:gd name="csY15" fmla="*/ 3186 h 63840"/>
                <a:gd name="csX16" fmla="*/ 8403 w 49085"/>
                <a:gd name="csY16" fmla="*/ 6699 h 63840"/>
                <a:gd name="csX17" fmla="*/ 23460 w 49085"/>
                <a:gd name="csY17" fmla="*/ 43338 h 63840"/>
                <a:gd name="csX18" fmla="*/ 20950 w 49085"/>
                <a:gd name="csY18" fmla="*/ 49260 h 63840"/>
                <a:gd name="csX19" fmla="*/ 9507 w 49085"/>
                <a:gd name="csY19" fmla="*/ 61707 h 63840"/>
                <a:gd name="csX20" fmla="*/ 4789 w 49085"/>
                <a:gd name="csY20" fmla="*/ 59900 h 63840"/>
                <a:gd name="csX21" fmla="*/ 8704 w 49085"/>
                <a:gd name="csY21" fmla="*/ 55684 h 63840"/>
                <a:gd name="csX22" fmla="*/ 4488 w 49085"/>
                <a:gd name="csY22" fmla="*/ 51468 h 63840"/>
                <a:gd name="csX23" fmla="*/ 272 w 49085"/>
                <a:gd name="csY23" fmla="*/ 55785 h 63840"/>
                <a:gd name="csX24" fmla="*/ 9507 w 49085"/>
                <a:gd name="csY24" fmla="*/ 63915 h 63840"/>
                <a:gd name="csX25" fmla="*/ 22356 w 49085"/>
                <a:gd name="csY25" fmla="*/ 52472 h 63840"/>
                <a:gd name="csX26" fmla="*/ 40022 w 49085"/>
                <a:gd name="csY26" fmla="*/ 9610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9085" h="63840">
                  <a:moveTo>
                    <a:pt x="40022" y="9610"/>
                  </a:moveTo>
                  <a:cubicBezTo>
                    <a:pt x="42632" y="3287"/>
                    <a:pt x="47751" y="3186"/>
                    <a:pt x="49358" y="3186"/>
                  </a:cubicBezTo>
                  <a:lnTo>
                    <a:pt x="49358" y="74"/>
                  </a:lnTo>
                  <a:cubicBezTo>
                    <a:pt x="47049" y="275"/>
                    <a:pt x="44138" y="376"/>
                    <a:pt x="41829" y="376"/>
                  </a:cubicBezTo>
                  <a:cubicBezTo>
                    <a:pt x="40022" y="376"/>
                    <a:pt x="35305" y="175"/>
                    <a:pt x="33096" y="74"/>
                  </a:cubicBezTo>
                  <a:lnTo>
                    <a:pt x="33096" y="3186"/>
                  </a:lnTo>
                  <a:cubicBezTo>
                    <a:pt x="36208" y="3287"/>
                    <a:pt x="37814" y="4993"/>
                    <a:pt x="37814" y="7502"/>
                  </a:cubicBezTo>
                  <a:cubicBezTo>
                    <a:pt x="37814" y="8506"/>
                    <a:pt x="37714" y="8707"/>
                    <a:pt x="37212" y="9912"/>
                  </a:cubicBezTo>
                  <a:lnTo>
                    <a:pt x="27073" y="34605"/>
                  </a:lnTo>
                  <a:lnTo>
                    <a:pt x="15931" y="7603"/>
                  </a:lnTo>
                  <a:cubicBezTo>
                    <a:pt x="15530" y="6599"/>
                    <a:pt x="15329" y="6197"/>
                    <a:pt x="15329" y="5796"/>
                  </a:cubicBezTo>
                  <a:cubicBezTo>
                    <a:pt x="15329" y="3186"/>
                    <a:pt x="19043" y="3186"/>
                    <a:pt x="20950" y="3186"/>
                  </a:cubicBezTo>
                  <a:lnTo>
                    <a:pt x="20950" y="74"/>
                  </a:lnTo>
                  <a:cubicBezTo>
                    <a:pt x="18341" y="175"/>
                    <a:pt x="11716" y="376"/>
                    <a:pt x="10009" y="376"/>
                  </a:cubicBezTo>
                  <a:cubicBezTo>
                    <a:pt x="7299" y="376"/>
                    <a:pt x="3284" y="275"/>
                    <a:pt x="272" y="74"/>
                  </a:cubicBezTo>
                  <a:lnTo>
                    <a:pt x="272" y="3186"/>
                  </a:lnTo>
                  <a:cubicBezTo>
                    <a:pt x="5091" y="3186"/>
                    <a:pt x="6998" y="3186"/>
                    <a:pt x="8403" y="6699"/>
                  </a:cubicBezTo>
                  <a:lnTo>
                    <a:pt x="23460" y="43338"/>
                  </a:lnTo>
                  <a:cubicBezTo>
                    <a:pt x="22958" y="44642"/>
                    <a:pt x="21553" y="47955"/>
                    <a:pt x="20950" y="49260"/>
                  </a:cubicBezTo>
                  <a:cubicBezTo>
                    <a:pt x="18742" y="54781"/>
                    <a:pt x="15931" y="61707"/>
                    <a:pt x="9507" y="61707"/>
                  </a:cubicBezTo>
                  <a:cubicBezTo>
                    <a:pt x="9005" y="61707"/>
                    <a:pt x="6697" y="61707"/>
                    <a:pt x="4789" y="59900"/>
                  </a:cubicBezTo>
                  <a:cubicBezTo>
                    <a:pt x="7901" y="59499"/>
                    <a:pt x="8704" y="57290"/>
                    <a:pt x="8704" y="55684"/>
                  </a:cubicBezTo>
                  <a:cubicBezTo>
                    <a:pt x="8704" y="53074"/>
                    <a:pt x="6797" y="51468"/>
                    <a:pt x="4488" y="51468"/>
                  </a:cubicBezTo>
                  <a:cubicBezTo>
                    <a:pt x="2481" y="51468"/>
                    <a:pt x="272" y="52773"/>
                    <a:pt x="272" y="55785"/>
                  </a:cubicBezTo>
                  <a:cubicBezTo>
                    <a:pt x="272" y="60302"/>
                    <a:pt x="4488" y="63915"/>
                    <a:pt x="9507" y="63915"/>
                  </a:cubicBezTo>
                  <a:cubicBezTo>
                    <a:pt x="15831" y="63915"/>
                    <a:pt x="19947" y="58194"/>
                    <a:pt x="22356" y="52472"/>
                  </a:cubicBezTo>
                  <a:lnTo>
                    <a:pt x="40022" y="9610"/>
                  </a:lnTo>
                  <a:close/>
                </a:path>
              </a:pathLst>
            </a:custGeom>
            <a:solidFill>
              <a:srgbClr val="000000"/>
            </a:solidFill>
            <a:ln w="25400" cap="flat">
              <a:noFill/>
              <a:prstDash val="solid"/>
              <a:miter/>
            </a:ln>
          </p:spPr>
          <p:txBody>
            <a:bodyPr/>
            <a:lstStyle/>
            <a:p>
              <a:endParaRPr lang="en-US"/>
            </a:p>
          </p:txBody>
        </p:sp>
        <p:sp>
          <p:nvSpPr>
            <p:cNvPr id="40" name="Freeform: Shape 39">
              <a:extLst>
                <a:ext uri="{FF2B5EF4-FFF2-40B4-BE49-F238E27FC236}">
                  <a16:creationId xmlns:a16="http://schemas.microsoft.com/office/drawing/2014/main" id="{CEBC51C8-A5A0-C4EB-B33C-35A8AE250AD1}"/>
                </a:ext>
              </a:extLst>
            </p:cNvPr>
            <p:cNvSpPr/>
            <p:nvPr>
              <p:custDataLst>
                <p:tags r:id="rId88"/>
              </p:custDataLst>
            </p:nvPr>
          </p:nvSpPr>
          <p:spPr>
            <a:xfrm>
              <a:off x="5925453" y="3118366"/>
              <a:ext cx="31518" cy="30013"/>
            </a:xfrm>
            <a:custGeom>
              <a:avLst/>
              <a:gdLst>
                <a:gd name="csX0" fmla="*/ 12323 w 31518"/>
                <a:gd name="csY0" fmla="*/ 10614 h 30013"/>
                <a:gd name="csX1" fmla="*/ 5598 w 31518"/>
                <a:gd name="csY1" fmla="*/ 74 h 30013"/>
                <a:gd name="csX2" fmla="*/ 278 w 31518"/>
                <a:gd name="csY2" fmla="*/ 5394 h 30013"/>
                <a:gd name="csX3" fmla="*/ 5598 w 31518"/>
                <a:gd name="csY3" fmla="*/ 10715 h 30013"/>
                <a:gd name="csX4" fmla="*/ 9613 w 31518"/>
                <a:gd name="csY4" fmla="*/ 9108 h 30013"/>
                <a:gd name="csX5" fmla="*/ 9914 w 31518"/>
                <a:gd name="csY5" fmla="*/ 8807 h 30013"/>
                <a:gd name="csX6" fmla="*/ 10115 w 31518"/>
                <a:gd name="csY6" fmla="*/ 10614 h 30013"/>
                <a:gd name="csX7" fmla="*/ 3088 w 31518"/>
                <a:gd name="csY7" fmla="*/ 27277 h 30013"/>
                <a:gd name="csX8" fmla="*/ 1884 w 31518"/>
                <a:gd name="csY8" fmla="*/ 28983 h 30013"/>
                <a:gd name="csX9" fmla="*/ 2888 w 31518"/>
                <a:gd name="csY9" fmla="*/ 30088 h 30013"/>
                <a:gd name="csX10" fmla="*/ 12323 w 31518"/>
                <a:gd name="csY10" fmla="*/ 10614 h 30013"/>
                <a:gd name="csX11" fmla="*/ 31797 w 31518"/>
                <a:gd name="csY11" fmla="*/ 10614 h 30013"/>
                <a:gd name="csX12" fmla="*/ 25071 w 31518"/>
                <a:gd name="csY12" fmla="*/ 74 h 30013"/>
                <a:gd name="csX13" fmla="*/ 19751 w 31518"/>
                <a:gd name="csY13" fmla="*/ 5394 h 30013"/>
                <a:gd name="csX14" fmla="*/ 25071 w 31518"/>
                <a:gd name="csY14" fmla="*/ 10715 h 30013"/>
                <a:gd name="csX15" fmla="*/ 29086 w 31518"/>
                <a:gd name="csY15" fmla="*/ 9108 h 30013"/>
                <a:gd name="csX16" fmla="*/ 29387 w 31518"/>
                <a:gd name="csY16" fmla="*/ 8807 h 30013"/>
                <a:gd name="csX17" fmla="*/ 29588 w 31518"/>
                <a:gd name="csY17" fmla="*/ 10614 h 30013"/>
                <a:gd name="csX18" fmla="*/ 22562 w 31518"/>
                <a:gd name="csY18" fmla="*/ 27277 h 30013"/>
                <a:gd name="csX19" fmla="*/ 21357 w 31518"/>
                <a:gd name="csY19" fmla="*/ 28983 h 30013"/>
                <a:gd name="csX20" fmla="*/ 22361 w 31518"/>
                <a:gd name="csY20" fmla="*/ 30088 h 30013"/>
                <a:gd name="csX21" fmla="*/ 31797 w 31518"/>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323" y="10614"/>
                  </a:moveTo>
                  <a:cubicBezTo>
                    <a:pt x="12323" y="4591"/>
                    <a:pt x="9914" y="74"/>
                    <a:pt x="5598" y="74"/>
                  </a:cubicBezTo>
                  <a:cubicBezTo>
                    <a:pt x="2085" y="74"/>
                    <a:pt x="278" y="2785"/>
                    <a:pt x="278" y="5394"/>
                  </a:cubicBezTo>
                  <a:cubicBezTo>
                    <a:pt x="278" y="8004"/>
                    <a:pt x="1984" y="10715"/>
                    <a:pt x="5598" y="10715"/>
                  </a:cubicBezTo>
                  <a:cubicBezTo>
                    <a:pt x="7605" y="10715"/>
                    <a:pt x="9011" y="9711"/>
                    <a:pt x="9613" y="9108"/>
                  </a:cubicBezTo>
                  <a:cubicBezTo>
                    <a:pt x="9713" y="8908"/>
                    <a:pt x="9814" y="8807"/>
                    <a:pt x="9914" y="8807"/>
                  </a:cubicBezTo>
                  <a:cubicBezTo>
                    <a:pt x="10115" y="8807"/>
                    <a:pt x="10115" y="10213"/>
                    <a:pt x="10115" y="10614"/>
                  </a:cubicBezTo>
                  <a:cubicBezTo>
                    <a:pt x="10115" y="13826"/>
                    <a:pt x="9412" y="21054"/>
                    <a:pt x="3088" y="27277"/>
                  </a:cubicBezTo>
                  <a:cubicBezTo>
                    <a:pt x="1884" y="28482"/>
                    <a:pt x="1884" y="28682"/>
                    <a:pt x="1884" y="28983"/>
                  </a:cubicBezTo>
                  <a:cubicBezTo>
                    <a:pt x="1884" y="29686"/>
                    <a:pt x="2386" y="30088"/>
                    <a:pt x="2888" y="30088"/>
                  </a:cubicBezTo>
                  <a:cubicBezTo>
                    <a:pt x="3992" y="30088"/>
                    <a:pt x="12323" y="22459"/>
                    <a:pt x="12323" y="10614"/>
                  </a:cubicBezTo>
                  <a:close/>
                  <a:moveTo>
                    <a:pt x="31797" y="10614"/>
                  </a:moveTo>
                  <a:cubicBezTo>
                    <a:pt x="31797" y="4591"/>
                    <a:pt x="29387" y="74"/>
                    <a:pt x="25071" y="74"/>
                  </a:cubicBezTo>
                  <a:cubicBezTo>
                    <a:pt x="21558" y="74"/>
                    <a:pt x="19751" y="2785"/>
                    <a:pt x="19751" y="5394"/>
                  </a:cubicBezTo>
                  <a:cubicBezTo>
                    <a:pt x="19751" y="8004"/>
                    <a:pt x="21458" y="10715"/>
                    <a:pt x="25071" y="10715"/>
                  </a:cubicBezTo>
                  <a:cubicBezTo>
                    <a:pt x="27079" y="10715"/>
                    <a:pt x="28484" y="9711"/>
                    <a:pt x="29086" y="9108"/>
                  </a:cubicBezTo>
                  <a:cubicBezTo>
                    <a:pt x="29187" y="8908"/>
                    <a:pt x="29287" y="8807"/>
                    <a:pt x="29387" y="8807"/>
                  </a:cubicBezTo>
                  <a:cubicBezTo>
                    <a:pt x="29588" y="8807"/>
                    <a:pt x="29588" y="10213"/>
                    <a:pt x="29588" y="10614"/>
                  </a:cubicBezTo>
                  <a:cubicBezTo>
                    <a:pt x="29588" y="13826"/>
                    <a:pt x="28886" y="21054"/>
                    <a:pt x="22562" y="27277"/>
                  </a:cubicBezTo>
                  <a:cubicBezTo>
                    <a:pt x="21357" y="28482"/>
                    <a:pt x="21357" y="28682"/>
                    <a:pt x="21357" y="28983"/>
                  </a:cubicBezTo>
                  <a:cubicBezTo>
                    <a:pt x="21357" y="29686"/>
                    <a:pt x="21859" y="30088"/>
                    <a:pt x="22361" y="30088"/>
                  </a:cubicBezTo>
                  <a:cubicBezTo>
                    <a:pt x="23465" y="30088"/>
                    <a:pt x="31797" y="22459"/>
                    <a:pt x="31797" y="10614"/>
                  </a:cubicBezTo>
                  <a:close/>
                </a:path>
              </a:pathLst>
            </a:custGeom>
            <a:solidFill>
              <a:srgbClr val="000000"/>
            </a:solidFill>
            <a:ln w="25400" cap="flat">
              <a:noFill/>
              <a:prstDash val="solid"/>
              <a:miter/>
            </a:ln>
          </p:spPr>
          <p:txBody>
            <a:bodyPr/>
            <a:lstStyle/>
            <a:p>
              <a:endParaRPr lang="en-US"/>
            </a:p>
          </p:txBody>
        </p:sp>
        <p:sp>
          <p:nvSpPr>
            <p:cNvPr id="41" name="Freeform: Shape 40">
              <a:extLst>
                <a:ext uri="{FF2B5EF4-FFF2-40B4-BE49-F238E27FC236}">
                  <a16:creationId xmlns:a16="http://schemas.microsoft.com/office/drawing/2014/main" id="{EC274D93-6E54-D9E5-D239-45401ED3EAD8}"/>
                </a:ext>
              </a:extLst>
            </p:cNvPr>
            <p:cNvSpPr/>
            <p:nvPr>
              <p:custDataLst>
                <p:tags r:id="rId89"/>
              </p:custDataLst>
            </p:nvPr>
          </p:nvSpPr>
          <p:spPr>
            <a:xfrm>
              <a:off x="6008600" y="3143059"/>
              <a:ext cx="44467" cy="46073"/>
            </a:xfrm>
            <a:custGeom>
              <a:avLst/>
              <a:gdLst>
                <a:gd name="csX0" fmla="*/ 44754 w 44467"/>
                <a:gd name="csY0" fmla="*/ 23563 h 46073"/>
                <a:gd name="csX1" fmla="*/ 22570 w 44467"/>
                <a:gd name="csY1" fmla="*/ 74 h 46073"/>
                <a:gd name="csX2" fmla="*/ 286 w 44467"/>
                <a:gd name="csY2" fmla="*/ 23563 h 46073"/>
                <a:gd name="csX3" fmla="*/ 22470 w 44467"/>
                <a:gd name="csY3" fmla="*/ 46148 h 46073"/>
                <a:gd name="csX4" fmla="*/ 44754 w 44467"/>
                <a:gd name="csY4" fmla="*/ 23563 h 46073"/>
                <a:gd name="csX5" fmla="*/ 22570 w 44467"/>
                <a:gd name="csY5" fmla="*/ 43639 h 46073"/>
                <a:gd name="csX6" fmla="*/ 11127 w 44467"/>
                <a:gd name="csY6" fmla="*/ 36913 h 46073"/>
                <a:gd name="csX7" fmla="*/ 8617 w 44467"/>
                <a:gd name="csY7" fmla="*/ 22760 h 46073"/>
                <a:gd name="csX8" fmla="*/ 11026 w 44467"/>
                <a:gd name="csY8" fmla="*/ 9008 h 46073"/>
                <a:gd name="csX9" fmla="*/ 22470 w 44467"/>
                <a:gd name="csY9" fmla="*/ 2283 h 46073"/>
                <a:gd name="csX10" fmla="*/ 33812 w 44467"/>
                <a:gd name="csY10" fmla="*/ 8807 h 46073"/>
                <a:gd name="csX11" fmla="*/ 36422 w 44467"/>
                <a:gd name="csY11" fmla="*/ 22760 h 46073"/>
                <a:gd name="csX12" fmla="*/ 34214 w 44467"/>
                <a:gd name="csY12" fmla="*/ 36211 h 46073"/>
                <a:gd name="csX13" fmla="*/ 22570 w 44467"/>
                <a:gd name="csY13" fmla="*/ 43639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467" h="46073">
                  <a:moveTo>
                    <a:pt x="44754" y="23563"/>
                  </a:moveTo>
                  <a:cubicBezTo>
                    <a:pt x="44754" y="10715"/>
                    <a:pt x="34716" y="74"/>
                    <a:pt x="22570" y="74"/>
                  </a:cubicBezTo>
                  <a:cubicBezTo>
                    <a:pt x="10023" y="74"/>
                    <a:pt x="286" y="11016"/>
                    <a:pt x="286" y="23563"/>
                  </a:cubicBezTo>
                  <a:cubicBezTo>
                    <a:pt x="286" y="36512"/>
                    <a:pt x="10725" y="46148"/>
                    <a:pt x="22470" y="46148"/>
                  </a:cubicBezTo>
                  <a:cubicBezTo>
                    <a:pt x="34615" y="46148"/>
                    <a:pt x="44754" y="36311"/>
                    <a:pt x="44754" y="23563"/>
                  </a:cubicBezTo>
                  <a:close/>
                  <a:moveTo>
                    <a:pt x="22570" y="43639"/>
                  </a:moveTo>
                  <a:cubicBezTo>
                    <a:pt x="18254" y="43639"/>
                    <a:pt x="13837" y="41531"/>
                    <a:pt x="11127" y="36913"/>
                  </a:cubicBezTo>
                  <a:cubicBezTo>
                    <a:pt x="8617" y="32497"/>
                    <a:pt x="8617" y="26374"/>
                    <a:pt x="8617" y="22760"/>
                  </a:cubicBezTo>
                  <a:cubicBezTo>
                    <a:pt x="8617" y="18845"/>
                    <a:pt x="8617" y="13425"/>
                    <a:pt x="11026" y="9008"/>
                  </a:cubicBezTo>
                  <a:cubicBezTo>
                    <a:pt x="13737" y="4391"/>
                    <a:pt x="18455" y="2283"/>
                    <a:pt x="22470" y="2283"/>
                  </a:cubicBezTo>
                  <a:cubicBezTo>
                    <a:pt x="26886" y="2283"/>
                    <a:pt x="31203" y="4491"/>
                    <a:pt x="33812" y="8807"/>
                  </a:cubicBezTo>
                  <a:cubicBezTo>
                    <a:pt x="36422" y="13124"/>
                    <a:pt x="36422" y="18946"/>
                    <a:pt x="36422" y="22760"/>
                  </a:cubicBezTo>
                  <a:cubicBezTo>
                    <a:pt x="36422" y="26374"/>
                    <a:pt x="36422" y="31794"/>
                    <a:pt x="34214" y="36211"/>
                  </a:cubicBezTo>
                  <a:cubicBezTo>
                    <a:pt x="32006" y="40728"/>
                    <a:pt x="27589" y="43639"/>
                    <a:pt x="22570" y="43639"/>
                  </a:cubicBezTo>
                  <a:close/>
                </a:path>
              </a:pathLst>
            </a:custGeom>
            <a:solidFill>
              <a:srgbClr val="000000"/>
            </a:solidFill>
            <a:ln w="25400" cap="flat">
              <a:noFill/>
              <a:prstDash val="solid"/>
              <a:miter/>
            </a:ln>
          </p:spPr>
          <p:txBody>
            <a:bodyPr/>
            <a:lstStyle/>
            <a:p>
              <a:endParaRPr lang="en-US"/>
            </a:p>
          </p:txBody>
        </p:sp>
        <p:sp>
          <p:nvSpPr>
            <p:cNvPr id="42" name="Freeform: Shape 41">
              <a:extLst>
                <a:ext uri="{FF2B5EF4-FFF2-40B4-BE49-F238E27FC236}">
                  <a16:creationId xmlns:a16="http://schemas.microsoft.com/office/drawing/2014/main" id="{A707EC1D-4643-E26D-43D8-2DADD7F322C8}"/>
                </a:ext>
              </a:extLst>
            </p:cNvPr>
            <p:cNvSpPr/>
            <p:nvPr>
              <p:custDataLst>
                <p:tags r:id="rId90"/>
              </p:custDataLst>
            </p:nvPr>
          </p:nvSpPr>
          <p:spPr>
            <a:xfrm>
              <a:off x="6058789" y="3143662"/>
              <a:ext cx="33727" cy="44367"/>
            </a:xfrm>
            <a:custGeom>
              <a:avLst/>
              <a:gdLst>
                <a:gd name="csX0" fmla="*/ 14244 w 33727"/>
                <a:gd name="csY0" fmla="*/ 11116 h 44367"/>
                <a:gd name="csX1" fmla="*/ 14244 w 33727"/>
                <a:gd name="csY1" fmla="*/ 74 h 44367"/>
                <a:gd name="csX2" fmla="*/ 291 w 33727"/>
                <a:gd name="csY2" fmla="*/ 1179 h 44367"/>
                <a:gd name="csX3" fmla="*/ 291 w 33727"/>
                <a:gd name="csY3" fmla="*/ 4290 h 44367"/>
                <a:gd name="csX4" fmla="*/ 8121 w 33727"/>
                <a:gd name="csY4" fmla="*/ 9912 h 44367"/>
                <a:gd name="csX5" fmla="*/ 8121 w 33727"/>
                <a:gd name="csY5" fmla="*/ 36813 h 44367"/>
                <a:gd name="csX6" fmla="*/ 291 w 33727"/>
                <a:gd name="csY6" fmla="*/ 41330 h 44367"/>
                <a:gd name="csX7" fmla="*/ 291 w 33727"/>
                <a:gd name="csY7" fmla="*/ 44442 h 44367"/>
                <a:gd name="csX8" fmla="*/ 11734 w 33727"/>
                <a:gd name="csY8" fmla="*/ 44141 h 44367"/>
                <a:gd name="csX9" fmla="*/ 24482 w 33727"/>
                <a:gd name="csY9" fmla="*/ 44442 h 44367"/>
                <a:gd name="csX10" fmla="*/ 24482 w 33727"/>
                <a:gd name="csY10" fmla="*/ 41330 h 44367"/>
                <a:gd name="csX11" fmla="*/ 22374 w 33727"/>
                <a:gd name="csY11" fmla="*/ 41330 h 44367"/>
                <a:gd name="csX12" fmla="*/ 14745 w 33727"/>
                <a:gd name="csY12" fmla="*/ 36612 h 44367"/>
                <a:gd name="csX13" fmla="*/ 14745 w 33727"/>
                <a:gd name="csY13" fmla="*/ 21154 h 44367"/>
                <a:gd name="csX14" fmla="*/ 26590 w 33727"/>
                <a:gd name="csY14" fmla="*/ 2283 h 44367"/>
                <a:gd name="csX15" fmla="*/ 27694 w 33727"/>
                <a:gd name="csY15" fmla="*/ 2383 h 44367"/>
                <a:gd name="csX16" fmla="*/ 25386 w 33727"/>
                <a:gd name="csY16" fmla="*/ 6298 h 44367"/>
                <a:gd name="csX17" fmla="*/ 29702 w 33727"/>
                <a:gd name="csY17" fmla="*/ 10614 h 44367"/>
                <a:gd name="csX18" fmla="*/ 34018 w 33727"/>
                <a:gd name="csY18" fmla="*/ 6197 h 44367"/>
                <a:gd name="csX19" fmla="*/ 26590 w 33727"/>
                <a:gd name="csY19" fmla="*/ 74 h 44367"/>
                <a:gd name="csX20" fmla="*/ 14244 w 33727"/>
                <a:gd name="csY20" fmla="*/ 1111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33727" h="44367">
                  <a:moveTo>
                    <a:pt x="14244" y="11116"/>
                  </a:moveTo>
                  <a:lnTo>
                    <a:pt x="14244" y="74"/>
                  </a:lnTo>
                  <a:lnTo>
                    <a:pt x="291" y="1179"/>
                  </a:lnTo>
                  <a:lnTo>
                    <a:pt x="291" y="4290"/>
                  </a:lnTo>
                  <a:cubicBezTo>
                    <a:pt x="7317" y="4290"/>
                    <a:pt x="8121" y="4993"/>
                    <a:pt x="8121" y="9912"/>
                  </a:cubicBezTo>
                  <a:lnTo>
                    <a:pt x="8121" y="36813"/>
                  </a:lnTo>
                  <a:cubicBezTo>
                    <a:pt x="8121" y="41330"/>
                    <a:pt x="7016" y="41330"/>
                    <a:pt x="291" y="41330"/>
                  </a:cubicBezTo>
                  <a:lnTo>
                    <a:pt x="291" y="44442"/>
                  </a:lnTo>
                  <a:cubicBezTo>
                    <a:pt x="4206" y="44341"/>
                    <a:pt x="8924" y="44141"/>
                    <a:pt x="11734" y="44141"/>
                  </a:cubicBezTo>
                  <a:cubicBezTo>
                    <a:pt x="15749" y="44141"/>
                    <a:pt x="20467" y="44141"/>
                    <a:pt x="24482" y="44442"/>
                  </a:cubicBezTo>
                  <a:lnTo>
                    <a:pt x="24482" y="41330"/>
                  </a:lnTo>
                  <a:lnTo>
                    <a:pt x="22374" y="41330"/>
                  </a:lnTo>
                  <a:cubicBezTo>
                    <a:pt x="14946" y="41330"/>
                    <a:pt x="14745" y="40226"/>
                    <a:pt x="14745" y="36612"/>
                  </a:cubicBezTo>
                  <a:lnTo>
                    <a:pt x="14745" y="21154"/>
                  </a:lnTo>
                  <a:cubicBezTo>
                    <a:pt x="14745" y="11216"/>
                    <a:pt x="18961" y="2283"/>
                    <a:pt x="26590" y="2283"/>
                  </a:cubicBezTo>
                  <a:cubicBezTo>
                    <a:pt x="27293" y="2283"/>
                    <a:pt x="27494" y="2283"/>
                    <a:pt x="27694" y="2383"/>
                  </a:cubicBezTo>
                  <a:cubicBezTo>
                    <a:pt x="27393" y="2483"/>
                    <a:pt x="25386" y="3688"/>
                    <a:pt x="25386" y="6298"/>
                  </a:cubicBezTo>
                  <a:cubicBezTo>
                    <a:pt x="25386" y="9108"/>
                    <a:pt x="27494" y="10614"/>
                    <a:pt x="29702" y="10614"/>
                  </a:cubicBezTo>
                  <a:cubicBezTo>
                    <a:pt x="31509" y="10614"/>
                    <a:pt x="34018" y="9410"/>
                    <a:pt x="34018" y="6197"/>
                  </a:cubicBezTo>
                  <a:cubicBezTo>
                    <a:pt x="34018" y="2985"/>
                    <a:pt x="30906" y="74"/>
                    <a:pt x="26590" y="74"/>
                  </a:cubicBezTo>
                  <a:cubicBezTo>
                    <a:pt x="19263" y="74"/>
                    <a:pt x="15649" y="6800"/>
                    <a:pt x="14244" y="11116"/>
                  </a:cubicBezTo>
                  <a:close/>
                </a:path>
              </a:pathLst>
            </a:custGeom>
            <a:solidFill>
              <a:srgbClr val="000000"/>
            </a:solidFill>
            <a:ln w="25400" cap="flat">
              <a:noFill/>
              <a:prstDash val="solid"/>
              <a:miter/>
            </a:ln>
          </p:spPr>
          <p:txBody>
            <a:bodyPr/>
            <a:lstStyle/>
            <a:p>
              <a:endParaRPr lang="en-US"/>
            </a:p>
          </p:txBody>
        </p:sp>
        <p:sp>
          <p:nvSpPr>
            <p:cNvPr id="43" name="Freeform: Shape 42">
              <a:extLst>
                <a:ext uri="{FF2B5EF4-FFF2-40B4-BE49-F238E27FC236}">
                  <a16:creationId xmlns:a16="http://schemas.microsoft.com/office/drawing/2014/main" id="{540CED6B-65F0-B64B-D0D4-3BC89485B68A}"/>
                </a:ext>
              </a:extLst>
            </p:cNvPr>
            <p:cNvSpPr/>
            <p:nvPr>
              <p:custDataLst>
                <p:tags r:id="rId91"/>
              </p:custDataLst>
            </p:nvPr>
          </p:nvSpPr>
          <p:spPr>
            <a:xfrm>
              <a:off x="6132065" y="3118366"/>
              <a:ext cx="31518" cy="30013"/>
            </a:xfrm>
            <a:custGeom>
              <a:avLst/>
              <a:gdLst>
                <a:gd name="csX0" fmla="*/ 12344 w 31518"/>
                <a:gd name="csY0" fmla="*/ 10614 h 30013"/>
                <a:gd name="csX1" fmla="*/ 5618 w 31518"/>
                <a:gd name="csY1" fmla="*/ 74 h 30013"/>
                <a:gd name="csX2" fmla="*/ 298 w 31518"/>
                <a:gd name="csY2" fmla="*/ 5394 h 30013"/>
                <a:gd name="csX3" fmla="*/ 5618 w 31518"/>
                <a:gd name="csY3" fmla="*/ 10715 h 30013"/>
                <a:gd name="csX4" fmla="*/ 9633 w 31518"/>
                <a:gd name="csY4" fmla="*/ 9108 h 30013"/>
                <a:gd name="csX5" fmla="*/ 9935 w 31518"/>
                <a:gd name="csY5" fmla="*/ 8807 h 30013"/>
                <a:gd name="csX6" fmla="*/ 10135 w 31518"/>
                <a:gd name="csY6" fmla="*/ 10614 h 30013"/>
                <a:gd name="csX7" fmla="*/ 3109 w 31518"/>
                <a:gd name="csY7" fmla="*/ 27277 h 30013"/>
                <a:gd name="csX8" fmla="*/ 1904 w 31518"/>
                <a:gd name="csY8" fmla="*/ 28983 h 30013"/>
                <a:gd name="csX9" fmla="*/ 2908 w 31518"/>
                <a:gd name="csY9" fmla="*/ 30088 h 30013"/>
                <a:gd name="csX10" fmla="*/ 12344 w 31518"/>
                <a:gd name="csY10" fmla="*/ 10614 h 30013"/>
                <a:gd name="csX11" fmla="*/ 31817 w 31518"/>
                <a:gd name="csY11" fmla="*/ 10614 h 30013"/>
                <a:gd name="csX12" fmla="*/ 25092 w 31518"/>
                <a:gd name="csY12" fmla="*/ 74 h 30013"/>
                <a:gd name="csX13" fmla="*/ 19772 w 31518"/>
                <a:gd name="csY13" fmla="*/ 5394 h 30013"/>
                <a:gd name="csX14" fmla="*/ 25092 w 31518"/>
                <a:gd name="csY14" fmla="*/ 10715 h 30013"/>
                <a:gd name="csX15" fmla="*/ 29107 w 31518"/>
                <a:gd name="csY15" fmla="*/ 9108 h 30013"/>
                <a:gd name="csX16" fmla="*/ 29408 w 31518"/>
                <a:gd name="csY16" fmla="*/ 8807 h 30013"/>
                <a:gd name="csX17" fmla="*/ 29609 w 31518"/>
                <a:gd name="csY17" fmla="*/ 10614 h 30013"/>
                <a:gd name="csX18" fmla="*/ 22582 w 31518"/>
                <a:gd name="csY18" fmla="*/ 27277 h 30013"/>
                <a:gd name="csX19" fmla="*/ 21378 w 31518"/>
                <a:gd name="csY19" fmla="*/ 28983 h 30013"/>
                <a:gd name="csX20" fmla="*/ 22381 w 31518"/>
                <a:gd name="csY20" fmla="*/ 30088 h 30013"/>
                <a:gd name="csX21" fmla="*/ 31817 w 31518"/>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344" y="10614"/>
                  </a:moveTo>
                  <a:cubicBezTo>
                    <a:pt x="12344" y="4591"/>
                    <a:pt x="9935" y="74"/>
                    <a:pt x="5618" y="74"/>
                  </a:cubicBezTo>
                  <a:cubicBezTo>
                    <a:pt x="2105" y="74"/>
                    <a:pt x="298" y="2785"/>
                    <a:pt x="298" y="5394"/>
                  </a:cubicBezTo>
                  <a:cubicBezTo>
                    <a:pt x="298" y="8004"/>
                    <a:pt x="2005" y="10715"/>
                    <a:pt x="5618" y="10715"/>
                  </a:cubicBezTo>
                  <a:cubicBezTo>
                    <a:pt x="7626" y="10715"/>
                    <a:pt x="9031" y="9711"/>
                    <a:pt x="9633" y="9108"/>
                  </a:cubicBezTo>
                  <a:cubicBezTo>
                    <a:pt x="9734" y="8908"/>
                    <a:pt x="9834" y="8807"/>
                    <a:pt x="9935" y="8807"/>
                  </a:cubicBezTo>
                  <a:cubicBezTo>
                    <a:pt x="10135" y="8807"/>
                    <a:pt x="10135" y="10213"/>
                    <a:pt x="10135" y="10614"/>
                  </a:cubicBezTo>
                  <a:cubicBezTo>
                    <a:pt x="10135" y="13826"/>
                    <a:pt x="9433" y="21054"/>
                    <a:pt x="3109" y="27277"/>
                  </a:cubicBezTo>
                  <a:cubicBezTo>
                    <a:pt x="1904" y="28482"/>
                    <a:pt x="1904" y="28682"/>
                    <a:pt x="1904" y="28983"/>
                  </a:cubicBezTo>
                  <a:cubicBezTo>
                    <a:pt x="1904" y="29686"/>
                    <a:pt x="2406" y="30088"/>
                    <a:pt x="2908" y="30088"/>
                  </a:cubicBezTo>
                  <a:cubicBezTo>
                    <a:pt x="4012" y="30088"/>
                    <a:pt x="12344" y="22459"/>
                    <a:pt x="12344" y="10614"/>
                  </a:cubicBezTo>
                  <a:close/>
                  <a:moveTo>
                    <a:pt x="31817" y="10614"/>
                  </a:moveTo>
                  <a:cubicBezTo>
                    <a:pt x="31817" y="4591"/>
                    <a:pt x="29408" y="74"/>
                    <a:pt x="25092" y="74"/>
                  </a:cubicBezTo>
                  <a:cubicBezTo>
                    <a:pt x="21578" y="74"/>
                    <a:pt x="19772" y="2785"/>
                    <a:pt x="19772" y="5394"/>
                  </a:cubicBezTo>
                  <a:cubicBezTo>
                    <a:pt x="19772" y="8004"/>
                    <a:pt x="21478" y="10715"/>
                    <a:pt x="25092" y="10715"/>
                  </a:cubicBezTo>
                  <a:cubicBezTo>
                    <a:pt x="27099" y="10715"/>
                    <a:pt x="28505" y="9711"/>
                    <a:pt x="29107" y="9108"/>
                  </a:cubicBezTo>
                  <a:cubicBezTo>
                    <a:pt x="29207" y="8908"/>
                    <a:pt x="29308" y="8807"/>
                    <a:pt x="29408" y="8807"/>
                  </a:cubicBezTo>
                  <a:cubicBezTo>
                    <a:pt x="29609" y="8807"/>
                    <a:pt x="29609" y="10213"/>
                    <a:pt x="29609" y="10614"/>
                  </a:cubicBezTo>
                  <a:cubicBezTo>
                    <a:pt x="29609" y="13826"/>
                    <a:pt x="28906" y="21054"/>
                    <a:pt x="22582" y="27277"/>
                  </a:cubicBezTo>
                  <a:cubicBezTo>
                    <a:pt x="21378" y="28482"/>
                    <a:pt x="21378" y="28682"/>
                    <a:pt x="21378" y="28983"/>
                  </a:cubicBezTo>
                  <a:cubicBezTo>
                    <a:pt x="21378" y="29686"/>
                    <a:pt x="21880" y="30088"/>
                    <a:pt x="22381" y="30088"/>
                  </a:cubicBezTo>
                  <a:cubicBezTo>
                    <a:pt x="23486" y="30088"/>
                    <a:pt x="31817" y="22459"/>
                    <a:pt x="31817" y="10614"/>
                  </a:cubicBezTo>
                  <a:close/>
                </a:path>
              </a:pathLst>
            </a:custGeom>
            <a:solidFill>
              <a:srgbClr val="000000"/>
            </a:solidFill>
            <a:ln w="25400" cap="flat">
              <a:noFill/>
              <a:prstDash val="solid"/>
              <a:miter/>
            </a:ln>
          </p:spPr>
          <p:txBody>
            <a:bodyPr/>
            <a:lstStyle/>
            <a:p>
              <a:endParaRPr lang="en-US"/>
            </a:p>
          </p:txBody>
        </p:sp>
        <p:sp>
          <p:nvSpPr>
            <p:cNvPr id="44" name="Freeform: Shape 43">
              <a:extLst>
                <a:ext uri="{FF2B5EF4-FFF2-40B4-BE49-F238E27FC236}">
                  <a16:creationId xmlns:a16="http://schemas.microsoft.com/office/drawing/2014/main" id="{266ABAD7-C669-04FA-09CA-638CCF5C7814}"/>
                </a:ext>
              </a:extLst>
            </p:cNvPr>
            <p:cNvSpPr/>
            <p:nvPr>
              <p:custDataLst>
                <p:tags r:id="rId92"/>
              </p:custDataLst>
            </p:nvPr>
          </p:nvSpPr>
          <p:spPr>
            <a:xfrm>
              <a:off x="6180849" y="3144766"/>
              <a:ext cx="49085" cy="44367"/>
            </a:xfrm>
            <a:custGeom>
              <a:avLst/>
              <a:gdLst>
                <a:gd name="csX0" fmla="*/ 40153 w 49085"/>
                <a:gd name="csY0" fmla="*/ 9912 h 44367"/>
                <a:gd name="csX1" fmla="*/ 49388 w 49085"/>
                <a:gd name="csY1" fmla="*/ 3186 h 44367"/>
                <a:gd name="csX2" fmla="*/ 49388 w 49085"/>
                <a:gd name="csY2" fmla="*/ 74 h 44367"/>
                <a:gd name="csX3" fmla="*/ 41860 w 49085"/>
                <a:gd name="csY3" fmla="*/ 376 h 44367"/>
                <a:gd name="csX4" fmla="*/ 33127 w 49085"/>
                <a:gd name="csY4" fmla="*/ 74 h 44367"/>
                <a:gd name="csX5" fmla="*/ 33127 w 49085"/>
                <a:gd name="csY5" fmla="*/ 3186 h 44367"/>
                <a:gd name="csX6" fmla="*/ 37945 w 49085"/>
                <a:gd name="csY6" fmla="*/ 7502 h 44367"/>
                <a:gd name="csX7" fmla="*/ 37343 w 49085"/>
                <a:gd name="csY7" fmla="*/ 9912 h 44367"/>
                <a:gd name="csX8" fmla="*/ 27104 w 49085"/>
                <a:gd name="csY8" fmla="*/ 35508 h 44367"/>
                <a:gd name="csX9" fmla="*/ 15862 w 49085"/>
                <a:gd name="csY9" fmla="*/ 7502 h 44367"/>
                <a:gd name="csX10" fmla="*/ 15260 w 49085"/>
                <a:gd name="csY10" fmla="*/ 5796 h 44367"/>
                <a:gd name="csX11" fmla="*/ 20981 w 49085"/>
                <a:gd name="csY11" fmla="*/ 3186 h 44367"/>
                <a:gd name="csX12" fmla="*/ 20981 w 49085"/>
                <a:gd name="csY12" fmla="*/ 74 h 44367"/>
                <a:gd name="csX13" fmla="*/ 10040 w 49085"/>
                <a:gd name="csY13" fmla="*/ 376 h 44367"/>
                <a:gd name="csX14" fmla="*/ 303 w 49085"/>
                <a:gd name="csY14" fmla="*/ 74 h 44367"/>
                <a:gd name="csX15" fmla="*/ 303 w 49085"/>
                <a:gd name="csY15" fmla="*/ 3186 h 44367"/>
                <a:gd name="csX16" fmla="*/ 8333 w 49085"/>
                <a:gd name="csY16" fmla="*/ 6900 h 44367"/>
                <a:gd name="csX17" fmla="*/ 22788 w 49085"/>
                <a:gd name="csY17" fmla="*/ 42535 h 44367"/>
                <a:gd name="csX18" fmla="*/ 24896 w 49085"/>
                <a:gd name="csY18" fmla="*/ 44442 h 44367"/>
                <a:gd name="csX19" fmla="*/ 27004 w 49085"/>
                <a:gd name="csY19" fmla="*/ 42535 h 44367"/>
                <a:gd name="csX20" fmla="*/ 40153 w 49085"/>
                <a:gd name="csY20" fmla="*/ 9912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49085" h="44367">
                  <a:moveTo>
                    <a:pt x="40153" y="9912"/>
                  </a:moveTo>
                  <a:cubicBezTo>
                    <a:pt x="41057" y="7603"/>
                    <a:pt x="42763" y="3287"/>
                    <a:pt x="49388" y="3186"/>
                  </a:cubicBezTo>
                  <a:lnTo>
                    <a:pt x="49388" y="74"/>
                  </a:lnTo>
                  <a:cubicBezTo>
                    <a:pt x="47080" y="275"/>
                    <a:pt x="44169" y="376"/>
                    <a:pt x="41860" y="376"/>
                  </a:cubicBezTo>
                  <a:cubicBezTo>
                    <a:pt x="39451" y="376"/>
                    <a:pt x="34833" y="175"/>
                    <a:pt x="33127" y="74"/>
                  </a:cubicBezTo>
                  <a:lnTo>
                    <a:pt x="33127" y="3186"/>
                  </a:lnTo>
                  <a:cubicBezTo>
                    <a:pt x="36841" y="3287"/>
                    <a:pt x="37945" y="5595"/>
                    <a:pt x="37945" y="7502"/>
                  </a:cubicBezTo>
                  <a:cubicBezTo>
                    <a:pt x="37945" y="8406"/>
                    <a:pt x="37744" y="8807"/>
                    <a:pt x="37343" y="9912"/>
                  </a:cubicBezTo>
                  <a:lnTo>
                    <a:pt x="27104" y="35508"/>
                  </a:lnTo>
                  <a:lnTo>
                    <a:pt x="15862" y="7502"/>
                  </a:lnTo>
                  <a:cubicBezTo>
                    <a:pt x="15260" y="6197"/>
                    <a:pt x="15260" y="5997"/>
                    <a:pt x="15260" y="5796"/>
                  </a:cubicBezTo>
                  <a:cubicBezTo>
                    <a:pt x="15260" y="3186"/>
                    <a:pt x="19174" y="3186"/>
                    <a:pt x="20981" y="3186"/>
                  </a:cubicBezTo>
                  <a:lnTo>
                    <a:pt x="20981" y="74"/>
                  </a:lnTo>
                  <a:cubicBezTo>
                    <a:pt x="17970" y="175"/>
                    <a:pt x="12349" y="376"/>
                    <a:pt x="10040" y="376"/>
                  </a:cubicBezTo>
                  <a:cubicBezTo>
                    <a:pt x="7330" y="376"/>
                    <a:pt x="3315" y="275"/>
                    <a:pt x="303" y="74"/>
                  </a:cubicBezTo>
                  <a:lnTo>
                    <a:pt x="303" y="3186"/>
                  </a:lnTo>
                  <a:cubicBezTo>
                    <a:pt x="6627" y="3186"/>
                    <a:pt x="7029" y="3788"/>
                    <a:pt x="8333" y="6900"/>
                  </a:cubicBezTo>
                  <a:lnTo>
                    <a:pt x="22788" y="42535"/>
                  </a:lnTo>
                  <a:cubicBezTo>
                    <a:pt x="23390" y="43940"/>
                    <a:pt x="23591" y="44442"/>
                    <a:pt x="24896" y="44442"/>
                  </a:cubicBezTo>
                  <a:cubicBezTo>
                    <a:pt x="26201" y="44442"/>
                    <a:pt x="26602" y="43538"/>
                    <a:pt x="27004" y="42535"/>
                  </a:cubicBezTo>
                  <a:lnTo>
                    <a:pt x="40153" y="9912"/>
                  </a:lnTo>
                  <a:close/>
                </a:path>
              </a:pathLst>
            </a:custGeom>
            <a:solidFill>
              <a:srgbClr val="000000"/>
            </a:solidFill>
            <a:ln w="25400" cap="flat">
              <a:noFill/>
              <a:prstDash val="solid"/>
              <a:miter/>
            </a:ln>
          </p:spPr>
          <p:txBody>
            <a:bodyPr/>
            <a:lstStyle/>
            <a:p>
              <a:endParaRPr lang="en-US"/>
            </a:p>
          </p:txBody>
        </p:sp>
        <p:sp>
          <p:nvSpPr>
            <p:cNvPr id="45" name="Freeform: Shape 44">
              <a:extLst>
                <a:ext uri="{FF2B5EF4-FFF2-40B4-BE49-F238E27FC236}">
                  <a16:creationId xmlns:a16="http://schemas.microsoft.com/office/drawing/2014/main" id="{4B3A1C5B-1131-C76C-21A6-E4D6D66A1062}"/>
                </a:ext>
              </a:extLst>
            </p:cNvPr>
            <p:cNvSpPr/>
            <p:nvPr>
              <p:custDataLst>
                <p:tags r:id="rId93"/>
              </p:custDataLst>
            </p:nvPr>
          </p:nvSpPr>
          <p:spPr>
            <a:xfrm>
              <a:off x="6231942" y="3143059"/>
              <a:ext cx="38846" cy="46073"/>
            </a:xfrm>
            <a:custGeom>
              <a:avLst/>
              <a:gdLst>
                <a:gd name="csX0" fmla="*/ 8740 w 38846"/>
                <a:gd name="csY0" fmla="*/ 19749 h 46073"/>
                <a:gd name="csX1" fmla="*/ 21187 w 38846"/>
                <a:gd name="csY1" fmla="*/ 2283 h 46073"/>
                <a:gd name="csX2" fmla="*/ 32530 w 38846"/>
                <a:gd name="csY2" fmla="*/ 19749 h 46073"/>
                <a:gd name="csX3" fmla="*/ 8740 w 38846"/>
                <a:gd name="csY3" fmla="*/ 19749 h 46073"/>
                <a:gd name="csX4" fmla="*/ 8640 w 38846"/>
                <a:gd name="csY4" fmla="*/ 21857 h 46073"/>
                <a:gd name="csX5" fmla="*/ 36645 w 38846"/>
                <a:gd name="csY5" fmla="*/ 21857 h 46073"/>
                <a:gd name="csX6" fmla="*/ 39155 w 38846"/>
                <a:gd name="csY6" fmla="*/ 19749 h 46073"/>
                <a:gd name="csX7" fmla="*/ 21187 w 38846"/>
                <a:gd name="csY7" fmla="*/ 74 h 46073"/>
                <a:gd name="csX8" fmla="*/ 308 w 38846"/>
                <a:gd name="csY8" fmla="*/ 22961 h 46073"/>
                <a:gd name="csX9" fmla="*/ 22391 w 38846"/>
                <a:gd name="csY9" fmla="*/ 46148 h 46073"/>
                <a:gd name="csX10" fmla="*/ 39155 w 38846"/>
                <a:gd name="csY10" fmla="*/ 33099 h 46073"/>
                <a:gd name="csX11" fmla="*/ 37850 w 38846"/>
                <a:gd name="csY11" fmla="*/ 31894 h 46073"/>
                <a:gd name="csX12" fmla="*/ 36545 w 38846"/>
                <a:gd name="csY12" fmla="*/ 33300 h 46073"/>
                <a:gd name="csX13" fmla="*/ 22994 w 38846"/>
                <a:gd name="csY13" fmla="*/ 43639 h 46073"/>
                <a:gd name="csX14" fmla="*/ 11651 w 38846"/>
                <a:gd name="csY14" fmla="*/ 36913 h 46073"/>
                <a:gd name="csX15" fmla="*/ 8640 w 38846"/>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846" h="46073">
                  <a:moveTo>
                    <a:pt x="8740" y="19749"/>
                  </a:moveTo>
                  <a:cubicBezTo>
                    <a:pt x="9342" y="4792"/>
                    <a:pt x="17774" y="2283"/>
                    <a:pt x="21187" y="2283"/>
                  </a:cubicBezTo>
                  <a:cubicBezTo>
                    <a:pt x="31526" y="2283"/>
                    <a:pt x="32530" y="15834"/>
                    <a:pt x="32530" y="19749"/>
                  </a:cubicBezTo>
                  <a:lnTo>
                    <a:pt x="8740" y="19749"/>
                  </a:lnTo>
                  <a:close/>
                  <a:moveTo>
                    <a:pt x="8640" y="21857"/>
                  </a:moveTo>
                  <a:lnTo>
                    <a:pt x="36645" y="21857"/>
                  </a:lnTo>
                  <a:cubicBezTo>
                    <a:pt x="38853" y="21857"/>
                    <a:pt x="39155" y="21857"/>
                    <a:pt x="39155" y="19749"/>
                  </a:cubicBezTo>
                  <a:cubicBezTo>
                    <a:pt x="39155" y="9811"/>
                    <a:pt x="33734" y="74"/>
                    <a:pt x="21187" y="74"/>
                  </a:cubicBezTo>
                  <a:cubicBezTo>
                    <a:pt x="9543" y="74"/>
                    <a:pt x="308" y="10413"/>
                    <a:pt x="308" y="22961"/>
                  </a:cubicBezTo>
                  <a:cubicBezTo>
                    <a:pt x="308" y="36411"/>
                    <a:pt x="10848" y="46148"/>
                    <a:pt x="22391" y="46148"/>
                  </a:cubicBezTo>
                  <a:cubicBezTo>
                    <a:pt x="34638" y="46148"/>
                    <a:pt x="39155" y="35006"/>
                    <a:pt x="39155" y="33099"/>
                  </a:cubicBezTo>
                  <a:cubicBezTo>
                    <a:pt x="39155" y="32095"/>
                    <a:pt x="38352" y="31894"/>
                    <a:pt x="37850" y="31894"/>
                  </a:cubicBezTo>
                  <a:cubicBezTo>
                    <a:pt x="36946" y="31894"/>
                    <a:pt x="36746" y="32497"/>
                    <a:pt x="36545" y="33300"/>
                  </a:cubicBezTo>
                  <a:cubicBezTo>
                    <a:pt x="33032" y="43639"/>
                    <a:pt x="23997" y="43639"/>
                    <a:pt x="22994" y="43639"/>
                  </a:cubicBezTo>
                  <a:cubicBezTo>
                    <a:pt x="17975" y="43639"/>
                    <a:pt x="13960" y="40627"/>
                    <a:pt x="11651" y="36913"/>
                  </a:cubicBezTo>
                  <a:cubicBezTo>
                    <a:pt x="8640" y="32095"/>
                    <a:pt x="8640" y="25470"/>
                    <a:pt x="8640" y="21857"/>
                  </a:cubicBezTo>
                  <a:close/>
                </a:path>
              </a:pathLst>
            </a:custGeom>
            <a:solidFill>
              <a:srgbClr val="000000"/>
            </a:solidFill>
            <a:ln w="25400" cap="flat">
              <a:noFill/>
              <a:prstDash val="solid"/>
              <a:miter/>
            </a:ln>
          </p:spPr>
          <p:txBody>
            <a:bodyPr/>
            <a:lstStyle/>
            <a:p>
              <a:endParaRPr lang="en-US"/>
            </a:p>
          </p:txBody>
        </p:sp>
        <p:sp>
          <p:nvSpPr>
            <p:cNvPr id="46" name="Freeform: Shape 45">
              <a:extLst>
                <a:ext uri="{FF2B5EF4-FFF2-40B4-BE49-F238E27FC236}">
                  <a16:creationId xmlns:a16="http://schemas.microsoft.com/office/drawing/2014/main" id="{4CE5CD35-7D67-AFA3-1036-9A242E4EEDBB}"/>
                </a:ext>
              </a:extLst>
            </p:cNvPr>
            <p:cNvSpPr/>
            <p:nvPr>
              <p:custDataLst>
                <p:tags r:id="rId94"/>
              </p:custDataLst>
            </p:nvPr>
          </p:nvSpPr>
          <p:spPr>
            <a:xfrm>
              <a:off x="6276555" y="3143662"/>
              <a:ext cx="33727" cy="44367"/>
            </a:xfrm>
            <a:custGeom>
              <a:avLst/>
              <a:gdLst>
                <a:gd name="csX0" fmla="*/ 14265 w 33727"/>
                <a:gd name="csY0" fmla="*/ 11116 h 44367"/>
                <a:gd name="csX1" fmla="*/ 14265 w 33727"/>
                <a:gd name="csY1" fmla="*/ 74 h 44367"/>
                <a:gd name="csX2" fmla="*/ 313 w 33727"/>
                <a:gd name="csY2" fmla="*/ 1179 h 44367"/>
                <a:gd name="csX3" fmla="*/ 313 w 33727"/>
                <a:gd name="csY3" fmla="*/ 4290 h 44367"/>
                <a:gd name="csX4" fmla="*/ 8142 w 33727"/>
                <a:gd name="csY4" fmla="*/ 9912 h 44367"/>
                <a:gd name="csX5" fmla="*/ 8142 w 33727"/>
                <a:gd name="csY5" fmla="*/ 36813 h 44367"/>
                <a:gd name="csX6" fmla="*/ 313 w 33727"/>
                <a:gd name="csY6" fmla="*/ 41330 h 44367"/>
                <a:gd name="csX7" fmla="*/ 313 w 33727"/>
                <a:gd name="csY7" fmla="*/ 44442 h 44367"/>
                <a:gd name="csX8" fmla="*/ 11756 w 33727"/>
                <a:gd name="csY8" fmla="*/ 44141 h 44367"/>
                <a:gd name="csX9" fmla="*/ 24504 w 33727"/>
                <a:gd name="csY9" fmla="*/ 44442 h 44367"/>
                <a:gd name="csX10" fmla="*/ 24504 w 33727"/>
                <a:gd name="csY10" fmla="*/ 41330 h 44367"/>
                <a:gd name="csX11" fmla="*/ 22396 w 33727"/>
                <a:gd name="csY11" fmla="*/ 41330 h 44367"/>
                <a:gd name="csX12" fmla="*/ 14767 w 33727"/>
                <a:gd name="csY12" fmla="*/ 36612 h 44367"/>
                <a:gd name="csX13" fmla="*/ 14767 w 33727"/>
                <a:gd name="csY13" fmla="*/ 21154 h 44367"/>
                <a:gd name="csX14" fmla="*/ 26612 w 33727"/>
                <a:gd name="csY14" fmla="*/ 2283 h 44367"/>
                <a:gd name="csX15" fmla="*/ 27716 w 33727"/>
                <a:gd name="csY15" fmla="*/ 2383 h 44367"/>
                <a:gd name="csX16" fmla="*/ 25407 w 33727"/>
                <a:gd name="csY16" fmla="*/ 6298 h 44367"/>
                <a:gd name="csX17" fmla="*/ 29723 w 33727"/>
                <a:gd name="csY17" fmla="*/ 10614 h 44367"/>
                <a:gd name="csX18" fmla="*/ 34040 w 33727"/>
                <a:gd name="csY18" fmla="*/ 6197 h 44367"/>
                <a:gd name="csX19" fmla="*/ 26612 w 33727"/>
                <a:gd name="csY19" fmla="*/ 74 h 44367"/>
                <a:gd name="csX20" fmla="*/ 14265 w 33727"/>
                <a:gd name="csY20" fmla="*/ 1111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33727" h="44367">
                  <a:moveTo>
                    <a:pt x="14265" y="11116"/>
                  </a:moveTo>
                  <a:lnTo>
                    <a:pt x="14265" y="74"/>
                  </a:lnTo>
                  <a:lnTo>
                    <a:pt x="313" y="1179"/>
                  </a:lnTo>
                  <a:lnTo>
                    <a:pt x="313" y="4290"/>
                  </a:lnTo>
                  <a:cubicBezTo>
                    <a:pt x="7339" y="4290"/>
                    <a:pt x="8142" y="4993"/>
                    <a:pt x="8142" y="9912"/>
                  </a:cubicBezTo>
                  <a:lnTo>
                    <a:pt x="8142" y="36813"/>
                  </a:lnTo>
                  <a:cubicBezTo>
                    <a:pt x="8142" y="41330"/>
                    <a:pt x="7038" y="41330"/>
                    <a:pt x="313" y="41330"/>
                  </a:cubicBezTo>
                  <a:lnTo>
                    <a:pt x="313" y="44442"/>
                  </a:lnTo>
                  <a:cubicBezTo>
                    <a:pt x="4227" y="44341"/>
                    <a:pt x="8945" y="44141"/>
                    <a:pt x="11756" y="44141"/>
                  </a:cubicBezTo>
                  <a:cubicBezTo>
                    <a:pt x="15771" y="44141"/>
                    <a:pt x="20489" y="44141"/>
                    <a:pt x="24504" y="44442"/>
                  </a:cubicBezTo>
                  <a:lnTo>
                    <a:pt x="24504" y="41330"/>
                  </a:lnTo>
                  <a:lnTo>
                    <a:pt x="22396" y="41330"/>
                  </a:lnTo>
                  <a:cubicBezTo>
                    <a:pt x="14968" y="41330"/>
                    <a:pt x="14767" y="40226"/>
                    <a:pt x="14767" y="36612"/>
                  </a:cubicBezTo>
                  <a:lnTo>
                    <a:pt x="14767" y="21154"/>
                  </a:lnTo>
                  <a:cubicBezTo>
                    <a:pt x="14767" y="11216"/>
                    <a:pt x="18983" y="2283"/>
                    <a:pt x="26612" y="2283"/>
                  </a:cubicBezTo>
                  <a:cubicBezTo>
                    <a:pt x="27314" y="2283"/>
                    <a:pt x="27515" y="2283"/>
                    <a:pt x="27716" y="2383"/>
                  </a:cubicBezTo>
                  <a:cubicBezTo>
                    <a:pt x="27415" y="2483"/>
                    <a:pt x="25407" y="3688"/>
                    <a:pt x="25407" y="6298"/>
                  </a:cubicBezTo>
                  <a:cubicBezTo>
                    <a:pt x="25407" y="9108"/>
                    <a:pt x="27515" y="10614"/>
                    <a:pt x="29723" y="10614"/>
                  </a:cubicBezTo>
                  <a:cubicBezTo>
                    <a:pt x="31530" y="10614"/>
                    <a:pt x="34040" y="9410"/>
                    <a:pt x="34040" y="6197"/>
                  </a:cubicBezTo>
                  <a:cubicBezTo>
                    <a:pt x="34040" y="2985"/>
                    <a:pt x="30928" y="74"/>
                    <a:pt x="26612" y="74"/>
                  </a:cubicBezTo>
                  <a:cubicBezTo>
                    <a:pt x="19284" y="74"/>
                    <a:pt x="15670" y="6800"/>
                    <a:pt x="14265" y="11116"/>
                  </a:cubicBezTo>
                  <a:close/>
                </a:path>
              </a:pathLst>
            </a:custGeom>
            <a:solidFill>
              <a:srgbClr val="000000"/>
            </a:solidFill>
            <a:ln w="25400" cap="flat">
              <a:noFill/>
              <a:prstDash val="solid"/>
              <a:miter/>
            </a:ln>
          </p:spPr>
          <p:txBody>
            <a:bodyPr/>
            <a:lstStyle/>
            <a:p>
              <a:endParaRPr lang="en-US"/>
            </a:p>
          </p:txBody>
        </p:sp>
        <p:sp>
          <p:nvSpPr>
            <p:cNvPr id="47" name="Freeform: Shape 46">
              <a:extLst>
                <a:ext uri="{FF2B5EF4-FFF2-40B4-BE49-F238E27FC236}">
                  <a16:creationId xmlns:a16="http://schemas.microsoft.com/office/drawing/2014/main" id="{06CA7AD5-1C31-0D39-4E5B-38A22A89B5D7}"/>
                </a:ext>
              </a:extLst>
            </p:cNvPr>
            <p:cNvSpPr/>
            <p:nvPr>
              <p:custDataLst>
                <p:tags r:id="rId95"/>
              </p:custDataLst>
            </p:nvPr>
          </p:nvSpPr>
          <p:spPr>
            <a:xfrm>
              <a:off x="6314967" y="3144766"/>
              <a:ext cx="49085" cy="63840"/>
            </a:xfrm>
            <a:custGeom>
              <a:avLst/>
              <a:gdLst>
                <a:gd name="csX0" fmla="*/ 40066 w 49085"/>
                <a:gd name="csY0" fmla="*/ 9610 h 63840"/>
                <a:gd name="csX1" fmla="*/ 49402 w 49085"/>
                <a:gd name="csY1" fmla="*/ 3186 h 63840"/>
                <a:gd name="csX2" fmla="*/ 49402 w 49085"/>
                <a:gd name="csY2" fmla="*/ 74 h 63840"/>
                <a:gd name="csX3" fmla="*/ 41873 w 49085"/>
                <a:gd name="csY3" fmla="*/ 376 h 63840"/>
                <a:gd name="csX4" fmla="*/ 33140 w 49085"/>
                <a:gd name="csY4" fmla="*/ 74 h 63840"/>
                <a:gd name="csX5" fmla="*/ 33140 w 49085"/>
                <a:gd name="csY5" fmla="*/ 3186 h 63840"/>
                <a:gd name="csX6" fmla="*/ 37858 w 49085"/>
                <a:gd name="csY6" fmla="*/ 7502 h 63840"/>
                <a:gd name="csX7" fmla="*/ 37256 w 49085"/>
                <a:gd name="csY7" fmla="*/ 9912 h 63840"/>
                <a:gd name="csX8" fmla="*/ 27118 w 49085"/>
                <a:gd name="csY8" fmla="*/ 34605 h 63840"/>
                <a:gd name="csX9" fmla="*/ 15976 w 49085"/>
                <a:gd name="csY9" fmla="*/ 7603 h 63840"/>
                <a:gd name="csX10" fmla="*/ 15373 w 49085"/>
                <a:gd name="csY10" fmla="*/ 5796 h 63840"/>
                <a:gd name="csX11" fmla="*/ 20994 w 49085"/>
                <a:gd name="csY11" fmla="*/ 3186 h 63840"/>
                <a:gd name="csX12" fmla="*/ 20994 w 49085"/>
                <a:gd name="csY12" fmla="*/ 74 h 63840"/>
                <a:gd name="csX13" fmla="*/ 10053 w 49085"/>
                <a:gd name="csY13" fmla="*/ 376 h 63840"/>
                <a:gd name="csX14" fmla="*/ 316 w 49085"/>
                <a:gd name="csY14" fmla="*/ 74 h 63840"/>
                <a:gd name="csX15" fmla="*/ 316 w 49085"/>
                <a:gd name="csY15" fmla="*/ 3186 h 63840"/>
                <a:gd name="csX16" fmla="*/ 8447 w 49085"/>
                <a:gd name="csY16" fmla="*/ 6699 h 63840"/>
                <a:gd name="csX17" fmla="*/ 23504 w 49085"/>
                <a:gd name="csY17" fmla="*/ 43338 h 63840"/>
                <a:gd name="csX18" fmla="*/ 20994 w 49085"/>
                <a:gd name="csY18" fmla="*/ 49260 h 63840"/>
                <a:gd name="csX19" fmla="*/ 9551 w 49085"/>
                <a:gd name="csY19" fmla="*/ 61707 h 63840"/>
                <a:gd name="csX20" fmla="*/ 4834 w 49085"/>
                <a:gd name="csY20" fmla="*/ 59900 h 63840"/>
                <a:gd name="csX21" fmla="*/ 8748 w 49085"/>
                <a:gd name="csY21" fmla="*/ 55684 h 63840"/>
                <a:gd name="csX22" fmla="*/ 4532 w 49085"/>
                <a:gd name="csY22" fmla="*/ 51468 h 63840"/>
                <a:gd name="csX23" fmla="*/ 316 w 49085"/>
                <a:gd name="csY23" fmla="*/ 55785 h 63840"/>
                <a:gd name="csX24" fmla="*/ 9551 w 49085"/>
                <a:gd name="csY24" fmla="*/ 63915 h 63840"/>
                <a:gd name="csX25" fmla="*/ 22400 w 49085"/>
                <a:gd name="csY25" fmla="*/ 52472 h 63840"/>
                <a:gd name="csX26" fmla="*/ 40066 w 49085"/>
                <a:gd name="csY26" fmla="*/ 9610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9085" h="63840">
                  <a:moveTo>
                    <a:pt x="40066" y="9610"/>
                  </a:moveTo>
                  <a:cubicBezTo>
                    <a:pt x="42676" y="3287"/>
                    <a:pt x="47796" y="3186"/>
                    <a:pt x="49402" y="3186"/>
                  </a:cubicBezTo>
                  <a:lnTo>
                    <a:pt x="49402" y="74"/>
                  </a:lnTo>
                  <a:cubicBezTo>
                    <a:pt x="47093" y="275"/>
                    <a:pt x="44182" y="376"/>
                    <a:pt x="41873" y="376"/>
                  </a:cubicBezTo>
                  <a:cubicBezTo>
                    <a:pt x="40066" y="376"/>
                    <a:pt x="35349" y="175"/>
                    <a:pt x="33140" y="74"/>
                  </a:cubicBezTo>
                  <a:lnTo>
                    <a:pt x="33140" y="3186"/>
                  </a:lnTo>
                  <a:cubicBezTo>
                    <a:pt x="36252" y="3287"/>
                    <a:pt x="37858" y="4993"/>
                    <a:pt x="37858" y="7502"/>
                  </a:cubicBezTo>
                  <a:cubicBezTo>
                    <a:pt x="37858" y="8506"/>
                    <a:pt x="37758" y="8707"/>
                    <a:pt x="37256" y="9912"/>
                  </a:cubicBezTo>
                  <a:lnTo>
                    <a:pt x="27118" y="34605"/>
                  </a:lnTo>
                  <a:lnTo>
                    <a:pt x="15976" y="7603"/>
                  </a:lnTo>
                  <a:cubicBezTo>
                    <a:pt x="15574" y="6599"/>
                    <a:pt x="15373" y="6197"/>
                    <a:pt x="15373" y="5796"/>
                  </a:cubicBezTo>
                  <a:cubicBezTo>
                    <a:pt x="15373" y="3186"/>
                    <a:pt x="19087" y="3186"/>
                    <a:pt x="20994" y="3186"/>
                  </a:cubicBezTo>
                  <a:lnTo>
                    <a:pt x="20994" y="74"/>
                  </a:lnTo>
                  <a:cubicBezTo>
                    <a:pt x="18385" y="175"/>
                    <a:pt x="11760" y="376"/>
                    <a:pt x="10053" y="376"/>
                  </a:cubicBezTo>
                  <a:cubicBezTo>
                    <a:pt x="7343" y="376"/>
                    <a:pt x="3328" y="275"/>
                    <a:pt x="316" y="74"/>
                  </a:cubicBezTo>
                  <a:lnTo>
                    <a:pt x="316" y="3186"/>
                  </a:lnTo>
                  <a:cubicBezTo>
                    <a:pt x="5135" y="3186"/>
                    <a:pt x="7042" y="3186"/>
                    <a:pt x="8447" y="6699"/>
                  </a:cubicBezTo>
                  <a:lnTo>
                    <a:pt x="23504" y="43338"/>
                  </a:lnTo>
                  <a:cubicBezTo>
                    <a:pt x="23002" y="44642"/>
                    <a:pt x="21597" y="47955"/>
                    <a:pt x="20994" y="49260"/>
                  </a:cubicBezTo>
                  <a:cubicBezTo>
                    <a:pt x="18786" y="54781"/>
                    <a:pt x="15976" y="61707"/>
                    <a:pt x="9551" y="61707"/>
                  </a:cubicBezTo>
                  <a:cubicBezTo>
                    <a:pt x="9049" y="61707"/>
                    <a:pt x="6741" y="61707"/>
                    <a:pt x="4834" y="59900"/>
                  </a:cubicBezTo>
                  <a:cubicBezTo>
                    <a:pt x="7945" y="59499"/>
                    <a:pt x="8748" y="57290"/>
                    <a:pt x="8748" y="55684"/>
                  </a:cubicBezTo>
                  <a:cubicBezTo>
                    <a:pt x="8748" y="53074"/>
                    <a:pt x="6841" y="51468"/>
                    <a:pt x="4532" y="51468"/>
                  </a:cubicBezTo>
                  <a:cubicBezTo>
                    <a:pt x="2525" y="51468"/>
                    <a:pt x="316" y="52773"/>
                    <a:pt x="316" y="55785"/>
                  </a:cubicBezTo>
                  <a:cubicBezTo>
                    <a:pt x="316" y="60302"/>
                    <a:pt x="4532" y="63915"/>
                    <a:pt x="9551" y="63915"/>
                  </a:cubicBezTo>
                  <a:cubicBezTo>
                    <a:pt x="15875" y="63915"/>
                    <a:pt x="19991" y="58194"/>
                    <a:pt x="22400" y="52472"/>
                  </a:cubicBezTo>
                  <a:lnTo>
                    <a:pt x="40066" y="9610"/>
                  </a:lnTo>
                  <a:close/>
                </a:path>
              </a:pathLst>
            </a:custGeom>
            <a:solidFill>
              <a:srgbClr val="000000"/>
            </a:solidFill>
            <a:ln w="25400" cap="flat">
              <a:noFill/>
              <a:prstDash val="solid"/>
              <a:miter/>
            </a:ln>
          </p:spPr>
          <p:txBody>
            <a:bodyPr/>
            <a:lstStyle/>
            <a:p>
              <a:endParaRPr lang="en-US"/>
            </a:p>
          </p:txBody>
        </p:sp>
        <p:sp>
          <p:nvSpPr>
            <p:cNvPr id="48" name="Freeform: Shape 47">
              <a:extLst>
                <a:ext uri="{FF2B5EF4-FFF2-40B4-BE49-F238E27FC236}">
                  <a16:creationId xmlns:a16="http://schemas.microsoft.com/office/drawing/2014/main" id="{17641E80-9F3C-D8FC-4E30-942E03D109D8}"/>
                </a:ext>
              </a:extLst>
            </p:cNvPr>
            <p:cNvSpPr/>
            <p:nvPr>
              <p:custDataLst>
                <p:tags r:id="rId96"/>
              </p:custDataLst>
            </p:nvPr>
          </p:nvSpPr>
          <p:spPr>
            <a:xfrm>
              <a:off x="6402809" y="3118366"/>
              <a:ext cx="22284" cy="69662"/>
            </a:xfrm>
            <a:custGeom>
              <a:avLst/>
              <a:gdLst>
                <a:gd name="csX0" fmla="*/ 14780 w 22284"/>
                <a:gd name="csY0" fmla="*/ 74 h 69662"/>
                <a:gd name="csX1" fmla="*/ 325 w 22284"/>
                <a:gd name="csY1" fmla="*/ 1179 h 69662"/>
                <a:gd name="csX2" fmla="*/ 325 w 22284"/>
                <a:gd name="csY2" fmla="*/ 4290 h 69662"/>
                <a:gd name="csX3" fmla="*/ 8155 w 22284"/>
                <a:gd name="csY3" fmla="*/ 9912 h 69662"/>
                <a:gd name="csX4" fmla="*/ 8155 w 22284"/>
                <a:gd name="csY4" fmla="*/ 62108 h 69662"/>
                <a:gd name="csX5" fmla="*/ 325 w 22284"/>
                <a:gd name="csY5" fmla="*/ 66625 h 69662"/>
                <a:gd name="csX6" fmla="*/ 325 w 22284"/>
                <a:gd name="csY6" fmla="*/ 69737 h 69662"/>
                <a:gd name="csX7" fmla="*/ 11467 w 22284"/>
                <a:gd name="csY7" fmla="*/ 69436 h 69662"/>
                <a:gd name="csX8" fmla="*/ 22609 w 22284"/>
                <a:gd name="csY8" fmla="*/ 69737 h 69662"/>
                <a:gd name="csX9" fmla="*/ 22609 w 22284"/>
                <a:gd name="csY9" fmla="*/ 66625 h 69662"/>
                <a:gd name="csX10" fmla="*/ 14780 w 22284"/>
                <a:gd name="csY10" fmla="*/ 62108 h 69662"/>
                <a:gd name="csX11" fmla="*/ 14780 w 22284"/>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780" y="74"/>
                  </a:moveTo>
                  <a:lnTo>
                    <a:pt x="325" y="1179"/>
                  </a:lnTo>
                  <a:lnTo>
                    <a:pt x="325" y="4290"/>
                  </a:lnTo>
                  <a:cubicBezTo>
                    <a:pt x="7352" y="4290"/>
                    <a:pt x="8155" y="4993"/>
                    <a:pt x="8155" y="9912"/>
                  </a:cubicBezTo>
                  <a:lnTo>
                    <a:pt x="8155" y="62108"/>
                  </a:lnTo>
                  <a:cubicBezTo>
                    <a:pt x="8155" y="66625"/>
                    <a:pt x="7050" y="66625"/>
                    <a:pt x="325" y="66625"/>
                  </a:cubicBezTo>
                  <a:lnTo>
                    <a:pt x="325" y="69737"/>
                  </a:lnTo>
                  <a:cubicBezTo>
                    <a:pt x="3638" y="69637"/>
                    <a:pt x="8958" y="69436"/>
                    <a:pt x="11467" y="69436"/>
                  </a:cubicBezTo>
                  <a:cubicBezTo>
                    <a:pt x="13977" y="69436"/>
                    <a:pt x="18895" y="69637"/>
                    <a:pt x="22609" y="69737"/>
                  </a:cubicBezTo>
                  <a:lnTo>
                    <a:pt x="22609" y="66625"/>
                  </a:lnTo>
                  <a:cubicBezTo>
                    <a:pt x="15884" y="66625"/>
                    <a:pt x="14780" y="66625"/>
                    <a:pt x="14780" y="62108"/>
                  </a:cubicBezTo>
                  <a:lnTo>
                    <a:pt x="14780" y="74"/>
                  </a:lnTo>
                  <a:close/>
                </a:path>
              </a:pathLst>
            </a:custGeom>
            <a:solidFill>
              <a:srgbClr val="000000"/>
            </a:solidFill>
            <a:ln w="25400" cap="flat">
              <a:noFill/>
              <a:prstDash val="solid"/>
              <a:miter/>
            </a:ln>
          </p:spPr>
          <p:txBody>
            <a:bodyPr/>
            <a:lstStyle/>
            <a:p>
              <a:endParaRPr lang="en-US"/>
            </a:p>
          </p:txBody>
        </p:sp>
        <p:sp>
          <p:nvSpPr>
            <p:cNvPr id="49" name="Freeform: Shape 48">
              <a:extLst>
                <a:ext uri="{FF2B5EF4-FFF2-40B4-BE49-F238E27FC236}">
                  <a16:creationId xmlns:a16="http://schemas.microsoft.com/office/drawing/2014/main" id="{270C516C-2B2D-D75C-6FB6-7E8162768723}"/>
                </a:ext>
              </a:extLst>
            </p:cNvPr>
            <p:cNvSpPr/>
            <p:nvPr>
              <p:custDataLst>
                <p:tags r:id="rId97"/>
              </p:custDataLst>
            </p:nvPr>
          </p:nvSpPr>
          <p:spPr>
            <a:xfrm>
              <a:off x="6430692" y="3120876"/>
              <a:ext cx="21480" cy="67153"/>
            </a:xfrm>
            <a:custGeom>
              <a:avLst/>
              <a:gdLst>
                <a:gd name="csX0" fmla="*/ 14782 w 21480"/>
                <a:gd name="csY0" fmla="*/ 22860 h 67153"/>
                <a:gd name="csX1" fmla="*/ 729 w 21480"/>
                <a:gd name="csY1" fmla="*/ 23965 h 67153"/>
                <a:gd name="csX2" fmla="*/ 729 w 21480"/>
                <a:gd name="csY2" fmla="*/ 27076 h 67153"/>
                <a:gd name="csX3" fmla="*/ 8157 w 21480"/>
                <a:gd name="csY3" fmla="*/ 32597 h 67153"/>
                <a:gd name="csX4" fmla="*/ 8157 w 21480"/>
                <a:gd name="csY4" fmla="*/ 59599 h 67153"/>
                <a:gd name="csX5" fmla="*/ 328 w 21480"/>
                <a:gd name="csY5" fmla="*/ 64116 h 67153"/>
                <a:gd name="csX6" fmla="*/ 328 w 21480"/>
                <a:gd name="csY6" fmla="*/ 67228 h 67153"/>
                <a:gd name="csX7" fmla="*/ 11369 w 21480"/>
                <a:gd name="csY7" fmla="*/ 66927 h 67153"/>
                <a:gd name="csX8" fmla="*/ 21809 w 21480"/>
                <a:gd name="csY8" fmla="*/ 67228 h 67153"/>
                <a:gd name="csX9" fmla="*/ 21809 w 21480"/>
                <a:gd name="csY9" fmla="*/ 64116 h 67153"/>
                <a:gd name="csX10" fmla="*/ 14782 w 21480"/>
                <a:gd name="csY10" fmla="*/ 59699 h 67153"/>
                <a:gd name="csX11" fmla="*/ 14782 w 21480"/>
                <a:gd name="csY11" fmla="*/ 22860 h 67153"/>
                <a:gd name="csX12" fmla="*/ 15184 w 21480"/>
                <a:gd name="csY12" fmla="*/ 5394 h 67153"/>
                <a:gd name="csX13" fmla="*/ 9864 w 21480"/>
                <a:gd name="csY13" fmla="*/ 74 h 67153"/>
                <a:gd name="csX14" fmla="*/ 4544 w 21480"/>
                <a:gd name="csY14" fmla="*/ 5394 h 67153"/>
                <a:gd name="csX15" fmla="*/ 9864 w 21480"/>
                <a:gd name="csY15" fmla="*/ 10715 h 67153"/>
                <a:gd name="csX16" fmla="*/ 15184 w 21480"/>
                <a:gd name="csY16" fmla="*/ 5394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80" h="67153">
                  <a:moveTo>
                    <a:pt x="14782" y="22860"/>
                  </a:moveTo>
                  <a:lnTo>
                    <a:pt x="729" y="23965"/>
                  </a:lnTo>
                  <a:lnTo>
                    <a:pt x="729" y="27076"/>
                  </a:lnTo>
                  <a:cubicBezTo>
                    <a:pt x="7254" y="27076"/>
                    <a:pt x="8157" y="27679"/>
                    <a:pt x="8157" y="32597"/>
                  </a:cubicBezTo>
                  <a:lnTo>
                    <a:pt x="8157" y="59599"/>
                  </a:lnTo>
                  <a:cubicBezTo>
                    <a:pt x="8157" y="64116"/>
                    <a:pt x="7053" y="64116"/>
                    <a:pt x="328" y="64116"/>
                  </a:cubicBezTo>
                  <a:lnTo>
                    <a:pt x="328" y="67228"/>
                  </a:lnTo>
                  <a:cubicBezTo>
                    <a:pt x="3540" y="67127"/>
                    <a:pt x="8960" y="66927"/>
                    <a:pt x="11369" y="66927"/>
                  </a:cubicBezTo>
                  <a:cubicBezTo>
                    <a:pt x="14883" y="66927"/>
                    <a:pt x="18396" y="67127"/>
                    <a:pt x="21809" y="67228"/>
                  </a:cubicBezTo>
                  <a:lnTo>
                    <a:pt x="21809" y="64116"/>
                  </a:lnTo>
                  <a:cubicBezTo>
                    <a:pt x="15184" y="64116"/>
                    <a:pt x="14782" y="63614"/>
                    <a:pt x="14782" y="59699"/>
                  </a:cubicBezTo>
                  <a:lnTo>
                    <a:pt x="14782" y="22860"/>
                  </a:lnTo>
                  <a:close/>
                  <a:moveTo>
                    <a:pt x="15184" y="5394"/>
                  </a:moveTo>
                  <a:cubicBezTo>
                    <a:pt x="15184" y="2182"/>
                    <a:pt x="12674" y="74"/>
                    <a:pt x="9864" y="74"/>
                  </a:cubicBezTo>
                  <a:cubicBezTo>
                    <a:pt x="6752" y="74"/>
                    <a:pt x="4544" y="2785"/>
                    <a:pt x="4544" y="5394"/>
                  </a:cubicBezTo>
                  <a:cubicBezTo>
                    <a:pt x="4544" y="8105"/>
                    <a:pt x="6752" y="10715"/>
                    <a:pt x="9864" y="10715"/>
                  </a:cubicBezTo>
                  <a:cubicBezTo>
                    <a:pt x="12674" y="10715"/>
                    <a:pt x="15184" y="8607"/>
                    <a:pt x="15184" y="5394"/>
                  </a:cubicBezTo>
                  <a:close/>
                </a:path>
              </a:pathLst>
            </a:custGeom>
            <a:solidFill>
              <a:srgbClr val="000000"/>
            </a:solidFill>
            <a:ln w="25400" cap="flat">
              <a:noFill/>
              <a:prstDash val="solid"/>
              <a:miter/>
            </a:ln>
          </p:spPr>
          <p:txBody>
            <a:bodyPr/>
            <a:lstStyle/>
            <a:p>
              <a:endParaRPr lang="en-US"/>
            </a:p>
          </p:txBody>
        </p:sp>
        <p:sp>
          <p:nvSpPr>
            <p:cNvPr id="50" name="Freeform: Shape 49">
              <a:extLst>
                <a:ext uri="{FF2B5EF4-FFF2-40B4-BE49-F238E27FC236}">
                  <a16:creationId xmlns:a16="http://schemas.microsoft.com/office/drawing/2014/main" id="{FF4424D5-C8C1-F864-7392-5D557B52F80B}"/>
                </a:ext>
              </a:extLst>
            </p:cNvPr>
            <p:cNvSpPr/>
            <p:nvPr>
              <p:custDataLst>
                <p:tags r:id="rId98"/>
              </p:custDataLst>
            </p:nvPr>
          </p:nvSpPr>
          <p:spPr>
            <a:xfrm>
              <a:off x="6458073" y="3118366"/>
              <a:ext cx="48482" cy="69662"/>
            </a:xfrm>
            <a:custGeom>
              <a:avLst/>
              <a:gdLst>
                <a:gd name="csX0" fmla="*/ 8160 w 48482"/>
                <a:gd name="csY0" fmla="*/ 62108 h 69662"/>
                <a:gd name="csX1" fmla="*/ 331 w 48482"/>
                <a:gd name="csY1" fmla="*/ 66625 h 69662"/>
                <a:gd name="csX2" fmla="*/ 331 w 48482"/>
                <a:gd name="csY2" fmla="*/ 69737 h 69662"/>
                <a:gd name="csX3" fmla="*/ 11272 w 48482"/>
                <a:gd name="csY3" fmla="*/ 69436 h 69662"/>
                <a:gd name="csX4" fmla="*/ 22313 w 48482"/>
                <a:gd name="csY4" fmla="*/ 69737 h 69662"/>
                <a:gd name="csX5" fmla="*/ 22313 w 48482"/>
                <a:gd name="csY5" fmla="*/ 66625 h 69662"/>
                <a:gd name="csX6" fmla="*/ 14484 w 48482"/>
                <a:gd name="csY6" fmla="*/ 62108 h 69662"/>
                <a:gd name="csX7" fmla="*/ 14484 w 48482"/>
                <a:gd name="csY7" fmla="*/ 51769 h 69662"/>
                <a:gd name="csX8" fmla="*/ 20908 w 48482"/>
                <a:gd name="csY8" fmla="*/ 46249 h 69662"/>
                <a:gd name="csX9" fmla="*/ 32853 w 48482"/>
                <a:gd name="csY9" fmla="*/ 64317 h 69662"/>
                <a:gd name="csX10" fmla="*/ 29240 w 48482"/>
                <a:gd name="csY10" fmla="*/ 66625 h 69662"/>
                <a:gd name="csX11" fmla="*/ 29240 w 48482"/>
                <a:gd name="csY11" fmla="*/ 69737 h 69662"/>
                <a:gd name="csX12" fmla="*/ 40080 w 48482"/>
                <a:gd name="csY12" fmla="*/ 69436 h 69662"/>
                <a:gd name="csX13" fmla="*/ 48813 w 48482"/>
                <a:gd name="csY13" fmla="*/ 69737 h 69662"/>
                <a:gd name="csX14" fmla="*/ 48813 w 48482"/>
                <a:gd name="csY14" fmla="*/ 66625 h 69662"/>
                <a:gd name="csX15" fmla="*/ 39077 w 48482"/>
                <a:gd name="csY15" fmla="*/ 61305 h 69662"/>
                <a:gd name="csX16" fmla="*/ 26329 w 48482"/>
                <a:gd name="csY16" fmla="*/ 43338 h 69662"/>
                <a:gd name="csX17" fmla="*/ 25726 w 48482"/>
                <a:gd name="csY17" fmla="*/ 42233 h 69662"/>
                <a:gd name="csX18" fmla="*/ 33857 w 48482"/>
                <a:gd name="csY18" fmla="*/ 35006 h 69662"/>
                <a:gd name="csX19" fmla="*/ 46505 w 48482"/>
                <a:gd name="csY19" fmla="*/ 29586 h 69662"/>
                <a:gd name="csX20" fmla="*/ 46505 w 48482"/>
                <a:gd name="csY20" fmla="*/ 26474 h 69662"/>
                <a:gd name="csX21" fmla="*/ 39478 w 48482"/>
                <a:gd name="csY21" fmla="*/ 26775 h 69662"/>
                <a:gd name="csX22" fmla="*/ 28236 w 48482"/>
                <a:gd name="csY22" fmla="*/ 26474 h 69662"/>
                <a:gd name="csX23" fmla="*/ 28236 w 48482"/>
                <a:gd name="csY23" fmla="*/ 29586 h 69662"/>
                <a:gd name="csX24" fmla="*/ 31147 w 48482"/>
                <a:gd name="csY24" fmla="*/ 32095 h 69662"/>
                <a:gd name="csX25" fmla="*/ 28938 w 48482"/>
                <a:gd name="csY25" fmla="*/ 36010 h 69662"/>
                <a:gd name="csX26" fmla="*/ 14785 w 48482"/>
                <a:gd name="csY26" fmla="*/ 48256 h 69662"/>
                <a:gd name="csX27" fmla="*/ 14785 w 48482"/>
                <a:gd name="csY27" fmla="*/ 74 h 69662"/>
                <a:gd name="csX28" fmla="*/ 331 w 48482"/>
                <a:gd name="csY28" fmla="*/ 1179 h 69662"/>
                <a:gd name="csX29" fmla="*/ 331 w 48482"/>
                <a:gd name="csY29" fmla="*/ 4290 h 69662"/>
                <a:gd name="csX30" fmla="*/ 8160 w 48482"/>
                <a:gd name="csY30" fmla="*/ 9912 h 69662"/>
                <a:gd name="csX31" fmla="*/ 8160 w 48482"/>
                <a:gd name="csY31" fmla="*/ 62108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482" h="69662">
                  <a:moveTo>
                    <a:pt x="8160" y="62108"/>
                  </a:moveTo>
                  <a:cubicBezTo>
                    <a:pt x="8160" y="66625"/>
                    <a:pt x="7056" y="66625"/>
                    <a:pt x="331" y="66625"/>
                  </a:cubicBezTo>
                  <a:lnTo>
                    <a:pt x="331" y="69737"/>
                  </a:lnTo>
                  <a:cubicBezTo>
                    <a:pt x="3643" y="69637"/>
                    <a:pt x="8361" y="69436"/>
                    <a:pt x="11272" y="69436"/>
                  </a:cubicBezTo>
                  <a:cubicBezTo>
                    <a:pt x="14283" y="69436"/>
                    <a:pt x="18298" y="69536"/>
                    <a:pt x="22313" y="69737"/>
                  </a:cubicBezTo>
                  <a:lnTo>
                    <a:pt x="22313" y="66625"/>
                  </a:lnTo>
                  <a:cubicBezTo>
                    <a:pt x="15588" y="66625"/>
                    <a:pt x="14484" y="66625"/>
                    <a:pt x="14484" y="62108"/>
                  </a:cubicBezTo>
                  <a:lnTo>
                    <a:pt x="14484" y="51769"/>
                  </a:lnTo>
                  <a:lnTo>
                    <a:pt x="20908" y="46249"/>
                  </a:lnTo>
                  <a:cubicBezTo>
                    <a:pt x="28637" y="56889"/>
                    <a:pt x="32853" y="62510"/>
                    <a:pt x="32853" y="64317"/>
                  </a:cubicBezTo>
                  <a:cubicBezTo>
                    <a:pt x="32853" y="66224"/>
                    <a:pt x="31147" y="66625"/>
                    <a:pt x="29240" y="66625"/>
                  </a:cubicBezTo>
                  <a:lnTo>
                    <a:pt x="29240" y="69737"/>
                  </a:lnTo>
                  <a:cubicBezTo>
                    <a:pt x="32050" y="69637"/>
                    <a:pt x="37973" y="69436"/>
                    <a:pt x="40080" y="69436"/>
                  </a:cubicBezTo>
                  <a:cubicBezTo>
                    <a:pt x="42991" y="69436"/>
                    <a:pt x="45902" y="69536"/>
                    <a:pt x="48813" y="69737"/>
                  </a:cubicBezTo>
                  <a:lnTo>
                    <a:pt x="48813" y="66625"/>
                  </a:lnTo>
                  <a:cubicBezTo>
                    <a:pt x="45099" y="66625"/>
                    <a:pt x="42891" y="66625"/>
                    <a:pt x="39077" y="61305"/>
                  </a:cubicBezTo>
                  <a:lnTo>
                    <a:pt x="26329" y="43338"/>
                  </a:lnTo>
                  <a:cubicBezTo>
                    <a:pt x="26228" y="43137"/>
                    <a:pt x="25726" y="42535"/>
                    <a:pt x="25726" y="42233"/>
                  </a:cubicBezTo>
                  <a:cubicBezTo>
                    <a:pt x="25726" y="41832"/>
                    <a:pt x="32853" y="35809"/>
                    <a:pt x="33857" y="35006"/>
                  </a:cubicBezTo>
                  <a:cubicBezTo>
                    <a:pt x="40181" y="29887"/>
                    <a:pt x="44397" y="29686"/>
                    <a:pt x="46505" y="29586"/>
                  </a:cubicBezTo>
                  <a:lnTo>
                    <a:pt x="46505" y="26474"/>
                  </a:lnTo>
                  <a:cubicBezTo>
                    <a:pt x="43594" y="26775"/>
                    <a:pt x="42289" y="26775"/>
                    <a:pt x="39478" y="26775"/>
                  </a:cubicBezTo>
                  <a:cubicBezTo>
                    <a:pt x="35865" y="26775"/>
                    <a:pt x="29641" y="26574"/>
                    <a:pt x="28236" y="26474"/>
                  </a:cubicBezTo>
                  <a:lnTo>
                    <a:pt x="28236" y="29586"/>
                  </a:lnTo>
                  <a:cubicBezTo>
                    <a:pt x="30143" y="29686"/>
                    <a:pt x="31147" y="30790"/>
                    <a:pt x="31147" y="32095"/>
                  </a:cubicBezTo>
                  <a:cubicBezTo>
                    <a:pt x="31147" y="34103"/>
                    <a:pt x="29741" y="35307"/>
                    <a:pt x="28938" y="36010"/>
                  </a:cubicBezTo>
                  <a:lnTo>
                    <a:pt x="14785" y="48256"/>
                  </a:lnTo>
                  <a:lnTo>
                    <a:pt x="14785" y="74"/>
                  </a:lnTo>
                  <a:lnTo>
                    <a:pt x="331" y="1179"/>
                  </a:lnTo>
                  <a:lnTo>
                    <a:pt x="331" y="4290"/>
                  </a:lnTo>
                  <a:cubicBezTo>
                    <a:pt x="7357" y="4290"/>
                    <a:pt x="8160" y="4993"/>
                    <a:pt x="8160" y="9912"/>
                  </a:cubicBezTo>
                  <a:lnTo>
                    <a:pt x="8160" y="62108"/>
                  </a:lnTo>
                  <a:close/>
                </a:path>
              </a:pathLst>
            </a:custGeom>
            <a:solidFill>
              <a:srgbClr val="000000"/>
            </a:solidFill>
            <a:ln w="25400" cap="flat">
              <a:noFill/>
              <a:prstDash val="solid"/>
              <a:miter/>
            </a:ln>
          </p:spPr>
          <p:txBody>
            <a:bodyPr/>
            <a:lstStyle/>
            <a:p>
              <a:endParaRPr lang="en-US"/>
            </a:p>
          </p:txBody>
        </p:sp>
        <p:sp>
          <p:nvSpPr>
            <p:cNvPr id="51" name="Freeform: Shape 50">
              <a:extLst>
                <a:ext uri="{FF2B5EF4-FFF2-40B4-BE49-F238E27FC236}">
                  <a16:creationId xmlns:a16="http://schemas.microsoft.com/office/drawing/2014/main" id="{22A46F68-EEEE-E7AA-CE75-A8B1118C83EC}"/>
                </a:ext>
              </a:extLst>
            </p:cNvPr>
            <p:cNvSpPr/>
            <p:nvPr>
              <p:custDataLst>
                <p:tags r:id="rId99"/>
              </p:custDataLst>
            </p:nvPr>
          </p:nvSpPr>
          <p:spPr>
            <a:xfrm>
              <a:off x="6508263" y="3143059"/>
              <a:ext cx="38846" cy="46073"/>
            </a:xfrm>
            <a:custGeom>
              <a:avLst/>
              <a:gdLst>
                <a:gd name="csX0" fmla="*/ 8767 w 38846"/>
                <a:gd name="csY0" fmla="*/ 19749 h 46073"/>
                <a:gd name="csX1" fmla="*/ 21214 w 38846"/>
                <a:gd name="csY1" fmla="*/ 2283 h 46073"/>
                <a:gd name="csX2" fmla="*/ 32557 w 38846"/>
                <a:gd name="csY2" fmla="*/ 19749 h 46073"/>
                <a:gd name="csX3" fmla="*/ 8767 w 38846"/>
                <a:gd name="csY3" fmla="*/ 19749 h 46073"/>
                <a:gd name="csX4" fmla="*/ 8667 w 38846"/>
                <a:gd name="csY4" fmla="*/ 21857 h 46073"/>
                <a:gd name="csX5" fmla="*/ 36673 w 38846"/>
                <a:gd name="csY5" fmla="*/ 21857 h 46073"/>
                <a:gd name="csX6" fmla="*/ 39182 w 38846"/>
                <a:gd name="csY6" fmla="*/ 19749 h 46073"/>
                <a:gd name="csX7" fmla="*/ 21214 w 38846"/>
                <a:gd name="csY7" fmla="*/ 74 h 46073"/>
                <a:gd name="csX8" fmla="*/ 336 w 38846"/>
                <a:gd name="csY8" fmla="*/ 22961 h 46073"/>
                <a:gd name="csX9" fmla="*/ 22419 w 38846"/>
                <a:gd name="csY9" fmla="*/ 46148 h 46073"/>
                <a:gd name="csX10" fmla="*/ 39182 w 38846"/>
                <a:gd name="csY10" fmla="*/ 33099 h 46073"/>
                <a:gd name="csX11" fmla="*/ 37877 w 38846"/>
                <a:gd name="csY11" fmla="*/ 31894 h 46073"/>
                <a:gd name="csX12" fmla="*/ 36572 w 38846"/>
                <a:gd name="csY12" fmla="*/ 33300 h 46073"/>
                <a:gd name="csX13" fmla="*/ 23021 w 38846"/>
                <a:gd name="csY13" fmla="*/ 43639 h 46073"/>
                <a:gd name="csX14" fmla="*/ 11678 w 38846"/>
                <a:gd name="csY14" fmla="*/ 36913 h 46073"/>
                <a:gd name="csX15" fmla="*/ 8667 w 38846"/>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846" h="46073">
                  <a:moveTo>
                    <a:pt x="8767" y="19749"/>
                  </a:moveTo>
                  <a:cubicBezTo>
                    <a:pt x="9370" y="4792"/>
                    <a:pt x="17801" y="2283"/>
                    <a:pt x="21214" y="2283"/>
                  </a:cubicBezTo>
                  <a:cubicBezTo>
                    <a:pt x="31553" y="2283"/>
                    <a:pt x="32557" y="15834"/>
                    <a:pt x="32557" y="19749"/>
                  </a:cubicBezTo>
                  <a:lnTo>
                    <a:pt x="8767" y="19749"/>
                  </a:lnTo>
                  <a:close/>
                  <a:moveTo>
                    <a:pt x="8667" y="21857"/>
                  </a:moveTo>
                  <a:lnTo>
                    <a:pt x="36673" y="21857"/>
                  </a:lnTo>
                  <a:cubicBezTo>
                    <a:pt x="38881" y="21857"/>
                    <a:pt x="39182" y="21857"/>
                    <a:pt x="39182" y="19749"/>
                  </a:cubicBezTo>
                  <a:cubicBezTo>
                    <a:pt x="39182" y="9811"/>
                    <a:pt x="33762" y="74"/>
                    <a:pt x="21214" y="74"/>
                  </a:cubicBezTo>
                  <a:cubicBezTo>
                    <a:pt x="9570" y="74"/>
                    <a:pt x="336" y="10413"/>
                    <a:pt x="336" y="22961"/>
                  </a:cubicBezTo>
                  <a:cubicBezTo>
                    <a:pt x="336" y="36411"/>
                    <a:pt x="10875" y="46148"/>
                    <a:pt x="22419" y="46148"/>
                  </a:cubicBezTo>
                  <a:cubicBezTo>
                    <a:pt x="34665" y="46148"/>
                    <a:pt x="39182" y="35006"/>
                    <a:pt x="39182" y="33099"/>
                  </a:cubicBezTo>
                  <a:cubicBezTo>
                    <a:pt x="39182" y="32095"/>
                    <a:pt x="38379" y="31894"/>
                    <a:pt x="37877" y="31894"/>
                  </a:cubicBezTo>
                  <a:cubicBezTo>
                    <a:pt x="36974" y="31894"/>
                    <a:pt x="36773" y="32497"/>
                    <a:pt x="36572" y="33300"/>
                  </a:cubicBezTo>
                  <a:cubicBezTo>
                    <a:pt x="33059" y="43639"/>
                    <a:pt x="24025" y="43639"/>
                    <a:pt x="23021" y="43639"/>
                  </a:cubicBezTo>
                  <a:cubicBezTo>
                    <a:pt x="18002" y="43639"/>
                    <a:pt x="13987" y="40627"/>
                    <a:pt x="11678" y="36913"/>
                  </a:cubicBezTo>
                  <a:cubicBezTo>
                    <a:pt x="8667" y="32095"/>
                    <a:pt x="8667" y="25470"/>
                    <a:pt x="8667" y="21857"/>
                  </a:cubicBezTo>
                  <a:close/>
                </a:path>
              </a:pathLst>
            </a:custGeom>
            <a:solidFill>
              <a:srgbClr val="000000"/>
            </a:solidFill>
            <a:ln w="25400" cap="flat">
              <a:noFill/>
              <a:prstDash val="solid"/>
              <a:miter/>
            </a:ln>
          </p:spPr>
          <p:txBody>
            <a:bodyPr/>
            <a:lstStyle/>
            <a:p>
              <a:endParaRPr lang="en-US"/>
            </a:p>
          </p:txBody>
        </p:sp>
        <p:sp>
          <p:nvSpPr>
            <p:cNvPr id="52" name="Freeform: Shape 51">
              <a:extLst>
                <a:ext uri="{FF2B5EF4-FFF2-40B4-BE49-F238E27FC236}">
                  <a16:creationId xmlns:a16="http://schemas.microsoft.com/office/drawing/2014/main" id="{61B21435-4B9A-7C81-98CE-45BCA5E32BEF}"/>
                </a:ext>
              </a:extLst>
            </p:cNvPr>
            <p:cNvSpPr/>
            <p:nvPr>
              <p:custDataLst>
                <p:tags r:id="rId100"/>
              </p:custDataLst>
            </p:nvPr>
          </p:nvSpPr>
          <p:spPr>
            <a:xfrm>
              <a:off x="6553377" y="3118366"/>
              <a:ext cx="22284" cy="69662"/>
            </a:xfrm>
            <a:custGeom>
              <a:avLst/>
              <a:gdLst>
                <a:gd name="csX0" fmla="*/ 14795 w 22284"/>
                <a:gd name="csY0" fmla="*/ 74 h 69662"/>
                <a:gd name="csX1" fmla="*/ 340 w 22284"/>
                <a:gd name="csY1" fmla="*/ 1179 h 69662"/>
                <a:gd name="csX2" fmla="*/ 340 w 22284"/>
                <a:gd name="csY2" fmla="*/ 4290 h 69662"/>
                <a:gd name="csX3" fmla="*/ 8170 w 22284"/>
                <a:gd name="csY3" fmla="*/ 9912 h 69662"/>
                <a:gd name="csX4" fmla="*/ 8170 w 22284"/>
                <a:gd name="csY4" fmla="*/ 62108 h 69662"/>
                <a:gd name="csX5" fmla="*/ 340 w 22284"/>
                <a:gd name="csY5" fmla="*/ 66625 h 69662"/>
                <a:gd name="csX6" fmla="*/ 340 w 22284"/>
                <a:gd name="csY6" fmla="*/ 69737 h 69662"/>
                <a:gd name="csX7" fmla="*/ 11482 w 22284"/>
                <a:gd name="csY7" fmla="*/ 69436 h 69662"/>
                <a:gd name="csX8" fmla="*/ 22624 w 22284"/>
                <a:gd name="csY8" fmla="*/ 69737 h 69662"/>
                <a:gd name="csX9" fmla="*/ 22624 w 22284"/>
                <a:gd name="csY9" fmla="*/ 66625 h 69662"/>
                <a:gd name="csX10" fmla="*/ 14795 w 22284"/>
                <a:gd name="csY10" fmla="*/ 62108 h 69662"/>
                <a:gd name="csX11" fmla="*/ 14795 w 22284"/>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795" y="74"/>
                  </a:moveTo>
                  <a:lnTo>
                    <a:pt x="340" y="1179"/>
                  </a:lnTo>
                  <a:lnTo>
                    <a:pt x="340" y="4290"/>
                  </a:lnTo>
                  <a:cubicBezTo>
                    <a:pt x="7367" y="4290"/>
                    <a:pt x="8170" y="4993"/>
                    <a:pt x="8170" y="9912"/>
                  </a:cubicBezTo>
                  <a:lnTo>
                    <a:pt x="8170" y="62108"/>
                  </a:lnTo>
                  <a:cubicBezTo>
                    <a:pt x="8170" y="66625"/>
                    <a:pt x="7065" y="66625"/>
                    <a:pt x="340" y="66625"/>
                  </a:cubicBezTo>
                  <a:lnTo>
                    <a:pt x="340" y="69737"/>
                  </a:lnTo>
                  <a:cubicBezTo>
                    <a:pt x="3653" y="69637"/>
                    <a:pt x="8973" y="69436"/>
                    <a:pt x="11482" y="69436"/>
                  </a:cubicBezTo>
                  <a:cubicBezTo>
                    <a:pt x="13991" y="69436"/>
                    <a:pt x="18910" y="69637"/>
                    <a:pt x="22624" y="69737"/>
                  </a:cubicBezTo>
                  <a:lnTo>
                    <a:pt x="22624" y="66625"/>
                  </a:lnTo>
                  <a:cubicBezTo>
                    <a:pt x="15899" y="66625"/>
                    <a:pt x="14795" y="66625"/>
                    <a:pt x="14795" y="62108"/>
                  </a:cubicBezTo>
                  <a:lnTo>
                    <a:pt x="14795" y="74"/>
                  </a:lnTo>
                  <a:close/>
                </a:path>
              </a:pathLst>
            </a:custGeom>
            <a:solidFill>
              <a:srgbClr val="000000"/>
            </a:solidFill>
            <a:ln w="25400" cap="flat">
              <a:noFill/>
              <a:prstDash val="solid"/>
              <a:miter/>
            </a:ln>
          </p:spPr>
          <p:txBody>
            <a:bodyPr/>
            <a:lstStyle/>
            <a:p>
              <a:endParaRPr lang="en-US"/>
            </a:p>
          </p:txBody>
        </p:sp>
        <p:sp>
          <p:nvSpPr>
            <p:cNvPr id="53" name="Freeform: Shape 52">
              <a:extLst>
                <a:ext uri="{FF2B5EF4-FFF2-40B4-BE49-F238E27FC236}">
                  <a16:creationId xmlns:a16="http://schemas.microsoft.com/office/drawing/2014/main" id="{F69624D4-1B24-82F3-3B1A-E83E71DE1269}"/>
                </a:ext>
              </a:extLst>
            </p:cNvPr>
            <p:cNvSpPr/>
            <p:nvPr>
              <p:custDataLst>
                <p:tags r:id="rId101"/>
              </p:custDataLst>
            </p:nvPr>
          </p:nvSpPr>
          <p:spPr>
            <a:xfrm>
              <a:off x="6579855" y="3144766"/>
              <a:ext cx="49085" cy="63840"/>
            </a:xfrm>
            <a:custGeom>
              <a:avLst/>
              <a:gdLst>
                <a:gd name="csX0" fmla="*/ 40093 w 49085"/>
                <a:gd name="csY0" fmla="*/ 9610 h 63840"/>
                <a:gd name="csX1" fmla="*/ 49428 w 49085"/>
                <a:gd name="csY1" fmla="*/ 3186 h 63840"/>
                <a:gd name="csX2" fmla="*/ 49428 w 49085"/>
                <a:gd name="csY2" fmla="*/ 74 h 63840"/>
                <a:gd name="csX3" fmla="*/ 41899 w 49085"/>
                <a:gd name="csY3" fmla="*/ 376 h 63840"/>
                <a:gd name="csX4" fmla="*/ 33167 w 49085"/>
                <a:gd name="csY4" fmla="*/ 74 h 63840"/>
                <a:gd name="csX5" fmla="*/ 33167 w 49085"/>
                <a:gd name="csY5" fmla="*/ 3186 h 63840"/>
                <a:gd name="csX6" fmla="*/ 37884 w 49085"/>
                <a:gd name="csY6" fmla="*/ 7502 h 63840"/>
                <a:gd name="csX7" fmla="*/ 37282 w 49085"/>
                <a:gd name="csY7" fmla="*/ 9912 h 63840"/>
                <a:gd name="csX8" fmla="*/ 27144 w 49085"/>
                <a:gd name="csY8" fmla="*/ 34605 h 63840"/>
                <a:gd name="csX9" fmla="*/ 16002 w 49085"/>
                <a:gd name="csY9" fmla="*/ 7603 h 63840"/>
                <a:gd name="csX10" fmla="*/ 15400 w 49085"/>
                <a:gd name="csY10" fmla="*/ 5796 h 63840"/>
                <a:gd name="csX11" fmla="*/ 21021 w 49085"/>
                <a:gd name="csY11" fmla="*/ 3186 h 63840"/>
                <a:gd name="csX12" fmla="*/ 21021 w 49085"/>
                <a:gd name="csY12" fmla="*/ 74 h 63840"/>
                <a:gd name="csX13" fmla="*/ 10079 w 49085"/>
                <a:gd name="csY13" fmla="*/ 376 h 63840"/>
                <a:gd name="csX14" fmla="*/ 343 w 49085"/>
                <a:gd name="csY14" fmla="*/ 74 h 63840"/>
                <a:gd name="csX15" fmla="*/ 343 w 49085"/>
                <a:gd name="csY15" fmla="*/ 3186 h 63840"/>
                <a:gd name="csX16" fmla="*/ 8473 w 49085"/>
                <a:gd name="csY16" fmla="*/ 6699 h 63840"/>
                <a:gd name="csX17" fmla="*/ 23530 w 49085"/>
                <a:gd name="csY17" fmla="*/ 43338 h 63840"/>
                <a:gd name="csX18" fmla="*/ 21021 w 49085"/>
                <a:gd name="csY18" fmla="*/ 49260 h 63840"/>
                <a:gd name="csX19" fmla="*/ 9578 w 49085"/>
                <a:gd name="csY19" fmla="*/ 61707 h 63840"/>
                <a:gd name="csX20" fmla="*/ 4860 w 49085"/>
                <a:gd name="csY20" fmla="*/ 59900 h 63840"/>
                <a:gd name="csX21" fmla="*/ 8775 w 49085"/>
                <a:gd name="csY21" fmla="*/ 55684 h 63840"/>
                <a:gd name="csX22" fmla="*/ 4559 w 49085"/>
                <a:gd name="csY22" fmla="*/ 51468 h 63840"/>
                <a:gd name="csX23" fmla="*/ 343 w 49085"/>
                <a:gd name="csY23" fmla="*/ 55785 h 63840"/>
                <a:gd name="csX24" fmla="*/ 9578 w 49085"/>
                <a:gd name="csY24" fmla="*/ 63915 h 63840"/>
                <a:gd name="csX25" fmla="*/ 22426 w 49085"/>
                <a:gd name="csY25" fmla="*/ 52472 h 63840"/>
                <a:gd name="csX26" fmla="*/ 40093 w 49085"/>
                <a:gd name="csY26" fmla="*/ 9610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9085" h="63840">
                  <a:moveTo>
                    <a:pt x="40093" y="9610"/>
                  </a:moveTo>
                  <a:cubicBezTo>
                    <a:pt x="42702" y="3287"/>
                    <a:pt x="47822" y="3186"/>
                    <a:pt x="49428" y="3186"/>
                  </a:cubicBezTo>
                  <a:lnTo>
                    <a:pt x="49428" y="74"/>
                  </a:lnTo>
                  <a:cubicBezTo>
                    <a:pt x="47119" y="275"/>
                    <a:pt x="44208" y="376"/>
                    <a:pt x="41899" y="376"/>
                  </a:cubicBezTo>
                  <a:cubicBezTo>
                    <a:pt x="40093" y="376"/>
                    <a:pt x="35375" y="175"/>
                    <a:pt x="33167" y="74"/>
                  </a:cubicBezTo>
                  <a:lnTo>
                    <a:pt x="33167" y="3186"/>
                  </a:lnTo>
                  <a:cubicBezTo>
                    <a:pt x="36278" y="3287"/>
                    <a:pt x="37884" y="4993"/>
                    <a:pt x="37884" y="7502"/>
                  </a:cubicBezTo>
                  <a:cubicBezTo>
                    <a:pt x="37884" y="8506"/>
                    <a:pt x="37784" y="8707"/>
                    <a:pt x="37282" y="9912"/>
                  </a:cubicBezTo>
                  <a:lnTo>
                    <a:pt x="27144" y="34605"/>
                  </a:lnTo>
                  <a:lnTo>
                    <a:pt x="16002" y="7603"/>
                  </a:lnTo>
                  <a:cubicBezTo>
                    <a:pt x="15600" y="6599"/>
                    <a:pt x="15400" y="6197"/>
                    <a:pt x="15400" y="5796"/>
                  </a:cubicBezTo>
                  <a:cubicBezTo>
                    <a:pt x="15400" y="3186"/>
                    <a:pt x="19114" y="3186"/>
                    <a:pt x="21021" y="3186"/>
                  </a:cubicBezTo>
                  <a:lnTo>
                    <a:pt x="21021" y="74"/>
                  </a:lnTo>
                  <a:cubicBezTo>
                    <a:pt x="18411" y="175"/>
                    <a:pt x="11786" y="376"/>
                    <a:pt x="10079" y="376"/>
                  </a:cubicBezTo>
                  <a:cubicBezTo>
                    <a:pt x="7369" y="376"/>
                    <a:pt x="3354" y="275"/>
                    <a:pt x="343" y="74"/>
                  </a:cubicBezTo>
                  <a:lnTo>
                    <a:pt x="343" y="3186"/>
                  </a:lnTo>
                  <a:cubicBezTo>
                    <a:pt x="5161" y="3186"/>
                    <a:pt x="7068" y="3186"/>
                    <a:pt x="8473" y="6699"/>
                  </a:cubicBezTo>
                  <a:lnTo>
                    <a:pt x="23530" y="43338"/>
                  </a:lnTo>
                  <a:cubicBezTo>
                    <a:pt x="23028" y="44642"/>
                    <a:pt x="21623" y="47955"/>
                    <a:pt x="21021" y="49260"/>
                  </a:cubicBezTo>
                  <a:cubicBezTo>
                    <a:pt x="18812" y="54781"/>
                    <a:pt x="16002" y="61707"/>
                    <a:pt x="9578" y="61707"/>
                  </a:cubicBezTo>
                  <a:cubicBezTo>
                    <a:pt x="9076" y="61707"/>
                    <a:pt x="6767" y="61707"/>
                    <a:pt x="4860" y="59900"/>
                  </a:cubicBezTo>
                  <a:cubicBezTo>
                    <a:pt x="7972" y="59499"/>
                    <a:pt x="8775" y="57290"/>
                    <a:pt x="8775" y="55684"/>
                  </a:cubicBezTo>
                  <a:cubicBezTo>
                    <a:pt x="8775" y="53074"/>
                    <a:pt x="6867" y="51468"/>
                    <a:pt x="4559" y="51468"/>
                  </a:cubicBezTo>
                  <a:cubicBezTo>
                    <a:pt x="2551" y="51468"/>
                    <a:pt x="343" y="52773"/>
                    <a:pt x="343" y="55785"/>
                  </a:cubicBezTo>
                  <a:cubicBezTo>
                    <a:pt x="343" y="60302"/>
                    <a:pt x="4559" y="63915"/>
                    <a:pt x="9578" y="63915"/>
                  </a:cubicBezTo>
                  <a:cubicBezTo>
                    <a:pt x="15901" y="63915"/>
                    <a:pt x="20017" y="58194"/>
                    <a:pt x="22426" y="52472"/>
                  </a:cubicBezTo>
                  <a:lnTo>
                    <a:pt x="40093" y="9610"/>
                  </a:lnTo>
                  <a:close/>
                </a:path>
              </a:pathLst>
            </a:custGeom>
            <a:solidFill>
              <a:srgbClr val="000000"/>
            </a:solidFill>
            <a:ln w="25400" cap="flat">
              <a:noFill/>
              <a:prstDash val="solid"/>
              <a:miter/>
            </a:ln>
          </p:spPr>
          <p:txBody>
            <a:bodyPr/>
            <a:lstStyle/>
            <a:p>
              <a:endParaRPr lang="en-US"/>
            </a:p>
          </p:txBody>
        </p:sp>
        <p:sp>
          <p:nvSpPr>
            <p:cNvPr id="54" name="Freeform: Shape 53">
              <a:extLst>
                <a:ext uri="{FF2B5EF4-FFF2-40B4-BE49-F238E27FC236}">
                  <a16:creationId xmlns:a16="http://schemas.microsoft.com/office/drawing/2014/main" id="{10CF2E32-D99F-E536-8D5F-B125F4BCC603}"/>
                </a:ext>
              </a:extLst>
            </p:cNvPr>
            <p:cNvSpPr/>
            <p:nvPr>
              <p:custDataLst>
                <p:tags r:id="rId102"/>
              </p:custDataLst>
            </p:nvPr>
          </p:nvSpPr>
          <p:spPr>
            <a:xfrm>
              <a:off x="6634238" y="3118366"/>
              <a:ext cx="31518" cy="30013"/>
            </a:xfrm>
            <a:custGeom>
              <a:avLst/>
              <a:gdLst>
                <a:gd name="csX0" fmla="*/ 12393 w 31518"/>
                <a:gd name="csY0" fmla="*/ 10614 h 30013"/>
                <a:gd name="csX1" fmla="*/ 5668 w 31518"/>
                <a:gd name="csY1" fmla="*/ 74 h 30013"/>
                <a:gd name="csX2" fmla="*/ 348 w 31518"/>
                <a:gd name="csY2" fmla="*/ 5394 h 30013"/>
                <a:gd name="csX3" fmla="*/ 5668 w 31518"/>
                <a:gd name="csY3" fmla="*/ 10715 h 30013"/>
                <a:gd name="csX4" fmla="*/ 9683 w 31518"/>
                <a:gd name="csY4" fmla="*/ 9108 h 30013"/>
                <a:gd name="csX5" fmla="*/ 9984 w 31518"/>
                <a:gd name="csY5" fmla="*/ 8807 h 30013"/>
                <a:gd name="csX6" fmla="*/ 10185 w 31518"/>
                <a:gd name="csY6" fmla="*/ 10614 h 30013"/>
                <a:gd name="csX7" fmla="*/ 3159 w 31518"/>
                <a:gd name="csY7" fmla="*/ 27277 h 30013"/>
                <a:gd name="csX8" fmla="*/ 1954 w 31518"/>
                <a:gd name="csY8" fmla="*/ 28983 h 30013"/>
                <a:gd name="csX9" fmla="*/ 2958 w 31518"/>
                <a:gd name="csY9" fmla="*/ 30088 h 30013"/>
                <a:gd name="csX10" fmla="*/ 12393 w 31518"/>
                <a:gd name="csY10" fmla="*/ 10614 h 30013"/>
                <a:gd name="csX11" fmla="*/ 31867 w 31518"/>
                <a:gd name="csY11" fmla="*/ 10614 h 30013"/>
                <a:gd name="csX12" fmla="*/ 25142 w 31518"/>
                <a:gd name="csY12" fmla="*/ 74 h 30013"/>
                <a:gd name="csX13" fmla="*/ 19821 w 31518"/>
                <a:gd name="csY13" fmla="*/ 5394 h 30013"/>
                <a:gd name="csX14" fmla="*/ 25142 w 31518"/>
                <a:gd name="csY14" fmla="*/ 10715 h 30013"/>
                <a:gd name="csX15" fmla="*/ 29157 w 31518"/>
                <a:gd name="csY15" fmla="*/ 9108 h 30013"/>
                <a:gd name="csX16" fmla="*/ 29458 w 31518"/>
                <a:gd name="csY16" fmla="*/ 8807 h 30013"/>
                <a:gd name="csX17" fmla="*/ 29659 w 31518"/>
                <a:gd name="csY17" fmla="*/ 10614 h 30013"/>
                <a:gd name="csX18" fmla="*/ 22632 w 31518"/>
                <a:gd name="csY18" fmla="*/ 27277 h 30013"/>
                <a:gd name="csX19" fmla="*/ 21428 w 31518"/>
                <a:gd name="csY19" fmla="*/ 28983 h 30013"/>
                <a:gd name="csX20" fmla="*/ 22431 w 31518"/>
                <a:gd name="csY20" fmla="*/ 30088 h 30013"/>
                <a:gd name="csX21" fmla="*/ 31867 w 31518"/>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393" y="10614"/>
                  </a:moveTo>
                  <a:cubicBezTo>
                    <a:pt x="12393" y="4591"/>
                    <a:pt x="9984" y="74"/>
                    <a:pt x="5668" y="74"/>
                  </a:cubicBezTo>
                  <a:cubicBezTo>
                    <a:pt x="2155" y="74"/>
                    <a:pt x="348" y="2785"/>
                    <a:pt x="348" y="5394"/>
                  </a:cubicBezTo>
                  <a:cubicBezTo>
                    <a:pt x="348" y="8004"/>
                    <a:pt x="2054" y="10715"/>
                    <a:pt x="5668" y="10715"/>
                  </a:cubicBezTo>
                  <a:cubicBezTo>
                    <a:pt x="7676" y="10715"/>
                    <a:pt x="9081" y="9711"/>
                    <a:pt x="9683" y="9108"/>
                  </a:cubicBezTo>
                  <a:cubicBezTo>
                    <a:pt x="9784" y="8908"/>
                    <a:pt x="9884" y="8807"/>
                    <a:pt x="9984" y="8807"/>
                  </a:cubicBezTo>
                  <a:cubicBezTo>
                    <a:pt x="10185" y="8807"/>
                    <a:pt x="10185" y="10213"/>
                    <a:pt x="10185" y="10614"/>
                  </a:cubicBezTo>
                  <a:cubicBezTo>
                    <a:pt x="10185" y="13826"/>
                    <a:pt x="9482" y="21054"/>
                    <a:pt x="3159" y="27277"/>
                  </a:cubicBezTo>
                  <a:cubicBezTo>
                    <a:pt x="1954" y="28482"/>
                    <a:pt x="1954" y="28682"/>
                    <a:pt x="1954" y="28983"/>
                  </a:cubicBezTo>
                  <a:cubicBezTo>
                    <a:pt x="1954" y="29686"/>
                    <a:pt x="2456" y="30088"/>
                    <a:pt x="2958" y="30088"/>
                  </a:cubicBezTo>
                  <a:cubicBezTo>
                    <a:pt x="4062" y="30088"/>
                    <a:pt x="12393" y="22459"/>
                    <a:pt x="12393" y="10614"/>
                  </a:cubicBezTo>
                  <a:close/>
                  <a:moveTo>
                    <a:pt x="31867" y="10614"/>
                  </a:moveTo>
                  <a:cubicBezTo>
                    <a:pt x="31867" y="4591"/>
                    <a:pt x="29458" y="74"/>
                    <a:pt x="25142" y="74"/>
                  </a:cubicBezTo>
                  <a:cubicBezTo>
                    <a:pt x="21628" y="74"/>
                    <a:pt x="19821" y="2785"/>
                    <a:pt x="19821" y="5394"/>
                  </a:cubicBezTo>
                  <a:cubicBezTo>
                    <a:pt x="19821" y="8004"/>
                    <a:pt x="21528" y="10715"/>
                    <a:pt x="25142" y="10715"/>
                  </a:cubicBezTo>
                  <a:cubicBezTo>
                    <a:pt x="27149" y="10715"/>
                    <a:pt x="28554" y="9711"/>
                    <a:pt x="29157" y="9108"/>
                  </a:cubicBezTo>
                  <a:cubicBezTo>
                    <a:pt x="29257" y="8908"/>
                    <a:pt x="29357" y="8807"/>
                    <a:pt x="29458" y="8807"/>
                  </a:cubicBezTo>
                  <a:cubicBezTo>
                    <a:pt x="29659" y="8807"/>
                    <a:pt x="29659" y="10213"/>
                    <a:pt x="29659" y="10614"/>
                  </a:cubicBezTo>
                  <a:cubicBezTo>
                    <a:pt x="29659" y="13826"/>
                    <a:pt x="28956" y="21054"/>
                    <a:pt x="22632" y="27277"/>
                  </a:cubicBezTo>
                  <a:cubicBezTo>
                    <a:pt x="21428" y="28482"/>
                    <a:pt x="21428" y="28682"/>
                    <a:pt x="21428" y="28983"/>
                  </a:cubicBezTo>
                  <a:cubicBezTo>
                    <a:pt x="21428" y="29686"/>
                    <a:pt x="21929" y="30088"/>
                    <a:pt x="22431" y="30088"/>
                  </a:cubicBezTo>
                  <a:cubicBezTo>
                    <a:pt x="23535" y="30088"/>
                    <a:pt x="31867" y="22459"/>
                    <a:pt x="31867" y="10614"/>
                  </a:cubicBezTo>
                  <a:close/>
                </a:path>
              </a:pathLst>
            </a:custGeom>
            <a:solidFill>
              <a:srgbClr val="000000"/>
            </a:solidFill>
            <a:ln w="25400" cap="flat">
              <a:noFill/>
              <a:prstDash val="solid"/>
              <a:miter/>
            </a:ln>
          </p:spPr>
          <p:txBody>
            <a:bodyPr/>
            <a:lstStyle/>
            <a:p>
              <a:endParaRPr lang="en-US"/>
            </a:p>
          </p:txBody>
        </p:sp>
        <p:sp>
          <p:nvSpPr>
            <p:cNvPr id="55" name="Freeform: Shape 54">
              <a:extLst>
                <a:ext uri="{FF2B5EF4-FFF2-40B4-BE49-F238E27FC236}">
                  <a16:creationId xmlns:a16="http://schemas.microsoft.com/office/drawing/2014/main" id="{1EB726A8-AA4E-7393-15EA-6C0E3FA2C398}"/>
                </a:ext>
              </a:extLst>
            </p:cNvPr>
            <p:cNvSpPr/>
            <p:nvPr>
              <p:custDataLst>
                <p:tags r:id="rId103"/>
              </p:custDataLst>
            </p:nvPr>
          </p:nvSpPr>
          <p:spPr>
            <a:xfrm>
              <a:off x="4746212" y="3265721"/>
              <a:ext cx="42259" cy="69060"/>
            </a:xfrm>
            <a:custGeom>
              <a:avLst/>
              <a:gdLst>
                <a:gd name="csX0" fmla="*/ 42420 w 42259"/>
                <a:gd name="csY0" fmla="*/ 34820 h 69060"/>
                <a:gd name="csX1" fmla="*/ 38405 w 42259"/>
                <a:gd name="csY1" fmla="*/ 11331 h 69060"/>
                <a:gd name="csX2" fmla="*/ 21340 w 42259"/>
                <a:gd name="csY2" fmla="*/ 89 h 69060"/>
                <a:gd name="csX3" fmla="*/ 3875 w 42259"/>
                <a:gd name="csY3" fmla="*/ 12034 h 69060"/>
                <a:gd name="csX4" fmla="*/ 161 w 42259"/>
                <a:gd name="csY4" fmla="*/ 34820 h 69060"/>
                <a:gd name="csX5" fmla="*/ 4678 w 42259"/>
                <a:gd name="csY5" fmla="*/ 59011 h 69060"/>
                <a:gd name="csX6" fmla="*/ 21240 w 42259"/>
                <a:gd name="csY6" fmla="*/ 69149 h 69060"/>
                <a:gd name="csX7" fmla="*/ 38706 w 42259"/>
                <a:gd name="csY7" fmla="*/ 57505 h 69060"/>
                <a:gd name="csX8" fmla="*/ 42420 w 42259"/>
                <a:gd name="csY8" fmla="*/ 34820 h 69060"/>
                <a:gd name="csX9" fmla="*/ 21240 w 42259"/>
                <a:gd name="csY9" fmla="*/ 66941 h 69060"/>
                <a:gd name="csX10" fmla="*/ 9596 w 42259"/>
                <a:gd name="csY10" fmla="*/ 54795 h 69060"/>
                <a:gd name="csX11" fmla="*/ 8492 w 42259"/>
                <a:gd name="csY11" fmla="*/ 33615 h 69060"/>
                <a:gd name="csX12" fmla="*/ 9295 w 42259"/>
                <a:gd name="csY12" fmla="*/ 15146 h 69060"/>
                <a:gd name="csX13" fmla="*/ 21240 w 42259"/>
                <a:gd name="csY13" fmla="*/ 2297 h 69060"/>
                <a:gd name="csX14" fmla="*/ 33085 w 42259"/>
                <a:gd name="csY14" fmla="*/ 14041 h 69060"/>
                <a:gd name="csX15" fmla="*/ 34089 w 42259"/>
                <a:gd name="csY15" fmla="*/ 33615 h 69060"/>
                <a:gd name="csX16" fmla="*/ 32984 w 42259"/>
                <a:gd name="csY16" fmla="*/ 54394 h 69060"/>
                <a:gd name="csX17" fmla="*/ 21240 w 42259"/>
                <a:gd name="csY17" fmla="*/ 66941 h 690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42259" h="69060">
                  <a:moveTo>
                    <a:pt x="42420" y="34820"/>
                  </a:moveTo>
                  <a:cubicBezTo>
                    <a:pt x="42420" y="26789"/>
                    <a:pt x="41918" y="18759"/>
                    <a:pt x="38405" y="11331"/>
                  </a:cubicBezTo>
                  <a:cubicBezTo>
                    <a:pt x="33787" y="1695"/>
                    <a:pt x="25556" y="89"/>
                    <a:pt x="21340" y="89"/>
                  </a:cubicBezTo>
                  <a:cubicBezTo>
                    <a:pt x="15318" y="89"/>
                    <a:pt x="7990" y="2699"/>
                    <a:pt x="3875" y="12034"/>
                  </a:cubicBezTo>
                  <a:cubicBezTo>
                    <a:pt x="662" y="18960"/>
                    <a:pt x="161" y="26789"/>
                    <a:pt x="161" y="34820"/>
                  </a:cubicBezTo>
                  <a:cubicBezTo>
                    <a:pt x="161" y="42348"/>
                    <a:pt x="562" y="51382"/>
                    <a:pt x="4678" y="59011"/>
                  </a:cubicBezTo>
                  <a:cubicBezTo>
                    <a:pt x="8994" y="67142"/>
                    <a:pt x="16322" y="69149"/>
                    <a:pt x="21240" y="69149"/>
                  </a:cubicBezTo>
                  <a:cubicBezTo>
                    <a:pt x="26661" y="69149"/>
                    <a:pt x="34289" y="67041"/>
                    <a:pt x="38706" y="57505"/>
                  </a:cubicBezTo>
                  <a:cubicBezTo>
                    <a:pt x="41918" y="50579"/>
                    <a:pt x="42420" y="42750"/>
                    <a:pt x="42420" y="34820"/>
                  </a:cubicBezTo>
                  <a:close/>
                  <a:moveTo>
                    <a:pt x="21240" y="66941"/>
                  </a:moveTo>
                  <a:cubicBezTo>
                    <a:pt x="17325" y="66941"/>
                    <a:pt x="11403" y="64431"/>
                    <a:pt x="9596" y="54795"/>
                  </a:cubicBezTo>
                  <a:cubicBezTo>
                    <a:pt x="8492" y="48772"/>
                    <a:pt x="8492" y="39538"/>
                    <a:pt x="8492" y="33615"/>
                  </a:cubicBezTo>
                  <a:cubicBezTo>
                    <a:pt x="8492" y="27191"/>
                    <a:pt x="8492" y="20566"/>
                    <a:pt x="9295" y="15146"/>
                  </a:cubicBezTo>
                  <a:cubicBezTo>
                    <a:pt x="11202" y="3200"/>
                    <a:pt x="18731" y="2297"/>
                    <a:pt x="21240" y="2297"/>
                  </a:cubicBezTo>
                  <a:cubicBezTo>
                    <a:pt x="24553" y="2297"/>
                    <a:pt x="31178" y="4104"/>
                    <a:pt x="33085" y="14041"/>
                  </a:cubicBezTo>
                  <a:cubicBezTo>
                    <a:pt x="34089" y="19663"/>
                    <a:pt x="34089" y="27291"/>
                    <a:pt x="34089" y="33615"/>
                  </a:cubicBezTo>
                  <a:cubicBezTo>
                    <a:pt x="34089" y="41144"/>
                    <a:pt x="34089" y="47969"/>
                    <a:pt x="32984" y="54394"/>
                  </a:cubicBezTo>
                  <a:cubicBezTo>
                    <a:pt x="31479" y="63930"/>
                    <a:pt x="25757" y="66941"/>
                    <a:pt x="21240" y="66941"/>
                  </a:cubicBezTo>
                  <a:close/>
                </a:path>
              </a:pathLst>
            </a:custGeom>
            <a:solidFill>
              <a:srgbClr val="000000"/>
            </a:solidFill>
            <a:ln w="25400" cap="flat">
              <a:noFill/>
              <a:prstDash val="solid"/>
              <a:miter/>
            </a:ln>
          </p:spPr>
          <p:txBody>
            <a:bodyPr/>
            <a:lstStyle/>
            <a:p>
              <a:endParaRPr lang="en-US"/>
            </a:p>
          </p:txBody>
        </p:sp>
        <p:sp>
          <p:nvSpPr>
            <p:cNvPr id="56" name="Freeform: Shape 55">
              <a:extLst>
                <a:ext uri="{FF2B5EF4-FFF2-40B4-BE49-F238E27FC236}">
                  <a16:creationId xmlns:a16="http://schemas.microsoft.com/office/drawing/2014/main" id="{81107D26-819F-2B06-CDB7-CAE443A373A4}"/>
                </a:ext>
              </a:extLst>
            </p:cNvPr>
            <p:cNvSpPr/>
            <p:nvPr>
              <p:custDataLst>
                <p:tags r:id="rId104"/>
              </p:custDataLst>
            </p:nvPr>
          </p:nvSpPr>
          <p:spPr>
            <a:xfrm>
              <a:off x="4896177" y="3265420"/>
              <a:ext cx="21480" cy="67153"/>
            </a:xfrm>
            <a:custGeom>
              <a:avLst/>
              <a:gdLst>
                <a:gd name="csX0" fmla="*/ 14630 w 21480"/>
                <a:gd name="csY0" fmla="*/ 22875 h 67153"/>
                <a:gd name="csX1" fmla="*/ 577 w 21480"/>
                <a:gd name="csY1" fmla="*/ 23979 h 67153"/>
                <a:gd name="csX2" fmla="*/ 577 w 21480"/>
                <a:gd name="csY2" fmla="*/ 27091 h 67153"/>
                <a:gd name="csX3" fmla="*/ 8005 w 21480"/>
                <a:gd name="csY3" fmla="*/ 32611 h 67153"/>
                <a:gd name="csX4" fmla="*/ 8005 w 21480"/>
                <a:gd name="csY4" fmla="*/ 59613 h 67153"/>
                <a:gd name="csX5" fmla="*/ 176 w 21480"/>
                <a:gd name="csY5" fmla="*/ 64130 h 67153"/>
                <a:gd name="csX6" fmla="*/ 176 w 21480"/>
                <a:gd name="csY6" fmla="*/ 67242 h 67153"/>
                <a:gd name="csX7" fmla="*/ 11217 w 21480"/>
                <a:gd name="csY7" fmla="*/ 66941 h 67153"/>
                <a:gd name="csX8" fmla="*/ 21657 w 21480"/>
                <a:gd name="csY8" fmla="*/ 67242 h 67153"/>
                <a:gd name="csX9" fmla="*/ 21657 w 21480"/>
                <a:gd name="csY9" fmla="*/ 64130 h 67153"/>
                <a:gd name="csX10" fmla="*/ 14630 w 21480"/>
                <a:gd name="csY10" fmla="*/ 59714 h 67153"/>
                <a:gd name="csX11" fmla="*/ 14630 w 21480"/>
                <a:gd name="csY11" fmla="*/ 22875 h 67153"/>
                <a:gd name="csX12" fmla="*/ 15032 w 21480"/>
                <a:gd name="csY12" fmla="*/ 5409 h 67153"/>
                <a:gd name="csX13" fmla="*/ 9711 w 21480"/>
                <a:gd name="csY13" fmla="*/ 89 h 67153"/>
                <a:gd name="csX14" fmla="*/ 4391 w 21480"/>
                <a:gd name="csY14" fmla="*/ 5409 h 67153"/>
                <a:gd name="csX15" fmla="*/ 9711 w 21480"/>
                <a:gd name="csY15" fmla="*/ 10729 h 67153"/>
                <a:gd name="csX16" fmla="*/ 15032 w 21480"/>
                <a:gd name="csY16" fmla="*/ 5409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80" h="67153">
                  <a:moveTo>
                    <a:pt x="14630" y="22875"/>
                  </a:moveTo>
                  <a:lnTo>
                    <a:pt x="577" y="23979"/>
                  </a:lnTo>
                  <a:lnTo>
                    <a:pt x="577" y="27091"/>
                  </a:lnTo>
                  <a:cubicBezTo>
                    <a:pt x="7102" y="27091"/>
                    <a:pt x="8005" y="27693"/>
                    <a:pt x="8005" y="32611"/>
                  </a:cubicBezTo>
                  <a:lnTo>
                    <a:pt x="8005" y="59613"/>
                  </a:lnTo>
                  <a:cubicBezTo>
                    <a:pt x="8005" y="64130"/>
                    <a:pt x="6901" y="64130"/>
                    <a:pt x="176" y="64130"/>
                  </a:cubicBezTo>
                  <a:lnTo>
                    <a:pt x="176" y="67242"/>
                  </a:lnTo>
                  <a:cubicBezTo>
                    <a:pt x="3388" y="67142"/>
                    <a:pt x="8808" y="66941"/>
                    <a:pt x="11217" y="66941"/>
                  </a:cubicBezTo>
                  <a:cubicBezTo>
                    <a:pt x="14730" y="66941"/>
                    <a:pt x="18244" y="67142"/>
                    <a:pt x="21657" y="67242"/>
                  </a:cubicBezTo>
                  <a:lnTo>
                    <a:pt x="21657" y="64130"/>
                  </a:lnTo>
                  <a:cubicBezTo>
                    <a:pt x="15032" y="64130"/>
                    <a:pt x="14630" y="63628"/>
                    <a:pt x="14630" y="59714"/>
                  </a:cubicBezTo>
                  <a:lnTo>
                    <a:pt x="14630" y="22875"/>
                  </a:lnTo>
                  <a:close/>
                  <a:moveTo>
                    <a:pt x="15032" y="5409"/>
                  </a:moveTo>
                  <a:cubicBezTo>
                    <a:pt x="15032" y="2197"/>
                    <a:pt x="12522" y="89"/>
                    <a:pt x="9711" y="89"/>
                  </a:cubicBezTo>
                  <a:cubicBezTo>
                    <a:pt x="6600" y="89"/>
                    <a:pt x="4391" y="2799"/>
                    <a:pt x="4391" y="5409"/>
                  </a:cubicBezTo>
                  <a:cubicBezTo>
                    <a:pt x="4391" y="8119"/>
                    <a:pt x="6600" y="10729"/>
                    <a:pt x="9711" y="10729"/>
                  </a:cubicBezTo>
                  <a:cubicBezTo>
                    <a:pt x="12522" y="10729"/>
                    <a:pt x="15032" y="8621"/>
                    <a:pt x="15032" y="5409"/>
                  </a:cubicBezTo>
                  <a:close/>
                </a:path>
              </a:pathLst>
            </a:custGeom>
            <a:solidFill>
              <a:srgbClr val="000000"/>
            </a:solidFill>
            <a:ln w="25400" cap="flat">
              <a:noFill/>
              <a:prstDash val="solid"/>
              <a:miter/>
            </a:ln>
          </p:spPr>
          <p:txBody>
            <a:bodyPr/>
            <a:lstStyle/>
            <a:p>
              <a:endParaRPr lang="en-US"/>
            </a:p>
          </p:txBody>
        </p:sp>
        <p:sp>
          <p:nvSpPr>
            <p:cNvPr id="57" name="Freeform: Shape 56">
              <a:extLst>
                <a:ext uri="{FF2B5EF4-FFF2-40B4-BE49-F238E27FC236}">
                  <a16:creationId xmlns:a16="http://schemas.microsoft.com/office/drawing/2014/main" id="{066C0993-ED09-0F21-8FC7-4C187FCC9831}"/>
                </a:ext>
              </a:extLst>
            </p:cNvPr>
            <p:cNvSpPr/>
            <p:nvPr>
              <p:custDataLst>
                <p:tags r:id="rId105"/>
              </p:custDataLst>
            </p:nvPr>
          </p:nvSpPr>
          <p:spPr>
            <a:xfrm>
              <a:off x="4924060" y="3261807"/>
              <a:ext cx="32522" cy="70766"/>
            </a:xfrm>
            <a:custGeom>
              <a:avLst/>
              <a:gdLst>
                <a:gd name="csX0" fmla="*/ 14432 w 32522"/>
                <a:gd name="csY0" fmla="*/ 27592 h 70766"/>
                <a:gd name="csX1" fmla="*/ 14432 w 32522"/>
                <a:gd name="csY1" fmla="*/ 15949 h 70766"/>
                <a:gd name="csX2" fmla="*/ 23667 w 32522"/>
                <a:gd name="csY2" fmla="*/ 2297 h 70766"/>
                <a:gd name="csX3" fmla="*/ 26979 w 32522"/>
                <a:gd name="csY3" fmla="*/ 3000 h 70766"/>
                <a:gd name="csX4" fmla="*/ 23968 w 32522"/>
                <a:gd name="csY4" fmla="*/ 7216 h 70766"/>
                <a:gd name="csX5" fmla="*/ 28284 w 32522"/>
                <a:gd name="csY5" fmla="*/ 11532 h 70766"/>
                <a:gd name="csX6" fmla="*/ 32701 w 32522"/>
                <a:gd name="csY6" fmla="*/ 7115 h 70766"/>
                <a:gd name="csX7" fmla="*/ 23667 w 32522"/>
                <a:gd name="csY7" fmla="*/ 89 h 70766"/>
                <a:gd name="csX8" fmla="*/ 8108 w 32522"/>
                <a:gd name="csY8" fmla="*/ 16049 h 70766"/>
                <a:gd name="csX9" fmla="*/ 8108 w 32522"/>
                <a:gd name="csY9" fmla="*/ 27592 h 70766"/>
                <a:gd name="csX10" fmla="*/ 178 w 32522"/>
                <a:gd name="csY10" fmla="*/ 27592 h 70766"/>
                <a:gd name="csX11" fmla="*/ 178 w 32522"/>
                <a:gd name="csY11" fmla="*/ 30704 h 70766"/>
                <a:gd name="csX12" fmla="*/ 8108 w 32522"/>
                <a:gd name="csY12" fmla="*/ 30704 h 70766"/>
                <a:gd name="csX13" fmla="*/ 8108 w 32522"/>
                <a:gd name="csY13" fmla="*/ 63227 h 70766"/>
                <a:gd name="csX14" fmla="*/ 279 w 32522"/>
                <a:gd name="csY14" fmla="*/ 67744 h 70766"/>
                <a:gd name="csX15" fmla="*/ 279 w 32522"/>
                <a:gd name="csY15" fmla="*/ 70856 h 70766"/>
                <a:gd name="csX16" fmla="*/ 11722 w 32522"/>
                <a:gd name="csY16" fmla="*/ 70555 h 70766"/>
                <a:gd name="csX17" fmla="*/ 24470 w 32522"/>
                <a:gd name="csY17" fmla="*/ 70856 h 70766"/>
                <a:gd name="csX18" fmla="*/ 24470 w 32522"/>
                <a:gd name="csY18" fmla="*/ 67744 h 70766"/>
                <a:gd name="csX19" fmla="*/ 22362 w 32522"/>
                <a:gd name="csY19" fmla="*/ 67744 h 70766"/>
                <a:gd name="csX20" fmla="*/ 14733 w 32522"/>
                <a:gd name="csY20" fmla="*/ 63026 h 70766"/>
                <a:gd name="csX21" fmla="*/ 14733 w 32522"/>
                <a:gd name="csY21" fmla="*/ 30704 h 70766"/>
                <a:gd name="csX22" fmla="*/ 26176 w 32522"/>
                <a:gd name="csY22" fmla="*/ 30704 h 70766"/>
                <a:gd name="csX23" fmla="*/ 26176 w 32522"/>
                <a:gd name="csY23" fmla="*/ 27592 h 70766"/>
                <a:gd name="csX24" fmla="*/ 14432 w 32522"/>
                <a:gd name="csY24" fmla="*/ 27592 h 70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32522" h="70766">
                  <a:moveTo>
                    <a:pt x="14432" y="27592"/>
                  </a:moveTo>
                  <a:lnTo>
                    <a:pt x="14432" y="15949"/>
                  </a:lnTo>
                  <a:cubicBezTo>
                    <a:pt x="14432" y="7115"/>
                    <a:pt x="19250" y="2297"/>
                    <a:pt x="23667" y="2297"/>
                  </a:cubicBezTo>
                  <a:cubicBezTo>
                    <a:pt x="23968" y="2297"/>
                    <a:pt x="25474" y="2297"/>
                    <a:pt x="26979" y="3000"/>
                  </a:cubicBezTo>
                  <a:cubicBezTo>
                    <a:pt x="25775" y="3401"/>
                    <a:pt x="23968" y="4706"/>
                    <a:pt x="23968" y="7216"/>
                  </a:cubicBezTo>
                  <a:cubicBezTo>
                    <a:pt x="23968" y="9524"/>
                    <a:pt x="25574" y="11532"/>
                    <a:pt x="28284" y="11532"/>
                  </a:cubicBezTo>
                  <a:cubicBezTo>
                    <a:pt x="31195" y="11532"/>
                    <a:pt x="32701" y="9524"/>
                    <a:pt x="32701" y="7115"/>
                  </a:cubicBezTo>
                  <a:cubicBezTo>
                    <a:pt x="32701" y="3401"/>
                    <a:pt x="28987" y="89"/>
                    <a:pt x="23667" y="89"/>
                  </a:cubicBezTo>
                  <a:cubicBezTo>
                    <a:pt x="16640" y="89"/>
                    <a:pt x="8108" y="5409"/>
                    <a:pt x="8108" y="16049"/>
                  </a:cubicBezTo>
                  <a:lnTo>
                    <a:pt x="8108" y="27592"/>
                  </a:lnTo>
                  <a:lnTo>
                    <a:pt x="178" y="27592"/>
                  </a:lnTo>
                  <a:lnTo>
                    <a:pt x="178" y="30704"/>
                  </a:lnTo>
                  <a:lnTo>
                    <a:pt x="8108" y="30704"/>
                  </a:lnTo>
                  <a:lnTo>
                    <a:pt x="8108" y="63227"/>
                  </a:lnTo>
                  <a:cubicBezTo>
                    <a:pt x="8108" y="67744"/>
                    <a:pt x="7004" y="67744"/>
                    <a:pt x="279" y="67744"/>
                  </a:cubicBezTo>
                  <a:lnTo>
                    <a:pt x="279" y="70856"/>
                  </a:lnTo>
                  <a:cubicBezTo>
                    <a:pt x="4193" y="70755"/>
                    <a:pt x="8911" y="70555"/>
                    <a:pt x="11722" y="70555"/>
                  </a:cubicBezTo>
                  <a:cubicBezTo>
                    <a:pt x="15737" y="70555"/>
                    <a:pt x="20455" y="70555"/>
                    <a:pt x="24470" y="70856"/>
                  </a:cubicBezTo>
                  <a:lnTo>
                    <a:pt x="24470" y="67744"/>
                  </a:lnTo>
                  <a:lnTo>
                    <a:pt x="22362" y="67744"/>
                  </a:lnTo>
                  <a:cubicBezTo>
                    <a:pt x="14934" y="67744"/>
                    <a:pt x="14733" y="66640"/>
                    <a:pt x="14733" y="63026"/>
                  </a:cubicBezTo>
                  <a:lnTo>
                    <a:pt x="14733" y="30704"/>
                  </a:lnTo>
                  <a:lnTo>
                    <a:pt x="26176" y="30704"/>
                  </a:lnTo>
                  <a:lnTo>
                    <a:pt x="26176" y="27592"/>
                  </a:lnTo>
                  <a:lnTo>
                    <a:pt x="14432" y="27592"/>
                  </a:lnTo>
                  <a:close/>
                </a:path>
              </a:pathLst>
            </a:custGeom>
            <a:solidFill>
              <a:srgbClr val="000000"/>
            </a:solidFill>
            <a:ln w="25400" cap="flat">
              <a:noFill/>
              <a:prstDash val="solid"/>
              <a:miter/>
            </a:ln>
          </p:spPr>
          <p:txBody>
            <a:bodyPr/>
            <a:lstStyle/>
            <a:p>
              <a:endParaRPr lang="en-US"/>
            </a:p>
          </p:txBody>
        </p:sp>
        <p:sp>
          <p:nvSpPr>
            <p:cNvPr id="58" name="Freeform: Shape 57">
              <a:extLst>
                <a:ext uri="{FF2B5EF4-FFF2-40B4-BE49-F238E27FC236}">
                  <a16:creationId xmlns:a16="http://schemas.microsoft.com/office/drawing/2014/main" id="{6F56D85D-178F-6380-96D1-2D53AF7B83BB}"/>
                </a:ext>
              </a:extLst>
            </p:cNvPr>
            <p:cNvSpPr/>
            <p:nvPr>
              <p:custDataLst>
                <p:tags r:id="rId106"/>
              </p:custDataLst>
            </p:nvPr>
          </p:nvSpPr>
          <p:spPr>
            <a:xfrm>
              <a:off x="4987790" y="3288206"/>
              <a:ext cx="46274" cy="64944"/>
            </a:xfrm>
            <a:custGeom>
              <a:avLst/>
              <a:gdLst>
                <a:gd name="csX0" fmla="*/ 46058 w 46274"/>
                <a:gd name="csY0" fmla="*/ 6212 h 64944"/>
                <a:gd name="csX1" fmla="*/ 46459 w 46274"/>
                <a:gd name="csY1" fmla="*/ 3903 h 64944"/>
                <a:gd name="csX2" fmla="*/ 43548 w 46274"/>
                <a:gd name="csY2" fmla="*/ 1193 h 64944"/>
                <a:gd name="csX3" fmla="*/ 40035 w 46274"/>
                <a:gd name="csY3" fmla="*/ 3301 h 64944"/>
                <a:gd name="csX4" fmla="*/ 38630 w 46274"/>
                <a:gd name="csY4" fmla="*/ 8721 h 64944"/>
                <a:gd name="csX5" fmla="*/ 36622 w 46274"/>
                <a:gd name="csY5" fmla="*/ 16752 h 64944"/>
                <a:gd name="csX6" fmla="*/ 32105 w 46274"/>
                <a:gd name="csY6" fmla="*/ 34820 h 64944"/>
                <a:gd name="csX7" fmla="*/ 20762 w 46274"/>
                <a:gd name="csY7" fmla="*/ 43352 h 64944"/>
                <a:gd name="csX8" fmla="*/ 14539 w 46274"/>
                <a:gd name="csY8" fmla="*/ 35221 h 64944"/>
                <a:gd name="csX9" fmla="*/ 19658 w 46274"/>
                <a:gd name="csY9" fmla="*/ 15547 h 64944"/>
                <a:gd name="csX10" fmla="*/ 21666 w 46274"/>
                <a:gd name="csY10" fmla="*/ 8320 h 64944"/>
                <a:gd name="csX11" fmla="*/ 13435 w 46274"/>
                <a:gd name="csY11" fmla="*/ 89 h 64944"/>
                <a:gd name="csX12" fmla="*/ 185 w 46274"/>
                <a:gd name="csY12" fmla="*/ 15547 h 64944"/>
                <a:gd name="csX13" fmla="*/ 1389 w 46274"/>
                <a:gd name="csY13" fmla="*/ 16551 h 64944"/>
                <a:gd name="csX14" fmla="*/ 2995 w 46274"/>
                <a:gd name="csY14" fmla="*/ 14744 h 64944"/>
                <a:gd name="csX15" fmla="*/ 13133 w 46274"/>
                <a:gd name="csY15" fmla="*/ 2297 h 64944"/>
                <a:gd name="csX16" fmla="*/ 15643 w 46274"/>
                <a:gd name="csY16" fmla="*/ 5509 h 64944"/>
                <a:gd name="csX17" fmla="*/ 13937 w 46274"/>
                <a:gd name="csY17" fmla="*/ 12536 h 64944"/>
                <a:gd name="csX18" fmla="*/ 8115 w 46274"/>
                <a:gd name="csY18" fmla="*/ 33615 h 64944"/>
                <a:gd name="csX19" fmla="*/ 20361 w 46274"/>
                <a:gd name="csY19" fmla="*/ 45560 h 64944"/>
                <a:gd name="csX20" fmla="*/ 30499 w 46274"/>
                <a:gd name="csY20" fmla="*/ 41043 h 64944"/>
                <a:gd name="csX21" fmla="*/ 23974 w 46274"/>
                <a:gd name="csY21" fmla="*/ 56502 h 64944"/>
                <a:gd name="csX22" fmla="*/ 12933 w 46274"/>
                <a:gd name="csY22" fmla="*/ 62825 h 64944"/>
                <a:gd name="csX23" fmla="*/ 5304 w 46274"/>
                <a:gd name="csY23" fmla="*/ 58609 h 64944"/>
                <a:gd name="csX24" fmla="*/ 9620 w 46274"/>
                <a:gd name="csY24" fmla="*/ 57405 h 64944"/>
                <a:gd name="csX25" fmla="*/ 11628 w 46274"/>
                <a:gd name="csY25" fmla="*/ 53289 h 64944"/>
                <a:gd name="csX26" fmla="*/ 7914 w 46274"/>
                <a:gd name="csY26" fmla="*/ 49776 h 64944"/>
                <a:gd name="csX27" fmla="*/ 2293 w 46274"/>
                <a:gd name="csY27" fmla="*/ 56301 h 64944"/>
                <a:gd name="csX28" fmla="*/ 12933 w 46274"/>
                <a:gd name="csY28" fmla="*/ 65034 h 64944"/>
                <a:gd name="csX29" fmla="*/ 36421 w 46274"/>
                <a:gd name="csY29" fmla="*/ 44556 h 64944"/>
                <a:gd name="csX30" fmla="*/ 46058 w 46274"/>
                <a:gd name="csY30" fmla="*/ 6212 h 64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6274" h="64944">
                  <a:moveTo>
                    <a:pt x="46058" y="6212"/>
                  </a:moveTo>
                  <a:cubicBezTo>
                    <a:pt x="46459" y="4807"/>
                    <a:pt x="46459" y="4606"/>
                    <a:pt x="46459" y="3903"/>
                  </a:cubicBezTo>
                  <a:cubicBezTo>
                    <a:pt x="46459" y="2096"/>
                    <a:pt x="45054" y="1193"/>
                    <a:pt x="43548" y="1193"/>
                  </a:cubicBezTo>
                  <a:cubicBezTo>
                    <a:pt x="42544" y="1193"/>
                    <a:pt x="40938" y="1795"/>
                    <a:pt x="40035" y="3301"/>
                  </a:cubicBezTo>
                  <a:cubicBezTo>
                    <a:pt x="39834" y="3803"/>
                    <a:pt x="39031" y="6914"/>
                    <a:pt x="38630" y="8721"/>
                  </a:cubicBezTo>
                  <a:cubicBezTo>
                    <a:pt x="37927" y="11331"/>
                    <a:pt x="37224" y="14041"/>
                    <a:pt x="36622" y="16752"/>
                  </a:cubicBezTo>
                  <a:lnTo>
                    <a:pt x="32105" y="34820"/>
                  </a:lnTo>
                  <a:cubicBezTo>
                    <a:pt x="31704" y="36325"/>
                    <a:pt x="27387" y="43352"/>
                    <a:pt x="20762" y="43352"/>
                  </a:cubicBezTo>
                  <a:cubicBezTo>
                    <a:pt x="15643" y="43352"/>
                    <a:pt x="14539" y="38935"/>
                    <a:pt x="14539" y="35221"/>
                  </a:cubicBezTo>
                  <a:cubicBezTo>
                    <a:pt x="14539" y="30604"/>
                    <a:pt x="16245" y="24380"/>
                    <a:pt x="19658" y="15547"/>
                  </a:cubicBezTo>
                  <a:cubicBezTo>
                    <a:pt x="21264" y="11432"/>
                    <a:pt x="21666" y="10327"/>
                    <a:pt x="21666" y="8320"/>
                  </a:cubicBezTo>
                  <a:cubicBezTo>
                    <a:pt x="21666" y="3803"/>
                    <a:pt x="18454" y="89"/>
                    <a:pt x="13435" y="89"/>
                  </a:cubicBezTo>
                  <a:cubicBezTo>
                    <a:pt x="3899" y="89"/>
                    <a:pt x="185" y="14644"/>
                    <a:pt x="185" y="15547"/>
                  </a:cubicBezTo>
                  <a:cubicBezTo>
                    <a:pt x="185" y="16551"/>
                    <a:pt x="1188" y="16551"/>
                    <a:pt x="1389" y="16551"/>
                  </a:cubicBezTo>
                  <a:cubicBezTo>
                    <a:pt x="2393" y="16551"/>
                    <a:pt x="2493" y="16350"/>
                    <a:pt x="2995" y="14744"/>
                  </a:cubicBezTo>
                  <a:cubicBezTo>
                    <a:pt x="5705" y="5308"/>
                    <a:pt x="9721" y="2297"/>
                    <a:pt x="13133" y="2297"/>
                  </a:cubicBezTo>
                  <a:cubicBezTo>
                    <a:pt x="13937" y="2297"/>
                    <a:pt x="15643" y="2297"/>
                    <a:pt x="15643" y="5509"/>
                  </a:cubicBezTo>
                  <a:cubicBezTo>
                    <a:pt x="15643" y="8019"/>
                    <a:pt x="14639" y="10628"/>
                    <a:pt x="13937" y="12536"/>
                  </a:cubicBezTo>
                  <a:cubicBezTo>
                    <a:pt x="9921" y="23176"/>
                    <a:pt x="8115" y="28897"/>
                    <a:pt x="8115" y="33615"/>
                  </a:cubicBezTo>
                  <a:cubicBezTo>
                    <a:pt x="8115" y="42549"/>
                    <a:pt x="14438" y="45560"/>
                    <a:pt x="20361" y="45560"/>
                  </a:cubicBezTo>
                  <a:cubicBezTo>
                    <a:pt x="24275" y="45560"/>
                    <a:pt x="27688" y="43854"/>
                    <a:pt x="30499" y="41043"/>
                  </a:cubicBezTo>
                  <a:cubicBezTo>
                    <a:pt x="29194" y="46263"/>
                    <a:pt x="27990" y="51181"/>
                    <a:pt x="23974" y="56502"/>
                  </a:cubicBezTo>
                  <a:cubicBezTo>
                    <a:pt x="21365" y="59914"/>
                    <a:pt x="17550" y="62825"/>
                    <a:pt x="12933" y="62825"/>
                  </a:cubicBezTo>
                  <a:cubicBezTo>
                    <a:pt x="11527" y="62825"/>
                    <a:pt x="7010" y="62524"/>
                    <a:pt x="5304" y="58609"/>
                  </a:cubicBezTo>
                  <a:cubicBezTo>
                    <a:pt x="6910" y="58609"/>
                    <a:pt x="8215" y="58609"/>
                    <a:pt x="9620" y="57405"/>
                  </a:cubicBezTo>
                  <a:cubicBezTo>
                    <a:pt x="10624" y="56502"/>
                    <a:pt x="11628" y="55197"/>
                    <a:pt x="11628" y="53289"/>
                  </a:cubicBezTo>
                  <a:cubicBezTo>
                    <a:pt x="11628" y="50178"/>
                    <a:pt x="8918" y="49776"/>
                    <a:pt x="7914" y="49776"/>
                  </a:cubicBezTo>
                  <a:cubicBezTo>
                    <a:pt x="5605" y="49776"/>
                    <a:pt x="2293" y="51382"/>
                    <a:pt x="2293" y="56301"/>
                  </a:cubicBezTo>
                  <a:cubicBezTo>
                    <a:pt x="2293" y="61320"/>
                    <a:pt x="6709" y="65034"/>
                    <a:pt x="12933" y="65034"/>
                  </a:cubicBezTo>
                  <a:cubicBezTo>
                    <a:pt x="23272" y="65034"/>
                    <a:pt x="33611" y="55899"/>
                    <a:pt x="36421" y="44556"/>
                  </a:cubicBezTo>
                  <a:lnTo>
                    <a:pt x="46058" y="6212"/>
                  </a:lnTo>
                  <a:close/>
                </a:path>
              </a:pathLst>
            </a:custGeom>
            <a:solidFill>
              <a:srgbClr val="000000"/>
            </a:solidFill>
            <a:ln w="25400" cap="flat">
              <a:noFill/>
              <a:prstDash val="solid"/>
              <a:miter/>
            </a:ln>
          </p:spPr>
          <p:txBody>
            <a:bodyPr/>
            <a:lstStyle/>
            <a:p>
              <a:endParaRPr lang="en-US"/>
            </a:p>
          </p:txBody>
        </p:sp>
        <p:sp>
          <p:nvSpPr>
            <p:cNvPr id="59" name="Freeform: Shape 58">
              <a:extLst>
                <a:ext uri="{FF2B5EF4-FFF2-40B4-BE49-F238E27FC236}">
                  <a16:creationId xmlns:a16="http://schemas.microsoft.com/office/drawing/2014/main" id="{ACBED2CD-B3C0-9F39-3B3E-10926AB997AE}"/>
                </a:ext>
              </a:extLst>
            </p:cNvPr>
            <p:cNvSpPr/>
            <p:nvPr>
              <p:custDataLst>
                <p:tags r:id="rId107"/>
              </p:custDataLst>
            </p:nvPr>
          </p:nvSpPr>
          <p:spPr>
            <a:xfrm>
              <a:off x="5071197" y="3295735"/>
              <a:ext cx="66751" cy="23488"/>
            </a:xfrm>
            <a:custGeom>
              <a:avLst/>
              <a:gdLst>
                <a:gd name="csX0" fmla="*/ 63531 w 66751"/>
                <a:gd name="csY0" fmla="*/ 4104 h 23488"/>
                <a:gd name="csX1" fmla="*/ 66944 w 66751"/>
                <a:gd name="csY1" fmla="*/ 2096 h 23488"/>
                <a:gd name="csX2" fmla="*/ 63632 w 66751"/>
                <a:gd name="csY2" fmla="*/ 89 h 23488"/>
                <a:gd name="csX3" fmla="*/ 3505 w 66751"/>
                <a:gd name="csY3" fmla="*/ 89 h 23488"/>
                <a:gd name="csX4" fmla="*/ 193 w 66751"/>
                <a:gd name="csY4" fmla="*/ 2096 h 23488"/>
                <a:gd name="csX5" fmla="*/ 3606 w 66751"/>
                <a:gd name="csY5" fmla="*/ 4104 h 23488"/>
                <a:gd name="csX6" fmla="*/ 63531 w 66751"/>
                <a:gd name="csY6" fmla="*/ 4104 h 23488"/>
                <a:gd name="csX7" fmla="*/ 63632 w 66751"/>
                <a:gd name="csY7" fmla="*/ 23577 h 23488"/>
                <a:gd name="csX8" fmla="*/ 66944 w 66751"/>
                <a:gd name="csY8" fmla="*/ 21570 h 23488"/>
                <a:gd name="csX9" fmla="*/ 63531 w 66751"/>
                <a:gd name="csY9" fmla="*/ 19562 h 23488"/>
                <a:gd name="csX10" fmla="*/ 3606 w 66751"/>
                <a:gd name="csY10" fmla="*/ 19562 h 23488"/>
                <a:gd name="csX11" fmla="*/ 193 w 66751"/>
                <a:gd name="csY11" fmla="*/ 21570 h 23488"/>
                <a:gd name="csX12" fmla="*/ 3505 w 66751"/>
                <a:gd name="csY12" fmla="*/ 23577 h 23488"/>
                <a:gd name="csX13" fmla="*/ 63632 w 66751"/>
                <a:gd name="csY13" fmla="*/ 23577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751" h="23488">
                  <a:moveTo>
                    <a:pt x="63531" y="4104"/>
                  </a:moveTo>
                  <a:cubicBezTo>
                    <a:pt x="65037" y="4104"/>
                    <a:pt x="66944" y="4104"/>
                    <a:pt x="66944" y="2096"/>
                  </a:cubicBezTo>
                  <a:cubicBezTo>
                    <a:pt x="66944" y="89"/>
                    <a:pt x="65037" y="89"/>
                    <a:pt x="63632" y="89"/>
                  </a:cubicBezTo>
                  <a:lnTo>
                    <a:pt x="3505" y="89"/>
                  </a:lnTo>
                  <a:cubicBezTo>
                    <a:pt x="2100" y="89"/>
                    <a:pt x="193" y="89"/>
                    <a:pt x="193" y="2096"/>
                  </a:cubicBezTo>
                  <a:cubicBezTo>
                    <a:pt x="193" y="4104"/>
                    <a:pt x="2100" y="4104"/>
                    <a:pt x="3606" y="4104"/>
                  </a:cubicBezTo>
                  <a:lnTo>
                    <a:pt x="63531" y="4104"/>
                  </a:lnTo>
                  <a:close/>
                  <a:moveTo>
                    <a:pt x="63632" y="23577"/>
                  </a:moveTo>
                  <a:cubicBezTo>
                    <a:pt x="65037" y="23577"/>
                    <a:pt x="66944" y="23577"/>
                    <a:pt x="66944" y="21570"/>
                  </a:cubicBezTo>
                  <a:cubicBezTo>
                    <a:pt x="66944" y="19562"/>
                    <a:pt x="65037" y="19562"/>
                    <a:pt x="63531" y="19562"/>
                  </a:cubicBezTo>
                  <a:lnTo>
                    <a:pt x="3606" y="19562"/>
                  </a:lnTo>
                  <a:cubicBezTo>
                    <a:pt x="2100" y="19562"/>
                    <a:pt x="193" y="19562"/>
                    <a:pt x="193" y="21570"/>
                  </a:cubicBezTo>
                  <a:cubicBezTo>
                    <a:pt x="193" y="23577"/>
                    <a:pt x="2100" y="23577"/>
                    <a:pt x="3505" y="23577"/>
                  </a:cubicBezTo>
                  <a:lnTo>
                    <a:pt x="63632" y="23577"/>
                  </a:lnTo>
                  <a:close/>
                </a:path>
              </a:pathLst>
            </a:custGeom>
            <a:solidFill>
              <a:srgbClr val="000000"/>
            </a:solidFill>
            <a:ln w="25400" cap="flat">
              <a:noFill/>
              <a:prstDash val="solid"/>
              <a:miter/>
            </a:ln>
          </p:spPr>
          <p:txBody>
            <a:bodyPr/>
            <a:lstStyle/>
            <a:p>
              <a:endParaRPr lang="en-US"/>
            </a:p>
          </p:txBody>
        </p:sp>
        <p:sp>
          <p:nvSpPr>
            <p:cNvPr id="60" name="Freeform: Shape 59">
              <a:extLst>
                <a:ext uri="{FF2B5EF4-FFF2-40B4-BE49-F238E27FC236}">
                  <a16:creationId xmlns:a16="http://schemas.microsoft.com/office/drawing/2014/main" id="{B44B2C84-282E-25DF-76AC-6F148AC21B77}"/>
                </a:ext>
              </a:extLst>
            </p:cNvPr>
            <p:cNvSpPr/>
            <p:nvPr>
              <p:custDataLst>
                <p:tags r:id="rId108"/>
              </p:custDataLst>
            </p:nvPr>
          </p:nvSpPr>
          <p:spPr>
            <a:xfrm>
              <a:off x="5174843" y="3262911"/>
              <a:ext cx="31518" cy="30013"/>
            </a:xfrm>
            <a:custGeom>
              <a:avLst/>
              <a:gdLst>
                <a:gd name="csX0" fmla="*/ 12249 w 31518"/>
                <a:gd name="csY0" fmla="*/ 10628 h 30013"/>
                <a:gd name="csX1" fmla="*/ 5523 w 31518"/>
                <a:gd name="csY1" fmla="*/ 89 h 30013"/>
                <a:gd name="csX2" fmla="*/ 203 w 31518"/>
                <a:gd name="csY2" fmla="*/ 5409 h 30013"/>
                <a:gd name="csX3" fmla="*/ 5523 w 31518"/>
                <a:gd name="csY3" fmla="*/ 10729 h 30013"/>
                <a:gd name="csX4" fmla="*/ 9538 w 31518"/>
                <a:gd name="csY4" fmla="*/ 9123 h 30013"/>
                <a:gd name="csX5" fmla="*/ 9840 w 31518"/>
                <a:gd name="csY5" fmla="*/ 8822 h 30013"/>
                <a:gd name="csX6" fmla="*/ 10040 w 31518"/>
                <a:gd name="csY6" fmla="*/ 10628 h 30013"/>
                <a:gd name="csX7" fmla="*/ 3014 w 31518"/>
                <a:gd name="csY7" fmla="*/ 27291 h 30013"/>
                <a:gd name="csX8" fmla="*/ 1809 w 31518"/>
                <a:gd name="csY8" fmla="*/ 28998 h 30013"/>
                <a:gd name="csX9" fmla="*/ 2813 w 31518"/>
                <a:gd name="csY9" fmla="*/ 30102 h 30013"/>
                <a:gd name="csX10" fmla="*/ 12249 w 31518"/>
                <a:gd name="csY10" fmla="*/ 10628 h 30013"/>
                <a:gd name="csX11" fmla="*/ 31722 w 31518"/>
                <a:gd name="csY11" fmla="*/ 10628 h 30013"/>
                <a:gd name="csX12" fmla="*/ 24997 w 31518"/>
                <a:gd name="csY12" fmla="*/ 89 h 30013"/>
                <a:gd name="csX13" fmla="*/ 19677 w 31518"/>
                <a:gd name="csY13" fmla="*/ 5409 h 30013"/>
                <a:gd name="csX14" fmla="*/ 24997 w 31518"/>
                <a:gd name="csY14" fmla="*/ 10729 h 30013"/>
                <a:gd name="csX15" fmla="*/ 29012 w 31518"/>
                <a:gd name="csY15" fmla="*/ 9123 h 30013"/>
                <a:gd name="csX16" fmla="*/ 29313 w 31518"/>
                <a:gd name="csY16" fmla="*/ 8822 h 30013"/>
                <a:gd name="csX17" fmla="*/ 29514 w 31518"/>
                <a:gd name="csY17" fmla="*/ 10628 h 30013"/>
                <a:gd name="csX18" fmla="*/ 22487 w 31518"/>
                <a:gd name="csY18" fmla="*/ 27291 h 30013"/>
                <a:gd name="csX19" fmla="*/ 21283 w 31518"/>
                <a:gd name="csY19" fmla="*/ 28998 h 30013"/>
                <a:gd name="csX20" fmla="*/ 22286 w 31518"/>
                <a:gd name="csY20" fmla="*/ 30102 h 30013"/>
                <a:gd name="csX21" fmla="*/ 31722 w 31518"/>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249" y="10628"/>
                  </a:moveTo>
                  <a:cubicBezTo>
                    <a:pt x="12249" y="4606"/>
                    <a:pt x="9840" y="89"/>
                    <a:pt x="5523" y="89"/>
                  </a:cubicBezTo>
                  <a:cubicBezTo>
                    <a:pt x="2010" y="89"/>
                    <a:pt x="203" y="2799"/>
                    <a:pt x="203" y="5409"/>
                  </a:cubicBezTo>
                  <a:cubicBezTo>
                    <a:pt x="203" y="8019"/>
                    <a:pt x="1910" y="10729"/>
                    <a:pt x="5523" y="10729"/>
                  </a:cubicBezTo>
                  <a:cubicBezTo>
                    <a:pt x="7531" y="10729"/>
                    <a:pt x="8936" y="9725"/>
                    <a:pt x="9538" y="9123"/>
                  </a:cubicBezTo>
                  <a:cubicBezTo>
                    <a:pt x="9639" y="8922"/>
                    <a:pt x="9739" y="8822"/>
                    <a:pt x="9840" y="8822"/>
                  </a:cubicBezTo>
                  <a:cubicBezTo>
                    <a:pt x="10040" y="8822"/>
                    <a:pt x="10040" y="10227"/>
                    <a:pt x="10040" y="10628"/>
                  </a:cubicBezTo>
                  <a:cubicBezTo>
                    <a:pt x="10040" y="13841"/>
                    <a:pt x="9338" y="21068"/>
                    <a:pt x="3014" y="27291"/>
                  </a:cubicBezTo>
                  <a:cubicBezTo>
                    <a:pt x="1809" y="28496"/>
                    <a:pt x="1809" y="28697"/>
                    <a:pt x="1809" y="28998"/>
                  </a:cubicBezTo>
                  <a:cubicBezTo>
                    <a:pt x="1809" y="29700"/>
                    <a:pt x="2311" y="30102"/>
                    <a:pt x="2813" y="30102"/>
                  </a:cubicBezTo>
                  <a:cubicBezTo>
                    <a:pt x="3917" y="30102"/>
                    <a:pt x="12249" y="22473"/>
                    <a:pt x="12249" y="10628"/>
                  </a:cubicBezTo>
                  <a:close/>
                  <a:moveTo>
                    <a:pt x="31722" y="10628"/>
                  </a:moveTo>
                  <a:cubicBezTo>
                    <a:pt x="31722" y="4606"/>
                    <a:pt x="29313" y="89"/>
                    <a:pt x="24997" y="89"/>
                  </a:cubicBezTo>
                  <a:cubicBezTo>
                    <a:pt x="21483" y="89"/>
                    <a:pt x="19677" y="2799"/>
                    <a:pt x="19677" y="5409"/>
                  </a:cubicBezTo>
                  <a:cubicBezTo>
                    <a:pt x="19677" y="8019"/>
                    <a:pt x="21383" y="10729"/>
                    <a:pt x="24997" y="10729"/>
                  </a:cubicBezTo>
                  <a:cubicBezTo>
                    <a:pt x="27004" y="10729"/>
                    <a:pt x="28410" y="9725"/>
                    <a:pt x="29012" y="9123"/>
                  </a:cubicBezTo>
                  <a:cubicBezTo>
                    <a:pt x="29112" y="8922"/>
                    <a:pt x="29213" y="8822"/>
                    <a:pt x="29313" y="8822"/>
                  </a:cubicBezTo>
                  <a:cubicBezTo>
                    <a:pt x="29514" y="8822"/>
                    <a:pt x="29514" y="10227"/>
                    <a:pt x="29514" y="10628"/>
                  </a:cubicBezTo>
                  <a:cubicBezTo>
                    <a:pt x="29514" y="13841"/>
                    <a:pt x="28811" y="21068"/>
                    <a:pt x="22487" y="27291"/>
                  </a:cubicBezTo>
                  <a:cubicBezTo>
                    <a:pt x="21283" y="28496"/>
                    <a:pt x="21283" y="28697"/>
                    <a:pt x="21283" y="28998"/>
                  </a:cubicBezTo>
                  <a:cubicBezTo>
                    <a:pt x="21283" y="29700"/>
                    <a:pt x="21785" y="30102"/>
                    <a:pt x="22286" y="30102"/>
                  </a:cubicBezTo>
                  <a:cubicBezTo>
                    <a:pt x="23391" y="30102"/>
                    <a:pt x="31722" y="22473"/>
                    <a:pt x="31722" y="10628"/>
                  </a:cubicBezTo>
                  <a:close/>
                </a:path>
              </a:pathLst>
            </a:custGeom>
            <a:solidFill>
              <a:srgbClr val="000000"/>
            </a:solidFill>
            <a:ln w="25400" cap="flat">
              <a:noFill/>
              <a:prstDash val="solid"/>
              <a:miter/>
            </a:ln>
          </p:spPr>
          <p:txBody>
            <a:bodyPr/>
            <a:lstStyle/>
            <a:p>
              <a:endParaRPr lang="en-US"/>
            </a:p>
          </p:txBody>
        </p:sp>
        <p:sp>
          <p:nvSpPr>
            <p:cNvPr id="61" name="Freeform: Shape 60">
              <a:extLst>
                <a:ext uri="{FF2B5EF4-FFF2-40B4-BE49-F238E27FC236}">
                  <a16:creationId xmlns:a16="http://schemas.microsoft.com/office/drawing/2014/main" id="{7EF73299-225D-5E11-F400-38D20BE677C7}"/>
                </a:ext>
              </a:extLst>
            </p:cNvPr>
            <p:cNvSpPr/>
            <p:nvPr>
              <p:custDataLst>
                <p:tags r:id="rId109"/>
              </p:custDataLst>
            </p:nvPr>
          </p:nvSpPr>
          <p:spPr>
            <a:xfrm>
              <a:off x="5224932" y="3288206"/>
              <a:ext cx="50490" cy="44367"/>
            </a:xfrm>
            <a:custGeom>
              <a:avLst/>
              <a:gdLst>
                <a:gd name="csX0" fmla="*/ 8038 w 50490"/>
                <a:gd name="csY0" fmla="*/ 9926 h 44367"/>
                <a:gd name="csX1" fmla="*/ 8038 w 50490"/>
                <a:gd name="csY1" fmla="*/ 36827 h 44367"/>
                <a:gd name="csX2" fmla="*/ 208 w 50490"/>
                <a:gd name="csY2" fmla="*/ 41344 h 44367"/>
                <a:gd name="csX3" fmla="*/ 208 w 50490"/>
                <a:gd name="csY3" fmla="*/ 44456 h 44367"/>
                <a:gd name="csX4" fmla="*/ 11551 w 50490"/>
                <a:gd name="csY4" fmla="*/ 44155 h 44367"/>
                <a:gd name="csX5" fmla="*/ 22793 w 50490"/>
                <a:gd name="csY5" fmla="*/ 44456 h 44367"/>
                <a:gd name="csX6" fmla="*/ 22793 w 50490"/>
                <a:gd name="csY6" fmla="*/ 41344 h 44367"/>
                <a:gd name="csX7" fmla="*/ 14964 w 50490"/>
                <a:gd name="csY7" fmla="*/ 36827 h 44367"/>
                <a:gd name="csX8" fmla="*/ 14964 w 50490"/>
                <a:gd name="csY8" fmla="*/ 18358 h 44367"/>
                <a:gd name="csX9" fmla="*/ 28515 w 50490"/>
                <a:gd name="csY9" fmla="*/ 2297 h 44367"/>
                <a:gd name="csX10" fmla="*/ 35943 w 50490"/>
                <a:gd name="csY10" fmla="*/ 13439 h 44367"/>
                <a:gd name="csX11" fmla="*/ 35943 w 50490"/>
                <a:gd name="csY11" fmla="*/ 36827 h 44367"/>
                <a:gd name="csX12" fmla="*/ 28113 w 50490"/>
                <a:gd name="csY12" fmla="*/ 41344 h 44367"/>
                <a:gd name="csX13" fmla="*/ 28113 w 50490"/>
                <a:gd name="csY13" fmla="*/ 44456 h 44367"/>
                <a:gd name="csX14" fmla="*/ 39456 w 50490"/>
                <a:gd name="csY14" fmla="*/ 44155 h 44367"/>
                <a:gd name="csX15" fmla="*/ 50699 w 50490"/>
                <a:gd name="csY15" fmla="*/ 44456 h 44367"/>
                <a:gd name="csX16" fmla="*/ 50699 w 50490"/>
                <a:gd name="csY16" fmla="*/ 41344 h 44367"/>
                <a:gd name="csX17" fmla="*/ 42869 w 50490"/>
                <a:gd name="csY17" fmla="*/ 38333 h 44367"/>
                <a:gd name="csX18" fmla="*/ 42869 w 50490"/>
                <a:gd name="csY18" fmla="*/ 19161 h 44367"/>
                <a:gd name="csX19" fmla="*/ 39757 w 50490"/>
                <a:gd name="csY19" fmla="*/ 3803 h 44367"/>
                <a:gd name="csX20" fmla="*/ 29218 w 50490"/>
                <a:gd name="csY20" fmla="*/ 89 h 44367"/>
                <a:gd name="csX21" fmla="*/ 14362 w 50490"/>
                <a:gd name="csY21" fmla="*/ 10628 h 44367"/>
                <a:gd name="csX22" fmla="*/ 14362 w 50490"/>
                <a:gd name="csY22" fmla="*/ 89 h 44367"/>
                <a:gd name="csX23" fmla="*/ 208 w 50490"/>
                <a:gd name="csY23" fmla="*/ 1193 h 44367"/>
                <a:gd name="csX24" fmla="*/ 208 w 50490"/>
                <a:gd name="csY24" fmla="*/ 4305 h 44367"/>
                <a:gd name="csX25" fmla="*/ 8038 w 50490"/>
                <a:gd name="csY25" fmla="*/ 992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0490" h="44367">
                  <a:moveTo>
                    <a:pt x="8038" y="9926"/>
                  </a:moveTo>
                  <a:lnTo>
                    <a:pt x="8038" y="36827"/>
                  </a:lnTo>
                  <a:cubicBezTo>
                    <a:pt x="8038" y="41344"/>
                    <a:pt x="6934" y="41344"/>
                    <a:pt x="208" y="41344"/>
                  </a:cubicBezTo>
                  <a:lnTo>
                    <a:pt x="208" y="44456"/>
                  </a:lnTo>
                  <a:cubicBezTo>
                    <a:pt x="3721" y="44356"/>
                    <a:pt x="8841" y="44155"/>
                    <a:pt x="11551" y="44155"/>
                  </a:cubicBezTo>
                  <a:cubicBezTo>
                    <a:pt x="14161" y="44155"/>
                    <a:pt x="19380" y="44356"/>
                    <a:pt x="22793" y="44456"/>
                  </a:cubicBezTo>
                  <a:lnTo>
                    <a:pt x="22793" y="41344"/>
                  </a:lnTo>
                  <a:cubicBezTo>
                    <a:pt x="16068" y="41344"/>
                    <a:pt x="14964" y="41344"/>
                    <a:pt x="14964" y="36827"/>
                  </a:cubicBezTo>
                  <a:lnTo>
                    <a:pt x="14964" y="18358"/>
                  </a:lnTo>
                  <a:cubicBezTo>
                    <a:pt x="14964" y="7918"/>
                    <a:pt x="22091" y="2297"/>
                    <a:pt x="28515" y="2297"/>
                  </a:cubicBezTo>
                  <a:cubicBezTo>
                    <a:pt x="34839" y="2297"/>
                    <a:pt x="35943" y="7718"/>
                    <a:pt x="35943" y="13439"/>
                  </a:cubicBezTo>
                  <a:lnTo>
                    <a:pt x="35943" y="36827"/>
                  </a:lnTo>
                  <a:cubicBezTo>
                    <a:pt x="35943" y="41344"/>
                    <a:pt x="34839" y="41344"/>
                    <a:pt x="28113" y="41344"/>
                  </a:cubicBezTo>
                  <a:lnTo>
                    <a:pt x="28113" y="44456"/>
                  </a:lnTo>
                  <a:cubicBezTo>
                    <a:pt x="31627" y="44356"/>
                    <a:pt x="36746" y="44155"/>
                    <a:pt x="39456" y="44155"/>
                  </a:cubicBezTo>
                  <a:cubicBezTo>
                    <a:pt x="42066" y="44155"/>
                    <a:pt x="47286" y="44356"/>
                    <a:pt x="50699" y="44456"/>
                  </a:cubicBezTo>
                  <a:lnTo>
                    <a:pt x="50699" y="41344"/>
                  </a:lnTo>
                  <a:cubicBezTo>
                    <a:pt x="45479" y="41344"/>
                    <a:pt x="42969" y="41344"/>
                    <a:pt x="42869" y="38333"/>
                  </a:cubicBezTo>
                  <a:lnTo>
                    <a:pt x="42869" y="19161"/>
                  </a:lnTo>
                  <a:cubicBezTo>
                    <a:pt x="42869" y="10528"/>
                    <a:pt x="42869" y="7416"/>
                    <a:pt x="39757" y="3803"/>
                  </a:cubicBezTo>
                  <a:cubicBezTo>
                    <a:pt x="38352" y="2096"/>
                    <a:pt x="35040" y="89"/>
                    <a:pt x="29218" y="89"/>
                  </a:cubicBezTo>
                  <a:cubicBezTo>
                    <a:pt x="21890" y="89"/>
                    <a:pt x="17172" y="4405"/>
                    <a:pt x="14362" y="10628"/>
                  </a:cubicBezTo>
                  <a:lnTo>
                    <a:pt x="14362" y="89"/>
                  </a:lnTo>
                  <a:lnTo>
                    <a:pt x="208" y="1193"/>
                  </a:lnTo>
                  <a:lnTo>
                    <a:pt x="208" y="4305"/>
                  </a:lnTo>
                  <a:cubicBezTo>
                    <a:pt x="7235" y="4305"/>
                    <a:pt x="8038" y="5007"/>
                    <a:pt x="8038" y="9926"/>
                  </a:cubicBezTo>
                  <a:close/>
                </a:path>
              </a:pathLst>
            </a:custGeom>
            <a:solidFill>
              <a:srgbClr val="000000"/>
            </a:solidFill>
            <a:ln w="25400" cap="flat">
              <a:noFill/>
              <a:prstDash val="solid"/>
              <a:miter/>
            </a:ln>
          </p:spPr>
          <p:txBody>
            <a:bodyPr/>
            <a:lstStyle/>
            <a:p>
              <a:endParaRPr lang="en-US"/>
            </a:p>
          </p:txBody>
        </p:sp>
        <p:sp>
          <p:nvSpPr>
            <p:cNvPr id="62" name="Freeform: Shape 61">
              <a:extLst>
                <a:ext uri="{FF2B5EF4-FFF2-40B4-BE49-F238E27FC236}">
                  <a16:creationId xmlns:a16="http://schemas.microsoft.com/office/drawing/2014/main" id="{7EC9A643-AD9D-075B-DE14-963C4D9DF6F3}"/>
                </a:ext>
              </a:extLst>
            </p:cNvPr>
            <p:cNvSpPr/>
            <p:nvPr>
              <p:custDataLst>
                <p:tags r:id="rId110"/>
              </p:custDataLst>
            </p:nvPr>
          </p:nvSpPr>
          <p:spPr>
            <a:xfrm>
              <a:off x="5280297" y="3287604"/>
              <a:ext cx="44467" cy="46073"/>
            </a:xfrm>
            <a:custGeom>
              <a:avLst/>
              <a:gdLst>
                <a:gd name="csX0" fmla="*/ 44681 w 44467"/>
                <a:gd name="csY0" fmla="*/ 23577 h 46073"/>
                <a:gd name="csX1" fmla="*/ 22498 w 44467"/>
                <a:gd name="csY1" fmla="*/ 89 h 46073"/>
                <a:gd name="csX2" fmla="*/ 214 w 44467"/>
                <a:gd name="csY2" fmla="*/ 23577 h 46073"/>
                <a:gd name="csX3" fmla="*/ 22397 w 44467"/>
                <a:gd name="csY3" fmla="*/ 46163 h 46073"/>
                <a:gd name="csX4" fmla="*/ 44681 w 44467"/>
                <a:gd name="csY4" fmla="*/ 23577 h 46073"/>
                <a:gd name="csX5" fmla="*/ 22498 w 44467"/>
                <a:gd name="csY5" fmla="*/ 43653 h 46073"/>
                <a:gd name="csX6" fmla="*/ 11055 w 44467"/>
                <a:gd name="csY6" fmla="*/ 36928 h 46073"/>
                <a:gd name="csX7" fmla="*/ 8545 w 44467"/>
                <a:gd name="csY7" fmla="*/ 22774 h 46073"/>
                <a:gd name="csX8" fmla="*/ 10954 w 44467"/>
                <a:gd name="csY8" fmla="*/ 9022 h 46073"/>
                <a:gd name="csX9" fmla="*/ 22397 w 44467"/>
                <a:gd name="csY9" fmla="*/ 2297 h 46073"/>
                <a:gd name="csX10" fmla="*/ 33740 w 44467"/>
                <a:gd name="csY10" fmla="*/ 8822 h 46073"/>
                <a:gd name="csX11" fmla="*/ 36350 w 44467"/>
                <a:gd name="csY11" fmla="*/ 22774 h 46073"/>
                <a:gd name="csX12" fmla="*/ 34142 w 44467"/>
                <a:gd name="csY12" fmla="*/ 36225 h 46073"/>
                <a:gd name="csX13" fmla="*/ 22498 w 44467"/>
                <a:gd name="csY13" fmla="*/ 43653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467" h="46073">
                  <a:moveTo>
                    <a:pt x="44681" y="23577"/>
                  </a:moveTo>
                  <a:cubicBezTo>
                    <a:pt x="44681" y="10729"/>
                    <a:pt x="34644" y="89"/>
                    <a:pt x="22498" y="89"/>
                  </a:cubicBezTo>
                  <a:cubicBezTo>
                    <a:pt x="9950" y="89"/>
                    <a:pt x="214" y="11030"/>
                    <a:pt x="214" y="23577"/>
                  </a:cubicBezTo>
                  <a:cubicBezTo>
                    <a:pt x="214" y="36526"/>
                    <a:pt x="10653" y="46163"/>
                    <a:pt x="22397" y="46163"/>
                  </a:cubicBezTo>
                  <a:cubicBezTo>
                    <a:pt x="34543" y="46163"/>
                    <a:pt x="44681" y="36325"/>
                    <a:pt x="44681" y="23577"/>
                  </a:cubicBezTo>
                  <a:close/>
                  <a:moveTo>
                    <a:pt x="22498" y="43653"/>
                  </a:moveTo>
                  <a:cubicBezTo>
                    <a:pt x="18181" y="43653"/>
                    <a:pt x="13765" y="41545"/>
                    <a:pt x="11055" y="36928"/>
                  </a:cubicBezTo>
                  <a:cubicBezTo>
                    <a:pt x="8545" y="32511"/>
                    <a:pt x="8545" y="26388"/>
                    <a:pt x="8545" y="22774"/>
                  </a:cubicBezTo>
                  <a:cubicBezTo>
                    <a:pt x="8545" y="18860"/>
                    <a:pt x="8545" y="13439"/>
                    <a:pt x="10954" y="9022"/>
                  </a:cubicBezTo>
                  <a:cubicBezTo>
                    <a:pt x="13664" y="4405"/>
                    <a:pt x="18382" y="2297"/>
                    <a:pt x="22397" y="2297"/>
                  </a:cubicBezTo>
                  <a:cubicBezTo>
                    <a:pt x="26814" y="2297"/>
                    <a:pt x="31130" y="4505"/>
                    <a:pt x="33740" y="8822"/>
                  </a:cubicBezTo>
                  <a:cubicBezTo>
                    <a:pt x="36350" y="13138"/>
                    <a:pt x="36350" y="18960"/>
                    <a:pt x="36350" y="22774"/>
                  </a:cubicBezTo>
                  <a:cubicBezTo>
                    <a:pt x="36350" y="26388"/>
                    <a:pt x="36350" y="31808"/>
                    <a:pt x="34142" y="36225"/>
                  </a:cubicBezTo>
                  <a:cubicBezTo>
                    <a:pt x="31933" y="40742"/>
                    <a:pt x="27517" y="43653"/>
                    <a:pt x="22498" y="43653"/>
                  </a:cubicBezTo>
                  <a:close/>
                </a:path>
              </a:pathLst>
            </a:custGeom>
            <a:solidFill>
              <a:srgbClr val="000000"/>
            </a:solidFill>
            <a:ln w="25400" cap="flat">
              <a:noFill/>
              <a:prstDash val="solid"/>
              <a:miter/>
            </a:ln>
          </p:spPr>
          <p:txBody>
            <a:bodyPr/>
            <a:lstStyle/>
            <a:p>
              <a:endParaRPr lang="en-US"/>
            </a:p>
          </p:txBody>
        </p:sp>
        <p:sp>
          <p:nvSpPr>
            <p:cNvPr id="63" name="Freeform: Shape 62">
              <a:extLst>
                <a:ext uri="{FF2B5EF4-FFF2-40B4-BE49-F238E27FC236}">
                  <a16:creationId xmlns:a16="http://schemas.microsoft.com/office/drawing/2014/main" id="{FAD64254-185D-651C-1F08-BB6ACEA80368}"/>
                </a:ext>
              </a:extLst>
            </p:cNvPr>
            <p:cNvSpPr/>
            <p:nvPr>
              <p:custDataLst>
                <p:tags r:id="rId111"/>
              </p:custDataLst>
            </p:nvPr>
          </p:nvSpPr>
          <p:spPr>
            <a:xfrm>
              <a:off x="5329583" y="3270841"/>
              <a:ext cx="31418" cy="62836"/>
            </a:xfrm>
            <a:custGeom>
              <a:avLst/>
              <a:gdLst>
                <a:gd name="csX0" fmla="*/ 15677 w 31418"/>
                <a:gd name="csY0" fmla="*/ 21670 h 62836"/>
                <a:gd name="csX1" fmla="*/ 30031 w 31418"/>
                <a:gd name="csY1" fmla="*/ 21670 h 62836"/>
                <a:gd name="csX2" fmla="*/ 30031 w 31418"/>
                <a:gd name="csY2" fmla="*/ 18558 h 62836"/>
                <a:gd name="csX3" fmla="*/ 15677 w 31418"/>
                <a:gd name="csY3" fmla="*/ 18558 h 62836"/>
                <a:gd name="csX4" fmla="*/ 15677 w 31418"/>
                <a:gd name="csY4" fmla="*/ 89 h 62836"/>
                <a:gd name="csX5" fmla="*/ 13168 w 31418"/>
                <a:gd name="csY5" fmla="*/ 89 h 62836"/>
                <a:gd name="csX6" fmla="*/ 219 w 31418"/>
                <a:gd name="csY6" fmla="*/ 19462 h 62836"/>
                <a:gd name="csX7" fmla="*/ 219 w 31418"/>
                <a:gd name="csY7" fmla="*/ 21670 h 62836"/>
                <a:gd name="csX8" fmla="*/ 8751 w 31418"/>
                <a:gd name="csY8" fmla="*/ 21670 h 62836"/>
                <a:gd name="csX9" fmla="*/ 8751 w 31418"/>
                <a:gd name="csY9" fmla="*/ 49375 h 62836"/>
                <a:gd name="csX10" fmla="*/ 21700 w 31418"/>
                <a:gd name="csY10" fmla="*/ 62926 h 62836"/>
                <a:gd name="csX11" fmla="*/ 31637 w 31418"/>
                <a:gd name="csY11" fmla="*/ 49375 h 62836"/>
                <a:gd name="csX12" fmla="*/ 31637 w 31418"/>
                <a:gd name="csY12" fmla="*/ 43653 h 62836"/>
                <a:gd name="csX13" fmla="*/ 29128 w 31418"/>
                <a:gd name="csY13" fmla="*/ 43653 h 62836"/>
                <a:gd name="csX14" fmla="*/ 29128 w 31418"/>
                <a:gd name="csY14" fmla="*/ 49174 h 62836"/>
                <a:gd name="csX15" fmla="*/ 22402 w 31418"/>
                <a:gd name="csY15" fmla="*/ 60416 h 62836"/>
                <a:gd name="csX16" fmla="*/ 15677 w 31418"/>
                <a:gd name="csY16" fmla="*/ 49575 h 62836"/>
                <a:gd name="csX17" fmla="*/ 15677 w 31418"/>
                <a:gd name="csY17" fmla="*/ 21670 h 628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1418" h="62836">
                  <a:moveTo>
                    <a:pt x="15677" y="21670"/>
                  </a:moveTo>
                  <a:lnTo>
                    <a:pt x="30031" y="21670"/>
                  </a:lnTo>
                  <a:lnTo>
                    <a:pt x="30031" y="18558"/>
                  </a:lnTo>
                  <a:lnTo>
                    <a:pt x="15677" y="18558"/>
                  </a:lnTo>
                  <a:lnTo>
                    <a:pt x="15677" y="89"/>
                  </a:lnTo>
                  <a:lnTo>
                    <a:pt x="13168" y="89"/>
                  </a:lnTo>
                  <a:cubicBezTo>
                    <a:pt x="13067" y="8320"/>
                    <a:pt x="10056" y="19060"/>
                    <a:pt x="219" y="19462"/>
                  </a:cubicBezTo>
                  <a:lnTo>
                    <a:pt x="219" y="21670"/>
                  </a:lnTo>
                  <a:lnTo>
                    <a:pt x="8751" y="21670"/>
                  </a:lnTo>
                  <a:lnTo>
                    <a:pt x="8751" y="49375"/>
                  </a:lnTo>
                  <a:cubicBezTo>
                    <a:pt x="8751" y="61721"/>
                    <a:pt x="18086" y="62926"/>
                    <a:pt x="21700" y="62926"/>
                  </a:cubicBezTo>
                  <a:cubicBezTo>
                    <a:pt x="28827" y="62926"/>
                    <a:pt x="31637" y="55799"/>
                    <a:pt x="31637" y="49375"/>
                  </a:cubicBezTo>
                  <a:lnTo>
                    <a:pt x="31637" y="43653"/>
                  </a:lnTo>
                  <a:lnTo>
                    <a:pt x="29128" y="43653"/>
                  </a:lnTo>
                  <a:lnTo>
                    <a:pt x="29128" y="49174"/>
                  </a:lnTo>
                  <a:cubicBezTo>
                    <a:pt x="29128" y="56602"/>
                    <a:pt x="26116" y="60416"/>
                    <a:pt x="22402" y="60416"/>
                  </a:cubicBezTo>
                  <a:cubicBezTo>
                    <a:pt x="15677" y="60416"/>
                    <a:pt x="15677" y="51282"/>
                    <a:pt x="15677" y="49575"/>
                  </a:cubicBezTo>
                  <a:lnTo>
                    <a:pt x="15677" y="21670"/>
                  </a:lnTo>
                  <a:close/>
                </a:path>
              </a:pathLst>
            </a:custGeom>
            <a:solidFill>
              <a:srgbClr val="000000"/>
            </a:solidFill>
            <a:ln w="25400" cap="flat">
              <a:noFill/>
              <a:prstDash val="solid"/>
              <a:miter/>
            </a:ln>
          </p:spPr>
          <p:txBody>
            <a:bodyPr/>
            <a:lstStyle/>
            <a:p>
              <a:endParaRPr lang="en-US"/>
            </a:p>
          </p:txBody>
        </p:sp>
        <p:sp>
          <p:nvSpPr>
            <p:cNvPr id="2240" name="Freeform: Shape 2239">
              <a:extLst>
                <a:ext uri="{FF2B5EF4-FFF2-40B4-BE49-F238E27FC236}">
                  <a16:creationId xmlns:a16="http://schemas.microsoft.com/office/drawing/2014/main" id="{5AD3ACF8-F467-61AE-CDC2-AE953198D045}"/>
                </a:ext>
              </a:extLst>
            </p:cNvPr>
            <p:cNvSpPr/>
            <p:nvPr>
              <p:custDataLst>
                <p:tags r:id="rId112"/>
              </p:custDataLst>
            </p:nvPr>
          </p:nvSpPr>
          <p:spPr>
            <a:xfrm>
              <a:off x="5403484" y="3262911"/>
              <a:ext cx="22284" cy="69662"/>
            </a:xfrm>
            <a:custGeom>
              <a:avLst/>
              <a:gdLst>
                <a:gd name="csX0" fmla="*/ 14680 w 22284"/>
                <a:gd name="csY0" fmla="*/ 89 h 69662"/>
                <a:gd name="csX1" fmla="*/ 226 w 22284"/>
                <a:gd name="csY1" fmla="*/ 1193 h 69662"/>
                <a:gd name="csX2" fmla="*/ 226 w 22284"/>
                <a:gd name="csY2" fmla="*/ 4305 h 69662"/>
                <a:gd name="csX3" fmla="*/ 8055 w 22284"/>
                <a:gd name="csY3" fmla="*/ 9926 h 69662"/>
                <a:gd name="csX4" fmla="*/ 8055 w 22284"/>
                <a:gd name="csY4" fmla="*/ 62123 h 69662"/>
                <a:gd name="csX5" fmla="*/ 226 w 22284"/>
                <a:gd name="csY5" fmla="*/ 66640 h 69662"/>
                <a:gd name="csX6" fmla="*/ 226 w 22284"/>
                <a:gd name="csY6" fmla="*/ 69751 h 69662"/>
                <a:gd name="csX7" fmla="*/ 11368 w 22284"/>
                <a:gd name="csY7" fmla="*/ 69450 h 69662"/>
                <a:gd name="csX8" fmla="*/ 22510 w 22284"/>
                <a:gd name="csY8" fmla="*/ 69751 h 69662"/>
                <a:gd name="csX9" fmla="*/ 22510 w 22284"/>
                <a:gd name="csY9" fmla="*/ 66640 h 69662"/>
                <a:gd name="csX10" fmla="*/ 14680 w 22284"/>
                <a:gd name="csY10" fmla="*/ 62123 h 69662"/>
                <a:gd name="csX11" fmla="*/ 14680 w 22284"/>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680" y="89"/>
                  </a:moveTo>
                  <a:lnTo>
                    <a:pt x="226" y="1193"/>
                  </a:lnTo>
                  <a:lnTo>
                    <a:pt x="226" y="4305"/>
                  </a:lnTo>
                  <a:cubicBezTo>
                    <a:pt x="7252" y="4305"/>
                    <a:pt x="8055" y="5007"/>
                    <a:pt x="8055" y="9926"/>
                  </a:cubicBezTo>
                  <a:lnTo>
                    <a:pt x="8055" y="62123"/>
                  </a:lnTo>
                  <a:cubicBezTo>
                    <a:pt x="8055" y="66640"/>
                    <a:pt x="6951" y="66640"/>
                    <a:pt x="226" y="66640"/>
                  </a:cubicBezTo>
                  <a:lnTo>
                    <a:pt x="226" y="69751"/>
                  </a:lnTo>
                  <a:cubicBezTo>
                    <a:pt x="3538" y="69651"/>
                    <a:pt x="8858" y="69450"/>
                    <a:pt x="11368" y="69450"/>
                  </a:cubicBezTo>
                  <a:cubicBezTo>
                    <a:pt x="13877" y="69450"/>
                    <a:pt x="18796" y="69651"/>
                    <a:pt x="22510" y="69751"/>
                  </a:cubicBezTo>
                  <a:lnTo>
                    <a:pt x="22510" y="66640"/>
                  </a:lnTo>
                  <a:cubicBezTo>
                    <a:pt x="15785" y="66640"/>
                    <a:pt x="14680" y="66640"/>
                    <a:pt x="14680" y="62123"/>
                  </a:cubicBezTo>
                  <a:lnTo>
                    <a:pt x="14680" y="89"/>
                  </a:lnTo>
                  <a:close/>
                </a:path>
              </a:pathLst>
            </a:custGeom>
            <a:solidFill>
              <a:srgbClr val="000000"/>
            </a:solidFill>
            <a:ln w="25400" cap="flat">
              <a:noFill/>
              <a:prstDash val="solid"/>
              <a:miter/>
            </a:ln>
          </p:spPr>
          <p:txBody>
            <a:bodyPr/>
            <a:lstStyle/>
            <a:p>
              <a:endParaRPr lang="en-US"/>
            </a:p>
          </p:txBody>
        </p:sp>
        <p:sp>
          <p:nvSpPr>
            <p:cNvPr id="2241" name="Freeform: Shape 2240">
              <a:extLst>
                <a:ext uri="{FF2B5EF4-FFF2-40B4-BE49-F238E27FC236}">
                  <a16:creationId xmlns:a16="http://schemas.microsoft.com/office/drawing/2014/main" id="{59CEB7A0-EC87-3FCA-ED4E-BD081DD99FB6}"/>
                </a:ext>
              </a:extLst>
            </p:cNvPr>
            <p:cNvSpPr/>
            <p:nvPr>
              <p:custDataLst>
                <p:tags r:id="rId113"/>
              </p:custDataLst>
            </p:nvPr>
          </p:nvSpPr>
          <p:spPr>
            <a:xfrm>
              <a:off x="5431367" y="3265420"/>
              <a:ext cx="21480" cy="67153"/>
            </a:xfrm>
            <a:custGeom>
              <a:avLst/>
              <a:gdLst>
                <a:gd name="csX0" fmla="*/ 14683 w 21480"/>
                <a:gd name="csY0" fmla="*/ 22875 h 67153"/>
                <a:gd name="csX1" fmla="*/ 630 w 21480"/>
                <a:gd name="csY1" fmla="*/ 23979 h 67153"/>
                <a:gd name="csX2" fmla="*/ 630 w 21480"/>
                <a:gd name="csY2" fmla="*/ 27091 h 67153"/>
                <a:gd name="csX3" fmla="*/ 8058 w 21480"/>
                <a:gd name="csY3" fmla="*/ 32611 h 67153"/>
                <a:gd name="csX4" fmla="*/ 8058 w 21480"/>
                <a:gd name="csY4" fmla="*/ 59613 h 67153"/>
                <a:gd name="csX5" fmla="*/ 229 w 21480"/>
                <a:gd name="csY5" fmla="*/ 64130 h 67153"/>
                <a:gd name="csX6" fmla="*/ 229 w 21480"/>
                <a:gd name="csY6" fmla="*/ 67242 h 67153"/>
                <a:gd name="csX7" fmla="*/ 11270 w 21480"/>
                <a:gd name="csY7" fmla="*/ 66941 h 67153"/>
                <a:gd name="csX8" fmla="*/ 21710 w 21480"/>
                <a:gd name="csY8" fmla="*/ 67242 h 67153"/>
                <a:gd name="csX9" fmla="*/ 21710 w 21480"/>
                <a:gd name="csY9" fmla="*/ 64130 h 67153"/>
                <a:gd name="csX10" fmla="*/ 14683 w 21480"/>
                <a:gd name="csY10" fmla="*/ 59714 h 67153"/>
                <a:gd name="csX11" fmla="*/ 14683 w 21480"/>
                <a:gd name="csY11" fmla="*/ 22875 h 67153"/>
                <a:gd name="csX12" fmla="*/ 15085 w 21480"/>
                <a:gd name="csY12" fmla="*/ 5409 h 67153"/>
                <a:gd name="csX13" fmla="*/ 9765 w 21480"/>
                <a:gd name="csY13" fmla="*/ 89 h 67153"/>
                <a:gd name="csX14" fmla="*/ 4445 w 21480"/>
                <a:gd name="csY14" fmla="*/ 5409 h 67153"/>
                <a:gd name="csX15" fmla="*/ 9765 w 21480"/>
                <a:gd name="csY15" fmla="*/ 10729 h 67153"/>
                <a:gd name="csX16" fmla="*/ 15085 w 21480"/>
                <a:gd name="csY16" fmla="*/ 5409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80" h="67153">
                  <a:moveTo>
                    <a:pt x="14683" y="22875"/>
                  </a:moveTo>
                  <a:lnTo>
                    <a:pt x="630" y="23979"/>
                  </a:lnTo>
                  <a:lnTo>
                    <a:pt x="630" y="27091"/>
                  </a:lnTo>
                  <a:cubicBezTo>
                    <a:pt x="7155" y="27091"/>
                    <a:pt x="8058" y="27693"/>
                    <a:pt x="8058" y="32611"/>
                  </a:cubicBezTo>
                  <a:lnTo>
                    <a:pt x="8058" y="59613"/>
                  </a:lnTo>
                  <a:cubicBezTo>
                    <a:pt x="8058" y="64130"/>
                    <a:pt x="6954" y="64130"/>
                    <a:pt x="229" y="64130"/>
                  </a:cubicBezTo>
                  <a:lnTo>
                    <a:pt x="229" y="67242"/>
                  </a:lnTo>
                  <a:cubicBezTo>
                    <a:pt x="3441" y="67142"/>
                    <a:pt x="8861" y="66941"/>
                    <a:pt x="11270" y="66941"/>
                  </a:cubicBezTo>
                  <a:cubicBezTo>
                    <a:pt x="14784" y="66941"/>
                    <a:pt x="18297" y="67142"/>
                    <a:pt x="21710" y="67242"/>
                  </a:cubicBezTo>
                  <a:lnTo>
                    <a:pt x="21710" y="64130"/>
                  </a:lnTo>
                  <a:cubicBezTo>
                    <a:pt x="15085" y="64130"/>
                    <a:pt x="14683" y="63628"/>
                    <a:pt x="14683" y="59714"/>
                  </a:cubicBezTo>
                  <a:lnTo>
                    <a:pt x="14683" y="22875"/>
                  </a:lnTo>
                  <a:close/>
                  <a:moveTo>
                    <a:pt x="15085" y="5409"/>
                  </a:moveTo>
                  <a:cubicBezTo>
                    <a:pt x="15085" y="2197"/>
                    <a:pt x="12575" y="89"/>
                    <a:pt x="9765" y="89"/>
                  </a:cubicBezTo>
                  <a:cubicBezTo>
                    <a:pt x="6653" y="89"/>
                    <a:pt x="4445" y="2799"/>
                    <a:pt x="4445" y="5409"/>
                  </a:cubicBezTo>
                  <a:cubicBezTo>
                    <a:pt x="4445" y="8119"/>
                    <a:pt x="6653" y="10729"/>
                    <a:pt x="9765" y="10729"/>
                  </a:cubicBezTo>
                  <a:cubicBezTo>
                    <a:pt x="12575" y="10729"/>
                    <a:pt x="15085" y="8621"/>
                    <a:pt x="15085" y="5409"/>
                  </a:cubicBezTo>
                  <a:close/>
                </a:path>
              </a:pathLst>
            </a:custGeom>
            <a:solidFill>
              <a:srgbClr val="000000"/>
            </a:solidFill>
            <a:ln w="25400" cap="flat">
              <a:noFill/>
              <a:prstDash val="solid"/>
              <a:miter/>
            </a:ln>
          </p:spPr>
          <p:txBody>
            <a:bodyPr/>
            <a:lstStyle/>
            <a:p>
              <a:endParaRPr lang="en-US"/>
            </a:p>
          </p:txBody>
        </p:sp>
        <p:sp>
          <p:nvSpPr>
            <p:cNvPr id="2242" name="Freeform: Shape 2241">
              <a:extLst>
                <a:ext uri="{FF2B5EF4-FFF2-40B4-BE49-F238E27FC236}">
                  <a16:creationId xmlns:a16="http://schemas.microsoft.com/office/drawing/2014/main" id="{C51A17BF-8A13-8DE0-1C4A-A4461BA2F59B}"/>
                </a:ext>
              </a:extLst>
            </p:cNvPr>
            <p:cNvSpPr/>
            <p:nvPr>
              <p:custDataLst>
                <p:tags r:id="rId114"/>
              </p:custDataLst>
            </p:nvPr>
          </p:nvSpPr>
          <p:spPr>
            <a:xfrm>
              <a:off x="5458748" y="3262911"/>
              <a:ext cx="48482" cy="69662"/>
            </a:xfrm>
            <a:custGeom>
              <a:avLst/>
              <a:gdLst>
                <a:gd name="csX0" fmla="*/ 8061 w 48482"/>
                <a:gd name="csY0" fmla="*/ 62123 h 69662"/>
                <a:gd name="csX1" fmla="*/ 231 w 48482"/>
                <a:gd name="csY1" fmla="*/ 66640 h 69662"/>
                <a:gd name="csX2" fmla="*/ 231 w 48482"/>
                <a:gd name="csY2" fmla="*/ 69751 h 69662"/>
                <a:gd name="csX3" fmla="*/ 11173 w 48482"/>
                <a:gd name="csY3" fmla="*/ 69450 h 69662"/>
                <a:gd name="csX4" fmla="*/ 22214 w 48482"/>
                <a:gd name="csY4" fmla="*/ 69751 h 69662"/>
                <a:gd name="csX5" fmla="*/ 22214 w 48482"/>
                <a:gd name="csY5" fmla="*/ 66640 h 69662"/>
                <a:gd name="csX6" fmla="*/ 14385 w 48482"/>
                <a:gd name="csY6" fmla="*/ 62123 h 69662"/>
                <a:gd name="csX7" fmla="*/ 14385 w 48482"/>
                <a:gd name="csY7" fmla="*/ 51784 h 69662"/>
                <a:gd name="csX8" fmla="*/ 20809 w 48482"/>
                <a:gd name="csY8" fmla="*/ 46263 h 69662"/>
                <a:gd name="csX9" fmla="*/ 32754 w 48482"/>
                <a:gd name="csY9" fmla="*/ 64331 h 69662"/>
                <a:gd name="csX10" fmla="*/ 29140 w 48482"/>
                <a:gd name="csY10" fmla="*/ 66640 h 69662"/>
                <a:gd name="csX11" fmla="*/ 29140 w 48482"/>
                <a:gd name="csY11" fmla="*/ 69751 h 69662"/>
                <a:gd name="csX12" fmla="*/ 39981 w 48482"/>
                <a:gd name="csY12" fmla="*/ 69450 h 69662"/>
                <a:gd name="csX13" fmla="*/ 48714 w 48482"/>
                <a:gd name="csY13" fmla="*/ 69751 h 69662"/>
                <a:gd name="csX14" fmla="*/ 48714 w 48482"/>
                <a:gd name="csY14" fmla="*/ 66640 h 69662"/>
                <a:gd name="csX15" fmla="*/ 38978 w 48482"/>
                <a:gd name="csY15" fmla="*/ 61320 h 69662"/>
                <a:gd name="csX16" fmla="*/ 26229 w 48482"/>
                <a:gd name="csY16" fmla="*/ 43352 h 69662"/>
                <a:gd name="csX17" fmla="*/ 25627 w 48482"/>
                <a:gd name="csY17" fmla="*/ 42248 h 69662"/>
                <a:gd name="csX18" fmla="*/ 33758 w 48482"/>
                <a:gd name="csY18" fmla="*/ 35020 h 69662"/>
                <a:gd name="csX19" fmla="*/ 46406 w 48482"/>
                <a:gd name="csY19" fmla="*/ 29600 h 69662"/>
                <a:gd name="csX20" fmla="*/ 46406 w 48482"/>
                <a:gd name="csY20" fmla="*/ 26488 h 69662"/>
                <a:gd name="csX21" fmla="*/ 39379 w 48482"/>
                <a:gd name="csY21" fmla="*/ 26789 h 69662"/>
                <a:gd name="csX22" fmla="*/ 28137 w 48482"/>
                <a:gd name="csY22" fmla="*/ 26488 h 69662"/>
                <a:gd name="csX23" fmla="*/ 28137 w 48482"/>
                <a:gd name="csY23" fmla="*/ 29600 h 69662"/>
                <a:gd name="csX24" fmla="*/ 31048 w 48482"/>
                <a:gd name="csY24" fmla="*/ 32110 h 69662"/>
                <a:gd name="csX25" fmla="*/ 28839 w 48482"/>
                <a:gd name="csY25" fmla="*/ 36024 h 69662"/>
                <a:gd name="csX26" fmla="*/ 14686 w 48482"/>
                <a:gd name="csY26" fmla="*/ 48270 h 69662"/>
                <a:gd name="csX27" fmla="*/ 14686 w 48482"/>
                <a:gd name="csY27" fmla="*/ 89 h 69662"/>
                <a:gd name="csX28" fmla="*/ 231 w 48482"/>
                <a:gd name="csY28" fmla="*/ 1193 h 69662"/>
                <a:gd name="csX29" fmla="*/ 231 w 48482"/>
                <a:gd name="csY29" fmla="*/ 4305 h 69662"/>
                <a:gd name="csX30" fmla="*/ 8061 w 48482"/>
                <a:gd name="csY30" fmla="*/ 9926 h 69662"/>
                <a:gd name="csX31" fmla="*/ 8061 w 48482"/>
                <a:gd name="csY31" fmla="*/ 62123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482" h="69662">
                  <a:moveTo>
                    <a:pt x="8061" y="62123"/>
                  </a:moveTo>
                  <a:cubicBezTo>
                    <a:pt x="8061" y="66640"/>
                    <a:pt x="6957" y="66640"/>
                    <a:pt x="231" y="66640"/>
                  </a:cubicBezTo>
                  <a:lnTo>
                    <a:pt x="231" y="69751"/>
                  </a:lnTo>
                  <a:cubicBezTo>
                    <a:pt x="3544" y="69651"/>
                    <a:pt x="8262" y="69450"/>
                    <a:pt x="11173" y="69450"/>
                  </a:cubicBezTo>
                  <a:cubicBezTo>
                    <a:pt x="14184" y="69450"/>
                    <a:pt x="18199" y="69551"/>
                    <a:pt x="22214" y="69751"/>
                  </a:cubicBezTo>
                  <a:lnTo>
                    <a:pt x="22214" y="66640"/>
                  </a:lnTo>
                  <a:cubicBezTo>
                    <a:pt x="15489" y="66640"/>
                    <a:pt x="14385" y="66640"/>
                    <a:pt x="14385" y="62123"/>
                  </a:cubicBezTo>
                  <a:lnTo>
                    <a:pt x="14385" y="51784"/>
                  </a:lnTo>
                  <a:lnTo>
                    <a:pt x="20809" y="46263"/>
                  </a:lnTo>
                  <a:cubicBezTo>
                    <a:pt x="28538" y="56903"/>
                    <a:pt x="32754" y="62524"/>
                    <a:pt x="32754" y="64331"/>
                  </a:cubicBezTo>
                  <a:cubicBezTo>
                    <a:pt x="32754" y="66238"/>
                    <a:pt x="31048" y="66640"/>
                    <a:pt x="29140" y="66640"/>
                  </a:cubicBezTo>
                  <a:lnTo>
                    <a:pt x="29140" y="69751"/>
                  </a:lnTo>
                  <a:cubicBezTo>
                    <a:pt x="31951" y="69651"/>
                    <a:pt x="37873" y="69450"/>
                    <a:pt x="39981" y="69450"/>
                  </a:cubicBezTo>
                  <a:cubicBezTo>
                    <a:pt x="42892" y="69450"/>
                    <a:pt x="45803" y="69551"/>
                    <a:pt x="48714" y="69751"/>
                  </a:cubicBezTo>
                  <a:lnTo>
                    <a:pt x="48714" y="66640"/>
                  </a:lnTo>
                  <a:cubicBezTo>
                    <a:pt x="45000" y="66640"/>
                    <a:pt x="42792" y="66640"/>
                    <a:pt x="38978" y="61320"/>
                  </a:cubicBezTo>
                  <a:lnTo>
                    <a:pt x="26229" y="43352"/>
                  </a:lnTo>
                  <a:cubicBezTo>
                    <a:pt x="26129" y="43151"/>
                    <a:pt x="25627" y="42549"/>
                    <a:pt x="25627" y="42248"/>
                  </a:cubicBezTo>
                  <a:cubicBezTo>
                    <a:pt x="25627" y="41846"/>
                    <a:pt x="32754" y="35824"/>
                    <a:pt x="33758" y="35020"/>
                  </a:cubicBezTo>
                  <a:cubicBezTo>
                    <a:pt x="40082" y="29901"/>
                    <a:pt x="44298" y="29700"/>
                    <a:pt x="46406" y="29600"/>
                  </a:cubicBezTo>
                  <a:lnTo>
                    <a:pt x="46406" y="26488"/>
                  </a:lnTo>
                  <a:cubicBezTo>
                    <a:pt x="43495" y="26789"/>
                    <a:pt x="42190" y="26789"/>
                    <a:pt x="39379" y="26789"/>
                  </a:cubicBezTo>
                  <a:cubicBezTo>
                    <a:pt x="35765" y="26789"/>
                    <a:pt x="29542" y="26589"/>
                    <a:pt x="28137" y="26488"/>
                  </a:cubicBezTo>
                  <a:lnTo>
                    <a:pt x="28137" y="29600"/>
                  </a:lnTo>
                  <a:cubicBezTo>
                    <a:pt x="30044" y="29700"/>
                    <a:pt x="31048" y="30805"/>
                    <a:pt x="31048" y="32110"/>
                  </a:cubicBezTo>
                  <a:cubicBezTo>
                    <a:pt x="31048" y="34117"/>
                    <a:pt x="29642" y="35322"/>
                    <a:pt x="28839" y="36024"/>
                  </a:cubicBezTo>
                  <a:lnTo>
                    <a:pt x="14686" y="48270"/>
                  </a:lnTo>
                  <a:lnTo>
                    <a:pt x="14686" y="89"/>
                  </a:lnTo>
                  <a:lnTo>
                    <a:pt x="231" y="1193"/>
                  </a:lnTo>
                  <a:lnTo>
                    <a:pt x="231" y="4305"/>
                  </a:lnTo>
                  <a:cubicBezTo>
                    <a:pt x="7258" y="4305"/>
                    <a:pt x="8061" y="5007"/>
                    <a:pt x="8061" y="9926"/>
                  </a:cubicBezTo>
                  <a:lnTo>
                    <a:pt x="8061" y="62123"/>
                  </a:lnTo>
                  <a:close/>
                </a:path>
              </a:pathLst>
            </a:custGeom>
            <a:solidFill>
              <a:srgbClr val="000000"/>
            </a:solidFill>
            <a:ln w="25400" cap="flat">
              <a:noFill/>
              <a:prstDash val="solid"/>
              <a:miter/>
            </a:ln>
          </p:spPr>
          <p:txBody>
            <a:bodyPr/>
            <a:lstStyle/>
            <a:p>
              <a:endParaRPr lang="en-US"/>
            </a:p>
          </p:txBody>
        </p:sp>
        <p:sp>
          <p:nvSpPr>
            <p:cNvPr id="2243" name="Freeform: Shape 2242">
              <a:extLst>
                <a:ext uri="{FF2B5EF4-FFF2-40B4-BE49-F238E27FC236}">
                  <a16:creationId xmlns:a16="http://schemas.microsoft.com/office/drawing/2014/main" id="{A34424D0-0DF3-4319-F6B7-E229D6EC0A02}"/>
                </a:ext>
              </a:extLst>
            </p:cNvPr>
            <p:cNvSpPr/>
            <p:nvPr>
              <p:custDataLst>
                <p:tags r:id="rId115"/>
              </p:custDataLst>
            </p:nvPr>
          </p:nvSpPr>
          <p:spPr>
            <a:xfrm>
              <a:off x="5508937" y="3287604"/>
              <a:ext cx="38846" cy="46073"/>
            </a:xfrm>
            <a:custGeom>
              <a:avLst/>
              <a:gdLst>
                <a:gd name="csX0" fmla="*/ 8668 w 38846"/>
                <a:gd name="csY0" fmla="*/ 19763 h 46073"/>
                <a:gd name="csX1" fmla="*/ 21115 w 38846"/>
                <a:gd name="csY1" fmla="*/ 2297 h 46073"/>
                <a:gd name="csX2" fmla="*/ 32458 w 38846"/>
                <a:gd name="csY2" fmla="*/ 19763 h 46073"/>
                <a:gd name="csX3" fmla="*/ 8668 w 38846"/>
                <a:gd name="csY3" fmla="*/ 19763 h 46073"/>
                <a:gd name="csX4" fmla="*/ 8568 w 38846"/>
                <a:gd name="csY4" fmla="*/ 21871 h 46073"/>
                <a:gd name="csX5" fmla="*/ 36573 w 38846"/>
                <a:gd name="csY5" fmla="*/ 21871 h 46073"/>
                <a:gd name="csX6" fmla="*/ 39083 w 38846"/>
                <a:gd name="csY6" fmla="*/ 19763 h 46073"/>
                <a:gd name="csX7" fmla="*/ 21115 w 38846"/>
                <a:gd name="csY7" fmla="*/ 89 h 46073"/>
                <a:gd name="csX8" fmla="*/ 236 w 38846"/>
                <a:gd name="csY8" fmla="*/ 22975 h 46073"/>
                <a:gd name="csX9" fmla="*/ 22320 w 38846"/>
                <a:gd name="csY9" fmla="*/ 46163 h 46073"/>
                <a:gd name="csX10" fmla="*/ 39083 w 38846"/>
                <a:gd name="csY10" fmla="*/ 33113 h 46073"/>
                <a:gd name="csX11" fmla="*/ 37778 w 38846"/>
                <a:gd name="csY11" fmla="*/ 31909 h 46073"/>
                <a:gd name="csX12" fmla="*/ 36473 w 38846"/>
                <a:gd name="csY12" fmla="*/ 33314 h 46073"/>
                <a:gd name="csX13" fmla="*/ 22922 w 38846"/>
                <a:gd name="csY13" fmla="*/ 43653 h 46073"/>
                <a:gd name="csX14" fmla="*/ 11579 w 38846"/>
                <a:gd name="csY14" fmla="*/ 36928 h 46073"/>
                <a:gd name="csX15" fmla="*/ 8568 w 38846"/>
                <a:gd name="csY15" fmla="*/ 21871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846" h="46073">
                  <a:moveTo>
                    <a:pt x="8668" y="19763"/>
                  </a:moveTo>
                  <a:cubicBezTo>
                    <a:pt x="9270" y="4807"/>
                    <a:pt x="17702" y="2297"/>
                    <a:pt x="21115" y="2297"/>
                  </a:cubicBezTo>
                  <a:cubicBezTo>
                    <a:pt x="31454" y="2297"/>
                    <a:pt x="32458" y="15848"/>
                    <a:pt x="32458" y="19763"/>
                  </a:cubicBezTo>
                  <a:lnTo>
                    <a:pt x="8668" y="19763"/>
                  </a:lnTo>
                  <a:close/>
                  <a:moveTo>
                    <a:pt x="8568" y="21871"/>
                  </a:moveTo>
                  <a:lnTo>
                    <a:pt x="36573" y="21871"/>
                  </a:lnTo>
                  <a:cubicBezTo>
                    <a:pt x="38782" y="21871"/>
                    <a:pt x="39083" y="21871"/>
                    <a:pt x="39083" y="19763"/>
                  </a:cubicBezTo>
                  <a:cubicBezTo>
                    <a:pt x="39083" y="9825"/>
                    <a:pt x="33662" y="89"/>
                    <a:pt x="21115" y="89"/>
                  </a:cubicBezTo>
                  <a:cubicBezTo>
                    <a:pt x="9471" y="89"/>
                    <a:pt x="236" y="10428"/>
                    <a:pt x="236" y="22975"/>
                  </a:cubicBezTo>
                  <a:cubicBezTo>
                    <a:pt x="236" y="36426"/>
                    <a:pt x="10776" y="46163"/>
                    <a:pt x="22320" y="46163"/>
                  </a:cubicBezTo>
                  <a:cubicBezTo>
                    <a:pt x="34566" y="46163"/>
                    <a:pt x="39083" y="35020"/>
                    <a:pt x="39083" y="33113"/>
                  </a:cubicBezTo>
                  <a:cubicBezTo>
                    <a:pt x="39083" y="32110"/>
                    <a:pt x="38280" y="31909"/>
                    <a:pt x="37778" y="31909"/>
                  </a:cubicBezTo>
                  <a:cubicBezTo>
                    <a:pt x="36875" y="31909"/>
                    <a:pt x="36674" y="32511"/>
                    <a:pt x="36473" y="33314"/>
                  </a:cubicBezTo>
                  <a:cubicBezTo>
                    <a:pt x="32960" y="43653"/>
                    <a:pt x="23926" y="43653"/>
                    <a:pt x="22922" y="43653"/>
                  </a:cubicBezTo>
                  <a:cubicBezTo>
                    <a:pt x="17903" y="43653"/>
                    <a:pt x="13888" y="40642"/>
                    <a:pt x="11579" y="36928"/>
                  </a:cubicBezTo>
                  <a:cubicBezTo>
                    <a:pt x="8568" y="32110"/>
                    <a:pt x="8568" y="25485"/>
                    <a:pt x="8568" y="21871"/>
                  </a:cubicBezTo>
                  <a:close/>
                </a:path>
              </a:pathLst>
            </a:custGeom>
            <a:solidFill>
              <a:srgbClr val="000000"/>
            </a:solidFill>
            <a:ln w="25400" cap="flat">
              <a:noFill/>
              <a:prstDash val="solid"/>
              <a:miter/>
            </a:ln>
          </p:spPr>
          <p:txBody>
            <a:bodyPr/>
            <a:lstStyle/>
            <a:p>
              <a:endParaRPr lang="en-US"/>
            </a:p>
          </p:txBody>
        </p:sp>
        <p:sp>
          <p:nvSpPr>
            <p:cNvPr id="2244" name="Freeform: Shape 2243">
              <a:extLst>
                <a:ext uri="{FF2B5EF4-FFF2-40B4-BE49-F238E27FC236}">
                  <a16:creationId xmlns:a16="http://schemas.microsoft.com/office/drawing/2014/main" id="{83EA60AD-753F-A69F-385A-A2CCB0A3C3C8}"/>
                </a:ext>
              </a:extLst>
            </p:cNvPr>
            <p:cNvSpPr/>
            <p:nvPr>
              <p:custDataLst>
                <p:tags r:id="rId116"/>
              </p:custDataLst>
            </p:nvPr>
          </p:nvSpPr>
          <p:spPr>
            <a:xfrm>
              <a:off x="5554052" y="3262911"/>
              <a:ext cx="22284" cy="69662"/>
            </a:xfrm>
            <a:custGeom>
              <a:avLst/>
              <a:gdLst>
                <a:gd name="csX0" fmla="*/ 14695 w 22284"/>
                <a:gd name="csY0" fmla="*/ 89 h 69662"/>
                <a:gd name="csX1" fmla="*/ 241 w 22284"/>
                <a:gd name="csY1" fmla="*/ 1193 h 69662"/>
                <a:gd name="csX2" fmla="*/ 241 w 22284"/>
                <a:gd name="csY2" fmla="*/ 4305 h 69662"/>
                <a:gd name="csX3" fmla="*/ 8070 w 22284"/>
                <a:gd name="csY3" fmla="*/ 9926 h 69662"/>
                <a:gd name="csX4" fmla="*/ 8070 w 22284"/>
                <a:gd name="csY4" fmla="*/ 62123 h 69662"/>
                <a:gd name="csX5" fmla="*/ 241 w 22284"/>
                <a:gd name="csY5" fmla="*/ 66640 h 69662"/>
                <a:gd name="csX6" fmla="*/ 241 w 22284"/>
                <a:gd name="csY6" fmla="*/ 69751 h 69662"/>
                <a:gd name="csX7" fmla="*/ 11383 w 22284"/>
                <a:gd name="csY7" fmla="*/ 69450 h 69662"/>
                <a:gd name="csX8" fmla="*/ 22525 w 22284"/>
                <a:gd name="csY8" fmla="*/ 69751 h 69662"/>
                <a:gd name="csX9" fmla="*/ 22525 w 22284"/>
                <a:gd name="csY9" fmla="*/ 66640 h 69662"/>
                <a:gd name="csX10" fmla="*/ 14695 w 22284"/>
                <a:gd name="csY10" fmla="*/ 62123 h 69662"/>
                <a:gd name="csX11" fmla="*/ 14695 w 22284"/>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84" h="69662">
                  <a:moveTo>
                    <a:pt x="14695" y="89"/>
                  </a:moveTo>
                  <a:lnTo>
                    <a:pt x="241" y="1193"/>
                  </a:lnTo>
                  <a:lnTo>
                    <a:pt x="241" y="4305"/>
                  </a:lnTo>
                  <a:cubicBezTo>
                    <a:pt x="7267" y="4305"/>
                    <a:pt x="8070" y="5007"/>
                    <a:pt x="8070" y="9926"/>
                  </a:cubicBezTo>
                  <a:lnTo>
                    <a:pt x="8070" y="62123"/>
                  </a:lnTo>
                  <a:cubicBezTo>
                    <a:pt x="8070" y="66640"/>
                    <a:pt x="6966" y="66640"/>
                    <a:pt x="241" y="66640"/>
                  </a:cubicBezTo>
                  <a:lnTo>
                    <a:pt x="241" y="69751"/>
                  </a:lnTo>
                  <a:cubicBezTo>
                    <a:pt x="3553" y="69651"/>
                    <a:pt x="8873" y="69450"/>
                    <a:pt x="11383" y="69450"/>
                  </a:cubicBezTo>
                  <a:cubicBezTo>
                    <a:pt x="13892" y="69450"/>
                    <a:pt x="18811" y="69651"/>
                    <a:pt x="22525" y="69751"/>
                  </a:cubicBezTo>
                  <a:lnTo>
                    <a:pt x="22525" y="66640"/>
                  </a:lnTo>
                  <a:cubicBezTo>
                    <a:pt x="15799" y="66640"/>
                    <a:pt x="14695" y="66640"/>
                    <a:pt x="14695" y="62123"/>
                  </a:cubicBezTo>
                  <a:lnTo>
                    <a:pt x="14695" y="89"/>
                  </a:lnTo>
                  <a:close/>
                </a:path>
              </a:pathLst>
            </a:custGeom>
            <a:solidFill>
              <a:srgbClr val="000000"/>
            </a:solidFill>
            <a:ln w="25400" cap="flat">
              <a:noFill/>
              <a:prstDash val="solid"/>
              <a:miter/>
            </a:ln>
          </p:spPr>
          <p:txBody>
            <a:bodyPr/>
            <a:lstStyle/>
            <a:p>
              <a:endParaRPr lang="en-US"/>
            </a:p>
          </p:txBody>
        </p:sp>
        <p:sp>
          <p:nvSpPr>
            <p:cNvPr id="2245" name="Freeform: Shape 2244">
              <a:extLst>
                <a:ext uri="{FF2B5EF4-FFF2-40B4-BE49-F238E27FC236}">
                  <a16:creationId xmlns:a16="http://schemas.microsoft.com/office/drawing/2014/main" id="{956005DD-9E40-4E89-2899-90B0FBE45401}"/>
                </a:ext>
              </a:extLst>
            </p:cNvPr>
            <p:cNvSpPr/>
            <p:nvPr>
              <p:custDataLst>
                <p:tags r:id="rId117"/>
              </p:custDataLst>
            </p:nvPr>
          </p:nvSpPr>
          <p:spPr>
            <a:xfrm>
              <a:off x="5580530" y="3289310"/>
              <a:ext cx="49085" cy="63840"/>
            </a:xfrm>
            <a:custGeom>
              <a:avLst/>
              <a:gdLst>
                <a:gd name="csX0" fmla="*/ 39993 w 49085"/>
                <a:gd name="csY0" fmla="*/ 9625 h 63840"/>
                <a:gd name="csX1" fmla="*/ 49329 w 49085"/>
                <a:gd name="csY1" fmla="*/ 3200 h 63840"/>
                <a:gd name="csX2" fmla="*/ 49329 w 49085"/>
                <a:gd name="csY2" fmla="*/ 89 h 63840"/>
                <a:gd name="csX3" fmla="*/ 41800 w 49085"/>
                <a:gd name="csY3" fmla="*/ 390 h 63840"/>
                <a:gd name="csX4" fmla="*/ 33067 w 49085"/>
                <a:gd name="csY4" fmla="*/ 89 h 63840"/>
                <a:gd name="csX5" fmla="*/ 33067 w 49085"/>
                <a:gd name="csY5" fmla="*/ 3200 h 63840"/>
                <a:gd name="csX6" fmla="*/ 37785 w 49085"/>
                <a:gd name="csY6" fmla="*/ 7517 h 63840"/>
                <a:gd name="csX7" fmla="*/ 37183 w 49085"/>
                <a:gd name="csY7" fmla="*/ 9926 h 63840"/>
                <a:gd name="csX8" fmla="*/ 27045 w 49085"/>
                <a:gd name="csY8" fmla="*/ 34619 h 63840"/>
                <a:gd name="csX9" fmla="*/ 15903 w 49085"/>
                <a:gd name="csY9" fmla="*/ 7617 h 63840"/>
                <a:gd name="csX10" fmla="*/ 15300 w 49085"/>
                <a:gd name="csY10" fmla="*/ 5810 h 63840"/>
                <a:gd name="csX11" fmla="*/ 20922 w 49085"/>
                <a:gd name="csY11" fmla="*/ 3200 h 63840"/>
                <a:gd name="csX12" fmla="*/ 20922 w 49085"/>
                <a:gd name="csY12" fmla="*/ 89 h 63840"/>
                <a:gd name="csX13" fmla="*/ 9980 w 49085"/>
                <a:gd name="csY13" fmla="*/ 390 h 63840"/>
                <a:gd name="csX14" fmla="*/ 244 w 49085"/>
                <a:gd name="csY14" fmla="*/ 89 h 63840"/>
                <a:gd name="csX15" fmla="*/ 244 w 49085"/>
                <a:gd name="csY15" fmla="*/ 3200 h 63840"/>
                <a:gd name="csX16" fmla="*/ 8374 w 49085"/>
                <a:gd name="csY16" fmla="*/ 6714 h 63840"/>
                <a:gd name="csX17" fmla="*/ 23431 w 49085"/>
                <a:gd name="csY17" fmla="*/ 43352 h 63840"/>
                <a:gd name="csX18" fmla="*/ 20922 w 49085"/>
                <a:gd name="csY18" fmla="*/ 49274 h 63840"/>
                <a:gd name="csX19" fmla="*/ 9478 w 49085"/>
                <a:gd name="csY19" fmla="*/ 61721 h 63840"/>
                <a:gd name="csX20" fmla="*/ 4761 w 49085"/>
                <a:gd name="csY20" fmla="*/ 59914 h 63840"/>
                <a:gd name="csX21" fmla="*/ 8675 w 49085"/>
                <a:gd name="csY21" fmla="*/ 55698 h 63840"/>
                <a:gd name="csX22" fmla="*/ 4459 w 49085"/>
                <a:gd name="csY22" fmla="*/ 51483 h 63840"/>
                <a:gd name="csX23" fmla="*/ 244 w 49085"/>
                <a:gd name="csY23" fmla="*/ 55799 h 63840"/>
                <a:gd name="csX24" fmla="*/ 9478 w 49085"/>
                <a:gd name="csY24" fmla="*/ 63930 h 63840"/>
                <a:gd name="csX25" fmla="*/ 22327 w 49085"/>
                <a:gd name="csY25" fmla="*/ 52486 h 63840"/>
                <a:gd name="csX26" fmla="*/ 39993 w 49085"/>
                <a:gd name="csY26" fmla="*/ 9625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9085" h="63840">
                  <a:moveTo>
                    <a:pt x="39993" y="9625"/>
                  </a:moveTo>
                  <a:cubicBezTo>
                    <a:pt x="42603" y="3301"/>
                    <a:pt x="47723" y="3200"/>
                    <a:pt x="49329" y="3200"/>
                  </a:cubicBezTo>
                  <a:lnTo>
                    <a:pt x="49329" y="89"/>
                  </a:lnTo>
                  <a:cubicBezTo>
                    <a:pt x="47020" y="290"/>
                    <a:pt x="44109" y="390"/>
                    <a:pt x="41800" y="390"/>
                  </a:cubicBezTo>
                  <a:cubicBezTo>
                    <a:pt x="39993" y="390"/>
                    <a:pt x="35276" y="189"/>
                    <a:pt x="33067" y="89"/>
                  </a:cubicBezTo>
                  <a:lnTo>
                    <a:pt x="33067" y="3200"/>
                  </a:lnTo>
                  <a:cubicBezTo>
                    <a:pt x="36179" y="3301"/>
                    <a:pt x="37785" y="5007"/>
                    <a:pt x="37785" y="7517"/>
                  </a:cubicBezTo>
                  <a:cubicBezTo>
                    <a:pt x="37785" y="8521"/>
                    <a:pt x="37685" y="8721"/>
                    <a:pt x="37183" y="9926"/>
                  </a:cubicBezTo>
                  <a:lnTo>
                    <a:pt x="27045" y="34619"/>
                  </a:lnTo>
                  <a:lnTo>
                    <a:pt x="15903" y="7617"/>
                  </a:lnTo>
                  <a:cubicBezTo>
                    <a:pt x="15501" y="6613"/>
                    <a:pt x="15300" y="6212"/>
                    <a:pt x="15300" y="5810"/>
                  </a:cubicBezTo>
                  <a:cubicBezTo>
                    <a:pt x="15300" y="3200"/>
                    <a:pt x="19014" y="3200"/>
                    <a:pt x="20922" y="3200"/>
                  </a:cubicBezTo>
                  <a:lnTo>
                    <a:pt x="20922" y="89"/>
                  </a:lnTo>
                  <a:cubicBezTo>
                    <a:pt x="18312" y="189"/>
                    <a:pt x="11687" y="390"/>
                    <a:pt x="9980" y="390"/>
                  </a:cubicBezTo>
                  <a:cubicBezTo>
                    <a:pt x="7270" y="390"/>
                    <a:pt x="3255" y="290"/>
                    <a:pt x="244" y="89"/>
                  </a:cubicBezTo>
                  <a:lnTo>
                    <a:pt x="244" y="3200"/>
                  </a:lnTo>
                  <a:cubicBezTo>
                    <a:pt x="5062" y="3200"/>
                    <a:pt x="6969" y="3200"/>
                    <a:pt x="8374" y="6714"/>
                  </a:cubicBezTo>
                  <a:lnTo>
                    <a:pt x="23431" y="43352"/>
                  </a:lnTo>
                  <a:cubicBezTo>
                    <a:pt x="22929" y="44657"/>
                    <a:pt x="21524" y="47969"/>
                    <a:pt x="20922" y="49274"/>
                  </a:cubicBezTo>
                  <a:cubicBezTo>
                    <a:pt x="18713" y="54795"/>
                    <a:pt x="15903" y="61721"/>
                    <a:pt x="9478" y="61721"/>
                  </a:cubicBezTo>
                  <a:cubicBezTo>
                    <a:pt x="8977" y="61721"/>
                    <a:pt x="6668" y="61721"/>
                    <a:pt x="4761" y="59914"/>
                  </a:cubicBezTo>
                  <a:cubicBezTo>
                    <a:pt x="7872" y="59513"/>
                    <a:pt x="8675" y="57305"/>
                    <a:pt x="8675" y="55698"/>
                  </a:cubicBezTo>
                  <a:cubicBezTo>
                    <a:pt x="8675" y="53089"/>
                    <a:pt x="6768" y="51483"/>
                    <a:pt x="4459" y="51483"/>
                  </a:cubicBezTo>
                  <a:cubicBezTo>
                    <a:pt x="2452" y="51483"/>
                    <a:pt x="244" y="52788"/>
                    <a:pt x="244" y="55799"/>
                  </a:cubicBezTo>
                  <a:cubicBezTo>
                    <a:pt x="244" y="60316"/>
                    <a:pt x="4459" y="63930"/>
                    <a:pt x="9478" y="63930"/>
                  </a:cubicBezTo>
                  <a:cubicBezTo>
                    <a:pt x="15802" y="63930"/>
                    <a:pt x="19918" y="58208"/>
                    <a:pt x="22327" y="52486"/>
                  </a:cubicBezTo>
                  <a:lnTo>
                    <a:pt x="39993" y="9625"/>
                  </a:lnTo>
                  <a:close/>
                </a:path>
              </a:pathLst>
            </a:custGeom>
            <a:solidFill>
              <a:srgbClr val="000000"/>
            </a:solidFill>
            <a:ln w="25400" cap="flat">
              <a:noFill/>
              <a:prstDash val="solid"/>
              <a:miter/>
            </a:ln>
          </p:spPr>
          <p:txBody>
            <a:bodyPr/>
            <a:lstStyle/>
            <a:p>
              <a:endParaRPr lang="en-US"/>
            </a:p>
          </p:txBody>
        </p:sp>
        <p:sp>
          <p:nvSpPr>
            <p:cNvPr id="2246" name="Freeform: Shape 2245">
              <a:extLst>
                <a:ext uri="{FF2B5EF4-FFF2-40B4-BE49-F238E27FC236}">
                  <a16:creationId xmlns:a16="http://schemas.microsoft.com/office/drawing/2014/main" id="{F01E7E88-1DEF-68CA-855B-D343948A83A5}"/>
                </a:ext>
              </a:extLst>
            </p:cNvPr>
            <p:cNvSpPr/>
            <p:nvPr>
              <p:custDataLst>
                <p:tags r:id="rId118"/>
              </p:custDataLst>
            </p:nvPr>
          </p:nvSpPr>
          <p:spPr>
            <a:xfrm>
              <a:off x="5634913" y="3262911"/>
              <a:ext cx="31518" cy="30013"/>
            </a:xfrm>
            <a:custGeom>
              <a:avLst/>
              <a:gdLst>
                <a:gd name="csX0" fmla="*/ 12294 w 31518"/>
                <a:gd name="csY0" fmla="*/ 10628 h 30013"/>
                <a:gd name="csX1" fmla="*/ 5569 w 31518"/>
                <a:gd name="csY1" fmla="*/ 89 h 30013"/>
                <a:gd name="csX2" fmla="*/ 249 w 31518"/>
                <a:gd name="csY2" fmla="*/ 5409 h 30013"/>
                <a:gd name="csX3" fmla="*/ 5569 w 31518"/>
                <a:gd name="csY3" fmla="*/ 10729 h 30013"/>
                <a:gd name="csX4" fmla="*/ 9584 w 31518"/>
                <a:gd name="csY4" fmla="*/ 9123 h 30013"/>
                <a:gd name="csX5" fmla="*/ 9885 w 31518"/>
                <a:gd name="csY5" fmla="*/ 8822 h 30013"/>
                <a:gd name="csX6" fmla="*/ 10086 w 31518"/>
                <a:gd name="csY6" fmla="*/ 10628 h 30013"/>
                <a:gd name="csX7" fmla="*/ 3059 w 31518"/>
                <a:gd name="csY7" fmla="*/ 27291 h 30013"/>
                <a:gd name="csX8" fmla="*/ 1855 w 31518"/>
                <a:gd name="csY8" fmla="*/ 28998 h 30013"/>
                <a:gd name="csX9" fmla="*/ 2859 w 31518"/>
                <a:gd name="csY9" fmla="*/ 30102 h 30013"/>
                <a:gd name="csX10" fmla="*/ 12294 w 31518"/>
                <a:gd name="csY10" fmla="*/ 10628 h 30013"/>
                <a:gd name="csX11" fmla="*/ 31768 w 31518"/>
                <a:gd name="csY11" fmla="*/ 10628 h 30013"/>
                <a:gd name="csX12" fmla="*/ 25042 w 31518"/>
                <a:gd name="csY12" fmla="*/ 89 h 30013"/>
                <a:gd name="csX13" fmla="*/ 19722 w 31518"/>
                <a:gd name="csY13" fmla="*/ 5409 h 30013"/>
                <a:gd name="csX14" fmla="*/ 25042 w 31518"/>
                <a:gd name="csY14" fmla="*/ 10729 h 30013"/>
                <a:gd name="csX15" fmla="*/ 29057 w 31518"/>
                <a:gd name="csY15" fmla="*/ 9123 h 30013"/>
                <a:gd name="csX16" fmla="*/ 29359 w 31518"/>
                <a:gd name="csY16" fmla="*/ 8822 h 30013"/>
                <a:gd name="csX17" fmla="*/ 29559 w 31518"/>
                <a:gd name="csY17" fmla="*/ 10628 h 30013"/>
                <a:gd name="csX18" fmla="*/ 22533 w 31518"/>
                <a:gd name="csY18" fmla="*/ 27291 h 30013"/>
                <a:gd name="csX19" fmla="*/ 21328 w 31518"/>
                <a:gd name="csY19" fmla="*/ 28998 h 30013"/>
                <a:gd name="csX20" fmla="*/ 22332 w 31518"/>
                <a:gd name="csY20" fmla="*/ 30102 h 30013"/>
                <a:gd name="csX21" fmla="*/ 31768 w 31518"/>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518" h="30013">
                  <a:moveTo>
                    <a:pt x="12294" y="10628"/>
                  </a:moveTo>
                  <a:cubicBezTo>
                    <a:pt x="12294" y="4606"/>
                    <a:pt x="9885" y="89"/>
                    <a:pt x="5569" y="89"/>
                  </a:cubicBezTo>
                  <a:cubicBezTo>
                    <a:pt x="2056" y="89"/>
                    <a:pt x="249" y="2799"/>
                    <a:pt x="249" y="5409"/>
                  </a:cubicBezTo>
                  <a:cubicBezTo>
                    <a:pt x="249" y="8019"/>
                    <a:pt x="1955" y="10729"/>
                    <a:pt x="5569" y="10729"/>
                  </a:cubicBezTo>
                  <a:cubicBezTo>
                    <a:pt x="7576" y="10729"/>
                    <a:pt x="8982" y="9725"/>
                    <a:pt x="9584" y="9123"/>
                  </a:cubicBezTo>
                  <a:cubicBezTo>
                    <a:pt x="9684" y="8922"/>
                    <a:pt x="9785" y="8822"/>
                    <a:pt x="9885" y="8822"/>
                  </a:cubicBezTo>
                  <a:cubicBezTo>
                    <a:pt x="10086" y="8822"/>
                    <a:pt x="10086" y="10227"/>
                    <a:pt x="10086" y="10628"/>
                  </a:cubicBezTo>
                  <a:cubicBezTo>
                    <a:pt x="10086" y="13841"/>
                    <a:pt x="9383" y="21068"/>
                    <a:pt x="3059" y="27291"/>
                  </a:cubicBezTo>
                  <a:cubicBezTo>
                    <a:pt x="1855" y="28496"/>
                    <a:pt x="1855" y="28697"/>
                    <a:pt x="1855" y="28998"/>
                  </a:cubicBezTo>
                  <a:cubicBezTo>
                    <a:pt x="1855" y="29700"/>
                    <a:pt x="2357" y="30102"/>
                    <a:pt x="2859" y="30102"/>
                  </a:cubicBezTo>
                  <a:cubicBezTo>
                    <a:pt x="3963" y="30102"/>
                    <a:pt x="12294" y="22473"/>
                    <a:pt x="12294" y="10628"/>
                  </a:cubicBezTo>
                  <a:close/>
                  <a:moveTo>
                    <a:pt x="31768" y="10628"/>
                  </a:moveTo>
                  <a:cubicBezTo>
                    <a:pt x="31768" y="4606"/>
                    <a:pt x="29359" y="89"/>
                    <a:pt x="25042" y="89"/>
                  </a:cubicBezTo>
                  <a:cubicBezTo>
                    <a:pt x="21529" y="89"/>
                    <a:pt x="19722" y="2799"/>
                    <a:pt x="19722" y="5409"/>
                  </a:cubicBezTo>
                  <a:cubicBezTo>
                    <a:pt x="19722" y="8019"/>
                    <a:pt x="21429" y="10729"/>
                    <a:pt x="25042" y="10729"/>
                  </a:cubicBezTo>
                  <a:cubicBezTo>
                    <a:pt x="27050" y="10729"/>
                    <a:pt x="28455" y="9725"/>
                    <a:pt x="29057" y="9123"/>
                  </a:cubicBezTo>
                  <a:cubicBezTo>
                    <a:pt x="29158" y="8922"/>
                    <a:pt x="29258" y="8822"/>
                    <a:pt x="29359" y="8822"/>
                  </a:cubicBezTo>
                  <a:cubicBezTo>
                    <a:pt x="29559" y="8822"/>
                    <a:pt x="29559" y="10227"/>
                    <a:pt x="29559" y="10628"/>
                  </a:cubicBezTo>
                  <a:cubicBezTo>
                    <a:pt x="29559" y="13841"/>
                    <a:pt x="28857" y="21068"/>
                    <a:pt x="22533" y="27291"/>
                  </a:cubicBezTo>
                  <a:cubicBezTo>
                    <a:pt x="21328" y="28496"/>
                    <a:pt x="21328" y="28697"/>
                    <a:pt x="21328" y="28998"/>
                  </a:cubicBezTo>
                  <a:cubicBezTo>
                    <a:pt x="21328" y="29700"/>
                    <a:pt x="21830" y="30102"/>
                    <a:pt x="22332" y="30102"/>
                  </a:cubicBezTo>
                  <a:cubicBezTo>
                    <a:pt x="23436" y="30102"/>
                    <a:pt x="31768" y="22473"/>
                    <a:pt x="31768" y="10628"/>
                  </a:cubicBezTo>
                  <a:close/>
                </a:path>
              </a:pathLst>
            </a:custGeom>
            <a:solidFill>
              <a:srgbClr val="000000"/>
            </a:solidFill>
            <a:ln w="25400" cap="flat">
              <a:noFill/>
              <a:prstDash val="solid"/>
              <a:miter/>
            </a:ln>
          </p:spPr>
          <p:txBody>
            <a:bodyPr/>
            <a:lstStyle/>
            <a:p>
              <a:endParaRPr lang="en-US"/>
            </a:p>
          </p:txBody>
        </p:sp>
      </p:grpSp>
      <p:grpSp>
        <p:nvGrpSpPr>
          <p:cNvPr id="2432" name="Group 2431" descr="\documentclass{article}&#10;\usepackage{amsmath}&#10;\usepackage{amsfonts}&#10;\pagestyle{empty}&#10;\begin{document}&#10;&#10;\[&#10;Y&gt;2 =&#10;\begin{cases}&#10;1 &amp; \text{if } y = \text{&quot;very likely&quot;} \\&#10;0 &amp; \text{if } y = \text{&quot;not likely&quot;} \text{ or } \text{&quot;somewhat likely&quot;} \\&#10;\end{cases}&#10;\]&#10;&#10;\end{document}" title="IguanaTex Shape Display">
            <a:extLst>
              <a:ext uri="{FF2B5EF4-FFF2-40B4-BE49-F238E27FC236}">
                <a16:creationId xmlns:a16="http://schemas.microsoft.com/office/drawing/2014/main" id="{BAB9BA03-66FF-B7A8-430A-BDF41F6887E8}"/>
              </a:ext>
            </a:extLst>
          </p:cNvPr>
          <p:cNvGrpSpPr>
            <a:grpSpLocks noChangeAspect="1"/>
          </p:cNvGrpSpPr>
          <p:nvPr>
            <p:custDataLst>
              <p:tags r:id="rId5"/>
            </p:custDataLst>
          </p:nvPr>
        </p:nvGrpSpPr>
        <p:grpSpPr>
          <a:xfrm>
            <a:off x="3086100" y="3048000"/>
            <a:ext cx="2352156" cy="301035"/>
            <a:chOff x="4246991" y="3690423"/>
            <a:chExt cx="2352156" cy="301035"/>
          </a:xfrm>
        </p:grpSpPr>
        <p:sp>
          <p:nvSpPr>
            <p:cNvPr id="2348" name="Freeform: Shape 2347">
              <a:extLst>
                <a:ext uri="{FF2B5EF4-FFF2-40B4-BE49-F238E27FC236}">
                  <a16:creationId xmlns:a16="http://schemas.microsoft.com/office/drawing/2014/main" id="{3B9EB2B6-66B8-E2DB-921A-E8CD6C08AD25}"/>
                </a:ext>
              </a:extLst>
            </p:cNvPr>
            <p:cNvSpPr/>
            <p:nvPr>
              <p:custDataLst>
                <p:tags r:id="rId7"/>
              </p:custDataLst>
            </p:nvPr>
          </p:nvSpPr>
          <p:spPr>
            <a:xfrm>
              <a:off x="4246991" y="3797529"/>
              <a:ext cx="72820" cy="68558"/>
            </a:xfrm>
            <a:custGeom>
              <a:avLst/>
              <a:gdLst>
                <a:gd name="csX0" fmla="*/ 56408 w 72820"/>
                <a:gd name="csY0" fmla="*/ 11524 h 68558"/>
                <a:gd name="csX1" fmla="*/ 57811 w 72820"/>
                <a:gd name="csY1" fmla="*/ 10119 h 68558"/>
                <a:gd name="csX2" fmla="*/ 70932 w 72820"/>
                <a:gd name="csY2" fmla="*/ 3193 h 68558"/>
                <a:gd name="csX3" fmla="*/ 72936 w 72820"/>
                <a:gd name="csY3" fmla="*/ 1286 h 68558"/>
                <a:gd name="csX4" fmla="*/ 71634 w 72820"/>
                <a:gd name="csY4" fmla="*/ 81 h 68558"/>
                <a:gd name="csX5" fmla="*/ 63420 w 72820"/>
                <a:gd name="csY5" fmla="*/ 382 h 68558"/>
                <a:gd name="csX6" fmla="*/ 53403 w 72820"/>
                <a:gd name="csY6" fmla="*/ 81 h 68558"/>
                <a:gd name="csX7" fmla="*/ 51500 w 72820"/>
                <a:gd name="csY7" fmla="*/ 1988 h 68558"/>
                <a:gd name="csX8" fmla="*/ 53003 w 72820"/>
                <a:gd name="csY8" fmla="*/ 3193 h 68558"/>
                <a:gd name="csX9" fmla="*/ 56609 w 72820"/>
                <a:gd name="csY9" fmla="*/ 5502 h 68558"/>
                <a:gd name="csX10" fmla="*/ 53904 w 72820"/>
                <a:gd name="csY10" fmla="*/ 10320 h 68558"/>
                <a:gd name="csX11" fmla="*/ 30666 w 72820"/>
                <a:gd name="csY11" fmla="*/ 37121 h 68558"/>
                <a:gd name="csX12" fmla="*/ 19647 w 72820"/>
                <a:gd name="csY12" fmla="*/ 7308 h 68558"/>
                <a:gd name="csX13" fmla="*/ 19046 w 72820"/>
                <a:gd name="csY13" fmla="*/ 5602 h 68558"/>
                <a:gd name="csX14" fmla="*/ 24956 w 72820"/>
                <a:gd name="csY14" fmla="*/ 3193 h 68558"/>
                <a:gd name="csX15" fmla="*/ 27360 w 72820"/>
                <a:gd name="csY15" fmla="*/ 1185 h 68558"/>
                <a:gd name="csX16" fmla="*/ 25858 w 72820"/>
                <a:gd name="csY16" fmla="*/ 81 h 68558"/>
                <a:gd name="csX17" fmla="*/ 13237 w 72820"/>
                <a:gd name="csY17" fmla="*/ 382 h 68558"/>
                <a:gd name="csX18" fmla="*/ 2018 w 72820"/>
                <a:gd name="csY18" fmla="*/ 81 h 68558"/>
                <a:gd name="csX19" fmla="*/ 115 w 72820"/>
                <a:gd name="csY19" fmla="*/ 2089 h 68558"/>
                <a:gd name="csX20" fmla="*/ 2419 w 72820"/>
                <a:gd name="csY20" fmla="*/ 3193 h 68558"/>
                <a:gd name="csX21" fmla="*/ 9731 w 72820"/>
                <a:gd name="csY21" fmla="*/ 6606 h 68558"/>
                <a:gd name="csX22" fmla="*/ 22051 w 72820"/>
                <a:gd name="csY22" fmla="*/ 39630 h 68558"/>
                <a:gd name="csX23" fmla="*/ 22452 w 72820"/>
                <a:gd name="csY23" fmla="*/ 41337 h 68558"/>
                <a:gd name="csX24" fmla="*/ 17945 w 72820"/>
                <a:gd name="csY24" fmla="*/ 59606 h 68558"/>
                <a:gd name="csX25" fmla="*/ 8529 w 72820"/>
                <a:gd name="csY25" fmla="*/ 65528 h 68558"/>
                <a:gd name="csX26" fmla="*/ 5825 w 72820"/>
                <a:gd name="csY26" fmla="*/ 67536 h 68558"/>
                <a:gd name="csX27" fmla="*/ 7227 w 72820"/>
                <a:gd name="csY27" fmla="*/ 68640 h 68558"/>
                <a:gd name="csX28" fmla="*/ 19848 w 72820"/>
                <a:gd name="csY28" fmla="*/ 68339 h 68558"/>
                <a:gd name="csX29" fmla="*/ 32669 w 72820"/>
                <a:gd name="csY29" fmla="*/ 68640 h 68558"/>
                <a:gd name="csX30" fmla="*/ 34572 w 72820"/>
                <a:gd name="csY30" fmla="*/ 66632 h 68558"/>
                <a:gd name="csX31" fmla="*/ 31768 w 72820"/>
                <a:gd name="csY31" fmla="*/ 65528 h 68558"/>
                <a:gd name="csX32" fmla="*/ 27961 w 72820"/>
                <a:gd name="csY32" fmla="*/ 65327 h 68558"/>
                <a:gd name="csX33" fmla="*/ 25257 w 72820"/>
                <a:gd name="csY33" fmla="*/ 63721 h 68558"/>
                <a:gd name="csX34" fmla="*/ 26659 w 72820"/>
                <a:gd name="csY34" fmla="*/ 57397 h 68558"/>
                <a:gd name="csX35" fmla="*/ 30165 w 72820"/>
                <a:gd name="csY35" fmla="*/ 43244 h 68558"/>
                <a:gd name="csX36" fmla="*/ 31567 w 72820"/>
                <a:gd name="csY36" fmla="*/ 40132 h 68558"/>
                <a:gd name="csX37" fmla="*/ 56408 w 72820"/>
                <a:gd name="csY37" fmla="*/ 11524 h 685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72820" h="68558">
                  <a:moveTo>
                    <a:pt x="56408" y="11524"/>
                  </a:moveTo>
                  <a:lnTo>
                    <a:pt x="57811" y="10119"/>
                  </a:lnTo>
                  <a:cubicBezTo>
                    <a:pt x="60816" y="7108"/>
                    <a:pt x="64121" y="3695"/>
                    <a:pt x="70932" y="3193"/>
                  </a:cubicBezTo>
                  <a:cubicBezTo>
                    <a:pt x="72034" y="3093"/>
                    <a:pt x="72936" y="3093"/>
                    <a:pt x="72936" y="1286"/>
                  </a:cubicBezTo>
                  <a:cubicBezTo>
                    <a:pt x="72936" y="483"/>
                    <a:pt x="72435" y="81"/>
                    <a:pt x="71634" y="81"/>
                  </a:cubicBezTo>
                  <a:cubicBezTo>
                    <a:pt x="69029" y="81"/>
                    <a:pt x="66124" y="382"/>
                    <a:pt x="63420" y="382"/>
                  </a:cubicBezTo>
                  <a:cubicBezTo>
                    <a:pt x="60114" y="382"/>
                    <a:pt x="56609" y="81"/>
                    <a:pt x="53403" y="81"/>
                  </a:cubicBezTo>
                  <a:cubicBezTo>
                    <a:pt x="52802" y="81"/>
                    <a:pt x="51500" y="81"/>
                    <a:pt x="51500" y="1988"/>
                  </a:cubicBezTo>
                  <a:cubicBezTo>
                    <a:pt x="51500" y="3093"/>
                    <a:pt x="52502" y="3193"/>
                    <a:pt x="53003" y="3193"/>
                  </a:cubicBezTo>
                  <a:cubicBezTo>
                    <a:pt x="53704" y="3193"/>
                    <a:pt x="56609" y="3394"/>
                    <a:pt x="56609" y="5502"/>
                  </a:cubicBezTo>
                  <a:cubicBezTo>
                    <a:pt x="56609" y="7208"/>
                    <a:pt x="54305" y="9818"/>
                    <a:pt x="53904" y="10320"/>
                  </a:cubicBezTo>
                  <a:lnTo>
                    <a:pt x="30666" y="37121"/>
                  </a:lnTo>
                  <a:lnTo>
                    <a:pt x="19647" y="7308"/>
                  </a:lnTo>
                  <a:cubicBezTo>
                    <a:pt x="19046" y="5903"/>
                    <a:pt x="19046" y="5702"/>
                    <a:pt x="19046" y="5602"/>
                  </a:cubicBezTo>
                  <a:cubicBezTo>
                    <a:pt x="19046" y="3193"/>
                    <a:pt x="23955" y="3193"/>
                    <a:pt x="24956" y="3193"/>
                  </a:cubicBezTo>
                  <a:cubicBezTo>
                    <a:pt x="26359" y="3193"/>
                    <a:pt x="27360" y="3193"/>
                    <a:pt x="27360" y="1185"/>
                  </a:cubicBezTo>
                  <a:cubicBezTo>
                    <a:pt x="27360" y="81"/>
                    <a:pt x="26158" y="81"/>
                    <a:pt x="25858" y="81"/>
                  </a:cubicBezTo>
                  <a:cubicBezTo>
                    <a:pt x="23053" y="81"/>
                    <a:pt x="16041" y="382"/>
                    <a:pt x="13237" y="382"/>
                  </a:cubicBezTo>
                  <a:cubicBezTo>
                    <a:pt x="10733" y="382"/>
                    <a:pt x="4522" y="81"/>
                    <a:pt x="2018" y="81"/>
                  </a:cubicBezTo>
                  <a:cubicBezTo>
                    <a:pt x="1417" y="81"/>
                    <a:pt x="115" y="81"/>
                    <a:pt x="115" y="2089"/>
                  </a:cubicBezTo>
                  <a:cubicBezTo>
                    <a:pt x="115" y="3193"/>
                    <a:pt x="1117" y="3193"/>
                    <a:pt x="2419" y="3193"/>
                  </a:cubicBezTo>
                  <a:cubicBezTo>
                    <a:pt x="8429" y="3193"/>
                    <a:pt x="8830" y="4096"/>
                    <a:pt x="9731" y="6606"/>
                  </a:cubicBezTo>
                  <a:lnTo>
                    <a:pt x="22051" y="39630"/>
                  </a:lnTo>
                  <a:cubicBezTo>
                    <a:pt x="22152" y="39931"/>
                    <a:pt x="22452" y="41036"/>
                    <a:pt x="22452" y="41337"/>
                  </a:cubicBezTo>
                  <a:cubicBezTo>
                    <a:pt x="22452" y="41638"/>
                    <a:pt x="18445" y="57799"/>
                    <a:pt x="17945" y="59606"/>
                  </a:cubicBezTo>
                  <a:cubicBezTo>
                    <a:pt x="16642" y="65127"/>
                    <a:pt x="16542" y="65428"/>
                    <a:pt x="8529" y="65528"/>
                  </a:cubicBezTo>
                  <a:cubicBezTo>
                    <a:pt x="6626" y="65528"/>
                    <a:pt x="5825" y="65528"/>
                    <a:pt x="5825" y="67536"/>
                  </a:cubicBezTo>
                  <a:cubicBezTo>
                    <a:pt x="5825" y="68640"/>
                    <a:pt x="7027" y="68640"/>
                    <a:pt x="7227" y="68640"/>
                  </a:cubicBezTo>
                  <a:cubicBezTo>
                    <a:pt x="10032" y="68640"/>
                    <a:pt x="17043" y="68339"/>
                    <a:pt x="19848" y="68339"/>
                  </a:cubicBezTo>
                  <a:cubicBezTo>
                    <a:pt x="22652" y="68339"/>
                    <a:pt x="29864" y="68640"/>
                    <a:pt x="32669" y="68640"/>
                  </a:cubicBezTo>
                  <a:cubicBezTo>
                    <a:pt x="33370" y="68640"/>
                    <a:pt x="34572" y="68640"/>
                    <a:pt x="34572" y="66632"/>
                  </a:cubicBezTo>
                  <a:cubicBezTo>
                    <a:pt x="34572" y="65528"/>
                    <a:pt x="33671" y="65528"/>
                    <a:pt x="31768" y="65528"/>
                  </a:cubicBezTo>
                  <a:cubicBezTo>
                    <a:pt x="31567" y="65528"/>
                    <a:pt x="29664" y="65528"/>
                    <a:pt x="27961" y="65327"/>
                  </a:cubicBezTo>
                  <a:cubicBezTo>
                    <a:pt x="25858" y="65127"/>
                    <a:pt x="25257" y="64926"/>
                    <a:pt x="25257" y="63721"/>
                  </a:cubicBezTo>
                  <a:cubicBezTo>
                    <a:pt x="25257" y="63019"/>
                    <a:pt x="26158" y="59505"/>
                    <a:pt x="26659" y="57397"/>
                  </a:cubicBezTo>
                  <a:lnTo>
                    <a:pt x="30165" y="43244"/>
                  </a:lnTo>
                  <a:cubicBezTo>
                    <a:pt x="30666" y="41337"/>
                    <a:pt x="30766" y="41036"/>
                    <a:pt x="31567" y="40132"/>
                  </a:cubicBezTo>
                  <a:lnTo>
                    <a:pt x="56408" y="11524"/>
                  </a:lnTo>
                  <a:close/>
                </a:path>
              </a:pathLst>
            </a:custGeom>
            <a:solidFill>
              <a:srgbClr val="000000"/>
            </a:solidFill>
            <a:ln w="25400" cap="flat">
              <a:noFill/>
              <a:prstDash val="solid"/>
              <a:miter/>
            </a:ln>
          </p:spPr>
          <p:txBody>
            <a:bodyPr/>
            <a:lstStyle/>
            <a:p>
              <a:endParaRPr lang="en-US"/>
            </a:p>
          </p:txBody>
        </p:sp>
        <p:sp>
          <p:nvSpPr>
            <p:cNvPr id="2349" name="Freeform: Shape 2348">
              <a:extLst>
                <a:ext uri="{FF2B5EF4-FFF2-40B4-BE49-F238E27FC236}">
                  <a16:creationId xmlns:a16="http://schemas.microsoft.com/office/drawing/2014/main" id="{B4DD72A7-1D4A-DB41-62A2-4D3300795295}"/>
                </a:ext>
              </a:extLst>
            </p:cNvPr>
            <p:cNvSpPr/>
            <p:nvPr>
              <p:custDataLst>
                <p:tags r:id="rId8"/>
              </p:custDataLst>
            </p:nvPr>
          </p:nvSpPr>
          <p:spPr>
            <a:xfrm>
              <a:off x="4360033" y="3811883"/>
              <a:ext cx="61201" cy="58219"/>
            </a:xfrm>
            <a:custGeom>
              <a:avLst/>
              <a:gdLst>
                <a:gd name="csX0" fmla="*/ 59424 w 61201"/>
                <a:gd name="csY0" fmla="*/ 31399 h 58219"/>
                <a:gd name="csX1" fmla="*/ 61327 w 61201"/>
                <a:gd name="csY1" fmla="*/ 29191 h 58219"/>
                <a:gd name="csX2" fmla="*/ 59424 w 61201"/>
                <a:gd name="csY2" fmla="*/ 26983 h 58219"/>
                <a:gd name="csX3" fmla="*/ 3932 w 61201"/>
                <a:gd name="csY3" fmla="*/ 784 h 58219"/>
                <a:gd name="csX4" fmla="*/ 2129 w 61201"/>
                <a:gd name="csY4" fmla="*/ 81 h 58219"/>
                <a:gd name="csX5" fmla="*/ 126 w 61201"/>
                <a:gd name="csY5" fmla="*/ 2089 h 58219"/>
                <a:gd name="csX6" fmla="*/ 2029 w 61201"/>
                <a:gd name="csY6" fmla="*/ 4297 h 58219"/>
                <a:gd name="csX7" fmla="*/ 54616 w 61201"/>
                <a:gd name="csY7" fmla="*/ 29191 h 58219"/>
                <a:gd name="csX8" fmla="*/ 2029 w 61201"/>
                <a:gd name="csY8" fmla="*/ 54085 h 58219"/>
                <a:gd name="csX9" fmla="*/ 126 w 61201"/>
                <a:gd name="csY9" fmla="*/ 56293 h 58219"/>
                <a:gd name="csX10" fmla="*/ 2129 w 61201"/>
                <a:gd name="csY10" fmla="*/ 58301 h 58219"/>
                <a:gd name="csX11" fmla="*/ 3932 w 61201"/>
                <a:gd name="csY11" fmla="*/ 57598 h 58219"/>
                <a:gd name="csX12" fmla="*/ 59424 w 61201"/>
                <a:gd name="csY12" fmla="*/ 31399 h 582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01" h="58219">
                  <a:moveTo>
                    <a:pt x="59424" y="31399"/>
                  </a:moveTo>
                  <a:cubicBezTo>
                    <a:pt x="60526" y="30897"/>
                    <a:pt x="61327" y="30396"/>
                    <a:pt x="61327" y="29191"/>
                  </a:cubicBezTo>
                  <a:cubicBezTo>
                    <a:pt x="61327" y="27986"/>
                    <a:pt x="60526" y="27485"/>
                    <a:pt x="59424" y="26983"/>
                  </a:cubicBezTo>
                  <a:lnTo>
                    <a:pt x="3932" y="784"/>
                  </a:lnTo>
                  <a:cubicBezTo>
                    <a:pt x="2630" y="81"/>
                    <a:pt x="2430" y="81"/>
                    <a:pt x="2129" y="81"/>
                  </a:cubicBezTo>
                  <a:cubicBezTo>
                    <a:pt x="1027" y="81"/>
                    <a:pt x="126" y="985"/>
                    <a:pt x="126" y="2089"/>
                  </a:cubicBezTo>
                  <a:cubicBezTo>
                    <a:pt x="126" y="2992"/>
                    <a:pt x="627" y="3594"/>
                    <a:pt x="2029" y="4297"/>
                  </a:cubicBezTo>
                  <a:lnTo>
                    <a:pt x="54616" y="29191"/>
                  </a:lnTo>
                  <a:lnTo>
                    <a:pt x="2029" y="54085"/>
                  </a:lnTo>
                  <a:cubicBezTo>
                    <a:pt x="627" y="54788"/>
                    <a:pt x="126" y="55390"/>
                    <a:pt x="126" y="56293"/>
                  </a:cubicBezTo>
                  <a:cubicBezTo>
                    <a:pt x="126" y="57397"/>
                    <a:pt x="1027" y="58301"/>
                    <a:pt x="2129" y="58301"/>
                  </a:cubicBezTo>
                  <a:cubicBezTo>
                    <a:pt x="2430" y="58301"/>
                    <a:pt x="2630" y="58301"/>
                    <a:pt x="3932" y="57598"/>
                  </a:cubicBezTo>
                  <a:lnTo>
                    <a:pt x="59424" y="31399"/>
                  </a:lnTo>
                  <a:close/>
                </a:path>
              </a:pathLst>
            </a:custGeom>
            <a:solidFill>
              <a:srgbClr val="000000"/>
            </a:solidFill>
            <a:ln w="25400" cap="flat">
              <a:noFill/>
              <a:prstDash val="solid"/>
              <a:miter/>
            </a:ln>
          </p:spPr>
          <p:txBody>
            <a:bodyPr/>
            <a:lstStyle/>
            <a:p>
              <a:endParaRPr lang="en-US"/>
            </a:p>
          </p:txBody>
        </p:sp>
        <p:sp>
          <p:nvSpPr>
            <p:cNvPr id="2350" name="Freeform: Shape 2349">
              <a:extLst>
                <a:ext uri="{FF2B5EF4-FFF2-40B4-BE49-F238E27FC236}">
                  <a16:creationId xmlns:a16="http://schemas.microsoft.com/office/drawing/2014/main" id="{26CEF996-E3CD-5A9A-A73F-B3B20930BE0B}"/>
                </a:ext>
              </a:extLst>
            </p:cNvPr>
            <p:cNvSpPr/>
            <p:nvPr>
              <p:custDataLst>
                <p:tags r:id="rId9"/>
              </p:custDataLst>
            </p:nvPr>
          </p:nvSpPr>
          <p:spPr>
            <a:xfrm>
              <a:off x="4462458" y="3799235"/>
              <a:ext cx="39966" cy="66852"/>
            </a:xfrm>
            <a:custGeom>
              <a:avLst/>
              <a:gdLst>
                <a:gd name="csX0" fmla="*/ 7849 w 39966"/>
                <a:gd name="csY0" fmla="*/ 59204 h 66852"/>
                <a:gd name="csX1" fmla="*/ 18467 w 39966"/>
                <a:gd name="csY1" fmla="*/ 48865 h 66852"/>
                <a:gd name="csX2" fmla="*/ 40103 w 39966"/>
                <a:gd name="csY2" fmla="*/ 19555 h 66852"/>
                <a:gd name="csX3" fmla="*/ 18867 w 39966"/>
                <a:gd name="csY3" fmla="*/ 81 h 66852"/>
                <a:gd name="csX4" fmla="*/ 136 w 39966"/>
                <a:gd name="csY4" fmla="*/ 18250 h 66852"/>
                <a:gd name="csX5" fmla="*/ 5445 w 39966"/>
                <a:gd name="csY5" fmla="*/ 23871 h 66852"/>
                <a:gd name="csX6" fmla="*/ 10654 w 39966"/>
                <a:gd name="csY6" fmla="*/ 18551 h 66852"/>
                <a:gd name="csX7" fmla="*/ 5345 w 39966"/>
                <a:gd name="csY7" fmla="*/ 13331 h 66852"/>
                <a:gd name="csX8" fmla="*/ 4043 w 39966"/>
                <a:gd name="csY8" fmla="*/ 13432 h 66852"/>
                <a:gd name="csX9" fmla="*/ 17565 w 39966"/>
                <a:gd name="csY9" fmla="*/ 3193 h 66852"/>
                <a:gd name="csX10" fmla="*/ 30987 w 39966"/>
                <a:gd name="csY10" fmla="*/ 19555 h 66852"/>
                <a:gd name="csX11" fmla="*/ 20470 w 39966"/>
                <a:gd name="csY11" fmla="*/ 41738 h 66852"/>
                <a:gd name="csX12" fmla="*/ 1238 w 39966"/>
                <a:gd name="csY12" fmla="*/ 63219 h 66852"/>
                <a:gd name="csX13" fmla="*/ 136 w 39966"/>
                <a:gd name="csY13" fmla="*/ 66933 h 66852"/>
                <a:gd name="csX14" fmla="*/ 37298 w 39966"/>
                <a:gd name="csY14" fmla="*/ 66933 h 66852"/>
                <a:gd name="csX15" fmla="*/ 40103 w 39966"/>
                <a:gd name="csY15" fmla="*/ 49467 h 66852"/>
                <a:gd name="csX16" fmla="*/ 37598 w 39966"/>
                <a:gd name="csY16" fmla="*/ 49467 h 66852"/>
                <a:gd name="csX17" fmla="*/ 35395 w 39966"/>
                <a:gd name="csY17" fmla="*/ 58401 h 66852"/>
                <a:gd name="csX18" fmla="*/ 25879 w 39966"/>
                <a:gd name="csY18" fmla="*/ 59204 h 66852"/>
                <a:gd name="csX19" fmla="*/ 7849 w 39966"/>
                <a:gd name="csY19" fmla="*/ 59204 h 668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9966" h="66852">
                  <a:moveTo>
                    <a:pt x="7849" y="59204"/>
                  </a:moveTo>
                  <a:lnTo>
                    <a:pt x="18467" y="48865"/>
                  </a:lnTo>
                  <a:cubicBezTo>
                    <a:pt x="34093" y="35013"/>
                    <a:pt x="40103" y="29592"/>
                    <a:pt x="40103" y="19555"/>
                  </a:cubicBezTo>
                  <a:cubicBezTo>
                    <a:pt x="40103" y="8111"/>
                    <a:pt x="31088" y="81"/>
                    <a:pt x="18867" y="81"/>
                  </a:cubicBezTo>
                  <a:cubicBezTo>
                    <a:pt x="7549" y="81"/>
                    <a:pt x="136" y="9316"/>
                    <a:pt x="136" y="18250"/>
                  </a:cubicBezTo>
                  <a:cubicBezTo>
                    <a:pt x="136" y="23871"/>
                    <a:pt x="5145" y="23871"/>
                    <a:pt x="5445" y="23871"/>
                  </a:cubicBezTo>
                  <a:cubicBezTo>
                    <a:pt x="7148" y="23871"/>
                    <a:pt x="10654" y="22666"/>
                    <a:pt x="10654" y="18551"/>
                  </a:cubicBezTo>
                  <a:cubicBezTo>
                    <a:pt x="10654" y="15941"/>
                    <a:pt x="8851" y="13331"/>
                    <a:pt x="5345" y="13331"/>
                  </a:cubicBezTo>
                  <a:cubicBezTo>
                    <a:pt x="4544" y="13331"/>
                    <a:pt x="4343" y="13331"/>
                    <a:pt x="4043" y="13432"/>
                  </a:cubicBezTo>
                  <a:cubicBezTo>
                    <a:pt x="6347" y="6907"/>
                    <a:pt x="11756" y="3193"/>
                    <a:pt x="17565" y="3193"/>
                  </a:cubicBezTo>
                  <a:cubicBezTo>
                    <a:pt x="26680" y="3193"/>
                    <a:pt x="30987" y="11324"/>
                    <a:pt x="30987" y="19555"/>
                  </a:cubicBezTo>
                  <a:cubicBezTo>
                    <a:pt x="30987" y="27585"/>
                    <a:pt x="25979" y="35515"/>
                    <a:pt x="20470" y="41738"/>
                  </a:cubicBezTo>
                  <a:lnTo>
                    <a:pt x="1238" y="63219"/>
                  </a:lnTo>
                  <a:cubicBezTo>
                    <a:pt x="136" y="64323"/>
                    <a:pt x="136" y="64524"/>
                    <a:pt x="136" y="66933"/>
                  </a:cubicBezTo>
                  <a:lnTo>
                    <a:pt x="37298" y="66933"/>
                  </a:lnTo>
                  <a:lnTo>
                    <a:pt x="40103" y="49467"/>
                  </a:lnTo>
                  <a:lnTo>
                    <a:pt x="37598" y="49467"/>
                  </a:lnTo>
                  <a:cubicBezTo>
                    <a:pt x="37098" y="52479"/>
                    <a:pt x="36396" y="56895"/>
                    <a:pt x="35395" y="58401"/>
                  </a:cubicBezTo>
                  <a:cubicBezTo>
                    <a:pt x="34694" y="59204"/>
                    <a:pt x="28083" y="59204"/>
                    <a:pt x="25879" y="59204"/>
                  </a:cubicBezTo>
                  <a:lnTo>
                    <a:pt x="7849" y="59204"/>
                  </a:lnTo>
                  <a:close/>
                </a:path>
              </a:pathLst>
            </a:custGeom>
            <a:solidFill>
              <a:srgbClr val="000000"/>
            </a:solidFill>
            <a:ln w="25400" cap="flat">
              <a:noFill/>
              <a:prstDash val="solid"/>
              <a:miter/>
            </a:ln>
          </p:spPr>
          <p:txBody>
            <a:bodyPr/>
            <a:lstStyle/>
            <a:p>
              <a:endParaRPr lang="en-US"/>
            </a:p>
          </p:txBody>
        </p:sp>
        <p:sp>
          <p:nvSpPr>
            <p:cNvPr id="2351" name="Freeform: Shape 2350">
              <a:extLst>
                <a:ext uri="{FF2B5EF4-FFF2-40B4-BE49-F238E27FC236}">
                  <a16:creationId xmlns:a16="http://schemas.microsoft.com/office/drawing/2014/main" id="{01758096-6668-BEC9-056C-490B36096CED}"/>
                </a:ext>
              </a:extLst>
            </p:cNvPr>
            <p:cNvSpPr/>
            <p:nvPr>
              <p:custDataLst>
                <p:tags r:id="rId10"/>
              </p:custDataLst>
            </p:nvPr>
          </p:nvSpPr>
          <p:spPr>
            <a:xfrm>
              <a:off x="4540965" y="3829248"/>
              <a:ext cx="66610" cy="23488"/>
            </a:xfrm>
            <a:custGeom>
              <a:avLst/>
              <a:gdLst>
                <a:gd name="csX0" fmla="*/ 63349 w 66610"/>
                <a:gd name="csY0" fmla="*/ 4096 h 23488"/>
                <a:gd name="csX1" fmla="*/ 66754 w 66610"/>
                <a:gd name="csY1" fmla="*/ 2089 h 23488"/>
                <a:gd name="csX2" fmla="*/ 63449 w 66610"/>
                <a:gd name="csY2" fmla="*/ 81 h 23488"/>
                <a:gd name="csX3" fmla="*/ 3450 w 66610"/>
                <a:gd name="csY3" fmla="*/ 81 h 23488"/>
                <a:gd name="csX4" fmla="*/ 144 w 66610"/>
                <a:gd name="csY4" fmla="*/ 2089 h 23488"/>
                <a:gd name="csX5" fmla="*/ 3550 w 66610"/>
                <a:gd name="csY5" fmla="*/ 4096 h 23488"/>
                <a:gd name="csX6" fmla="*/ 63349 w 66610"/>
                <a:gd name="csY6" fmla="*/ 4096 h 23488"/>
                <a:gd name="csX7" fmla="*/ 63449 w 66610"/>
                <a:gd name="csY7" fmla="*/ 23570 h 23488"/>
                <a:gd name="csX8" fmla="*/ 66754 w 66610"/>
                <a:gd name="csY8" fmla="*/ 21562 h 23488"/>
                <a:gd name="csX9" fmla="*/ 63349 w 66610"/>
                <a:gd name="csY9" fmla="*/ 19555 h 23488"/>
                <a:gd name="csX10" fmla="*/ 3550 w 66610"/>
                <a:gd name="csY10" fmla="*/ 19555 h 23488"/>
                <a:gd name="csX11" fmla="*/ 144 w 66610"/>
                <a:gd name="csY11" fmla="*/ 21562 h 23488"/>
                <a:gd name="csX12" fmla="*/ 3450 w 66610"/>
                <a:gd name="csY12" fmla="*/ 23570 h 23488"/>
                <a:gd name="csX13" fmla="*/ 63449 w 66610"/>
                <a:gd name="csY13" fmla="*/ 23570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610" h="23488">
                  <a:moveTo>
                    <a:pt x="63349" y="4096"/>
                  </a:moveTo>
                  <a:cubicBezTo>
                    <a:pt x="64851" y="4096"/>
                    <a:pt x="66754" y="4096"/>
                    <a:pt x="66754" y="2089"/>
                  </a:cubicBezTo>
                  <a:cubicBezTo>
                    <a:pt x="66754" y="81"/>
                    <a:pt x="64851" y="81"/>
                    <a:pt x="63449" y="81"/>
                  </a:cubicBezTo>
                  <a:lnTo>
                    <a:pt x="3450" y="81"/>
                  </a:lnTo>
                  <a:cubicBezTo>
                    <a:pt x="2047" y="81"/>
                    <a:pt x="144" y="81"/>
                    <a:pt x="144" y="2089"/>
                  </a:cubicBezTo>
                  <a:cubicBezTo>
                    <a:pt x="144" y="4096"/>
                    <a:pt x="2047" y="4096"/>
                    <a:pt x="3550" y="4096"/>
                  </a:cubicBezTo>
                  <a:lnTo>
                    <a:pt x="63349" y="4096"/>
                  </a:lnTo>
                  <a:close/>
                  <a:moveTo>
                    <a:pt x="63449" y="23570"/>
                  </a:moveTo>
                  <a:cubicBezTo>
                    <a:pt x="64851" y="23570"/>
                    <a:pt x="66754" y="23570"/>
                    <a:pt x="66754" y="21562"/>
                  </a:cubicBezTo>
                  <a:cubicBezTo>
                    <a:pt x="66754" y="19555"/>
                    <a:pt x="64851" y="19555"/>
                    <a:pt x="63349" y="19555"/>
                  </a:cubicBezTo>
                  <a:lnTo>
                    <a:pt x="3550" y="19555"/>
                  </a:lnTo>
                  <a:cubicBezTo>
                    <a:pt x="2047" y="19555"/>
                    <a:pt x="144" y="19555"/>
                    <a:pt x="144" y="21562"/>
                  </a:cubicBezTo>
                  <a:cubicBezTo>
                    <a:pt x="144" y="23570"/>
                    <a:pt x="2047" y="23570"/>
                    <a:pt x="3450" y="23570"/>
                  </a:cubicBezTo>
                  <a:lnTo>
                    <a:pt x="63449" y="23570"/>
                  </a:lnTo>
                  <a:close/>
                </a:path>
              </a:pathLst>
            </a:custGeom>
            <a:solidFill>
              <a:srgbClr val="000000"/>
            </a:solidFill>
            <a:ln w="25400" cap="flat">
              <a:noFill/>
              <a:prstDash val="solid"/>
              <a:miter/>
            </a:ln>
          </p:spPr>
          <p:txBody>
            <a:bodyPr/>
            <a:lstStyle/>
            <a:p>
              <a:endParaRPr lang="en-US"/>
            </a:p>
          </p:txBody>
        </p:sp>
        <p:sp>
          <p:nvSpPr>
            <p:cNvPr id="2352" name="Freeform: Shape 2351">
              <a:extLst>
                <a:ext uri="{FF2B5EF4-FFF2-40B4-BE49-F238E27FC236}">
                  <a16:creationId xmlns:a16="http://schemas.microsoft.com/office/drawing/2014/main" id="{D2E176F2-2FBC-8432-27D9-585F20D75694}"/>
                </a:ext>
              </a:extLst>
            </p:cNvPr>
            <p:cNvSpPr/>
            <p:nvPr>
              <p:custDataLst>
                <p:tags r:id="rId11"/>
              </p:custDataLst>
            </p:nvPr>
          </p:nvSpPr>
          <p:spPr>
            <a:xfrm>
              <a:off x="4655510" y="3690423"/>
              <a:ext cx="51785" cy="301035"/>
            </a:xfrm>
            <a:custGeom>
              <a:avLst/>
              <a:gdLst>
                <a:gd name="csX0" fmla="*/ 30906 w 51785"/>
                <a:gd name="csY0" fmla="*/ 187471 h 301035"/>
                <a:gd name="csX1" fmla="*/ 5864 w 51785"/>
                <a:gd name="csY1" fmla="*/ 150632 h 301035"/>
                <a:gd name="csX2" fmla="*/ 30805 w 51785"/>
                <a:gd name="csY2" fmla="*/ 114295 h 301035"/>
                <a:gd name="csX3" fmla="*/ 30906 w 51785"/>
                <a:gd name="csY3" fmla="*/ 113693 h 301035"/>
                <a:gd name="csX4" fmla="*/ 30906 w 51785"/>
                <a:gd name="csY4" fmla="*/ 44130 h 301035"/>
                <a:gd name="csX5" fmla="*/ 31707 w 51785"/>
                <a:gd name="csY5" fmla="*/ 30278 h 301035"/>
                <a:gd name="csX6" fmla="*/ 51039 w 51785"/>
                <a:gd name="csY6" fmla="*/ 4782 h 301035"/>
                <a:gd name="csX7" fmla="*/ 51940 w 51785"/>
                <a:gd name="csY7" fmla="*/ 2373 h 301035"/>
                <a:gd name="csX8" fmla="*/ 49637 w 51785"/>
                <a:gd name="csY8" fmla="*/ 64 h 301035"/>
                <a:gd name="csX9" fmla="*/ 44929 w 51785"/>
                <a:gd name="csY9" fmla="*/ 1670 h 301035"/>
                <a:gd name="csX10" fmla="*/ 21189 w 51785"/>
                <a:gd name="csY10" fmla="*/ 36602 h 301035"/>
                <a:gd name="csX11" fmla="*/ 21189 w 51785"/>
                <a:gd name="csY11" fmla="*/ 107971 h 301035"/>
                <a:gd name="csX12" fmla="*/ 15981 w 51785"/>
                <a:gd name="csY12" fmla="*/ 132564 h 301035"/>
                <a:gd name="csX13" fmla="*/ 1657 w 51785"/>
                <a:gd name="csY13" fmla="*/ 147821 h 301035"/>
                <a:gd name="csX14" fmla="*/ 155 w 51785"/>
                <a:gd name="csY14" fmla="*/ 150532 h 301035"/>
                <a:gd name="csX15" fmla="*/ 1056 w 51785"/>
                <a:gd name="csY15" fmla="*/ 152941 h 301035"/>
                <a:gd name="csX16" fmla="*/ 20889 w 51785"/>
                <a:gd name="csY16" fmla="*/ 183857 h 301035"/>
                <a:gd name="csX17" fmla="*/ 21189 w 51785"/>
                <a:gd name="csY17" fmla="*/ 187471 h 301035"/>
                <a:gd name="csX18" fmla="*/ 21189 w 51785"/>
                <a:gd name="csY18" fmla="*/ 264562 h 301035"/>
                <a:gd name="csX19" fmla="*/ 45530 w 51785"/>
                <a:gd name="csY19" fmla="*/ 299795 h 301035"/>
                <a:gd name="csX20" fmla="*/ 49637 w 51785"/>
                <a:gd name="csY20" fmla="*/ 301100 h 301035"/>
                <a:gd name="csX21" fmla="*/ 51940 w 51785"/>
                <a:gd name="csY21" fmla="*/ 298791 h 301035"/>
                <a:gd name="csX22" fmla="*/ 51440 w 51785"/>
                <a:gd name="csY22" fmla="*/ 296683 h 301035"/>
                <a:gd name="csX23" fmla="*/ 31306 w 51785"/>
                <a:gd name="csY23" fmla="*/ 268577 h 301035"/>
                <a:gd name="csX24" fmla="*/ 30906 w 51785"/>
                <a:gd name="csY24" fmla="*/ 264461 h 301035"/>
                <a:gd name="csX25" fmla="*/ 30906 w 51785"/>
                <a:gd name="csY25" fmla="*/ 187471 h 3010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1785" h="301035">
                  <a:moveTo>
                    <a:pt x="30906" y="187471"/>
                  </a:moveTo>
                  <a:cubicBezTo>
                    <a:pt x="30906" y="176429"/>
                    <a:pt x="23293" y="159465"/>
                    <a:pt x="5864" y="150632"/>
                  </a:cubicBezTo>
                  <a:cubicBezTo>
                    <a:pt x="16682" y="144810"/>
                    <a:pt x="29603" y="133066"/>
                    <a:pt x="30805" y="114295"/>
                  </a:cubicBezTo>
                  <a:lnTo>
                    <a:pt x="30906" y="113693"/>
                  </a:lnTo>
                  <a:lnTo>
                    <a:pt x="30906" y="44130"/>
                  </a:lnTo>
                  <a:cubicBezTo>
                    <a:pt x="30906" y="35899"/>
                    <a:pt x="30906" y="34092"/>
                    <a:pt x="31707" y="30278"/>
                  </a:cubicBezTo>
                  <a:cubicBezTo>
                    <a:pt x="33510" y="22248"/>
                    <a:pt x="38318" y="12310"/>
                    <a:pt x="51039" y="4782"/>
                  </a:cubicBezTo>
                  <a:cubicBezTo>
                    <a:pt x="51840" y="4280"/>
                    <a:pt x="51940" y="4180"/>
                    <a:pt x="51940" y="2373"/>
                  </a:cubicBezTo>
                  <a:cubicBezTo>
                    <a:pt x="51940" y="165"/>
                    <a:pt x="51840" y="64"/>
                    <a:pt x="49637" y="64"/>
                  </a:cubicBezTo>
                  <a:cubicBezTo>
                    <a:pt x="47834" y="64"/>
                    <a:pt x="47633" y="64"/>
                    <a:pt x="44929" y="1670"/>
                  </a:cubicBezTo>
                  <a:cubicBezTo>
                    <a:pt x="22492" y="14418"/>
                    <a:pt x="21189" y="33089"/>
                    <a:pt x="21189" y="36602"/>
                  </a:cubicBezTo>
                  <a:lnTo>
                    <a:pt x="21189" y="107971"/>
                  </a:lnTo>
                  <a:cubicBezTo>
                    <a:pt x="21189" y="115198"/>
                    <a:pt x="21189" y="123329"/>
                    <a:pt x="15981" y="132564"/>
                  </a:cubicBezTo>
                  <a:cubicBezTo>
                    <a:pt x="11373" y="140795"/>
                    <a:pt x="5964" y="144910"/>
                    <a:pt x="1657" y="147821"/>
                  </a:cubicBezTo>
                  <a:cubicBezTo>
                    <a:pt x="255" y="148725"/>
                    <a:pt x="155" y="148825"/>
                    <a:pt x="155" y="150532"/>
                  </a:cubicBezTo>
                  <a:cubicBezTo>
                    <a:pt x="155" y="152338"/>
                    <a:pt x="255" y="152439"/>
                    <a:pt x="1056" y="152941"/>
                  </a:cubicBezTo>
                  <a:cubicBezTo>
                    <a:pt x="9570" y="158562"/>
                    <a:pt x="18685" y="167496"/>
                    <a:pt x="20889" y="183857"/>
                  </a:cubicBezTo>
                  <a:cubicBezTo>
                    <a:pt x="21189" y="186066"/>
                    <a:pt x="21189" y="186266"/>
                    <a:pt x="21189" y="187471"/>
                  </a:cubicBezTo>
                  <a:lnTo>
                    <a:pt x="21189" y="264562"/>
                  </a:lnTo>
                  <a:cubicBezTo>
                    <a:pt x="21189" y="272692"/>
                    <a:pt x="26198" y="289556"/>
                    <a:pt x="45530" y="299795"/>
                  </a:cubicBezTo>
                  <a:cubicBezTo>
                    <a:pt x="47834" y="301100"/>
                    <a:pt x="48034" y="301100"/>
                    <a:pt x="49637" y="301100"/>
                  </a:cubicBezTo>
                  <a:cubicBezTo>
                    <a:pt x="51840" y="301100"/>
                    <a:pt x="51940" y="300999"/>
                    <a:pt x="51940" y="298791"/>
                  </a:cubicBezTo>
                  <a:cubicBezTo>
                    <a:pt x="51940" y="296984"/>
                    <a:pt x="51840" y="296884"/>
                    <a:pt x="51440" y="296683"/>
                  </a:cubicBezTo>
                  <a:cubicBezTo>
                    <a:pt x="47132" y="293973"/>
                    <a:pt x="34011" y="286043"/>
                    <a:pt x="31306" y="268577"/>
                  </a:cubicBezTo>
                  <a:cubicBezTo>
                    <a:pt x="30906" y="265967"/>
                    <a:pt x="30906" y="265766"/>
                    <a:pt x="30906" y="264461"/>
                  </a:cubicBezTo>
                  <a:lnTo>
                    <a:pt x="30906" y="187471"/>
                  </a:lnTo>
                  <a:close/>
                </a:path>
              </a:pathLst>
            </a:custGeom>
            <a:solidFill>
              <a:srgbClr val="000000"/>
            </a:solidFill>
            <a:ln w="25400" cap="flat">
              <a:noFill/>
              <a:prstDash val="solid"/>
              <a:miter/>
            </a:ln>
          </p:spPr>
          <p:txBody>
            <a:bodyPr/>
            <a:lstStyle/>
            <a:p>
              <a:endParaRPr lang="en-US"/>
            </a:p>
          </p:txBody>
        </p:sp>
        <p:sp>
          <p:nvSpPr>
            <p:cNvPr id="2353" name="Freeform: Shape 2352">
              <a:extLst>
                <a:ext uri="{FF2B5EF4-FFF2-40B4-BE49-F238E27FC236}">
                  <a16:creationId xmlns:a16="http://schemas.microsoft.com/office/drawing/2014/main" id="{E41BB51A-A5A9-6222-BF51-5D84B93A8E83}"/>
                </a:ext>
              </a:extLst>
            </p:cNvPr>
            <p:cNvSpPr/>
            <p:nvPr>
              <p:custDataLst>
                <p:tags r:id="rId12"/>
              </p:custDataLst>
            </p:nvPr>
          </p:nvSpPr>
          <p:spPr>
            <a:xfrm>
              <a:off x="4730690" y="3730777"/>
              <a:ext cx="33054" cy="66852"/>
            </a:xfrm>
            <a:custGeom>
              <a:avLst/>
              <a:gdLst>
                <a:gd name="csX0" fmla="*/ 20697 w 33054"/>
                <a:gd name="csY0" fmla="*/ 2684 h 66852"/>
                <a:gd name="csX1" fmla="*/ 18393 w 33054"/>
                <a:gd name="csY1" fmla="*/ 74 h 66852"/>
                <a:gd name="csX2" fmla="*/ 163 w 33054"/>
                <a:gd name="csY2" fmla="*/ 6499 h 66852"/>
                <a:gd name="csX3" fmla="*/ 163 w 33054"/>
                <a:gd name="csY3" fmla="*/ 9610 h 66852"/>
                <a:gd name="csX4" fmla="*/ 13284 w 33054"/>
                <a:gd name="csY4" fmla="*/ 7001 h 66852"/>
                <a:gd name="csX5" fmla="*/ 13284 w 33054"/>
                <a:gd name="csY5" fmla="*/ 58997 h 66852"/>
                <a:gd name="csX6" fmla="*/ 3969 w 33054"/>
                <a:gd name="csY6" fmla="*/ 63815 h 66852"/>
                <a:gd name="csX7" fmla="*/ 764 w 33054"/>
                <a:gd name="csY7" fmla="*/ 63815 h 66852"/>
                <a:gd name="csX8" fmla="*/ 764 w 33054"/>
                <a:gd name="csY8" fmla="*/ 66927 h 66852"/>
                <a:gd name="csX9" fmla="*/ 16991 w 33054"/>
                <a:gd name="csY9" fmla="*/ 66625 h 66852"/>
                <a:gd name="csX10" fmla="*/ 33217 w 33054"/>
                <a:gd name="csY10" fmla="*/ 66927 h 66852"/>
                <a:gd name="csX11" fmla="*/ 33217 w 33054"/>
                <a:gd name="csY11" fmla="*/ 63815 h 66852"/>
                <a:gd name="csX12" fmla="*/ 30012 w 33054"/>
                <a:gd name="csY12" fmla="*/ 63815 h 66852"/>
                <a:gd name="csX13" fmla="*/ 20697 w 33054"/>
                <a:gd name="csY13" fmla="*/ 58997 h 66852"/>
                <a:gd name="csX14" fmla="*/ 20697 w 33054"/>
                <a:gd name="csY14" fmla="*/ 2684 h 668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3054" h="66852">
                  <a:moveTo>
                    <a:pt x="20697" y="2684"/>
                  </a:moveTo>
                  <a:cubicBezTo>
                    <a:pt x="20697" y="275"/>
                    <a:pt x="20697" y="74"/>
                    <a:pt x="18393" y="74"/>
                  </a:cubicBezTo>
                  <a:cubicBezTo>
                    <a:pt x="12183" y="6499"/>
                    <a:pt x="3368" y="6499"/>
                    <a:pt x="163" y="6499"/>
                  </a:cubicBezTo>
                  <a:lnTo>
                    <a:pt x="163" y="9610"/>
                  </a:lnTo>
                  <a:cubicBezTo>
                    <a:pt x="2166" y="9610"/>
                    <a:pt x="8076" y="9610"/>
                    <a:pt x="13284" y="7001"/>
                  </a:cubicBezTo>
                  <a:lnTo>
                    <a:pt x="13284" y="58997"/>
                  </a:lnTo>
                  <a:cubicBezTo>
                    <a:pt x="13284" y="62610"/>
                    <a:pt x="12984" y="63815"/>
                    <a:pt x="3969" y="63815"/>
                  </a:cubicBezTo>
                  <a:lnTo>
                    <a:pt x="764" y="63815"/>
                  </a:lnTo>
                  <a:lnTo>
                    <a:pt x="764" y="66927"/>
                  </a:lnTo>
                  <a:cubicBezTo>
                    <a:pt x="4269" y="66625"/>
                    <a:pt x="12984" y="66625"/>
                    <a:pt x="16991" y="66625"/>
                  </a:cubicBezTo>
                  <a:cubicBezTo>
                    <a:pt x="20997" y="66625"/>
                    <a:pt x="29712" y="66625"/>
                    <a:pt x="33217" y="66927"/>
                  </a:cubicBezTo>
                  <a:lnTo>
                    <a:pt x="33217" y="63815"/>
                  </a:lnTo>
                  <a:lnTo>
                    <a:pt x="30012" y="63815"/>
                  </a:lnTo>
                  <a:cubicBezTo>
                    <a:pt x="20997" y="63815"/>
                    <a:pt x="20697" y="62711"/>
                    <a:pt x="20697" y="58997"/>
                  </a:cubicBezTo>
                  <a:lnTo>
                    <a:pt x="20697" y="2684"/>
                  </a:lnTo>
                  <a:close/>
                </a:path>
              </a:pathLst>
            </a:custGeom>
            <a:solidFill>
              <a:srgbClr val="000000"/>
            </a:solidFill>
            <a:ln w="25400" cap="flat">
              <a:noFill/>
              <a:prstDash val="solid"/>
              <a:miter/>
            </a:ln>
          </p:spPr>
          <p:txBody>
            <a:bodyPr/>
            <a:lstStyle/>
            <a:p>
              <a:endParaRPr lang="en-US"/>
            </a:p>
          </p:txBody>
        </p:sp>
        <p:sp>
          <p:nvSpPr>
            <p:cNvPr id="2354" name="Freeform: Shape 2353">
              <a:extLst>
                <a:ext uri="{FF2B5EF4-FFF2-40B4-BE49-F238E27FC236}">
                  <a16:creationId xmlns:a16="http://schemas.microsoft.com/office/drawing/2014/main" id="{90A07084-306A-DBCD-1FBC-E0ACD8BF70C2}"/>
                </a:ext>
              </a:extLst>
            </p:cNvPr>
            <p:cNvSpPr/>
            <p:nvPr>
              <p:custDataLst>
                <p:tags r:id="rId13"/>
              </p:custDataLst>
            </p:nvPr>
          </p:nvSpPr>
          <p:spPr>
            <a:xfrm>
              <a:off x="4875330" y="3730476"/>
              <a:ext cx="21435" cy="67153"/>
            </a:xfrm>
            <a:custGeom>
              <a:avLst/>
              <a:gdLst>
                <a:gd name="csX0" fmla="*/ 14602 w 21435"/>
                <a:gd name="csY0" fmla="*/ 22860 h 67153"/>
                <a:gd name="csX1" fmla="*/ 578 w 21435"/>
                <a:gd name="csY1" fmla="*/ 23965 h 67153"/>
                <a:gd name="csX2" fmla="*/ 578 w 21435"/>
                <a:gd name="csY2" fmla="*/ 27076 h 67153"/>
                <a:gd name="csX3" fmla="*/ 7991 w 21435"/>
                <a:gd name="csY3" fmla="*/ 32597 h 67153"/>
                <a:gd name="csX4" fmla="*/ 7991 w 21435"/>
                <a:gd name="csY4" fmla="*/ 59599 h 67153"/>
                <a:gd name="csX5" fmla="*/ 178 w 21435"/>
                <a:gd name="csY5" fmla="*/ 64116 h 67153"/>
                <a:gd name="csX6" fmla="*/ 178 w 21435"/>
                <a:gd name="csY6" fmla="*/ 67228 h 67153"/>
                <a:gd name="csX7" fmla="*/ 11196 w 21435"/>
                <a:gd name="csY7" fmla="*/ 66927 h 67153"/>
                <a:gd name="csX8" fmla="*/ 21613 w 21435"/>
                <a:gd name="csY8" fmla="*/ 67228 h 67153"/>
                <a:gd name="csX9" fmla="*/ 21613 w 21435"/>
                <a:gd name="csY9" fmla="*/ 64116 h 67153"/>
                <a:gd name="csX10" fmla="*/ 14602 w 21435"/>
                <a:gd name="csY10" fmla="*/ 59699 h 67153"/>
                <a:gd name="csX11" fmla="*/ 14602 w 21435"/>
                <a:gd name="csY11" fmla="*/ 22860 h 67153"/>
                <a:gd name="csX12" fmla="*/ 15002 w 21435"/>
                <a:gd name="csY12" fmla="*/ 5394 h 67153"/>
                <a:gd name="csX13" fmla="*/ 9693 w 21435"/>
                <a:gd name="csY13" fmla="*/ 74 h 67153"/>
                <a:gd name="csX14" fmla="*/ 4385 w 21435"/>
                <a:gd name="csY14" fmla="*/ 5394 h 67153"/>
                <a:gd name="csX15" fmla="*/ 9693 w 21435"/>
                <a:gd name="csY15" fmla="*/ 10715 h 67153"/>
                <a:gd name="csX16" fmla="*/ 15002 w 21435"/>
                <a:gd name="csY16" fmla="*/ 5394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35" h="67153">
                  <a:moveTo>
                    <a:pt x="14602" y="22860"/>
                  </a:moveTo>
                  <a:lnTo>
                    <a:pt x="578" y="23965"/>
                  </a:lnTo>
                  <a:lnTo>
                    <a:pt x="578" y="27076"/>
                  </a:lnTo>
                  <a:cubicBezTo>
                    <a:pt x="7089" y="27076"/>
                    <a:pt x="7991" y="27679"/>
                    <a:pt x="7991" y="32597"/>
                  </a:cubicBezTo>
                  <a:lnTo>
                    <a:pt x="7991" y="59599"/>
                  </a:lnTo>
                  <a:cubicBezTo>
                    <a:pt x="7991" y="64116"/>
                    <a:pt x="6889" y="64116"/>
                    <a:pt x="178" y="64116"/>
                  </a:cubicBezTo>
                  <a:lnTo>
                    <a:pt x="178" y="67228"/>
                  </a:lnTo>
                  <a:cubicBezTo>
                    <a:pt x="3383" y="67127"/>
                    <a:pt x="8792" y="66927"/>
                    <a:pt x="11196" y="66927"/>
                  </a:cubicBezTo>
                  <a:cubicBezTo>
                    <a:pt x="14702" y="66927"/>
                    <a:pt x="18207" y="67127"/>
                    <a:pt x="21613" y="67228"/>
                  </a:cubicBezTo>
                  <a:lnTo>
                    <a:pt x="21613" y="64116"/>
                  </a:lnTo>
                  <a:cubicBezTo>
                    <a:pt x="15002" y="64116"/>
                    <a:pt x="14602" y="63614"/>
                    <a:pt x="14602" y="59699"/>
                  </a:cubicBezTo>
                  <a:lnTo>
                    <a:pt x="14602" y="22860"/>
                  </a:lnTo>
                  <a:close/>
                  <a:moveTo>
                    <a:pt x="15002" y="5394"/>
                  </a:moveTo>
                  <a:cubicBezTo>
                    <a:pt x="15002" y="2182"/>
                    <a:pt x="12498" y="74"/>
                    <a:pt x="9693" y="74"/>
                  </a:cubicBezTo>
                  <a:cubicBezTo>
                    <a:pt x="6588" y="74"/>
                    <a:pt x="4385" y="2785"/>
                    <a:pt x="4385" y="5394"/>
                  </a:cubicBezTo>
                  <a:cubicBezTo>
                    <a:pt x="4385" y="8105"/>
                    <a:pt x="6588" y="10715"/>
                    <a:pt x="9693" y="10715"/>
                  </a:cubicBezTo>
                  <a:cubicBezTo>
                    <a:pt x="12498" y="10715"/>
                    <a:pt x="15002" y="8607"/>
                    <a:pt x="15002" y="5394"/>
                  </a:cubicBezTo>
                  <a:close/>
                </a:path>
              </a:pathLst>
            </a:custGeom>
            <a:solidFill>
              <a:srgbClr val="000000"/>
            </a:solidFill>
            <a:ln w="25400" cap="flat">
              <a:noFill/>
              <a:prstDash val="solid"/>
              <a:miter/>
            </a:ln>
          </p:spPr>
          <p:txBody>
            <a:bodyPr/>
            <a:lstStyle/>
            <a:p>
              <a:endParaRPr lang="en-US"/>
            </a:p>
          </p:txBody>
        </p:sp>
        <p:sp>
          <p:nvSpPr>
            <p:cNvPr id="2355" name="Freeform: Shape 2354">
              <a:extLst>
                <a:ext uri="{FF2B5EF4-FFF2-40B4-BE49-F238E27FC236}">
                  <a16:creationId xmlns:a16="http://schemas.microsoft.com/office/drawing/2014/main" id="{8B7D24E7-17CD-0FD9-EC6A-84F31BBE421C}"/>
                </a:ext>
              </a:extLst>
            </p:cNvPr>
            <p:cNvSpPr/>
            <p:nvPr>
              <p:custDataLst>
                <p:tags r:id="rId14"/>
              </p:custDataLst>
            </p:nvPr>
          </p:nvSpPr>
          <p:spPr>
            <a:xfrm>
              <a:off x="4903154" y="3726862"/>
              <a:ext cx="32453" cy="70766"/>
            </a:xfrm>
            <a:custGeom>
              <a:avLst/>
              <a:gdLst>
                <a:gd name="csX0" fmla="*/ 14404 w 32453"/>
                <a:gd name="csY0" fmla="*/ 27578 h 70766"/>
                <a:gd name="csX1" fmla="*/ 14404 w 32453"/>
                <a:gd name="csY1" fmla="*/ 15934 h 70766"/>
                <a:gd name="csX2" fmla="*/ 23619 w 32453"/>
                <a:gd name="csY2" fmla="*/ 2283 h 70766"/>
                <a:gd name="csX3" fmla="*/ 26925 w 32453"/>
                <a:gd name="csY3" fmla="*/ 2985 h 70766"/>
                <a:gd name="csX4" fmla="*/ 23920 w 32453"/>
                <a:gd name="csY4" fmla="*/ 7201 h 70766"/>
                <a:gd name="csX5" fmla="*/ 28227 w 32453"/>
                <a:gd name="csY5" fmla="*/ 11518 h 70766"/>
                <a:gd name="csX6" fmla="*/ 32634 w 32453"/>
                <a:gd name="csY6" fmla="*/ 7101 h 70766"/>
                <a:gd name="csX7" fmla="*/ 23619 w 32453"/>
                <a:gd name="csY7" fmla="*/ 74 h 70766"/>
                <a:gd name="csX8" fmla="*/ 8094 w 32453"/>
                <a:gd name="csY8" fmla="*/ 16035 h 70766"/>
                <a:gd name="csX9" fmla="*/ 8094 w 32453"/>
                <a:gd name="csY9" fmla="*/ 27578 h 70766"/>
                <a:gd name="csX10" fmla="*/ 180 w 32453"/>
                <a:gd name="csY10" fmla="*/ 27578 h 70766"/>
                <a:gd name="csX11" fmla="*/ 180 w 32453"/>
                <a:gd name="csY11" fmla="*/ 30690 h 70766"/>
                <a:gd name="csX12" fmla="*/ 8094 w 32453"/>
                <a:gd name="csY12" fmla="*/ 30690 h 70766"/>
                <a:gd name="csX13" fmla="*/ 8094 w 32453"/>
                <a:gd name="csY13" fmla="*/ 63213 h 70766"/>
                <a:gd name="csX14" fmla="*/ 281 w 32453"/>
                <a:gd name="csY14" fmla="*/ 67730 h 70766"/>
                <a:gd name="csX15" fmla="*/ 281 w 32453"/>
                <a:gd name="csY15" fmla="*/ 70841 h 70766"/>
                <a:gd name="csX16" fmla="*/ 11699 w 32453"/>
                <a:gd name="csY16" fmla="*/ 70540 h 70766"/>
                <a:gd name="csX17" fmla="*/ 24421 w 32453"/>
                <a:gd name="csY17" fmla="*/ 70841 h 70766"/>
                <a:gd name="csX18" fmla="*/ 24421 w 32453"/>
                <a:gd name="csY18" fmla="*/ 67730 h 70766"/>
                <a:gd name="csX19" fmla="*/ 22317 w 32453"/>
                <a:gd name="csY19" fmla="*/ 67730 h 70766"/>
                <a:gd name="csX20" fmla="*/ 14704 w 32453"/>
                <a:gd name="csY20" fmla="*/ 63012 h 70766"/>
                <a:gd name="csX21" fmla="*/ 14704 w 32453"/>
                <a:gd name="csY21" fmla="*/ 30690 h 70766"/>
                <a:gd name="csX22" fmla="*/ 26123 w 32453"/>
                <a:gd name="csY22" fmla="*/ 30690 h 70766"/>
                <a:gd name="csX23" fmla="*/ 26123 w 32453"/>
                <a:gd name="csY23" fmla="*/ 27578 h 70766"/>
                <a:gd name="csX24" fmla="*/ 14404 w 32453"/>
                <a:gd name="csY24" fmla="*/ 27578 h 70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32453" h="70766">
                  <a:moveTo>
                    <a:pt x="14404" y="27578"/>
                  </a:moveTo>
                  <a:lnTo>
                    <a:pt x="14404" y="15934"/>
                  </a:lnTo>
                  <a:cubicBezTo>
                    <a:pt x="14404" y="7101"/>
                    <a:pt x="19212" y="2283"/>
                    <a:pt x="23619" y="2283"/>
                  </a:cubicBezTo>
                  <a:cubicBezTo>
                    <a:pt x="23920" y="2283"/>
                    <a:pt x="25422" y="2283"/>
                    <a:pt x="26925" y="2985"/>
                  </a:cubicBezTo>
                  <a:cubicBezTo>
                    <a:pt x="25723" y="3387"/>
                    <a:pt x="23920" y="4692"/>
                    <a:pt x="23920" y="7201"/>
                  </a:cubicBezTo>
                  <a:cubicBezTo>
                    <a:pt x="23920" y="9510"/>
                    <a:pt x="25522" y="11518"/>
                    <a:pt x="28227" y="11518"/>
                  </a:cubicBezTo>
                  <a:cubicBezTo>
                    <a:pt x="31132" y="11518"/>
                    <a:pt x="32634" y="9510"/>
                    <a:pt x="32634" y="7101"/>
                  </a:cubicBezTo>
                  <a:cubicBezTo>
                    <a:pt x="32634" y="3387"/>
                    <a:pt x="28928" y="74"/>
                    <a:pt x="23619" y="74"/>
                  </a:cubicBezTo>
                  <a:cubicBezTo>
                    <a:pt x="16608" y="74"/>
                    <a:pt x="8094" y="5394"/>
                    <a:pt x="8094" y="16035"/>
                  </a:cubicBezTo>
                  <a:lnTo>
                    <a:pt x="8094" y="27578"/>
                  </a:lnTo>
                  <a:lnTo>
                    <a:pt x="180" y="27578"/>
                  </a:lnTo>
                  <a:lnTo>
                    <a:pt x="180" y="30690"/>
                  </a:lnTo>
                  <a:lnTo>
                    <a:pt x="8094" y="30690"/>
                  </a:lnTo>
                  <a:lnTo>
                    <a:pt x="8094" y="63213"/>
                  </a:lnTo>
                  <a:cubicBezTo>
                    <a:pt x="8094" y="67730"/>
                    <a:pt x="6992" y="67730"/>
                    <a:pt x="281" y="67730"/>
                  </a:cubicBezTo>
                  <a:lnTo>
                    <a:pt x="281" y="70841"/>
                  </a:lnTo>
                  <a:cubicBezTo>
                    <a:pt x="4187" y="70741"/>
                    <a:pt x="8895" y="70540"/>
                    <a:pt x="11699" y="70540"/>
                  </a:cubicBezTo>
                  <a:cubicBezTo>
                    <a:pt x="15706" y="70540"/>
                    <a:pt x="20414" y="70540"/>
                    <a:pt x="24421" y="70841"/>
                  </a:cubicBezTo>
                  <a:lnTo>
                    <a:pt x="24421" y="67730"/>
                  </a:lnTo>
                  <a:lnTo>
                    <a:pt x="22317" y="67730"/>
                  </a:lnTo>
                  <a:cubicBezTo>
                    <a:pt x="14905" y="67730"/>
                    <a:pt x="14704" y="66625"/>
                    <a:pt x="14704" y="63012"/>
                  </a:cubicBezTo>
                  <a:lnTo>
                    <a:pt x="14704" y="30690"/>
                  </a:lnTo>
                  <a:lnTo>
                    <a:pt x="26123" y="30690"/>
                  </a:lnTo>
                  <a:lnTo>
                    <a:pt x="26123" y="27578"/>
                  </a:lnTo>
                  <a:lnTo>
                    <a:pt x="14404" y="27578"/>
                  </a:lnTo>
                  <a:close/>
                </a:path>
              </a:pathLst>
            </a:custGeom>
            <a:solidFill>
              <a:srgbClr val="000000"/>
            </a:solidFill>
            <a:ln w="25400" cap="flat">
              <a:noFill/>
              <a:prstDash val="solid"/>
              <a:miter/>
            </a:ln>
          </p:spPr>
          <p:txBody>
            <a:bodyPr/>
            <a:lstStyle/>
            <a:p>
              <a:endParaRPr lang="en-US"/>
            </a:p>
          </p:txBody>
        </p:sp>
        <p:sp>
          <p:nvSpPr>
            <p:cNvPr id="2356" name="Freeform: Shape 2355">
              <a:extLst>
                <a:ext uri="{FF2B5EF4-FFF2-40B4-BE49-F238E27FC236}">
                  <a16:creationId xmlns:a16="http://schemas.microsoft.com/office/drawing/2014/main" id="{E359BA67-C4B2-68BA-5B12-D73B34619197}"/>
                </a:ext>
              </a:extLst>
            </p:cNvPr>
            <p:cNvSpPr/>
            <p:nvPr>
              <p:custDataLst>
                <p:tags r:id="rId15"/>
              </p:custDataLst>
            </p:nvPr>
          </p:nvSpPr>
          <p:spPr>
            <a:xfrm>
              <a:off x="4966748" y="3753262"/>
              <a:ext cx="46176" cy="64944"/>
            </a:xfrm>
            <a:custGeom>
              <a:avLst/>
              <a:gdLst>
                <a:gd name="csX0" fmla="*/ 45963 w 46176"/>
                <a:gd name="csY0" fmla="*/ 6197 h 64944"/>
                <a:gd name="csX1" fmla="*/ 46363 w 46176"/>
                <a:gd name="csY1" fmla="*/ 3889 h 64944"/>
                <a:gd name="csX2" fmla="*/ 43458 w 46176"/>
                <a:gd name="csY2" fmla="*/ 1179 h 64944"/>
                <a:gd name="csX3" fmla="*/ 39953 w 46176"/>
                <a:gd name="csY3" fmla="*/ 3287 h 64944"/>
                <a:gd name="csX4" fmla="*/ 38550 w 46176"/>
                <a:gd name="csY4" fmla="*/ 8707 h 64944"/>
                <a:gd name="csX5" fmla="*/ 36547 w 46176"/>
                <a:gd name="csY5" fmla="*/ 16737 h 64944"/>
                <a:gd name="csX6" fmla="*/ 32039 w 46176"/>
                <a:gd name="csY6" fmla="*/ 34805 h 64944"/>
                <a:gd name="csX7" fmla="*/ 20721 w 46176"/>
                <a:gd name="csY7" fmla="*/ 43338 h 64944"/>
                <a:gd name="csX8" fmla="*/ 14510 w 46176"/>
                <a:gd name="csY8" fmla="*/ 35207 h 64944"/>
                <a:gd name="csX9" fmla="*/ 19619 w 46176"/>
                <a:gd name="csY9" fmla="*/ 15533 h 64944"/>
                <a:gd name="csX10" fmla="*/ 21622 w 46176"/>
                <a:gd name="csY10" fmla="*/ 8305 h 64944"/>
                <a:gd name="csX11" fmla="*/ 13409 w 46176"/>
                <a:gd name="csY11" fmla="*/ 74 h 64944"/>
                <a:gd name="csX12" fmla="*/ 187 w 46176"/>
                <a:gd name="csY12" fmla="*/ 15533 h 64944"/>
                <a:gd name="csX13" fmla="*/ 1389 w 46176"/>
                <a:gd name="csY13" fmla="*/ 16536 h 64944"/>
                <a:gd name="csX14" fmla="*/ 2991 w 46176"/>
                <a:gd name="csY14" fmla="*/ 14730 h 64944"/>
                <a:gd name="csX15" fmla="*/ 13108 w 46176"/>
                <a:gd name="csY15" fmla="*/ 2283 h 64944"/>
                <a:gd name="csX16" fmla="*/ 15612 w 46176"/>
                <a:gd name="csY16" fmla="*/ 5495 h 64944"/>
                <a:gd name="csX17" fmla="*/ 13909 w 46176"/>
                <a:gd name="csY17" fmla="*/ 12521 h 64944"/>
                <a:gd name="csX18" fmla="*/ 8100 w 46176"/>
                <a:gd name="csY18" fmla="*/ 33601 h 64944"/>
                <a:gd name="csX19" fmla="*/ 20320 w 46176"/>
                <a:gd name="csY19" fmla="*/ 45546 h 64944"/>
                <a:gd name="csX20" fmla="*/ 30437 w 46176"/>
                <a:gd name="csY20" fmla="*/ 41029 h 64944"/>
                <a:gd name="csX21" fmla="*/ 23926 w 46176"/>
                <a:gd name="csY21" fmla="*/ 56487 h 64944"/>
                <a:gd name="csX22" fmla="*/ 12908 w 46176"/>
                <a:gd name="csY22" fmla="*/ 62811 h 64944"/>
                <a:gd name="csX23" fmla="*/ 5295 w 46176"/>
                <a:gd name="csY23" fmla="*/ 58595 h 64944"/>
                <a:gd name="csX24" fmla="*/ 9602 w 46176"/>
                <a:gd name="csY24" fmla="*/ 57391 h 64944"/>
                <a:gd name="csX25" fmla="*/ 11606 w 46176"/>
                <a:gd name="csY25" fmla="*/ 53275 h 64944"/>
                <a:gd name="csX26" fmla="*/ 7900 w 46176"/>
                <a:gd name="csY26" fmla="*/ 49762 h 64944"/>
                <a:gd name="csX27" fmla="*/ 2290 w 46176"/>
                <a:gd name="csY27" fmla="*/ 56286 h 64944"/>
                <a:gd name="csX28" fmla="*/ 12908 w 46176"/>
                <a:gd name="csY28" fmla="*/ 65019 h 64944"/>
                <a:gd name="csX29" fmla="*/ 36347 w 46176"/>
                <a:gd name="csY29" fmla="*/ 44542 h 64944"/>
                <a:gd name="csX30" fmla="*/ 45963 w 46176"/>
                <a:gd name="csY30" fmla="*/ 6197 h 64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6176" h="64944">
                  <a:moveTo>
                    <a:pt x="45963" y="6197"/>
                  </a:moveTo>
                  <a:cubicBezTo>
                    <a:pt x="46363" y="4792"/>
                    <a:pt x="46363" y="4591"/>
                    <a:pt x="46363" y="3889"/>
                  </a:cubicBezTo>
                  <a:cubicBezTo>
                    <a:pt x="46363" y="2082"/>
                    <a:pt x="44961" y="1179"/>
                    <a:pt x="43458" y="1179"/>
                  </a:cubicBezTo>
                  <a:cubicBezTo>
                    <a:pt x="42457" y="1179"/>
                    <a:pt x="40854" y="1781"/>
                    <a:pt x="39953" y="3287"/>
                  </a:cubicBezTo>
                  <a:cubicBezTo>
                    <a:pt x="39752" y="3788"/>
                    <a:pt x="38951" y="6900"/>
                    <a:pt x="38550" y="8707"/>
                  </a:cubicBezTo>
                  <a:cubicBezTo>
                    <a:pt x="37849" y="11317"/>
                    <a:pt x="37148" y="14027"/>
                    <a:pt x="36547" y="16737"/>
                  </a:cubicBezTo>
                  <a:lnTo>
                    <a:pt x="32039" y="34805"/>
                  </a:lnTo>
                  <a:cubicBezTo>
                    <a:pt x="31639" y="36311"/>
                    <a:pt x="27332" y="43338"/>
                    <a:pt x="20721" y="43338"/>
                  </a:cubicBezTo>
                  <a:cubicBezTo>
                    <a:pt x="15612" y="43338"/>
                    <a:pt x="14510" y="38921"/>
                    <a:pt x="14510" y="35207"/>
                  </a:cubicBezTo>
                  <a:cubicBezTo>
                    <a:pt x="14510" y="30589"/>
                    <a:pt x="16213" y="24366"/>
                    <a:pt x="19619" y="15533"/>
                  </a:cubicBezTo>
                  <a:cubicBezTo>
                    <a:pt x="21222" y="11417"/>
                    <a:pt x="21622" y="10313"/>
                    <a:pt x="21622" y="8305"/>
                  </a:cubicBezTo>
                  <a:cubicBezTo>
                    <a:pt x="21622" y="3788"/>
                    <a:pt x="18417" y="74"/>
                    <a:pt x="13409" y="74"/>
                  </a:cubicBezTo>
                  <a:cubicBezTo>
                    <a:pt x="3893" y="74"/>
                    <a:pt x="187" y="14629"/>
                    <a:pt x="187" y="15533"/>
                  </a:cubicBezTo>
                  <a:cubicBezTo>
                    <a:pt x="187" y="16536"/>
                    <a:pt x="1188" y="16536"/>
                    <a:pt x="1389" y="16536"/>
                  </a:cubicBezTo>
                  <a:cubicBezTo>
                    <a:pt x="2390" y="16536"/>
                    <a:pt x="2491" y="16336"/>
                    <a:pt x="2991" y="14730"/>
                  </a:cubicBezTo>
                  <a:cubicBezTo>
                    <a:pt x="5696" y="5294"/>
                    <a:pt x="9703" y="2283"/>
                    <a:pt x="13108" y="2283"/>
                  </a:cubicBezTo>
                  <a:cubicBezTo>
                    <a:pt x="13909" y="2283"/>
                    <a:pt x="15612" y="2283"/>
                    <a:pt x="15612" y="5495"/>
                  </a:cubicBezTo>
                  <a:cubicBezTo>
                    <a:pt x="15612" y="8004"/>
                    <a:pt x="14611" y="10614"/>
                    <a:pt x="13909" y="12521"/>
                  </a:cubicBezTo>
                  <a:cubicBezTo>
                    <a:pt x="9903" y="23161"/>
                    <a:pt x="8100" y="28883"/>
                    <a:pt x="8100" y="33601"/>
                  </a:cubicBezTo>
                  <a:cubicBezTo>
                    <a:pt x="8100" y="42535"/>
                    <a:pt x="14410" y="45546"/>
                    <a:pt x="20320" y="45546"/>
                  </a:cubicBezTo>
                  <a:cubicBezTo>
                    <a:pt x="24227" y="45546"/>
                    <a:pt x="27632" y="43839"/>
                    <a:pt x="30437" y="41029"/>
                  </a:cubicBezTo>
                  <a:cubicBezTo>
                    <a:pt x="29135" y="46249"/>
                    <a:pt x="27933" y="51167"/>
                    <a:pt x="23926" y="56487"/>
                  </a:cubicBezTo>
                  <a:cubicBezTo>
                    <a:pt x="21322" y="59900"/>
                    <a:pt x="17515" y="62811"/>
                    <a:pt x="12908" y="62811"/>
                  </a:cubicBezTo>
                  <a:cubicBezTo>
                    <a:pt x="11505" y="62811"/>
                    <a:pt x="6998" y="62510"/>
                    <a:pt x="5295" y="58595"/>
                  </a:cubicBezTo>
                  <a:cubicBezTo>
                    <a:pt x="6898" y="58595"/>
                    <a:pt x="8200" y="58595"/>
                    <a:pt x="9602" y="57391"/>
                  </a:cubicBezTo>
                  <a:cubicBezTo>
                    <a:pt x="10604" y="56487"/>
                    <a:pt x="11606" y="55182"/>
                    <a:pt x="11606" y="53275"/>
                  </a:cubicBezTo>
                  <a:cubicBezTo>
                    <a:pt x="11606" y="50163"/>
                    <a:pt x="8901" y="49762"/>
                    <a:pt x="7900" y="49762"/>
                  </a:cubicBezTo>
                  <a:cubicBezTo>
                    <a:pt x="5596" y="49762"/>
                    <a:pt x="2290" y="51368"/>
                    <a:pt x="2290" y="56286"/>
                  </a:cubicBezTo>
                  <a:cubicBezTo>
                    <a:pt x="2290" y="61305"/>
                    <a:pt x="6698" y="65019"/>
                    <a:pt x="12908" y="65019"/>
                  </a:cubicBezTo>
                  <a:cubicBezTo>
                    <a:pt x="23225" y="65019"/>
                    <a:pt x="33542" y="55885"/>
                    <a:pt x="36347" y="44542"/>
                  </a:cubicBezTo>
                  <a:lnTo>
                    <a:pt x="45963" y="6197"/>
                  </a:lnTo>
                  <a:close/>
                </a:path>
              </a:pathLst>
            </a:custGeom>
            <a:solidFill>
              <a:srgbClr val="000000"/>
            </a:solidFill>
            <a:ln w="25400" cap="flat">
              <a:noFill/>
              <a:prstDash val="solid"/>
              <a:miter/>
            </a:ln>
          </p:spPr>
          <p:txBody>
            <a:bodyPr/>
            <a:lstStyle/>
            <a:p>
              <a:endParaRPr lang="en-US"/>
            </a:p>
          </p:txBody>
        </p:sp>
        <p:sp>
          <p:nvSpPr>
            <p:cNvPr id="2357" name="Freeform: Shape 2356">
              <a:extLst>
                <a:ext uri="{FF2B5EF4-FFF2-40B4-BE49-F238E27FC236}">
                  <a16:creationId xmlns:a16="http://schemas.microsoft.com/office/drawing/2014/main" id="{1D74553C-D40D-02D9-A753-ECCFE529ED49}"/>
                </a:ext>
              </a:extLst>
            </p:cNvPr>
            <p:cNvSpPr/>
            <p:nvPr>
              <p:custDataLst>
                <p:tags r:id="rId16"/>
              </p:custDataLst>
            </p:nvPr>
          </p:nvSpPr>
          <p:spPr>
            <a:xfrm>
              <a:off x="5049979" y="3760790"/>
              <a:ext cx="66610" cy="23488"/>
            </a:xfrm>
            <a:custGeom>
              <a:avLst/>
              <a:gdLst>
                <a:gd name="csX0" fmla="*/ 63399 w 66610"/>
                <a:gd name="csY0" fmla="*/ 4090 h 23488"/>
                <a:gd name="csX1" fmla="*/ 66805 w 66610"/>
                <a:gd name="csY1" fmla="*/ 2082 h 23488"/>
                <a:gd name="csX2" fmla="*/ 63500 w 66610"/>
                <a:gd name="csY2" fmla="*/ 74 h 23488"/>
                <a:gd name="csX3" fmla="*/ 3500 w 66610"/>
                <a:gd name="csY3" fmla="*/ 74 h 23488"/>
                <a:gd name="csX4" fmla="*/ 195 w 66610"/>
                <a:gd name="csY4" fmla="*/ 2082 h 23488"/>
                <a:gd name="csX5" fmla="*/ 3600 w 66610"/>
                <a:gd name="csY5" fmla="*/ 4090 h 23488"/>
                <a:gd name="csX6" fmla="*/ 63399 w 66610"/>
                <a:gd name="csY6" fmla="*/ 4090 h 23488"/>
                <a:gd name="csX7" fmla="*/ 63500 w 66610"/>
                <a:gd name="csY7" fmla="*/ 23563 h 23488"/>
                <a:gd name="csX8" fmla="*/ 66805 w 66610"/>
                <a:gd name="csY8" fmla="*/ 21555 h 23488"/>
                <a:gd name="csX9" fmla="*/ 63399 w 66610"/>
                <a:gd name="csY9" fmla="*/ 19548 h 23488"/>
                <a:gd name="csX10" fmla="*/ 3600 w 66610"/>
                <a:gd name="csY10" fmla="*/ 19548 h 23488"/>
                <a:gd name="csX11" fmla="*/ 195 w 66610"/>
                <a:gd name="csY11" fmla="*/ 21555 h 23488"/>
                <a:gd name="csX12" fmla="*/ 3500 w 66610"/>
                <a:gd name="csY12" fmla="*/ 23563 h 23488"/>
                <a:gd name="csX13" fmla="*/ 63500 w 66610"/>
                <a:gd name="csY13" fmla="*/ 23563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610" h="23488">
                  <a:moveTo>
                    <a:pt x="63399" y="4090"/>
                  </a:moveTo>
                  <a:cubicBezTo>
                    <a:pt x="64902" y="4090"/>
                    <a:pt x="66805" y="4090"/>
                    <a:pt x="66805" y="2082"/>
                  </a:cubicBezTo>
                  <a:cubicBezTo>
                    <a:pt x="66805" y="74"/>
                    <a:pt x="64902" y="74"/>
                    <a:pt x="63500" y="74"/>
                  </a:cubicBezTo>
                  <a:lnTo>
                    <a:pt x="3500" y="74"/>
                  </a:lnTo>
                  <a:cubicBezTo>
                    <a:pt x="2098" y="74"/>
                    <a:pt x="195" y="74"/>
                    <a:pt x="195" y="2082"/>
                  </a:cubicBezTo>
                  <a:cubicBezTo>
                    <a:pt x="195" y="4090"/>
                    <a:pt x="2098" y="4090"/>
                    <a:pt x="3600" y="4090"/>
                  </a:cubicBezTo>
                  <a:lnTo>
                    <a:pt x="63399" y="4090"/>
                  </a:lnTo>
                  <a:close/>
                  <a:moveTo>
                    <a:pt x="63500" y="23563"/>
                  </a:moveTo>
                  <a:cubicBezTo>
                    <a:pt x="64902" y="23563"/>
                    <a:pt x="66805" y="23563"/>
                    <a:pt x="66805" y="21555"/>
                  </a:cubicBezTo>
                  <a:cubicBezTo>
                    <a:pt x="66805" y="19548"/>
                    <a:pt x="64902" y="19548"/>
                    <a:pt x="63399" y="19548"/>
                  </a:cubicBezTo>
                  <a:lnTo>
                    <a:pt x="3600" y="19548"/>
                  </a:lnTo>
                  <a:cubicBezTo>
                    <a:pt x="2098" y="19548"/>
                    <a:pt x="195" y="19548"/>
                    <a:pt x="195" y="21555"/>
                  </a:cubicBezTo>
                  <a:cubicBezTo>
                    <a:pt x="195" y="23563"/>
                    <a:pt x="2098" y="23563"/>
                    <a:pt x="3500" y="23563"/>
                  </a:cubicBezTo>
                  <a:lnTo>
                    <a:pt x="63500" y="23563"/>
                  </a:lnTo>
                  <a:close/>
                </a:path>
              </a:pathLst>
            </a:custGeom>
            <a:solidFill>
              <a:srgbClr val="000000"/>
            </a:solidFill>
            <a:ln w="25400" cap="flat">
              <a:noFill/>
              <a:prstDash val="solid"/>
              <a:miter/>
            </a:ln>
          </p:spPr>
          <p:txBody>
            <a:bodyPr/>
            <a:lstStyle/>
            <a:p>
              <a:endParaRPr lang="en-US"/>
            </a:p>
          </p:txBody>
        </p:sp>
        <p:sp>
          <p:nvSpPr>
            <p:cNvPr id="2358" name="Freeform: Shape 2357">
              <a:extLst>
                <a:ext uri="{FF2B5EF4-FFF2-40B4-BE49-F238E27FC236}">
                  <a16:creationId xmlns:a16="http://schemas.microsoft.com/office/drawing/2014/main" id="{CC851FCC-AC89-48A0-5F20-38BF5168278D}"/>
                </a:ext>
              </a:extLst>
            </p:cNvPr>
            <p:cNvSpPr/>
            <p:nvPr>
              <p:custDataLst>
                <p:tags r:id="rId17"/>
              </p:custDataLst>
            </p:nvPr>
          </p:nvSpPr>
          <p:spPr>
            <a:xfrm>
              <a:off x="5153405" y="3727966"/>
              <a:ext cx="31452" cy="30013"/>
            </a:xfrm>
            <a:custGeom>
              <a:avLst/>
              <a:gdLst>
                <a:gd name="csX0" fmla="*/ 12225 w 31452"/>
                <a:gd name="csY0" fmla="*/ 10614 h 30013"/>
                <a:gd name="csX1" fmla="*/ 5514 w 31452"/>
                <a:gd name="csY1" fmla="*/ 74 h 30013"/>
                <a:gd name="csX2" fmla="*/ 205 w 31452"/>
                <a:gd name="csY2" fmla="*/ 5394 h 30013"/>
                <a:gd name="csX3" fmla="*/ 5514 w 31452"/>
                <a:gd name="csY3" fmla="*/ 10715 h 30013"/>
                <a:gd name="csX4" fmla="*/ 9521 w 31452"/>
                <a:gd name="csY4" fmla="*/ 9108 h 30013"/>
                <a:gd name="csX5" fmla="*/ 9821 w 31452"/>
                <a:gd name="csY5" fmla="*/ 8807 h 30013"/>
                <a:gd name="csX6" fmla="*/ 10022 w 31452"/>
                <a:gd name="csY6" fmla="*/ 10614 h 30013"/>
                <a:gd name="csX7" fmla="*/ 3010 w 31452"/>
                <a:gd name="csY7" fmla="*/ 27277 h 30013"/>
                <a:gd name="csX8" fmla="*/ 1808 w 31452"/>
                <a:gd name="csY8" fmla="*/ 28983 h 30013"/>
                <a:gd name="csX9" fmla="*/ 2810 w 31452"/>
                <a:gd name="csY9" fmla="*/ 30088 h 30013"/>
                <a:gd name="csX10" fmla="*/ 12225 w 31452"/>
                <a:gd name="csY10" fmla="*/ 10614 h 30013"/>
                <a:gd name="csX11" fmla="*/ 31657 w 31452"/>
                <a:gd name="csY11" fmla="*/ 10614 h 30013"/>
                <a:gd name="csX12" fmla="*/ 24946 w 31452"/>
                <a:gd name="csY12" fmla="*/ 74 h 30013"/>
                <a:gd name="csX13" fmla="*/ 19637 w 31452"/>
                <a:gd name="csY13" fmla="*/ 5394 h 30013"/>
                <a:gd name="csX14" fmla="*/ 24946 w 31452"/>
                <a:gd name="csY14" fmla="*/ 10715 h 30013"/>
                <a:gd name="csX15" fmla="*/ 28953 w 31452"/>
                <a:gd name="csY15" fmla="*/ 9108 h 30013"/>
                <a:gd name="csX16" fmla="*/ 29253 w 31452"/>
                <a:gd name="csY16" fmla="*/ 8807 h 30013"/>
                <a:gd name="csX17" fmla="*/ 29454 w 31452"/>
                <a:gd name="csY17" fmla="*/ 10614 h 30013"/>
                <a:gd name="csX18" fmla="*/ 22442 w 31452"/>
                <a:gd name="csY18" fmla="*/ 27277 h 30013"/>
                <a:gd name="csX19" fmla="*/ 21240 w 31452"/>
                <a:gd name="csY19" fmla="*/ 28983 h 30013"/>
                <a:gd name="csX20" fmla="*/ 22242 w 31452"/>
                <a:gd name="csY20" fmla="*/ 30088 h 30013"/>
                <a:gd name="csX21" fmla="*/ 31657 w 31452"/>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225" y="10614"/>
                  </a:moveTo>
                  <a:cubicBezTo>
                    <a:pt x="12225" y="4591"/>
                    <a:pt x="9821" y="74"/>
                    <a:pt x="5514" y="74"/>
                  </a:cubicBezTo>
                  <a:cubicBezTo>
                    <a:pt x="2008" y="74"/>
                    <a:pt x="205" y="2785"/>
                    <a:pt x="205" y="5394"/>
                  </a:cubicBezTo>
                  <a:cubicBezTo>
                    <a:pt x="205" y="8004"/>
                    <a:pt x="1908" y="10715"/>
                    <a:pt x="5514" y="10715"/>
                  </a:cubicBezTo>
                  <a:cubicBezTo>
                    <a:pt x="7517" y="10715"/>
                    <a:pt x="8920" y="9711"/>
                    <a:pt x="9521" y="9108"/>
                  </a:cubicBezTo>
                  <a:cubicBezTo>
                    <a:pt x="9621" y="8908"/>
                    <a:pt x="9721" y="8807"/>
                    <a:pt x="9821" y="8807"/>
                  </a:cubicBezTo>
                  <a:cubicBezTo>
                    <a:pt x="10022" y="8807"/>
                    <a:pt x="10022" y="10213"/>
                    <a:pt x="10022" y="10614"/>
                  </a:cubicBezTo>
                  <a:cubicBezTo>
                    <a:pt x="10022" y="13826"/>
                    <a:pt x="9320" y="21054"/>
                    <a:pt x="3010" y="27277"/>
                  </a:cubicBezTo>
                  <a:cubicBezTo>
                    <a:pt x="1808" y="28482"/>
                    <a:pt x="1808" y="28682"/>
                    <a:pt x="1808" y="28983"/>
                  </a:cubicBezTo>
                  <a:cubicBezTo>
                    <a:pt x="1808" y="29686"/>
                    <a:pt x="2309" y="30088"/>
                    <a:pt x="2810" y="30088"/>
                  </a:cubicBezTo>
                  <a:cubicBezTo>
                    <a:pt x="3911" y="30088"/>
                    <a:pt x="12225" y="22459"/>
                    <a:pt x="12225" y="10614"/>
                  </a:cubicBezTo>
                  <a:close/>
                  <a:moveTo>
                    <a:pt x="31657" y="10614"/>
                  </a:moveTo>
                  <a:cubicBezTo>
                    <a:pt x="31657" y="4591"/>
                    <a:pt x="29253" y="74"/>
                    <a:pt x="24946" y="74"/>
                  </a:cubicBezTo>
                  <a:cubicBezTo>
                    <a:pt x="21440" y="74"/>
                    <a:pt x="19637" y="2785"/>
                    <a:pt x="19637" y="5394"/>
                  </a:cubicBezTo>
                  <a:cubicBezTo>
                    <a:pt x="19637" y="8004"/>
                    <a:pt x="21340" y="10715"/>
                    <a:pt x="24946" y="10715"/>
                  </a:cubicBezTo>
                  <a:cubicBezTo>
                    <a:pt x="26950" y="10715"/>
                    <a:pt x="28352" y="9711"/>
                    <a:pt x="28953" y="9108"/>
                  </a:cubicBezTo>
                  <a:cubicBezTo>
                    <a:pt x="29053" y="8908"/>
                    <a:pt x="29153" y="8807"/>
                    <a:pt x="29253" y="8807"/>
                  </a:cubicBezTo>
                  <a:cubicBezTo>
                    <a:pt x="29454" y="8807"/>
                    <a:pt x="29454" y="10213"/>
                    <a:pt x="29454" y="10614"/>
                  </a:cubicBezTo>
                  <a:cubicBezTo>
                    <a:pt x="29454" y="13826"/>
                    <a:pt x="28753" y="21054"/>
                    <a:pt x="22442" y="27277"/>
                  </a:cubicBezTo>
                  <a:cubicBezTo>
                    <a:pt x="21240" y="28482"/>
                    <a:pt x="21240" y="28682"/>
                    <a:pt x="21240" y="28983"/>
                  </a:cubicBezTo>
                  <a:cubicBezTo>
                    <a:pt x="21240" y="29686"/>
                    <a:pt x="21741" y="30088"/>
                    <a:pt x="22242" y="30088"/>
                  </a:cubicBezTo>
                  <a:cubicBezTo>
                    <a:pt x="23344" y="30088"/>
                    <a:pt x="31657" y="22459"/>
                    <a:pt x="31657" y="10614"/>
                  </a:cubicBezTo>
                  <a:close/>
                </a:path>
              </a:pathLst>
            </a:custGeom>
            <a:solidFill>
              <a:srgbClr val="000000"/>
            </a:solidFill>
            <a:ln w="25400" cap="flat">
              <a:noFill/>
              <a:prstDash val="solid"/>
              <a:miter/>
            </a:ln>
          </p:spPr>
          <p:txBody>
            <a:bodyPr/>
            <a:lstStyle/>
            <a:p>
              <a:endParaRPr lang="en-US"/>
            </a:p>
          </p:txBody>
        </p:sp>
        <p:sp>
          <p:nvSpPr>
            <p:cNvPr id="2359" name="Freeform: Shape 2358">
              <a:extLst>
                <a:ext uri="{FF2B5EF4-FFF2-40B4-BE49-F238E27FC236}">
                  <a16:creationId xmlns:a16="http://schemas.microsoft.com/office/drawing/2014/main" id="{BC3D65B2-9E49-647E-9FF4-E1EB1A3D4A37}"/>
                </a:ext>
              </a:extLst>
            </p:cNvPr>
            <p:cNvSpPr/>
            <p:nvPr>
              <p:custDataLst>
                <p:tags r:id="rId18"/>
              </p:custDataLst>
            </p:nvPr>
          </p:nvSpPr>
          <p:spPr>
            <a:xfrm>
              <a:off x="5202086" y="3754366"/>
              <a:ext cx="48981" cy="44367"/>
            </a:xfrm>
            <a:custGeom>
              <a:avLst/>
              <a:gdLst>
                <a:gd name="csX0" fmla="*/ 39976 w 48981"/>
                <a:gd name="csY0" fmla="*/ 9912 h 44367"/>
                <a:gd name="csX1" fmla="*/ 49191 w 48981"/>
                <a:gd name="csY1" fmla="*/ 3186 h 44367"/>
                <a:gd name="csX2" fmla="*/ 49191 w 48981"/>
                <a:gd name="csY2" fmla="*/ 74 h 44367"/>
                <a:gd name="csX3" fmla="*/ 41679 w 48981"/>
                <a:gd name="csY3" fmla="*/ 376 h 44367"/>
                <a:gd name="csX4" fmla="*/ 32964 w 48981"/>
                <a:gd name="csY4" fmla="*/ 74 h 44367"/>
                <a:gd name="csX5" fmla="*/ 32964 w 48981"/>
                <a:gd name="csY5" fmla="*/ 3186 h 44367"/>
                <a:gd name="csX6" fmla="*/ 37772 w 48981"/>
                <a:gd name="csY6" fmla="*/ 7502 h 44367"/>
                <a:gd name="csX7" fmla="*/ 37171 w 48981"/>
                <a:gd name="csY7" fmla="*/ 9912 h 44367"/>
                <a:gd name="csX8" fmla="*/ 26955 w 48981"/>
                <a:gd name="csY8" fmla="*/ 35508 h 44367"/>
                <a:gd name="csX9" fmla="*/ 15736 w 48981"/>
                <a:gd name="csY9" fmla="*/ 7502 h 44367"/>
                <a:gd name="csX10" fmla="*/ 15135 w 48981"/>
                <a:gd name="csY10" fmla="*/ 5796 h 44367"/>
                <a:gd name="csX11" fmla="*/ 20844 w 48981"/>
                <a:gd name="csY11" fmla="*/ 3186 h 44367"/>
                <a:gd name="csX12" fmla="*/ 20844 w 48981"/>
                <a:gd name="csY12" fmla="*/ 74 h 44367"/>
                <a:gd name="csX13" fmla="*/ 9926 w 48981"/>
                <a:gd name="csY13" fmla="*/ 376 h 44367"/>
                <a:gd name="csX14" fmla="*/ 210 w 48981"/>
                <a:gd name="csY14" fmla="*/ 74 h 44367"/>
                <a:gd name="csX15" fmla="*/ 210 w 48981"/>
                <a:gd name="csY15" fmla="*/ 3186 h 44367"/>
                <a:gd name="csX16" fmla="*/ 8224 w 48981"/>
                <a:gd name="csY16" fmla="*/ 6900 h 44367"/>
                <a:gd name="csX17" fmla="*/ 22647 w 48981"/>
                <a:gd name="csY17" fmla="*/ 42535 h 44367"/>
                <a:gd name="csX18" fmla="*/ 24751 w 48981"/>
                <a:gd name="csY18" fmla="*/ 44442 h 44367"/>
                <a:gd name="csX19" fmla="*/ 26854 w 48981"/>
                <a:gd name="csY19" fmla="*/ 42535 h 44367"/>
                <a:gd name="csX20" fmla="*/ 39976 w 48981"/>
                <a:gd name="csY20" fmla="*/ 9912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48981" h="44367">
                  <a:moveTo>
                    <a:pt x="39976" y="9912"/>
                  </a:moveTo>
                  <a:cubicBezTo>
                    <a:pt x="40878" y="7603"/>
                    <a:pt x="42580" y="3287"/>
                    <a:pt x="49191" y="3186"/>
                  </a:cubicBezTo>
                  <a:lnTo>
                    <a:pt x="49191" y="74"/>
                  </a:lnTo>
                  <a:cubicBezTo>
                    <a:pt x="46888" y="275"/>
                    <a:pt x="43983" y="376"/>
                    <a:pt x="41679" y="376"/>
                  </a:cubicBezTo>
                  <a:cubicBezTo>
                    <a:pt x="39275" y="376"/>
                    <a:pt x="34667" y="175"/>
                    <a:pt x="32964" y="74"/>
                  </a:cubicBezTo>
                  <a:lnTo>
                    <a:pt x="32964" y="3186"/>
                  </a:lnTo>
                  <a:cubicBezTo>
                    <a:pt x="36671" y="3287"/>
                    <a:pt x="37772" y="5595"/>
                    <a:pt x="37772" y="7502"/>
                  </a:cubicBezTo>
                  <a:cubicBezTo>
                    <a:pt x="37772" y="8406"/>
                    <a:pt x="37572" y="8807"/>
                    <a:pt x="37171" y="9912"/>
                  </a:cubicBezTo>
                  <a:lnTo>
                    <a:pt x="26955" y="35508"/>
                  </a:lnTo>
                  <a:lnTo>
                    <a:pt x="15736" y="7502"/>
                  </a:lnTo>
                  <a:cubicBezTo>
                    <a:pt x="15135" y="6197"/>
                    <a:pt x="15135" y="5997"/>
                    <a:pt x="15135" y="5796"/>
                  </a:cubicBezTo>
                  <a:cubicBezTo>
                    <a:pt x="15135" y="3186"/>
                    <a:pt x="19041" y="3186"/>
                    <a:pt x="20844" y="3186"/>
                  </a:cubicBezTo>
                  <a:lnTo>
                    <a:pt x="20844" y="74"/>
                  </a:lnTo>
                  <a:cubicBezTo>
                    <a:pt x="17839" y="175"/>
                    <a:pt x="12230" y="376"/>
                    <a:pt x="9926" y="376"/>
                  </a:cubicBezTo>
                  <a:cubicBezTo>
                    <a:pt x="7222" y="376"/>
                    <a:pt x="3215" y="275"/>
                    <a:pt x="210" y="74"/>
                  </a:cubicBezTo>
                  <a:lnTo>
                    <a:pt x="210" y="3186"/>
                  </a:lnTo>
                  <a:cubicBezTo>
                    <a:pt x="6521" y="3186"/>
                    <a:pt x="6921" y="3788"/>
                    <a:pt x="8224" y="6900"/>
                  </a:cubicBezTo>
                  <a:lnTo>
                    <a:pt x="22647" y="42535"/>
                  </a:lnTo>
                  <a:cubicBezTo>
                    <a:pt x="23248" y="43940"/>
                    <a:pt x="23449" y="44442"/>
                    <a:pt x="24751" y="44442"/>
                  </a:cubicBezTo>
                  <a:cubicBezTo>
                    <a:pt x="26053" y="44442"/>
                    <a:pt x="26454" y="43538"/>
                    <a:pt x="26854" y="42535"/>
                  </a:cubicBezTo>
                  <a:lnTo>
                    <a:pt x="39976" y="9912"/>
                  </a:lnTo>
                  <a:close/>
                </a:path>
              </a:pathLst>
            </a:custGeom>
            <a:solidFill>
              <a:srgbClr val="000000"/>
            </a:solidFill>
            <a:ln w="25400" cap="flat">
              <a:noFill/>
              <a:prstDash val="solid"/>
              <a:miter/>
            </a:ln>
          </p:spPr>
          <p:txBody>
            <a:bodyPr/>
            <a:lstStyle/>
            <a:p>
              <a:endParaRPr lang="en-US"/>
            </a:p>
          </p:txBody>
        </p:sp>
        <p:sp>
          <p:nvSpPr>
            <p:cNvPr id="2360" name="Freeform: Shape 2359">
              <a:extLst>
                <a:ext uri="{FF2B5EF4-FFF2-40B4-BE49-F238E27FC236}">
                  <a16:creationId xmlns:a16="http://schemas.microsoft.com/office/drawing/2014/main" id="{A30670FB-F0C2-D7C8-7B2B-014597B2E791}"/>
                </a:ext>
              </a:extLst>
            </p:cNvPr>
            <p:cNvSpPr/>
            <p:nvPr>
              <p:custDataLst>
                <p:tags r:id="rId19"/>
              </p:custDataLst>
            </p:nvPr>
          </p:nvSpPr>
          <p:spPr>
            <a:xfrm>
              <a:off x="5253071" y="3752659"/>
              <a:ext cx="38764" cy="46073"/>
            </a:xfrm>
            <a:custGeom>
              <a:avLst/>
              <a:gdLst>
                <a:gd name="csX0" fmla="*/ 8629 w 38764"/>
                <a:gd name="csY0" fmla="*/ 19749 h 46073"/>
                <a:gd name="csX1" fmla="*/ 21050 w 38764"/>
                <a:gd name="csY1" fmla="*/ 2283 h 46073"/>
                <a:gd name="csX2" fmla="*/ 32368 w 38764"/>
                <a:gd name="csY2" fmla="*/ 19749 h 46073"/>
                <a:gd name="csX3" fmla="*/ 8629 w 38764"/>
                <a:gd name="csY3" fmla="*/ 19749 h 46073"/>
                <a:gd name="csX4" fmla="*/ 8529 w 38764"/>
                <a:gd name="csY4" fmla="*/ 21857 h 46073"/>
                <a:gd name="csX5" fmla="*/ 36475 w 38764"/>
                <a:gd name="csY5" fmla="*/ 21857 h 46073"/>
                <a:gd name="csX6" fmla="*/ 38979 w 38764"/>
                <a:gd name="csY6" fmla="*/ 19749 h 46073"/>
                <a:gd name="csX7" fmla="*/ 21050 w 38764"/>
                <a:gd name="csY7" fmla="*/ 74 h 46073"/>
                <a:gd name="csX8" fmla="*/ 215 w 38764"/>
                <a:gd name="csY8" fmla="*/ 22961 h 46073"/>
                <a:gd name="csX9" fmla="*/ 22252 w 38764"/>
                <a:gd name="csY9" fmla="*/ 46148 h 46073"/>
                <a:gd name="csX10" fmla="*/ 38979 w 38764"/>
                <a:gd name="csY10" fmla="*/ 33099 h 46073"/>
                <a:gd name="csX11" fmla="*/ 37677 w 38764"/>
                <a:gd name="csY11" fmla="*/ 31894 h 46073"/>
                <a:gd name="csX12" fmla="*/ 36375 w 38764"/>
                <a:gd name="csY12" fmla="*/ 33300 h 46073"/>
                <a:gd name="csX13" fmla="*/ 22853 w 38764"/>
                <a:gd name="csY13" fmla="*/ 43639 h 46073"/>
                <a:gd name="csX14" fmla="*/ 11534 w 38764"/>
                <a:gd name="csY14" fmla="*/ 36913 h 46073"/>
                <a:gd name="csX15" fmla="*/ 8529 w 38764"/>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764" h="46073">
                  <a:moveTo>
                    <a:pt x="8629" y="19749"/>
                  </a:moveTo>
                  <a:cubicBezTo>
                    <a:pt x="9230" y="4792"/>
                    <a:pt x="17644" y="2283"/>
                    <a:pt x="21050" y="2283"/>
                  </a:cubicBezTo>
                  <a:cubicBezTo>
                    <a:pt x="31367" y="2283"/>
                    <a:pt x="32368" y="15834"/>
                    <a:pt x="32368" y="19749"/>
                  </a:cubicBezTo>
                  <a:lnTo>
                    <a:pt x="8629" y="19749"/>
                  </a:lnTo>
                  <a:close/>
                  <a:moveTo>
                    <a:pt x="8529" y="21857"/>
                  </a:moveTo>
                  <a:lnTo>
                    <a:pt x="36475" y="21857"/>
                  </a:lnTo>
                  <a:cubicBezTo>
                    <a:pt x="38679" y="21857"/>
                    <a:pt x="38979" y="21857"/>
                    <a:pt x="38979" y="19749"/>
                  </a:cubicBezTo>
                  <a:cubicBezTo>
                    <a:pt x="38979" y="9811"/>
                    <a:pt x="33570" y="74"/>
                    <a:pt x="21050" y="74"/>
                  </a:cubicBezTo>
                  <a:cubicBezTo>
                    <a:pt x="9431" y="74"/>
                    <a:pt x="215" y="10413"/>
                    <a:pt x="215" y="22961"/>
                  </a:cubicBezTo>
                  <a:cubicBezTo>
                    <a:pt x="215" y="36411"/>
                    <a:pt x="10733" y="46148"/>
                    <a:pt x="22252" y="46148"/>
                  </a:cubicBezTo>
                  <a:cubicBezTo>
                    <a:pt x="34472" y="46148"/>
                    <a:pt x="38979" y="35006"/>
                    <a:pt x="38979" y="33099"/>
                  </a:cubicBezTo>
                  <a:cubicBezTo>
                    <a:pt x="38979" y="32095"/>
                    <a:pt x="38178" y="31894"/>
                    <a:pt x="37677" y="31894"/>
                  </a:cubicBezTo>
                  <a:cubicBezTo>
                    <a:pt x="36776" y="31894"/>
                    <a:pt x="36575" y="32497"/>
                    <a:pt x="36375" y="33300"/>
                  </a:cubicBezTo>
                  <a:cubicBezTo>
                    <a:pt x="32869" y="43639"/>
                    <a:pt x="23854" y="43639"/>
                    <a:pt x="22853" y="43639"/>
                  </a:cubicBezTo>
                  <a:cubicBezTo>
                    <a:pt x="17844" y="43639"/>
                    <a:pt x="13838" y="40627"/>
                    <a:pt x="11534" y="36913"/>
                  </a:cubicBezTo>
                  <a:cubicBezTo>
                    <a:pt x="8529" y="32095"/>
                    <a:pt x="8529" y="25470"/>
                    <a:pt x="8529" y="21857"/>
                  </a:cubicBezTo>
                  <a:close/>
                </a:path>
              </a:pathLst>
            </a:custGeom>
            <a:solidFill>
              <a:srgbClr val="000000"/>
            </a:solidFill>
            <a:ln w="25400" cap="flat">
              <a:noFill/>
              <a:prstDash val="solid"/>
              <a:miter/>
            </a:ln>
          </p:spPr>
          <p:txBody>
            <a:bodyPr/>
            <a:lstStyle/>
            <a:p>
              <a:endParaRPr lang="en-US"/>
            </a:p>
          </p:txBody>
        </p:sp>
        <p:sp>
          <p:nvSpPr>
            <p:cNvPr id="2361" name="Freeform: Shape 2360">
              <a:extLst>
                <a:ext uri="{FF2B5EF4-FFF2-40B4-BE49-F238E27FC236}">
                  <a16:creationId xmlns:a16="http://schemas.microsoft.com/office/drawing/2014/main" id="{5C0586B7-776E-A9A6-C2B4-1D7D4C6C02B2}"/>
                </a:ext>
              </a:extLst>
            </p:cNvPr>
            <p:cNvSpPr/>
            <p:nvPr>
              <p:custDataLst>
                <p:tags r:id="rId20"/>
              </p:custDataLst>
            </p:nvPr>
          </p:nvSpPr>
          <p:spPr>
            <a:xfrm>
              <a:off x="5297589" y="3753262"/>
              <a:ext cx="33655" cy="44367"/>
            </a:xfrm>
            <a:custGeom>
              <a:avLst/>
              <a:gdLst>
                <a:gd name="csX0" fmla="*/ 14143 w 33655"/>
                <a:gd name="csY0" fmla="*/ 11116 h 44367"/>
                <a:gd name="csX1" fmla="*/ 14143 w 33655"/>
                <a:gd name="csY1" fmla="*/ 74 h 44367"/>
                <a:gd name="csX2" fmla="*/ 220 w 33655"/>
                <a:gd name="csY2" fmla="*/ 1179 h 44367"/>
                <a:gd name="csX3" fmla="*/ 220 w 33655"/>
                <a:gd name="csY3" fmla="*/ 4290 h 44367"/>
                <a:gd name="csX4" fmla="*/ 8033 w 33655"/>
                <a:gd name="csY4" fmla="*/ 9912 h 44367"/>
                <a:gd name="csX5" fmla="*/ 8033 w 33655"/>
                <a:gd name="csY5" fmla="*/ 36813 h 44367"/>
                <a:gd name="csX6" fmla="*/ 220 w 33655"/>
                <a:gd name="csY6" fmla="*/ 41330 h 44367"/>
                <a:gd name="csX7" fmla="*/ 220 w 33655"/>
                <a:gd name="csY7" fmla="*/ 44442 h 44367"/>
                <a:gd name="csX8" fmla="*/ 11639 w 33655"/>
                <a:gd name="csY8" fmla="*/ 44141 h 44367"/>
                <a:gd name="csX9" fmla="*/ 24360 w 33655"/>
                <a:gd name="csY9" fmla="*/ 44442 h 44367"/>
                <a:gd name="csX10" fmla="*/ 24360 w 33655"/>
                <a:gd name="csY10" fmla="*/ 41330 h 44367"/>
                <a:gd name="csX11" fmla="*/ 22256 w 33655"/>
                <a:gd name="csY11" fmla="*/ 41330 h 44367"/>
                <a:gd name="csX12" fmla="*/ 14644 w 33655"/>
                <a:gd name="csY12" fmla="*/ 36612 h 44367"/>
                <a:gd name="csX13" fmla="*/ 14644 w 33655"/>
                <a:gd name="csY13" fmla="*/ 21154 h 44367"/>
                <a:gd name="csX14" fmla="*/ 26463 w 33655"/>
                <a:gd name="csY14" fmla="*/ 2283 h 44367"/>
                <a:gd name="csX15" fmla="*/ 27565 w 33655"/>
                <a:gd name="csY15" fmla="*/ 2383 h 44367"/>
                <a:gd name="csX16" fmla="*/ 25261 w 33655"/>
                <a:gd name="csY16" fmla="*/ 6298 h 44367"/>
                <a:gd name="csX17" fmla="*/ 29568 w 33655"/>
                <a:gd name="csY17" fmla="*/ 10614 h 44367"/>
                <a:gd name="csX18" fmla="*/ 33875 w 33655"/>
                <a:gd name="csY18" fmla="*/ 6197 h 44367"/>
                <a:gd name="csX19" fmla="*/ 26463 w 33655"/>
                <a:gd name="csY19" fmla="*/ 74 h 44367"/>
                <a:gd name="csX20" fmla="*/ 14143 w 33655"/>
                <a:gd name="csY20" fmla="*/ 1111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33655" h="44367">
                  <a:moveTo>
                    <a:pt x="14143" y="11116"/>
                  </a:moveTo>
                  <a:lnTo>
                    <a:pt x="14143" y="74"/>
                  </a:lnTo>
                  <a:lnTo>
                    <a:pt x="220" y="1179"/>
                  </a:lnTo>
                  <a:lnTo>
                    <a:pt x="220" y="4290"/>
                  </a:lnTo>
                  <a:cubicBezTo>
                    <a:pt x="7231" y="4290"/>
                    <a:pt x="8033" y="4993"/>
                    <a:pt x="8033" y="9912"/>
                  </a:cubicBezTo>
                  <a:lnTo>
                    <a:pt x="8033" y="36813"/>
                  </a:lnTo>
                  <a:cubicBezTo>
                    <a:pt x="8033" y="41330"/>
                    <a:pt x="6931" y="41330"/>
                    <a:pt x="220" y="41330"/>
                  </a:cubicBezTo>
                  <a:lnTo>
                    <a:pt x="220" y="44442"/>
                  </a:lnTo>
                  <a:cubicBezTo>
                    <a:pt x="4126" y="44341"/>
                    <a:pt x="8834" y="44141"/>
                    <a:pt x="11639" y="44141"/>
                  </a:cubicBezTo>
                  <a:cubicBezTo>
                    <a:pt x="15645" y="44141"/>
                    <a:pt x="20353" y="44141"/>
                    <a:pt x="24360" y="44442"/>
                  </a:cubicBezTo>
                  <a:lnTo>
                    <a:pt x="24360" y="41330"/>
                  </a:lnTo>
                  <a:lnTo>
                    <a:pt x="22256" y="41330"/>
                  </a:lnTo>
                  <a:cubicBezTo>
                    <a:pt x="14844" y="41330"/>
                    <a:pt x="14644" y="40226"/>
                    <a:pt x="14644" y="36612"/>
                  </a:cubicBezTo>
                  <a:lnTo>
                    <a:pt x="14644" y="21154"/>
                  </a:lnTo>
                  <a:cubicBezTo>
                    <a:pt x="14644" y="11216"/>
                    <a:pt x="18851" y="2283"/>
                    <a:pt x="26463" y="2283"/>
                  </a:cubicBezTo>
                  <a:cubicBezTo>
                    <a:pt x="27164" y="2283"/>
                    <a:pt x="27365" y="2283"/>
                    <a:pt x="27565" y="2383"/>
                  </a:cubicBezTo>
                  <a:cubicBezTo>
                    <a:pt x="27264" y="2483"/>
                    <a:pt x="25261" y="3688"/>
                    <a:pt x="25261" y="6298"/>
                  </a:cubicBezTo>
                  <a:cubicBezTo>
                    <a:pt x="25261" y="9108"/>
                    <a:pt x="27365" y="10614"/>
                    <a:pt x="29568" y="10614"/>
                  </a:cubicBezTo>
                  <a:cubicBezTo>
                    <a:pt x="31371" y="10614"/>
                    <a:pt x="33875" y="9410"/>
                    <a:pt x="33875" y="6197"/>
                  </a:cubicBezTo>
                  <a:cubicBezTo>
                    <a:pt x="33875" y="2985"/>
                    <a:pt x="30770" y="74"/>
                    <a:pt x="26463" y="74"/>
                  </a:cubicBezTo>
                  <a:cubicBezTo>
                    <a:pt x="19151" y="74"/>
                    <a:pt x="15545" y="6800"/>
                    <a:pt x="14143" y="11116"/>
                  </a:cubicBezTo>
                  <a:close/>
                </a:path>
              </a:pathLst>
            </a:custGeom>
            <a:solidFill>
              <a:srgbClr val="000000"/>
            </a:solidFill>
            <a:ln w="25400" cap="flat">
              <a:noFill/>
              <a:prstDash val="solid"/>
              <a:miter/>
            </a:ln>
          </p:spPr>
          <p:txBody>
            <a:bodyPr/>
            <a:lstStyle/>
            <a:p>
              <a:endParaRPr lang="en-US"/>
            </a:p>
          </p:txBody>
        </p:sp>
        <p:sp>
          <p:nvSpPr>
            <p:cNvPr id="2362" name="Freeform: Shape 2361">
              <a:extLst>
                <a:ext uri="{FF2B5EF4-FFF2-40B4-BE49-F238E27FC236}">
                  <a16:creationId xmlns:a16="http://schemas.microsoft.com/office/drawing/2014/main" id="{5C054DE0-4023-1BE0-6128-2A74E3F52CA4}"/>
                </a:ext>
              </a:extLst>
            </p:cNvPr>
            <p:cNvSpPr/>
            <p:nvPr>
              <p:custDataLst>
                <p:tags r:id="rId21"/>
              </p:custDataLst>
            </p:nvPr>
          </p:nvSpPr>
          <p:spPr>
            <a:xfrm>
              <a:off x="5335919" y="3754366"/>
              <a:ext cx="48981" cy="63840"/>
            </a:xfrm>
            <a:custGeom>
              <a:avLst/>
              <a:gdLst>
                <a:gd name="csX0" fmla="*/ 39889 w 48981"/>
                <a:gd name="csY0" fmla="*/ 9610 h 63840"/>
                <a:gd name="csX1" fmla="*/ 49205 w 48981"/>
                <a:gd name="csY1" fmla="*/ 3186 h 63840"/>
                <a:gd name="csX2" fmla="*/ 49205 w 48981"/>
                <a:gd name="csY2" fmla="*/ 74 h 63840"/>
                <a:gd name="csX3" fmla="*/ 41692 w 48981"/>
                <a:gd name="csY3" fmla="*/ 376 h 63840"/>
                <a:gd name="csX4" fmla="*/ 32978 w 48981"/>
                <a:gd name="csY4" fmla="*/ 74 h 63840"/>
                <a:gd name="csX5" fmla="*/ 32978 w 48981"/>
                <a:gd name="csY5" fmla="*/ 3186 h 63840"/>
                <a:gd name="csX6" fmla="*/ 37686 w 48981"/>
                <a:gd name="csY6" fmla="*/ 7502 h 63840"/>
                <a:gd name="csX7" fmla="*/ 37085 w 48981"/>
                <a:gd name="csY7" fmla="*/ 9912 h 63840"/>
                <a:gd name="csX8" fmla="*/ 26968 w 48981"/>
                <a:gd name="csY8" fmla="*/ 34605 h 63840"/>
                <a:gd name="csX9" fmla="*/ 15849 w 48981"/>
                <a:gd name="csY9" fmla="*/ 7603 h 63840"/>
                <a:gd name="csX10" fmla="*/ 15248 w 48981"/>
                <a:gd name="csY10" fmla="*/ 5796 h 63840"/>
                <a:gd name="csX11" fmla="*/ 20858 w 48981"/>
                <a:gd name="csY11" fmla="*/ 3186 h 63840"/>
                <a:gd name="csX12" fmla="*/ 20858 w 48981"/>
                <a:gd name="csY12" fmla="*/ 74 h 63840"/>
                <a:gd name="csX13" fmla="*/ 9940 w 48981"/>
                <a:gd name="csY13" fmla="*/ 376 h 63840"/>
                <a:gd name="csX14" fmla="*/ 224 w 48981"/>
                <a:gd name="csY14" fmla="*/ 74 h 63840"/>
                <a:gd name="csX15" fmla="*/ 224 w 48981"/>
                <a:gd name="csY15" fmla="*/ 3186 h 63840"/>
                <a:gd name="csX16" fmla="*/ 8337 w 48981"/>
                <a:gd name="csY16" fmla="*/ 6699 h 63840"/>
                <a:gd name="csX17" fmla="*/ 23362 w 48981"/>
                <a:gd name="csY17" fmla="*/ 43338 h 63840"/>
                <a:gd name="csX18" fmla="*/ 20858 w 48981"/>
                <a:gd name="csY18" fmla="*/ 49260 h 63840"/>
                <a:gd name="csX19" fmla="*/ 9439 w 48981"/>
                <a:gd name="csY19" fmla="*/ 61707 h 63840"/>
                <a:gd name="csX20" fmla="*/ 4731 w 48981"/>
                <a:gd name="csY20" fmla="*/ 59900 h 63840"/>
                <a:gd name="csX21" fmla="*/ 8638 w 48981"/>
                <a:gd name="csY21" fmla="*/ 55684 h 63840"/>
                <a:gd name="csX22" fmla="*/ 4431 w 48981"/>
                <a:gd name="csY22" fmla="*/ 51468 h 63840"/>
                <a:gd name="csX23" fmla="*/ 224 w 48981"/>
                <a:gd name="csY23" fmla="*/ 55785 h 63840"/>
                <a:gd name="csX24" fmla="*/ 9439 w 48981"/>
                <a:gd name="csY24" fmla="*/ 63915 h 63840"/>
                <a:gd name="csX25" fmla="*/ 22260 w 48981"/>
                <a:gd name="csY25" fmla="*/ 52472 h 63840"/>
                <a:gd name="csX26" fmla="*/ 39889 w 48981"/>
                <a:gd name="csY26" fmla="*/ 9610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8981" h="63840">
                  <a:moveTo>
                    <a:pt x="39889" y="9610"/>
                  </a:moveTo>
                  <a:cubicBezTo>
                    <a:pt x="42494" y="3287"/>
                    <a:pt x="47602" y="3186"/>
                    <a:pt x="49205" y="3186"/>
                  </a:cubicBezTo>
                  <a:lnTo>
                    <a:pt x="49205" y="74"/>
                  </a:lnTo>
                  <a:cubicBezTo>
                    <a:pt x="46901" y="275"/>
                    <a:pt x="43996" y="376"/>
                    <a:pt x="41692" y="376"/>
                  </a:cubicBezTo>
                  <a:cubicBezTo>
                    <a:pt x="39889" y="376"/>
                    <a:pt x="35181" y="175"/>
                    <a:pt x="32978" y="74"/>
                  </a:cubicBezTo>
                  <a:lnTo>
                    <a:pt x="32978" y="3186"/>
                  </a:lnTo>
                  <a:cubicBezTo>
                    <a:pt x="36083" y="3287"/>
                    <a:pt x="37686" y="4993"/>
                    <a:pt x="37686" y="7502"/>
                  </a:cubicBezTo>
                  <a:cubicBezTo>
                    <a:pt x="37686" y="8506"/>
                    <a:pt x="37585" y="8707"/>
                    <a:pt x="37085" y="9912"/>
                  </a:cubicBezTo>
                  <a:lnTo>
                    <a:pt x="26968" y="34605"/>
                  </a:lnTo>
                  <a:lnTo>
                    <a:pt x="15849" y="7603"/>
                  </a:lnTo>
                  <a:cubicBezTo>
                    <a:pt x="15449" y="6599"/>
                    <a:pt x="15248" y="6197"/>
                    <a:pt x="15248" y="5796"/>
                  </a:cubicBezTo>
                  <a:cubicBezTo>
                    <a:pt x="15248" y="3186"/>
                    <a:pt x="18955" y="3186"/>
                    <a:pt x="20858" y="3186"/>
                  </a:cubicBezTo>
                  <a:lnTo>
                    <a:pt x="20858" y="74"/>
                  </a:lnTo>
                  <a:cubicBezTo>
                    <a:pt x="18253" y="175"/>
                    <a:pt x="11642" y="376"/>
                    <a:pt x="9940" y="376"/>
                  </a:cubicBezTo>
                  <a:cubicBezTo>
                    <a:pt x="7235" y="376"/>
                    <a:pt x="3229" y="275"/>
                    <a:pt x="224" y="74"/>
                  </a:cubicBezTo>
                  <a:lnTo>
                    <a:pt x="224" y="3186"/>
                  </a:lnTo>
                  <a:cubicBezTo>
                    <a:pt x="5032" y="3186"/>
                    <a:pt x="6935" y="3186"/>
                    <a:pt x="8337" y="6699"/>
                  </a:cubicBezTo>
                  <a:lnTo>
                    <a:pt x="23362" y="43338"/>
                  </a:lnTo>
                  <a:cubicBezTo>
                    <a:pt x="22861" y="44642"/>
                    <a:pt x="21459" y="47955"/>
                    <a:pt x="20858" y="49260"/>
                  </a:cubicBezTo>
                  <a:cubicBezTo>
                    <a:pt x="18654" y="54781"/>
                    <a:pt x="15849" y="61707"/>
                    <a:pt x="9439" y="61707"/>
                  </a:cubicBezTo>
                  <a:cubicBezTo>
                    <a:pt x="8938" y="61707"/>
                    <a:pt x="6634" y="61707"/>
                    <a:pt x="4731" y="59900"/>
                  </a:cubicBezTo>
                  <a:cubicBezTo>
                    <a:pt x="7836" y="59499"/>
                    <a:pt x="8638" y="57290"/>
                    <a:pt x="8638" y="55684"/>
                  </a:cubicBezTo>
                  <a:cubicBezTo>
                    <a:pt x="8638" y="53074"/>
                    <a:pt x="6734" y="51468"/>
                    <a:pt x="4431" y="51468"/>
                  </a:cubicBezTo>
                  <a:cubicBezTo>
                    <a:pt x="2427" y="51468"/>
                    <a:pt x="224" y="52773"/>
                    <a:pt x="224" y="55785"/>
                  </a:cubicBezTo>
                  <a:cubicBezTo>
                    <a:pt x="224" y="60302"/>
                    <a:pt x="4431" y="63915"/>
                    <a:pt x="9439" y="63915"/>
                  </a:cubicBezTo>
                  <a:cubicBezTo>
                    <a:pt x="15749" y="63915"/>
                    <a:pt x="19856" y="58194"/>
                    <a:pt x="22260" y="52472"/>
                  </a:cubicBezTo>
                  <a:lnTo>
                    <a:pt x="39889" y="9610"/>
                  </a:lnTo>
                  <a:close/>
                </a:path>
              </a:pathLst>
            </a:custGeom>
            <a:solidFill>
              <a:srgbClr val="000000"/>
            </a:solidFill>
            <a:ln w="25400" cap="flat">
              <a:noFill/>
              <a:prstDash val="solid"/>
              <a:miter/>
            </a:ln>
          </p:spPr>
          <p:txBody>
            <a:bodyPr/>
            <a:lstStyle/>
            <a:p>
              <a:endParaRPr lang="en-US"/>
            </a:p>
          </p:txBody>
        </p:sp>
        <p:sp>
          <p:nvSpPr>
            <p:cNvPr id="2363" name="Freeform: Shape 2362">
              <a:extLst>
                <a:ext uri="{FF2B5EF4-FFF2-40B4-BE49-F238E27FC236}">
                  <a16:creationId xmlns:a16="http://schemas.microsoft.com/office/drawing/2014/main" id="{0569B339-25C1-7024-0636-E61FA7F6FA0C}"/>
                </a:ext>
              </a:extLst>
            </p:cNvPr>
            <p:cNvSpPr/>
            <p:nvPr>
              <p:custDataLst>
                <p:tags r:id="rId22"/>
              </p:custDataLst>
            </p:nvPr>
          </p:nvSpPr>
          <p:spPr>
            <a:xfrm>
              <a:off x="5423576" y="3727966"/>
              <a:ext cx="22236" cy="69662"/>
            </a:xfrm>
            <a:custGeom>
              <a:avLst/>
              <a:gdLst>
                <a:gd name="csX0" fmla="*/ 14656 w 22236"/>
                <a:gd name="csY0" fmla="*/ 74 h 69662"/>
                <a:gd name="csX1" fmla="*/ 232 w 22236"/>
                <a:gd name="csY1" fmla="*/ 1179 h 69662"/>
                <a:gd name="csX2" fmla="*/ 232 w 22236"/>
                <a:gd name="csY2" fmla="*/ 4290 h 69662"/>
                <a:gd name="csX3" fmla="*/ 8045 w 22236"/>
                <a:gd name="csY3" fmla="*/ 9912 h 69662"/>
                <a:gd name="csX4" fmla="*/ 8045 w 22236"/>
                <a:gd name="csY4" fmla="*/ 62108 h 69662"/>
                <a:gd name="csX5" fmla="*/ 232 w 22236"/>
                <a:gd name="csY5" fmla="*/ 66625 h 69662"/>
                <a:gd name="csX6" fmla="*/ 232 w 22236"/>
                <a:gd name="csY6" fmla="*/ 69737 h 69662"/>
                <a:gd name="csX7" fmla="*/ 11351 w 22236"/>
                <a:gd name="csY7" fmla="*/ 69436 h 69662"/>
                <a:gd name="csX8" fmla="*/ 22469 w 22236"/>
                <a:gd name="csY8" fmla="*/ 69737 h 69662"/>
                <a:gd name="csX9" fmla="*/ 22469 w 22236"/>
                <a:gd name="csY9" fmla="*/ 66625 h 69662"/>
                <a:gd name="csX10" fmla="*/ 14656 w 22236"/>
                <a:gd name="csY10" fmla="*/ 62108 h 69662"/>
                <a:gd name="csX11" fmla="*/ 14656 w 22236"/>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656" y="74"/>
                  </a:moveTo>
                  <a:lnTo>
                    <a:pt x="232" y="1179"/>
                  </a:lnTo>
                  <a:lnTo>
                    <a:pt x="232" y="4290"/>
                  </a:lnTo>
                  <a:cubicBezTo>
                    <a:pt x="7244" y="4290"/>
                    <a:pt x="8045" y="4993"/>
                    <a:pt x="8045" y="9912"/>
                  </a:cubicBezTo>
                  <a:lnTo>
                    <a:pt x="8045" y="62108"/>
                  </a:lnTo>
                  <a:cubicBezTo>
                    <a:pt x="8045" y="66625"/>
                    <a:pt x="6943" y="66625"/>
                    <a:pt x="232" y="66625"/>
                  </a:cubicBezTo>
                  <a:lnTo>
                    <a:pt x="232" y="69737"/>
                  </a:lnTo>
                  <a:cubicBezTo>
                    <a:pt x="3538" y="69637"/>
                    <a:pt x="8846" y="69436"/>
                    <a:pt x="11351" y="69436"/>
                  </a:cubicBezTo>
                  <a:cubicBezTo>
                    <a:pt x="13855" y="69436"/>
                    <a:pt x="18763" y="69637"/>
                    <a:pt x="22469" y="69737"/>
                  </a:cubicBezTo>
                  <a:lnTo>
                    <a:pt x="22469" y="66625"/>
                  </a:lnTo>
                  <a:cubicBezTo>
                    <a:pt x="15758" y="66625"/>
                    <a:pt x="14656" y="66625"/>
                    <a:pt x="14656" y="62108"/>
                  </a:cubicBezTo>
                  <a:lnTo>
                    <a:pt x="14656" y="74"/>
                  </a:lnTo>
                  <a:close/>
                </a:path>
              </a:pathLst>
            </a:custGeom>
            <a:solidFill>
              <a:srgbClr val="000000"/>
            </a:solidFill>
            <a:ln w="25400" cap="flat">
              <a:noFill/>
              <a:prstDash val="solid"/>
              <a:miter/>
            </a:ln>
          </p:spPr>
          <p:txBody>
            <a:bodyPr/>
            <a:lstStyle/>
            <a:p>
              <a:endParaRPr lang="en-US"/>
            </a:p>
          </p:txBody>
        </p:sp>
        <p:sp>
          <p:nvSpPr>
            <p:cNvPr id="2364" name="Freeform: Shape 2363">
              <a:extLst>
                <a:ext uri="{FF2B5EF4-FFF2-40B4-BE49-F238E27FC236}">
                  <a16:creationId xmlns:a16="http://schemas.microsoft.com/office/drawing/2014/main" id="{5979F088-3CEA-4D8E-28E9-422151509D11}"/>
                </a:ext>
              </a:extLst>
            </p:cNvPr>
            <p:cNvSpPr/>
            <p:nvPr>
              <p:custDataLst>
                <p:tags r:id="rId23"/>
              </p:custDataLst>
            </p:nvPr>
          </p:nvSpPr>
          <p:spPr>
            <a:xfrm>
              <a:off x="5451399" y="3730476"/>
              <a:ext cx="21435" cy="67153"/>
            </a:xfrm>
            <a:custGeom>
              <a:avLst/>
              <a:gdLst>
                <a:gd name="csX0" fmla="*/ 14659 w 21435"/>
                <a:gd name="csY0" fmla="*/ 22860 h 67153"/>
                <a:gd name="csX1" fmla="*/ 636 w 21435"/>
                <a:gd name="csY1" fmla="*/ 23965 h 67153"/>
                <a:gd name="csX2" fmla="*/ 636 w 21435"/>
                <a:gd name="csY2" fmla="*/ 27076 h 67153"/>
                <a:gd name="csX3" fmla="*/ 8048 w 21435"/>
                <a:gd name="csY3" fmla="*/ 32597 h 67153"/>
                <a:gd name="csX4" fmla="*/ 8048 w 21435"/>
                <a:gd name="csY4" fmla="*/ 59599 h 67153"/>
                <a:gd name="csX5" fmla="*/ 235 w 21435"/>
                <a:gd name="csY5" fmla="*/ 64116 h 67153"/>
                <a:gd name="csX6" fmla="*/ 235 w 21435"/>
                <a:gd name="csY6" fmla="*/ 67228 h 67153"/>
                <a:gd name="csX7" fmla="*/ 11253 w 21435"/>
                <a:gd name="csY7" fmla="*/ 66927 h 67153"/>
                <a:gd name="csX8" fmla="*/ 21670 w 21435"/>
                <a:gd name="csY8" fmla="*/ 67228 h 67153"/>
                <a:gd name="csX9" fmla="*/ 21670 w 21435"/>
                <a:gd name="csY9" fmla="*/ 64116 h 67153"/>
                <a:gd name="csX10" fmla="*/ 14659 w 21435"/>
                <a:gd name="csY10" fmla="*/ 59699 h 67153"/>
                <a:gd name="csX11" fmla="*/ 14659 w 21435"/>
                <a:gd name="csY11" fmla="*/ 22860 h 67153"/>
                <a:gd name="csX12" fmla="*/ 15059 w 21435"/>
                <a:gd name="csY12" fmla="*/ 5394 h 67153"/>
                <a:gd name="csX13" fmla="*/ 9751 w 21435"/>
                <a:gd name="csY13" fmla="*/ 74 h 67153"/>
                <a:gd name="csX14" fmla="*/ 4442 w 21435"/>
                <a:gd name="csY14" fmla="*/ 5394 h 67153"/>
                <a:gd name="csX15" fmla="*/ 9751 w 21435"/>
                <a:gd name="csY15" fmla="*/ 10715 h 67153"/>
                <a:gd name="csX16" fmla="*/ 15059 w 21435"/>
                <a:gd name="csY16" fmla="*/ 5394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35" h="67153">
                  <a:moveTo>
                    <a:pt x="14659" y="22860"/>
                  </a:moveTo>
                  <a:lnTo>
                    <a:pt x="636" y="23965"/>
                  </a:lnTo>
                  <a:lnTo>
                    <a:pt x="636" y="27076"/>
                  </a:lnTo>
                  <a:cubicBezTo>
                    <a:pt x="7146" y="27076"/>
                    <a:pt x="8048" y="27679"/>
                    <a:pt x="8048" y="32597"/>
                  </a:cubicBezTo>
                  <a:lnTo>
                    <a:pt x="8048" y="59599"/>
                  </a:lnTo>
                  <a:cubicBezTo>
                    <a:pt x="8048" y="64116"/>
                    <a:pt x="6946" y="64116"/>
                    <a:pt x="235" y="64116"/>
                  </a:cubicBezTo>
                  <a:lnTo>
                    <a:pt x="235" y="67228"/>
                  </a:lnTo>
                  <a:cubicBezTo>
                    <a:pt x="3440" y="67127"/>
                    <a:pt x="8849" y="66927"/>
                    <a:pt x="11253" y="66927"/>
                  </a:cubicBezTo>
                  <a:cubicBezTo>
                    <a:pt x="14759" y="66927"/>
                    <a:pt x="18265" y="67127"/>
                    <a:pt x="21670" y="67228"/>
                  </a:cubicBezTo>
                  <a:lnTo>
                    <a:pt x="21670" y="64116"/>
                  </a:lnTo>
                  <a:cubicBezTo>
                    <a:pt x="15059" y="64116"/>
                    <a:pt x="14659" y="63614"/>
                    <a:pt x="14659" y="59699"/>
                  </a:cubicBezTo>
                  <a:lnTo>
                    <a:pt x="14659" y="22860"/>
                  </a:lnTo>
                  <a:close/>
                  <a:moveTo>
                    <a:pt x="15059" y="5394"/>
                  </a:moveTo>
                  <a:cubicBezTo>
                    <a:pt x="15059" y="2182"/>
                    <a:pt x="12555" y="74"/>
                    <a:pt x="9751" y="74"/>
                  </a:cubicBezTo>
                  <a:cubicBezTo>
                    <a:pt x="6646" y="74"/>
                    <a:pt x="4442" y="2785"/>
                    <a:pt x="4442" y="5394"/>
                  </a:cubicBezTo>
                  <a:cubicBezTo>
                    <a:pt x="4442" y="8105"/>
                    <a:pt x="6646" y="10715"/>
                    <a:pt x="9751" y="10715"/>
                  </a:cubicBezTo>
                  <a:cubicBezTo>
                    <a:pt x="12555" y="10715"/>
                    <a:pt x="15059" y="8607"/>
                    <a:pt x="15059" y="5394"/>
                  </a:cubicBezTo>
                  <a:close/>
                </a:path>
              </a:pathLst>
            </a:custGeom>
            <a:solidFill>
              <a:srgbClr val="000000"/>
            </a:solidFill>
            <a:ln w="25400" cap="flat">
              <a:noFill/>
              <a:prstDash val="solid"/>
              <a:miter/>
            </a:ln>
          </p:spPr>
          <p:txBody>
            <a:bodyPr/>
            <a:lstStyle/>
            <a:p>
              <a:endParaRPr lang="en-US"/>
            </a:p>
          </p:txBody>
        </p:sp>
        <p:sp>
          <p:nvSpPr>
            <p:cNvPr id="2365" name="Freeform: Shape 2364">
              <a:extLst>
                <a:ext uri="{FF2B5EF4-FFF2-40B4-BE49-F238E27FC236}">
                  <a16:creationId xmlns:a16="http://schemas.microsoft.com/office/drawing/2014/main" id="{7B467C78-E1FF-05CC-9750-55214F6D2572}"/>
                </a:ext>
              </a:extLst>
            </p:cNvPr>
            <p:cNvSpPr/>
            <p:nvPr>
              <p:custDataLst>
                <p:tags r:id="rId24"/>
              </p:custDataLst>
            </p:nvPr>
          </p:nvSpPr>
          <p:spPr>
            <a:xfrm>
              <a:off x="5478723" y="3727966"/>
              <a:ext cx="48380" cy="69662"/>
            </a:xfrm>
            <a:custGeom>
              <a:avLst/>
              <a:gdLst>
                <a:gd name="csX0" fmla="*/ 8051 w 48380"/>
                <a:gd name="csY0" fmla="*/ 62108 h 69662"/>
                <a:gd name="csX1" fmla="*/ 238 w 48380"/>
                <a:gd name="csY1" fmla="*/ 66625 h 69662"/>
                <a:gd name="csX2" fmla="*/ 238 w 48380"/>
                <a:gd name="csY2" fmla="*/ 69737 h 69662"/>
                <a:gd name="csX3" fmla="*/ 11156 w 48380"/>
                <a:gd name="csY3" fmla="*/ 69436 h 69662"/>
                <a:gd name="csX4" fmla="*/ 22174 w 48380"/>
                <a:gd name="csY4" fmla="*/ 69737 h 69662"/>
                <a:gd name="csX5" fmla="*/ 22174 w 48380"/>
                <a:gd name="csY5" fmla="*/ 66625 h 69662"/>
                <a:gd name="csX6" fmla="*/ 14361 w 48380"/>
                <a:gd name="csY6" fmla="*/ 62108 h 69662"/>
                <a:gd name="csX7" fmla="*/ 14361 w 48380"/>
                <a:gd name="csY7" fmla="*/ 51769 h 69662"/>
                <a:gd name="csX8" fmla="*/ 20772 w 48380"/>
                <a:gd name="csY8" fmla="*/ 46249 h 69662"/>
                <a:gd name="csX9" fmla="*/ 32691 w 48380"/>
                <a:gd name="csY9" fmla="*/ 64317 h 69662"/>
                <a:gd name="csX10" fmla="*/ 29085 w 48380"/>
                <a:gd name="csY10" fmla="*/ 66625 h 69662"/>
                <a:gd name="csX11" fmla="*/ 29085 w 48380"/>
                <a:gd name="csY11" fmla="*/ 69737 h 69662"/>
                <a:gd name="csX12" fmla="*/ 39903 w 48380"/>
                <a:gd name="csY12" fmla="*/ 69436 h 69662"/>
                <a:gd name="csX13" fmla="*/ 48618 w 48380"/>
                <a:gd name="csY13" fmla="*/ 69737 h 69662"/>
                <a:gd name="csX14" fmla="*/ 48618 w 48380"/>
                <a:gd name="csY14" fmla="*/ 66625 h 69662"/>
                <a:gd name="csX15" fmla="*/ 38902 w 48380"/>
                <a:gd name="csY15" fmla="*/ 61305 h 69662"/>
                <a:gd name="csX16" fmla="*/ 26181 w 48380"/>
                <a:gd name="csY16" fmla="*/ 43338 h 69662"/>
                <a:gd name="csX17" fmla="*/ 25580 w 48380"/>
                <a:gd name="csY17" fmla="*/ 42233 h 69662"/>
                <a:gd name="csX18" fmla="*/ 33693 w 48380"/>
                <a:gd name="csY18" fmla="*/ 35006 h 69662"/>
                <a:gd name="csX19" fmla="*/ 46314 w 48380"/>
                <a:gd name="csY19" fmla="*/ 29586 h 69662"/>
                <a:gd name="csX20" fmla="*/ 46314 w 48380"/>
                <a:gd name="csY20" fmla="*/ 26474 h 69662"/>
                <a:gd name="csX21" fmla="*/ 39302 w 48380"/>
                <a:gd name="csY21" fmla="*/ 26775 h 69662"/>
                <a:gd name="csX22" fmla="*/ 28084 w 48380"/>
                <a:gd name="csY22" fmla="*/ 26474 h 69662"/>
                <a:gd name="csX23" fmla="*/ 28084 w 48380"/>
                <a:gd name="csY23" fmla="*/ 29586 h 69662"/>
                <a:gd name="csX24" fmla="*/ 30989 w 48380"/>
                <a:gd name="csY24" fmla="*/ 32095 h 69662"/>
                <a:gd name="csX25" fmla="*/ 28785 w 48380"/>
                <a:gd name="csY25" fmla="*/ 36010 h 69662"/>
                <a:gd name="csX26" fmla="*/ 14662 w 48380"/>
                <a:gd name="csY26" fmla="*/ 48256 h 69662"/>
                <a:gd name="csX27" fmla="*/ 14662 w 48380"/>
                <a:gd name="csY27" fmla="*/ 74 h 69662"/>
                <a:gd name="csX28" fmla="*/ 238 w 48380"/>
                <a:gd name="csY28" fmla="*/ 1179 h 69662"/>
                <a:gd name="csX29" fmla="*/ 238 w 48380"/>
                <a:gd name="csY29" fmla="*/ 4290 h 69662"/>
                <a:gd name="csX30" fmla="*/ 8051 w 48380"/>
                <a:gd name="csY30" fmla="*/ 9912 h 69662"/>
                <a:gd name="csX31" fmla="*/ 8051 w 48380"/>
                <a:gd name="csY31" fmla="*/ 62108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380" h="69662">
                  <a:moveTo>
                    <a:pt x="8051" y="62108"/>
                  </a:moveTo>
                  <a:cubicBezTo>
                    <a:pt x="8051" y="66625"/>
                    <a:pt x="6949" y="66625"/>
                    <a:pt x="238" y="66625"/>
                  </a:cubicBezTo>
                  <a:lnTo>
                    <a:pt x="238" y="69737"/>
                  </a:lnTo>
                  <a:cubicBezTo>
                    <a:pt x="3543" y="69637"/>
                    <a:pt x="8251" y="69436"/>
                    <a:pt x="11156" y="69436"/>
                  </a:cubicBezTo>
                  <a:cubicBezTo>
                    <a:pt x="14161" y="69436"/>
                    <a:pt x="18167" y="69536"/>
                    <a:pt x="22174" y="69737"/>
                  </a:cubicBezTo>
                  <a:lnTo>
                    <a:pt x="22174" y="66625"/>
                  </a:lnTo>
                  <a:cubicBezTo>
                    <a:pt x="15463" y="66625"/>
                    <a:pt x="14361" y="66625"/>
                    <a:pt x="14361" y="62108"/>
                  </a:cubicBezTo>
                  <a:lnTo>
                    <a:pt x="14361" y="51769"/>
                  </a:lnTo>
                  <a:lnTo>
                    <a:pt x="20772" y="46249"/>
                  </a:lnTo>
                  <a:cubicBezTo>
                    <a:pt x="28484" y="56889"/>
                    <a:pt x="32691" y="62510"/>
                    <a:pt x="32691" y="64317"/>
                  </a:cubicBezTo>
                  <a:cubicBezTo>
                    <a:pt x="32691" y="66224"/>
                    <a:pt x="30989" y="66625"/>
                    <a:pt x="29085" y="66625"/>
                  </a:cubicBezTo>
                  <a:lnTo>
                    <a:pt x="29085" y="69737"/>
                  </a:lnTo>
                  <a:cubicBezTo>
                    <a:pt x="31890" y="69637"/>
                    <a:pt x="37800" y="69436"/>
                    <a:pt x="39903" y="69436"/>
                  </a:cubicBezTo>
                  <a:cubicBezTo>
                    <a:pt x="42808" y="69436"/>
                    <a:pt x="45713" y="69536"/>
                    <a:pt x="48618" y="69737"/>
                  </a:cubicBezTo>
                  <a:lnTo>
                    <a:pt x="48618" y="66625"/>
                  </a:lnTo>
                  <a:cubicBezTo>
                    <a:pt x="44912" y="66625"/>
                    <a:pt x="42708" y="66625"/>
                    <a:pt x="38902" y="61305"/>
                  </a:cubicBezTo>
                  <a:lnTo>
                    <a:pt x="26181" y="43338"/>
                  </a:lnTo>
                  <a:cubicBezTo>
                    <a:pt x="26080" y="43137"/>
                    <a:pt x="25580" y="42535"/>
                    <a:pt x="25580" y="42233"/>
                  </a:cubicBezTo>
                  <a:cubicBezTo>
                    <a:pt x="25580" y="41832"/>
                    <a:pt x="32691" y="35809"/>
                    <a:pt x="33693" y="35006"/>
                  </a:cubicBezTo>
                  <a:cubicBezTo>
                    <a:pt x="40004" y="29887"/>
                    <a:pt x="44210" y="29686"/>
                    <a:pt x="46314" y="29586"/>
                  </a:cubicBezTo>
                  <a:lnTo>
                    <a:pt x="46314" y="26474"/>
                  </a:lnTo>
                  <a:cubicBezTo>
                    <a:pt x="43409" y="26775"/>
                    <a:pt x="42107" y="26775"/>
                    <a:pt x="39302" y="26775"/>
                  </a:cubicBezTo>
                  <a:cubicBezTo>
                    <a:pt x="35696" y="26775"/>
                    <a:pt x="29486" y="26574"/>
                    <a:pt x="28084" y="26474"/>
                  </a:cubicBezTo>
                  <a:lnTo>
                    <a:pt x="28084" y="29586"/>
                  </a:lnTo>
                  <a:cubicBezTo>
                    <a:pt x="29987" y="29686"/>
                    <a:pt x="30989" y="30790"/>
                    <a:pt x="30989" y="32095"/>
                  </a:cubicBezTo>
                  <a:cubicBezTo>
                    <a:pt x="30989" y="34103"/>
                    <a:pt x="29586" y="35307"/>
                    <a:pt x="28785" y="36010"/>
                  </a:cubicBezTo>
                  <a:lnTo>
                    <a:pt x="14662" y="48256"/>
                  </a:lnTo>
                  <a:lnTo>
                    <a:pt x="14662" y="74"/>
                  </a:lnTo>
                  <a:lnTo>
                    <a:pt x="238" y="1179"/>
                  </a:lnTo>
                  <a:lnTo>
                    <a:pt x="238" y="4290"/>
                  </a:lnTo>
                  <a:cubicBezTo>
                    <a:pt x="7249" y="4290"/>
                    <a:pt x="8051" y="4993"/>
                    <a:pt x="8051" y="9912"/>
                  </a:cubicBezTo>
                  <a:lnTo>
                    <a:pt x="8051" y="62108"/>
                  </a:lnTo>
                  <a:close/>
                </a:path>
              </a:pathLst>
            </a:custGeom>
            <a:solidFill>
              <a:srgbClr val="000000"/>
            </a:solidFill>
            <a:ln w="25400" cap="flat">
              <a:noFill/>
              <a:prstDash val="solid"/>
              <a:miter/>
            </a:ln>
          </p:spPr>
          <p:txBody>
            <a:bodyPr/>
            <a:lstStyle/>
            <a:p>
              <a:endParaRPr lang="en-US"/>
            </a:p>
          </p:txBody>
        </p:sp>
        <p:sp>
          <p:nvSpPr>
            <p:cNvPr id="2366" name="Freeform: Shape 2365">
              <a:extLst>
                <a:ext uri="{FF2B5EF4-FFF2-40B4-BE49-F238E27FC236}">
                  <a16:creationId xmlns:a16="http://schemas.microsoft.com/office/drawing/2014/main" id="{6222B17A-E28C-F96D-D08D-AEC4470967D7}"/>
                </a:ext>
              </a:extLst>
            </p:cNvPr>
            <p:cNvSpPr/>
            <p:nvPr>
              <p:custDataLst>
                <p:tags r:id="rId25"/>
              </p:custDataLst>
            </p:nvPr>
          </p:nvSpPr>
          <p:spPr>
            <a:xfrm>
              <a:off x="5528806" y="3752659"/>
              <a:ext cx="38764" cy="46073"/>
            </a:xfrm>
            <a:custGeom>
              <a:avLst/>
              <a:gdLst>
                <a:gd name="csX0" fmla="*/ 8657 w 38764"/>
                <a:gd name="csY0" fmla="*/ 19749 h 46073"/>
                <a:gd name="csX1" fmla="*/ 21077 w 38764"/>
                <a:gd name="csY1" fmla="*/ 2283 h 46073"/>
                <a:gd name="csX2" fmla="*/ 32396 w 38764"/>
                <a:gd name="csY2" fmla="*/ 19749 h 46073"/>
                <a:gd name="csX3" fmla="*/ 8657 w 38764"/>
                <a:gd name="csY3" fmla="*/ 19749 h 46073"/>
                <a:gd name="csX4" fmla="*/ 8556 w 38764"/>
                <a:gd name="csY4" fmla="*/ 21857 h 46073"/>
                <a:gd name="csX5" fmla="*/ 36503 w 38764"/>
                <a:gd name="csY5" fmla="*/ 21857 h 46073"/>
                <a:gd name="csX6" fmla="*/ 39007 w 38764"/>
                <a:gd name="csY6" fmla="*/ 19749 h 46073"/>
                <a:gd name="csX7" fmla="*/ 21077 w 38764"/>
                <a:gd name="csY7" fmla="*/ 74 h 46073"/>
                <a:gd name="csX8" fmla="*/ 243 w 38764"/>
                <a:gd name="csY8" fmla="*/ 22961 h 46073"/>
                <a:gd name="csX9" fmla="*/ 22279 w 38764"/>
                <a:gd name="csY9" fmla="*/ 46148 h 46073"/>
                <a:gd name="csX10" fmla="*/ 39007 w 38764"/>
                <a:gd name="csY10" fmla="*/ 33099 h 46073"/>
                <a:gd name="csX11" fmla="*/ 37705 w 38764"/>
                <a:gd name="csY11" fmla="*/ 31894 h 46073"/>
                <a:gd name="csX12" fmla="*/ 36403 w 38764"/>
                <a:gd name="csY12" fmla="*/ 33300 h 46073"/>
                <a:gd name="csX13" fmla="*/ 22880 w 38764"/>
                <a:gd name="csY13" fmla="*/ 43639 h 46073"/>
                <a:gd name="csX14" fmla="*/ 11561 w 38764"/>
                <a:gd name="csY14" fmla="*/ 36913 h 46073"/>
                <a:gd name="csX15" fmla="*/ 8556 w 38764"/>
                <a:gd name="csY15" fmla="*/ 2185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764" h="46073">
                  <a:moveTo>
                    <a:pt x="8657" y="19749"/>
                  </a:moveTo>
                  <a:cubicBezTo>
                    <a:pt x="9258" y="4792"/>
                    <a:pt x="17672" y="2283"/>
                    <a:pt x="21077" y="2283"/>
                  </a:cubicBezTo>
                  <a:cubicBezTo>
                    <a:pt x="31394" y="2283"/>
                    <a:pt x="32396" y="15834"/>
                    <a:pt x="32396" y="19749"/>
                  </a:cubicBezTo>
                  <a:lnTo>
                    <a:pt x="8657" y="19749"/>
                  </a:lnTo>
                  <a:close/>
                  <a:moveTo>
                    <a:pt x="8556" y="21857"/>
                  </a:moveTo>
                  <a:lnTo>
                    <a:pt x="36503" y="21857"/>
                  </a:lnTo>
                  <a:cubicBezTo>
                    <a:pt x="38706" y="21857"/>
                    <a:pt x="39007" y="21857"/>
                    <a:pt x="39007" y="19749"/>
                  </a:cubicBezTo>
                  <a:cubicBezTo>
                    <a:pt x="39007" y="9811"/>
                    <a:pt x="33598" y="74"/>
                    <a:pt x="21077" y="74"/>
                  </a:cubicBezTo>
                  <a:cubicBezTo>
                    <a:pt x="9458" y="74"/>
                    <a:pt x="243" y="10413"/>
                    <a:pt x="243" y="22961"/>
                  </a:cubicBezTo>
                  <a:cubicBezTo>
                    <a:pt x="243" y="36411"/>
                    <a:pt x="10760" y="46148"/>
                    <a:pt x="22279" y="46148"/>
                  </a:cubicBezTo>
                  <a:cubicBezTo>
                    <a:pt x="34499" y="46148"/>
                    <a:pt x="39007" y="35006"/>
                    <a:pt x="39007" y="33099"/>
                  </a:cubicBezTo>
                  <a:cubicBezTo>
                    <a:pt x="39007" y="32095"/>
                    <a:pt x="38206" y="31894"/>
                    <a:pt x="37705" y="31894"/>
                  </a:cubicBezTo>
                  <a:cubicBezTo>
                    <a:pt x="36803" y="31894"/>
                    <a:pt x="36603" y="32497"/>
                    <a:pt x="36403" y="33300"/>
                  </a:cubicBezTo>
                  <a:cubicBezTo>
                    <a:pt x="32897" y="43639"/>
                    <a:pt x="23882" y="43639"/>
                    <a:pt x="22880" y="43639"/>
                  </a:cubicBezTo>
                  <a:cubicBezTo>
                    <a:pt x="17872" y="43639"/>
                    <a:pt x="13865" y="40627"/>
                    <a:pt x="11561" y="36913"/>
                  </a:cubicBezTo>
                  <a:cubicBezTo>
                    <a:pt x="8556" y="32095"/>
                    <a:pt x="8556" y="25470"/>
                    <a:pt x="8556" y="21857"/>
                  </a:cubicBezTo>
                  <a:close/>
                </a:path>
              </a:pathLst>
            </a:custGeom>
            <a:solidFill>
              <a:srgbClr val="000000"/>
            </a:solidFill>
            <a:ln w="25400" cap="flat">
              <a:noFill/>
              <a:prstDash val="solid"/>
              <a:miter/>
            </a:ln>
          </p:spPr>
          <p:txBody>
            <a:bodyPr/>
            <a:lstStyle/>
            <a:p>
              <a:endParaRPr lang="en-US"/>
            </a:p>
          </p:txBody>
        </p:sp>
        <p:sp>
          <p:nvSpPr>
            <p:cNvPr id="2367" name="Freeform: Shape 2366">
              <a:extLst>
                <a:ext uri="{FF2B5EF4-FFF2-40B4-BE49-F238E27FC236}">
                  <a16:creationId xmlns:a16="http://schemas.microsoft.com/office/drawing/2014/main" id="{C906B84D-300B-D691-3968-99C8E3AEDEDB}"/>
                </a:ext>
              </a:extLst>
            </p:cNvPr>
            <p:cNvSpPr/>
            <p:nvPr>
              <p:custDataLst>
                <p:tags r:id="rId26"/>
              </p:custDataLst>
            </p:nvPr>
          </p:nvSpPr>
          <p:spPr>
            <a:xfrm>
              <a:off x="5573825" y="3727966"/>
              <a:ext cx="22236" cy="69662"/>
            </a:xfrm>
            <a:custGeom>
              <a:avLst/>
              <a:gdLst>
                <a:gd name="csX0" fmla="*/ 14671 w 22236"/>
                <a:gd name="csY0" fmla="*/ 74 h 69662"/>
                <a:gd name="csX1" fmla="*/ 247 w 22236"/>
                <a:gd name="csY1" fmla="*/ 1179 h 69662"/>
                <a:gd name="csX2" fmla="*/ 247 w 22236"/>
                <a:gd name="csY2" fmla="*/ 4290 h 69662"/>
                <a:gd name="csX3" fmla="*/ 8060 w 22236"/>
                <a:gd name="csY3" fmla="*/ 9912 h 69662"/>
                <a:gd name="csX4" fmla="*/ 8060 w 22236"/>
                <a:gd name="csY4" fmla="*/ 62108 h 69662"/>
                <a:gd name="csX5" fmla="*/ 247 w 22236"/>
                <a:gd name="csY5" fmla="*/ 66625 h 69662"/>
                <a:gd name="csX6" fmla="*/ 247 w 22236"/>
                <a:gd name="csY6" fmla="*/ 69737 h 69662"/>
                <a:gd name="csX7" fmla="*/ 11366 w 22236"/>
                <a:gd name="csY7" fmla="*/ 69436 h 69662"/>
                <a:gd name="csX8" fmla="*/ 22484 w 22236"/>
                <a:gd name="csY8" fmla="*/ 69737 h 69662"/>
                <a:gd name="csX9" fmla="*/ 22484 w 22236"/>
                <a:gd name="csY9" fmla="*/ 66625 h 69662"/>
                <a:gd name="csX10" fmla="*/ 14671 w 22236"/>
                <a:gd name="csY10" fmla="*/ 62108 h 69662"/>
                <a:gd name="csX11" fmla="*/ 14671 w 22236"/>
                <a:gd name="csY11" fmla="*/ 74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671" y="74"/>
                  </a:moveTo>
                  <a:lnTo>
                    <a:pt x="247" y="1179"/>
                  </a:lnTo>
                  <a:lnTo>
                    <a:pt x="247" y="4290"/>
                  </a:lnTo>
                  <a:cubicBezTo>
                    <a:pt x="7259" y="4290"/>
                    <a:pt x="8060" y="4993"/>
                    <a:pt x="8060" y="9912"/>
                  </a:cubicBezTo>
                  <a:lnTo>
                    <a:pt x="8060" y="62108"/>
                  </a:lnTo>
                  <a:cubicBezTo>
                    <a:pt x="8060" y="66625"/>
                    <a:pt x="6958" y="66625"/>
                    <a:pt x="247" y="66625"/>
                  </a:cubicBezTo>
                  <a:lnTo>
                    <a:pt x="247" y="69737"/>
                  </a:lnTo>
                  <a:cubicBezTo>
                    <a:pt x="3553" y="69637"/>
                    <a:pt x="8861" y="69436"/>
                    <a:pt x="11366" y="69436"/>
                  </a:cubicBezTo>
                  <a:cubicBezTo>
                    <a:pt x="13870" y="69436"/>
                    <a:pt x="18778" y="69637"/>
                    <a:pt x="22484" y="69737"/>
                  </a:cubicBezTo>
                  <a:lnTo>
                    <a:pt x="22484" y="66625"/>
                  </a:lnTo>
                  <a:cubicBezTo>
                    <a:pt x="15773" y="66625"/>
                    <a:pt x="14671" y="66625"/>
                    <a:pt x="14671" y="62108"/>
                  </a:cubicBezTo>
                  <a:lnTo>
                    <a:pt x="14671" y="74"/>
                  </a:lnTo>
                  <a:close/>
                </a:path>
              </a:pathLst>
            </a:custGeom>
            <a:solidFill>
              <a:srgbClr val="000000"/>
            </a:solidFill>
            <a:ln w="25400" cap="flat">
              <a:noFill/>
              <a:prstDash val="solid"/>
              <a:miter/>
            </a:ln>
          </p:spPr>
          <p:txBody>
            <a:bodyPr/>
            <a:lstStyle/>
            <a:p>
              <a:endParaRPr lang="en-US"/>
            </a:p>
          </p:txBody>
        </p:sp>
        <p:sp>
          <p:nvSpPr>
            <p:cNvPr id="1088" name="Freeform: Shape 1087">
              <a:extLst>
                <a:ext uri="{FF2B5EF4-FFF2-40B4-BE49-F238E27FC236}">
                  <a16:creationId xmlns:a16="http://schemas.microsoft.com/office/drawing/2014/main" id="{F14B2ED0-F03F-84C7-223D-E0E6178AF3EA}"/>
                </a:ext>
              </a:extLst>
            </p:cNvPr>
            <p:cNvSpPr/>
            <p:nvPr>
              <p:custDataLst>
                <p:tags r:id="rId27"/>
              </p:custDataLst>
            </p:nvPr>
          </p:nvSpPr>
          <p:spPr>
            <a:xfrm>
              <a:off x="5600246" y="3754366"/>
              <a:ext cx="48981" cy="63840"/>
            </a:xfrm>
            <a:custGeom>
              <a:avLst/>
              <a:gdLst>
                <a:gd name="csX0" fmla="*/ 39916 w 48981"/>
                <a:gd name="csY0" fmla="*/ 9610 h 63840"/>
                <a:gd name="csX1" fmla="*/ 49231 w 48981"/>
                <a:gd name="csY1" fmla="*/ 3186 h 63840"/>
                <a:gd name="csX2" fmla="*/ 49231 w 48981"/>
                <a:gd name="csY2" fmla="*/ 74 h 63840"/>
                <a:gd name="csX3" fmla="*/ 41719 w 48981"/>
                <a:gd name="csY3" fmla="*/ 376 h 63840"/>
                <a:gd name="csX4" fmla="*/ 33004 w 48981"/>
                <a:gd name="csY4" fmla="*/ 74 h 63840"/>
                <a:gd name="csX5" fmla="*/ 33004 w 48981"/>
                <a:gd name="csY5" fmla="*/ 3186 h 63840"/>
                <a:gd name="csX6" fmla="*/ 37712 w 48981"/>
                <a:gd name="csY6" fmla="*/ 7502 h 63840"/>
                <a:gd name="csX7" fmla="*/ 37111 w 48981"/>
                <a:gd name="csY7" fmla="*/ 9912 h 63840"/>
                <a:gd name="csX8" fmla="*/ 26994 w 48981"/>
                <a:gd name="csY8" fmla="*/ 34605 h 63840"/>
                <a:gd name="csX9" fmla="*/ 15876 w 48981"/>
                <a:gd name="csY9" fmla="*/ 7603 h 63840"/>
                <a:gd name="csX10" fmla="*/ 15275 w 48981"/>
                <a:gd name="csY10" fmla="*/ 5796 h 63840"/>
                <a:gd name="csX11" fmla="*/ 20884 w 48981"/>
                <a:gd name="csY11" fmla="*/ 3186 h 63840"/>
                <a:gd name="csX12" fmla="*/ 20884 w 48981"/>
                <a:gd name="csY12" fmla="*/ 74 h 63840"/>
                <a:gd name="csX13" fmla="*/ 9966 w 48981"/>
                <a:gd name="csY13" fmla="*/ 376 h 63840"/>
                <a:gd name="csX14" fmla="*/ 250 w 48981"/>
                <a:gd name="csY14" fmla="*/ 74 h 63840"/>
                <a:gd name="csX15" fmla="*/ 250 w 48981"/>
                <a:gd name="csY15" fmla="*/ 3186 h 63840"/>
                <a:gd name="csX16" fmla="*/ 8363 w 48981"/>
                <a:gd name="csY16" fmla="*/ 6699 h 63840"/>
                <a:gd name="csX17" fmla="*/ 23388 w 48981"/>
                <a:gd name="csY17" fmla="*/ 43338 h 63840"/>
                <a:gd name="csX18" fmla="*/ 20884 w 48981"/>
                <a:gd name="csY18" fmla="*/ 49260 h 63840"/>
                <a:gd name="csX19" fmla="*/ 9465 w 48981"/>
                <a:gd name="csY19" fmla="*/ 61707 h 63840"/>
                <a:gd name="csX20" fmla="*/ 4757 w 48981"/>
                <a:gd name="csY20" fmla="*/ 59900 h 63840"/>
                <a:gd name="csX21" fmla="*/ 8664 w 48981"/>
                <a:gd name="csY21" fmla="*/ 55684 h 63840"/>
                <a:gd name="csX22" fmla="*/ 4457 w 48981"/>
                <a:gd name="csY22" fmla="*/ 51468 h 63840"/>
                <a:gd name="csX23" fmla="*/ 250 w 48981"/>
                <a:gd name="csY23" fmla="*/ 55785 h 63840"/>
                <a:gd name="csX24" fmla="*/ 9465 w 48981"/>
                <a:gd name="csY24" fmla="*/ 63915 h 63840"/>
                <a:gd name="csX25" fmla="*/ 22286 w 48981"/>
                <a:gd name="csY25" fmla="*/ 52472 h 63840"/>
                <a:gd name="csX26" fmla="*/ 39916 w 48981"/>
                <a:gd name="csY26" fmla="*/ 9610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8981" h="63840">
                  <a:moveTo>
                    <a:pt x="39916" y="9610"/>
                  </a:moveTo>
                  <a:cubicBezTo>
                    <a:pt x="42520" y="3287"/>
                    <a:pt x="47628" y="3186"/>
                    <a:pt x="49231" y="3186"/>
                  </a:cubicBezTo>
                  <a:lnTo>
                    <a:pt x="49231" y="74"/>
                  </a:lnTo>
                  <a:cubicBezTo>
                    <a:pt x="46927" y="275"/>
                    <a:pt x="44022" y="376"/>
                    <a:pt x="41719" y="376"/>
                  </a:cubicBezTo>
                  <a:cubicBezTo>
                    <a:pt x="39916" y="376"/>
                    <a:pt x="35208" y="175"/>
                    <a:pt x="33004" y="74"/>
                  </a:cubicBezTo>
                  <a:lnTo>
                    <a:pt x="33004" y="3186"/>
                  </a:lnTo>
                  <a:cubicBezTo>
                    <a:pt x="36109" y="3287"/>
                    <a:pt x="37712" y="4993"/>
                    <a:pt x="37712" y="7502"/>
                  </a:cubicBezTo>
                  <a:cubicBezTo>
                    <a:pt x="37712" y="8506"/>
                    <a:pt x="37612" y="8707"/>
                    <a:pt x="37111" y="9912"/>
                  </a:cubicBezTo>
                  <a:lnTo>
                    <a:pt x="26994" y="34605"/>
                  </a:lnTo>
                  <a:lnTo>
                    <a:pt x="15876" y="7603"/>
                  </a:lnTo>
                  <a:cubicBezTo>
                    <a:pt x="15475" y="6599"/>
                    <a:pt x="15275" y="6197"/>
                    <a:pt x="15275" y="5796"/>
                  </a:cubicBezTo>
                  <a:cubicBezTo>
                    <a:pt x="15275" y="3186"/>
                    <a:pt x="18981" y="3186"/>
                    <a:pt x="20884" y="3186"/>
                  </a:cubicBezTo>
                  <a:lnTo>
                    <a:pt x="20884" y="74"/>
                  </a:lnTo>
                  <a:cubicBezTo>
                    <a:pt x="18280" y="175"/>
                    <a:pt x="11669" y="376"/>
                    <a:pt x="9966" y="376"/>
                  </a:cubicBezTo>
                  <a:cubicBezTo>
                    <a:pt x="7261" y="376"/>
                    <a:pt x="3255" y="275"/>
                    <a:pt x="250" y="74"/>
                  </a:cubicBezTo>
                  <a:lnTo>
                    <a:pt x="250" y="3186"/>
                  </a:lnTo>
                  <a:cubicBezTo>
                    <a:pt x="5058" y="3186"/>
                    <a:pt x="6961" y="3186"/>
                    <a:pt x="8363" y="6699"/>
                  </a:cubicBezTo>
                  <a:lnTo>
                    <a:pt x="23388" y="43338"/>
                  </a:lnTo>
                  <a:cubicBezTo>
                    <a:pt x="22887" y="44642"/>
                    <a:pt x="21485" y="47955"/>
                    <a:pt x="20884" y="49260"/>
                  </a:cubicBezTo>
                  <a:cubicBezTo>
                    <a:pt x="18680" y="54781"/>
                    <a:pt x="15876" y="61707"/>
                    <a:pt x="9465" y="61707"/>
                  </a:cubicBezTo>
                  <a:cubicBezTo>
                    <a:pt x="8964" y="61707"/>
                    <a:pt x="6660" y="61707"/>
                    <a:pt x="4757" y="59900"/>
                  </a:cubicBezTo>
                  <a:cubicBezTo>
                    <a:pt x="7862" y="59499"/>
                    <a:pt x="8664" y="57290"/>
                    <a:pt x="8664" y="55684"/>
                  </a:cubicBezTo>
                  <a:cubicBezTo>
                    <a:pt x="8664" y="53074"/>
                    <a:pt x="6761" y="51468"/>
                    <a:pt x="4457" y="51468"/>
                  </a:cubicBezTo>
                  <a:cubicBezTo>
                    <a:pt x="2454" y="51468"/>
                    <a:pt x="250" y="52773"/>
                    <a:pt x="250" y="55785"/>
                  </a:cubicBezTo>
                  <a:cubicBezTo>
                    <a:pt x="250" y="60302"/>
                    <a:pt x="4457" y="63915"/>
                    <a:pt x="9465" y="63915"/>
                  </a:cubicBezTo>
                  <a:cubicBezTo>
                    <a:pt x="15776" y="63915"/>
                    <a:pt x="19882" y="58194"/>
                    <a:pt x="22286" y="52472"/>
                  </a:cubicBezTo>
                  <a:lnTo>
                    <a:pt x="39916" y="9610"/>
                  </a:lnTo>
                  <a:close/>
                </a:path>
              </a:pathLst>
            </a:custGeom>
            <a:solidFill>
              <a:srgbClr val="000000"/>
            </a:solidFill>
            <a:ln w="25400" cap="flat">
              <a:noFill/>
              <a:prstDash val="solid"/>
              <a:miter/>
            </a:ln>
          </p:spPr>
          <p:txBody>
            <a:bodyPr/>
            <a:lstStyle/>
            <a:p>
              <a:endParaRPr lang="en-US"/>
            </a:p>
          </p:txBody>
        </p:sp>
        <p:sp>
          <p:nvSpPr>
            <p:cNvPr id="1089" name="Freeform: Shape 1088">
              <a:extLst>
                <a:ext uri="{FF2B5EF4-FFF2-40B4-BE49-F238E27FC236}">
                  <a16:creationId xmlns:a16="http://schemas.microsoft.com/office/drawing/2014/main" id="{3EC3053C-D34B-985F-5B76-EBC77E18F198}"/>
                </a:ext>
              </a:extLst>
            </p:cNvPr>
            <p:cNvSpPr/>
            <p:nvPr>
              <p:custDataLst>
                <p:tags r:id="rId28"/>
              </p:custDataLst>
            </p:nvPr>
          </p:nvSpPr>
          <p:spPr>
            <a:xfrm>
              <a:off x="5654514" y="3727966"/>
              <a:ext cx="31452" cy="30013"/>
            </a:xfrm>
            <a:custGeom>
              <a:avLst/>
              <a:gdLst>
                <a:gd name="csX0" fmla="*/ 12275 w 31452"/>
                <a:gd name="csY0" fmla="*/ 10614 h 30013"/>
                <a:gd name="csX1" fmla="*/ 5564 w 31452"/>
                <a:gd name="csY1" fmla="*/ 74 h 30013"/>
                <a:gd name="csX2" fmla="*/ 255 w 31452"/>
                <a:gd name="csY2" fmla="*/ 5394 h 30013"/>
                <a:gd name="csX3" fmla="*/ 5564 w 31452"/>
                <a:gd name="csY3" fmla="*/ 10715 h 30013"/>
                <a:gd name="csX4" fmla="*/ 9571 w 31452"/>
                <a:gd name="csY4" fmla="*/ 9108 h 30013"/>
                <a:gd name="csX5" fmla="*/ 9871 w 31452"/>
                <a:gd name="csY5" fmla="*/ 8807 h 30013"/>
                <a:gd name="csX6" fmla="*/ 10071 w 31452"/>
                <a:gd name="csY6" fmla="*/ 10614 h 30013"/>
                <a:gd name="csX7" fmla="*/ 3060 w 31452"/>
                <a:gd name="csY7" fmla="*/ 27277 h 30013"/>
                <a:gd name="csX8" fmla="*/ 1858 w 31452"/>
                <a:gd name="csY8" fmla="*/ 28983 h 30013"/>
                <a:gd name="csX9" fmla="*/ 2859 w 31452"/>
                <a:gd name="csY9" fmla="*/ 30088 h 30013"/>
                <a:gd name="csX10" fmla="*/ 12275 w 31452"/>
                <a:gd name="csY10" fmla="*/ 10614 h 30013"/>
                <a:gd name="csX11" fmla="*/ 31707 w 31452"/>
                <a:gd name="csY11" fmla="*/ 10614 h 30013"/>
                <a:gd name="csX12" fmla="*/ 24996 w 31452"/>
                <a:gd name="csY12" fmla="*/ 74 h 30013"/>
                <a:gd name="csX13" fmla="*/ 19687 w 31452"/>
                <a:gd name="csY13" fmla="*/ 5394 h 30013"/>
                <a:gd name="csX14" fmla="*/ 24996 w 31452"/>
                <a:gd name="csY14" fmla="*/ 10715 h 30013"/>
                <a:gd name="csX15" fmla="*/ 29003 w 31452"/>
                <a:gd name="csY15" fmla="*/ 9108 h 30013"/>
                <a:gd name="csX16" fmla="*/ 29303 w 31452"/>
                <a:gd name="csY16" fmla="*/ 8807 h 30013"/>
                <a:gd name="csX17" fmla="*/ 29504 w 31452"/>
                <a:gd name="csY17" fmla="*/ 10614 h 30013"/>
                <a:gd name="csX18" fmla="*/ 22492 w 31452"/>
                <a:gd name="csY18" fmla="*/ 27277 h 30013"/>
                <a:gd name="csX19" fmla="*/ 21290 w 31452"/>
                <a:gd name="csY19" fmla="*/ 28983 h 30013"/>
                <a:gd name="csX20" fmla="*/ 22292 w 31452"/>
                <a:gd name="csY20" fmla="*/ 30088 h 30013"/>
                <a:gd name="csX21" fmla="*/ 31707 w 31452"/>
                <a:gd name="csY21" fmla="*/ 10614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275" y="10614"/>
                  </a:moveTo>
                  <a:cubicBezTo>
                    <a:pt x="12275" y="4591"/>
                    <a:pt x="9871" y="74"/>
                    <a:pt x="5564" y="74"/>
                  </a:cubicBezTo>
                  <a:cubicBezTo>
                    <a:pt x="2058" y="74"/>
                    <a:pt x="255" y="2785"/>
                    <a:pt x="255" y="5394"/>
                  </a:cubicBezTo>
                  <a:cubicBezTo>
                    <a:pt x="255" y="8004"/>
                    <a:pt x="1958" y="10715"/>
                    <a:pt x="5564" y="10715"/>
                  </a:cubicBezTo>
                  <a:cubicBezTo>
                    <a:pt x="7567" y="10715"/>
                    <a:pt x="8970" y="9711"/>
                    <a:pt x="9571" y="9108"/>
                  </a:cubicBezTo>
                  <a:cubicBezTo>
                    <a:pt x="9671" y="8908"/>
                    <a:pt x="9771" y="8807"/>
                    <a:pt x="9871" y="8807"/>
                  </a:cubicBezTo>
                  <a:cubicBezTo>
                    <a:pt x="10071" y="8807"/>
                    <a:pt x="10071" y="10213"/>
                    <a:pt x="10071" y="10614"/>
                  </a:cubicBezTo>
                  <a:cubicBezTo>
                    <a:pt x="10071" y="13826"/>
                    <a:pt x="9370" y="21054"/>
                    <a:pt x="3060" y="27277"/>
                  </a:cubicBezTo>
                  <a:cubicBezTo>
                    <a:pt x="1858" y="28482"/>
                    <a:pt x="1858" y="28682"/>
                    <a:pt x="1858" y="28983"/>
                  </a:cubicBezTo>
                  <a:cubicBezTo>
                    <a:pt x="1858" y="29686"/>
                    <a:pt x="2359" y="30088"/>
                    <a:pt x="2859" y="30088"/>
                  </a:cubicBezTo>
                  <a:cubicBezTo>
                    <a:pt x="3961" y="30088"/>
                    <a:pt x="12275" y="22459"/>
                    <a:pt x="12275" y="10614"/>
                  </a:cubicBezTo>
                  <a:close/>
                  <a:moveTo>
                    <a:pt x="31707" y="10614"/>
                  </a:moveTo>
                  <a:cubicBezTo>
                    <a:pt x="31707" y="4591"/>
                    <a:pt x="29303" y="74"/>
                    <a:pt x="24996" y="74"/>
                  </a:cubicBezTo>
                  <a:cubicBezTo>
                    <a:pt x="21490" y="74"/>
                    <a:pt x="19687" y="2785"/>
                    <a:pt x="19687" y="5394"/>
                  </a:cubicBezTo>
                  <a:cubicBezTo>
                    <a:pt x="19687" y="8004"/>
                    <a:pt x="21390" y="10715"/>
                    <a:pt x="24996" y="10715"/>
                  </a:cubicBezTo>
                  <a:cubicBezTo>
                    <a:pt x="26999" y="10715"/>
                    <a:pt x="28402" y="9711"/>
                    <a:pt x="29003" y="9108"/>
                  </a:cubicBezTo>
                  <a:cubicBezTo>
                    <a:pt x="29103" y="8908"/>
                    <a:pt x="29203" y="8807"/>
                    <a:pt x="29303" y="8807"/>
                  </a:cubicBezTo>
                  <a:cubicBezTo>
                    <a:pt x="29504" y="8807"/>
                    <a:pt x="29504" y="10213"/>
                    <a:pt x="29504" y="10614"/>
                  </a:cubicBezTo>
                  <a:cubicBezTo>
                    <a:pt x="29504" y="13826"/>
                    <a:pt x="28802" y="21054"/>
                    <a:pt x="22492" y="27277"/>
                  </a:cubicBezTo>
                  <a:cubicBezTo>
                    <a:pt x="21290" y="28482"/>
                    <a:pt x="21290" y="28682"/>
                    <a:pt x="21290" y="28983"/>
                  </a:cubicBezTo>
                  <a:cubicBezTo>
                    <a:pt x="21290" y="29686"/>
                    <a:pt x="21791" y="30088"/>
                    <a:pt x="22292" y="30088"/>
                  </a:cubicBezTo>
                  <a:cubicBezTo>
                    <a:pt x="23393" y="30088"/>
                    <a:pt x="31707" y="22459"/>
                    <a:pt x="31707" y="10614"/>
                  </a:cubicBezTo>
                  <a:close/>
                </a:path>
              </a:pathLst>
            </a:custGeom>
            <a:solidFill>
              <a:srgbClr val="000000"/>
            </a:solidFill>
            <a:ln w="25400" cap="flat">
              <a:noFill/>
              <a:prstDash val="solid"/>
              <a:miter/>
            </a:ln>
          </p:spPr>
          <p:txBody>
            <a:bodyPr/>
            <a:lstStyle/>
            <a:p>
              <a:endParaRPr lang="en-US"/>
            </a:p>
          </p:txBody>
        </p:sp>
        <p:sp>
          <p:nvSpPr>
            <p:cNvPr id="1090" name="Freeform: Shape 1089">
              <a:extLst>
                <a:ext uri="{FF2B5EF4-FFF2-40B4-BE49-F238E27FC236}">
                  <a16:creationId xmlns:a16="http://schemas.microsoft.com/office/drawing/2014/main" id="{208B06EC-80A9-4D84-F05D-321882F75F7E}"/>
                </a:ext>
              </a:extLst>
            </p:cNvPr>
            <p:cNvSpPr/>
            <p:nvPr>
              <p:custDataLst>
                <p:tags r:id="rId29"/>
              </p:custDataLst>
            </p:nvPr>
          </p:nvSpPr>
          <p:spPr>
            <a:xfrm>
              <a:off x="4725682" y="3875321"/>
              <a:ext cx="42169" cy="69060"/>
            </a:xfrm>
            <a:custGeom>
              <a:avLst/>
              <a:gdLst>
                <a:gd name="csX0" fmla="*/ 42332 w 42169"/>
                <a:gd name="csY0" fmla="*/ 34820 h 69060"/>
                <a:gd name="csX1" fmla="*/ 38326 w 42169"/>
                <a:gd name="csY1" fmla="*/ 11331 h 69060"/>
                <a:gd name="csX2" fmla="*/ 21298 w 42169"/>
                <a:gd name="csY2" fmla="*/ 89 h 69060"/>
                <a:gd name="csX3" fmla="*/ 3869 w 42169"/>
                <a:gd name="csY3" fmla="*/ 12034 h 69060"/>
                <a:gd name="csX4" fmla="*/ 163 w 42169"/>
                <a:gd name="csY4" fmla="*/ 34820 h 69060"/>
                <a:gd name="csX5" fmla="*/ 4670 w 42169"/>
                <a:gd name="csY5" fmla="*/ 59011 h 69060"/>
                <a:gd name="csX6" fmla="*/ 21198 w 42169"/>
                <a:gd name="csY6" fmla="*/ 69149 h 69060"/>
                <a:gd name="csX7" fmla="*/ 38626 w 42169"/>
                <a:gd name="csY7" fmla="*/ 57505 h 69060"/>
                <a:gd name="csX8" fmla="*/ 42332 w 42169"/>
                <a:gd name="csY8" fmla="*/ 34820 h 69060"/>
                <a:gd name="csX9" fmla="*/ 21198 w 42169"/>
                <a:gd name="csY9" fmla="*/ 66941 h 69060"/>
                <a:gd name="csX10" fmla="*/ 9578 w 42169"/>
                <a:gd name="csY10" fmla="*/ 54795 h 69060"/>
                <a:gd name="csX11" fmla="*/ 8476 w 42169"/>
                <a:gd name="csY11" fmla="*/ 33615 h 69060"/>
                <a:gd name="csX12" fmla="*/ 9278 w 42169"/>
                <a:gd name="csY12" fmla="*/ 15146 h 69060"/>
                <a:gd name="csX13" fmla="*/ 21198 w 42169"/>
                <a:gd name="csY13" fmla="*/ 2297 h 69060"/>
                <a:gd name="csX14" fmla="*/ 33017 w 42169"/>
                <a:gd name="csY14" fmla="*/ 14041 h 69060"/>
                <a:gd name="csX15" fmla="*/ 34019 w 42169"/>
                <a:gd name="csY15" fmla="*/ 33615 h 69060"/>
                <a:gd name="csX16" fmla="*/ 32917 w 42169"/>
                <a:gd name="csY16" fmla="*/ 54394 h 69060"/>
                <a:gd name="csX17" fmla="*/ 21198 w 42169"/>
                <a:gd name="csY17" fmla="*/ 66941 h 690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42169" h="69060">
                  <a:moveTo>
                    <a:pt x="42332" y="34820"/>
                  </a:moveTo>
                  <a:cubicBezTo>
                    <a:pt x="42332" y="26789"/>
                    <a:pt x="41832" y="18759"/>
                    <a:pt x="38326" y="11331"/>
                  </a:cubicBezTo>
                  <a:cubicBezTo>
                    <a:pt x="33718" y="1695"/>
                    <a:pt x="25505" y="89"/>
                    <a:pt x="21298" y="89"/>
                  </a:cubicBezTo>
                  <a:cubicBezTo>
                    <a:pt x="15288" y="89"/>
                    <a:pt x="7976" y="2699"/>
                    <a:pt x="3869" y="12034"/>
                  </a:cubicBezTo>
                  <a:cubicBezTo>
                    <a:pt x="664" y="18960"/>
                    <a:pt x="163" y="26789"/>
                    <a:pt x="163" y="34820"/>
                  </a:cubicBezTo>
                  <a:cubicBezTo>
                    <a:pt x="163" y="42348"/>
                    <a:pt x="563" y="51382"/>
                    <a:pt x="4670" y="59011"/>
                  </a:cubicBezTo>
                  <a:cubicBezTo>
                    <a:pt x="8977" y="67142"/>
                    <a:pt x="16289" y="69149"/>
                    <a:pt x="21198" y="69149"/>
                  </a:cubicBezTo>
                  <a:cubicBezTo>
                    <a:pt x="26606" y="69149"/>
                    <a:pt x="34219" y="67041"/>
                    <a:pt x="38626" y="57505"/>
                  </a:cubicBezTo>
                  <a:cubicBezTo>
                    <a:pt x="41832" y="50579"/>
                    <a:pt x="42332" y="42750"/>
                    <a:pt x="42332" y="34820"/>
                  </a:cubicBezTo>
                  <a:close/>
                  <a:moveTo>
                    <a:pt x="21198" y="66941"/>
                  </a:moveTo>
                  <a:cubicBezTo>
                    <a:pt x="17291" y="66941"/>
                    <a:pt x="11381" y="64431"/>
                    <a:pt x="9578" y="54795"/>
                  </a:cubicBezTo>
                  <a:cubicBezTo>
                    <a:pt x="8476" y="48772"/>
                    <a:pt x="8476" y="39538"/>
                    <a:pt x="8476" y="33615"/>
                  </a:cubicBezTo>
                  <a:cubicBezTo>
                    <a:pt x="8476" y="27191"/>
                    <a:pt x="8476" y="20566"/>
                    <a:pt x="9278" y="15146"/>
                  </a:cubicBezTo>
                  <a:cubicBezTo>
                    <a:pt x="11181" y="3200"/>
                    <a:pt x="18693" y="2297"/>
                    <a:pt x="21198" y="2297"/>
                  </a:cubicBezTo>
                  <a:cubicBezTo>
                    <a:pt x="24503" y="2297"/>
                    <a:pt x="31114" y="4104"/>
                    <a:pt x="33017" y="14041"/>
                  </a:cubicBezTo>
                  <a:cubicBezTo>
                    <a:pt x="34019" y="19663"/>
                    <a:pt x="34019" y="27291"/>
                    <a:pt x="34019" y="33615"/>
                  </a:cubicBezTo>
                  <a:cubicBezTo>
                    <a:pt x="34019" y="41144"/>
                    <a:pt x="34019" y="47969"/>
                    <a:pt x="32917" y="54394"/>
                  </a:cubicBezTo>
                  <a:cubicBezTo>
                    <a:pt x="31414" y="63930"/>
                    <a:pt x="25705" y="66941"/>
                    <a:pt x="21198" y="66941"/>
                  </a:cubicBezTo>
                  <a:close/>
                </a:path>
              </a:pathLst>
            </a:custGeom>
            <a:solidFill>
              <a:srgbClr val="000000"/>
            </a:solidFill>
            <a:ln w="25400" cap="flat">
              <a:noFill/>
              <a:prstDash val="solid"/>
              <a:miter/>
            </a:ln>
          </p:spPr>
          <p:txBody>
            <a:bodyPr/>
            <a:lstStyle/>
            <a:p>
              <a:endParaRPr lang="en-US"/>
            </a:p>
          </p:txBody>
        </p:sp>
        <p:sp>
          <p:nvSpPr>
            <p:cNvPr id="1091" name="Freeform: Shape 1090">
              <a:extLst>
                <a:ext uri="{FF2B5EF4-FFF2-40B4-BE49-F238E27FC236}">
                  <a16:creationId xmlns:a16="http://schemas.microsoft.com/office/drawing/2014/main" id="{2D6CACA5-415B-A657-86C2-DAE374EF0F1C}"/>
                </a:ext>
              </a:extLst>
            </p:cNvPr>
            <p:cNvSpPr/>
            <p:nvPr>
              <p:custDataLst>
                <p:tags r:id="rId30"/>
              </p:custDataLst>
            </p:nvPr>
          </p:nvSpPr>
          <p:spPr>
            <a:xfrm>
              <a:off x="4875330" y="3875020"/>
              <a:ext cx="21435" cy="67153"/>
            </a:xfrm>
            <a:custGeom>
              <a:avLst/>
              <a:gdLst>
                <a:gd name="csX0" fmla="*/ 14602 w 21435"/>
                <a:gd name="csY0" fmla="*/ 22875 h 67153"/>
                <a:gd name="csX1" fmla="*/ 578 w 21435"/>
                <a:gd name="csY1" fmla="*/ 23979 h 67153"/>
                <a:gd name="csX2" fmla="*/ 578 w 21435"/>
                <a:gd name="csY2" fmla="*/ 27091 h 67153"/>
                <a:gd name="csX3" fmla="*/ 7991 w 21435"/>
                <a:gd name="csY3" fmla="*/ 32611 h 67153"/>
                <a:gd name="csX4" fmla="*/ 7991 w 21435"/>
                <a:gd name="csY4" fmla="*/ 59613 h 67153"/>
                <a:gd name="csX5" fmla="*/ 178 w 21435"/>
                <a:gd name="csY5" fmla="*/ 64130 h 67153"/>
                <a:gd name="csX6" fmla="*/ 178 w 21435"/>
                <a:gd name="csY6" fmla="*/ 67242 h 67153"/>
                <a:gd name="csX7" fmla="*/ 11196 w 21435"/>
                <a:gd name="csY7" fmla="*/ 66941 h 67153"/>
                <a:gd name="csX8" fmla="*/ 21613 w 21435"/>
                <a:gd name="csY8" fmla="*/ 67242 h 67153"/>
                <a:gd name="csX9" fmla="*/ 21613 w 21435"/>
                <a:gd name="csY9" fmla="*/ 64130 h 67153"/>
                <a:gd name="csX10" fmla="*/ 14602 w 21435"/>
                <a:gd name="csY10" fmla="*/ 59714 h 67153"/>
                <a:gd name="csX11" fmla="*/ 14602 w 21435"/>
                <a:gd name="csY11" fmla="*/ 22875 h 67153"/>
                <a:gd name="csX12" fmla="*/ 15002 w 21435"/>
                <a:gd name="csY12" fmla="*/ 5409 h 67153"/>
                <a:gd name="csX13" fmla="*/ 9693 w 21435"/>
                <a:gd name="csY13" fmla="*/ 89 h 67153"/>
                <a:gd name="csX14" fmla="*/ 4385 w 21435"/>
                <a:gd name="csY14" fmla="*/ 5409 h 67153"/>
                <a:gd name="csX15" fmla="*/ 9693 w 21435"/>
                <a:gd name="csY15" fmla="*/ 10729 h 67153"/>
                <a:gd name="csX16" fmla="*/ 15002 w 21435"/>
                <a:gd name="csY16" fmla="*/ 5409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35" h="67153">
                  <a:moveTo>
                    <a:pt x="14602" y="22875"/>
                  </a:moveTo>
                  <a:lnTo>
                    <a:pt x="578" y="23979"/>
                  </a:lnTo>
                  <a:lnTo>
                    <a:pt x="578" y="27091"/>
                  </a:lnTo>
                  <a:cubicBezTo>
                    <a:pt x="7089" y="27091"/>
                    <a:pt x="7991" y="27693"/>
                    <a:pt x="7991" y="32611"/>
                  </a:cubicBezTo>
                  <a:lnTo>
                    <a:pt x="7991" y="59613"/>
                  </a:lnTo>
                  <a:cubicBezTo>
                    <a:pt x="7991" y="64130"/>
                    <a:pt x="6889" y="64130"/>
                    <a:pt x="178" y="64130"/>
                  </a:cubicBezTo>
                  <a:lnTo>
                    <a:pt x="178" y="67242"/>
                  </a:lnTo>
                  <a:cubicBezTo>
                    <a:pt x="3383" y="67142"/>
                    <a:pt x="8792" y="66941"/>
                    <a:pt x="11196" y="66941"/>
                  </a:cubicBezTo>
                  <a:cubicBezTo>
                    <a:pt x="14702" y="66941"/>
                    <a:pt x="18207" y="67142"/>
                    <a:pt x="21613" y="67242"/>
                  </a:cubicBezTo>
                  <a:lnTo>
                    <a:pt x="21613" y="64130"/>
                  </a:lnTo>
                  <a:cubicBezTo>
                    <a:pt x="15002" y="64130"/>
                    <a:pt x="14602" y="63628"/>
                    <a:pt x="14602" y="59714"/>
                  </a:cubicBezTo>
                  <a:lnTo>
                    <a:pt x="14602" y="22875"/>
                  </a:lnTo>
                  <a:close/>
                  <a:moveTo>
                    <a:pt x="15002" y="5409"/>
                  </a:moveTo>
                  <a:cubicBezTo>
                    <a:pt x="15002" y="2197"/>
                    <a:pt x="12498" y="89"/>
                    <a:pt x="9693" y="89"/>
                  </a:cubicBezTo>
                  <a:cubicBezTo>
                    <a:pt x="6588" y="89"/>
                    <a:pt x="4385" y="2799"/>
                    <a:pt x="4385" y="5409"/>
                  </a:cubicBezTo>
                  <a:cubicBezTo>
                    <a:pt x="4385" y="8119"/>
                    <a:pt x="6588" y="10729"/>
                    <a:pt x="9693" y="10729"/>
                  </a:cubicBezTo>
                  <a:cubicBezTo>
                    <a:pt x="12498" y="10729"/>
                    <a:pt x="15002" y="8621"/>
                    <a:pt x="15002" y="5409"/>
                  </a:cubicBezTo>
                  <a:close/>
                </a:path>
              </a:pathLst>
            </a:custGeom>
            <a:solidFill>
              <a:srgbClr val="000000"/>
            </a:solidFill>
            <a:ln w="25400" cap="flat">
              <a:noFill/>
              <a:prstDash val="solid"/>
              <a:miter/>
            </a:ln>
          </p:spPr>
          <p:txBody>
            <a:bodyPr/>
            <a:lstStyle/>
            <a:p>
              <a:endParaRPr lang="en-US"/>
            </a:p>
          </p:txBody>
        </p:sp>
        <p:sp>
          <p:nvSpPr>
            <p:cNvPr id="1092" name="Freeform: Shape 1091">
              <a:extLst>
                <a:ext uri="{FF2B5EF4-FFF2-40B4-BE49-F238E27FC236}">
                  <a16:creationId xmlns:a16="http://schemas.microsoft.com/office/drawing/2014/main" id="{DC896561-AC88-352B-954B-101801A357B5}"/>
                </a:ext>
              </a:extLst>
            </p:cNvPr>
            <p:cNvSpPr/>
            <p:nvPr>
              <p:custDataLst>
                <p:tags r:id="rId31"/>
              </p:custDataLst>
            </p:nvPr>
          </p:nvSpPr>
          <p:spPr>
            <a:xfrm>
              <a:off x="4903154" y="3871407"/>
              <a:ext cx="32453" cy="70766"/>
            </a:xfrm>
            <a:custGeom>
              <a:avLst/>
              <a:gdLst>
                <a:gd name="csX0" fmla="*/ 14404 w 32453"/>
                <a:gd name="csY0" fmla="*/ 27592 h 70766"/>
                <a:gd name="csX1" fmla="*/ 14404 w 32453"/>
                <a:gd name="csY1" fmla="*/ 15949 h 70766"/>
                <a:gd name="csX2" fmla="*/ 23619 w 32453"/>
                <a:gd name="csY2" fmla="*/ 2297 h 70766"/>
                <a:gd name="csX3" fmla="*/ 26925 w 32453"/>
                <a:gd name="csY3" fmla="*/ 3000 h 70766"/>
                <a:gd name="csX4" fmla="*/ 23920 w 32453"/>
                <a:gd name="csY4" fmla="*/ 7216 h 70766"/>
                <a:gd name="csX5" fmla="*/ 28227 w 32453"/>
                <a:gd name="csY5" fmla="*/ 11532 h 70766"/>
                <a:gd name="csX6" fmla="*/ 32634 w 32453"/>
                <a:gd name="csY6" fmla="*/ 7115 h 70766"/>
                <a:gd name="csX7" fmla="*/ 23619 w 32453"/>
                <a:gd name="csY7" fmla="*/ 89 h 70766"/>
                <a:gd name="csX8" fmla="*/ 8094 w 32453"/>
                <a:gd name="csY8" fmla="*/ 16049 h 70766"/>
                <a:gd name="csX9" fmla="*/ 8094 w 32453"/>
                <a:gd name="csY9" fmla="*/ 27592 h 70766"/>
                <a:gd name="csX10" fmla="*/ 180 w 32453"/>
                <a:gd name="csY10" fmla="*/ 27592 h 70766"/>
                <a:gd name="csX11" fmla="*/ 180 w 32453"/>
                <a:gd name="csY11" fmla="*/ 30704 h 70766"/>
                <a:gd name="csX12" fmla="*/ 8094 w 32453"/>
                <a:gd name="csY12" fmla="*/ 30704 h 70766"/>
                <a:gd name="csX13" fmla="*/ 8094 w 32453"/>
                <a:gd name="csY13" fmla="*/ 63227 h 70766"/>
                <a:gd name="csX14" fmla="*/ 281 w 32453"/>
                <a:gd name="csY14" fmla="*/ 67744 h 70766"/>
                <a:gd name="csX15" fmla="*/ 281 w 32453"/>
                <a:gd name="csY15" fmla="*/ 70856 h 70766"/>
                <a:gd name="csX16" fmla="*/ 11699 w 32453"/>
                <a:gd name="csY16" fmla="*/ 70555 h 70766"/>
                <a:gd name="csX17" fmla="*/ 24421 w 32453"/>
                <a:gd name="csY17" fmla="*/ 70856 h 70766"/>
                <a:gd name="csX18" fmla="*/ 24421 w 32453"/>
                <a:gd name="csY18" fmla="*/ 67744 h 70766"/>
                <a:gd name="csX19" fmla="*/ 22317 w 32453"/>
                <a:gd name="csY19" fmla="*/ 67744 h 70766"/>
                <a:gd name="csX20" fmla="*/ 14704 w 32453"/>
                <a:gd name="csY20" fmla="*/ 63026 h 70766"/>
                <a:gd name="csX21" fmla="*/ 14704 w 32453"/>
                <a:gd name="csY21" fmla="*/ 30704 h 70766"/>
                <a:gd name="csX22" fmla="*/ 26123 w 32453"/>
                <a:gd name="csY22" fmla="*/ 30704 h 70766"/>
                <a:gd name="csX23" fmla="*/ 26123 w 32453"/>
                <a:gd name="csY23" fmla="*/ 27592 h 70766"/>
                <a:gd name="csX24" fmla="*/ 14404 w 32453"/>
                <a:gd name="csY24" fmla="*/ 27592 h 70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32453" h="70766">
                  <a:moveTo>
                    <a:pt x="14404" y="27592"/>
                  </a:moveTo>
                  <a:lnTo>
                    <a:pt x="14404" y="15949"/>
                  </a:lnTo>
                  <a:cubicBezTo>
                    <a:pt x="14404" y="7115"/>
                    <a:pt x="19212" y="2297"/>
                    <a:pt x="23619" y="2297"/>
                  </a:cubicBezTo>
                  <a:cubicBezTo>
                    <a:pt x="23920" y="2297"/>
                    <a:pt x="25422" y="2297"/>
                    <a:pt x="26925" y="3000"/>
                  </a:cubicBezTo>
                  <a:cubicBezTo>
                    <a:pt x="25723" y="3401"/>
                    <a:pt x="23920" y="4706"/>
                    <a:pt x="23920" y="7216"/>
                  </a:cubicBezTo>
                  <a:cubicBezTo>
                    <a:pt x="23920" y="9524"/>
                    <a:pt x="25522" y="11532"/>
                    <a:pt x="28227" y="11532"/>
                  </a:cubicBezTo>
                  <a:cubicBezTo>
                    <a:pt x="31132" y="11532"/>
                    <a:pt x="32634" y="9524"/>
                    <a:pt x="32634" y="7115"/>
                  </a:cubicBezTo>
                  <a:cubicBezTo>
                    <a:pt x="32634" y="3401"/>
                    <a:pt x="28928" y="89"/>
                    <a:pt x="23619" y="89"/>
                  </a:cubicBezTo>
                  <a:cubicBezTo>
                    <a:pt x="16608" y="89"/>
                    <a:pt x="8094" y="5409"/>
                    <a:pt x="8094" y="16049"/>
                  </a:cubicBezTo>
                  <a:lnTo>
                    <a:pt x="8094" y="27592"/>
                  </a:lnTo>
                  <a:lnTo>
                    <a:pt x="180" y="27592"/>
                  </a:lnTo>
                  <a:lnTo>
                    <a:pt x="180" y="30704"/>
                  </a:lnTo>
                  <a:lnTo>
                    <a:pt x="8094" y="30704"/>
                  </a:lnTo>
                  <a:lnTo>
                    <a:pt x="8094" y="63227"/>
                  </a:lnTo>
                  <a:cubicBezTo>
                    <a:pt x="8094" y="67744"/>
                    <a:pt x="6992" y="67744"/>
                    <a:pt x="281" y="67744"/>
                  </a:cubicBezTo>
                  <a:lnTo>
                    <a:pt x="281" y="70856"/>
                  </a:lnTo>
                  <a:cubicBezTo>
                    <a:pt x="4187" y="70755"/>
                    <a:pt x="8895" y="70555"/>
                    <a:pt x="11699" y="70555"/>
                  </a:cubicBezTo>
                  <a:cubicBezTo>
                    <a:pt x="15706" y="70555"/>
                    <a:pt x="20414" y="70555"/>
                    <a:pt x="24421" y="70856"/>
                  </a:cubicBezTo>
                  <a:lnTo>
                    <a:pt x="24421" y="67744"/>
                  </a:lnTo>
                  <a:lnTo>
                    <a:pt x="22317" y="67744"/>
                  </a:lnTo>
                  <a:cubicBezTo>
                    <a:pt x="14905" y="67744"/>
                    <a:pt x="14704" y="66640"/>
                    <a:pt x="14704" y="63026"/>
                  </a:cubicBezTo>
                  <a:lnTo>
                    <a:pt x="14704" y="30704"/>
                  </a:lnTo>
                  <a:lnTo>
                    <a:pt x="26123" y="30704"/>
                  </a:lnTo>
                  <a:lnTo>
                    <a:pt x="26123" y="27592"/>
                  </a:lnTo>
                  <a:lnTo>
                    <a:pt x="14404" y="27592"/>
                  </a:lnTo>
                  <a:close/>
                </a:path>
              </a:pathLst>
            </a:custGeom>
            <a:solidFill>
              <a:srgbClr val="000000"/>
            </a:solidFill>
            <a:ln w="25400" cap="flat">
              <a:noFill/>
              <a:prstDash val="solid"/>
              <a:miter/>
            </a:ln>
          </p:spPr>
          <p:txBody>
            <a:bodyPr/>
            <a:lstStyle/>
            <a:p>
              <a:endParaRPr lang="en-US"/>
            </a:p>
          </p:txBody>
        </p:sp>
        <p:sp>
          <p:nvSpPr>
            <p:cNvPr id="1093" name="Freeform: Shape 1092">
              <a:extLst>
                <a:ext uri="{FF2B5EF4-FFF2-40B4-BE49-F238E27FC236}">
                  <a16:creationId xmlns:a16="http://schemas.microsoft.com/office/drawing/2014/main" id="{DF307736-00F9-35B7-CC6B-037AF204A967}"/>
                </a:ext>
              </a:extLst>
            </p:cNvPr>
            <p:cNvSpPr/>
            <p:nvPr>
              <p:custDataLst>
                <p:tags r:id="rId32"/>
              </p:custDataLst>
            </p:nvPr>
          </p:nvSpPr>
          <p:spPr>
            <a:xfrm>
              <a:off x="4966748" y="3897806"/>
              <a:ext cx="46176" cy="64944"/>
            </a:xfrm>
            <a:custGeom>
              <a:avLst/>
              <a:gdLst>
                <a:gd name="csX0" fmla="*/ 45963 w 46176"/>
                <a:gd name="csY0" fmla="*/ 6212 h 64944"/>
                <a:gd name="csX1" fmla="*/ 46363 w 46176"/>
                <a:gd name="csY1" fmla="*/ 3903 h 64944"/>
                <a:gd name="csX2" fmla="*/ 43458 w 46176"/>
                <a:gd name="csY2" fmla="*/ 1193 h 64944"/>
                <a:gd name="csX3" fmla="*/ 39953 w 46176"/>
                <a:gd name="csY3" fmla="*/ 3301 h 64944"/>
                <a:gd name="csX4" fmla="*/ 38550 w 46176"/>
                <a:gd name="csY4" fmla="*/ 8721 h 64944"/>
                <a:gd name="csX5" fmla="*/ 36547 w 46176"/>
                <a:gd name="csY5" fmla="*/ 16752 h 64944"/>
                <a:gd name="csX6" fmla="*/ 32039 w 46176"/>
                <a:gd name="csY6" fmla="*/ 34820 h 64944"/>
                <a:gd name="csX7" fmla="*/ 20721 w 46176"/>
                <a:gd name="csY7" fmla="*/ 43352 h 64944"/>
                <a:gd name="csX8" fmla="*/ 14510 w 46176"/>
                <a:gd name="csY8" fmla="*/ 35221 h 64944"/>
                <a:gd name="csX9" fmla="*/ 19619 w 46176"/>
                <a:gd name="csY9" fmla="*/ 15547 h 64944"/>
                <a:gd name="csX10" fmla="*/ 21622 w 46176"/>
                <a:gd name="csY10" fmla="*/ 8320 h 64944"/>
                <a:gd name="csX11" fmla="*/ 13409 w 46176"/>
                <a:gd name="csY11" fmla="*/ 89 h 64944"/>
                <a:gd name="csX12" fmla="*/ 187 w 46176"/>
                <a:gd name="csY12" fmla="*/ 15547 h 64944"/>
                <a:gd name="csX13" fmla="*/ 1389 w 46176"/>
                <a:gd name="csY13" fmla="*/ 16551 h 64944"/>
                <a:gd name="csX14" fmla="*/ 2991 w 46176"/>
                <a:gd name="csY14" fmla="*/ 14744 h 64944"/>
                <a:gd name="csX15" fmla="*/ 13108 w 46176"/>
                <a:gd name="csY15" fmla="*/ 2297 h 64944"/>
                <a:gd name="csX16" fmla="*/ 15612 w 46176"/>
                <a:gd name="csY16" fmla="*/ 5509 h 64944"/>
                <a:gd name="csX17" fmla="*/ 13909 w 46176"/>
                <a:gd name="csY17" fmla="*/ 12536 h 64944"/>
                <a:gd name="csX18" fmla="*/ 8100 w 46176"/>
                <a:gd name="csY18" fmla="*/ 33615 h 64944"/>
                <a:gd name="csX19" fmla="*/ 20320 w 46176"/>
                <a:gd name="csY19" fmla="*/ 45560 h 64944"/>
                <a:gd name="csX20" fmla="*/ 30437 w 46176"/>
                <a:gd name="csY20" fmla="*/ 41043 h 64944"/>
                <a:gd name="csX21" fmla="*/ 23926 w 46176"/>
                <a:gd name="csY21" fmla="*/ 56502 h 64944"/>
                <a:gd name="csX22" fmla="*/ 12908 w 46176"/>
                <a:gd name="csY22" fmla="*/ 62825 h 64944"/>
                <a:gd name="csX23" fmla="*/ 5295 w 46176"/>
                <a:gd name="csY23" fmla="*/ 58609 h 64944"/>
                <a:gd name="csX24" fmla="*/ 9602 w 46176"/>
                <a:gd name="csY24" fmla="*/ 57405 h 64944"/>
                <a:gd name="csX25" fmla="*/ 11606 w 46176"/>
                <a:gd name="csY25" fmla="*/ 53289 h 64944"/>
                <a:gd name="csX26" fmla="*/ 7900 w 46176"/>
                <a:gd name="csY26" fmla="*/ 49776 h 64944"/>
                <a:gd name="csX27" fmla="*/ 2290 w 46176"/>
                <a:gd name="csY27" fmla="*/ 56301 h 64944"/>
                <a:gd name="csX28" fmla="*/ 12908 w 46176"/>
                <a:gd name="csY28" fmla="*/ 65034 h 64944"/>
                <a:gd name="csX29" fmla="*/ 36347 w 46176"/>
                <a:gd name="csY29" fmla="*/ 44556 h 64944"/>
                <a:gd name="csX30" fmla="*/ 45963 w 46176"/>
                <a:gd name="csY30" fmla="*/ 6212 h 64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46176" h="64944">
                  <a:moveTo>
                    <a:pt x="45963" y="6212"/>
                  </a:moveTo>
                  <a:cubicBezTo>
                    <a:pt x="46363" y="4807"/>
                    <a:pt x="46363" y="4606"/>
                    <a:pt x="46363" y="3903"/>
                  </a:cubicBezTo>
                  <a:cubicBezTo>
                    <a:pt x="46363" y="2096"/>
                    <a:pt x="44961" y="1193"/>
                    <a:pt x="43458" y="1193"/>
                  </a:cubicBezTo>
                  <a:cubicBezTo>
                    <a:pt x="42457" y="1193"/>
                    <a:pt x="40854" y="1795"/>
                    <a:pt x="39953" y="3301"/>
                  </a:cubicBezTo>
                  <a:cubicBezTo>
                    <a:pt x="39752" y="3803"/>
                    <a:pt x="38951" y="6914"/>
                    <a:pt x="38550" y="8721"/>
                  </a:cubicBezTo>
                  <a:cubicBezTo>
                    <a:pt x="37849" y="11331"/>
                    <a:pt x="37148" y="14041"/>
                    <a:pt x="36547" y="16752"/>
                  </a:cubicBezTo>
                  <a:lnTo>
                    <a:pt x="32039" y="34820"/>
                  </a:lnTo>
                  <a:cubicBezTo>
                    <a:pt x="31639" y="36325"/>
                    <a:pt x="27332" y="43352"/>
                    <a:pt x="20721" y="43352"/>
                  </a:cubicBezTo>
                  <a:cubicBezTo>
                    <a:pt x="15612" y="43352"/>
                    <a:pt x="14510" y="38935"/>
                    <a:pt x="14510" y="35221"/>
                  </a:cubicBezTo>
                  <a:cubicBezTo>
                    <a:pt x="14510" y="30604"/>
                    <a:pt x="16213" y="24380"/>
                    <a:pt x="19619" y="15547"/>
                  </a:cubicBezTo>
                  <a:cubicBezTo>
                    <a:pt x="21222" y="11432"/>
                    <a:pt x="21622" y="10327"/>
                    <a:pt x="21622" y="8320"/>
                  </a:cubicBezTo>
                  <a:cubicBezTo>
                    <a:pt x="21622" y="3803"/>
                    <a:pt x="18417" y="89"/>
                    <a:pt x="13409" y="89"/>
                  </a:cubicBezTo>
                  <a:cubicBezTo>
                    <a:pt x="3893" y="89"/>
                    <a:pt x="187" y="14644"/>
                    <a:pt x="187" y="15547"/>
                  </a:cubicBezTo>
                  <a:cubicBezTo>
                    <a:pt x="187" y="16551"/>
                    <a:pt x="1188" y="16551"/>
                    <a:pt x="1389" y="16551"/>
                  </a:cubicBezTo>
                  <a:cubicBezTo>
                    <a:pt x="2390" y="16551"/>
                    <a:pt x="2491" y="16350"/>
                    <a:pt x="2991" y="14744"/>
                  </a:cubicBezTo>
                  <a:cubicBezTo>
                    <a:pt x="5696" y="5308"/>
                    <a:pt x="9703" y="2297"/>
                    <a:pt x="13108" y="2297"/>
                  </a:cubicBezTo>
                  <a:cubicBezTo>
                    <a:pt x="13909" y="2297"/>
                    <a:pt x="15612" y="2297"/>
                    <a:pt x="15612" y="5509"/>
                  </a:cubicBezTo>
                  <a:cubicBezTo>
                    <a:pt x="15612" y="8019"/>
                    <a:pt x="14611" y="10628"/>
                    <a:pt x="13909" y="12536"/>
                  </a:cubicBezTo>
                  <a:cubicBezTo>
                    <a:pt x="9903" y="23176"/>
                    <a:pt x="8100" y="28897"/>
                    <a:pt x="8100" y="33615"/>
                  </a:cubicBezTo>
                  <a:cubicBezTo>
                    <a:pt x="8100" y="42549"/>
                    <a:pt x="14410" y="45560"/>
                    <a:pt x="20320" y="45560"/>
                  </a:cubicBezTo>
                  <a:cubicBezTo>
                    <a:pt x="24227" y="45560"/>
                    <a:pt x="27632" y="43854"/>
                    <a:pt x="30437" y="41043"/>
                  </a:cubicBezTo>
                  <a:cubicBezTo>
                    <a:pt x="29135" y="46263"/>
                    <a:pt x="27933" y="51181"/>
                    <a:pt x="23926" y="56502"/>
                  </a:cubicBezTo>
                  <a:cubicBezTo>
                    <a:pt x="21322" y="59914"/>
                    <a:pt x="17515" y="62825"/>
                    <a:pt x="12908" y="62825"/>
                  </a:cubicBezTo>
                  <a:cubicBezTo>
                    <a:pt x="11505" y="62825"/>
                    <a:pt x="6998" y="62524"/>
                    <a:pt x="5295" y="58609"/>
                  </a:cubicBezTo>
                  <a:cubicBezTo>
                    <a:pt x="6898" y="58609"/>
                    <a:pt x="8200" y="58609"/>
                    <a:pt x="9602" y="57405"/>
                  </a:cubicBezTo>
                  <a:cubicBezTo>
                    <a:pt x="10604" y="56502"/>
                    <a:pt x="11606" y="55197"/>
                    <a:pt x="11606" y="53289"/>
                  </a:cubicBezTo>
                  <a:cubicBezTo>
                    <a:pt x="11606" y="50178"/>
                    <a:pt x="8901" y="49776"/>
                    <a:pt x="7900" y="49776"/>
                  </a:cubicBezTo>
                  <a:cubicBezTo>
                    <a:pt x="5596" y="49776"/>
                    <a:pt x="2290" y="51382"/>
                    <a:pt x="2290" y="56301"/>
                  </a:cubicBezTo>
                  <a:cubicBezTo>
                    <a:pt x="2290" y="61320"/>
                    <a:pt x="6698" y="65034"/>
                    <a:pt x="12908" y="65034"/>
                  </a:cubicBezTo>
                  <a:cubicBezTo>
                    <a:pt x="23225" y="65034"/>
                    <a:pt x="33542" y="55899"/>
                    <a:pt x="36347" y="44556"/>
                  </a:cubicBezTo>
                  <a:lnTo>
                    <a:pt x="45963" y="6212"/>
                  </a:lnTo>
                  <a:close/>
                </a:path>
              </a:pathLst>
            </a:custGeom>
            <a:solidFill>
              <a:srgbClr val="000000"/>
            </a:solidFill>
            <a:ln w="25400" cap="flat">
              <a:noFill/>
              <a:prstDash val="solid"/>
              <a:miter/>
            </a:ln>
          </p:spPr>
          <p:txBody>
            <a:bodyPr/>
            <a:lstStyle/>
            <a:p>
              <a:endParaRPr lang="en-US"/>
            </a:p>
          </p:txBody>
        </p:sp>
        <p:sp>
          <p:nvSpPr>
            <p:cNvPr id="1094" name="Freeform: Shape 1093">
              <a:extLst>
                <a:ext uri="{FF2B5EF4-FFF2-40B4-BE49-F238E27FC236}">
                  <a16:creationId xmlns:a16="http://schemas.microsoft.com/office/drawing/2014/main" id="{E468AEF9-EAC4-1B8A-1777-50C1C2F73DA6}"/>
                </a:ext>
              </a:extLst>
            </p:cNvPr>
            <p:cNvSpPr/>
            <p:nvPr>
              <p:custDataLst>
                <p:tags r:id="rId33"/>
              </p:custDataLst>
            </p:nvPr>
          </p:nvSpPr>
          <p:spPr>
            <a:xfrm>
              <a:off x="5049979" y="3905335"/>
              <a:ext cx="66610" cy="23488"/>
            </a:xfrm>
            <a:custGeom>
              <a:avLst/>
              <a:gdLst>
                <a:gd name="csX0" fmla="*/ 63399 w 66610"/>
                <a:gd name="csY0" fmla="*/ 4104 h 23488"/>
                <a:gd name="csX1" fmla="*/ 66805 w 66610"/>
                <a:gd name="csY1" fmla="*/ 2096 h 23488"/>
                <a:gd name="csX2" fmla="*/ 63500 w 66610"/>
                <a:gd name="csY2" fmla="*/ 89 h 23488"/>
                <a:gd name="csX3" fmla="*/ 3500 w 66610"/>
                <a:gd name="csY3" fmla="*/ 89 h 23488"/>
                <a:gd name="csX4" fmla="*/ 195 w 66610"/>
                <a:gd name="csY4" fmla="*/ 2096 h 23488"/>
                <a:gd name="csX5" fmla="*/ 3600 w 66610"/>
                <a:gd name="csY5" fmla="*/ 4104 h 23488"/>
                <a:gd name="csX6" fmla="*/ 63399 w 66610"/>
                <a:gd name="csY6" fmla="*/ 4104 h 23488"/>
                <a:gd name="csX7" fmla="*/ 63500 w 66610"/>
                <a:gd name="csY7" fmla="*/ 23577 h 23488"/>
                <a:gd name="csX8" fmla="*/ 66805 w 66610"/>
                <a:gd name="csY8" fmla="*/ 21570 h 23488"/>
                <a:gd name="csX9" fmla="*/ 63399 w 66610"/>
                <a:gd name="csY9" fmla="*/ 19562 h 23488"/>
                <a:gd name="csX10" fmla="*/ 3600 w 66610"/>
                <a:gd name="csY10" fmla="*/ 19562 h 23488"/>
                <a:gd name="csX11" fmla="*/ 195 w 66610"/>
                <a:gd name="csY11" fmla="*/ 21570 h 23488"/>
                <a:gd name="csX12" fmla="*/ 3500 w 66610"/>
                <a:gd name="csY12" fmla="*/ 23577 h 23488"/>
                <a:gd name="csX13" fmla="*/ 63500 w 66610"/>
                <a:gd name="csY13" fmla="*/ 23577 h 23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6610" h="23488">
                  <a:moveTo>
                    <a:pt x="63399" y="4104"/>
                  </a:moveTo>
                  <a:cubicBezTo>
                    <a:pt x="64902" y="4104"/>
                    <a:pt x="66805" y="4104"/>
                    <a:pt x="66805" y="2096"/>
                  </a:cubicBezTo>
                  <a:cubicBezTo>
                    <a:pt x="66805" y="89"/>
                    <a:pt x="64902" y="89"/>
                    <a:pt x="63500" y="89"/>
                  </a:cubicBezTo>
                  <a:lnTo>
                    <a:pt x="3500" y="89"/>
                  </a:lnTo>
                  <a:cubicBezTo>
                    <a:pt x="2098" y="89"/>
                    <a:pt x="195" y="89"/>
                    <a:pt x="195" y="2096"/>
                  </a:cubicBezTo>
                  <a:cubicBezTo>
                    <a:pt x="195" y="4104"/>
                    <a:pt x="2098" y="4104"/>
                    <a:pt x="3600" y="4104"/>
                  </a:cubicBezTo>
                  <a:lnTo>
                    <a:pt x="63399" y="4104"/>
                  </a:lnTo>
                  <a:close/>
                  <a:moveTo>
                    <a:pt x="63500" y="23577"/>
                  </a:moveTo>
                  <a:cubicBezTo>
                    <a:pt x="64902" y="23577"/>
                    <a:pt x="66805" y="23577"/>
                    <a:pt x="66805" y="21570"/>
                  </a:cubicBezTo>
                  <a:cubicBezTo>
                    <a:pt x="66805" y="19562"/>
                    <a:pt x="64902" y="19562"/>
                    <a:pt x="63399" y="19562"/>
                  </a:cubicBezTo>
                  <a:lnTo>
                    <a:pt x="3600" y="19562"/>
                  </a:lnTo>
                  <a:cubicBezTo>
                    <a:pt x="2098" y="19562"/>
                    <a:pt x="195" y="19562"/>
                    <a:pt x="195" y="21570"/>
                  </a:cubicBezTo>
                  <a:cubicBezTo>
                    <a:pt x="195" y="23577"/>
                    <a:pt x="2098" y="23577"/>
                    <a:pt x="3500" y="23577"/>
                  </a:cubicBezTo>
                  <a:lnTo>
                    <a:pt x="63500" y="23577"/>
                  </a:lnTo>
                  <a:close/>
                </a:path>
              </a:pathLst>
            </a:custGeom>
            <a:solidFill>
              <a:srgbClr val="000000"/>
            </a:solidFill>
            <a:ln w="25400" cap="flat">
              <a:noFill/>
              <a:prstDash val="solid"/>
              <a:miter/>
            </a:ln>
          </p:spPr>
          <p:txBody>
            <a:bodyPr/>
            <a:lstStyle/>
            <a:p>
              <a:endParaRPr lang="en-US"/>
            </a:p>
          </p:txBody>
        </p:sp>
        <p:sp>
          <p:nvSpPr>
            <p:cNvPr id="1095" name="Freeform: Shape 1094">
              <a:extLst>
                <a:ext uri="{FF2B5EF4-FFF2-40B4-BE49-F238E27FC236}">
                  <a16:creationId xmlns:a16="http://schemas.microsoft.com/office/drawing/2014/main" id="{B4AA82B6-CAEE-6027-41FD-4711FE7E987B}"/>
                </a:ext>
              </a:extLst>
            </p:cNvPr>
            <p:cNvSpPr/>
            <p:nvPr>
              <p:custDataLst>
                <p:tags r:id="rId34"/>
              </p:custDataLst>
            </p:nvPr>
          </p:nvSpPr>
          <p:spPr>
            <a:xfrm>
              <a:off x="5153405" y="3872511"/>
              <a:ext cx="31452" cy="30013"/>
            </a:xfrm>
            <a:custGeom>
              <a:avLst/>
              <a:gdLst>
                <a:gd name="csX0" fmla="*/ 12225 w 31452"/>
                <a:gd name="csY0" fmla="*/ 10628 h 30013"/>
                <a:gd name="csX1" fmla="*/ 5514 w 31452"/>
                <a:gd name="csY1" fmla="*/ 89 h 30013"/>
                <a:gd name="csX2" fmla="*/ 205 w 31452"/>
                <a:gd name="csY2" fmla="*/ 5409 h 30013"/>
                <a:gd name="csX3" fmla="*/ 5514 w 31452"/>
                <a:gd name="csY3" fmla="*/ 10729 h 30013"/>
                <a:gd name="csX4" fmla="*/ 9521 w 31452"/>
                <a:gd name="csY4" fmla="*/ 9123 h 30013"/>
                <a:gd name="csX5" fmla="*/ 9821 w 31452"/>
                <a:gd name="csY5" fmla="*/ 8822 h 30013"/>
                <a:gd name="csX6" fmla="*/ 10022 w 31452"/>
                <a:gd name="csY6" fmla="*/ 10628 h 30013"/>
                <a:gd name="csX7" fmla="*/ 3010 w 31452"/>
                <a:gd name="csY7" fmla="*/ 27291 h 30013"/>
                <a:gd name="csX8" fmla="*/ 1808 w 31452"/>
                <a:gd name="csY8" fmla="*/ 28998 h 30013"/>
                <a:gd name="csX9" fmla="*/ 2810 w 31452"/>
                <a:gd name="csY9" fmla="*/ 30102 h 30013"/>
                <a:gd name="csX10" fmla="*/ 12225 w 31452"/>
                <a:gd name="csY10" fmla="*/ 10628 h 30013"/>
                <a:gd name="csX11" fmla="*/ 31657 w 31452"/>
                <a:gd name="csY11" fmla="*/ 10628 h 30013"/>
                <a:gd name="csX12" fmla="*/ 24946 w 31452"/>
                <a:gd name="csY12" fmla="*/ 89 h 30013"/>
                <a:gd name="csX13" fmla="*/ 19637 w 31452"/>
                <a:gd name="csY13" fmla="*/ 5409 h 30013"/>
                <a:gd name="csX14" fmla="*/ 24946 w 31452"/>
                <a:gd name="csY14" fmla="*/ 10729 h 30013"/>
                <a:gd name="csX15" fmla="*/ 28953 w 31452"/>
                <a:gd name="csY15" fmla="*/ 9123 h 30013"/>
                <a:gd name="csX16" fmla="*/ 29253 w 31452"/>
                <a:gd name="csY16" fmla="*/ 8822 h 30013"/>
                <a:gd name="csX17" fmla="*/ 29454 w 31452"/>
                <a:gd name="csY17" fmla="*/ 10628 h 30013"/>
                <a:gd name="csX18" fmla="*/ 22442 w 31452"/>
                <a:gd name="csY18" fmla="*/ 27291 h 30013"/>
                <a:gd name="csX19" fmla="*/ 21240 w 31452"/>
                <a:gd name="csY19" fmla="*/ 28998 h 30013"/>
                <a:gd name="csX20" fmla="*/ 22242 w 31452"/>
                <a:gd name="csY20" fmla="*/ 30102 h 30013"/>
                <a:gd name="csX21" fmla="*/ 31657 w 31452"/>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225" y="10628"/>
                  </a:moveTo>
                  <a:cubicBezTo>
                    <a:pt x="12225" y="4606"/>
                    <a:pt x="9821" y="89"/>
                    <a:pt x="5514" y="89"/>
                  </a:cubicBezTo>
                  <a:cubicBezTo>
                    <a:pt x="2008" y="89"/>
                    <a:pt x="205" y="2799"/>
                    <a:pt x="205" y="5409"/>
                  </a:cubicBezTo>
                  <a:cubicBezTo>
                    <a:pt x="205" y="8019"/>
                    <a:pt x="1908" y="10729"/>
                    <a:pt x="5514" y="10729"/>
                  </a:cubicBezTo>
                  <a:cubicBezTo>
                    <a:pt x="7517" y="10729"/>
                    <a:pt x="8920" y="9725"/>
                    <a:pt x="9521" y="9123"/>
                  </a:cubicBezTo>
                  <a:cubicBezTo>
                    <a:pt x="9621" y="8922"/>
                    <a:pt x="9721" y="8822"/>
                    <a:pt x="9821" y="8822"/>
                  </a:cubicBezTo>
                  <a:cubicBezTo>
                    <a:pt x="10022" y="8822"/>
                    <a:pt x="10022" y="10227"/>
                    <a:pt x="10022" y="10628"/>
                  </a:cubicBezTo>
                  <a:cubicBezTo>
                    <a:pt x="10022" y="13841"/>
                    <a:pt x="9320" y="21068"/>
                    <a:pt x="3010" y="27291"/>
                  </a:cubicBezTo>
                  <a:cubicBezTo>
                    <a:pt x="1808" y="28496"/>
                    <a:pt x="1808" y="28697"/>
                    <a:pt x="1808" y="28998"/>
                  </a:cubicBezTo>
                  <a:cubicBezTo>
                    <a:pt x="1808" y="29700"/>
                    <a:pt x="2309" y="30102"/>
                    <a:pt x="2810" y="30102"/>
                  </a:cubicBezTo>
                  <a:cubicBezTo>
                    <a:pt x="3911" y="30102"/>
                    <a:pt x="12225" y="22473"/>
                    <a:pt x="12225" y="10628"/>
                  </a:cubicBezTo>
                  <a:close/>
                  <a:moveTo>
                    <a:pt x="31657" y="10628"/>
                  </a:moveTo>
                  <a:cubicBezTo>
                    <a:pt x="31657" y="4606"/>
                    <a:pt x="29253" y="89"/>
                    <a:pt x="24946" y="89"/>
                  </a:cubicBezTo>
                  <a:cubicBezTo>
                    <a:pt x="21440" y="89"/>
                    <a:pt x="19637" y="2799"/>
                    <a:pt x="19637" y="5409"/>
                  </a:cubicBezTo>
                  <a:cubicBezTo>
                    <a:pt x="19637" y="8019"/>
                    <a:pt x="21340" y="10729"/>
                    <a:pt x="24946" y="10729"/>
                  </a:cubicBezTo>
                  <a:cubicBezTo>
                    <a:pt x="26950" y="10729"/>
                    <a:pt x="28352" y="9725"/>
                    <a:pt x="28953" y="9123"/>
                  </a:cubicBezTo>
                  <a:cubicBezTo>
                    <a:pt x="29053" y="8922"/>
                    <a:pt x="29153" y="8822"/>
                    <a:pt x="29253" y="8822"/>
                  </a:cubicBezTo>
                  <a:cubicBezTo>
                    <a:pt x="29454" y="8822"/>
                    <a:pt x="29454" y="10227"/>
                    <a:pt x="29454" y="10628"/>
                  </a:cubicBezTo>
                  <a:cubicBezTo>
                    <a:pt x="29454" y="13841"/>
                    <a:pt x="28753" y="21068"/>
                    <a:pt x="22442" y="27291"/>
                  </a:cubicBezTo>
                  <a:cubicBezTo>
                    <a:pt x="21240" y="28496"/>
                    <a:pt x="21240" y="28697"/>
                    <a:pt x="21240" y="28998"/>
                  </a:cubicBezTo>
                  <a:cubicBezTo>
                    <a:pt x="21240" y="29700"/>
                    <a:pt x="21741" y="30102"/>
                    <a:pt x="22242" y="30102"/>
                  </a:cubicBezTo>
                  <a:cubicBezTo>
                    <a:pt x="23344" y="30102"/>
                    <a:pt x="31657" y="22473"/>
                    <a:pt x="31657" y="10628"/>
                  </a:cubicBezTo>
                  <a:close/>
                </a:path>
              </a:pathLst>
            </a:custGeom>
            <a:solidFill>
              <a:srgbClr val="000000"/>
            </a:solidFill>
            <a:ln w="25400" cap="flat">
              <a:noFill/>
              <a:prstDash val="solid"/>
              <a:miter/>
            </a:ln>
          </p:spPr>
          <p:txBody>
            <a:bodyPr/>
            <a:lstStyle/>
            <a:p>
              <a:endParaRPr lang="en-US"/>
            </a:p>
          </p:txBody>
        </p:sp>
        <p:sp>
          <p:nvSpPr>
            <p:cNvPr id="1096" name="Freeform: Shape 1095">
              <a:extLst>
                <a:ext uri="{FF2B5EF4-FFF2-40B4-BE49-F238E27FC236}">
                  <a16:creationId xmlns:a16="http://schemas.microsoft.com/office/drawing/2014/main" id="{4BEFBAC7-95A7-84B2-0A21-AF2BEF766160}"/>
                </a:ext>
              </a:extLst>
            </p:cNvPr>
            <p:cNvSpPr/>
            <p:nvPr>
              <p:custDataLst>
                <p:tags r:id="rId35"/>
              </p:custDataLst>
            </p:nvPr>
          </p:nvSpPr>
          <p:spPr>
            <a:xfrm>
              <a:off x="5203388" y="3897806"/>
              <a:ext cx="50383" cy="44367"/>
            </a:xfrm>
            <a:custGeom>
              <a:avLst/>
              <a:gdLst>
                <a:gd name="csX0" fmla="*/ 8023 w 50383"/>
                <a:gd name="csY0" fmla="*/ 9926 h 44367"/>
                <a:gd name="csX1" fmla="*/ 8023 w 50383"/>
                <a:gd name="csY1" fmla="*/ 36827 h 44367"/>
                <a:gd name="csX2" fmla="*/ 210 w 50383"/>
                <a:gd name="csY2" fmla="*/ 41344 h 44367"/>
                <a:gd name="csX3" fmla="*/ 210 w 50383"/>
                <a:gd name="csY3" fmla="*/ 44456 h 44367"/>
                <a:gd name="csX4" fmla="*/ 11529 w 50383"/>
                <a:gd name="csY4" fmla="*/ 44155 h 44367"/>
                <a:gd name="csX5" fmla="*/ 22748 w 50383"/>
                <a:gd name="csY5" fmla="*/ 44456 h 44367"/>
                <a:gd name="csX6" fmla="*/ 22748 w 50383"/>
                <a:gd name="csY6" fmla="*/ 41344 h 44367"/>
                <a:gd name="csX7" fmla="*/ 14935 w 50383"/>
                <a:gd name="csY7" fmla="*/ 36827 h 44367"/>
                <a:gd name="csX8" fmla="*/ 14935 w 50383"/>
                <a:gd name="csY8" fmla="*/ 18358 h 44367"/>
                <a:gd name="csX9" fmla="*/ 28457 w 50383"/>
                <a:gd name="csY9" fmla="*/ 2297 h 44367"/>
                <a:gd name="csX10" fmla="*/ 35869 w 50383"/>
                <a:gd name="csY10" fmla="*/ 13439 h 44367"/>
                <a:gd name="csX11" fmla="*/ 35869 w 50383"/>
                <a:gd name="csY11" fmla="*/ 36827 h 44367"/>
                <a:gd name="csX12" fmla="*/ 28056 w 50383"/>
                <a:gd name="csY12" fmla="*/ 41344 h 44367"/>
                <a:gd name="csX13" fmla="*/ 28056 w 50383"/>
                <a:gd name="csY13" fmla="*/ 44456 h 44367"/>
                <a:gd name="csX14" fmla="*/ 39375 w 50383"/>
                <a:gd name="csY14" fmla="*/ 44155 h 44367"/>
                <a:gd name="csX15" fmla="*/ 50594 w 50383"/>
                <a:gd name="csY15" fmla="*/ 44456 h 44367"/>
                <a:gd name="csX16" fmla="*/ 50594 w 50383"/>
                <a:gd name="csY16" fmla="*/ 41344 h 44367"/>
                <a:gd name="csX17" fmla="*/ 42781 w 50383"/>
                <a:gd name="csY17" fmla="*/ 38333 h 44367"/>
                <a:gd name="csX18" fmla="*/ 42781 w 50383"/>
                <a:gd name="csY18" fmla="*/ 19161 h 44367"/>
                <a:gd name="csX19" fmla="*/ 39676 w 50383"/>
                <a:gd name="csY19" fmla="*/ 3803 h 44367"/>
                <a:gd name="csX20" fmla="*/ 29158 w 50383"/>
                <a:gd name="csY20" fmla="*/ 89 h 44367"/>
                <a:gd name="csX21" fmla="*/ 14334 w 50383"/>
                <a:gd name="csY21" fmla="*/ 10628 h 44367"/>
                <a:gd name="csX22" fmla="*/ 14334 w 50383"/>
                <a:gd name="csY22" fmla="*/ 89 h 44367"/>
                <a:gd name="csX23" fmla="*/ 210 w 50383"/>
                <a:gd name="csY23" fmla="*/ 1193 h 44367"/>
                <a:gd name="csX24" fmla="*/ 210 w 50383"/>
                <a:gd name="csY24" fmla="*/ 4305 h 44367"/>
                <a:gd name="csX25" fmla="*/ 8023 w 50383"/>
                <a:gd name="csY25" fmla="*/ 992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0383" h="44367">
                  <a:moveTo>
                    <a:pt x="8023" y="9926"/>
                  </a:moveTo>
                  <a:lnTo>
                    <a:pt x="8023" y="36827"/>
                  </a:lnTo>
                  <a:cubicBezTo>
                    <a:pt x="8023" y="41344"/>
                    <a:pt x="6921" y="41344"/>
                    <a:pt x="210" y="41344"/>
                  </a:cubicBezTo>
                  <a:lnTo>
                    <a:pt x="210" y="44456"/>
                  </a:lnTo>
                  <a:cubicBezTo>
                    <a:pt x="3716" y="44356"/>
                    <a:pt x="8825" y="44155"/>
                    <a:pt x="11529" y="44155"/>
                  </a:cubicBezTo>
                  <a:cubicBezTo>
                    <a:pt x="14133" y="44155"/>
                    <a:pt x="19342" y="44356"/>
                    <a:pt x="22748" y="44456"/>
                  </a:cubicBezTo>
                  <a:lnTo>
                    <a:pt x="22748" y="41344"/>
                  </a:lnTo>
                  <a:cubicBezTo>
                    <a:pt x="16036" y="41344"/>
                    <a:pt x="14935" y="41344"/>
                    <a:pt x="14935" y="36827"/>
                  </a:cubicBezTo>
                  <a:lnTo>
                    <a:pt x="14935" y="18358"/>
                  </a:lnTo>
                  <a:cubicBezTo>
                    <a:pt x="14935" y="7918"/>
                    <a:pt x="22046" y="2297"/>
                    <a:pt x="28457" y="2297"/>
                  </a:cubicBezTo>
                  <a:cubicBezTo>
                    <a:pt x="34767" y="2297"/>
                    <a:pt x="35869" y="7718"/>
                    <a:pt x="35869" y="13439"/>
                  </a:cubicBezTo>
                  <a:lnTo>
                    <a:pt x="35869" y="36827"/>
                  </a:lnTo>
                  <a:cubicBezTo>
                    <a:pt x="35869" y="41344"/>
                    <a:pt x="34767" y="41344"/>
                    <a:pt x="28056" y="41344"/>
                  </a:cubicBezTo>
                  <a:lnTo>
                    <a:pt x="28056" y="44456"/>
                  </a:lnTo>
                  <a:cubicBezTo>
                    <a:pt x="31562" y="44356"/>
                    <a:pt x="36671" y="44155"/>
                    <a:pt x="39375" y="44155"/>
                  </a:cubicBezTo>
                  <a:cubicBezTo>
                    <a:pt x="41979" y="44155"/>
                    <a:pt x="47188" y="44356"/>
                    <a:pt x="50594" y="44456"/>
                  </a:cubicBezTo>
                  <a:lnTo>
                    <a:pt x="50594" y="41344"/>
                  </a:lnTo>
                  <a:cubicBezTo>
                    <a:pt x="45385" y="41344"/>
                    <a:pt x="42881" y="41344"/>
                    <a:pt x="42781" y="38333"/>
                  </a:cubicBezTo>
                  <a:lnTo>
                    <a:pt x="42781" y="19161"/>
                  </a:lnTo>
                  <a:cubicBezTo>
                    <a:pt x="42781" y="10528"/>
                    <a:pt x="42781" y="7416"/>
                    <a:pt x="39676" y="3803"/>
                  </a:cubicBezTo>
                  <a:cubicBezTo>
                    <a:pt x="38273" y="2096"/>
                    <a:pt x="34968" y="89"/>
                    <a:pt x="29158" y="89"/>
                  </a:cubicBezTo>
                  <a:cubicBezTo>
                    <a:pt x="21846" y="89"/>
                    <a:pt x="17138" y="4405"/>
                    <a:pt x="14334" y="10628"/>
                  </a:cubicBezTo>
                  <a:lnTo>
                    <a:pt x="14334" y="89"/>
                  </a:lnTo>
                  <a:lnTo>
                    <a:pt x="210" y="1193"/>
                  </a:lnTo>
                  <a:lnTo>
                    <a:pt x="210" y="4305"/>
                  </a:lnTo>
                  <a:cubicBezTo>
                    <a:pt x="7222" y="4305"/>
                    <a:pt x="8023" y="5007"/>
                    <a:pt x="8023" y="9926"/>
                  </a:cubicBezTo>
                  <a:close/>
                </a:path>
              </a:pathLst>
            </a:custGeom>
            <a:solidFill>
              <a:srgbClr val="000000"/>
            </a:solidFill>
            <a:ln w="25400" cap="flat">
              <a:noFill/>
              <a:prstDash val="solid"/>
              <a:miter/>
            </a:ln>
          </p:spPr>
          <p:txBody>
            <a:bodyPr/>
            <a:lstStyle/>
            <a:p>
              <a:endParaRPr lang="en-US"/>
            </a:p>
          </p:txBody>
        </p:sp>
        <p:sp>
          <p:nvSpPr>
            <p:cNvPr id="1097" name="Freeform: Shape 1096">
              <a:extLst>
                <a:ext uri="{FF2B5EF4-FFF2-40B4-BE49-F238E27FC236}">
                  <a16:creationId xmlns:a16="http://schemas.microsoft.com/office/drawing/2014/main" id="{50C6FFCC-3534-DF7E-AD70-FD64731B4D06}"/>
                </a:ext>
              </a:extLst>
            </p:cNvPr>
            <p:cNvSpPr/>
            <p:nvPr>
              <p:custDataLst>
                <p:tags r:id="rId36"/>
              </p:custDataLst>
            </p:nvPr>
          </p:nvSpPr>
          <p:spPr>
            <a:xfrm>
              <a:off x="5258635" y="3897204"/>
              <a:ext cx="44373" cy="46073"/>
            </a:xfrm>
            <a:custGeom>
              <a:avLst/>
              <a:gdLst>
                <a:gd name="csX0" fmla="*/ 44589 w 44373"/>
                <a:gd name="csY0" fmla="*/ 23577 h 46073"/>
                <a:gd name="csX1" fmla="*/ 22453 w 44373"/>
                <a:gd name="csY1" fmla="*/ 89 h 46073"/>
                <a:gd name="csX2" fmla="*/ 216 w 44373"/>
                <a:gd name="csY2" fmla="*/ 23577 h 46073"/>
                <a:gd name="csX3" fmla="*/ 22352 w 44373"/>
                <a:gd name="csY3" fmla="*/ 46163 h 46073"/>
                <a:gd name="csX4" fmla="*/ 44589 w 44373"/>
                <a:gd name="csY4" fmla="*/ 23577 h 46073"/>
                <a:gd name="csX5" fmla="*/ 22453 w 44373"/>
                <a:gd name="csY5" fmla="*/ 43653 h 46073"/>
                <a:gd name="csX6" fmla="*/ 11034 w 44373"/>
                <a:gd name="csY6" fmla="*/ 36928 h 46073"/>
                <a:gd name="csX7" fmla="*/ 8530 w 44373"/>
                <a:gd name="csY7" fmla="*/ 22774 h 46073"/>
                <a:gd name="csX8" fmla="*/ 10934 w 44373"/>
                <a:gd name="csY8" fmla="*/ 9022 h 46073"/>
                <a:gd name="csX9" fmla="*/ 22352 w 44373"/>
                <a:gd name="csY9" fmla="*/ 2297 h 46073"/>
                <a:gd name="csX10" fmla="*/ 33671 w 44373"/>
                <a:gd name="csY10" fmla="*/ 8822 h 46073"/>
                <a:gd name="csX11" fmla="*/ 36275 w 44373"/>
                <a:gd name="csY11" fmla="*/ 22774 h 46073"/>
                <a:gd name="csX12" fmla="*/ 34072 w 44373"/>
                <a:gd name="csY12" fmla="*/ 36225 h 46073"/>
                <a:gd name="csX13" fmla="*/ 22453 w 44373"/>
                <a:gd name="csY13" fmla="*/ 43653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373" h="46073">
                  <a:moveTo>
                    <a:pt x="44589" y="23577"/>
                  </a:moveTo>
                  <a:cubicBezTo>
                    <a:pt x="44589" y="10729"/>
                    <a:pt x="34573" y="89"/>
                    <a:pt x="22453" y="89"/>
                  </a:cubicBezTo>
                  <a:cubicBezTo>
                    <a:pt x="9932" y="89"/>
                    <a:pt x="216" y="11030"/>
                    <a:pt x="216" y="23577"/>
                  </a:cubicBezTo>
                  <a:cubicBezTo>
                    <a:pt x="216" y="36526"/>
                    <a:pt x="10633" y="46163"/>
                    <a:pt x="22352" y="46163"/>
                  </a:cubicBezTo>
                  <a:cubicBezTo>
                    <a:pt x="34473" y="46163"/>
                    <a:pt x="44589" y="36325"/>
                    <a:pt x="44589" y="23577"/>
                  </a:cubicBezTo>
                  <a:close/>
                  <a:moveTo>
                    <a:pt x="22453" y="43653"/>
                  </a:moveTo>
                  <a:cubicBezTo>
                    <a:pt x="18145" y="43653"/>
                    <a:pt x="13738" y="41545"/>
                    <a:pt x="11034" y="36928"/>
                  </a:cubicBezTo>
                  <a:cubicBezTo>
                    <a:pt x="8530" y="32511"/>
                    <a:pt x="8530" y="26388"/>
                    <a:pt x="8530" y="22774"/>
                  </a:cubicBezTo>
                  <a:cubicBezTo>
                    <a:pt x="8530" y="18860"/>
                    <a:pt x="8530" y="13439"/>
                    <a:pt x="10934" y="9022"/>
                  </a:cubicBezTo>
                  <a:cubicBezTo>
                    <a:pt x="13638" y="4405"/>
                    <a:pt x="18346" y="2297"/>
                    <a:pt x="22352" y="2297"/>
                  </a:cubicBezTo>
                  <a:cubicBezTo>
                    <a:pt x="26760" y="2297"/>
                    <a:pt x="31067" y="4505"/>
                    <a:pt x="33671" y="8822"/>
                  </a:cubicBezTo>
                  <a:cubicBezTo>
                    <a:pt x="36276" y="13138"/>
                    <a:pt x="36275" y="18960"/>
                    <a:pt x="36275" y="22774"/>
                  </a:cubicBezTo>
                  <a:cubicBezTo>
                    <a:pt x="36275" y="26388"/>
                    <a:pt x="36275" y="31808"/>
                    <a:pt x="34072" y="36225"/>
                  </a:cubicBezTo>
                  <a:cubicBezTo>
                    <a:pt x="31868" y="40742"/>
                    <a:pt x="27461" y="43653"/>
                    <a:pt x="22453" y="43653"/>
                  </a:cubicBezTo>
                  <a:close/>
                </a:path>
              </a:pathLst>
            </a:custGeom>
            <a:solidFill>
              <a:srgbClr val="000000"/>
            </a:solidFill>
            <a:ln w="25400" cap="flat">
              <a:noFill/>
              <a:prstDash val="solid"/>
              <a:miter/>
            </a:ln>
          </p:spPr>
          <p:txBody>
            <a:bodyPr/>
            <a:lstStyle/>
            <a:p>
              <a:endParaRPr lang="en-US"/>
            </a:p>
          </p:txBody>
        </p:sp>
        <p:sp>
          <p:nvSpPr>
            <p:cNvPr id="1098" name="Freeform: Shape 1097">
              <a:extLst>
                <a:ext uri="{FF2B5EF4-FFF2-40B4-BE49-F238E27FC236}">
                  <a16:creationId xmlns:a16="http://schemas.microsoft.com/office/drawing/2014/main" id="{9395E360-7535-94D4-EC3E-B7347B87E336}"/>
                </a:ext>
              </a:extLst>
            </p:cNvPr>
            <p:cNvSpPr/>
            <p:nvPr>
              <p:custDataLst>
                <p:tags r:id="rId37"/>
              </p:custDataLst>
            </p:nvPr>
          </p:nvSpPr>
          <p:spPr>
            <a:xfrm>
              <a:off x="5307817" y="3880441"/>
              <a:ext cx="31351" cy="62836"/>
            </a:xfrm>
            <a:custGeom>
              <a:avLst/>
              <a:gdLst>
                <a:gd name="csX0" fmla="*/ 15646 w 31351"/>
                <a:gd name="csY0" fmla="*/ 21670 h 62836"/>
                <a:gd name="csX1" fmla="*/ 29970 w 31351"/>
                <a:gd name="csY1" fmla="*/ 21670 h 62836"/>
                <a:gd name="csX2" fmla="*/ 29970 w 31351"/>
                <a:gd name="csY2" fmla="*/ 18558 h 62836"/>
                <a:gd name="csX3" fmla="*/ 15646 w 31351"/>
                <a:gd name="csY3" fmla="*/ 18558 h 62836"/>
                <a:gd name="csX4" fmla="*/ 15646 w 31351"/>
                <a:gd name="csY4" fmla="*/ 89 h 62836"/>
                <a:gd name="csX5" fmla="*/ 13142 w 31351"/>
                <a:gd name="csY5" fmla="*/ 89 h 62836"/>
                <a:gd name="csX6" fmla="*/ 221 w 31351"/>
                <a:gd name="csY6" fmla="*/ 19462 h 62836"/>
                <a:gd name="csX7" fmla="*/ 221 w 31351"/>
                <a:gd name="csY7" fmla="*/ 21670 h 62836"/>
                <a:gd name="csX8" fmla="*/ 8735 w 31351"/>
                <a:gd name="csY8" fmla="*/ 21670 h 62836"/>
                <a:gd name="csX9" fmla="*/ 8735 w 31351"/>
                <a:gd name="csY9" fmla="*/ 49375 h 62836"/>
                <a:gd name="csX10" fmla="*/ 21656 w 31351"/>
                <a:gd name="csY10" fmla="*/ 62926 h 62836"/>
                <a:gd name="csX11" fmla="*/ 31573 w 31351"/>
                <a:gd name="csY11" fmla="*/ 49375 h 62836"/>
                <a:gd name="csX12" fmla="*/ 31573 w 31351"/>
                <a:gd name="csY12" fmla="*/ 43653 h 62836"/>
                <a:gd name="csX13" fmla="*/ 29069 w 31351"/>
                <a:gd name="csY13" fmla="*/ 43653 h 62836"/>
                <a:gd name="csX14" fmla="*/ 29069 w 31351"/>
                <a:gd name="csY14" fmla="*/ 49174 h 62836"/>
                <a:gd name="csX15" fmla="*/ 22357 w 31351"/>
                <a:gd name="csY15" fmla="*/ 60416 h 62836"/>
                <a:gd name="csX16" fmla="*/ 15646 w 31351"/>
                <a:gd name="csY16" fmla="*/ 49575 h 62836"/>
                <a:gd name="csX17" fmla="*/ 15646 w 31351"/>
                <a:gd name="csY17" fmla="*/ 21670 h 628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1351" h="62836">
                  <a:moveTo>
                    <a:pt x="15646" y="21670"/>
                  </a:moveTo>
                  <a:lnTo>
                    <a:pt x="29970" y="21670"/>
                  </a:lnTo>
                  <a:lnTo>
                    <a:pt x="29970" y="18558"/>
                  </a:lnTo>
                  <a:lnTo>
                    <a:pt x="15646" y="18558"/>
                  </a:lnTo>
                  <a:lnTo>
                    <a:pt x="15646" y="89"/>
                  </a:lnTo>
                  <a:lnTo>
                    <a:pt x="13142" y="89"/>
                  </a:lnTo>
                  <a:cubicBezTo>
                    <a:pt x="13042" y="8320"/>
                    <a:pt x="10037" y="19060"/>
                    <a:pt x="221" y="19462"/>
                  </a:cubicBezTo>
                  <a:lnTo>
                    <a:pt x="221" y="21670"/>
                  </a:lnTo>
                  <a:lnTo>
                    <a:pt x="8735" y="21670"/>
                  </a:lnTo>
                  <a:lnTo>
                    <a:pt x="8735" y="49375"/>
                  </a:lnTo>
                  <a:cubicBezTo>
                    <a:pt x="8735" y="61721"/>
                    <a:pt x="18050" y="62926"/>
                    <a:pt x="21656" y="62926"/>
                  </a:cubicBezTo>
                  <a:cubicBezTo>
                    <a:pt x="28768" y="62926"/>
                    <a:pt x="31573" y="55799"/>
                    <a:pt x="31573" y="49375"/>
                  </a:cubicBezTo>
                  <a:lnTo>
                    <a:pt x="31573" y="43653"/>
                  </a:lnTo>
                  <a:lnTo>
                    <a:pt x="29069" y="43653"/>
                  </a:lnTo>
                  <a:lnTo>
                    <a:pt x="29069" y="49174"/>
                  </a:lnTo>
                  <a:cubicBezTo>
                    <a:pt x="29069" y="56602"/>
                    <a:pt x="26064" y="60416"/>
                    <a:pt x="22357" y="60416"/>
                  </a:cubicBezTo>
                  <a:cubicBezTo>
                    <a:pt x="15646" y="60416"/>
                    <a:pt x="15646" y="51282"/>
                    <a:pt x="15646" y="49575"/>
                  </a:cubicBezTo>
                  <a:lnTo>
                    <a:pt x="15646" y="21670"/>
                  </a:lnTo>
                  <a:close/>
                </a:path>
              </a:pathLst>
            </a:custGeom>
            <a:solidFill>
              <a:srgbClr val="000000"/>
            </a:solidFill>
            <a:ln w="25400" cap="flat">
              <a:noFill/>
              <a:prstDash val="solid"/>
              <a:miter/>
            </a:ln>
          </p:spPr>
          <p:txBody>
            <a:bodyPr/>
            <a:lstStyle/>
            <a:p>
              <a:endParaRPr lang="en-US"/>
            </a:p>
          </p:txBody>
        </p:sp>
        <p:sp>
          <p:nvSpPr>
            <p:cNvPr id="1099" name="Freeform: Shape 1098">
              <a:extLst>
                <a:ext uri="{FF2B5EF4-FFF2-40B4-BE49-F238E27FC236}">
                  <a16:creationId xmlns:a16="http://schemas.microsoft.com/office/drawing/2014/main" id="{5A4C3B1B-A9BE-0AAE-9B52-34B073564777}"/>
                </a:ext>
              </a:extLst>
            </p:cNvPr>
            <p:cNvSpPr/>
            <p:nvPr>
              <p:custDataLst>
                <p:tags r:id="rId38"/>
              </p:custDataLst>
            </p:nvPr>
          </p:nvSpPr>
          <p:spPr>
            <a:xfrm>
              <a:off x="5381561" y="3872511"/>
              <a:ext cx="22236" cy="69662"/>
            </a:xfrm>
            <a:custGeom>
              <a:avLst/>
              <a:gdLst>
                <a:gd name="csX0" fmla="*/ 14652 w 22236"/>
                <a:gd name="csY0" fmla="*/ 89 h 69662"/>
                <a:gd name="csX1" fmla="*/ 228 w 22236"/>
                <a:gd name="csY1" fmla="*/ 1193 h 69662"/>
                <a:gd name="csX2" fmla="*/ 228 w 22236"/>
                <a:gd name="csY2" fmla="*/ 4305 h 69662"/>
                <a:gd name="csX3" fmla="*/ 8041 w 22236"/>
                <a:gd name="csY3" fmla="*/ 9926 h 69662"/>
                <a:gd name="csX4" fmla="*/ 8041 w 22236"/>
                <a:gd name="csY4" fmla="*/ 62123 h 69662"/>
                <a:gd name="csX5" fmla="*/ 228 w 22236"/>
                <a:gd name="csY5" fmla="*/ 66640 h 69662"/>
                <a:gd name="csX6" fmla="*/ 228 w 22236"/>
                <a:gd name="csY6" fmla="*/ 69751 h 69662"/>
                <a:gd name="csX7" fmla="*/ 11346 w 22236"/>
                <a:gd name="csY7" fmla="*/ 69450 h 69662"/>
                <a:gd name="csX8" fmla="*/ 22465 w 22236"/>
                <a:gd name="csY8" fmla="*/ 69751 h 69662"/>
                <a:gd name="csX9" fmla="*/ 22465 w 22236"/>
                <a:gd name="csY9" fmla="*/ 66640 h 69662"/>
                <a:gd name="csX10" fmla="*/ 14652 w 22236"/>
                <a:gd name="csY10" fmla="*/ 62123 h 69662"/>
                <a:gd name="csX11" fmla="*/ 14652 w 22236"/>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652" y="89"/>
                  </a:moveTo>
                  <a:lnTo>
                    <a:pt x="228" y="1193"/>
                  </a:lnTo>
                  <a:lnTo>
                    <a:pt x="228" y="4305"/>
                  </a:lnTo>
                  <a:cubicBezTo>
                    <a:pt x="7240" y="4305"/>
                    <a:pt x="8041" y="5007"/>
                    <a:pt x="8041" y="9926"/>
                  </a:cubicBezTo>
                  <a:lnTo>
                    <a:pt x="8041" y="62123"/>
                  </a:lnTo>
                  <a:cubicBezTo>
                    <a:pt x="8041" y="66640"/>
                    <a:pt x="6939" y="66640"/>
                    <a:pt x="228" y="66640"/>
                  </a:cubicBezTo>
                  <a:lnTo>
                    <a:pt x="228" y="69751"/>
                  </a:lnTo>
                  <a:cubicBezTo>
                    <a:pt x="3533" y="69651"/>
                    <a:pt x="8842" y="69450"/>
                    <a:pt x="11346" y="69450"/>
                  </a:cubicBezTo>
                  <a:cubicBezTo>
                    <a:pt x="13851" y="69450"/>
                    <a:pt x="18759" y="69651"/>
                    <a:pt x="22465" y="69751"/>
                  </a:cubicBezTo>
                  <a:lnTo>
                    <a:pt x="22465" y="66640"/>
                  </a:lnTo>
                  <a:cubicBezTo>
                    <a:pt x="15754" y="66640"/>
                    <a:pt x="14652" y="66640"/>
                    <a:pt x="14652" y="62123"/>
                  </a:cubicBezTo>
                  <a:lnTo>
                    <a:pt x="14652" y="89"/>
                  </a:lnTo>
                  <a:close/>
                </a:path>
              </a:pathLst>
            </a:custGeom>
            <a:solidFill>
              <a:srgbClr val="000000"/>
            </a:solidFill>
            <a:ln w="25400" cap="flat">
              <a:noFill/>
              <a:prstDash val="solid"/>
              <a:miter/>
            </a:ln>
          </p:spPr>
          <p:txBody>
            <a:bodyPr/>
            <a:lstStyle/>
            <a:p>
              <a:endParaRPr lang="en-US"/>
            </a:p>
          </p:txBody>
        </p:sp>
        <p:sp>
          <p:nvSpPr>
            <p:cNvPr id="1109" name="Freeform: Shape 1108">
              <a:extLst>
                <a:ext uri="{FF2B5EF4-FFF2-40B4-BE49-F238E27FC236}">
                  <a16:creationId xmlns:a16="http://schemas.microsoft.com/office/drawing/2014/main" id="{A3ECDD0D-9236-4AD3-A3AF-858A7079CEA1}"/>
                </a:ext>
              </a:extLst>
            </p:cNvPr>
            <p:cNvSpPr/>
            <p:nvPr>
              <p:custDataLst>
                <p:tags r:id="rId39"/>
              </p:custDataLst>
            </p:nvPr>
          </p:nvSpPr>
          <p:spPr>
            <a:xfrm>
              <a:off x="5409385" y="3875020"/>
              <a:ext cx="21435" cy="67153"/>
            </a:xfrm>
            <a:custGeom>
              <a:avLst/>
              <a:gdLst>
                <a:gd name="csX0" fmla="*/ 14655 w 21435"/>
                <a:gd name="csY0" fmla="*/ 22875 h 67153"/>
                <a:gd name="csX1" fmla="*/ 631 w 21435"/>
                <a:gd name="csY1" fmla="*/ 23979 h 67153"/>
                <a:gd name="csX2" fmla="*/ 631 w 21435"/>
                <a:gd name="csY2" fmla="*/ 27091 h 67153"/>
                <a:gd name="csX3" fmla="*/ 8044 w 21435"/>
                <a:gd name="csY3" fmla="*/ 32611 h 67153"/>
                <a:gd name="csX4" fmla="*/ 8044 w 21435"/>
                <a:gd name="csY4" fmla="*/ 59613 h 67153"/>
                <a:gd name="csX5" fmla="*/ 231 w 21435"/>
                <a:gd name="csY5" fmla="*/ 64130 h 67153"/>
                <a:gd name="csX6" fmla="*/ 231 w 21435"/>
                <a:gd name="csY6" fmla="*/ 67242 h 67153"/>
                <a:gd name="csX7" fmla="*/ 11249 w 21435"/>
                <a:gd name="csY7" fmla="*/ 66941 h 67153"/>
                <a:gd name="csX8" fmla="*/ 21666 w 21435"/>
                <a:gd name="csY8" fmla="*/ 67242 h 67153"/>
                <a:gd name="csX9" fmla="*/ 21666 w 21435"/>
                <a:gd name="csY9" fmla="*/ 64130 h 67153"/>
                <a:gd name="csX10" fmla="*/ 14655 w 21435"/>
                <a:gd name="csY10" fmla="*/ 59714 h 67153"/>
                <a:gd name="csX11" fmla="*/ 14655 w 21435"/>
                <a:gd name="csY11" fmla="*/ 22875 h 67153"/>
                <a:gd name="csX12" fmla="*/ 15055 w 21435"/>
                <a:gd name="csY12" fmla="*/ 5409 h 67153"/>
                <a:gd name="csX13" fmla="*/ 9747 w 21435"/>
                <a:gd name="csY13" fmla="*/ 89 h 67153"/>
                <a:gd name="csX14" fmla="*/ 4438 w 21435"/>
                <a:gd name="csY14" fmla="*/ 5409 h 67153"/>
                <a:gd name="csX15" fmla="*/ 9747 w 21435"/>
                <a:gd name="csY15" fmla="*/ 10729 h 67153"/>
                <a:gd name="csX16" fmla="*/ 15055 w 21435"/>
                <a:gd name="csY16" fmla="*/ 5409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35" h="67153">
                  <a:moveTo>
                    <a:pt x="14655" y="22875"/>
                  </a:moveTo>
                  <a:lnTo>
                    <a:pt x="631" y="23979"/>
                  </a:lnTo>
                  <a:lnTo>
                    <a:pt x="631" y="27091"/>
                  </a:lnTo>
                  <a:cubicBezTo>
                    <a:pt x="7142" y="27091"/>
                    <a:pt x="8044" y="27693"/>
                    <a:pt x="8044" y="32611"/>
                  </a:cubicBezTo>
                  <a:lnTo>
                    <a:pt x="8044" y="59613"/>
                  </a:lnTo>
                  <a:cubicBezTo>
                    <a:pt x="8044" y="64130"/>
                    <a:pt x="6942" y="64130"/>
                    <a:pt x="231" y="64130"/>
                  </a:cubicBezTo>
                  <a:lnTo>
                    <a:pt x="231" y="67242"/>
                  </a:lnTo>
                  <a:cubicBezTo>
                    <a:pt x="3436" y="67142"/>
                    <a:pt x="8845" y="66941"/>
                    <a:pt x="11249" y="66941"/>
                  </a:cubicBezTo>
                  <a:cubicBezTo>
                    <a:pt x="14755" y="66941"/>
                    <a:pt x="18261" y="67142"/>
                    <a:pt x="21666" y="67242"/>
                  </a:cubicBezTo>
                  <a:lnTo>
                    <a:pt x="21666" y="64130"/>
                  </a:lnTo>
                  <a:cubicBezTo>
                    <a:pt x="15055" y="64130"/>
                    <a:pt x="14655" y="63628"/>
                    <a:pt x="14655" y="59714"/>
                  </a:cubicBezTo>
                  <a:lnTo>
                    <a:pt x="14655" y="22875"/>
                  </a:lnTo>
                  <a:close/>
                  <a:moveTo>
                    <a:pt x="15055" y="5409"/>
                  </a:moveTo>
                  <a:cubicBezTo>
                    <a:pt x="15055" y="2197"/>
                    <a:pt x="12551" y="89"/>
                    <a:pt x="9747" y="89"/>
                  </a:cubicBezTo>
                  <a:cubicBezTo>
                    <a:pt x="6641" y="89"/>
                    <a:pt x="4438" y="2799"/>
                    <a:pt x="4438" y="5409"/>
                  </a:cubicBezTo>
                  <a:cubicBezTo>
                    <a:pt x="4438" y="8119"/>
                    <a:pt x="6641" y="10729"/>
                    <a:pt x="9747" y="10729"/>
                  </a:cubicBezTo>
                  <a:cubicBezTo>
                    <a:pt x="12551" y="10729"/>
                    <a:pt x="15055" y="8621"/>
                    <a:pt x="15055" y="5409"/>
                  </a:cubicBezTo>
                  <a:close/>
                </a:path>
              </a:pathLst>
            </a:custGeom>
            <a:solidFill>
              <a:srgbClr val="000000"/>
            </a:solidFill>
            <a:ln w="25400" cap="flat">
              <a:noFill/>
              <a:prstDash val="solid"/>
              <a:miter/>
            </a:ln>
          </p:spPr>
          <p:txBody>
            <a:bodyPr/>
            <a:lstStyle/>
            <a:p>
              <a:endParaRPr lang="en-US"/>
            </a:p>
          </p:txBody>
        </p:sp>
        <p:sp>
          <p:nvSpPr>
            <p:cNvPr id="1114" name="Freeform: Shape 1113">
              <a:extLst>
                <a:ext uri="{FF2B5EF4-FFF2-40B4-BE49-F238E27FC236}">
                  <a16:creationId xmlns:a16="http://schemas.microsoft.com/office/drawing/2014/main" id="{273376B1-6D89-2BD5-42F2-529556AAB17C}"/>
                </a:ext>
              </a:extLst>
            </p:cNvPr>
            <p:cNvSpPr/>
            <p:nvPr>
              <p:custDataLst>
                <p:tags r:id="rId40"/>
              </p:custDataLst>
            </p:nvPr>
          </p:nvSpPr>
          <p:spPr>
            <a:xfrm>
              <a:off x="5436708" y="3872511"/>
              <a:ext cx="48380" cy="69662"/>
            </a:xfrm>
            <a:custGeom>
              <a:avLst/>
              <a:gdLst>
                <a:gd name="csX0" fmla="*/ 8046 w 48380"/>
                <a:gd name="csY0" fmla="*/ 62123 h 69662"/>
                <a:gd name="csX1" fmla="*/ 234 w 48380"/>
                <a:gd name="csY1" fmla="*/ 66640 h 69662"/>
                <a:gd name="csX2" fmla="*/ 234 w 48380"/>
                <a:gd name="csY2" fmla="*/ 69751 h 69662"/>
                <a:gd name="csX3" fmla="*/ 11152 w 48380"/>
                <a:gd name="csY3" fmla="*/ 69450 h 69662"/>
                <a:gd name="csX4" fmla="*/ 22170 w 48380"/>
                <a:gd name="csY4" fmla="*/ 69751 h 69662"/>
                <a:gd name="csX5" fmla="*/ 22170 w 48380"/>
                <a:gd name="csY5" fmla="*/ 66640 h 69662"/>
                <a:gd name="csX6" fmla="*/ 14357 w 48380"/>
                <a:gd name="csY6" fmla="*/ 62123 h 69662"/>
                <a:gd name="csX7" fmla="*/ 14357 w 48380"/>
                <a:gd name="csY7" fmla="*/ 51784 h 69662"/>
                <a:gd name="csX8" fmla="*/ 20768 w 48380"/>
                <a:gd name="csY8" fmla="*/ 46263 h 69662"/>
                <a:gd name="csX9" fmla="*/ 32687 w 48380"/>
                <a:gd name="csY9" fmla="*/ 64331 h 69662"/>
                <a:gd name="csX10" fmla="*/ 29081 w 48380"/>
                <a:gd name="csY10" fmla="*/ 66640 h 69662"/>
                <a:gd name="csX11" fmla="*/ 29081 w 48380"/>
                <a:gd name="csY11" fmla="*/ 69751 h 69662"/>
                <a:gd name="csX12" fmla="*/ 39899 w 48380"/>
                <a:gd name="csY12" fmla="*/ 69450 h 69662"/>
                <a:gd name="csX13" fmla="*/ 48614 w 48380"/>
                <a:gd name="csY13" fmla="*/ 69751 h 69662"/>
                <a:gd name="csX14" fmla="*/ 48614 w 48380"/>
                <a:gd name="csY14" fmla="*/ 66640 h 69662"/>
                <a:gd name="csX15" fmla="*/ 38898 w 48380"/>
                <a:gd name="csY15" fmla="*/ 61320 h 69662"/>
                <a:gd name="csX16" fmla="*/ 26176 w 48380"/>
                <a:gd name="csY16" fmla="*/ 43352 h 69662"/>
                <a:gd name="csX17" fmla="*/ 25575 w 48380"/>
                <a:gd name="csY17" fmla="*/ 42248 h 69662"/>
                <a:gd name="csX18" fmla="*/ 33689 w 48380"/>
                <a:gd name="csY18" fmla="*/ 35020 h 69662"/>
                <a:gd name="csX19" fmla="*/ 46310 w 48380"/>
                <a:gd name="csY19" fmla="*/ 29600 h 69662"/>
                <a:gd name="csX20" fmla="*/ 46310 w 48380"/>
                <a:gd name="csY20" fmla="*/ 26488 h 69662"/>
                <a:gd name="csX21" fmla="*/ 39298 w 48380"/>
                <a:gd name="csY21" fmla="*/ 26789 h 69662"/>
                <a:gd name="csX22" fmla="*/ 28080 w 48380"/>
                <a:gd name="csY22" fmla="*/ 26488 h 69662"/>
                <a:gd name="csX23" fmla="*/ 28080 w 48380"/>
                <a:gd name="csY23" fmla="*/ 29600 h 69662"/>
                <a:gd name="csX24" fmla="*/ 30984 w 48380"/>
                <a:gd name="csY24" fmla="*/ 32110 h 69662"/>
                <a:gd name="csX25" fmla="*/ 28781 w 48380"/>
                <a:gd name="csY25" fmla="*/ 36024 h 69662"/>
                <a:gd name="csX26" fmla="*/ 14657 w 48380"/>
                <a:gd name="csY26" fmla="*/ 48270 h 69662"/>
                <a:gd name="csX27" fmla="*/ 14657 w 48380"/>
                <a:gd name="csY27" fmla="*/ 89 h 69662"/>
                <a:gd name="csX28" fmla="*/ 234 w 48380"/>
                <a:gd name="csY28" fmla="*/ 1193 h 69662"/>
                <a:gd name="csX29" fmla="*/ 234 w 48380"/>
                <a:gd name="csY29" fmla="*/ 4305 h 69662"/>
                <a:gd name="csX30" fmla="*/ 8046 w 48380"/>
                <a:gd name="csY30" fmla="*/ 9926 h 69662"/>
                <a:gd name="csX31" fmla="*/ 8046 w 48380"/>
                <a:gd name="csY31" fmla="*/ 62123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380" h="69662">
                  <a:moveTo>
                    <a:pt x="8046" y="62123"/>
                  </a:moveTo>
                  <a:cubicBezTo>
                    <a:pt x="8046" y="66640"/>
                    <a:pt x="6945" y="66640"/>
                    <a:pt x="234" y="66640"/>
                  </a:cubicBezTo>
                  <a:lnTo>
                    <a:pt x="234" y="69751"/>
                  </a:lnTo>
                  <a:cubicBezTo>
                    <a:pt x="3539" y="69651"/>
                    <a:pt x="8247" y="69450"/>
                    <a:pt x="11152" y="69450"/>
                  </a:cubicBezTo>
                  <a:cubicBezTo>
                    <a:pt x="14157" y="69450"/>
                    <a:pt x="18163" y="69551"/>
                    <a:pt x="22170" y="69751"/>
                  </a:cubicBezTo>
                  <a:lnTo>
                    <a:pt x="22170" y="66640"/>
                  </a:lnTo>
                  <a:cubicBezTo>
                    <a:pt x="15459" y="66640"/>
                    <a:pt x="14357" y="66640"/>
                    <a:pt x="14357" y="62123"/>
                  </a:cubicBezTo>
                  <a:lnTo>
                    <a:pt x="14357" y="51784"/>
                  </a:lnTo>
                  <a:lnTo>
                    <a:pt x="20768" y="46263"/>
                  </a:lnTo>
                  <a:cubicBezTo>
                    <a:pt x="28480" y="56903"/>
                    <a:pt x="32687" y="62524"/>
                    <a:pt x="32687" y="64331"/>
                  </a:cubicBezTo>
                  <a:cubicBezTo>
                    <a:pt x="32687" y="66238"/>
                    <a:pt x="30984" y="66640"/>
                    <a:pt x="29081" y="66640"/>
                  </a:cubicBezTo>
                  <a:lnTo>
                    <a:pt x="29081" y="69751"/>
                  </a:lnTo>
                  <a:cubicBezTo>
                    <a:pt x="31886" y="69651"/>
                    <a:pt x="37796" y="69450"/>
                    <a:pt x="39899" y="69450"/>
                  </a:cubicBezTo>
                  <a:cubicBezTo>
                    <a:pt x="42804" y="69450"/>
                    <a:pt x="45709" y="69551"/>
                    <a:pt x="48614" y="69751"/>
                  </a:cubicBezTo>
                  <a:lnTo>
                    <a:pt x="48614" y="66640"/>
                  </a:lnTo>
                  <a:cubicBezTo>
                    <a:pt x="44907" y="66640"/>
                    <a:pt x="42704" y="66640"/>
                    <a:pt x="38898" y="61320"/>
                  </a:cubicBezTo>
                  <a:lnTo>
                    <a:pt x="26176" y="43352"/>
                  </a:lnTo>
                  <a:cubicBezTo>
                    <a:pt x="26076" y="43151"/>
                    <a:pt x="25575" y="42549"/>
                    <a:pt x="25575" y="42248"/>
                  </a:cubicBezTo>
                  <a:cubicBezTo>
                    <a:pt x="25575" y="41846"/>
                    <a:pt x="32687" y="35824"/>
                    <a:pt x="33689" y="35020"/>
                  </a:cubicBezTo>
                  <a:cubicBezTo>
                    <a:pt x="39999" y="29901"/>
                    <a:pt x="44206" y="29700"/>
                    <a:pt x="46310" y="29600"/>
                  </a:cubicBezTo>
                  <a:lnTo>
                    <a:pt x="46310" y="26488"/>
                  </a:lnTo>
                  <a:cubicBezTo>
                    <a:pt x="43405" y="26789"/>
                    <a:pt x="42103" y="26789"/>
                    <a:pt x="39298" y="26789"/>
                  </a:cubicBezTo>
                  <a:cubicBezTo>
                    <a:pt x="35692" y="26789"/>
                    <a:pt x="29482" y="26589"/>
                    <a:pt x="28080" y="26488"/>
                  </a:cubicBezTo>
                  <a:lnTo>
                    <a:pt x="28080" y="29600"/>
                  </a:lnTo>
                  <a:cubicBezTo>
                    <a:pt x="29983" y="29700"/>
                    <a:pt x="30984" y="30805"/>
                    <a:pt x="30984" y="32110"/>
                  </a:cubicBezTo>
                  <a:cubicBezTo>
                    <a:pt x="30984" y="34117"/>
                    <a:pt x="29582" y="35322"/>
                    <a:pt x="28781" y="36024"/>
                  </a:cubicBezTo>
                  <a:lnTo>
                    <a:pt x="14657" y="48270"/>
                  </a:lnTo>
                  <a:lnTo>
                    <a:pt x="14657" y="89"/>
                  </a:lnTo>
                  <a:lnTo>
                    <a:pt x="234" y="1193"/>
                  </a:lnTo>
                  <a:lnTo>
                    <a:pt x="234" y="4305"/>
                  </a:lnTo>
                  <a:cubicBezTo>
                    <a:pt x="7245" y="4305"/>
                    <a:pt x="8046" y="5007"/>
                    <a:pt x="8046" y="9926"/>
                  </a:cubicBezTo>
                  <a:lnTo>
                    <a:pt x="8046" y="62123"/>
                  </a:lnTo>
                  <a:close/>
                </a:path>
              </a:pathLst>
            </a:custGeom>
            <a:solidFill>
              <a:srgbClr val="000000"/>
            </a:solidFill>
            <a:ln w="25400" cap="flat">
              <a:noFill/>
              <a:prstDash val="solid"/>
              <a:miter/>
            </a:ln>
          </p:spPr>
          <p:txBody>
            <a:bodyPr/>
            <a:lstStyle/>
            <a:p>
              <a:endParaRPr lang="en-US"/>
            </a:p>
          </p:txBody>
        </p:sp>
        <p:sp>
          <p:nvSpPr>
            <p:cNvPr id="1115" name="Freeform: Shape 1114">
              <a:extLst>
                <a:ext uri="{FF2B5EF4-FFF2-40B4-BE49-F238E27FC236}">
                  <a16:creationId xmlns:a16="http://schemas.microsoft.com/office/drawing/2014/main" id="{C010B2E3-CC89-13FF-B876-8607AB4375F5}"/>
                </a:ext>
              </a:extLst>
            </p:cNvPr>
            <p:cNvSpPr/>
            <p:nvPr>
              <p:custDataLst>
                <p:tags r:id="rId41"/>
              </p:custDataLst>
            </p:nvPr>
          </p:nvSpPr>
          <p:spPr>
            <a:xfrm>
              <a:off x="5486791" y="3897204"/>
              <a:ext cx="38764" cy="46073"/>
            </a:xfrm>
            <a:custGeom>
              <a:avLst/>
              <a:gdLst>
                <a:gd name="csX0" fmla="*/ 8652 w 38764"/>
                <a:gd name="csY0" fmla="*/ 19763 h 46073"/>
                <a:gd name="csX1" fmla="*/ 21073 w 38764"/>
                <a:gd name="csY1" fmla="*/ 2297 h 46073"/>
                <a:gd name="csX2" fmla="*/ 32392 w 38764"/>
                <a:gd name="csY2" fmla="*/ 19763 h 46073"/>
                <a:gd name="csX3" fmla="*/ 8652 w 38764"/>
                <a:gd name="csY3" fmla="*/ 19763 h 46073"/>
                <a:gd name="csX4" fmla="*/ 8552 w 38764"/>
                <a:gd name="csY4" fmla="*/ 21871 h 46073"/>
                <a:gd name="csX5" fmla="*/ 36499 w 38764"/>
                <a:gd name="csY5" fmla="*/ 21871 h 46073"/>
                <a:gd name="csX6" fmla="*/ 39003 w 38764"/>
                <a:gd name="csY6" fmla="*/ 19763 h 46073"/>
                <a:gd name="csX7" fmla="*/ 21073 w 38764"/>
                <a:gd name="csY7" fmla="*/ 89 h 46073"/>
                <a:gd name="csX8" fmla="*/ 238 w 38764"/>
                <a:gd name="csY8" fmla="*/ 22975 h 46073"/>
                <a:gd name="csX9" fmla="*/ 22275 w 38764"/>
                <a:gd name="csY9" fmla="*/ 46163 h 46073"/>
                <a:gd name="csX10" fmla="*/ 39003 w 38764"/>
                <a:gd name="csY10" fmla="*/ 33113 h 46073"/>
                <a:gd name="csX11" fmla="*/ 37701 w 38764"/>
                <a:gd name="csY11" fmla="*/ 31909 h 46073"/>
                <a:gd name="csX12" fmla="*/ 36398 w 38764"/>
                <a:gd name="csY12" fmla="*/ 33314 h 46073"/>
                <a:gd name="csX13" fmla="*/ 22876 w 38764"/>
                <a:gd name="csY13" fmla="*/ 43653 h 46073"/>
                <a:gd name="csX14" fmla="*/ 11557 w 38764"/>
                <a:gd name="csY14" fmla="*/ 36928 h 46073"/>
                <a:gd name="csX15" fmla="*/ 8552 w 38764"/>
                <a:gd name="csY15" fmla="*/ 21871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764" h="46073">
                  <a:moveTo>
                    <a:pt x="8652" y="19763"/>
                  </a:moveTo>
                  <a:cubicBezTo>
                    <a:pt x="9253" y="4807"/>
                    <a:pt x="17667" y="2297"/>
                    <a:pt x="21073" y="2297"/>
                  </a:cubicBezTo>
                  <a:cubicBezTo>
                    <a:pt x="31390" y="2297"/>
                    <a:pt x="32392" y="15848"/>
                    <a:pt x="32392" y="19763"/>
                  </a:cubicBezTo>
                  <a:lnTo>
                    <a:pt x="8652" y="19763"/>
                  </a:lnTo>
                  <a:close/>
                  <a:moveTo>
                    <a:pt x="8552" y="21871"/>
                  </a:moveTo>
                  <a:lnTo>
                    <a:pt x="36499" y="21871"/>
                  </a:lnTo>
                  <a:cubicBezTo>
                    <a:pt x="38702" y="21871"/>
                    <a:pt x="39003" y="21871"/>
                    <a:pt x="39003" y="19763"/>
                  </a:cubicBezTo>
                  <a:cubicBezTo>
                    <a:pt x="39003" y="9825"/>
                    <a:pt x="33594" y="89"/>
                    <a:pt x="21073" y="89"/>
                  </a:cubicBezTo>
                  <a:cubicBezTo>
                    <a:pt x="9454" y="89"/>
                    <a:pt x="238" y="10428"/>
                    <a:pt x="238" y="22975"/>
                  </a:cubicBezTo>
                  <a:cubicBezTo>
                    <a:pt x="238" y="36426"/>
                    <a:pt x="10756" y="46163"/>
                    <a:pt x="22275" y="46163"/>
                  </a:cubicBezTo>
                  <a:cubicBezTo>
                    <a:pt x="34495" y="46163"/>
                    <a:pt x="39003" y="35020"/>
                    <a:pt x="39003" y="33113"/>
                  </a:cubicBezTo>
                  <a:cubicBezTo>
                    <a:pt x="39003" y="32110"/>
                    <a:pt x="38201" y="31909"/>
                    <a:pt x="37701" y="31909"/>
                  </a:cubicBezTo>
                  <a:cubicBezTo>
                    <a:pt x="36799" y="31909"/>
                    <a:pt x="36599" y="32511"/>
                    <a:pt x="36398" y="33314"/>
                  </a:cubicBezTo>
                  <a:cubicBezTo>
                    <a:pt x="32893" y="43653"/>
                    <a:pt x="23878" y="43653"/>
                    <a:pt x="22876" y="43653"/>
                  </a:cubicBezTo>
                  <a:cubicBezTo>
                    <a:pt x="17868" y="43653"/>
                    <a:pt x="13861" y="40642"/>
                    <a:pt x="11557" y="36928"/>
                  </a:cubicBezTo>
                  <a:cubicBezTo>
                    <a:pt x="8552" y="32110"/>
                    <a:pt x="8552" y="25485"/>
                    <a:pt x="8552" y="21871"/>
                  </a:cubicBezTo>
                  <a:close/>
                </a:path>
              </a:pathLst>
            </a:custGeom>
            <a:solidFill>
              <a:srgbClr val="000000"/>
            </a:solidFill>
            <a:ln w="25400" cap="flat">
              <a:noFill/>
              <a:prstDash val="solid"/>
              <a:miter/>
            </a:ln>
          </p:spPr>
          <p:txBody>
            <a:bodyPr/>
            <a:lstStyle/>
            <a:p>
              <a:endParaRPr lang="en-US"/>
            </a:p>
          </p:txBody>
        </p:sp>
        <p:sp>
          <p:nvSpPr>
            <p:cNvPr id="1116" name="Freeform: Shape 1115">
              <a:extLst>
                <a:ext uri="{FF2B5EF4-FFF2-40B4-BE49-F238E27FC236}">
                  <a16:creationId xmlns:a16="http://schemas.microsoft.com/office/drawing/2014/main" id="{B9F65125-48E6-9943-DDDB-6821DDAAA43E}"/>
                </a:ext>
              </a:extLst>
            </p:cNvPr>
            <p:cNvSpPr/>
            <p:nvPr>
              <p:custDataLst>
                <p:tags r:id="rId42"/>
              </p:custDataLst>
            </p:nvPr>
          </p:nvSpPr>
          <p:spPr>
            <a:xfrm>
              <a:off x="5531810" y="3872511"/>
              <a:ext cx="22236" cy="69662"/>
            </a:xfrm>
            <a:custGeom>
              <a:avLst/>
              <a:gdLst>
                <a:gd name="csX0" fmla="*/ 14667 w 22236"/>
                <a:gd name="csY0" fmla="*/ 89 h 69662"/>
                <a:gd name="csX1" fmla="*/ 243 w 22236"/>
                <a:gd name="csY1" fmla="*/ 1193 h 69662"/>
                <a:gd name="csX2" fmla="*/ 243 w 22236"/>
                <a:gd name="csY2" fmla="*/ 4305 h 69662"/>
                <a:gd name="csX3" fmla="*/ 8056 w 22236"/>
                <a:gd name="csY3" fmla="*/ 9926 h 69662"/>
                <a:gd name="csX4" fmla="*/ 8056 w 22236"/>
                <a:gd name="csY4" fmla="*/ 62123 h 69662"/>
                <a:gd name="csX5" fmla="*/ 243 w 22236"/>
                <a:gd name="csY5" fmla="*/ 66640 h 69662"/>
                <a:gd name="csX6" fmla="*/ 243 w 22236"/>
                <a:gd name="csY6" fmla="*/ 69751 h 69662"/>
                <a:gd name="csX7" fmla="*/ 11361 w 22236"/>
                <a:gd name="csY7" fmla="*/ 69450 h 69662"/>
                <a:gd name="csX8" fmla="*/ 22480 w 22236"/>
                <a:gd name="csY8" fmla="*/ 69751 h 69662"/>
                <a:gd name="csX9" fmla="*/ 22480 w 22236"/>
                <a:gd name="csY9" fmla="*/ 66640 h 69662"/>
                <a:gd name="csX10" fmla="*/ 14667 w 22236"/>
                <a:gd name="csY10" fmla="*/ 62123 h 69662"/>
                <a:gd name="csX11" fmla="*/ 14667 w 22236"/>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667" y="89"/>
                  </a:moveTo>
                  <a:lnTo>
                    <a:pt x="243" y="1193"/>
                  </a:lnTo>
                  <a:lnTo>
                    <a:pt x="243" y="4305"/>
                  </a:lnTo>
                  <a:cubicBezTo>
                    <a:pt x="7255" y="4305"/>
                    <a:pt x="8056" y="5007"/>
                    <a:pt x="8056" y="9926"/>
                  </a:cubicBezTo>
                  <a:lnTo>
                    <a:pt x="8056" y="62123"/>
                  </a:lnTo>
                  <a:cubicBezTo>
                    <a:pt x="8056" y="66640"/>
                    <a:pt x="6954" y="66640"/>
                    <a:pt x="243" y="66640"/>
                  </a:cubicBezTo>
                  <a:lnTo>
                    <a:pt x="243" y="69751"/>
                  </a:lnTo>
                  <a:cubicBezTo>
                    <a:pt x="3548" y="69651"/>
                    <a:pt x="8857" y="69450"/>
                    <a:pt x="11361" y="69450"/>
                  </a:cubicBezTo>
                  <a:cubicBezTo>
                    <a:pt x="13865" y="69450"/>
                    <a:pt x="18774" y="69651"/>
                    <a:pt x="22480" y="69751"/>
                  </a:cubicBezTo>
                  <a:lnTo>
                    <a:pt x="22480" y="66640"/>
                  </a:lnTo>
                  <a:cubicBezTo>
                    <a:pt x="15769" y="66640"/>
                    <a:pt x="14667" y="66640"/>
                    <a:pt x="14667" y="62123"/>
                  </a:cubicBezTo>
                  <a:lnTo>
                    <a:pt x="14667" y="89"/>
                  </a:lnTo>
                  <a:close/>
                </a:path>
              </a:pathLst>
            </a:custGeom>
            <a:solidFill>
              <a:srgbClr val="000000"/>
            </a:solidFill>
            <a:ln w="25400" cap="flat">
              <a:noFill/>
              <a:prstDash val="solid"/>
              <a:miter/>
            </a:ln>
          </p:spPr>
          <p:txBody>
            <a:bodyPr/>
            <a:lstStyle/>
            <a:p>
              <a:endParaRPr lang="en-US"/>
            </a:p>
          </p:txBody>
        </p:sp>
        <p:sp>
          <p:nvSpPr>
            <p:cNvPr id="1117" name="Freeform: Shape 1116">
              <a:extLst>
                <a:ext uri="{FF2B5EF4-FFF2-40B4-BE49-F238E27FC236}">
                  <a16:creationId xmlns:a16="http://schemas.microsoft.com/office/drawing/2014/main" id="{D2F424C4-C068-BB54-5728-5F9699F57164}"/>
                </a:ext>
              </a:extLst>
            </p:cNvPr>
            <p:cNvSpPr/>
            <p:nvPr>
              <p:custDataLst>
                <p:tags r:id="rId43"/>
              </p:custDataLst>
            </p:nvPr>
          </p:nvSpPr>
          <p:spPr>
            <a:xfrm>
              <a:off x="5558232" y="3898910"/>
              <a:ext cx="48981" cy="63840"/>
            </a:xfrm>
            <a:custGeom>
              <a:avLst/>
              <a:gdLst>
                <a:gd name="csX0" fmla="*/ 39911 w 48981"/>
                <a:gd name="csY0" fmla="*/ 9625 h 63840"/>
                <a:gd name="csX1" fmla="*/ 49227 w 48981"/>
                <a:gd name="csY1" fmla="*/ 3200 h 63840"/>
                <a:gd name="csX2" fmla="*/ 49227 w 48981"/>
                <a:gd name="csY2" fmla="*/ 89 h 63840"/>
                <a:gd name="csX3" fmla="*/ 41714 w 48981"/>
                <a:gd name="csY3" fmla="*/ 390 h 63840"/>
                <a:gd name="csX4" fmla="*/ 33000 w 48981"/>
                <a:gd name="csY4" fmla="*/ 89 h 63840"/>
                <a:gd name="csX5" fmla="*/ 33000 w 48981"/>
                <a:gd name="csY5" fmla="*/ 3200 h 63840"/>
                <a:gd name="csX6" fmla="*/ 37708 w 48981"/>
                <a:gd name="csY6" fmla="*/ 7517 h 63840"/>
                <a:gd name="csX7" fmla="*/ 37107 w 48981"/>
                <a:gd name="csY7" fmla="*/ 9926 h 63840"/>
                <a:gd name="csX8" fmla="*/ 26990 w 48981"/>
                <a:gd name="csY8" fmla="*/ 34619 h 63840"/>
                <a:gd name="csX9" fmla="*/ 15872 w 48981"/>
                <a:gd name="csY9" fmla="*/ 7617 h 63840"/>
                <a:gd name="csX10" fmla="*/ 15271 w 48981"/>
                <a:gd name="csY10" fmla="*/ 5810 h 63840"/>
                <a:gd name="csX11" fmla="*/ 20880 w 48981"/>
                <a:gd name="csY11" fmla="*/ 3200 h 63840"/>
                <a:gd name="csX12" fmla="*/ 20880 w 48981"/>
                <a:gd name="csY12" fmla="*/ 89 h 63840"/>
                <a:gd name="csX13" fmla="*/ 9962 w 48981"/>
                <a:gd name="csY13" fmla="*/ 390 h 63840"/>
                <a:gd name="csX14" fmla="*/ 246 w 48981"/>
                <a:gd name="csY14" fmla="*/ 89 h 63840"/>
                <a:gd name="csX15" fmla="*/ 246 w 48981"/>
                <a:gd name="csY15" fmla="*/ 3200 h 63840"/>
                <a:gd name="csX16" fmla="*/ 8359 w 48981"/>
                <a:gd name="csY16" fmla="*/ 6714 h 63840"/>
                <a:gd name="csX17" fmla="*/ 23384 w 48981"/>
                <a:gd name="csY17" fmla="*/ 43352 h 63840"/>
                <a:gd name="csX18" fmla="*/ 20880 w 48981"/>
                <a:gd name="csY18" fmla="*/ 49274 h 63840"/>
                <a:gd name="csX19" fmla="*/ 9461 w 48981"/>
                <a:gd name="csY19" fmla="*/ 61721 h 63840"/>
                <a:gd name="csX20" fmla="*/ 4753 w 48981"/>
                <a:gd name="csY20" fmla="*/ 59914 h 63840"/>
                <a:gd name="csX21" fmla="*/ 8660 w 48981"/>
                <a:gd name="csY21" fmla="*/ 55698 h 63840"/>
                <a:gd name="csX22" fmla="*/ 4453 w 48981"/>
                <a:gd name="csY22" fmla="*/ 51483 h 63840"/>
                <a:gd name="csX23" fmla="*/ 246 w 48981"/>
                <a:gd name="csY23" fmla="*/ 55799 h 63840"/>
                <a:gd name="csX24" fmla="*/ 9461 w 48981"/>
                <a:gd name="csY24" fmla="*/ 63930 h 63840"/>
                <a:gd name="csX25" fmla="*/ 22282 w 48981"/>
                <a:gd name="csY25" fmla="*/ 52486 h 63840"/>
                <a:gd name="csX26" fmla="*/ 39911 w 48981"/>
                <a:gd name="csY26" fmla="*/ 9625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8981" h="63840">
                  <a:moveTo>
                    <a:pt x="39911" y="9625"/>
                  </a:moveTo>
                  <a:cubicBezTo>
                    <a:pt x="42516" y="3301"/>
                    <a:pt x="47624" y="3200"/>
                    <a:pt x="49227" y="3200"/>
                  </a:cubicBezTo>
                  <a:lnTo>
                    <a:pt x="49227" y="89"/>
                  </a:lnTo>
                  <a:cubicBezTo>
                    <a:pt x="46923" y="290"/>
                    <a:pt x="44018" y="390"/>
                    <a:pt x="41714" y="390"/>
                  </a:cubicBezTo>
                  <a:cubicBezTo>
                    <a:pt x="39911" y="390"/>
                    <a:pt x="35204" y="189"/>
                    <a:pt x="33000" y="89"/>
                  </a:cubicBezTo>
                  <a:lnTo>
                    <a:pt x="33000" y="3200"/>
                  </a:lnTo>
                  <a:cubicBezTo>
                    <a:pt x="36105" y="3301"/>
                    <a:pt x="37708" y="5007"/>
                    <a:pt x="37708" y="7517"/>
                  </a:cubicBezTo>
                  <a:cubicBezTo>
                    <a:pt x="37708" y="8521"/>
                    <a:pt x="37608" y="8721"/>
                    <a:pt x="37107" y="9926"/>
                  </a:cubicBezTo>
                  <a:lnTo>
                    <a:pt x="26990" y="34619"/>
                  </a:lnTo>
                  <a:lnTo>
                    <a:pt x="15872" y="7617"/>
                  </a:lnTo>
                  <a:cubicBezTo>
                    <a:pt x="15471" y="6613"/>
                    <a:pt x="15271" y="6212"/>
                    <a:pt x="15271" y="5810"/>
                  </a:cubicBezTo>
                  <a:cubicBezTo>
                    <a:pt x="15271" y="3200"/>
                    <a:pt x="18977" y="3200"/>
                    <a:pt x="20880" y="3200"/>
                  </a:cubicBezTo>
                  <a:lnTo>
                    <a:pt x="20880" y="89"/>
                  </a:lnTo>
                  <a:cubicBezTo>
                    <a:pt x="18276" y="189"/>
                    <a:pt x="11665" y="390"/>
                    <a:pt x="9962" y="390"/>
                  </a:cubicBezTo>
                  <a:cubicBezTo>
                    <a:pt x="7257" y="390"/>
                    <a:pt x="3251" y="290"/>
                    <a:pt x="246" y="89"/>
                  </a:cubicBezTo>
                  <a:lnTo>
                    <a:pt x="246" y="3200"/>
                  </a:lnTo>
                  <a:cubicBezTo>
                    <a:pt x="5054" y="3200"/>
                    <a:pt x="6957" y="3200"/>
                    <a:pt x="8359" y="6714"/>
                  </a:cubicBezTo>
                  <a:lnTo>
                    <a:pt x="23384" y="43352"/>
                  </a:lnTo>
                  <a:cubicBezTo>
                    <a:pt x="22883" y="44657"/>
                    <a:pt x="21481" y="47969"/>
                    <a:pt x="20880" y="49274"/>
                  </a:cubicBezTo>
                  <a:cubicBezTo>
                    <a:pt x="18676" y="54795"/>
                    <a:pt x="15872" y="61721"/>
                    <a:pt x="9461" y="61721"/>
                  </a:cubicBezTo>
                  <a:cubicBezTo>
                    <a:pt x="8960" y="61721"/>
                    <a:pt x="6656" y="61721"/>
                    <a:pt x="4753" y="59914"/>
                  </a:cubicBezTo>
                  <a:cubicBezTo>
                    <a:pt x="7858" y="59513"/>
                    <a:pt x="8660" y="57305"/>
                    <a:pt x="8660" y="55698"/>
                  </a:cubicBezTo>
                  <a:cubicBezTo>
                    <a:pt x="8660" y="53089"/>
                    <a:pt x="6756" y="51483"/>
                    <a:pt x="4453" y="51483"/>
                  </a:cubicBezTo>
                  <a:cubicBezTo>
                    <a:pt x="2449" y="51483"/>
                    <a:pt x="246" y="52788"/>
                    <a:pt x="246" y="55799"/>
                  </a:cubicBezTo>
                  <a:cubicBezTo>
                    <a:pt x="246" y="60316"/>
                    <a:pt x="4453" y="63930"/>
                    <a:pt x="9461" y="63930"/>
                  </a:cubicBezTo>
                  <a:cubicBezTo>
                    <a:pt x="15771" y="63930"/>
                    <a:pt x="19878" y="58208"/>
                    <a:pt x="22282" y="52486"/>
                  </a:cubicBezTo>
                  <a:lnTo>
                    <a:pt x="39911" y="9625"/>
                  </a:lnTo>
                  <a:close/>
                </a:path>
              </a:pathLst>
            </a:custGeom>
            <a:solidFill>
              <a:srgbClr val="000000"/>
            </a:solidFill>
            <a:ln w="25400" cap="flat">
              <a:noFill/>
              <a:prstDash val="solid"/>
              <a:miter/>
            </a:ln>
          </p:spPr>
          <p:txBody>
            <a:bodyPr/>
            <a:lstStyle/>
            <a:p>
              <a:endParaRPr lang="en-US"/>
            </a:p>
          </p:txBody>
        </p:sp>
        <p:sp>
          <p:nvSpPr>
            <p:cNvPr id="1118" name="Freeform: Shape 1117">
              <a:extLst>
                <a:ext uri="{FF2B5EF4-FFF2-40B4-BE49-F238E27FC236}">
                  <a16:creationId xmlns:a16="http://schemas.microsoft.com/office/drawing/2014/main" id="{721C03E0-37E7-8C4A-58CE-11F7E7C14329}"/>
                </a:ext>
              </a:extLst>
            </p:cNvPr>
            <p:cNvSpPr/>
            <p:nvPr>
              <p:custDataLst>
                <p:tags r:id="rId44"/>
              </p:custDataLst>
            </p:nvPr>
          </p:nvSpPr>
          <p:spPr>
            <a:xfrm>
              <a:off x="5612500" y="3872511"/>
              <a:ext cx="31452" cy="30013"/>
            </a:xfrm>
            <a:custGeom>
              <a:avLst/>
              <a:gdLst>
                <a:gd name="csX0" fmla="*/ 12271 w 31452"/>
                <a:gd name="csY0" fmla="*/ 10628 h 30013"/>
                <a:gd name="csX1" fmla="*/ 5560 w 31452"/>
                <a:gd name="csY1" fmla="*/ 89 h 30013"/>
                <a:gd name="csX2" fmla="*/ 251 w 31452"/>
                <a:gd name="csY2" fmla="*/ 5409 h 30013"/>
                <a:gd name="csX3" fmla="*/ 5560 w 31452"/>
                <a:gd name="csY3" fmla="*/ 10729 h 30013"/>
                <a:gd name="csX4" fmla="*/ 9566 w 31452"/>
                <a:gd name="csY4" fmla="*/ 9123 h 30013"/>
                <a:gd name="csX5" fmla="*/ 9867 w 31452"/>
                <a:gd name="csY5" fmla="*/ 8822 h 30013"/>
                <a:gd name="csX6" fmla="*/ 10067 w 31452"/>
                <a:gd name="csY6" fmla="*/ 10628 h 30013"/>
                <a:gd name="csX7" fmla="*/ 3056 w 31452"/>
                <a:gd name="csY7" fmla="*/ 27291 h 30013"/>
                <a:gd name="csX8" fmla="*/ 1854 w 31452"/>
                <a:gd name="csY8" fmla="*/ 28998 h 30013"/>
                <a:gd name="csX9" fmla="*/ 2855 w 31452"/>
                <a:gd name="csY9" fmla="*/ 30102 h 30013"/>
                <a:gd name="csX10" fmla="*/ 12271 w 31452"/>
                <a:gd name="csY10" fmla="*/ 10628 h 30013"/>
                <a:gd name="csX11" fmla="*/ 31703 w 31452"/>
                <a:gd name="csY11" fmla="*/ 10628 h 30013"/>
                <a:gd name="csX12" fmla="*/ 24992 w 31452"/>
                <a:gd name="csY12" fmla="*/ 89 h 30013"/>
                <a:gd name="csX13" fmla="*/ 19683 w 31452"/>
                <a:gd name="csY13" fmla="*/ 5409 h 30013"/>
                <a:gd name="csX14" fmla="*/ 24992 w 31452"/>
                <a:gd name="csY14" fmla="*/ 10729 h 30013"/>
                <a:gd name="csX15" fmla="*/ 28999 w 31452"/>
                <a:gd name="csY15" fmla="*/ 9123 h 30013"/>
                <a:gd name="csX16" fmla="*/ 29299 w 31452"/>
                <a:gd name="csY16" fmla="*/ 8822 h 30013"/>
                <a:gd name="csX17" fmla="*/ 29499 w 31452"/>
                <a:gd name="csY17" fmla="*/ 10628 h 30013"/>
                <a:gd name="csX18" fmla="*/ 22488 w 31452"/>
                <a:gd name="csY18" fmla="*/ 27291 h 30013"/>
                <a:gd name="csX19" fmla="*/ 21286 w 31452"/>
                <a:gd name="csY19" fmla="*/ 28998 h 30013"/>
                <a:gd name="csX20" fmla="*/ 22287 w 31452"/>
                <a:gd name="csY20" fmla="*/ 30102 h 30013"/>
                <a:gd name="csX21" fmla="*/ 31703 w 31452"/>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271" y="10628"/>
                  </a:moveTo>
                  <a:cubicBezTo>
                    <a:pt x="12271" y="4606"/>
                    <a:pt x="9867" y="89"/>
                    <a:pt x="5560" y="89"/>
                  </a:cubicBezTo>
                  <a:cubicBezTo>
                    <a:pt x="2054" y="89"/>
                    <a:pt x="251" y="2799"/>
                    <a:pt x="251" y="5409"/>
                  </a:cubicBezTo>
                  <a:cubicBezTo>
                    <a:pt x="251" y="8019"/>
                    <a:pt x="1954" y="10729"/>
                    <a:pt x="5560" y="10729"/>
                  </a:cubicBezTo>
                  <a:cubicBezTo>
                    <a:pt x="7563" y="10729"/>
                    <a:pt x="8965" y="9725"/>
                    <a:pt x="9566" y="9123"/>
                  </a:cubicBezTo>
                  <a:cubicBezTo>
                    <a:pt x="9667" y="8922"/>
                    <a:pt x="9767" y="8822"/>
                    <a:pt x="9867" y="8822"/>
                  </a:cubicBezTo>
                  <a:cubicBezTo>
                    <a:pt x="10067" y="8822"/>
                    <a:pt x="10067" y="10227"/>
                    <a:pt x="10067" y="10628"/>
                  </a:cubicBezTo>
                  <a:cubicBezTo>
                    <a:pt x="10067" y="13841"/>
                    <a:pt x="9366" y="21068"/>
                    <a:pt x="3056" y="27291"/>
                  </a:cubicBezTo>
                  <a:cubicBezTo>
                    <a:pt x="1854" y="28496"/>
                    <a:pt x="1854" y="28697"/>
                    <a:pt x="1854" y="28998"/>
                  </a:cubicBezTo>
                  <a:cubicBezTo>
                    <a:pt x="1854" y="29700"/>
                    <a:pt x="2354" y="30102"/>
                    <a:pt x="2855" y="30102"/>
                  </a:cubicBezTo>
                  <a:cubicBezTo>
                    <a:pt x="3957" y="30102"/>
                    <a:pt x="12271" y="22473"/>
                    <a:pt x="12271" y="10628"/>
                  </a:cubicBezTo>
                  <a:close/>
                  <a:moveTo>
                    <a:pt x="31703" y="10628"/>
                  </a:moveTo>
                  <a:cubicBezTo>
                    <a:pt x="31703" y="4606"/>
                    <a:pt x="29299" y="89"/>
                    <a:pt x="24992" y="89"/>
                  </a:cubicBezTo>
                  <a:cubicBezTo>
                    <a:pt x="21486" y="89"/>
                    <a:pt x="19683" y="2799"/>
                    <a:pt x="19683" y="5409"/>
                  </a:cubicBezTo>
                  <a:cubicBezTo>
                    <a:pt x="19683" y="8019"/>
                    <a:pt x="21386" y="10729"/>
                    <a:pt x="24992" y="10729"/>
                  </a:cubicBezTo>
                  <a:cubicBezTo>
                    <a:pt x="26995" y="10729"/>
                    <a:pt x="28398" y="9725"/>
                    <a:pt x="28999" y="9123"/>
                  </a:cubicBezTo>
                  <a:cubicBezTo>
                    <a:pt x="29099" y="8922"/>
                    <a:pt x="29199" y="8822"/>
                    <a:pt x="29299" y="8822"/>
                  </a:cubicBezTo>
                  <a:cubicBezTo>
                    <a:pt x="29499" y="8822"/>
                    <a:pt x="29499" y="10227"/>
                    <a:pt x="29499" y="10628"/>
                  </a:cubicBezTo>
                  <a:cubicBezTo>
                    <a:pt x="29499" y="13841"/>
                    <a:pt x="28798" y="21068"/>
                    <a:pt x="22488" y="27291"/>
                  </a:cubicBezTo>
                  <a:cubicBezTo>
                    <a:pt x="21286" y="28496"/>
                    <a:pt x="21286" y="28697"/>
                    <a:pt x="21286" y="28998"/>
                  </a:cubicBezTo>
                  <a:cubicBezTo>
                    <a:pt x="21286" y="29700"/>
                    <a:pt x="21787" y="30102"/>
                    <a:pt x="22287" y="30102"/>
                  </a:cubicBezTo>
                  <a:cubicBezTo>
                    <a:pt x="23389" y="30102"/>
                    <a:pt x="31703" y="22473"/>
                    <a:pt x="31703" y="10628"/>
                  </a:cubicBezTo>
                  <a:close/>
                </a:path>
              </a:pathLst>
            </a:custGeom>
            <a:solidFill>
              <a:srgbClr val="000000"/>
            </a:solidFill>
            <a:ln w="25400" cap="flat">
              <a:noFill/>
              <a:prstDash val="solid"/>
              <a:miter/>
            </a:ln>
          </p:spPr>
          <p:txBody>
            <a:bodyPr/>
            <a:lstStyle/>
            <a:p>
              <a:endParaRPr lang="en-US"/>
            </a:p>
          </p:txBody>
        </p:sp>
        <p:sp>
          <p:nvSpPr>
            <p:cNvPr id="1119" name="Freeform: Shape 1118">
              <a:extLst>
                <a:ext uri="{FF2B5EF4-FFF2-40B4-BE49-F238E27FC236}">
                  <a16:creationId xmlns:a16="http://schemas.microsoft.com/office/drawing/2014/main" id="{C7965C75-D54E-76CD-DF66-8E49B1E24E0D}"/>
                </a:ext>
              </a:extLst>
            </p:cNvPr>
            <p:cNvSpPr/>
            <p:nvPr>
              <p:custDataLst>
                <p:tags r:id="rId45"/>
              </p:custDataLst>
            </p:nvPr>
          </p:nvSpPr>
          <p:spPr>
            <a:xfrm>
              <a:off x="5695470" y="3897204"/>
              <a:ext cx="44373" cy="46073"/>
            </a:xfrm>
            <a:custGeom>
              <a:avLst/>
              <a:gdLst>
                <a:gd name="csX0" fmla="*/ 44633 w 44373"/>
                <a:gd name="csY0" fmla="*/ 23577 h 46073"/>
                <a:gd name="csX1" fmla="*/ 22496 w 44373"/>
                <a:gd name="csY1" fmla="*/ 89 h 46073"/>
                <a:gd name="csX2" fmla="*/ 259 w 44373"/>
                <a:gd name="csY2" fmla="*/ 23577 h 46073"/>
                <a:gd name="csX3" fmla="*/ 22396 w 44373"/>
                <a:gd name="csY3" fmla="*/ 46163 h 46073"/>
                <a:gd name="csX4" fmla="*/ 44633 w 44373"/>
                <a:gd name="csY4" fmla="*/ 23577 h 46073"/>
                <a:gd name="csX5" fmla="*/ 22496 w 44373"/>
                <a:gd name="csY5" fmla="*/ 43653 h 46073"/>
                <a:gd name="csX6" fmla="*/ 11077 w 44373"/>
                <a:gd name="csY6" fmla="*/ 36928 h 46073"/>
                <a:gd name="csX7" fmla="*/ 8573 w 44373"/>
                <a:gd name="csY7" fmla="*/ 22774 h 46073"/>
                <a:gd name="csX8" fmla="*/ 10977 w 44373"/>
                <a:gd name="csY8" fmla="*/ 9022 h 46073"/>
                <a:gd name="csX9" fmla="*/ 22396 w 44373"/>
                <a:gd name="csY9" fmla="*/ 2297 h 46073"/>
                <a:gd name="csX10" fmla="*/ 33715 w 44373"/>
                <a:gd name="csY10" fmla="*/ 8822 h 46073"/>
                <a:gd name="csX11" fmla="*/ 36319 w 44373"/>
                <a:gd name="csY11" fmla="*/ 22774 h 46073"/>
                <a:gd name="csX12" fmla="*/ 34115 w 44373"/>
                <a:gd name="csY12" fmla="*/ 36225 h 46073"/>
                <a:gd name="csX13" fmla="*/ 22496 w 44373"/>
                <a:gd name="csY13" fmla="*/ 43653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373" h="46073">
                  <a:moveTo>
                    <a:pt x="44633" y="23577"/>
                  </a:moveTo>
                  <a:cubicBezTo>
                    <a:pt x="44633" y="10729"/>
                    <a:pt x="34616" y="89"/>
                    <a:pt x="22496" y="89"/>
                  </a:cubicBezTo>
                  <a:cubicBezTo>
                    <a:pt x="9975" y="89"/>
                    <a:pt x="259" y="11030"/>
                    <a:pt x="259" y="23577"/>
                  </a:cubicBezTo>
                  <a:cubicBezTo>
                    <a:pt x="259" y="36526"/>
                    <a:pt x="10676" y="46163"/>
                    <a:pt x="22396" y="46163"/>
                  </a:cubicBezTo>
                  <a:cubicBezTo>
                    <a:pt x="34516" y="46163"/>
                    <a:pt x="44633" y="36325"/>
                    <a:pt x="44633" y="23577"/>
                  </a:cubicBezTo>
                  <a:close/>
                  <a:moveTo>
                    <a:pt x="22496" y="43653"/>
                  </a:moveTo>
                  <a:cubicBezTo>
                    <a:pt x="18189" y="43653"/>
                    <a:pt x="13782" y="41545"/>
                    <a:pt x="11077" y="36928"/>
                  </a:cubicBezTo>
                  <a:cubicBezTo>
                    <a:pt x="8573" y="32511"/>
                    <a:pt x="8573" y="26388"/>
                    <a:pt x="8573" y="22774"/>
                  </a:cubicBezTo>
                  <a:cubicBezTo>
                    <a:pt x="8573" y="18860"/>
                    <a:pt x="8573" y="13439"/>
                    <a:pt x="10977" y="9022"/>
                  </a:cubicBezTo>
                  <a:cubicBezTo>
                    <a:pt x="13681" y="4405"/>
                    <a:pt x="18389" y="2297"/>
                    <a:pt x="22396" y="2297"/>
                  </a:cubicBezTo>
                  <a:cubicBezTo>
                    <a:pt x="26803" y="2297"/>
                    <a:pt x="31110" y="4505"/>
                    <a:pt x="33715" y="8822"/>
                  </a:cubicBezTo>
                  <a:cubicBezTo>
                    <a:pt x="36319" y="13138"/>
                    <a:pt x="36319" y="18960"/>
                    <a:pt x="36319" y="22774"/>
                  </a:cubicBezTo>
                  <a:cubicBezTo>
                    <a:pt x="36319" y="26388"/>
                    <a:pt x="36319" y="31808"/>
                    <a:pt x="34115" y="36225"/>
                  </a:cubicBezTo>
                  <a:cubicBezTo>
                    <a:pt x="31912" y="40742"/>
                    <a:pt x="27504" y="43653"/>
                    <a:pt x="22496" y="43653"/>
                  </a:cubicBezTo>
                  <a:close/>
                </a:path>
              </a:pathLst>
            </a:custGeom>
            <a:solidFill>
              <a:srgbClr val="000000"/>
            </a:solidFill>
            <a:ln w="25400" cap="flat">
              <a:noFill/>
              <a:prstDash val="solid"/>
              <a:miter/>
            </a:ln>
          </p:spPr>
          <p:txBody>
            <a:bodyPr/>
            <a:lstStyle/>
            <a:p>
              <a:endParaRPr lang="en-US"/>
            </a:p>
          </p:txBody>
        </p:sp>
        <p:sp>
          <p:nvSpPr>
            <p:cNvPr id="1120" name="Freeform: Shape 1119">
              <a:extLst>
                <a:ext uri="{FF2B5EF4-FFF2-40B4-BE49-F238E27FC236}">
                  <a16:creationId xmlns:a16="http://schemas.microsoft.com/office/drawing/2014/main" id="{34C65494-0323-F06F-C36D-73EC34929937}"/>
                </a:ext>
              </a:extLst>
            </p:cNvPr>
            <p:cNvSpPr/>
            <p:nvPr>
              <p:custDataLst>
                <p:tags r:id="rId46"/>
              </p:custDataLst>
            </p:nvPr>
          </p:nvSpPr>
          <p:spPr>
            <a:xfrm>
              <a:off x="5745554" y="3897806"/>
              <a:ext cx="33655" cy="44367"/>
            </a:xfrm>
            <a:custGeom>
              <a:avLst/>
              <a:gdLst>
                <a:gd name="csX0" fmla="*/ 14187 w 33655"/>
                <a:gd name="csY0" fmla="*/ 11130 h 44367"/>
                <a:gd name="csX1" fmla="*/ 14187 w 33655"/>
                <a:gd name="csY1" fmla="*/ 89 h 44367"/>
                <a:gd name="csX2" fmla="*/ 264 w 33655"/>
                <a:gd name="csY2" fmla="*/ 1193 h 44367"/>
                <a:gd name="csX3" fmla="*/ 264 w 33655"/>
                <a:gd name="csY3" fmla="*/ 4305 h 44367"/>
                <a:gd name="csX4" fmla="*/ 8077 w 33655"/>
                <a:gd name="csY4" fmla="*/ 9926 h 44367"/>
                <a:gd name="csX5" fmla="*/ 8077 w 33655"/>
                <a:gd name="csY5" fmla="*/ 36827 h 44367"/>
                <a:gd name="csX6" fmla="*/ 264 w 33655"/>
                <a:gd name="csY6" fmla="*/ 41344 h 44367"/>
                <a:gd name="csX7" fmla="*/ 264 w 33655"/>
                <a:gd name="csY7" fmla="*/ 44456 h 44367"/>
                <a:gd name="csX8" fmla="*/ 11683 w 33655"/>
                <a:gd name="csY8" fmla="*/ 44155 h 44367"/>
                <a:gd name="csX9" fmla="*/ 24404 w 33655"/>
                <a:gd name="csY9" fmla="*/ 44456 h 44367"/>
                <a:gd name="csX10" fmla="*/ 24404 w 33655"/>
                <a:gd name="csY10" fmla="*/ 41344 h 44367"/>
                <a:gd name="csX11" fmla="*/ 22301 w 33655"/>
                <a:gd name="csY11" fmla="*/ 41344 h 44367"/>
                <a:gd name="csX12" fmla="*/ 14688 w 33655"/>
                <a:gd name="csY12" fmla="*/ 36627 h 44367"/>
                <a:gd name="csX13" fmla="*/ 14688 w 33655"/>
                <a:gd name="csY13" fmla="*/ 21168 h 44367"/>
                <a:gd name="csX14" fmla="*/ 26508 w 33655"/>
                <a:gd name="csY14" fmla="*/ 2297 h 44367"/>
                <a:gd name="csX15" fmla="*/ 27610 w 33655"/>
                <a:gd name="csY15" fmla="*/ 2397 h 44367"/>
                <a:gd name="csX16" fmla="*/ 25306 w 33655"/>
                <a:gd name="csY16" fmla="*/ 6312 h 44367"/>
                <a:gd name="csX17" fmla="*/ 29613 w 33655"/>
                <a:gd name="csY17" fmla="*/ 10628 h 44367"/>
                <a:gd name="csX18" fmla="*/ 33920 w 33655"/>
                <a:gd name="csY18" fmla="*/ 6212 h 44367"/>
                <a:gd name="csX19" fmla="*/ 26508 w 33655"/>
                <a:gd name="csY19" fmla="*/ 89 h 44367"/>
                <a:gd name="csX20" fmla="*/ 14187 w 33655"/>
                <a:gd name="csY20" fmla="*/ 11130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33655" h="44367">
                  <a:moveTo>
                    <a:pt x="14187" y="11130"/>
                  </a:moveTo>
                  <a:lnTo>
                    <a:pt x="14187" y="89"/>
                  </a:lnTo>
                  <a:lnTo>
                    <a:pt x="264" y="1193"/>
                  </a:lnTo>
                  <a:lnTo>
                    <a:pt x="264" y="4305"/>
                  </a:lnTo>
                  <a:cubicBezTo>
                    <a:pt x="7276" y="4305"/>
                    <a:pt x="8077" y="5007"/>
                    <a:pt x="8077" y="9926"/>
                  </a:cubicBezTo>
                  <a:lnTo>
                    <a:pt x="8077" y="36827"/>
                  </a:lnTo>
                  <a:cubicBezTo>
                    <a:pt x="8077" y="41344"/>
                    <a:pt x="6975" y="41344"/>
                    <a:pt x="264" y="41344"/>
                  </a:cubicBezTo>
                  <a:lnTo>
                    <a:pt x="264" y="44456"/>
                  </a:lnTo>
                  <a:cubicBezTo>
                    <a:pt x="4171" y="44356"/>
                    <a:pt x="8878" y="44155"/>
                    <a:pt x="11683" y="44155"/>
                  </a:cubicBezTo>
                  <a:cubicBezTo>
                    <a:pt x="15690" y="44155"/>
                    <a:pt x="20398" y="44155"/>
                    <a:pt x="24404" y="44456"/>
                  </a:cubicBezTo>
                  <a:lnTo>
                    <a:pt x="24404" y="41344"/>
                  </a:lnTo>
                  <a:lnTo>
                    <a:pt x="22301" y="41344"/>
                  </a:lnTo>
                  <a:cubicBezTo>
                    <a:pt x="14888" y="41344"/>
                    <a:pt x="14688" y="40240"/>
                    <a:pt x="14688" y="36627"/>
                  </a:cubicBezTo>
                  <a:lnTo>
                    <a:pt x="14688" y="21168"/>
                  </a:lnTo>
                  <a:cubicBezTo>
                    <a:pt x="14688" y="11231"/>
                    <a:pt x="18895" y="2297"/>
                    <a:pt x="26508" y="2297"/>
                  </a:cubicBezTo>
                  <a:cubicBezTo>
                    <a:pt x="27209" y="2297"/>
                    <a:pt x="27409" y="2297"/>
                    <a:pt x="27610" y="2397"/>
                  </a:cubicBezTo>
                  <a:cubicBezTo>
                    <a:pt x="27309" y="2498"/>
                    <a:pt x="25306" y="3702"/>
                    <a:pt x="25306" y="6312"/>
                  </a:cubicBezTo>
                  <a:cubicBezTo>
                    <a:pt x="25306" y="9123"/>
                    <a:pt x="27409" y="10628"/>
                    <a:pt x="29613" y="10628"/>
                  </a:cubicBezTo>
                  <a:cubicBezTo>
                    <a:pt x="31416" y="10628"/>
                    <a:pt x="33920" y="9424"/>
                    <a:pt x="33920" y="6212"/>
                  </a:cubicBezTo>
                  <a:cubicBezTo>
                    <a:pt x="33920" y="3000"/>
                    <a:pt x="30815" y="89"/>
                    <a:pt x="26508" y="89"/>
                  </a:cubicBezTo>
                  <a:cubicBezTo>
                    <a:pt x="19196" y="89"/>
                    <a:pt x="15590" y="6814"/>
                    <a:pt x="14187" y="11130"/>
                  </a:cubicBezTo>
                  <a:close/>
                </a:path>
              </a:pathLst>
            </a:custGeom>
            <a:solidFill>
              <a:srgbClr val="000000"/>
            </a:solidFill>
            <a:ln w="25400" cap="flat">
              <a:noFill/>
              <a:prstDash val="solid"/>
              <a:miter/>
            </a:ln>
          </p:spPr>
          <p:txBody>
            <a:bodyPr/>
            <a:lstStyle/>
            <a:p>
              <a:endParaRPr lang="en-US"/>
            </a:p>
          </p:txBody>
        </p:sp>
        <p:sp>
          <p:nvSpPr>
            <p:cNvPr id="1121" name="Freeform: Shape 1120">
              <a:extLst>
                <a:ext uri="{FF2B5EF4-FFF2-40B4-BE49-F238E27FC236}">
                  <a16:creationId xmlns:a16="http://schemas.microsoft.com/office/drawing/2014/main" id="{EAAE83AC-88A4-5C87-54E9-9D39C0CFBE3C}"/>
                </a:ext>
              </a:extLst>
            </p:cNvPr>
            <p:cNvSpPr/>
            <p:nvPr>
              <p:custDataLst>
                <p:tags r:id="rId47"/>
              </p:custDataLst>
            </p:nvPr>
          </p:nvSpPr>
          <p:spPr>
            <a:xfrm>
              <a:off x="5818675" y="3872511"/>
              <a:ext cx="31452" cy="30013"/>
            </a:xfrm>
            <a:custGeom>
              <a:avLst/>
              <a:gdLst>
                <a:gd name="csX0" fmla="*/ 12291 w 31452"/>
                <a:gd name="csY0" fmla="*/ 10628 h 30013"/>
                <a:gd name="csX1" fmla="*/ 5580 w 31452"/>
                <a:gd name="csY1" fmla="*/ 89 h 30013"/>
                <a:gd name="csX2" fmla="*/ 271 w 31452"/>
                <a:gd name="csY2" fmla="*/ 5409 h 30013"/>
                <a:gd name="csX3" fmla="*/ 5580 w 31452"/>
                <a:gd name="csY3" fmla="*/ 10729 h 30013"/>
                <a:gd name="csX4" fmla="*/ 9587 w 31452"/>
                <a:gd name="csY4" fmla="*/ 9123 h 30013"/>
                <a:gd name="csX5" fmla="*/ 9887 w 31452"/>
                <a:gd name="csY5" fmla="*/ 8822 h 30013"/>
                <a:gd name="csX6" fmla="*/ 10088 w 31452"/>
                <a:gd name="csY6" fmla="*/ 10628 h 30013"/>
                <a:gd name="csX7" fmla="*/ 3076 w 31452"/>
                <a:gd name="csY7" fmla="*/ 27291 h 30013"/>
                <a:gd name="csX8" fmla="*/ 1874 w 31452"/>
                <a:gd name="csY8" fmla="*/ 28998 h 30013"/>
                <a:gd name="csX9" fmla="*/ 2876 w 31452"/>
                <a:gd name="csY9" fmla="*/ 30102 h 30013"/>
                <a:gd name="csX10" fmla="*/ 12291 w 31452"/>
                <a:gd name="csY10" fmla="*/ 10628 h 30013"/>
                <a:gd name="csX11" fmla="*/ 31724 w 31452"/>
                <a:gd name="csY11" fmla="*/ 10628 h 30013"/>
                <a:gd name="csX12" fmla="*/ 25012 w 31452"/>
                <a:gd name="csY12" fmla="*/ 89 h 30013"/>
                <a:gd name="csX13" fmla="*/ 19704 w 31452"/>
                <a:gd name="csY13" fmla="*/ 5409 h 30013"/>
                <a:gd name="csX14" fmla="*/ 25012 w 31452"/>
                <a:gd name="csY14" fmla="*/ 10729 h 30013"/>
                <a:gd name="csX15" fmla="*/ 29019 w 31452"/>
                <a:gd name="csY15" fmla="*/ 9123 h 30013"/>
                <a:gd name="csX16" fmla="*/ 29320 w 31452"/>
                <a:gd name="csY16" fmla="*/ 8822 h 30013"/>
                <a:gd name="csX17" fmla="*/ 29520 w 31452"/>
                <a:gd name="csY17" fmla="*/ 10628 h 30013"/>
                <a:gd name="csX18" fmla="*/ 22508 w 31452"/>
                <a:gd name="csY18" fmla="*/ 27291 h 30013"/>
                <a:gd name="csX19" fmla="*/ 21306 w 31452"/>
                <a:gd name="csY19" fmla="*/ 28998 h 30013"/>
                <a:gd name="csX20" fmla="*/ 22308 w 31452"/>
                <a:gd name="csY20" fmla="*/ 30102 h 30013"/>
                <a:gd name="csX21" fmla="*/ 31724 w 31452"/>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291" y="10628"/>
                  </a:moveTo>
                  <a:cubicBezTo>
                    <a:pt x="12291" y="4606"/>
                    <a:pt x="9887" y="89"/>
                    <a:pt x="5580" y="89"/>
                  </a:cubicBezTo>
                  <a:cubicBezTo>
                    <a:pt x="2074" y="89"/>
                    <a:pt x="271" y="2799"/>
                    <a:pt x="271" y="5409"/>
                  </a:cubicBezTo>
                  <a:cubicBezTo>
                    <a:pt x="271" y="8019"/>
                    <a:pt x="1974" y="10729"/>
                    <a:pt x="5580" y="10729"/>
                  </a:cubicBezTo>
                  <a:cubicBezTo>
                    <a:pt x="7584" y="10729"/>
                    <a:pt x="8986" y="9725"/>
                    <a:pt x="9587" y="9123"/>
                  </a:cubicBezTo>
                  <a:cubicBezTo>
                    <a:pt x="9687" y="8922"/>
                    <a:pt x="9787" y="8822"/>
                    <a:pt x="9887" y="8822"/>
                  </a:cubicBezTo>
                  <a:cubicBezTo>
                    <a:pt x="10088" y="8822"/>
                    <a:pt x="10088" y="10227"/>
                    <a:pt x="10088" y="10628"/>
                  </a:cubicBezTo>
                  <a:cubicBezTo>
                    <a:pt x="10088" y="13841"/>
                    <a:pt x="9387" y="21068"/>
                    <a:pt x="3076" y="27291"/>
                  </a:cubicBezTo>
                  <a:cubicBezTo>
                    <a:pt x="1874" y="28496"/>
                    <a:pt x="1874" y="28697"/>
                    <a:pt x="1874" y="28998"/>
                  </a:cubicBezTo>
                  <a:cubicBezTo>
                    <a:pt x="1874" y="29700"/>
                    <a:pt x="2375" y="30102"/>
                    <a:pt x="2876" y="30102"/>
                  </a:cubicBezTo>
                  <a:cubicBezTo>
                    <a:pt x="3978" y="30102"/>
                    <a:pt x="12291" y="22473"/>
                    <a:pt x="12291" y="10628"/>
                  </a:cubicBezTo>
                  <a:close/>
                  <a:moveTo>
                    <a:pt x="31724" y="10628"/>
                  </a:moveTo>
                  <a:cubicBezTo>
                    <a:pt x="31724" y="4606"/>
                    <a:pt x="29320" y="89"/>
                    <a:pt x="25012" y="89"/>
                  </a:cubicBezTo>
                  <a:cubicBezTo>
                    <a:pt x="21507" y="89"/>
                    <a:pt x="19704" y="2799"/>
                    <a:pt x="19704" y="5409"/>
                  </a:cubicBezTo>
                  <a:cubicBezTo>
                    <a:pt x="19704" y="8019"/>
                    <a:pt x="21406" y="10729"/>
                    <a:pt x="25012" y="10729"/>
                  </a:cubicBezTo>
                  <a:cubicBezTo>
                    <a:pt x="27016" y="10729"/>
                    <a:pt x="28418" y="9725"/>
                    <a:pt x="29019" y="9123"/>
                  </a:cubicBezTo>
                  <a:cubicBezTo>
                    <a:pt x="29119" y="8922"/>
                    <a:pt x="29219" y="8822"/>
                    <a:pt x="29320" y="8822"/>
                  </a:cubicBezTo>
                  <a:cubicBezTo>
                    <a:pt x="29520" y="8822"/>
                    <a:pt x="29520" y="10227"/>
                    <a:pt x="29520" y="10628"/>
                  </a:cubicBezTo>
                  <a:cubicBezTo>
                    <a:pt x="29520" y="13841"/>
                    <a:pt x="28819" y="21068"/>
                    <a:pt x="22508" y="27291"/>
                  </a:cubicBezTo>
                  <a:cubicBezTo>
                    <a:pt x="21306" y="28496"/>
                    <a:pt x="21306" y="28697"/>
                    <a:pt x="21306" y="28998"/>
                  </a:cubicBezTo>
                  <a:cubicBezTo>
                    <a:pt x="21306" y="29700"/>
                    <a:pt x="21807" y="30102"/>
                    <a:pt x="22308" y="30102"/>
                  </a:cubicBezTo>
                  <a:cubicBezTo>
                    <a:pt x="23410" y="30102"/>
                    <a:pt x="31724" y="22473"/>
                    <a:pt x="31724" y="10628"/>
                  </a:cubicBezTo>
                  <a:close/>
                </a:path>
              </a:pathLst>
            </a:custGeom>
            <a:solidFill>
              <a:srgbClr val="000000"/>
            </a:solidFill>
            <a:ln w="25400" cap="flat">
              <a:noFill/>
              <a:prstDash val="solid"/>
              <a:miter/>
            </a:ln>
          </p:spPr>
          <p:txBody>
            <a:bodyPr/>
            <a:lstStyle/>
            <a:p>
              <a:endParaRPr lang="en-US"/>
            </a:p>
          </p:txBody>
        </p:sp>
        <p:sp>
          <p:nvSpPr>
            <p:cNvPr id="1122" name="Freeform: Shape 1121">
              <a:extLst>
                <a:ext uri="{FF2B5EF4-FFF2-40B4-BE49-F238E27FC236}">
                  <a16:creationId xmlns:a16="http://schemas.microsoft.com/office/drawing/2014/main" id="{226FA716-0E90-B3FB-15BB-DEE04E0BA539}"/>
                </a:ext>
              </a:extLst>
            </p:cNvPr>
            <p:cNvSpPr/>
            <p:nvPr>
              <p:custDataLst>
                <p:tags r:id="rId48"/>
              </p:custDataLst>
            </p:nvPr>
          </p:nvSpPr>
          <p:spPr>
            <a:xfrm>
              <a:off x="5868758" y="3897204"/>
              <a:ext cx="32754" cy="46073"/>
            </a:xfrm>
            <a:custGeom>
              <a:avLst/>
              <a:gdLst>
                <a:gd name="csX0" fmla="*/ 17805 w 32754"/>
                <a:gd name="csY0" fmla="*/ 25585 h 46073"/>
                <a:gd name="csX1" fmla="*/ 28223 w 32754"/>
                <a:gd name="csY1" fmla="*/ 34820 h 46073"/>
                <a:gd name="csX2" fmla="*/ 16904 w 32754"/>
                <a:gd name="csY2" fmla="*/ 43954 h 46073"/>
                <a:gd name="csX3" fmla="*/ 2981 w 32754"/>
                <a:gd name="csY3" fmla="*/ 29700 h 46073"/>
                <a:gd name="csX4" fmla="*/ 1579 w 32754"/>
                <a:gd name="csY4" fmla="*/ 27994 h 46073"/>
                <a:gd name="csX5" fmla="*/ 276 w 32754"/>
                <a:gd name="csY5" fmla="*/ 30503 h 46073"/>
                <a:gd name="csX6" fmla="*/ 276 w 32754"/>
                <a:gd name="csY6" fmla="*/ 43753 h 46073"/>
                <a:gd name="csX7" fmla="*/ 1378 w 32754"/>
                <a:gd name="csY7" fmla="*/ 46163 h 46073"/>
                <a:gd name="csX8" fmla="*/ 3882 w 32754"/>
                <a:gd name="csY8" fmla="*/ 44155 h 46073"/>
                <a:gd name="csX9" fmla="*/ 5886 w 32754"/>
                <a:gd name="csY9" fmla="*/ 41846 h 46073"/>
                <a:gd name="csX10" fmla="*/ 16904 w 32754"/>
                <a:gd name="csY10" fmla="*/ 46163 h 46073"/>
                <a:gd name="csX11" fmla="*/ 33031 w 32754"/>
                <a:gd name="csY11" fmla="*/ 32210 h 46073"/>
                <a:gd name="csX12" fmla="*/ 28824 w 32754"/>
                <a:gd name="csY12" fmla="*/ 22674 h 46073"/>
                <a:gd name="csX13" fmla="*/ 17405 w 32754"/>
                <a:gd name="csY13" fmla="*/ 17856 h 46073"/>
                <a:gd name="csX14" fmla="*/ 5084 w 32754"/>
                <a:gd name="csY14" fmla="*/ 9625 h 46073"/>
                <a:gd name="csX15" fmla="*/ 16303 w 32754"/>
                <a:gd name="csY15" fmla="*/ 1996 h 46073"/>
                <a:gd name="csX16" fmla="*/ 28022 w 32754"/>
                <a:gd name="csY16" fmla="*/ 14142 h 46073"/>
                <a:gd name="csX17" fmla="*/ 29224 w 32754"/>
                <a:gd name="csY17" fmla="*/ 15045 h 46073"/>
                <a:gd name="csX18" fmla="*/ 30527 w 32754"/>
                <a:gd name="csY18" fmla="*/ 12636 h 46073"/>
                <a:gd name="csX19" fmla="*/ 30527 w 32754"/>
                <a:gd name="csY19" fmla="*/ 2498 h 46073"/>
                <a:gd name="csX20" fmla="*/ 29425 w 32754"/>
                <a:gd name="csY20" fmla="*/ 89 h 46073"/>
                <a:gd name="csX21" fmla="*/ 27421 w 32754"/>
                <a:gd name="csY21" fmla="*/ 1293 h 46073"/>
                <a:gd name="csX22" fmla="*/ 25719 w 32754"/>
                <a:gd name="csY22" fmla="*/ 2899 h 46073"/>
                <a:gd name="csX23" fmla="*/ 16303 w 32754"/>
                <a:gd name="csY23" fmla="*/ 89 h 46073"/>
                <a:gd name="csX24" fmla="*/ 276 w 32754"/>
                <a:gd name="csY24" fmla="*/ 12435 h 46073"/>
                <a:gd name="csX25" fmla="*/ 4584 w 32754"/>
                <a:gd name="csY25" fmla="*/ 20967 h 46073"/>
                <a:gd name="csX26" fmla="*/ 17805 w 32754"/>
                <a:gd name="csY26" fmla="*/ 25585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32754" h="46073">
                  <a:moveTo>
                    <a:pt x="17805" y="25585"/>
                  </a:moveTo>
                  <a:cubicBezTo>
                    <a:pt x="20009" y="25986"/>
                    <a:pt x="28223" y="27592"/>
                    <a:pt x="28223" y="34820"/>
                  </a:cubicBezTo>
                  <a:cubicBezTo>
                    <a:pt x="28223" y="39939"/>
                    <a:pt x="24717" y="43954"/>
                    <a:pt x="16904" y="43954"/>
                  </a:cubicBezTo>
                  <a:cubicBezTo>
                    <a:pt x="8490" y="43954"/>
                    <a:pt x="4884" y="38233"/>
                    <a:pt x="2981" y="29700"/>
                  </a:cubicBezTo>
                  <a:cubicBezTo>
                    <a:pt x="2680" y="28396"/>
                    <a:pt x="2580" y="27994"/>
                    <a:pt x="1579" y="27994"/>
                  </a:cubicBezTo>
                  <a:cubicBezTo>
                    <a:pt x="276" y="27994"/>
                    <a:pt x="276" y="28697"/>
                    <a:pt x="276" y="30503"/>
                  </a:cubicBezTo>
                  <a:lnTo>
                    <a:pt x="276" y="43753"/>
                  </a:lnTo>
                  <a:cubicBezTo>
                    <a:pt x="276" y="45460"/>
                    <a:pt x="276" y="46163"/>
                    <a:pt x="1378" y="46163"/>
                  </a:cubicBezTo>
                  <a:cubicBezTo>
                    <a:pt x="1879" y="46163"/>
                    <a:pt x="1979" y="46062"/>
                    <a:pt x="3882" y="44155"/>
                  </a:cubicBezTo>
                  <a:cubicBezTo>
                    <a:pt x="4083" y="43954"/>
                    <a:pt x="4083" y="43753"/>
                    <a:pt x="5886" y="41846"/>
                  </a:cubicBezTo>
                  <a:cubicBezTo>
                    <a:pt x="10293" y="46062"/>
                    <a:pt x="14800" y="46163"/>
                    <a:pt x="16904" y="46163"/>
                  </a:cubicBezTo>
                  <a:cubicBezTo>
                    <a:pt x="28423" y="46163"/>
                    <a:pt x="33031" y="39437"/>
                    <a:pt x="33031" y="32210"/>
                  </a:cubicBezTo>
                  <a:cubicBezTo>
                    <a:pt x="33031" y="26890"/>
                    <a:pt x="30026" y="23878"/>
                    <a:pt x="28824" y="22674"/>
                  </a:cubicBezTo>
                  <a:cubicBezTo>
                    <a:pt x="25518" y="19462"/>
                    <a:pt x="21612" y="18659"/>
                    <a:pt x="17405" y="17856"/>
                  </a:cubicBezTo>
                  <a:cubicBezTo>
                    <a:pt x="11796" y="16752"/>
                    <a:pt x="5084" y="15447"/>
                    <a:pt x="5084" y="9625"/>
                  </a:cubicBezTo>
                  <a:cubicBezTo>
                    <a:pt x="5084" y="6111"/>
                    <a:pt x="7689" y="1996"/>
                    <a:pt x="16303" y="1996"/>
                  </a:cubicBezTo>
                  <a:cubicBezTo>
                    <a:pt x="27321" y="1996"/>
                    <a:pt x="27822" y="11030"/>
                    <a:pt x="28022" y="14142"/>
                  </a:cubicBezTo>
                  <a:cubicBezTo>
                    <a:pt x="28123" y="15045"/>
                    <a:pt x="29024" y="15045"/>
                    <a:pt x="29224" y="15045"/>
                  </a:cubicBezTo>
                  <a:cubicBezTo>
                    <a:pt x="30527" y="15045"/>
                    <a:pt x="30527" y="14543"/>
                    <a:pt x="30527" y="12636"/>
                  </a:cubicBezTo>
                  <a:lnTo>
                    <a:pt x="30527" y="2498"/>
                  </a:lnTo>
                  <a:cubicBezTo>
                    <a:pt x="30527" y="791"/>
                    <a:pt x="30527" y="89"/>
                    <a:pt x="29425" y="89"/>
                  </a:cubicBezTo>
                  <a:cubicBezTo>
                    <a:pt x="28924" y="89"/>
                    <a:pt x="28724" y="89"/>
                    <a:pt x="27421" y="1293"/>
                  </a:cubicBezTo>
                  <a:cubicBezTo>
                    <a:pt x="27121" y="1695"/>
                    <a:pt x="26119" y="2598"/>
                    <a:pt x="25719" y="2899"/>
                  </a:cubicBezTo>
                  <a:cubicBezTo>
                    <a:pt x="21912" y="89"/>
                    <a:pt x="17805" y="89"/>
                    <a:pt x="16303" y="89"/>
                  </a:cubicBezTo>
                  <a:cubicBezTo>
                    <a:pt x="4083" y="89"/>
                    <a:pt x="276" y="6814"/>
                    <a:pt x="276" y="12435"/>
                  </a:cubicBezTo>
                  <a:cubicBezTo>
                    <a:pt x="276" y="15949"/>
                    <a:pt x="1879" y="18759"/>
                    <a:pt x="4584" y="20967"/>
                  </a:cubicBezTo>
                  <a:cubicBezTo>
                    <a:pt x="7789" y="23577"/>
                    <a:pt x="10594" y="24180"/>
                    <a:pt x="17805" y="25585"/>
                  </a:cubicBezTo>
                  <a:close/>
                </a:path>
              </a:pathLst>
            </a:custGeom>
            <a:solidFill>
              <a:srgbClr val="000000"/>
            </a:solidFill>
            <a:ln w="25400" cap="flat">
              <a:noFill/>
              <a:prstDash val="solid"/>
              <a:miter/>
            </a:ln>
          </p:spPr>
          <p:txBody>
            <a:bodyPr/>
            <a:lstStyle/>
            <a:p>
              <a:endParaRPr lang="en-US"/>
            </a:p>
          </p:txBody>
        </p:sp>
        <p:sp>
          <p:nvSpPr>
            <p:cNvPr id="1123" name="Freeform: Shape 1122">
              <a:extLst>
                <a:ext uri="{FF2B5EF4-FFF2-40B4-BE49-F238E27FC236}">
                  <a16:creationId xmlns:a16="http://schemas.microsoft.com/office/drawing/2014/main" id="{ECC47D01-5207-D515-CF05-9184728E309E}"/>
                </a:ext>
              </a:extLst>
            </p:cNvPr>
            <p:cNvSpPr/>
            <p:nvPr>
              <p:custDataLst>
                <p:tags r:id="rId49"/>
              </p:custDataLst>
            </p:nvPr>
          </p:nvSpPr>
          <p:spPr>
            <a:xfrm>
              <a:off x="5907767" y="3897204"/>
              <a:ext cx="44373" cy="46073"/>
            </a:xfrm>
            <a:custGeom>
              <a:avLst/>
              <a:gdLst>
                <a:gd name="csX0" fmla="*/ 44654 w 44373"/>
                <a:gd name="csY0" fmla="*/ 23577 h 46073"/>
                <a:gd name="csX1" fmla="*/ 22517 w 44373"/>
                <a:gd name="csY1" fmla="*/ 89 h 46073"/>
                <a:gd name="csX2" fmla="*/ 280 w 44373"/>
                <a:gd name="csY2" fmla="*/ 23577 h 46073"/>
                <a:gd name="csX3" fmla="*/ 22417 w 44373"/>
                <a:gd name="csY3" fmla="*/ 46163 h 46073"/>
                <a:gd name="csX4" fmla="*/ 44654 w 44373"/>
                <a:gd name="csY4" fmla="*/ 23577 h 46073"/>
                <a:gd name="csX5" fmla="*/ 22517 w 44373"/>
                <a:gd name="csY5" fmla="*/ 43653 h 46073"/>
                <a:gd name="csX6" fmla="*/ 11098 w 44373"/>
                <a:gd name="csY6" fmla="*/ 36928 h 46073"/>
                <a:gd name="csX7" fmla="*/ 8594 w 44373"/>
                <a:gd name="csY7" fmla="*/ 22774 h 46073"/>
                <a:gd name="csX8" fmla="*/ 10998 w 44373"/>
                <a:gd name="csY8" fmla="*/ 9022 h 46073"/>
                <a:gd name="csX9" fmla="*/ 22417 w 44373"/>
                <a:gd name="csY9" fmla="*/ 2297 h 46073"/>
                <a:gd name="csX10" fmla="*/ 33736 w 44373"/>
                <a:gd name="csY10" fmla="*/ 8822 h 46073"/>
                <a:gd name="csX11" fmla="*/ 36340 w 44373"/>
                <a:gd name="csY11" fmla="*/ 22774 h 46073"/>
                <a:gd name="csX12" fmla="*/ 34136 w 44373"/>
                <a:gd name="csY12" fmla="*/ 36225 h 46073"/>
                <a:gd name="csX13" fmla="*/ 22517 w 44373"/>
                <a:gd name="csY13" fmla="*/ 43653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44373" h="46073">
                  <a:moveTo>
                    <a:pt x="44654" y="23577"/>
                  </a:moveTo>
                  <a:cubicBezTo>
                    <a:pt x="44654" y="10729"/>
                    <a:pt x="34637" y="89"/>
                    <a:pt x="22517" y="89"/>
                  </a:cubicBezTo>
                  <a:cubicBezTo>
                    <a:pt x="9996" y="89"/>
                    <a:pt x="280" y="11030"/>
                    <a:pt x="280" y="23577"/>
                  </a:cubicBezTo>
                  <a:cubicBezTo>
                    <a:pt x="280" y="36526"/>
                    <a:pt x="10698" y="46163"/>
                    <a:pt x="22417" y="46163"/>
                  </a:cubicBezTo>
                  <a:cubicBezTo>
                    <a:pt x="34537" y="46163"/>
                    <a:pt x="44654" y="36325"/>
                    <a:pt x="44654" y="23577"/>
                  </a:cubicBezTo>
                  <a:close/>
                  <a:moveTo>
                    <a:pt x="22517" y="43653"/>
                  </a:moveTo>
                  <a:cubicBezTo>
                    <a:pt x="18210" y="43653"/>
                    <a:pt x="13803" y="41545"/>
                    <a:pt x="11098" y="36928"/>
                  </a:cubicBezTo>
                  <a:cubicBezTo>
                    <a:pt x="8594" y="32511"/>
                    <a:pt x="8594" y="26388"/>
                    <a:pt x="8594" y="22774"/>
                  </a:cubicBezTo>
                  <a:cubicBezTo>
                    <a:pt x="8594" y="18860"/>
                    <a:pt x="8594" y="13439"/>
                    <a:pt x="10998" y="9022"/>
                  </a:cubicBezTo>
                  <a:cubicBezTo>
                    <a:pt x="13703" y="4405"/>
                    <a:pt x="18410" y="2297"/>
                    <a:pt x="22417" y="2297"/>
                  </a:cubicBezTo>
                  <a:cubicBezTo>
                    <a:pt x="26824" y="2297"/>
                    <a:pt x="31131" y="4505"/>
                    <a:pt x="33736" y="8822"/>
                  </a:cubicBezTo>
                  <a:cubicBezTo>
                    <a:pt x="36340" y="13138"/>
                    <a:pt x="36340" y="18960"/>
                    <a:pt x="36340" y="22774"/>
                  </a:cubicBezTo>
                  <a:cubicBezTo>
                    <a:pt x="36340" y="26388"/>
                    <a:pt x="36340" y="31808"/>
                    <a:pt x="34136" y="36225"/>
                  </a:cubicBezTo>
                  <a:cubicBezTo>
                    <a:pt x="31933" y="40742"/>
                    <a:pt x="27525" y="43653"/>
                    <a:pt x="22517" y="43653"/>
                  </a:cubicBezTo>
                  <a:close/>
                </a:path>
              </a:pathLst>
            </a:custGeom>
            <a:solidFill>
              <a:srgbClr val="000000"/>
            </a:solidFill>
            <a:ln w="25400" cap="flat">
              <a:noFill/>
              <a:prstDash val="solid"/>
              <a:miter/>
            </a:ln>
          </p:spPr>
          <p:txBody>
            <a:bodyPr/>
            <a:lstStyle/>
            <a:p>
              <a:endParaRPr lang="en-US"/>
            </a:p>
          </p:txBody>
        </p:sp>
        <p:sp>
          <p:nvSpPr>
            <p:cNvPr id="1124" name="Freeform: Shape 1123">
              <a:extLst>
                <a:ext uri="{FF2B5EF4-FFF2-40B4-BE49-F238E27FC236}">
                  <a16:creationId xmlns:a16="http://schemas.microsoft.com/office/drawing/2014/main" id="{46F71D8D-DE94-38E4-774C-DED0739201C0}"/>
                </a:ext>
              </a:extLst>
            </p:cNvPr>
            <p:cNvSpPr/>
            <p:nvPr>
              <p:custDataLst>
                <p:tags r:id="rId50"/>
              </p:custDataLst>
            </p:nvPr>
          </p:nvSpPr>
          <p:spPr>
            <a:xfrm>
              <a:off x="5958251" y="3897806"/>
              <a:ext cx="78229" cy="44367"/>
            </a:xfrm>
            <a:custGeom>
              <a:avLst/>
              <a:gdLst>
                <a:gd name="csX0" fmla="*/ 8098 w 78229"/>
                <a:gd name="csY0" fmla="*/ 9926 h 44367"/>
                <a:gd name="csX1" fmla="*/ 8098 w 78229"/>
                <a:gd name="csY1" fmla="*/ 36827 h 44367"/>
                <a:gd name="csX2" fmla="*/ 285 w 78229"/>
                <a:gd name="csY2" fmla="*/ 41344 h 44367"/>
                <a:gd name="csX3" fmla="*/ 285 w 78229"/>
                <a:gd name="csY3" fmla="*/ 44456 h 44367"/>
                <a:gd name="csX4" fmla="*/ 11604 w 78229"/>
                <a:gd name="csY4" fmla="*/ 44155 h 44367"/>
                <a:gd name="csX5" fmla="*/ 22823 w 78229"/>
                <a:gd name="csY5" fmla="*/ 44456 h 44367"/>
                <a:gd name="csX6" fmla="*/ 22823 w 78229"/>
                <a:gd name="csY6" fmla="*/ 41344 h 44367"/>
                <a:gd name="csX7" fmla="*/ 15010 w 78229"/>
                <a:gd name="csY7" fmla="*/ 36827 h 44367"/>
                <a:gd name="csX8" fmla="*/ 15010 w 78229"/>
                <a:gd name="csY8" fmla="*/ 18358 h 44367"/>
                <a:gd name="csX9" fmla="*/ 28532 w 78229"/>
                <a:gd name="csY9" fmla="*/ 2297 h 44367"/>
                <a:gd name="csX10" fmla="*/ 35944 w 78229"/>
                <a:gd name="csY10" fmla="*/ 13439 h 44367"/>
                <a:gd name="csX11" fmla="*/ 35944 w 78229"/>
                <a:gd name="csY11" fmla="*/ 36827 h 44367"/>
                <a:gd name="csX12" fmla="*/ 28131 w 78229"/>
                <a:gd name="csY12" fmla="*/ 41344 h 44367"/>
                <a:gd name="csX13" fmla="*/ 28131 w 78229"/>
                <a:gd name="csY13" fmla="*/ 44456 h 44367"/>
                <a:gd name="csX14" fmla="*/ 39450 w 78229"/>
                <a:gd name="csY14" fmla="*/ 44155 h 44367"/>
                <a:gd name="csX15" fmla="*/ 50669 w 78229"/>
                <a:gd name="csY15" fmla="*/ 44456 h 44367"/>
                <a:gd name="csX16" fmla="*/ 50669 w 78229"/>
                <a:gd name="csY16" fmla="*/ 41344 h 44367"/>
                <a:gd name="csX17" fmla="*/ 42856 w 78229"/>
                <a:gd name="csY17" fmla="*/ 36827 h 44367"/>
                <a:gd name="csX18" fmla="*/ 42856 w 78229"/>
                <a:gd name="csY18" fmla="*/ 18358 h 44367"/>
                <a:gd name="csX19" fmla="*/ 56378 w 78229"/>
                <a:gd name="csY19" fmla="*/ 2297 h 44367"/>
                <a:gd name="csX20" fmla="*/ 63790 w 78229"/>
                <a:gd name="csY20" fmla="*/ 13439 h 44367"/>
                <a:gd name="csX21" fmla="*/ 63790 w 78229"/>
                <a:gd name="csY21" fmla="*/ 36827 h 44367"/>
                <a:gd name="csX22" fmla="*/ 55978 w 78229"/>
                <a:gd name="csY22" fmla="*/ 41344 h 44367"/>
                <a:gd name="csX23" fmla="*/ 55978 w 78229"/>
                <a:gd name="csY23" fmla="*/ 44456 h 44367"/>
                <a:gd name="csX24" fmla="*/ 67296 w 78229"/>
                <a:gd name="csY24" fmla="*/ 44155 h 44367"/>
                <a:gd name="csX25" fmla="*/ 78515 w 78229"/>
                <a:gd name="csY25" fmla="*/ 44456 h 44367"/>
                <a:gd name="csX26" fmla="*/ 78515 w 78229"/>
                <a:gd name="csY26" fmla="*/ 41344 h 44367"/>
                <a:gd name="csX27" fmla="*/ 70702 w 78229"/>
                <a:gd name="csY27" fmla="*/ 38333 h 44367"/>
                <a:gd name="csX28" fmla="*/ 70702 w 78229"/>
                <a:gd name="csY28" fmla="*/ 19161 h 44367"/>
                <a:gd name="csX29" fmla="*/ 67597 w 78229"/>
                <a:gd name="csY29" fmla="*/ 3803 h 44367"/>
                <a:gd name="csX30" fmla="*/ 57079 w 78229"/>
                <a:gd name="csY30" fmla="*/ 89 h 44367"/>
                <a:gd name="csX31" fmla="*/ 42555 w 78229"/>
                <a:gd name="csY31" fmla="*/ 9926 h 44367"/>
                <a:gd name="csX32" fmla="*/ 29233 w 78229"/>
                <a:gd name="csY32" fmla="*/ 89 h 44367"/>
                <a:gd name="csX33" fmla="*/ 14409 w 78229"/>
                <a:gd name="csY33" fmla="*/ 10628 h 44367"/>
                <a:gd name="csX34" fmla="*/ 14409 w 78229"/>
                <a:gd name="csY34" fmla="*/ 89 h 44367"/>
                <a:gd name="csX35" fmla="*/ 285 w 78229"/>
                <a:gd name="csY35" fmla="*/ 1193 h 44367"/>
                <a:gd name="csX36" fmla="*/ 285 w 78229"/>
                <a:gd name="csY36" fmla="*/ 4305 h 44367"/>
                <a:gd name="csX37" fmla="*/ 8098 w 78229"/>
                <a:gd name="csY37" fmla="*/ 9926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78229" h="44367">
                  <a:moveTo>
                    <a:pt x="8098" y="9926"/>
                  </a:moveTo>
                  <a:lnTo>
                    <a:pt x="8098" y="36827"/>
                  </a:lnTo>
                  <a:cubicBezTo>
                    <a:pt x="8098" y="41344"/>
                    <a:pt x="6996" y="41344"/>
                    <a:pt x="285" y="41344"/>
                  </a:cubicBezTo>
                  <a:lnTo>
                    <a:pt x="285" y="44456"/>
                  </a:lnTo>
                  <a:cubicBezTo>
                    <a:pt x="3791" y="44356"/>
                    <a:pt x="8900" y="44155"/>
                    <a:pt x="11604" y="44155"/>
                  </a:cubicBezTo>
                  <a:cubicBezTo>
                    <a:pt x="14208" y="44155"/>
                    <a:pt x="19417" y="44356"/>
                    <a:pt x="22823" y="44456"/>
                  </a:cubicBezTo>
                  <a:lnTo>
                    <a:pt x="22823" y="41344"/>
                  </a:lnTo>
                  <a:cubicBezTo>
                    <a:pt x="16112" y="41344"/>
                    <a:pt x="15010" y="41344"/>
                    <a:pt x="15010" y="36827"/>
                  </a:cubicBezTo>
                  <a:lnTo>
                    <a:pt x="15010" y="18358"/>
                  </a:lnTo>
                  <a:cubicBezTo>
                    <a:pt x="15010" y="7918"/>
                    <a:pt x="22122" y="2297"/>
                    <a:pt x="28532" y="2297"/>
                  </a:cubicBezTo>
                  <a:cubicBezTo>
                    <a:pt x="34843" y="2297"/>
                    <a:pt x="35944" y="7718"/>
                    <a:pt x="35944" y="13439"/>
                  </a:cubicBezTo>
                  <a:lnTo>
                    <a:pt x="35944" y="36827"/>
                  </a:lnTo>
                  <a:cubicBezTo>
                    <a:pt x="35944" y="41344"/>
                    <a:pt x="34843" y="41344"/>
                    <a:pt x="28131" y="41344"/>
                  </a:cubicBezTo>
                  <a:lnTo>
                    <a:pt x="28131" y="44456"/>
                  </a:lnTo>
                  <a:cubicBezTo>
                    <a:pt x="31637" y="44356"/>
                    <a:pt x="36746" y="44155"/>
                    <a:pt x="39450" y="44155"/>
                  </a:cubicBezTo>
                  <a:cubicBezTo>
                    <a:pt x="42054" y="44155"/>
                    <a:pt x="47263" y="44356"/>
                    <a:pt x="50669" y="44456"/>
                  </a:cubicBezTo>
                  <a:lnTo>
                    <a:pt x="50669" y="41344"/>
                  </a:lnTo>
                  <a:cubicBezTo>
                    <a:pt x="43958" y="41344"/>
                    <a:pt x="42856" y="41344"/>
                    <a:pt x="42856" y="36827"/>
                  </a:cubicBezTo>
                  <a:lnTo>
                    <a:pt x="42856" y="18358"/>
                  </a:lnTo>
                  <a:cubicBezTo>
                    <a:pt x="42856" y="7918"/>
                    <a:pt x="49968" y="2297"/>
                    <a:pt x="56378" y="2297"/>
                  </a:cubicBezTo>
                  <a:cubicBezTo>
                    <a:pt x="62689" y="2297"/>
                    <a:pt x="63790" y="7718"/>
                    <a:pt x="63790" y="13439"/>
                  </a:cubicBezTo>
                  <a:lnTo>
                    <a:pt x="63790" y="36827"/>
                  </a:lnTo>
                  <a:cubicBezTo>
                    <a:pt x="63790" y="41344"/>
                    <a:pt x="62689" y="41344"/>
                    <a:pt x="55978" y="41344"/>
                  </a:cubicBezTo>
                  <a:lnTo>
                    <a:pt x="55978" y="44456"/>
                  </a:lnTo>
                  <a:cubicBezTo>
                    <a:pt x="59483" y="44356"/>
                    <a:pt x="64592" y="44155"/>
                    <a:pt x="67296" y="44155"/>
                  </a:cubicBezTo>
                  <a:cubicBezTo>
                    <a:pt x="69901" y="44155"/>
                    <a:pt x="75109" y="44356"/>
                    <a:pt x="78515" y="44456"/>
                  </a:cubicBezTo>
                  <a:lnTo>
                    <a:pt x="78515" y="41344"/>
                  </a:lnTo>
                  <a:cubicBezTo>
                    <a:pt x="73306" y="41344"/>
                    <a:pt x="70802" y="41344"/>
                    <a:pt x="70702" y="38333"/>
                  </a:cubicBezTo>
                  <a:lnTo>
                    <a:pt x="70702" y="19161"/>
                  </a:lnTo>
                  <a:cubicBezTo>
                    <a:pt x="70702" y="10528"/>
                    <a:pt x="70702" y="7416"/>
                    <a:pt x="67597" y="3803"/>
                  </a:cubicBezTo>
                  <a:cubicBezTo>
                    <a:pt x="66194" y="2096"/>
                    <a:pt x="62889" y="89"/>
                    <a:pt x="57079" y="89"/>
                  </a:cubicBezTo>
                  <a:cubicBezTo>
                    <a:pt x="48665" y="89"/>
                    <a:pt x="44258" y="6111"/>
                    <a:pt x="42555" y="9926"/>
                  </a:cubicBezTo>
                  <a:cubicBezTo>
                    <a:pt x="41153" y="1193"/>
                    <a:pt x="33741" y="89"/>
                    <a:pt x="29233" y="89"/>
                  </a:cubicBezTo>
                  <a:cubicBezTo>
                    <a:pt x="21921" y="89"/>
                    <a:pt x="17213" y="4405"/>
                    <a:pt x="14409" y="10628"/>
                  </a:cubicBezTo>
                  <a:lnTo>
                    <a:pt x="14409" y="89"/>
                  </a:lnTo>
                  <a:lnTo>
                    <a:pt x="285" y="1193"/>
                  </a:lnTo>
                  <a:lnTo>
                    <a:pt x="285" y="4305"/>
                  </a:lnTo>
                  <a:cubicBezTo>
                    <a:pt x="7297" y="4305"/>
                    <a:pt x="8098" y="5007"/>
                    <a:pt x="8098" y="9926"/>
                  </a:cubicBezTo>
                  <a:close/>
                </a:path>
              </a:pathLst>
            </a:custGeom>
            <a:solidFill>
              <a:srgbClr val="000000"/>
            </a:solidFill>
            <a:ln w="25400" cap="flat">
              <a:noFill/>
              <a:prstDash val="solid"/>
              <a:miter/>
            </a:ln>
          </p:spPr>
          <p:txBody>
            <a:bodyPr/>
            <a:lstStyle/>
            <a:p>
              <a:endParaRPr lang="en-US"/>
            </a:p>
          </p:txBody>
        </p:sp>
        <p:sp>
          <p:nvSpPr>
            <p:cNvPr id="1125" name="Freeform: Shape 1124">
              <a:extLst>
                <a:ext uri="{FF2B5EF4-FFF2-40B4-BE49-F238E27FC236}">
                  <a16:creationId xmlns:a16="http://schemas.microsoft.com/office/drawing/2014/main" id="{2D861AE9-EE87-7235-CCEF-8777755DBFE1}"/>
                </a:ext>
              </a:extLst>
            </p:cNvPr>
            <p:cNvSpPr/>
            <p:nvPr>
              <p:custDataLst>
                <p:tags r:id="rId51"/>
              </p:custDataLst>
            </p:nvPr>
          </p:nvSpPr>
          <p:spPr>
            <a:xfrm>
              <a:off x="6041322" y="3897204"/>
              <a:ext cx="38764" cy="46073"/>
            </a:xfrm>
            <a:custGeom>
              <a:avLst/>
              <a:gdLst>
                <a:gd name="csX0" fmla="*/ 8708 w 38764"/>
                <a:gd name="csY0" fmla="*/ 19763 h 46073"/>
                <a:gd name="csX1" fmla="*/ 21128 w 38764"/>
                <a:gd name="csY1" fmla="*/ 2297 h 46073"/>
                <a:gd name="csX2" fmla="*/ 32447 w 38764"/>
                <a:gd name="csY2" fmla="*/ 19763 h 46073"/>
                <a:gd name="csX3" fmla="*/ 8708 w 38764"/>
                <a:gd name="csY3" fmla="*/ 19763 h 46073"/>
                <a:gd name="csX4" fmla="*/ 8607 w 38764"/>
                <a:gd name="csY4" fmla="*/ 21871 h 46073"/>
                <a:gd name="csX5" fmla="*/ 36554 w 38764"/>
                <a:gd name="csY5" fmla="*/ 21871 h 46073"/>
                <a:gd name="csX6" fmla="*/ 39058 w 38764"/>
                <a:gd name="csY6" fmla="*/ 19763 h 46073"/>
                <a:gd name="csX7" fmla="*/ 21128 w 38764"/>
                <a:gd name="csY7" fmla="*/ 89 h 46073"/>
                <a:gd name="csX8" fmla="*/ 294 w 38764"/>
                <a:gd name="csY8" fmla="*/ 22975 h 46073"/>
                <a:gd name="csX9" fmla="*/ 22330 w 38764"/>
                <a:gd name="csY9" fmla="*/ 46163 h 46073"/>
                <a:gd name="csX10" fmla="*/ 39058 w 38764"/>
                <a:gd name="csY10" fmla="*/ 33113 h 46073"/>
                <a:gd name="csX11" fmla="*/ 37756 w 38764"/>
                <a:gd name="csY11" fmla="*/ 31909 h 46073"/>
                <a:gd name="csX12" fmla="*/ 36454 w 38764"/>
                <a:gd name="csY12" fmla="*/ 33314 h 46073"/>
                <a:gd name="csX13" fmla="*/ 22931 w 38764"/>
                <a:gd name="csY13" fmla="*/ 43653 h 46073"/>
                <a:gd name="csX14" fmla="*/ 11612 w 38764"/>
                <a:gd name="csY14" fmla="*/ 36928 h 46073"/>
                <a:gd name="csX15" fmla="*/ 8607 w 38764"/>
                <a:gd name="csY15" fmla="*/ 21871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764" h="46073">
                  <a:moveTo>
                    <a:pt x="8708" y="19763"/>
                  </a:moveTo>
                  <a:cubicBezTo>
                    <a:pt x="9309" y="4807"/>
                    <a:pt x="17723" y="2297"/>
                    <a:pt x="21128" y="2297"/>
                  </a:cubicBezTo>
                  <a:cubicBezTo>
                    <a:pt x="31445" y="2297"/>
                    <a:pt x="32447" y="15848"/>
                    <a:pt x="32447" y="19763"/>
                  </a:cubicBezTo>
                  <a:lnTo>
                    <a:pt x="8708" y="19763"/>
                  </a:lnTo>
                  <a:close/>
                  <a:moveTo>
                    <a:pt x="8607" y="21871"/>
                  </a:moveTo>
                  <a:lnTo>
                    <a:pt x="36554" y="21871"/>
                  </a:lnTo>
                  <a:cubicBezTo>
                    <a:pt x="38757" y="21871"/>
                    <a:pt x="39058" y="21871"/>
                    <a:pt x="39058" y="19763"/>
                  </a:cubicBezTo>
                  <a:cubicBezTo>
                    <a:pt x="39058" y="9825"/>
                    <a:pt x="33649" y="89"/>
                    <a:pt x="21128" y="89"/>
                  </a:cubicBezTo>
                  <a:cubicBezTo>
                    <a:pt x="9509" y="89"/>
                    <a:pt x="294" y="10428"/>
                    <a:pt x="294" y="22975"/>
                  </a:cubicBezTo>
                  <a:cubicBezTo>
                    <a:pt x="294" y="36426"/>
                    <a:pt x="10811" y="46163"/>
                    <a:pt x="22330" y="46163"/>
                  </a:cubicBezTo>
                  <a:cubicBezTo>
                    <a:pt x="34550" y="46163"/>
                    <a:pt x="39058" y="35020"/>
                    <a:pt x="39058" y="33113"/>
                  </a:cubicBezTo>
                  <a:cubicBezTo>
                    <a:pt x="39058" y="32110"/>
                    <a:pt x="38257" y="31909"/>
                    <a:pt x="37756" y="31909"/>
                  </a:cubicBezTo>
                  <a:cubicBezTo>
                    <a:pt x="36854" y="31909"/>
                    <a:pt x="36654" y="32511"/>
                    <a:pt x="36454" y="33314"/>
                  </a:cubicBezTo>
                  <a:cubicBezTo>
                    <a:pt x="32948" y="43653"/>
                    <a:pt x="23933" y="43653"/>
                    <a:pt x="22931" y="43653"/>
                  </a:cubicBezTo>
                  <a:cubicBezTo>
                    <a:pt x="17923" y="43653"/>
                    <a:pt x="13916" y="40642"/>
                    <a:pt x="11612" y="36928"/>
                  </a:cubicBezTo>
                  <a:cubicBezTo>
                    <a:pt x="8607" y="32110"/>
                    <a:pt x="8607" y="25485"/>
                    <a:pt x="8607" y="21871"/>
                  </a:cubicBezTo>
                  <a:close/>
                </a:path>
              </a:pathLst>
            </a:custGeom>
            <a:solidFill>
              <a:srgbClr val="000000"/>
            </a:solidFill>
            <a:ln w="25400" cap="flat">
              <a:noFill/>
              <a:prstDash val="solid"/>
              <a:miter/>
            </a:ln>
          </p:spPr>
          <p:txBody>
            <a:bodyPr/>
            <a:lstStyle/>
            <a:p>
              <a:endParaRPr lang="en-US"/>
            </a:p>
          </p:txBody>
        </p:sp>
        <p:sp>
          <p:nvSpPr>
            <p:cNvPr id="1126" name="Freeform: Shape 1125">
              <a:extLst>
                <a:ext uri="{FF2B5EF4-FFF2-40B4-BE49-F238E27FC236}">
                  <a16:creationId xmlns:a16="http://schemas.microsoft.com/office/drawing/2014/main" id="{BC2AF040-6992-46BD-6E13-2A4060BAF875}"/>
                </a:ext>
              </a:extLst>
            </p:cNvPr>
            <p:cNvSpPr/>
            <p:nvPr>
              <p:custDataLst>
                <p:tags r:id="rId52"/>
              </p:custDataLst>
            </p:nvPr>
          </p:nvSpPr>
          <p:spPr>
            <a:xfrm>
              <a:off x="6084838" y="3898910"/>
              <a:ext cx="68613" cy="44367"/>
            </a:xfrm>
            <a:custGeom>
              <a:avLst/>
              <a:gdLst>
                <a:gd name="csX0" fmla="*/ 60498 w 68613"/>
                <a:gd name="csY0" fmla="*/ 9625 h 44367"/>
                <a:gd name="csX1" fmla="*/ 68912 w 68613"/>
                <a:gd name="csY1" fmla="*/ 3200 h 44367"/>
                <a:gd name="csX2" fmla="*/ 68912 w 68613"/>
                <a:gd name="csY2" fmla="*/ 89 h 44367"/>
                <a:gd name="csX3" fmla="*/ 61600 w 68613"/>
                <a:gd name="csY3" fmla="*/ 390 h 44367"/>
                <a:gd name="csX4" fmla="*/ 52284 w 68613"/>
                <a:gd name="csY4" fmla="*/ 89 h 44367"/>
                <a:gd name="csX5" fmla="*/ 52284 w 68613"/>
                <a:gd name="csY5" fmla="*/ 3200 h 44367"/>
                <a:gd name="csX6" fmla="*/ 58094 w 68613"/>
                <a:gd name="csY6" fmla="*/ 8019 h 44367"/>
                <a:gd name="csX7" fmla="*/ 57593 w 68613"/>
                <a:gd name="csY7" fmla="*/ 10127 h 44367"/>
                <a:gd name="csX8" fmla="*/ 48478 w 68613"/>
                <a:gd name="csY8" fmla="*/ 35824 h 44367"/>
                <a:gd name="csX9" fmla="*/ 38561 w 68613"/>
                <a:gd name="csY9" fmla="*/ 7818 h 44367"/>
                <a:gd name="csX10" fmla="*/ 38061 w 68613"/>
                <a:gd name="csY10" fmla="*/ 5911 h 44367"/>
                <a:gd name="csX11" fmla="*/ 43970 w 68613"/>
                <a:gd name="csY11" fmla="*/ 3200 h 44367"/>
                <a:gd name="csX12" fmla="*/ 43970 w 68613"/>
                <a:gd name="csY12" fmla="*/ 89 h 44367"/>
                <a:gd name="csX13" fmla="*/ 33553 w 68613"/>
                <a:gd name="csY13" fmla="*/ 390 h 44367"/>
                <a:gd name="csX14" fmla="*/ 24638 w 68613"/>
                <a:gd name="csY14" fmla="*/ 89 h 44367"/>
                <a:gd name="csX15" fmla="*/ 24638 w 68613"/>
                <a:gd name="csY15" fmla="*/ 3200 h 44367"/>
                <a:gd name="csX16" fmla="*/ 30949 w 68613"/>
                <a:gd name="csY16" fmla="*/ 4706 h 44367"/>
                <a:gd name="csX17" fmla="*/ 33253 w 68613"/>
                <a:gd name="csY17" fmla="*/ 10227 h 44367"/>
                <a:gd name="csX18" fmla="*/ 24638 w 68613"/>
                <a:gd name="csY18" fmla="*/ 34519 h 44367"/>
                <a:gd name="csX19" fmla="*/ 15123 w 68613"/>
                <a:gd name="csY19" fmla="*/ 7718 h 44367"/>
                <a:gd name="csX20" fmla="*/ 14622 w 68613"/>
                <a:gd name="csY20" fmla="*/ 5911 h 44367"/>
                <a:gd name="csX21" fmla="*/ 20532 w 68613"/>
                <a:gd name="csY21" fmla="*/ 3200 h 44367"/>
                <a:gd name="csX22" fmla="*/ 20532 w 68613"/>
                <a:gd name="csY22" fmla="*/ 89 h 44367"/>
                <a:gd name="csX23" fmla="*/ 9613 w 68613"/>
                <a:gd name="csY23" fmla="*/ 390 h 44367"/>
                <a:gd name="csX24" fmla="*/ 298 w 68613"/>
                <a:gd name="csY24" fmla="*/ 89 h 44367"/>
                <a:gd name="csX25" fmla="*/ 298 w 68613"/>
                <a:gd name="csY25" fmla="*/ 3200 h 44367"/>
                <a:gd name="csX26" fmla="*/ 7710 w 68613"/>
                <a:gd name="csY26" fmla="*/ 6714 h 44367"/>
                <a:gd name="csX27" fmla="*/ 20331 w 68613"/>
                <a:gd name="csY27" fmla="*/ 42248 h 44367"/>
                <a:gd name="csX28" fmla="*/ 22435 w 68613"/>
                <a:gd name="csY28" fmla="*/ 44456 h 44367"/>
                <a:gd name="csX29" fmla="*/ 24438 w 68613"/>
                <a:gd name="csY29" fmla="*/ 42449 h 44367"/>
                <a:gd name="csX30" fmla="*/ 34555 w 68613"/>
                <a:gd name="csY30" fmla="*/ 14041 h 44367"/>
                <a:gd name="csX31" fmla="*/ 44772 w 68613"/>
                <a:gd name="csY31" fmla="*/ 42549 h 44367"/>
                <a:gd name="csX32" fmla="*/ 46775 w 68613"/>
                <a:gd name="csY32" fmla="*/ 44456 h 44367"/>
                <a:gd name="csX33" fmla="*/ 48778 w 68613"/>
                <a:gd name="csY33" fmla="*/ 42549 h 44367"/>
                <a:gd name="csX34" fmla="*/ 60498 w 68613"/>
                <a:gd name="csY34" fmla="*/ 9625 h 443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68613" h="44367">
                  <a:moveTo>
                    <a:pt x="60498" y="9625"/>
                  </a:moveTo>
                  <a:cubicBezTo>
                    <a:pt x="62301" y="4606"/>
                    <a:pt x="65406" y="3301"/>
                    <a:pt x="68912" y="3200"/>
                  </a:cubicBezTo>
                  <a:lnTo>
                    <a:pt x="68912" y="89"/>
                  </a:lnTo>
                  <a:cubicBezTo>
                    <a:pt x="66708" y="290"/>
                    <a:pt x="63803" y="390"/>
                    <a:pt x="61600" y="390"/>
                  </a:cubicBezTo>
                  <a:cubicBezTo>
                    <a:pt x="58695" y="390"/>
                    <a:pt x="54187" y="189"/>
                    <a:pt x="52284" y="89"/>
                  </a:cubicBezTo>
                  <a:lnTo>
                    <a:pt x="52284" y="3200"/>
                  </a:lnTo>
                  <a:cubicBezTo>
                    <a:pt x="55890" y="3301"/>
                    <a:pt x="58094" y="5108"/>
                    <a:pt x="58094" y="8019"/>
                  </a:cubicBezTo>
                  <a:cubicBezTo>
                    <a:pt x="58094" y="8621"/>
                    <a:pt x="58094" y="8822"/>
                    <a:pt x="57593" y="10127"/>
                  </a:cubicBezTo>
                  <a:lnTo>
                    <a:pt x="48478" y="35824"/>
                  </a:lnTo>
                  <a:lnTo>
                    <a:pt x="38561" y="7818"/>
                  </a:lnTo>
                  <a:cubicBezTo>
                    <a:pt x="38161" y="6613"/>
                    <a:pt x="38061" y="6413"/>
                    <a:pt x="38061" y="5911"/>
                  </a:cubicBezTo>
                  <a:cubicBezTo>
                    <a:pt x="38061" y="3200"/>
                    <a:pt x="41967" y="3200"/>
                    <a:pt x="43970" y="3200"/>
                  </a:cubicBezTo>
                  <a:lnTo>
                    <a:pt x="43970" y="89"/>
                  </a:lnTo>
                  <a:cubicBezTo>
                    <a:pt x="41066" y="189"/>
                    <a:pt x="35957" y="390"/>
                    <a:pt x="33553" y="390"/>
                  </a:cubicBezTo>
                  <a:cubicBezTo>
                    <a:pt x="30548" y="390"/>
                    <a:pt x="27643" y="290"/>
                    <a:pt x="24638" y="89"/>
                  </a:cubicBezTo>
                  <a:lnTo>
                    <a:pt x="24638" y="3200"/>
                  </a:lnTo>
                  <a:cubicBezTo>
                    <a:pt x="28345" y="3200"/>
                    <a:pt x="29947" y="3401"/>
                    <a:pt x="30949" y="4706"/>
                  </a:cubicBezTo>
                  <a:cubicBezTo>
                    <a:pt x="31450" y="5308"/>
                    <a:pt x="32551" y="8320"/>
                    <a:pt x="33253" y="10227"/>
                  </a:cubicBezTo>
                  <a:lnTo>
                    <a:pt x="24638" y="34519"/>
                  </a:lnTo>
                  <a:lnTo>
                    <a:pt x="15123" y="7718"/>
                  </a:lnTo>
                  <a:cubicBezTo>
                    <a:pt x="14622" y="6513"/>
                    <a:pt x="14622" y="6312"/>
                    <a:pt x="14622" y="5911"/>
                  </a:cubicBezTo>
                  <a:cubicBezTo>
                    <a:pt x="14622" y="3200"/>
                    <a:pt x="18528" y="3200"/>
                    <a:pt x="20532" y="3200"/>
                  </a:cubicBezTo>
                  <a:lnTo>
                    <a:pt x="20532" y="89"/>
                  </a:lnTo>
                  <a:cubicBezTo>
                    <a:pt x="17527" y="189"/>
                    <a:pt x="11917" y="390"/>
                    <a:pt x="9613" y="390"/>
                  </a:cubicBezTo>
                  <a:cubicBezTo>
                    <a:pt x="9213" y="390"/>
                    <a:pt x="3904" y="290"/>
                    <a:pt x="298" y="89"/>
                  </a:cubicBezTo>
                  <a:lnTo>
                    <a:pt x="298" y="3200"/>
                  </a:lnTo>
                  <a:cubicBezTo>
                    <a:pt x="5306" y="3200"/>
                    <a:pt x="6508" y="3502"/>
                    <a:pt x="7710" y="6714"/>
                  </a:cubicBezTo>
                  <a:lnTo>
                    <a:pt x="20331" y="42248"/>
                  </a:lnTo>
                  <a:cubicBezTo>
                    <a:pt x="20832" y="43653"/>
                    <a:pt x="21133" y="44456"/>
                    <a:pt x="22435" y="44456"/>
                  </a:cubicBezTo>
                  <a:cubicBezTo>
                    <a:pt x="23737" y="44456"/>
                    <a:pt x="23937" y="43854"/>
                    <a:pt x="24438" y="42449"/>
                  </a:cubicBezTo>
                  <a:lnTo>
                    <a:pt x="34555" y="14041"/>
                  </a:lnTo>
                  <a:lnTo>
                    <a:pt x="44772" y="42549"/>
                  </a:lnTo>
                  <a:cubicBezTo>
                    <a:pt x="45172" y="43653"/>
                    <a:pt x="45473" y="44456"/>
                    <a:pt x="46775" y="44456"/>
                  </a:cubicBezTo>
                  <a:cubicBezTo>
                    <a:pt x="48077" y="44456"/>
                    <a:pt x="48378" y="43553"/>
                    <a:pt x="48778" y="42549"/>
                  </a:cubicBezTo>
                  <a:lnTo>
                    <a:pt x="60498" y="9625"/>
                  </a:lnTo>
                  <a:close/>
                </a:path>
              </a:pathLst>
            </a:custGeom>
            <a:solidFill>
              <a:srgbClr val="000000"/>
            </a:solidFill>
            <a:ln w="25400" cap="flat">
              <a:noFill/>
              <a:prstDash val="solid"/>
              <a:miter/>
            </a:ln>
          </p:spPr>
          <p:txBody>
            <a:bodyPr/>
            <a:lstStyle/>
            <a:p>
              <a:endParaRPr lang="en-US"/>
            </a:p>
          </p:txBody>
        </p:sp>
        <p:sp>
          <p:nvSpPr>
            <p:cNvPr id="1142" name="Freeform: Shape 1141">
              <a:extLst>
                <a:ext uri="{FF2B5EF4-FFF2-40B4-BE49-F238E27FC236}">
                  <a16:creationId xmlns:a16="http://schemas.microsoft.com/office/drawing/2014/main" id="{4D398037-D0A0-0986-478B-37235F04B5C4}"/>
                </a:ext>
              </a:extLst>
            </p:cNvPr>
            <p:cNvSpPr/>
            <p:nvPr>
              <p:custDataLst>
                <p:tags r:id="rId53"/>
              </p:custDataLst>
            </p:nvPr>
          </p:nvSpPr>
          <p:spPr>
            <a:xfrm>
              <a:off x="6158583" y="3872511"/>
              <a:ext cx="50383" cy="69662"/>
            </a:xfrm>
            <a:custGeom>
              <a:avLst/>
              <a:gdLst>
                <a:gd name="csX0" fmla="*/ 8118 w 50383"/>
                <a:gd name="csY0" fmla="*/ 62123 h 69662"/>
                <a:gd name="csX1" fmla="*/ 305 w 50383"/>
                <a:gd name="csY1" fmla="*/ 66640 h 69662"/>
                <a:gd name="csX2" fmla="*/ 305 w 50383"/>
                <a:gd name="csY2" fmla="*/ 69751 h 69662"/>
                <a:gd name="csX3" fmla="*/ 11624 w 50383"/>
                <a:gd name="csY3" fmla="*/ 69450 h 69662"/>
                <a:gd name="csX4" fmla="*/ 22843 w 50383"/>
                <a:gd name="csY4" fmla="*/ 69751 h 69662"/>
                <a:gd name="csX5" fmla="*/ 22843 w 50383"/>
                <a:gd name="csY5" fmla="*/ 66640 h 69662"/>
                <a:gd name="csX6" fmla="*/ 15030 w 50383"/>
                <a:gd name="csY6" fmla="*/ 62123 h 69662"/>
                <a:gd name="csX7" fmla="*/ 15030 w 50383"/>
                <a:gd name="csY7" fmla="*/ 43653 h 69662"/>
                <a:gd name="csX8" fmla="*/ 28552 w 50383"/>
                <a:gd name="csY8" fmla="*/ 27592 h 69662"/>
                <a:gd name="csX9" fmla="*/ 35964 w 50383"/>
                <a:gd name="csY9" fmla="*/ 38734 h 69662"/>
                <a:gd name="csX10" fmla="*/ 35964 w 50383"/>
                <a:gd name="csY10" fmla="*/ 62123 h 69662"/>
                <a:gd name="csX11" fmla="*/ 28151 w 50383"/>
                <a:gd name="csY11" fmla="*/ 66640 h 69662"/>
                <a:gd name="csX12" fmla="*/ 28151 w 50383"/>
                <a:gd name="csY12" fmla="*/ 69751 h 69662"/>
                <a:gd name="csX13" fmla="*/ 39470 w 50383"/>
                <a:gd name="csY13" fmla="*/ 69450 h 69662"/>
                <a:gd name="csX14" fmla="*/ 50689 w 50383"/>
                <a:gd name="csY14" fmla="*/ 69751 h 69662"/>
                <a:gd name="csX15" fmla="*/ 50689 w 50383"/>
                <a:gd name="csY15" fmla="*/ 66640 h 69662"/>
                <a:gd name="csX16" fmla="*/ 42876 w 50383"/>
                <a:gd name="csY16" fmla="*/ 63628 h 69662"/>
                <a:gd name="csX17" fmla="*/ 42876 w 50383"/>
                <a:gd name="csY17" fmla="*/ 44456 h 69662"/>
                <a:gd name="csX18" fmla="*/ 39771 w 50383"/>
                <a:gd name="csY18" fmla="*/ 29098 h 69662"/>
                <a:gd name="csX19" fmla="*/ 29253 w 50383"/>
                <a:gd name="csY19" fmla="*/ 25384 h 69662"/>
                <a:gd name="csX20" fmla="*/ 14729 w 50383"/>
                <a:gd name="csY20" fmla="*/ 35221 h 69662"/>
                <a:gd name="csX21" fmla="*/ 14729 w 50383"/>
                <a:gd name="csY21" fmla="*/ 89 h 69662"/>
                <a:gd name="csX22" fmla="*/ 305 w 50383"/>
                <a:gd name="csY22" fmla="*/ 1193 h 69662"/>
                <a:gd name="csX23" fmla="*/ 305 w 50383"/>
                <a:gd name="csY23" fmla="*/ 4305 h 69662"/>
                <a:gd name="csX24" fmla="*/ 8118 w 50383"/>
                <a:gd name="csY24" fmla="*/ 9926 h 69662"/>
                <a:gd name="csX25" fmla="*/ 8118 w 50383"/>
                <a:gd name="csY25" fmla="*/ 62123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50383" h="69662">
                  <a:moveTo>
                    <a:pt x="8118" y="62123"/>
                  </a:moveTo>
                  <a:cubicBezTo>
                    <a:pt x="8118" y="66640"/>
                    <a:pt x="7016" y="66640"/>
                    <a:pt x="305" y="66640"/>
                  </a:cubicBezTo>
                  <a:lnTo>
                    <a:pt x="305" y="69751"/>
                  </a:lnTo>
                  <a:cubicBezTo>
                    <a:pt x="3811" y="69651"/>
                    <a:pt x="8920" y="69450"/>
                    <a:pt x="11624" y="69450"/>
                  </a:cubicBezTo>
                  <a:cubicBezTo>
                    <a:pt x="14228" y="69450"/>
                    <a:pt x="19437" y="69651"/>
                    <a:pt x="22843" y="69751"/>
                  </a:cubicBezTo>
                  <a:lnTo>
                    <a:pt x="22843" y="66640"/>
                  </a:lnTo>
                  <a:cubicBezTo>
                    <a:pt x="16131" y="66640"/>
                    <a:pt x="15030" y="66640"/>
                    <a:pt x="15030" y="62123"/>
                  </a:cubicBezTo>
                  <a:lnTo>
                    <a:pt x="15030" y="43653"/>
                  </a:lnTo>
                  <a:cubicBezTo>
                    <a:pt x="15030" y="33214"/>
                    <a:pt x="22141" y="27592"/>
                    <a:pt x="28552" y="27592"/>
                  </a:cubicBezTo>
                  <a:cubicBezTo>
                    <a:pt x="34862" y="27592"/>
                    <a:pt x="35964" y="33013"/>
                    <a:pt x="35964" y="38734"/>
                  </a:cubicBezTo>
                  <a:lnTo>
                    <a:pt x="35964" y="62123"/>
                  </a:lnTo>
                  <a:cubicBezTo>
                    <a:pt x="35964" y="66640"/>
                    <a:pt x="34862" y="66640"/>
                    <a:pt x="28151" y="66640"/>
                  </a:cubicBezTo>
                  <a:lnTo>
                    <a:pt x="28151" y="69751"/>
                  </a:lnTo>
                  <a:cubicBezTo>
                    <a:pt x="31657" y="69651"/>
                    <a:pt x="36766" y="69450"/>
                    <a:pt x="39470" y="69450"/>
                  </a:cubicBezTo>
                  <a:cubicBezTo>
                    <a:pt x="42074" y="69450"/>
                    <a:pt x="47283" y="69651"/>
                    <a:pt x="50689" y="69751"/>
                  </a:cubicBezTo>
                  <a:lnTo>
                    <a:pt x="50689" y="66640"/>
                  </a:lnTo>
                  <a:cubicBezTo>
                    <a:pt x="45480" y="66640"/>
                    <a:pt x="42976" y="66640"/>
                    <a:pt x="42876" y="63628"/>
                  </a:cubicBezTo>
                  <a:lnTo>
                    <a:pt x="42876" y="44456"/>
                  </a:lnTo>
                  <a:cubicBezTo>
                    <a:pt x="42876" y="35824"/>
                    <a:pt x="42876" y="32712"/>
                    <a:pt x="39771" y="29098"/>
                  </a:cubicBezTo>
                  <a:cubicBezTo>
                    <a:pt x="38368" y="27392"/>
                    <a:pt x="35063" y="25384"/>
                    <a:pt x="29253" y="25384"/>
                  </a:cubicBezTo>
                  <a:cubicBezTo>
                    <a:pt x="20839" y="25384"/>
                    <a:pt x="16432" y="31407"/>
                    <a:pt x="14729" y="35221"/>
                  </a:cubicBezTo>
                  <a:lnTo>
                    <a:pt x="14729" y="89"/>
                  </a:lnTo>
                  <a:lnTo>
                    <a:pt x="305" y="1193"/>
                  </a:lnTo>
                  <a:lnTo>
                    <a:pt x="305" y="4305"/>
                  </a:lnTo>
                  <a:cubicBezTo>
                    <a:pt x="7317" y="4305"/>
                    <a:pt x="8118" y="5007"/>
                    <a:pt x="8118" y="9926"/>
                  </a:cubicBezTo>
                  <a:lnTo>
                    <a:pt x="8118" y="62123"/>
                  </a:lnTo>
                  <a:close/>
                </a:path>
              </a:pathLst>
            </a:custGeom>
            <a:solidFill>
              <a:srgbClr val="000000"/>
            </a:solidFill>
            <a:ln w="25400" cap="flat">
              <a:noFill/>
              <a:prstDash val="solid"/>
              <a:miter/>
            </a:ln>
          </p:spPr>
          <p:txBody>
            <a:bodyPr/>
            <a:lstStyle/>
            <a:p>
              <a:endParaRPr lang="en-US"/>
            </a:p>
          </p:txBody>
        </p:sp>
        <p:sp>
          <p:nvSpPr>
            <p:cNvPr id="1143" name="Freeform: Shape 1142">
              <a:extLst>
                <a:ext uri="{FF2B5EF4-FFF2-40B4-BE49-F238E27FC236}">
                  <a16:creationId xmlns:a16="http://schemas.microsoft.com/office/drawing/2014/main" id="{9CCC6C2A-8D66-A3E6-064C-1A8BC918AD1F}"/>
                </a:ext>
              </a:extLst>
            </p:cNvPr>
            <p:cNvSpPr/>
            <p:nvPr>
              <p:custDataLst>
                <p:tags r:id="rId54"/>
              </p:custDataLst>
            </p:nvPr>
          </p:nvSpPr>
          <p:spPr>
            <a:xfrm>
              <a:off x="6215232" y="3897204"/>
              <a:ext cx="45174" cy="46073"/>
            </a:xfrm>
            <a:custGeom>
              <a:avLst/>
              <a:gdLst>
                <a:gd name="csX0" fmla="*/ 29459 w 45174"/>
                <a:gd name="csY0" fmla="*/ 37430 h 46073"/>
                <a:gd name="csX1" fmla="*/ 37272 w 45174"/>
                <a:gd name="csY1" fmla="*/ 45661 h 46073"/>
                <a:gd name="csX2" fmla="*/ 45486 w 45174"/>
                <a:gd name="csY2" fmla="*/ 36125 h 46073"/>
                <a:gd name="csX3" fmla="*/ 45486 w 45174"/>
                <a:gd name="csY3" fmla="*/ 30503 h 46073"/>
                <a:gd name="csX4" fmla="*/ 42981 w 45174"/>
                <a:gd name="csY4" fmla="*/ 30503 h 46073"/>
                <a:gd name="csX5" fmla="*/ 42981 w 45174"/>
                <a:gd name="csY5" fmla="*/ 36125 h 46073"/>
                <a:gd name="csX6" fmla="*/ 39375 w 45174"/>
                <a:gd name="csY6" fmla="*/ 42549 h 46073"/>
                <a:gd name="csX7" fmla="*/ 35669 w 45174"/>
                <a:gd name="csY7" fmla="*/ 37530 h 46073"/>
                <a:gd name="csX8" fmla="*/ 35669 w 45174"/>
                <a:gd name="csY8" fmla="*/ 17454 h 46073"/>
                <a:gd name="csX9" fmla="*/ 32063 w 45174"/>
                <a:gd name="csY9" fmla="*/ 5610 h 46073"/>
                <a:gd name="csX10" fmla="*/ 18341 w 45174"/>
                <a:gd name="csY10" fmla="*/ 89 h 46073"/>
                <a:gd name="csX11" fmla="*/ 3216 w 45174"/>
                <a:gd name="csY11" fmla="*/ 11432 h 46073"/>
                <a:gd name="csX12" fmla="*/ 7823 w 45174"/>
                <a:gd name="csY12" fmla="*/ 16149 h 46073"/>
                <a:gd name="csX13" fmla="*/ 12431 w 45174"/>
                <a:gd name="csY13" fmla="*/ 11532 h 46073"/>
                <a:gd name="csX14" fmla="*/ 7322 w 45174"/>
                <a:gd name="csY14" fmla="*/ 6914 h 46073"/>
                <a:gd name="csX15" fmla="*/ 18140 w 45174"/>
                <a:gd name="csY15" fmla="*/ 2297 h 46073"/>
                <a:gd name="csX16" fmla="*/ 28758 w 45174"/>
                <a:gd name="csY16" fmla="*/ 15146 h 46073"/>
                <a:gd name="csX17" fmla="*/ 28758 w 45174"/>
                <a:gd name="csY17" fmla="*/ 18860 h 46073"/>
                <a:gd name="csX18" fmla="*/ 10327 w 45174"/>
                <a:gd name="csY18" fmla="*/ 22473 h 46073"/>
                <a:gd name="csX19" fmla="*/ 311 w 45174"/>
                <a:gd name="csY19" fmla="*/ 35522 h 46073"/>
                <a:gd name="csX20" fmla="*/ 16337 w 45174"/>
                <a:gd name="csY20" fmla="*/ 46163 h 46073"/>
                <a:gd name="csX21" fmla="*/ 29459 w 45174"/>
                <a:gd name="csY21" fmla="*/ 37430 h 46073"/>
                <a:gd name="csX22" fmla="*/ 28758 w 45174"/>
                <a:gd name="csY22" fmla="*/ 20967 h 46073"/>
                <a:gd name="csX23" fmla="*/ 28758 w 45174"/>
                <a:gd name="csY23" fmla="*/ 31005 h 46073"/>
                <a:gd name="csX24" fmla="*/ 17039 w 45174"/>
                <a:gd name="csY24" fmla="*/ 43954 h 46073"/>
                <a:gd name="csX25" fmla="*/ 8024 w 45174"/>
                <a:gd name="csY25" fmla="*/ 35422 h 46073"/>
                <a:gd name="csX26" fmla="*/ 28758 w 45174"/>
                <a:gd name="csY26" fmla="*/ 20967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5174" h="46073">
                  <a:moveTo>
                    <a:pt x="29459" y="37430"/>
                  </a:moveTo>
                  <a:cubicBezTo>
                    <a:pt x="29860" y="41445"/>
                    <a:pt x="32564" y="45661"/>
                    <a:pt x="37272" y="45661"/>
                  </a:cubicBezTo>
                  <a:cubicBezTo>
                    <a:pt x="39375" y="45661"/>
                    <a:pt x="45486" y="44255"/>
                    <a:pt x="45486" y="36125"/>
                  </a:cubicBezTo>
                  <a:lnTo>
                    <a:pt x="45486" y="30503"/>
                  </a:lnTo>
                  <a:lnTo>
                    <a:pt x="42981" y="30503"/>
                  </a:lnTo>
                  <a:lnTo>
                    <a:pt x="42981" y="36125"/>
                  </a:lnTo>
                  <a:cubicBezTo>
                    <a:pt x="42981" y="41947"/>
                    <a:pt x="40477" y="42549"/>
                    <a:pt x="39375" y="42549"/>
                  </a:cubicBezTo>
                  <a:cubicBezTo>
                    <a:pt x="36070" y="42549"/>
                    <a:pt x="35669" y="38032"/>
                    <a:pt x="35669" y="37530"/>
                  </a:cubicBezTo>
                  <a:lnTo>
                    <a:pt x="35669" y="17454"/>
                  </a:lnTo>
                  <a:cubicBezTo>
                    <a:pt x="35669" y="13238"/>
                    <a:pt x="35669" y="9324"/>
                    <a:pt x="32063" y="5610"/>
                  </a:cubicBezTo>
                  <a:cubicBezTo>
                    <a:pt x="28157" y="1695"/>
                    <a:pt x="23149" y="89"/>
                    <a:pt x="18341" y="89"/>
                  </a:cubicBezTo>
                  <a:cubicBezTo>
                    <a:pt x="10127" y="89"/>
                    <a:pt x="3216" y="4807"/>
                    <a:pt x="3216" y="11432"/>
                  </a:cubicBezTo>
                  <a:cubicBezTo>
                    <a:pt x="3216" y="14443"/>
                    <a:pt x="5219" y="16149"/>
                    <a:pt x="7823" y="16149"/>
                  </a:cubicBezTo>
                  <a:cubicBezTo>
                    <a:pt x="10628" y="16149"/>
                    <a:pt x="12431" y="14142"/>
                    <a:pt x="12431" y="11532"/>
                  </a:cubicBezTo>
                  <a:cubicBezTo>
                    <a:pt x="12431" y="10327"/>
                    <a:pt x="11930" y="7015"/>
                    <a:pt x="7322" y="6914"/>
                  </a:cubicBezTo>
                  <a:cubicBezTo>
                    <a:pt x="10027" y="3401"/>
                    <a:pt x="14935" y="2297"/>
                    <a:pt x="18140" y="2297"/>
                  </a:cubicBezTo>
                  <a:cubicBezTo>
                    <a:pt x="23048" y="2297"/>
                    <a:pt x="28758" y="6212"/>
                    <a:pt x="28758" y="15146"/>
                  </a:cubicBezTo>
                  <a:lnTo>
                    <a:pt x="28758" y="18860"/>
                  </a:lnTo>
                  <a:cubicBezTo>
                    <a:pt x="23649" y="19161"/>
                    <a:pt x="16638" y="19462"/>
                    <a:pt x="10327" y="22473"/>
                  </a:cubicBezTo>
                  <a:cubicBezTo>
                    <a:pt x="2815" y="25886"/>
                    <a:pt x="311" y="31106"/>
                    <a:pt x="311" y="35522"/>
                  </a:cubicBezTo>
                  <a:cubicBezTo>
                    <a:pt x="311" y="43653"/>
                    <a:pt x="10027" y="46163"/>
                    <a:pt x="16337" y="46163"/>
                  </a:cubicBezTo>
                  <a:cubicBezTo>
                    <a:pt x="22948" y="46163"/>
                    <a:pt x="27556" y="42147"/>
                    <a:pt x="29459" y="37430"/>
                  </a:cubicBezTo>
                  <a:close/>
                  <a:moveTo>
                    <a:pt x="28758" y="20967"/>
                  </a:moveTo>
                  <a:lnTo>
                    <a:pt x="28758" y="31005"/>
                  </a:lnTo>
                  <a:cubicBezTo>
                    <a:pt x="28758" y="40541"/>
                    <a:pt x="21546" y="43954"/>
                    <a:pt x="17039" y="43954"/>
                  </a:cubicBezTo>
                  <a:cubicBezTo>
                    <a:pt x="12130" y="43954"/>
                    <a:pt x="8024" y="40441"/>
                    <a:pt x="8024" y="35422"/>
                  </a:cubicBezTo>
                  <a:cubicBezTo>
                    <a:pt x="8024" y="29901"/>
                    <a:pt x="12231" y="21570"/>
                    <a:pt x="28758" y="20967"/>
                  </a:cubicBezTo>
                  <a:close/>
                </a:path>
              </a:pathLst>
            </a:custGeom>
            <a:solidFill>
              <a:srgbClr val="000000"/>
            </a:solidFill>
            <a:ln w="25400" cap="flat">
              <a:noFill/>
              <a:prstDash val="solid"/>
              <a:miter/>
            </a:ln>
          </p:spPr>
          <p:txBody>
            <a:bodyPr/>
            <a:lstStyle/>
            <a:p>
              <a:endParaRPr lang="en-US"/>
            </a:p>
          </p:txBody>
        </p:sp>
        <p:sp>
          <p:nvSpPr>
            <p:cNvPr id="1144" name="Freeform: Shape 1143">
              <a:extLst>
                <a:ext uri="{FF2B5EF4-FFF2-40B4-BE49-F238E27FC236}">
                  <a16:creationId xmlns:a16="http://schemas.microsoft.com/office/drawing/2014/main" id="{B2843A76-3C0D-5F45-3BA9-0353D76E0483}"/>
                </a:ext>
              </a:extLst>
            </p:cNvPr>
            <p:cNvSpPr/>
            <p:nvPr>
              <p:custDataLst>
                <p:tags r:id="rId55"/>
              </p:custDataLst>
            </p:nvPr>
          </p:nvSpPr>
          <p:spPr>
            <a:xfrm>
              <a:off x="6263012" y="3880441"/>
              <a:ext cx="31351" cy="62836"/>
            </a:xfrm>
            <a:custGeom>
              <a:avLst/>
              <a:gdLst>
                <a:gd name="csX0" fmla="*/ 15741 w 31351"/>
                <a:gd name="csY0" fmla="*/ 21670 h 62836"/>
                <a:gd name="csX1" fmla="*/ 30065 w 31351"/>
                <a:gd name="csY1" fmla="*/ 21670 h 62836"/>
                <a:gd name="csX2" fmla="*/ 30065 w 31351"/>
                <a:gd name="csY2" fmla="*/ 18558 h 62836"/>
                <a:gd name="csX3" fmla="*/ 15741 w 31351"/>
                <a:gd name="csY3" fmla="*/ 18558 h 62836"/>
                <a:gd name="csX4" fmla="*/ 15741 w 31351"/>
                <a:gd name="csY4" fmla="*/ 89 h 62836"/>
                <a:gd name="csX5" fmla="*/ 13237 w 31351"/>
                <a:gd name="csY5" fmla="*/ 89 h 62836"/>
                <a:gd name="csX6" fmla="*/ 316 w 31351"/>
                <a:gd name="csY6" fmla="*/ 19462 h 62836"/>
                <a:gd name="csX7" fmla="*/ 316 w 31351"/>
                <a:gd name="csY7" fmla="*/ 21670 h 62836"/>
                <a:gd name="csX8" fmla="*/ 8830 w 31351"/>
                <a:gd name="csY8" fmla="*/ 21670 h 62836"/>
                <a:gd name="csX9" fmla="*/ 8830 w 31351"/>
                <a:gd name="csY9" fmla="*/ 49375 h 62836"/>
                <a:gd name="csX10" fmla="*/ 21751 w 31351"/>
                <a:gd name="csY10" fmla="*/ 62926 h 62836"/>
                <a:gd name="csX11" fmla="*/ 31668 w 31351"/>
                <a:gd name="csY11" fmla="*/ 49375 h 62836"/>
                <a:gd name="csX12" fmla="*/ 31668 w 31351"/>
                <a:gd name="csY12" fmla="*/ 43653 h 62836"/>
                <a:gd name="csX13" fmla="*/ 29164 w 31351"/>
                <a:gd name="csY13" fmla="*/ 43653 h 62836"/>
                <a:gd name="csX14" fmla="*/ 29164 w 31351"/>
                <a:gd name="csY14" fmla="*/ 49174 h 62836"/>
                <a:gd name="csX15" fmla="*/ 22452 w 31351"/>
                <a:gd name="csY15" fmla="*/ 60416 h 62836"/>
                <a:gd name="csX16" fmla="*/ 15741 w 31351"/>
                <a:gd name="csY16" fmla="*/ 49575 h 62836"/>
                <a:gd name="csX17" fmla="*/ 15741 w 31351"/>
                <a:gd name="csY17" fmla="*/ 21670 h 628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31351" h="62836">
                  <a:moveTo>
                    <a:pt x="15741" y="21670"/>
                  </a:moveTo>
                  <a:lnTo>
                    <a:pt x="30065" y="21670"/>
                  </a:lnTo>
                  <a:lnTo>
                    <a:pt x="30065" y="18558"/>
                  </a:lnTo>
                  <a:lnTo>
                    <a:pt x="15741" y="18558"/>
                  </a:lnTo>
                  <a:lnTo>
                    <a:pt x="15741" y="89"/>
                  </a:lnTo>
                  <a:lnTo>
                    <a:pt x="13237" y="89"/>
                  </a:lnTo>
                  <a:cubicBezTo>
                    <a:pt x="13137" y="8320"/>
                    <a:pt x="10132" y="19060"/>
                    <a:pt x="316" y="19462"/>
                  </a:cubicBezTo>
                  <a:lnTo>
                    <a:pt x="316" y="21670"/>
                  </a:lnTo>
                  <a:lnTo>
                    <a:pt x="8830" y="21670"/>
                  </a:lnTo>
                  <a:lnTo>
                    <a:pt x="8830" y="49375"/>
                  </a:lnTo>
                  <a:cubicBezTo>
                    <a:pt x="8830" y="61721"/>
                    <a:pt x="18145" y="62926"/>
                    <a:pt x="21751" y="62926"/>
                  </a:cubicBezTo>
                  <a:cubicBezTo>
                    <a:pt x="28863" y="62926"/>
                    <a:pt x="31668" y="55799"/>
                    <a:pt x="31668" y="49375"/>
                  </a:cubicBezTo>
                  <a:lnTo>
                    <a:pt x="31668" y="43653"/>
                  </a:lnTo>
                  <a:lnTo>
                    <a:pt x="29164" y="43653"/>
                  </a:lnTo>
                  <a:lnTo>
                    <a:pt x="29164" y="49174"/>
                  </a:lnTo>
                  <a:cubicBezTo>
                    <a:pt x="29164" y="56602"/>
                    <a:pt x="26159" y="60416"/>
                    <a:pt x="22452" y="60416"/>
                  </a:cubicBezTo>
                  <a:cubicBezTo>
                    <a:pt x="15741" y="60416"/>
                    <a:pt x="15741" y="51282"/>
                    <a:pt x="15741" y="49575"/>
                  </a:cubicBezTo>
                  <a:lnTo>
                    <a:pt x="15741" y="21670"/>
                  </a:lnTo>
                  <a:close/>
                </a:path>
              </a:pathLst>
            </a:custGeom>
            <a:solidFill>
              <a:srgbClr val="000000"/>
            </a:solidFill>
            <a:ln w="25400" cap="flat">
              <a:noFill/>
              <a:prstDash val="solid"/>
              <a:miter/>
            </a:ln>
          </p:spPr>
          <p:txBody>
            <a:bodyPr/>
            <a:lstStyle/>
            <a:p>
              <a:endParaRPr lang="en-US"/>
            </a:p>
          </p:txBody>
        </p:sp>
        <p:sp>
          <p:nvSpPr>
            <p:cNvPr id="1145" name="Freeform: Shape 1144">
              <a:extLst>
                <a:ext uri="{FF2B5EF4-FFF2-40B4-BE49-F238E27FC236}">
                  <a16:creationId xmlns:a16="http://schemas.microsoft.com/office/drawing/2014/main" id="{43BB1378-DCEC-E437-4289-3894916A82FA}"/>
                </a:ext>
              </a:extLst>
            </p:cNvPr>
            <p:cNvSpPr/>
            <p:nvPr>
              <p:custDataLst>
                <p:tags r:id="rId56"/>
              </p:custDataLst>
            </p:nvPr>
          </p:nvSpPr>
          <p:spPr>
            <a:xfrm>
              <a:off x="6336756" y="3872511"/>
              <a:ext cx="22236" cy="69662"/>
            </a:xfrm>
            <a:custGeom>
              <a:avLst/>
              <a:gdLst>
                <a:gd name="csX0" fmla="*/ 14747 w 22236"/>
                <a:gd name="csY0" fmla="*/ 89 h 69662"/>
                <a:gd name="csX1" fmla="*/ 323 w 22236"/>
                <a:gd name="csY1" fmla="*/ 1193 h 69662"/>
                <a:gd name="csX2" fmla="*/ 323 w 22236"/>
                <a:gd name="csY2" fmla="*/ 4305 h 69662"/>
                <a:gd name="csX3" fmla="*/ 8136 w 22236"/>
                <a:gd name="csY3" fmla="*/ 9926 h 69662"/>
                <a:gd name="csX4" fmla="*/ 8136 w 22236"/>
                <a:gd name="csY4" fmla="*/ 62123 h 69662"/>
                <a:gd name="csX5" fmla="*/ 323 w 22236"/>
                <a:gd name="csY5" fmla="*/ 66640 h 69662"/>
                <a:gd name="csX6" fmla="*/ 323 w 22236"/>
                <a:gd name="csY6" fmla="*/ 69751 h 69662"/>
                <a:gd name="csX7" fmla="*/ 11441 w 22236"/>
                <a:gd name="csY7" fmla="*/ 69450 h 69662"/>
                <a:gd name="csX8" fmla="*/ 22560 w 22236"/>
                <a:gd name="csY8" fmla="*/ 69751 h 69662"/>
                <a:gd name="csX9" fmla="*/ 22560 w 22236"/>
                <a:gd name="csY9" fmla="*/ 66640 h 69662"/>
                <a:gd name="csX10" fmla="*/ 14747 w 22236"/>
                <a:gd name="csY10" fmla="*/ 62123 h 69662"/>
                <a:gd name="csX11" fmla="*/ 14747 w 22236"/>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747" y="89"/>
                  </a:moveTo>
                  <a:lnTo>
                    <a:pt x="323" y="1193"/>
                  </a:lnTo>
                  <a:lnTo>
                    <a:pt x="323" y="4305"/>
                  </a:lnTo>
                  <a:cubicBezTo>
                    <a:pt x="7335" y="4305"/>
                    <a:pt x="8136" y="5007"/>
                    <a:pt x="8136" y="9926"/>
                  </a:cubicBezTo>
                  <a:lnTo>
                    <a:pt x="8136" y="62123"/>
                  </a:lnTo>
                  <a:cubicBezTo>
                    <a:pt x="8136" y="66640"/>
                    <a:pt x="7034" y="66640"/>
                    <a:pt x="323" y="66640"/>
                  </a:cubicBezTo>
                  <a:lnTo>
                    <a:pt x="323" y="69751"/>
                  </a:lnTo>
                  <a:cubicBezTo>
                    <a:pt x="3628" y="69651"/>
                    <a:pt x="8937" y="69450"/>
                    <a:pt x="11441" y="69450"/>
                  </a:cubicBezTo>
                  <a:cubicBezTo>
                    <a:pt x="13946" y="69450"/>
                    <a:pt x="18854" y="69651"/>
                    <a:pt x="22560" y="69751"/>
                  </a:cubicBezTo>
                  <a:lnTo>
                    <a:pt x="22560" y="66640"/>
                  </a:lnTo>
                  <a:cubicBezTo>
                    <a:pt x="15849" y="66640"/>
                    <a:pt x="14747" y="66640"/>
                    <a:pt x="14747" y="62123"/>
                  </a:cubicBezTo>
                  <a:lnTo>
                    <a:pt x="14747" y="89"/>
                  </a:lnTo>
                  <a:close/>
                </a:path>
              </a:pathLst>
            </a:custGeom>
            <a:solidFill>
              <a:srgbClr val="000000"/>
            </a:solidFill>
            <a:ln w="25400" cap="flat">
              <a:noFill/>
              <a:prstDash val="solid"/>
              <a:miter/>
            </a:ln>
          </p:spPr>
          <p:txBody>
            <a:bodyPr/>
            <a:lstStyle/>
            <a:p>
              <a:endParaRPr lang="en-US"/>
            </a:p>
          </p:txBody>
        </p:sp>
        <p:sp>
          <p:nvSpPr>
            <p:cNvPr id="1146" name="Freeform: Shape 1145">
              <a:extLst>
                <a:ext uri="{FF2B5EF4-FFF2-40B4-BE49-F238E27FC236}">
                  <a16:creationId xmlns:a16="http://schemas.microsoft.com/office/drawing/2014/main" id="{E1976015-2D86-BA62-534A-99098773C82A}"/>
                </a:ext>
              </a:extLst>
            </p:cNvPr>
            <p:cNvSpPr/>
            <p:nvPr>
              <p:custDataLst>
                <p:tags r:id="rId57"/>
              </p:custDataLst>
            </p:nvPr>
          </p:nvSpPr>
          <p:spPr>
            <a:xfrm>
              <a:off x="6364580" y="3875020"/>
              <a:ext cx="21435" cy="67153"/>
            </a:xfrm>
            <a:custGeom>
              <a:avLst/>
              <a:gdLst>
                <a:gd name="csX0" fmla="*/ 14750 w 21435"/>
                <a:gd name="csY0" fmla="*/ 22875 h 67153"/>
                <a:gd name="csX1" fmla="*/ 726 w 21435"/>
                <a:gd name="csY1" fmla="*/ 23979 h 67153"/>
                <a:gd name="csX2" fmla="*/ 726 w 21435"/>
                <a:gd name="csY2" fmla="*/ 27091 h 67153"/>
                <a:gd name="csX3" fmla="*/ 8139 w 21435"/>
                <a:gd name="csY3" fmla="*/ 32611 h 67153"/>
                <a:gd name="csX4" fmla="*/ 8139 w 21435"/>
                <a:gd name="csY4" fmla="*/ 59613 h 67153"/>
                <a:gd name="csX5" fmla="*/ 326 w 21435"/>
                <a:gd name="csY5" fmla="*/ 64130 h 67153"/>
                <a:gd name="csX6" fmla="*/ 326 w 21435"/>
                <a:gd name="csY6" fmla="*/ 67242 h 67153"/>
                <a:gd name="csX7" fmla="*/ 11344 w 21435"/>
                <a:gd name="csY7" fmla="*/ 66941 h 67153"/>
                <a:gd name="csX8" fmla="*/ 21761 w 21435"/>
                <a:gd name="csY8" fmla="*/ 67242 h 67153"/>
                <a:gd name="csX9" fmla="*/ 21761 w 21435"/>
                <a:gd name="csY9" fmla="*/ 64130 h 67153"/>
                <a:gd name="csX10" fmla="*/ 14750 w 21435"/>
                <a:gd name="csY10" fmla="*/ 59714 h 67153"/>
                <a:gd name="csX11" fmla="*/ 14750 w 21435"/>
                <a:gd name="csY11" fmla="*/ 22875 h 67153"/>
                <a:gd name="csX12" fmla="*/ 15150 w 21435"/>
                <a:gd name="csY12" fmla="*/ 5409 h 67153"/>
                <a:gd name="csX13" fmla="*/ 9842 w 21435"/>
                <a:gd name="csY13" fmla="*/ 89 h 67153"/>
                <a:gd name="csX14" fmla="*/ 4533 w 21435"/>
                <a:gd name="csY14" fmla="*/ 5409 h 67153"/>
                <a:gd name="csX15" fmla="*/ 9842 w 21435"/>
                <a:gd name="csY15" fmla="*/ 10729 h 67153"/>
                <a:gd name="csX16" fmla="*/ 15150 w 21435"/>
                <a:gd name="csY16" fmla="*/ 5409 h 6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1435" h="67153">
                  <a:moveTo>
                    <a:pt x="14750" y="22875"/>
                  </a:moveTo>
                  <a:lnTo>
                    <a:pt x="726" y="23979"/>
                  </a:lnTo>
                  <a:lnTo>
                    <a:pt x="726" y="27091"/>
                  </a:lnTo>
                  <a:cubicBezTo>
                    <a:pt x="7237" y="27091"/>
                    <a:pt x="8139" y="27693"/>
                    <a:pt x="8139" y="32611"/>
                  </a:cubicBezTo>
                  <a:lnTo>
                    <a:pt x="8139" y="59613"/>
                  </a:lnTo>
                  <a:cubicBezTo>
                    <a:pt x="8139" y="64130"/>
                    <a:pt x="7037" y="64130"/>
                    <a:pt x="326" y="64130"/>
                  </a:cubicBezTo>
                  <a:lnTo>
                    <a:pt x="326" y="67242"/>
                  </a:lnTo>
                  <a:cubicBezTo>
                    <a:pt x="3531" y="67142"/>
                    <a:pt x="8940" y="66941"/>
                    <a:pt x="11344" y="66941"/>
                  </a:cubicBezTo>
                  <a:cubicBezTo>
                    <a:pt x="14850" y="66941"/>
                    <a:pt x="18356" y="67142"/>
                    <a:pt x="21761" y="67242"/>
                  </a:cubicBezTo>
                  <a:lnTo>
                    <a:pt x="21761" y="64130"/>
                  </a:lnTo>
                  <a:cubicBezTo>
                    <a:pt x="15150" y="64130"/>
                    <a:pt x="14750" y="63628"/>
                    <a:pt x="14750" y="59714"/>
                  </a:cubicBezTo>
                  <a:lnTo>
                    <a:pt x="14750" y="22875"/>
                  </a:lnTo>
                  <a:close/>
                  <a:moveTo>
                    <a:pt x="15150" y="5409"/>
                  </a:moveTo>
                  <a:cubicBezTo>
                    <a:pt x="15150" y="2197"/>
                    <a:pt x="12646" y="89"/>
                    <a:pt x="9842" y="89"/>
                  </a:cubicBezTo>
                  <a:cubicBezTo>
                    <a:pt x="6736" y="89"/>
                    <a:pt x="4533" y="2799"/>
                    <a:pt x="4533" y="5409"/>
                  </a:cubicBezTo>
                  <a:cubicBezTo>
                    <a:pt x="4533" y="8119"/>
                    <a:pt x="6736" y="10729"/>
                    <a:pt x="9842" y="10729"/>
                  </a:cubicBezTo>
                  <a:cubicBezTo>
                    <a:pt x="12646" y="10729"/>
                    <a:pt x="15150" y="8621"/>
                    <a:pt x="15150" y="5409"/>
                  </a:cubicBezTo>
                  <a:close/>
                </a:path>
              </a:pathLst>
            </a:custGeom>
            <a:solidFill>
              <a:srgbClr val="000000"/>
            </a:solidFill>
            <a:ln w="25400" cap="flat">
              <a:noFill/>
              <a:prstDash val="solid"/>
              <a:miter/>
            </a:ln>
          </p:spPr>
          <p:txBody>
            <a:bodyPr/>
            <a:lstStyle/>
            <a:p>
              <a:endParaRPr lang="en-US"/>
            </a:p>
          </p:txBody>
        </p:sp>
        <p:sp>
          <p:nvSpPr>
            <p:cNvPr id="1147" name="Freeform: Shape 1146">
              <a:extLst>
                <a:ext uri="{FF2B5EF4-FFF2-40B4-BE49-F238E27FC236}">
                  <a16:creationId xmlns:a16="http://schemas.microsoft.com/office/drawing/2014/main" id="{537FE010-2B00-D20D-A1EF-41062390FF9F}"/>
                </a:ext>
              </a:extLst>
            </p:cNvPr>
            <p:cNvSpPr/>
            <p:nvPr>
              <p:custDataLst>
                <p:tags r:id="rId58"/>
              </p:custDataLst>
            </p:nvPr>
          </p:nvSpPr>
          <p:spPr>
            <a:xfrm>
              <a:off x="6391903" y="3872511"/>
              <a:ext cx="48380" cy="69662"/>
            </a:xfrm>
            <a:custGeom>
              <a:avLst/>
              <a:gdLst>
                <a:gd name="csX0" fmla="*/ 8141 w 48380"/>
                <a:gd name="csY0" fmla="*/ 62123 h 69662"/>
                <a:gd name="csX1" fmla="*/ 329 w 48380"/>
                <a:gd name="csY1" fmla="*/ 66640 h 69662"/>
                <a:gd name="csX2" fmla="*/ 329 w 48380"/>
                <a:gd name="csY2" fmla="*/ 69751 h 69662"/>
                <a:gd name="csX3" fmla="*/ 11247 w 48380"/>
                <a:gd name="csY3" fmla="*/ 69450 h 69662"/>
                <a:gd name="csX4" fmla="*/ 22265 w 48380"/>
                <a:gd name="csY4" fmla="*/ 69751 h 69662"/>
                <a:gd name="csX5" fmla="*/ 22265 w 48380"/>
                <a:gd name="csY5" fmla="*/ 66640 h 69662"/>
                <a:gd name="csX6" fmla="*/ 14452 w 48380"/>
                <a:gd name="csY6" fmla="*/ 62123 h 69662"/>
                <a:gd name="csX7" fmla="*/ 14452 w 48380"/>
                <a:gd name="csY7" fmla="*/ 51784 h 69662"/>
                <a:gd name="csX8" fmla="*/ 20863 w 48380"/>
                <a:gd name="csY8" fmla="*/ 46263 h 69662"/>
                <a:gd name="csX9" fmla="*/ 32782 w 48380"/>
                <a:gd name="csY9" fmla="*/ 64331 h 69662"/>
                <a:gd name="csX10" fmla="*/ 29176 w 48380"/>
                <a:gd name="csY10" fmla="*/ 66640 h 69662"/>
                <a:gd name="csX11" fmla="*/ 29176 w 48380"/>
                <a:gd name="csY11" fmla="*/ 69751 h 69662"/>
                <a:gd name="csX12" fmla="*/ 39994 w 48380"/>
                <a:gd name="csY12" fmla="*/ 69450 h 69662"/>
                <a:gd name="csX13" fmla="*/ 48709 w 48380"/>
                <a:gd name="csY13" fmla="*/ 69751 h 69662"/>
                <a:gd name="csX14" fmla="*/ 48709 w 48380"/>
                <a:gd name="csY14" fmla="*/ 66640 h 69662"/>
                <a:gd name="csX15" fmla="*/ 38993 w 48380"/>
                <a:gd name="csY15" fmla="*/ 61320 h 69662"/>
                <a:gd name="csX16" fmla="*/ 26271 w 48380"/>
                <a:gd name="csY16" fmla="*/ 43352 h 69662"/>
                <a:gd name="csX17" fmla="*/ 25670 w 48380"/>
                <a:gd name="csY17" fmla="*/ 42248 h 69662"/>
                <a:gd name="csX18" fmla="*/ 33784 w 48380"/>
                <a:gd name="csY18" fmla="*/ 35020 h 69662"/>
                <a:gd name="csX19" fmla="*/ 46405 w 48380"/>
                <a:gd name="csY19" fmla="*/ 29600 h 69662"/>
                <a:gd name="csX20" fmla="*/ 46405 w 48380"/>
                <a:gd name="csY20" fmla="*/ 26488 h 69662"/>
                <a:gd name="csX21" fmla="*/ 39393 w 48380"/>
                <a:gd name="csY21" fmla="*/ 26789 h 69662"/>
                <a:gd name="csX22" fmla="*/ 28175 w 48380"/>
                <a:gd name="csY22" fmla="*/ 26488 h 69662"/>
                <a:gd name="csX23" fmla="*/ 28175 w 48380"/>
                <a:gd name="csY23" fmla="*/ 29600 h 69662"/>
                <a:gd name="csX24" fmla="*/ 31079 w 48380"/>
                <a:gd name="csY24" fmla="*/ 32110 h 69662"/>
                <a:gd name="csX25" fmla="*/ 28876 w 48380"/>
                <a:gd name="csY25" fmla="*/ 36024 h 69662"/>
                <a:gd name="csX26" fmla="*/ 14752 w 48380"/>
                <a:gd name="csY26" fmla="*/ 48270 h 69662"/>
                <a:gd name="csX27" fmla="*/ 14752 w 48380"/>
                <a:gd name="csY27" fmla="*/ 89 h 69662"/>
                <a:gd name="csX28" fmla="*/ 329 w 48380"/>
                <a:gd name="csY28" fmla="*/ 1193 h 69662"/>
                <a:gd name="csX29" fmla="*/ 329 w 48380"/>
                <a:gd name="csY29" fmla="*/ 4305 h 69662"/>
                <a:gd name="csX30" fmla="*/ 8141 w 48380"/>
                <a:gd name="csY30" fmla="*/ 9926 h 69662"/>
                <a:gd name="csX31" fmla="*/ 8141 w 48380"/>
                <a:gd name="csY31" fmla="*/ 62123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48380" h="69662">
                  <a:moveTo>
                    <a:pt x="8141" y="62123"/>
                  </a:moveTo>
                  <a:cubicBezTo>
                    <a:pt x="8141" y="66640"/>
                    <a:pt x="7040" y="66640"/>
                    <a:pt x="329" y="66640"/>
                  </a:cubicBezTo>
                  <a:lnTo>
                    <a:pt x="329" y="69751"/>
                  </a:lnTo>
                  <a:cubicBezTo>
                    <a:pt x="3634" y="69651"/>
                    <a:pt x="8342" y="69450"/>
                    <a:pt x="11247" y="69450"/>
                  </a:cubicBezTo>
                  <a:cubicBezTo>
                    <a:pt x="14252" y="69450"/>
                    <a:pt x="18258" y="69551"/>
                    <a:pt x="22265" y="69751"/>
                  </a:cubicBezTo>
                  <a:lnTo>
                    <a:pt x="22265" y="66640"/>
                  </a:lnTo>
                  <a:cubicBezTo>
                    <a:pt x="15554" y="66640"/>
                    <a:pt x="14452" y="66640"/>
                    <a:pt x="14452" y="62123"/>
                  </a:cubicBezTo>
                  <a:lnTo>
                    <a:pt x="14452" y="51784"/>
                  </a:lnTo>
                  <a:lnTo>
                    <a:pt x="20863" y="46263"/>
                  </a:lnTo>
                  <a:cubicBezTo>
                    <a:pt x="28575" y="56903"/>
                    <a:pt x="32782" y="62524"/>
                    <a:pt x="32782" y="64331"/>
                  </a:cubicBezTo>
                  <a:cubicBezTo>
                    <a:pt x="32782" y="66238"/>
                    <a:pt x="31079" y="66640"/>
                    <a:pt x="29176" y="66640"/>
                  </a:cubicBezTo>
                  <a:lnTo>
                    <a:pt x="29176" y="69751"/>
                  </a:lnTo>
                  <a:cubicBezTo>
                    <a:pt x="31981" y="69651"/>
                    <a:pt x="37891" y="69450"/>
                    <a:pt x="39994" y="69450"/>
                  </a:cubicBezTo>
                  <a:cubicBezTo>
                    <a:pt x="42899" y="69450"/>
                    <a:pt x="45804" y="69551"/>
                    <a:pt x="48709" y="69751"/>
                  </a:cubicBezTo>
                  <a:lnTo>
                    <a:pt x="48709" y="66640"/>
                  </a:lnTo>
                  <a:cubicBezTo>
                    <a:pt x="45002" y="66640"/>
                    <a:pt x="42799" y="66640"/>
                    <a:pt x="38993" y="61320"/>
                  </a:cubicBezTo>
                  <a:lnTo>
                    <a:pt x="26271" y="43352"/>
                  </a:lnTo>
                  <a:cubicBezTo>
                    <a:pt x="26171" y="43151"/>
                    <a:pt x="25670" y="42549"/>
                    <a:pt x="25670" y="42248"/>
                  </a:cubicBezTo>
                  <a:cubicBezTo>
                    <a:pt x="25670" y="41846"/>
                    <a:pt x="32782" y="35824"/>
                    <a:pt x="33784" y="35020"/>
                  </a:cubicBezTo>
                  <a:cubicBezTo>
                    <a:pt x="40094" y="29901"/>
                    <a:pt x="44301" y="29700"/>
                    <a:pt x="46405" y="29600"/>
                  </a:cubicBezTo>
                  <a:lnTo>
                    <a:pt x="46405" y="26488"/>
                  </a:lnTo>
                  <a:cubicBezTo>
                    <a:pt x="43500" y="26789"/>
                    <a:pt x="42198" y="26789"/>
                    <a:pt x="39393" y="26789"/>
                  </a:cubicBezTo>
                  <a:cubicBezTo>
                    <a:pt x="35787" y="26789"/>
                    <a:pt x="29577" y="26589"/>
                    <a:pt x="28175" y="26488"/>
                  </a:cubicBezTo>
                  <a:lnTo>
                    <a:pt x="28175" y="29600"/>
                  </a:lnTo>
                  <a:cubicBezTo>
                    <a:pt x="30078" y="29700"/>
                    <a:pt x="31079" y="30805"/>
                    <a:pt x="31079" y="32110"/>
                  </a:cubicBezTo>
                  <a:cubicBezTo>
                    <a:pt x="31079" y="34117"/>
                    <a:pt x="29677" y="35322"/>
                    <a:pt x="28876" y="36024"/>
                  </a:cubicBezTo>
                  <a:lnTo>
                    <a:pt x="14752" y="48270"/>
                  </a:lnTo>
                  <a:lnTo>
                    <a:pt x="14752" y="89"/>
                  </a:lnTo>
                  <a:lnTo>
                    <a:pt x="329" y="1193"/>
                  </a:lnTo>
                  <a:lnTo>
                    <a:pt x="329" y="4305"/>
                  </a:lnTo>
                  <a:cubicBezTo>
                    <a:pt x="7340" y="4305"/>
                    <a:pt x="8141" y="5007"/>
                    <a:pt x="8141" y="9926"/>
                  </a:cubicBezTo>
                  <a:lnTo>
                    <a:pt x="8141" y="62123"/>
                  </a:lnTo>
                  <a:close/>
                </a:path>
              </a:pathLst>
            </a:custGeom>
            <a:solidFill>
              <a:srgbClr val="000000"/>
            </a:solidFill>
            <a:ln w="25400" cap="flat">
              <a:noFill/>
              <a:prstDash val="solid"/>
              <a:miter/>
            </a:ln>
          </p:spPr>
          <p:txBody>
            <a:bodyPr/>
            <a:lstStyle/>
            <a:p>
              <a:endParaRPr lang="en-US"/>
            </a:p>
          </p:txBody>
        </p:sp>
        <p:sp>
          <p:nvSpPr>
            <p:cNvPr id="1148" name="Freeform: Shape 1147">
              <a:extLst>
                <a:ext uri="{FF2B5EF4-FFF2-40B4-BE49-F238E27FC236}">
                  <a16:creationId xmlns:a16="http://schemas.microsoft.com/office/drawing/2014/main" id="{6AD12D7A-FCB0-C560-8F81-C58340BCEFFA}"/>
                </a:ext>
              </a:extLst>
            </p:cNvPr>
            <p:cNvSpPr/>
            <p:nvPr>
              <p:custDataLst>
                <p:tags r:id="rId59"/>
              </p:custDataLst>
            </p:nvPr>
          </p:nvSpPr>
          <p:spPr>
            <a:xfrm>
              <a:off x="6441986" y="3897204"/>
              <a:ext cx="38764" cy="46073"/>
            </a:xfrm>
            <a:custGeom>
              <a:avLst/>
              <a:gdLst>
                <a:gd name="csX0" fmla="*/ 8747 w 38764"/>
                <a:gd name="csY0" fmla="*/ 19763 h 46073"/>
                <a:gd name="csX1" fmla="*/ 21168 w 38764"/>
                <a:gd name="csY1" fmla="*/ 2297 h 46073"/>
                <a:gd name="csX2" fmla="*/ 32487 w 38764"/>
                <a:gd name="csY2" fmla="*/ 19763 h 46073"/>
                <a:gd name="csX3" fmla="*/ 8747 w 38764"/>
                <a:gd name="csY3" fmla="*/ 19763 h 46073"/>
                <a:gd name="csX4" fmla="*/ 8647 w 38764"/>
                <a:gd name="csY4" fmla="*/ 21871 h 46073"/>
                <a:gd name="csX5" fmla="*/ 36594 w 38764"/>
                <a:gd name="csY5" fmla="*/ 21871 h 46073"/>
                <a:gd name="csX6" fmla="*/ 39098 w 38764"/>
                <a:gd name="csY6" fmla="*/ 19763 h 46073"/>
                <a:gd name="csX7" fmla="*/ 21168 w 38764"/>
                <a:gd name="csY7" fmla="*/ 89 h 46073"/>
                <a:gd name="csX8" fmla="*/ 334 w 38764"/>
                <a:gd name="csY8" fmla="*/ 22975 h 46073"/>
                <a:gd name="csX9" fmla="*/ 22370 w 38764"/>
                <a:gd name="csY9" fmla="*/ 46163 h 46073"/>
                <a:gd name="csX10" fmla="*/ 39098 w 38764"/>
                <a:gd name="csY10" fmla="*/ 33113 h 46073"/>
                <a:gd name="csX11" fmla="*/ 37796 w 38764"/>
                <a:gd name="csY11" fmla="*/ 31909 h 46073"/>
                <a:gd name="csX12" fmla="*/ 36493 w 38764"/>
                <a:gd name="csY12" fmla="*/ 33314 h 46073"/>
                <a:gd name="csX13" fmla="*/ 22971 w 38764"/>
                <a:gd name="csY13" fmla="*/ 43653 h 46073"/>
                <a:gd name="csX14" fmla="*/ 11652 w 38764"/>
                <a:gd name="csY14" fmla="*/ 36928 h 46073"/>
                <a:gd name="csX15" fmla="*/ 8647 w 38764"/>
                <a:gd name="csY15" fmla="*/ 21871 h 46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8764" h="46073">
                  <a:moveTo>
                    <a:pt x="8747" y="19763"/>
                  </a:moveTo>
                  <a:cubicBezTo>
                    <a:pt x="9348" y="4807"/>
                    <a:pt x="17762" y="2297"/>
                    <a:pt x="21168" y="2297"/>
                  </a:cubicBezTo>
                  <a:cubicBezTo>
                    <a:pt x="31485" y="2297"/>
                    <a:pt x="32487" y="15848"/>
                    <a:pt x="32487" y="19763"/>
                  </a:cubicBezTo>
                  <a:lnTo>
                    <a:pt x="8747" y="19763"/>
                  </a:lnTo>
                  <a:close/>
                  <a:moveTo>
                    <a:pt x="8647" y="21871"/>
                  </a:moveTo>
                  <a:lnTo>
                    <a:pt x="36594" y="21871"/>
                  </a:lnTo>
                  <a:cubicBezTo>
                    <a:pt x="38797" y="21871"/>
                    <a:pt x="39098" y="21871"/>
                    <a:pt x="39098" y="19763"/>
                  </a:cubicBezTo>
                  <a:cubicBezTo>
                    <a:pt x="39098" y="9825"/>
                    <a:pt x="33689" y="89"/>
                    <a:pt x="21168" y="89"/>
                  </a:cubicBezTo>
                  <a:cubicBezTo>
                    <a:pt x="9549" y="89"/>
                    <a:pt x="334" y="10428"/>
                    <a:pt x="334" y="22975"/>
                  </a:cubicBezTo>
                  <a:cubicBezTo>
                    <a:pt x="334" y="36426"/>
                    <a:pt x="10851" y="46163"/>
                    <a:pt x="22370" y="46163"/>
                  </a:cubicBezTo>
                  <a:cubicBezTo>
                    <a:pt x="34590" y="46163"/>
                    <a:pt x="39098" y="35020"/>
                    <a:pt x="39098" y="33113"/>
                  </a:cubicBezTo>
                  <a:cubicBezTo>
                    <a:pt x="39098" y="32110"/>
                    <a:pt x="38296" y="31909"/>
                    <a:pt x="37796" y="31909"/>
                  </a:cubicBezTo>
                  <a:cubicBezTo>
                    <a:pt x="36894" y="31909"/>
                    <a:pt x="36694" y="32511"/>
                    <a:pt x="36493" y="33314"/>
                  </a:cubicBezTo>
                  <a:cubicBezTo>
                    <a:pt x="32988" y="43653"/>
                    <a:pt x="23973" y="43653"/>
                    <a:pt x="22971" y="43653"/>
                  </a:cubicBezTo>
                  <a:cubicBezTo>
                    <a:pt x="17963" y="43653"/>
                    <a:pt x="13956" y="40642"/>
                    <a:pt x="11652" y="36928"/>
                  </a:cubicBezTo>
                  <a:cubicBezTo>
                    <a:pt x="8647" y="32110"/>
                    <a:pt x="8647" y="25485"/>
                    <a:pt x="8647" y="21871"/>
                  </a:cubicBezTo>
                  <a:close/>
                </a:path>
              </a:pathLst>
            </a:custGeom>
            <a:solidFill>
              <a:srgbClr val="000000"/>
            </a:solidFill>
            <a:ln w="25400" cap="flat">
              <a:noFill/>
              <a:prstDash val="solid"/>
              <a:miter/>
            </a:ln>
          </p:spPr>
          <p:txBody>
            <a:bodyPr/>
            <a:lstStyle/>
            <a:p>
              <a:endParaRPr lang="en-US"/>
            </a:p>
          </p:txBody>
        </p:sp>
        <p:sp>
          <p:nvSpPr>
            <p:cNvPr id="1149" name="Freeform: Shape 1148">
              <a:extLst>
                <a:ext uri="{FF2B5EF4-FFF2-40B4-BE49-F238E27FC236}">
                  <a16:creationId xmlns:a16="http://schemas.microsoft.com/office/drawing/2014/main" id="{EE7A57E9-7F81-F6C1-CD1A-1F57FC5AB9D3}"/>
                </a:ext>
              </a:extLst>
            </p:cNvPr>
            <p:cNvSpPr/>
            <p:nvPr>
              <p:custDataLst>
                <p:tags r:id="rId60"/>
              </p:custDataLst>
            </p:nvPr>
          </p:nvSpPr>
          <p:spPr>
            <a:xfrm>
              <a:off x="6487005" y="3872511"/>
              <a:ext cx="22236" cy="69662"/>
            </a:xfrm>
            <a:custGeom>
              <a:avLst/>
              <a:gdLst>
                <a:gd name="csX0" fmla="*/ 14762 w 22236"/>
                <a:gd name="csY0" fmla="*/ 89 h 69662"/>
                <a:gd name="csX1" fmla="*/ 338 w 22236"/>
                <a:gd name="csY1" fmla="*/ 1193 h 69662"/>
                <a:gd name="csX2" fmla="*/ 338 w 22236"/>
                <a:gd name="csY2" fmla="*/ 4305 h 69662"/>
                <a:gd name="csX3" fmla="*/ 8151 w 22236"/>
                <a:gd name="csY3" fmla="*/ 9926 h 69662"/>
                <a:gd name="csX4" fmla="*/ 8151 w 22236"/>
                <a:gd name="csY4" fmla="*/ 62123 h 69662"/>
                <a:gd name="csX5" fmla="*/ 338 w 22236"/>
                <a:gd name="csY5" fmla="*/ 66640 h 69662"/>
                <a:gd name="csX6" fmla="*/ 338 w 22236"/>
                <a:gd name="csY6" fmla="*/ 69751 h 69662"/>
                <a:gd name="csX7" fmla="*/ 11456 w 22236"/>
                <a:gd name="csY7" fmla="*/ 69450 h 69662"/>
                <a:gd name="csX8" fmla="*/ 22575 w 22236"/>
                <a:gd name="csY8" fmla="*/ 69751 h 69662"/>
                <a:gd name="csX9" fmla="*/ 22575 w 22236"/>
                <a:gd name="csY9" fmla="*/ 66640 h 69662"/>
                <a:gd name="csX10" fmla="*/ 14762 w 22236"/>
                <a:gd name="csY10" fmla="*/ 62123 h 69662"/>
                <a:gd name="csX11" fmla="*/ 14762 w 22236"/>
                <a:gd name="csY11" fmla="*/ 89 h 69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2236" h="69662">
                  <a:moveTo>
                    <a:pt x="14762" y="89"/>
                  </a:moveTo>
                  <a:lnTo>
                    <a:pt x="338" y="1193"/>
                  </a:lnTo>
                  <a:lnTo>
                    <a:pt x="338" y="4305"/>
                  </a:lnTo>
                  <a:cubicBezTo>
                    <a:pt x="7350" y="4305"/>
                    <a:pt x="8151" y="5007"/>
                    <a:pt x="8151" y="9926"/>
                  </a:cubicBezTo>
                  <a:lnTo>
                    <a:pt x="8151" y="62123"/>
                  </a:lnTo>
                  <a:cubicBezTo>
                    <a:pt x="8151" y="66640"/>
                    <a:pt x="7049" y="66640"/>
                    <a:pt x="338" y="66640"/>
                  </a:cubicBezTo>
                  <a:lnTo>
                    <a:pt x="338" y="69751"/>
                  </a:lnTo>
                  <a:cubicBezTo>
                    <a:pt x="3643" y="69651"/>
                    <a:pt x="8952" y="69450"/>
                    <a:pt x="11456" y="69450"/>
                  </a:cubicBezTo>
                  <a:cubicBezTo>
                    <a:pt x="13960" y="69450"/>
                    <a:pt x="18869" y="69651"/>
                    <a:pt x="22575" y="69751"/>
                  </a:cubicBezTo>
                  <a:lnTo>
                    <a:pt x="22575" y="66640"/>
                  </a:lnTo>
                  <a:cubicBezTo>
                    <a:pt x="15864" y="66640"/>
                    <a:pt x="14762" y="66640"/>
                    <a:pt x="14762" y="62123"/>
                  </a:cubicBezTo>
                  <a:lnTo>
                    <a:pt x="14762" y="89"/>
                  </a:lnTo>
                  <a:close/>
                </a:path>
              </a:pathLst>
            </a:custGeom>
            <a:solidFill>
              <a:srgbClr val="000000"/>
            </a:solidFill>
            <a:ln w="25400" cap="flat">
              <a:noFill/>
              <a:prstDash val="solid"/>
              <a:miter/>
            </a:ln>
          </p:spPr>
          <p:txBody>
            <a:bodyPr/>
            <a:lstStyle/>
            <a:p>
              <a:endParaRPr lang="en-US"/>
            </a:p>
          </p:txBody>
        </p:sp>
        <p:sp>
          <p:nvSpPr>
            <p:cNvPr id="1150" name="Freeform: Shape 1149">
              <a:extLst>
                <a:ext uri="{FF2B5EF4-FFF2-40B4-BE49-F238E27FC236}">
                  <a16:creationId xmlns:a16="http://schemas.microsoft.com/office/drawing/2014/main" id="{3BCCBC84-E2BC-BD86-B494-2CD760B2AE33}"/>
                </a:ext>
              </a:extLst>
            </p:cNvPr>
            <p:cNvSpPr/>
            <p:nvPr>
              <p:custDataLst>
                <p:tags r:id="rId61"/>
              </p:custDataLst>
            </p:nvPr>
          </p:nvSpPr>
          <p:spPr>
            <a:xfrm>
              <a:off x="6513427" y="3898910"/>
              <a:ext cx="48981" cy="63840"/>
            </a:xfrm>
            <a:custGeom>
              <a:avLst/>
              <a:gdLst>
                <a:gd name="csX0" fmla="*/ 40006 w 48981"/>
                <a:gd name="csY0" fmla="*/ 9625 h 63840"/>
                <a:gd name="csX1" fmla="*/ 49322 w 48981"/>
                <a:gd name="csY1" fmla="*/ 3200 h 63840"/>
                <a:gd name="csX2" fmla="*/ 49322 w 48981"/>
                <a:gd name="csY2" fmla="*/ 89 h 63840"/>
                <a:gd name="csX3" fmla="*/ 41809 w 48981"/>
                <a:gd name="csY3" fmla="*/ 390 h 63840"/>
                <a:gd name="csX4" fmla="*/ 33095 w 48981"/>
                <a:gd name="csY4" fmla="*/ 89 h 63840"/>
                <a:gd name="csX5" fmla="*/ 33095 w 48981"/>
                <a:gd name="csY5" fmla="*/ 3200 h 63840"/>
                <a:gd name="csX6" fmla="*/ 37803 w 48981"/>
                <a:gd name="csY6" fmla="*/ 7517 h 63840"/>
                <a:gd name="csX7" fmla="*/ 37202 w 48981"/>
                <a:gd name="csY7" fmla="*/ 9926 h 63840"/>
                <a:gd name="csX8" fmla="*/ 27085 w 48981"/>
                <a:gd name="csY8" fmla="*/ 34619 h 63840"/>
                <a:gd name="csX9" fmla="*/ 15967 w 48981"/>
                <a:gd name="csY9" fmla="*/ 7617 h 63840"/>
                <a:gd name="csX10" fmla="*/ 15366 w 48981"/>
                <a:gd name="csY10" fmla="*/ 5810 h 63840"/>
                <a:gd name="csX11" fmla="*/ 20975 w 48981"/>
                <a:gd name="csY11" fmla="*/ 3200 h 63840"/>
                <a:gd name="csX12" fmla="*/ 20975 w 48981"/>
                <a:gd name="csY12" fmla="*/ 89 h 63840"/>
                <a:gd name="csX13" fmla="*/ 10057 w 48981"/>
                <a:gd name="csY13" fmla="*/ 390 h 63840"/>
                <a:gd name="csX14" fmla="*/ 341 w 48981"/>
                <a:gd name="csY14" fmla="*/ 89 h 63840"/>
                <a:gd name="csX15" fmla="*/ 341 w 48981"/>
                <a:gd name="csY15" fmla="*/ 3200 h 63840"/>
                <a:gd name="csX16" fmla="*/ 8454 w 48981"/>
                <a:gd name="csY16" fmla="*/ 6714 h 63840"/>
                <a:gd name="csX17" fmla="*/ 23479 w 48981"/>
                <a:gd name="csY17" fmla="*/ 43352 h 63840"/>
                <a:gd name="csX18" fmla="*/ 20975 w 48981"/>
                <a:gd name="csY18" fmla="*/ 49274 h 63840"/>
                <a:gd name="csX19" fmla="*/ 9556 w 48981"/>
                <a:gd name="csY19" fmla="*/ 61721 h 63840"/>
                <a:gd name="csX20" fmla="*/ 4848 w 48981"/>
                <a:gd name="csY20" fmla="*/ 59914 h 63840"/>
                <a:gd name="csX21" fmla="*/ 8755 w 48981"/>
                <a:gd name="csY21" fmla="*/ 55698 h 63840"/>
                <a:gd name="csX22" fmla="*/ 4548 w 48981"/>
                <a:gd name="csY22" fmla="*/ 51483 h 63840"/>
                <a:gd name="csX23" fmla="*/ 341 w 48981"/>
                <a:gd name="csY23" fmla="*/ 55799 h 63840"/>
                <a:gd name="csX24" fmla="*/ 9556 w 48981"/>
                <a:gd name="csY24" fmla="*/ 63930 h 63840"/>
                <a:gd name="csX25" fmla="*/ 22377 w 48981"/>
                <a:gd name="csY25" fmla="*/ 52486 h 63840"/>
                <a:gd name="csX26" fmla="*/ 40006 w 48981"/>
                <a:gd name="csY26" fmla="*/ 9625 h 638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8981" h="63840">
                  <a:moveTo>
                    <a:pt x="40006" y="9625"/>
                  </a:moveTo>
                  <a:cubicBezTo>
                    <a:pt x="42611" y="3301"/>
                    <a:pt x="47719" y="3200"/>
                    <a:pt x="49322" y="3200"/>
                  </a:cubicBezTo>
                  <a:lnTo>
                    <a:pt x="49322" y="89"/>
                  </a:lnTo>
                  <a:cubicBezTo>
                    <a:pt x="47018" y="290"/>
                    <a:pt x="44113" y="390"/>
                    <a:pt x="41809" y="390"/>
                  </a:cubicBezTo>
                  <a:cubicBezTo>
                    <a:pt x="40006" y="390"/>
                    <a:pt x="35299" y="189"/>
                    <a:pt x="33095" y="89"/>
                  </a:cubicBezTo>
                  <a:lnTo>
                    <a:pt x="33095" y="3200"/>
                  </a:lnTo>
                  <a:cubicBezTo>
                    <a:pt x="36200" y="3301"/>
                    <a:pt x="37803" y="5007"/>
                    <a:pt x="37803" y="7517"/>
                  </a:cubicBezTo>
                  <a:cubicBezTo>
                    <a:pt x="37803" y="8521"/>
                    <a:pt x="37703" y="8721"/>
                    <a:pt x="37202" y="9926"/>
                  </a:cubicBezTo>
                  <a:lnTo>
                    <a:pt x="27085" y="34619"/>
                  </a:lnTo>
                  <a:lnTo>
                    <a:pt x="15967" y="7617"/>
                  </a:lnTo>
                  <a:cubicBezTo>
                    <a:pt x="15566" y="6613"/>
                    <a:pt x="15366" y="6212"/>
                    <a:pt x="15366" y="5810"/>
                  </a:cubicBezTo>
                  <a:cubicBezTo>
                    <a:pt x="15366" y="3200"/>
                    <a:pt x="19072" y="3200"/>
                    <a:pt x="20975" y="3200"/>
                  </a:cubicBezTo>
                  <a:lnTo>
                    <a:pt x="20975" y="89"/>
                  </a:lnTo>
                  <a:cubicBezTo>
                    <a:pt x="18371" y="189"/>
                    <a:pt x="11760" y="390"/>
                    <a:pt x="10057" y="390"/>
                  </a:cubicBezTo>
                  <a:cubicBezTo>
                    <a:pt x="7352" y="390"/>
                    <a:pt x="3346" y="290"/>
                    <a:pt x="341" y="89"/>
                  </a:cubicBezTo>
                  <a:lnTo>
                    <a:pt x="341" y="3200"/>
                  </a:lnTo>
                  <a:cubicBezTo>
                    <a:pt x="5149" y="3200"/>
                    <a:pt x="7052" y="3200"/>
                    <a:pt x="8454" y="6714"/>
                  </a:cubicBezTo>
                  <a:lnTo>
                    <a:pt x="23479" y="43352"/>
                  </a:lnTo>
                  <a:cubicBezTo>
                    <a:pt x="22978" y="44657"/>
                    <a:pt x="21576" y="47969"/>
                    <a:pt x="20975" y="49274"/>
                  </a:cubicBezTo>
                  <a:cubicBezTo>
                    <a:pt x="18771" y="54795"/>
                    <a:pt x="15967" y="61721"/>
                    <a:pt x="9556" y="61721"/>
                  </a:cubicBezTo>
                  <a:cubicBezTo>
                    <a:pt x="9055" y="61721"/>
                    <a:pt x="6751" y="61721"/>
                    <a:pt x="4848" y="59914"/>
                  </a:cubicBezTo>
                  <a:cubicBezTo>
                    <a:pt x="7953" y="59513"/>
                    <a:pt x="8755" y="57305"/>
                    <a:pt x="8755" y="55698"/>
                  </a:cubicBezTo>
                  <a:cubicBezTo>
                    <a:pt x="8755" y="53089"/>
                    <a:pt x="6851" y="51483"/>
                    <a:pt x="4548" y="51483"/>
                  </a:cubicBezTo>
                  <a:cubicBezTo>
                    <a:pt x="2544" y="51483"/>
                    <a:pt x="341" y="52788"/>
                    <a:pt x="341" y="55799"/>
                  </a:cubicBezTo>
                  <a:cubicBezTo>
                    <a:pt x="341" y="60316"/>
                    <a:pt x="4548" y="63930"/>
                    <a:pt x="9556" y="63930"/>
                  </a:cubicBezTo>
                  <a:cubicBezTo>
                    <a:pt x="15866" y="63930"/>
                    <a:pt x="19973" y="58208"/>
                    <a:pt x="22377" y="52486"/>
                  </a:cubicBezTo>
                  <a:lnTo>
                    <a:pt x="40006" y="9625"/>
                  </a:lnTo>
                  <a:close/>
                </a:path>
              </a:pathLst>
            </a:custGeom>
            <a:solidFill>
              <a:srgbClr val="000000"/>
            </a:solidFill>
            <a:ln w="25400" cap="flat">
              <a:noFill/>
              <a:prstDash val="solid"/>
              <a:miter/>
            </a:ln>
          </p:spPr>
          <p:txBody>
            <a:bodyPr/>
            <a:lstStyle/>
            <a:p>
              <a:endParaRPr lang="en-US"/>
            </a:p>
          </p:txBody>
        </p:sp>
        <p:sp>
          <p:nvSpPr>
            <p:cNvPr id="1151" name="Freeform: Shape 1150">
              <a:extLst>
                <a:ext uri="{FF2B5EF4-FFF2-40B4-BE49-F238E27FC236}">
                  <a16:creationId xmlns:a16="http://schemas.microsoft.com/office/drawing/2014/main" id="{B0B09170-FBF6-F905-F661-A704092FC782}"/>
                </a:ext>
              </a:extLst>
            </p:cNvPr>
            <p:cNvSpPr/>
            <p:nvPr>
              <p:custDataLst>
                <p:tags r:id="rId62"/>
              </p:custDataLst>
            </p:nvPr>
          </p:nvSpPr>
          <p:spPr>
            <a:xfrm>
              <a:off x="6567695" y="3872511"/>
              <a:ext cx="31452" cy="30013"/>
            </a:xfrm>
            <a:custGeom>
              <a:avLst/>
              <a:gdLst>
                <a:gd name="csX0" fmla="*/ 12366 w 31452"/>
                <a:gd name="csY0" fmla="*/ 10628 h 30013"/>
                <a:gd name="csX1" fmla="*/ 5655 w 31452"/>
                <a:gd name="csY1" fmla="*/ 89 h 30013"/>
                <a:gd name="csX2" fmla="*/ 346 w 31452"/>
                <a:gd name="csY2" fmla="*/ 5409 h 30013"/>
                <a:gd name="csX3" fmla="*/ 5655 w 31452"/>
                <a:gd name="csY3" fmla="*/ 10729 h 30013"/>
                <a:gd name="csX4" fmla="*/ 9661 w 31452"/>
                <a:gd name="csY4" fmla="*/ 9123 h 30013"/>
                <a:gd name="csX5" fmla="*/ 9962 w 31452"/>
                <a:gd name="csY5" fmla="*/ 8822 h 30013"/>
                <a:gd name="csX6" fmla="*/ 10162 w 31452"/>
                <a:gd name="csY6" fmla="*/ 10628 h 30013"/>
                <a:gd name="csX7" fmla="*/ 3151 w 31452"/>
                <a:gd name="csY7" fmla="*/ 27291 h 30013"/>
                <a:gd name="csX8" fmla="*/ 1949 w 31452"/>
                <a:gd name="csY8" fmla="*/ 28998 h 30013"/>
                <a:gd name="csX9" fmla="*/ 2950 w 31452"/>
                <a:gd name="csY9" fmla="*/ 30102 h 30013"/>
                <a:gd name="csX10" fmla="*/ 12366 w 31452"/>
                <a:gd name="csY10" fmla="*/ 10628 h 30013"/>
                <a:gd name="csX11" fmla="*/ 31798 w 31452"/>
                <a:gd name="csY11" fmla="*/ 10628 h 30013"/>
                <a:gd name="csX12" fmla="*/ 25087 w 31452"/>
                <a:gd name="csY12" fmla="*/ 89 h 30013"/>
                <a:gd name="csX13" fmla="*/ 19778 w 31452"/>
                <a:gd name="csY13" fmla="*/ 5409 h 30013"/>
                <a:gd name="csX14" fmla="*/ 25087 w 31452"/>
                <a:gd name="csY14" fmla="*/ 10729 h 30013"/>
                <a:gd name="csX15" fmla="*/ 29094 w 31452"/>
                <a:gd name="csY15" fmla="*/ 9123 h 30013"/>
                <a:gd name="csX16" fmla="*/ 29394 w 31452"/>
                <a:gd name="csY16" fmla="*/ 8822 h 30013"/>
                <a:gd name="csX17" fmla="*/ 29594 w 31452"/>
                <a:gd name="csY17" fmla="*/ 10628 h 30013"/>
                <a:gd name="csX18" fmla="*/ 22583 w 31452"/>
                <a:gd name="csY18" fmla="*/ 27291 h 30013"/>
                <a:gd name="csX19" fmla="*/ 21381 w 31452"/>
                <a:gd name="csY19" fmla="*/ 28998 h 30013"/>
                <a:gd name="csX20" fmla="*/ 22382 w 31452"/>
                <a:gd name="csY20" fmla="*/ 30102 h 30013"/>
                <a:gd name="csX21" fmla="*/ 31798 w 31452"/>
                <a:gd name="csY21" fmla="*/ 10628 h 300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31452" h="30013">
                  <a:moveTo>
                    <a:pt x="12366" y="10628"/>
                  </a:moveTo>
                  <a:cubicBezTo>
                    <a:pt x="12366" y="4606"/>
                    <a:pt x="9962" y="89"/>
                    <a:pt x="5655" y="89"/>
                  </a:cubicBezTo>
                  <a:cubicBezTo>
                    <a:pt x="2149" y="89"/>
                    <a:pt x="346" y="2799"/>
                    <a:pt x="346" y="5409"/>
                  </a:cubicBezTo>
                  <a:cubicBezTo>
                    <a:pt x="346" y="8019"/>
                    <a:pt x="2049" y="10729"/>
                    <a:pt x="5655" y="10729"/>
                  </a:cubicBezTo>
                  <a:cubicBezTo>
                    <a:pt x="7658" y="10729"/>
                    <a:pt x="9060" y="9725"/>
                    <a:pt x="9661" y="9123"/>
                  </a:cubicBezTo>
                  <a:cubicBezTo>
                    <a:pt x="9762" y="8922"/>
                    <a:pt x="9862" y="8822"/>
                    <a:pt x="9962" y="8822"/>
                  </a:cubicBezTo>
                  <a:cubicBezTo>
                    <a:pt x="10162" y="8822"/>
                    <a:pt x="10162" y="10227"/>
                    <a:pt x="10162" y="10628"/>
                  </a:cubicBezTo>
                  <a:cubicBezTo>
                    <a:pt x="10162" y="13841"/>
                    <a:pt x="9461" y="21068"/>
                    <a:pt x="3151" y="27291"/>
                  </a:cubicBezTo>
                  <a:cubicBezTo>
                    <a:pt x="1949" y="28496"/>
                    <a:pt x="1949" y="28697"/>
                    <a:pt x="1949" y="28998"/>
                  </a:cubicBezTo>
                  <a:cubicBezTo>
                    <a:pt x="1949" y="29700"/>
                    <a:pt x="2449" y="30102"/>
                    <a:pt x="2950" y="30102"/>
                  </a:cubicBezTo>
                  <a:cubicBezTo>
                    <a:pt x="4052" y="30102"/>
                    <a:pt x="12366" y="22473"/>
                    <a:pt x="12366" y="10628"/>
                  </a:cubicBezTo>
                  <a:close/>
                  <a:moveTo>
                    <a:pt x="31798" y="10628"/>
                  </a:moveTo>
                  <a:cubicBezTo>
                    <a:pt x="31798" y="4606"/>
                    <a:pt x="29394" y="89"/>
                    <a:pt x="25087" y="89"/>
                  </a:cubicBezTo>
                  <a:cubicBezTo>
                    <a:pt x="21581" y="89"/>
                    <a:pt x="19778" y="2799"/>
                    <a:pt x="19778" y="5409"/>
                  </a:cubicBezTo>
                  <a:cubicBezTo>
                    <a:pt x="19778" y="8019"/>
                    <a:pt x="21481" y="10729"/>
                    <a:pt x="25087" y="10729"/>
                  </a:cubicBezTo>
                  <a:cubicBezTo>
                    <a:pt x="27090" y="10729"/>
                    <a:pt x="28493" y="9725"/>
                    <a:pt x="29094" y="9123"/>
                  </a:cubicBezTo>
                  <a:cubicBezTo>
                    <a:pt x="29194" y="8922"/>
                    <a:pt x="29294" y="8822"/>
                    <a:pt x="29394" y="8822"/>
                  </a:cubicBezTo>
                  <a:cubicBezTo>
                    <a:pt x="29594" y="8822"/>
                    <a:pt x="29594" y="10227"/>
                    <a:pt x="29594" y="10628"/>
                  </a:cubicBezTo>
                  <a:cubicBezTo>
                    <a:pt x="29594" y="13841"/>
                    <a:pt x="28893" y="21068"/>
                    <a:pt x="22583" y="27291"/>
                  </a:cubicBezTo>
                  <a:cubicBezTo>
                    <a:pt x="21381" y="28496"/>
                    <a:pt x="21381" y="28697"/>
                    <a:pt x="21381" y="28998"/>
                  </a:cubicBezTo>
                  <a:cubicBezTo>
                    <a:pt x="21381" y="29700"/>
                    <a:pt x="21882" y="30102"/>
                    <a:pt x="22382" y="30102"/>
                  </a:cubicBezTo>
                  <a:cubicBezTo>
                    <a:pt x="23484" y="30102"/>
                    <a:pt x="31798" y="22473"/>
                    <a:pt x="31798" y="10628"/>
                  </a:cubicBezTo>
                  <a:close/>
                </a:path>
              </a:pathLst>
            </a:custGeom>
            <a:solidFill>
              <a:srgbClr val="000000"/>
            </a:solidFill>
            <a:ln w="25400" cap="flat">
              <a:noFill/>
              <a:prstDash val="solid"/>
              <a:miter/>
            </a:ln>
          </p:spPr>
          <p:txBody>
            <a:bodyPr/>
            <a:lstStyle/>
            <a:p>
              <a:endParaRPr lang="en-US"/>
            </a:p>
          </p:txBody>
        </p:sp>
      </p:grpSp>
      <p:pic>
        <p:nvPicPr>
          <p:cNvPr id="2588" name="Picture 2587">
            <a:extLst>
              <a:ext uri="{FF2B5EF4-FFF2-40B4-BE49-F238E27FC236}">
                <a16:creationId xmlns:a16="http://schemas.microsoft.com/office/drawing/2014/main" id="{B9B95C33-FD43-3E96-6DB4-385024D60325}"/>
              </a:ext>
            </a:extLst>
          </p:cNvPr>
          <p:cNvPicPr>
            <a:picLocks noChangeAspect="1"/>
          </p:cNvPicPr>
          <p:nvPr/>
        </p:nvPicPr>
        <p:blipFill>
          <a:blip r:embed="rId146"/>
          <a:srcRect t="6850"/>
          <a:stretch>
            <a:fillRect/>
          </a:stretch>
        </p:blipFill>
        <p:spPr>
          <a:xfrm>
            <a:off x="6096000" y="1688652"/>
            <a:ext cx="4832788" cy="2687626"/>
          </a:xfrm>
          <a:prstGeom prst="rect">
            <a:avLst/>
          </a:prstGeom>
        </p:spPr>
      </p:pic>
      <p:sp>
        <p:nvSpPr>
          <p:cNvPr id="2589" name="TextBox 2588">
            <a:extLst>
              <a:ext uri="{FF2B5EF4-FFF2-40B4-BE49-F238E27FC236}">
                <a16:creationId xmlns:a16="http://schemas.microsoft.com/office/drawing/2014/main" id="{0B6650E9-F174-DAB0-F997-72BD19806095}"/>
              </a:ext>
            </a:extLst>
          </p:cNvPr>
          <p:cNvSpPr txBox="1"/>
          <p:nvPr/>
        </p:nvSpPr>
        <p:spPr>
          <a:xfrm>
            <a:off x="6055599" y="1277086"/>
            <a:ext cx="4948015" cy="276999"/>
          </a:xfrm>
          <a:prstGeom prst="rect">
            <a:avLst/>
          </a:prstGeom>
          <a:noFill/>
        </p:spPr>
        <p:txBody>
          <a:bodyPr wrap="square">
            <a:spAutoFit/>
          </a:bodyPr>
          <a:lstStyle/>
          <a:p>
            <a:r>
              <a:rPr lang="en-US" sz="1200" b="1" noProof="0"/>
              <a:t>Forest Plot of the Estimated Parameters in the Auxiliary Logit Models</a:t>
            </a:r>
            <a:endParaRPr lang="en-GB" sz="1200" b="1" noProof="0"/>
          </a:p>
        </p:txBody>
      </p:sp>
      <p:pic>
        <p:nvPicPr>
          <p:cNvPr id="2556" name="Picture 2555" descr="\documentclass{article}&#10;\usepackage{amsmath}&#10;\pagestyle{empty}&#10;\begin{document}&#10;&#10;\begin{table}[ht]&#10;\centering&#10;\begin{tabular}{lrrr}&#10;\hline&#10;\textbf{Test} &amp; \textbf{Chi-square ($X^2$)} &amp; \textbf{df} &amp; \textbf{p-value} \\&#10;\hline&#10;Omnibus   &amp; 4.34 &amp; 3 &amp; 0.23 \\&#10;pared     &amp; 0.13 &amp; 1 &amp; 0.72 \\&#10;public    &amp; 3.44 &amp; 1 &amp; 0.06 \\&#10;gpa       &amp; 0.18 &amp; 1 &amp; 0.67 \\&#10;\hline&#10;\multicolumn{4}{l}{\scriptsize \textbf{Null hypothesis (H0):} The proportional-odds (parallel regression) assumption holds.} \\&#10;\multicolumn{4}{l}{\scriptsize \textbf{Interpretation:} High p-values indicate insufficient evidence to reject H0.} \\&#10;\hline&#10;\end{tabular}&#10;\end{table}&#10;&#10;\end{document}" title="IguanaTex Picture Display">
            <a:extLst>
              <a:ext uri="{FF2B5EF4-FFF2-40B4-BE49-F238E27FC236}">
                <a16:creationId xmlns:a16="http://schemas.microsoft.com/office/drawing/2014/main" id="{50A5ED51-3910-35A9-5D36-C4309691BF15}"/>
              </a:ext>
            </a:extLst>
          </p:cNvPr>
          <p:cNvPicPr>
            <a:picLocks noChangeAspect="1"/>
          </p:cNvPicPr>
          <p:nvPr>
            <p:custDataLst>
              <p:tags r:id="rId6"/>
            </p:custDataLst>
          </p:nvPr>
        </p:nvPicPr>
        <p:blipFill>
          <a:blip r:embed="rId147">
            <a:extLst>
              <a:ext uri="{28A0092B-C50C-407E-A947-70E740481C1C}">
                <a14:useLocalDpi xmlns:a14="http://schemas.microsoft.com/office/drawing/2010/main" val="0"/>
              </a:ext>
            </a:extLst>
          </a:blip>
          <a:stretch>
            <a:fillRect/>
          </a:stretch>
        </p:blipFill>
        <p:spPr>
          <a:xfrm>
            <a:off x="6055599" y="5251227"/>
            <a:ext cx="3417469" cy="921783"/>
          </a:xfrm>
          <a:prstGeom prst="rect">
            <a:avLst/>
          </a:prstGeom>
        </p:spPr>
      </p:pic>
      <p:sp>
        <p:nvSpPr>
          <p:cNvPr id="2592" name="TextBox 2591">
            <a:extLst>
              <a:ext uri="{FF2B5EF4-FFF2-40B4-BE49-F238E27FC236}">
                <a16:creationId xmlns:a16="http://schemas.microsoft.com/office/drawing/2014/main" id="{55F5F99F-0261-411A-C8DD-50ED6641CF32}"/>
              </a:ext>
            </a:extLst>
          </p:cNvPr>
          <p:cNvSpPr txBox="1"/>
          <p:nvPr/>
        </p:nvSpPr>
        <p:spPr>
          <a:xfrm>
            <a:off x="5945230" y="4376278"/>
            <a:ext cx="5168751" cy="769441"/>
          </a:xfrm>
          <a:prstGeom prst="rect">
            <a:avLst/>
          </a:prstGeom>
          <a:noFill/>
        </p:spPr>
        <p:txBody>
          <a:bodyPr wrap="square">
            <a:spAutoFit/>
          </a:bodyPr>
          <a:lstStyle/>
          <a:p>
            <a:pPr>
              <a:defRPr/>
            </a:pPr>
            <a:r>
              <a:rPr kumimoji="0" lang="en-US" sz="1100" b="1" i="0" u="none" strike="noStrike" kern="1200" cap="none" spc="0" normalizeH="0" baseline="0" noProof="0">
                <a:ln>
                  <a:noFill/>
                </a:ln>
                <a:solidFill>
                  <a:prstClr val="black"/>
                </a:solidFill>
                <a:effectLst/>
                <a:highlight>
                  <a:srgbClr val="FFC000"/>
                </a:highlight>
                <a:uLnTx/>
                <a:uFillTx/>
                <a:latin typeface="Aptos" panose="020B0004020202020204"/>
                <a:ea typeface="+mn-ea"/>
                <a:cs typeface="+mn-cs"/>
              </a:rPr>
              <a:t>As an additional step, a Brant test may be used to evaluate formally whether the proportional‑odds (parallel‑regression) assumption is satisfied. </a:t>
            </a:r>
            <a:r>
              <a:rPr kumimoji="0" lang="en-US" sz="1100" b="0" i="0" u="none" strike="noStrike" kern="1200" cap="none" spc="0" normalizeH="0" baseline="0" noProof="0">
                <a:ln>
                  <a:noFill/>
                </a:ln>
                <a:solidFill>
                  <a:prstClr val="black"/>
                </a:solidFill>
                <a:effectLst/>
                <a:uLnTx/>
                <a:uFillTx/>
                <a:latin typeface="Aptos" panose="020B0004020202020204"/>
                <a:ea typeface="+mn-ea"/>
                <a:cs typeface="+mn-cs"/>
              </a:rPr>
              <a:t>The test compares the coefficients estimated in the separate binary logit models for each threshold (e.g., Y&gt;1 and Y&gt;2).</a:t>
            </a:r>
            <a:endParaRPr kumimoji="0" lang="en-GB" sz="1100" b="0" i="0" u="none" strike="noStrike" kern="1200" cap="none" spc="0" normalizeH="0" baseline="0" noProof="0">
              <a:ln>
                <a:noFill/>
              </a:ln>
              <a:solidFill>
                <a:prstClr val="black"/>
              </a:solidFill>
              <a:effectLst/>
              <a:uLnTx/>
              <a:uFillTx/>
              <a:latin typeface="Aptos" panose="020B0004020202020204"/>
              <a:ea typeface="+mn-ea"/>
              <a:cs typeface="+mn-cs"/>
            </a:endParaRPr>
          </a:p>
        </p:txBody>
      </p:sp>
      <p:cxnSp>
        <p:nvCxnSpPr>
          <p:cNvPr id="3" name="Straight Connector 2">
            <a:extLst>
              <a:ext uri="{FF2B5EF4-FFF2-40B4-BE49-F238E27FC236}">
                <a16:creationId xmlns:a16="http://schemas.microsoft.com/office/drawing/2014/main" id="{5E9B275C-A560-04D9-0103-465C72D0BF5C}"/>
              </a:ext>
            </a:extLst>
          </p:cNvPr>
          <p:cNvCxnSpPr>
            <a:cxnSpLocks/>
          </p:cNvCxnSpPr>
          <p:nvPr/>
        </p:nvCxnSpPr>
        <p:spPr>
          <a:xfrm>
            <a:off x="5859441" y="1310311"/>
            <a:ext cx="0" cy="4895924"/>
          </a:xfrm>
          <a:prstGeom prst="line">
            <a:avLst/>
          </a:prstGeom>
          <a:ln w="6350">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57831843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C342E3-5B3A-EC27-8536-64640D751449}"/>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A4C3E2DA-78E1-DD65-98BA-A9150D7BE89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00BF05DA-A2F2-5A85-87EF-E7A74C647BB7}"/>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6" name="Título 1">
            <a:extLst>
              <a:ext uri="{FF2B5EF4-FFF2-40B4-BE49-F238E27FC236}">
                <a16:creationId xmlns:a16="http://schemas.microsoft.com/office/drawing/2014/main" id="{0C00F858-A13A-1400-55A8-DC66506210F3}"/>
              </a:ext>
            </a:extLst>
          </p:cNvPr>
          <p:cNvSpPr txBox="1">
            <a:spLocks/>
          </p:cNvSpPr>
          <p:nvPr/>
        </p:nvSpPr>
        <p:spPr>
          <a:xfrm>
            <a:off x="896087" y="518284"/>
            <a:ext cx="6584249"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lvl="0">
              <a:lnSpc>
                <a:spcPct val="80000"/>
              </a:lnSpc>
              <a:defRPr/>
            </a:pPr>
            <a:r>
              <a:rPr lang="en-GB" sz="3200" b="1">
                <a:solidFill>
                  <a:srgbClr val="FF0000"/>
                </a:solidFill>
                <a:latin typeface="Aptos SemiBold" panose="020F0502020204030204" pitchFamily="34" charset="0"/>
              </a:rPr>
              <a:t>Ordinal regression</a:t>
            </a:r>
          </a:p>
        </p:txBody>
      </p:sp>
      <p:sp>
        <p:nvSpPr>
          <p:cNvPr id="10" name="Date Placeholder 3 2">
            <a:extLst>
              <a:ext uri="{FF2B5EF4-FFF2-40B4-BE49-F238E27FC236}">
                <a16:creationId xmlns:a16="http://schemas.microsoft.com/office/drawing/2014/main" id="{7BEC2F86-5C36-616F-13FD-03E9C00A8560}"/>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17" name="TextBox 16">
            <a:extLst>
              <a:ext uri="{FF2B5EF4-FFF2-40B4-BE49-F238E27FC236}">
                <a16:creationId xmlns:a16="http://schemas.microsoft.com/office/drawing/2014/main" id="{3C17ECDA-81B7-8DF8-C895-84119039FB4F}"/>
              </a:ext>
            </a:extLst>
          </p:cNvPr>
          <p:cNvSpPr txBox="1"/>
          <p:nvPr/>
        </p:nvSpPr>
        <p:spPr>
          <a:xfrm>
            <a:off x="6482663" y="1110789"/>
            <a:ext cx="5344152" cy="138499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a:solidFill>
                  <a:prstClr val="black"/>
                </a:solidFill>
                <a:highlight>
                  <a:srgbClr val="FFC000"/>
                </a:highlight>
                <a:latin typeface="Aptos" panose="020B0004020202020204"/>
              </a:rPr>
              <a:t>The logistic model not only enables the estimation of individual probabilities but also allows the construction of comparative intention‑to‑apply profiles</a:t>
            </a:r>
            <a:r>
              <a:rPr lang="en-US" sz="1400">
                <a:solidFill>
                  <a:prstClr val="black"/>
                </a:solidFill>
                <a:latin typeface="Aptos" panose="020B0004020202020204"/>
              </a:rPr>
              <a:t>. By holding GPA constant and systematically varying parental education and institution type, it becomes possible to identify specific probability scenarios for belonging to the highest category of intention to apply.</a:t>
            </a:r>
            <a:endParaRPr kumimoji="0" lang="en-GB" sz="1400" b="0" i="0" u="none" strike="noStrike" kern="1200" cap="none" spc="0" normalizeH="0" baseline="0" noProof="0">
              <a:ln>
                <a:noFill/>
              </a:ln>
              <a:solidFill>
                <a:prstClr val="black"/>
              </a:solidFill>
              <a:effectLst/>
              <a:uLnTx/>
              <a:uFillTx/>
              <a:latin typeface="Aptos" panose="020B0004020202020204"/>
              <a:ea typeface="+mn-ea"/>
              <a:cs typeface="+mn-cs"/>
            </a:endParaRPr>
          </a:p>
        </p:txBody>
      </p:sp>
      <p:grpSp>
        <p:nvGrpSpPr>
          <p:cNvPr id="45" name="Group 44">
            <a:extLst>
              <a:ext uri="{FF2B5EF4-FFF2-40B4-BE49-F238E27FC236}">
                <a16:creationId xmlns:a16="http://schemas.microsoft.com/office/drawing/2014/main" id="{B8BCD09E-6DCA-4D5F-C603-1EFE1CD1329D}"/>
              </a:ext>
            </a:extLst>
          </p:cNvPr>
          <p:cNvGrpSpPr/>
          <p:nvPr/>
        </p:nvGrpSpPr>
        <p:grpSpPr>
          <a:xfrm>
            <a:off x="6482663" y="2612935"/>
            <a:ext cx="3524824" cy="1635368"/>
            <a:chOff x="6586165" y="2397491"/>
            <a:chExt cx="3524824" cy="1635368"/>
          </a:xfrm>
        </p:grpSpPr>
        <p:sp>
          <p:nvSpPr>
            <p:cNvPr id="31" name="Rectangle 30">
              <a:extLst>
                <a:ext uri="{FF2B5EF4-FFF2-40B4-BE49-F238E27FC236}">
                  <a16:creationId xmlns:a16="http://schemas.microsoft.com/office/drawing/2014/main" id="{EC895D82-8796-405D-FB4F-2A43826F1C52}"/>
                </a:ext>
              </a:extLst>
            </p:cNvPr>
            <p:cNvSpPr/>
            <p:nvPr/>
          </p:nvSpPr>
          <p:spPr>
            <a:xfrm>
              <a:off x="6586165" y="2397491"/>
              <a:ext cx="3524824" cy="1635368"/>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3" name="Rectangle 32">
              <a:extLst>
                <a:ext uri="{FF2B5EF4-FFF2-40B4-BE49-F238E27FC236}">
                  <a16:creationId xmlns:a16="http://schemas.microsoft.com/office/drawing/2014/main" id="{E5BCF965-3F3D-FB98-B893-9EFF1BFA010D}"/>
                </a:ext>
              </a:extLst>
            </p:cNvPr>
            <p:cNvSpPr/>
            <p:nvPr/>
          </p:nvSpPr>
          <p:spPr>
            <a:xfrm>
              <a:off x="6733405" y="2647352"/>
              <a:ext cx="981596" cy="981596"/>
            </a:xfrm>
            <a:prstGeom prst="rect">
              <a:avLst/>
            </a:prstGeom>
            <a:solidFill>
              <a:srgbClr val="63B8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5" name="Rectangle 34">
              <a:extLst>
                <a:ext uri="{FF2B5EF4-FFF2-40B4-BE49-F238E27FC236}">
                  <a16:creationId xmlns:a16="http://schemas.microsoft.com/office/drawing/2014/main" id="{70FC8167-B182-8F3B-6D4A-7502500361F4}"/>
                </a:ext>
              </a:extLst>
            </p:cNvPr>
            <p:cNvSpPr/>
            <p:nvPr/>
          </p:nvSpPr>
          <p:spPr>
            <a:xfrm>
              <a:off x="7788621" y="2647352"/>
              <a:ext cx="2189971"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Sebastián</a:t>
              </a:r>
            </a:p>
          </p:txBody>
        </p:sp>
        <p:sp>
          <p:nvSpPr>
            <p:cNvPr id="37" name="TextBox 36">
              <a:extLst>
                <a:ext uri="{FF2B5EF4-FFF2-40B4-BE49-F238E27FC236}">
                  <a16:creationId xmlns:a16="http://schemas.microsoft.com/office/drawing/2014/main" id="{A644A841-BB34-6E3E-2558-368BAAEDC97B}"/>
                </a:ext>
              </a:extLst>
            </p:cNvPr>
            <p:cNvSpPr txBox="1"/>
            <p:nvPr/>
          </p:nvSpPr>
          <p:spPr>
            <a:xfrm>
              <a:off x="7788621" y="2941830"/>
              <a:ext cx="2322368"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Type of institution: </a:t>
              </a:r>
              <a:r>
                <a:rPr kumimoji="0" lang="en-US" sz="8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private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Parents: </a:t>
              </a:r>
              <a:r>
                <a:rPr kumimoji="0" lang="en-US" sz="8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both hold postgraduate degrees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GPA: </a:t>
              </a:r>
              <a:r>
                <a:rPr kumimoji="0" lang="en-US" sz="8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3.5</a:t>
              </a:r>
              <a:endParaRPr kumimoji="0" lang="en-GB" sz="8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endParaRPr>
            </a:p>
          </p:txBody>
        </p:sp>
        <p:sp>
          <p:nvSpPr>
            <p:cNvPr id="38" name="Rectangle 37">
              <a:extLst>
                <a:ext uri="{FF2B5EF4-FFF2-40B4-BE49-F238E27FC236}">
                  <a16:creationId xmlns:a16="http://schemas.microsoft.com/office/drawing/2014/main" id="{D5838A74-038E-2CF2-767E-6881B69E48BF}"/>
                </a:ext>
              </a:extLst>
            </p:cNvPr>
            <p:cNvSpPr/>
            <p:nvPr/>
          </p:nvSpPr>
          <p:spPr>
            <a:xfrm>
              <a:off x="6733405" y="3718369"/>
              <a:ext cx="3377584"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Predicted probability of belonging to the highest intention‑to‑apply category: </a:t>
              </a:r>
              <a:r>
                <a:rPr kumimoji="0" lang="en-US" sz="9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73%</a:t>
              </a:r>
              <a:endParaRPr kumimoji="0" lang="en-GB" sz="9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endParaRPr>
            </a:p>
          </p:txBody>
        </p:sp>
      </p:grpSp>
      <p:grpSp>
        <p:nvGrpSpPr>
          <p:cNvPr id="46" name="Group 45">
            <a:extLst>
              <a:ext uri="{FF2B5EF4-FFF2-40B4-BE49-F238E27FC236}">
                <a16:creationId xmlns:a16="http://schemas.microsoft.com/office/drawing/2014/main" id="{06BB533D-05C4-30CE-1B42-44B62B94C663}"/>
              </a:ext>
            </a:extLst>
          </p:cNvPr>
          <p:cNvGrpSpPr/>
          <p:nvPr/>
        </p:nvGrpSpPr>
        <p:grpSpPr>
          <a:xfrm>
            <a:off x="6485825" y="4347586"/>
            <a:ext cx="3524824" cy="1635368"/>
            <a:chOff x="6586165" y="4122280"/>
            <a:chExt cx="3524824" cy="1635368"/>
          </a:xfrm>
        </p:grpSpPr>
        <p:sp>
          <p:nvSpPr>
            <p:cNvPr id="32" name="Rectangle 31">
              <a:extLst>
                <a:ext uri="{FF2B5EF4-FFF2-40B4-BE49-F238E27FC236}">
                  <a16:creationId xmlns:a16="http://schemas.microsoft.com/office/drawing/2014/main" id="{F47F0660-9651-1C48-E7E6-4B107F0B9B43}"/>
                </a:ext>
              </a:extLst>
            </p:cNvPr>
            <p:cNvSpPr/>
            <p:nvPr/>
          </p:nvSpPr>
          <p:spPr>
            <a:xfrm>
              <a:off x="6586165" y="4122280"/>
              <a:ext cx="3524824" cy="1635368"/>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9" name="Rectangle 38">
              <a:extLst>
                <a:ext uri="{FF2B5EF4-FFF2-40B4-BE49-F238E27FC236}">
                  <a16:creationId xmlns:a16="http://schemas.microsoft.com/office/drawing/2014/main" id="{13040AC9-5DA0-E18D-8F9D-EE27A4FEBEF6}"/>
                </a:ext>
              </a:extLst>
            </p:cNvPr>
            <p:cNvSpPr/>
            <p:nvPr/>
          </p:nvSpPr>
          <p:spPr>
            <a:xfrm>
              <a:off x="6733405" y="4372141"/>
              <a:ext cx="981596" cy="981596"/>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40" name="Rectangle 39">
              <a:extLst>
                <a:ext uri="{FF2B5EF4-FFF2-40B4-BE49-F238E27FC236}">
                  <a16:creationId xmlns:a16="http://schemas.microsoft.com/office/drawing/2014/main" id="{2E165799-6A4F-00D0-18DA-3C94EDD1D091}"/>
                </a:ext>
              </a:extLst>
            </p:cNvPr>
            <p:cNvSpPr/>
            <p:nvPr/>
          </p:nvSpPr>
          <p:spPr>
            <a:xfrm>
              <a:off x="7788620" y="4372141"/>
              <a:ext cx="2276760"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00" b="1">
                  <a:solidFill>
                    <a:prstClr val="black"/>
                  </a:solidFill>
                  <a:latin typeface="Avenir Next LT Pro" panose="020B0504020202020204" pitchFamily="34" charset="0"/>
                </a:rPr>
                <a:t>Felipe</a:t>
              </a:r>
              <a:endParaRPr kumimoji="0" lang="en-GB" sz="1100" b="1"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endParaRPr>
            </a:p>
          </p:txBody>
        </p:sp>
        <p:sp>
          <p:nvSpPr>
            <p:cNvPr id="42" name="Rectangle 41">
              <a:extLst>
                <a:ext uri="{FF2B5EF4-FFF2-40B4-BE49-F238E27FC236}">
                  <a16:creationId xmlns:a16="http://schemas.microsoft.com/office/drawing/2014/main" id="{2E1BC0CA-59C5-E383-BDD3-2A2A171A20EE}"/>
                </a:ext>
              </a:extLst>
            </p:cNvPr>
            <p:cNvSpPr/>
            <p:nvPr/>
          </p:nvSpPr>
          <p:spPr>
            <a:xfrm>
              <a:off x="6733405" y="5443158"/>
              <a:ext cx="3377584" cy="24986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defRPr/>
              </a:pPr>
              <a:r>
                <a:rPr lang="en-US" sz="900" b="1">
                  <a:solidFill>
                    <a:prstClr val="black"/>
                  </a:solidFill>
                  <a:latin typeface="Avenir Next LT Pro" panose="020B0504020202020204" pitchFamily="34" charset="0"/>
                </a:rPr>
                <a:t>Predicted probability of belonging to the highest intention‑to‑apply category: </a:t>
              </a:r>
              <a:r>
                <a:rPr lang="en-US" sz="900">
                  <a:solidFill>
                    <a:prstClr val="black"/>
                  </a:solidFill>
                  <a:latin typeface="Avenir Next LT Pro" panose="020B0504020202020204" pitchFamily="34" charset="0"/>
                </a:rPr>
                <a:t>47%</a:t>
              </a:r>
              <a:endParaRPr kumimoji="0" lang="en-GB" sz="90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endParaRPr>
            </a:p>
          </p:txBody>
        </p:sp>
        <p:sp>
          <p:nvSpPr>
            <p:cNvPr id="44" name="TextBox 43">
              <a:extLst>
                <a:ext uri="{FF2B5EF4-FFF2-40B4-BE49-F238E27FC236}">
                  <a16:creationId xmlns:a16="http://schemas.microsoft.com/office/drawing/2014/main" id="{B23565A8-E0AA-11CE-25BA-B5EDB71E69DC}"/>
                </a:ext>
              </a:extLst>
            </p:cNvPr>
            <p:cNvSpPr txBox="1"/>
            <p:nvPr/>
          </p:nvSpPr>
          <p:spPr>
            <a:xfrm>
              <a:off x="7788621" y="4665379"/>
              <a:ext cx="2322368" cy="584775"/>
            </a:xfrm>
            <a:prstGeom prst="rect">
              <a:avLst/>
            </a:prstGeom>
            <a:noFill/>
          </p:spPr>
          <p:txBody>
            <a:bodyPr wrap="square">
              <a:spAutoFit/>
            </a:bodyPr>
            <a:lstStyle/>
            <a:p>
              <a:pPr lvl="0">
                <a:defRPr/>
              </a:pPr>
              <a:r>
                <a:rPr lang="en-US" sz="800" b="1">
                  <a:solidFill>
                    <a:prstClr val="black"/>
                  </a:solidFill>
                  <a:latin typeface="Avenir Next LT Pro" panose="020B0504020202020204" pitchFamily="34" charset="0"/>
                </a:rPr>
                <a:t>Type of institution: </a:t>
              </a:r>
              <a:r>
                <a:rPr lang="en-US" sz="800">
                  <a:solidFill>
                    <a:prstClr val="black"/>
                  </a:solidFill>
                  <a:latin typeface="Avenir Next LT Pro" panose="020B0504020202020204" pitchFamily="34" charset="0"/>
                </a:rPr>
                <a:t>public</a:t>
              </a:r>
            </a:p>
            <a:p>
              <a:pPr lvl="0">
                <a:defRPr/>
              </a:pPr>
              <a:r>
                <a:rPr lang="en-US" sz="800" b="1">
                  <a:solidFill>
                    <a:prstClr val="black"/>
                  </a:solidFill>
                  <a:latin typeface="Avenir Next LT Pro" panose="020B0504020202020204" pitchFamily="34" charset="0"/>
                </a:rPr>
                <a:t>Parents: </a:t>
              </a:r>
              <a:r>
                <a:rPr lang="en-US" sz="800">
                  <a:solidFill>
                    <a:prstClr val="black"/>
                  </a:solidFill>
                  <a:latin typeface="Avenir Next LT Pro" panose="020B0504020202020204" pitchFamily="34" charset="0"/>
                </a:rPr>
                <a:t>neither parent holds an undergraduate degree</a:t>
              </a:r>
            </a:p>
            <a:p>
              <a:pPr lvl="0">
                <a:defRPr/>
              </a:pPr>
              <a:r>
                <a:rPr lang="en-US" sz="800" b="1">
                  <a:solidFill>
                    <a:prstClr val="black"/>
                  </a:solidFill>
                  <a:latin typeface="Avenir Next LT Pro" panose="020B0504020202020204" pitchFamily="34" charset="0"/>
                </a:rPr>
                <a:t>GPA: </a:t>
              </a:r>
              <a:r>
                <a:rPr lang="en-US" sz="800">
                  <a:solidFill>
                    <a:prstClr val="black"/>
                  </a:solidFill>
                  <a:latin typeface="Avenir Next LT Pro" panose="020B0504020202020204" pitchFamily="34" charset="0"/>
                </a:rPr>
                <a:t>3.5</a:t>
              </a:r>
              <a:endParaRPr lang="en-GB" sz="800">
                <a:solidFill>
                  <a:prstClr val="black"/>
                </a:solidFill>
                <a:latin typeface="Avenir Next LT Pro" panose="020B0504020202020204" pitchFamily="34" charset="0"/>
              </a:endParaRPr>
            </a:p>
          </p:txBody>
        </p:sp>
      </p:grpSp>
      <p:pic>
        <p:nvPicPr>
          <p:cNvPr id="12" name="Graphic 11">
            <a:extLst>
              <a:ext uri="{FF2B5EF4-FFF2-40B4-BE49-F238E27FC236}">
                <a16:creationId xmlns:a16="http://schemas.microsoft.com/office/drawing/2014/main" id="{B682FB89-A59E-C065-B7D2-AC463905EDC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896087" y="1110789"/>
            <a:ext cx="5230203" cy="5126635"/>
          </a:xfrm>
          <a:prstGeom prst="rect">
            <a:avLst/>
          </a:prstGeom>
        </p:spPr>
      </p:pic>
      <p:pic>
        <p:nvPicPr>
          <p:cNvPr id="16" name="Graphic 15" descr="Man in glasses wearing turtleneck">
            <a:extLst>
              <a:ext uri="{FF2B5EF4-FFF2-40B4-BE49-F238E27FC236}">
                <a16:creationId xmlns:a16="http://schemas.microsoft.com/office/drawing/2014/main" id="{B57BCADC-F9D6-294A-3D76-C1FBD496965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644143" y="2651873"/>
            <a:ext cx="912070" cy="1227270"/>
          </a:xfrm>
          <a:prstGeom prst="rect">
            <a:avLst/>
          </a:prstGeom>
        </p:spPr>
      </p:pic>
      <p:pic>
        <p:nvPicPr>
          <p:cNvPr id="19" name="Graphic 18" descr="Man in hoodie holding controller">
            <a:extLst>
              <a:ext uri="{FF2B5EF4-FFF2-40B4-BE49-F238E27FC236}">
                <a16:creationId xmlns:a16="http://schemas.microsoft.com/office/drawing/2014/main" id="{21E15915-ACBE-164D-6095-9DBDF42AC209}"/>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6682632" y="4370574"/>
            <a:ext cx="873581" cy="1277776"/>
          </a:xfrm>
          <a:prstGeom prst="rect">
            <a:avLst/>
          </a:prstGeom>
        </p:spPr>
      </p:pic>
    </p:spTree>
    <p:extLst>
      <p:ext uri="{BB962C8B-B14F-4D97-AF65-F5344CB8AC3E}">
        <p14:creationId xmlns:p14="http://schemas.microsoft.com/office/powerpoint/2010/main" val="183420327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bg>
      <p:bgPr>
        <a:gradFill>
          <a:gsLst>
            <a:gs pos="72000">
              <a:srgbClr val="F22D1C"/>
            </a:gs>
            <a:gs pos="0">
              <a:srgbClr val="DF102C"/>
            </a:gs>
            <a:gs pos="100000">
              <a:srgbClr val="F26665"/>
            </a:gs>
          </a:gsLst>
          <a:lin ang="3000000" scaled="0"/>
        </a:gradFill>
        <a:effectLst/>
      </p:bgPr>
    </p:bg>
    <p:spTree>
      <p:nvGrpSpPr>
        <p:cNvPr id="1" name="">
          <a:extLst>
            <a:ext uri="{FF2B5EF4-FFF2-40B4-BE49-F238E27FC236}">
              <a16:creationId xmlns:a16="http://schemas.microsoft.com/office/drawing/2014/main" id="{7E800C11-A6BA-B7E4-191F-4F19E343BD88}"/>
            </a:ext>
          </a:extLst>
        </p:cNvPr>
        <p:cNvGrpSpPr/>
        <p:nvPr/>
      </p:nvGrpSpPr>
      <p:grpSpPr>
        <a:xfrm>
          <a:off x="0" y="0"/>
          <a:ext cx="0" cy="0"/>
          <a:chOff x="0" y="0"/>
          <a:chExt cx="0" cy="0"/>
        </a:xfrm>
      </p:grpSpPr>
      <p:sp>
        <p:nvSpPr>
          <p:cNvPr id="3" name="Date Placeholder 3">
            <a:extLst>
              <a:ext uri="{FF2B5EF4-FFF2-40B4-BE49-F238E27FC236}">
                <a16:creationId xmlns:a16="http://schemas.microsoft.com/office/drawing/2014/main" id="{A5E0F807-02BB-D471-EADC-6EEF889FE06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pic>
        <p:nvPicPr>
          <p:cNvPr id="6" name="Picture 2" descr="Foro Enseñanza e Investigación de las Políticas Públicas en Colombia – En  homenaje a Luis Fernando Aguilar Villanueva">
            <a:extLst>
              <a:ext uri="{FF2B5EF4-FFF2-40B4-BE49-F238E27FC236}">
                <a16:creationId xmlns:a16="http://schemas.microsoft.com/office/drawing/2014/main" id="{16142BC6-FF1E-7CE6-4BC1-8643DCF0BB0F}"/>
              </a:ext>
            </a:extLst>
          </p:cNvPr>
          <p:cNvPicPr>
            <a:picLocks noChangeAspect="1" noChangeArrowheads="1"/>
          </p:cNvPicPr>
          <p:nvPr/>
        </p:nvPicPr>
        <p:blipFill rotWithShape="1">
          <a:blip r:embed="rId3" cstate="print">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val="0"/>
              </a:ext>
            </a:extLst>
          </a:blip>
          <a:srcRect t="1" b="39588"/>
          <a:stretch/>
        </p:blipFill>
        <p:spPr bwMode="auto">
          <a:xfrm>
            <a:off x="1071562" y="357805"/>
            <a:ext cx="1843086" cy="601994"/>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0C512243-EC93-FF6C-A0BA-A511B1D31C6D}"/>
              </a:ext>
            </a:extLst>
          </p:cNvPr>
          <p:cNvSpPr txBox="1"/>
          <p:nvPr/>
        </p:nvSpPr>
        <p:spPr>
          <a:xfrm>
            <a:off x="1071562" y="1394866"/>
            <a:ext cx="9584247" cy="1295163"/>
          </a:xfrm>
          <a:prstGeom prst="rect">
            <a:avLst/>
          </a:prstGeom>
          <a:noFill/>
        </p:spPr>
        <p:txBody>
          <a:bodyPr wrap="square" rtlCol="0">
            <a:spAutoFit/>
          </a:bodyPr>
          <a:lstStyle/>
          <a:p>
            <a:pPr marL="0" marR="0" lvl="0" indent="0" algn="l" defTabSz="914400" rtl="0" eaLnBrk="1" fontAlgn="auto" latinLnBrk="0" hangingPunct="1">
              <a:lnSpc>
                <a:spcPts val="4600"/>
              </a:lnSpc>
              <a:spcBef>
                <a:spcPts val="0"/>
              </a:spcBef>
              <a:spcAft>
                <a:spcPts val="0"/>
              </a:spcAft>
              <a:buClrTx/>
              <a:buSzTx/>
              <a:buFontTx/>
              <a:buNone/>
              <a:tabLst/>
              <a:defRPr/>
            </a:pPr>
            <a:r>
              <a:rPr kumimoji="0" lang="en-GB" sz="4800" b="0" i="0" u="none" strike="noStrike" kern="1200" cap="none" spc="0" normalizeH="0" baseline="0" noProof="0" dirty="0">
                <a:ln>
                  <a:noFill/>
                </a:ln>
                <a:solidFill>
                  <a:prstClr val="white"/>
                </a:solidFill>
                <a:effectLst/>
                <a:uLnTx/>
                <a:uFillTx/>
                <a:latin typeface="Aptos Black" panose="020F0502020204030204" pitchFamily="34" charset="0"/>
                <a:ea typeface="+mn-ea"/>
                <a:cs typeface="+mn-cs"/>
              </a:rPr>
              <a:t>On P-values and statistical significance</a:t>
            </a:r>
          </a:p>
        </p:txBody>
      </p:sp>
      <p:pic>
        <p:nvPicPr>
          <p:cNvPr id="18" name="Picture 17">
            <a:extLst>
              <a:ext uri="{FF2B5EF4-FFF2-40B4-BE49-F238E27FC236}">
                <a16:creationId xmlns:a16="http://schemas.microsoft.com/office/drawing/2014/main" id="{E2B67101-22A0-5D14-5964-CFE3FCCF5B83}"/>
              </a:ext>
            </a:extLst>
          </p:cNvPr>
          <p:cNvPicPr>
            <a:picLocks noChangeAspect="1"/>
          </p:cNvPicPr>
          <p:nvPr/>
        </p:nvPicPr>
        <p:blipFill>
          <a:blip r:embed="rId5"/>
          <a:stretch>
            <a:fillRect/>
          </a:stretch>
        </p:blipFill>
        <p:spPr>
          <a:xfrm>
            <a:off x="143080" y="6102984"/>
            <a:ext cx="5249008" cy="609685"/>
          </a:xfrm>
          <a:prstGeom prst="rect">
            <a:avLst/>
          </a:prstGeom>
        </p:spPr>
      </p:pic>
      <p:sp>
        <p:nvSpPr>
          <p:cNvPr id="2" name="Título 1">
            <a:extLst>
              <a:ext uri="{FF2B5EF4-FFF2-40B4-BE49-F238E27FC236}">
                <a16:creationId xmlns:a16="http://schemas.microsoft.com/office/drawing/2014/main" id="{ED9DA382-BB5B-BFF6-9AA5-262D6F4565A2}"/>
              </a:ext>
            </a:extLst>
          </p:cNvPr>
          <p:cNvSpPr txBox="1">
            <a:spLocks/>
          </p:cNvSpPr>
          <p:nvPr/>
        </p:nvSpPr>
        <p:spPr>
          <a:xfrm>
            <a:off x="1071562" y="2690029"/>
            <a:ext cx="6136062" cy="475354"/>
          </a:xfrm>
          <a:prstGeom prst="rect">
            <a:avLst/>
          </a:prstGeom>
          <a:noFill/>
        </p:spPr>
        <p:txBody>
          <a:bodyPr>
            <a:noAutofit/>
          </a:bodyPr>
          <a:lstStyle>
            <a:lvl1pPr algn="l" defTabSz="914400" rtl="0" eaLnBrk="1" latinLnBrk="0" hangingPunct="1">
              <a:lnSpc>
                <a:spcPct val="90000"/>
              </a:lnSpc>
              <a:spcBef>
                <a:spcPct val="0"/>
              </a:spcBef>
              <a:buNone/>
              <a:defRPr sz="4400" kern="1200">
                <a:solidFill>
                  <a:schemeClr val="tx1"/>
                </a:solidFill>
                <a:latin typeface="Verdana" panose="020B0604030504040204"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endParaRPr kumimoji="0" lang="en-GB" sz="4400" b="1" i="0" u="none" strike="noStrike" kern="1200" cap="none" spc="0" normalizeH="0" baseline="0" noProof="0" dirty="0">
              <a:ln>
                <a:noFill/>
              </a:ln>
              <a:solidFill>
                <a:prstClr val="white"/>
              </a:solidFill>
              <a:effectLst/>
              <a:uLnTx/>
              <a:uFillTx/>
              <a:latin typeface="Aptos SemiBold" panose="020F0502020204030204" pitchFamily="34" charset="0"/>
              <a:ea typeface="+mj-ea"/>
              <a:cs typeface="+mj-cs"/>
            </a:endParaRPr>
          </a:p>
        </p:txBody>
      </p:sp>
    </p:spTree>
    <p:extLst>
      <p:ext uri="{BB962C8B-B14F-4D97-AF65-F5344CB8AC3E}">
        <p14:creationId xmlns:p14="http://schemas.microsoft.com/office/powerpoint/2010/main" val="543557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F2C6F4-825F-7024-F093-8B20A611FC37}"/>
            </a:ext>
          </a:extLst>
        </p:cNvPr>
        <p:cNvGrpSpPr/>
        <p:nvPr/>
      </p:nvGrpSpPr>
      <p:grpSpPr>
        <a:xfrm>
          <a:off x="0" y="0"/>
          <a:ext cx="0" cy="0"/>
          <a:chOff x="0" y="0"/>
          <a:chExt cx="0" cy="0"/>
        </a:xfrm>
      </p:grpSpPr>
      <p:sp>
        <p:nvSpPr>
          <p:cNvPr id="4" name="Date Placeholder 3 1">
            <a:extLst>
              <a:ext uri="{FF2B5EF4-FFF2-40B4-BE49-F238E27FC236}">
                <a16:creationId xmlns:a16="http://schemas.microsoft.com/office/drawing/2014/main" id="{B1375C0A-ECBE-FFAB-23B2-7F50AFD506A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s-CO"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s-CO" sz="1200" b="0" i="0" u="none" strike="noStrike" kern="1200" cap="none" spc="0" normalizeH="0" baseline="0" noProof="0" dirty="0">
              <a:ln>
                <a:noFill/>
              </a:ln>
              <a:solidFill>
                <a:prstClr val="white"/>
              </a:solidFill>
              <a:effectLst/>
              <a:uLnTx/>
              <a:uFillTx/>
              <a:latin typeface="Aptos" panose="020B0004020202020204"/>
              <a:ea typeface="+mn-ea"/>
              <a:cs typeface="+mn-cs"/>
            </a:endParaRPr>
          </a:p>
        </p:txBody>
      </p:sp>
      <p:sp>
        <p:nvSpPr>
          <p:cNvPr id="5" name="Slide Number Placeholder 2">
            <a:extLst>
              <a:ext uri="{FF2B5EF4-FFF2-40B4-BE49-F238E27FC236}">
                <a16:creationId xmlns:a16="http://schemas.microsoft.com/office/drawing/2014/main" id="{F0A13E72-7C61-DDD9-6817-25E5FB33083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s-CO"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s-CO" sz="1200" b="0" i="0" u="none" strike="noStrike" kern="1200" cap="none" spc="0" normalizeH="0" baseline="0" noProof="0" dirty="0">
              <a:ln>
                <a:noFill/>
              </a:ln>
              <a:solidFill>
                <a:prstClr val="black">
                  <a:lumMod val="50000"/>
                  <a:lumOff val="50000"/>
                </a:prstClr>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863E414F-4AE6-A7BB-6C4E-316046AEFFB4}"/>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s-CO"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s-CO" sz="1200" b="0" i="0" u="none" strike="noStrike" kern="1200" cap="none" spc="0" normalizeH="0" baseline="0" noProof="0" dirty="0">
              <a:ln>
                <a:noFill/>
              </a:ln>
              <a:solidFill>
                <a:prstClr val="black">
                  <a:lumMod val="50000"/>
                  <a:lumOff val="50000"/>
                </a:prstClr>
              </a:solidFill>
              <a:effectLst/>
              <a:uLnTx/>
              <a:uFillTx/>
              <a:latin typeface="Aptos" panose="020B0004020202020204"/>
              <a:ea typeface="+mn-ea"/>
              <a:cs typeface="+mn-cs"/>
            </a:endParaRPr>
          </a:p>
        </p:txBody>
      </p:sp>
      <p:sp>
        <p:nvSpPr>
          <p:cNvPr id="9" name="TextBox 8">
            <a:extLst>
              <a:ext uri="{FF2B5EF4-FFF2-40B4-BE49-F238E27FC236}">
                <a16:creationId xmlns:a16="http://schemas.microsoft.com/office/drawing/2014/main" id="{D74BC463-50A4-F55E-6038-4D24E6ACC710}"/>
              </a:ext>
            </a:extLst>
          </p:cNvPr>
          <p:cNvSpPr txBox="1"/>
          <p:nvPr/>
        </p:nvSpPr>
        <p:spPr>
          <a:xfrm>
            <a:off x="891589" y="1752592"/>
            <a:ext cx="6098058" cy="523220"/>
          </a:xfrm>
          <a:prstGeom prst="rect">
            <a:avLst/>
          </a:prstGeom>
          <a:noFill/>
        </p:spPr>
        <p:txBody>
          <a:bodyPr wrap="square">
            <a:spAutoFit/>
          </a:bodyPr>
          <a:lstStyle/>
          <a:p>
            <a:r>
              <a:rPr lang="en-US" sz="1400" dirty="0"/>
              <a:t>In a conservative approach, until proven otherwise, the null hypothesis is assumed to be valid. </a:t>
            </a:r>
            <a:r>
              <a:rPr lang="en-US" sz="1400" b="1" dirty="0">
                <a:highlight>
                  <a:srgbClr val="FFC000"/>
                </a:highlight>
              </a:rPr>
              <a:t>When analyzing a hypothesis test, we want to know:</a:t>
            </a:r>
          </a:p>
        </p:txBody>
      </p:sp>
      <p:sp>
        <p:nvSpPr>
          <p:cNvPr id="16" name="TextBox 15">
            <a:extLst>
              <a:ext uri="{FF2B5EF4-FFF2-40B4-BE49-F238E27FC236}">
                <a16:creationId xmlns:a16="http://schemas.microsoft.com/office/drawing/2014/main" id="{C3EFB6FA-DBD5-DB80-DE4C-DD031F50FB56}"/>
              </a:ext>
            </a:extLst>
          </p:cNvPr>
          <p:cNvSpPr txBox="1"/>
          <p:nvPr/>
        </p:nvSpPr>
        <p:spPr>
          <a:xfrm>
            <a:off x="928556" y="2429315"/>
            <a:ext cx="4479942" cy="738664"/>
          </a:xfrm>
          <a:prstGeom prst="rect">
            <a:avLst/>
          </a:prstGeom>
          <a:noFill/>
        </p:spPr>
        <p:txBody>
          <a:bodyPr wrap="square">
            <a:spAutoFit/>
          </a:bodyPr>
          <a:lstStyle/>
          <a:p>
            <a:r>
              <a:rPr lang="en-US" sz="1400" dirty="0"/>
              <a:t>What is the probability of obtaining results like those observed in the sample if the null hypothesis were actually true?</a:t>
            </a:r>
          </a:p>
        </p:txBody>
      </p:sp>
      <p:sp>
        <p:nvSpPr>
          <p:cNvPr id="18" name="TextBox 17">
            <a:extLst>
              <a:ext uri="{FF2B5EF4-FFF2-40B4-BE49-F238E27FC236}">
                <a16:creationId xmlns:a16="http://schemas.microsoft.com/office/drawing/2014/main" id="{0FEB4BEC-1D8C-568A-9E6C-193FD5D3D173}"/>
              </a:ext>
            </a:extLst>
          </p:cNvPr>
          <p:cNvSpPr txBox="1"/>
          <p:nvPr/>
        </p:nvSpPr>
        <p:spPr>
          <a:xfrm>
            <a:off x="1165777" y="3321482"/>
            <a:ext cx="4251473" cy="954107"/>
          </a:xfrm>
          <a:prstGeom prst="rect">
            <a:avLst/>
          </a:prstGeom>
          <a:noFill/>
        </p:spPr>
        <p:txBody>
          <a:bodyPr wrap="square">
            <a:spAutoFit/>
          </a:bodyPr>
          <a:lstStyle/>
          <a:p>
            <a:r>
              <a:rPr lang="en-US" sz="1400" b="1" dirty="0"/>
              <a:t>This probability is the p-value.</a:t>
            </a:r>
          </a:p>
          <a:p>
            <a:r>
              <a:rPr lang="en-US" sz="1400" b="1" dirty="0">
                <a:highlight>
                  <a:srgbClr val="FFC000"/>
                </a:highlight>
              </a:rPr>
              <a:t>A p-value &lt; 0.05 means that</a:t>
            </a:r>
            <a:r>
              <a:rPr lang="en-US" sz="1400" dirty="0"/>
              <a:t>: there is only a 5% or lower probability that a result like the one observed in the sample would occur under the null hypothesis. </a:t>
            </a:r>
          </a:p>
        </p:txBody>
      </p:sp>
      <p:sp>
        <p:nvSpPr>
          <p:cNvPr id="19" name="Rectangle 18">
            <a:extLst>
              <a:ext uri="{FF2B5EF4-FFF2-40B4-BE49-F238E27FC236}">
                <a16:creationId xmlns:a16="http://schemas.microsoft.com/office/drawing/2014/main" id="{54F475F6-E7A2-596A-9192-9699937E43A5}"/>
              </a:ext>
            </a:extLst>
          </p:cNvPr>
          <p:cNvSpPr/>
          <p:nvPr/>
        </p:nvSpPr>
        <p:spPr>
          <a:xfrm>
            <a:off x="1078877" y="3321482"/>
            <a:ext cx="45719" cy="954107"/>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5C7F101B-F391-23F4-ED8E-DB0870F1D1E4}"/>
              </a:ext>
            </a:extLst>
          </p:cNvPr>
          <p:cNvSpPr txBox="1"/>
          <p:nvPr/>
        </p:nvSpPr>
        <p:spPr>
          <a:xfrm>
            <a:off x="891589" y="4526457"/>
            <a:ext cx="6098058" cy="954107"/>
          </a:xfrm>
          <a:prstGeom prst="rect">
            <a:avLst/>
          </a:prstGeom>
          <a:noFill/>
        </p:spPr>
        <p:txBody>
          <a:bodyPr wrap="square">
            <a:spAutoFit/>
          </a:bodyPr>
          <a:lstStyle>
            <a:defPPr>
              <a:defRPr lang="en-US"/>
            </a:defPPr>
            <a:lvl1pPr>
              <a:defRPr sz="1400"/>
            </a:lvl1pPr>
          </a:lstStyle>
          <a:p>
            <a:r>
              <a:rPr lang="en-US" dirty="0"/>
              <a:t>If this happens, we should reject the null hypothesis that there is no treatment effect and conclude that, given the available data, the treatment had an effect. </a:t>
            </a:r>
            <a:r>
              <a:rPr lang="en-US" b="1" dirty="0">
                <a:highlight>
                  <a:srgbClr val="FFC000"/>
                </a:highlight>
              </a:rPr>
              <a:t>In other words, the treatment effect was significantly different from zero.</a:t>
            </a:r>
          </a:p>
        </p:txBody>
      </p:sp>
      <p:sp>
        <p:nvSpPr>
          <p:cNvPr id="24" name="Right Brace 23">
            <a:extLst>
              <a:ext uri="{FF2B5EF4-FFF2-40B4-BE49-F238E27FC236}">
                <a16:creationId xmlns:a16="http://schemas.microsoft.com/office/drawing/2014/main" id="{F4FE8039-FF88-6FCA-311C-98D270124226}"/>
              </a:ext>
            </a:extLst>
          </p:cNvPr>
          <p:cNvSpPr/>
          <p:nvPr/>
        </p:nvSpPr>
        <p:spPr>
          <a:xfrm>
            <a:off x="6829009" y="1752592"/>
            <a:ext cx="577679" cy="3727972"/>
          </a:xfrm>
          <a:prstGeom prst="rightBrace">
            <a:avLst>
              <a:gd name="adj1" fmla="val 0"/>
              <a:gd name="adj2" fmla="val 11747"/>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5" name="Freeform: Shape 24">
            <a:extLst>
              <a:ext uri="{FF2B5EF4-FFF2-40B4-BE49-F238E27FC236}">
                <a16:creationId xmlns:a16="http://schemas.microsoft.com/office/drawing/2014/main" id="{8AF20693-FE31-8369-DA60-4E4F73CC08A2}"/>
              </a:ext>
            </a:extLst>
          </p:cNvPr>
          <p:cNvSpPr/>
          <p:nvPr/>
        </p:nvSpPr>
        <p:spPr>
          <a:xfrm>
            <a:off x="7561601" y="2102076"/>
            <a:ext cx="182880" cy="182880"/>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sz="1400" dirty="0"/>
          </a:p>
        </p:txBody>
      </p:sp>
      <p:sp>
        <p:nvSpPr>
          <p:cNvPr id="27" name="TextBox 26">
            <a:extLst>
              <a:ext uri="{FF2B5EF4-FFF2-40B4-BE49-F238E27FC236}">
                <a16:creationId xmlns:a16="http://schemas.microsoft.com/office/drawing/2014/main" id="{9924CF9A-4E99-580E-1ED4-0079871FDE5E}"/>
              </a:ext>
            </a:extLst>
          </p:cNvPr>
          <p:cNvSpPr txBox="1"/>
          <p:nvPr/>
        </p:nvSpPr>
        <p:spPr>
          <a:xfrm>
            <a:off x="7735337" y="2014202"/>
            <a:ext cx="3345145" cy="1877437"/>
          </a:xfrm>
          <a:prstGeom prst="rect">
            <a:avLst/>
          </a:prstGeom>
          <a:noFill/>
        </p:spPr>
        <p:txBody>
          <a:bodyPr wrap="square">
            <a:spAutoFit/>
          </a:bodyPr>
          <a:lstStyle/>
          <a:p>
            <a:r>
              <a:rPr lang="en-US" sz="1400" b="0" dirty="0">
                <a:solidFill>
                  <a:schemeClr val="bg1"/>
                </a:solidFill>
                <a:highlight>
                  <a:srgbClr val="FF0000"/>
                </a:highlight>
              </a:rPr>
              <a:t>If you see a p-value of 0.01, this does not mean that there is a 1% probability that the result is due to chance.</a:t>
            </a:r>
          </a:p>
          <a:p>
            <a:endParaRPr lang="en-US" sz="1400" dirty="0"/>
          </a:p>
          <a:p>
            <a:r>
              <a:rPr lang="en-US" sz="1400" b="0" dirty="0">
                <a:solidFill>
                  <a:schemeClr val="bg1"/>
                </a:solidFill>
                <a:highlight>
                  <a:srgbClr val="00B050"/>
                </a:highlight>
              </a:rPr>
              <a:t>The p-value represents the probability of observing the results obtained, or more extreme results, assuming that the null hypothesis is actually true.</a:t>
            </a:r>
            <a:endParaRPr lang="es-ES" sz="1800" dirty="0">
              <a:solidFill>
                <a:schemeClr val="bg1"/>
              </a:solidFill>
              <a:highlight>
                <a:srgbClr val="00B050"/>
              </a:highlight>
            </a:endParaRPr>
          </a:p>
        </p:txBody>
      </p:sp>
      <p:sp>
        <p:nvSpPr>
          <p:cNvPr id="31" name="TextBox 30">
            <a:extLst>
              <a:ext uri="{FF2B5EF4-FFF2-40B4-BE49-F238E27FC236}">
                <a16:creationId xmlns:a16="http://schemas.microsoft.com/office/drawing/2014/main" id="{A8996E31-7B47-B977-1266-6A4AA54B4BA0}"/>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Use of the p-value in hypothesis testing</a:t>
            </a:r>
          </a:p>
        </p:txBody>
      </p:sp>
      <p:sp>
        <p:nvSpPr>
          <p:cNvPr id="32" name="Freeform: Shape 31">
            <a:extLst>
              <a:ext uri="{FF2B5EF4-FFF2-40B4-BE49-F238E27FC236}">
                <a16:creationId xmlns:a16="http://schemas.microsoft.com/office/drawing/2014/main" id="{0EC598C1-2F39-4F11-3B0B-9EEDCFE538CE}"/>
              </a:ext>
            </a:extLst>
          </p:cNvPr>
          <p:cNvSpPr/>
          <p:nvPr/>
        </p:nvSpPr>
        <p:spPr>
          <a:xfrm>
            <a:off x="7561601" y="2905417"/>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00B050"/>
          </a:solidFill>
          <a:ln w="5358" cap="flat">
            <a:noFill/>
            <a:prstDash val="solid"/>
            <a:miter/>
          </a:ln>
        </p:spPr>
        <p:txBody>
          <a:bodyPr rtlCol="0" anchor="ctr"/>
          <a:lstStyle/>
          <a:p>
            <a:endParaRPr lang="en-US" noProof="0"/>
          </a:p>
        </p:txBody>
      </p:sp>
    </p:spTree>
    <p:extLst>
      <p:ext uri="{BB962C8B-B14F-4D97-AF65-F5344CB8AC3E}">
        <p14:creationId xmlns:p14="http://schemas.microsoft.com/office/powerpoint/2010/main" val="100534554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fade">
                                      <p:cBhvr>
                                        <p:cTn id="18" dur="500"/>
                                        <p:tgtEl>
                                          <p:spTgt spid="1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4"/>
                                        </p:tgtEl>
                                        <p:attrNameLst>
                                          <p:attrName>style.visibility</p:attrName>
                                        </p:attrNameLst>
                                      </p:cBhvr>
                                      <p:to>
                                        <p:strVal val="visible"/>
                                      </p:to>
                                    </p:set>
                                    <p:animEffect transition="in" filter="fade">
                                      <p:cBhvr>
                                        <p:cTn id="28" dur="500"/>
                                        <p:tgtEl>
                                          <p:spTgt spid="2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7"/>
                                        </p:tgtEl>
                                        <p:attrNameLst>
                                          <p:attrName>style.visibility</p:attrName>
                                        </p:attrNameLst>
                                      </p:cBhvr>
                                      <p:to>
                                        <p:strVal val="visible"/>
                                      </p:to>
                                    </p:set>
                                    <p:animEffect transition="in" filter="fade">
                                      <p:cBhvr>
                                        <p:cTn id="31" dur="500"/>
                                        <p:tgtEl>
                                          <p:spTgt spid="27"/>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5"/>
                                        </p:tgtEl>
                                        <p:attrNameLst>
                                          <p:attrName>style.visibility</p:attrName>
                                        </p:attrNameLst>
                                      </p:cBhvr>
                                      <p:to>
                                        <p:strVal val="visible"/>
                                      </p:to>
                                    </p:set>
                                    <p:animEffect transition="in" filter="fade">
                                      <p:cBhvr>
                                        <p:cTn id="34" dur="500"/>
                                        <p:tgtEl>
                                          <p:spTgt spid="25"/>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32"/>
                                        </p:tgtEl>
                                        <p:attrNameLst>
                                          <p:attrName>style.visibility</p:attrName>
                                        </p:attrNameLst>
                                      </p:cBhvr>
                                      <p:to>
                                        <p:strVal val="visible"/>
                                      </p:to>
                                    </p:set>
                                    <p:animEffect transition="in" filter="fade">
                                      <p:cBhvr>
                                        <p:cTn id="3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6" grpId="0"/>
      <p:bldP spid="18" grpId="0"/>
      <p:bldP spid="19" grpId="0" animBg="1"/>
      <p:bldP spid="23" grpId="0"/>
      <p:bldP spid="24" grpId="0" animBg="1"/>
      <p:bldP spid="25" grpId="0" animBg="1"/>
      <p:bldP spid="27" grpId="0"/>
      <p:bldP spid="32"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522A5D-7C5A-05D8-D00A-638B2134BAFA}"/>
            </a:ext>
          </a:extLst>
        </p:cNvPr>
        <p:cNvGrpSpPr/>
        <p:nvPr/>
      </p:nvGrpSpPr>
      <p:grpSpPr>
        <a:xfrm>
          <a:off x="0" y="0"/>
          <a:ext cx="0" cy="0"/>
          <a:chOff x="0" y="0"/>
          <a:chExt cx="0" cy="0"/>
        </a:xfrm>
      </p:grpSpPr>
      <p:sp>
        <p:nvSpPr>
          <p:cNvPr id="38" name="Rectangle 37">
            <a:extLst>
              <a:ext uri="{FF2B5EF4-FFF2-40B4-BE49-F238E27FC236}">
                <a16:creationId xmlns:a16="http://schemas.microsoft.com/office/drawing/2014/main" id="{4F6CFC72-9636-4628-9635-B2C83BAAFB46}"/>
              </a:ext>
            </a:extLst>
          </p:cNvPr>
          <p:cNvSpPr/>
          <p:nvPr/>
        </p:nvSpPr>
        <p:spPr>
          <a:xfrm>
            <a:off x="1027046" y="4385604"/>
            <a:ext cx="981596" cy="981596"/>
          </a:xfrm>
          <a:prstGeom prst="rect">
            <a:avLst/>
          </a:prstGeom>
          <a:solidFill>
            <a:srgbClr val="00B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37" name="Rectangle 36">
            <a:extLst>
              <a:ext uri="{FF2B5EF4-FFF2-40B4-BE49-F238E27FC236}">
                <a16:creationId xmlns:a16="http://schemas.microsoft.com/office/drawing/2014/main" id="{684158DA-3908-B7F6-2FBB-FEA8F75C1C81}"/>
              </a:ext>
            </a:extLst>
          </p:cNvPr>
          <p:cNvSpPr/>
          <p:nvPr/>
        </p:nvSpPr>
        <p:spPr>
          <a:xfrm>
            <a:off x="1027046" y="2513711"/>
            <a:ext cx="981596" cy="981596"/>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5" name="Slide Number Placeholder 2">
            <a:extLst>
              <a:ext uri="{FF2B5EF4-FFF2-40B4-BE49-F238E27FC236}">
                <a16:creationId xmlns:a16="http://schemas.microsoft.com/office/drawing/2014/main" id="{2C8A5B36-6191-2AF7-A434-BC19D719590B}"/>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22B6A0C7-2B5E-2E11-7C56-DF7F6243222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95B400D1-7DB4-C4FF-4175-E2955701B84F}"/>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A1DA4DF8-B26E-02CA-FEC8-E89F509DD78B}"/>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Use of the p-value in hypothesis testing</a:t>
            </a:r>
          </a:p>
        </p:txBody>
      </p:sp>
      <p:sp>
        <p:nvSpPr>
          <p:cNvPr id="21" name="TextBox 20">
            <a:extLst>
              <a:ext uri="{FF2B5EF4-FFF2-40B4-BE49-F238E27FC236}">
                <a16:creationId xmlns:a16="http://schemas.microsoft.com/office/drawing/2014/main" id="{94DB6F09-5AD0-8F80-4097-C64595E71328}"/>
              </a:ext>
            </a:extLst>
          </p:cNvPr>
          <p:cNvSpPr txBox="1"/>
          <p:nvPr/>
        </p:nvSpPr>
        <p:spPr>
          <a:xfrm>
            <a:off x="891589" y="1536317"/>
            <a:ext cx="7127946" cy="584775"/>
          </a:xfrm>
          <a:prstGeom prst="rect">
            <a:avLst/>
          </a:prstGeom>
          <a:noFill/>
        </p:spPr>
        <p:txBody>
          <a:bodyPr wrap="square">
            <a:spAutoFit/>
          </a:bodyPr>
          <a:lstStyle/>
          <a:p>
            <a:r>
              <a:rPr lang="en-US" sz="1600" dirty="0"/>
              <a:t>Researchers are interested in whether </a:t>
            </a:r>
            <a:r>
              <a:rPr lang="en-US" sz="1600" b="1" dirty="0">
                <a:solidFill>
                  <a:schemeClr val="bg1"/>
                </a:solidFill>
                <a:highlight>
                  <a:srgbClr val="FF0000"/>
                </a:highlight>
              </a:rPr>
              <a:t>exposure to online fake news </a:t>
            </a:r>
            <a:r>
              <a:rPr lang="en-US" sz="1600" dirty="0"/>
              <a:t>is associated with </a:t>
            </a:r>
            <a:r>
              <a:rPr lang="en-US" sz="1600" b="1" dirty="0">
                <a:solidFill>
                  <a:schemeClr val="bg1"/>
                </a:solidFill>
                <a:highlight>
                  <a:srgbClr val="63B8FF"/>
                </a:highlight>
              </a:rPr>
              <a:t>lower trust in democratic institutions</a:t>
            </a:r>
            <a:r>
              <a:rPr lang="en-US" sz="1600" dirty="0"/>
              <a:t>.</a:t>
            </a:r>
          </a:p>
        </p:txBody>
      </p:sp>
      <p:pic>
        <p:nvPicPr>
          <p:cNvPr id="28" name="Graphic 27" descr="Man in business attire">
            <a:extLst>
              <a:ext uri="{FF2B5EF4-FFF2-40B4-BE49-F238E27FC236}">
                <a16:creationId xmlns:a16="http://schemas.microsoft.com/office/drawing/2014/main" id="{7614E3AD-70FF-EAC7-6A62-C6C73389C630}"/>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031775" y="4261206"/>
            <a:ext cx="854282" cy="1153594"/>
          </a:xfrm>
          <a:prstGeom prst="rect">
            <a:avLst/>
          </a:prstGeom>
        </p:spPr>
      </p:pic>
      <p:pic>
        <p:nvPicPr>
          <p:cNvPr id="30" name="Graphic 29" descr="Woman holding a laptop">
            <a:extLst>
              <a:ext uri="{FF2B5EF4-FFF2-40B4-BE49-F238E27FC236}">
                <a16:creationId xmlns:a16="http://schemas.microsoft.com/office/drawing/2014/main" id="{00A79DAE-9D87-2960-B293-5FEFD4C7F5B3}"/>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031775" y="2392630"/>
            <a:ext cx="1135381" cy="1153595"/>
          </a:xfrm>
          <a:prstGeom prst="rect">
            <a:avLst/>
          </a:prstGeom>
        </p:spPr>
      </p:pic>
      <p:sp>
        <p:nvSpPr>
          <p:cNvPr id="31" name="TextBox 30">
            <a:extLst>
              <a:ext uri="{FF2B5EF4-FFF2-40B4-BE49-F238E27FC236}">
                <a16:creationId xmlns:a16="http://schemas.microsoft.com/office/drawing/2014/main" id="{2D4B223B-7A06-FD86-1CA7-A9E2A1304366}"/>
              </a:ext>
            </a:extLst>
          </p:cNvPr>
          <p:cNvSpPr txBox="1"/>
          <p:nvPr/>
        </p:nvSpPr>
        <p:spPr>
          <a:xfrm>
            <a:off x="2167156" y="2468727"/>
            <a:ext cx="2833469" cy="307777"/>
          </a:xfrm>
          <a:prstGeom prst="rect">
            <a:avLst/>
          </a:prstGeom>
          <a:noFill/>
        </p:spPr>
        <p:txBody>
          <a:bodyPr wrap="square">
            <a:spAutoFit/>
          </a:bodyPr>
          <a:lstStyle/>
          <a:p>
            <a:r>
              <a:rPr lang="en-US" sz="1400" b="1" dirty="0">
                <a:solidFill>
                  <a:srgbClr val="FF0000"/>
                </a:solidFill>
              </a:rPr>
              <a:t>Fake news consumption</a:t>
            </a:r>
          </a:p>
        </p:txBody>
      </p:sp>
      <p:sp>
        <p:nvSpPr>
          <p:cNvPr id="33" name="TextBox 32">
            <a:extLst>
              <a:ext uri="{FF2B5EF4-FFF2-40B4-BE49-F238E27FC236}">
                <a16:creationId xmlns:a16="http://schemas.microsoft.com/office/drawing/2014/main" id="{601DA725-F350-1311-7EEA-92306095B7AF}"/>
              </a:ext>
            </a:extLst>
          </p:cNvPr>
          <p:cNvSpPr txBox="1"/>
          <p:nvPr/>
        </p:nvSpPr>
        <p:spPr>
          <a:xfrm>
            <a:off x="2171885" y="2775650"/>
            <a:ext cx="4710829" cy="738664"/>
          </a:xfrm>
          <a:prstGeom prst="rect">
            <a:avLst/>
          </a:prstGeom>
          <a:noFill/>
        </p:spPr>
        <p:txBody>
          <a:bodyPr wrap="square">
            <a:spAutoFit/>
          </a:bodyPr>
          <a:lstStyle>
            <a:defPPr>
              <a:defRPr lang="en-US"/>
            </a:defPPr>
            <a:lvl1pPr>
              <a:defRPr sz="1600"/>
            </a:lvl1pPr>
          </a:lstStyle>
          <a:p>
            <a:r>
              <a:rPr lang="en-US" sz="1400" dirty="0"/>
              <a:t>Frequency with which individuals are exposed to or engage with online misinformation (e.g. self-reported exposure, interaction with known misinformation sources).</a:t>
            </a:r>
          </a:p>
        </p:txBody>
      </p:sp>
      <p:sp>
        <p:nvSpPr>
          <p:cNvPr id="34" name="TextBox 33">
            <a:extLst>
              <a:ext uri="{FF2B5EF4-FFF2-40B4-BE49-F238E27FC236}">
                <a16:creationId xmlns:a16="http://schemas.microsoft.com/office/drawing/2014/main" id="{7D8636B8-C56E-D936-CE4C-5E0F509A5538}"/>
              </a:ext>
            </a:extLst>
          </p:cNvPr>
          <p:cNvSpPr txBox="1"/>
          <p:nvPr/>
        </p:nvSpPr>
        <p:spPr>
          <a:xfrm>
            <a:off x="2167156" y="4295158"/>
            <a:ext cx="1495173" cy="523220"/>
          </a:xfrm>
          <a:prstGeom prst="rect">
            <a:avLst/>
          </a:prstGeom>
          <a:noFill/>
        </p:spPr>
        <p:txBody>
          <a:bodyPr wrap="square">
            <a:spAutoFit/>
          </a:bodyPr>
          <a:lstStyle/>
          <a:p>
            <a:r>
              <a:rPr lang="en-US" sz="1400" b="1" dirty="0">
                <a:solidFill>
                  <a:srgbClr val="63B8FF"/>
                </a:solidFill>
              </a:rPr>
              <a:t>Institutional trust</a:t>
            </a:r>
          </a:p>
        </p:txBody>
      </p:sp>
      <p:sp>
        <p:nvSpPr>
          <p:cNvPr id="35" name="TextBox 34">
            <a:extLst>
              <a:ext uri="{FF2B5EF4-FFF2-40B4-BE49-F238E27FC236}">
                <a16:creationId xmlns:a16="http://schemas.microsoft.com/office/drawing/2014/main" id="{3F11E728-E7CF-064D-BEB3-3A83C3A4C6A0}"/>
              </a:ext>
            </a:extLst>
          </p:cNvPr>
          <p:cNvSpPr txBox="1"/>
          <p:nvPr/>
        </p:nvSpPr>
        <p:spPr>
          <a:xfrm>
            <a:off x="2167156" y="4851319"/>
            <a:ext cx="4710829" cy="523220"/>
          </a:xfrm>
          <a:prstGeom prst="rect">
            <a:avLst/>
          </a:prstGeom>
          <a:noFill/>
        </p:spPr>
        <p:txBody>
          <a:bodyPr wrap="square">
            <a:spAutoFit/>
          </a:bodyPr>
          <a:lstStyle>
            <a:defPPr>
              <a:defRPr lang="en-US"/>
            </a:defPPr>
            <a:lvl1pPr>
              <a:defRPr sz="1600"/>
            </a:lvl1pPr>
          </a:lstStyle>
          <a:p>
            <a:r>
              <a:rPr lang="en-US" sz="1400" dirty="0"/>
              <a:t>An index measuring trust in institutions such as parliament, courts, government, or electoral authorities.</a:t>
            </a:r>
          </a:p>
        </p:txBody>
      </p:sp>
      <p:sp>
        <p:nvSpPr>
          <p:cNvPr id="39" name="Right Brace 38">
            <a:extLst>
              <a:ext uri="{FF2B5EF4-FFF2-40B4-BE49-F238E27FC236}">
                <a16:creationId xmlns:a16="http://schemas.microsoft.com/office/drawing/2014/main" id="{FE5A917B-84BB-0BCE-C79D-2DABB1CAB949}"/>
              </a:ext>
            </a:extLst>
          </p:cNvPr>
          <p:cNvSpPr/>
          <p:nvPr/>
        </p:nvSpPr>
        <p:spPr>
          <a:xfrm>
            <a:off x="6747659" y="2397220"/>
            <a:ext cx="577679" cy="3017580"/>
          </a:xfrm>
          <a:prstGeom prst="rightBrace">
            <a:avLst>
              <a:gd name="adj1" fmla="val 0"/>
              <a:gd name="adj2" fmla="val 6594"/>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40" name="Oval 39">
            <a:extLst>
              <a:ext uri="{FF2B5EF4-FFF2-40B4-BE49-F238E27FC236}">
                <a16:creationId xmlns:a16="http://schemas.microsoft.com/office/drawing/2014/main" id="{93F1D860-AC7D-5CA5-841E-9F19EDA5FEFD}"/>
              </a:ext>
            </a:extLst>
          </p:cNvPr>
          <p:cNvSpPr/>
          <p:nvPr/>
        </p:nvSpPr>
        <p:spPr>
          <a:xfrm>
            <a:off x="7498285" y="2445095"/>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H0</a:t>
            </a:r>
          </a:p>
        </p:txBody>
      </p:sp>
      <p:sp>
        <p:nvSpPr>
          <p:cNvPr id="41" name="Oval 40">
            <a:extLst>
              <a:ext uri="{FF2B5EF4-FFF2-40B4-BE49-F238E27FC236}">
                <a16:creationId xmlns:a16="http://schemas.microsoft.com/office/drawing/2014/main" id="{01451E42-BA08-CD98-EA21-CD268DADB562}"/>
              </a:ext>
            </a:extLst>
          </p:cNvPr>
          <p:cNvSpPr/>
          <p:nvPr/>
        </p:nvSpPr>
        <p:spPr>
          <a:xfrm>
            <a:off x="7498285" y="3594431"/>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Ha</a:t>
            </a:r>
          </a:p>
        </p:txBody>
      </p:sp>
      <p:sp>
        <p:nvSpPr>
          <p:cNvPr id="44" name="TextBox 43">
            <a:extLst>
              <a:ext uri="{FF2B5EF4-FFF2-40B4-BE49-F238E27FC236}">
                <a16:creationId xmlns:a16="http://schemas.microsoft.com/office/drawing/2014/main" id="{1E74C4A2-E429-DE8C-46FF-FDB41D143E27}"/>
              </a:ext>
            </a:extLst>
          </p:cNvPr>
          <p:cNvSpPr txBox="1"/>
          <p:nvPr/>
        </p:nvSpPr>
        <p:spPr>
          <a:xfrm>
            <a:off x="7952568" y="2470873"/>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p:sp>
        <p:nvSpPr>
          <p:cNvPr id="46" name="TextBox 45">
            <a:extLst>
              <a:ext uri="{FF2B5EF4-FFF2-40B4-BE49-F238E27FC236}">
                <a16:creationId xmlns:a16="http://schemas.microsoft.com/office/drawing/2014/main" id="{7F0B6779-1ED8-E7D5-5642-3E9C08EB2936}"/>
              </a:ext>
            </a:extLst>
          </p:cNvPr>
          <p:cNvSpPr txBox="1"/>
          <p:nvPr/>
        </p:nvSpPr>
        <p:spPr>
          <a:xfrm>
            <a:off x="7448197" y="2873596"/>
            <a:ext cx="3552371" cy="523220"/>
          </a:xfrm>
          <a:prstGeom prst="rect">
            <a:avLst/>
          </a:prstGeom>
          <a:noFill/>
        </p:spPr>
        <p:txBody>
          <a:bodyPr wrap="square">
            <a:spAutoFit/>
          </a:bodyPr>
          <a:lstStyle/>
          <a:p>
            <a:r>
              <a:rPr lang="en-US" sz="1400" dirty="0"/>
              <a:t>Fake news consumption has no association with institutional trust.</a:t>
            </a:r>
          </a:p>
        </p:txBody>
      </p:sp>
      <p:sp>
        <p:nvSpPr>
          <p:cNvPr id="47" name="TextBox 46">
            <a:extLst>
              <a:ext uri="{FF2B5EF4-FFF2-40B4-BE49-F238E27FC236}">
                <a16:creationId xmlns:a16="http://schemas.microsoft.com/office/drawing/2014/main" id="{023814E0-4A6C-6172-0D0E-0CCC75B3F1E8}"/>
              </a:ext>
            </a:extLst>
          </p:cNvPr>
          <p:cNvSpPr txBox="1"/>
          <p:nvPr/>
        </p:nvSpPr>
        <p:spPr>
          <a:xfrm>
            <a:off x="7931837" y="3610721"/>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Alternative hypothesis</a:t>
            </a:r>
          </a:p>
        </p:txBody>
      </p:sp>
      <p:sp>
        <p:nvSpPr>
          <p:cNvPr id="48" name="TextBox 47">
            <a:extLst>
              <a:ext uri="{FF2B5EF4-FFF2-40B4-BE49-F238E27FC236}">
                <a16:creationId xmlns:a16="http://schemas.microsoft.com/office/drawing/2014/main" id="{83AAD95C-A877-DA78-FEC5-0075FFB83F8C}"/>
              </a:ext>
            </a:extLst>
          </p:cNvPr>
          <p:cNvSpPr txBox="1"/>
          <p:nvPr/>
        </p:nvSpPr>
        <p:spPr>
          <a:xfrm>
            <a:off x="7427466" y="4013444"/>
            <a:ext cx="3552371" cy="523220"/>
          </a:xfrm>
          <a:prstGeom prst="rect">
            <a:avLst/>
          </a:prstGeom>
          <a:noFill/>
        </p:spPr>
        <p:txBody>
          <a:bodyPr wrap="square">
            <a:spAutoFit/>
          </a:bodyPr>
          <a:lstStyle/>
          <a:p>
            <a:r>
              <a:rPr lang="en-US" sz="1400" dirty="0"/>
              <a:t>Fake news consumption is associated with institutional trust.</a:t>
            </a:r>
          </a:p>
        </p:txBody>
      </p:sp>
    </p:spTree>
    <p:extLst>
      <p:ext uri="{BB962C8B-B14F-4D97-AF65-F5344CB8AC3E}">
        <p14:creationId xmlns:p14="http://schemas.microsoft.com/office/powerpoint/2010/main" val="138791426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par>
                                <p:cTn id="8" presetID="10" presetClass="entr" presetSubtype="0" fill="hold"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fade">
                                      <p:cBhvr>
                                        <p:cTn id="10" dur="500"/>
                                        <p:tgtEl>
                                          <p:spTgt spid="3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1"/>
                                        </p:tgtEl>
                                        <p:attrNameLst>
                                          <p:attrName>style.visibility</p:attrName>
                                        </p:attrNameLst>
                                      </p:cBhvr>
                                      <p:to>
                                        <p:strVal val="visible"/>
                                      </p:to>
                                    </p:set>
                                    <p:animEffect transition="in" filter="fade">
                                      <p:cBhvr>
                                        <p:cTn id="13" dur="500"/>
                                        <p:tgtEl>
                                          <p:spTgt spid="3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3"/>
                                        </p:tgtEl>
                                        <p:attrNameLst>
                                          <p:attrName>style.visibility</p:attrName>
                                        </p:attrNameLst>
                                      </p:cBhvr>
                                      <p:to>
                                        <p:strVal val="visible"/>
                                      </p:to>
                                    </p:set>
                                    <p:animEffect transition="in" filter="fade">
                                      <p:cBhvr>
                                        <p:cTn id="16" dur="500"/>
                                        <p:tgtEl>
                                          <p:spTgt spid="33"/>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animEffect transition="in" filter="fade">
                                      <p:cBhvr>
                                        <p:cTn id="21" dur="500"/>
                                        <p:tgtEl>
                                          <p:spTgt spid="38"/>
                                        </p:tgtEl>
                                      </p:cBhvr>
                                    </p:animEffect>
                                  </p:childTnLst>
                                </p:cTn>
                              </p:par>
                              <p:par>
                                <p:cTn id="22" presetID="10" presetClass="entr" presetSubtype="0" fill="hold"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500"/>
                                        <p:tgtEl>
                                          <p:spTgt spid="28"/>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fade">
                                      <p:cBhvr>
                                        <p:cTn id="27" dur="500"/>
                                        <p:tgtEl>
                                          <p:spTgt spid="3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5"/>
                                        </p:tgtEl>
                                        <p:attrNameLst>
                                          <p:attrName>style.visibility</p:attrName>
                                        </p:attrNameLst>
                                      </p:cBhvr>
                                      <p:to>
                                        <p:strVal val="visible"/>
                                      </p:to>
                                    </p:set>
                                    <p:animEffect transition="in" filter="fade">
                                      <p:cBhvr>
                                        <p:cTn id="30" dur="500"/>
                                        <p:tgtEl>
                                          <p:spTgt spid="3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fade">
                                      <p:cBhvr>
                                        <p:cTn id="35" dur="500"/>
                                        <p:tgtEl>
                                          <p:spTgt spid="3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40"/>
                                        </p:tgtEl>
                                        <p:attrNameLst>
                                          <p:attrName>style.visibility</p:attrName>
                                        </p:attrNameLst>
                                      </p:cBhvr>
                                      <p:to>
                                        <p:strVal val="visible"/>
                                      </p:to>
                                    </p:set>
                                    <p:animEffect transition="in" filter="fade">
                                      <p:cBhvr>
                                        <p:cTn id="38" dur="500"/>
                                        <p:tgtEl>
                                          <p:spTgt spid="40"/>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44"/>
                                        </p:tgtEl>
                                        <p:attrNameLst>
                                          <p:attrName>style.visibility</p:attrName>
                                        </p:attrNameLst>
                                      </p:cBhvr>
                                      <p:to>
                                        <p:strVal val="visible"/>
                                      </p:to>
                                    </p:set>
                                    <p:animEffect transition="in" filter="fade">
                                      <p:cBhvr>
                                        <p:cTn id="41" dur="500"/>
                                        <p:tgtEl>
                                          <p:spTgt spid="44"/>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fade">
                                      <p:cBhvr>
                                        <p:cTn id="44" dur="500"/>
                                        <p:tgtEl>
                                          <p:spTgt spid="46"/>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48"/>
                                        </p:tgtEl>
                                        <p:attrNameLst>
                                          <p:attrName>style.visibility</p:attrName>
                                        </p:attrNameLst>
                                      </p:cBhvr>
                                      <p:to>
                                        <p:strVal val="visible"/>
                                      </p:to>
                                    </p:set>
                                    <p:animEffect transition="in" filter="fade">
                                      <p:cBhvr>
                                        <p:cTn id="49" dur="500"/>
                                        <p:tgtEl>
                                          <p:spTgt spid="48"/>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41"/>
                                        </p:tgtEl>
                                        <p:attrNameLst>
                                          <p:attrName>style.visibility</p:attrName>
                                        </p:attrNameLst>
                                      </p:cBhvr>
                                      <p:to>
                                        <p:strVal val="visible"/>
                                      </p:to>
                                    </p:set>
                                    <p:animEffect transition="in" filter="fade">
                                      <p:cBhvr>
                                        <p:cTn id="52" dur="500"/>
                                        <p:tgtEl>
                                          <p:spTgt spid="41"/>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47"/>
                                        </p:tgtEl>
                                        <p:attrNameLst>
                                          <p:attrName>style.visibility</p:attrName>
                                        </p:attrNameLst>
                                      </p:cBhvr>
                                      <p:to>
                                        <p:strVal val="visible"/>
                                      </p:to>
                                    </p:set>
                                    <p:animEffect transition="in" filter="fade">
                                      <p:cBhvr>
                                        <p:cTn id="5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7" grpId="0" animBg="1"/>
      <p:bldP spid="31" grpId="0"/>
      <p:bldP spid="33" grpId="0"/>
      <p:bldP spid="34" grpId="0"/>
      <p:bldP spid="35" grpId="0"/>
      <p:bldP spid="39" grpId="0" animBg="1"/>
      <p:bldP spid="40" grpId="0" animBg="1"/>
      <p:bldP spid="41" grpId="0" animBg="1"/>
      <p:bldP spid="44" grpId="0"/>
      <p:bldP spid="46" grpId="0"/>
      <p:bldP spid="47" grpId="0"/>
      <p:bldP spid="48"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A8AE64-D115-102F-60D7-38AC16C3F84E}"/>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F177F9A2-602D-ADC7-573A-DAC7E1732A7E}"/>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6BE82507-2B2B-52B8-153E-7E75A152475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4811C11A-D9A4-DD8B-EB47-E104A2B047E7}"/>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7E9DEAA0-93A2-439F-0A12-9139A2ED0E1F}"/>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Use of the p-value in hypothesis testing</a:t>
            </a:r>
          </a:p>
        </p:txBody>
      </p:sp>
      <p:sp>
        <p:nvSpPr>
          <p:cNvPr id="21" name="TextBox 20">
            <a:extLst>
              <a:ext uri="{FF2B5EF4-FFF2-40B4-BE49-F238E27FC236}">
                <a16:creationId xmlns:a16="http://schemas.microsoft.com/office/drawing/2014/main" id="{508C192E-1519-8E37-CCC1-871F233BBBC0}"/>
              </a:ext>
            </a:extLst>
          </p:cNvPr>
          <p:cNvSpPr txBox="1"/>
          <p:nvPr/>
        </p:nvSpPr>
        <p:spPr>
          <a:xfrm>
            <a:off x="891589" y="1536317"/>
            <a:ext cx="7127946" cy="584775"/>
          </a:xfrm>
          <a:prstGeom prst="rect">
            <a:avLst/>
          </a:prstGeom>
          <a:noFill/>
        </p:spPr>
        <p:txBody>
          <a:bodyPr wrap="square">
            <a:spAutoFit/>
          </a:bodyPr>
          <a:lstStyle/>
          <a:p>
            <a:r>
              <a:rPr lang="en-US" sz="1600" dirty="0"/>
              <a:t>Researchers are interested in whether </a:t>
            </a:r>
            <a:r>
              <a:rPr lang="en-US" sz="1600" b="1" dirty="0">
                <a:solidFill>
                  <a:schemeClr val="bg1"/>
                </a:solidFill>
                <a:highlight>
                  <a:srgbClr val="FF0000"/>
                </a:highlight>
              </a:rPr>
              <a:t>exposure to online fake news </a:t>
            </a:r>
            <a:r>
              <a:rPr lang="en-US" sz="1600" dirty="0"/>
              <a:t>is associated with </a:t>
            </a:r>
            <a:r>
              <a:rPr lang="en-US" sz="1600" b="1" dirty="0">
                <a:solidFill>
                  <a:schemeClr val="bg1"/>
                </a:solidFill>
                <a:highlight>
                  <a:srgbClr val="63B8FF"/>
                </a:highlight>
              </a:rPr>
              <a:t>lower trust in democratic institutions</a:t>
            </a:r>
            <a:r>
              <a:rPr lang="en-US" sz="1600" dirty="0"/>
              <a:t>.</a:t>
            </a:r>
          </a:p>
        </p:txBody>
      </p:sp>
      <p:sp>
        <p:nvSpPr>
          <p:cNvPr id="39" name="Right Brace 38">
            <a:extLst>
              <a:ext uri="{FF2B5EF4-FFF2-40B4-BE49-F238E27FC236}">
                <a16:creationId xmlns:a16="http://schemas.microsoft.com/office/drawing/2014/main" id="{B1014643-9B10-FB75-063C-61E55948A020}"/>
              </a:ext>
            </a:extLst>
          </p:cNvPr>
          <p:cNvSpPr/>
          <p:nvPr/>
        </p:nvSpPr>
        <p:spPr>
          <a:xfrm>
            <a:off x="5049488" y="2397220"/>
            <a:ext cx="577679" cy="3017580"/>
          </a:xfrm>
          <a:prstGeom prst="rightBrace">
            <a:avLst>
              <a:gd name="adj1" fmla="val 0"/>
              <a:gd name="adj2" fmla="val 6594"/>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40" name="Oval 39">
            <a:extLst>
              <a:ext uri="{FF2B5EF4-FFF2-40B4-BE49-F238E27FC236}">
                <a16:creationId xmlns:a16="http://schemas.microsoft.com/office/drawing/2014/main" id="{D6713D9B-0DA8-D835-65AB-9755D915A522}"/>
              </a:ext>
            </a:extLst>
          </p:cNvPr>
          <p:cNvSpPr/>
          <p:nvPr/>
        </p:nvSpPr>
        <p:spPr>
          <a:xfrm>
            <a:off x="1721597" y="2445095"/>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H0</a:t>
            </a:r>
          </a:p>
        </p:txBody>
      </p:sp>
      <p:sp>
        <p:nvSpPr>
          <p:cNvPr id="41" name="Oval 40">
            <a:extLst>
              <a:ext uri="{FF2B5EF4-FFF2-40B4-BE49-F238E27FC236}">
                <a16:creationId xmlns:a16="http://schemas.microsoft.com/office/drawing/2014/main" id="{0E772EAB-C42A-1F10-465D-C6F160A9F291}"/>
              </a:ext>
            </a:extLst>
          </p:cNvPr>
          <p:cNvSpPr/>
          <p:nvPr/>
        </p:nvSpPr>
        <p:spPr>
          <a:xfrm>
            <a:off x="1721597" y="3594431"/>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Ha</a:t>
            </a:r>
          </a:p>
        </p:txBody>
      </p:sp>
      <p:sp>
        <p:nvSpPr>
          <p:cNvPr id="46" name="TextBox 45">
            <a:extLst>
              <a:ext uri="{FF2B5EF4-FFF2-40B4-BE49-F238E27FC236}">
                <a16:creationId xmlns:a16="http://schemas.microsoft.com/office/drawing/2014/main" id="{84F353E6-2FB1-3EB9-D222-2C546CDF0D0D}"/>
              </a:ext>
            </a:extLst>
          </p:cNvPr>
          <p:cNvSpPr txBox="1"/>
          <p:nvPr/>
        </p:nvSpPr>
        <p:spPr>
          <a:xfrm>
            <a:off x="1671509" y="2873596"/>
            <a:ext cx="3552371" cy="523220"/>
          </a:xfrm>
          <a:prstGeom prst="rect">
            <a:avLst/>
          </a:prstGeom>
          <a:noFill/>
        </p:spPr>
        <p:txBody>
          <a:bodyPr wrap="square">
            <a:spAutoFit/>
          </a:bodyPr>
          <a:lstStyle/>
          <a:p>
            <a:r>
              <a:rPr lang="en-US" sz="1400" dirty="0"/>
              <a:t>Fake news consumption has no association with institutional trust.</a:t>
            </a:r>
          </a:p>
        </p:txBody>
      </p:sp>
      <p:sp>
        <p:nvSpPr>
          <p:cNvPr id="47" name="TextBox 46">
            <a:extLst>
              <a:ext uri="{FF2B5EF4-FFF2-40B4-BE49-F238E27FC236}">
                <a16:creationId xmlns:a16="http://schemas.microsoft.com/office/drawing/2014/main" id="{840F627B-85CA-98A9-362A-35B964058D61}"/>
              </a:ext>
            </a:extLst>
          </p:cNvPr>
          <p:cNvSpPr txBox="1"/>
          <p:nvPr/>
        </p:nvSpPr>
        <p:spPr>
          <a:xfrm>
            <a:off x="2155149" y="3610721"/>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Alternative hypothesis</a:t>
            </a:r>
          </a:p>
        </p:txBody>
      </p:sp>
      <p:sp>
        <p:nvSpPr>
          <p:cNvPr id="48" name="TextBox 47">
            <a:extLst>
              <a:ext uri="{FF2B5EF4-FFF2-40B4-BE49-F238E27FC236}">
                <a16:creationId xmlns:a16="http://schemas.microsoft.com/office/drawing/2014/main" id="{626D95C7-8B33-364E-8410-BC206F467161}"/>
              </a:ext>
            </a:extLst>
          </p:cNvPr>
          <p:cNvSpPr txBox="1"/>
          <p:nvPr/>
        </p:nvSpPr>
        <p:spPr>
          <a:xfrm>
            <a:off x="1650778" y="4013444"/>
            <a:ext cx="3552371" cy="523220"/>
          </a:xfrm>
          <a:prstGeom prst="rect">
            <a:avLst/>
          </a:prstGeom>
          <a:noFill/>
        </p:spPr>
        <p:txBody>
          <a:bodyPr wrap="square">
            <a:spAutoFit/>
          </a:bodyPr>
          <a:lstStyle/>
          <a:p>
            <a:r>
              <a:rPr lang="en-US" sz="1400" dirty="0"/>
              <a:t>Fake news consumption is associated with institutional trust.</a:t>
            </a:r>
          </a:p>
        </p:txBody>
      </p:sp>
      <p:sp>
        <p:nvSpPr>
          <p:cNvPr id="11" name="TextBox 10">
            <a:extLst>
              <a:ext uri="{FF2B5EF4-FFF2-40B4-BE49-F238E27FC236}">
                <a16:creationId xmlns:a16="http://schemas.microsoft.com/office/drawing/2014/main" id="{4D0340E5-3BFA-C54A-3CDC-A65B72334C3C}"/>
              </a:ext>
            </a:extLst>
          </p:cNvPr>
          <p:cNvSpPr txBox="1"/>
          <p:nvPr/>
        </p:nvSpPr>
        <p:spPr>
          <a:xfrm>
            <a:off x="2161364" y="2470873"/>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mc:AlternateContent xmlns:mc="http://schemas.openxmlformats.org/markup-compatibility/2006" xmlns:a14="http://schemas.microsoft.com/office/drawing/2010/main">
        <mc:Choice Requires="a14">
          <p:sp>
            <p:nvSpPr>
              <p:cNvPr id="26" name="TextBox 25">
                <a:extLst>
                  <a:ext uri="{FF2B5EF4-FFF2-40B4-BE49-F238E27FC236}">
                    <a16:creationId xmlns:a16="http://schemas.microsoft.com/office/drawing/2014/main" id="{9DCACE20-3DEB-FC26-8A57-B59703C2D766}"/>
                  </a:ext>
                </a:extLst>
              </p:cNvPr>
              <p:cNvSpPr txBox="1"/>
              <p:nvPr/>
            </p:nvSpPr>
            <p:spPr>
              <a:xfrm>
                <a:off x="5827040" y="2444282"/>
                <a:ext cx="5176576" cy="314702"/>
              </a:xfrm>
              <a:prstGeom prst="rect">
                <a:avLst/>
              </a:prstGeom>
              <a:noFill/>
            </p:spPr>
            <p:txBody>
              <a:bodyPr wrap="square">
                <a:spAutoFit/>
              </a:bodyPr>
              <a:lstStyle/>
              <a:p>
                <a:r>
                  <a:rPr lang="en-US" sz="1400" dirty="0">
                    <a:solidFill>
                      <a:schemeClr val="bg1"/>
                    </a:solidFill>
                    <a:highlight>
                      <a:srgbClr val="63B8FF"/>
                    </a:highlight>
                  </a:rPr>
                  <a:t>Institutional trust </a:t>
                </a:r>
                <a14:m>
                  <m:oMath xmlns:m="http://schemas.openxmlformats.org/officeDocument/2006/math">
                    <m:r>
                      <a:rPr lang="en-US" sz="1400" i="1" dirty="0" smtClean="0">
                        <a:latin typeface="Cambria Math" panose="02040503050406030204" pitchFamily="18" charset="0"/>
                      </a:rPr>
                      <m:t>= </m:t>
                    </m:r>
                    <m:r>
                      <a:rPr lang="en-US" sz="1400" i="1" dirty="0" smtClean="0">
                        <a:latin typeface="Cambria Math" panose="02040503050406030204" pitchFamily="18" charset="0"/>
                      </a:rPr>
                      <m:t>𝛽</m:t>
                    </m:r>
                    <m:r>
                      <a:rPr lang="en-US" sz="1400" i="1" dirty="0" smtClean="0">
                        <a:latin typeface="Cambria Math" panose="02040503050406030204" pitchFamily="18" charset="0"/>
                      </a:rPr>
                      <m:t>₀ + </m:t>
                    </m:r>
                    <m:r>
                      <a:rPr lang="en-US" sz="1400" i="1" dirty="0" smtClean="0">
                        <a:latin typeface="Cambria Math" panose="02040503050406030204" pitchFamily="18" charset="0"/>
                      </a:rPr>
                      <m:t>𝛽</m:t>
                    </m:r>
                    <m:r>
                      <a:rPr lang="en-US" sz="1400" i="1" dirty="0" smtClean="0">
                        <a:latin typeface="Cambria Math" panose="02040503050406030204" pitchFamily="18" charset="0"/>
                      </a:rPr>
                      <m:t>₁</m:t>
                    </m:r>
                  </m:oMath>
                </a14:m>
                <a:r>
                  <a:rPr lang="en-US" sz="1400" dirty="0">
                    <a:solidFill>
                      <a:schemeClr val="bg1"/>
                    </a:solidFill>
                    <a:highlight>
                      <a:srgbClr val="FF0000"/>
                    </a:highlight>
                  </a:rPr>
                  <a:t>Fake news consumption</a:t>
                </a:r>
                <a:r>
                  <a:rPr lang="en-US" sz="1400" dirty="0"/>
                  <a:t>+ </a:t>
                </a:r>
                <a14:m>
                  <m:oMath xmlns:m="http://schemas.openxmlformats.org/officeDocument/2006/math">
                    <m:sSubSup>
                      <m:sSubSupPr>
                        <m:ctrlPr>
                          <a:rPr lang="en-US" sz="1400" i="1" dirty="0" smtClean="0">
                            <a:latin typeface="Cambria Math" panose="02040503050406030204" pitchFamily="18" charset="0"/>
                          </a:rPr>
                        </m:ctrlPr>
                      </m:sSubSupPr>
                      <m:e>
                        <m:r>
                          <a:rPr lang="en-US" sz="1400" i="1" dirty="0">
                            <a:latin typeface="Cambria Math" panose="02040503050406030204" pitchFamily="18" charset="0"/>
                          </a:rPr>
                          <m:t>𝐗</m:t>
                        </m:r>
                      </m:e>
                      <m:sub>
                        <m:r>
                          <m:rPr>
                            <m:sty m:val="p"/>
                          </m:rPr>
                          <a:rPr lang="en-US" sz="1400" b="0" i="1" dirty="0" smtClean="0">
                            <a:latin typeface="Cambria Math" panose="02040503050406030204" pitchFamily="18" charset="0"/>
                          </a:rPr>
                          <m:t>i</m:t>
                        </m:r>
                      </m:sub>
                      <m:sup>
                        <m:r>
                          <a:rPr lang="en-US" sz="1400" i="1" dirty="0">
                            <a:latin typeface="Cambria Math" panose="02040503050406030204" pitchFamily="18" charset="0"/>
                          </a:rPr>
                          <m:t>′</m:t>
                        </m:r>
                      </m:sup>
                    </m:sSubSup>
                    <m:r>
                      <a:rPr lang="en-US" sz="1400" i="1" dirty="0">
                        <a:latin typeface="Cambria Math" panose="02040503050406030204" pitchFamily="18" charset="0"/>
                      </a:rPr>
                      <m:t>𝜸</m:t>
                    </m:r>
                    <m:r>
                      <a:rPr lang="en-US" sz="1400" i="1" dirty="0">
                        <a:latin typeface="Cambria Math" panose="02040503050406030204" pitchFamily="18" charset="0"/>
                      </a:rPr>
                      <m:t>+</m:t>
                    </m:r>
                    <m:sSub>
                      <m:sSubPr>
                        <m:ctrlPr>
                          <a:rPr lang="en-US" sz="1400" i="1" dirty="0" smtClean="0">
                            <a:latin typeface="Cambria Math" panose="02040503050406030204" pitchFamily="18" charset="0"/>
                          </a:rPr>
                        </m:ctrlPr>
                      </m:sSubPr>
                      <m:e>
                        <m:r>
                          <a:rPr lang="en-US" sz="1400" i="1" dirty="0">
                            <a:latin typeface="Cambria Math" panose="02040503050406030204" pitchFamily="18" charset="0"/>
                          </a:rPr>
                          <m:t>𝜀</m:t>
                        </m:r>
                      </m:e>
                      <m:sub>
                        <m:r>
                          <m:rPr>
                            <m:sty m:val="p"/>
                          </m:rPr>
                          <a:rPr lang="en-US" sz="1400" b="0" i="1" dirty="0" smtClean="0">
                            <a:latin typeface="Cambria Math" panose="02040503050406030204" pitchFamily="18" charset="0"/>
                          </a:rPr>
                          <m:t>i</m:t>
                        </m:r>
                      </m:sub>
                    </m:sSub>
                  </m:oMath>
                </a14:m>
                <a:endParaRPr lang="en-US" sz="1400" dirty="0"/>
              </a:p>
            </p:txBody>
          </p:sp>
        </mc:Choice>
        <mc:Fallback xmlns="">
          <p:sp>
            <p:nvSpPr>
              <p:cNvPr id="26" name="TextBox 25">
                <a:extLst>
                  <a:ext uri="{FF2B5EF4-FFF2-40B4-BE49-F238E27FC236}">
                    <a16:creationId xmlns:a16="http://schemas.microsoft.com/office/drawing/2014/main" id="{9DCACE20-3DEB-FC26-8A57-B59703C2D766}"/>
                  </a:ext>
                </a:extLst>
              </p:cNvPr>
              <p:cNvSpPr txBox="1">
                <a:spLocks noRot="1" noChangeAspect="1" noMove="1" noResize="1" noEditPoints="1" noAdjustHandles="1" noChangeArrowheads="1" noChangeShapeType="1" noTextEdit="1"/>
              </p:cNvSpPr>
              <p:nvPr/>
            </p:nvSpPr>
            <p:spPr>
              <a:xfrm>
                <a:off x="5827040" y="2444282"/>
                <a:ext cx="5176576" cy="314702"/>
              </a:xfrm>
              <a:prstGeom prst="rect">
                <a:avLst/>
              </a:prstGeom>
              <a:blipFill>
                <a:blip r:embed="rId3"/>
                <a:stretch>
                  <a:fillRect l="-353" t="-7692" b="-15385"/>
                </a:stretch>
              </a:blipFill>
            </p:spPr>
            <p:txBody>
              <a:bodyPr/>
              <a:lstStyle/>
              <a:p>
                <a:r>
                  <a:rPr lang="en-US">
                    <a:noFill/>
                  </a:rPr>
                  <a:t> </a:t>
                </a:r>
              </a:p>
            </p:txBody>
          </p:sp>
        </mc:Fallback>
      </mc:AlternateContent>
      <p:sp>
        <p:nvSpPr>
          <p:cNvPr id="29" name="TextBox 28">
            <a:extLst>
              <a:ext uri="{FF2B5EF4-FFF2-40B4-BE49-F238E27FC236}">
                <a16:creationId xmlns:a16="http://schemas.microsoft.com/office/drawing/2014/main" id="{718BF20D-615D-ABB0-C9CD-9DBC07D892A7}"/>
              </a:ext>
            </a:extLst>
          </p:cNvPr>
          <p:cNvSpPr txBox="1"/>
          <p:nvPr/>
        </p:nvSpPr>
        <p:spPr>
          <a:xfrm>
            <a:off x="5827039" y="5509422"/>
            <a:ext cx="5508617" cy="523220"/>
          </a:xfrm>
          <a:prstGeom prst="rect">
            <a:avLst/>
          </a:prstGeom>
          <a:noFill/>
        </p:spPr>
        <p:txBody>
          <a:bodyPr wrap="square">
            <a:spAutoFit/>
          </a:bodyPr>
          <a:lstStyle/>
          <a:p>
            <a:pPr marL="285750" indent="-285750">
              <a:buFont typeface="Arial" panose="020B0604020202020204" pitchFamily="34" charset="0"/>
              <a:buChar char="•"/>
            </a:pPr>
            <a:r>
              <a:rPr lang="en-US" sz="1400" dirty="0"/>
              <a:t>The estimated coefficient for fake news consumption is negative.</a:t>
            </a:r>
          </a:p>
          <a:p>
            <a:pPr marL="285750" indent="-285750">
              <a:buFont typeface="Arial" panose="020B0604020202020204" pitchFamily="34" charset="0"/>
              <a:buChar char="•"/>
            </a:pPr>
            <a:r>
              <a:rPr lang="en-US" sz="1400" dirty="0"/>
              <a:t>The associated p-value is 0.002.</a:t>
            </a:r>
          </a:p>
        </p:txBody>
      </p:sp>
      <p:graphicFrame>
        <p:nvGraphicFramePr>
          <p:cNvPr id="32" name="Table 31">
            <a:extLst>
              <a:ext uri="{FF2B5EF4-FFF2-40B4-BE49-F238E27FC236}">
                <a16:creationId xmlns:a16="http://schemas.microsoft.com/office/drawing/2014/main" id="{A627B13A-AF9C-EF49-B0BD-15A5EA490226}"/>
              </a:ext>
            </a:extLst>
          </p:cNvPr>
          <p:cNvGraphicFramePr>
            <a:graphicFrameLocks noGrp="1"/>
          </p:cNvGraphicFramePr>
          <p:nvPr>
            <p:extLst>
              <p:ext uri="{D42A27DB-BD31-4B8C-83A1-F6EECF244321}">
                <p14:modId xmlns:p14="http://schemas.microsoft.com/office/powerpoint/2010/main" val="1855301671"/>
              </p:ext>
            </p:extLst>
          </p:nvPr>
        </p:nvGraphicFramePr>
        <p:xfrm>
          <a:off x="5827039" y="2934941"/>
          <a:ext cx="5176578" cy="2324100"/>
        </p:xfrm>
        <a:graphic>
          <a:graphicData uri="http://schemas.openxmlformats.org/drawingml/2006/table">
            <a:tbl>
              <a:tblPr firstRow="1" bandRow="1">
                <a:tableStyleId>{2D5ABB26-0587-4C30-8999-92F81FD0307C}</a:tableStyleId>
              </a:tblPr>
              <a:tblGrid>
                <a:gridCol w="2588289">
                  <a:extLst>
                    <a:ext uri="{9D8B030D-6E8A-4147-A177-3AD203B41FA5}">
                      <a16:colId xmlns:a16="http://schemas.microsoft.com/office/drawing/2014/main" val="3179147009"/>
                    </a:ext>
                  </a:extLst>
                </a:gridCol>
                <a:gridCol w="2588289">
                  <a:extLst>
                    <a:ext uri="{9D8B030D-6E8A-4147-A177-3AD203B41FA5}">
                      <a16:colId xmlns:a16="http://schemas.microsoft.com/office/drawing/2014/main" val="117637193"/>
                    </a:ext>
                  </a:extLst>
                </a:gridCol>
              </a:tblGrid>
              <a:tr h="123318">
                <a:tc>
                  <a:txBody>
                    <a:bodyPr/>
                    <a:lstStyle/>
                    <a:p>
                      <a:endParaRPr lang="en-US" sz="1200" dirty="0">
                        <a:latin typeface="+mj-lt"/>
                      </a:endParaRPr>
                    </a:p>
                  </a:txBody>
                  <a:tcPr>
                    <a:lnB w="952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latin typeface="+mj-lt"/>
                        </a:rPr>
                        <a:t>DV: institutional trust</a:t>
                      </a:r>
                    </a:p>
                  </a:txBody>
                  <a:tcP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367351"/>
                  </a:ext>
                </a:extLst>
              </a:tr>
              <a:tr h="0">
                <a:tc>
                  <a:txBody>
                    <a:bodyPr/>
                    <a:lstStyle/>
                    <a:p>
                      <a:pPr fontAlgn="t">
                        <a:lnSpc>
                          <a:spcPts val="1500"/>
                        </a:lnSpc>
                        <a:buNone/>
                      </a:pPr>
                      <a:r>
                        <a:rPr lang="en-US" sz="1200" b="0" i="0" dirty="0">
                          <a:effectLst/>
                          <a:latin typeface="+mj-lt"/>
                        </a:rPr>
                        <a:t>Fake news consumption</a:t>
                      </a:r>
                    </a:p>
                  </a:txBody>
                  <a:tcPr>
                    <a:lnT w="9525" cap="flat" cmpd="sng" algn="ctr">
                      <a:solidFill>
                        <a:schemeClr val="tx1"/>
                      </a:solidFill>
                      <a:prstDash val="solid"/>
                      <a:round/>
                      <a:headEnd type="none" w="med" len="med"/>
                      <a:tailEnd type="none" w="med" len="med"/>
                    </a:lnT>
                    <a:solidFill>
                      <a:schemeClr val="bg1">
                        <a:lumMod val="95000"/>
                      </a:schemeClr>
                    </a:solidFill>
                  </a:tcPr>
                </a:tc>
                <a:tc>
                  <a:txBody>
                    <a:bodyPr/>
                    <a:lstStyle/>
                    <a:p>
                      <a:pPr fontAlgn="t">
                        <a:lnSpc>
                          <a:spcPts val="1500"/>
                        </a:lnSpc>
                        <a:buNone/>
                      </a:pPr>
                      <a:r>
                        <a:rPr lang="en-US" sz="1200" b="0" i="0" dirty="0">
                          <a:effectLst/>
                          <a:latin typeface="+mj-lt"/>
                        </a:rPr>
                        <a:t>−0.315***</a:t>
                      </a:r>
                    </a:p>
                  </a:txBody>
                  <a:tcPr>
                    <a:lnT w="9525" cap="flat" cmpd="sng" algn="ctr">
                      <a:solidFill>
                        <a:schemeClr val="tx1"/>
                      </a:solidFill>
                      <a:prstDash val="solid"/>
                      <a:round/>
                      <a:headEnd type="none" w="med" len="med"/>
                      <a:tailEnd type="none" w="med" len="med"/>
                    </a:lnT>
                    <a:solidFill>
                      <a:schemeClr val="bg1">
                        <a:lumMod val="95000"/>
                      </a:schemeClr>
                    </a:solidFill>
                  </a:tcPr>
                </a:tc>
                <a:extLst>
                  <a:ext uri="{0D108BD9-81ED-4DB2-BD59-A6C34878D82A}">
                    <a16:rowId xmlns:a16="http://schemas.microsoft.com/office/drawing/2014/main" val="2283785628"/>
                  </a:ext>
                </a:extLst>
              </a:tr>
              <a:tr h="0">
                <a:tc>
                  <a:txBody>
                    <a:bodyPr/>
                    <a:lstStyle/>
                    <a:p>
                      <a:pPr>
                        <a:buNone/>
                      </a:pPr>
                      <a:r>
                        <a:rPr lang="en-US" sz="1200" b="0" i="0" kern="1200" dirty="0">
                          <a:solidFill>
                            <a:schemeClr val="tx1"/>
                          </a:solidFill>
                          <a:effectLst/>
                          <a:latin typeface="+mj-lt"/>
                          <a:ea typeface="+mn-ea"/>
                          <a:cs typeface="+mn-cs"/>
                        </a:rPr>
                        <a:t>Constant</a:t>
                      </a:r>
                    </a:p>
                  </a:txBody>
                  <a:tcPr anchor="ctr"/>
                </a:tc>
                <a:tc>
                  <a:txBody>
                    <a:bodyPr/>
                    <a:lstStyle/>
                    <a:p>
                      <a:pPr>
                        <a:buNone/>
                      </a:pPr>
                      <a:r>
                        <a:rPr lang="en-US" sz="1200" b="0" i="0" kern="1200" dirty="0">
                          <a:solidFill>
                            <a:schemeClr val="tx1"/>
                          </a:solidFill>
                          <a:effectLst/>
                          <a:latin typeface="+mj-lt"/>
                          <a:ea typeface="+mn-ea"/>
                          <a:cs typeface="+mn-cs"/>
                        </a:rPr>
                        <a:t>3.420***</a:t>
                      </a:r>
                    </a:p>
                  </a:txBody>
                  <a:tcPr anchor="ctr"/>
                </a:tc>
                <a:extLst>
                  <a:ext uri="{0D108BD9-81ED-4DB2-BD59-A6C34878D82A}">
                    <a16:rowId xmlns:a16="http://schemas.microsoft.com/office/drawing/2014/main" val="3409489059"/>
                  </a:ext>
                </a:extLst>
              </a:tr>
              <a:tr h="0">
                <a:tc>
                  <a:txBody>
                    <a:bodyPr/>
                    <a:lstStyle/>
                    <a:p>
                      <a:r>
                        <a:rPr lang="en-US" sz="1200" b="0" i="0" kern="1200" dirty="0">
                          <a:solidFill>
                            <a:schemeClr val="tx1"/>
                          </a:solidFill>
                          <a:effectLst/>
                          <a:latin typeface="+mj-lt"/>
                          <a:ea typeface="+mn-ea"/>
                          <a:cs typeface="+mn-cs"/>
                        </a:rPr>
                        <a:t>Observations</a:t>
                      </a:r>
                    </a:p>
                  </a:txBody>
                  <a:tcPr>
                    <a:solidFill>
                      <a:schemeClr val="bg1">
                        <a:lumMod val="95000"/>
                      </a:schemeClr>
                    </a:solidFill>
                  </a:tcPr>
                </a:tc>
                <a:tc>
                  <a:txBody>
                    <a:bodyPr/>
                    <a:lstStyle/>
                    <a:p>
                      <a:r>
                        <a:rPr lang="en-US" sz="1200" b="0" i="0" kern="1200" dirty="0">
                          <a:solidFill>
                            <a:schemeClr val="tx1"/>
                          </a:solidFill>
                          <a:effectLst/>
                          <a:latin typeface="+mj-lt"/>
                          <a:ea typeface="+mn-ea"/>
                          <a:cs typeface="+mn-cs"/>
                        </a:rPr>
                        <a:t>1,200</a:t>
                      </a:r>
                    </a:p>
                  </a:txBody>
                  <a:tcPr>
                    <a:solidFill>
                      <a:schemeClr val="bg1">
                        <a:lumMod val="95000"/>
                      </a:schemeClr>
                    </a:solidFill>
                  </a:tcPr>
                </a:tc>
                <a:extLst>
                  <a:ext uri="{0D108BD9-81ED-4DB2-BD59-A6C34878D82A}">
                    <a16:rowId xmlns:a16="http://schemas.microsoft.com/office/drawing/2014/main" val="2305729793"/>
                  </a:ext>
                </a:extLst>
              </a:tr>
              <a:tr h="0">
                <a:tc>
                  <a:txBody>
                    <a:bodyPr/>
                    <a:lstStyle/>
                    <a:p>
                      <a:r>
                        <a:rPr lang="en-US" sz="1200" b="0" i="0" kern="1200" dirty="0">
                          <a:solidFill>
                            <a:schemeClr val="tx1"/>
                          </a:solidFill>
                          <a:effectLst/>
                          <a:latin typeface="+mj-lt"/>
                          <a:ea typeface="+mn-ea"/>
                          <a:cs typeface="+mn-cs"/>
                        </a:rPr>
                        <a:t>Controls</a:t>
                      </a:r>
                    </a:p>
                  </a:txBody>
                  <a:tcPr>
                    <a:solidFill>
                      <a:schemeClr val="bg1"/>
                    </a:solidFill>
                  </a:tcPr>
                </a:tc>
                <a:tc>
                  <a:txBody>
                    <a:bodyPr/>
                    <a:lstStyle/>
                    <a:p>
                      <a:r>
                        <a:rPr lang="en-US" sz="1200" b="0" i="0" kern="1200" dirty="0">
                          <a:solidFill>
                            <a:schemeClr val="tx1"/>
                          </a:solidFill>
                          <a:effectLst/>
                          <a:latin typeface="+mj-lt"/>
                          <a:ea typeface="+mn-ea"/>
                          <a:cs typeface="+mn-cs"/>
                        </a:rPr>
                        <a:t>Yes</a:t>
                      </a:r>
                    </a:p>
                  </a:txBody>
                  <a:tcPr>
                    <a:solidFill>
                      <a:schemeClr val="bg1"/>
                    </a:solidFill>
                  </a:tcPr>
                </a:tc>
                <a:extLst>
                  <a:ext uri="{0D108BD9-81ED-4DB2-BD59-A6C34878D82A}">
                    <a16:rowId xmlns:a16="http://schemas.microsoft.com/office/drawing/2014/main" val="3184894991"/>
                  </a:ext>
                </a:extLst>
              </a:tr>
              <a:tr h="0">
                <a:tc>
                  <a:txBody>
                    <a:bodyPr/>
                    <a:lstStyle/>
                    <a:p>
                      <a:pPr fontAlgn="t">
                        <a:lnSpc>
                          <a:spcPts val="1500"/>
                        </a:lnSpc>
                        <a:buNone/>
                      </a:pPr>
                      <a:r>
                        <a:rPr lang="en-US" sz="1200" b="0" i="0" kern="1200" dirty="0">
                          <a:solidFill>
                            <a:schemeClr val="tx1"/>
                          </a:solidFill>
                          <a:effectLst/>
                          <a:latin typeface="+mj-lt"/>
                          <a:ea typeface="+mn-ea"/>
                          <a:cs typeface="+mn-cs"/>
                        </a:rPr>
                        <a:t>R²</a:t>
                      </a:r>
                    </a:p>
                  </a:txBody>
                  <a:tcPr>
                    <a:lnB w="9525" cap="flat" cmpd="sng" algn="ctr">
                      <a:solidFill>
                        <a:schemeClr val="tx1"/>
                      </a:solidFill>
                      <a:prstDash val="solid"/>
                      <a:round/>
                      <a:headEnd type="none" w="med" len="med"/>
                      <a:tailEnd type="none" w="med" len="med"/>
                    </a:lnB>
                    <a:solidFill>
                      <a:schemeClr val="bg1">
                        <a:lumMod val="95000"/>
                      </a:schemeClr>
                    </a:solidFill>
                  </a:tcPr>
                </a:tc>
                <a:tc>
                  <a:txBody>
                    <a:bodyPr/>
                    <a:lstStyle/>
                    <a:p>
                      <a:pPr fontAlgn="t">
                        <a:lnSpc>
                          <a:spcPts val="1500"/>
                        </a:lnSpc>
                        <a:buNone/>
                      </a:pPr>
                      <a:r>
                        <a:rPr lang="en-US" sz="1200" b="0" i="0" kern="1200" dirty="0">
                          <a:solidFill>
                            <a:schemeClr val="tx1"/>
                          </a:solidFill>
                          <a:effectLst/>
                          <a:latin typeface="+mj-lt"/>
                          <a:ea typeface="+mn-ea"/>
                          <a:cs typeface="+mn-cs"/>
                        </a:rPr>
                        <a:t>0.28</a:t>
                      </a:r>
                    </a:p>
                  </a:txBody>
                  <a:tcPr>
                    <a:lnB w="952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390996612"/>
                  </a:ext>
                </a:extLst>
              </a:tr>
              <a:tr h="370840">
                <a:tc gridSpan="2">
                  <a:txBody>
                    <a:bodyPr/>
                    <a:lstStyle/>
                    <a:p>
                      <a:pPr fontAlgn="t">
                        <a:lnSpc>
                          <a:spcPts val="1500"/>
                        </a:lnSpc>
                        <a:buNone/>
                      </a:pPr>
                      <a:r>
                        <a:rPr lang="en-US" sz="1100" b="0" i="0" kern="1200" dirty="0">
                          <a:solidFill>
                            <a:schemeClr val="tx1"/>
                          </a:solidFill>
                          <a:effectLst/>
                          <a:latin typeface="+mj-lt"/>
                          <a:ea typeface="+mn-ea"/>
                          <a:cs typeface="+mn-cs"/>
                        </a:rPr>
                        <a:t>Robust standard errors in parentheses.</a:t>
                      </a:r>
                    </a:p>
                    <a:p>
                      <a:pPr fontAlgn="t">
                        <a:lnSpc>
                          <a:spcPts val="1500"/>
                        </a:lnSpc>
                        <a:buNone/>
                      </a:pPr>
                      <a:r>
                        <a:rPr lang="en-US" sz="1100" b="0" i="0" kern="1200" dirty="0">
                          <a:solidFill>
                            <a:schemeClr val="tx1"/>
                          </a:solidFill>
                          <a:effectLst/>
                          <a:latin typeface="+mj-lt"/>
                          <a:ea typeface="+mn-ea"/>
                          <a:cs typeface="+mn-cs"/>
                        </a:rPr>
                        <a:t>*** p &lt; 0.01, ** p &lt; 0.05, * p &lt; 0.10.</a:t>
                      </a:r>
                    </a:p>
                    <a:p>
                      <a:pPr fontAlgn="t">
                        <a:lnSpc>
                          <a:spcPts val="1500"/>
                        </a:lnSpc>
                        <a:buNone/>
                      </a:pPr>
                      <a:r>
                        <a:rPr lang="en-US" sz="1100" b="0" i="0" kern="1200" dirty="0">
                          <a:solidFill>
                            <a:schemeClr val="tx1"/>
                          </a:solidFill>
                          <a:effectLst/>
                          <a:latin typeface="+mj-lt"/>
                          <a:ea typeface="+mn-ea"/>
                          <a:cs typeface="+mn-cs"/>
                        </a:rPr>
                        <a:t>Controls include age, education, income, and political interest</a:t>
                      </a:r>
                      <a:r>
                        <a:rPr lang="en-US" sz="1200" b="0" i="0" kern="1200" dirty="0">
                          <a:solidFill>
                            <a:schemeClr val="tx1"/>
                          </a:solidFill>
                          <a:effectLst/>
                          <a:latin typeface="+mj-lt"/>
                          <a:ea typeface="+mn-ea"/>
                          <a:cs typeface="+mn-cs"/>
                        </a:rPr>
                        <a:t>.</a:t>
                      </a:r>
                    </a:p>
                  </a:txBody>
                  <a:tcP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hMerge="1">
                  <a:txBody>
                    <a:bodyPr/>
                    <a:lstStyle/>
                    <a:p>
                      <a:pPr fontAlgn="t">
                        <a:lnSpc>
                          <a:spcPts val="1500"/>
                        </a:lnSpc>
                        <a:buNone/>
                      </a:pPr>
                      <a:endParaRPr lang="en-US" sz="1400" b="0" i="0" kern="1200" dirty="0">
                        <a:solidFill>
                          <a:schemeClr val="tx1"/>
                        </a:solidFill>
                        <a:effectLst/>
                        <a:latin typeface="Segoe UI" panose="020B0502040204020203" pitchFamily="34" charset="0"/>
                        <a:ea typeface="+mn-ea"/>
                        <a:cs typeface="+mn-cs"/>
                      </a:endParaRPr>
                    </a:p>
                  </a:txBody>
                  <a:tcPr/>
                </a:tc>
                <a:extLst>
                  <a:ext uri="{0D108BD9-81ED-4DB2-BD59-A6C34878D82A}">
                    <a16:rowId xmlns:a16="http://schemas.microsoft.com/office/drawing/2014/main" val="2771285418"/>
                  </a:ext>
                </a:extLst>
              </a:tr>
            </a:tbl>
          </a:graphicData>
        </a:graphic>
      </p:graphicFrame>
    </p:spTree>
    <p:extLst>
      <p:ext uri="{BB962C8B-B14F-4D97-AF65-F5344CB8AC3E}">
        <p14:creationId xmlns:p14="http://schemas.microsoft.com/office/powerpoint/2010/main" val="9690765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fade">
                                      <p:cBhvr>
                                        <p:cTn id="12" dur="500"/>
                                        <p:tgtEl>
                                          <p:spTgt spid="32"/>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9"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27D215-8582-338E-AEE2-A915F4A0E8AF}"/>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3077E318-3682-D71C-0D18-9CD0BE147980}"/>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184AF603-3B17-040C-181F-32456EBC995C}"/>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060C9567-AFD6-CCB8-BF91-D03F1F1A5867}"/>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E0A6FC35-3D80-7822-1DEA-9753D2DA4AA6}"/>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Use of the p-value in hypothesis testing</a:t>
            </a:r>
          </a:p>
        </p:txBody>
      </p:sp>
      <p:sp>
        <p:nvSpPr>
          <p:cNvPr id="39" name="Right Brace 38">
            <a:extLst>
              <a:ext uri="{FF2B5EF4-FFF2-40B4-BE49-F238E27FC236}">
                <a16:creationId xmlns:a16="http://schemas.microsoft.com/office/drawing/2014/main" id="{AFED1B62-7E3D-88C0-F3AF-7481FA684441}"/>
              </a:ext>
            </a:extLst>
          </p:cNvPr>
          <p:cNvSpPr/>
          <p:nvPr/>
        </p:nvSpPr>
        <p:spPr>
          <a:xfrm>
            <a:off x="5049488" y="2397220"/>
            <a:ext cx="577679" cy="3017580"/>
          </a:xfrm>
          <a:prstGeom prst="rightBrace">
            <a:avLst>
              <a:gd name="adj1" fmla="val 0"/>
              <a:gd name="adj2" fmla="val 6594"/>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40" name="Oval 39">
            <a:extLst>
              <a:ext uri="{FF2B5EF4-FFF2-40B4-BE49-F238E27FC236}">
                <a16:creationId xmlns:a16="http://schemas.microsoft.com/office/drawing/2014/main" id="{BA8B641B-2C10-10ED-7952-C3890BCBF601}"/>
              </a:ext>
            </a:extLst>
          </p:cNvPr>
          <p:cNvSpPr/>
          <p:nvPr/>
        </p:nvSpPr>
        <p:spPr>
          <a:xfrm>
            <a:off x="1721597" y="2445095"/>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H0</a:t>
            </a:r>
          </a:p>
        </p:txBody>
      </p:sp>
      <p:sp>
        <p:nvSpPr>
          <p:cNvPr id="41" name="Oval 40">
            <a:extLst>
              <a:ext uri="{FF2B5EF4-FFF2-40B4-BE49-F238E27FC236}">
                <a16:creationId xmlns:a16="http://schemas.microsoft.com/office/drawing/2014/main" id="{561179FD-427E-B968-D516-25C62FC1D997}"/>
              </a:ext>
            </a:extLst>
          </p:cNvPr>
          <p:cNvSpPr/>
          <p:nvPr/>
        </p:nvSpPr>
        <p:spPr>
          <a:xfrm>
            <a:off x="1721597" y="3594431"/>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Ha</a:t>
            </a:r>
          </a:p>
        </p:txBody>
      </p:sp>
      <p:sp>
        <p:nvSpPr>
          <p:cNvPr id="46" name="TextBox 45">
            <a:extLst>
              <a:ext uri="{FF2B5EF4-FFF2-40B4-BE49-F238E27FC236}">
                <a16:creationId xmlns:a16="http://schemas.microsoft.com/office/drawing/2014/main" id="{C9A4EC61-D391-9292-89D5-7607D81F5644}"/>
              </a:ext>
            </a:extLst>
          </p:cNvPr>
          <p:cNvSpPr txBox="1"/>
          <p:nvPr/>
        </p:nvSpPr>
        <p:spPr>
          <a:xfrm>
            <a:off x="1671509" y="2873596"/>
            <a:ext cx="3552371" cy="523220"/>
          </a:xfrm>
          <a:prstGeom prst="rect">
            <a:avLst/>
          </a:prstGeom>
          <a:noFill/>
        </p:spPr>
        <p:txBody>
          <a:bodyPr wrap="square">
            <a:spAutoFit/>
          </a:bodyPr>
          <a:lstStyle/>
          <a:p>
            <a:r>
              <a:rPr lang="en-US" sz="1400" dirty="0"/>
              <a:t>Fake news consumption has no association with institutional trust.</a:t>
            </a:r>
          </a:p>
        </p:txBody>
      </p:sp>
      <p:sp>
        <p:nvSpPr>
          <p:cNvPr id="47" name="TextBox 46">
            <a:extLst>
              <a:ext uri="{FF2B5EF4-FFF2-40B4-BE49-F238E27FC236}">
                <a16:creationId xmlns:a16="http://schemas.microsoft.com/office/drawing/2014/main" id="{AAA22DF4-AEE5-F4A6-C307-5CE0532331B3}"/>
              </a:ext>
            </a:extLst>
          </p:cNvPr>
          <p:cNvSpPr txBox="1"/>
          <p:nvPr/>
        </p:nvSpPr>
        <p:spPr>
          <a:xfrm>
            <a:off x="2155149" y="3610721"/>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Alternative hypothesis</a:t>
            </a:r>
          </a:p>
        </p:txBody>
      </p:sp>
      <p:sp>
        <p:nvSpPr>
          <p:cNvPr id="48" name="TextBox 47">
            <a:extLst>
              <a:ext uri="{FF2B5EF4-FFF2-40B4-BE49-F238E27FC236}">
                <a16:creationId xmlns:a16="http://schemas.microsoft.com/office/drawing/2014/main" id="{68277A6F-50DE-7261-2B68-AF582089B7FB}"/>
              </a:ext>
            </a:extLst>
          </p:cNvPr>
          <p:cNvSpPr txBox="1"/>
          <p:nvPr/>
        </p:nvSpPr>
        <p:spPr>
          <a:xfrm>
            <a:off x="1650778" y="4013444"/>
            <a:ext cx="3552371" cy="523220"/>
          </a:xfrm>
          <a:prstGeom prst="rect">
            <a:avLst/>
          </a:prstGeom>
          <a:noFill/>
        </p:spPr>
        <p:txBody>
          <a:bodyPr wrap="square">
            <a:spAutoFit/>
          </a:bodyPr>
          <a:lstStyle/>
          <a:p>
            <a:r>
              <a:rPr lang="en-US" sz="1400" dirty="0"/>
              <a:t>Fake news consumption is associated with institutional trust.</a:t>
            </a:r>
          </a:p>
        </p:txBody>
      </p:sp>
      <p:sp>
        <p:nvSpPr>
          <p:cNvPr id="11" name="TextBox 10">
            <a:extLst>
              <a:ext uri="{FF2B5EF4-FFF2-40B4-BE49-F238E27FC236}">
                <a16:creationId xmlns:a16="http://schemas.microsoft.com/office/drawing/2014/main" id="{E1B93FCD-7059-A729-9D29-8B04F1C219DE}"/>
              </a:ext>
            </a:extLst>
          </p:cNvPr>
          <p:cNvSpPr txBox="1"/>
          <p:nvPr/>
        </p:nvSpPr>
        <p:spPr>
          <a:xfrm>
            <a:off x="2161364" y="2470873"/>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p:sp>
        <p:nvSpPr>
          <p:cNvPr id="29" name="TextBox 28">
            <a:extLst>
              <a:ext uri="{FF2B5EF4-FFF2-40B4-BE49-F238E27FC236}">
                <a16:creationId xmlns:a16="http://schemas.microsoft.com/office/drawing/2014/main" id="{8ACF2213-ED24-11B5-F971-58F12EC6C639}"/>
              </a:ext>
            </a:extLst>
          </p:cNvPr>
          <p:cNvSpPr txBox="1"/>
          <p:nvPr/>
        </p:nvSpPr>
        <p:spPr>
          <a:xfrm>
            <a:off x="5827039" y="2840179"/>
            <a:ext cx="5508617" cy="523220"/>
          </a:xfrm>
          <a:prstGeom prst="rect">
            <a:avLst/>
          </a:prstGeom>
          <a:noFill/>
        </p:spPr>
        <p:txBody>
          <a:bodyPr wrap="square">
            <a:spAutoFit/>
          </a:bodyPr>
          <a:lstStyle/>
          <a:p>
            <a:pPr marL="285750" indent="-285750">
              <a:buFont typeface="Arial" panose="020B0604020202020204" pitchFamily="34" charset="0"/>
              <a:buChar char="•"/>
            </a:pPr>
            <a:r>
              <a:rPr lang="en-US" sz="1400" dirty="0"/>
              <a:t>The estimated coefficient for fake news consumption is negative.</a:t>
            </a:r>
          </a:p>
          <a:p>
            <a:pPr marL="285750" indent="-285750">
              <a:buFont typeface="Arial" panose="020B0604020202020204" pitchFamily="34" charset="0"/>
              <a:buChar char="•"/>
            </a:pPr>
            <a:r>
              <a:rPr lang="en-US" sz="1400" dirty="0"/>
              <a:t>The associated p-value is 0.002.</a:t>
            </a:r>
          </a:p>
        </p:txBody>
      </p:sp>
      <p:sp>
        <p:nvSpPr>
          <p:cNvPr id="27" name="TextBox 26">
            <a:extLst>
              <a:ext uri="{FF2B5EF4-FFF2-40B4-BE49-F238E27FC236}">
                <a16:creationId xmlns:a16="http://schemas.microsoft.com/office/drawing/2014/main" id="{7342B1ED-765A-0BE1-AF76-83A57BE8CD7B}"/>
              </a:ext>
            </a:extLst>
          </p:cNvPr>
          <p:cNvSpPr txBox="1"/>
          <p:nvPr/>
        </p:nvSpPr>
        <p:spPr>
          <a:xfrm>
            <a:off x="5872758" y="3593537"/>
            <a:ext cx="5347467" cy="1569660"/>
          </a:xfrm>
          <a:prstGeom prst="rect">
            <a:avLst/>
          </a:prstGeom>
          <a:noFill/>
        </p:spPr>
        <p:txBody>
          <a:bodyPr wrap="square">
            <a:spAutoFit/>
          </a:bodyPr>
          <a:lstStyle/>
          <a:p>
            <a:r>
              <a:rPr lang="en-US" sz="1200" b="1" dirty="0">
                <a:highlight>
                  <a:srgbClr val="FFC000"/>
                </a:highlight>
              </a:rPr>
              <a:t>If the null hypothesis were true</a:t>
            </a:r>
            <a:r>
              <a:rPr lang="en-US" sz="1200" dirty="0"/>
              <a:t>, this would mean that in repeated random samples drawn from the same population, only 2 out of every 1,000 samples would produce an estimated relationship as large as, or larger than, the one observed in out sample.</a:t>
            </a:r>
          </a:p>
          <a:p>
            <a:endParaRPr lang="en-US" sz="1200" dirty="0"/>
          </a:p>
          <a:p>
            <a:r>
              <a:rPr lang="en-US" sz="1200" b="1" dirty="0">
                <a:highlight>
                  <a:srgbClr val="FFC000"/>
                </a:highlight>
              </a:rPr>
              <a:t>Because this probability is very small, we reject the null hypothesis </a:t>
            </a:r>
            <a:r>
              <a:rPr lang="en-US" sz="1200" dirty="0"/>
              <a:t>and conclude that higher fake news consumption is significantly associated with lower institutional trust.</a:t>
            </a:r>
          </a:p>
        </p:txBody>
      </p:sp>
      <p:sp>
        <p:nvSpPr>
          <p:cNvPr id="28" name="Rectangle 27">
            <a:extLst>
              <a:ext uri="{FF2B5EF4-FFF2-40B4-BE49-F238E27FC236}">
                <a16:creationId xmlns:a16="http://schemas.microsoft.com/office/drawing/2014/main" id="{3191DBEC-4D8E-870E-43A1-E6E72A5A0777}"/>
              </a:ext>
            </a:extLst>
          </p:cNvPr>
          <p:cNvSpPr/>
          <p:nvPr/>
        </p:nvSpPr>
        <p:spPr>
          <a:xfrm>
            <a:off x="5827039" y="3610721"/>
            <a:ext cx="45719" cy="1486792"/>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47787312-9239-56BD-6DD4-942849B4368D}"/>
                  </a:ext>
                </a:extLst>
              </p:cNvPr>
              <p:cNvSpPr txBox="1"/>
              <p:nvPr/>
            </p:nvSpPr>
            <p:spPr>
              <a:xfrm>
                <a:off x="5827040" y="2444282"/>
                <a:ext cx="5176576" cy="314702"/>
              </a:xfrm>
              <a:prstGeom prst="rect">
                <a:avLst/>
              </a:prstGeom>
              <a:noFill/>
            </p:spPr>
            <p:txBody>
              <a:bodyPr wrap="square">
                <a:spAutoFit/>
              </a:bodyPr>
              <a:lstStyle/>
              <a:p>
                <a:r>
                  <a:rPr lang="en-US" sz="1400" dirty="0">
                    <a:solidFill>
                      <a:schemeClr val="bg1"/>
                    </a:solidFill>
                    <a:highlight>
                      <a:srgbClr val="63B8FF"/>
                    </a:highlight>
                  </a:rPr>
                  <a:t>Institutional trust </a:t>
                </a:r>
                <a14:m>
                  <m:oMath xmlns:m="http://schemas.openxmlformats.org/officeDocument/2006/math">
                    <m:r>
                      <a:rPr lang="en-US" sz="1400" i="1" dirty="0" smtClean="0">
                        <a:latin typeface="Cambria Math" panose="02040503050406030204" pitchFamily="18" charset="0"/>
                      </a:rPr>
                      <m:t>= </m:t>
                    </m:r>
                    <m:r>
                      <a:rPr lang="en-US" sz="1400" i="1" dirty="0" smtClean="0">
                        <a:latin typeface="Cambria Math" panose="02040503050406030204" pitchFamily="18" charset="0"/>
                      </a:rPr>
                      <m:t>𝛽</m:t>
                    </m:r>
                    <m:r>
                      <a:rPr lang="en-US" sz="1400" i="1" dirty="0" smtClean="0">
                        <a:latin typeface="Cambria Math" panose="02040503050406030204" pitchFamily="18" charset="0"/>
                      </a:rPr>
                      <m:t>₀ + </m:t>
                    </m:r>
                    <m:r>
                      <a:rPr lang="en-US" sz="1400" i="1" dirty="0" smtClean="0">
                        <a:latin typeface="Cambria Math" panose="02040503050406030204" pitchFamily="18" charset="0"/>
                      </a:rPr>
                      <m:t>𝛽</m:t>
                    </m:r>
                    <m:r>
                      <a:rPr lang="en-US" sz="1400" i="1" dirty="0" smtClean="0">
                        <a:latin typeface="Cambria Math" panose="02040503050406030204" pitchFamily="18" charset="0"/>
                      </a:rPr>
                      <m:t>₁</m:t>
                    </m:r>
                  </m:oMath>
                </a14:m>
                <a:r>
                  <a:rPr lang="en-US" sz="1400" dirty="0">
                    <a:solidFill>
                      <a:schemeClr val="bg1"/>
                    </a:solidFill>
                    <a:highlight>
                      <a:srgbClr val="FF0000"/>
                    </a:highlight>
                  </a:rPr>
                  <a:t>Fake news consumption</a:t>
                </a:r>
                <a:r>
                  <a:rPr lang="en-US" sz="1400" dirty="0"/>
                  <a:t>+ </a:t>
                </a:r>
                <a14:m>
                  <m:oMath xmlns:m="http://schemas.openxmlformats.org/officeDocument/2006/math">
                    <m:sSubSup>
                      <m:sSubSupPr>
                        <m:ctrlPr>
                          <a:rPr lang="en-US" sz="1400" i="1" dirty="0" smtClean="0">
                            <a:latin typeface="Cambria Math" panose="02040503050406030204" pitchFamily="18" charset="0"/>
                          </a:rPr>
                        </m:ctrlPr>
                      </m:sSubSupPr>
                      <m:e>
                        <m:r>
                          <a:rPr lang="en-US" sz="1400" i="1" dirty="0">
                            <a:latin typeface="Cambria Math" panose="02040503050406030204" pitchFamily="18" charset="0"/>
                          </a:rPr>
                          <m:t>𝐗</m:t>
                        </m:r>
                      </m:e>
                      <m:sub>
                        <m:r>
                          <m:rPr>
                            <m:sty m:val="p"/>
                          </m:rPr>
                          <a:rPr lang="en-US" sz="1400" b="0" i="1" dirty="0" smtClean="0">
                            <a:latin typeface="Cambria Math" panose="02040503050406030204" pitchFamily="18" charset="0"/>
                          </a:rPr>
                          <m:t>i</m:t>
                        </m:r>
                      </m:sub>
                      <m:sup>
                        <m:r>
                          <a:rPr lang="en-US" sz="1400" i="1" dirty="0">
                            <a:latin typeface="Cambria Math" panose="02040503050406030204" pitchFamily="18" charset="0"/>
                          </a:rPr>
                          <m:t>′</m:t>
                        </m:r>
                      </m:sup>
                    </m:sSubSup>
                    <m:r>
                      <a:rPr lang="en-US" sz="1400" i="1" dirty="0">
                        <a:latin typeface="Cambria Math" panose="02040503050406030204" pitchFamily="18" charset="0"/>
                      </a:rPr>
                      <m:t>𝜸</m:t>
                    </m:r>
                    <m:r>
                      <a:rPr lang="en-US" sz="1400" i="1" dirty="0">
                        <a:latin typeface="Cambria Math" panose="02040503050406030204" pitchFamily="18" charset="0"/>
                      </a:rPr>
                      <m:t>+</m:t>
                    </m:r>
                    <m:sSub>
                      <m:sSubPr>
                        <m:ctrlPr>
                          <a:rPr lang="en-US" sz="1400" i="1" dirty="0" smtClean="0">
                            <a:latin typeface="Cambria Math" panose="02040503050406030204" pitchFamily="18" charset="0"/>
                          </a:rPr>
                        </m:ctrlPr>
                      </m:sSubPr>
                      <m:e>
                        <m:r>
                          <a:rPr lang="en-US" sz="1400" i="1" dirty="0">
                            <a:latin typeface="Cambria Math" panose="02040503050406030204" pitchFamily="18" charset="0"/>
                          </a:rPr>
                          <m:t>𝜀</m:t>
                        </m:r>
                      </m:e>
                      <m:sub>
                        <m:r>
                          <m:rPr>
                            <m:sty m:val="p"/>
                          </m:rPr>
                          <a:rPr lang="en-US" sz="1400" b="0" i="1" dirty="0" smtClean="0">
                            <a:latin typeface="Cambria Math" panose="02040503050406030204" pitchFamily="18" charset="0"/>
                          </a:rPr>
                          <m:t>i</m:t>
                        </m:r>
                      </m:sub>
                    </m:sSub>
                  </m:oMath>
                </a14:m>
                <a:endParaRPr lang="en-US" sz="1400" dirty="0"/>
              </a:p>
            </p:txBody>
          </p:sp>
        </mc:Choice>
        <mc:Fallback xmlns="">
          <p:sp>
            <p:nvSpPr>
              <p:cNvPr id="33" name="TextBox 32">
                <a:extLst>
                  <a:ext uri="{FF2B5EF4-FFF2-40B4-BE49-F238E27FC236}">
                    <a16:creationId xmlns:a16="http://schemas.microsoft.com/office/drawing/2014/main" id="{47787312-9239-56BD-6DD4-942849B4368D}"/>
                  </a:ext>
                </a:extLst>
              </p:cNvPr>
              <p:cNvSpPr txBox="1">
                <a:spLocks noRot="1" noChangeAspect="1" noMove="1" noResize="1" noEditPoints="1" noAdjustHandles="1" noChangeArrowheads="1" noChangeShapeType="1" noTextEdit="1"/>
              </p:cNvSpPr>
              <p:nvPr/>
            </p:nvSpPr>
            <p:spPr>
              <a:xfrm>
                <a:off x="5827040" y="2444282"/>
                <a:ext cx="5176576" cy="314702"/>
              </a:xfrm>
              <a:prstGeom prst="rect">
                <a:avLst/>
              </a:prstGeom>
              <a:blipFill>
                <a:blip r:embed="rId3"/>
                <a:stretch>
                  <a:fillRect l="-353" t="-7692" b="-15385"/>
                </a:stretch>
              </a:blipFill>
            </p:spPr>
            <p:txBody>
              <a:bodyPr/>
              <a:lstStyle/>
              <a:p>
                <a:r>
                  <a:rPr lang="en-US">
                    <a:noFill/>
                  </a:rPr>
                  <a:t> </a:t>
                </a:r>
              </a:p>
            </p:txBody>
          </p:sp>
        </mc:Fallback>
      </mc:AlternateContent>
      <p:sp>
        <p:nvSpPr>
          <p:cNvPr id="34" name="TextBox 33">
            <a:extLst>
              <a:ext uri="{FF2B5EF4-FFF2-40B4-BE49-F238E27FC236}">
                <a16:creationId xmlns:a16="http://schemas.microsoft.com/office/drawing/2014/main" id="{B8FC2C37-BA4C-DF04-2094-DB28EE7C090C}"/>
              </a:ext>
            </a:extLst>
          </p:cNvPr>
          <p:cNvSpPr txBox="1"/>
          <p:nvPr/>
        </p:nvSpPr>
        <p:spPr>
          <a:xfrm>
            <a:off x="891589" y="1536317"/>
            <a:ext cx="7127946" cy="584775"/>
          </a:xfrm>
          <a:prstGeom prst="rect">
            <a:avLst/>
          </a:prstGeom>
          <a:noFill/>
        </p:spPr>
        <p:txBody>
          <a:bodyPr wrap="square">
            <a:spAutoFit/>
          </a:bodyPr>
          <a:lstStyle/>
          <a:p>
            <a:r>
              <a:rPr lang="en-US" sz="1600" dirty="0"/>
              <a:t>Researchers are interested in whether </a:t>
            </a:r>
            <a:r>
              <a:rPr lang="en-US" sz="1600" b="1" dirty="0">
                <a:solidFill>
                  <a:schemeClr val="bg1"/>
                </a:solidFill>
                <a:highlight>
                  <a:srgbClr val="FF0000"/>
                </a:highlight>
              </a:rPr>
              <a:t>exposure to online fake news </a:t>
            </a:r>
            <a:r>
              <a:rPr lang="en-US" sz="1600" dirty="0"/>
              <a:t>is associated with </a:t>
            </a:r>
            <a:r>
              <a:rPr lang="en-US" sz="1600" b="1" dirty="0">
                <a:solidFill>
                  <a:schemeClr val="bg1"/>
                </a:solidFill>
                <a:highlight>
                  <a:srgbClr val="63B8FF"/>
                </a:highlight>
              </a:rPr>
              <a:t>lower trust in democratic institutions</a:t>
            </a:r>
            <a:r>
              <a:rPr lang="en-US" sz="1600" dirty="0"/>
              <a:t>.</a:t>
            </a:r>
          </a:p>
        </p:txBody>
      </p:sp>
    </p:spTree>
    <p:extLst>
      <p:ext uri="{BB962C8B-B14F-4D97-AF65-F5344CB8AC3E}">
        <p14:creationId xmlns:p14="http://schemas.microsoft.com/office/powerpoint/2010/main" val="43560948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0426DA-DD08-460A-39CF-4F377DD1EA2A}"/>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78E5A03F-D86C-84BA-75F9-CD55B2E51E85}"/>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4F16F122-27B7-85C9-9CC4-C86494EEBC37}"/>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E14B040C-77C9-155B-A432-F26A9525D471}"/>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C1A92EF6-9B53-2CA3-89E4-3A285ABE06A5}"/>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Use of the p-value in hypothesis testing</a:t>
            </a:r>
          </a:p>
        </p:txBody>
      </p:sp>
      <p:pic>
        <p:nvPicPr>
          <p:cNvPr id="6" name="PValueExplanation">
            <a:hlinkClick r:id="" action="ppaction://media"/>
            <a:extLst>
              <a:ext uri="{FF2B5EF4-FFF2-40B4-BE49-F238E27FC236}">
                <a16:creationId xmlns:a16="http://schemas.microsoft.com/office/drawing/2014/main" id="{A5656D15-7F1A-87E8-4364-25D88C3C699A}"/>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2379473" y="1721846"/>
            <a:ext cx="7433054" cy="4181093"/>
          </a:xfrm>
          <a:prstGeom prst="rect">
            <a:avLst/>
          </a:prstGeom>
        </p:spPr>
      </p:pic>
      <p:sp>
        <p:nvSpPr>
          <p:cNvPr id="11" name="Right Brace 10">
            <a:extLst>
              <a:ext uri="{FF2B5EF4-FFF2-40B4-BE49-F238E27FC236}">
                <a16:creationId xmlns:a16="http://schemas.microsoft.com/office/drawing/2014/main" id="{3BDF71AB-ABBB-D86F-5658-37AF1E1E438F}"/>
              </a:ext>
            </a:extLst>
          </p:cNvPr>
          <p:cNvSpPr/>
          <p:nvPr/>
        </p:nvSpPr>
        <p:spPr>
          <a:xfrm>
            <a:off x="5049488" y="8144881"/>
            <a:ext cx="577679" cy="3017580"/>
          </a:xfrm>
          <a:prstGeom prst="rightBrace">
            <a:avLst>
              <a:gd name="adj1" fmla="val 0"/>
              <a:gd name="adj2" fmla="val 6594"/>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9" name="Oval 18">
            <a:extLst>
              <a:ext uri="{FF2B5EF4-FFF2-40B4-BE49-F238E27FC236}">
                <a16:creationId xmlns:a16="http://schemas.microsoft.com/office/drawing/2014/main" id="{D8F9A0AC-428C-D8C0-2E83-D838F3C3FB36}"/>
              </a:ext>
            </a:extLst>
          </p:cNvPr>
          <p:cNvSpPr/>
          <p:nvPr/>
        </p:nvSpPr>
        <p:spPr>
          <a:xfrm>
            <a:off x="1721597" y="8192756"/>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H0</a:t>
            </a:r>
          </a:p>
        </p:txBody>
      </p:sp>
      <p:sp>
        <p:nvSpPr>
          <p:cNvPr id="21" name="Oval 20">
            <a:extLst>
              <a:ext uri="{FF2B5EF4-FFF2-40B4-BE49-F238E27FC236}">
                <a16:creationId xmlns:a16="http://schemas.microsoft.com/office/drawing/2014/main" id="{FA204C90-5024-9451-AB07-8C9B6E4623D5}"/>
              </a:ext>
            </a:extLst>
          </p:cNvPr>
          <p:cNvSpPr/>
          <p:nvPr/>
        </p:nvSpPr>
        <p:spPr>
          <a:xfrm>
            <a:off x="1721597" y="9342092"/>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Ha</a:t>
            </a:r>
          </a:p>
        </p:txBody>
      </p:sp>
      <p:sp>
        <p:nvSpPr>
          <p:cNvPr id="26" name="TextBox 25">
            <a:extLst>
              <a:ext uri="{FF2B5EF4-FFF2-40B4-BE49-F238E27FC236}">
                <a16:creationId xmlns:a16="http://schemas.microsoft.com/office/drawing/2014/main" id="{D891AF48-90B1-6A91-5811-AC471E5FDADE}"/>
              </a:ext>
            </a:extLst>
          </p:cNvPr>
          <p:cNvSpPr txBox="1"/>
          <p:nvPr/>
        </p:nvSpPr>
        <p:spPr>
          <a:xfrm>
            <a:off x="1671509" y="8621257"/>
            <a:ext cx="3552371" cy="523220"/>
          </a:xfrm>
          <a:prstGeom prst="rect">
            <a:avLst/>
          </a:prstGeom>
          <a:noFill/>
        </p:spPr>
        <p:txBody>
          <a:bodyPr wrap="square">
            <a:spAutoFit/>
          </a:bodyPr>
          <a:lstStyle/>
          <a:p>
            <a:r>
              <a:rPr lang="en-US" sz="1400" dirty="0"/>
              <a:t>Fake news consumption has no association with institutional trust.</a:t>
            </a:r>
          </a:p>
        </p:txBody>
      </p:sp>
      <p:sp>
        <p:nvSpPr>
          <p:cNvPr id="27" name="TextBox 26">
            <a:extLst>
              <a:ext uri="{FF2B5EF4-FFF2-40B4-BE49-F238E27FC236}">
                <a16:creationId xmlns:a16="http://schemas.microsoft.com/office/drawing/2014/main" id="{76068826-8406-2C61-0B2A-1494D6DBB849}"/>
              </a:ext>
            </a:extLst>
          </p:cNvPr>
          <p:cNvSpPr txBox="1"/>
          <p:nvPr/>
        </p:nvSpPr>
        <p:spPr>
          <a:xfrm>
            <a:off x="2155149" y="9358382"/>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Alternative hypothesis</a:t>
            </a:r>
          </a:p>
        </p:txBody>
      </p:sp>
      <p:sp>
        <p:nvSpPr>
          <p:cNvPr id="28" name="TextBox 27">
            <a:extLst>
              <a:ext uri="{FF2B5EF4-FFF2-40B4-BE49-F238E27FC236}">
                <a16:creationId xmlns:a16="http://schemas.microsoft.com/office/drawing/2014/main" id="{8E2E2D99-6A12-A326-BE19-1EA6E5FB17CF}"/>
              </a:ext>
            </a:extLst>
          </p:cNvPr>
          <p:cNvSpPr txBox="1"/>
          <p:nvPr/>
        </p:nvSpPr>
        <p:spPr>
          <a:xfrm>
            <a:off x="1650778" y="9761105"/>
            <a:ext cx="3552371" cy="523220"/>
          </a:xfrm>
          <a:prstGeom prst="rect">
            <a:avLst/>
          </a:prstGeom>
          <a:noFill/>
        </p:spPr>
        <p:txBody>
          <a:bodyPr wrap="square">
            <a:spAutoFit/>
          </a:bodyPr>
          <a:lstStyle/>
          <a:p>
            <a:r>
              <a:rPr lang="en-US" sz="1400" dirty="0"/>
              <a:t>Fake news consumption is associated with institutional trust.</a:t>
            </a:r>
          </a:p>
        </p:txBody>
      </p:sp>
      <p:sp>
        <p:nvSpPr>
          <p:cNvPr id="29" name="TextBox 28">
            <a:extLst>
              <a:ext uri="{FF2B5EF4-FFF2-40B4-BE49-F238E27FC236}">
                <a16:creationId xmlns:a16="http://schemas.microsoft.com/office/drawing/2014/main" id="{80366BC7-5BA2-C54D-0784-63732EBD1BD7}"/>
              </a:ext>
            </a:extLst>
          </p:cNvPr>
          <p:cNvSpPr txBox="1"/>
          <p:nvPr/>
        </p:nvSpPr>
        <p:spPr>
          <a:xfrm>
            <a:off x="2161364" y="8218534"/>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p:sp>
        <p:nvSpPr>
          <p:cNvPr id="30" name="TextBox 29">
            <a:extLst>
              <a:ext uri="{FF2B5EF4-FFF2-40B4-BE49-F238E27FC236}">
                <a16:creationId xmlns:a16="http://schemas.microsoft.com/office/drawing/2014/main" id="{04F76478-B326-5731-997B-414E0F0AA12E}"/>
              </a:ext>
            </a:extLst>
          </p:cNvPr>
          <p:cNvSpPr txBox="1"/>
          <p:nvPr/>
        </p:nvSpPr>
        <p:spPr>
          <a:xfrm>
            <a:off x="5827039" y="8587840"/>
            <a:ext cx="5508617" cy="523220"/>
          </a:xfrm>
          <a:prstGeom prst="rect">
            <a:avLst/>
          </a:prstGeom>
          <a:noFill/>
        </p:spPr>
        <p:txBody>
          <a:bodyPr wrap="square">
            <a:spAutoFit/>
          </a:bodyPr>
          <a:lstStyle/>
          <a:p>
            <a:pPr marL="285750" indent="-285750">
              <a:buFont typeface="Arial" panose="020B0604020202020204" pitchFamily="34" charset="0"/>
              <a:buChar char="•"/>
            </a:pPr>
            <a:r>
              <a:rPr lang="en-US" sz="1400" dirty="0"/>
              <a:t>The estimated coefficient for fake news consumption is negative.</a:t>
            </a:r>
          </a:p>
          <a:p>
            <a:pPr marL="285750" indent="-285750">
              <a:buFont typeface="Arial" panose="020B0604020202020204" pitchFamily="34" charset="0"/>
              <a:buChar char="•"/>
            </a:pPr>
            <a:r>
              <a:rPr lang="en-US" sz="1400" dirty="0"/>
              <a:t>The associated p-value is 0.002.</a:t>
            </a:r>
          </a:p>
        </p:txBody>
      </p:sp>
      <p:sp>
        <p:nvSpPr>
          <p:cNvPr id="31" name="TextBox 30">
            <a:extLst>
              <a:ext uri="{FF2B5EF4-FFF2-40B4-BE49-F238E27FC236}">
                <a16:creationId xmlns:a16="http://schemas.microsoft.com/office/drawing/2014/main" id="{2AE10770-97DD-3E8F-F917-5C738E8C09D9}"/>
              </a:ext>
            </a:extLst>
          </p:cNvPr>
          <p:cNvSpPr txBox="1"/>
          <p:nvPr/>
        </p:nvSpPr>
        <p:spPr>
          <a:xfrm>
            <a:off x="5872758" y="9341198"/>
            <a:ext cx="5347467" cy="1569660"/>
          </a:xfrm>
          <a:prstGeom prst="rect">
            <a:avLst/>
          </a:prstGeom>
          <a:noFill/>
        </p:spPr>
        <p:txBody>
          <a:bodyPr wrap="square">
            <a:spAutoFit/>
          </a:bodyPr>
          <a:lstStyle/>
          <a:p>
            <a:r>
              <a:rPr lang="en-US" sz="1200" b="1" dirty="0">
                <a:highlight>
                  <a:srgbClr val="FFC000"/>
                </a:highlight>
              </a:rPr>
              <a:t>If the null hypothesis were true</a:t>
            </a:r>
            <a:r>
              <a:rPr lang="en-US" sz="1200" dirty="0"/>
              <a:t>, this would mean that in repeated random samples drawn from the same population, only 2 out of every 1,000 samples would produce an estimated relationship as large as, or larger than, the one observed in out sample.</a:t>
            </a:r>
          </a:p>
          <a:p>
            <a:endParaRPr lang="en-US" sz="1200" dirty="0"/>
          </a:p>
          <a:p>
            <a:r>
              <a:rPr lang="en-US" sz="1200" b="1" dirty="0">
                <a:highlight>
                  <a:srgbClr val="FFC000"/>
                </a:highlight>
              </a:rPr>
              <a:t>Because this probability is very small, we reject the null hypothesis </a:t>
            </a:r>
            <a:r>
              <a:rPr lang="en-US" sz="1200" dirty="0"/>
              <a:t>and conclude that higher fake news consumption is significantly associated with lower institutional trust.</a:t>
            </a:r>
          </a:p>
        </p:txBody>
      </p:sp>
      <p:sp>
        <p:nvSpPr>
          <p:cNvPr id="32" name="Rectangle 31">
            <a:extLst>
              <a:ext uri="{FF2B5EF4-FFF2-40B4-BE49-F238E27FC236}">
                <a16:creationId xmlns:a16="http://schemas.microsoft.com/office/drawing/2014/main" id="{0000F49D-48C1-E430-4A7B-3BF9F055B21E}"/>
              </a:ext>
            </a:extLst>
          </p:cNvPr>
          <p:cNvSpPr/>
          <p:nvPr/>
        </p:nvSpPr>
        <p:spPr>
          <a:xfrm>
            <a:off x="5827039" y="9358382"/>
            <a:ext cx="45719" cy="1486792"/>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4FB7E03E-A099-5E5C-81D5-AC3C2172020D}"/>
                  </a:ext>
                </a:extLst>
              </p:cNvPr>
              <p:cNvSpPr txBox="1"/>
              <p:nvPr/>
            </p:nvSpPr>
            <p:spPr>
              <a:xfrm>
                <a:off x="5827040" y="8191943"/>
                <a:ext cx="5176576" cy="314702"/>
              </a:xfrm>
              <a:prstGeom prst="rect">
                <a:avLst/>
              </a:prstGeom>
              <a:noFill/>
            </p:spPr>
            <p:txBody>
              <a:bodyPr wrap="square">
                <a:spAutoFit/>
              </a:bodyPr>
              <a:lstStyle/>
              <a:p>
                <a:r>
                  <a:rPr lang="en-US" sz="1400" dirty="0">
                    <a:solidFill>
                      <a:schemeClr val="bg1"/>
                    </a:solidFill>
                    <a:highlight>
                      <a:srgbClr val="63B8FF"/>
                    </a:highlight>
                  </a:rPr>
                  <a:t>Institutional trust </a:t>
                </a:r>
                <a14:m>
                  <m:oMath xmlns:m="http://schemas.openxmlformats.org/officeDocument/2006/math">
                    <m:r>
                      <a:rPr lang="en-US" sz="1400" i="1" dirty="0" smtClean="0">
                        <a:latin typeface="Cambria Math" panose="02040503050406030204" pitchFamily="18" charset="0"/>
                      </a:rPr>
                      <m:t>= </m:t>
                    </m:r>
                    <m:r>
                      <a:rPr lang="en-US" sz="1400" i="1" dirty="0" smtClean="0">
                        <a:latin typeface="Cambria Math" panose="02040503050406030204" pitchFamily="18" charset="0"/>
                      </a:rPr>
                      <m:t>𝛽</m:t>
                    </m:r>
                    <m:r>
                      <a:rPr lang="en-US" sz="1400" i="1" dirty="0" smtClean="0">
                        <a:latin typeface="Cambria Math" panose="02040503050406030204" pitchFamily="18" charset="0"/>
                      </a:rPr>
                      <m:t>₀ + </m:t>
                    </m:r>
                    <m:r>
                      <a:rPr lang="en-US" sz="1400" i="1" dirty="0" smtClean="0">
                        <a:latin typeface="Cambria Math" panose="02040503050406030204" pitchFamily="18" charset="0"/>
                      </a:rPr>
                      <m:t>𝛽</m:t>
                    </m:r>
                    <m:r>
                      <a:rPr lang="en-US" sz="1400" i="1" dirty="0" smtClean="0">
                        <a:latin typeface="Cambria Math" panose="02040503050406030204" pitchFamily="18" charset="0"/>
                      </a:rPr>
                      <m:t>₁</m:t>
                    </m:r>
                  </m:oMath>
                </a14:m>
                <a:r>
                  <a:rPr lang="en-US" sz="1400" dirty="0">
                    <a:solidFill>
                      <a:schemeClr val="bg1"/>
                    </a:solidFill>
                    <a:highlight>
                      <a:srgbClr val="FF0000"/>
                    </a:highlight>
                  </a:rPr>
                  <a:t>Fake news consumption</a:t>
                </a:r>
                <a:r>
                  <a:rPr lang="en-US" sz="1400" dirty="0"/>
                  <a:t>+ </a:t>
                </a:r>
                <a14:m>
                  <m:oMath xmlns:m="http://schemas.openxmlformats.org/officeDocument/2006/math">
                    <m:sSubSup>
                      <m:sSubSupPr>
                        <m:ctrlPr>
                          <a:rPr lang="en-US" sz="1400" i="1" dirty="0" smtClean="0">
                            <a:latin typeface="Cambria Math" panose="02040503050406030204" pitchFamily="18" charset="0"/>
                          </a:rPr>
                        </m:ctrlPr>
                      </m:sSubSupPr>
                      <m:e>
                        <m:r>
                          <a:rPr lang="en-US" sz="1400" i="1" dirty="0">
                            <a:latin typeface="Cambria Math" panose="02040503050406030204" pitchFamily="18" charset="0"/>
                          </a:rPr>
                          <m:t>𝐗</m:t>
                        </m:r>
                      </m:e>
                      <m:sub>
                        <m:r>
                          <m:rPr>
                            <m:sty m:val="p"/>
                          </m:rPr>
                          <a:rPr lang="en-US" sz="1400" b="0" i="1" dirty="0" smtClean="0">
                            <a:latin typeface="Cambria Math" panose="02040503050406030204" pitchFamily="18" charset="0"/>
                          </a:rPr>
                          <m:t>i</m:t>
                        </m:r>
                      </m:sub>
                      <m:sup>
                        <m:r>
                          <a:rPr lang="en-US" sz="1400" i="1" dirty="0">
                            <a:latin typeface="Cambria Math" panose="02040503050406030204" pitchFamily="18" charset="0"/>
                          </a:rPr>
                          <m:t>′</m:t>
                        </m:r>
                      </m:sup>
                    </m:sSubSup>
                    <m:r>
                      <a:rPr lang="en-US" sz="1400" i="1" dirty="0">
                        <a:latin typeface="Cambria Math" panose="02040503050406030204" pitchFamily="18" charset="0"/>
                      </a:rPr>
                      <m:t>𝜸</m:t>
                    </m:r>
                    <m:r>
                      <a:rPr lang="en-US" sz="1400" i="1" dirty="0">
                        <a:latin typeface="Cambria Math" panose="02040503050406030204" pitchFamily="18" charset="0"/>
                      </a:rPr>
                      <m:t>+</m:t>
                    </m:r>
                    <m:sSub>
                      <m:sSubPr>
                        <m:ctrlPr>
                          <a:rPr lang="en-US" sz="1400" i="1" dirty="0" smtClean="0">
                            <a:latin typeface="Cambria Math" panose="02040503050406030204" pitchFamily="18" charset="0"/>
                          </a:rPr>
                        </m:ctrlPr>
                      </m:sSubPr>
                      <m:e>
                        <m:r>
                          <a:rPr lang="en-US" sz="1400" i="1" dirty="0">
                            <a:latin typeface="Cambria Math" panose="02040503050406030204" pitchFamily="18" charset="0"/>
                          </a:rPr>
                          <m:t>𝜀</m:t>
                        </m:r>
                      </m:e>
                      <m:sub>
                        <m:r>
                          <m:rPr>
                            <m:sty m:val="p"/>
                          </m:rPr>
                          <a:rPr lang="en-US" sz="1400" b="0" i="1" dirty="0" smtClean="0">
                            <a:latin typeface="Cambria Math" panose="02040503050406030204" pitchFamily="18" charset="0"/>
                          </a:rPr>
                          <m:t>i</m:t>
                        </m:r>
                      </m:sub>
                    </m:sSub>
                  </m:oMath>
                </a14:m>
                <a:endParaRPr lang="en-US" sz="1400" dirty="0"/>
              </a:p>
            </p:txBody>
          </p:sp>
        </mc:Choice>
        <mc:Fallback xmlns="">
          <p:sp>
            <p:nvSpPr>
              <p:cNvPr id="33" name="TextBox 32">
                <a:extLst>
                  <a:ext uri="{FF2B5EF4-FFF2-40B4-BE49-F238E27FC236}">
                    <a16:creationId xmlns:a16="http://schemas.microsoft.com/office/drawing/2014/main" id="{4FB7E03E-A099-5E5C-81D5-AC3C2172020D}"/>
                  </a:ext>
                </a:extLst>
              </p:cNvPr>
              <p:cNvSpPr txBox="1">
                <a:spLocks noRot="1" noChangeAspect="1" noMove="1" noResize="1" noEditPoints="1" noAdjustHandles="1" noChangeArrowheads="1" noChangeShapeType="1" noTextEdit="1"/>
              </p:cNvSpPr>
              <p:nvPr/>
            </p:nvSpPr>
            <p:spPr>
              <a:xfrm>
                <a:off x="5827040" y="8191943"/>
                <a:ext cx="5176576" cy="314702"/>
              </a:xfrm>
              <a:prstGeom prst="rect">
                <a:avLst/>
              </a:prstGeom>
              <a:blipFill>
                <a:blip r:embed="rId6"/>
                <a:stretch>
                  <a:fillRect l="-353" t="-3922" b="-17647"/>
                </a:stretch>
              </a:blipFill>
            </p:spPr>
            <p:txBody>
              <a:bodyPr/>
              <a:lstStyle/>
              <a:p>
                <a:r>
                  <a:rPr lang="en-GB">
                    <a:noFill/>
                  </a:rPr>
                  <a:t> </a:t>
                </a:r>
              </a:p>
            </p:txBody>
          </p:sp>
        </mc:Fallback>
      </mc:AlternateContent>
      <p:sp>
        <p:nvSpPr>
          <p:cNvPr id="34" name="TextBox 33">
            <a:extLst>
              <a:ext uri="{FF2B5EF4-FFF2-40B4-BE49-F238E27FC236}">
                <a16:creationId xmlns:a16="http://schemas.microsoft.com/office/drawing/2014/main" id="{AE57B7FA-4F27-DA84-4FCC-CAA73E5634C8}"/>
              </a:ext>
            </a:extLst>
          </p:cNvPr>
          <p:cNvSpPr txBox="1"/>
          <p:nvPr/>
        </p:nvSpPr>
        <p:spPr>
          <a:xfrm>
            <a:off x="891589" y="7283978"/>
            <a:ext cx="7127946" cy="584775"/>
          </a:xfrm>
          <a:prstGeom prst="rect">
            <a:avLst/>
          </a:prstGeom>
          <a:noFill/>
        </p:spPr>
        <p:txBody>
          <a:bodyPr wrap="square">
            <a:spAutoFit/>
          </a:bodyPr>
          <a:lstStyle/>
          <a:p>
            <a:r>
              <a:rPr lang="en-US" sz="1600" dirty="0"/>
              <a:t>Researchers are interested in whether </a:t>
            </a:r>
            <a:r>
              <a:rPr lang="en-US" sz="1600" b="1" dirty="0">
                <a:solidFill>
                  <a:schemeClr val="bg1"/>
                </a:solidFill>
                <a:highlight>
                  <a:srgbClr val="FF0000"/>
                </a:highlight>
              </a:rPr>
              <a:t>exposure to online fake news </a:t>
            </a:r>
            <a:r>
              <a:rPr lang="en-US" sz="1600" dirty="0"/>
              <a:t>is associated with </a:t>
            </a:r>
            <a:r>
              <a:rPr lang="en-US" sz="1600" b="1" dirty="0">
                <a:solidFill>
                  <a:schemeClr val="bg1"/>
                </a:solidFill>
                <a:highlight>
                  <a:srgbClr val="63B8FF"/>
                </a:highlight>
              </a:rPr>
              <a:t>lower trust in democratic institutions</a:t>
            </a:r>
            <a:r>
              <a:rPr lang="en-US" sz="1600" dirty="0"/>
              <a:t>.</a:t>
            </a:r>
          </a:p>
        </p:txBody>
      </p:sp>
    </p:spTree>
    <p:extLst>
      <p:ext uri="{BB962C8B-B14F-4D97-AF65-F5344CB8AC3E}">
        <p14:creationId xmlns:p14="http://schemas.microsoft.com/office/powerpoint/2010/main" val="146660631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64500" fill="hold"/>
                                        <p:tgtEl>
                                          <p:spTgt spid="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6"/>
                </p:tgtEl>
              </p:cMediaNode>
            </p:video>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6"/>
                                        </p:tgtEl>
                                      </p:cBhvr>
                                    </p:cmd>
                                  </p:childTnLst>
                                </p:cTn>
                              </p:par>
                            </p:childTnLst>
                          </p:cTn>
                        </p:par>
                      </p:childTnLst>
                    </p:cTn>
                  </p:par>
                </p:childTnLst>
              </p:cTn>
              <p:nextCondLst>
                <p:cond evt="onClick" delay="0">
                  <p:tgtEl>
                    <p:spTgt spid="6"/>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D2D963-3C3C-38B2-5611-BDE3FD91FBA5}"/>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81385CA9-A2AF-CD00-532D-5A95FF61B88E}"/>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4842EFA8-87CC-BF3C-F7CF-75A11C171E1F}"/>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5410F45E-3402-1FF4-034A-FFD20F9A21A3}"/>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F6E0F970-49EF-7519-505E-4058ED30FC79}"/>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Why is the p‑value problematic and how can it lead to Type I errors?</a:t>
            </a:r>
          </a:p>
        </p:txBody>
      </p:sp>
      <p:sp>
        <p:nvSpPr>
          <p:cNvPr id="26" name="TextBox 25">
            <a:extLst>
              <a:ext uri="{FF2B5EF4-FFF2-40B4-BE49-F238E27FC236}">
                <a16:creationId xmlns:a16="http://schemas.microsoft.com/office/drawing/2014/main" id="{656CC7D0-707E-88C3-D173-FEA4B6626356}"/>
              </a:ext>
            </a:extLst>
          </p:cNvPr>
          <p:cNvSpPr txBox="1"/>
          <p:nvPr/>
        </p:nvSpPr>
        <p:spPr>
          <a:xfrm>
            <a:off x="891589" y="1953135"/>
            <a:ext cx="5818348" cy="738664"/>
          </a:xfrm>
          <a:prstGeom prst="rect">
            <a:avLst/>
          </a:prstGeom>
          <a:noFill/>
        </p:spPr>
        <p:txBody>
          <a:bodyPr wrap="square">
            <a:spAutoFit/>
          </a:bodyPr>
          <a:lstStyle/>
          <a:p>
            <a:r>
              <a:rPr lang="en-US" sz="1400" dirty="0"/>
              <a:t>We generally use α = 0.05 as the criterion for statistical significance, </a:t>
            </a:r>
            <a:r>
              <a:rPr lang="en-US" sz="1400" b="1" dirty="0">
                <a:highlight>
                  <a:srgbClr val="FFC000"/>
                </a:highlight>
              </a:rPr>
              <a:t>but this value is arbitrary</a:t>
            </a:r>
            <a:r>
              <a:rPr lang="en-US" sz="1400" dirty="0"/>
              <a:t>, and it is important to understand how it came to be used.</a:t>
            </a:r>
          </a:p>
        </p:txBody>
      </p:sp>
      <p:sp>
        <p:nvSpPr>
          <p:cNvPr id="28" name="TextBox 27">
            <a:extLst>
              <a:ext uri="{FF2B5EF4-FFF2-40B4-BE49-F238E27FC236}">
                <a16:creationId xmlns:a16="http://schemas.microsoft.com/office/drawing/2014/main" id="{24FC3966-7D8E-85A0-E454-2701A0D8447A}"/>
              </a:ext>
            </a:extLst>
          </p:cNvPr>
          <p:cNvSpPr txBox="1"/>
          <p:nvPr/>
        </p:nvSpPr>
        <p:spPr>
          <a:xfrm>
            <a:off x="891590" y="2812414"/>
            <a:ext cx="5818348" cy="738664"/>
          </a:xfrm>
          <a:prstGeom prst="rect">
            <a:avLst/>
          </a:prstGeom>
          <a:noFill/>
        </p:spPr>
        <p:txBody>
          <a:bodyPr wrap="square">
            <a:spAutoFit/>
          </a:bodyPr>
          <a:lstStyle/>
          <a:p>
            <a:r>
              <a:rPr lang="en-US" sz="1400" dirty="0"/>
              <a:t>Fisher made numerous fundamental contributions to statistics and </a:t>
            </a:r>
            <a:r>
              <a:rPr lang="en-US" sz="1400" b="1" dirty="0">
                <a:highlight>
                  <a:srgbClr val="FFC000"/>
                </a:highlight>
              </a:rPr>
              <a:t>developed the concept of significance testing</a:t>
            </a:r>
            <a:r>
              <a:rPr lang="en-US" sz="1400" dirty="0"/>
              <a:t>, in which the p‑value is used as a guide to reach a conclusion about a hypothesis.</a:t>
            </a:r>
          </a:p>
        </p:txBody>
      </p:sp>
      <p:pic>
        <p:nvPicPr>
          <p:cNvPr id="29" name="Picture 28">
            <a:extLst>
              <a:ext uri="{FF2B5EF4-FFF2-40B4-BE49-F238E27FC236}">
                <a16:creationId xmlns:a16="http://schemas.microsoft.com/office/drawing/2014/main" id="{83E66284-01A2-79BE-556F-10F8A10ACD38}"/>
              </a:ext>
            </a:extLst>
          </p:cNvPr>
          <p:cNvPicPr preferRelativeResize="0">
            <a:picLocks/>
          </p:cNvPicPr>
          <p:nvPr/>
        </p:nvPicPr>
        <p:blipFill>
          <a:blip r:embed="rId3"/>
          <a:srcRect l="6250" t="4687" r="6250" b="29688"/>
          <a:stretch/>
        </p:blipFill>
        <p:spPr>
          <a:xfrm>
            <a:off x="8945637" y="1953135"/>
            <a:ext cx="663929" cy="663929"/>
          </a:xfrm>
          <a:prstGeom prst="ellipse">
            <a:avLst/>
          </a:prstGeom>
          <a:solidFill>
            <a:schemeClr val="accent2"/>
          </a:solidFill>
        </p:spPr>
      </p:pic>
      <p:sp>
        <p:nvSpPr>
          <p:cNvPr id="30" name="TextBox 29">
            <a:extLst>
              <a:ext uri="{FF2B5EF4-FFF2-40B4-BE49-F238E27FC236}">
                <a16:creationId xmlns:a16="http://schemas.microsoft.com/office/drawing/2014/main" id="{356833B6-E372-9628-80D3-CA940EC9D3D7}"/>
              </a:ext>
            </a:extLst>
          </p:cNvPr>
          <p:cNvSpPr txBox="1"/>
          <p:nvPr/>
        </p:nvSpPr>
        <p:spPr>
          <a:xfrm>
            <a:off x="8739389" y="2645579"/>
            <a:ext cx="1076424" cy="369332"/>
          </a:xfrm>
          <a:prstGeom prst="rect">
            <a:avLst/>
          </a:prstGeom>
          <a:noFill/>
        </p:spPr>
        <p:txBody>
          <a:bodyPr wrap="square">
            <a:spAutoFit/>
          </a:bodyPr>
          <a:lstStyle/>
          <a:p>
            <a:pPr algn="ctr"/>
            <a:r>
              <a:rPr lang="es-ES" sz="900" dirty="0">
                <a:solidFill>
                  <a:srgbClr val="00B0F0"/>
                </a:solidFill>
                <a:hlinkClick r:id="rId4">
                  <a:extLst>
                    <a:ext uri="{A12FA001-AC4F-418D-AE19-62706E023703}">
                      <ahyp:hlinkClr xmlns:ahyp="http://schemas.microsoft.com/office/drawing/2018/hyperlinkcolor" val="tx"/>
                    </a:ext>
                  </a:extLst>
                </a:hlinkClick>
              </a:rPr>
              <a:t>Ronald Fisher</a:t>
            </a:r>
            <a:r>
              <a:rPr lang="es-ES" sz="900" dirty="0">
                <a:solidFill>
                  <a:srgbClr val="00B0F0"/>
                </a:solidFill>
              </a:rPr>
              <a:t> (1890-1962)</a:t>
            </a:r>
            <a:endParaRPr lang="en-GB" sz="900" dirty="0">
              <a:solidFill>
                <a:srgbClr val="00B0F0"/>
              </a:solidFill>
            </a:endParaRPr>
          </a:p>
        </p:txBody>
      </p:sp>
      <p:sp>
        <p:nvSpPr>
          <p:cNvPr id="31" name="Freeform: Shape 30">
            <a:extLst>
              <a:ext uri="{FF2B5EF4-FFF2-40B4-BE49-F238E27FC236}">
                <a16:creationId xmlns:a16="http://schemas.microsoft.com/office/drawing/2014/main" id="{82CBA374-A16D-FAC8-0EBF-65916FA02713}"/>
              </a:ext>
            </a:extLst>
          </p:cNvPr>
          <p:cNvSpPr/>
          <p:nvPr/>
        </p:nvSpPr>
        <p:spPr>
          <a:xfrm>
            <a:off x="948111" y="3947425"/>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32" name="TextBox 31">
            <a:extLst>
              <a:ext uri="{FF2B5EF4-FFF2-40B4-BE49-F238E27FC236}">
                <a16:creationId xmlns:a16="http://schemas.microsoft.com/office/drawing/2014/main" id="{DCB6A117-EC7E-102F-76E1-3AB77F4EEBFA}"/>
              </a:ext>
            </a:extLst>
          </p:cNvPr>
          <p:cNvSpPr txBox="1"/>
          <p:nvPr/>
        </p:nvSpPr>
        <p:spPr>
          <a:xfrm>
            <a:off x="1140072" y="3884902"/>
            <a:ext cx="5818348" cy="523220"/>
          </a:xfrm>
          <a:prstGeom prst="rect">
            <a:avLst/>
          </a:prstGeom>
          <a:noFill/>
        </p:spPr>
        <p:txBody>
          <a:bodyPr wrap="square">
            <a:spAutoFit/>
          </a:bodyPr>
          <a:lstStyle/>
          <a:p>
            <a:r>
              <a:rPr lang="en-US" sz="1400" dirty="0">
                <a:solidFill>
                  <a:schemeClr val="bg1">
                    <a:lumMod val="85000"/>
                  </a:schemeClr>
                </a:solidFill>
              </a:rPr>
              <a:t>Fisher used the term “hypothesis” to refer specifically to the null hypothesis.</a:t>
            </a:r>
          </a:p>
        </p:txBody>
      </p:sp>
      <p:sp>
        <p:nvSpPr>
          <p:cNvPr id="33" name="Freeform: Shape 32">
            <a:extLst>
              <a:ext uri="{FF2B5EF4-FFF2-40B4-BE49-F238E27FC236}">
                <a16:creationId xmlns:a16="http://schemas.microsoft.com/office/drawing/2014/main" id="{B00A80E3-5BF7-FD7E-D5EA-1732A3C9FB68}"/>
              </a:ext>
            </a:extLst>
          </p:cNvPr>
          <p:cNvSpPr/>
          <p:nvPr/>
        </p:nvSpPr>
        <p:spPr>
          <a:xfrm>
            <a:off x="957192" y="4500384"/>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34" name="TextBox 33">
            <a:extLst>
              <a:ext uri="{FF2B5EF4-FFF2-40B4-BE49-F238E27FC236}">
                <a16:creationId xmlns:a16="http://schemas.microsoft.com/office/drawing/2014/main" id="{5B2DCADC-CD6E-BCA9-BF38-9F7D2121196D}"/>
              </a:ext>
            </a:extLst>
          </p:cNvPr>
          <p:cNvSpPr txBox="1"/>
          <p:nvPr/>
        </p:nvSpPr>
        <p:spPr>
          <a:xfrm>
            <a:off x="1130991" y="4432903"/>
            <a:ext cx="5844858" cy="307777"/>
          </a:xfrm>
          <a:prstGeom prst="rect">
            <a:avLst/>
          </a:prstGeom>
          <a:noFill/>
        </p:spPr>
        <p:txBody>
          <a:bodyPr wrap="square">
            <a:spAutoFit/>
          </a:bodyPr>
          <a:lstStyle/>
          <a:p>
            <a:r>
              <a:rPr lang="en-US" sz="1400" dirty="0">
                <a:solidFill>
                  <a:schemeClr val="bg1">
                    <a:lumMod val="85000"/>
                  </a:schemeClr>
                </a:solidFill>
              </a:rPr>
              <a:t>If p &lt; 0.01, he generally regarded the result as clearly significant.</a:t>
            </a:r>
          </a:p>
        </p:txBody>
      </p:sp>
      <p:sp>
        <p:nvSpPr>
          <p:cNvPr id="35" name="Freeform: Shape 34">
            <a:extLst>
              <a:ext uri="{FF2B5EF4-FFF2-40B4-BE49-F238E27FC236}">
                <a16:creationId xmlns:a16="http://schemas.microsoft.com/office/drawing/2014/main" id="{BF22F4FC-E2C7-2D34-C03D-42C1BE13ED94}"/>
              </a:ext>
            </a:extLst>
          </p:cNvPr>
          <p:cNvSpPr/>
          <p:nvPr/>
        </p:nvSpPr>
        <p:spPr>
          <a:xfrm>
            <a:off x="957192" y="4996535"/>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36" name="TextBox 35">
            <a:extLst>
              <a:ext uri="{FF2B5EF4-FFF2-40B4-BE49-F238E27FC236}">
                <a16:creationId xmlns:a16="http://schemas.microsoft.com/office/drawing/2014/main" id="{05E9B673-A2AE-B0E2-F95C-3C559AEA352A}"/>
              </a:ext>
            </a:extLst>
          </p:cNvPr>
          <p:cNvSpPr txBox="1"/>
          <p:nvPr/>
        </p:nvSpPr>
        <p:spPr>
          <a:xfrm>
            <a:off x="1130991" y="4929054"/>
            <a:ext cx="5844858" cy="738664"/>
          </a:xfrm>
          <a:prstGeom prst="rect">
            <a:avLst/>
          </a:prstGeom>
          <a:noFill/>
        </p:spPr>
        <p:txBody>
          <a:bodyPr wrap="square">
            <a:spAutoFit/>
          </a:bodyPr>
          <a:lstStyle/>
          <a:p>
            <a:r>
              <a:rPr lang="en-US" sz="1400" dirty="0">
                <a:solidFill>
                  <a:schemeClr val="bg1">
                    <a:lumMod val="85000"/>
                  </a:schemeClr>
                </a:solidFill>
              </a:rPr>
              <a:t>He used 0.05 as a reference point, but for a broader range of p‑values, possibly between 0.01 and 0.20, he often recommended additional experiments to further investigate the observed effect.</a:t>
            </a:r>
          </a:p>
        </p:txBody>
      </p:sp>
      <p:sp>
        <p:nvSpPr>
          <p:cNvPr id="39" name="TextBox 38">
            <a:extLst>
              <a:ext uri="{FF2B5EF4-FFF2-40B4-BE49-F238E27FC236}">
                <a16:creationId xmlns:a16="http://schemas.microsoft.com/office/drawing/2014/main" id="{70D1BDD4-EF21-F270-A36C-19A2BEFEC0C8}"/>
              </a:ext>
            </a:extLst>
          </p:cNvPr>
          <p:cNvSpPr txBox="1"/>
          <p:nvPr/>
        </p:nvSpPr>
        <p:spPr>
          <a:xfrm>
            <a:off x="7369412" y="3069834"/>
            <a:ext cx="3897845" cy="954107"/>
          </a:xfrm>
          <a:prstGeom prst="rect">
            <a:avLst/>
          </a:prstGeom>
          <a:noFill/>
        </p:spPr>
        <p:txBody>
          <a:bodyPr wrap="square">
            <a:spAutoFit/>
          </a:bodyPr>
          <a:lstStyle/>
          <a:p>
            <a:r>
              <a:rPr lang="en-US" sz="1400" b="1" dirty="0">
                <a:highlight>
                  <a:srgbClr val="FFC000"/>
                </a:highlight>
              </a:rPr>
              <a:t>Fisher viewed the p‑value as a measure of the strength of evidence against the hypothesis: </a:t>
            </a:r>
            <a:r>
              <a:rPr lang="en-US" sz="1400" dirty="0"/>
              <a:t>the smaller the p‑value, the stronger the reason to doubt the null hypothesis</a:t>
            </a:r>
          </a:p>
        </p:txBody>
      </p:sp>
      <p:sp>
        <p:nvSpPr>
          <p:cNvPr id="40" name="Right Brace 39">
            <a:extLst>
              <a:ext uri="{FF2B5EF4-FFF2-40B4-BE49-F238E27FC236}">
                <a16:creationId xmlns:a16="http://schemas.microsoft.com/office/drawing/2014/main" id="{3640B1D7-65CF-E05E-62E2-6888AEF4CDF8}"/>
              </a:ext>
            </a:extLst>
          </p:cNvPr>
          <p:cNvSpPr/>
          <p:nvPr/>
        </p:nvSpPr>
        <p:spPr>
          <a:xfrm>
            <a:off x="6719018" y="1911474"/>
            <a:ext cx="577679" cy="3756244"/>
          </a:xfrm>
          <a:prstGeom prst="rightBrace">
            <a:avLst>
              <a:gd name="adj1" fmla="val 0"/>
              <a:gd name="adj2" fmla="val 6594"/>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43" name="TextBox 42">
            <a:extLst>
              <a:ext uri="{FF2B5EF4-FFF2-40B4-BE49-F238E27FC236}">
                <a16:creationId xmlns:a16="http://schemas.microsoft.com/office/drawing/2014/main" id="{A3DD6361-611B-6198-C2CF-B6BF97829151}"/>
              </a:ext>
            </a:extLst>
          </p:cNvPr>
          <p:cNvSpPr txBox="1"/>
          <p:nvPr/>
        </p:nvSpPr>
        <p:spPr>
          <a:xfrm>
            <a:off x="7296697" y="4206210"/>
            <a:ext cx="4185892" cy="954107"/>
          </a:xfrm>
          <a:prstGeom prst="rect">
            <a:avLst/>
          </a:prstGeom>
          <a:noFill/>
        </p:spPr>
        <p:txBody>
          <a:bodyPr wrap="square">
            <a:spAutoFit/>
          </a:bodyPr>
          <a:lstStyle>
            <a:defPPr>
              <a:defRPr lang="en-US"/>
            </a:defPPr>
            <a:lvl1pPr>
              <a:defRPr sz="1400" b="1">
                <a:highlight>
                  <a:srgbClr val="FFC000"/>
                </a:highlight>
              </a:defRPr>
            </a:lvl1pPr>
          </a:lstStyle>
          <a:p>
            <a:pPr algn="ctr"/>
            <a:r>
              <a:rPr lang="en-US" dirty="0">
                <a:solidFill>
                  <a:schemeClr val="bg1"/>
                </a:solidFill>
                <a:highlight>
                  <a:srgbClr val="FF0000"/>
                </a:highlight>
              </a:rPr>
              <a:t>How can we evaluate whether an observed result provides genuine evidence against a hypothesis, rather than being a coincidence produced by random variation?</a:t>
            </a:r>
          </a:p>
        </p:txBody>
      </p:sp>
    </p:spTree>
    <p:extLst>
      <p:ext uri="{BB962C8B-B14F-4D97-AF65-F5344CB8AC3E}">
        <p14:creationId xmlns:p14="http://schemas.microsoft.com/office/powerpoint/2010/main" val="265086363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8"/>
                                        </p:tgtEl>
                                        <p:attrNameLst>
                                          <p:attrName>style.visibility</p:attrName>
                                        </p:attrNameLst>
                                      </p:cBhvr>
                                      <p:to>
                                        <p:strVal val="visible"/>
                                      </p:to>
                                    </p:set>
                                    <p:animEffect transition="in" filter="fade">
                                      <p:cBhvr>
                                        <p:cTn id="10" dur="500"/>
                                        <p:tgtEl>
                                          <p:spTgt spid="2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fade">
                                      <p:cBhvr>
                                        <p:cTn id="18" dur="500"/>
                                        <p:tgtEl>
                                          <p:spTgt spid="3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500"/>
                                        <p:tgtEl>
                                          <p:spTgt spid="33"/>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4"/>
                                        </p:tgtEl>
                                        <p:attrNameLst>
                                          <p:attrName>style.visibility</p:attrName>
                                        </p:attrNameLst>
                                      </p:cBhvr>
                                      <p:to>
                                        <p:strVal val="visible"/>
                                      </p:to>
                                    </p:set>
                                    <p:animEffect transition="in" filter="fade">
                                      <p:cBhvr>
                                        <p:cTn id="26" dur="500"/>
                                        <p:tgtEl>
                                          <p:spTgt spid="3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fade">
                                      <p:cBhvr>
                                        <p:cTn id="31" dur="500"/>
                                        <p:tgtEl>
                                          <p:spTgt spid="3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6"/>
                                        </p:tgtEl>
                                        <p:attrNameLst>
                                          <p:attrName>style.visibility</p:attrName>
                                        </p:attrNameLst>
                                      </p:cBhvr>
                                      <p:to>
                                        <p:strVal val="visible"/>
                                      </p:to>
                                    </p:set>
                                    <p:animEffect transition="in" filter="fade">
                                      <p:cBhvr>
                                        <p:cTn id="34" dur="500"/>
                                        <p:tgtEl>
                                          <p:spTgt spid="36"/>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500"/>
                                        <p:tgtEl>
                                          <p:spTgt spid="40"/>
                                        </p:tgtEl>
                                      </p:cBhvr>
                                    </p:animEffect>
                                  </p:childTnLst>
                                </p:cTn>
                              </p:par>
                              <p:par>
                                <p:cTn id="40" presetID="10" presetClass="entr" presetSubtype="0" fill="hold" nodeType="withEffect">
                                  <p:stCondLst>
                                    <p:cond delay="0"/>
                                  </p:stCondLst>
                                  <p:childTnLst>
                                    <p:set>
                                      <p:cBhvr>
                                        <p:cTn id="41" dur="1" fill="hold">
                                          <p:stCondLst>
                                            <p:cond delay="0"/>
                                          </p:stCondLst>
                                        </p:cTn>
                                        <p:tgtEl>
                                          <p:spTgt spid="29"/>
                                        </p:tgtEl>
                                        <p:attrNameLst>
                                          <p:attrName>style.visibility</p:attrName>
                                        </p:attrNameLst>
                                      </p:cBhvr>
                                      <p:to>
                                        <p:strVal val="visible"/>
                                      </p:to>
                                    </p:set>
                                    <p:animEffect transition="in" filter="fade">
                                      <p:cBhvr>
                                        <p:cTn id="42" dur="500"/>
                                        <p:tgtEl>
                                          <p:spTgt spid="29"/>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0"/>
                                        </p:tgtEl>
                                        <p:attrNameLst>
                                          <p:attrName>style.visibility</p:attrName>
                                        </p:attrNameLst>
                                      </p:cBhvr>
                                      <p:to>
                                        <p:strVal val="visible"/>
                                      </p:to>
                                    </p:set>
                                    <p:animEffect transition="in" filter="fade">
                                      <p:cBhvr>
                                        <p:cTn id="45" dur="500"/>
                                        <p:tgtEl>
                                          <p:spTgt spid="30"/>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9"/>
                                        </p:tgtEl>
                                        <p:attrNameLst>
                                          <p:attrName>style.visibility</p:attrName>
                                        </p:attrNameLst>
                                      </p:cBhvr>
                                      <p:to>
                                        <p:strVal val="visible"/>
                                      </p:to>
                                    </p:set>
                                    <p:animEffect transition="in" filter="fade">
                                      <p:cBhvr>
                                        <p:cTn id="48" dur="500"/>
                                        <p:tgtEl>
                                          <p:spTgt spid="39"/>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43"/>
                                        </p:tgtEl>
                                        <p:attrNameLst>
                                          <p:attrName>style.visibility</p:attrName>
                                        </p:attrNameLst>
                                      </p:cBhvr>
                                      <p:to>
                                        <p:strVal val="visible"/>
                                      </p:to>
                                    </p:set>
                                    <p:animEffect transition="in" filter="fade">
                                      <p:cBhvr>
                                        <p:cTn id="53"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8" grpId="0"/>
      <p:bldP spid="30" grpId="0"/>
      <p:bldP spid="31" grpId="0" animBg="1"/>
      <p:bldP spid="32" grpId="0"/>
      <p:bldP spid="33" grpId="0" animBg="1"/>
      <p:bldP spid="34" grpId="0"/>
      <p:bldP spid="35" grpId="0" animBg="1"/>
      <p:bldP spid="36" grpId="0"/>
      <p:bldP spid="39" grpId="0"/>
      <p:bldP spid="40" grpId="0" animBg="1"/>
      <p:bldP spid="43"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F8D440-16D0-FFD0-B853-529B281C3281}"/>
            </a:ext>
          </a:extLst>
        </p:cNvPr>
        <p:cNvGrpSpPr/>
        <p:nvPr/>
      </p:nvGrpSpPr>
      <p:grpSpPr>
        <a:xfrm>
          <a:off x="0" y="0"/>
          <a:ext cx="0" cy="0"/>
          <a:chOff x="0" y="0"/>
          <a:chExt cx="0" cy="0"/>
        </a:xfrm>
      </p:grpSpPr>
      <p:sp>
        <p:nvSpPr>
          <p:cNvPr id="75" name="Oval 74">
            <a:extLst>
              <a:ext uri="{FF2B5EF4-FFF2-40B4-BE49-F238E27FC236}">
                <a16:creationId xmlns:a16="http://schemas.microsoft.com/office/drawing/2014/main" id="{3233A76D-B9DC-5AE4-162E-20909924F82D}"/>
              </a:ext>
            </a:extLst>
          </p:cNvPr>
          <p:cNvSpPr/>
          <p:nvPr/>
        </p:nvSpPr>
        <p:spPr>
          <a:xfrm>
            <a:off x="4305581" y="354859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Oval 73">
            <a:extLst>
              <a:ext uri="{FF2B5EF4-FFF2-40B4-BE49-F238E27FC236}">
                <a16:creationId xmlns:a16="http://schemas.microsoft.com/office/drawing/2014/main" id="{BAB476B3-0213-A82C-7257-DBCFE9008B14}"/>
              </a:ext>
            </a:extLst>
          </p:cNvPr>
          <p:cNvSpPr/>
          <p:nvPr/>
        </p:nvSpPr>
        <p:spPr>
          <a:xfrm>
            <a:off x="4305581" y="3549395"/>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Slide Number Placeholder 2">
            <a:extLst>
              <a:ext uri="{FF2B5EF4-FFF2-40B4-BE49-F238E27FC236}">
                <a16:creationId xmlns:a16="http://schemas.microsoft.com/office/drawing/2014/main" id="{A075DC73-2644-8BFA-6F12-AAD96676FFF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F347142-A124-0353-E213-FABA78E838BF}"/>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61EF60CE-1E88-DFF1-7336-ACFD79DDC1FA}"/>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166E41A6-E5DB-BEBF-DB16-D1B48EFF12D4}"/>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Why is the p‑value problematic and how can it lead to Type I errors?</a:t>
            </a:r>
          </a:p>
        </p:txBody>
      </p:sp>
      <p:grpSp>
        <p:nvGrpSpPr>
          <p:cNvPr id="57" name="Group 56">
            <a:extLst>
              <a:ext uri="{FF2B5EF4-FFF2-40B4-BE49-F238E27FC236}">
                <a16:creationId xmlns:a16="http://schemas.microsoft.com/office/drawing/2014/main" id="{C87FFD8F-7D13-E114-46C7-C88AEAFD4206}"/>
              </a:ext>
            </a:extLst>
          </p:cNvPr>
          <p:cNvGrpSpPr/>
          <p:nvPr/>
        </p:nvGrpSpPr>
        <p:grpSpPr>
          <a:xfrm>
            <a:off x="891589" y="2442501"/>
            <a:ext cx="1048000" cy="1981380"/>
            <a:chOff x="6743450" y="1860548"/>
            <a:chExt cx="2357823" cy="4457771"/>
          </a:xfrm>
        </p:grpSpPr>
        <p:sp>
          <p:nvSpPr>
            <p:cNvPr id="50" name="Freeform: Shape 49">
              <a:extLst>
                <a:ext uri="{FF2B5EF4-FFF2-40B4-BE49-F238E27FC236}">
                  <a16:creationId xmlns:a16="http://schemas.microsoft.com/office/drawing/2014/main" id="{B47FC415-609C-14E4-35F4-766FF2B71CD9}"/>
                </a:ext>
              </a:extLst>
            </p:cNvPr>
            <p:cNvSpPr/>
            <p:nvPr/>
          </p:nvSpPr>
          <p:spPr>
            <a:xfrm>
              <a:off x="6753321" y="2439477"/>
              <a:ext cx="2341727" cy="3867149"/>
            </a:xfrm>
            <a:custGeom>
              <a:avLst/>
              <a:gdLst>
                <a:gd name="csX0" fmla="*/ 2301431 w 2341727"/>
                <a:gd name="csY0" fmla="*/ 290693 h 3867149"/>
                <a:gd name="csX1" fmla="*/ 2239709 w 2341727"/>
                <a:gd name="csY1" fmla="*/ 271262 h 3867149"/>
                <a:gd name="csX2" fmla="*/ 2189417 w 2341727"/>
                <a:gd name="csY2" fmla="*/ 263261 h 3867149"/>
                <a:gd name="csX3" fmla="*/ 2111121 w 2341727"/>
                <a:gd name="csY3" fmla="*/ 222685 h 3867149"/>
                <a:gd name="csX4" fmla="*/ 2085975 w 2341727"/>
                <a:gd name="csY4" fmla="*/ 206397 h 3867149"/>
                <a:gd name="csX5" fmla="*/ 1987401 w 2341727"/>
                <a:gd name="csY5" fmla="*/ 161506 h 3867149"/>
                <a:gd name="csX6" fmla="*/ 1933956 w 2341727"/>
                <a:gd name="csY6" fmla="*/ 175250 h 3867149"/>
                <a:gd name="csX7" fmla="*/ 1734503 w 2341727"/>
                <a:gd name="csY7" fmla="*/ 313554 h 3867149"/>
                <a:gd name="csX8" fmla="*/ 1460183 w 2341727"/>
                <a:gd name="csY8" fmla="*/ 562156 h 3867149"/>
                <a:gd name="csX9" fmla="*/ 1301306 w 2341727"/>
                <a:gd name="csY9" fmla="*/ 466144 h 3867149"/>
                <a:gd name="csX10" fmla="*/ 1207008 w 2341727"/>
                <a:gd name="csY10" fmla="*/ 388420 h 3867149"/>
                <a:gd name="csX11" fmla="*/ 1205865 w 2341727"/>
                <a:gd name="csY11" fmla="*/ 373561 h 3867149"/>
                <a:gd name="csX12" fmla="*/ 967769 w 2341727"/>
                <a:gd name="csY12" fmla="*/ 220713 h 3867149"/>
                <a:gd name="csX13" fmla="*/ 857574 w 2341727"/>
                <a:gd name="csY13" fmla="*/ 211169 h 3867149"/>
                <a:gd name="csX14" fmla="*/ 842963 w 2341727"/>
                <a:gd name="csY14" fmla="*/ 223552 h 3867149"/>
                <a:gd name="csX15" fmla="*/ 764381 w 2341727"/>
                <a:gd name="csY15" fmla="*/ 170688 h 3867149"/>
                <a:gd name="csX16" fmla="*/ 487680 w 2341727"/>
                <a:gd name="csY16" fmla="*/ 0 h 3867149"/>
                <a:gd name="csX17" fmla="*/ 500063 w 2341727"/>
                <a:gd name="csY17" fmla="*/ 136398 h 3867149"/>
                <a:gd name="csX18" fmla="*/ 474345 w 2341727"/>
                <a:gd name="csY18" fmla="*/ 232124 h 3867149"/>
                <a:gd name="csX19" fmla="*/ 397612 w 2341727"/>
                <a:gd name="csY19" fmla="*/ 252936 h 3867149"/>
                <a:gd name="csX20" fmla="*/ 328613 w 2341727"/>
                <a:gd name="csY20" fmla="*/ 247840 h 3867149"/>
                <a:gd name="csX21" fmla="*/ 117158 w 2341727"/>
                <a:gd name="csY21" fmla="*/ 582168 h 3867149"/>
                <a:gd name="csX22" fmla="*/ 97155 w 2341727"/>
                <a:gd name="csY22" fmla="*/ 862203 h 3867149"/>
                <a:gd name="csX23" fmla="*/ 80010 w 2341727"/>
                <a:gd name="csY23" fmla="*/ 1025081 h 3867149"/>
                <a:gd name="csX24" fmla="*/ 45720 w 2341727"/>
                <a:gd name="csY24" fmla="*/ 1255109 h 3867149"/>
                <a:gd name="csX25" fmla="*/ 70009 w 2341727"/>
                <a:gd name="csY25" fmla="*/ 1662303 h 3867149"/>
                <a:gd name="csX26" fmla="*/ 36576 w 2341727"/>
                <a:gd name="csY26" fmla="*/ 1887474 h 3867149"/>
                <a:gd name="csX27" fmla="*/ 56007 w 2341727"/>
                <a:gd name="csY27" fmla="*/ 1969770 h 3867149"/>
                <a:gd name="csX28" fmla="*/ 0 w 2341727"/>
                <a:gd name="csY28" fmla="*/ 2317242 h 3867149"/>
                <a:gd name="csX29" fmla="*/ 238601 w 2341727"/>
                <a:gd name="csY29" fmla="*/ 2345246 h 3867149"/>
                <a:gd name="csX30" fmla="*/ 254318 w 2341727"/>
                <a:gd name="csY30" fmla="*/ 2408111 h 3867149"/>
                <a:gd name="csX31" fmla="*/ 378619 w 2341727"/>
                <a:gd name="csY31" fmla="*/ 2443829 h 3867149"/>
                <a:gd name="csX32" fmla="*/ 404336 w 2341727"/>
                <a:gd name="csY32" fmla="*/ 2499551 h 3867149"/>
                <a:gd name="csX33" fmla="*/ 400050 w 2341727"/>
                <a:gd name="csY33" fmla="*/ 2703862 h 3867149"/>
                <a:gd name="csX34" fmla="*/ 447199 w 2341727"/>
                <a:gd name="csY34" fmla="*/ 2842451 h 3867149"/>
                <a:gd name="csX35" fmla="*/ 384334 w 2341727"/>
                <a:gd name="csY35" fmla="*/ 3048191 h 3867149"/>
                <a:gd name="csX36" fmla="*/ 342900 w 2341727"/>
                <a:gd name="csY36" fmla="*/ 3278505 h 3867149"/>
                <a:gd name="csX37" fmla="*/ 220028 w 2341727"/>
                <a:gd name="csY37" fmla="*/ 3385376 h 3867149"/>
                <a:gd name="csX38" fmla="*/ 237172 w 2341727"/>
                <a:gd name="csY38" fmla="*/ 3556826 h 3867149"/>
                <a:gd name="csX39" fmla="*/ 245745 w 2341727"/>
                <a:gd name="csY39" fmla="*/ 3742563 h 3867149"/>
                <a:gd name="csX40" fmla="*/ 441198 w 2341727"/>
                <a:gd name="csY40" fmla="*/ 3867150 h 3867149"/>
                <a:gd name="csX41" fmla="*/ 427196 w 2341727"/>
                <a:gd name="csY41" fmla="*/ 3712559 h 3867149"/>
                <a:gd name="csX42" fmla="*/ 438626 w 2341727"/>
                <a:gd name="csY42" fmla="*/ 3446812 h 3867149"/>
                <a:gd name="csX43" fmla="*/ 473202 w 2341727"/>
                <a:gd name="csY43" fmla="*/ 3315081 h 3867149"/>
                <a:gd name="csX44" fmla="*/ 539496 w 2341727"/>
                <a:gd name="csY44" fmla="*/ 3213354 h 3867149"/>
                <a:gd name="csX45" fmla="*/ 592931 w 2341727"/>
                <a:gd name="csY45" fmla="*/ 3359658 h 3867149"/>
                <a:gd name="csX46" fmla="*/ 611505 w 2341727"/>
                <a:gd name="csY46" fmla="*/ 3442526 h 3867149"/>
                <a:gd name="csX47" fmla="*/ 618649 w 2341727"/>
                <a:gd name="csY47" fmla="*/ 3556826 h 3867149"/>
                <a:gd name="csX48" fmla="*/ 588645 w 2341727"/>
                <a:gd name="csY48" fmla="*/ 3721132 h 3867149"/>
                <a:gd name="csX49" fmla="*/ 708660 w 2341727"/>
                <a:gd name="csY49" fmla="*/ 3816858 h 3867149"/>
                <a:gd name="csX50" fmla="*/ 811530 w 2341727"/>
                <a:gd name="csY50" fmla="*/ 3651123 h 3867149"/>
                <a:gd name="csX51" fmla="*/ 781526 w 2341727"/>
                <a:gd name="csY51" fmla="*/ 3462528 h 3867149"/>
                <a:gd name="csX52" fmla="*/ 734378 w 2341727"/>
                <a:gd name="csY52" fmla="*/ 3351086 h 3867149"/>
                <a:gd name="csX53" fmla="*/ 700088 w 2341727"/>
                <a:gd name="csY53" fmla="*/ 3226784 h 3867149"/>
                <a:gd name="csX54" fmla="*/ 700088 w 2341727"/>
                <a:gd name="csY54" fmla="*/ 2971038 h 3867149"/>
                <a:gd name="csX55" fmla="*/ 811530 w 2341727"/>
                <a:gd name="csY55" fmla="*/ 2628138 h 3867149"/>
                <a:gd name="csX56" fmla="*/ 937260 w 2341727"/>
                <a:gd name="csY56" fmla="*/ 2412397 h 3867149"/>
                <a:gd name="csX57" fmla="*/ 1004411 w 2341727"/>
                <a:gd name="csY57" fmla="*/ 2362391 h 3867149"/>
                <a:gd name="csX58" fmla="*/ 1029843 w 2341727"/>
                <a:gd name="csY58" fmla="*/ 2345817 h 3867149"/>
                <a:gd name="csX59" fmla="*/ 1163003 w 2341727"/>
                <a:gd name="csY59" fmla="*/ 2339531 h 3867149"/>
                <a:gd name="csX60" fmla="*/ 1143000 w 2341727"/>
                <a:gd name="csY60" fmla="*/ 1829467 h 3867149"/>
                <a:gd name="csX61" fmla="*/ 1064419 w 2341727"/>
                <a:gd name="csY61" fmla="*/ 1156526 h 3867149"/>
                <a:gd name="csX62" fmla="*/ 1052989 w 2341727"/>
                <a:gd name="csY62" fmla="*/ 839343 h 3867149"/>
                <a:gd name="csX63" fmla="*/ 1057275 w 2341727"/>
                <a:gd name="csY63" fmla="*/ 622173 h 3867149"/>
                <a:gd name="csX64" fmla="*/ 1063562 w 2341727"/>
                <a:gd name="csY64" fmla="*/ 568452 h 3867149"/>
                <a:gd name="csX65" fmla="*/ 1263015 w 2341727"/>
                <a:gd name="csY65" fmla="*/ 705612 h 3867149"/>
                <a:gd name="csX66" fmla="*/ 1519619 w 2341727"/>
                <a:gd name="csY66" fmla="*/ 785622 h 3867149"/>
                <a:gd name="csX67" fmla="*/ 1744218 w 2341727"/>
                <a:gd name="csY67" fmla="*/ 575310 h 3867149"/>
                <a:gd name="csX68" fmla="*/ 1978895 w 2341727"/>
                <a:gd name="csY68" fmla="*/ 283302 h 3867149"/>
                <a:gd name="csX69" fmla="*/ 2341436 w 2341727"/>
                <a:gd name="csY69" fmla="*/ 300419 h 3867149"/>
                <a:gd name="csX70" fmla="*/ 2301431 w 2341727"/>
                <a:gd name="csY70" fmla="*/ 290693 h 3867149"/>
                <a:gd name="csX71" fmla="*/ 312611 w 2341727"/>
                <a:gd name="csY71" fmla="*/ 1215952 h 3867149"/>
                <a:gd name="csX72" fmla="*/ 197720 w 2341727"/>
                <a:gd name="csY72" fmla="*/ 1467355 h 3867149"/>
                <a:gd name="csX73" fmla="*/ 250955 w 2341727"/>
                <a:gd name="csY73" fmla="*/ 1172661 h 3867149"/>
                <a:gd name="csX74" fmla="*/ 285140 w 2341727"/>
                <a:gd name="csY74" fmla="*/ 956139 h 3867149"/>
                <a:gd name="csX75" fmla="*/ 310334 w 2341727"/>
                <a:gd name="csY75" fmla="*/ 790184 h 3867149"/>
                <a:gd name="csX76" fmla="*/ 347491 w 2341727"/>
                <a:gd name="csY76" fmla="*/ 915915 h 3867149"/>
                <a:gd name="csX77" fmla="*/ 392449 w 2341727"/>
                <a:gd name="csY77" fmla="*/ 1060056 h 3867149"/>
                <a:gd name="csX78" fmla="*/ 312611 w 2341727"/>
                <a:gd name="csY78" fmla="*/ 1215952 h 38671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Lst>
              <a:rect l="l" t="t" r="r" b="b"/>
              <a:pathLst>
                <a:path w="2341727" h="3867149">
                  <a:moveTo>
                    <a:pt x="2301431" y="290693"/>
                  </a:moveTo>
                  <a:cubicBezTo>
                    <a:pt x="2304660" y="268719"/>
                    <a:pt x="2270036" y="271910"/>
                    <a:pt x="2239709" y="271262"/>
                  </a:cubicBezTo>
                  <a:cubicBezTo>
                    <a:pt x="2213639" y="270710"/>
                    <a:pt x="2189417" y="263261"/>
                    <a:pt x="2189417" y="263261"/>
                  </a:cubicBezTo>
                  <a:cubicBezTo>
                    <a:pt x="2205419" y="207826"/>
                    <a:pt x="2111121" y="222685"/>
                    <a:pt x="2111121" y="222685"/>
                  </a:cubicBezTo>
                  <a:lnTo>
                    <a:pt x="2085975" y="206397"/>
                  </a:lnTo>
                  <a:cubicBezTo>
                    <a:pt x="2043894" y="178832"/>
                    <a:pt x="2010289" y="166735"/>
                    <a:pt x="1987401" y="161506"/>
                  </a:cubicBezTo>
                  <a:cubicBezTo>
                    <a:pt x="1968360" y="157153"/>
                    <a:pt x="1949853" y="163925"/>
                    <a:pt x="1933956" y="175250"/>
                  </a:cubicBezTo>
                  <a:lnTo>
                    <a:pt x="1734503" y="313554"/>
                  </a:lnTo>
                  <a:cubicBezTo>
                    <a:pt x="1603058" y="387848"/>
                    <a:pt x="1460183" y="562156"/>
                    <a:pt x="1460183" y="562156"/>
                  </a:cubicBezTo>
                  <a:cubicBezTo>
                    <a:pt x="1460183" y="562156"/>
                    <a:pt x="1347597" y="497005"/>
                    <a:pt x="1301306" y="466144"/>
                  </a:cubicBezTo>
                  <a:cubicBezTo>
                    <a:pt x="1255014" y="435283"/>
                    <a:pt x="1207008" y="388420"/>
                    <a:pt x="1207008" y="388420"/>
                  </a:cubicBezTo>
                  <a:lnTo>
                    <a:pt x="1205865" y="373561"/>
                  </a:lnTo>
                  <a:cubicBezTo>
                    <a:pt x="1163003" y="286407"/>
                    <a:pt x="1017775" y="230715"/>
                    <a:pt x="967769" y="220713"/>
                  </a:cubicBezTo>
                  <a:cubicBezTo>
                    <a:pt x="938394" y="214836"/>
                    <a:pt x="883872" y="208512"/>
                    <a:pt x="857574" y="211169"/>
                  </a:cubicBezTo>
                  <a:cubicBezTo>
                    <a:pt x="839095" y="213036"/>
                    <a:pt x="842963" y="223552"/>
                    <a:pt x="842963" y="223552"/>
                  </a:cubicBezTo>
                  <a:cubicBezTo>
                    <a:pt x="737235" y="224981"/>
                    <a:pt x="764381" y="170688"/>
                    <a:pt x="764381" y="170688"/>
                  </a:cubicBezTo>
                  <a:cubicBezTo>
                    <a:pt x="722948" y="106394"/>
                    <a:pt x="487680" y="0"/>
                    <a:pt x="487680" y="0"/>
                  </a:cubicBezTo>
                  <a:lnTo>
                    <a:pt x="500063" y="136398"/>
                  </a:lnTo>
                  <a:cubicBezTo>
                    <a:pt x="500063" y="136398"/>
                    <a:pt x="504425" y="221361"/>
                    <a:pt x="474345" y="232124"/>
                  </a:cubicBezTo>
                  <a:cubicBezTo>
                    <a:pt x="440788" y="244126"/>
                    <a:pt x="397612" y="252936"/>
                    <a:pt x="397612" y="252936"/>
                  </a:cubicBezTo>
                  <a:cubicBezTo>
                    <a:pt x="356178" y="241506"/>
                    <a:pt x="328613" y="247840"/>
                    <a:pt x="328613" y="247840"/>
                  </a:cubicBezTo>
                  <a:cubicBezTo>
                    <a:pt x="96498" y="347872"/>
                    <a:pt x="117158" y="582168"/>
                    <a:pt x="117158" y="582168"/>
                  </a:cubicBezTo>
                  <a:lnTo>
                    <a:pt x="97155" y="862203"/>
                  </a:lnTo>
                  <a:cubicBezTo>
                    <a:pt x="97155" y="862203"/>
                    <a:pt x="98584" y="972217"/>
                    <a:pt x="80010" y="1025081"/>
                  </a:cubicBezTo>
                  <a:cubicBezTo>
                    <a:pt x="61436" y="1077944"/>
                    <a:pt x="45720" y="1255109"/>
                    <a:pt x="45720" y="1255109"/>
                  </a:cubicBezTo>
                  <a:lnTo>
                    <a:pt x="70009" y="1662303"/>
                  </a:lnTo>
                  <a:cubicBezTo>
                    <a:pt x="70009" y="1662303"/>
                    <a:pt x="34576" y="1798892"/>
                    <a:pt x="36576" y="1887474"/>
                  </a:cubicBezTo>
                  <a:cubicBezTo>
                    <a:pt x="37862" y="1944548"/>
                    <a:pt x="56007" y="1969770"/>
                    <a:pt x="56007" y="1969770"/>
                  </a:cubicBezTo>
                  <a:lnTo>
                    <a:pt x="0" y="2317242"/>
                  </a:lnTo>
                  <a:cubicBezTo>
                    <a:pt x="86868" y="2378964"/>
                    <a:pt x="238601" y="2345246"/>
                    <a:pt x="238601" y="2345246"/>
                  </a:cubicBezTo>
                  <a:cubicBezTo>
                    <a:pt x="238601" y="2345246"/>
                    <a:pt x="242888" y="2392394"/>
                    <a:pt x="254318" y="2408111"/>
                  </a:cubicBezTo>
                  <a:cubicBezTo>
                    <a:pt x="265748" y="2423827"/>
                    <a:pt x="378619" y="2443829"/>
                    <a:pt x="378619" y="2443829"/>
                  </a:cubicBezTo>
                  <a:lnTo>
                    <a:pt x="404336" y="2499551"/>
                  </a:lnTo>
                  <a:cubicBezTo>
                    <a:pt x="404336" y="2499551"/>
                    <a:pt x="407194" y="2628138"/>
                    <a:pt x="400050" y="2703862"/>
                  </a:cubicBezTo>
                  <a:cubicBezTo>
                    <a:pt x="392906" y="2779586"/>
                    <a:pt x="447199" y="2842451"/>
                    <a:pt x="447199" y="2842451"/>
                  </a:cubicBezTo>
                  <a:lnTo>
                    <a:pt x="384334" y="3048191"/>
                  </a:lnTo>
                  <a:lnTo>
                    <a:pt x="342900" y="3278505"/>
                  </a:lnTo>
                  <a:cubicBezTo>
                    <a:pt x="245745" y="3281553"/>
                    <a:pt x="220028" y="3385376"/>
                    <a:pt x="220028" y="3385376"/>
                  </a:cubicBezTo>
                  <a:lnTo>
                    <a:pt x="237172" y="3556826"/>
                  </a:lnTo>
                  <a:cubicBezTo>
                    <a:pt x="237172" y="3556826"/>
                    <a:pt x="230029" y="3639693"/>
                    <a:pt x="245745" y="3742563"/>
                  </a:cubicBezTo>
                  <a:cubicBezTo>
                    <a:pt x="261461" y="3845433"/>
                    <a:pt x="441198" y="3867150"/>
                    <a:pt x="441198" y="3867150"/>
                  </a:cubicBezTo>
                  <a:cubicBezTo>
                    <a:pt x="492633" y="3825716"/>
                    <a:pt x="427196" y="3712559"/>
                    <a:pt x="427196" y="3712559"/>
                  </a:cubicBezTo>
                  <a:lnTo>
                    <a:pt x="438626" y="3446812"/>
                  </a:lnTo>
                  <a:cubicBezTo>
                    <a:pt x="438626" y="3446812"/>
                    <a:pt x="454543" y="3356086"/>
                    <a:pt x="473202" y="3315081"/>
                  </a:cubicBezTo>
                  <a:cubicBezTo>
                    <a:pt x="491861" y="3274076"/>
                    <a:pt x="539496" y="3213354"/>
                    <a:pt x="539496" y="3213354"/>
                  </a:cubicBezTo>
                  <a:lnTo>
                    <a:pt x="592931" y="3359658"/>
                  </a:lnTo>
                  <a:cubicBezTo>
                    <a:pt x="584073" y="3421380"/>
                    <a:pt x="611505" y="3442526"/>
                    <a:pt x="611505" y="3442526"/>
                  </a:cubicBezTo>
                  <a:lnTo>
                    <a:pt x="618649" y="3556826"/>
                  </a:lnTo>
                  <a:cubicBezTo>
                    <a:pt x="618649" y="3556826"/>
                    <a:pt x="597218" y="3659696"/>
                    <a:pt x="588645" y="3721132"/>
                  </a:cubicBezTo>
                  <a:cubicBezTo>
                    <a:pt x="580073" y="3782568"/>
                    <a:pt x="708660" y="3816858"/>
                    <a:pt x="708660" y="3816858"/>
                  </a:cubicBezTo>
                  <a:cubicBezTo>
                    <a:pt x="847249" y="3752564"/>
                    <a:pt x="811530" y="3651123"/>
                    <a:pt x="811530" y="3651123"/>
                  </a:cubicBezTo>
                  <a:cubicBezTo>
                    <a:pt x="811530" y="3651123"/>
                    <a:pt x="780669" y="3550539"/>
                    <a:pt x="781526" y="3462528"/>
                  </a:cubicBezTo>
                  <a:cubicBezTo>
                    <a:pt x="782364" y="3376051"/>
                    <a:pt x="734378" y="3351086"/>
                    <a:pt x="734378" y="3351086"/>
                  </a:cubicBezTo>
                  <a:lnTo>
                    <a:pt x="700088" y="3226784"/>
                  </a:lnTo>
                  <a:lnTo>
                    <a:pt x="700088" y="2971038"/>
                  </a:lnTo>
                  <a:cubicBezTo>
                    <a:pt x="760095" y="2888171"/>
                    <a:pt x="811530" y="2628138"/>
                    <a:pt x="811530" y="2628138"/>
                  </a:cubicBezTo>
                  <a:cubicBezTo>
                    <a:pt x="888683" y="2535269"/>
                    <a:pt x="937260" y="2412397"/>
                    <a:pt x="937260" y="2412397"/>
                  </a:cubicBezTo>
                  <a:cubicBezTo>
                    <a:pt x="1011174" y="2389632"/>
                    <a:pt x="1004411" y="2362391"/>
                    <a:pt x="1004411" y="2362391"/>
                  </a:cubicBezTo>
                  <a:lnTo>
                    <a:pt x="1029843" y="2345817"/>
                  </a:lnTo>
                  <a:cubicBezTo>
                    <a:pt x="1158621" y="2366772"/>
                    <a:pt x="1163003" y="2339531"/>
                    <a:pt x="1163003" y="2339531"/>
                  </a:cubicBezTo>
                  <a:lnTo>
                    <a:pt x="1143000" y="1829467"/>
                  </a:lnTo>
                  <a:cubicBezTo>
                    <a:pt x="1141571" y="1576578"/>
                    <a:pt x="1064419" y="1156526"/>
                    <a:pt x="1064419" y="1156526"/>
                  </a:cubicBezTo>
                  <a:cubicBezTo>
                    <a:pt x="1014413" y="999363"/>
                    <a:pt x="1031558" y="920782"/>
                    <a:pt x="1052989" y="839343"/>
                  </a:cubicBezTo>
                  <a:cubicBezTo>
                    <a:pt x="1074420" y="757904"/>
                    <a:pt x="1057275" y="622173"/>
                    <a:pt x="1057275" y="622173"/>
                  </a:cubicBezTo>
                  <a:lnTo>
                    <a:pt x="1063562" y="568452"/>
                  </a:lnTo>
                  <a:cubicBezTo>
                    <a:pt x="1066038" y="597408"/>
                    <a:pt x="1181481" y="669808"/>
                    <a:pt x="1263015" y="705612"/>
                  </a:cubicBezTo>
                  <a:cubicBezTo>
                    <a:pt x="1384687" y="759047"/>
                    <a:pt x="1500178" y="788937"/>
                    <a:pt x="1519619" y="785622"/>
                  </a:cubicBezTo>
                  <a:cubicBezTo>
                    <a:pt x="1556480" y="779336"/>
                    <a:pt x="1642043" y="689324"/>
                    <a:pt x="1744218" y="575310"/>
                  </a:cubicBezTo>
                  <a:cubicBezTo>
                    <a:pt x="1866357" y="439017"/>
                    <a:pt x="1978895" y="283302"/>
                    <a:pt x="1978895" y="283302"/>
                  </a:cubicBezTo>
                  <a:cubicBezTo>
                    <a:pt x="2204638" y="379028"/>
                    <a:pt x="2337149" y="323279"/>
                    <a:pt x="2341436" y="300419"/>
                  </a:cubicBezTo>
                  <a:cubicBezTo>
                    <a:pt x="2345722" y="277549"/>
                    <a:pt x="2301431" y="290693"/>
                    <a:pt x="2301431" y="290693"/>
                  </a:cubicBezTo>
                  <a:close/>
                  <a:moveTo>
                    <a:pt x="312611" y="1215952"/>
                  </a:moveTo>
                  <a:cubicBezTo>
                    <a:pt x="286179" y="1270378"/>
                    <a:pt x="197720" y="1467355"/>
                    <a:pt x="197720" y="1467355"/>
                  </a:cubicBezTo>
                  <a:lnTo>
                    <a:pt x="250955" y="1172661"/>
                  </a:lnTo>
                  <a:lnTo>
                    <a:pt x="285140" y="956139"/>
                  </a:lnTo>
                  <a:lnTo>
                    <a:pt x="310334" y="790184"/>
                  </a:lnTo>
                  <a:cubicBezTo>
                    <a:pt x="310334" y="790184"/>
                    <a:pt x="337766" y="840476"/>
                    <a:pt x="347491" y="915915"/>
                  </a:cubicBezTo>
                  <a:cubicBezTo>
                    <a:pt x="352968" y="958406"/>
                    <a:pt x="392449" y="1060056"/>
                    <a:pt x="392449" y="1060056"/>
                  </a:cubicBezTo>
                  <a:cubicBezTo>
                    <a:pt x="392449" y="1060056"/>
                    <a:pt x="339042" y="1161536"/>
                    <a:pt x="312611" y="1215952"/>
                  </a:cubicBezTo>
                  <a:close/>
                </a:path>
              </a:pathLst>
            </a:custGeom>
            <a:solidFill>
              <a:srgbClr val="FFFFFF"/>
            </a:solidFill>
            <a:ln w="9525" cap="flat">
              <a:noFill/>
              <a:prstDash val="solid"/>
              <a:miter/>
            </a:ln>
          </p:spPr>
          <p:txBody>
            <a:bodyPr/>
            <a:lstStyle/>
            <a:p>
              <a:endParaRPr lang="en-US"/>
            </a:p>
          </p:txBody>
        </p:sp>
        <p:sp>
          <p:nvSpPr>
            <p:cNvPr id="51" name="Freeform: Shape 50">
              <a:extLst>
                <a:ext uri="{FF2B5EF4-FFF2-40B4-BE49-F238E27FC236}">
                  <a16:creationId xmlns:a16="http://schemas.microsoft.com/office/drawing/2014/main" id="{8184AECF-3D4A-F706-AC22-535400256BE1}"/>
                </a:ext>
              </a:extLst>
            </p:cNvPr>
            <p:cNvSpPr/>
            <p:nvPr/>
          </p:nvSpPr>
          <p:spPr>
            <a:xfrm>
              <a:off x="6753315" y="3454032"/>
              <a:ext cx="1164446" cy="1443028"/>
            </a:xfrm>
            <a:custGeom>
              <a:avLst/>
              <a:gdLst>
                <a:gd name="csX0" fmla="*/ 1151655 w 1164446"/>
                <a:gd name="csY0" fmla="*/ 1073953 h 1443028"/>
                <a:gd name="csX1" fmla="*/ 1026696 w 1164446"/>
                <a:gd name="csY1" fmla="*/ 35966 h 1443028"/>
                <a:gd name="csX2" fmla="*/ 1021381 w 1164446"/>
                <a:gd name="csY2" fmla="*/ 0 h 1443028"/>
                <a:gd name="csX3" fmla="*/ 388835 w 1164446"/>
                <a:gd name="csY3" fmla="*/ 7268 h 1443028"/>
                <a:gd name="csX4" fmla="*/ 391093 w 1164446"/>
                <a:gd name="csY4" fmla="*/ 50140 h 1443028"/>
                <a:gd name="csX5" fmla="*/ 362203 w 1164446"/>
                <a:gd name="csY5" fmla="*/ 100270 h 1443028"/>
                <a:gd name="csX6" fmla="*/ 154301 w 1164446"/>
                <a:gd name="csY6" fmla="*/ 695935 h 1443028"/>
                <a:gd name="csX7" fmla="*/ 151253 w 1164446"/>
                <a:gd name="csY7" fmla="*/ 797281 h 1443028"/>
                <a:gd name="csX8" fmla="*/ 152368 w 1164446"/>
                <a:gd name="csY8" fmla="*/ 893978 h 1443028"/>
                <a:gd name="csX9" fmla="*/ 159826 w 1164446"/>
                <a:gd name="csY9" fmla="*/ 899198 h 1443028"/>
                <a:gd name="csX10" fmla="*/ 197164 w 1164446"/>
                <a:gd name="csY10" fmla="*/ 926630 h 1443028"/>
                <a:gd name="csX11" fmla="*/ 197564 w 1164446"/>
                <a:gd name="csY11" fmla="*/ 950043 h 1443028"/>
                <a:gd name="csX12" fmla="*/ 211337 w 1164446"/>
                <a:gd name="csY12" fmla="*/ 980951 h 1443028"/>
                <a:gd name="csX13" fmla="*/ 162683 w 1164446"/>
                <a:gd name="csY13" fmla="*/ 979018 h 1443028"/>
                <a:gd name="csX14" fmla="*/ 104771 w 1164446"/>
                <a:gd name="csY14" fmla="*/ 960349 h 1443028"/>
                <a:gd name="csX15" fmla="*/ 97342 w 1164446"/>
                <a:gd name="csY15" fmla="*/ 965111 h 1443028"/>
                <a:gd name="csX16" fmla="*/ 124926 w 1164446"/>
                <a:gd name="csY16" fmla="*/ 1015346 h 1443028"/>
                <a:gd name="csX17" fmla="*/ 91817 w 1164446"/>
                <a:gd name="csY17" fmla="*/ 1001497 h 1443028"/>
                <a:gd name="csX18" fmla="*/ 63242 w 1164446"/>
                <a:gd name="csY18" fmla="*/ 969112 h 1443028"/>
                <a:gd name="csX19" fmla="*/ 51755 w 1164446"/>
                <a:gd name="csY19" fmla="*/ 971226 h 1443028"/>
                <a:gd name="csX20" fmla="*/ 82 w 1164446"/>
                <a:gd name="csY20" fmla="*/ 1301420 h 1443028"/>
                <a:gd name="csX21" fmla="*/ 6178 w 1164446"/>
                <a:gd name="csY21" fmla="*/ 1310221 h 1443028"/>
                <a:gd name="csX22" fmla="*/ 238893 w 1164446"/>
                <a:gd name="csY22" fmla="*/ 1328014 h 1443028"/>
                <a:gd name="csX23" fmla="*/ 251713 w 1164446"/>
                <a:gd name="csY23" fmla="*/ 1392174 h 1443028"/>
                <a:gd name="csX24" fmla="*/ 256847 w 1164446"/>
                <a:gd name="csY24" fmla="*/ 1396813 h 1443028"/>
                <a:gd name="csX25" fmla="*/ 585317 w 1164446"/>
                <a:gd name="csY25" fmla="*/ 1443028 h 1443028"/>
                <a:gd name="csX26" fmla="*/ 999636 w 1164446"/>
                <a:gd name="csY26" fmla="*/ 1367733 h 1443028"/>
                <a:gd name="csX27" fmla="*/ 1005274 w 1164446"/>
                <a:gd name="csY27" fmla="*/ 1349540 h 1443028"/>
                <a:gd name="csX28" fmla="*/ 1016952 w 1164446"/>
                <a:gd name="csY28" fmla="*/ 1338901 h 1443028"/>
                <a:gd name="csX29" fmla="*/ 1112440 w 1164446"/>
                <a:gd name="csY29" fmla="*/ 1339091 h 1443028"/>
                <a:gd name="csX30" fmla="*/ 1154464 w 1164446"/>
                <a:gd name="csY30" fmla="*/ 1328147 h 1443028"/>
                <a:gd name="csX31" fmla="*/ 1164418 w 1164446"/>
                <a:gd name="csY31" fmla="*/ 1316098 h 1443028"/>
                <a:gd name="csX32" fmla="*/ 1151655 w 1164446"/>
                <a:gd name="csY32" fmla="*/ 1073953 h 14430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164446" h="1443028">
                  <a:moveTo>
                    <a:pt x="1151655" y="1073953"/>
                  </a:moveTo>
                  <a:cubicBezTo>
                    <a:pt x="1132862" y="731482"/>
                    <a:pt x="1121908" y="371332"/>
                    <a:pt x="1026696" y="35966"/>
                  </a:cubicBezTo>
                  <a:cubicBezTo>
                    <a:pt x="1028887" y="26060"/>
                    <a:pt x="1023058" y="1362"/>
                    <a:pt x="1021381" y="0"/>
                  </a:cubicBezTo>
                  <a:cubicBezTo>
                    <a:pt x="817089" y="19374"/>
                    <a:pt x="598176" y="46463"/>
                    <a:pt x="388835" y="7268"/>
                  </a:cubicBezTo>
                  <a:cubicBezTo>
                    <a:pt x="368366" y="8020"/>
                    <a:pt x="392036" y="38795"/>
                    <a:pt x="391093" y="50140"/>
                  </a:cubicBezTo>
                  <a:cubicBezTo>
                    <a:pt x="382558" y="67828"/>
                    <a:pt x="370871" y="82429"/>
                    <a:pt x="362203" y="100270"/>
                  </a:cubicBezTo>
                  <a:cubicBezTo>
                    <a:pt x="270354" y="289208"/>
                    <a:pt x="174456" y="486613"/>
                    <a:pt x="154301" y="695935"/>
                  </a:cubicBezTo>
                  <a:cubicBezTo>
                    <a:pt x="182438" y="720814"/>
                    <a:pt x="160969" y="765191"/>
                    <a:pt x="151253" y="797281"/>
                  </a:cubicBezTo>
                  <a:cubicBezTo>
                    <a:pt x="143481" y="830313"/>
                    <a:pt x="153539" y="861679"/>
                    <a:pt x="152368" y="893978"/>
                  </a:cubicBezTo>
                  <a:cubicBezTo>
                    <a:pt x="152196" y="897922"/>
                    <a:pt x="155940" y="898522"/>
                    <a:pt x="159826" y="899198"/>
                  </a:cubicBezTo>
                  <a:cubicBezTo>
                    <a:pt x="172980" y="902484"/>
                    <a:pt x="201507" y="911047"/>
                    <a:pt x="197164" y="926630"/>
                  </a:cubicBezTo>
                  <a:cubicBezTo>
                    <a:pt x="193516" y="935165"/>
                    <a:pt x="207308" y="941718"/>
                    <a:pt x="197564" y="950043"/>
                  </a:cubicBezTo>
                  <a:cubicBezTo>
                    <a:pt x="189734" y="956729"/>
                    <a:pt x="215147" y="972998"/>
                    <a:pt x="211337" y="980951"/>
                  </a:cubicBezTo>
                  <a:cubicBezTo>
                    <a:pt x="208784" y="986257"/>
                    <a:pt x="195135" y="987181"/>
                    <a:pt x="162683" y="979018"/>
                  </a:cubicBezTo>
                  <a:cubicBezTo>
                    <a:pt x="138147" y="972845"/>
                    <a:pt x="111353" y="964730"/>
                    <a:pt x="104771" y="960349"/>
                  </a:cubicBezTo>
                  <a:cubicBezTo>
                    <a:pt x="98913" y="956167"/>
                    <a:pt x="95818" y="960158"/>
                    <a:pt x="97342" y="965111"/>
                  </a:cubicBezTo>
                  <a:cubicBezTo>
                    <a:pt x="103238" y="984266"/>
                    <a:pt x="138661" y="1004954"/>
                    <a:pt x="124926" y="1015346"/>
                  </a:cubicBezTo>
                  <a:cubicBezTo>
                    <a:pt x="118297" y="1020356"/>
                    <a:pt x="109200" y="1015460"/>
                    <a:pt x="91817" y="1001497"/>
                  </a:cubicBezTo>
                  <a:cubicBezTo>
                    <a:pt x="76539" y="989219"/>
                    <a:pt x="64976" y="973207"/>
                    <a:pt x="63242" y="969112"/>
                  </a:cubicBezTo>
                  <a:cubicBezTo>
                    <a:pt x="60623" y="962187"/>
                    <a:pt x="52927" y="963740"/>
                    <a:pt x="51755" y="971226"/>
                  </a:cubicBezTo>
                  <a:cubicBezTo>
                    <a:pt x="29829" y="1081545"/>
                    <a:pt x="16074" y="1191377"/>
                    <a:pt x="82" y="1301420"/>
                  </a:cubicBezTo>
                  <a:cubicBezTo>
                    <a:pt x="-509" y="1305497"/>
                    <a:pt x="2149" y="1309345"/>
                    <a:pt x="6178" y="1310221"/>
                  </a:cubicBezTo>
                  <a:cubicBezTo>
                    <a:pt x="87912" y="1328452"/>
                    <a:pt x="161093" y="1342454"/>
                    <a:pt x="238893" y="1328014"/>
                  </a:cubicBezTo>
                  <a:cubicBezTo>
                    <a:pt x="240636" y="1326690"/>
                    <a:pt x="237178" y="1355769"/>
                    <a:pt x="251713" y="1392174"/>
                  </a:cubicBezTo>
                  <a:cubicBezTo>
                    <a:pt x="252618" y="1394431"/>
                    <a:pt x="254504" y="1396146"/>
                    <a:pt x="256847" y="1396813"/>
                  </a:cubicBezTo>
                  <a:cubicBezTo>
                    <a:pt x="363908" y="1427531"/>
                    <a:pt x="474179" y="1443028"/>
                    <a:pt x="585317" y="1443028"/>
                  </a:cubicBezTo>
                  <a:cubicBezTo>
                    <a:pt x="727268" y="1443104"/>
                    <a:pt x="868486" y="1417606"/>
                    <a:pt x="999636" y="1367733"/>
                  </a:cubicBezTo>
                  <a:cubicBezTo>
                    <a:pt x="1009761" y="1362142"/>
                    <a:pt x="1003131" y="1352398"/>
                    <a:pt x="1005274" y="1349540"/>
                  </a:cubicBezTo>
                  <a:cubicBezTo>
                    <a:pt x="1007417" y="1346683"/>
                    <a:pt x="1013313" y="1341463"/>
                    <a:pt x="1016952" y="1338901"/>
                  </a:cubicBezTo>
                  <a:cubicBezTo>
                    <a:pt x="1044679" y="1320184"/>
                    <a:pt x="1080874" y="1333586"/>
                    <a:pt x="1112440" y="1339091"/>
                  </a:cubicBezTo>
                  <a:cubicBezTo>
                    <a:pt x="1135033" y="1343597"/>
                    <a:pt x="1143187" y="1337110"/>
                    <a:pt x="1154464" y="1328147"/>
                  </a:cubicBezTo>
                  <a:cubicBezTo>
                    <a:pt x="1157970" y="1324851"/>
                    <a:pt x="1164952" y="1322108"/>
                    <a:pt x="1164418" y="1316098"/>
                  </a:cubicBezTo>
                  <a:cubicBezTo>
                    <a:pt x="1159589" y="1235535"/>
                    <a:pt x="1155560" y="1153392"/>
                    <a:pt x="1151655" y="1073953"/>
                  </a:cubicBezTo>
                  <a:close/>
                </a:path>
              </a:pathLst>
            </a:custGeom>
            <a:pattFill prst="lgGrid">
              <a:fgClr>
                <a:schemeClr val="bg1"/>
              </a:fgClr>
              <a:bgClr>
                <a:schemeClr val="accent2"/>
              </a:bgClr>
            </a:pattFill>
            <a:ln w="9525" cap="flat">
              <a:noFill/>
              <a:prstDash val="solid"/>
              <a:miter/>
            </a:ln>
          </p:spPr>
          <p:txBody>
            <a:bodyPr/>
            <a:lstStyle/>
            <a:p>
              <a:endParaRPr lang="en-US"/>
            </a:p>
          </p:txBody>
        </p:sp>
        <p:sp>
          <p:nvSpPr>
            <p:cNvPr id="52" name="Freeform: Shape 51">
              <a:extLst>
                <a:ext uri="{FF2B5EF4-FFF2-40B4-BE49-F238E27FC236}">
                  <a16:creationId xmlns:a16="http://schemas.microsoft.com/office/drawing/2014/main" id="{CB47E6F3-6915-2E60-1B83-200A6D4812F0}"/>
                </a:ext>
              </a:extLst>
            </p:cNvPr>
            <p:cNvSpPr/>
            <p:nvPr/>
          </p:nvSpPr>
          <p:spPr>
            <a:xfrm>
              <a:off x="6886347" y="2652262"/>
              <a:ext cx="1073817" cy="828350"/>
            </a:xfrm>
            <a:custGeom>
              <a:avLst/>
              <a:gdLst>
                <a:gd name="csX0" fmla="*/ 1070543 w 1073817"/>
                <a:gd name="csY0" fmla="*/ 144593 h 828350"/>
                <a:gd name="csX1" fmla="*/ 1070543 w 1073817"/>
                <a:gd name="csY1" fmla="*/ 144593 h 828350"/>
                <a:gd name="csX2" fmla="*/ 708022 w 1073817"/>
                <a:gd name="csY2" fmla="*/ 594 h 828350"/>
                <a:gd name="csX3" fmla="*/ 708574 w 1073817"/>
                <a:gd name="csY3" fmla="*/ 6728 h 828350"/>
                <a:gd name="csX4" fmla="*/ 731006 w 1073817"/>
                <a:gd name="csY4" fmla="*/ 91767 h 828350"/>
                <a:gd name="csX5" fmla="*/ 448085 w 1073817"/>
                <a:gd name="csY5" fmla="*/ 108769 h 828350"/>
                <a:gd name="csX6" fmla="*/ 216960 w 1073817"/>
                <a:gd name="csY6" fmla="*/ 31531 h 828350"/>
                <a:gd name="csX7" fmla="*/ 0 w 1073817"/>
                <a:gd name="csY7" fmla="*/ 271380 h 828350"/>
                <a:gd name="csX8" fmla="*/ 133255 w 1073817"/>
                <a:gd name="csY8" fmla="*/ 369125 h 828350"/>
                <a:gd name="csX9" fmla="*/ 193872 w 1073817"/>
                <a:gd name="csY9" fmla="*/ 384804 h 828350"/>
                <a:gd name="csX10" fmla="*/ 175584 w 1073817"/>
                <a:gd name="csY10" fmla="*/ 568255 h 828350"/>
                <a:gd name="csX11" fmla="*/ 241935 w 1073817"/>
                <a:gd name="csY11" fmla="*/ 803094 h 828350"/>
                <a:gd name="csX12" fmla="*/ 249879 w 1073817"/>
                <a:gd name="csY12" fmla="*/ 810000 h 828350"/>
                <a:gd name="csX13" fmla="*/ 887511 w 1073817"/>
                <a:gd name="csY13" fmla="*/ 802151 h 828350"/>
                <a:gd name="csX14" fmla="*/ 892512 w 1073817"/>
                <a:gd name="csY14" fmla="*/ 792302 h 828350"/>
                <a:gd name="csX15" fmla="*/ 918943 w 1073817"/>
                <a:gd name="csY15" fmla="*/ 585533 h 828350"/>
                <a:gd name="csX16" fmla="*/ 920706 w 1073817"/>
                <a:gd name="csY16" fmla="*/ 369383 h 828350"/>
                <a:gd name="csX17" fmla="*/ 940718 w 1073817"/>
                <a:gd name="csY17" fmla="*/ 350371 h 828350"/>
                <a:gd name="csX18" fmla="*/ 1073144 w 1073817"/>
                <a:gd name="csY18" fmla="*/ 156146 h 828350"/>
                <a:gd name="csX19" fmla="*/ 1070543 w 1073817"/>
                <a:gd name="csY19" fmla="*/ 144593 h 828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073817" h="828350">
                  <a:moveTo>
                    <a:pt x="1070543" y="144593"/>
                  </a:moveTo>
                  <a:lnTo>
                    <a:pt x="1070543" y="144593"/>
                  </a:lnTo>
                  <a:cubicBezTo>
                    <a:pt x="987409" y="56782"/>
                    <a:pt x="848630" y="-6864"/>
                    <a:pt x="708022" y="594"/>
                  </a:cubicBezTo>
                  <a:cubicBezTo>
                    <a:pt x="706993" y="2575"/>
                    <a:pt x="707212" y="4966"/>
                    <a:pt x="708574" y="6728"/>
                  </a:cubicBezTo>
                  <a:cubicBezTo>
                    <a:pt x="731253" y="32960"/>
                    <a:pt x="743074" y="66354"/>
                    <a:pt x="731006" y="91767"/>
                  </a:cubicBezTo>
                  <a:cubicBezTo>
                    <a:pt x="679952" y="188408"/>
                    <a:pt x="530028" y="161652"/>
                    <a:pt x="448085" y="108769"/>
                  </a:cubicBezTo>
                  <a:cubicBezTo>
                    <a:pt x="375476" y="71460"/>
                    <a:pt x="300523" y="42713"/>
                    <a:pt x="216960" y="31531"/>
                  </a:cubicBezTo>
                  <a:cubicBezTo>
                    <a:pt x="108052" y="64678"/>
                    <a:pt x="16354" y="158309"/>
                    <a:pt x="0" y="271380"/>
                  </a:cubicBezTo>
                  <a:cubicBezTo>
                    <a:pt x="34766" y="317986"/>
                    <a:pt x="89506" y="346513"/>
                    <a:pt x="133255" y="369125"/>
                  </a:cubicBezTo>
                  <a:cubicBezTo>
                    <a:pt x="150686" y="380041"/>
                    <a:pt x="177108" y="374631"/>
                    <a:pt x="193872" y="384804"/>
                  </a:cubicBezTo>
                  <a:cubicBezTo>
                    <a:pt x="193234" y="448231"/>
                    <a:pt x="180451" y="506171"/>
                    <a:pt x="175584" y="568255"/>
                  </a:cubicBezTo>
                  <a:cubicBezTo>
                    <a:pt x="208245" y="641931"/>
                    <a:pt x="218180" y="726589"/>
                    <a:pt x="241935" y="803094"/>
                  </a:cubicBezTo>
                  <a:cubicBezTo>
                    <a:pt x="242888" y="807504"/>
                    <a:pt x="245145" y="809885"/>
                    <a:pt x="249879" y="810000"/>
                  </a:cubicBezTo>
                  <a:cubicBezTo>
                    <a:pt x="451942" y="844261"/>
                    <a:pt x="682904" y="824011"/>
                    <a:pt x="887511" y="802151"/>
                  </a:cubicBezTo>
                  <a:cubicBezTo>
                    <a:pt x="892369" y="801684"/>
                    <a:pt x="893169" y="796312"/>
                    <a:pt x="892512" y="792302"/>
                  </a:cubicBezTo>
                  <a:cubicBezTo>
                    <a:pt x="890483" y="722236"/>
                    <a:pt x="912190" y="655009"/>
                    <a:pt x="918943" y="585533"/>
                  </a:cubicBezTo>
                  <a:cubicBezTo>
                    <a:pt x="925992" y="515144"/>
                    <a:pt x="924125" y="445164"/>
                    <a:pt x="920706" y="369383"/>
                  </a:cubicBezTo>
                  <a:cubicBezTo>
                    <a:pt x="920277" y="359848"/>
                    <a:pt x="938413" y="356991"/>
                    <a:pt x="940718" y="350371"/>
                  </a:cubicBezTo>
                  <a:cubicBezTo>
                    <a:pt x="971864" y="269370"/>
                    <a:pt x="1016927" y="203019"/>
                    <a:pt x="1073144" y="156146"/>
                  </a:cubicBezTo>
                  <a:cubicBezTo>
                    <a:pt x="1075601" y="154146"/>
                    <a:pt x="1070543" y="144593"/>
                    <a:pt x="1070543" y="144593"/>
                  </a:cubicBezTo>
                  <a:close/>
                </a:path>
              </a:pathLst>
            </a:custGeom>
            <a:solidFill>
              <a:srgbClr val="00B0F0"/>
            </a:solidFill>
            <a:ln w="9525" cap="flat">
              <a:noFill/>
              <a:prstDash val="solid"/>
              <a:miter/>
            </a:ln>
          </p:spPr>
          <p:txBody>
            <a:bodyPr/>
            <a:lstStyle/>
            <a:p>
              <a:endParaRPr lang="en-US"/>
            </a:p>
          </p:txBody>
        </p:sp>
        <p:grpSp>
          <p:nvGrpSpPr>
            <p:cNvPr id="53" name="Graphic 43" descr="Woman presenting with hand">
              <a:extLst>
                <a:ext uri="{FF2B5EF4-FFF2-40B4-BE49-F238E27FC236}">
                  <a16:creationId xmlns:a16="http://schemas.microsoft.com/office/drawing/2014/main" id="{EC2356EB-FAD6-DD5B-8783-10F5F12874B4}"/>
                </a:ext>
              </a:extLst>
            </p:cNvPr>
            <p:cNvGrpSpPr/>
            <p:nvPr/>
          </p:nvGrpSpPr>
          <p:grpSpPr>
            <a:xfrm>
              <a:off x="6978028" y="5724269"/>
              <a:ext cx="588617" cy="581967"/>
              <a:chOff x="6978028" y="5724269"/>
              <a:chExt cx="588617" cy="581967"/>
            </a:xfrm>
            <a:solidFill>
              <a:srgbClr val="FFFFFF"/>
            </a:solidFill>
          </p:grpSpPr>
          <p:sp>
            <p:nvSpPr>
              <p:cNvPr id="54" name="Freeform: Shape 53">
                <a:extLst>
                  <a:ext uri="{FF2B5EF4-FFF2-40B4-BE49-F238E27FC236}">
                    <a16:creationId xmlns:a16="http://schemas.microsoft.com/office/drawing/2014/main" id="{9DA9189A-F295-6C78-690A-73881FB29917}"/>
                  </a:ext>
                </a:extLst>
              </p:cNvPr>
              <p:cNvSpPr/>
              <p:nvPr/>
            </p:nvSpPr>
            <p:spPr>
              <a:xfrm>
                <a:off x="7343422" y="5805614"/>
                <a:ext cx="223223" cy="448044"/>
              </a:xfrm>
              <a:custGeom>
                <a:avLst/>
                <a:gdLst>
                  <a:gd name="csX0" fmla="*/ 220286 w 223223"/>
                  <a:gd name="csY0" fmla="*/ 294120 h 448044"/>
                  <a:gd name="csX1" fmla="*/ 194530 w 223223"/>
                  <a:gd name="csY1" fmla="*/ 196194 h 448044"/>
                  <a:gd name="csX2" fmla="*/ 160497 w 223223"/>
                  <a:gd name="csY2" fmla="*/ 1560 h 448044"/>
                  <a:gd name="csX3" fmla="*/ 153011 w 223223"/>
                  <a:gd name="csY3" fmla="*/ 5370 h 448044"/>
                  <a:gd name="csX4" fmla="*/ 186148 w 223223"/>
                  <a:gd name="csY4" fmla="*/ 197966 h 448044"/>
                  <a:gd name="csX5" fmla="*/ 187520 w 223223"/>
                  <a:gd name="csY5" fmla="*/ 289549 h 448044"/>
                  <a:gd name="csX6" fmla="*/ 19118 w 223223"/>
                  <a:gd name="csY6" fmla="*/ 300978 h 448044"/>
                  <a:gd name="csX7" fmla="*/ 8450 w 223223"/>
                  <a:gd name="csY7" fmla="*/ 323077 h 448044"/>
                  <a:gd name="csX8" fmla="*/ 128084 w 223223"/>
                  <a:gd name="csY8" fmla="*/ 448045 h 448044"/>
                  <a:gd name="csX9" fmla="*/ 220286 w 223223"/>
                  <a:gd name="csY9" fmla="*/ 294120 h 4480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23223" h="448044">
                    <a:moveTo>
                      <a:pt x="220286" y="294120"/>
                    </a:moveTo>
                    <a:cubicBezTo>
                      <a:pt x="215342" y="263298"/>
                      <a:pt x="199016" y="226960"/>
                      <a:pt x="194530" y="196194"/>
                    </a:cubicBezTo>
                    <a:cubicBezTo>
                      <a:pt x="177728" y="133234"/>
                      <a:pt x="198864" y="61796"/>
                      <a:pt x="160497" y="1560"/>
                    </a:cubicBezTo>
                    <a:cubicBezTo>
                      <a:pt x="157764" y="-1954"/>
                      <a:pt x="151696" y="970"/>
                      <a:pt x="153011" y="5370"/>
                    </a:cubicBezTo>
                    <a:cubicBezTo>
                      <a:pt x="170213" y="68873"/>
                      <a:pt x="170394" y="134062"/>
                      <a:pt x="186148" y="197966"/>
                    </a:cubicBezTo>
                    <a:cubicBezTo>
                      <a:pt x="190006" y="220378"/>
                      <a:pt x="206608" y="268098"/>
                      <a:pt x="187520" y="289549"/>
                    </a:cubicBezTo>
                    <a:cubicBezTo>
                      <a:pt x="152868" y="324829"/>
                      <a:pt x="55846" y="319038"/>
                      <a:pt x="19118" y="300978"/>
                    </a:cubicBezTo>
                    <a:cubicBezTo>
                      <a:pt x="9650" y="296664"/>
                      <a:pt x="10964" y="317238"/>
                      <a:pt x="8450" y="323077"/>
                    </a:cubicBezTo>
                    <a:cubicBezTo>
                      <a:pt x="-29650" y="411469"/>
                      <a:pt x="70114" y="437500"/>
                      <a:pt x="128084" y="448045"/>
                    </a:cubicBezTo>
                    <a:cubicBezTo>
                      <a:pt x="185081" y="416479"/>
                      <a:pt x="236173" y="371149"/>
                      <a:pt x="220286" y="294120"/>
                    </a:cubicBezTo>
                    <a:close/>
                  </a:path>
                </a:pathLst>
              </a:custGeom>
              <a:solidFill>
                <a:srgbClr val="FFFFFF"/>
              </a:solidFill>
              <a:ln w="9525" cap="flat">
                <a:noFill/>
                <a:prstDash val="solid"/>
                <a:miter/>
              </a:ln>
            </p:spPr>
            <p:txBody>
              <a:bodyPr/>
              <a:lstStyle/>
              <a:p>
                <a:endParaRPr lang="en-US"/>
              </a:p>
            </p:txBody>
          </p:sp>
          <p:sp>
            <p:nvSpPr>
              <p:cNvPr id="55" name="Freeform: Shape 54">
                <a:extLst>
                  <a:ext uri="{FF2B5EF4-FFF2-40B4-BE49-F238E27FC236}">
                    <a16:creationId xmlns:a16="http://schemas.microsoft.com/office/drawing/2014/main" id="{2884DDB5-1265-76BE-2B70-A5308EB58236}"/>
                  </a:ext>
                </a:extLst>
              </p:cNvPr>
              <p:cNvSpPr/>
              <p:nvPr/>
            </p:nvSpPr>
            <p:spPr>
              <a:xfrm>
                <a:off x="6978028" y="5724269"/>
                <a:ext cx="235999" cy="581967"/>
              </a:xfrm>
              <a:custGeom>
                <a:avLst/>
                <a:gdLst>
                  <a:gd name="csX0" fmla="*/ 220682 w 235999"/>
                  <a:gd name="csY0" fmla="*/ 464620 h 581967"/>
                  <a:gd name="csX1" fmla="*/ 61424 w 235999"/>
                  <a:gd name="csY1" fmla="*/ 437188 h 581967"/>
                  <a:gd name="csX2" fmla="*/ 56861 w 235999"/>
                  <a:gd name="csY2" fmla="*/ 231791 h 581967"/>
                  <a:gd name="csX3" fmla="*/ 92475 w 235999"/>
                  <a:gd name="csY3" fmla="*/ 25708 h 581967"/>
                  <a:gd name="csX4" fmla="*/ 107258 w 235999"/>
                  <a:gd name="csY4" fmla="*/ 0 h 581967"/>
                  <a:gd name="csX5" fmla="*/ 4274 w 235999"/>
                  <a:gd name="csY5" fmla="*/ 88954 h 581967"/>
                  <a:gd name="csX6" fmla="*/ 13418 w 235999"/>
                  <a:gd name="csY6" fmla="*/ 227638 h 581967"/>
                  <a:gd name="csX7" fmla="*/ 34754 w 235999"/>
                  <a:gd name="csY7" fmla="*/ 492814 h 581967"/>
                  <a:gd name="csX8" fmla="*/ 213824 w 235999"/>
                  <a:gd name="csY8" fmla="*/ 581968 h 581967"/>
                  <a:gd name="csX9" fmla="*/ 220682 w 235999"/>
                  <a:gd name="csY9" fmla="*/ 464620 h 5819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35999" h="581967">
                    <a:moveTo>
                      <a:pt x="220682" y="464620"/>
                    </a:moveTo>
                    <a:cubicBezTo>
                      <a:pt x="205318" y="388258"/>
                      <a:pt x="179848" y="474897"/>
                      <a:pt x="61424" y="437188"/>
                    </a:cubicBezTo>
                    <a:cubicBezTo>
                      <a:pt x="22152" y="386677"/>
                      <a:pt x="59462" y="295999"/>
                      <a:pt x="56861" y="231791"/>
                    </a:cubicBezTo>
                    <a:cubicBezTo>
                      <a:pt x="54623" y="161344"/>
                      <a:pt x="25619" y="70466"/>
                      <a:pt x="92475" y="25708"/>
                    </a:cubicBezTo>
                    <a:cubicBezTo>
                      <a:pt x="112783" y="37147"/>
                      <a:pt x="109582" y="2314"/>
                      <a:pt x="107258" y="0"/>
                    </a:cubicBezTo>
                    <a:cubicBezTo>
                      <a:pt x="57785" y="15792"/>
                      <a:pt x="14685" y="43653"/>
                      <a:pt x="4274" y="88954"/>
                    </a:cubicBezTo>
                    <a:cubicBezTo>
                      <a:pt x="-6451" y="131521"/>
                      <a:pt x="5436" y="184709"/>
                      <a:pt x="13418" y="227638"/>
                    </a:cubicBezTo>
                    <a:cubicBezTo>
                      <a:pt x="31992" y="336661"/>
                      <a:pt x="4826" y="417976"/>
                      <a:pt x="34754" y="492814"/>
                    </a:cubicBezTo>
                    <a:cubicBezTo>
                      <a:pt x="61767" y="551764"/>
                      <a:pt x="152588" y="571928"/>
                      <a:pt x="213824" y="581968"/>
                    </a:cubicBezTo>
                    <a:cubicBezTo>
                      <a:pt x="252629" y="573195"/>
                      <a:pt x="230797" y="490956"/>
                      <a:pt x="220682" y="464620"/>
                    </a:cubicBezTo>
                    <a:close/>
                  </a:path>
                </a:pathLst>
              </a:custGeom>
              <a:solidFill>
                <a:srgbClr val="FFFFFF"/>
              </a:solidFill>
              <a:ln w="9525" cap="flat">
                <a:noFill/>
                <a:prstDash val="solid"/>
                <a:miter/>
              </a:ln>
            </p:spPr>
            <p:txBody>
              <a:bodyPr/>
              <a:lstStyle/>
              <a:p>
                <a:endParaRPr lang="en-US"/>
              </a:p>
            </p:txBody>
          </p:sp>
        </p:grpSp>
        <p:sp>
          <p:nvSpPr>
            <p:cNvPr id="56" name="Freeform: Shape 55">
              <a:extLst>
                <a:ext uri="{FF2B5EF4-FFF2-40B4-BE49-F238E27FC236}">
                  <a16:creationId xmlns:a16="http://schemas.microsoft.com/office/drawing/2014/main" id="{F2C5DE2B-9E7A-4544-31F5-CE98FFD004FC}"/>
                </a:ext>
              </a:extLst>
            </p:cNvPr>
            <p:cNvSpPr/>
            <p:nvPr/>
          </p:nvSpPr>
          <p:spPr>
            <a:xfrm>
              <a:off x="6743450" y="2439856"/>
              <a:ext cx="2357823" cy="3878463"/>
            </a:xfrm>
            <a:custGeom>
              <a:avLst/>
              <a:gdLst>
                <a:gd name="csX0" fmla="*/ 2198401 w 2357823"/>
                <a:gd name="csY0" fmla="*/ 327767 h 3878463"/>
                <a:gd name="csX1" fmla="*/ 2142642 w 2357823"/>
                <a:gd name="csY1" fmla="*/ 305269 h 3878463"/>
                <a:gd name="csX2" fmla="*/ 2306348 w 2357823"/>
                <a:gd name="csY2" fmla="*/ 318146 h 3878463"/>
                <a:gd name="csX3" fmla="*/ 2339067 w 2357823"/>
                <a:gd name="csY3" fmla="*/ 303602 h 3878463"/>
                <a:gd name="csX4" fmla="*/ 2319293 w 2357823"/>
                <a:gd name="csY4" fmla="*/ 293400 h 3878463"/>
                <a:gd name="csX5" fmla="*/ 2317940 w 2357823"/>
                <a:gd name="csY5" fmla="*/ 293200 h 3878463"/>
                <a:gd name="csX6" fmla="*/ 2156472 w 2357823"/>
                <a:gd name="csY6" fmla="*/ 297810 h 3878463"/>
                <a:gd name="csX7" fmla="*/ 2158882 w 2357823"/>
                <a:gd name="csY7" fmla="*/ 289038 h 3878463"/>
                <a:gd name="csX8" fmla="*/ 2304634 w 2357823"/>
                <a:gd name="csY8" fmla="*/ 288438 h 3878463"/>
                <a:gd name="csX9" fmla="*/ 2276430 w 2357823"/>
                <a:gd name="csY9" fmla="*/ 277608 h 3878463"/>
                <a:gd name="csX10" fmla="*/ 2149433 w 2357823"/>
                <a:gd name="csY10" fmla="*/ 247909 h 3878463"/>
                <a:gd name="csX11" fmla="*/ 1973259 w 2357823"/>
                <a:gd name="csY11" fmla="*/ 169499 h 3878463"/>
                <a:gd name="csX12" fmla="*/ 1951370 w 2357823"/>
                <a:gd name="csY12" fmla="*/ 181967 h 3878463"/>
                <a:gd name="csX13" fmla="*/ 1847157 w 2357823"/>
                <a:gd name="csY13" fmla="*/ 256691 h 3878463"/>
                <a:gd name="csX14" fmla="*/ 1473225 w 2357823"/>
                <a:gd name="csY14" fmla="*/ 567235 h 3878463"/>
                <a:gd name="csX15" fmla="*/ 1404359 w 2357823"/>
                <a:gd name="csY15" fmla="*/ 531182 h 3878463"/>
                <a:gd name="csX16" fmla="*/ 1213535 w 2357823"/>
                <a:gd name="csY16" fmla="*/ 394575 h 3878463"/>
                <a:gd name="csX17" fmla="*/ 1085615 w 2357823"/>
                <a:gd name="csY17" fmla="*/ 581598 h 3878463"/>
                <a:gd name="csX18" fmla="*/ 1513182 w 2357823"/>
                <a:gd name="csY18" fmla="*/ 779909 h 3878463"/>
                <a:gd name="csX19" fmla="*/ 1616681 w 2357823"/>
                <a:gd name="csY19" fmla="*/ 706862 h 3878463"/>
                <a:gd name="csX20" fmla="*/ 1983184 w 2357823"/>
                <a:gd name="csY20" fmla="*/ 283752 h 3878463"/>
                <a:gd name="csX21" fmla="*/ 1986699 w 2357823"/>
                <a:gd name="csY21" fmla="*/ 272426 h 3878463"/>
                <a:gd name="csX22" fmla="*/ 2096712 w 2357823"/>
                <a:gd name="csY22" fmla="*/ 312260 h 3878463"/>
                <a:gd name="csX23" fmla="*/ 2198401 w 2357823"/>
                <a:gd name="csY23" fmla="*/ 327767 h 3878463"/>
                <a:gd name="csX24" fmla="*/ 2344382 w 2357823"/>
                <a:gd name="csY24" fmla="*/ 282228 h 3878463"/>
                <a:gd name="csX25" fmla="*/ 2352402 w 2357823"/>
                <a:gd name="csY25" fmla="*/ 310250 h 3878463"/>
                <a:gd name="csX26" fmla="*/ 2306596 w 2357823"/>
                <a:gd name="csY26" fmla="*/ 332853 h 3878463"/>
                <a:gd name="csX27" fmla="*/ 1991995 w 2357823"/>
                <a:gd name="csY27" fmla="*/ 288390 h 3878463"/>
                <a:gd name="csX28" fmla="*/ 1701816 w 2357823"/>
                <a:gd name="csY28" fmla="*/ 640120 h 3878463"/>
                <a:gd name="csX29" fmla="*/ 1551378 w 2357823"/>
                <a:gd name="csY29" fmla="*/ 783233 h 3878463"/>
                <a:gd name="csX30" fmla="*/ 1505734 w 2357823"/>
                <a:gd name="csY30" fmla="*/ 787748 h 3878463"/>
                <a:gd name="csX31" fmla="*/ 1081281 w 2357823"/>
                <a:gd name="csY31" fmla="*/ 588380 h 3878463"/>
                <a:gd name="csX32" fmla="*/ 1076442 w 2357823"/>
                <a:gd name="csY32" fmla="*/ 589504 h 3878463"/>
                <a:gd name="csX33" fmla="*/ 1070679 w 2357823"/>
                <a:gd name="csY33" fmla="*/ 857052 h 3878463"/>
                <a:gd name="csX34" fmla="*/ 1067765 w 2357823"/>
                <a:gd name="csY34" fmla="*/ 1089605 h 3878463"/>
                <a:gd name="csX35" fmla="*/ 1172406 w 2357823"/>
                <a:gd name="csY35" fmla="*/ 1879751 h 3878463"/>
                <a:gd name="csX36" fmla="*/ 1184132 w 2357823"/>
                <a:gd name="csY36" fmla="*/ 2207135 h 3878463"/>
                <a:gd name="csX37" fmla="*/ 1183046 w 2357823"/>
                <a:gd name="csY37" fmla="*/ 2327950 h 3878463"/>
                <a:gd name="csX38" fmla="*/ 1178721 w 2357823"/>
                <a:gd name="csY38" fmla="*/ 2335237 h 3878463"/>
                <a:gd name="csX39" fmla="*/ 1148899 w 2357823"/>
                <a:gd name="csY39" fmla="*/ 2365555 h 3878463"/>
                <a:gd name="csX40" fmla="*/ 1020121 w 2357823"/>
                <a:gd name="csY40" fmla="*/ 2367860 h 3878463"/>
                <a:gd name="csX41" fmla="*/ 1019930 w 2357823"/>
                <a:gd name="csY41" fmla="*/ 2369174 h 3878463"/>
                <a:gd name="csX42" fmla="*/ 1019006 w 2357823"/>
                <a:gd name="csY42" fmla="*/ 2375261 h 3878463"/>
                <a:gd name="csX43" fmla="*/ 1018606 w 2357823"/>
                <a:gd name="csY43" fmla="*/ 2377566 h 3878463"/>
                <a:gd name="csX44" fmla="*/ 955303 w 2357823"/>
                <a:gd name="csY44" fmla="*/ 2418923 h 3878463"/>
                <a:gd name="csX45" fmla="*/ 830202 w 2357823"/>
                <a:gd name="csY45" fmla="*/ 2635874 h 3878463"/>
                <a:gd name="csX46" fmla="*/ 768842 w 2357823"/>
                <a:gd name="csY46" fmla="*/ 2878904 h 3878463"/>
                <a:gd name="csX47" fmla="*/ 724131 w 2357823"/>
                <a:gd name="csY47" fmla="*/ 2968735 h 3878463"/>
                <a:gd name="csX48" fmla="*/ 718845 w 2357823"/>
                <a:gd name="csY48" fmla="*/ 3024866 h 3878463"/>
                <a:gd name="csX49" fmla="*/ 749849 w 2357823"/>
                <a:gd name="csY49" fmla="*/ 3344220 h 3878463"/>
                <a:gd name="csX50" fmla="*/ 808409 w 2357823"/>
                <a:gd name="csY50" fmla="*/ 3561676 h 3878463"/>
                <a:gd name="csX51" fmla="*/ 742915 w 2357823"/>
                <a:gd name="csY51" fmla="*/ 3814717 h 3878463"/>
                <a:gd name="csX52" fmla="*/ 604612 w 2357823"/>
                <a:gd name="csY52" fmla="*/ 3773293 h 3878463"/>
                <a:gd name="csX53" fmla="*/ 601135 w 2357823"/>
                <a:gd name="csY53" fmla="*/ 3644991 h 3878463"/>
                <a:gd name="csX54" fmla="*/ 611308 w 2357823"/>
                <a:gd name="csY54" fmla="*/ 3451224 h 3878463"/>
                <a:gd name="csX55" fmla="*/ 587876 w 2357823"/>
                <a:gd name="csY55" fmla="*/ 3356307 h 3878463"/>
                <a:gd name="csX56" fmla="*/ 547195 w 2357823"/>
                <a:gd name="csY56" fmla="*/ 3237664 h 3878463"/>
                <a:gd name="csX57" fmla="*/ 472128 w 2357823"/>
                <a:gd name="csY57" fmla="*/ 3399427 h 3878463"/>
                <a:gd name="csX58" fmla="*/ 453469 w 2357823"/>
                <a:gd name="csY58" fmla="*/ 3453414 h 3878463"/>
                <a:gd name="csX59" fmla="*/ 455298 w 2357823"/>
                <a:gd name="csY59" fmla="*/ 3682672 h 3878463"/>
                <a:gd name="csX60" fmla="*/ 478596 w 2357823"/>
                <a:gd name="csY60" fmla="*/ 3855160 h 3878463"/>
                <a:gd name="csX61" fmla="*/ 434733 w 2357823"/>
                <a:gd name="csY61" fmla="*/ 3877630 h 3878463"/>
                <a:gd name="csX62" fmla="*/ 258521 w 2357823"/>
                <a:gd name="csY62" fmla="*/ 3791847 h 3878463"/>
                <a:gd name="csX63" fmla="*/ 238833 w 2357823"/>
                <a:gd name="csY63" fmla="*/ 3587974 h 3878463"/>
                <a:gd name="csX64" fmla="*/ 268989 w 2357823"/>
                <a:gd name="csY64" fmla="*/ 3297766 h 3878463"/>
                <a:gd name="csX65" fmla="*/ 340560 w 2357823"/>
                <a:gd name="csY65" fmla="*/ 3271411 h 3878463"/>
                <a:gd name="csX66" fmla="*/ 444515 w 2357823"/>
                <a:gd name="csY66" fmla="*/ 2843433 h 3878463"/>
                <a:gd name="csX67" fmla="*/ 421455 w 2357823"/>
                <a:gd name="csY67" fmla="*/ 2805667 h 3878463"/>
                <a:gd name="csX68" fmla="*/ 402043 w 2357823"/>
                <a:gd name="csY68" fmla="*/ 2592221 h 3878463"/>
                <a:gd name="csX69" fmla="*/ 401634 w 2357823"/>
                <a:gd name="csY69" fmla="*/ 2519517 h 3878463"/>
                <a:gd name="csX70" fmla="*/ 382984 w 2357823"/>
                <a:gd name="csY70" fmla="*/ 2452299 h 3878463"/>
                <a:gd name="csX71" fmla="*/ 254882 w 2357823"/>
                <a:gd name="csY71" fmla="*/ 2408493 h 3878463"/>
                <a:gd name="csX72" fmla="*/ 241909 w 2357823"/>
                <a:gd name="csY72" fmla="*/ 2355458 h 3878463"/>
                <a:gd name="csX73" fmla="*/ 9623 w 2357823"/>
                <a:gd name="csY73" fmla="*/ 2329207 h 3878463"/>
                <a:gd name="csX74" fmla="*/ 9956 w 2357823"/>
                <a:gd name="csY74" fmla="*/ 2239158 h 3878463"/>
                <a:gd name="csX75" fmla="*/ 60810 w 2357823"/>
                <a:gd name="csY75" fmla="*/ 1973068 h 3878463"/>
                <a:gd name="csX76" fmla="*/ 41636 w 2357823"/>
                <a:gd name="csY76" fmla="*/ 1890114 h 3878463"/>
                <a:gd name="csX77" fmla="*/ 73631 w 2357823"/>
                <a:gd name="csY77" fmla="*/ 1676507 h 3878463"/>
                <a:gd name="csX78" fmla="*/ 51542 w 2357823"/>
                <a:gd name="csY78" fmla="*/ 1471290 h 3878463"/>
                <a:gd name="csX79" fmla="*/ 52943 w 2357823"/>
                <a:gd name="csY79" fmla="*/ 1148822 h 3878463"/>
                <a:gd name="csX80" fmla="*/ 105349 w 2357823"/>
                <a:gd name="csY80" fmla="*/ 839669 h 3878463"/>
                <a:gd name="csX81" fmla="*/ 243338 w 2357823"/>
                <a:gd name="csY81" fmla="*/ 288428 h 3878463"/>
                <a:gd name="csX82" fmla="*/ 364763 w 2357823"/>
                <a:gd name="csY82" fmla="*/ 238898 h 3878463"/>
                <a:gd name="csX83" fmla="*/ 406711 w 2357823"/>
                <a:gd name="csY83" fmla="*/ 246680 h 3878463"/>
                <a:gd name="csX84" fmla="*/ 471052 w 2357823"/>
                <a:gd name="csY84" fmla="*/ 227764 h 3878463"/>
                <a:gd name="csX85" fmla="*/ 503466 w 2357823"/>
                <a:gd name="csY85" fmla="*/ 132180 h 3878463"/>
                <a:gd name="csX86" fmla="*/ 501151 w 2357823"/>
                <a:gd name="csY86" fmla="*/ 2402 h 3878463"/>
                <a:gd name="csX87" fmla="*/ 518868 w 2357823"/>
                <a:gd name="csY87" fmla="*/ 144439 h 3878463"/>
                <a:gd name="csX88" fmla="*/ 427904 w 2357823"/>
                <a:gd name="csY88" fmla="*/ 251624 h 3878463"/>
                <a:gd name="csX89" fmla="*/ 538156 w 2357823"/>
                <a:gd name="csY89" fmla="*/ 288181 h 3878463"/>
                <a:gd name="csX90" fmla="*/ 764755 w 2357823"/>
                <a:gd name="csY90" fmla="*/ 355980 h 3878463"/>
                <a:gd name="csX91" fmla="*/ 851633 w 2357823"/>
                <a:gd name="csY91" fmla="*/ 232126 h 3878463"/>
                <a:gd name="csX92" fmla="*/ 768280 w 2357823"/>
                <a:gd name="csY92" fmla="*/ 170518 h 3878463"/>
                <a:gd name="csX93" fmla="*/ 778624 w 2357823"/>
                <a:gd name="csY93" fmla="*/ 173376 h 3878463"/>
                <a:gd name="csX94" fmla="*/ 846289 w 2357823"/>
                <a:gd name="csY94" fmla="*/ 219086 h 3878463"/>
                <a:gd name="csX95" fmla="*/ 949664 w 2357823"/>
                <a:gd name="csY95" fmla="*/ 205713 h 3878463"/>
                <a:gd name="csX96" fmla="*/ 1233900 w 2357823"/>
                <a:gd name="csY96" fmla="*/ 364352 h 3878463"/>
                <a:gd name="csX97" fmla="*/ 1226718 w 2357823"/>
                <a:gd name="csY97" fmla="*/ 378192 h 3878463"/>
                <a:gd name="csX98" fmla="*/ 1223203 w 2357823"/>
                <a:gd name="csY98" fmla="*/ 383526 h 3878463"/>
                <a:gd name="csX99" fmla="*/ 1376118 w 2357823"/>
                <a:gd name="csY99" fmla="*/ 493206 h 3878463"/>
                <a:gd name="csX100" fmla="*/ 1473244 w 2357823"/>
                <a:gd name="csY100" fmla="*/ 555900 h 3878463"/>
                <a:gd name="csX101" fmla="*/ 1865722 w 2357823"/>
                <a:gd name="csY101" fmla="*/ 223115 h 3878463"/>
                <a:gd name="csX102" fmla="*/ 1920071 w 2357823"/>
                <a:gd name="csY102" fmla="*/ 184139 h 3878463"/>
                <a:gd name="csX103" fmla="*/ 1970077 w 2357823"/>
                <a:gd name="csY103" fmla="*/ 152878 h 3878463"/>
                <a:gd name="csX104" fmla="*/ 2120344 w 2357823"/>
                <a:gd name="csY104" fmla="*/ 210961 h 3878463"/>
                <a:gd name="csX105" fmla="*/ 2204012 w 2357823"/>
                <a:gd name="csY105" fmla="*/ 255596 h 3878463"/>
                <a:gd name="csX106" fmla="*/ 2264419 w 2357823"/>
                <a:gd name="csY106" fmla="*/ 263911 h 3878463"/>
                <a:gd name="csX107" fmla="*/ 2317597 w 2357823"/>
                <a:gd name="csY107" fmla="*/ 282170 h 3878463"/>
                <a:gd name="csX108" fmla="*/ 2319283 w 2357823"/>
                <a:gd name="csY108" fmla="*/ 281999 h 3878463"/>
                <a:gd name="csX109" fmla="*/ 2344382 w 2357823"/>
                <a:gd name="csY109" fmla="*/ 282228 h 3878463"/>
                <a:gd name="csX110" fmla="*/ 2190334 w 2357823"/>
                <a:gd name="csY110" fmla="*/ 251443 h 3878463"/>
                <a:gd name="csX111" fmla="*/ 2170512 w 2357823"/>
                <a:gd name="csY111" fmla="*/ 231688 h 3878463"/>
                <a:gd name="csX112" fmla="*/ 2147385 w 2357823"/>
                <a:gd name="csY112" fmla="*/ 227173 h 3878463"/>
                <a:gd name="csX113" fmla="*/ 2190334 w 2357823"/>
                <a:gd name="csY113" fmla="*/ 251443 h 3878463"/>
                <a:gd name="csX114" fmla="*/ 1123753 w 2357823"/>
                <a:gd name="csY114" fmla="*/ 2345543 h 3878463"/>
                <a:gd name="csX115" fmla="*/ 1166425 w 2357823"/>
                <a:gd name="csY115" fmla="*/ 2330741 h 3878463"/>
                <a:gd name="csX116" fmla="*/ 1063117 w 2357823"/>
                <a:gd name="csY116" fmla="*/ 1182502 h 3878463"/>
                <a:gd name="csX117" fmla="*/ 1031351 w 2357823"/>
                <a:gd name="csY117" fmla="*/ 1056029 h 3878463"/>
                <a:gd name="csX118" fmla="*/ 458412 w 2357823"/>
                <a:gd name="csY118" fmla="*/ 1072012 h 3878463"/>
                <a:gd name="csX119" fmla="*/ 459565 w 2357823"/>
                <a:gd name="csY119" fmla="*/ 1063468 h 3878463"/>
                <a:gd name="csX120" fmla="*/ 1029655 w 2357823"/>
                <a:gd name="csY120" fmla="*/ 1046399 h 3878463"/>
                <a:gd name="csX121" fmla="*/ 1026293 w 2357823"/>
                <a:gd name="csY121" fmla="*/ 1020282 h 3878463"/>
                <a:gd name="csX122" fmla="*/ 397348 w 2357823"/>
                <a:gd name="csY122" fmla="*/ 1029197 h 3878463"/>
                <a:gd name="csX123" fmla="*/ 400519 w 2357823"/>
                <a:gd name="csY123" fmla="*/ 1068573 h 3878463"/>
                <a:gd name="csX124" fmla="*/ 235956 w 2357823"/>
                <a:gd name="csY124" fmla="*/ 1441439 h 3878463"/>
                <a:gd name="csX125" fmla="*/ 168119 w 2357823"/>
                <a:gd name="csY125" fmla="*/ 1707168 h 3878463"/>
                <a:gd name="csX126" fmla="*/ 166804 w 2357823"/>
                <a:gd name="csY126" fmla="*/ 1812409 h 3878463"/>
                <a:gd name="csX127" fmla="*/ 170091 w 2357823"/>
                <a:gd name="csY127" fmla="*/ 1908488 h 3878463"/>
                <a:gd name="csX128" fmla="*/ 213182 w 2357823"/>
                <a:gd name="csY128" fmla="*/ 1945140 h 3878463"/>
                <a:gd name="csX129" fmla="*/ 211667 w 2357823"/>
                <a:gd name="csY129" fmla="*/ 1970848 h 3878463"/>
                <a:gd name="csX130" fmla="*/ 113245 w 2357823"/>
                <a:gd name="csY130" fmla="*/ 1977192 h 3878463"/>
                <a:gd name="csX131" fmla="*/ 142182 w 2357823"/>
                <a:gd name="csY131" fmla="*/ 2016797 h 3878463"/>
                <a:gd name="csX132" fmla="*/ 69345 w 2357823"/>
                <a:gd name="csY132" fmla="*/ 1986955 h 3878463"/>
                <a:gd name="csX133" fmla="*/ 17738 w 2357823"/>
                <a:gd name="csY133" fmla="*/ 2316739 h 3878463"/>
                <a:gd name="csX134" fmla="*/ 195484 w 2357823"/>
                <a:gd name="csY134" fmla="*/ 2340742 h 3878463"/>
                <a:gd name="csX135" fmla="*/ 241909 w 2357823"/>
                <a:gd name="csY135" fmla="*/ 2336370 h 3878463"/>
                <a:gd name="csX136" fmla="*/ 224478 w 2357823"/>
                <a:gd name="csY136" fmla="*/ 1798484 h 3878463"/>
                <a:gd name="csX137" fmla="*/ 233651 w 2357823"/>
                <a:gd name="csY137" fmla="*/ 1795950 h 3878463"/>
                <a:gd name="csX138" fmla="*/ 261407 w 2357823"/>
                <a:gd name="csY138" fmla="*/ 2298241 h 3878463"/>
                <a:gd name="csX139" fmla="*/ 268884 w 2357823"/>
                <a:gd name="csY139" fmla="*/ 2403445 h 3878463"/>
                <a:gd name="csX140" fmla="*/ 1006719 w 2357823"/>
                <a:gd name="csY140" fmla="*/ 2374565 h 3878463"/>
                <a:gd name="csX141" fmla="*/ 1023035 w 2357823"/>
                <a:gd name="csY141" fmla="*/ 1772576 h 3878463"/>
                <a:gd name="csX142" fmla="*/ 1034475 w 2357823"/>
                <a:gd name="csY142" fmla="*/ 1840737 h 3878463"/>
                <a:gd name="csX143" fmla="*/ 1022426 w 2357823"/>
                <a:gd name="csY143" fmla="*/ 2346562 h 3878463"/>
                <a:gd name="csX144" fmla="*/ 1123753 w 2357823"/>
                <a:gd name="csY144" fmla="*/ 2345543 h 3878463"/>
                <a:gd name="csX145" fmla="*/ 1074280 w 2357823"/>
                <a:gd name="csY145" fmla="*/ 559196 h 3878463"/>
                <a:gd name="csX146" fmla="*/ 1206134 w 2357823"/>
                <a:gd name="csY146" fmla="*/ 363847 h 3878463"/>
                <a:gd name="csX147" fmla="*/ 865025 w 2357823"/>
                <a:gd name="csY147" fmla="*/ 220344 h 3878463"/>
                <a:gd name="csX148" fmla="*/ 767546 w 2357823"/>
                <a:gd name="csY148" fmla="*/ 378268 h 3878463"/>
                <a:gd name="csX149" fmla="*/ 524983 w 2357823"/>
                <a:gd name="csY149" fmla="*/ 300897 h 3878463"/>
                <a:gd name="csX150" fmla="*/ 362734 w 2357823"/>
                <a:gd name="csY150" fmla="*/ 253519 h 3878463"/>
                <a:gd name="csX151" fmla="*/ 152069 w 2357823"/>
                <a:gd name="csY151" fmla="*/ 479319 h 3878463"/>
                <a:gd name="csX152" fmla="*/ 281085 w 2357823"/>
                <a:gd name="csY152" fmla="*/ 572835 h 3878463"/>
                <a:gd name="csX153" fmla="*/ 331358 w 2357823"/>
                <a:gd name="csY153" fmla="*/ 589295 h 3878463"/>
                <a:gd name="csX154" fmla="*/ 332168 w 2357823"/>
                <a:gd name="csY154" fmla="*/ 532030 h 3878463"/>
                <a:gd name="csX155" fmla="*/ 340074 w 2357823"/>
                <a:gd name="csY155" fmla="*/ 532030 h 3878463"/>
                <a:gd name="csX156" fmla="*/ 341131 w 2357823"/>
                <a:gd name="csY156" fmla="*/ 548242 h 3878463"/>
                <a:gd name="csX157" fmla="*/ 325653 w 2357823"/>
                <a:gd name="csY157" fmla="*/ 786462 h 3878463"/>
                <a:gd name="csX158" fmla="*/ 393261 w 2357823"/>
                <a:gd name="csY158" fmla="*/ 1015929 h 3878463"/>
                <a:gd name="csX159" fmla="*/ 1025407 w 2357823"/>
                <a:gd name="csY159" fmla="*/ 1005023 h 3878463"/>
                <a:gd name="csX160" fmla="*/ 1051887 w 2357823"/>
                <a:gd name="csY160" fmla="*/ 796959 h 3878463"/>
                <a:gd name="csX161" fmla="*/ 1052163 w 2357823"/>
                <a:gd name="csY161" fmla="*/ 553280 h 3878463"/>
                <a:gd name="csX162" fmla="*/ 1074280 w 2357823"/>
                <a:gd name="csY162" fmla="*/ 559196 h 3878463"/>
                <a:gd name="csX163" fmla="*/ 823563 w 2357823"/>
                <a:gd name="csY163" fmla="*/ 2604403 h 3878463"/>
                <a:gd name="csX164" fmla="*/ 937215 w 2357823"/>
                <a:gd name="csY164" fmla="*/ 2425152 h 3878463"/>
                <a:gd name="csX165" fmla="*/ 585733 w 2357823"/>
                <a:gd name="csY165" fmla="*/ 2475597 h 3878463"/>
                <a:gd name="csX166" fmla="*/ 526678 w 2357823"/>
                <a:gd name="csY166" fmla="*/ 2738630 h 3878463"/>
                <a:gd name="csX167" fmla="*/ 449878 w 2357823"/>
                <a:gd name="csY167" fmla="*/ 2887610 h 3878463"/>
                <a:gd name="csX168" fmla="*/ 358895 w 2357823"/>
                <a:gd name="csY168" fmla="*/ 3304986 h 3878463"/>
                <a:gd name="csX169" fmla="*/ 339998 w 2357823"/>
                <a:gd name="csY169" fmla="*/ 3364765 h 3878463"/>
                <a:gd name="csX170" fmla="*/ 319576 w 2357823"/>
                <a:gd name="csY170" fmla="*/ 3359136 h 3878463"/>
                <a:gd name="csX171" fmla="*/ 330206 w 2357823"/>
                <a:gd name="csY171" fmla="*/ 3314045 h 3878463"/>
                <a:gd name="csX172" fmla="*/ 296545 w 2357823"/>
                <a:gd name="csY172" fmla="*/ 3583793 h 3878463"/>
                <a:gd name="csX173" fmla="*/ 296116 w 2357823"/>
                <a:gd name="csY173" fmla="*/ 3709170 h 3878463"/>
                <a:gd name="csX174" fmla="*/ 425761 w 2357823"/>
                <a:gd name="csY174" fmla="*/ 3701969 h 3878463"/>
                <a:gd name="csX175" fmla="*/ 438553 w 2357823"/>
                <a:gd name="csY175" fmla="*/ 3418115 h 3878463"/>
                <a:gd name="csX176" fmla="*/ 755335 w 2357823"/>
                <a:gd name="csY176" fmla="*/ 2847348 h 3878463"/>
                <a:gd name="csX177" fmla="*/ 823563 w 2357823"/>
                <a:gd name="csY177" fmla="*/ 2604403 h 3878463"/>
                <a:gd name="csX178" fmla="*/ 728246 w 2357823"/>
                <a:gd name="csY178" fmla="*/ 3801553 h 3878463"/>
                <a:gd name="csX179" fmla="*/ 810333 w 2357823"/>
                <a:gd name="csY179" fmla="*/ 3660288 h 3878463"/>
                <a:gd name="csX180" fmla="*/ 802541 w 2357823"/>
                <a:gd name="csY180" fmla="*/ 3620511 h 3878463"/>
                <a:gd name="csX181" fmla="*/ 724950 w 2357823"/>
                <a:gd name="csY181" fmla="*/ 3685491 h 3878463"/>
                <a:gd name="csX182" fmla="*/ 618909 w 2357823"/>
                <a:gd name="csY182" fmla="*/ 3674480 h 3878463"/>
                <a:gd name="csX183" fmla="*/ 629539 w 2357823"/>
                <a:gd name="csY183" fmla="*/ 3759272 h 3878463"/>
                <a:gd name="csX184" fmla="*/ 728246 w 2357823"/>
                <a:gd name="csY184" fmla="*/ 3801553 h 3878463"/>
                <a:gd name="csX185" fmla="*/ 788616 w 2357823"/>
                <a:gd name="csY185" fmla="*/ 3637123 h 3878463"/>
                <a:gd name="csX186" fmla="*/ 783434 w 2357823"/>
                <a:gd name="csY186" fmla="*/ 3592136 h 3878463"/>
                <a:gd name="csX187" fmla="*/ 741819 w 2357823"/>
                <a:gd name="csY187" fmla="*/ 3372766 h 3878463"/>
                <a:gd name="csX188" fmla="*/ 695994 w 2357823"/>
                <a:gd name="csY188" fmla="*/ 3169531 h 3878463"/>
                <a:gd name="csX189" fmla="*/ 699061 w 2357823"/>
                <a:gd name="csY189" fmla="*/ 3010064 h 3878463"/>
                <a:gd name="csX190" fmla="*/ 559844 w 2357823"/>
                <a:gd name="csY190" fmla="*/ 3216947 h 3878463"/>
                <a:gd name="csX191" fmla="*/ 606917 w 2357823"/>
                <a:gd name="csY191" fmla="*/ 3341724 h 3878463"/>
                <a:gd name="csX192" fmla="*/ 610822 w 2357823"/>
                <a:gd name="csY192" fmla="*/ 3406656 h 3878463"/>
                <a:gd name="csX193" fmla="*/ 622357 w 2357823"/>
                <a:gd name="csY193" fmla="*/ 3432021 h 3878463"/>
                <a:gd name="csX194" fmla="*/ 626862 w 2357823"/>
                <a:gd name="csY194" fmla="*/ 3460111 h 3878463"/>
                <a:gd name="csX195" fmla="*/ 628929 w 2357823"/>
                <a:gd name="csY195" fmla="*/ 3631522 h 3878463"/>
                <a:gd name="csX196" fmla="*/ 650427 w 2357823"/>
                <a:gd name="csY196" fmla="*/ 3670642 h 3878463"/>
                <a:gd name="csX197" fmla="*/ 788616 w 2357823"/>
                <a:gd name="csY197" fmla="*/ 3637123 h 3878463"/>
                <a:gd name="csX198" fmla="*/ 790282 w 2357823"/>
                <a:gd name="csY198" fmla="*/ 3562695 h 3878463"/>
                <a:gd name="csX199" fmla="*/ 778814 w 2357823"/>
                <a:gd name="csY199" fmla="*/ 3443194 h 3878463"/>
                <a:gd name="csX200" fmla="*/ 757126 w 2357823"/>
                <a:gd name="csY200" fmla="*/ 3370004 h 3878463"/>
                <a:gd name="csX201" fmla="*/ 790282 w 2357823"/>
                <a:gd name="csY201" fmla="*/ 3562695 h 3878463"/>
                <a:gd name="csX202" fmla="*/ 517496 w 2357823"/>
                <a:gd name="csY202" fmla="*/ 2707645 h 3878463"/>
                <a:gd name="csX203" fmla="*/ 572865 w 2357823"/>
                <a:gd name="csY203" fmla="*/ 2475188 h 3878463"/>
                <a:gd name="csX204" fmla="*/ 403196 w 2357823"/>
                <a:gd name="csY204" fmla="*/ 2456309 h 3878463"/>
                <a:gd name="csX205" fmla="*/ 448230 w 2357823"/>
                <a:gd name="csY205" fmla="*/ 2799171 h 3878463"/>
                <a:gd name="csX206" fmla="*/ 457003 w 2357823"/>
                <a:gd name="csY206" fmla="*/ 2818402 h 3878463"/>
                <a:gd name="csX207" fmla="*/ 517496 w 2357823"/>
                <a:gd name="csY207" fmla="*/ 2707645 h 3878463"/>
                <a:gd name="csX208" fmla="*/ 459270 w 2357823"/>
                <a:gd name="csY208" fmla="*/ 3821175 h 3878463"/>
                <a:gd name="csX209" fmla="*/ 433819 w 2357823"/>
                <a:gd name="csY209" fmla="*/ 3723620 h 3878463"/>
                <a:gd name="csX210" fmla="*/ 286086 w 2357823"/>
                <a:gd name="csY210" fmla="*/ 3727792 h 3878463"/>
                <a:gd name="csX211" fmla="*/ 267569 w 2357823"/>
                <a:gd name="csY211" fmla="*/ 3669203 h 3878463"/>
                <a:gd name="csX212" fmla="*/ 355819 w 2357823"/>
                <a:gd name="csY212" fmla="*/ 3832024 h 3878463"/>
                <a:gd name="csX213" fmla="*/ 426856 w 2357823"/>
                <a:gd name="csY213" fmla="*/ 3850950 h 3878463"/>
                <a:gd name="csX214" fmla="*/ 459270 w 2357823"/>
                <a:gd name="csY214" fmla="*/ 3821175 h 3878463"/>
                <a:gd name="csX215" fmla="*/ 397319 w 2357823"/>
                <a:gd name="csY215" fmla="*/ 1066983 h 3878463"/>
                <a:gd name="csX216" fmla="*/ 396671 w 2357823"/>
                <a:gd name="csY216" fmla="*/ 1066087 h 3878463"/>
                <a:gd name="csX217" fmla="*/ 323262 w 2357823"/>
                <a:gd name="csY217" fmla="*/ 805883 h 3878463"/>
                <a:gd name="csX218" fmla="*/ 224164 w 2357823"/>
                <a:gd name="csY218" fmla="*/ 1420132 h 3878463"/>
                <a:gd name="csX219" fmla="*/ 397319 w 2357823"/>
                <a:gd name="csY219" fmla="*/ 1066983 h 3878463"/>
                <a:gd name="csX220" fmla="*/ 332082 w 2357823"/>
                <a:gd name="csY220" fmla="*/ 3306339 h 3878463"/>
                <a:gd name="csX221" fmla="*/ 335768 w 2357823"/>
                <a:gd name="csY221" fmla="*/ 3291166 h 3878463"/>
                <a:gd name="csX222" fmla="*/ 257340 w 2357823"/>
                <a:gd name="csY222" fmla="*/ 3503278 h 3878463"/>
                <a:gd name="csX223" fmla="*/ 269265 w 2357823"/>
                <a:gd name="csY223" fmla="*/ 3639038 h 3878463"/>
                <a:gd name="csX224" fmla="*/ 287153 w 2357823"/>
                <a:gd name="csY224" fmla="*/ 3516184 h 3878463"/>
                <a:gd name="csX225" fmla="*/ 325177 w 2357823"/>
                <a:gd name="csY225" fmla="*/ 3304596 h 3878463"/>
                <a:gd name="csX226" fmla="*/ 332082 w 2357823"/>
                <a:gd name="csY226" fmla="*/ 3306339 h 3878463"/>
                <a:gd name="csX227" fmla="*/ 330625 w 2357823"/>
                <a:gd name="csY227" fmla="*/ 602096 h 3878463"/>
                <a:gd name="csX228" fmla="*/ 147059 w 2357823"/>
                <a:gd name="csY228" fmla="*/ 499712 h 3878463"/>
                <a:gd name="csX229" fmla="*/ 121646 w 2357823"/>
                <a:gd name="csY229" fmla="*/ 891399 h 3878463"/>
                <a:gd name="csX230" fmla="*/ 69897 w 2357823"/>
                <a:gd name="csY230" fmla="*/ 1352876 h 3878463"/>
                <a:gd name="csX231" fmla="*/ 94976 w 2357823"/>
                <a:gd name="csY231" fmla="*/ 1632225 h 3878463"/>
                <a:gd name="csX232" fmla="*/ 94100 w 2357823"/>
                <a:gd name="csY232" fmla="*/ 1671744 h 3878463"/>
                <a:gd name="csX233" fmla="*/ 82537 w 2357823"/>
                <a:gd name="csY233" fmla="*/ 1682269 h 3878463"/>
                <a:gd name="csX234" fmla="*/ 52676 w 2357823"/>
                <a:gd name="csY234" fmla="*/ 1890143 h 3878463"/>
                <a:gd name="csX235" fmla="*/ 61144 w 2357823"/>
                <a:gd name="csY235" fmla="*/ 1948445 h 3878463"/>
                <a:gd name="csX236" fmla="*/ 119141 w 2357823"/>
                <a:gd name="csY236" fmla="*/ 2024769 h 3878463"/>
                <a:gd name="csX237" fmla="*/ 133848 w 2357823"/>
                <a:gd name="csY237" fmla="*/ 2022569 h 3878463"/>
                <a:gd name="csX238" fmla="*/ 122018 w 2357823"/>
                <a:gd name="csY238" fmla="*/ 2010024 h 3878463"/>
                <a:gd name="csX239" fmla="*/ 95643 w 2357823"/>
                <a:gd name="csY239" fmla="*/ 1959018 h 3878463"/>
                <a:gd name="csX240" fmla="*/ 98882 w 2357823"/>
                <a:gd name="csY240" fmla="*/ 1865397 h 3878463"/>
                <a:gd name="csX241" fmla="*/ 105197 w 2357823"/>
                <a:gd name="csY241" fmla="*/ 1866254 h 3878463"/>
                <a:gd name="csX242" fmla="*/ 110121 w 2357823"/>
                <a:gd name="csY242" fmla="*/ 1969439 h 3878463"/>
                <a:gd name="csX243" fmla="*/ 217049 w 2357823"/>
                <a:gd name="csY243" fmla="*/ 1994499 h 3878463"/>
                <a:gd name="csX244" fmla="*/ 151222 w 2357823"/>
                <a:gd name="csY244" fmla="*/ 1947264 h 3878463"/>
                <a:gd name="csX245" fmla="*/ 112464 w 2357823"/>
                <a:gd name="csY245" fmla="*/ 1835888 h 3878463"/>
                <a:gd name="csX246" fmla="*/ 130771 w 2357823"/>
                <a:gd name="csY246" fmla="*/ 1915575 h 3878463"/>
                <a:gd name="csX247" fmla="*/ 151669 w 2357823"/>
                <a:gd name="csY247" fmla="*/ 1934434 h 3878463"/>
                <a:gd name="csX248" fmla="*/ 153184 w 2357823"/>
                <a:gd name="csY248" fmla="*/ 1830469 h 3878463"/>
                <a:gd name="csX249" fmla="*/ 164109 w 2357823"/>
                <a:gd name="csY249" fmla="*/ 1716178 h 3878463"/>
                <a:gd name="csX250" fmla="*/ 160394 w 2357823"/>
                <a:gd name="csY250" fmla="*/ 1673678 h 3878463"/>
                <a:gd name="csX251" fmla="*/ 330625 w 2357823"/>
                <a:gd name="csY251" fmla="*/ 602096 h 3878463"/>
                <a:gd name="csX252" fmla="*/ 202809 w 2357823"/>
                <a:gd name="csY252" fmla="*/ 1938254 h 3878463"/>
                <a:gd name="csX253" fmla="*/ 204104 w 2357823"/>
                <a:gd name="csY253" fmla="*/ 1937568 h 3878463"/>
                <a:gd name="csX254" fmla="*/ 169386 w 2357823"/>
                <a:gd name="csY254" fmla="*/ 1918089 h 3878463"/>
                <a:gd name="csX255" fmla="*/ 167909 w 2357823"/>
                <a:gd name="csY255" fmla="*/ 1926147 h 3878463"/>
                <a:gd name="csX256" fmla="*/ 202809 w 2357823"/>
                <a:gd name="csY256" fmla="*/ 1938254 h 3878463"/>
                <a:gd name="csX257" fmla="*/ 201552 w 2357823"/>
                <a:gd name="csY257" fmla="*/ 1961771 h 3878463"/>
                <a:gd name="csX258" fmla="*/ 166700 w 2357823"/>
                <a:gd name="csY258" fmla="*/ 1930224 h 3878463"/>
                <a:gd name="csX259" fmla="*/ 159632 w 2357823"/>
                <a:gd name="csY259" fmla="*/ 1942206 h 3878463"/>
                <a:gd name="csX260" fmla="*/ 200104 w 2357823"/>
                <a:gd name="csY260" fmla="*/ 1963057 h 3878463"/>
                <a:gd name="csX261" fmla="*/ 201552 w 2357823"/>
                <a:gd name="csY261" fmla="*/ 1961771 h 38784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Lst>
              <a:rect l="l" t="t" r="r" b="b"/>
              <a:pathLst>
                <a:path w="2357823" h="3878463">
                  <a:moveTo>
                    <a:pt x="2198401" y="327767"/>
                  </a:moveTo>
                  <a:cubicBezTo>
                    <a:pt x="2188914" y="326814"/>
                    <a:pt x="2121849" y="311907"/>
                    <a:pt x="2142642" y="305269"/>
                  </a:cubicBezTo>
                  <a:cubicBezTo>
                    <a:pt x="2195115" y="321442"/>
                    <a:pt x="2252313" y="326366"/>
                    <a:pt x="2306348" y="318146"/>
                  </a:cubicBezTo>
                  <a:cubicBezTo>
                    <a:pt x="2318178" y="315003"/>
                    <a:pt x="2330208" y="310574"/>
                    <a:pt x="2339067" y="303602"/>
                  </a:cubicBezTo>
                  <a:cubicBezTo>
                    <a:pt x="2356173" y="290971"/>
                    <a:pt x="2322798" y="296429"/>
                    <a:pt x="2319293" y="293400"/>
                  </a:cubicBezTo>
                  <a:cubicBezTo>
                    <a:pt x="2318807" y="293381"/>
                    <a:pt x="2318369" y="293296"/>
                    <a:pt x="2317940" y="293200"/>
                  </a:cubicBezTo>
                  <a:cubicBezTo>
                    <a:pt x="2276906" y="331643"/>
                    <a:pt x="2204936" y="313574"/>
                    <a:pt x="2156472" y="297810"/>
                  </a:cubicBezTo>
                  <a:cubicBezTo>
                    <a:pt x="2150881" y="295858"/>
                    <a:pt x="2153139" y="288009"/>
                    <a:pt x="2158882" y="289038"/>
                  </a:cubicBezTo>
                  <a:cubicBezTo>
                    <a:pt x="2206936" y="296867"/>
                    <a:pt x="2259209" y="313936"/>
                    <a:pt x="2304634" y="288438"/>
                  </a:cubicBezTo>
                  <a:cubicBezTo>
                    <a:pt x="2303986" y="276836"/>
                    <a:pt x="2285717" y="276579"/>
                    <a:pt x="2276430" y="277608"/>
                  </a:cubicBezTo>
                  <a:cubicBezTo>
                    <a:pt x="2233444" y="278951"/>
                    <a:pt x="2185724" y="271236"/>
                    <a:pt x="2149433" y="247909"/>
                  </a:cubicBezTo>
                  <a:cubicBezTo>
                    <a:pt x="2109714" y="226411"/>
                    <a:pt x="2015483" y="161622"/>
                    <a:pt x="1973259" y="169499"/>
                  </a:cubicBezTo>
                  <a:cubicBezTo>
                    <a:pt x="1964629" y="170071"/>
                    <a:pt x="1957914" y="176843"/>
                    <a:pt x="1951370" y="181967"/>
                  </a:cubicBezTo>
                  <a:cubicBezTo>
                    <a:pt x="1917309" y="207799"/>
                    <a:pt x="1882390" y="232469"/>
                    <a:pt x="1847157" y="256691"/>
                  </a:cubicBezTo>
                  <a:cubicBezTo>
                    <a:pt x="1713541" y="348560"/>
                    <a:pt x="1569713" y="435094"/>
                    <a:pt x="1473225" y="567235"/>
                  </a:cubicBezTo>
                  <a:cubicBezTo>
                    <a:pt x="1462376" y="571511"/>
                    <a:pt x="1418428" y="537526"/>
                    <a:pt x="1404359" y="531182"/>
                  </a:cubicBezTo>
                  <a:cubicBezTo>
                    <a:pt x="1338980" y="489206"/>
                    <a:pt x="1265885" y="453030"/>
                    <a:pt x="1213535" y="394575"/>
                  </a:cubicBezTo>
                  <a:cubicBezTo>
                    <a:pt x="1161796" y="449868"/>
                    <a:pt x="1116904" y="512466"/>
                    <a:pt x="1085615" y="581598"/>
                  </a:cubicBezTo>
                  <a:cubicBezTo>
                    <a:pt x="1203629" y="691860"/>
                    <a:pt x="1364640" y="729693"/>
                    <a:pt x="1513182" y="779909"/>
                  </a:cubicBezTo>
                  <a:cubicBezTo>
                    <a:pt x="1558474" y="781023"/>
                    <a:pt x="1586820" y="734617"/>
                    <a:pt x="1616681" y="706862"/>
                  </a:cubicBezTo>
                  <a:cubicBezTo>
                    <a:pt x="1747812" y="573797"/>
                    <a:pt x="1868684" y="431208"/>
                    <a:pt x="1983184" y="283752"/>
                  </a:cubicBezTo>
                  <a:cubicBezTo>
                    <a:pt x="1974278" y="281437"/>
                    <a:pt x="1977983" y="269216"/>
                    <a:pt x="1986699" y="272426"/>
                  </a:cubicBezTo>
                  <a:cubicBezTo>
                    <a:pt x="2022503" y="288524"/>
                    <a:pt x="2058489" y="302859"/>
                    <a:pt x="2096712" y="312260"/>
                  </a:cubicBezTo>
                  <a:cubicBezTo>
                    <a:pt x="2129526" y="320309"/>
                    <a:pt x="2163911" y="326023"/>
                    <a:pt x="2198401" y="327767"/>
                  </a:cubicBezTo>
                  <a:close/>
                  <a:moveTo>
                    <a:pt x="2344382" y="282228"/>
                  </a:moveTo>
                  <a:cubicBezTo>
                    <a:pt x="2359155" y="284409"/>
                    <a:pt x="2361631" y="300487"/>
                    <a:pt x="2352402" y="310250"/>
                  </a:cubicBezTo>
                  <a:cubicBezTo>
                    <a:pt x="2340695" y="322623"/>
                    <a:pt x="2322607" y="328738"/>
                    <a:pt x="2306596" y="332853"/>
                  </a:cubicBezTo>
                  <a:cubicBezTo>
                    <a:pt x="2201545" y="355770"/>
                    <a:pt x="2087797" y="336082"/>
                    <a:pt x="1991995" y="288390"/>
                  </a:cubicBezTo>
                  <a:cubicBezTo>
                    <a:pt x="1908851" y="415787"/>
                    <a:pt x="1804447" y="528296"/>
                    <a:pt x="1701816" y="640120"/>
                  </a:cubicBezTo>
                  <a:cubicBezTo>
                    <a:pt x="1652466" y="688078"/>
                    <a:pt x="1609880" y="746247"/>
                    <a:pt x="1551378" y="783233"/>
                  </a:cubicBezTo>
                  <a:cubicBezTo>
                    <a:pt x="1537090" y="790110"/>
                    <a:pt x="1520374" y="793263"/>
                    <a:pt x="1505734" y="787748"/>
                  </a:cubicBezTo>
                  <a:cubicBezTo>
                    <a:pt x="1353400" y="752743"/>
                    <a:pt x="1195238" y="699756"/>
                    <a:pt x="1081281" y="588380"/>
                  </a:cubicBezTo>
                  <a:cubicBezTo>
                    <a:pt x="1079852" y="589285"/>
                    <a:pt x="1078147" y="589628"/>
                    <a:pt x="1076442" y="589504"/>
                  </a:cubicBezTo>
                  <a:cubicBezTo>
                    <a:pt x="1082767" y="678820"/>
                    <a:pt x="1085796" y="768431"/>
                    <a:pt x="1070679" y="857052"/>
                  </a:cubicBezTo>
                  <a:cubicBezTo>
                    <a:pt x="1054325" y="933861"/>
                    <a:pt x="1043381" y="1013167"/>
                    <a:pt x="1067765" y="1089605"/>
                  </a:cubicBezTo>
                  <a:cubicBezTo>
                    <a:pt x="1140221" y="1346094"/>
                    <a:pt x="1153461" y="1615099"/>
                    <a:pt x="1172406" y="1879751"/>
                  </a:cubicBezTo>
                  <a:cubicBezTo>
                    <a:pt x="1178560" y="1988774"/>
                    <a:pt x="1182532" y="2097931"/>
                    <a:pt x="1184132" y="2207135"/>
                  </a:cubicBezTo>
                  <a:cubicBezTo>
                    <a:pt x="1184617" y="2247359"/>
                    <a:pt x="1185980" y="2287802"/>
                    <a:pt x="1183046" y="2327950"/>
                  </a:cubicBezTo>
                  <a:cubicBezTo>
                    <a:pt x="1182770" y="2331570"/>
                    <a:pt x="1181017" y="2333979"/>
                    <a:pt x="1178721" y="2335237"/>
                  </a:cubicBezTo>
                  <a:cubicBezTo>
                    <a:pt x="1179350" y="2350867"/>
                    <a:pt x="1162929" y="2362526"/>
                    <a:pt x="1148899" y="2365555"/>
                  </a:cubicBezTo>
                  <a:cubicBezTo>
                    <a:pt x="1105912" y="2373689"/>
                    <a:pt x="1058373" y="2333722"/>
                    <a:pt x="1020121" y="2367860"/>
                  </a:cubicBezTo>
                  <a:cubicBezTo>
                    <a:pt x="1020064" y="2368307"/>
                    <a:pt x="1020006" y="2368736"/>
                    <a:pt x="1019930" y="2369174"/>
                  </a:cubicBezTo>
                  <a:cubicBezTo>
                    <a:pt x="1021921" y="2370860"/>
                    <a:pt x="1021359" y="2374251"/>
                    <a:pt x="1019006" y="2375261"/>
                  </a:cubicBezTo>
                  <a:cubicBezTo>
                    <a:pt x="1018873" y="2376032"/>
                    <a:pt x="1018749" y="2376785"/>
                    <a:pt x="1018606" y="2377566"/>
                  </a:cubicBezTo>
                  <a:cubicBezTo>
                    <a:pt x="1033037" y="2397378"/>
                    <a:pt x="967962" y="2412199"/>
                    <a:pt x="955303" y="2418923"/>
                  </a:cubicBezTo>
                  <a:cubicBezTo>
                    <a:pt x="933777" y="2501591"/>
                    <a:pt x="863958" y="2559027"/>
                    <a:pt x="830202" y="2635874"/>
                  </a:cubicBezTo>
                  <a:cubicBezTo>
                    <a:pt x="798598" y="2713856"/>
                    <a:pt x="805103" y="2802009"/>
                    <a:pt x="768842" y="2878904"/>
                  </a:cubicBezTo>
                  <a:cubicBezTo>
                    <a:pt x="756069" y="2909946"/>
                    <a:pt x="740857" y="2939750"/>
                    <a:pt x="724131" y="2968735"/>
                  </a:cubicBezTo>
                  <a:cubicBezTo>
                    <a:pt x="722960" y="2987490"/>
                    <a:pt x="720407" y="3006139"/>
                    <a:pt x="718845" y="3024866"/>
                  </a:cubicBezTo>
                  <a:cubicBezTo>
                    <a:pt x="708434" y="3132308"/>
                    <a:pt x="712920" y="3241893"/>
                    <a:pt x="749849" y="3344220"/>
                  </a:cubicBezTo>
                  <a:cubicBezTo>
                    <a:pt x="818467" y="3391197"/>
                    <a:pt x="788854" y="3491114"/>
                    <a:pt x="808409" y="3561676"/>
                  </a:cubicBezTo>
                  <a:cubicBezTo>
                    <a:pt x="832869" y="3675318"/>
                    <a:pt x="861501" y="3745670"/>
                    <a:pt x="742915" y="3814717"/>
                  </a:cubicBezTo>
                  <a:cubicBezTo>
                    <a:pt x="730951" y="3854388"/>
                    <a:pt x="623538" y="3791085"/>
                    <a:pt x="604612" y="3773293"/>
                  </a:cubicBezTo>
                  <a:cubicBezTo>
                    <a:pt x="567531" y="3739488"/>
                    <a:pt x="590934" y="3685929"/>
                    <a:pt x="601135" y="3644991"/>
                  </a:cubicBezTo>
                  <a:cubicBezTo>
                    <a:pt x="621052" y="3582726"/>
                    <a:pt x="618337" y="3515546"/>
                    <a:pt x="611308" y="3451224"/>
                  </a:cubicBezTo>
                  <a:cubicBezTo>
                    <a:pt x="585047" y="3426011"/>
                    <a:pt x="588886" y="3389283"/>
                    <a:pt x="587876" y="3356307"/>
                  </a:cubicBezTo>
                  <a:cubicBezTo>
                    <a:pt x="581742" y="3314969"/>
                    <a:pt x="562311" y="3276297"/>
                    <a:pt x="547195" y="3237664"/>
                  </a:cubicBezTo>
                  <a:cubicBezTo>
                    <a:pt x="516496" y="3288708"/>
                    <a:pt x="489645" y="3342372"/>
                    <a:pt x="472128" y="3399427"/>
                  </a:cubicBezTo>
                  <a:cubicBezTo>
                    <a:pt x="465985" y="3417438"/>
                    <a:pt x="463194" y="3436889"/>
                    <a:pt x="453469" y="3453414"/>
                  </a:cubicBezTo>
                  <a:cubicBezTo>
                    <a:pt x="453526" y="3529748"/>
                    <a:pt x="468899" y="3606691"/>
                    <a:pt x="455298" y="3682672"/>
                  </a:cubicBezTo>
                  <a:cubicBezTo>
                    <a:pt x="459527" y="3740850"/>
                    <a:pt x="503542" y="3795991"/>
                    <a:pt x="478596" y="3855160"/>
                  </a:cubicBezTo>
                  <a:cubicBezTo>
                    <a:pt x="472938" y="3874324"/>
                    <a:pt x="452926" y="3880992"/>
                    <a:pt x="434733" y="3877630"/>
                  </a:cubicBezTo>
                  <a:cubicBezTo>
                    <a:pt x="369611" y="3871419"/>
                    <a:pt x="295830" y="3850159"/>
                    <a:pt x="258521" y="3791847"/>
                  </a:cubicBezTo>
                  <a:cubicBezTo>
                    <a:pt x="220316" y="3730211"/>
                    <a:pt x="246052" y="3655735"/>
                    <a:pt x="238833" y="3587974"/>
                  </a:cubicBezTo>
                  <a:cubicBezTo>
                    <a:pt x="232860" y="3491791"/>
                    <a:pt x="171710" y="3367270"/>
                    <a:pt x="268989" y="3297766"/>
                  </a:cubicBezTo>
                  <a:cubicBezTo>
                    <a:pt x="289467" y="3284136"/>
                    <a:pt x="315090" y="3267220"/>
                    <a:pt x="340560" y="3271411"/>
                  </a:cubicBezTo>
                  <a:cubicBezTo>
                    <a:pt x="381222" y="3130317"/>
                    <a:pt x="386003" y="2979079"/>
                    <a:pt x="444515" y="2843433"/>
                  </a:cubicBezTo>
                  <a:cubicBezTo>
                    <a:pt x="432857" y="2834156"/>
                    <a:pt x="428266" y="2818507"/>
                    <a:pt x="421455" y="2805667"/>
                  </a:cubicBezTo>
                  <a:cubicBezTo>
                    <a:pt x="386041" y="2739106"/>
                    <a:pt x="394785" y="2664182"/>
                    <a:pt x="402043" y="2592221"/>
                  </a:cubicBezTo>
                  <a:cubicBezTo>
                    <a:pt x="403844" y="2568209"/>
                    <a:pt x="404815" y="2543463"/>
                    <a:pt x="401634" y="2519517"/>
                  </a:cubicBezTo>
                  <a:cubicBezTo>
                    <a:pt x="399891" y="2495971"/>
                    <a:pt x="387527" y="2474892"/>
                    <a:pt x="382984" y="2452299"/>
                  </a:cubicBezTo>
                  <a:cubicBezTo>
                    <a:pt x="362448" y="2446251"/>
                    <a:pt x="255882" y="2427210"/>
                    <a:pt x="254882" y="2408493"/>
                  </a:cubicBezTo>
                  <a:cubicBezTo>
                    <a:pt x="244862" y="2393577"/>
                    <a:pt x="242700" y="2372813"/>
                    <a:pt x="241909" y="2355458"/>
                  </a:cubicBezTo>
                  <a:cubicBezTo>
                    <a:pt x="195008" y="2388834"/>
                    <a:pt x="56962" y="2356144"/>
                    <a:pt x="9623" y="2329207"/>
                  </a:cubicBezTo>
                  <a:cubicBezTo>
                    <a:pt x="-12389" y="2333608"/>
                    <a:pt x="10299" y="2253255"/>
                    <a:pt x="9956" y="2239158"/>
                  </a:cubicBezTo>
                  <a:cubicBezTo>
                    <a:pt x="23910" y="2149975"/>
                    <a:pt x="38436" y="2060555"/>
                    <a:pt x="60810" y="1973068"/>
                  </a:cubicBezTo>
                  <a:cubicBezTo>
                    <a:pt x="44161" y="1944540"/>
                    <a:pt x="40189" y="1922671"/>
                    <a:pt x="41636" y="1890114"/>
                  </a:cubicBezTo>
                  <a:cubicBezTo>
                    <a:pt x="36274" y="1817458"/>
                    <a:pt x="57438" y="1746677"/>
                    <a:pt x="73631" y="1676507"/>
                  </a:cubicBezTo>
                  <a:cubicBezTo>
                    <a:pt x="57324" y="1609508"/>
                    <a:pt x="57610" y="1539728"/>
                    <a:pt x="51542" y="1471290"/>
                  </a:cubicBezTo>
                  <a:cubicBezTo>
                    <a:pt x="43322" y="1363982"/>
                    <a:pt x="35855" y="1255692"/>
                    <a:pt x="52943" y="1148822"/>
                  </a:cubicBezTo>
                  <a:cubicBezTo>
                    <a:pt x="68230" y="1045409"/>
                    <a:pt x="96872" y="944101"/>
                    <a:pt x="105349" y="839669"/>
                  </a:cubicBezTo>
                  <a:cubicBezTo>
                    <a:pt x="117417" y="651902"/>
                    <a:pt x="82289" y="424245"/>
                    <a:pt x="243338" y="288428"/>
                  </a:cubicBezTo>
                  <a:cubicBezTo>
                    <a:pt x="277085" y="262025"/>
                    <a:pt x="321024" y="233593"/>
                    <a:pt x="364763" y="238898"/>
                  </a:cubicBezTo>
                  <a:cubicBezTo>
                    <a:pt x="378850" y="240499"/>
                    <a:pt x="392823" y="243851"/>
                    <a:pt x="406711" y="246680"/>
                  </a:cubicBezTo>
                  <a:cubicBezTo>
                    <a:pt x="426218" y="234545"/>
                    <a:pt x="450078" y="235746"/>
                    <a:pt x="471052" y="227764"/>
                  </a:cubicBezTo>
                  <a:cubicBezTo>
                    <a:pt x="505609" y="211704"/>
                    <a:pt x="502970" y="164699"/>
                    <a:pt x="503466" y="132180"/>
                  </a:cubicBezTo>
                  <a:cubicBezTo>
                    <a:pt x="507752" y="121398"/>
                    <a:pt x="483720" y="-20001"/>
                    <a:pt x="501151" y="2402"/>
                  </a:cubicBezTo>
                  <a:cubicBezTo>
                    <a:pt x="513353" y="48522"/>
                    <a:pt x="518477" y="96785"/>
                    <a:pt x="518868" y="144439"/>
                  </a:cubicBezTo>
                  <a:cubicBezTo>
                    <a:pt x="518067" y="216505"/>
                    <a:pt x="501503" y="243204"/>
                    <a:pt x="427904" y="251624"/>
                  </a:cubicBezTo>
                  <a:cubicBezTo>
                    <a:pt x="465489" y="260977"/>
                    <a:pt x="502342" y="273093"/>
                    <a:pt x="538156" y="288181"/>
                  </a:cubicBezTo>
                  <a:cubicBezTo>
                    <a:pt x="610565" y="317927"/>
                    <a:pt x="682193" y="371934"/>
                    <a:pt x="764755" y="355980"/>
                  </a:cubicBezTo>
                  <a:cubicBezTo>
                    <a:pt x="834574" y="342540"/>
                    <a:pt x="889885" y="308878"/>
                    <a:pt x="851633" y="232126"/>
                  </a:cubicBezTo>
                  <a:cubicBezTo>
                    <a:pt x="811199" y="234574"/>
                    <a:pt x="749906" y="225925"/>
                    <a:pt x="768280" y="170518"/>
                  </a:cubicBezTo>
                  <a:cubicBezTo>
                    <a:pt x="770404" y="163765"/>
                    <a:pt x="779586" y="166718"/>
                    <a:pt x="778624" y="173376"/>
                  </a:cubicBezTo>
                  <a:cubicBezTo>
                    <a:pt x="768946" y="216867"/>
                    <a:pt x="815428" y="218496"/>
                    <a:pt x="846289" y="219086"/>
                  </a:cubicBezTo>
                  <a:cubicBezTo>
                    <a:pt x="824058" y="193455"/>
                    <a:pt x="937529" y="204504"/>
                    <a:pt x="949664" y="205713"/>
                  </a:cubicBezTo>
                  <a:cubicBezTo>
                    <a:pt x="1057611" y="221620"/>
                    <a:pt x="1171864" y="270893"/>
                    <a:pt x="1233900" y="364352"/>
                  </a:cubicBezTo>
                  <a:cubicBezTo>
                    <a:pt x="1237957" y="371029"/>
                    <a:pt x="1232814" y="377392"/>
                    <a:pt x="1226718" y="378192"/>
                  </a:cubicBezTo>
                  <a:cubicBezTo>
                    <a:pt x="1225861" y="380106"/>
                    <a:pt x="1224603" y="381850"/>
                    <a:pt x="1223203" y="383526"/>
                  </a:cubicBezTo>
                  <a:cubicBezTo>
                    <a:pt x="1266637" y="429046"/>
                    <a:pt x="1324311" y="458307"/>
                    <a:pt x="1376118" y="493206"/>
                  </a:cubicBezTo>
                  <a:cubicBezTo>
                    <a:pt x="1408312" y="514237"/>
                    <a:pt x="1443116" y="531992"/>
                    <a:pt x="1473244" y="555900"/>
                  </a:cubicBezTo>
                  <a:cubicBezTo>
                    <a:pt x="1562836" y="404462"/>
                    <a:pt x="1728171" y="324157"/>
                    <a:pt x="1865722" y="223115"/>
                  </a:cubicBezTo>
                  <a:cubicBezTo>
                    <a:pt x="1883981" y="210342"/>
                    <a:pt x="1902126" y="197369"/>
                    <a:pt x="1920071" y="184139"/>
                  </a:cubicBezTo>
                  <a:cubicBezTo>
                    <a:pt x="1936692" y="173909"/>
                    <a:pt x="1950132" y="155907"/>
                    <a:pt x="1970077" y="152878"/>
                  </a:cubicBezTo>
                  <a:cubicBezTo>
                    <a:pt x="2006225" y="141181"/>
                    <a:pt x="2082120" y="190568"/>
                    <a:pt x="2120344" y="210961"/>
                  </a:cubicBezTo>
                  <a:cubicBezTo>
                    <a:pt x="2146500" y="214048"/>
                    <a:pt x="2222938" y="211733"/>
                    <a:pt x="2204012" y="255596"/>
                  </a:cubicBezTo>
                  <a:cubicBezTo>
                    <a:pt x="2223795" y="260977"/>
                    <a:pt x="2244359" y="263863"/>
                    <a:pt x="2264419" y="263911"/>
                  </a:cubicBezTo>
                  <a:cubicBezTo>
                    <a:pt x="2283355" y="263216"/>
                    <a:pt x="2309349" y="260310"/>
                    <a:pt x="2317597" y="282170"/>
                  </a:cubicBezTo>
                  <a:cubicBezTo>
                    <a:pt x="2318112" y="282037"/>
                    <a:pt x="2318664" y="281970"/>
                    <a:pt x="2319283" y="281999"/>
                  </a:cubicBezTo>
                  <a:cubicBezTo>
                    <a:pt x="2324503" y="281170"/>
                    <a:pt x="2336952" y="281532"/>
                    <a:pt x="2344382" y="282228"/>
                  </a:cubicBezTo>
                  <a:close/>
                  <a:moveTo>
                    <a:pt x="2190334" y="251443"/>
                  </a:moveTo>
                  <a:cubicBezTo>
                    <a:pt x="2197573" y="237355"/>
                    <a:pt x="2181218" y="233355"/>
                    <a:pt x="2170512" y="231688"/>
                  </a:cubicBezTo>
                  <a:cubicBezTo>
                    <a:pt x="2162826" y="230002"/>
                    <a:pt x="2155110" y="228487"/>
                    <a:pt x="2147385" y="227173"/>
                  </a:cubicBezTo>
                  <a:cubicBezTo>
                    <a:pt x="2161654" y="235869"/>
                    <a:pt x="2173617" y="247509"/>
                    <a:pt x="2190334" y="251443"/>
                  </a:cubicBezTo>
                  <a:close/>
                  <a:moveTo>
                    <a:pt x="1123753" y="2345543"/>
                  </a:moveTo>
                  <a:cubicBezTo>
                    <a:pt x="1146517" y="2350105"/>
                    <a:pt x="1150261" y="2342761"/>
                    <a:pt x="1166425" y="2330741"/>
                  </a:cubicBezTo>
                  <a:cubicBezTo>
                    <a:pt x="1143479" y="1947521"/>
                    <a:pt x="1140021" y="1560178"/>
                    <a:pt x="1063117" y="1182502"/>
                  </a:cubicBezTo>
                  <a:cubicBezTo>
                    <a:pt x="1053315" y="1140097"/>
                    <a:pt x="1039428" y="1098758"/>
                    <a:pt x="1031351" y="1056029"/>
                  </a:cubicBezTo>
                  <a:cubicBezTo>
                    <a:pt x="851233" y="1137096"/>
                    <a:pt x="646522" y="1099673"/>
                    <a:pt x="458412" y="1072012"/>
                  </a:cubicBezTo>
                  <a:cubicBezTo>
                    <a:pt x="453555" y="1071298"/>
                    <a:pt x="454736" y="1062982"/>
                    <a:pt x="459565" y="1063468"/>
                  </a:cubicBezTo>
                  <a:cubicBezTo>
                    <a:pt x="649208" y="1084985"/>
                    <a:pt x="846547" y="1119837"/>
                    <a:pt x="1029655" y="1046399"/>
                  </a:cubicBezTo>
                  <a:cubicBezTo>
                    <a:pt x="1028198" y="1037770"/>
                    <a:pt x="1026979" y="1028997"/>
                    <a:pt x="1026293" y="1020282"/>
                  </a:cubicBezTo>
                  <a:cubicBezTo>
                    <a:pt x="818238" y="1047104"/>
                    <a:pt x="605355" y="1065716"/>
                    <a:pt x="397348" y="1029197"/>
                  </a:cubicBezTo>
                  <a:cubicBezTo>
                    <a:pt x="398100" y="1037227"/>
                    <a:pt x="413559" y="1068088"/>
                    <a:pt x="400519" y="1068573"/>
                  </a:cubicBezTo>
                  <a:cubicBezTo>
                    <a:pt x="347522" y="1193408"/>
                    <a:pt x="280371" y="1312652"/>
                    <a:pt x="235956" y="1441439"/>
                  </a:cubicBezTo>
                  <a:cubicBezTo>
                    <a:pt x="199447" y="1526231"/>
                    <a:pt x="188750" y="1617775"/>
                    <a:pt x="168119" y="1707168"/>
                  </a:cubicBezTo>
                  <a:cubicBezTo>
                    <a:pt x="200228" y="1736114"/>
                    <a:pt x="177149" y="1778881"/>
                    <a:pt x="166804" y="1812409"/>
                  </a:cubicBezTo>
                  <a:cubicBezTo>
                    <a:pt x="159423" y="1844299"/>
                    <a:pt x="171453" y="1876370"/>
                    <a:pt x="170091" y="1908488"/>
                  </a:cubicBezTo>
                  <a:cubicBezTo>
                    <a:pt x="185902" y="1911212"/>
                    <a:pt x="222983" y="1923890"/>
                    <a:pt x="213182" y="1945140"/>
                  </a:cubicBezTo>
                  <a:cubicBezTo>
                    <a:pt x="220306" y="1951674"/>
                    <a:pt x="219135" y="1966067"/>
                    <a:pt x="211667" y="1970848"/>
                  </a:cubicBezTo>
                  <a:cubicBezTo>
                    <a:pt x="278399" y="2033513"/>
                    <a:pt x="134372" y="1991251"/>
                    <a:pt x="113245" y="1977192"/>
                  </a:cubicBezTo>
                  <a:cubicBezTo>
                    <a:pt x="118446" y="1993642"/>
                    <a:pt x="133172" y="2003167"/>
                    <a:pt x="142182" y="2016797"/>
                  </a:cubicBezTo>
                  <a:cubicBezTo>
                    <a:pt x="152812" y="2070594"/>
                    <a:pt x="76574" y="2004043"/>
                    <a:pt x="69345" y="1986955"/>
                  </a:cubicBezTo>
                  <a:cubicBezTo>
                    <a:pt x="47580" y="2096169"/>
                    <a:pt x="33740" y="2206640"/>
                    <a:pt x="17738" y="2316739"/>
                  </a:cubicBezTo>
                  <a:cubicBezTo>
                    <a:pt x="75926" y="2329512"/>
                    <a:pt x="135639" y="2341904"/>
                    <a:pt x="195484" y="2340742"/>
                  </a:cubicBezTo>
                  <a:cubicBezTo>
                    <a:pt x="211115" y="2340666"/>
                    <a:pt x="226421" y="2333655"/>
                    <a:pt x="241909" y="2336370"/>
                  </a:cubicBezTo>
                  <a:cubicBezTo>
                    <a:pt x="259445" y="2157110"/>
                    <a:pt x="258530" y="1975887"/>
                    <a:pt x="224478" y="1798484"/>
                  </a:cubicBezTo>
                  <a:cubicBezTo>
                    <a:pt x="223364" y="1792512"/>
                    <a:pt x="232451" y="1789940"/>
                    <a:pt x="233651" y="1795950"/>
                  </a:cubicBezTo>
                  <a:cubicBezTo>
                    <a:pt x="266541" y="1960961"/>
                    <a:pt x="277171" y="2130621"/>
                    <a:pt x="261407" y="2298241"/>
                  </a:cubicBezTo>
                  <a:cubicBezTo>
                    <a:pt x="257463" y="2333532"/>
                    <a:pt x="255463" y="2369831"/>
                    <a:pt x="268884" y="2403445"/>
                  </a:cubicBezTo>
                  <a:cubicBezTo>
                    <a:pt x="510676" y="2472816"/>
                    <a:pt x="771394" y="2463853"/>
                    <a:pt x="1006719" y="2374565"/>
                  </a:cubicBezTo>
                  <a:cubicBezTo>
                    <a:pt x="1015711" y="2174036"/>
                    <a:pt x="1017035" y="1973153"/>
                    <a:pt x="1023035" y="1772576"/>
                  </a:cubicBezTo>
                  <a:cubicBezTo>
                    <a:pt x="1035332" y="1751659"/>
                    <a:pt x="1033008" y="1832917"/>
                    <a:pt x="1034475" y="1840737"/>
                  </a:cubicBezTo>
                  <a:cubicBezTo>
                    <a:pt x="1040657" y="2009348"/>
                    <a:pt x="1033208" y="2178284"/>
                    <a:pt x="1022426" y="2346562"/>
                  </a:cubicBezTo>
                  <a:cubicBezTo>
                    <a:pt x="1053230" y="2325826"/>
                    <a:pt x="1090634" y="2339713"/>
                    <a:pt x="1123753" y="2345543"/>
                  </a:cubicBezTo>
                  <a:close/>
                  <a:moveTo>
                    <a:pt x="1074280" y="559196"/>
                  </a:moveTo>
                  <a:cubicBezTo>
                    <a:pt x="1102455" y="485672"/>
                    <a:pt x="1145717" y="415235"/>
                    <a:pt x="1206134" y="363847"/>
                  </a:cubicBezTo>
                  <a:cubicBezTo>
                    <a:pt x="1118009" y="269759"/>
                    <a:pt x="991822" y="225954"/>
                    <a:pt x="865025" y="220344"/>
                  </a:cubicBezTo>
                  <a:cubicBezTo>
                    <a:pt x="929290" y="303564"/>
                    <a:pt x="851538" y="368648"/>
                    <a:pt x="767546" y="378268"/>
                  </a:cubicBezTo>
                  <a:cubicBezTo>
                    <a:pt x="678621" y="392622"/>
                    <a:pt x="603011" y="332901"/>
                    <a:pt x="524983" y="300897"/>
                  </a:cubicBezTo>
                  <a:cubicBezTo>
                    <a:pt x="472909" y="278875"/>
                    <a:pt x="418360" y="263406"/>
                    <a:pt x="362734" y="253519"/>
                  </a:cubicBezTo>
                  <a:cubicBezTo>
                    <a:pt x="257263" y="285237"/>
                    <a:pt x="176225" y="371743"/>
                    <a:pt x="152069" y="479319"/>
                  </a:cubicBezTo>
                  <a:cubicBezTo>
                    <a:pt x="184759" y="522181"/>
                    <a:pt x="233965" y="548432"/>
                    <a:pt x="281085" y="572835"/>
                  </a:cubicBezTo>
                  <a:cubicBezTo>
                    <a:pt x="296440" y="582370"/>
                    <a:pt x="315937" y="581313"/>
                    <a:pt x="331358" y="589295"/>
                  </a:cubicBezTo>
                  <a:cubicBezTo>
                    <a:pt x="332406" y="570216"/>
                    <a:pt x="333168" y="551156"/>
                    <a:pt x="332168" y="532030"/>
                  </a:cubicBezTo>
                  <a:cubicBezTo>
                    <a:pt x="331901" y="526906"/>
                    <a:pt x="339645" y="527030"/>
                    <a:pt x="340074" y="532030"/>
                  </a:cubicBezTo>
                  <a:cubicBezTo>
                    <a:pt x="340540" y="537431"/>
                    <a:pt x="340883" y="542832"/>
                    <a:pt x="341131" y="548242"/>
                  </a:cubicBezTo>
                  <a:cubicBezTo>
                    <a:pt x="344541" y="627937"/>
                    <a:pt x="334768" y="707433"/>
                    <a:pt x="325653" y="786462"/>
                  </a:cubicBezTo>
                  <a:cubicBezTo>
                    <a:pt x="358066" y="859776"/>
                    <a:pt x="369639" y="939719"/>
                    <a:pt x="393261" y="1015929"/>
                  </a:cubicBezTo>
                  <a:cubicBezTo>
                    <a:pt x="602859" y="1050143"/>
                    <a:pt x="815762" y="1026768"/>
                    <a:pt x="1025407" y="1005023"/>
                  </a:cubicBezTo>
                  <a:cubicBezTo>
                    <a:pt x="1023197" y="934881"/>
                    <a:pt x="1045000" y="866710"/>
                    <a:pt x="1051887" y="796959"/>
                  </a:cubicBezTo>
                  <a:cubicBezTo>
                    <a:pt x="1059897" y="715834"/>
                    <a:pt x="1056316" y="634519"/>
                    <a:pt x="1052163" y="553280"/>
                  </a:cubicBezTo>
                  <a:cubicBezTo>
                    <a:pt x="1053249" y="535164"/>
                    <a:pt x="1077490" y="542622"/>
                    <a:pt x="1074280" y="559196"/>
                  </a:cubicBezTo>
                  <a:close/>
                  <a:moveTo>
                    <a:pt x="823563" y="2604403"/>
                  </a:moveTo>
                  <a:cubicBezTo>
                    <a:pt x="858453" y="2542777"/>
                    <a:pt x="909955" y="2490875"/>
                    <a:pt x="937215" y="2425152"/>
                  </a:cubicBezTo>
                  <a:cubicBezTo>
                    <a:pt x="824439" y="2462281"/>
                    <a:pt x="704548" y="2478474"/>
                    <a:pt x="585733" y="2475597"/>
                  </a:cubicBezTo>
                  <a:cubicBezTo>
                    <a:pt x="568340" y="2563456"/>
                    <a:pt x="558968" y="2654705"/>
                    <a:pt x="526678" y="2738630"/>
                  </a:cubicBezTo>
                  <a:cubicBezTo>
                    <a:pt x="502532" y="2789036"/>
                    <a:pt x="467071" y="2833813"/>
                    <a:pt x="449878" y="2887610"/>
                  </a:cubicBezTo>
                  <a:cubicBezTo>
                    <a:pt x="406911" y="3023542"/>
                    <a:pt x="399672" y="3168160"/>
                    <a:pt x="358895" y="3304986"/>
                  </a:cubicBezTo>
                  <a:cubicBezTo>
                    <a:pt x="353314" y="3325246"/>
                    <a:pt x="346979" y="3344972"/>
                    <a:pt x="339998" y="3364765"/>
                  </a:cubicBezTo>
                  <a:cubicBezTo>
                    <a:pt x="335483" y="3377548"/>
                    <a:pt x="316518" y="3372519"/>
                    <a:pt x="319576" y="3359136"/>
                  </a:cubicBezTo>
                  <a:cubicBezTo>
                    <a:pt x="323014" y="3344096"/>
                    <a:pt x="326586" y="3329056"/>
                    <a:pt x="330206" y="3314045"/>
                  </a:cubicBezTo>
                  <a:cubicBezTo>
                    <a:pt x="254692" y="3385539"/>
                    <a:pt x="318214" y="3495239"/>
                    <a:pt x="296545" y="3583793"/>
                  </a:cubicBezTo>
                  <a:cubicBezTo>
                    <a:pt x="291811" y="3624407"/>
                    <a:pt x="279257" y="3670384"/>
                    <a:pt x="296116" y="3709170"/>
                  </a:cubicBezTo>
                  <a:cubicBezTo>
                    <a:pt x="338035" y="3721105"/>
                    <a:pt x="384146" y="3711047"/>
                    <a:pt x="425761" y="3701969"/>
                  </a:cubicBezTo>
                  <a:cubicBezTo>
                    <a:pt x="446192" y="3608758"/>
                    <a:pt x="428142" y="3512165"/>
                    <a:pt x="438553" y="3418115"/>
                  </a:cubicBezTo>
                  <a:cubicBezTo>
                    <a:pt x="481815" y="3198630"/>
                    <a:pt x="681936" y="3054384"/>
                    <a:pt x="755335" y="2847348"/>
                  </a:cubicBezTo>
                  <a:cubicBezTo>
                    <a:pt x="785272" y="2768043"/>
                    <a:pt x="779929" y="2678861"/>
                    <a:pt x="823563" y="2604403"/>
                  </a:cubicBezTo>
                  <a:close/>
                  <a:moveTo>
                    <a:pt x="728246" y="3801553"/>
                  </a:moveTo>
                  <a:cubicBezTo>
                    <a:pt x="785168" y="3766501"/>
                    <a:pt x="825468" y="3733545"/>
                    <a:pt x="810333" y="3660288"/>
                  </a:cubicBezTo>
                  <a:cubicBezTo>
                    <a:pt x="808199" y="3646934"/>
                    <a:pt x="805446" y="3633713"/>
                    <a:pt x="802541" y="3620511"/>
                  </a:cubicBezTo>
                  <a:cubicBezTo>
                    <a:pt x="811704" y="3668870"/>
                    <a:pt x="763460" y="3684015"/>
                    <a:pt x="724950" y="3685491"/>
                  </a:cubicBezTo>
                  <a:cubicBezTo>
                    <a:pt x="697880" y="3687053"/>
                    <a:pt x="640045" y="3691149"/>
                    <a:pt x="618909" y="3674480"/>
                  </a:cubicBezTo>
                  <a:cubicBezTo>
                    <a:pt x="614022" y="3702455"/>
                    <a:pt x="598277" y="3741317"/>
                    <a:pt x="629539" y="3759272"/>
                  </a:cubicBezTo>
                  <a:cubicBezTo>
                    <a:pt x="659657" y="3779084"/>
                    <a:pt x="691889" y="3797495"/>
                    <a:pt x="728246" y="3801553"/>
                  </a:cubicBezTo>
                  <a:close/>
                  <a:moveTo>
                    <a:pt x="788616" y="3637123"/>
                  </a:moveTo>
                  <a:cubicBezTo>
                    <a:pt x="791587" y="3622055"/>
                    <a:pt x="786920" y="3606672"/>
                    <a:pt x="783434" y="3592136"/>
                  </a:cubicBezTo>
                  <a:cubicBezTo>
                    <a:pt x="763660" y="3520099"/>
                    <a:pt x="761279" y="3444775"/>
                    <a:pt x="741819" y="3372766"/>
                  </a:cubicBezTo>
                  <a:cubicBezTo>
                    <a:pt x="719626" y="3306625"/>
                    <a:pt x="697166" y="3240045"/>
                    <a:pt x="695994" y="3169531"/>
                  </a:cubicBezTo>
                  <a:cubicBezTo>
                    <a:pt x="693204" y="3116334"/>
                    <a:pt x="696023" y="3063232"/>
                    <a:pt x="699061" y="3010064"/>
                  </a:cubicBezTo>
                  <a:cubicBezTo>
                    <a:pt x="654370" y="3080177"/>
                    <a:pt x="603697" y="3146300"/>
                    <a:pt x="559844" y="3216947"/>
                  </a:cubicBezTo>
                  <a:cubicBezTo>
                    <a:pt x="578523" y="3257152"/>
                    <a:pt x="596963" y="3298386"/>
                    <a:pt x="606917" y="3341724"/>
                  </a:cubicBezTo>
                  <a:cubicBezTo>
                    <a:pt x="612222" y="3363156"/>
                    <a:pt x="606307" y="3385244"/>
                    <a:pt x="610822" y="3406656"/>
                  </a:cubicBezTo>
                  <a:cubicBezTo>
                    <a:pt x="613051" y="3415800"/>
                    <a:pt x="616994" y="3424278"/>
                    <a:pt x="622357" y="3432021"/>
                  </a:cubicBezTo>
                  <a:cubicBezTo>
                    <a:pt x="625995" y="3438994"/>
                    <a:pt x="645664" y="3461197"/>
                    <a:pt x="626862" y="3460111"/>
                  </a:cubicBezTo>
                  <a:cubicBezTo>
                    <a:pt x="636587" y="3516613"/>
                    <a:pt x="633472" y="3574525"/>
                    <a:pt x="628929" y="3631522"/>
                  </a:cubicBezTo>
                  <a:cubicBezTo>
                    <a:pt x="625081" y="3654811"/>
                    <a:pt x="619499" y="3670851"/>
                    <a:pt x="650427" y="3670642"/>
                  </a:cubicBezTo>
                  <a:cubicBezTo>
                    <a:pt x="683926" y="3671794"/>
                    <a:pt x="781081" y="3679929"/>
                    <a:pt x="788616" y="3637123"/>
                  </a:cubicBezTo>
                  <a:close/>
                  <a:moveTo>
                    <a:pt x="790282" y="3562695"/>
                  </a:moveTo>
                  <a:cubicBezTo>
                    <a:pt x="783282" y="3523071"/>
                    <a:pt x="780910" y="3483285"/>
                    <a:pt x="778814" y="3443194"/>
                  </a:cubicBezTo>
                  <a:cubicBezTo>
                    <a:pt x="777500" y="3417867"/>
                    <a:pt x="773195" y="3390073"/>
                    <a:pt x="757126" y="3370004"/>
                  </a:cubicBezTo>
                  <a:cubicBezTo>
                    <a:pt x="774299" y="3432993"/>
                    <a:pt x="774642" y="3499277"/>
                    <a:pt x="790282" y="3562695"/>
                  </a:cubicBezTo>
                  <a:close/>
                  <a:moveTo>
                    <a:pt x="517496" y="2707645"/>
                  </a:moveTo>
                  <a:cubicBezTo>
                    <a:pt x="542051" y="2631836"/>
                    <a:pt x="551767" y="2551969"/>
                    <a:pt x="572865" y="2475188"/>
                  </a:cubicBezTo>
                  <a:cubicBezTo>
                    <a:pt x="515972" y="2472835"/>
                    <a:pt x="459193" y="2466653"/>
                    <a:pt x="403196" y="2456309"/>
                  </a:cubicBezTo>
                  <a:cubicBezTo>
                    <a:pt x="467680" y="2560951"/>
                    <a:pt x="387737" y="2692053"/>
                    <a:pt x="448230" y="2799171"/>
                  </a:cubicBezTo>
                  <a:cubicBezTo>
                    <a:pt x="451078" y="2805610"/>
                    <a:pt x="454155" y="2811953"/>
                    <a:pt x="457003" y="2818402"/>
                  </a:cubicBezTo>
                  <a:cubicBezTo>
                    <a:pt x="476862" y="2781130"/>
                    <a:pt x="503408" y="2747850"/>
                    <a:pt x="517496" y="2707645"/>
                  </a:cubicBezTo>
                  <a:close/>
                  <a:moveTo>
                    <a:pt x="459270" y="3821175"/>
                  </a:moveTo>
                  <a:cubicBezTo>
                    <a:pt x="461365" y="3786599"/>
                    <a:pt x="441839" y="3756157"/>
                    <a:pt x="433819" y="3723620"/>
                  </a:cubicBezTo>
                  <a:cubicBezTo>
                    <a:pt x="387651" y="3740536"/>
                    <a:pt x="333092" y="3742860"/>
                    <a:pt x="286086" y="3727792"/>
                  </a:cubicBezTo>
                  <a:cubicBezTo>
                    <a:pt x="267722" y="3715333"/>
                    <a:pt x="269151" y="3688968"/>
                    <a:pt x="267569" y="3669203"/>
                  </a:cubicBezTo>
                  <a:cubicBezTo>
                    <a:pt x="258283" y="3744898"/>
                    <a:pt x="280114" y="3804573"/>
                    <a:pt x="355819" y="3832024"/>
                  </a:cubicBezTo>
                  <a:cubicBezTo>
                    <a:pt x="378707" y="3841044"/>
                    <a:pt x="402863" y="3845968"/>
                    <a:pt x="426856" y="3850950"/>
                  </a:cubicBezTo>
                  <a:cubicBezTo>
                    <a:pt x="457298" y="3860151"/>
                    <a:pt x="456431" y="3846844"/>
                    <a:pt x="459270" y="3821175"/>
                  </a:cubicBezTo>
                  <a:close/>
                  <a:moveTo>
                    <a:pt x="397319" y="1066983"/>
                  </a:moveTo>
                  <a:cubicBezTo>
                    <a:pt x="397090" y="1066707"/>
                    <a:pt x="396871" y="1066411"/>
                    <a:pt x="396671" y="1066087"/>
                  </a:cubicBezTo>
                  <a:cubicBezTo>
                    <a:pt x="358800" y="984144"/>
                    <a:pt x="351266" y="891399"/>
                    <a:pt x="323262" y="805883"/>
                  </a:cubicBezTo>
                  <a:cubicBezTo>
                    <a:pt x="296459" y="1011566"/>
                    <a:pt x="260635" y="1215973"/>
                    <a:pt x="224164" y="1420132"/>
                  </a:cubicBezTo>
                  <a:cubicBezTo>
                    <a:pt x="274294" y="1299374"/>
                    <a:pt x="326367" y="1176901"/>
                    <a:pt x="397319" y="1066983"/>
                  </a:cubicBezTo>
                  <a:close/>
                  <a:moveTo>
                    <a:pt x="332082" y="3306339"/>
                  </a:moveTo>
                  <a:cubicBezTo>
                    <a:pt x="333292" y="3301281"/>
                    <a:pt x="334530" y="3296223"/>
                    <a:pt x="335768" y="3291166"/>
                  </a:cubicBezTo>
                  <a:cubicBezTo>
                    <a:pt x="234756" y="3327580"/>
                    <a:pt x="239223" y="3414238"/>
                    <a:pt x="257340" y="3503278"/>
                  </a:cubicBezTo>
                  <a:cubicBezTo>
                    <a:pt x="264169" y="3548141"/>
                    <a:pt x="271599" y="3593518"/>
                    <a:pt x="269265" y="3639038"/>
                  </a:cubicBezTo>
                  <a:cubicBezTo>
                    <a:pt x="273504" y="3597899"/>
                    <a:pt x="286924" y="3557685"/>
                    <a:pt x="287153" y="3516184"/>
                  </a:cubicBezTo>
                  <a:cubicBezTo>
                    <a:pt x="284867" y="3446156"/>
                    <a:pt x="255606" y="3351887"/>
                    <a:pt x="325177" y="3304596"/>
                  </a:cubicBezTo>
                  <a:cubicBezTo>
                    <a:pt x="327853" y="3303034"/>
                    <a:pt x="330644" y="3304253"/>
                    <a:pt x="332082" y="3306339"/>
                  </a:cubicBezTo>
                  <a:close/>
                  <a:moveTo>
                    <a:pt x="330625" y="602096"/>
                  </a:moveTo>
                  <a:cubicBezTo>
                    <a:pt x="292230" y="622937"/>
                    <a:pt x="168062" y="533688"/>
                    <a:pt x="147059" y="499712"/>
                  </a:cubicBezTo>
                  <a:cubicBezTo>
                    <a:pt x="119189" y="628242"/>
                    <a:pt x="139906" y="761688"/>
                    <a:pt x="121646" y="891399"/>
                  </a:cubicBezTo>
                  <a:cubicBezTo>
                    <a:pt x="99625" y="1044732"/>
                    <a:pt x="52552" y="1196418"/>
                    <a:pt x="69897" y="1352876"/>
                  </a:cubicBezTo>
                  <a:cubicBezTo>
                    <a:pt x="76669" y="1446125"/>
                    <a:pt x="88671" y="1538956"/>
                    <a:pt x="94976" y="1632225"/>
                  </a:cubicBezTo>
                  <a:cubicBezTo>
                    <a:pt x="95786" y="1645369"/>
                    <a:pt x="94434" y="1658571"/>
                    <a:pt x="94100" y="1671744"/>
                  </a:cubicBezTo>
                  <a:cubicBezTo>
                    <a:pt x="93938" y="1678373"/>
                    <a:pt x="88080" y="1682288"/>
                    <a:pt x="82537" y="1682269"/>
                  </a:cubicBezTo>
                  <a:cubicBezTo>
                    <a:pt x="69364" y="1751249"/>
                    <a:pt x="46418" y="1819001"/>
                    <a:pt x="52676" y="1890143"/>
                  </a:cubicBezTo>
                  <a:cubicBezTo>
                    <a:pt x="53105" y="1910031"/>
                    <a:pt x="51038" y="1930376"/>
                    <a:pt x="61144" y="1948445"/>
                  </a:cubicBezTo>
                  <a:cubicBezTo>
                    <a:pt x="62763" y="1952379"/>
                    <a:pt x="76831" y="1994384"/>
                    <a:pt x="119141" y="2024769"/>
                  </a:cubicBezTo>
                  <a:cubicBezTo>
                    <a:pt x="123837" y="2028150"/>
                    <a:pt x="136277" y="2027817"/>
                    <a:pt x="133848" y="2022569"/>
                  </a:cubicBezTo>
                  <a:cubicBezTo>
                    <a:pt x="132276" y="2019168"/>
                    <a:pt x="124104" y="2011853"/>
                    <a:pt x="122018" y="2010024"/>
                  </a:cubicBezTo>
                  <a:cubicBezTo>
                    <a:pt x="108330" y="1996147"/>
                    <a:pt x="100520" y="1977620"/>
                    <a:pt x="95643" y="1959018"/>
                  </a:cubicBezTo>
                  <a:cubicBezTo>
                    <a:pt x="87471" y="1928138"/>
                    <a:pt x="87957" y="1895543"/>
                    <a:pt x="98882" y="1865397"/>
                  </a:cubicBezTo>
                  <a:cubicBezTo>
                    <a:pt x="100072" y="1862130"/>
                    <a:pt x="105273" y="1862454"/>
                    <a:pt x="105197" y="1866254"/>
                  </a:cubicBezTo>
                  <a:cubicBezTo>
                    <a:pt x="102777" y="1900877"/>
                    <a:pt x="96024" y="1936044"/>
                    <a:pt x="110121" y="1969439"/>
                  </a:cubicBezTo>
                  <a:cubicBezTo>
                    <a:pt x="143792" y="1983526"/>
                    <a:pt x="180540" y="1994022"/>
                    <a:pt x="217049" y="1994499"/>
                  </a:cubicBezTo>
                  <a:cubicBezTo>
                    <a:pt x="216573" y="1975315"/>
                    <a:pt x="166052" y="1958770"/>
                    <a:pt x="151222" y="1947264"/>
                  </a:cubicBezTo>
                  <a:cubicBezTo>
                    <a:pt x="110807" y="1953513"/>
                    <a:pt x="106416" y="1862577"/>
                    <a:pt x="112464" y="1835888"/>
                  </a:cubicBezTo>
                  <a:cubicBezTo>
                    <a:pt x="124837" y="1816515"/>
                    <a:pt x="122466" y="1907012"/>
                    <a:pt x="130771" y="1915575"/>
                  </a:cubicBezTo>
                  <a:cubicBezTo>
                    <a:pt x="133067" y="1922271"/>
                    <a:pt x="141287" y="1944264"/>
                    <a:pt x="151669" y="1934434"/>
                  </a:cubicBezTo>
                  <a:cubicBezTo>
                    <a:pt x="169729" y="1905288"/>
                    <a:pt x="150345" y="1863092"/>
                    <a:pt x="153184" y="1830469"/>
                  </a:cubicBezTo>
                  <a:cubicBezTo>
                    <a:pt x="152279" y="1792073"/>
                    <a:pt x="193541" y="1751402"/>
                    <a:pt x="164109" y="1716178"/>
                  </a:cubicBezTo>
                  <a:cubicBezTo>
                    <a:pt x="145526" y="1721055"/>
                    <a:pt x="160623" y="1684593"/>
                    <a:pt x="160394" y="1673678"/>
                  </a:cubicBezTo>
                  <a:cubicBezTo>
                    <a:pt x="222002" y="1317586"/>
                    <a:pt x="302555" y="963056"/>
                    <a:pt x="330625" y="602096"/>
                  </a:cubicBezTo>
                  <a:close/>
                  <a:moveTo>
                    <a:pt x="202809" y="1938254"/>
                  </a:moveTo>
                  <a:cubicBezTo>
                    <a:pt x="203200" y="1937977"/>
                    <a:pt x="203628" y="1937739"/>
                    <a:pt x="204104" y="1937568"/>
                  </a:cubicBezTo>
                  <a:cubicBezTo>
                    <a:pt x="195160" y="1927709"/>
                    <a:pt x="182606" y="1921461"/>
                    <a:pt x="169386" y="1918089"/>
                  </a:cubicBezTo>
                  <a:cubicBezTo>
                    <a:pt x="169052" y="1920813"/>
                    <a:pt x="168567" y="1923519"/>
                    <a:pt x="167909" y="1926147"/>
                  </a:cubicBezTo>
                  <a:cubicBezTo>
                    <a:pt x="179778" y="1929634"/>
                    <a:pt x="191493" y="1933196"/>
                    <a:pt x="202809" y="1938254"/>
                  </a:cubicBezTo>
                  <a:close/>
                  <a:moveTo>
                    <a:pt x="201552" y="1961771"/>
                  </a:moveTo>
                  <a:cubicBezTo>
                    <a:pt x="224907" y="1951608"/>
                    <a:pt x="173396" y="1936777"/>
                    <a:pt x="166700" y="1930224"/>
                  </a:cubicBezTo>
                  <a:cubicBezTo>
                    <a:pt x="165176" y="1934625"/>
                    <a:pt x="162985" y="1938997"/>
                    <a:pt x="159632" y="1942206"/>
                  </a:cubicBezTo>
                  <a:cubicBezTo>
                    <a:pt x="174301" y="1946921"/>
                    <a:pt x="187036" y="1956151"/>
                    <a:pt x="200104" y="1963057"/>
                  </a:cubicBezTo>
                  <a:cubicBezTo>
                    <a:pt x="200494" y="1962542"/>
                    <a:pt x="200980" y="1962085"/>
                    <a:pt x="201552" y="1961771"/>
                  </a:cubicBezTo>
                  <a:close/>
                </a:path>
              </a:pathLst>
            </a:custGeom>
            <a:solidFill>
              <a:srgbClr val="000000"/>
            </a:solidFill>
            <a:ln w="9525" cap="flat">
              <a:noFill/>
              <a:prstDash val="solid"/>
              <a:miter/>
            </a:ln>
          </p:spPr>
          <p:txBody>
            <a:bodyPr/>
            <a:lstStyle/>
            <a:p>
              <a:endParaRPr lang="en-US"/>
            </a:p>
          </p:txBody>
        </p:sp>
        <p:pic>
          <p:nvPicPr>
            <p:cNvPr id="46" name="Graphic 45" descr="Woman with long hair">
              <a:extLst>
                <a:ext uri="{FF2B5EF4-FFF2-40B4-BE49-F238E27FC236}">
                  <a16:creationId xmlns:a16="http://schemas.microsoft.com/office/drawing/2014/main" id="{190F0CD7-4C59-8695-8E8F-858D2EE2778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859989" y="1860548"/>
              <a:ext cx="942975" cy="1047750"/>
            </a:xfrm>
            <a:prstGeom prst="rect">
              <a:avLst/>
            </a:prstGeom>
          </p:spPr>
        </p:pic>
        <p:pic>
          <p:nvPicPr>
            <p:cNvPr id="48" name="Graphic 47" descr="A smiling woman">
              <a:extLst>
                <a:ext uri="{FF2B5EF4-FFF2-40B4-BE49-F238E27FC236}">
                  <a16:creationId xmlns:a16="http://schemas.microsoft.com/office/drawing/2014/main" id="{443E9B4C-2462-380C-53F1-D41FCD45280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306076" y="2192335"/>
              <a:ext cx="304800" cy="333375"/>
            </a:xfrm>
            <a:prstGeom prst="rect">
              <a:avLst/>
            </a:prstGeom>
          </p:spPr>
        </p:pic>
      </p:grpSp>
      <p:sp>
        <p:nvSpPr>
          <p:cNvPr id="59" name="TextBox 58">
            <a:extLst>
              <a:ext uri="{FF2B5EF4-FFF2-40B4-BE49-F238E27FC236}">
                <a16:creationId xmlns:a16="http://schemas.microsoft.com/office/drawing/2014/main" id="{193AC7A2-3518-189A-5175-2D69F8E59ECF}"/>
              </a:ext>
            </a:extLst>
          </p:cNvPr>
          <p:cNvSpPr txBox="1"/>
          <p:nvPr/>
        </p:nvSpPr>
        <p:spPr>
          <a:xfrm>
            <a:off x="1951305" y="2538871"/>
            <a:ext cx="4152024" cy="954107"/>
          </a:xfrm>
          <a:prstGeom prst="rect">
            <a:avLst/>
          </a:prstGeom>
          <a:noFill/>
        </p:spPr>
        <p:txBody>
          <a:bodyPr wrap="square">
            <a:spAutoFit/>
          </a:bodyPr>
          <a:lstStyle>
            <a:defPPr>
              <a:defRPr lang="en-US"/>
            </a:defPPr>
            <a:lvl1pPr>
              <a:defRPr sz="1400"/>
            </a:lvl1pPr>
          </a:lstStyle>
          <a:p>
            <a:r>
              <a:rPr lang="en-US" dirty="0"/>
              <a:t>A person claims to be able to distinguish, purely by taste, </a:t>
            </a:r>
            <a:r>
              <a:rPr lang="en-US" b="1" dirty="0">
                <a:highlight>
                  <a:srgbClr val="FFC000"/>
                </a:highlight>
              </a:rPr>
              <a:t>whether a cup of tea was prepared by adding milk first and then tea, or adding tea first and then milk.</a:t>
            </a:r>
          </a:p>
        </p:txBody>
      </p:sp>
      <p:sp>
        <p:nvSpPr>
          <p:cNvPr id="70" name="Oval 69">
            <a:extLst>
              <a:ext uri="{FF2B5EF4-FFF2-40B4-BE49-F238E27FC236}">
                <a16:creationId xmlns:a16="http://schemas.microsoft.com/office/drawing/2014/main" id="{FBA3B143-E391-2908-20FF-716BF47B6914}"/>
              </a:ext>
            </a:extLst>
          </p:cNvPr>
          <p:cNvSpPr/>
          <p:nvPr/>
        </p:nvSpPr>
        <p:spPr>
          <a:xfrm>
            <a:off x="3646676" y="3548586"/>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Oval 70">
            <a:extLst>
              <a:ext uri="{FF2B5EF4-FFF2-40B4-BE49-F238E27FC236}">
                <a16:creationId xmlns:a16="http://schemas.microsoft.com/office/drawing/2014/main" id="{BC9A6CEB-3A3E-93E1-236B-31A6F585470F}"/>
              </a:ext>
            </a:extLst>
          </p:cNvPr>
          <p:cNvSpPr/>
          <p:nvPr/>
        </p:nvSpPr>
        <p:spPr>
          <a:xfrm>
            <a:off x="3646676" y="3545833"/>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Oval 77">
            <a:extLst>
              <a:ext uri="{FF2B5EF4-FFF2-40B4-BE49-F238E27FC236}">
                <a16:creationId xmlns:a16="http://schemas.microsoft.com/office/drawing/2014/main" id="{4CF8D1A3-D12D-E548-5507-09A9593BB09D}"/>
              </a:ext>
            </a:extLst>
          </p:cNvPr>
          <p:cNvSpPr/>
          <p:nvPr/>
        </p:nvSpPr>
        <p:spPr>
          <a:xfrm>
            <a:off x="4305581" y="3545833"/>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reeform: Shape 67">
            <a:extLst>
              <a:ext uri="{FF2B5EF4-FFF2-40B4-BE49-F238E27FC236}">
                <a16:creationId xmlns:a16="http://schemas.microsoft.com/office/drawing/2014/main" id="{98212CC2-6EA7-6D7C-C9D0-4863EDB5041F}"/>
              </a:ext>
            </a:extLst>
          </p:cNvPr>
          <p:cNvSpPr/>
          <p:nvPr/>
        </p:nvSpPr>
        <p:spPr>
          <a:xfrm>
            <a:off x="3618100" y="3514620"/>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sp>
        <p:nvSpPr>
          <p:cNvPr id="77" name="Freeform: Shape 76">
            <a:extLst>
              <a:ext uri="{FF2B5EF4-FFF2-40B4-BE49-F238E27FC236}">
                <a16:creationId xmlns:a16="http://schemas.microsoft.com/office/drawing/2014/main" id="{3A92AF38-4B33-E941-7841-E64BC9D3A177}"/>
              </a:ext>
            </a:extLst>
          </p:cNvPr>
          <p:cNvSpPr/>
          <p:nvPr/>
        </p:nvSpPr>
        <p:spPr>
          <a:xfrm>
            <a:off x="4277006" y="3514620"/>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sp>
        <p:nvSpPr>
          <p:cNvPr id="82" name="TextBox 81">
            <a:extLst>
              <a:ext uri="{FF2B5EF4-FFF2-40B4-BE49-F238E27FC236}">
                <a16:creationId xmlns:a16="http://schemas.microsoft.com/office/drawing/2014/main" id="{56BBF1A2-9938-6716-5639-2D2A2126B961}"/>
              </a:ext>
            </a:extLst>
          </p:cNvPr>
          <p:cNvSpPr txBox="1"/>
          <p:nvPr/>
        </p:nvSpPr>
        <p:spPr>
          <a:xfrm>
            <a:off x="1943976" y="3932435"/>
            <a:ext cx="4152024" cy="523220"/>
          </a:xfrm>
          <a:prstGeom prst="rect">
            <a:avLst/>
          </a:prstGeom>
          <a:noFill/>
        </p:spPr>
        <p:txBody>
          <a:bodyPr wrap="square">
            <a:spAutoFit/>
          </a:bodyPr>
          <a:lstStyle/>
          <a:p>
            <a:r>
              <a:rPr lang="en-US" sz="1400" dirty="0"/>
              <a:t>Does the person genuinely possess this ability? </a:t>
            </a:r>
          </a:p>
          <a:p>
            <a:r>
              <a:rPr lang="en-US" sz="1400" dirty="0"/>
              <a:t>Are correct answers simply the result of guessing?</a:t>
            </a:r>
          </a:p>
        </p:txBody>
      </p:sp>
      <p:sp>
        <p:nvSpPr>
          <p:cNvPr id="84" name="TextBox 83">
            <a:extLst>
              <a:ext uri="{FF2B5EF4-FFF2-40B4-BE49-F238E27FC236}">
                <a16:creationId xmlns:a16="http://schemas.microsoft.com/office/drawing/2014/main" id="{D8EF42AD-2171-1FE8-0058-2B8E9E9E556C}"/>
              </a:ext>
            </a:extLst>
          </p:cNvPr>
          <p:cNvSpPr txBox="1"/>
          <p:nvPr/>
        </p:nvSpPr>
        <p:spPr>
          <a:xfrm>
            <a:off x="879623" y="4605272"/>
            <a:ext cx="5223706" cy="738664"/>
          </a:xfrm>
          <a:prstGeom prst="rect">
            <a:avLst/>
          </a:prstGeom>
          <a:noFill/>
        </p:spPr>
        <p:txBody>
          <a:bodyPr wrap="square">
            <a:spAutoFit/>
          </a:bodyPr>
          <a:lstStyle/>
          <a:p>
            <a:r>
              <a:rPr lang="en-US" sz="1400" dirty="0"/>
              <a:t>Rather than relying on intuition or authority, </a:t>
            </a:r>
            <a:r>
              <a:rPr lang="en-US" sz="1400" b="1" dirty="0">
                <a:highlight>
                  <a:srgbClr val="FFC000"/>
                </a:highlight>
              </a:rPr>
              <a:t>Fisher proposes that the claim should be evaluated using a formal experimental procedure.</a:t>
            </a:r>
          </a:p>
        </p:txBody>
      </p:sp>
      <p:sp>
        <p:nvSpPr>
          <p:cNvPr id="87" name="TextBox 86">
            <a:extLst>
              <a:ext uri="{FF2B5EF4-FFF2-40B4-BE49-F238E27FC236}">
                <a16:creationId xmlns:a16="http://schemas.microsoft.com/office/drawing/2014/main" id="{DA4330CF-75A2-0C89-9A48-D4BBA89C1E78}"/>
              </a:ext>
            </a:extLst>
          </p:cNvPr>
          <p:cNvSpPr txBox="1"/>
          <p:nvPr/>
        </p:nvSpPr>
        <p:spPr>
          <a:xfrm>
            <a:off x="6684786" y="2600426"/>
            <a:ext cx="4311501" cy="523220"/>
          </a:xfrm>
          <a:prstGeom prst="rect">
            <a:avLst/>
          </a:prstGeom>
          <a:noFill/>
        </p:spPr>
        <p:txBody>
          <a:bodyPr wrap="square">
            <a:spAutoFit/>
          </a:bodyPr>
          <a:lstStyle/>
          <a:p>
            <a:r>
              <a:rPr lang="en-US" sz="1400" dirty="0"/>
              <a:t>He did not attempt to prove directly that the person has the ability. Instead, he reframed the problem like :</a:t>
            </a:r>
          </a:p>
        </p:txBody>
      </p:sp>
      <p:sp>
        <p:nvSpPr>
          <p:cNvPr id="89" name="TextBox 88">
            <a:extLst>
              <a:ext uri="{FF2B5EF4-FFF2-40B4-BE49-F238E27FC236}">
                <a16:creationId xmlns:a16="http://schemas.microsoft.com/office/drawing/2014/main" id="{AD556C1F-B24F-5D21-84F7-3AC741DFEDC3}"/>
              </a:ext>
            </a:extLst>
          </p:cNvPr>
          <p:cNvSpPr txBox="1"/>
          <p:nvPr/>
        </p:nvSpPr>
        <p:spPr>
          <a:xfrm>
            <a:off x="6931897" y="3212323"/>
            <a:ext cx="3522586" cy="523220"/>
          </a:xfrm>
          <a:prstGeom prst="rect">
            <a:avLst/>
          </a:prstGeom>
          <a:noFill/>
        </p:spPr>
        <p:txBody>
          <a:bodyPr wrap="square">
            <a:spAutoFit/>
          </a:bodyPr>
          <a:lstStyle>
            <a:defPPr>
              <a:defRPr lang="en-US"/>
            </a:defPPr>
            <a:lvl1pPr>
              <a:defRPr sz="1400"/>
            </a:lvl1pPr>
          </a:lstStyle>
          <a:p>
            <a:r>
              <a:rPr lang="en-US" dirty="0"/>
              <a:t>How likely </a:t>
            </a:r>
            <a:r>
              <a:rPr lang="en-US" i="1" dirty="0"/>
              <a:t>would this level of performance be </a:t>
            </a:r>
            <a:r>
              <a:rPr lang="en-US" dirty="0"/>
              <a:t>if the person </a:t>
            </a:r>
            <a:r>
              <a:rPr lang="en-US" i="1" dirty="0"/>
              <a:t>had no real ability at all</a:t>
            </a:r>
            <a:r>
              <a:rPr lang="en-US" dirty="0"/>
              <a:t>? </a:t>
            </a:r>
          </a:p>
        </p:txBody>
      </p:sp>
      <p:sp>
        <p:nvSpPr>
          <p:cNvPr id="90" name="Rectangle 89">
            <a:extLst>
              <a:ext uri="{FF2B5EF4-FFF2-40B4-BE49-F238E27FC236}">
                <a16:creationId xmlns:a16="http://schemas.microsoft.com/office/drawing/2014/main" id="{6D599C17-36B7-B18A-0B66-0E7BA32168F7}"/>
              </a:ext>
            </a:extLst>
          </p:cNvPr>
          <p:cNvSpPr/>
          <p:nvPr/>
        </p:nvSpPr>
        <p:spPr>
          <a:xfrm>
            <a:off x="6829178" y="3212324"/>
            <a:ext cx="45719" cy="523219"/>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TextBox 91">
            <a:extLst>
              <a:ext uri="{FF2B5EF4-FFF2-40B4-BE49-F238E27FC236}">
                <a16:creationId xmlns:a16="http://schemas.microsoft.com/office/drawing/2014/main" id="{792C0BC7-A84B-690E-135E-F13ED5546189}"/>
              </a:ext>
            </a:extLst>
          </p:cNvPr>
          <p:cNvSpPr txBox="1"/>
          <p:nvPr/>
        </p:nvSpPr>
        <p:spPr>
          <a:xfrm>
            <a:off x="6684786" y="3852062"/>
            <a:ext cx="4311502" cy="307777"/>
          </a:xfrm>
          <a:prstGeom prst="rect">
            <a:avLst/>
          </a:prstGeom>
          <a:noFill/>
        </p:spPr>
        <p:txBody>
          <a:bodyPr wrap="square">
            <a:spAutoFit/>
          </a:bodyPr>
          <a:lstStyle>
            <a:defPPr>
              <a:defRPr lang="en-US"/>
            </a:defPPr>
            <a:lvl1pPr>
              <a:defRPr sz="1400"/>
            </a:lvl1pPr>
          </a:lstStyle>
          <a:p>
            <a:r>
              <a:rPr lang="en-US" dirty="0"/>
              <a:t>This question lies at the heart of the p‑value concept.</a:t>
            </a:r>
          </a:p>
        </p:txBody>
      </p:sp>
      <p:sp>
        <p:nvSpPr>
          <p:cNvPr id="93" name="Right Brace 92">
            <a:extLst>
              <a:ext uri="{FF2B5EF4-FFF2-40B4-BE49-F238E27FC236}">
                <a16:creationId xmlns:a16="http://schemas.microsoft.com/office/drawing/2014/main" id="{7F1B2E3B-7E79-6B92-E7A4-2E48BFC4286E}"/>
              </a:ext>
            </a:extLst>
          </p:cNvPr>
          <p:cNvSpPr/>
          <p:nvPr/>
        </p:nvSpPr>
        <p:spPr>
          <a:xfrm>
            <a:off x="5906887" y="2538871"/>
            <a:ext cx="594766" cy="2805065"/>
          </a:xfrm>
          <a:prstGeom prst="rightBrace">
            <a:avLst>
              <a:gd name="adj1" fmla="val 0"/>
              <a:gd name="adj2" fmla="val 6594"/>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257472775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fade">
                                      <p:cBhvr>
                                        <p:cTn id="7" dur="500"/>
                                        <p:tgtEl>
                                          <p:spTgt spid="5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9"/>
                                        </p:tgtEl>
                                        <p:attrNameLst>
                                          <p:attrName>style.visibility</p:attrName>
                                        </p:attrNameLst>
                                      </p:cBhvr>
                                      <p:to>
                                        <p:strVal val="visible"/>
                                      </p:to>
                                    </p:set>
                                    <p:animEffect transition="in" filter="fade">
                                      <p:cBhvr>
                                        <p:cTn id="12" dur="500"/>
                                        <p:tgtEl>
                                          <p:spTgt spid="5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8"/>
                                        </p:tgtEl>
                                        <p:attrNameLst>
                                          <p:attrName>style.visibility</p:attrName>
                                        </p:attrNameLst>
                                      </p:cBhvr>
                                      <p:to>
                                        <p:strVal val="visible"/>
                                      </p:to>
                                    </p:set>
                                    <p:animEffect transition="in" filter="fade">
                                      <p:cBhvr>
                                        <p:cTn id="17" dur="500"/>
                                        <p:tgtEl>
                                          <p:spTgt spid="6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7"/>
                                        </p:tgtEl>
                                        <p:attrNameLst>
                                          <p:attrName>style.visibility</p:attrName>
                                        </p:attrNameLst>
                                      </p:cBhvr>
                                      <p:to>
                                        <p:strVal val="visible"/>
                                      </p:to>
                                    </p:set>
                                    <p:animEffect transition="in" filter="fade">
                                      <p:cBhvr>
                                        <p:cTn id="20" dur="500"/>
                                        <p:tgtEl>
                                          <p:spTgt spid="77"/>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70"/>
                                        </p:tgtEl>
                                        <p:attrNameLst>
                                          <p:attrName>style.visibility</p:attrName>
                                        </p:attrNameLst>
                                      </p:cBhvr>
                                      <p:to>
                                        <p:strVal val="visible"/>
                                      </p:to>
                                    </p:set>
                                    <p:animEffect transition="in" filter="fade">
                                      <p:cBhvr>
                                        <p:cTn id="25" dur="500"/>
                                        <p:tgtEl>
                                          <p:spTgt spid="70"/>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71"/>
                                        </p:tgtEl>
                                        <p:attrNameLst>
                                          <p:attrName>style.visibility</p:attrName>
                                        </p:attrNameLst>
                                      </p:cBhvr>
                                      <p:to>
                                        <p:strVal val="visible"/>
                                      </p:to>
                                    </p:set>
                                    <p:animEffect transition="in" filter="fade">
                                      <p:cBhvr>
                                        <p:cTn id="30" dur="500"/>
                                        <p:tgtEl>
                                          <p:spTgt spid="71"/>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75"/>
                                        </p:tgtEl>
                                        <p:attrNameLst>
                                          <p:attrName>style.visibility</p:attrName>
                                        </p:attrNameLst>
                                      </p:cBhvr>
                                      <p:to>
                                        <p:strVal val="visible"/>
                                      </p:to>
                                    </p:set>
                                    <p:animEffect transition="in" filter="fade">
                                      <p:cBhvr>
                                        <p:cTn id="35" dur="500"/>
                                        <p:tgtEl>
                                          <p:spTgt spid="7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74"/>
                                        </p:tgtEl>
                                        <p:attrNameLst>
                                          <p:attrName>style.visibility</p:attrName>
                                        </p:attrNameLst>
                                      </p:cBhvr>
                                      <p:to>
                                        <p:strVal val="visible"/>
                                      </p:to>
                                    </p:set>
                                    <p:animEffect transition="in" filter="fade">
                                      <p:cBhvr>
                                        <p:cTn id="40" dur="500"/>
                                        <p:tgtEl>
                                          <p:spTgt spid="74"/>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78"/>
                                        </p:tgtEl>
                                        <p:attrNameLst>
                                          <p:attrName>style.visibility</p:attrName>
                                        </p:attrNameLst>
                                      </p:cBhvr>
                                      <p:to>
                                        <p:strVal val="visible"/>
                                      </p:to>
                                    </p:set>
                                    <p:animEffect transition="in" filter="fade">
                                      <p:cBhvr>
                                        <p:cTn id="45" dur="500"/>
                                        <p:tgtEl>
                                          <p:spTgt spid="78"/>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82"/>
                                        </p:tgtEl>
                                        <p:attrNameLst>
                                          <p:attrName>style.visibility</p:attrName>
                                        </p:attrNameLst>
                                      </p:cBhvr>
                                      <p:to>
                                        <p:strVal val="visible"/>
                                      </p:to>
                                    </p:set>
                                    <p:animEffect transition="in" filter="fade">
                                      <p:cBhvr>
                                        <p:cTn id="50" dur="500"/>
                                        <p:tgtEl>
                                          <p:spTgt spid="82"/>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84"/>
                                        </p:tgtEl>
                                        <p:attrNameLst>
                                          <p:attrName>style.visibility</p:attrName>
                                        </p:attrNameLst>
                                      </p:cBhvr>
                                      <p:to>
                                        <p:strVal val="visible"/>
                                      </p:to>
                                    </p:set>
                                    <p:animEffect transition="in" filter="fade">
                                      <p:cBhvr>
                                        <p:cTn id="55" dur="500"/>
                                        <p:tgtEl>
                                          <p:spTgt spid="8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93"/>
                                        </p:tgtEl>
                                        <p:attrNameLst>
                                          <p:attrName>style.visibility</p:attrName>
                                        </p:attrNameLst>
                                      </p:cBhvr>
                                      <p:to>
                                        <p:strVal val="visible"/>
                                      </p:to>
                                    </p:set>
                                    <p:animEffect transition="in" filter="fade">
                                      <p:cBhvr>
                                        <p:cTn id="58" dur="500"/>
                                        <p:tgtEl>
                                          <p:spTgt spid="93"/>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87"/>
                                        </p:tgtEl>
                                        <p:attrNameLst>
                                          <p:attrName>style.visibility</p:attrName>
                                        </p:attrNameLst>
                                      </p:cBhvr>
                                      <p:to>
                                        <p:strVal val="visible"/>
                                      </p:to>
                                    </p:set>
                                    <p:animEffect transition="in" filter="fade">
                                      <p:cBhvr>
                                        <p:cTn id="63" dur="500"/>
                                        <p:tgtEl>
                                          <p:spTgt spid="87"/>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89"/>
                                        </p:tgtEl>
                                        <p:attrNameLst>
                                          <p:attrName>style.visibility</p:attrName>
                                        </p:attrNameLst>
                                      </p:cBhvr>
                                      <p:to>
                                        <p:strVal val="visible"/>
                                      </p:to>
                                    </p:set>
                                    <p:animEffect transition="in" filter="fade">
                                      <p:cBhvr>
                                        <p:cTn id="66" dur="500"/>
                                        <p:tgtEl>
                                          <p:spTgt spid="89"/>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92"/>
                                        </p:tgtEl>
                                        <p:attrNameLst>
                                          <p:attrName>style.visibility</p:attrName>
                                        </p:attrNameLst>
                                      </p:cBhvr>
                                      <p:to>
                                        <p:strVal val="visible"/>
                                      </p:to>
                                    </p:set>
                                    <p:animEffect transition="in" filter="fade">
                                      <p:cBhvr>
                                        <p:cTn id="69"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P spid="74" grpId="0" animBg="1"/>
      <p:bldP spid="59" grpId="0"/>
      <p:bldP spid="70" grpId="0" animBg="1"/>
      <p:bldP spid="71" grpId="0" animBg="1"/>
      <p:bldP spid="78" grpId="0" animBg="1"/>
      <p:bldP spid="68" grpId="0" animBg="1"/>
      <p:bldP spid="77" grpId="0" animBg="1"/>
      <p:bldP spid="82" grpId="0"/>
      <p:bldP spid="84" grpId="0"/>
      <p:bldP spid="87" grpId="0"/>
      <p:bldP spid="89" grpId="0"/>
      <p:bldP spid="92" grpId="0"/>
      <p:bldP spid="93"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BF8A3C-3E7D-714A-41E7-D88F79383309}"/>
            </a:ext>
          </a:extLst>
        </p:cNvPr>
        <p:cNvGrpSpPr/>
        <p:nvPr/>
      </p:nvGrpSpPr>
      <p:grpSpPr>
        <a:xfrm>
          <a:off x="0" y="0"/>
          <a:ext cx="0" cy="0"/>
          <a:chOff x="0" y="0"/>
          <a:chExt cx="0" cy="0"/>
        </a:xfrm>
      </p:grpSpPr>
      <p:sp>
        <p:nvSpPr>
          <p:cNvPr id="75" name="Oval 74">
            <a:extLst>
              <a:ext uri="{FF2B5EF4-FFF2-40B4-BE49-F238E27FC236}">
                <a16:creationId xmlns:a16="http://schemas.microsoft.com/office/drawing/2014/main" id="{B6A46376-C9D0-D226-3648-DD41B23A7BAB}"/>
              </a:ext>
            </a:extLst>
          </p:cNvPr>
          <p:cNvSpPr/>
          <p:nvPr/>
        </p:nvSpPr>
        <p:spPr>
          <a:xfrm>
            <a:off x="-2722221" y="354859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Oval 73">
            <a:extLst>
              <a:ext uri="{FF2B5EF4-FFF2-40B4-BE49-F238E27FC236}">
                <a16:creationId xmlns:a16="http://schemas.microsoft.com/office/drawing/2014/main" id="{1B11BE27-E715-0D8A-DBD1-640B5410D5BC}"/>
              </a:ext>
            </a:extLst>
          </p:cNvPr>
          <p:cNvSpPr/>
          <p:nvPr/>
        </p:nvSpPr>
        <p:spPr>
          <a:xfrm>
            <a:off x="-2722221" y="3549395"/>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Slide Number Placeholder 2">
            <a:extLst>
              <a:ext uri="{FF2B5EF4-FFF2-40B4-BE49-F238E27FC236}">
                <a16:creationId xmlns:a16="http://schemas.microsoft.com/office/drawing/2014/main" id="{565C4A58-93E8-DA69-60E2-235CD1FC5ACB}"/>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1C2823EE-7928-5B93-668D-77F5A7840A50}"/>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2C449949-AB1B-F0A4-6A8A-B51B2589622B}"/>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46FD8F55-46A5-9F0C-97E4-9B5BAD44CD0F}"/>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Why is the p‑value problematic and how can it lead to Type I errors?</a:t>
            </a:r>
          </a:p>
        </p:txBody>
      </p:sp>
      <p:grpSp>
        <p:nvGrpSpPr>
          <p:cNvPr id="57" name="Group 56">
            <a:extLst>
              <a:ext uri="{FF2B5EF4-FFF2-40B4-BE49-F238E27FC236}">
                <a16:creationId xmlns:a16="http://schemas.microsoft.com/office/drawing/2014/main" id="{C18B76F1-0B4C-1C34-9258-306ED399CA6B}"/>
              </a:ext>
            </a:extLst>
          </p:cNvPr>
          <p:cNvGrpSpPr/>
          <p:nvPr/>
        </p:nvGrpSpPr>
        <p:grpSpPr>
          <a:xfrm>
            <a:off x="-6136213" y="2442501"/>
            <a:ext cx="1048000" cy="1981380"/>
            <a:chOff x="6743450" y="1860548"/>
            <a:chExt cx="2357823" cy="4457771"/>
          </a:xfrm>
        </p:grpSpPr>
        <p:sp>
          <p:nvSpPr>
            <p:cNvPr id="50" name="Freeform: Shape 49">
              <a:extLst>
                <a:ext uri="{FF2B5EF4-FFF2-40B4-BE49-F238E27FC236}">
                  <a16:creationId xmlns:a16="http://schemas.microsoft.com/office/drawing/2014/main" id="{BA47F5F3-D554-2CD2-983B-5F3A4F40ABED}"/>
                </a:ext>
              </a:extLst>
            </p:cNvPr>
            <p:cNvSpPr/>
            <p:nvPr/>
          </p:nvSpPr>
          <p:spPr>
            <a:xfrm>
              <a:off x="6753321" y="2439477"/>
              <a:ext cx="2341727" cy="3867149"/>
            </a:xfrm>
            <a:custGeom>
              <a:avLst/>
              <a:gdLst>
                <a:gd name="csX0" fmla="*/ 2301431 w 2341727"/>
                <a:gd name="csY0" fmla="*/ 290693 h 3867149"/>
                <a:gd name="csX1" fmla="*/ 2239709 w 2341727"/>
                <a:gd name="csY1" fmla="*/ 271262 h 3867149"/>
                <a:gd name="csX2" fmla="*/ 2189417 w 2341727"/>
                <a:gd name="csY2" fmla="*/ 263261 h 3867149"/>
                <a:gd name="csX3" fmla="*/ 2111121 w 2341727"/>
                <a:gd name="csY3" fmla="*/ 222685 h 3867149"/>
                <a:gd name="csX4" fmla="*/ 2085975 w 2341727"/>
                <a:gd name="csY4" fmla="*/ 206397 h 3867149"/>
                <a:gd name="csX5" fmla="*/ 1987401 w 2341727"/>
                <a:gd name="csY5" fmla="*/ 161506 h 3867149"/>
                <a:gd name="csX6" fmla="*/ 1933956 w 2341727"/>
                <a:gd name="csY6" fmla="*/ 175250 h 3867149"/>
                <a:gd name="csX7" fmla="*/ 1734503 w 2341727"/>
                <a:gd name="csY7" fmla="*/ 313554 h 3867149"/>
                <a:gd name="csX8" fmla="*/ 1460183 w 2341727"/>
                <a:gd name="csY8" fmla="*/ 562156 h 3867149"/>
                <a:gd name="csX9" fmla="*/ 1301306 w 2341727"/>
                <a:gd name="csY9" fmla="*/ 466144 h 3867149"/>
                <a:gd name="csX10" fmla="*/ 1207008 w 2341727"/>
                <a:gd name="csY10" fmla="*/ 388420 h 3867149"/>
                <a:gd name="csX11" fmla="*/ 1205865 w 2341727"/>
                <a:gd name="csY11" fmla="*/ 373561 h 3867149"/>
                <a:gd name="csX12" fmla="*/ 967769 w 2341727"/>
                <a:gd name="csY12" fmla="*/ 220713 h 3867149"/>
                <a:gd name="csX13" fmla="*/ 857574 w 2341727"/>
                <a:gd name="csY13" fmla="*/ 211169 h 3867149"/>
                <a:gd name="csX14" fmla="*/ 842963 w 2341727"/>
                <a:gd name="csY14" fmla="*/ 223552 h 3867149"/>
                <a:gd name="csX15" fmla="*/ 764381 w 2341727"/>
                <a:gd name="csY15" fmla="*/ 170688 h 3867149"/>
                <a:gd name="csX16" fmla="*/ 487680 w 2341727"/>
                <a:gd name="csY16" fmla="*/ 0 h 3867149"/>
                <a:gd name="csX17" fmla="*/ 500063 w 2341727"/>
                <a:gd name="csY17" fmla="*/ 136398 h 3867149"/>
                <a:gd name="csX18" fmla="*/ 474345 w 2341727"/>
                <a:gd name="csY18" fmla="*/ 232124 h 3867149"/>
                <a:gd name="csX19" fmla="*/ 397612 w 2341727"/>
                <a:gd name="csY19" fmla="*/ 252936 h 3867149"/>
                <a:gd name="csX20" fmla="*/ 328613 w 2341727"/>
                <a:gd name="csY20" fmla="*/ 247840 h 3867149"/>
                <a:gd name="csX21" fmla="*/ 117158 w 2341727"/>
                <a:gd name="csY21" fmla="*/ 582168 h 3867149"/>
                <a:gd name="csX22" fmla="*/ 97155 w 2341727"/>
                <a:gd name="csY22" fmla="*/ 862203 h 3867149"/>
                <a:gd name="csX23" fmla="*/ 80010 w 2341727"/>
                <a:gd name="csY23" fmla="*/ 1025081 h 3867149"/>
                <a:gd name="csX24" fmla="*/ 45720 w 2341727"/>
                <a:gd name="csY24" fmla="*/ 1255109 h 3867149"/>
                <a:gd name="csX25" fmla="*/ 70009 w 2341727"/>
                <a:gd name="csY25" fmla="*/ 1662303 h 3867149"/>
                <a:gd name="csX26" fmla="*/ 36576 w 2341727"/>
                <a:gd name="csY26" fmla="*/ 1887474 h 3867149"/>
                <a:gd name="csX27" fmla="*/ 56007 w 2341727"/>
                <a:gd name="csY27" fmla="*/ 1969770 h 3867149"/>
                <a:gd name="csX28" fmla="*/ 0 w 2341727"/>
                <a:gd name="csY28" fmla="*/ 2317242 h 3867149"/>
                <a:gd name="csX29" fmla="*/ 238601 w 2341727"/>
                <a:gd name="csY29" fmla="*/ 2345246 h 3867149"/>
                <a:gd name="csX30" fmla="*/ 254318 w 2341727"/>
                <a:gd name="csY30" fmla="*/ 2408111 h 3867149"/>
                <a:gd name="csX31" fmla="*/ 378619 w 2341727"/>
                <a:gd name="csY31" fmla="*/ 2443829 h 3867149"/>
                <a:gd name="csX32" fmla="*/ 404336 w 2341727"/>
                <a:gd name="csY32" fmla="*/ 2499551 h 3867149"/>
                <a:gd name="csX33" fmla="*/ 400050 w 2341727"/>
                <a:gd name="csY33" fmla="*/ 2703862 h 3867149"/>
                <a:gd name="csX34" fmla="*/ 447199 w 2341727"/>
                <a:gd name="csY34" fmla="*/ 2842451 h 3867149"/>
                <a:gd name="csX35" fmla="*/ 384334 w 2341727"/>
                <a:gd name="csY35" fmla="*/ 3048191 h 3867149"/>
                <a:gd name="csX36" fmla="*/ 342900 w 2341727"/>
                <a:gd name="csY36" fmla="*/ 3278505 h 3867149"/>
                <a:gd name="csX37" fmla="*/ 220028 w 2341727"/>
                <a:gd name="csY37" fmla="*/ 3385376 h 3867149"/>
                <a:gd name="csX38" fmla="*/ 237172 w 2341727"/>
                <a:gd name="csY38" fmla="*/ 3556826 h 3867149"/>
                <a:gd name="csX39" fmla="*/ 245745 w 2341727"/>
                <a:gd name="csY39" fmla="*/ 3742563 h 3867149"/>
                <a:gd name="csX40" fmla="*/ 441198 w 2341727"/>
                <a:gd name="csY40" fmla="*/ 3867150 h 3867149"/>
                <a:gd name="csX41" fmla="*/ 427196 w 2341727"/>
                <a:gd name="csY41" fmla="*/ 3712559 h 3867149"/>
                <a:gd name="csX42" fmla="*/ 438626 w 2341727"/>
                <a:gd name="csY42" fmla="*/ 3446812 h 3867149"/>
                <a:gd name="csX43" fmla="*/ 473202 w 2341727"/>
                <a:gd name="csY43" fmla="*/ 3315081 h 3867149"/>
                <a:gd name="csX44" fmla="*/ 539496 w 2341727"/>
                <a:gd name="csY44" fmla="*/ 3213354 h 3867149"/>
                <a:gd name="csX45" fmla="*/ 592931 w 2341727"/>
                <a:gd name="csY45" fmla="*/ 3359658 h 3867149"/>
                <a:gd name="csX46" fmla="*/ 611505 w 2341727"/>
                <a:gd name="csY46" fmla="*/ 3442526 h 3867149"/>
                <a:gd name="csX47" fmla="*/ 618649 w 2341727"/>
                <a:gd name="csY47" fmla="*/ 3556826 h 3867149"/>
                <a:gd name="csX48" fmla="*/ 588645 w 2341727"/>
                <a:gd name="csY48" fmla="*/ 3721132 h 3867149"/>
                <a:gd name="csX49" fmla="*/ 708660 w 2341727"/>
                <a:gd name="csY49" fmla="*/ 3816858 h 3867149"/>
                <a:gd name="csX50" fmla="*/ 811530 w 2341727"/>
                <a:gd name="csY50" fmla="*/ 3651123 h 3867149"/>
                <a:gd name="csX51" fmla="*/ 781526 w 2341727"/>
                <a:gd name="csY51" fmla="*/ 3462528 h 3867149"/>
                <a:gd name="csX52" fmla="*/ 734378 w 2341727"/>
                <a:gd name="csY52" fmla="*/ 3351086 h 3867149"/>
                <a:gd name="csX53" fmla="*/ 700088 w 2341727"/>
                <a:gd name="csY53" fmla="*/ 3226784 h 3867149"/>
                <a:gd name="csX54" fmla="*/ 700088 w 2341727"/>
                <a:gd name="csY54" fmla="*/ 2971038 h 3867149"/>
                <a:gd name="csX55" fmla="*/ 811530 w 2341727"/>
                <a:gd name="csY55" fmla="*/ 2628138 h 3867149"/>
                <a:gd name="csX56" fmla="*/ 937260 w 2341727"/>
                <a:gd name="csY56" fmla="*/ 2412397 h 3867149"/>
                <a:gd name="csX57" fmla="*/ 1004411 w 2341727"/>
                <a:gd name="csY57" fmla="*/ 2362391 h 3867149"/>
                <a:gd name="csX58" fmla="*/ 1029843 w 2341727"/>
                <a:gd name="csY58" fmla="*/ 2345817 h 3867149"/>
                <a:gd name="csX59" fmla="*/ 1163003 w 2341727"/>
                <a:gd name="csY59" fmla="*/ 2339531 h 3867149"/>
                <a:gd name="csX60" fmla="*/ 1143000 w 2341727"/>
                <a:gd name="csY60" fmla="*/ 1829467 h 3867149"/>
                <a:gd name="csX61" fmla="*/ 1064419 w 2341727"/>
                <a:gd name="csY61" fmla="*/ 1156526 h 3867149"/>
                <a:gd name="csX62" fmla="*/ 1052989 w 2341727"/>
                <a:gd name="csY62" fmla="*/ 839343 h 3867149"/>
                <a:gd name="csX63" fmla="*/ 1057275 w 2341727"/>
                <a:gd name="csY63" fmla="*/ 622173 h 3867149"/>
                <a:gd name="csX64" fmla="*/ 1063562 w 2341727"/>
                <a:gd name="csY64" fmla="*/ 568452 h 3867149"/>
                <a:gd name="csX65" fmla="*/ 1263015 w 2341727"/>
                <a:gd name="csY65" fmla="*/ 705612 h 3867149"/>
                <a:gd name="csX66" fmla="*/ 1519619 w 2341727"/>
                <a:gd name="csY66" fmla="*/ 785622 h 3867149"/>
                <a:gd name="csX67" fmla="*/ 1744218 w 2341727"/>
                <a:gd name="csY67" fmla="*/ 575310 h 3867149"/>
                <a:gd name="csX68" fmla="*/ 1978895 w 2341727"/>
                <a:gd name="csY68" fmla="*/ 283302 h 3867149"/>
                <a:gd name="csX69" fmla="*/ 2341436 w 2341727"/>
                <a:gd name="csY69" fmla="*/ 300419 h 3867149"/>
                <a:gd name="csX70" fmla="*/ 2301431 w 2341727"/>
                <a:gd name="csY70" fmla="*/ 290693 h 3867149"/>
                <a:gd name="csX71" fmla="*/ 312611 w 2341727"/>
                <a:gd name="csY71" fmla="*/ 1215952 h 3867149"/>
                <a:gd name="csX72" fmla="*/ 197720 w 2341727"/>
                <a:gd name="csY72" fmla="*/ 1467355 h 3867149"/>
                <a:gd name="csX73" fmla="*/ 250955 w 2341727"/>
                <a:gd name="csY73" fmla="*/ 1172661 h 3867149"/>
                <a:gd name="csX74" fmla="*/ 285140 w 2341727"/>
                <a:gd name="csY74" fmla="*/ 956139 h 3867149"/>
                <a:gd name="csX75" fmla="*/ 310334 w 2341727"/>
                <a:gd name="csY75" fmla="*/ 790184 h 3867149"/>
                <a:gd name="csX76" fmla="*/ 347491 w 2341727"/>
                <a:gd name="csY76" fmla="*/ 915915 h 3867149"/>
                <a:gd name="csX77" fmla="*/ 392449 w 2341727"/>
                <a:gd name="csY77" fmla="*/ 1060056 h 3867149"/>
                <a:gd name="csX78" fmla="*/ 312611 w 2341727"/>
                <a:gd name="csY78" fmla="*/ 1215952 h 38671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Lst>
              <a:rect l="l" t="t" r="r" b="b"/>
              <a:pathLst>
                <a:path w="2341727" h="3867149">
                  <a:moveTo>
                    <a:pt x="2301431" y="290693"/>
                  </a:moveTo>
                  <a:cubicBezTo>
                    <a:pt x="2304660" y="268719"/>
                    <a:pt x="2270036" y="271910"/>
                    <a:pt x="2239709" y="271262"/>
                  </a:cubicBezTo>
                  <a:cubicBezTo>
                    <a:pt x="2213639" y="270710"/>
                    <a:pt x="2189417" y="263261"/>
                    <a:pt x="2189417" y="263261"/>
                  </a:cubicBezTo>
                  <a:cubicBezTo>
                    <a:pt x="2205419" y="207826"/>
                    <a:pt x="2111121" y="222685"/>
                    <a:pt x="2111121" y="222685"/>
                  </a:cubicBezTo>
                  <a:lnTo>
                    <a:pt x="2085975" y="206397"/>
                  </a:lnTo>
                  <a:cubicBezTo>
                    <a:pt x="2043894" y="178832"/>
                    <a:pt x="2010289" y="166735"/>
                    <a:pt x="1987401" y="161506"/>
                  </a:cubicBezTo>
                  <a:cubicBezTo>
                    <a:pt x="1968360" y="157153"/>
                    <a:pt x="1949853" y="163925"/>
                    <a:pt x="1933956" y="175250"/>
                  </a:cubicBezTo>
                  <a:lnTo>
                    <a:pt x="1734503" y="313554"/>
                  </a:lnTo>
                  <a:cubicBezTo>
                    <a:pt x="1603058" y="387848"/>
                    <a:pt x="1460183" y="562156"/>
                    <a:pt x="1460183" y="562156"/>
                  </a:cubicBezTo>
                  <a:cubicBezTo>
                    <a:pt x="1460183" y="562156"/>
                    <a:pt x="1347597" y="497005"/>
                    <a:pt x="1301306" y="466144"/>
                  </a:cubicBezTo>
                  <a:cubicBezTo>
                    <a:pt x="1255014" y="435283"/>
                    <a:pt x="1207008" y="388420"/>
                    <a:pt x="1207008" y="388420"/>
                  </a:cubicBezTo>
                  <a:lnTo>
                    <a:pt x="1205865" y="373561"/>
                  </a:lnTo>
                  <a:cubicBezTo>
                    <a:pt x="1163003" y="286407"/>
                    <a:pt x="1017775" y="230715"/>
                    <a:pt x="967769" y="220713"/>
                  </a:cubicBezTo>
                  <a:cubicBezTo>
                    <a:pt x="938394" y="214836"/>
                    <a:pt x="883872" y="208512"/>
                    <a:pt x="857574" y="211169"/>
                  </a:cubicBezTo>
                  <a:cubicBezTo>
                    <a:pt x="839095" y="213036"/>
                    <a:pt x="842963" y="223552"/>
                    <a:pt x="842963" y="223552"/>
                  </a:cubicBezTo>
                  <a:cubicBezTo>
                    <a:pt x="737235" y="224981"/>
                    <a:pt x="764381" y="170688"/>
                    <a:pt x="764381" y="170688"/>
                  </a:cubicBezTo>
                  <a:cubicBezTo>
                    <a:pt x="722948" y="106394"/>
                    <a:pt x="487680" y="0"/>
                    <a:pt x="487680" y="0"/>
                  </a:cubicBezTo>
                  <a:lnTo>
                    <a:pt x="500063" y="136398"/>
                  </a:lnTo>
                  <a:cubicBezTo>
                    <a:pt x="500063" y="136398"/>
                    <a:pt x="504425" y="221361"/>
                    <a:pt x="474345" y="232124"/>
                  </a:cubicBezTo>
                  <a:cubicBezTo>
                    <a:pt x="440788" y="244126"/>
                    <a:pt x="397612" y="252936"/>
                    <a:pt x="397612" y="252936"/>
                  </a:cubicBezTo>
                  <a:cubicBezTo>
                    <a:pt x="356178" y="241506"/>
                    <a:pt x="328613" y="247840"/>
                    <a:pt x="328613" y="247840"/>
                  </a:cubicBezTo>
                  <a:cubicBezTo>
                    <a:pt x="96498" y="347872"/>
                    <a:pt x="117158" y="582168"/>
                    <a:pt x="117158" y="582168"/>
                  </a:cubicBezTo>
                  <a:lnTo>
                    <a:pt x="97155" y="862203"/>
                  </a:lnTo>
                  <a:cubicBezTo>
                    <a:pt x="97155" y="862203"/>
                    <a:pt x="98584" y="972217"/>
                    <a:pt x="80010" y="1025081"/>
                  </a:cubicBezTo>
                  <a:cubicBezTo>
                    <a:pt x="61436" y="1077944"/>
                    <a:pt x="45720" y="1255109"/>
                    <a:pt x="45720" y="1255109"/>
                  </a:cubicBezTo>
                  <a:lnTo>
                    <a:pt x="70009" y="1662303"/>
                  </a:lnTo>
                  <a:cubicBezTo>
                    <a:pt x="70009" y="1662303"/>
                    <a:pt x="34576" y="1798892"/>
                    <a:pt x="36576" y="1887474"/>
                  </a:cubicBezTo>
                  <a:cubicBezTo>
                    <a:pt x="37862" y="1944548"/>
                    <a:pt x="56007" y="1969770"/>
                    <a:pt x="56007" y="1969770"/>
                  </a:cubicBezTo>
                  <a:lnTo>
                    <a:pt x="0" y="2317242"/>
                  </a:lnTo>
                  <a:cubicBezTo>
                    <a:pt x="86868" y="2378964"/>
                    <a:pt x="238601" y="2345246"/>
                    <a:pt x="238601" y="2345246"/>
                  </a:cubicBezTo>
                  <a:cubicBezTo>
                    <a:pt x="238601" y="2345246"/>
                    <a:pt x="242888" y="2392394"/>
                    <a:pt x="254318" y="2408111"/>
                  </a:cubicBezTo>
                  <a:cubicBezTo>
                    <a:pt x="265748" y="2423827"/>
                    <a:pt x="378619" y="2443829"/>
                    <a:pt x="378619" y="2443829"/>
                  </a:cubicBezTo>
                  <a:lnTo>
                    <a:pt x="404336" y="2499551"/>
                  </a:lnTo>
                  <a:cubicBezTo>
                    <a:pt x="404336" y="2499551"/>
                    <a:pt x="407194" y="2628138"/>
                    <a:pt x="400050" y="2703862"/>
                  </a:cubicBezTo>
                  <a:cubicBezTo>
                    <a:pt x="392906" y="2779586"/>
                    <a:pt x="447199" y="2842451"/>
                    <a:pt x="447199" y="2842451"/>
                  </a:cubicBezTo>
                  <a:lnTo>
                    <a:pt x="384334" y="3048191"/>
                  </a:lnTo>
                  <a:lnTo>
                    <a:pt x="342900" y="3278505"/>
                  </a:lnTo>
                  <a:cubicBezTo>
                    <a:pt x="245745" y="3281553"/>
                    <a:pt x="220028" y="3385376"/>
                    <a:pt x="220028" y="3385376"/>
                  </a:cubicBezTo>
                  <a:lnTo>
                    <a:pt x="237172" y="3556826"/>
                  </a:lnTo>
                  <a:cubicBezTo>
                    <a:pt x="237172" y="3556826"/>
                    <a:pt x="230029" y="3639693"/>
                    <a:pt x="245745" y="3742563"/>
                  </a:cubicBezTo>
                  <a:cubicBezTo>
                    <a:pt x="261461" y="3845433"/>
                    <a:pt x="441198" y="3867150"/>
                    <a:pt x="441198" y="3867150"/>
                  </a:cubicBezTo>
                  <a:cubicBezTo>
                    <a:pt x="492633" y="3825716"/>
                    <a:pt x="427196" y="3712559"/>
                    <a:pt x="427196" y="3712559"/>
                  </a:cubicBezTo>
                  <a:lnTo>
                    <a:pt x="438626" y="3446812"/>
                  </a:lnTo>
                  <a:cubicBezTo>
                    <a:pt x="438626" y="3446812"/>
                    <a:pt x="454543" y="3356086"/>
                    <a:pt x="473202" y="3315081"/>
                  </a:cubicBezTo>
                  <a:cubicBezTo>
                    <a:pt x="491861" y="3274076"/>
                    <a:pt x="539496" y="3213354"/>
                    <a:pt x="539496" y="3213354"/>
                  </a:cubicBezTo>
                  <a:lnTo>
                    <a:pt x="592931" y="3359658"/>
                  </a:lnTo>
                  <a:cubicBezTo>
                    <a:pt x="584073" y="3421380"/>
                    <a:pt x="611505" y="3442526"/>
                    <a:pt x="611505" y="3442526"/>
                  </a:cubicBezTo>
                  <a:lnTo>
                    <a:pt x="618649" y="3556826"/>
                  </a:lnTo>
                  <a:cubicBezTo>
                    <a:pt x="618649" y="3556826"/>
                    <a:pt x="597218" y="3659696"/>
                    <a:pt x="588645" y="3721132"/>
                  </a:cubicBezTo>
                  <a:cubicBezTo>
                    <a:pt x="580073" y="3782568"/>
                    <a:pt x="708660" y="3816858"/>
                    <a:pt x="708660" y="3816858"/>
                  </a:cubicBezTo>
                  <a:cubicBezTo>
                    <a:pt x="847249" y="3752564"/>
                    <a:pt x="811530" y="3651123"/>
                    <a:pt x="811530" y="3651123"/>
                  </a:cubicBezTo>
                  <a:cubicBezTo>
                    <a:pt x="811530" y="3651123"/>
                    <a:pt x="780669" y="3550539"/>
                    <a:pt x="781526" y="3462528"/>
                  </a:cubicBezTo>
                  <a:cubicBezTo>
                    <a:pt x="782364" y="3376051"/>
                    <a:pt x="734378" y="3351086"/>
                    <a:pt x="734378" y="3351086"/>
                  </a:cubicBezTo>
                  <a:lnTo>
                    <a:pt x="700088" y="3226784"/>
                  </a:lnTo>
                  <a:lnTo>
                    <a:pt x="700088" y="2971038"/>
                  </a:lnTo>
                  <a:cubicBezTo>
                    <a:pt x="760095" y="2888171"/>
                    <a:pt x="811530" y="2628138"/>
                    <a:pt x="811530" y="2628138"/>
                  </a:cubicBezTo>
                  <a:cubicBezTo>
                    <a:pt x="888683" y="2535269"/>
                    <a:pt x="937260" y="2412397"/>
                    <a:pt x="937260" y="2412397"/>
                  </a:cubicBezTo>
                  <a:cubicBezTo>
                    <a:pt x="1011174" y="2389632"/>
                    <a:pt x="1004411" y="2362391"/>
                    <a:pt x="1004411" y="2362391"/>
                  </a:cubicBezTo>
                  <a:lnTo>
                    <a:pt x="1029843" y="2345817"/>
                  </a:lnTo>
                  <a:cubicBezTo>
                    <a:pt x="1158621" y="2366772"/>
                    <a:pt x="1163003" y="2339531"/>
                    <a:pt x="1163003" y="2339531"/>
                  </a:cubicBezTo>
                  <a:lnTo>
                    <a:pt x="1143000" y="1829467"/>
                  </a:lnTo>
                  <a:cubicBezTo>
                    <a:pt x="1141571" y="1576578"/>
                    <a:pt x="1064419" y="1156526"/>
                    <a:pt x="1064419" y="1156526"/>
                  </a:cubicBezTo>
                  <a:cubicBezTo>
                    <a:pt x="1014413" y="999363"/>
                    <a:pt x="1031558" y="920782"/>
                    <a:pt x="1052989" y="839343"/>
                  </a:cubicBezTo>
                  <a:cubicBezTo>
                    <a:pt x="1074420" y="757904"/>
                    <a:pt x="1057275" y="622173"/>
                    <a:pt x="1057275" y="622173"/>
                  </a:cubicBezTo>
                  <a:lnTo>
                    <a:pt x="1063562" y="568452"/>
                  </a:lnTo>
                  <a:cubicBezTo>
                    <a:pt x="1066038" y="597408"/>
                    <a:pt x="1181481" y="669808"/>
                    <a:pt x="1263015" y="705612"/>
                  </a:cubicBezTo>
                  <a:cubicBezTo>
                    <a:pt x="1384687" y="759047"/>
                    <a:pt x="1500178" y="788937"/>
                    <a:pt x="1519619" y="785622"/>
                  </a:cubicBezTo>
                  <a:cubicBezTo>
                    <a:pt x="1556480" y="779336"/>
                    <a:pt x="1642043" y="689324"/>
                    <a:pt x="1744218" y="575310"/>
                  </a:cubicBezTo>
                  <a:cubicBezTo>
                    <a:pt x="1866357" y="439017"/>
                    <a:pt x="1978895" y="283302"/>
                    <a:pt x="1978895" y="283302"/>
                  </a:cubicBezTo>
                  <a:cubicBezTo>
                    <a:pt x="2204638" y="379028"/>
                    <a:pt x="2337149" y="323279"/>
                    <a:pt x="2341436" y="300419"/>
                  </a:cubicBezTo>
                  <a:cubicBezTo>
                    <a:pt x="2345722" y="277549"/>
                    <a:pt x="2301431" y="290693"/>
                    <a:pt x="2301431" y="290693"/>
                  </a:cubicBezTo>
                  <a:close/>
                  <a:moveTo>
                    <a:pt x="312611" y="1215952"/>
                  </a:moveTo>
                  <a:cubicBezTo>
                    <a:pt x="286179" y="1270378"/>
                    <a:pt x="197720" y="1467355"/>
                    <a:pt x="197720" y="1467355"/>
                  </a:cubicBezTo>
                  <a:lnTo>
                    <a:pt x="250955" y="1172661"/>
                  </a:lnTo>
                  <a:lnTo>
                    <a:pt x="285140" y="956139"/>
                  </a:lnTo>
                  <a:lnTo>
                    <a:pt x="310334" y="790184"/>
                  </a:lnTo>
                  <a:cubicBezTo>
                    <a:pt x="310334" y="790184"/>
                    <a:pt x="337766" y="840476"/>
                    <a:pt x="347491" y="915915"/>
                  </a:cubicBezTo>
                  <a:cubicBezTo>
                    <a:pt x="352968" y="958406"/>
                    <a:pt x="392449" y="1060056"/>
                    <a:pt x="392449" y="1060056"/>
                  </a:cubicBezTo>
                  <a:cubicBezTo>
                    <a:pt x="392449" y="1060056"/>
                    <a:pt x="339042" y="1161536"/>
                    <a:pt x="312611" y="1215952"/>
                  </a:cubicBezTo>
                  <a:close/>
                </a:path>
              </a:pathLst>
            </a:custGeom>
            <a:solidFill>
              <a:srgbClr val="FFFFFF"/>
            </a:solidFill>
            <a:ln w="9525" cap="flat">
              <a:noFill/>
              <a:prstDash val="solid"/>
              <a:miter/>
            </a:ln>
          </p:spPr>
          <p:txBody>
            <a:bodyPr/>
            <a:lstStyle/>
            <a:p>
              <a:endParaRPr lang="en-US"/>
            </a:p>
          </p:txBody>
        </p:sp>
        <p:sp>
          <p:nvSpPr>
            <p:cNvPr id="51" name="Freeform: Shape 50">
              <a:extLst>
                <a:ext uri="{FF2B5EF4-FFF2-40B4-BE49-F238E27FC236}">
                  <a16:creationId xmlns:a16="http://schemas.microsoft.com/office/drawing/2014/main" id="{94760892-0978-FC18-D86C-2E70351035BE}"/>
                </a:ext>
              </a:extLst>
            </p:cNvPr>
            <p:cNvSpPr/>
            <p:nvPr/>
          </p:nvSpPr>
          <p:spPr>
            <a:xfrm>
              <a:off x="6753315" y="3454032"/>
              <a:ext cx="1164446" cy="1443028"/>
            </a:xfrm>
            <a:custGeom>
              <a:avLst/>
              <a:gdLst>
                <a:gd name="csX0" fmla="*/ 1151655 w 1164446"/>
                <a:gd name="csY0" fmla="*/ 1073953 h 1443028"/>
                <a:gd name="csX1" fmla="*/ 1026696 w 1164446"/>
                <a:gd name="csY1" fmla="*/ 35966 h 1443028"/>
                <a:gd name="csX2" fmla="*/ 1021381 w 1164446"/>
                <a:gd name="csY2" fmla="*/ 0 h 1443028"/>
                <a:gd name="csX3" fmla="*/ 388835 w 1164446"/>
                <a:gd name="csY3" fmla="*/ 7268 h 1443028"/>
                <a:gd name="csX4" fmla="*/ 391093 w 1164446"/>
                <a:gd name="csY4" fmla="*/ 50140 h 1443028"/>
                <a:gd name="csX5" fmla="*/ 362203 w 1164446"/>
                <a:gd name="csY5" fmla="*/ 100270 h 1443028"/>
                <a:gd name="csX6" fmla="*/ 154301 w 1164446"/>
                <a:gd name="csY6" fmla="*/ 695935 h 1443028"/>
                <a:gd name="csX7" fmla="*/ 151253 w 1164446"/>
                <a:gd name="csY7" fmla="*/ 797281 h 1443028"/>
                <a:gd name="csX8" fmla="*/ 152368 w 1164446"/>
                <a:gd name="csY8" fmla="*/ 893978 h 1443028"/>
                <a:gd name="csX9" fmla="*/ 159826 w 1164446"/>
                <a:gd name="csY9" fmla="*/ 899198 h 1443028"/>
                <a:gd name="csX10" fmla="*/ 197164 w 1164446"/>
                <a:gd name="csY10" fmla="*/ 926630 h 1443028"/>
                <a:gd name="csX11" fmla="*/ 197564 w 1164446"/>
                <a:gd name="csY11" fmla="*/ 950043 h 1443028"/>
                <a:gd name="csX12" fmla="*/ 211337 w 1164446"/>
                <a:gd name="csY12" fmla="*/ 980951 h 1443028"/>
                <a:gd name="csX13" fmla="*/ 162683 w 1164446"/>
                <a:gd name="csY13" fmla="*/ 979018 h 1443028"/>
                <a:gd name="csX14" fmla="*/ 104771 w 1164446"/>
                <a:gd name="csY14" fmla="*/ 960349 h 1443028"/>
                <a:gd name="csX15" fmla="*/ 97342 w 1164446"/>
                <a:gd name="csY15" fmla="*/ 965111 h 1443028"/>
                <a:gd name="csX16" fmla="*/ 124926 w 1164446"/>
                <a:gd name="csY16" fmla="*/ 1015346 h 1443028"/>
                <a:gd name="csX17" fmla="*/ 91817 w 1164446"/>
                <a:gd name="csY17" fmla="*/ 1001497 h 1443028"/>
                <a:gd name="csX18" fmla="*/ 63242 w 1164446"/>
                <a:gd name="csY18" fmla="*/ 969112 h 1443028"/>
                <a:gd name="csX19" fmla="*/ 51755 w 1164446"/>
                <a:gd name="csY19" fmla="*/ 971226 h 1443028"/>
                <a:gd name="csX20" fmla="*/ 82 w 1164446"/>
                <a:gd name="csY20" fmla="*/ 1301420 h 1443028"/>
                <a:gd name="csX21" fmla="*/ 6178 w 1164446"/>
                <a:gd name="csY21" fmla="*/ 1310221 h 1443028"/>
                <a:gd name="csX22" fmla="*/ 238893 w 1164446"/>
                <a:gd name="csY22" fmla="*/ 1328014 h 1443028"/>
                <a:gd name="csX23" fmla="*/ 251713 w 1164446"/>
                <a:gd name="csY23" fmla="*/ 1392174 h 1443028"/>
                <a:gd name="csX24" fmla="*/ 256847 w 1164446"/>
                <a:gd name="csY24" fmla="*/ 1396813 h 1443028"/>
                <a:gd name="csX25" fmla="*/ 585317 w 1164446"/>
                <a:gd name="csY25" fmla="*/ 1443028 h 1443028"/>
                <a:gd name="csX26" fmla="*/ 999636 w 1164446"/>
                <a:gd name="csY26" fmla="*/ 1367733 h 1443028"/>
                <a:gd name="csX27" fmla="*/ 1005274 w 1164446"/>
                <a:gd name="csY27" fmla="*/ 1349540 h 1443028"/>
                <a:gd name="csX28" fmla="*/ 1016952 w 1164446"/>
                <a:gd name="csY28" fmla="*/ 1338901 h 1443028"/>
                <a:gd name="csX29" fmla="*/ 1112440 w 1164446"/>
                <a:gd name="csY29" fmla="*/ 1339091 h 1443028"/>
                <a:gd name="csX30" fmla="*/ 1154464 w 1164446"/>
                <a:gd name="csY30" fmla="*/ 1328147 h 1443028"/>
                <a:gd name="csX31" fmla="*/ 1164418 w 1164446"/>
                <a:gd name="csY31" fmla="*/ 1316098 h 1443028"/>
                <a:gd name="csX32" fmla="*/ 1151655 w 1164446"/>
                <a:gd name="csY32" fmla="*/ 1073953 h 14430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164446" h="1443028">
                  <a:moveTo>
                    <a:pt x="1151655" y="1073953"/>
                  </a:moveTo>
                  <a:cubicBezTo>
                    <a:pt x="1132862" y="731482"/>
                    <a:pt x="1121908" y="371332"/>
                    <a:pt x="1026696" y="35966"/>
                  </a:cubicBezTo>
                  <a:cubicBezTo>
                    <a:pt x="1028887" y="26060"/>
                    <a:pt x="1023058" y="1362"/>
                    <a:pt x="1021381" y="0"/>
                  </a:cubicBezTo>
                  <a:cubicBezTo>
                    <a:pt x="817089" y="19374"/>
                    <a:pt x="598176" y="46463"/>
                    <a:pt x="388835" y="7268"/>
                  </a:cubicBezTo>
                  <a:cubicBezTo>
                    <a:pt x="368366" y="8020"/>
                    <a:pt x="392036" y="38795"/>
                    <a:pt x="391093" y="50140"/>
                  </a:cubicBezTo>
                  <a:cubicBezTo>
                    <a:pt x="382558" y="67828"/>
                    <a:pt x="370871" y="82429"/>
                    <a:pt x="362203" y="100270"/>
                  </a:cubicBezTo>
                  <a:cubicBezTo>
                    <a:pt x="270354" y="289208"/>
                    <a:pt x="174456" y="486613"/>
                    <a:pt x="154301" y="695935"/>
                  </a:cubicBezTo>
                  <a:cubicBezTo>
                    <a:pt x="182438" y="720814"/>
                    <a:pt x="160969" y="765191"/>
                    <a:pt x="151253" y="797281"/>
                  </a:cubicBezTo>
                  <a:cubicBezTo>
                    <a:pt x="143481" y="830313"/>
                    <a:pt x="153539" y="861679"/>
                    <a:pt x="152368" y="893978"/>
                  </a:cubicBezTo>
                  <a:cubicBezTo>
                    <a:pt x="152196" y="897922"/>
                    <a:pt x="155940" y="898522"/>
                    <a:pt x="159826" y="899198"/>
                  </a:cubicBezTo>
                  <a:cubicBezTo>
                    <a:pt x="172980" y="902484"/>
                    <a:pt x="201507" y="911047"/>
                    <a:pt x="197164" y="926630"/>
                  </a:cubicBezTo>
                  <a:cubicBezTo>
                    <a:pt x="193516" y="935165"/>
                    <a:pt x="207308" y="941718"/>
                    <a:pt x="197564" y="950043"/>
                  </a:cubicBezTo>
                  <a:cubicBezTo>
                    <a:pt x="189734" y="956729"/>
                    <a:pt x="215147" y="972998"/>
                    <a:pt x="211337" y="980951"/>
                  </a:cubicBezTo>
                  <a:cubicBezTo>
                    <a:pt x="208784" y="986257"/>
                    <a:pt x="195135" y="987181"/>
                    <a:pt x="162683" y="979018"/>
                  </a:cubicBezTo>
                  <a:cubicBezTo>
                    <a:pt x="138147" y="972845"/>
                    <a:pt x="111353" y="964730"/>
                    <a:pt x="104771" y="960349"/>
                  </a:cubicBezTo>
                  <a:cubicBezTo>
                    <a:pt x="98913" y="956167"/>
                    <a:pt x="95818" y="960158"/>
                    <a:pt x="97342" y="965111"/>
                  </a:cubicBezTo>
                  <a:cubicBezTo>
                    <a:pt x="103238" y="984266"/>
                    <a:pt x="138661" y="1004954"/>
                    <a:pt x="124926" y="1015346"/>
                  </a:cubicBezTo>
                  <a:cubicBezTo>
                    <a:pt x="118297" y="1020356"/>
                    <a:pt x="109200" y="1015460"/>
                    <a:pt x="91817" y="1001497"/>
                  </a:cubicBezTo>
                  <a:cubicBezTo>
                    <a:pt x="76539" y="989219"/>
                    <a:pt x="64976" y="973207"/>
                    <a:pt x="63242" y="969112"/>
                  </a:cubicBezTo>
                  <a:cubicBezTo>
                    <a:pt x="60623" y="962187"/>
                    <a:pt x="52927" y="963740"/>
                    <a:pt x="51755" y="971226"/>
                  </a:cubicBezTo>
                  <a:cubicBezTo>
                    <a:pt x="29829" y="1081545"/>
                    <a:pt x="16074" y="1191377"/>
                    <a:pt x="82" y="1301420"/>
                  </a:cubicBezTo>
                  <a:cubicBezTo>
                    <a:pt x="-509" y="1305497"/>
                    <a:pt x="2149" y="1309345"/>
                    <a:pt x="6178" y="1310221"/>
                  </a:cubicBezTo>
                  <a:cubicBezTo>
                    <a:pt x="87912" y="1328452"/>
                    <a:pt x="161093" y="1342454"/>
                    <a:pt x="238893" y="1328014"/>
                  </a:cubicBezTo>
                  <a:cubicBezTo>
                    <a:pt x="240636" y="1326690"/>
                    <a:pt x="237178" y="1355769"/>
                    <a:pt x="251713" y="1392174"/>
                  </a:cubicBezTo>
                  <a:cubicBezTo>
                    <a:pt x="252618" y="1394431"/>
                    <a:pt x="254504" y="1396146"/>
                    <a:pt x="256847" y="1396813"/>
                  </a:cubicBezTo>
                  <a:cubicBezTo>
                    <a:pt x="363908" y="1427531"/>
                    <a:pt x="474179" y="1443028"/>
                    <a:pt x="585317" y="1443028"/>
                  </a:cubicBezTo>
                  <a:cubicBezTo>
                    <a:pt x="727268" y="1443104"/>
                    <a:pt x="868486" y="1417606"/>
                    <a:pt x="999636" y="1367733"/>
                  </a:cubicBezTo>
                  <a:cubicBezTo>
                    <a:pt x="1009761" y="1362142"/>
                    <a:pt x="1003131" y="1352398"/>
                    <a:pt x="1005274" y="1349540"/>
                  </a:cubicBezTo>
                  <a:cubicBezTo>
                    <a:pt x="1007417" y="1346683"/>
                    <a:pt x="1013313" y="1341463"/>
                    <a:pt x="1016952" y="1338901"/>
                  </a:cubicBezTo>
                  <a:cubicBezTo>
                    <a:pt x="1044679" y="1320184"/>
                    <a:pt x="1080874" y="1333586"/>
                    <a:pt x="1112440" y="1339091"/>
                  </a:cubicBezTo>
                  <a:cubicBezTo>
                    <a:pt x="1135033" y="1343597"/>
                    <a:pt x="1143187" y="1337110"/>
                    <a:pt x="1154464" y="1328147"/>
                  </a:cubicBezTo>
                  <a:cubicBezTo>
                    <a:pt x="1157970" y="1324851"/>
                    <a:pt x="1164952" y="1322108"/>
                    <a:pt x="1164418" y="1316098"/>
                  </a:cubicBezTo>
                  <a:cubicBezTo>
                    <a:pt x="1159589" y="1235535"/>
                    <a:pt x="1155560" y="1153392"/>
                    <a:pt x="1151655" y="1073953"/>
                  </a:cubicBezTo>
                  <a:close/>
                </a:path>
              </a:pathLst>
            </a:custGeom>
            <a:pattFill prst="lgGrid">
              <a:fgClr>
                <a:schemeClr val="bg1"/>
              </a:fgClr>
              <a:bgClr>
                <a:schemeClr val="accent2"/>
              </a:bgClr>
            </a:pattFill>
            <a:ln w="9525" cap="flat">
              <a:noFill/>
              <a:prstDash val="solid"/>
              <a:miter/>
            </a:ln>
          </p:spPr>
          <p:txBody>
            <a:bodyPr/>
            <a:lstStyle/>
            <a:p>
              <a:endParaRPr lang="en-US"/>
            </a:p>
          </p:txBody>
        </p:sp>
        <p:sp>
          <p:nvSpPr>
            <p:cNvPr id="52" name="Freeform: Shape 51">
              <a:extLst>
                <a:ext uri="{FF2B5EF4-FFF2-40B4-BE49-F238E27FC236}">
                  <a16:creationId xmlns:a16="http://schemas.microsoft.com/office/drawing/2014/main" id="{F23241A3-0565-1C31-2AD6-DF097371D4BF}"/>
                </a:ext>
              </a:extLst>
            </p:cNvPr>
            <p:cNvSpPr/>
            <p:nvPr/>
          </p:nvSpPr>
          <p:spPr>
            <a:xfrm>
              <a:off x="6886347" y="2652262"/>
              <a:ext cx="1073817" cy="828350"/>
            </a:xfrm>
            <a:custGeom>
              <a:avLst/>
              <a:gdLst>
                <a:gd name="csX0" fmla="*/ 1070543 w 1073817"/>
                <a:gd name="csY0" fmla="*/ 144593 h 828350"/>
                <a:gd name="csX1" fmla="*/ 1070543 w 1073817"/>
                <a:gd name="csY1" fmla="*/ 144593 h 828350"/>
                <a:gd name="csX2" fmla="*/ 708022 w 1073817"/>
                <a:gd name="csY2" fmla="*/ 594 h 828350"/>
                <a:gd name="csX3" fmla="*/ 708574 w 1073817"/>
                <a:gd name="csY3" fmla="*/ 6728 h 828350"/>
                <a:gd name="csX4" fmla="*/ 731006 w 1073817"/>
                <a:gd name="csY4" fmla="*/ 91767 h 828350"/>
                <a:gd name="csX5" fmla="*/ 448085 w 1073817"/>
                <a:gd name="csY5" fmla="*/ 108769 h 828350"/>
                <a:gd name="csX6" fmla="*/ 216960 w 1073817"/>
                <a:gd name="csY6" fmla="*/ 31531 h 828350"/>
                <a:gd name="csX7" fmla="*/ 0 w 1073817"/>
                <a:gd name="csY7" fmla="*/ 271380 h 828350"/>
                <a:gd name="csX8" fmla="*/ 133255 w 1073817"/>
                <a:gd name="csY8" fmla="*/ 369125 h 828350"/>
                <a:gd name="csX9" fmla="*/ 193872 w 1073817"/>
                <a:gd name="csY9" fmla="*/ 384804 h 828350"/>
                <a:gd name="csX10" fmla="*/ 175584 w 1073817"/>
                <a:gd name="csY10" fmla="*/ 568255 h 828350"/>
                <a:gd name="csX11" fmla="*/ 241935 w 1073817"/>
                <a:gd name="csY11" fmla="*/ 803094 h 828350"/>
                <a:gd name="csX12" fmla="*/ 249879 w 1073817"/>
                <a:gd name="csY12" fmla="*/ 810000 h 828350"/>
                <a:gd name="csX13" fmla="*/ 887511 w 1073817"/>
                <a:gd name="csY13" fmla="*/ 802151 h 828350"/>
                <a:gd name="csX14" fmla="*/ 892512 w 1073817"/>
                <a:gd name="csY14" fmla="*/ 792302 h 828350"/>
                <a:gd name="csX15" fmla="*/ 918943 w 1073817"/>
                <a:gd name="csY15" fmla="*/ 585533 h 828350"/>
                <a:gd name="csX16" fmla="*/ 920706 w 1073817"/>
                <a:gd name="csY16" fmla="*/ 369383 h 828350"/>
                <a:gd name="csX17" fmla="*/ 940718 w 1073817"/>
                <a:gd name="csY17" fmla="*/ 350371 h 828350"/>
                <a:gd name="csX18" fmla="*/ 1073144 w 1073817"/>
                <a:gd name="csY18" fmla="*/ 156146 h 828350"/>
                <a:gd name="csX19" fmla="*/ 1070543 w 1073817"/>
                <a:gd name="csY19" fmla="*/ 144593 h 828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1073817" h="828350">
                  <a:moveTo>
                    <a:pt x="1070543" y="144593"/>
                  </a:moveTo>
                  <a:lnTo>
                    <a:pt x="1070543" y="144593"/>
                  </a:lnTo>
                  <a:cubicBezTo>
                    <a:pt x="987409" y="56782"/>
                    <a:pt x="848630" y="-6864"/>
                    <a:pt x="708022" y="594"/>
                  </a:cubicBezTo>
                  <a:cubicBezTo>
                    <a:pt x="706993" y="2575"/>
                    <a:pt x="707212" y="4966"/>
                    <a:pt x="708574" y="6728"/>
                  </a:cubicBezTo>
                  <a:cubicBezTo>
                    <a:pt x="731253" y="32960"/>
                    <a:pt x="743074" y="66354"/>
                    <a:pt x="731006" y="91767"/>
                  </a:cubicBezTo>
                  <a:cubicBezTo>
                    <a:pt x="679952" y="188408"/>
                    <a:pt x="530028" y="161652"/>
                    <a:pt x="448085" y="108769"/>
                  </a:cubicBezTo>
                  <a:cubicBezTo>
                    <a:pt x="375476" y="71460"/>
                    <a:pt x="300523" y="42713"/>
                    <a:pt x="216960" y="31531"/>
                  </a:cubicBezTo>
                  <a:cubicBezTo>
                    <a:pt x="108052" y="64678"/>
                    <a:pt x="16354" y="158309"/>
                    <a:pt x="0" y="271380"/>
                  </a:cubicBezTo>
                  <a:cubicBezTo>
                    <a:pt x="34766" y="317986"/>
                    <a:pt x="89506" y="346513"/>
                    <a:pt x="133255" y="369125"/>
                  </a:cubicBezTo>
                  <a:cubicBezTo>
                    <a:pt x="150686" y="380041"/>
                    <a:pt x="177108" y="374631"/>
                    <a:pt x="193872" y="384804"/>
                  </a:cubicBezTo>
                  <a:cubicBezTo>
                    <a:pt x="193234" y="448231"/>
                    <a:pt x="180451" y="506171"/>
                    <a:pt x="175584" y="568255"/>
                  </a:cubicBezTo>
                  <a:cubicBezTo>
                    <a:pt x="208245" y="641931"/>
                    <a:pt x="218180" y="726589"/>
                    <a:pt x="241935" y="803094"/>
                  </a:cubicBezTo>
                  <a:cubicBezTo>
                    <a:pt x="242888" y="807504"/>
                    <a:pt x="245145" y="809885"/>
                    <a:pt x="249879" y="810000"/>
                  </a:cubicBezTo>
                  <a:cubicBezTo>
                    <a:pt x="451942" y="844261"/>
                    <a:pt x="682904" y="824011"/>
                    <a:pt x="887511" y="802151"/>
                  </a:cubicBezTo>
                  <a:cubicBezTo>
                    <a:pt x="892369" y="801684"/>
                    <a:pt x="893169" y="796312"/>
                    <a:pt x="892512" y="792302"/>
                  </a:cubicBezTo>
                  <a:cubicBezTo>
                    <a:pt x="890483" y="722236"/>
                    <a:pt x="912190" y="655009"/>
                    <a:pt x="918943" y="585533"/>
                  </a:cubicBezTo>
                  <a:cubicBezTo>
                    <a:pt x="925992" y="515144"/>
                    <a:pt x="924125" y="445164"/>
                    <a:pt x="920706" y="369383"/>
                  </a:cubicBezTo>
                  <a:cubicBezTo>
                    <a:pt x="920277" y="359848"/>
                    <a:pt x="938413" y="356991"/>
                    <a:pt x="940718" y="350371"/>
                  </a:cubicBezTo>
                  <a:cubicBezTo>
                    <a:pt x="971864" y="269370"/>
                    <a:pt x="1016927" y="203019"/>
                    <a:pt x="1073144" y="156146"/>
                  </a:cubicBezTo>
                  <a:cubicBezTo>
                    <a:pt x="1075601" y="154146"/>
                    <a:pt x="1070543" y="144593"/>
                    <a:pt x="1070543" y="144593"/>
                  </a:cubicBezTo>
                  <a:close/>
                </a:path>
              </a:pathLst>
            </a:custGeom>
            <a:solidFill>
              <a:srgbClr val="00B0F0"/>
            </a:solidFill>
            <a:ln w="9525" cap="flat">
              <a:noFill/>
              <a:prstDash val="solid"/>
              <a:miter/>
            </a:ln>
          </p:spPr>
          <p:txBody>
            <a:bodyPr/>
            <a:lstStyle/>
            <a:p>
              <a:endParaRPr lang="en-US"/>
            </a:p>
          </p:txBody>
        </p:sp>
        <p:grpSp>
          <p:nvGrpSpPr>
            <p:cNvPr id="53" name="Graphic 43" descr="Woman presenting with hand">
              <a:extLst>
                <a:ext uri="{FF2B5EF4-FFF2-40B4-BE49-F238E27FC236}">
                  <a16:creationId xmlns:a16="http://schemas.microsoft.com/office/drawing/2014/main" id="{F133F707-64F9-BF3A-C169-C1F28F3EACBD}"/>
                </a:ext>
              </a:extLst>
            </p:cNvPr>
            <p:cNvGrpSpPr/>
            <p:nvPr/>
          </p:nvGrpSpPr>
          <p:grpSpPr>
            <a:xfrm>
              <a:off x="6978028" y="5724269"/>
              <a:ext cx="588617" cy="581967"/>
              <a:chOff x="6978028" y="5724269"/>
              <a:chExt cx="588617" cy="581967"/>
            </a:xfrm>
            <a:solidFill>
              <a:srgbClr val="FFFFFF"/>
            </a:solidFill>
          </p:grpSpPr>
          <p:sp>
            <p:nvSpPr>
              <p:cNvPr id="54" name="Freeform: Shape 53">
                <a:extLst>
                  <a:ext uri="{FF2B5EF4-FFF2-40B4-BE49-F238E27FC236}">
                    <a16:creationId xmlns:a16="http://schemas.microsoft.com/office/drawing/2014/main" id="{DF95EDFD-B245-73EA-71CE-B5BFEDC1E376}"/>
                  </a:ext>
                </a:extLst>
              </p:cNvPr>
              <p:cNvSpPr/>
              <p:nvPr/>
            </p:nvSpPr>
            <p:spPr>
              <a:xfrm>
                <a:off x="7343422" y="5805614"/>
                <a:ext cx="223223" cy="448044"/>
              </a:xfrm>
              <a:custGeom>
                <a:avLst/>
                <a:gdLst>
                  <a:gd name="csX0" fmla="*/ 220286 w 223223"/>
                  <a:gd name="csY0" fmla="*/ 294120 h 448044"/>
                  <a:gd name="csX1" fmla="*/ 194530 w 223223"/>
                  <a:gd name="csY1" fmla="*/ 196194 h 448044"/>
                  <a:gd name="csX2" fmla="*/ 160497 w 223223"/>
                  <a:gd name="csY2" fmla="*/ 1560 h 448044"/>
                  <a:gd name="csX3" fmla="*/ 153011 w 223223"/>
                  <a:gd name="csY3" fmla="*/ 5370 h 448044"/>
                  <a:gd name="csX4" fmla="*/ 186148 w 223223"/>
                  <a:gd name="csY4" fmla="*/ 197966 h 448044"/>
                  <a:gd name="csX5" fmla="*/ 187520 w 223223"/>
                  <a:gd name="csY5" fmla="*/ 289549 h 448044"/>
                  <a:gd name="csX6" fmla="*/ 19118 w 223223"/>
                  <a:gd name="csY6" fmla="*/ 300978 h 448044"/>
                  <a:gd name="csX7" fmla="*/ 8450 w 223223"/>
                  <a:gd name="csY7" fmla="*/ 323077 h 448044"/>
                  <a:gd name="csX8" fmla="*/ 128084 w 223223"/>
                  <a:gd name="csY8" fmla="*/ 448045 h 448044"/>
                  <a:gd name="csX9" fmla="*/ 220286 w 223223"/>
                  <a:gd name="csY9" fmla="*/ 294120 h 4480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23223" h="448044">
                    <a:moveTo>
                      <a:pt x="220286" y="294120"/>
                    </a:moveTo>
                    <a:cubicBezTo>
                      <a:pt x="215342" y="263298"/>
                      <a:pt x="199016" y="226960"/>
                      <a:pt x="194530" y="196194"/>
                    </a:cubicBezTo>
                    <a:cubicBezTo>
                      <a:pt x="177728" y="133234"/>
                      <a:pt x="198864" y="61796"/>
                      <a:pt x="160497" y="1560"/>
                    </a:cubicBezTo>
                    <a:cubicBezTo>
                      <a:pt x="157764" y="-1954"/>
                      <a:pt x="151696" y="970"/>
                      <a:pt x="153011" y="5370"/>
                    </a:cubicBezTo>
                    <a:cubicBezTo>
                      <a:pt x="170213" y="68873"/>
                      <a:pt x="170394" y="134062"/>
                      <a:pt x="186148" y="197966"/>
                    </a:cubicBezTo>
                    <a:cubicBezTo>
                      <a:pt x="190006" y="220378"/>
                      <a:pt x="206608" y="268098"/>
                      <a:pt x="187520" y="289549"/>
                    </a:cubicBezTo>
                    <a:cubicBezTo>
                      <a:pt x="152868" y="324829"/>
                      <a:pt x="55846" y="319038"/>
                      <a:pt x="19118" y="300978"/>
                    </a:cubicBezTo>
                    <a:cubicBezTo>
                      <a:pt x="9650" y="296664"/>
                      <a:pt x="10964" y="317238"/>
                      <a:pt x="8450" y="323077"/>
                    </a:cubicBezTo>
                    <a:cubicBezTo>
                      <a:pt x="-29650" y="411469"/>
                      <a:pt x="70114" y="437500"/>
                      <a:pt x="128084" y="448045"/>
                    </a:cubicBezTo>
                    <a:cubicBezTo>
                      <a:pt x="185081" y="416479"/>
                      <a:pt x="236173" y="371149"/>
                      <a:pt x="220286" y="294120"/>
                    </a:cubicBezTo>
                    <a:close/>
                  </a:path>
                </a:pathLst>
              </a:custGeom>
              <a:solidFill>
                <a:srgbClr val="FFFFFF"/>
              </a:solidFill>
              <a:ln w="9525" cap="flat">
                <a:noFill/>
                <a:prstDash val="solid"/>
                <a:miter/>
              </a:ln>
            </p:spPr>
            <p:txBody>
              <a:bodyPr/>
              <a:lstStyle/>
              <a:p>
                <a:endParaRPr lang="en-US"/>
              </a:p>
            </p:txBody>
          </p:sp>
          <p:sp>
            <p:nvSpPr>
              <p:cNvPr id="55" name="Freeform: Shape 54">
                <a:extLst>
                  <a:ext uri="{FF2B5EF4-FFF2-40B4-BE49-F238E27FC236}">
                    <a16:creationId xmlns:a16="http://schemas.microsoft.com/office/drawing/2014/main" id="{6E4F66DE-BFF8-89BA-1F59-E794AC528205}"/>
                  </a:ext>
                </a:extLst>
              </p:cNvPr>
              <p:cNvSpPr/>
              <p:nvPr/>
            </p:nvSpPr>
            <p:spPr>
              <a:xfrm>
                <a:off x="6978028" y="5724269"/>
                <a:ext cx="235999" cy="581967"/>
              </a:xfrm>
              <a:custGeom>
                <a:avLst/>
                <a:gdLst>
                  <a:gd name="csX0" fmla="*/ 220682 w 235999"/>
                  <a:gd name="csY0" fmla="*/ 464620 h 581967"/>
                  <a:gd name="csX1" fmla="*/ 61424 w 235999"/>
                  <a:gd name="csY1" fmla="*/ 437188 h 581967"/>
                  <a:gd name="csX2" fmla="*/ 56861 w 235999"/>
                  <a:gd name="csY2" fmla="*/ 231791 h 581967"/>
                  <a:gd name="csX3" fmla="*/ 92475 w 235999"/>
                  <a:gd name="csY3" fmla="*/ 25708 h 581967"/>
                  <a:gd name="csX4" fmla="*/ 107258 w 235999"/>
                  <a:gd name="csY4" fmla="*/ 0 h 581967"/>
                  <a:gd name="csX5" fmla="*/ 4274 w 235999"/>
                  <a:gd name="csY5" fmla="*/ 88954 h 581967"/>
                  <a:gd name="csX6" fmla="*/ 13418 w 235999"/>
                  <a:gd name="csY6" fmla="*/ 227638 h 581967"/>
                  <a:gd name="csX7" fmla="*/ 34754 w 235999"/>
                  <a:gd name="csY7" fmla="*/ 492814 h 581967"/>
                  <a:gd name="csX8" fmla="*/ 213824 w 235999"/>
                  <a:gd name="csY8" fmla="*/ 581968 h 581967"/>
                  <a:gd name="csX9" fmla="*/ 220682 w 235999"/>
                  <a:gd name="csY9" fmla="*/ 464620 h 5819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35999" h="581967">
                    <a:moveTo>
                      <a:pt x="220682" y="464620"/>
                    </a:moveTo>
                    <a:cubicBezTo>
                      <a:pt x="205318" y="388258"/>
                      <a:pt x="179848" y="474897"/>
                      <a:pt x="61424" y="437188"/>
                    </a:cubicBezTo>
                    <a:cubicBezTo>
                      <a:pt x="22152" y="386677"/>
                      <a:pt x="59462" y="295999"/>
                      <a:pt x="56861" y="231791"/>
                    </a:cubicBezTo>
                    <a:cubicBezTo>
                      <a:pt x="54623" y="161344"/>
                      <a:pt x="25619" y="70466"/>
                      <a:pt x="92475" y="25708"/>
                    </a:cubicBezTo>
                    <a:cubicBezTo>
                      <a:pt x="112783" y="37147"/>
                      <a:pt x="109582" y="2314"/>
                      <a:pt x="107258" y="0"/>
                    </a:cubicBezTo>
                    <a:cubicBezTo>
                      <a:pt x="57785" y="15792"/>
                      <a:pt x="14685" y="43653"/>
                      <a:pt x="4274" y="88954"/>
                    </a:cubicBezTo>
                    <a:cubicBezTo>
                      <a:pt x="-6451" y="131521"/>
                      <a:pt x="5436" y="184709"/>
                      <a:pt x="13418" y="227638"/>
                    </a:cubicBezTo>
                    <a:cubicBezTo>
                      <a:pt x="31992" y="336661"/>
                      <a:pt x="4826" y="417976"/>
                      <a:pt x="34754" y="492814"/>
                    </a:cubicBezTo>
                    <a:cubicBezTo>
                      <a:pt x="61767" y="551764"/>
                      <a:pt x="152588" y="571928"/>
                      <a:pt x="213824" y="581968"/>
                    </a:cubicBezTo>
                    <a:cubicBezTo>
                      <a:pt x="252629" y="573195"/>
                      <a:pt x="230797" y="490956"/>
                      <a:pt x="220682" y="464620"/>
                    </a:cubicBezTo>
                    <a:close/>
                  </a:path>
                </a:pathLst>
              </a:custGeom>
              <a:solidFill>
                <a:srgbClr val="FFFFFF"/>
              </a:solidFill>
              <a:ln w="9525" cap="flat">
                <a:noFill/>
                <a:prstDash val="solid"/>
                <a:miter/>
              </a:ln>
            </p:spPr>
            <p:txBody>
              <a:bodyPr/>
              <a:lstStyle/>
              <a:p>
                <a:endParaRPr lang="en-US"/>
              </a:p>
            </p:txBody>
          </p:sp>
        </p:grpSp>
        <p:sp>
          <p:nvSpPr>
            <p:cNvPr id="56" name="Freeform: Shape 55">
              <a:extLst>
                <a:ext uri="{FF2B5EF4-FFF2-40B4-BE49-F238E27FC236}">
                  <a16:creationId xmlns:a16="http://schemas.microsoft.com/office/drawing/2014/main" id="{9CAA62F6-7D21-0AC5-910A-910855D10824}"/>
                </a:ext>
              </a:extLst>
            </p:cNvPr>
            <p:cNvSpPr/>
            <p:nvPr/>
          </p:nvSpPr>
          <p:spPr>
            <a:xfrm>
              <a:off x="6743450" y="2439856"/>
              <a:ext cx="2357823" cy="3878463"/>
            </a:xfrm>
            <a:custGeom>
              <a:avLst/>
              <a:gdLst>
                <a:gd name="csX0" fmla="*/ 2198401 w 2357823"/>
                <a:gd name="csY0" fmla="*/ 327767 h 3878463"/>
                <a:gd name="csX1" fmla="*/ 2142642 w 2357823"/>
                <a:gd name="csY1" fmla="*/ 305269 h 3878463"/>
                <a:gd name="csX2" fmla="*/ 2306348 w 2357823"/>
                <a:gd name="csY2" fmla="*/ 318146 h 3878463"/>
                <a:gd name="csX3" fmla="*/ 2339067 w 2357823"/>
                <a:gd name="csY3" fmla="*/ 303602 h 3878463"/>
                <a:gd name="csX4" fmla="*/ 2319293 w 2357823"/>
                <a:gd name="csY4" fmla="*/ 293400 h 3878463"/>
                <a:gd name="csX5" fmla="*/ 2317940 w 2357823"/>
                <a:gd name="csY5" fmla="*/ 293200 h 3878463"/>
                <a:gd name="csX6" fmla="*/ 2156472 w 2357823"/>
                <a:gd name="csY6" fmla="*/ 297810 h 3878463"/>
                <a:gd name="csX7" fmla="*/ 2158882 w 2357823"/>
                <a:gd name="csY7" fmla="*/ 289038 h 3878463"/>
                <a:gd name="csX8" fmla="*/ 2304634 w 2357823"/>
                <a:gd name="csY8" fmla="*/ 288438 h 3878463"/>
                <a:gd name="csX9" fmla="*/ 2276430 w 2357823"/>
                <a:gd name="csY9" fmla="*/ 277608 h 3878463"/>
                <a:gd name="csX10" fmla="*/ 2149433 w 2357823"/>
                <a:gd name="csY10" fmla="*/ 247909 h 3878463"/>
                <a:gd name="csX11" fmla="*/ 1973259 w 2357823"/>
                <a:gd name="csY11" fmla="*/ 169499 h 3878463"/>
                <a:gd name="csX12" fmla="*/ 1951370 w 2357823"/>
                <a:gd name="csY12" fmla="*/ 181967 h 3878463"/>
                <a:gd name="csX13" fmla="*/ 1847157 w 2357823"/>
                <a:gd name="csY13" fmla="*/ 256691 h 3878463"/>
                <a:gd name="csX14" fmla="*/ 1473225 w 2357823"/>
                <a:gd name="csY14" fmla="*/ 567235 h 3878463"/>
                <a:gd name="csX15" fmla="*/ 1404359 w 2357823"/>
                <a:gd name="csY15" fmla="*/ 531182 h 3878463"/>
                <a:gd name="csX16" fmla="*/ 1213535 w 2357823"/>
                <a:gd name="csY16" fmla="*/ 394575 h 3878463"/>
                <a:gd name="csX17" fmla="*/ 1085615 w 2357823"/>
                <a:gd name="csY17" fmla="*/ 581598 h 3878463"/>
                <a:gd name="csX18" fmla="*/ 1513182 w 2357823"/>
                <a:gd name="csY18" fmla="*/ 779909 h 3878463"/>
                <a:gd name="csX19" fmla="*/ 1616681 w 2357823"/>
                <a:gd name="csY19" fmla="*/ 706862 h 3878463"/>
                <a:gd name="csX20" fmla="*/ 1983184 w 2357823"/>
                <a:gd name="csY20" fmla="*/ 283752 h 3878463"/>
                <a:gd name="csX21" fmla="*/ 1986699 w 2357823"/>
                <a:gd name="csY21" fmla="*/ 272426 h 3878463"/>
                <a:gd name="csX22" fmla="*/ 2096712 w 2357823"/>
                <a:gd name="csY22" fmla="*/ 312260 h 3878463"/>
                <a:gd name="csX23" fmla="*/ 2198401 w 2357823"/>
                <a:gd name="csY23" fmla="*/ 327767 h 3878463"/>
                <a:gd name="csX24" fmla="*/ 2344382 w 2357823"/>
                <a:gd name="csY24" fmla="*/ 282228 h 3878463"/>
                <a:gd name="csX25" fmla="*/ 2352402 w 2357823"/>
                <a:gd name="csY25" fmla="*/ 310250 h 3878463"/>
                <a:gd name="csX26" fmla="*/ 2306596 w 2357823"/>
                <a:gd name="csY26" fmla="*/ 332853 h 3878463"/>
                <a:gd name="csX27" fmla="*/ 1991995 w 2357823"/>
                <a:gd name="csY27" fmla="*/ 288390 h 3878463"/>
                <a:gd name="csX28" fmla="*/ 1701816 w 2357823"/>
                <a:gd name="csY28" fmla="*/ 640120 h 3878463"/>
                <a:gd name="csX29" fmla="*/ 1551378 w 2357823"/>
                <a:gd name="csY29" fmla="*/ 783233 h 3878463"/>
                <a:gd name="csX30" fmla="*/ 1505734 w 2357823"/>
                <a:gd name="csY30" fmla="*/ 787748 h 3878463"/>
                <a:gd name="csX31" fmla="*/ 1081281 w 2357823"/>
                <a:gd name="csY31" fmla="*/ 588380 h 3878463"/>
                <a:gd name="csX32" fmla="*/ 1076442 w 2357823"/>
                <a:gd name="csY32" fmla="*/ 589504 h 3878463"/>
                <a:gd name="csX33" fmla="*/ 1070679 w 2357823"/>
                <a:gd name="csY33" fmla="*/ 857052 h 3878463"/>
                <a:gd name="csX34" fmla="*/ 1067765 w 2357823"/>
                <a:gd name="csY34" fmla="*/ 1089605 h 3878463"/>
                <a:gd name="csX35" fmla="*/ 1172406 w 2357823"/>
                <a:gd name="csY35" fmla="*/ 1879751 h 3878463"/>
                <a:gd name="csX36" fmla="*/ 1184132 w 2357823"/>
                <a:gd name="csY36" fmla="*/ 2207135 h 3878463"/>
                <a:gd name="csX37" fmla="*/ 1183046 w 2357823"/>
                <a:gd name="csY37" fmla="*/ 2327950 h 3878463"/>
                <a:gd name="csX38" fmla="*/ 1178721 w 2357823"/>
                <a:gd name="csY38" fmla="*/ 2335237 h 3878463"/>
                <a:gd name="csX39" fmla="*/ 1148899 w 2357823"/>
                <a:gd name="csY39" fmla="*/ 2365555 h 3878463"/>
                <a:gd name="csX40" fmla="*/ 1020121 w 2357823"/>
                <a:gd name="csY40" fmla="*/ 2367860 h 3878463"/>
                <a:gd name="csX41" fmla="*/ 1019930 w 2357823"/>
                <a:gd name="csY41" fmla="*/ 2369174 h 3878463"/>
                <a:gd name="csX42" fmla="*/ 1019006 w 2357823"/>
                <a:gd name="csY42" fmla="*/ 2375261 h 3878463"/>
                <a:gd name="csX43" fmla="*/ 1018606 w 2357823"/>
                <a:gd name="csY43" fmla="*/ 2377566 h 3878463"/>
                <a:gd name="csX44" fmla="*/ 955303 w 2357823"/>
                <a:gd name="csY44" fmla="*/ 2418923 h 3878463"/>
                <a:gd name="csX45" fmla="*/ 830202 w 2357823"/>
                <a:gd name="csY45" fmla="*/ 2635874 h 3878463"/>
                <a:gd name="csX46" fmla="*/ 768842 w 2357823"/>
                <a:gd name="csY46" fmla="*/ 2878904 h 3878463"/>
                <a:gd name="csX47" fmla="*/ 724131 w 2357823"/>
                <a:gd name="csY47" fmla="*/ 2968735 h 3878463"/>
                <a:gd name="csX48" fmla="*/ 718845 w 2357823"/>
                <a:gd name="csY48" fmla="*/ 3024866 h 3878463"/>
                <a:gd name="csX49" fmla="*/ 749849 w 2357823"/>
                <a:gd name="csY49" fmla="*/ 3344220 h 3878463"/>
                <a:gd name="csX50" fmla="*/ 808409 w 2357823"/>
                <a:gd name="csY50" fmla="*/ 3561676 h 3878463"/>
                <a:gd name="csX51" fmla="*/ 742915 w 2357823"/>
                <a:gd name="csY51" fmla="*/ 3814717 h 3878463"/>
                <a:gd name="csX52" fmla="*/ 604612 w 2357823"/>
                <a:gd name="csY52" fmla="*/ 3773293 h 3878463"/>
                <a:gd name="csX53" fmla="*/ 601135 w 2357823"/>
                <a:gd name="csY53" fmla="*/ 3644991 h 3878463"/>
                <a:gd name="csX54" fmla="*/ 611308 w 2357823"/>
                <a:gd name="csY54" fmla="*/ 3451224 h 3878463"/>
                <a:gd name="csX55" fmla="*/ 587876 w 2357823"/>
                <a:gd name="csY55" fmla="*/ 3356307 h 3878463"/>
                <a:gd name="csX56" fmla="*/ 547195 w 2357823"/>
                <a:gd name="csY56" fmla="*/ 3237664 h 3878463"/>
                <a:gd name="csX57" fmla="*/ 472128 w 2357823"/>
                <a:gd name="csY57" fmla="*/ 3399427 h 3878463"/>
                <a:gd name="csX58" fmla="*/ 453469 w 2357823"/>
                <a:gd name="csY58" fmla="*/ 3453414 h 3878463"/>
                <a:gd name="csX59" fmla="*/ 455298 w 2357823"/>
                <a:gd name="csY59" fmla="*/ 3682672 h 3878463"/>
                <a:gd name="csX60" fmla="*/ 478596 w 2357823"/>
                <a:gd name="csY60" fmla="*/ 3855160 h 3878463"/>
                <a:gd name="csX61" fmla="*/ 434733 w 2357823"/>
                <a:gd name="csY61" fmla="*/ 3877630 h 3878463"/>
                <a:gd name="csX62" fmla="*/ 258521 w 2357823"/>
                <a:gd name="csY62" fmla="*/ 3791847 h 3878463"/>
                <a:gd name="csX63" fmla="*/ 238833 w 2357823"/>
                <a:gd name="csY63" fmla="*/ 3587974 h 3878463"/>
                <a:gd name="csX64" fmla="*/ 268989 w 2357823"/>
                <a:gd name="csY64" fmla="*/ 3297766 h 3878463"/>
                <a:gd name="csX65" fmla="*/ 340560 w 2357823"/>
                <a:gd name="csY65" fmla="*/ 3271411 h 3878463"/>
                <a:gd name="csX66" fmla="*/ 444515 w 2357823"/>
                <a:gd name="csY66" fmla="*/ 2843433 h 3878463"/>
                <a:gd name="csX67" fmla="*/ 421455 w 2357823"/>
                <a:gd name="csY67" fmla="*/ 2805667 h 3878463"/>
                <a:gd name="csX68" fmla="*/ 402043 w 2357823"/>
                <a:gd name="csY68" fmla="*/ 2592221 h 3878463"/>
                <a:gd name="csX69" fmla="*/ 401634 w 2357823"/>
                <a:gd name="csY69" fmla="*/ 2519517 h 3878463"/>
                <a:gd name="csX70" fmla="*/ 382984 w 2357823"/>
                <a:gd name="csY70" fmla="*/ 2452299 h 3878463"/>
                <a:gd name="csX71" fmla="*/ 254882 w 2357823"/>
                <a:gd name="csY71" fmla="*/ 2408493 h 3878463"/>
                <a:gd name="csX72" fmla="*/ 241909 w 2357823"/>
                <a:gd name="csY72" fmla="*/ 2355458 h 3878463"/>
                <a:gd name="csX73" fmla="*/ 9623 w 2357823"/>
                <a:gd name="csY73" fmla="*/ 2329207 h 3878463"/>
                <a:gd name="csX74" fmla="*/ 9956 w 2357823"/>
                <a:gd name="csY74" fmla="*/ 2239158 h 3878463"/>
                <a:gd name="csX75" fmla="*/ 60810 w 2357823"/>
                <a:gd name="csY75" fmla="*/ 1973068 h 3878463"/>
                <a:gd name="csX76" fmla="*/ 41636 w 2357823"/>
                <a:gd name="csY76" fmla="*/ 1890114 h 3878463"/>
                <a:gd name="csX77" fmla="*/ 73631 w 2357823"/>
                <a:gd name="csY77" fmla="*/ 1676507 h 3878463"/>
                <a:gd name="csX78" fmla="*/ 51542 w 2357823"/>
                <a:gd name="csY78" fmla="*/ 1471290 h 3878463"/>
                <a:gd name="csX79" fmla="*/ 52943 w 2357823"/>
                <a:gd name="csY79" fmla="*/ 1148822 h 3878463"/>
                <a:gd name="csX80" fmla="*/ 105349 w 2357823"/>
                <a:gd name="csY80" fmla="*/ 839669 h 3878463"/>
                <a:gd name="csX81" fmla="*/ 243338 w 2357823"/>
                <a:gd name="csY81" fmla="*/ 288428 h 3878463"/>
                <a:gd name="csX82" fmla="*/ 364763 w 2357823"/>
                <a:gd name="csY82" fmla="*/ 238898 h 3878463"/>
                <a:gd name="csX83" fmla="*/ 406711 w 2357823"/>
                <a:gd name="csY83" fmla="*/ 246680 h 3878463"/>
                <a:gd name="csX84" fmla="*/ 471052 w 2357823"/>
                <a:gd name="csY84" fmla="*/ 227764 h 3878463"/>
                <a:gd name="csX85" fmla="*/ 503466 w 2357823"/>
                <a:gd name="csY85" fmla="*/ 132180 h 3878463"/>
                <a:gd name="csX86" fmla="*/ 501151 w 2357823"/>
                <a:gd name="csY86" fmla="*/ 2402 h 3878463"/>
                <a:gd name="csX87" fmla="*/ 518868 w 2357823"/>
                <a:gd name="csY87" fmla="*/ 144439 h 3878463"/>
                <a:gd name="csX88" fmla="*/ 427904 w 2357823"/>
                <a:gd name="csY88" fmla="*/ 251624 h 3878463"/>
                <a:gd name="csX89" fmla="*/ 538156 w 2357823"/>
                <a:gd name="csY89" fmla="*/ 288181 h 3878463"/>
                <a:gd name="csX90" fmla="*/ 764755 w 2357823"/>
                <a:gd name="csY90" fmla="*/ 355980 h 3878463"/>
                <a:gd name="csX91" fmla="*/ 851633 w 2357823"/>
                <a:gd name="csY91" fmla="*/ 232126 h 3878463"/>
                <a:gd name="csX92" fmla="*/ 768280 w 2357823"/>
                <a:gd name="csY92" fmla="*/ 170518 h 3878463"/>
                <a:gd name="csX93" fmla="*/ 778624 w 2357823"/>
                <a:gd name="csY93" fmla="*/ 173376 h 3878463"/>
                <a:gd name="csX94" fmla="*/ 846289 w 2357823"/>
                <a:gd name="csY94" fmla="*/ 219086 h 3878463"/>
                <a:gd name="csX95" fmla="*/ 949664 w 2357823"/>
                <a:gd name="csY95" fmla="*/ 205713 h 3878463"/>
                <a:gd name="csX96" fmla="*/ 1233900 w 2357823"/>
                <a:gd name="csY96" fmla="*/ 364352 h 3878463"/>
                <a:gd name="csX97" fmla="*/ 1226718 w 2357823"/>
                <a:gd name="csY97" fmla="*/ 378192 h 3878463"/>
                <a:gd name="csX98" fmla="*/ 1223203 w 2357823"/>
                <a:gd name="csY98" fmla="*/ 383526 h 3878463"/>
                <a:gd name="csX99" fmla="*/ 1376118 w 2357823"/>
                <a:gd name="csY99" fmla="*/ 493206 h 3878463"/>
                <a:gd name="csX100" fmla="*/ 1473244 w 2357823"/>
                <a:gd name="csY100" fmla="*/ 555900 h 3878463"/>
                <a:gd name="csX101" fmla="*/ 1865722 w 2357823"/>
                <a:gd name="csY101" fmla="*/ 223115 h 3878463"/>
                <a:gd name="csX102" fmla="*/ 1920071 w 2357823"/>
                <a:gd name="csY102" fmla="*/ 184139 h 3878463"/>
                <a:gd name="csX103" fmla="*/ 1970077 w 2357823"/>
                <a:gd name="csY103" fmla="*/ 152878 h 3878463"/>
                <a:gd name="csX104" fmla="*/ 2120344 w 2357823"/>
                <a:gd name="csY104" fmla="*/ 210961 h 3878463"/>
                <a:gd name="csX105" fmla="*/ 2204012 w 2357823"/>
                <a:gd name="csY105" fmla="*/ 255596 h 3878463"/>
                <a:gd name="csX106" fmla="*/ 2264419 w 2357823"/>
                <a:gd name="csY106" fmla="*/ 263911 h 3878463"/>
                <a:gd name="csX107" fmla="*/ 2317597 w 2357823"/>
                <a:gd name="csY107" fmla="*/ 282170 h 3878463"/>
                <a:gd name="csX108" fmla="*/ 2319283 w 2357823"/>
                <a:gd name="csY108" fmla="*/ 281999 h 3878463"/>
                <a:gd name="csX109" fmla="*/ 2344382 w 2357823"/>
                <a:gd name="csY109" fmla="*/ 282228 h 3878463"/>
                <a:gd name="csX110" fmla="*/ 2190334 w 2357823"/>
                <a:gd name="csY110" fmla="*/ 251443 h 3878463"/>
                <a:gd name="csX111" fmla="*/ 2170512 w 2357823"/>
                <a:gd name="csY111" fmla="*/ 231688 h 3878463"/>
                <a:gd name="csX112" fmla="*/ 2147385 w 2357823"/>
                <a:gd name="csY112" fmla="*/ 227173 h 3878463"/>
                <a:gd name="csX113" fmla="*/ 2190334 w 2357823"/>
                <a:gd name="csY113" fmla="*/ 251443 h 3878463"/>
                <a:gd name="csX114" fmla="*/ 1123753 w 2357823"/>
                <a:gd name="csY114" fmla="*/ 2345543 h 3878463"/>
                <a:gd name="csX115" fmla="*/ 1166425 w 2357823"/>
                <a:gd name="csY115" fmla="*/ 2330741 h 3878463"/>
                <a:gd name="csX116" fmla="*/ 1063117 w 2357823"/>
                <a:gd name="csY116" fmla="*/ 1182502 h 3878463"/>
                <a:gd name="csX117" fmla="*/ 1031351 w 2357823"/>
                <a:gd name="csY117" fmla="*/ 1056029 h 3878463"/>
                <a:gd name="csX118" fmla="*/ 458412 w 2357823"/>
                <a:gd name="csY118" fmla="*/ 1072012 h 3878463"/>
                <a:gd name="csX119" fmla="*/ 459565 w 2357823"/>
                <a:gd name="csY119" fmla="*/ 1063468 h 3878463"/>
                <a:gd name="csX120" fmla="*/ 1029655 w 2357823"/>
                <a:gd name="csY120" fmla="*/ 1046399 h 3878463"/>
                <a:gd name="csX121" fmla="*/ 1026293 w 2357823"/>
                <a:gd name="csY121" fmla="*/ 1020282 h 3878463"/>
                <a:gd name="csX122" fmla="*/ 397348 w 2357823"/>
                <a:gd name="csY122" fmla="*/ 1029197 h 3878463"/>
                <a:gd name="csX123" fmla="*/ 400519 w 2357823"/>
                <a:gd name="csY123" fmla="*/ 1068573 h 3878463"/>
                <a:gd name="csX124" fmla="*/ 235956 w 2357823"/>
                <a:gd name="csY124" fmla="*/ 1441439 h 3878463"/>
                <a:gd name="csX125" fmla="*/ 168119 w 2357823"/>
                <a:gd name="csY125" fmla="*/ 1707168 h 3878463"/>
                <a:gd name="csX126" fmla="*/ 166804 w 2357823"/>
                <a:gd name="csY126" fmla="*/ 1812409 h 3878463"/>
                <a:gd name="csX127" fmla="*/ 170091 w 2357823"/>
                <a:gd name="csY127" fmla="*/ 1908488 h 3878463"/>
                <a:gd name="csX128" fmla="*/ 213182 w 2357823"/>
                <a:gd name="csY128" fmla="*/ 1945140 h 3878463"/>
                <a:gd name="csX129" fmla="*/ 211667 w 2357823"/>
                <a:gd name="csY129" fmla="*/ 1970848 h 3878463"/>
                <a:gd name="csX130" fmla="*/ 113245 w 2357823"/>
                <a:gd name="csY130" fmla="*/ 1977192 h 3878463"/>
                <a:gd name="csX131" fmla="*/ 142182 w 2357823"/>
                <a:gd name="csY131" fmla="*/ 2016797 h 3878463"/>
                <a:gd name="csX132" fmla="*/ 69345 w 2357823"/>
                <a:gd name="csY132" fmla="*/ 1986955 h 3878463"/>
                <a:gd name="csX133" fmla="*/ 17738 w 2357823"/>
                <a:gd name="csY133" fmla="*/ 2316739 h 3878463"/>
                <a:gd name="csX134" fmla="*/ 195484 w 2357823"/>
                <a:gd name="csY134" fmla="*/ 2340742 h 3878463"/>
                <a:gd name="csX135" fmla="*/ 241909 w 2357823"/>
                <a:gd name="csY135" fmla="*/ 2336370 h 3878463"/>
                <a:gd name="csX136" fmla="*/ 224478 w 2357823"/>
                <a:gd name="csY136" fmla="*/ 1798484 h 3878463"/>
                <a:gd name="csX137" fmla="*/ 233651 w 2357823"/>
                <a:gd name="csY137" fmla="*/ 1795950 h 3878463"/>
                <a:gd name="csX138" fmla="*/ 261407 w 2357823"/>
                <a:gd name="csY138" fmla="*/ 2298241 h 3878463"/>
                <a:gd name="csX139" fmla="*/ 268884 w 2357823"/>
                <a:gd name="csY139" fmla="*/ 2403445 h 3878463"/>
                <a:gd name="csX140" fmla="*/ 1006719 w 2357823"/>
                <a:gd name="csY140" fmla="*/ 2374565 h 3878463"/>
                <a:gd name="csX141" fmla="*/ 1023035 w 2357823"/>
                <a:gd name="csY141" fmla="*/ 1772576 h 3878463"/>
                <a:gd name="csX142" fmla="*/ 1034475 w 2357823"/>
                <a:gd name="csY142" fmla="*/ 1840737 h 3878463"/>
                <a:gd name="csX143" fmla="*/ 1022426 w 2357823"/>
                <a:gd name="csY143" fmla="*/ 2346562 h 3878463"/>
                <a:gd name="csX144" fmla="*/ 1123753 w 2357823"/>
                <a:gd name="csY144" fmla="*/ 2345543 h 3878463"/>
                <a:gd name="csX145" fmla="*/ 1074280 w 2357823"/>
                <a:gd name="csY145" fmla="*/ 559196 h 3878463"/>
                <a:gd name="csX146" fmla="*/ 1206134 w 2357823"/>
                <a:gd name="csY146" fmla="*/ 363847 h 3878463"/>
                <a:gd name="csX147" fmla="*/ 865025 w 2357823"/>
                <a:gd name="csY147" fmla="*/ 220344 h 3878463"/>
                <a:gd name="csX148" fmla="*/ 767546 w 2357823"/>
                <a:gd name="csY148" fmla="*/ 378268 h 3878463"/>
                <a:gd name="csX149" fmla="*/ 524983 w 2357823"/>
                <a:gd name="csY149" fmla="*/ 300897 h 3878463"/>
                <a:gd name="csX150" fmla="*/ 362734 w 2357823"/>
                <a:gd name="csY150" fmla="*/ 253519 h 3878463"/>
                <a:gd name="csX151" fmla="*/ 152069 w 2357823"/>
                <a:gd name="csY151" fmla="*/ 479319 h 3878463"/>
                <a:gd name="csX152" fmla="*/ 281085 w 2357823"/>
                <a:gd name="csY152" fmla="*/ 572835 h 3878463"/>
                <a:gd name="csX153" fmla="*/ 331358 w 2357823"/>
                <a:gd name="csY153" fmla="*/ 589295 h 3878463"/>
                <a:gd name="csX154" fmla="*/ 332168 w 2357823"/>
                <a:gd name="csY154" fmla="*/ 532030 h 3878463"/>
                <a:gd name="csX155" fmla="*/ 340074 w 2357823"/>
                <a:gd name="csY155" fmla="*/ 532030 h 3878463"/>
                <a:gd name="csX156" fmla="*/ 341131 w 2357823"/>
                <a:gd name="csY156" fmla="*/ 548242 h 3878463"/>
                <a:gd name="csX157" fmla="*/ 325653 w 2357823"/>
                <a:gd name="csY157" fmla="*/ 786462 h 3878463"/>
                <a:gd name="csX158" fmla="*/ 393261 w 2357823"/>
                <a:gd name="csY158" fmla="*/ 1015929 h 3878463"/>
                <a:gd name="csX159" fmla="*/ 1025407 w 2357823"/>
                <a:gd name="csY159" fmla="*/ 1005023 h 3878463"/>
                <a:gd name="csX160" fmla="*/ 1051887 w 2357823"/>
                <a:gd name="csY160" fmla="*/ 796959 h 3878463"/>
                <a:gd name="csX161" fmla="*/ 1052163 w 2357823"/>
                <a:gd name="csY161" fmla="*/ 553280 h 3878463"/>
                <a:gd name="csX162" fmla="*/ 1074280 w 2357823"/>
                <a:gd name="csY162" fmla="*/ 559196 h 3878463"/>
                <a:gd name="csX163" fmla="*/ 823563 w 2357823"/>
                <a:gd name="csY163" fmla="*/ 2604403 h 3878463"/>
                <a:gd name="csX164" fmla="*/ 937215 w 2357823"/>
                <a:gd name="csY164" fmla="*/ 2425152 h 3878463"/>
                <a:gd name="csX165" fmla="*/ 585733 w 2357823"/>
                <a:gd name="csY165" fmla="*/ 2475597 h 3878463"/>
                <a:gd name="csX166" fmla="*/ 526678 w 2357823"/>
                <a:gd name="csY166" fmla="*/ 2738630 h 3878463"/>
                <a:gd name="csX167" fmla="*/ 449878 w 2357823"/>
                <a:gd name="csY167" fmla="*/ 2887610 h 3878463"/>
                <a:gd name="csX168" fmla="*/ 358895 w 2357823"/>
                <a:gd name="csY168" fmla="*/ 3304986 h 3878463"/>
                <a:gd name="csX169" fmla="*/ 339998 w 2357823"/>
                <a:gd name="csY169" fmla="*/ 3364765 h 3878463"/>
                <a:gd name="csX170" fmla="*/ 319576 w 2357823"/>
                <a:gd name="csY170" fmla="*/ 3359136 h 3878463"/>
                <a:gd name="csX171" fmla="*/ 330206 w 2357823"/>
                <a:gd name="csY171" fmla="*/ 3314045 h 3878463"/>
                <a:gd name="csX172" fmla="*/ 296545 w 2357823"/>
                <a:gd name="csY172" fmla="*/ 3583793 h 3878463"/>
                <a:gd name="csX173" fmla="*/ 296116 w 2357823"/>
                <a:gd name="csY173" fmla="*/ 3709170 h 3878463"/>
                <a:gd name="csX174" fmla="*/ 425761 w 2357823"/>
                <a:gd name="csY174" fmla="*/ 3701969 h 3878463"/>
                <a:gd name="csX175" fmla="*/ 438553 w 2357823"/>
                <a:gd name="csY175" fmla="*/ 3418115 h 3878463"/>
                <a:gd name="csX176" fmla="*/ 755335 w 2357823"/>
                <a:gd name="csY176" fmla="*/ 2847348 h 3878463"/>
                <a:gd name="csX177" fmla="*/ 823563 w 2357823"/>
                <a:gd name="csY177" fmla="*/ 2604403 h 3878463"/>
                <a:gd name="csX178" fmla="*/ 728246 w 2357823"/>
                <a:gd name="csY178" fmla="*/ 3801553 h 3878463"/>
                <a:gd name="csX179" fmla="*/ 810333 w 2357823"/>
                <a:gd name="csY179" fmla="*/ 3660288 h 3878463"/>
                <a:gd name="csX180" fmla="*/ 802541 w 2357823"/>
                <a:gd name="csY180" fmla="*/ 3620511 h 3878463"/>
                <a:gd name="csX181" fmla="*/ 724950 w 2357823"/>
                <a:gd name="csY181" fmla="*/ 3685491 h 3878463"/>
                <a:gd name="csX182" fmla="*/ 618909 w 2357823"/>
                <a:gd name="csY182" fmla="*/ 3674480 h 3878463"/>
                <a:gd name="csX183" fmla="*/ 629539 w 2357823"/>
                <a:gd name="csY183" fmla="*/ 3759272 h 3878463"/>
                <a:gd name="csX184" fmla="*/ 728246 w 2357823"/>
                <a:gd name="csY184" fmla="*/ 3801553 h 3878463"/>
                <a:gd name="csX185" fmla="*/ 788616 w 2357823"/>
                <a:gd name="csY185" fmla="*/ 3637123 h 3878463"/>
                <a:gd name="csX186" fmla="*/ 783434 w 2357823"/>
                <a:gd name="csY186" fmla="*/ 3592136 h 3878463"/>
                <a:gd name="csX187" fmla="*/ 741819 w 2357823"/>
                <a:gd name="csY187" fmla="*/ 3372766 h 3878463"/>
                <a:gd name="csX188" fmla="*/ 695994 w 2357823"/>
                <a:gd name="csY188" fmla="*/ 3169531 h 3878463"/>
                <a:gd name="csX189" fmla="*/ 699061 w 2357823"/>
                <a:gd name="csY189" fmla="*/ 3010064 h 3878463"/>
                <a:gd name="csX190" fmla="*/ 559844 w 2357823"/>
                <a:gd name="csY190" fmla="*/ 3216947 h 3878463"/>
                <a:gd name="csX191" fmla="*/ 606917 w 2357823"/>
                <a:gd name="csY191" fmla="*/ 3341724 h 3878463"/>
                <a:gd name="csX192" fmla="*/ 610822 w 2357823"/>
                <a:gd name="csY192" fmla="*/ 3406656 h 3878463"/>
                <a:gd name="csX193" fmla="*/ 622357 w 2357823"/>
                <a:gd name="csY193" fmla="*/ 3432021 h 3878463"/>
                <a:gd name="csX194" fmla="*/ 626862 w 2357823"/>
                <a:gd name="csY194" fmla="*/ 3460111 h 3878463"/>
                <a:gd name="csX195" fmla="*/ 628929 w 2357823"/>
                <a:gd name="csY195" fmla="*/ 3631522 h 3878463"/>
                <a:gd name="csX196" fmla="*/ 650427 w 2357823"/>
                <a:gd name="csY196" fmla="*/ 3670642 h 3878463"/>
                <a:gd name="csX197" fmla="*/ 788616 w 2357823"/>
                <a:gd name="csY197" fmla="*/ 3637123 h 3878463"/>
                <a:gd name="csX198" fmla="*/ 790282 w 2357823"/>
                <a:gd name="csY198" fmla="*/ 3562695 h 3878463"/>
                <a:gd name="csX199" fmla="*/ 778814 w 2357823"/>
                <a:gd name="csY199" fmla="*/ 3443194 h 3878463"/>
                <a:gd name="csX200" fmla="*/ 757126 w 2357823"/>
                <a:gd name="csY200" fmla="*/ 3370004 h 3878463"/>
                <a:gd name="csX201" fmla="*/ 790282 w 2357823"/>
                <a:gd name="csY201" fmla="*/ 3562695 h 3878463"/>
                <a:gd name="csX202" fmla="*/ 517496 w 2357823"/>
                <a:gd name="csY202" fmla="*/ 2707645 h 3878463"/>
                <a:gd name="csX203" fmla="*/ 572865 w 2357823"/>
                <a:gd name="csY203" fmla="*/ 2475188 h 3878463"/>
                <a:gd name="csX204" fmla="*/ 403196 w 2357823"/>
                <a:gd name="csY204" fmla="*/ 2456309 h 3878463"/>
                <a:gd name="csX205" fmla="*/ 448230 w 2357823"/>
                <a:gd name="csY205" fmla="*/ 2799171 h 3878463"/>
                <a:gd name="csX206" fmla="*/ 457003 w 2357823"/>
                <a:gd name="csY206" fmla="*/ 2818402 h 3878463"/>
                <a:gd name="csX207" fmla="*/ 517496 w 2357823"/>
                <a:gd name="csY207" fmla="*/ 2707645 h 3878463"/>
                <a:gd name="csX208" fmla="*/ 459270 w 2357823"/>
                <a:gd name="csY208" fmla="*/ 3821175 h 3878463"/>
                <a:gd name="csX209" fmla="*/ 433819 w 2357823"/>
                <a:gd name="csY209" fmla="*/ 3723620 h 3878463"/>
                <a:gd name="csX210" fmla="*/ 286086 w 2357823"/>
                <a:gd name="csY210" fmla="*/ 3727792 h 3878463"/>
                <a:gd name="csX211" fmla="*/ 267569 w 2357823"/>
                <a:gd name="csY211" fmla="*/ 3669203 h 3878463"/>
                <a:gd name="csX212" fmla="*/ 355819 w 2357823"/>
                <a:gd name="csY212" fmla="*/ 3832024 h 3878463"/>
                <a:gd name="csX213" fmla="*/ 426856 w 2357823"/>
                <a:gd name="csY213" fmla="*/ 3850950 h 3878463"/>
                <a:gd name="csX214" fmla="*/ 459270 w 2357823"/>
                <a:gd name="csY214" fmla="*/ 3821175 h 3878463"/>
                <a:gd name="csX215" fmla="*/ 397319 w 2357823"/>
                <a:gd name="csY215" fmla="*/ 1066983 h 3878463"/>
                <a:gd name="csX216" fmla="*/ 396671 w 2357823"/>
                <a:gd name="csY216" fmla="*/ 1066087 h 3878463"/>
                <a:gd name="csX217" fmla="*/ 323262 w 2357823"/>
                <a:gd name="csY217" fmla="*/ 805883 h 3878463"/>
                <a:gd name="csX218" fmla="*/ 224164 w 2357823"/>
                <a:gd name="csY218" fmla="*/ 1420132 h 3878463"/>
                <a:gd name="csX219" fmla="*/ 397319 w 2357823"/>
                <a:gd name="csY219" fmla="*/ 1066983 h 3878463"/>
                <a:gd name="csX220" fmla="*/ 332082 w 2357823"/>
                <a:gd name="csY220" fmla="*/ 3306339 h 3878463"/>
                <a:gd name="csX221" fmla="*/ 335768 w 2357823"/>
                <a:gd name="csY221" fmla="*/ 3291166 h 3878463"/>
                <a:gd name="csX222" fmla="*/ 257340 w 2357823"/>
                <a:gd name="csY222" fmla="*/ 3503278 h 3878463"/>
                <a:gd name="csX223" fmla="*/ 269265 w 2357823"/>
                <a:gd name="csY223" fmla="*/ 3639038 h 3878463"/>
                <a:gd name="csX224" fmla="*/ 287153 w 2357823"/>
                <a:gd name="csY224" fmla="*/ 3516184 h 3878463"/>
                <a:gd name="csX225" fmla="*/ 325177 w 2357823"/>
                <a:gd name="csY225" fmla="*/ 3304596 h 3878463"/>
                <a:gd name="csX226" fmla="*/ 332082 w 2357823"/>
                <a:gd name="csY226" fmla="*/ 3306339 h 3878463"/>
                <a:gd name="csX227" fmla="*/ 330625 w 2357823"/>
                <a:gd name="csY227" fmla="*/ 602096 h 3878463"/>
                <a:gd name="csX228" fmla="*/ 147059 w 2357823"/>
                <a:gd name="csY228" fmla="*/ 499712 h 3878463"/>
                <a:gd name="csX229" fmla="*/ 121646 w 2357823"/>
                <a:gd name="csY229" fmla="*/ 891399 h 3878463"/>
                <a:gd name="csX230" fmla="*/ 69897 w 2357823"/>
                <a:gd name="csY230" fmla="*/ 1352876 h 3878463"/>
                <a:gd name="csX231" fmla="*/ 94976 w 2357823"/>
                <a:gd name="csY231" fmla="*/ 1632225 h 3878463"/>
                <a:gd name="csX232" fmla="*/ 94100 w 2357823"/>
                <a:gd name="csY232" fmla="*/ 1671744 h 3878463"/>
                <a:gd name="csX233" fmla="*/ 82537 w 2357823"/>
                <a:gd name="csY233" fmla="*/ 1682269 h 3878463"/>
                <a:gd name="csX234" fmla="*/ 52676 w 2357823"/>
                <a:gd name="csY234" fmla="*/ 1890143 h 3878463"/>
                <a:gd name="csX235" fmla="*/ 61144 w 2357823"/>
                <a:gd name="csY235" fmla="*/ 1948445 h 3878463"/>
                <a:gd name="csX236" fmla="*/ 119141 w 2357823"/>
                <a:gd name="csY236" fmla="*/ 2024769 h 3878463"/>
                <a:gd name="csX237" fmla="*/ 133848 w 2357823"/>
                <a:gd name="csY237" fmla="*/ 2022569 h 3878463"/>
                <a:gd name="csX238" fmla="*/ 122018 w 2357823"/>
                <a:gd name="csY238" fmla="*/ 2010024 h 3878463"/>
                <a:gd name="csX239" fmla="*/ 95643 w 2357823"/>
                <a:gd name="csY239" fmla="*/ 1959018 h 3878463"/>
                <a:gd name="csX240" fmla="*/ 98882 w 2357823"/>
                <a:gd name="csY240" fmla="*/ 1865397 h 3878463"/>
                <a:gd name="csX241" fmla="*/ 105197 w 2357823"/>
                <a:gd name="csY241" fmla="*/ 1866254 h 3878463"/>
                <a:gd name="csX242" fmla="*/ 110121 w 2357823"/>
                <a:gd name="csY242" fmla="*/ 1969439 h 3878463"/>
                <a:gd name="csX243" fmla="*/ 217049 w 2357823"/>
                <a:gd name="csY243" fmla="*/ 1994499 h 3878463"/>
                <a:gd name="csX244" fmla="*/ 151222 w 2357823"/>
                <a:gd name="csY244" fmla="*/ 1947264 h 3878463"/>
                <a:gd name="csX245" fmla="*/ 112464 w 2357823"/>
                <a:gd name="csY245" fmla="*/ 1835888 h 3878463"/>
                <a:gd name="csX246" fmla="*/ 130771 w 2357823"/>
                <a:gd name="csY246" fmla="*/ 1915575 h 3878463"/>
                <a:gd name="csX247" fmla="*/ 151669 w 2357823"/>
                <a:gd name="csY247" fmla="*/ 1934434 h 3878463"/>
                <a:gd name="csX248" fmla="*/ 153184 w 2357823"/>
                <a:gd name="csY248" fmla="*/ 1830469 h 3878463"/>
                <a:gd name="csX249" fmla="*/ 164109 w 2357823"/>
                <a:gd name="csY249" fmla="*/ 1716178 h 3878463"/>
                <a:gd name="csX250" fmla="*/ 160394 w 2357823"/>
                <a:gd name="csY250" fmla="*/ 1673678 h 3878463"/>
                <a:gd name="csX251" fmla="*/ 330625 w 2357823"/>
                <a:gd name="csY251" fmla="*/ 602096 h 3878463"/>
                <a:gd name="csX252" fmla="*/ 202809 w 2357823"/>
                <a:gd name="csY252" fmla="*/ 1938254 h 3878463"/>
                <a:gd name="csX253" fmla="*/ 204104 w 2357823"/>
                <a:gd name="csY253" fmla="*/ 1937568 h 3878463"/>
                <a:gd name="csX254" fmla="*/ 169386 w 2357823"/>
                <a:gd name="csY254" fmla="*/ 1918089 h 3878463"/>
                <a:gd name="csX255" fmla="*/ 167909 w 2357823"/>
                <a:gd name="csY255" fmla="*/ 1926147 h 3878463"/>
                <a:gd name="csX256" fmla="*/ 202809 w 2357823"/>
                <a:gd name="csY256" fmla="*/ 1938254 h 3878463"/>
                <a:gd name="csX257" fmla="*/ 201552 w 2357823"/>
                <a:gd name="csY257" fmla="*/ 1961771 h 3878463"/>
                <a:gd name="csX258" fmla="*/ 166700 w 2357823"/>
                <a:gd name="csY258" fmla="*/ 1930224 h 3878463"/>
                <a:gd name="csX259" fmla="*/ 159632 w 2357823"/>
                <a:gd name="csY259" fmla="*/ 1942206 h 3878463"/>
                <a:gd name="csX260" fmla="*/ 200104 w 2357823"/>
                <a:gd name="csY260" fmla="*/ 1963057 h 3878463"/>
                <a:gd name="csX261" fmla="*/ 201552 w 2357823"/>
                <a:gd name="csY261" fmla="*/ 1961771 h 38784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Lst>
              <a:rect l="l" t="t" r="r" b="b"/>
              <a:pathLst>
                <a:path w="2357823" h="3878463">
                  <a:moveTo>
                    <a:pt x="2198401" y="327767"/>
                  </a:moveTo>
                  <a:cubicBezTo>
                    <a:pt x="2188914" y="326814"/>
                    <a:pt x="2121849" y="311907"/>
                    <a:pt x="2142642" y="305269"/>
                  </a:cubicBezTo>
                  <a:cubicBezTo>
                    <a:pt x="2195115" y="321442"/>
                    <a:pt x="2252313" y="326366"/>
                    <a:pt x="2306348" y="318146"/>
                  </a:cubicBezTo>
                  <a:cubicBezTo>
                    <a:pt x="2318178" y="315003"/>
                    <a:pt x="2330208" y="310574"/>
                    <a:pt x="2339067" y="303602"/>
                  </a:cubicBezTo>
                  <a:cubicBezTo>
                    <a:pt x="2356173" y="290971"/>
                    <a:pt x="2322798" y="296429"/>
                    <a:pt x="2319293" y="293400"/>
                  </a:cubicBezTo>
                  <a:cubicBezTo>
                    <a:pt x="2318807" y="293381"/>
                    <a:pt x="2318369" y="293296"/>
                    <a:pt x="2317940" y="293200"/>
                  </a:cubicBezTo>
                  <a:cubicBezTo>
                    <a:pt x="2276906" y="331643"/>
                    <a:pt x="2204936" y="313574"/>
                    <a:pt x="2156472" y="297810"/>
                  </a:cubicBezTo>
                  <a:cubicBezTo>
                    <a:pt x="2150881" y="295858"/>
                    <a:pt x="2153139" y="288009"/>
                    <a:pt x="2158882" y="289038"/>
                  </a:cubicBezTo>
                  <a:cubicBezTo>
                    <a:pt x="2206936" y="296867"/>
                    <a:pt x="2259209" y="313936"/>
                    <a:pt x="2304634" y="288438"/>
                  </a:cubicBezTo>
                  <a:cubicBezTo>
                    <a:pt x="2303986" y="276836"/>
                    <a:pt x="2285717" y="276579"/>
                    <a:pt x="2276430" y="277608"/>
                  </a:cubicBezTo>
                  <a:cubicBezTo>
                    <a:pt x="2233444" y="278951"/>
                    <a:pt x="2185724" y="271236"/>
                    <a:pt x="2149433" y="247909"/>
                  </a:cubicBezTo>
                  <a:cubicBezTo>
                    <a:pt x="2109714" y="226411"/>
                    <a:pt x="2015483" y="161622"/>
                    <a:pt x="1973259" y="169499"/>
                  </a:cubicBezTo>
                  <a:cubicBezTo>
                    <a:pt x="1964629" y="170071"/>
                    <a:pt x="1957914" y="176843"/>
                    <a:pt x="1951370" y="181967"/>
                  </a:cubicBezTo>
                  <a:cubicBezTo>
                    <a:pt x="1917309" y="207799"/>
                    <a:pt x="1882390" y="232469"/>
                    <a:pt x="1847157" y="256691"/>
                  </a:cubicBezTo>
                  <a:cubicBezTo>
                    <a:pt x="1713541" y="348560"/>
                    <a:pt x="1569713" y="435094"/>
                    <a:pt x="1473225" y="567235"/>
                  </a:cubicBezTo>
                  <a:cubicBezTo>
                    <a:pt x="1462376" y="571511"/>
                    <a:pt x="1418428" y="537526"/>
                    <a:pt x="1404359" y="531182"/>
                  </a:cubicBezTo>
                  <a:cubicBezTo>
                    <a:pt x="1338980" y="489206"/>
                    <a:pt x="1265885" y="453030"/>
                    <a:pt x="1213535" y="394575"/>
                  </a:cubicBezTo>
                  <a:cubicBezTo>
                    <a:pt x="1161796" y="449868"/>
                    <a:pt x="1116904" y="512466"/>
                    <a:pt x="1085615" y="581598"/>
                  </a:cubicBezTo>
                  <a:cubicBezTo>
                    <a:pt x="1203629" y="691860"/>
                    <a:pt x="1364640" y="729693"/>
                    <a:pt x="1513182" y="779909"/>
                  </a:cubicBezTo>
                  <a:cubicBezTo>
                    <a:pt x="1558474" y="781023"/>
                    <a:pt x="1586820" y="734617"/>
                    <a:pt x="1616681" y="706862"/>
                  </a:cubicBezTo>
                  <a:cubicBezTo>
                    <a:pt x="1747812" y="573797"/>
                    <a:pt x="1868684" y="431208"/>
                    <a:pt x="1983184" y="283752"/>
                  </a:cubicBezTo>
                  <a:cubicBezTo>
                    <a:pt x="1974278" y="281437"/>
                    <a:pt x="1977983" y="269216"/>
                    <a:pt x="1986699" y="272426"/>
                  </a:cubicBezTo>
                  <a:cubicBezTo>
                    <a:pt x="2022503" y="288524"/>
                    <a:pt x="2058489" y="302859"/>
                    <a:pt x="2096712" y="312260"/>
                  </a:cubicBezTo>
                  <a:cubicBezTo>
                    <a:pt x="2129526" y="320309"/>
                    <a:pt x="2163911" y="326023"/>
                    <a:pt x="2198401" y="327767"/>
                  </a:cubicBezTo>
                  <a:close/>
                  <a:moveTo>
                    <a:pt x="2344382" y="282228"/>
                  </a:moveTo>
                  <a:cubicBezTo>
                    <a:pt x="2359155" y="284409"/>
                    <a:pt x="2361631" y="300487"/>
                    <a:pt x="2352402" y="310250"/>
                  </a:cubicBezTo>
                  <a:cubicBezTo>
                    <a:pt x="2340695" y="322623"/>
                    <a:pt x="2322607" y="328738"/>
                    <a:pt x="2306596" y="332853"/>
                  </a:cubicBezTo>
                  <a:cubicBezTo>
                    <a:pt x="2201545" y="355770"/>
                    <a:pt x="2087797" y="336082"/>
                    <a:pt x="1991995" y="288390"/>
                  </a:cubicBezTo>
                  <a:cubicBezTo>
                    <a:pt x="1908851" y="415787"/>
                    <a:pt x="1804447" y="528296"/>
                    <a:pt x="1701816" y="640120"/>
                  </a:cubicBezTo>
                  <a:cubicBezTo>
                    <a:pt x="1652466" y="688078"/>
                    <a:pt x="1609880" y="746247"/>
                    <a:pt x="1551378" y="783233"/>
                  </a:cubicBezTo>
                  <a:cubicBezTo>
                    <a:pt x="1537090" y="790110"/>
                    <a:pt x="1520374" y="793263"/>
                    <a:pt x="1505734" y="787748"/>
                  </a:cubicBezTo>
                  <a:cubicBezTo>
                    <a:pt x="1353400" y="752743"/>
                    <a:pt x="1195238" y="699756"/>
                    <a:pt x="1081281" y="588380"/>
                  </a:cubicBezTo>
                  <a:cubicBezTo>
                    <a:pt x="1079852" y="589285"/>
                    <a:pt x="1078147" y="589628"/>
                    <a:pt x="1076442" y="589504"/>
                  </a:cubicBezTo>
                  <a:cubicBezTo>
                    <a:pt x="1082767" y="678820"/>
                    <a:pt x="1085796" y="768431"/>
                    <a:pt x="1070679" y="857052"/>
                  </a:cubicBezTo>
                  <a:cubicBezTo>
                    <a:pt x="1054325" y="933861"/>
                    <a:pt x="1043381" y="1013167"/>
                    <a:pt x="1067765" y="1089605"/>
                  </a:cubicBezTo>
                  <a:cubicBezTo>
                    <a:pt x="1140221" y="1346094"/>
                    <a:pt x="1153461" y="1615099"/>
                    <a:pt x="1172406" y="1879751"/>
                  </a:cubicBezTo>
                  <a:cubicBezTo>
                    <a:pt x="1178560" y="1988774"/>
                    <a:pt x="1182532" y="2097931"/>
                    <a:pt x="1184132" y="2207135"/>
                  </a:cubicBezTo>
                  <a:cubicBezTo>
                    <a:pt x="1184617" y="2247359"/>
                    <a:pt x="1185980" y="2287802"/>
                    <a:pt x="1183046" y="2327950"/>
                  </a:cubicBezTo>
                  <a:cubicBezTo>
                    <a:pt x="1182770" y="2331570"/>
                    <a:pt x="1181017" y="2333979"/>
                    <a:pt x="1178721" y="2335237"/>
                  </a:cubicBezTo>
                  <a:cubicBezTo>
                    <a:pt x="1179350" y="2350867"/>
                    <a:pt x="1162929" y="2362526"/>
                    <a:pt x="1148899" y="2365555"/>
                  </a:cubicBezTo>
                  <a:cubicBezTo>
                    <a:pt x="1105912" y="2373689"/>
                    <a:pt x="1058373" y="2333722"/>
                    <a:pt x="1020121" y="2367860"/>
                  </a:cubicBezTo>
                  <a:cubicBezTo>
                    <a:pt x="1020064" y="2368307"/>
                    <a:pt x="1020006" y="2368736"/>
                    <a:pt x="1019930" y="2369174"/>
                  </a:cubicBezTo>
                  <a:cubicBezTo>
                    <a:pt x="1021921" y="2370860"/>
                    <a:pt x="1021359" y="2374251"/>
                    <a:pt x="1019006" y="2375261"/>
                  </a:cubicBezTo>
                  <a:cubicBezTo>
                    <a:pt x="1018873" y="2376032"/>
                    <a:pt x="1018749" y="2376785"/>
                    <a:pt x="1018606" y="2377566"/>
                  </a:cubicBezTo>
                  <a:cubicBezTo>
                    <a:pt x="1033037" y="2397378"/>
                    <a:pt x="967962" y="2412199"/>
                    <a:pt x="955303" y="2418923"/>
                  </a:cubicBezTo>
                  <a:cubicBezTo>
                    <a:pt x="933777" y="2501591"/>
                    <a:pt x="863958" y="2559027"/>
                    <a:pt x="830202" y="2635874"/>
                  </a:cubicBezTo>
                  <a:cubicBezTo>
                    <a:pt x="798598" y="2713856"/>
                    <a:pt x="805103" y="2802009"/>
                    <a:pt x="768842" y="2878904"/>
                  </a:cubicBezTo>
                  <a:cubicBezTo>
                    <a:pt x="756069" y="2909946"/>
                    <a:pt x="740857" y="2939750"/>
                    <a:pt x="724131" y="2968735"/>
                  </a:cubicBezTo>
                  <a:cubicBezTo>
                    <a:pt x="722960" y="2987490"/>
                    <a:pt x="720407" y="3006139"/>
                    <a:pt x="718845" y="3024866"/>
                  </a:cubicBezTo>
                  <a:cubicBezTo>
                    <a:pt x="708434" y="3132308"/>
                    <a:pt x="712920" y="3241893"/>
                    <a:pt x="749849" y="3344220"/>
                  </a:cubicBezTo>
                  <a:cubicBezTo>
                    <a:pt x="818467" y="3391197"/>
                    <a:pt x="788854" y="3491114"/>
                    <a:pt x="808409" y="3561676"/>
                  </a:cubicBezTo>
                  <a:cubicBezTo>
                    <a:pt x="832869" y="3675318"/>
                    <a:pt x="861501" y="3745670"/>
                    <a:pt x="742915" y="3814717"/>
                  </a:cubicBezTo>
                  <a:cubicBezTo>
                    <a:pt x="730951" y="3854388"/>
                    <a:pt x="623538" y="3791085"/>
                    <a:pt x="604612" y="3773293"/>
                  </a:cubicBezTo>
                  <a:cubicBezTo>
                    <a:pt x="567531" y="3739488"/>
                    <a:pt x="590934" y="3685929"/>
                    <a:pt x="601135" y="3644991"/>
                  </a:cubicBezTo>
                  <a:cubicBezTo>
                    <a:pt x="621052" y="3582726"/>
                    <a:pt x="618337" y="3515546"/>
                    <a:pt x="611308" y="3451224"/>
                  </a:cubicBezTo>
                  <a:cubicBezTo>
                    <a:pt x="585047" y="3426011"/>
                    <a:pt x="588886" y="3389283"/>
                    <a:pt x="587876" y="3356307"/>
                  </a:cubicBezTo>
                  <a:cubicBezTo>
                    <a:pt x="581742" y="3314969"/>
                    <a:pt x="562311" y="3276297"/>
                    <a:pt x="547195" y="3237664"/>
                  </a:cubicBezTo>
                  <a:cubicBezTo>
                    <a:pt x="516496" y="3288708"/>
                    <a:pt x="489645" y="3342372"/>
                    <a:pt x="472128" y="3399427"/>
                  </a:cubicBezTo>
                  <a:cubicBezTo>
                    <a:pt x="465985" y="3417438"/>
                    <a:pt x="463194" y="3436889"/>
                    <a:pt x="453469" y="3453414"/>
                  </a:cubicBezTo>
                  <a:cubicBezTo>
                    <a:pt x="453526" y="3529748"/>
                    <a:pt x="468899" y="3606691"/>
                    <a:pt x="455298" y="3682672"/>
                  </a:cubicBezTo>
                  <a:cubicBezTo>
                    <a:pt x="459527" y="3740850"/>
                    <a:pt x="503542" y="3795991"/>
                    <a:pt x="478596" y="3855160"/>
                  </a:cubicBezTo>
                  <a:cubicBezTo>
                    <a:pt x="472938" y="3874324"/>
                    <a:pt x="452926" y="3880992"/>
                    <a:pt x="434733" y="3877630"/>
                  </a:cubicBezTo>
                  <a:cubicBezTo>
                    <a:pt x="369611" y="3871419"/>
                    <a:pt x="295830" y="3850159"/>
                    <a:pt x="258521" y="3791847"/>
                  </a:cubicBezTo>
                  <a:cubicBezTo>
                    <a:pt x="220316" y="3730211"/>
                    <a:pt x="246052" y="3655735"/>
                    <a:pt x="238833" y="3587974"/>
                  </a:cubicBezTo>
                  <a:cubicBezTo>
                    <a:pt x="232860" y="3491791"/>
                    <a:pt x="171710" y="3367270"/>
                    <a:pt x="268989" y="3297766"/>
                  </a:cubicBezTo>
                  <a:cubicBezTo>
                    <a:pt x="289467" y="3284136"/>
                    <a:pt x="315090" y="3267220"/>
                    <a:pt x="340560" y="3271411"/>
                  </a:cubicBezTo>
                  <a:cubicBezTo>
                    <a:pt x="381222" y="3130317"/>
                    <a:pt x="386003" y="2979079"/>
                    <a:pt x="444515" y="2843433"/>
                  </a:cubicBezTo>
                  <a:cubicBezTo>
                    <a:pt x="432857" y="2834156"/>
                    <a:pt x="428266" y="2818507"/>
                    <a:pt x="421455" y="2805667"/>
                  </a:cubicBezTo>
                  <a:cubicBezTo>
                    <a:pt x="386041" y="2739106"/>
                    <a:pt x="394785" y="2664182"/>
                    <a:pt x="402043" y="2592221"/>
                  </a:cubicBezTo>
                  <a:cubicBezTo>
                    <a:pt x="403844" y="2568209"/>
                    <a:pt x="404815" y="2543463"/>
                    <a:pt x="401634" y="2519517"/>
                  </a:cubicBezTo>
                  <a:cubicBezTo>
                    <a:pt x="399891" y="2495971"/>
                    <a:pt x="387527" y="2474892"/>
                    <a:pt x="382984" y="2452299"/>
                  </a:cubicBezTo>
                  <a:cubicBezTo>
                    <a:pt x="362448" y="2446251"/>
                    <a:pt x="255882" y="2427210"/>
                    <a:pt x="254882" y="2408493"/>
                  </a:cubicBezTo>
                  <a:cubicBezTo>
                    <a:pt x="244862" y="2393577"/>
                    <a:pt x="242700" y="2372813"/>
                    <a:pt x="241909" y="2355458"/>
                  </a:cubicBezTo>
                  <a:cubicBezTo>
                    <a:pt x="195008" y="2388834"/>
                    <a:pt x="56962" y="2356144"/>
                    <a:pt x="9623" y="2329207"/>
                  </a:cubicBezTo>
                  <a:cubicBezTo>
                    <a:pt x="-12389" y="2333608"/>
                    <a:pt x="10299" y="2253255"/>
                    <a:pt x="9956" y="2239158"/>
                  </a:cubicBezTo>
                  <a:cubicBezTo>
                    <a:pt x="23910" y="2149975"/>
                    <a:pt x="38436" y="2060555"/>
                    <a:pt x="60810" y="1973068"/>
                  </a:cubicBezTo>
                  <a:cubicBezTo>
                    <a:pt x="44161" y="1944540"/>
                    <a:pt x="40189" y="1922671"/>
                    <a:pt x="41636" y="1890114"/>
                  </a:cubicBezTo>
                  <a:cubicBezTo>
                    <a:pt x="36274" y="1817458"/>
                    <a:pt x="57438" y="1746677"/>
                    <a:pt x="73631" y="1676507"/>
                  </a:cubicBezTo>
                  <a:cubicBezTo>
                    <a:pt x="57324" y="1609508"/>
                    <a:pt x="57610" y="1539728"/>
                    <a:pt x="51542" y="1471290"/>
                  </a:cubicBezTo>
                  <a:cubicBezTo>
                    <a:pt x="43322" y="1363982"/>
                    <a:pt x="35855" y="1255692"/>
                    <a:pt x="52943" y="1148822"/>
                  </a:cubicBezTo>
                  <a:cubicBezTo>
                    <a:pt x="68230" y="1045409"/>
                    <a:pt x="96872" y="944101"/>
                    <a:pt x="105349" y="839669"/>
                  </a:cubicBezTo>
                  <a:cubicBezTo>
                    <a:pt x="117417" y="651902"/>
                    <a:pt x="82289" y="424245"/>
                    <a:pt x="243338" y="288428"/>
                  </a:cubicBezTo>
                  <a:cubicBezTo>
                    <a:pt x="277085" y="262025"/>
                    <a:pt x="321024" y="233593"/>
                    <a:pt x="364763" y="238898"/>
                  </a:cubicBezTo>
                  <a:cubicBezTo>
                    <a:pt x="378850" y="240499"/>
                    <a:pt x="392823" y="243851"/>
                    <a:pt x="406711" y="246680"/>
                  </a:cubicBezTo>
                  <a:cubicBezTo>
                    <a:pt x="426218" y="234545"/>
                    <a:pt x="450078" y="235746"/>
                    <a:pt x="471052" y="227764"/>
                  </a:cubicBezTo>
                  <a:cubicBezTo>
                    <a:pt x="505609" y="211704"/>
                    <a:pt x="502970" y="164699"/>
                    <a:pt x="503466" y="132180"/>
                  </a:cubicBezTo>
                  <a:cubicBezTo>
                    <a:pt x="507752" y="121398"/>
                    <a:pt x="483720" y="-20001"/>
                    <a:pt x="501151" y="2402"/>
                  </a:cubicBezTo>
                  <a:cubicBezTo>
                    <a:pt x="513353" y="48522"/>
                    <a:pt x="518477" y="96785"/>
                    <a:pt x="518868" y="144439"/>
                  </a:cubicBezTo>
                  <a:cubicBezTo>
                    <a:pt x="518067" y="216505"/>
                    <a:pt x="501503" y="243204"/>
                    <a:pt x="427904" y="251624"/>
                  </a:cubicBezTo>
                  <a:cubicBezTo>
                    <a:pt x="465489" y="260977"/>
                    <a:pt x="502342" y="273093"/>
                    <a:pt x="538156" y="288181"/>
                  </a:cubicBezTo>
                  <a:cubicBezTo>
                    <a:pt x="610565" y="317927"/>
                    <a:pt x="682193" y="371934"/>
                    <a:pt x="764755" y="355980"/>
                  </a:cubicBezTo>
                  <a:cubicBezTo>
                    <a:pt x="834574" y="342540"/>
                    <a:pt x="889885" y="308878"/>
                    <a:pt x="851633" y="232126"/>
                  </a:cubicBezTo>
                  <a:cubicBezTo>
                    <a:pt x="811199" y="234574"/>
                    <a:pt x="749906" y="225925"/>
                    <a:pt x="768280" y="170518"/>
                  </a:cubicBezTo>
                  <a:cubicBezTo>
                    <a:pt x="770404" y="163765"/>
                    <a:pt x="779586" y="166718"/>
                    <a:pt x="778624" y="173376"/>
                  </a:cubicBezTo>
                  <a:cubicBezTo>
                    <a:pt x="768946" y="216867"/>
                    <a:pt x="815428" y="218496"/>
                    <a:pt x="846289" y="219086"/>
                  </a:cubicBezTo>
                  <a:cubicBezTo>
                    <a:pt x="824058" y="193455"/>
                    <a:pt x="937529" y="204504"/>
                    <a:pt x="949664" y="205713"/>
                  </a:cubicBezTo>
                  <a:cubicBezTo>
                    <a:pt x="1057611" y="221620"/>
                    <a:pt x="1171864" y="270893"/>
                    <a:pt x="1233900" y="364352"/>
                  </a:cubicBezTo>
                  <a:cubicBezTo>
                    <a:pt x="1237957" y="371029"/>
                    <a:pt x="1232814" y="377392"/>
                    <a:pt x="1226718" y="378192"/>
                  </a:cubicBezTo>
                  <a:cubicBezTo>
                    <a:pt x="1225861" y="380106"/>
                    <a:pt x="1224603" y="381850"/>
                    <a:pt x="1223203" y="383526"/>
                  </a:cubicBezTo>
                  <a:cubicBezTo>
                    <a:pt x="1266637" y="429046"/>
                    <a:pt x="1324311" y="458307"/>
                    <a:pt x="1376118" y="493206"/>
                  </a:cubicBezTo>
                  <a:cubicBezTo>
                    <a:pt x="1408312" y="514237"/>
                    <a:pt x="1443116" y="531992"/>
                    <a:pt x="1473244" y="555900"/>
                  </a:cubicBezTo>
                  <a:cubicBezTo>
                    <a:pt x="1562836" y="404462"/>
                    <a:pt x="1728171" y="324157"/>
                    <a:pt x="1865722" y="223115"/>
                  </a:cubicBezTo>
                  <a:cubicBezTo>
                    <a:pt x="1883981" y="210342"/>
                    <a:pt x="1902126" y="197369"/>
                    <a:pt x="1920071" y="184139"/>
                  </a:cubicBezTo>
                  <a:cubicBezTo>
                    <a:pt x="1936692" y="173909"/>
                    <a:pt x="1950132" y="155907"/>
                    <a:pt x="1970077" y="152878"/>
                  </a:cubicBezTo>
                  <a:cubicBezTo>
                    <a:pt x="2006225" y="141181"/>
                    <a:pt x="2082120" y="190568"/>
                    <a:pt x="2120344" y="210961"/>
                  </a:cubicBezTo>
                  <a:cubicBezTo>
                    <a:pt x="2146500" y="214048"/>
                    <a:pt x="2222938" y="211733"/>
                    <a:pt x="2204012" y="255596"/>
                  </a:cubicBezTo>
                  <a:cubicBezTo>
                    <a:pt x="2223795" y="260977"/>
                    <a:pt x="2244359" y="263863"/>
                    <a:pt x="2264419" y="263911"/>
                  </a:cubicBezTo>
                  <a:cubicBezTo>
                    <a:pt x="2283355" y="263216"/>
                    <a:pt x="2309349" y="260310"/>
                    <a:pt x="2317597" y="282170"/>
                  </a:cubicBezTo>
                  <a:cubicBezTo>
                    <a:pt x="2318112" y="282037"/>
                    <a:pt x="2318664" y="281970"/>
                    <a:pt x="2319283" y="281999"/>
                  </a:cubicBezTo>
                  <a:cubicBezTo>
                    <a:pt x="2324503" y="281170"/>
                    <a:pt x="2336952" y="281532"/>
                    <a:pt x="2344382" y="282228"/>
                  </a:cubicBezTo>
                  <a:close/>
                  <a:moveTo>
                    <a:pt x="2190334" y="251443"/>
                  </a:moveTo>
                  <a:cubicBezTo>
                    <a:pt x="2197573" y="237355"/>
                    <a:pt x="2181218" y="233355"/>
                    <a:pt x="2170512" y="231688"/>
                  </a:cubicBezTo>
                  <a:cubicBezTo>
                    <a:pt x="2162826" y="230002"/>
                    <a:pt x="2155110" y="228487"/>
                    <a:pt x="2147385" y="227173"/>
                  </a:cubicBezTo>
                  <a:cubicBezTo>
                    <a:pt x="2161654" y="235869"/>
                    <a:pt x="2173617" y="247509"/>
                    <a:pt x="2190334" y="251443"/>
                  </a:cubicBezTo>
                  <a:close/>
                  <a:moveTo>
                    <a:pt x="1123753" y="2345543"/>
                  </a:moveTo>
                  <a:cubicBezTo>
                    <a:pt x="1146517" y="2350105"/>
                    <a:pt x="1150261" y="2342761"/>
                    <a:pt x="1166425" y="2330741"/>
                  </a:cubicBezTo>
                  <a:cubicBezTo>
                    <a:pt x="1143479" y="1947521"/>
                    <a:pt x="1140021" y="1560178"/>
                    <a:pt x="1063117" y="1182502"/>
                  </a:cubicBezTo>
                  <a:cubicBezTo>
                    <a:pt x="1053315" y="1140097"/>
                    <a:pt x="1039428" y="1098758"/>
                    <a:pt x="1031351" y="1056029"/>
                  </a:cubicBezTo>
                  <a:cubicBezTo>
                    <a:pt x="851233" y="1137096"/>
                    <a:pt x="646522" y="1099673"/>
                    <a:pt x="458412" y="1072012"/>
                  </a:cubicBezTo>
                  <a:cubicBezTo>
                    <a:pt x="453555" y="1071298"/>
                    <a:pt x="454736" y="1062982"/>
                    <a:pt x="459565" y="1063468"/>
                  </a:cubicBezTo>
                  <a:cubicBezTo>
                    <a:pt x="649208" y="1084985"/>
                    <a:pt x="846547" y="1119837"/>
                    <a:pt x="1029655" y="1046399"/>
                  </a:cubicBezTo>
                  <a:cubicBezTo>
                    <a:pt x="1028198" y="1037770"/>
                    <a:pt x="1026979" y="1028997"/>
                    <a:pt x="1026293" y="1020282"/>
                  </a:cubicBezTo>
                  <a:cubicBezTo>
                    <a:pt x="818238" y="1047104"/>
                    <a:pt x="605355" y="1065716"/>
                    <a:pt x="397348" y="1029197"/>
                  </a:cubicBezTo>
                  <a:cubicBezTo>
                    <a:pt x="398100" y="1037227"/>
                    <a:pt x="413559" y="1068088"/>
                    <a:pt x="400519" y="1068573"/>
                  </a:cubicBezTo>
                  <a:cubicBezTo>
                    <a:pt x="347522" y="1193408"/>
                    <a:pt x="280371" y="1312652"/>
                    <a:pt x="235956" y="1441439"/>
                  </a:cubicBezTo>
                  <a:cubicBezTo>
                    <a:pt x="199447" y="1526231"/>
                    <a:pt x="188750" y="1617775"/>
                    <a:pt x="168119" y="1707168"/>
                  </a:cubicBezTo>
                  <a:cubicBezTo>
                    <a:pt x="200228" y="1736114"/>
                    <a:pt x="177149" y="1778881"/>
                    <a:pt x="166804" y="1812409"/>
                  </a:cubicBezTo>
                  <a:cubicBezTo>
                    <a:pt x="159423" y="1844299"/>
                    <a:pt x="171453" y="1876370"/>
                    <a:pt x="170091" y="1908488"/>
                  </a:cubicBezTo>
                  <a:cubicBezTo>
                    <a:pt x="185902" y="1911212"/>
                    <a:pt x="222983" y="1923890"/>
                    <a:pt x="213182" y="1945140"/>
                  </a:cubicBezTo>
                  <a:cubicBezTo>
                    <a:pt x="220306" y="1951674"/>
                    <a:pt x="219135" y="1966067"/>
                    <a:pt x="211667" y="1970848"/>
                  </a:cubicBezTo>
                  <a:cubicBezTo>
                    <a:pt x="278399" y="2033513"/>
                    <a:pt x="134372" y="1991251"/>
                    <a:pt x="113245" y="1977192"/>
                  </a:cubicBezTo>
                  <a:cubicBezTo>
                    <a:pt x="118446" y="1993642"/>
                    <a:pt x="133172" y="2003167"/>
                    <a:pt x="142182" y="2016797"/>
                  </a:cubicBezTo>
                  <a:cubicBezTo>
                    <a:pt x="152812" y="2070594"/>
                    <a:pt x="76574" y="2004043"/>
                    <a:pt x="69345" y="1986955"/>
                  </a:cubicBezTo>
                  <a:cubicBezTo>
                    <a:pt x="47580" y="2096169"/>
                    <a:pt x="33740" y="2206640"/>
                    <a:pt x="17738" y="2316739"/>
                  </a:cubicBezTo>
                  <a:cubicBezTo>
                    <a:pt x="75926" y="2329512"/>
                    <a:pt x="135639" y="2341904"/>
                    <a:pt x="195484" y="2340742"/>
                  </a:cubicBezTo>
                  <a:cubicBezTo>
                    <a:pt x="211115" y="2340666"/>
                    <a:pt x="226421" y="2333655"/>
                    <a:pt x="241909" y="2336370"/>
                  </a:cubicBezTo>
                  <a:cubicBezTo>
                    <a:pt x="259445" y="2157110"/>
                    <a:pt x="258530" y="1975887"/>
                    <a:pt x="224478" y="1798484"/>
                  </a:cubicBezTo>
                  <a:cubicBezTo>
                    <a:pt x="223364" y="1792512"/>
                    <a:pt x="232451" y="1789940"/>
                    <a:pt x="233651" y="1795950"/>
                  </a:cubicBezTo>
                  <a:cubicBezTo>
                    <a:pt x="266541" y="1960961"/>
                    <a:pt x="277171" y="2130621"/>
                    <a:pt x="261407" y="2298241"/>
                  </a:cubicBezTo>
                  <a:cubicBezTo>
                    <a:pt x="257463" y="2333532"/>
                    <a:pt x="255463" y="2369831"/>
                    <a:pt x="268884" y="2403445"/>
                  </a:cubicBezTo>
                  <a:cubicBezTo>
                    <a:pt x="510676" y="2472816"/>
                    <a:pt x="771394" y="2463853"/>
                    <a:pt x="1006719" y="2374565"/>
                  </a:cubicBezTo>
                  <a:cubicBezTo>
                    <a:pt x="1015711" y="2174036"/>
                    <a:pt x="1017035" y="1973153"/>
                    <a:pt x="1023035" y="1772576"/>
                  </a:cubicBezTo>
                  <a:cubicBezTo>
                    <a:pt x="1035332" y="1751659"/>
                    <a:pt x="1033008" y="1832917"/>
                    <a:pt x="1034475" y="1840737"/>
                  </a:cubicBezTo>
                  <a:cubicBezTo>
                    <a:pt x="1040657" y="2009348"/>
                    <a:pt x="1033208" y="2178284"/>
                    <a:pt x="1022426" y="2346562"/>
                  </a:cubicBezTo>
                  <a:cubicBezTo>
                    <a:pt x="1053230" y="2325826"/>
                    <a:pt x="1090634" y="2339713"/>
                    <a:pt x="1123753" y="2345543"/>
                  </a:cubicBezTo>
                  <a:close/>
                  <a:moveTo>
                    <a:pt x="1074280" y="559196"/>
                  </a:moveTo>
                  <a:cubicBezTo>
                    <a:pt x="1102455" y="485672"/>
                    <a:pt x="1145717" y="415235"/>
                    <a:pt x="1206134" y="363847"/>
                  </a:cubicBezTo>
                  <a:cubicBezTo>
                    <a:pt x="1118009" y="269759"/>
                    <a:pt x="991822" y="225954"/>
                    <a:pt x="865025" y="220344"/>
                  </a:cubicBezTo>
                  <a:cubicBezTo>
                    <a:pt x="929290" y="303564"/>
                    <a:pt x="851538" y="368648"/>
                    <a:pt x="767546" y="378268"/>
                  </a:cubicBezTo>
                  <a:cubicBezTo>
                    <a:pt x="678621" y="392622"/>
                    <a:pt x="603011" y="332901"/>
                    <a:pt x="524983" y="300897"/>
                  </a:cubicBezTo>
                  <a:cubicBezTo>
                    <a:pt x="472909" y="278875"/>
                    <a:pt x="418360" y="263406"/>
                    <a:pt x="362734" y="253519"/>
                  </a:cubicBezTo>
                  <a:cubicBezTo>
                    <a:pt x="257263" y="285237"/>
                    <a:pt x="176225" y="371743"/>
                    <a:pt x="152069" y="479319"/>
                  </a:cubicBezTo>
                  <a:cubicBezTo>
                    <a:pt x="184759" y="522181"/>
                    <a:pt x="233965" y="548432"/>
                    <a:pt x="281085" y="572835"/>
                  </a:cubicBezTo>
                  <a:cubicBezTo>
                    <a:pt x="296440" y="582370"/>
                    <a:pt x="315937" y="581313"/>
                    <a:pt x="331358" y="589295"/>
                  </a:cubicBezTo>
                  <a:cubicBezTo>
                    <a:pt x="332406" y="570216"/>
                    <a:pt x="333168" y="551156"/>
                    <a:pt x="332168" y="532030"/>
                  </a:cubicBezTo>
                  <a:cubicBezTo>
                    <a:pt x="331901" y="526906"/>
                    <a:pt x="339645" y="527030"/>
                    <a:pt x="340074" y="532030"/>
                  </a:cubicBezTo>
                  <a:cubicBezTo>
                    <a:pt x="340540" y="537431"/>
                    <a:pt x="340883" y="542832"/>
                    <a:pt x="341131" y="548242"/>
                  </a:cubicBezTo>
                  <a:cubicBezTo>
                    <a:pt x="344541" y="627937"/>
                    <a:pt x="334768" y="707433"/>
                    <a:pt x="325653" y="786462"/>
                  </a:cubicBezTo>
                  <a:cubicBezTo>
                    <a:pt x="358066" y="859776"/>
                    <a:pt x="369639" y="939719"/>
                    <a:pt x="393261" y="1015929"/>
                  </a:cubicBezTo>
                  <a:cubicBezTo>
                    <a:pt x="602859" y="1050143"/>
                    <a:pt x="815762" y="1026768"/>
                    <a:pt x="1025407" y="1005023"/>
                  </a:cubicBezTo>
                  <a:cubicBezTo>
                    <a:pt x="1023197" y="934881"/>
                    <a:pt x="1045000" y="866710"/>
                    <a:pt x="1051887" y="796959"/>
                  </a:cubicBezTo>
                  <a:cubicBezTo>
                    <a:pt x="1059897" y="715834"/>
                    <a:pt x="1056316" y="634519"/>
                    <a:pt x="1052163" y="553280"/>
                  </a:cubicBezTo>
                  <a:cubicBezTo>
                    <a:pt x="1053249" y="535164"/>
                    <a:pt x="1077490" y="542622"/>
                    <a:pt x="1074280" y="559196"/>
                  </a:cubicBezTo>
                  <a:close/>
                  <a:moveTo>
                    <a:pt x="823563" y="2604403"/>
                  </a:moveTo>
                  <a:cubicBezTo>
                    <a:pt x="858453" y="2542777"/>
                    <a:pt x="909955" y="2490875"/>
                    <a:pt x="937215" y="2425152"/>
                  </a:cubicBezTo>
                  <a:cubicBezTo>
                    <a:pt x="824439" y="2462281"/>
                    <a:pt x="704548" y="2478474"/>
                    <a:pt x="585733" y="2475597"/>
                  </a:cubicBezTo>
                  <a:cubicBezTo>
                    <a:pt x="568340" y="2563456"/>
                    <a:pt x="558968" y="2654705"/>
                    <a:pt x="526678" y="2738630"/>
                  </a:cubicBezTo>
                  <a:cubicBezTo>
                    <a:pt x="502532" y="2789036"/>
                    <a:pt x="467071" y="2833813"/>
                    <a:pt x="449878" y="2887610"/>
                  </a:cubicBezTo>
                  <a:cubicBezTo>
                    <a:pt x="406911" y="3023542"/>
                    <a:pt x="399672" y="3168160"/>
                    <a:pt x="358895" y="3304986"/>
                  </a:cubicBezTo>
                  <a:cubicBezTo>
                    <a:pt x="353314" y="3325246"/>
                    <a:pt x="346979" y="3344972"/>
                    <a:pt x="339998" y="3364765"/>
                  </a:cubicBezTo>
                  <a:cubicBezTo>
                    <a:pt x="335483" y="3377548"/>
                    <a:pt x="316518" y="3372519"/>
                    <a:pt x="319576" y="3359136"/>
                  </a:cubicBezTo>
                  <a:cubicBezTo>
                    <a:pt x="323014" y="3344096"/>
                    <a:pt x="326586" y="3329056"/>
                    <a:pt x="330206" y="3314045"/>
                  </a:cubicBezTo>
                  <a:cubicBezTo>
                    <a:pt x="254692" y="3385539"/>
                    <a:pt x="318214" y="3495239"/>
                    <a:pt x="296545" y="3583793"/>
                  </a:cubicBezTo>
                  <a:cubicBezTo>
                    <a:pt x="291811" y="3624407"/>
                    <a:pt x="279257" y="3670384"/>
                    <a:pt x="296116" y="3709170"/>
                  </a:cubicBezTo>
                  <a:cubicBezTo>
                    <a:pt x="338035" y="3721105"/>
                    <a:pt x="384146" y="3711047"/>
                    <a:pt x="425761" y="3701969"/>
                  </a:cubicBezTo>
                  <a:cubicBezTo>
                    <a:pt x="446192" y="3608758"/>
                    <a:pt x="428142" y="3512165"/>
                    <a:pt x="438553" y="3418115"/>
                  </a:cubicBezTo>
                  <a:cubicBezTo>
                    <a:pt x="481815" y="3198630"/>
                    <a:pt x="681936" y="3054384"/>
                    <a:pt x="755335" y="2847348"/>
                  </a:cubicBezTo>
                  <a:cubicBezTo>
                    <a:pt x="785272" y="2768043"/>
                    <a:pt x="779929" y="2678861"/>
                    <a:pt x="823563" y="2604403"/>
                  </a:cubicBezTo>
                  <a:close/>
                  <a:moveTo>
                    <a:pt x="728246" y="3801553"/>
                  </a:moveTo>
                  <a:cubicBezTo>
                    <a:pt x="785168" y="3766501"/>
                    <a:pt x="825468" y="3733545"/>
                    <a:pt x="810333" y="3660288"/>
                  </a:cubicBezTo>
                  <a:cubicBezTo>
                    <a:pt x="808199" y="3646934"/>
                    <a:pt x="805446" y="3633713"/>
                    <a:pt x="802541" y="3620511"/>
                  </a:cubicBezTo>
                  <a:cubicBezTo>
                    <a:pt x="811704" y="3668870"/>
                    <a:pt x="763460" y="3684015"/>
                    <a:pt x="724950" y="3685491"/>
                  </a:cubicBezTo>
                  <a:cubicBezTo>
                    <a:pt x="697880" y="3687053"/>
                    <a:pt x="640045" y="3691149"/>
                    <a:pt x="618909" y="3674480"/>
                  </a:cubicBezTo>
                  <a:cubicBezTo>
                    <a:pt x="614022" y="3702455"/>
                    <a:pt x="598277" y="3741317"/>
                    <a:pt x="629539" y="3759272"/>
                  </a:cubicBezTo>
                  <a:cubicBezTo>
                    <a:pt x="659657" y="3779084"/>
                    <a:pt x="691889" y="3797495"/>
                    <a:pt x="728246" y="3801553"/>
                  </a:cubicBezTo>
                  <a:close/>
                  <a:moveTo>
                    <a:pt x="788616" y="3637123"/>
                  </a:moveTo>
                  <a:cubicBezTo>
                    <a:pt x="791587" y="3622055"/>
                    <a:pt x="786920" y="3606672"/>
                    <a:pt x="783434" y="3592136"/>
                  </a:cubicBezTo>
                  <a:cubicBezTo>
                    <a:pt x="763660" y="3520099"/>
                    <a:pt x="761279" y="3444775"/>
                    <a:pt x="741819" y="3372766"/>
                  </a:cubicBezTo>
                  <a:cubicBezTo>
                    <a:pt x="719626" y="3306625"/>
                    <a:pt x="697166" y="3240045"/>
                    <a:pt x="695994" y="3169531"/>
                  </a:cubicBezTo>
                  <a:cubicBezTo>
                    <a:pt x="693204" y="3116334"/>
                    <a:pt x="696023" y="3063232"/>
                    <a:pt x="699061" y="3010064"/>
                  </a:cubicBezTo>
                  <a:cubicBezTo>
                    <a:pt x="654370" y="3080177"/>
                    <a:pt x="603697" y="3146300"/>
                    <a:pt x="559844" y="3216947"/>
                  </a:cubicBezTo>
                  <a:cubicBezTo>
                    <a:pt x="578523" y="3257152"/>
                    <a:pt x="596963" y="3298386"/>
                    <a:pt x="606917" y="3341724"/>
                  </a:cubicBezTo>
                  <a:cubicBezTo>
                    <a:pt x="612222" y="3363156"/>
                    <a:pt x="606307" y="3385244"/>
                    <a:pt x="610822" y="3406656"/>
                  </a:cubicBezTo>
                  <a:cubicBezTo>
                    <a:pt x="613051" y="3415800"/>
                    <a:pt x="616994" y="3424278"/>
                    <a:pt x="622357" y="3432021"/>
                  </a:cubicBezTo>
                  <a:cubicBezTo>
                    <a:pt x="625995" y="3438994"/>
                    <a:pt x="645664" y="3461197"/>
                    <a:pt x="626862" y="3460111"/>
                  </a:cubicBezTo>
                  <a:cubicBezTo>
                    <a:pt x="636587" y="3516613"/>
                    <a:pt x="633472" y="3574525"/>
                    <a:pt x="628929" y="3631522"/>
                  </a:cubicBezTo>
                  <a:cubicBezTo>
                    <a:pt x="625081" y="3654811"/>
                    <a:pt x="619499" y="3670851"/>
                    <a:pt x="650427" y="3670642"/>
                  </a:cubicBezTo>
                  <a:cubicBezTo>
                    <a:pt x="683926" y="3671794"/>
                    <a:pt x="781081" y="3679929"/>
                    <a:pt x="788616" y="3637123"/>
                  </a:cubicBezTo>
                  <a:close/>
                  <a:moveTo>
                    <a:pt x="790282" y="3562695"/>
                  </a:moveTo>
                  <a:cubicBezTo>
                    <a:pt x="783282" y="3523071"/>
                    <a:pt x="780910" y="3483285"/>
                    <a:pt x="778814" y="3443194"/>
                  </a:cubicBezTo>
                  <a:cubicBezTo>
                    <a:pt x="777500" y="3417867"/>
                    <a:pt x="773195" y="3390073"/>
                    <a:pt x="757126" y="3370004"/>
                  </a:cubicBezTo>
                  <a:cubicBezTo>
                    <a:pt x="774299" y="3432993"/>
                    <a:pt x="774642" y="3499277"/>
                    <a:pt x="790282" y="3562695"/>
                  </a:cubicBezTo>
                  <a:close/>
                  <a:moveTo>
                    <a:pt x="517496" y="2707645"/>
                  </a:moveTo>
                  <a:cubicBezTo>
                    <a:pt x="542051" y="2631836"/>
                    <a:pt x="551767" y="2551969"/>
                    <a:pt x="572865" y="2475188"/>
                  </a:cubicBezTo>
                  <a:cubicBezTo>
                    <a:pt x="515972" y="2472835"/>
                    <a:pt x="459193" y="2466653"/>
                    <a:pt x="403196" y="2456309"/>
                  </a:cubicBezTo>
                  <a:cubicBezTo>
                    <a:pt x="467680" y="2560951"/>
                    <a:pt x="387737" y="2692053"/>
                    <a:pt x="448230" y="2799171"/>
                  </a:cubicBezTo>
                  <a:cubicBezTo>
                    <a:pt x="451078" y="2805610"/>
                    <a:pt x="454155" y="2811953"/>
                    <a:pt x="457003" y="2818402"/>
                  </a:cubicBezTo>
                  <a:cubicBezTo>
                    <a:pt x="476862" y="2781130"/>
                    <a:pt x="503408" y="2747850"/>
                    <a:pt x="517496" y="2707645"/>
                  </a:cubicBezTo>
                  <a:close/>
                  <a:moveTo>
                    <a:pt x="459270" y="3821175"/>
                  </a:moveTo>
                  <a:cubicBezTo>
                    <a:pt x="461365" y="3786599"/>
                    <a:pt x="441839" y="3756157"/>
                    <a:pt x="433819" y="3723620"/>
                  </a:cubicBezTo>
                  <a:cubicBezTo>
                    <a:pt x="387651" y="3740536"/>
                    <a:pt x="333092" y="3742860"/>
                    <a:pt x="286086" y="3727792"/>
                  </a:cubicBezTo>
                  <a:cubicBezTo>
                    <a:pt x="267722" y="3715333"/>
                    <a:pt x="269151" y="3688968"/>
                    <a:pt x="267569" y="3669203"/>
                  </a:cubicBezTo>
                  <a:cubicBezTo>
                    <a:pt x="258283" y="3744898"/>
                    <a:pt x="280114" y="3804573"/>
                    <a:pt x="355819" y="3832024"/>
                  </a:cubicBezTo>
                  <a:cubicBezTo>
                    <a:pt x="378707" y="3841044"/>
                    <a:pt x="402863" y="3845968"/>
                    <a:pt x="426856" y="3850950"/>
                  </a:cubicBezTo>
                  <a:cubicBezTo>
                    <a:pt x="457298" y="3860151"/>
                    <a:pt x="456431" y="3846844"/>
                    <a:pt x="459270" y="3821175"/>
                  </a:cubicBezTo>
                  <a:close/>
                  <a:moveTo>
                    <a:pt x="397319" y="1066983"/>
                  </a:moveTo>
                  <a:cubicBezTo>
                    <a:pt x="397090" y="1066707"/>
                    <a:pt x="396871" y="1066411"/>
                    <a:pt x="396671" y="1066087"/>
                  </a:cubicBezTo>
                  <a:cubicBezTo>
                    <a:pt x="358800" y="984144"/>
                    <a:pt x="351266" y="891399"/>
                    <a:pt x="323262" y="805883"/>
                  </a:cubicBezTo>
                  <a:cubicBezTo>
                    <a:pt x="296459" y="1011566"/>
                    <a:pt x="260635" y="1215973"/>
                    <a:pt x="224164" y="1420132"/>
                  </a:cubicBezTo>
                  <a:cubicBezTo>
                    <a:pt x="274294" y="1299374"/>
                    <a:pt x="326367" y="1176901"/>
                    <a:pt x="397319" y="1066983"/>
                  </a:cubicBezTo>
                  <a:close/>
                  <a:moveTo>
                    <a:pt x="332082" y="3306339"/>
                  </a:moveTo>
                  <a:cubicBezTo>
                    <a:pt x="333292" y="3301281"/>
                    <a:pt x="334530" y="3296223"/>
                    <a:pt x="335768" y="3291166"/>
                  </a:cubicBezTo>
                  <a:cubicBezTo>
                    <a:pt x="234756" y="3327580"/>
                    <a:pt x="239223" y="3414238"/>
                    <a:pt x="257340" y="3503278"/>
                  </a:cubicBezTo>
                  <a:cubicBezTo>
                    <a:pt x="264169" y="3548141"/>
                    <a:pt x="271599" y="3593518"/>
                    <a:pt x="269265" y="3639038"/>
                  </a:cubicBezTo>
                  <a:cubicBezTo>
                    <a:pt x="273504" y="3597899"/>
                    <a:pt x="286924" y="3557685"/>
                    <a:pt x="287153" y="3516184"/>
                  </a:cubicBezTo>
                  <a:cubicBezTo>
                    <a:pt x="284867" y="3446156"/>
                    <a:pt x="255606" y="3351887"/>
                    <a:pt x="325177" y="3304596"/>
                  </a:cubicBezTo>
                  <a:cubicBezTo>
                    <a:pt x="327853" y="3303034"/>
                    <a:pt x="330644" y="3304253"/>
                    <a:pt x="332082" y="3306339"/>
                  </a:cubicBezTo>
                  <a:close/>
                  <a:moveTo>
                    <a:pt x="330625" y="602096"/>
                  </a:moveTo>
                  <a:cubicBezTo>
                    <a:pt x="292230" y="622937"/>
                    <a:pt x="168062" y="533688"/>
                    <a:pt x="147059" y="499712"/>
                  </a:cubicBezTo>
                  <a:cubicBezTo>
                    <a:pt x="119189" y="628242"/>
                    <a:pt x="139906" y="761688"/>
                    <a:pt x="121646" y="891399"/>
                  </a:cubicBezTo>
                  <a:cubicBezTo>
                    <a:pt x="99625" y="1044732"/>
                    <a:pt x="52552" y="1196418"/>
                    <a:pt x="69897" y="1352876"/>
                  </a:cubicBezTo>
                  <a:cubicBezTo>
                    <a:pt x="76669" y="1446125"/>
                    <a:pt x="88671" y="1538956"/>
                    <a:pt x="94976" y="1632225"/>
                  </a:cubicBezTo>
                  <a:cubicBezTo>
                    <a:pt x="95786" y="1645369"/>
                    <a:pt x="94434" y="1658571"/>
                    <a:pt x="94100" y="1671744"/>
                  </a:cubicBezTo>
                  <a:cubicBezTo>
                    <a:pt x="93938" y="1678373"/>
                    <a:pt x="88080" y="1682288"/>
                    <a:pt x="82537" y="1682269"/>
                  </a:cubicBezTo>
                  <a:cubicBezTo>
                    <a:pt x="69364" y="1751249"/>
                    <a:pt x="46418" y="1819001"/>
                    <a:pt x="52676" y="1890143"/>
                  </a:cubicBezTo>
                  <a:cubicBezTo>
                    <a:pt x="53105" y="1910031"/>
                    <a:pt x="51038" y="1930376"/>
                    <a:pt x="61144" y="1948445"/>
                  </a:cubicBezTo>
                  <a:cubicBezTo>
                    <a:pt x="62763" y="1952379"/>
                    <a:pt x="76831" y="1994384"/>
                    <a:pt x="119141" y="2024769"/>
                  </a:cubicBezTo>
                  <a:cubicBezTo>
                    <a:pt x="123837" y="2028150"/>
                    <a:pt x="136277" y="2027817"/>
                    <a:pt x="133848" y="2022569"/>
                  </a:cubicBezTo>
                  <a:cubicBezTo>
                    <a:pt x="132276" y="2019168"/>
                    <a:pt x="124104" y="2011853"/>
                    <a:pt x="122018" y="2010024"/>
                  </a:cubicBezTo>
                  <a:cubicBezTo>
                    <a:pt x="108330" y="1996147"/>
                    <a:pt x="100520" y="1977620"/>
                    <a:pt x="95643" y="1959018"/>
                  </a:cubicBezTo>
                  <a:cubicBezTo>
                    <a:pt x="87471" y="1928138"/>
                    <a:pt x="87957" y="1895543"/>
                    <a:pt x="98882" y="1865397"/>
                  </a:cubicBezTo>
                  <a:cubicBezTo>
                    <a:pt x="100072" y="1862130"/>
                    <a:pt x="105273" y="1862454"/>
                    <a:pt x="105197" y="1866254"/>
                  </a:cubicBezTo>
                  <a:cubicBezTo>
                    <a:pt x="102777" y="1900877"/>
                    <a:pt x="96024" y="1936044"/>
                    <a:pt x="110121" y="1969439"/>
                  </a:cubicBezTo>
                  <a:cubicBezTo>
                    <a:pt x="143792" y="1983526"/>
                    <a:pt x="180540" y="1994022"/>
                    <a:pt x="217049" y="1994499"/>
                  </a:cubicBezTo>
                  <a:cubicBezTo>
                    <a:pt x="216573" y="1975315"/>
                    <a:pt x="166052" y="1958770"/>
                    <a:pt x="151222" y="1947264"/>
                  </a:cubicBezTo>
                  <a:cubicBezTo>
                    <a:pt x="110807" y="1953513"/>
                    <a:pt x="106416" y="1862577"/>
                    <a:pt x="112464" y="1835888"/>
                  </a:cubicBezTo>
                  <a:cubicBezTo>
                    <a:pt x="124837" y="1816515"/>
                    <a:pt x="122466" y="1907012"/>
                    <a:pt x="130771" y="1915575"/>
                  </a:cubicBezTo>
                  <a:cubicBezTo>
                    <a:pt x="133067" y="1922271"/>
                    <a:pt x="141287" y="1944264"/>
                    <a:pt x="151669" y="1934434"/>
                  </a:cubicBezTo>
                  <a:cubicBezTo>
                    <a:pt x="169729" y="1905288"/>
                    <a:pt x="150345" y="1863092"/>
                    <a:pt x="153184" y="1830469"/>
                  </a:cubicBezTo>
                  <a:cubicBezTo>
                    <a:pt x="152279" y="1792073"/>
                    <a:pt x="193541" y="1751402"/>
                    <a:pt x="164109" y="1716178"/>
                  </a:cubicBezTo>
                  <a:cubicBezTo>
                    <a:pt x="145526" y="1721055"/>
                    <a:pt x="160623" y="1684593"/>
                    <a:pt x="160394" y="1673678"/>
                  </a:cubicBezTo>
                  <a:cubicBezTo>
                    <a:pt x="222002" y="1317586"/>
                    <a:pt x="302555" y="963056"/>
                    <a:pt x="330625" y="602096"/>
                  </a:cubicBezTo>
                  <a:close/>
                  <a:moveTo>
                    <a:pt x="202809" y="1938254"/>
                  </a:moveTo>
                  <a:cubicBezTo>
                    <a:pt x="203200" y="1937977"/>
                    <a:pt x="203628" y="1937739"/>
                    <a:pt x="204104" y="1937568"/>
                  </a:cubicBezTo>
                  <a:cubicBezTo>
                    <a:pt x="195160" y="1927709"/>
                    <a:pt x="182606" y="1921461"/>
                    <a:pt x="169386" y="1918089"/>
                  </a:cubicBezTo>
                  <a:cubicBezTo>
                    <a:pt x="169052" y="1920813"/>
                    <a:pt x="168567" y="1923519"/>
                    <a:pt x="167909" y="1926147"/>
                  </a:cubicBezTo>
                  <a:cubicBezTo>
                    <a:pt x="179778" y="1929634"/>
                    <a:pt x="191493" y="1933196"/>
                    <a:pt x="202809" y="1938254"/>
                  </a:cubicBezTo>
                  <a:close/>
                  <a:moveTo>
                    <a:pt x="201552" y="1961771"/>
                  </a:moveTo>
                  <a:cubicBezTo>
                    <a:pt x="224907" y="1951608"/>
                    <a:pt x="173396" y="1936777"/>
                    <a:pt x="166700" y="1930224"/>
                  </a:cubicBezTo>
                  <a:cubicBezTo>
                    <a:pt x="165176" y="1934625"/>
                    <a:pt x="162985" y="1938997"/>
                    <a:pt x="159632" y="1942206"/>
                  </a:cubicBezTo>
                  <a:cubicBezTo>
                    <a:pt x="174301" y="1946921"/>
                    <a:pt x="187036" y="1956151"/>
                    <a:pt x="200104" y="1963057"/>
                  </a:cubicBezTo>
                  <a:cubicBezTo>
                    <a:pt x="200494" y="1962542"/>
                    <a:pt x="200980" y="1962085"/>
                    <a:pt x="201552" y="1961771"/>
                  </a:cubicBezTo>
                  <a:close/>
                </a:path>
              </a:pathLst>
            </a:custGeom>
            <a:solidFill>
              <a:srgbClr val="000000"/>
            </a:solidFill>
            <a:ln w="9525" cap="flat">
              <a:noFill/>
              <a:prstDash val="solid"/>
              <a:miter/>
            </a:ln>
          </p:spPr>
          <p:txBody>
            <a:bodyPr/>
            <a:lstStyle/>
            <a:p>
              <a:endParaRPr lang="en-US"/>
            </a:p>
          </p:txBody>
        </p:sp>
        <p:pic>
          <p:nvPicPr>
            <p:cNvPr id="46" name="Graphic 45" descr="Woman with long hair">
              <a:extLst>
                <a:ext uri="{FF2B5EF4-FFF2-40B4-BE49-F238E27FC236}">
                  <a16:creationId xmlns:a16="http://schemas.microsoft.com/office/drawing/2014/main" id="{21FE4CAB-0F7B-7B2F-C446-7C27044410B0}"/>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859989" y="1860548"/>
              <a:ext cx="942975" cy="1047750"/>
            </a:xfrm>
            <a:prstGeom prst="rect">
              <a:avLst/>
            </a:prstGeom>
          </p:spPr>
        </p:pic>
        <p:pic>
          <p:nvPicPr>
            <p:cNvPr id="48" name="Graphic 47" descr="A smiling woman">
              <a:extLst>
                <a:ext uri="{FF2B5EF4-FFF2-40B4-BE49-F238E27FC236}">
                  <a16:creationId xmlns:a16="http://schemas.microsoft.com/office/drawing/2014/main" id="{693FEBF5-251A-F35D-6485-395DE913DAA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306076" y="2192335"/>
              <a:ext cx="304800" cy="333375"/>
            </a:xfrm>
            <a:prstGeom prst="rect">
              <a:avLst/>
            </a:prstGeom>
          </p:spPr>
        </p:pic>
      </p:grpSp>
      <p:sp>
        <p:nvSpPr>
          <p:cNvPr id="59" name="TextBox 58">
            <a:extLst>
              <a:ext uri="{FF2B5EF4-FFF2-40B4-BE49-F238E27FC236}">
                <a16:creationId xmlns:a16="http://schemas.microsoft.com/office/drawing/2014/main" id="{2FF6118D-8C83-C6AB-020C-25FA94CF1AE9}"/>
              </a:ext>
            </a:extLst>
          </p:cNvPr>
          <p:cNvSpPr txBox="1"/>
          <p:nvPr/>
        </p:nvSpPr>
        <p:spPr>
          <a:xfrm>
            <a:off x="-5076497" y="2538871"/>
            <a:ext cx="4152024" cy="954107"/>
          </a:xfrm>
          <a:prstGeom prst="rect">
            <a:avLst/>
          </a:prstGeom>
          <a:noFill/>
        </p:spPr>
        <p:txBody>
          <a:bodyPr wrap="square">
            <a:spAutoFit/>
          </a:bodyPr>
          <a:lstStyle>
            <a:defPPr>
              <a:defRPr lang="en-US"/>
            </a:defPPr>
            <a:lvl1pPr>
              <a:defRPr sz="1400"/>
            </a:lvl1pPr>
          </a:lstStyle>
          <a:p>
            <a:r>
              <a:rPr lang="en-US" dirty="0"/>
              <a:t>A person claims to be able to distinguish, purely by taste, </a:t>
            </a:r>
            <a:r>
              <a:rPr lang="en-US" b="1" dirty="0">
                <a:highlight>
                  <a:srgbClr val="FFC000"/>
                </a:highlight>
              </a:rPr>
              <a:t>whether a cup of tea was prepared by adding milk first and then tea, or adding tea first and then milk.</a:t>
            </a:r>
          </a:p>
        </p:txBody>
      </p:sp>
      <p:sp>
        <p:nvSpPr>
          <p:cNvPr id="70" name="Oval 69">
            <a:extLst>
              <a:ext uri="{FF2B5EF4-FFF2-40B4-BE49-F238E27FC236}">
                <a16:creationId xmlns:a16="http://schemas.microsoft.com/office/drawing/2014/main" id="{9803F6ED-6E14-EC4D-B48A-8E5BD77133D6}"/>
              </a:ext>
            </a:extLst>
          </p:cNvPr>
          <p:cNvSpPr/>
          <p:nvPr/>
        </p:nvSpPr>
        <p:spPr>
          <a:xfrm>
            <a:off x="-3381126" y="3548586"/>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Oval 70">
            <a:extLst>
              <a:ext uri="{FF2B5EF4-FFF2-40B4-BE49-F238E27FC236}">
                <a16:creationId xmlns:a16="http://schemas.microsoft.com/office/drawing/2014/main" id="{1EB9A422-410B-0377-94F5-A0C4FD0C58BA}"/>
              </a:ext>
            </a:extLst>
          </p:cNvPr>
          <p:cNvSpPr/>
          <p:nvPr/>
        </p:nvSpPr>
        <p:spPr>
          <a:xfrm>
            <a:off x="-3381126" y="3545833"/>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Oval 77">
            <a:extLst>
              <a:ext uri="{FF2B5EF4-FFF2-40B4-BE49-F238E27FC236}">
                <a16:creationId xmlns:a16="http://schemas.microsoft.com/office/drawing/2014/main" id="{C2598289-2400-FFBB-33CA-0F62450F8A5E}"/>
              </a:ext>
            </a:extLst>
          </p:cNvPr>
          <p:cNvSpPr/>
          <p:nvPr/>
        </p:nvSpPr>
        <p:spPr>
          <a:xfrm>
            <a:off x="-2722221" y="3545833"/>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reeform: Shape 67">
            <a:extLst>
              <a:ext uri="{FF2B5EF4-FFF2-40B4-BE49-F238E27FC236}">
                <a16:creationId xmlns:a16="http://schemas.microsoft.com/office/drawing/2014/main" id="{4179F368-D8B8-D745-0312-DF5ADE1C98B5}"/>
              </a:ext>
            </a:extLst>
          </p:cNvPr>
          <p:cNvSpPr/>
          <p:nvPr/>
        </p:nvSpPr>
        <p:spPr>
          <a:xfrm>
            <a:off x="-3409702" y="3514620"/>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sp>
        <p:nvSpPr>
          <p:cNvPr id="77" name="Freeform: Shape 76">
            <a:extLst>
              <a:ext uri="{FF2B5EF4-FFF2-40B4-BE49-F238E27FC236}">
                <a16:creationId xmlns:a16="http://schemas.microsoft.com/office/drawing/2014/main" id="{D0B1F0A1-B54F-2470-6E2C-C75DE0B09133}"/>
              </a:ext>
            </a:extLst>
          </p:cNvPr>
          <p:cNvSpPr/>
          <p:nvPr/>
        </p:nvSpPr>
        <p:spPr>
          <a:xfrm>
            <a:off x="-2750796" y="3514620"/>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sp>
        <p:nvSpPr>
          <p:cNvPr id="82" name="TextBox 81">
            <a:extLst>
              <a:ext uri="{FF2B5EF4-FFF2-40B4-BE49-F238E27FC236}">
                <a16:creationId xmlns:a16="http://schemas.microsoft.com/office/drawing/2014/main" id="{F101B671-3B63-39A7-06E5-E3CFB62F0100}"/>
              </a:ext>
            </a:extLst>
          </p:cNvPr>
          <p:cNvSpPr txBox="1"/>
          <p:nvPr/>
        </p:nvSpPr>
        <p:spPr>
          <a:xfrm>
            <a:off x="-5083826" y="3932435"/>
            <a:ext cx="4152024" cy="523220"/>
          </a:xfrm>
          <a:prstGeom prst="rect">
            <a:avLst/>
          </a:prstGeom>
          <a:noFill/>
        </p:spPr>
        <p:txBody>
          <a:bodyPr wrap="square">
            <a:spAutoFit/>
          </a:bodyPr>
          <a:lstStyle/>
          <a:p>
            <a:r>
              <a:rPr lang="en-US" sz="1400" dirty="0"/>
              <a:t>Does the person genuinely possess this ability? </a:t>
            </a:r>
          </a:p>
          <a:p>
            <a:r>
              <a:rPr lang="en-US" sz="1400" dirty="0"/>
              <a:t>Are correct answers simply the result of guessing?</a:t>
            </a:r>
          </a:p>
        </p:txBody>
      </p:sp>
      <p:sp>
        <p:nvSpPr>
          <p:cNvPr id="84" name="TextBox 83">
            <a:extLst>
              <a:ext uri="{FF2B5EF4-FFF2-40B4-BE49-F238E27FC236}">
                <a16:creationId xmlns:a16="http://schemas.microsoft.com/office/drawing/2014/main" id="{ACD7FA3E-9925-049D-43B9-0B5AB3110FE6}"/>
              </a:ext>
            </a:extLst>
          </p:cNvPr>
          <p:cNvSpPr txBox="1"/>
          <p:nvPr/>
        </p:nvSpPr>
        <p:spPr>
          <a:xfrm>
            <a:off x="-6148179" y="4605272"/>
            <a:ext cx="5223706" cy="738664"/>
          </a:xfrm>
          <a:prstGeom prst="rect">
            <a:avLst/>
          </a:prstGeom>
          <a:noFill/>
        </p:spPr>
        <p:txBody>
          <a:bodyPr wrap="square">
            <a:spAutoFit/>
          </a:bodyPr>
          <a:lstStyle/>
          <a:p>
            <a:r>
              <a:rPr lang="en-US" sz="1400" dirty="0"/>
              <a:t>Rather than relying on intuition or authority, </a:t>
            </a:r>
            <a:r>
              <a:rPr lang="en-US" sz="1400" b="1" dirty="0">
                <a:highlight>
                  <a:srgbClr val="FFC000"/>
                </a:highlight>
              </a:rPr>
              <a:t>Fisher proposes that the claim should be evaluated using a formal experimental procedure.</a:t>
            </a:r>
          </a:p>
        </p:txBody>
      </p:sp>
      <p:sp>
        <p:nvSpPr>
          <p:cNvPr id="89" name="TextBox 88">
            <a:extLst>
              <a:ext uri="{FF2B5EF4-FFF2-40B4-BE49-F238E27FC236}">
                <a16:creationId xmlns:a16="http://schemas.microsoft.com/office/drawing/2014/main" id="{EE97B4A1-8E34-A540-E66C-7060C80E5B10}"/>
              </a:ext>
            </a:extLst>
          </p:cNvPr>
          <p:cNvSpPr txBox="1"/>
          <p:nvPr/>
        </p:nvSpPr>
        <p:spPr>
          <a:xfrm>
            <a:off x="1121904" y="2015651"/>
            <a:ext cx="3522586" cy="523220"/>
          </a:xfrm>
          <a:prstGeom prst="rect">
            <a:avLst/>
          </a:prstGeom>
          <a:noFill/>
        </p:spPr>
        <p:txBody>
          <a:bodyPr wrap="square">
            <a:spAutoFit/>
          </a:bodyPr>
          <a:lstStyle>
            <a:defPPr>
              <a:defRPr lang="en-US"/>
            </a:defPPr>
            <a:lvl1pPr>
              <a:defRPr sz="1400"/>
            </a:lvl1pPr>
          </a:lstStyle>
          <a:p>
            <a:r>
              <a:rPr lang="en-US" dirty="0"/>
              <a:t>How likely </a:t>
            </a:r>
            <a:r>
              <a:rPr lang="en-US" i="1" dirty="0"/>
              <a:t>would this level of performance be </a:t>
            </a:r>
            <a:r>
              <a:rPr lang="en-US" dirty="0"/>
              <a:t>if the person </a:t>
            </a:r>
            <a:r>
              <a:rPr lang="en-US" i="1" dirty="0"/>
              <a:t>had no real ability at all</a:t>
            </a:r>
            <a:r>
              <a:rPr lang="en-US" dirty="0"/>
              <a:t>? </a:t>
            </a:r>
          </a:p>
        </p:txBody>
      </p:sp>
      <p:sp>
        <p:nvSpPr>
          <p:cNvPr id="90" name="Rectangle 89">
            <a:extLst>
              <a:ext uri="{FF2B5EF4-FFF2-40B4-BE49-F238E27FC236}">
                <a16:creationId xmlns:a16="http://schemas.microsoft.com/office/drawing/2014/main" id="{79B17D92-7BB8-DF7B-CD6B-036463419397}"/>
              </a:ext>
            </a:extLst>
          </p:cNvPr>
          <p:cNvSpPr/>
          <p:nvPr/>
        </p:nvSpPr>
        <p:spPr>
          <a:xfrm>
            <a:off x="1019185" y="2015652"/>
            <a:ext cx="45719" cy="523219"/>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ight Brace 92">
            <a:extLst>
              <a:ext uri="{FF2B5EF4-FFF2-40B4-BE49-F238E27FC236}">
                <a16:creationId xmlns:a16="http://schemas.microsoft.com/office/drawing/2014/main" id="{43953F05-301F-843B-7FD2-D745E7A1A874}"/>
              </a:ext>
            </a:extLst>
          </p:cNvPr>
          <p:cNvSpPr/>
          <p:nvPr/>
        </p:nvSpPr>
        <p:spPr>
          <a:xfrm>
            <a:off x="-1120915" y="2538871"/>
            <a:ext cx="594766" cy="2805065"/>
          </a:xfrm>
          <a:prstGeom prst="rightBrace">
            <a:avLst>
              <a:gd name="adj1" fmla="val 0"/>
              <a:gd name="adj2" fmla="val 6594"/>
            </a:avLst>
          </a:prstGeom>
          <a:ln>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3" name="TextBox 2">
            <a:extLst>
              <a:ext uri="{FF2B5EF4-FFF2-40B4-BE49-F238E27FC236}">
                <a16:creationId xmlns:a16="http://schemas.microsoft.com/office/drawing/2014/main" id="{D1F48371-23EF-C839-D5D8-E4DA76877FFF}"/>
              </a:ext>
            </a:extLst>
          </p:cNvPr>
          <p:cNvSpPr txBox="1"/>
          <p:nvPr/>
        </p:nvSpPr>
        <p:spPr>
          <a:xfrm>
            <a:off x="1417509" y="4013278"/>
            <a:ext cx="4264708" cy="523220"/>
          </a:xfrm>
          <a:prstGeom prst="rect">
            <a:avLst/>
          </a:prstGeom>
          <a:noFill/>
        </p:spPr>
        <p:txBody>
          <a:bodyPr wrap="square">
            <a:spAutoFit/>
          </a:bodyPr>
          <a:lstStyle>
            <a:defPPr>
              <a:defRPr lang="en-US"/>
            </a:defPPr>
            <a:lvl1pPr>
              <a:defRPr sz="1400"/>
            </a:lvl1pPr>
          </a:lstStyle>
          <a:p>
            <a:r>
              <a:rPr lang="en-US" dirty="0"/>
              <a:t>There is no association between how a cup was prepared and how it is identified.</a:t>
            </a:r>
          </a:p>
        </p:txBody>
      </p:sp>
      <p:sp>
        <p:nvSpPr>
          <p:cNvPr id="6" name="Oval 5">
            <a:extLst>
              <a:ext uri="{FF2B5EF4-FFF2-40B4-BE49-F238E27FC236}">
                <a16:creationId xmlns:a16="http://schemas.microsoft.com/office/drawing/2014/main" id="{0BFF1A66-BA37-A29B-1374-27237ACA1BD0}"/>
              </a:ext>
            </a:extLst>
          </p:cNvPr>
          <p:cNvSpPr/>
          <p:nvPr/>
        </p:nvSpPr>
        <p:spPr>
          <a:xfrm>
            <a:off x="963226" y="2733303"/>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H0</a:t>
            </a:r>
          </a:p>
        </p:txBody>
      </p:sp>
      <p:sp>
        <p:nvSpPr>
          <p:cNvPr id="7" name="TextBox 6">
            <a:extLst>
              <a:ext uri="{FF2B5EF4-FFF2-40B4-BE49-F238E27FC236}">
                <a16:creationId xmlns:a16="http://schemas.microsoft.com/office/drawing/2014/main" id="{0FD9D920-8FE8-8305-0BA0-332B4563FC5D}"/>
              </a:ext>
            </a:extLst>
          </p:cNvPr>
          <p:cNvSpPr txBox="1"/>
          <p:nvPr/>
        </p:nvSpPr>
        <p:spPr>
          <a:xfrm>
            <a:off x="1417509" y="2759081"/>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p:sp>
        <p:nvSpPr>
          <p:cNvPr id="13" name="TextBox 12">
            <a:extLst>
              <a:ext uri="{FF2B5EF4-FFF2-40B4-BE49-F238E27FC236}">
                <a16:creationId xmlns:a16="http://schemas.microsoft.com/office/drawing/2014/main" id="{121B315C-8BA6-C026-FD6E-07393A27CCD9}"/>
              </a:ext>
            </a:extLst>
          </p:cNvPr>
          <p:cNvSpPr txBox="1"/>
          <p:nvPr/>
        </p:nvSpPr>
        <p:spPr>
          <a:xfrm>
            <a:off x="1019185" y="3161531"/>
            <a:ext cx="4663032" cy="738664"/>
          </a:xfrm>
          <a:prstGeom prst="rect">
            <a:avLst/>
          </a:prstGeom>
          <a:noFill/>
        </p:spPr>
        <p:txBody>
          <a:bodyPr wrap="square">
            <a:spAutoFit/>
          </a:bodyPr>
          <a:lstStyle>
            <a:defPPr>
              <a:defRPr lang="en-US"/>
            </a:defPPr>
            <a:lvl1pPr>
              <a:defRPr sz="1400"/>
            </a:lvl1pPr>
          </a:lstStyle>
          <a:p>
            <a:r>
              <a:rPr lang="en-US" dirty="0"/>
              <a:t>The person has no ability to distinguish the order in which tea and milk were poured. Any correct classification occurs purely by chance.</a:t>
            </a:r>
          </a:p>
        </p:txBody>
      </p:sp>
      <p:sp>
        <p:nvSpPr>
          <p:cNvPr id="14" name="Freeform: Shape 13">
            <a:extLst>
              <a:ext uri="{FF2B5EF4-FFF2-40B4-BE49-F238E27FC236}">
                <a16:creationId xmlns:a16="http://schemas.microsoft.com/office/drawing/2014/main" id="{1289A653-6712-38A7-7D2C-2A5D7C31E54A}"/>
              </a:ext>
            </a:extLst>
          </p:cNvPr>
          <p:cNvSpPr/>
          <p:nvPr/>
        </p:nvSpPr>
        <p:spPr>
          <a:xfrm>
            <a:off x="1119894" y="4068399"/>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18" name="TextBox 17">
            <a:extLst>
              <a:ext uri="{FF2B5EF4-FFF2-40B4-BE49-F238E27FC236}">
                <a16:creationId xmlns:a16="http://schemas.microsoft.com/office/drawing/2014/main" id="{41DA2EAD-BE8B-209C-0DF9-DFC2A5B6B0EB}"/>
              </a:ext>
            </a:extLst>
          </p:cNvPr>
          <p:cNvSpPr txBox="1"/>
          <p:nvPr/>
        </p:nvSpPr>
        <p:spPr>
          <a:xfrm>
            <a:off x="1417509" y="4605272"/>
            <a:ext cx="4264708" cy="523220"/>
          </a:xfrm>
          <a:prstGeom prst="rect">
            <a:avLst/>
          </a:prstGeom>
          <a:noFill/>
        </p:spPr>
        <p:txBody>
          <a:bodyPr wrap="square">
            <a:spAutoFit/>
          </a:bodyPr>
          <a:lstStyle>
            <a:defPPr>
              <a:defRPr lang="en-US"/>
            </a:defPPr>
            <a:lvl1pPr>
              <a:defRPr sz="1400"/>
            </a:lvl1pPr>
          </a:lstStyle>
          <a:p>
            <a:r>
              <a:rPr lang="en-US" dirty="0"/>
              <a:t>The person’s responses are equivalent to random guessing.</a:t>
            </a:r>
          </a:p>
        </p:txBody>
      </p:sp>
      <p:sp>
        <p:nvSpPr>
          <p:cNvPr id="19" name="Freeform: Shape 18">
            <a:extLst>
              <a:ext uri="{FF2B5EF4-FFF2-40B4-BE49-F238E27FC236}">
                <a16:creationId xmlns:a16="http://schemas.microsoft.com/office/drawing/2014/main" id="{71CD30E5-04F2-EFCA-6719-2CE6C8EACF61}"/>
              </a:ext>
            </a:extLst>
          </p:cNvPr>
          <p:cNvSpPr/>
          <p:nvPr/>
        </p:nvSpPr>
        <p:spPr>
          <a:xfrm>
            <a:off x="1145331" y="4663067"/>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grpSp>
        <p:nvGrpSpPr>
          <p:cNvPr id="23" name="Group 22">
            <a:extLst>
              <a:ext uri="{FF2B5EF4-FFF2-40B4-BE49-F238E27FC236}">
                <a16:creationId xmlns:a16="http://schemas.microsoft.com/office/drawing/2014/main" id="{D03FF7AB-4F21-3152-CC27-FA9E348F36FB}"/>
              </a:ext>
            </a:extLst>
          </p:cNvPr>
          <p:cNvGrpSpPr/>
          <p:nvPr/>
        </p:nvGrpSpPr>
        <p:grpSpPr>
          <a:xfrm>
            <a:off x="6542018" y="2411288"/>
            <a:ext cx="345129" cy="231227"/>
            <a:chOff x="6542018" y="2411288"/>
            <a:chExt cx="345129" cy="231227"/>
          </a:xfrm>
        </p:grpSpPr>
        <p:sp>
          <p:nvSpPr>
            <p:cNvPr id="20" name="Oval 19">
              <a:extLst>
                <a:ext uri="{FF2B5EF4-FFF2-40B4-BE49-F238E27FC236}">
                  <a16:creationId xmlns:a16="http://schemas.microsoft.com/office/drawing/2014/main" id="{728FE174-ACEE-7A7A-3D5D-D4584B732830}"/>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a:extLst>
                <a:ext uri="{FF2B5EF4-FFF2-40B4-BE49-F238E27FC236}">
                  <a16:creationId xmlns:a16="http://schemas.microsoft.com/office/drawing/2014/main" id="{193D782C-1215-C8AE-C33F-61FFDFBC0E65}"/>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90DDD365-D106-CF77-801B-11665B8E9AB4}"/>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sp>
        <p:nvSpPr>
          <p:cNvPr id="27" name="TextBox 26">
            <a:extLst>
              <a:ext uri="{FF2B5EF4-FFF2-40B4-BE49-F238E27FC236}">
                <a16:creationId xmlns:a16="http://schemas.microsoft.com/office/drawing/2014/main" id="{44B69F56-F5E9-3477-8D27-A0197645D33D}"/>
              </a:ext>
            </a:extLst>
          </p:cNvPr>
          <p:cNvSpPr txBox="1"/>
          <p:nvPr/>
        </p:nvSpPr>
        <p:spPr>
          <a:xfrm>
            <a:off x="6332562" y="1855958"/>
            <a:ext cx="3100848" cy="319385"/>
          </a:xfrm>
          <a:prstGeom prst="rect">
            <a:avLst/>
          </a:prstGeom>
          <a:noFill/>
        </p:spPr>
        <p:txBody>
          <a:bodyPr wrap="square">
            <a:spAutoFit/>
          </a:bodyPr>
          <a:lstStyle>
            <a:defPPr>
              <a:defRPr lang="en-US"/>
            </a:defPPr>
            <a:lvl1pPr>
              <a:defRPr sz="1400" b="1">
                <a:solidFill>
                  <a:srgbClr val="FF0000"/>
                </a:solidFill>
              </a:defRPr>
            </a:lvl1pPr>
          </a:lstStyle>
          <a:p>
            <a:r>
              <a:rPr lang="en-US" dirty="0"/>
              <a:t>The experiment structure</a:t>
            </a:r>
          </a:p>
        </p:txBody>
      </p:sp>
      <p:grpSp>
        <p:nvGrpSpPr>
          <p:cNvPr id="28" name="Group 27">
            <a:extLst>
              <a:ext uri="{FF2B5EF4-FFF2-40B4-BE49-F238E27FC236}">
                <a16:creationId xmlns:a16="http://schemas.microsoft.com/office/drawing/2014/main" id="{5E96FA3C-6B16-F942-A9FD-AFD355095914}"/>
              </a:ext>
            </a:extLst>
          </p:cNvPr>
          <p:cNvGrpSpPr/>
          <p:nvPr/>
        </p:nvGrpSpPr>
        <p:grpSpPr>
          <a:xfrm>
            <a:off x="7030968" y="2411288"/>
            <a:ext cx="345129" cy="231227"/>
            <a:chOff x="6542018" y="2411288"/>
            <a:chExt cx="345129" cy="231227"/>
          </a:xfrm>
        </p:grpSpPr>
        <p:sp>
          <p:nvSpPr>
            <p:cNvPr id="29" name="Oval 28">
              <a:extLst>
                <a:ext uri="{FF2B5EF4-FFF2-40B4-BE49-F238E27FC236}">
                  <a16:creationId xmlns:a16="http://schemas.microsoft.com/office/drawing/2014/main" id="{C11B6998-A22C-5509-8E31-2DD5ACA64EC2}"/>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a:extLst>
                <a:ext uri="{FF2B5EF4-FFF2-40B4-BE49-F238E27FC236}">
                  <a16:creationId xmlns:a16="http://schemas.microsoft.com/office/drawing/2014/main" id="{0B42B9C7-2DED-56FE-8DE1-9E7F33A41025}"/>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Shape 30">
              <a:extLst>
                <a:ext uri="{FF2B5EF4-FFF2-40B4-BE49-F238E27FC236}">
                  <a16:creationId xmlns:a16="http://schemas.microsoft.com/office/drawing/2014/main" id="{4EA4FF90-B41E-7525-7179-14668877EFAB}"/>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32" name="Group 31">
            <a:extLst>
              <a:ext uri="{FF2B5EF4-FFF2-40B4-BE49-F238E27FC236}">
                <a16:creationId xmlns:a16="http://schemas.microsoft.com/office/drawing/2014/main" id="{5D1CC1BC-0968-7783-0530-034B010DCA04}"/>
              </a:ext>
            </a:extLst>
          </p:cNvPr>
          <p:cNvGrpSpPr/>
          <p:nvPr/>
        </p:nvGrpSpPr>
        <p:grpSpPr>
          <a:xfrm>
            <a:off x="7519918" y="2411288"/>
            <a:ext cx="345129" cy="231227"/>
            <a:chOff x="6542018" y="2411288"/>
            <a:chExt cx="345129" cy="231227"/>
          </a:xfrm>
        </p:grpSpPr>
        <p:sp>
          <p:nvSpPr>
            <p:cNvPr id="33" name="Oval 32">
              <a:extLst>
                <a:ext uri="{FF2B5EF4-FFF2-40B4-BE49-F238E27FC236}">
                  <a16:creationId xmlns:a16="http://schemas.microsoft.com/office/drawing/2014/main" id="{E5AC9790-D016-5B31-287C-23D9D9645498}"/>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ACC80038-2677-C226-35F5-DF2DF627EB83}"/>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Freeform: Shape 34">
              <a:extLst>
                <a:ext uri="{FF2B5EF4-FFF2-40B4-BE49-F238E27FC236}">
                  <a16:creationId xmlns:a16="http://schemas.microsoft.com/office/drawing/2014/main" id="{877CF896-D105-6934-2263-6F29F8CDEC8B}"/>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36" name="Group 35">
            <a:extLst>
              <a:ext uri="{FF2B5EF4-FFF2-40B4-BE49-F238E27FC236}">
                <a16:creationId xmlns:a16="http://schemas.microsoft.com/office/drawing/2014/main" id="{276364B9-79E6-AE70-4FE4-A294637208EF}"/>
              </a:ext>
            </a:extLst>
          </p:cNvPr>
          <p:cNvGrpSpPr/>
          <p:nvPr/>
        </p:nvGrpSpPr>
        <p:grpSpPr>
          <a:xfrm>
            <a:off x="8008868" y="2411287"/>
            <a:ext cx="345129" cy="231227"/>
            <a:chOff x="6542018" y="2411288"/>
            <a:chExt cx="345129" cy="231227"/>
          </a:xfrm>
        </p:grpSpPr>
        <p:sp>
          <p:nvSpPr>
            <p:cNvPr id="37" name="Oval 36">
              <a:extLst>
                <a:ext uri="{FF2B5EF4-FFF2-40B4-BE49-F238E27FC236}">
                  <a16:creationId xmlns:a16="http://schemas.microsoft.com/office/drawing/2014/main" id="{A98EE37F-114D-1B29-F999-0CB3D2A41081}"/>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78F24080-0C29-E3DE-E122-60FE450F48B4}"/>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Freeform: Shape 38">
              <a:extLst>
                <a:ext uri="{FF2B5EF4-FFF2-40B4-BE49-F238E27FC236}">
                  <a16:creationId xmlns:a16="http://schemas.microsoft.com/office/drawing/2014/main" id="{49188FAE-6C6B-58CF-5FF6-F09E5ECF7B37}"/>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58" name="Group 57">
            <a:extLst>
              <a:ext uri="{FF2B5EF4-FFF2-40B4-BE49-F238E27FC236}">
                <a16:creationId xmlns:a16="http://schemas.microsoft.com/office/drawing/2014/main" id="{522AAEC0-6777-9831-6760-D07E04A6DA67}"/>
              </a:ext>
            </a:extLst>
          </p:cNvPr>
          <p:cNvGrpSpPr/>
          <p:nvPr/>
        </p:nvGrpSpPr>
        <p:grpSpPr>
          <a:xfrm>
            <a:off x="6542018" y="2756701"/>
            <a:ext cx="345129" cy="231227"/>
            <a:chOff x="6542018" y="2411288"/>
            <a:chExt cx="345129" cy="231227"/>
          </a:xfrm>
        </p:grpSpPr>
        <p:sp>
          <p:nvSpPr>
            <p:cNvPr id="60" name="Oval 59">
              <a:extLst>
                <a:ext uri="{FF2B5EF4-FFF2-40B4-BE49-F238E27FC236}">
                  <a16:creationId xmlns:a16="http://schemas.microsoft.com/office/drawing/2014/main" id="{B1552319-2983-4C9C-2449-1F56DC695B3D}"/>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0ED2A5D3-B177-8F1A-23AA-FA46DB7D94FA}"/>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Shape 61">
              <a:extLst>
                <a:ext uri="{FF2B5EF4-FFF2-40B4-BE49-F238E27FC236}">
                  <a16:creationId xmlns:a16="http://schemas.microsoft.com/office/drawing/2014/main" id="{A4198566-8932-EB9F-2FCA-350AA9936008}"/>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63" name="Group 62">
            <a:extLst>
              <a:ext uri="{FF2B5EF4-FFF2-40B4-BE49-F238E27FC236}">
                <a16:creationId xmlns:a16="http://schemas.microsoft.com/office/drawing/2014/main" id="{70903444-006C-43D9-32C3-2416037854B1}"/>
              </a:ext>
            </a:extLst>
          </p:cNvPr>
          <p:cNvGrpSpPr/>
          <p:nvPr/>
        </p:nvGrpSpPr>
        <p:grpSpPr>
          <a:xfrm>
            <a:off x="7030968" y="2756701"/>
            <a:ext cx="345129" cy="231227"/>
            <a:chOff x="6542018" y="2411288"/>
            <a:chExt cx="345129" cy="231227"/>
          </a:xfrm>
        </p:grpSpPr>
        <p:sp>
          <p:nvSpPr>
            <p:cNvPr id="64" name="Oval 63">
              <a:extLst>
                <a:ext uri="{FF2B5EF4-FFF2-40B4-BE49-F238E27FC236}">
                  <a16:creationId xmlns:a16="http://schemas.microsoft.com/office/drawing/2014/main" id="{D268E960-BA78-5F0C-E98E-15EE7B26C547}"/>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a:extLst>
                <a:ext uri="{FF2B5EF4-FFF2-40B4-BE49-F238E27FC236}">
                  <a16:creationId xmlns:a16="http://schemas.microsoft.com/office/drawing/2014/main" id="{F8DA180A-30AE-C002-4678-F6C5B4FB9B11}"/>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Shape 65">
              <a:extLst>
                <a:ext uri="{FF2B5EF4-FFF2-40B4-BE49-F238E27FC236}">
                  <a16:creationId xmlns:a16="http://schemas.microsoft.com/office/drawing/2014/main" id="{B0E180FB-174F-B13D-34C5-8961B3FD569D}"/>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67" name="Group 66">
            <a:extLst>
              <a:ext uri="{FF2B5EF4-FFF2-40B4-BE49-F238E27FC236}">
                <a16:creationId xmlns:a16="http://schemas.microsoft.com/office/drawing/2014/main" id="{B93CDD8D-8D7B-7884-587F-F5E86DBE667F}"/>
              </a:ext>
            </a:extLst>
          </p:cNvPr>
          <p:cNvGrpSpPr/>
          <p:nvPr/>
        </p:nvGrpSpPr>
        <p:grpSpPr>
          <a:xfrm>
            <a:off x="7519918" y="2756701"/>
            <a:ext cx="345129" cy="231227"/>
            <a:chOff x="6542018" y="2411288"/>
            <a:chExt cx="345129" cy="231227"/>
          </a:xfrm>
        </p:grpSpPr>
        <p:sp>
          <p:nvSpPr>
            <p:cNvPr id="69" name="Oval 68">
              <a:extLst>
                <a:ext uri="{FF2B5EF4-FFF2-40B4-BE49-F238E27FC236}">
                  <a16:creationId xmlns:a16="http://schemas.microsoft.com/office/drawing/2014/main" id="{EA7C25FB-1199-F1E4-04A6-78A354D017E2}"/>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Oval 71">
              <a:extLst>
                <a:ext uri="{FF2B5EF4-FFF2-40B4-BE49-F238E27FC236}">
                  <a16:creationId xmlns:a16="http://schemas.microsoft.com/office/drawing/2014/main" id="{EC5667B8-ABE6-6E07-4DC4-3EE637FB37A4}"/>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B37BF252-6B81-353E-1445-60C2BD5556E9}"/>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76" name="Group 75">
            <a:extLst>
              <a:ext uri="{FF2B5EF4-FFF2-40B4-BE49-F238E27FC236}">
                <a16:creationId xmlns:a16="http://schemas.microsoft.com/office/drawing/2014/main" id="{F53E56F1-2AC5-8AE1-4B35-8D823293A0BD}"/>
              </a:ext>
            </a:extLst>
          </p:cNvPr>
          <p:cNvGrpSpPr/>
          <p:nvPr/>
        </p:nvGrpSpPr>
        <p:grpSpPr>
          <a:xfrm>
            <a:off x="8008868" y="2756700"/>
            <a:ext cx="345129" cy="231227"/>
            <a:chOff x="6542018" y="2411288"/>
            <a:chExt cx="345129" cy="231227"/>
          </a:xfrm>
        </p:grpSpPr>
        <p:sp>
          <p:nvSpPr>
            <p:cNvPr id="79" name="Oval 78">
              <a:extLst>
                <a:ext uri="{FF2B5EF4-FFF2-40B4-BE49-F238E27FC236}">
                  <a16:creationId xmlns:a16="http://schemas.microsoft.com/office/drawing/2014/main" id="{0D04B53D-AB4D-8F42-8FCA-334DAE2B0FCE}"/>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Oval 79">
              <a:extLst>
                <a:ext uri="{FF2B5EF4-FFF2-40B4-BE49-F238E27FC236}">
                  <a16:creationId xmlns:a16="http://schemas.microsoft.com/office/drawing/2014/main" id="{349EE1BC-0D14-200C-427E-9E07AE2F3482}"/>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1BDBA818-7FE9-53E1-0620-2EBE41A8F131}"/>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sp>
        <p:nvSpPr>
          <p:cNvPr id="88" name="TextBox 87">
            <a:extLst>
              <a:ext uri="{FF2B5EF4-FFF2-40B4-BE49-F238E27FC236}">
                <a16:creationId xmlns:a16="http://schemas.microsoft.com/office/drawing/2014/main" id="{D5F1D47C-9832-88BB-135D-5D47D8A9D219}"/>
              </a:ext>
            </a:extLst>
          </p:cNvPr>
          <p:cNvSpPr txBox="1"/>
          <p:nvPr/>
        </p:nvSpPr>
        <p:spPr>
          <a:xfrm>
            <a:off x="8497818" y="2330231"/>
            <a:ext cx="3214839" cy="307777"/>
          </a:xfrm>
          <a:prstGeom prst="rect">
            <a:avLst/>
          </a:prstGeom>
          <a:noFill/>
        </p:spPr>
        <p:txBody>
          <a:bodyPr wrap="square">
            <a:spAutoFit/>
          </a:bodyPr>
          <a:lstStyle>
            <a:defPPr>
              <a:defRPr lang="en-US"/>
            </a:defPPr>
            <a:lvl1pPr>
              <a:defRPr sz="1400"/>
            </a:lvl1pPr>
          </a:lstStyle>
          <a:p>
            <a:r>
              <a:rPr lang="en-US" dirty="0"/>
              <a:t>Four cups with milk </a:t>
            </a:r>
            <a:r>
              <a:rPr lang="en-US" b="1" dirty="0"/>
              <a:t>poured first (MF)</a:t>
            </a:r>
          </a:p>
        </p:txBody>
      </p:sp>
      <p:sp>
        <p:nvSpPr>
          <p:cNvPr id="95" name="TextBox 94">
            <a:extLst>
              <a:ext uri="{FF2B5EF4-FFF2-40B4-BE49-F238E27FC236}">
                <a16:creationId xmlns:a16="http://schemas.microsoft.com/office/drawing/2014/main" id="{3BDDDB03-737A-DC59-288B-EB84101A2D4F}"/>
              </a:ext>
            </a:extLst>
          </p:cNvPr>
          <p:cNvSpPr txBox="1"/>
          <p:nvPr/>
        </p:nvSpPr>
        <p:spPr>
          <a:xfrm>
            <a:off x="8497818" y="2669785"/>
            <a:ext cx="2891391" cy="307777"/>
          </a:xfrm>
          <a:prstGeom prst="rect">
            <a:avLst/>
          </a:prstGeom>
          <a:noFill/>
        </p:spPr>
        <p:txBody>
          <a:bodyPr wrap="square">
            <a:spAutoFit/>
          </a:bodyPr>
          <a:lstStyle>
            <a:defPPr>
              <a:defRPr lang="en-US"/>
            </a:defPPr>
            <a:lvl1pPr>
              <a:defRPr sz="1400"/>
            </a:lvl1pPr>
          </a:lstStyle>
          <a:p>
            <a:r>
              <a:rPr lang="en-US" dirty="0"/>
              <a:t>Four cups with tea poured first </a:t>
            </a:r>
            <a:r>
              <a:rPr lang="en-US" b="1" dirty="0"/>
              <a:t>(TF)</a:t>
            </a:r>
            <a:endParaRPr lang="en-US" dirty="0"/>
          </a:p>
        </p:txBody>
      </p:sp>
      <p:grpSp>
        <p:nvGrpSpPr>
          <p:cNvPr id="113" name="Group 112">
            <a:extLst>
              <a:ext uri="{FF2B5EF4-FFF2-40B4-BE49-F238E27FC236}">
                <a16:creationId xmlns:a16="http://schemas.microsoft.com/office/drawing/2014/main" id="{2FED2854-888D-1D19-3C48-1A1319AFCF9C}"/>
              </a:ext>
            </a:extLst>
          </p:cNvPr>
          <p:cNvGrpSpPr/>
          <p:nvPr/>
        </p:nvGrpSpPr>
        <p:grpSpPr>
          <a:xfrm>
            <a:off x="7030109" y="2414041"/>
            <a:ext cx="345129" cy="231227"/>
            <a:chOff x="6542018" y="2411288"/>
            <a:chExt cx="345129" cy="231227"/>
          </a:xfrm>
        </p:grpSpPr>
        <p:sp>
          <p:nvSpPr>
            <p:cNvPr id="114" name="Oval 113">
              <a:extLst>
                <a:ext uri="{FF2B5EF4-FFF2-40B4-BE49-F238E27FC236}">
                  <a16:creationId xmlns:a16="http://schemas.microsoft.com/office/drawing/2014/main" id="{A6C044A1-F45E-9270-857D-C63C2D29649C}"/>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Oval 114">
              <a:extLst>
                <a:ext uri="{FF2B5EF4-FFF2-40B4-BE49-F238E27FC236}">
                  <a16:creationId xmlns:a16="http://schemas.microsoft.com/office/drawing/2014/main" id="{3F1933CD-8FD7-85DD-D171-842D31055253}"/>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Freeform: Shape 115">
              <a:extLst>
                <a:ext uri="{FF2B5EF4-FFF2-40B4-BE49-F238E27FC236}">
                  <a16:creationId xmlns:a16="http://schemas.microsoft.com/office/drawing/2014/main" id="{7E01445B-1E7B-0118-1B0E-A35118853793}"/>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17" name="Group 116">
            <a:extLst>
              <a:ext uri="{FF2B5EF4-FFF2-40B4-BE49-F238E27FC236}">
                <a16:creationId xmlns:a16="http://schemas.microsoft.com/office/drawing/2014/main" id="{897ABE4D-B3D6-ED26-DEE1-E471D056DA41}"/>
              </a:ext>
            </a:extLst>
          </p:cNvPr>
          <p:cNvGrpSpPr/>
          <p:nvPr/>
        </p:nvGrpSpPr>
        <p:grpSpPr>
          <a:xfrm>
            <a:off x="6542018" y="2411543"/>
            <a:ext cx="345129" cy="231227"/>
            <a:chOff x="6542018" y="2411288"/>
            <a:chExt cx="345129" cy="231227"/>
          </a:xfrm>
        </p:grpSpPr>
        <p:sp>
          <p:nvSpPr>
            <p:cNvPr id="118" name="Oval 117">
              <a:extLst>
                <a:ext uri="{FF2B5EF4-FFF2-40B4-BE49-F238E27FC236}">
                  <a16:creationId xmlns:a16="http://schemas.microsoft.com/office/drawing/2014/main" id="{5D6F6A21-801E-A655-108A-93CB75C283F0}"/>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Oval 118">
              <a:extLst>
                <a:ext uri="{FF2B5EF4-FFF2-40B4-BE49-F238E27FC236}">
                  <a16:creationId xmlns:a16="http://schemas.microsoft.com/office/drawing/2014/main" id="{B9AAD619-78BA-D527-E664-69912C5715BA}"/>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Freeform: Shape 119">
              <a:extLst>
                <a:ext uri="{FF2B5EF4-FFF2-40B4-BE49-F238E27FC236}">
                  <a16:creationId xmlns:a16="http://schemas.microsoft.com/office/drawing/2014/main" id="{1E7DD7DC-CFD0-D14F-9B5E-A5AB61F3FD19}"/>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21" name="Group 120">
            <a:extLst>
              <a:ext uri="{FF2B5EF4-FFF2-40B4-BE49-F238E27FC236}">
                <a16:creationId xmlns:a16="http://schemas.microsoft.com/office/drawing/2014/main" id="{B0518428-9D8F-CC54-84DB-FCF114B17D49}"/>
              </a:ext>
            </a:extLst>
          </p:cNvPr>
          <p:cNvGrpSpPr/>
          <p:nvPr/>
        </p:nvGrpSpPr>
        <p:grpSpPr>
          <a:xfrm>
            <a:off x="8009727" y="2411543"/>
            <a:ext cx="345129" cy="231227"/>
            <a:chOff x="6542018" y="2411288"/>
            <a:chExt cx="345129" cy="231227"/>
          </a:xfrm>
        </p:grpSpPr>
        <p:sp>
          <p:nvSpPr>
            <p:cNvPr id="122" name="Oval 121">
              <a:extLst>
                <a:ext uri="{FF2B5EF4-FFF2-40B4-BE49-F238E27FC236}">
                  <a16:creationId xmlns:a16="http://schemas.microsoft.com/office/drawing/2014/main" id="{47961638-2CA4-FBD9-B17D-29A4DEBE23EF}"/>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Oval 122">
              <a:extLst>
                <a:ext uri="{FF2B5EF4-FFF2-40B4-BE49-F238E27FC236}">
                  <a16:creationId xmlns:a16="http://schemas.microsoft.com/office/drawing/2014/main" id="{77DCAA83-6141-1CD3-DBDC-3D4B4AF7FAE5}"/>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Freeform: Shape 123">
              <a:extLst>
                <a:ext uri="{FF2B5EF4-FFF2-40B4-BE49-F238E27FC236}">
                  <a16:creationId xmlns:a16="http://schemas.microsoft.com/office/drawing/2014/main" id="{489D3903-2C73-9232-7206-CAF5C1755E2D}"/>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25" name="Group 124">
            <a:extLst>
              <a:ext uri="{FF2B5EF4-FFF2-40B4-BE49-F238E27FC236}">
                <a16:creationId xmlns:a16="http://schemas.microsoft.com/office/drawing/2014/main" id="{93636975-A775-6909-6A4D-6FA9370D45BF}"/>
              </a:ext>
            </a:extLst>
          </p:cNvPr>
          <p:cNvGrpSpPr/>
          <p:nvPr/>
        </p:nvGrpSpPr>
        <p:grpSpPr>
          <a:xfrm>
            <a:off x="7513979" y="2414041"/>
            <a:ext cx="345129" cy="231227"/>
            <a:chOff x="6542018" y="2411288"/>
            <a:chExt cx="345129" cy="231227"/>
          </a:xfrm>
        </p:grpSpPr>
        <p:sp>
          <p:nvSpPr>
            <p:cNvPr id="126" name="Oval 125">
              <a:extLst>
                <a:ext uri="{FF2B5EF4-FFF2-40B4-BE49-F238E27FC236}">
                  <a16:creationId xmlns:a16="http://schemas.microsoft.com/office/drawing/2014/main" id="{F2DA7083-6B43-B825-5838-A109A6BD90CB}"/>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Oval 126">
              <a:extLst>
                <a:ext uri="{FF2B5EF4-FFF2-40B4-BE49-F238E27FC236}">
                  <a16:creationId xmlns:a16="http://schemas.microsoft.com/office/drawing/2014/main" id="{60BE4958-563E-FC36-7AA5-A99A729AE777}"/>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Freeform: Shape 127">
              <a:extLst>
                <a:ext uri="{FF2B5EF4-FFF2-40B4-BE49-F238E27FC236}">
                  <a16:creationId xmlns:a16="http://schemas.microsoft.com/office/drawing/2014/main" id="{C7197F76-A296-4C18-D046-4605F601FB49}"/>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29" name="Group 128">
            <a:extLst>
              <a:ext uri="{FF2B5EF4-FFF2-40B4-BE49-F238E27FC236}">
                <a16:creationId xmlns:a16="http://schemas.microsoft.com/office/drawing/2014/main" id="{BEC64721-2779-C4F7-2274-5FCBD890B4C3}"/>
              </a:ext>
            </a:extLst>
          </p:cNvPr>
          <p:cNvGrpSpPr/>
          <p:nvPr/>
        </p:nvGrpSpPr>
        <p:grpSpPr>
          <a:xfrm>
            <a:off x="8008869" y="2753946"/>
            <a:ext cx="345129" cy="231227"/>
            <a:chOff x="6542018" y="2411288"/>
            <a:chExt cx="345129" cy="231227"/>
          </a:xfrm>
        </p:grpSpPr>
        <p:sp>
          <p:nvSpPr>
            <p:cNvPr id="130" name="Oval 129">
              <a:extLst>
                <a:ext uri="{FF2B5EF4-FFF2-40B4-BE49-F238E27FC236}">
                  <a16:creationId xmlns:a16="http://schemas.microsoft.com/office/drawing/2014/main" id="{561630E1-8F4A-0CA6-48D4-0CC35A2B70F4}"/>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Oval 130">
              <a:extLst>
                <a:ext uri="{FF2B5EF4-FFF2-40B4-BE49-F238E27FC236}">
                  <a16:creationId xmlns:a16="http://schemas.microsoft.com/office/drawing/2014/main" id="{2C8A8DA8-2B1A-DCEA-8F84-45344CC0E311}"/>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Freeform: Shape 131">
              <a:extLst>
                <a:ext uri="{FF2B5EF4-FFF2-40B4-BE49-F238E27FC236}">
                  <a16:creationId xmlns:a16="http://schemas.microsoft.com/office/drawing/2014/main" id="{D7B41A0C-85AC-5994-035E-7FBAF93FB9A3}"/>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33" name="Group 132">
            <a:extLst>
              <a:ext uri="{FF2B5EF4-FFF2-40B4-BE49-F238E27FC236}">
                <a16:creationId xmlns:a16="http://schemas.microsoft.com/office/drawing/2014/main" id="{C8F628DF-EC55-E350-D25B-6E15042CED53}"/>
              </a:ext>
            </a:extLst>
          </p:cNvPr>
          <p:cNvGrpSpPr/>
          <p:nvPr/>
        </p:nvGrpSpPr>
        <p:grpSpPr>
          <a:xfrm>
            <a:off x="7031968" y="2756700"/>
            <a:ext cx="345129" cy="231227"/>
            <a:chOff x="6542018" y="2411288"/>
            <a:chExt cx="345129" cy="231227"/>
          </a:xfrm>
        </p:grpSpPr>
        <p:sp>
          <p:nvSpPr>
            <p:cNvPr id="134" name="Oval 133">
              <a:extLst>
                <a:ext uri="{FF2B5EF4-FFF2-40B4-BE49-F238E27FC236}">
                  <a16:creationId xmlns:a16="http://schemas.microsoft.com/office/drawing/2014/main" id="{26B05F94-66E1-2315-2B68-A11F26363744}"/>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Oval 134">
              <a:extLst>
                <a:ext uri="{FF2B5EF4-FFF2-40B4-BE49-F238E27FC236}">
                  <a16:creationId xmlns:a16="http://schemas.microsoft.com/office/drawing/2014/main" id="{9DB26F00-5E23-3A36-107A-758F7294A030}"/>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Freeform: Shape 135">
              <a:extLst>
                <a:ext uri="{FF2B5EF4-FFF2-40B4-BE49-F238E27FC236}">
                  <a16:creationId xmlns:a16="http://schemas.microsoft.com/office/drawing/2014/main" id="{E65BC712-0824-8C95-58FC-C7F3D0480D6C}"/>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37" name="Group 136">
            <a:extLst>
              <a:ext uri="{FF2B5EF4-FFF2-40B4-BE49-F238E27FC236}">
                <a16:creationId xmlns:a16="http://schemas.microsoft.com/office/drawing/2014/main" id="{1BE32C8D-53A4-5405-C13B-BAD2DCA587B5}"/>
              </a:ext>
            </a:extLst>
          </p:cNvPr>
          <p:cNvGrpSpPr/>
          <p:nvPr/>
        </p:nvGrpSpPr>
        <p:grpSpPr>
          <a:xfrm>
            <a:off x="6542018" y="2756532"/>
            <a:ext cx="345129" cy="231227"/>
            <a:chOff x="6542018" y="2411288"/>
            <a:chExt cx="345129" cy="231227"/>
          </a:xfrm>
        </p:grpSpPr>
        <p:sp>
          <p:nvSpPr>
            <p:cNvPr id="138" name="Oval 137">
              <a:extLst>
                <a:ext uri="{FF2B5EF4-FFF2-40B4-BE49-F238E27FC236}">
                  <a16:creationId xmlns:a16="http://schemas.microsoft.com/office/drawing/2014/main" id="{BC6EF916-B1CA-B90A-C19F-7F1DB4CE01D8}"/>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Oval 138">
              <a:extLst>
                <a:ext uri="{FF2B5EF4-FFF2-40B4-BE49-F238E27FC236}">
                  <a16:creationId xmlns:a16="http://schemas.microsoft.com/office/drawing/2014/main" id="{40F5D29A-D5E5-0336-75F4-497235E95592}"/>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Shape 139">
              <a:extLst>
                <a:ext uri="{FF2B5EF4-FFF2-40B4-BE49-F238E27FC236}">
                  <a16:creationId xmlns:a16="http://schemas.microsoft.com/office/drawing/2014/main" id="{561140F1-0003-4EF5-4D6B-E818A83EC3D5}"/>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41" name="Group 140">
            <a:extLst>
              <a:ext uri="{FF2B5EF4-FFF2-40B4-BE49-F238E27FC236}">
                <a16:creationId xmlns:a16="http://schemas.microsoft.com/office/drawing/2014/main" id="{2CD9906A-0CDE-67DA-70A6-DCD9A50EA247}"/>
              </a:ext>
            </a:extLst>
          </p:cNvPr>
          <p:cNvGrpSpPr/>
          <p:nvPr/>
        </p:nvGrpSpPr>
        <p:grpSpPr>
          <a:xfrm>
            <a:off x="7519124" y="2756700"/>
            <a:ext cx="345129" cy="231227"/>
            <a:chOff x="6542018" y="2411288"/>
            <a:chExt cx="345129" cy="231227"/>
          </a:xfrm>
        </p:grpSpPr>
        <p:sp>
          <p:nvSpPr>
            <p:cNvPr id="142" name="Oval 141">
              <a:extLst>
                <a:ext uri="{FF2B5EF4-FFF2-40B4-BE49-F238E27FC236}">
                  <a16:creationId xmlns:a16="http://schemas.microsoft.com/office/drawing/2014/main" id="{6D08E8AD-3146-124B-6AD0-6A6FE469CD59}"/>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Oval 142">
              <a:extLst>
                <a:ext uri="{FF2B5EF4-FFF2-40B4-BE49-F238E27FC236}">
                  <a16:creationId xmlns:a16="http://schemas.microsoft.com/office/drawing/2014/main" id="{6EBD6D13-2241-34A0-402F-4BAE8E199F83}"/>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Shape 143">
              <a:extLst>
                <a:ext uri="{FF2B5EF4-FFF2-40B4-BE49-F238E27FC236}">
                  <a16:creationId xmlns:a16="http://schemas.microsoft.com/office/drawing/2014/main" id="{FF6111D3-9F5D-5864-262D-9F2DD9E86BE5}"/>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spTree>
    <p:extLst>
      <p:ext uri="{BB962C8B-B14F-4D97-AF65-F5344CB8AC3E}">
        <p14:creationId xmlns:p14="http://schemas.microsoft.com/office/powerpoint/2010/main" val="71530188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500"/>
                                        <p:tgtEl>
                                          <p:spTgt spid="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fade">
                                      <p:cBhvr>
                                        <p:cTn id="24" dur="500"/>
                                        <p:tgtEl>
                                          <p:spTgt spid="1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500"/>
                                        <p:tgtEl>
                                          <p:spTgt spid="2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500"/>
                                        <p:tgtEl>
                                          <p:spTgt spid="23"/>
                                        </p:tgtEl>
                                      </p:cBhvr>
                                    </p:animEffect>
                                  </p:childTnLst>
                                </p:cTn>
                              </p:par>
                              <p:par>
                                <p:cTn id="38" presetID="10" presetClass="entr" presetSubtype="0" fill="hold" nodeType="withEffect">
                                  <p:stCondLst>
                                    <p:cond delay="0"/>
                                  </p:stCondLst>
                                  <p:childTnLst>
                                    <p:set>
                                      <p:cBhvr>
                                        <p:cTn id="39" dur="1" fill="hold">
                                          <p:stCondLst>
                                            <p:cond delay="0"/>
                                          </p:stCondLst>
                                        </p:cTn>
                                        <p:tgtEl>
                                          <p:spTgt spid="28"/>
                                        </p:tgtEl>
                                        <p:attrNameLst>
                                          <p:attrName>style.visibility</p:attrName>
                                        </p:attrNameLst>
                                      </p:cBhvr>
                                      <p:to>
                                        <p:strVal val="visible"/>
                                      </p:to>
                                    </p:set>
                                    <p:animEffect transition="in" filter="fade">
                                      <p:cBhvr>
                                        <p:cTn id="40" dur="500"/>
                                        <p:tgtEl>
                                          <p:spTgt spid="28"/>
                                        </p:tgtEl>
                                      </p:cBhvr>
                                    </p:animEffect>
                                  </p:childTnLst>
                                </p:cTn>
                              </p:par>
                              <p:par>
                                <p:cTn id="41" presetID="10" presetClass="entr" presetSubtype="0" fill="hold" nodeType="withEffect">
                                  <p:stCondLst>
                                    <p:cond delay="0"/>
                                  </p:stCondLst>
                                  <p:childTnLst>
                                    <p:set>
                                      <p:cBhvr>
                                        <p:cTn id="42" dur="1" fill="hold">
                                          <p:stCondLst>
                                            <p:cond delay="0"/>
                                          </p:stCondLst>
                                        </p:cTn>
                                        <p:tgtEl>
                                          <p:spTgt spid="32"/>
                                        </p:tgtEl>
                                        <p:attrNameLst>
                                          <p:attrName>style.visibility</p:attrName>
                                        </p:attrNameLst>
                                      </p:cBhvr>
                                      <p:to>
                                        <p:strVal val="visible"/>
                                      </p:to>
                                    </p:set>
                                    <p:animEffect transition="in" filter="fade">
                                      <p:cBhvr>
                                        <p:cTn id="43" dur="500"/>
                                        <p:tgtEl>
                                          <p:spTgt spid="32"/>
                                        </p:tgtEl>
                                      </p:cBhvr>
                                    </p:animEffect>
                                  </p:childTnLst>
                                </p:cTn>
                              </p:par>
                              <p:par>
                                <p:cTn id="44" presetID="10" presetClass="entr" presetSubtype="0" fill="hold" nodeType="withEffect">
                                  <p:stCondLst>
                                    <p:cond delay="0"/>
                                  </p:stCondLst>
                                  <p:childTnLst>
                                    <p:set>
                                      <p:cBhvr>
                                        <p:cTn id="45" dur="1" fill="hold">
                                          <p:stCondLst>
                                            <p:cond delay="0"/>
                                          </p:stCondLst>
                                        </p:cTn>
                                        <p:tgtEl>
                                          <p:spTgt spid="36"/>
                                        </p:tgtEl>
                                        <p:attrNameLst>
                                          <p:attrName>style.visibility</p:attrName>
                                        </p:attrNameLst>
                                      </p:cBhvr>
                                      <p:to>
                                        <p:strVal val="visible"/>
                                      </p:to>
                                    </p:set>
                                    <p:animEffect transition="in" filter="fade">
                                      <p:cBhvr>
                                        <p:cTn id="46" dur="500"/>
                                        <p:tgtEl>
                                          <p:spTgt spid="36"/>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88"/>
                                        </p:tgtEl>
                                        <p:attrNameLst>
                                          <p:attrName>style.visibility</p:attrName>
                                        </p:attrNameLst>
                                      </p:cBhvr>
                                      <p:to>
                                        <p:strVal val="visible"/>
                                      </p:to>
                                    </p:set>
                                    <p:animEffect transition="in" filter="fade">
                                      <p:cBhvr>
                                        <p:cTn id="49" dur="500"/>
                                        <p:tgtEl>
                                          <p:spTgt spid="88"/>
                                        </p:tgtEl>
                                      </p:cBhvr>
                                    </p:animEffect>
                                  </p:childTnLst>
                                </p:cTn>
                              </p:par>
                              <p:par>
                                <p:cTn id="50" presetID="10" presetClass="entr" presetSubtype="0" fill="hold" nodeType="withEffect">
                                  <p:stCondLst>
                                    <p:cond delay="0"/>
                                  </p:stCondLst>
                                  <p:childTnLst>
                                    <p:set>
                                      <p:cBhvr>
                                        <p:cTn id="51" dur="1" fill="hold">
                                          <p:stCondLst>
                                            <p:cond delay="0"/>
                                          </p:stCondLst>
                                        </p:cTn>
                                        <p:tgtEl>
                                          <p:spTgt spid="113"/>
                                        </p:tgtEl>
                                        <p:attrNameLst>
                                          <p:attrName>style.visibility</p:attrName>
                                        </p:attrNameLst>
                                      </p:cBhvr>
                                      <p:to>
                                        <p:strVal val="visible"/>
                                      </p:to>
                                    </p:set>
                                    <p:animEffect transition="in" filter="fade">
                                      <p:cBhvr>
                                        <p:cTn id="52" dur="500"/>
                                        <p:tgtEl>
                                          <p:spTgt spid="113"/>
                                        </p:tgtEl>
                                      </p:cBhvr>
                                    </p:animEffect>
                                  </p:childTnLst>
                                </p:cTn>
                              </p:par>
                              <p:par>
                                <p:cTn id="53" presetID="10" presetClass="entr" presetSubtype="0" fill="hold" nodeType="withEffect">
                                  <p:stCondLst>
                                    <p:cond delay="0"/>
                                  </p:stCondLst>
                                  <p:childTnLst>
                                    <p:set>
                                      <p:cBhvr>
                                        <p:cTn id="54" dur="1" fill="hold">
                                          <p:stCondLst>
                                            <p:cond delay="0"/>
                                          </p:stCondLst>
                                        </p:cTn>
                                        <p:tgtEl>
                                          <p:spTgt spid="117"/>
                                        </p:tgtEl>
                                        <p:attrNameLst>
                                          <p:attrName>style.visibility</p:attrName>
                                        </p:attrNameLst>
                                      </p:cBhvr>
                                      <p:to>
                                        <p:strVal val="visible"/>
                                      </p:to>
                                    </p:set>
                                    <p:animEffect transition="in" filter="fade">
                                      <p:cBhvr>
                                        <p:cTn id="55" dur="500"/>
                                        <p:tgtEl>
                                          <p:spTgt spid="117"/>
                                        </p:tgtEl>
                                      </p:cBhvr>
                                    </p:animEffect>
                                  </p:childTnLst>
                                </p:cTn>
                              </p:par>
                              <p:par>
                                <p:cTn id="56" presetID="10" presetClass="entr" presetSubtype="0" fill="hold" nodeType="withEffect">
                                  <p:stCondLst>
                                    <p:cond delay="0"/>
                                  </p:stCondLst>
                                  <p:childTnLst>
                                    <p:set>
                                      <p:cBhvr>
                                        <p:cTn id="57" dur="1" fill="hold">
                                          <p:stCondLst>
                                            <p:cond delay="0"/>
                                          </p:stCondLst>
                                        </p:cTn>
                                        <p:tgtEl>
                                          <p:spTgt spid="121"/>
                                        </p:tgtEl>
                                        <p:attrNameLst>
                                          <p:attrName>style.visibility</p:attrName>
                                        </p:attrNameLst>
                                      </p:cBhvr>
                                      <p:to>
                                        <p:strVal val="visible"/>
                                      </p:to>
                                    </p:set>
                                    <p:animEffect transition="in" filter="fade">
                                      <p:cBhvr>
                                        <p:cTn id="58" dur="500"/>
                                        <p:tgtEl>
                                          <p:spTgt spid="121"/>
                                        </p:tgtEl>
                                      </p:cBhvr>
                                    </p:animEffect>
                                  </p:childTnLst>
                                </p:cTn>
                              </p:par>
                              <p:par>
                                <p:cTn id="59" presetID="10" presetClass="entr" presetSubtype="0" fill="hold" nodeType="withEffect">
                                  <p:stCondLst>
                                    <p:cond delay="0"/>
                                  </p:stCondLst>
                                  <p:childTnLst>
                                    <p:set>
                                      <p:cBhvr>
                                        <p:cTn id="60" dur="1" fill="hold">
                                          <p:stCondLst>
                                            <p:cond delay="0"/>
                                          </p:stCondLst>
                                        </p:cTn>
                                        <p:tgtEl>
                                          <p:spTgt spid="125"/>
                                        </p:tgtEl>
                                        <p:attrNameLst>
                                          <p:attrName>style.visibility</p:attrName>
                                        </p:attrNameLst>
                                      </p:cBhvr>
                                      <p:to>
                                        <p:strVal val="visible"/>
                                      </p:to>
                                    </p:set>
                                    <p:animEffect transition="in" filter="fade">
                                      <p:cBhvr>
                                        <p:cTn id="61" dur="500"/>
                                        <p:tgtEl>
                                          <p:spTgt spid="125"/>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nodeType="clickEffect">
                                  <p:stCondLst>
                                    <p:cond delay="0"/>
                                  </p:stCondLst>
                                  <p:childTnLst>
                                    <p:set>
                                      <p:cBhvr>
                                        <p:cTn id="65" dur="1" fill="hold">
                                          <p:stCondLst>
                                            <p:cond delay="0"/>
                                          </p:stCondLst>
                                        </p:cTn>
                                        <p:tgtEl>
                                          <p:spTgt spid="58"/>
                                        </p:tgtEl>
                                        <p:attrNameLst>
                                          <p:attrName>style.visibility</p:attrName>
                                        </p:attrNameLst>
                                      </p:cBhvr>
                                      <p:to>
                                        <p:strVal val="visible"/>
                                      </p:to>
                                    </p:set>
                                    <p:animEffect transition="in" filter="fade">
                                      <p:cBhvr>
                                        <p:cTn id="66" dur="500"/>
                                        <p:tgtEl>
                                          <p:spTgt spid="58"/>
                                        </p:tgtEl>
                                      </p:cBhvr>
                                    </p:animEffect>
                                  </p:childTnLst>
                                </p:cTn>
                              </p:par>
                              <p:par>
                                <p:cTn id="67" presetID="10" presetClass="entr" presetSubtype="0" fill="hold" nodeType="withEffect">
                                  <p:stCondLst>
                                    <p:cond delay="0"/>
                                  </p:stCondLst>
                                  <p:childTnLst>
                                    <p:set>
                                      <p:cBhvr>
                                        <p:cTn id="68" dur="1" fill="hold">
                                          <p:stCondLst>
                                            <p:cond delay="0"/>
                                          </p:stCondLst>
                                        </p:cTn>
                                        <p:tgtEl>
                                          <p:spTgt spid="63"/>
                                        </p:tgtEl>
                                        <p:attrNameLst>
                                          <p:attrName>style.visibility</p:attrName>
                                        </p:attrNameLst>
                                      </p:cBhvr>
                                      <p:to>
                                        <p:strVal val="visible"/>
                                      </p:to>
                                    </p:set>
                                    <p:animEffect transition="in" filter="fade">
                                      <p:cBhvr>
                                        <p:cTn id="69" dur="500"/>
                                        <p:tgtEl>
                                          <p:spTgt spid="63"/>
                                        </p:tgtEl>
                                      </p:cBhvr>
                                    </p:animEffect>
                                  </p:childTnLst>
                                </p:cTn>
                              </p:par>
                              <p:par>
                                <p:cTn id="70" presetID="10" presetClass="entr" presetSubtype="0" fill="hold" nodeType="withEffect">
                                  <p:stCondLst>
                                    <p:cond delay="0"/>
                                  </p:stCondLst>
                                  <p:childTnLst>
                                    <p:set>
                                      <p:cBhvr>
                                        <p:cTn id="71" dur="1" fill="hold">
                                          <p:stCondLst>
                                            <p:cond delay="0"/>
                                          </p:stCondLst>
                                        </p:cTn>
                                        <p:tgtEl>
                                          <p:spTgt spid="67"/>
                                        </p:tgtEl>
                                        <p:attrNameLst>
                                          <p:attrName>style.visibility</p:attrName>
                                        </p:attrNameLst>
                                      </p:cBhvr>
                                      <p:to>
                                        <p:strVal val="visible"/>
                                      </p:to>
                                    </p:set>
                                    <p:animEffect transition="in" filter="fade">
                                      <p:cBhvr>
                                        <p:cTn id="72" dur="500"/>
                                        <p:tgtEl>
                                          <p:spTgt spid="67"/>
                                        </p:tgtEl>
                                      </p:cBhvr>
                                    </p:animEffect>
                                  </p:childTnLst>
                                </p:cTn>
                              </p:par>
                              <p:par>
                                <p:cTn id="73" presetID="10" presetClass="entr" presetSubtype="0" fill="hold" nodeType="withEffect">
                                  <p:stCondLst>
                                    <p:cond delay="0"/>
                                  </p:stCondLst>
                                  <p:childTnLst>
                                    <p:set>
                                      <p:cBhvr>
                                        <p:cTn id="74" dur="1" fill="hold">
                                          <p:stCondLst>
                                            <p:cond delay="0"/>
                                          </p:stCondLst>
                                        </p:cTn>
                                        <p:tgtEl>
                                          <p:spTgt spid="76"/>
                                        </p:tgtEl>
                                        <p:attrNameLst>
                                          <p:attrName>style.visibility</p:attrName>
                                        </p:attrNameLst>
                                      </p:cBhvr>
                                      <p:to>
                                        <p:strVal val="visible"/>
                                      </p:to>
                                    </p:set>
                                    <p:animEffect transition="in" filter="fade">
                                      <p:cBhvr>
                                        <p:cTn id="75" dur="500"/>
                                        <p:tgtEl>
                                          <p:spTgt spid="76"/>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95"/>
                                        </p:tgtEl>
                                        <p:attrNameLst>
                                          <p:attrName>style.visibility</p:attrName>
                                        </p:attrNameLst>
                                      </p:cBhvr>
                                      <p:to>
                                        <p:strVal val="visible"/>
                                      </p:to>
                                    </p:set>
                                    <p:animEffect transition="in" filter="fade">
                                      <p:cBhvr>
                                        <p:cTn id="78" dur="500"/>
                                        <p:tgtEl>
                                          <p:spTgt spid="95"/>
                                        </p:tgtEl>
                                      </p:cBhvr>
                                    </p:animEffect>
                                  </p:childTnLst>
                                </p:cTn>
                              </p:par>
                              <p:par>
                                <p:cTn id="79" presetID="10" presetClass="entr" presetSubtype="0" fill="hold" nodeType="withEffect">
                                  <p:stCondLst>
                                    <p:cond delay="0"/>
                                  </p:stCondLst>
                                  <p:childTnLst>
                                    <p:set>
                                      <p:cBhvr>
                                        <p:cTn id="80" dur="1" fill="hold">
                                          <p:stCondLst>
                                            <p:cond delay="0"/>
                                          </p:stCondLst>
                                        </p:cTn>
                                        <p:tgtEl>
                                          <p:spTgt spid="129"/>
                                        </p:tgtEl>
                                        <p:attrNameLst>
                                          <p:attrName>style.visibility</p:attrName>
                                        </p:attrNameLst>
                                      </p:cBhvr>
                                      <p:to>
                                        <p:strVal val="visible"/>
                                      </p:to>
                                    </p:set>
                                    <p:animEffect transition="in" filter="fade">
                                      <p:cBhvr>
                                        <p:cTn id="81" dur="500"/>
                                        <p:tgtEl>
                                          <p:spTgt spid="129"/>
                                        </p:tgtEl>
                                      </p:cBhvr>
                                    </p:animEffect>
                                  </p:childTnLst>
                                </p:cTn>
                              </p:par>
                              <p:par>
                                <p:cTn id="82" presetID="10" presetClass="entr" presetSubtype="0" fill="hold" nodeType="with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par>
                                <p:cTn id="85" presetID="10" presetClass="entr" presetSubtype="0" fill="hold" nodeType="withEffect">
                                  <p:stCondLst>
                                    <p:cond delay="0"/>
                                  </p:stCondLst>
                                  <p:childTnLst>
                                    <p:set>
                                      <p:cBhvr>
                                        <p:cTn id="86" dur="1" fill="hold">
                                          <p:stCondLst>
                                            <p:cond delay="0"/>
                                          </p:stCondLst>
                                        </p:cTn>
                                        <p:tgtEl>
                                          <p:spTgt spid="137"/>
                                        </p:tgtEl>
                                        <p:attrNameLst>
                                          <p:attrName>style.visibility</p:attrName>
                                        </p:attrNameLst>
                                      </p:cBhvr>
                                      <p:to>
                                        <p:strVal val="visible"/>
                                      </p:to>
                                    </p:set>
                                    <p:animEffect transition="in" filter="fade">
                                      <p:cBhvr>
                                        <p:cTn id="87" dur="500"/>
                                        <p:tgtEl>
                                          <p:spTgt spid="137"/>
                                        </p:tgtEl>
                                      </p:cBhvr>
                                    </p:animEffect>
                                  </p:childTnLst>
                                </p:cTn>
                              </p:par>
                              <p:par>
                                <p:cTn id="88" presetID="10" presetClass="entr" presetSubtype="0" fill="hold" nodeType="withEffect">
                                  <p:stCondLst>
                                    <p:cond delay="0"/>
                                  </p:stCondLst>
                                  <p:childTnLst>
                                    <p:set>
                                      <p:cBhvr>
                                        <p:cTn id="89" dur="1" fill="hold">
                                          <p:stCondLst>
                                            <p:cond delay="0"/>
                                          </p:stCondLst>
                                        </p:cTn>
                                        <p:tgtEl>
                                          <p:spTgt spid="141"/>
                                        </p:tgtEl>
                                        <p:attrNameLst>
                                          <p:attrName>style.visibility</p:attrName>
                                        </p:attrNameLst>
                                      </p:cBhvr>
                                      <p:to>
                                        <p:strVal val="visible"/>
                                      </p:to>
                                    </p:set>
                                    <p:animEffect transition="in" filter="fade">
                                      <p:cBhvr>
                                        <p:cTn id="90"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animBg="1"/>
      <p:bldP spid="7" grpId="0"/>
      <p:bldP spid="13" grpId="0"/>
      <p:bldP spid="14" grpId="0" animBg="1"/>
      <p:bldP spid="18" grpId="0"/>
      <p:bldP spid="19" grpId="0" animBg="1"/>
      <p:bldP spid="27" grpId="0"/>
      <p:bldP spid="88" grpId="0"/>
      <p:bldP spid="95"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1ED364-0440-922C-2494-AD488BE1AD37}"/>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D5F90999-06D5-8FE1-FE8B-2B9BA3067D9E}"/>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6363F370-0EDA-946A-97B0-168C6812EC8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A1E8B5F2-F79D-0B55-F152-125EB8312991}"/>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388E8591-52A7-5007-9BA8-D4AFA371FF4B}"/>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Why is the p‑value problematic and how can it lead to Type I errors?</a:t>
            </a:r>
          </a:p>
        </p:txBody>
      </p:sp>
      <p:sp>
        <p:nvSpPr>
          <p:cNvPr id="89" name="TextBox 88">
            <a:extLst>
              <a:ext uri="{FF2B5EF4-FFF2-40B4-BE49-F238E27FC236}">
                <a16:creationId xmlns:a16="http://schemas.microsoft.com/office/drawing/2014/main" id="{22079D08-244F-68B7-908F-B7DB16FE4CD6}"/>
              </a:ext>
            </a:extLst>
          </p:cNvPr>
          <p:cNvSpPr txBox="1"/>
          <p:nvPr/>
        </p:nvSpPr>
        <p:spPr>
          <a:xfrm>
            <a:off x="1121904" y="2015651"/>
            <a:ext cx="3522586" cy="523220"/>
          </a:xfrm>
          <a:prstGeom prst="rect">
            <a:avLst/>
          </a:prstGeom>
          <a:noFill/>
        </p:spPr>
        <p:txBody>
          <a:bodyPr wrap="square">
            <a:spAutoFit/>
          </a:bodyPr>
          <a:lstStyle>
            <a:defPPr>
              <a:defRPr lang="en-US"/>
            </a:defPPr>
            <a:lvl1pPr>
              <a:defRPr sz="1400"/>
            </a:lvl1pPr>
          </a:lstStyle>
          <a:p>
            <a:r>
              <a:rPr lang="en-US" dirty="0"/>
              <a:t>How likely </a:t>
            </a:r>
            <a:r>
              <a:rPr lang="en-US" i="1" dirty="0"/>
              <a:t>would this level of performance be </a:t>
            </a:r>
            <a:r>
              <a:rPr lang="en-US" dirty="0"/>
              <a:t>if the person </a:t>
            </a:r>
            <a:r>
              <a:rPr lang="en-US" i="1" dirty="0"/>
              <a:t>had no real ability at all</a:t>
            </a:r>
            <a:r>
              <a:rPr lang="en-US" dirty="0"/>
              <a:t>? </a:t>
            </a:r>
          </a:p>
        </p:txBody>
      </p:sp>
      <p:sp>
        <p:nvSpPr>
          <p:cNvPr id="90" name="Rectangle 89">
            <a:extLst>
              <a:ext uri="{FF2B5EF4-FFF2-40B4-BE49-F238E27FC236}">
                <a16:creationId xmlns:a16="http://schemas.microsoft.com/office/drawing/2014/main" id="{3AF2ADB2-2AA5-7E0C-38D6-B0CE0CA998D9}"/>
              </a:ext>
            </a:extLst>
          </p:cNvPr>
          <p:cNvSpPr/>
          <p:nvPr/>
        </p:nvSpPr>
        <p:spPr>
          <a:xfrm>
            <a:off x="1019185" y="2015652"/>
            <a:ext cx="45719" cy="523219"/>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DD5D3918-84DA-0A24-4D1E-BE801D99F537}"/>
              </a:ext>
            </a:extLst>
          </p:cNvPr>
          <p:cNvSpPr txBox="1"/>
          <p:nvPr/>
        </p:nvSpPr>
        <p:spPr>
          <a:xfrm>
            <a:off x="1417509" y="4013278"/>
            <a:ext cx="4264708" cy="523220"/>
          </a:xfrm>
          <a:prstGeom prst="rect">
            <a:avLst/>
          </a:prstGeom>
          <a:noFill/>
        </p:spPr>
        <p:txBody>
          <a:bodyPr wrap="square">
            <a:spAutoFit/>
          </a:bodyPr>
          <a:lstStyle>
            <a:defPPr>
              <a:defRPr lang="en-US"/>
            </a:defPPr>
            <a:lvl1pPr>
              <a:defRPr sz="1400"/>
            </a:lvl1pPr>
          </a:lstStyle>
          <a:p>
            <a:r>
              <a:rPr lang="en-US" dirty="0"/>
              <a:t>There is no association between how a cup was prepared and how it is identified.</a:t>
            </a:r>
          </a:p>
        </p:txBody>
      </p:sp>
      <p:sp>
        <p:nvSpPr>
          <p:cNvPr id="6" name="Oval 5">
            <a:extLst>
              <a:ext uri="{FF2B5EF4-FFF2-40B4-BE49-F238E27FC236}">
                <a16:creationId xmlns:a16="http://schemas.microsoft.com/office/drawing/2014/main" id="{FDE6AEBB-29BE-5B6D-16B5-F22C28B3BF02}"/>
              </a:ext>
            </a:extLst>
          </p:cNvPr>
          <p:cNvSpPr/>
          <p:nvPr/>
        </p:nvSpPr>
        <p:spPr>
          <a:xfrm>
            <a:off x="963226" y="2733303"/>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H0</a:t>
            </a:r>
          </a:p>
        </p:txBody>
      </p:sp>
      <p:sp>
        <p:nvSpPr>
          <p:cNvPr id="7" name="TextBox 6">
            <a:extLst>
              <a:ext uri="{FF2B5EF4-FFF2-40B4-BE49-F238E27FC236}">
                <a16:creationId xmlns:a16="http://schemas.microsoft.com/office/drawing/2014/main" id="{945D06C1-641C-9856-1CCB-852D20499A74}"/>
              </a:ext>
            </a:extLst>
          </p:cNvPr>
          <p:cNvSpPr txBox="1"/>
          <p:nvPr/>
        </p:nvSpPr>
        <p:spPr>
          <a:xfrm>
            <a:off x="1417509" y="2759081"/>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p:sp>
        <p:nvSpPr>
          <p:cNvPr id="13" name="TextBox 12">
            <a:extLst>
              <a:ext uri="{FF2B5EF4-FFF2-40B4-BE49-F238E27FC236}">
                <a16:creationId xmlns:a16="http://schemas.microsoft.com/office/drawing/2014/main" id="{4988D379-B9F0-DDF1-848D-0701A24B9085}"/>
              </a:ext>
            </a:extLst>
          </p:cNvPr>
          <p:cNvSpPr txBox="1"/>
          <p:nvPr/>
        </p:nvSpPr>
        <p:spPr>
          <a:xfrm>
            <a:off x="1019185" y="3161531"/>
            <a:ext cx="4663032" cy="738664"/>
          </a:xfrm>
          <a:prstGeom prst="rect">
            <a:avLst/>
          </a:prstGeom>
          <a:noFill/>
        </p:spPr>
        <p:txBody>
          <a:bodyPr wrap="square">
            <a:spAutoFit/>
          </a:bodyPr>
          <a:lstStyle>
            <a:defPPr>
              <a:defRPr lang="en-US"/>
            </a:defPPr>
            <a:lvl1pPr>
              <a:defRPr sz="1400"/>
            </a:lvl1pPr>
          </a:lstStyle>
          <a:p>
            <a:r>
              <a:rPr lang="en-US" dirty="0"/>
              <a:t>The person has no ability to distinguish the order in which tea and milk were poured. Any correct classification occurs purely by chance.</a:t>
            </a:r>
          </a:p>
        </p:txBody>
      </p:sp>
      <p:sp>
        <p:nvSpPr>
          <p:cNvPr id="14" name="Freeform: Shape 13">
            <a:extLst>
              <a:ext uri="{FF2B5EF4-FFF2-40B4-BE49-F238E27FC236}">
                <a16:creationId xmlns:a16="http://schemas.microsoft.com/office/drawing/2014/main" id="{9DA95F21-FC1B-01D7-6FDF-7BC89FC2C662}"/>
              </a:ext>
            </a:extLst>
          </p:cNvPr>
          <p:cNvSpPr/>
          <p:nvPr/>
        </p:nvSpPr>
        <p:spPr>
          <a:xfrm>
            <a:off x="1119894" y="4068399"/>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18" name="TextBox 17">
            <a:extLst>
              <a:ext uri="{FF2B5EF4-FFF2-40B4-BE49-F238E27FC236}">
                <a16:creationId xmlns:a16="http://schemas.microsoft.com/office/drawing/2014/main" id="{061784D4-95A0-F1FA-6B4D-396A8B187FEF}"/>
              </a:ext>
            </a:extLst>
          </p:cNvPr>
          <p:cNvSpPr txBox="1"/>
          <p:nvPr/>
        </p:nvSpPr>
        <p:spPr>
          <a:xfrm>
            <a:off x="1417509" y="4605272"/>
            <a:ext cx="4264708" cy="523220"/>
          </a:xfrm>
          <a:prstGeom prst="rect">
            <a:avLst/>
          </a:prstGeom>
          <a:noFill/>
        </p:spPr>
        <p:txBody>
          <a:bodyPr wrap="square">
            <a:spAutoFit/>
          </a:bodyPr>
          <a:lstStyle>
            <a:defPPr>
              <a:defRPr lang="en-US"/>
            </a:defPPr>
            <a:lvl1pPr>
              <a:defRPr sz="1400"/>
            </a:lvl1pPr>
          </a:lstStyle>
          <a:p>
            <a:r>
              <a:rPr lang="en-US" dirty="0"/>
              <a:t>The person’s responses are equivalent to random guessing.</a:t>
            </a:r>
          </a:p>
        </p:txBody>
      </p:sp>
      <p:sp>
        <p:nvSpPr>
          <p:cNvPr id="19" name="Freeform: Shape 18">
            <a:extLst>
              <a:ext uri="{FF2B5EF4-FFF2-40B4-BE49-F238E27FC236}">
                <a16:creationId xmlns:a16="http://schemas.microsoft.com/office/drawing/2014/main" id="{255C2F69-AA58-D523-F30D-7DD40E5F3789}"/>
              </a:ext>
            </a:extLst>
          </p:cNvPr>
          <p:cNvSpPr/>
          <p:nvPr/>
        </p:nvSpPr>
        <p:spPr>
          <a:xfrm>
            <a:off x="1145331" y="4663067"/>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grpSp>
        <p:nvGrpSpPr>
          <p:cNvPr id="23" name="Group 22">
            <a:extLst>
              <a:ext uri="{FF2B5EF4-FFF2-40B4-BE49-F238E27FC236}">
                <a16:creationId xmlns:a16="http://schemas.microsoft.com/office/drawing/2014/main" id="{066C19D5-87F3-5B3B-7B79-74DE7BC51E46}"/>
              </a:ext>
            </a:extLst>
          </p:cNvPr>
          <p:cNvGrpSpPr/>
          <p:nvPr/>
        </p:nvGrpSpPr>
        <p:grpSpPr>
          <a:xfrm>
            <a:off x="6542018" y="2411288"/>
            <a:ext cx="345129" cy="231227"/>
            <a:chOff x="6542018" y="2411288"/>
            <a:chExt cx="345129" cy="231227"/>
          </a:xfrm>
        </p:grpSpPr>
        <p:sp>
          <p:nvSpPr>
            <p:cNvPr id="20" name="Oval 19">
              <a:extLst>
                <a:ext uri="{FF2B5EF4-FFF2-40B4-BE49-F238E27FC236}">
                  <a16:creationId xmlns:a16="http://schemas.microsoft.com/office/drawing/2014/main" id="{A8BA3904-7582-FC24-276D-1BEC8F211479}"/>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a:extLst>
                <a:ext uri="{FF2B5EF4-FFF2-40B4-BE49-F238E27FC236}">
                  <a16:creationId xmlns:a16="http://schemas.microsoft.com/office/drawing/2014/main" id="{B659AE20-0827-F8D6-0D79-62B00A581CD1}"/>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E4D48EDF-80CB-A1D3-B411-067B4511992A}"/>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sp>
        <p:nvSpPr>
          <p:cNvPr id="27" name="TextBox 26">
            <a:extLst>
              <a:ext uri="{FF2B5EF4-FFF2-40B4-BE49-F238E27FC236}">
                <a16:creationId xmlns:a16="http://schemas.microsoft.com/office/drawing/2014/main" id="{B4DE0964-DE9A-7D2C-5B25-ED345BD1D3AF}"/>
              </a:ext>
            </a:extLst>
          </p:cNvPr>
          <p:cNvSpPr txBox="1"/>
          <p:nvPr/>
        </p:nvSpPr>
        <p:spPr>
          <a:xfrm>
            <a:off x="6332562" y="1855958"/>
            <a:ext cx="3100848" cy="319385"/>
          </a:xfrm>
          <a:prstGeom prst="rect">
            <a:avLst/>
          </a:prstGeom>
          <a:noFill/>
        </p:spPr>
        <p:txBody>
          <a:bodyPr wrap="square">
            <a:spAutoFit/>
          </a:bodyPr>
          <a:lstStyle>
            <a:defPPr>
              <a:defRPr lang="en-US"/>
            </a:defPPr>
            <a:lvl1pPr>
              <a:defRPr sz="1400" b="1">
                <a:solidFill>
                  <a:srgbClr val="FF0000"/>
                </a:solidFill>
              </a:defRPr>
            </a:lvl1pPr>
          </a:lstStyle>
          <a:p>
            <a:r>
              <a:rPr lang="en-US" dirty="0"/>
              <a:t>The experiment structure</a:t>
            </a:r>
          </a:p>
        </p:txBody>
      </p:sp>
      <p:grpSp>
        <p:nvGrpSpPr>
          <p:cNvPr id="28" name="Group 27">
            <a:extLst>
              <a:ext uri="{FF2B5EF4-FFF2-40B4-BE49-F238E27FC236}">
                <a16:creationId xmlns:a16="http://schemas.microsoft.com/office/drawing/2014/main" id="{F81C8A6C-FA0E-F56C-DA4F-9B4B283ED028}"/>
              </a:ext>
            </a:extLst>
          </p:cNvPr>
          <p:cNvGrpSpPr/>
          <p:nvPr/>
        </p:nvGrpSpPr>
        <p:grpSpPr>
          <a:xfrm>
            <a:off x="7030968" y="2411288"/>
            <a:ext cx="345129" cy="231227"/>
            <a:chOff x="6542018" y="2411288"/>
            <a:chExt cx="345129" cy="231227"/>
          </a:xfrm>
        </p:grpSpPr>
        <p:sp>
          <p:nvSpPr>
            <p:cNvPr id="29" name="Oval 28">
              <a:extLst>
                <a:ext uri="{FF2B5EF4-FFF2-40B4-BE49-F238E27FC236}">
                  <a16:creationId xmlns:a16="http://schemas.microsoft.com/office/drawing/2014/main" id="{70EC7857-211D-1506-4750-272AAD0B8E70}"/>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a:extLst>
                <a:ext uri="{FF2B5EF4-FFF2-40B4-BE49-F238E27FC236}">
                  <a16:creationId xmlns:a16="http://schemas.microsoft.com/office/drawing/2014/main" id="{E69BEDEF-6236-87F5-33B1-8AC90608EFFE}"/>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Shape 30">
              <a:extLst>
                <a:ext uri="{FF2B5EF4-FFF2-40B4-BE49-F238E27FC236}">
                  <a16:creationId xmlns:a16="http://schemas.microsoft.com/office/drawing/2014/main" id="{614F850C-5CE5-DF2D-F0C3-77FD694B3DC5}"/>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32" name="Group 31">
            <a:extLst>
              <a:ext uri="{FF2B5EF4-FFF2-40B4-BE49-F238E27FC236}">
                <a16:creationId xmlns:a16="http://schemas.microsoft.com/office/drawing/2014/main" id="{9320D29D-6816-0D80-E17A-1B0E515CA7B9}"/>
              </a:ext>
            </a:extLst>
          </p:cNvPr>
          <p:cNvGrpSpPr/>
          <p:nvPr/>
        </p:nvGrpSpPr>
        <p:grpSpPr>
          <a:xfrm>
            <a:off x="7519918" y="2411288"/>
            <a:ext cx="345129" cy="231227"/>
            <a:chOff x="6542018" y="2411288"/>
            <a:chExt cx="345129" cy="231227"/>
          </a:xfrm>
        </p:grpSpPr>
        <p:sp>
          <p:nvSpPr>
            <p:cNvPr id="33" name="Oval 32">
              <a:extLst>
                <a:ext uri="{FF2B5EF4-FFF2-40B4-BE49-F238E27FC236}">
                  <a16:creationId xmlns:a16="http://schemas.microsoft.com/office/drawing/2014/main" id="{4BE5EBF7-128C-1BC3-B835-802EBE930C41}"/>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28162378-D809-E8B5-193F-86F05C56328D}"/>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Freeform: Shape 34">
              <a:extLst>
                <a:ext uri="{FF2B5EF4-FFF2-40B4-BE49-F238E27FC236}">
                  <a16:creationId xmlns:a16="http://schemas.microsoft.com/office/drawing/2014/main" id="{31E66EC6-D46E-B52D-0DC1-6176A45AC377}"/>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36" name="Group 35">
            <a:extLst>
              <a:ext uri="{FF2B5EF4-FFF2-40B4-BE49-F238E27FC236}">
                <a16:creationId xmlns:a16="http://schemas.microsoft.com/office/drawing/2014/main" id="{5358F07E-485D-F689-6F50-EED781AF4E7E}"/>
              </a:ext>
            </a:extLst>
          </p:cNvPr>
          <p:cNvGrpSpPr/>
          <p:nvPr/>
        </p:nvGrpSpPr>
        <p:grpSpPr>
          <a:xfrm>
            <a:off x="8008868" y="2411287"/>
            <a:ext cx="345129" cy="231227"/>
            <a:chOff x="6542018" y="2411288"/>
            <a:chExt cx="345129" cy="231227"/>
          </a:xfrm>
        </p:grpSpPr>
        <p:sp>
          <p:nvSpPr>
            <p:cNvPr id="37" name="Oval 36">
              <a:extLst>
                <a:ext uri="{FF2B5EF4-FFF2-40B4-BE49-F238E27FC236}">
                  <a16:creationId xmlns:a16="http://schemas.microsoft.com/office/drawing/2014/main" id="{3220CFAB-A505-83F1-E828-249DD4A25EEE}"/>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39CA9A2F-FBB1-4D2D-A895-22F6D6B3D9ED}"/>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Freeform: Shape 38">
              <a:extLst>
                <a:ext uri="{FF2B5EF4-FFF2-40B4-BE49-F238E27FC236}">
                  <a16:creationId xmlns:a16="http://schemas.microsoft.com/office/drawing/2014/main" id="{C3B207DB-61B0-E6AB-C2A3-E5FBCA35B1A9}"/>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58" name="Group 57">
            <a:extLst>
              <a:ext uri="{FF2B5EF4-FFF2-40B4-BE49-F238E27FC236}">
                <a16:creationId xmlns:a16="http://schemas.microsoft.com/office/drawing/2014/main" id="{C3B1FD43-5941-EB76-5D7E-F4DD258E0B5A}"/>
              </a:ext>
            </a:extLst>
          </p:cNvPr>
          <p:cNvGrpSpPr/>
          <p:nvPr/>
        </p:nvGrpSpPr>
        <p:grpSpPr>
          <a:xfrm>
            <a:off x="6542018" y="2756701"/>
            <a:ext cx="345129" cy="231227"/>
            <a:chOff x="6542018" y="2411288"/>
            <a:chExt cx="345129" cy="231227"/>
          </a:xfrm>
        </p:grpSpPr>
        <p:sp>
          <p:nvSpPr>
            <p:cNvPr id="60" name="Oval 59">
              <a:extLst>
                <a:ext uri="{FF2B5EF4-FFF2-40B4-BE49-F238E27FC236}">
                  <a16:creationId xmlns:a16="http://schemas.microsoft.com/office/drawing/2014/main" id="{DA8D5A9A-875F-F0D5-C78A-B82095CB08CB}"/>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07730EBE-DD1A-E5D7-9818-3066FBD33685}"/>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Shape 61">
              <a:extLst>
                <a:ext uri="{FF2B5EF4-FFF2-40B4-BE49-F238E27FC236}">
                  <a16:creationId xmlns:a16="http://schemas.microsoft.com/office/drawing/2014/main" id="{B077A897-F518-A71B-D9F8-D16F435820DB}"/>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63" name="Group 62">
            <a:extLst>
              <a:ext uri="{FF2B5EF4-FFF2-40B4-BE49-F238E27FC236}">
                <a16:creationId xmlns:a16="http://schemas.microsoft.com/office/drawing/2014/main" id="{C63CC44E-9C82-E970-4DC8-55A20618B787}"/>
              </a:ext>
            </a:extLst>
          </p:cNvPr>
          <p:cNvGrpSpPr/>
          <p:nvPr/>
        </p:nvGrpSpPr>
        <p:grpSpPr>
          <a:xfrm>
            <a:off x="7030968" y="2756701"/>
            <a:ext cx="345129" cy="231227"/>
            <a:chOff x="6542018" y="2411288"/>
            <a:chExt cx="345129" cy="231227"/>
          </a:xfrm>
        </p:grpSpPr>
        <p:sp>
          <p:nvSpPr>
            <p:cNvPr id="64" name="Oval 63">
              <a:extLst>
                <a:ext uri="{FF2B5EF4-FFF2-40B4-BE49-F238E27FC236}">
                  <a16:creationId xmlns:a16="http://schemas.microsoft.com/office/drawing/2014/main" id="{1EE96634-B97A-8E1A-C1BB-7F66C969F236}"/>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a:extLst>
                <a:ext uri="{FF2B5EF4-FFF2-40B4-BE49-F238E27FC236}">
                  <a16:creationId xmlns:a16="http://schemas.microsoft.com/office/drawing/2014/main" id="{340BD685-2C4A-0FD9-B330-A6E64581030B}"/>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Shape 65">
              <a:extLst>
                <a:ext uri="{FF2B5EF4-FFF2-40B4-BE49-F238E27FC236}">
                  <a16:creationId xmlns:a16="http://schemas.microsoft.com/office/drawing/2014/main" id="{34C19B2B-ABAE-0C17-ED68-D10FBD72EBD8}"/>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67" name="Group 66">
            <a:extLst>
              <a:ext uri="{FF2B5EF4-FFF2-40B4-BE49-F238E27FC236}">
                <a16:creationId xmlns:a16="http://schemas.microsoft.com/office/drawing/2014/main" id="{3407F7D4-49B3-EDDD-155E-8AA24DC0EB82}"/>
              </a:ext>
            </a:extLst>
          </p:cNvPr>
          <p:cNvGrpSpPr/>
          <p:nvPr/>
        </p:nvGrpSpPr>
        <p:grpSpPr>
          <a:xfrm>
            <a:off x="7519918" y="2756701"/>
            <a:ext cx="345129" cy="231227"/>
            <a:chOff x="6542018" y="2411288"/>
            <a:chExt cx="345129" cy="231227"/>
          </a:xfrm>
        </p:grpSpPr>
        <p:sp>
          <p:nvSpPr>
            <p:cNvPr id="69" name="Oval 68">
              <a:extLst>
                <a:ext uri="{FF2B5EF4-FFF2-40B4-BE49-F238E27FC236}">
                  <a16:creationId xmlns:a16="http://schemas.microsoft.com/office/drawing/2014/main" id="{5EADA1E7-8C6D-B402-3378-27030000EA0F}"/>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Oval 71">
              <a:extLst>
                <a:ext uri="{FF2B5EF4-FFF2-40B4-BE49-F238E27FC236}">
                  <a16:creationId xmlns:a16="http://schemas.microsoft.com/office/drawing/2014/main" id="{9DFDFB56-2453-F927-2229-BADCC5C92795}"/>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41A40D-9567-E8B7-F344-F46AFC6527F4}"/>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76" name="Group 75">
            <a:extLst>
              <a:ext uri="{FF2B5EF4-FFF2-40B4-BE49-F238E27FC236}">
                <a16:creationId xmlns:a16="http://schemas.microsoft.com/office/drawing/2014/main" id="{3709805B-D9CF-FC66-5246-F7F2C3189934}"/>
              </a:ext>
            </a:extLst>
          </p:cNvPr>
          <p:cNvGrpSpPr/>
          <p:nvPr/>
        </p:nvGrpSpPr>
        <p:grpSpPr>
          <a:xfrm>
            <a:off x="8008868" y="2756700"/>
            <a:ext cx="345129" cy="231227"/>
            <a:chOff x="6542018" y="2411288"/>
            <a:chExt cx="345129" cy="231227"/>
          </a:xfrm>
        </p:grpSpPr>
        <p:sp>
          <p:nvSpPr>
            <p:cNvPr id="79" name="Oval 78">
              <a:extLst>
                <a:ext uri="{FF2B5EF4-FFF2-40B4-BE49-F238E27FC236}">
                  <a16:creationId xmlns:a16="http://schemas.microsoft.com/office/drawing/2014/main" id="{CFB7D818-7C59-8FA8-89A0-BEBB3A0ED010}"/>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Oval 79">
              <a:extLst>
                <a:ext uri="{FF2B5EF4-FFF2-40B4-BE49-F238E27FC236}">
                  <a16:creationId xmlns:a16="http://schemas.microsoft.com/office/drawing/2014/main" id="{76BDBC4D-BE5D-C7AF-41D3-91EA13CF2773}"/>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AD64BAF8-48AD-4DA2-7246-2440452BF5EF}"/>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sp>
        <p:nvSpPr>
          <p:cNvPr id="88" name="TextBox 87">
            <a:extLst>
              <a:ext uri="{FF2B5EF4-FFF2-40B4-BE49-F238E27FC236}">
                <a16:creationId xmlns:a16="http://schemas.microsoft.com/office/drawing/2014/main" id="{8990653B-6892-A253-EE6E-63B88C36E450}"/>
              </a:ext>
            </a:extLst>
          </p:cNvPr>
          <p:cNvSpPr txBox="1"/>
          <p:nvPr/>
        </p:nvSpPr>
        <p:spPr>
          <a:xfrm>
            <a:off x="8497818" y="2330231"/>
            <a:ext cx="3214839" cy="307777"/>
          </a:xfrm>
          <a:prstGeom prst="rect">
            <a:avLst/>
          </a:prstGeom>
          <a:noFill/>
        </p:spPr>
        <p:txBody>
          <a:bodyPr wrap="square">
            <a:spAutoFit/>
          </a:bodyPr>
          <a:lstStyle>
            <a:defPPr>
              <a:defRPr lang="en-US"/>
            </a:defPPr>
            <a:lvl1pPr>
              <a:defRPr sz="1400"/>
            </a:lvl1pPr>
          </a:lstStyle>
          <a:p>
            <a:r>
              <a:rPr lang="en-US" dirty="0"/>
              <a:t>Four cups with milk </a:t>
            </a:r>
            <a:r>
              <a:rPr lang="en-US" b="1" dirty="0"/>
              <a:t>poured first (MF)</a:t>
            </a:r>
          </a:p>
        </p:txBody>
      </p:sp>
      <p:sp>
        <p:nvSpPr>
          <p:cNvPr id="95" name="TextBox 94">
            <a:extLst>
              <a:ext uri="{FF2B5EF4-FFF2-40B4-BE49-F238E27FC236}">
                <a16:creationId xmlns:a16="http://schemas.microsoft.com/office/drawing/2014/main" id="{A843CE3A-A735-5358-13D1-78B3BCFE12BA}"/>
              </a:ext>
            </a:extLst>
          </p:cNvPr>
          <p:cNvSpPr txBox="1"/>
          <p:nvPr/>
        </p:nvSpPr>
        <p:spPr>
          <a:xfrm>
            <a:off x="8497818" y="2669785"/>
            <a:ext cx="2891391" cy="307777"/>
          </a:xfrm>
          <a:prstGeom prst="rect">
            <a:avLst/>
          </a:prstGeom>
          <a:noFill/>
        </p:spPr>
        <p:txBody>
          <a:bodyPr wrap="square">
            <a:spAutoFit/>
          </a:bodyPr>
          <a:lstStyle>
            <a:defPPr>
              <a:defRPr lang="en-US"/>
            </a:defPPr>
            <a:lvl1pPr>
              <a:defRPr sz="1400"/>
            </a:lvl1pPr>
          </a:lstStyle>
          <a:p>
            <a:r>
              <a:rPr lang="en-US" dirty="0"/>
              <a:t>Four cups with tea poured first </a:t>
            </a:r>
            <a:r>
              <a:rPr lang="en-US" b="1" dirty="0"/>
              <a:t>(TF)</a:t>
            </a:r>
            <a:endParaRPr lang="en-US" dirty="0"/>
          </a:p>
        </p:txBody>
      </p:sp>
      <p:grpSp>
        <p:nvGrpSpPr>
          <p:cNvPr id="2" name="Group 1">
            <a:extLst>
              <a:ext uri="{FF2B5EF4-FFF2-40B4-BE49-F238E27FC236}">
                <a16:creationId xmlns:a16="http://schemas.microsoft.com/office/drawing/2014/main" id="{389FF501-C133-639A-1C3A-24D88E8113A6}"/>
              </a:ext>
            </a:extLst>
          </p:cNvPr>
          <p:cNvGrpSpPr/>
          <p:nvPr/>
        </p:nvGrpSpPr>
        <p:grpSpPr>
          <a:xfrm>
            <a:off x="7034937" y="3946549"/>
            <a:ext cx="345129" cy="231227"/>
            <a:chOff x="6542018" y="2411288"/>
            <a:chExt cx="345129" cy="231227"/>
          </a:xfrm>
        </p:grpSpPr>
        <p:sp>
          <p:nvSpPr>
            <p:cNvPr id="9" name="Oval 8">
              <a:extLst>
                <a:ext uri="{FF2B5EF4-FFF2-40B4-BE49-F238E27FC236}">
                  <a16:creationId xmlns:a16="http://schemas.microsoft.com/office/drawing/2014/main" id="{974EB2A7-ED8B-FE24-4C57-698DE1FABF52}"/>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383315AE-9AAB-3C06-3DA0-5B34524C4551}"/>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A050265E-7515-BAD6-900C-80C66C28C8D8}"/>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5" name="Group 14">
            <a:extLst>
              <a:ext uri="{FF2B5EF4-FFF2-40B4-BE49-F238E27FC236}">
                <a16:creationId xmlns:a16="http://schemas.microsoft.com/office/drawing/2014/main" id="{6402EB41-7D30-061A-360C-387B9679B211}"/>
              </a:ext>
            </a:extLst>
          </p:cNvPr>
          <p:cNvGrpSpPr/>
          <p:nvPr/>
        </p:nvGrpSpPr>
        <p:grpSpPr>
          <a:xfrm>
            <a:off x="6538843" y="3601392"/>
            <a:ext cx="345129" cy="231227"/>
            <a:chOff x="6542018" y="2411288"/>
            <a:chExt cx="345129" cy="231227"/>
          </a:xfrm>
        </p:grpSpPr>
        <p:sp>
          <p:nvSpPr>
            <p:cNvPr id="16" name="Oval 15">
              <a:extLst>
                <a:ext uri="{FF2B5EF4-FFF2-40B4-BE49-F238E27FC236}">
                  <a16:creationId xmlns:a16="http://schemas.microsoft.com/office/drawing/2014/main" id="{636A41FE-D9D9-FE32-5262-EF6CDA291C60}"/>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5D9594A8-F955-6D8E-B9CF-5E26FCD7A02E}"/>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Freeform: Shape 23">
              <a:extLst>
                <a:ext uri="{FF2B5EF4-FFF2-40B4-BE49-F238E27FC236}">
                  <a16:creationId xmlns:a16="http://schemas.microsoft.com/office/drawing/2014/main" id="{C20B8DDC-2047-887E-B74E-009D0C3EFED3}"/>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25" name="Group 24">
            <a:extLst>
              <a:ext uri="{FF2B5EF4-FFF2-40B4-BE49-F238E27FC236}">
                <a16:creationId xmlns:a16="http://schemas.microsoft.com/office/drawing/2014/main" id="{F9DEAA4E-2DF9-73F3-7FFC-1AC6A0A918FC}"/>
              </a:ext>
            </a:extLst>
          </p:cNvPr>
          <p:cNvGrpSpPr/>
          <p:nvPr/>
        </p:nvGrpSpPr>
        <p:grpSpPr>
          <a:xfrm>
            <a:off x="8006552" y="3601392"/>
            <a:ext cx="345129" cy="231227"/>
            <a:chOff x="6542018" y="2411288"/>
            <a:chExt cx="345129" cy="231227"/>
          </a:xfrm>
        </p:grpSpPr>
        <p:sp>
          <p:nvSpPr>
            <p:cNvPr id="26" name="Oval 25">
              <a:extLst>
                <a:ext uri="{FF2B5EF4-FFF2-40B4-BE49-F238E27FC236}">
                  <a16:creationId xmlns:a16="http://schemas.microsoft.com/office/drawing/2014/main" id="{881B5E5F-461D-C07B-38A7-2115A0AF2D01}"/>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a:extLst>
                <a:ext uri="{FF2B5EF4-FFF2-40B4-BE49-F238E27FC236}">
                  <a16:creationId xmlns:a16="http://schemas.microsoft.com/office/drawing/2014/main" id="{C8AE1748-C857-8A6F-B4AD-E7D9B48EB6E3}"/>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Freeform: Shape 40">
              <a:extLst>
                <a:ext uri="{FF2B5EF4-FFF2-40B4-BE49-F238E27FC236}">
                  <a16:creationId xmlns:a16="http://schemas.microsoft.com/office/drawing/2014/main" id="{56964AD7-9309-0CC1-A21F-485968CE2CCB}"/>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42" name="Group 41">
            <a:extLst>
              <a:ext uri="{FF2B5EF4-FFF2-40B4-BE49-F238E27FC236}">
                <a16:creationId xmlns:a16="http://schemas.microsoft.com/office/drawing/2014/main" id="{2064C240-D235-8397-C83F-4F6080A76406}"/>
              </a:ext>
            </a:extLst>
          </p:cNvPr>
          <p:cNvGrpSpPr/>
          <p:nvPr/>
        </p:nvGrpSpPr>
        <p:grpSpPr>
          <a:xfrm>
            <a:off x="7518807" y="3946549"/>
            <a:ext cx="345129" cy="231227"/>
            <a:chOff x="6542018" y="2411288"/>
            <a:chExt cx="345129" cy="231227"/>
          </a:xfrm>
        </p:grpSpPr>
        <p:sp>
          <p:nvSpPr>
            <p:cNvPr id="43" name="Oval 42">
              <a:extLst>
                <a:ext uri="{FF2B5EF4-FFF2-40B4-BE49-F238E27FC236}">
                  <a16:creationId xmlns:a16="http://schemas.microsoft.com/office/drawing/2014/main" id="{0B5D3E1E-9A2C-B7C5-A268-64A7D79468BA}"/>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Oval 43">
              <a:extLst>
                <a:ext uri="{FF2B5EF4-FFF2-40B4-BE49-F238E27FC236}">
                  <a16:creationId xmlns:a16="http://schemas.microsoft.com/office/drawing/2014/main" id="{F620DE5D-20FE-E12D-4535-996F5108AE83}"/>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Freeform: Shape 44">
              <a:extLst>
                <a:ext uri="{FF2B5EF4-FFF2-40B4-BE49-F238E27FC236}">
                  <a16:creationId xmlns:a16="http://schemas.microsoft.com/office/drawing/2014/main" id="{81853567-B2AA-B24F-17DC-B770A37C2B45}"/>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47" name="Group 46">
            <a:extLst>
              <a:ext uri="{FF2B5EF4-FFF2-40B4-BE49-F238E27FC236}">
                <a16:creationId xmlns:a16="http://schemas.microsoft.com/office/drawing/2014/main" id="{18C5E5BB-0560-5CB5-649C-E8A285CAEAE0}"/>
              </a:ext>
            </a:extLst>
          </p:cNvPr>
          <p:cNvGrpSpPr/>
          <p:nvPr/>
        </p:nvGrpSpPr>
        <p:grpSpPr>
          <a:xfrm>
            <a:off x="8008075" y="3946344"/>
            <a:ext cx="345129" cy="231227"/>
            <a:chOff x="6542018" y="2411288"/>
            <a:chExt cx="345129" cy="231227"/>
          </a:xfrm>
        </p:grpSpPr>
        <p:sp>
          <p:nvSpPr>
            <p:cNvPr id="49" name="Oval 48">
              <a:extLst>
                <a:ext uri="{FF2B5EF4-FFF2-40B4-BE49-F238E27FC236}">
                  <a16:creationId xmlns:a16="http://schemas.microsoft.com/office/drawing/2014/main" id="{AB157CD2-0F53-A56A-68E4-A97759F80D00}"/>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Oval 82">
              <a:extLst>
                <a:ext uri="{FF2B5EF4-FFF2-40B4-BE49-F238E27FC236}">
                  <a16:creationId xmlns:a16="http://schemas.microsoft.com/office/drawing/2014/main" id="{73A44A75-A181-7463-EDC4-A7D323356D0B}"/>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Shape 84">
              <a:extLst>
                <a:ext uri="{FF2B5EF4-FFF2-40B4-BE49-F238E27FC236}">
                  <a16:creationId xmlns:a16="http://schemas.microsoft.com/office/drawing/2014/main" id="{457C9619-D2EE-F3B4-6495-E4C160D5BC76}"/>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86" name="Group 85">
            <a:extLst>
              <a:ext uri="{FF2B5EF4-FFF2-40B4-BE49-F238E27FC236}">
                <a16:creationId xmlns:a16="http://schemas.microsoft.com/office/drawing/2014/main" id="{6971B0A1-A371-86F0-018A-9B4DBB21896D}"/>
              </a:ext>
            </a:extLst>
          </p:cNvPr>
          <p:cNvGrpSpPr/>
          <p:nvPr/>
        </p:nvGrpSpPr>
        <p:grpSpPr>
          <a:xfrm>
            <a:off x="7031174" y="3601392"/>
            <a:ext cx="345129" cy="231227"/>
            <a:chOff x="6542018" y="2411288"/>
            <a:chExt cx="345129" cy="231227"/>
          </a:xfrm>
        </p:grpSpPr>
        <p:sp>
          <p:nvSpPr>
            <p:cNvPr id="87" name="Oval 86">
              <a:extLst>
                <a:ext uri="{FF2B5EF4-FFF2-40B4-BE49-F238E27FC236}">
                  <a16:creationId xmlns:a16="http://schemas.microsoft.com/office/drawing/2014/main" id="{8C3A9C86-9B4A-8F1B-37DC-F7B73BF898C1}"/>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Oval 90">
              <a:extLst>
                <a:ext uri="{FF2B5EF4-FFF2-40B4-BE49-F238E27FC236}">
                  <a16:creationId xmlns:a16="http://schemas.microsoft.com/office/drawing/2014/main" id="{927B527B-9D4B-AF81-DE58-CD4019181A7B}"/>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Shape 91">
              <a:extLst>
                <a:ext uri="{FF2B5EF4-FFF2-40B4-BE49-F238E27FC236}">
                  <a16:creationId xmlns:a16="http://schemas.microsoft.com/office/drawing/2014/main" id="{E6C4A4F3-81AE-6517-E3AB-8253CCD64FA4}"/>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94" name="Group 93">
            <a:extLst>
              <a:ext uri="{FF2B5EF4-FFF2-40B4-BE49-F238E27FC236}">
                <a16:creationId xmlns:a16="http://schemas.microsoft.com/office/drawing/2014/main" id="{8426FA4D-B404-01C8-FED8-C6649B41C5F5}"/>
              </a:ext>
            </a:extLst>
          </p:cNvPr>
          <p:cNvGrpSpPr/>
          <p:nvPr/>
        </p:nvGrpSpPr>
        <p:grpSpPr>
          <a:xfrm>
            <a:off x="6541224" y="3948930"/>
            <a:ext cx="345129" cy="231227"/>
            <a:chOff x="6542018" y="2411288"/>
            <a:chExt cx="345129" cy="231227"/>
          </a:xfrm>
        </p:grpSpPr>
        <p:sp>
          <p:nvSpPr>
            <p:cNvPr id="96" name="Oval 95">
              <a:extLst>
                <a:ext uri="{FF2B5EF4-FFF2-40B4-BE49-F238E27FC236}">
                  <a16:creationId xmlns:a16="http://schemas.microsoft.com/office/drawing/2014/main" id="{73C44EF0-E1CC-A16C-6A2B-77D61A5F3321}"/>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Oval 96">
              <a:extLst>
                <a:ext uri="{FF2B5EF4-FFF2-40B4-BE49-F238E27FC236}">
                  <a16:creationId xmlns:a16="http://schemas.microsoft.com/office/drawing/2014/main" id="{9CC3953B-4311-E277-4E03-B59BD527B26C}"/>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Shape 97">
              <a:extLst>
                <a:ext uri="{FF2B5EF4-FFF2-40B4-BE49-F238E27FC236}">
                  <a16:creationId xmlns:a16="http://schemas.microsoft.com/office/drawing/2014/main" id="{4983B93D-999B-0454-3E9D-F4C1516FA6DE}"/>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99" name="Group 98">
            <a:extLst>
              <a:ext uri="{FF2B5EF4-FFF2-40B4-BE49-F238E27FC236}">
                <a16:creationId xmlns:a16="http://schemas.microsoft.com/office/drawing/2014/main" id="{C9EFBF61-50AE-F899-D531-FA69162A6D18}"/>
              </a:ext>
            </a:extLst>
          </p:cNvPr>
          <p:cNvGrpSpPr/>
          <p:nvPr/>
        </p:nvGrpSpPr>
        <p:grpSpPr>
          <a:xfrm>
            <a:off x="7518330" y="3601392"/>
            <a:ext cx="345129" cy="231227"/>
            <a:chOff x="6542018" y="2411288"/>
            <a:chExt cx="345129" cy="231227"/>
          </a:xfrm>
        </p:grpSpPr>
        <p:sp>
          <p:nvSpPr>
            <p:cNvPr id="100" name="Oval 99">
              <a:extLst>
                <a:ext uri="{FF2B5EF4-FFF2-40B4-BE49-F238E27FC236}">
                  <a16:creationId xmlns:a16="http://schemas.microsoft.com/office/drawing/2014/main" id="{C75B6575-3896-3109-64C7-9BF8078D8190}"/>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Oval 100">
              <a:extLst>
                <a:ext uri="{FF2B5EF4-FFF2-40B4-BE49-F238E27FC236}">
                  <a16:creationId xmlns:a16="http://schemas.microsoft.com/office/drawing/2014/main" id="{E209902B-7B6E-F663-F5DE-F5B65B91ED9A}"/>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Freeform: Shape 101">
              <a:extLst>
                <a:ext uri="{FF2B5EF4-FFF2-40B4-BE49-F238E27FC236}">
                  <a16:creationId xmlns:a16="http://schemas.microsoft.com/office/drawing/2014/main" id="{0C02E4F1-B0AB-5E61-B34E-FDA012BB4B8B}"/>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sp>
        <p:nvSpPr>
          <p:cNvPr id="103" name="TextBox 102">
            <a:extLst>
              <a:ext uri="{FF2B5EF4-FFF2-40B4-BE49-F238E27FC236}">
                <a16:creationId xmlns:a16="http://schemas.microsoft.com/office/drawing/2014/main" id="{4B868635-C215-D6D4-76E2-A5EC1ADDAE43}"/>
              </a:ext>
            </a:extLst>
          </p:cNvPr>
          <p:cNvSpPr txBox="1"/>
          <p:nvPr/>
        </p:nvSpPr>
        <p:spPr>
          <a:xfrm>
            <a:off x="6332563" y="3175187"/>
            <a:ext cx="3392062" cy="307777"/>
          </a:xfrm>
          <a:prstGeom prst="rect">
            <a:avLst/>
          </a:prstGeom>
          <a:noFill/>
        </p:spPr>
        <p:txBody>
          <a:bodyPr wrap="square">
            <a:spAutoFit/>
          </a:bodyPr>
          <a:lstStyle>
            <a:defPPr>
              <a:defRPr lang="en-US"/>
            </a:defPPr>
            <a:lvl1pPr>
              <a:defRPr sz="1400"/>
            </a:lvl1pPr>
          </a:lstStyle>
          <a:p>
            <a:r>
              <a:rPr lang="en-US" dirty="0"/>
              <a:t>Then all 8 cups were ordered randomly</a:t>
            </a:r>
          </a:p>
        </p:txBody>
      </p:sp>
      <p:sp>
        <p:nvSpPr>
          <p:cNvPr id="106" name="TextBox 105">
            <a:extLst>
              <a:ext uri="{FF2B5EF4-FFF2-40B4-BE49-F238E27FC236}">
                <a16:creationId xmlns:a16="http://schemas.microsoft.com/office/drawing/2014/main" id="{F38A6DC3-9CE8-804E-406D-5EF4C29EB3D6}"/>
              </a:ext>
            </a:extLst>
          </p:cNvPr>
          <p:cNvSpPr txBox="1"/>
          <p:nvPr/>
        </p:nvSpPr>
        <p:spPr>
          <a:xfrm>
            <a:off x="6509785" y="4371929"/>
            <a:ext cx="4158215" cy="954107"/>
          </a:xfrm>
          <a:prstGeom prst="rect">
            <a:avLst/>
          </a:prstGeom>
          <a:noFill/>
        </p:spPr>
        <p:txBody>
          <a:bodyPr wrap="square">
            <a:spAutoFit/>
          </a:bodyPr>
          <a:lstStyle>
            <a:defPPr>
              <a:defRPr lang="en-US"/>
            </a:defPPr>
            <a:lvl1pPr>
              <a:defRPr sz="1400"/>
            </a:lvl1pPr>
          </a:lstStyle>
          <a:p>
            <a:r>
              <a:rPr lang="en-US" dirty="0"/>
              <a:t>The participant is asked to </a:t>
            </a:r>
            <a:r>
              <a:rPr lang="en-US" b="1" dirty="0">
                <a:highlight>
                  <a:srgbClr val="FFC000"/>
                </a:highlight>
              </a:rPr>
              <a:t>classify each cup according to how it was prepared</a:t>
            </a:r>
            <a:r>
              <a:rPr lang="en-US" dirty="0"/>
              <a:t>. Importantly, the participant </a:t>
            </a:r>
            <a:r>
              <a:rPr lang="en-US" b="1" dirty="0"/>
              <a:t>knows</a:t>
            </a:r>
            <a:r>
              <a:rPr lang="en-US" dirty="0"/>
              <a:t> that there are exactly four cups of each type</a:t>
            </a:r>
          </a:p>
        </p:txBody>
      </p:sp>
    </p:spTree>
    <p:extLst>
      <p:ext uri="{BB962C8B-B14F-4D97-AF65-F5344CB8AC3E}">
        <p14:creationId xmlns:p14="http://schemas.microsoft.com/office/powerpoint/2010/main" val="182149801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fade">
                                      <p:cBhvr>
                                        <p:cTn id="7" dur="500"/>
                                        <p:tgtEl>
                                          <p:spTgt spid="10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6"/>
                                        </p:tgtEl>
                                        <p:attrNameLst>
                                          <p:attrName>style.visibility</p:attrName>
                                        </p:attrNameLst>
                                      </p:cBhvr>
                                      <p:to>
                                        <p:strVal val="visible"/>
                                      </p:to>
                                    </p:set>
                                    <p:animEffect transition="in" filter="fade">
                                      <p:cBhvr>
                                        <p:cTn id="12"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6"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7C5B1B-575D-D59C-9DBA-F0560DA2681E}"/>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2F61D399-CD20-19F9-5428-B1210217762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CAF16E31-3751-9032-05A3-D9562A0E9EB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8E5E4FB5-4BF9-7A13-F912-E45CCC4EA29D}"/>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noProof="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noProof="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8B6FB9E2-0F5B-613D-39CB-B81EC0AF9920}"/>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Why is the p‑value problematic and how can it lead to Type I errors?</a:t>
            </a:r>
          </a:p>
        </p:txBody>
      </p:sp>
      <p:sp>
        <p:nvSpPr>
          <p:cNvPr id="89" name="TextBox 88">
            <a:extLst>
              <a:ext uri="{FF2B5EF4-FFF2-40B4-BE49-F238E27FC236}">
                <a16:creationId xmlns:a16="http://schemas.microsoft.com/office/drawing/2014/main" id="{19F94CD6-8920-91C8-F0E2-DB88A6A27271}"/>
              </a:ext>
            </a:extLst>
          </p:cNvPr>
          <p:cNvSpPr txBox="1"/>
          <p:nvPr/>
        </p:nvSpPr>
        <p:spPr>
          <a:xfrm>
            <a:off x="1121904" y="2015651"/>
            <a:ext cx="3522586" cy="523220"/>
          </a:xfrm>
          <a:prstGeom prst="rect">
            <a:avLst/>
          </a:prstGeom>
          <a:noFill/>
        </p:spPr>
        <p:txBody>
          <a:bodyPr wrap="square">
            <a:spAutoFit/>
          </a:bodyPr>
          <a:lstStyle>
            <a:defPPr>
              <a:defRPr lang="en-US"/>
            </a:defPPr>
            <a:lvl1pPr>
              <a:defRPr sz="1400"/>
            </a:lvl1pPr>
          </a:lstStyle>
          <a:p>
            <a:r>
              <a:rPr lang="en-US" dirty="0"/>
              <a:t>How likely </a:t>
            </a:r>
            <a:r>
              <a:rPr lang="en-US" i="1" dirty="0"/>
              <a:t>would this level of performance be </a:t>
            </a:r>
            <a:r>
              <a:rPr lang="en-US" dirty="0"/>
              <a:t>if the person </a:t>
            </a:r>
            <a:r>
              <a:rPr lang="en-US" i="1" dirty="0"/>
              <a:t>had no real ability at all</a:t>
            </a:r>
            <a:r>
              <a:rPr lang="en-US" dirty="0"/>
              <a:t>? </a:t>
            </a:r>
          </a:p>
        </p:txBody>
      </p:sp>
      <p:sp>
        <p:nvSpPr>
          <p:cNvPr id="90" name="Rectangle 89">
            <a:extLst>
              <a:ext uri="{FF2B5EF4-FFF2-40B4-BE49-F238E27FC236}">
                <a16:creationId xmlns:a16="http://schemas.microsoft.com/office/drawing/2014/main" id="{EBC6D6C9-E70A-128D-96E7-A6203CDB60E5}"/>
              </a:ext>
            </a:extLst>
          </p:cNvPr>
          <p:cNvSpPr/>
          <p:nvPr/>
        </p:nvSpPr>
        <p:spPr>
          <a:xfrm>
            <a:off x="1019185" y="2015652"/>
            <a:ext cx="45719" cy="523219"/>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91501E3A-4D9E-D8B7-A7C8-85D861FAAC4B}"/>
              </a:ext>
            </a:extLst>
          </p:cNvPr>
          <p:cNvSpPr txBox="1"/>
          <p:nvPr/>
        </p:nvSpPr>
        <p:spPr>
          <a:xfrm>
            <a:off x="1417509" y="4013278"/>
            <a:ext cx="4264708" cy="523220"/>
          </a:xfrm>
          <a:prstGeom prst="rect">
            <a:avLst/>
          </a:prstGeom>
          <a:noFill/>
        </p:spPr>
        <p:txBody>
          <a:bodyPr wrap="square">
            <a:spAutoFit/>
          </a:bodyPr>
          <a:lstStyle>
            <a:defPPr>
              <a:defRPr lang="en-US"/>
            </a:defPPr>
            <a:lvl1pPr>
              <a:defRPr sz="1400"/>
            </a:lvl1pPr>
          </a:lstStyle>
          <a:p>
            <a:r>
              <a:rPr lang="en-US" dirty="0"/>
              <a:t>There is no association between how a cup was prepared and how it is identified.</a:t>
            </a:r>
          </a:p>
        </p:txBody>
      </p:sp>
      <p:sp>
        <p:nvSpPr>
          <p:cNvPr id="6" name="Oval 5">
            <a:extLst>
              <a:ext uri="{FF2B5EF4-FFF2-40B4-BE49-F238E27FC236}">
                <a16:creationId xmlns:a16="http://schemas.microsoft.com/office/drawing/2014/main" id="{68005E53-BFA3-734D-45E2-4DFC749820BA}"/>
              </a:ext>
            </a:extLst>
          </p:cNvPr>
          <p:cNvSpPr/>
          <p:nvPr/>
        </p:nvSpPr>
        <p:spPr>
          <a:xfrm>
            <a:off x="963226" y="2733303"/>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H0</a:t>
            </a:r>
          </a:p>
        </p:txBody>
      </p:sp>
      <p:sp>
        <p:nvSpPr>
          <p:cNvPr id="7" name="TextBox 6">
            <a:extLst>
              <a:ext uri="{FF2B5EF4-FFF2-40B4-BE49-F238E27FC236}">
                <a16:creationId xmlns:a16="http://schemas.microsoft.com/office/drawing/2014/main" id="{97924CF6-6BE8-BA91-C763-C538775A75CF}"/>
              </a:ext>
            </a:extLst>
          </p:cNvPr>
          <p:cNvSpPr txBox="1"/>
          <p:nvPr/>
        </p:nvSpPr>
        <p:spPr>
          <a:xfrm>
            <a:off x="1417509" y="2759081"/>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p:sp>
        <p:nvSpPr>
          <p:cNvPr id="13" name="TextBox 12">
            <a:extLst>
              <a:ext uri="{FF2B5EF4-FFF2-40B4-BE49-F238E27FC236}">
                <a16:creationId xmlns:a16="http://schemas.microsoft.com/office/drawing/2014/main" id="{36E2B30A-D8C4-B040-E1B9-67A67387AF61}"/>
              </a:ext>
            </a:extLst>
          </p:cNvPr>
          <p:cNvSpPr txBox="1"/>
          <p:nvPr/>
        </p:nvSpPr>
        <p:spPr>
          <a:xfrm>
            <a:off x="1019185" y="3161531"/>
            <a:ext cx="4663032" cy="738664"/>
          </a:xfrm>
          <a:prstGeom prst="rect">
            <a:avLst/>
          </a:prstGeom>
          <a:noFill/>
        </p:spPr>
        <p:txBody>
          <a:bodyPr wrap="square">
            <a:spAutoFit/>
          </a:bodyPr>
          <a:lstStyle>
            <a:defPPr>
              <a:defRPr lang="en-US"/>
            </a:defPPr>
            <a:lvl1pPr>
              <a:defRPr sz="1400"/>
            </a:lvl1pPr>
          </a:lstStyle>
          <a:p>
            <a:r>
              <a:rPr lang="en-US" dirty="0"/>
              <a:t>The person has no ability to distinguish the order in which tea and milk were poured. Any correct classification occurs purely by chance.</a:t>
            </a:r>
          </a:p>
        </p:txBody>
      </p:sp>
      <p:sp>
        <p:nvSpPr>
          <p:cNvPr id="14" name="Freeform: Shape 13">
            <a:extLst>
              <a:ext uri="{FF2B5EF4-FFF2-40B4-BE49-F238E27FC236}">
                <a16:creationId xmlns:a16="http://schemas.microsoft.com/office/drawing/2014/main" id="{D9A0459E-0179-71AF-0F78-8C65442DB1BC}"/>
              </a:ext>
            </a:extLst>
          </p:cNvPr>
          <p:cNvSpPr/>
          <p:nvPr/>
        </p:nvSpPr>
        <p:spPr>
          <a:xfrm>
            <a:off x="1119894" y="4068399"/>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18" name="TextBox 17">
            <a:extLst>
              <a:ext uri="{FF2B5EF4-FFF2-40B4-BE49-F238E27FC236}">
                <a16:creationId xmlns:a16="http://schemas.microsoft.com/office/drawing/2014/main" id="{4F3585B3-86A3-33E2-9F91-3040C6838E14}"/>
              </a:ext>
            </a:extLst>
          </p:cNvPr>
          <p:cNvSpPr txBox="1"/>
          <p:nvPr/>
        </p:nvSpPr>
        <p:spPr>
          <a:xfrm>
            <a:off x="1417509" y="4605272"/>
            <a:ext cx="4264708" cy="523220"/>
          </a:xfrm>
          <a:prstGeom prst="rect">
            <a:avLst/>
          </a:prstGeom>
          <a:noFill/>
        </p:spPr>
        <p:txBody>
          <a:bodyPr wrap="square">
            <a:spAutoFit/>
          </a:bodyPr>
          <a:lstStyle>
            <a:defPPr>
              <a:defRPr lang="en-US"/>
            </a:defPPr>
            <a:lvl1pPr>
              <a:defRPr sz="1400"/>
            </a:lvl1pPr>
          </a:lstStyle>
          <a:p>
            <a:r>
              <a:rPr lang="en-US" dirty="0"/>
              <a:t>The person’s responses are equivalent to random guessing.</a:t>
            </a:r>
          </a:p>
        </p:txBody>
      </p:sp>
      <p:sp>
        <p:nvSpPr>
          <p:cNvPr id="19" name="Freeform: Shape 18">
            <a:extLst>
              <a:ext uri="{FF2B5EF4-FFF2-40B4-BE49-F238E27FC236}">
                <a16:creationId xmlns:a16="http://schemas.microsoft.com/office/drawing/2014/main" id="{062A7160-64A0-A4E3-174D-CD2C03058F15}"/>
              </a:ext>
            </a:extLst>
          </p:cNvPr>
          <p:cNvSpPr/>
          <p:nvPr/>
        </p:nvSpPr>
        <p:spPr>
          <a:xfrm>
            <a:off x="1145331" y="4663067"/>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27" name="TextBox 26">
            <a:extLst>
              <a:ext uri="{FF2B5EF4-FFF2-40B4-BE49-F238E27FC236}">
                <a16:creationId xmlns:a16="http://schemas.microsoft.com/office/drawing/2014/main" id="{DA0F5C46-AC0C-9DBA-6FF9-BFACDE5118F5}"/>
              </a:ext>
            </a:extLst>
          </p:cNvPr>
          <p:cNvSpPr txBox="1"/>
          <p:nvPr/>
        </p:nvSpPr>
        <p:spPr>
          <a:xfrm>
            <a:off x="6332562" y="1855958"/>
            <a:ext cx="3100848" cy="319385"/>
          </a:xfrm>
          <a:prstGeom prst="rect">
            <a:avLst/>
          </a:prstGeom>
          <a:noFill/>
        </p:spPr>
        <p:txBody>
          <a:bodyPr wrap="square">
            <a:spAutoFit/>
          </a:bodyPr>
          <a:lstStyle>
            <a:defPPr>
              <a:defRPr lang="en-US"/>
            </a:defPPr>
            <a:lvl1pPr>
              <a:defRPr sz="1400" b="1">
                <a:solidFill>
                  <a:srgbClr val="FF0000"/>
                </a:solidFill>
              </a:defRPr>
            </a:lvl1pPr>
          </a:lstStyle>
          <a:p>
            <a:r>
              <a:rPr lang="en-US" dirty="0"/>
              <a:t>The experiment structure</a:t>
            </a:r>
          </a:p>
        </p:txBody>
      </p:sp>
      <p:sp>
        <p:nvSpPr>
          <p:cNvPr id="88" name="TextBox 87">
            <a:extLst>
              <a:ext uri="{FF2B5EF4-FFF2-40B4-BE49-F238E27FC236}">
                <a16:creationId xmlns:a16="http://schemas.microsoft.com/office/drawing/2014/main" id="{02C480C7-2350-B7E3-EC92-5EB9C31D0EE4}"/>
              </a:ext>
            </a:extLst>
          </p:cNvPr>
          <p:cNvSpPr txBox="1"/>
          <p:nvPr/>
        </p:nvSpPr>
        <p:spPr>
          <a:xfrm>
            <a:off x="8631273" y="2650837"/>
            <a:ext cx="751133" cy="307777"/>
          </a:xfrm>
          <a:prstGeom prst="rect">
            <a:avLst/>
          </a:prstGeom>
          <a:noFill/>
        </p:spPr>
        <p:txBody>
          <a:bodyPr wrap="square">
            <a:spAutoFit/>
          </a:bodyPr>
          <a:lstStyle>
            <a:defPPr>
              <a:defRPr lang="en-US"/>
            </a:defPPr>
            <a:lvl1pPr>
              <a:defRPr sz="1400"/>
            </a:lvl1pPr>
          </a:lstStyle>
          <a:p>
            <a:pPr algn="ctr"/>
            <a:r>
              <a:rPr lang="en-US" b="1" dirty="0"/>
              <a:t>Guess</a:t>
            </a:r>
          </a:p>
        </p:txBody>
      </p:sp>
      <p:cxnSp>
        <p:nvCxnSpPr>
          <p:cNvPr id="50" name="Straight Connector 49">
            <a:extLst>
              <a:ext uri="{FF2B5EF4-FFF2-40B4-BE49-F238E27FC236}">
                <a16:creationId xmlns:a16="http://schemas.microsoft.com/office/drawing/2014/main" id="{806F1469-16D1-D7F9-5797-E18CEDDD24A6}"/>
              </a:ext>
            </a:extLst>
          </p:cNvPr>
          <p:cNvCxnSpPr>
            <a:cxnSpLocks/>
          </p:cNvCxnSpPr>
          <p:nvPr/>
        </p:nvCxnSpPr>
        <p:spPr>
          <a:xfrm>
            <a:off x="7014306" y="3268211"/>
            <a:ext cx="3328283" cy="0"/>
          </a:xfrm>
          <a:prstGeom prst="line">
            <a:avLst/>
          </a:prstGeom>
          <a:ln w="9525">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414389C9-1EF2-E482-EB3A-313813A8BAF1}"/>
              </a:ext>
            </a:extLst>
          </p:cNvPr>
          <p:cNvCxnSpPr>
            <a:cxnSpLocks/>
          </p:cNvCxnSpPr>
          <p:nvPr/>
        </p:nvCxnSpPr>
        <p:spPr>
          <a:xfrm>
            <a:off x="7650480" y="3717791"/>
            <a:ext cx="2692109" cy="18137"/>
          </a:xfrm>
          <a:prstGeom prst="line">
            <a:avLst/>
          </a:prstGeom>
          <a:ln w="9525">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52" name="Straight Connector 51">
            <a:extLst>
              <a:ext uri="{FF2B5EF4-FFF2-40B4-BE49-F238E27FC236}">
                <a16:creationId xmlns:a16="http://schemas.microsoft.com/office/drawing/2014/main" id="{03BE7794-A215-80B6-2413-5342D14ACA3F}"/>
              </a:ext>
            </a:extLst>
          </p:cNvPr>
          <p:cNvCxnSpPr>
            <a:cxnSpLocks/>
          </p:cNvCxnSpPr>
          <p:nvPr/>
        </p:nvCxnSpPr>
        <p:spPr>
          <a:xfrm>
            <a:off x="7688580" y="4220799"/>
            <a:ext cx="2654009" cy="0"/>
          </a:xfrm>
          <a:prstGeom prst="line">
            <a:avLst/>
          </a:prstGeom>
          <a:ln w="9525">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994061EB-1518-CE9A-F741-869B9F4C63A3}"/>
              </a:ext>
            </a:extLst>
          </p:cNvPr>
          <p:cNvCxnSpPr>
            <a:cxnSpLocks/>
          </p:cNvCxnSpPr>
          <p:nvPr/>
        </p:nvCxnSpPr>
        <p:spPr>
          <a:xfrm>
            <a:off x="8130540" y="3004410"/>
            <a:ext cx="0" cy="1463040"/>
          </a:xfrm>
          <a:prstGeom prst="line">
            <a:avLst/>
          </a:prstGeom>
          <a:ln w="9525">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68" name="Straight Connector 67">
            <a:extLst>
              <a:ext uri="{FF2B5EF4-FFF2-40B4-BE49-F238E27FC236}">
                <a16:creationId xmlns:a16="http://schemas.microsoft.com/office/drawing/2014/main" id="{2A6BAD16-02D3-68DD-9E66-AD9C018B93D5}"/>
              </a:ext>
            </a:extLst>
          </p:cNvPr>
          <p:cNvCxnSpPr>
            <a:cxnSpLocks/>
          </p:cNvCxnSpPr>
          <p:nvPr/>
        </p:nvCxnSpPr>
        <p:spPr>
          <a:xfrm>
            <a:off x="9006840" y="3004409"/>
            <a:ext cx="0" cy="1463040"/>
          </a:xfrm>
          <a:prstGeom prst="line">
            <a:avLst/>
          </a:prstGeom>
          <a:ln w="9525">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01C4E821-0B59-6F9F-AA98-81443B99E391}"/>
              </a:ext>
            </a:extLst>
          </p:cNvPr>
          <p:cNvCxnSpPr>
            <a:cxnSpLocks/>
          </p:cNvCxnSpPr>
          <p:nvPr/>
        </p:nvCxnSpPr>
        <p:spPr>
          <a:xfrm>
            <a:off x="9883140" y="3004408"/>
            <a:ext cx="0" cy="1463040"/>
          </a:xfrm>
          <a:prstGeom prst="line">
            <a:avLst/>
          </a:prstGeom>
          <a:ln w="9525">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grpSp>
        <p:nvGrpSpPr>
          <p:cNvPr id="74" name="Group 73">
            <a:extLst>
              <a:ext uri="{FF2B5EF4-FFF2-40B4-BE49-F238E27FC236}">
                <a16:creationId xmlns:a16="http://schemas.microsoft.com/office/drawing/2014/main" id="{A712EF76-C221-9947-4E05-7A5D81CD1D6D}"/>
              </a:ext>
            </a:extLst>
          </p:cNvPr>
          <p:cNvGrpSpPr/>
          <p:nvPr/>
        </p:nvGrpSpPr>
        <p:grpSpPr>
          <a:xfrm>
            <a:off x="7736996" y="3422666"/>
            <a:ext cx="345129" cy="231227"/>
            <a:chOff x="6542018" y="2411288"/>
            <a:chExt cx="345129" cy="231227"/>
          </a:xfrm>
        </p:grpSpPr>
        <p:sp>
          <p:nvSpPr>
            <p:cNvPr id="75" name="Oval 74">
              <a:extLst>
                <a:ext uri="{FF2B5EF4-FFF2-40B4-BE49-F238E27FC236}">
                  <a16:creationId xmlns:a16="http://schemas.microsoft.com/office/drawing/2014/main" id="{65EA3DE8-D49E-9DE4-6208-80900AD24E78}"/>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Oval 76">
              <a:extLst>
                <a:ext uri="{FF2B5EF4-FFF2-40B4-BE49-F238E27FC236}">
                  <a16:creationId xmlns:a16="http://schemas.microsoft.com/office/drawing/2014/main" id="{D2DCFC76-DCDC-7B46-E928-E3A56091BC97}"/>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05DA9C84-A3D1-0F32-747C-CF2ABC3243FE}"/>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82" name="Group 81">
            <a:extLst>
              <a:ext uri="{FF2B5EF4-FFF2-40B4-BE49-F238E27FC236}">
                <a16:creationId xmlns:a16="http://schemas.microsoft.com/office/drawing/2014/main" id="{4BCE46EA-C218-7BE9-01B4-1CB80863BF67}"/>
              </a:ext>
            </a:extLst>
          </p:cNvPr>
          <p:cNvGrpSpPr/>
          <p:nvPr/>
        </p:nvGrpSpPr>
        <p:grpSpPr>
          <a:xfrm>
            <a:off x="7736996" y="3867225"/>
            <a:ext cx="345129" cy="231227"/>
            <a:chOff x="6542018" y="2411288"/>
            <a:chExt cx="345129" cy="231227"/>
          </a:xfrm>
        </p:grpSpPr>
        <p:sp>
          <p:nvSpPr>
            <p:cNvPr id="84" name="Oval 83">
              <a:extLst>
                <a:ext uri="{FF2B5EF4-FFF2-40B4-BE49-F238E27FC236}">
                  <a16:creationId xmlns:a16="http://schemas.microsoft.com/office/drawing/2014/main" id="{143199A8-753D-8F91-99EA-FCE03439E119}"/>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Oval 92">
              <a:extLst>
                <a:ext uri="{FF2B5EF4-FFF2-40B4-BE49-F238E27FC236}">
                  <a16:creationId xmlns:a16="http://schemas.microsoft.com/office/drawing/2014/main" id="{8AF3B096-C379-8BC6-553E-051211215C90}"/>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103">
              <a:extLst>
                <a:ext uri="{FF2B5EF4-FFF2-40B4-BE49-F238E27FC236}">
                  <a16:creationId xmlns:a16="http://schemas.microsoft.com/office/drawing/2014/main" id="{F5EC6270-87CC-FC40-D2DE-74F3183D62B5}"/>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05" name="Group 104">
            <a:extLst>
              <a:ext uri="{FF2B5EF4-FFF2-40B4-BE49-F238E27FC236}">
                <a16:creationId xmlns:a16="http://schemas.microsoft.com/office/drawing/2014/main" id="{2A16F0FB-6D0A-5286-0EA7-15E8EBBD6E3E}"/>
              </a:ext>
            </a:extLst>
          </p:cNvPr>
          <p:cNvGrpSpPr/>
          <p:nvPr/>
        </p:nvGrpSpPr>
        <p:grpSpPr>
          <a:xfrm>
            <a:off x="8385715" y="2999244"/>
            <a:ext cx="345129" cy="231227"/>
            <a:chOff x="6542018" y="2411288"/>
            <a:chExt cx="345129" cy="231227"/>
          </a:xfrm>
        </p:grpSpPr>
        <p:sp>
          <p:nvSpPr>
            <p:cNvPr id="107" name="Oval 106">
              <a:extLst>
                <a:ext uri="{FF2B5EF4-FFF2-40B4-BE49-F238E27FC236}">
                  <a16:creationId xmlns:a16="http://schemas.microsoft.com/office/drawing/2014/main" id="{87CDC3AB-80AF-9272-423A-BBA2737C950E}"/>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Oval 107">
              <a:extLst>
                <a:ext uri="{FF2B5EF4-FFF2-40B4-BE49-F238E27FC236}">
                  <a16:creationId xmlns:a16="http://schemas.microsoft.com/office/drawing/2014/main" id="{96C30236-B838-E862-B522-7963E3B1315E}"/>
                </a:ext>
              </a:extLst>
            </p:cNvPr>
            <p:cNvSpPr/>
            <p:nvPr/>
          </p:nvSpPr>
          <p:spPr>
            <a:xfrm>
              <a:off x="6570594" y="2442501"/>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Freeform: Shape 108">
              <a:extLst>
                <a:ext uri="{FF2B5EF4-FFF2-40B4-BE49-F238E27FC236}">
                  <a16:creationId xmlns:a16="http://schemas.microsoft.com/office/drawing/2014/main" id="{82F2566C-668F-0507-E110-FA9E1E213A29}"/>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grpSp>
        <p:nvGrpSpPr>
          <p:cNvPr id="110" name="Group 109">
            <a:extLst>
              <a:ext uri="{FF2B5EF4-FFF2-40B4-BE49-F238E27FC236}">
                <a16:creationId xmlns:a16="http://schemas.microsoft.com/office/drawing/2014/main" id="{4D0593FD-2DD7-4765-8D0D-C1698492D002}"/>
              </a:ext>
            </a:extLst>
          </p:cNvPr>
          <p:cNvGrpSpPr/>
          <p:nvPr/>
        </p:nvGrpSpPr>
        <p:grpSpPr>
          <a:xfrm>
            <a:off x="9272426" y="2987716"/>
            <a:ext cx="345129" cy="231227"/>
            <a:chOff x="6542018" y="2411288"/>
            <a:chExt cx="345129" cy="231227"/>
          </a:xfrm>
        </p:grpSpPr>
        <p:sp>
          <p:nvSpPr>
            <p:cNvPr id="111" name="Oval 110">
              <a:extLst>
                <a:ext uri="{FF2B5EF4-FFF2-40B4-BE49-F238E27FC236}">
                  <a16:creationId xmlns:a16="http://schemas.microsoft.com/office/drawing/2014/main" id="{48CBDE0E-EC84-4295-98AA-5868CF2D9AE9}"/>
                </a:ext>
              </a:extLst>
            </p:cNvPr>
            <p:cNvSpPr/>
            <p:nvPr/>
          </p:nvSpPr>
          <p:spPr>
            <a:xfrm>
              <a:off x="6570594" y="2445254"/>
              <a:ext cx="222524" cy="50731"/>
            </a:xfrm>
            <a:prstGeom prst="ellipse">
              <a:avLst/>
            </a:prstGeom>
            <a:solidFill>
              <a:srgbClr val="FEFF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Oval 111">
              <a:extLst>
                <a:ext uri="{FF2B5EF4-FFF2-40B4-BE49-F238E27FC236}">
                  <a16:creationId xmlns:a16="http://schemas.microsoft.com/office/drawing/2014/main" id="{868A2C51-1771-6E48-C0EF-BA99E7ECF74F}"/>
                </a:ext>
              </a:extLst>
            </p:cNvPr>
            <p:cNvSpPr/>
            <p:nvPr/>
          </p:nvSpPr>
          <p:spPr>
            <a:xfrm>
              <a:off x="6570594" y="2442501"/>
              <a:ext cx="222524" cy="50731"/>
            </a:xfrm>
            <a:prstGeom prst="ellips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Freeform: Shape 112">
              <a:extLst>
                <a:ext uri="{FF2B5EF4-FFF2-40B4-BE49-F238E27FC236}">
                  <a16:creationId xmlns:a16="http://schemas.microsoft.com/office/drawing/2014/main" id="{B15036C7-3645-6DF5-0C63-452825B2B8DE}"/>
                </a:ext>
              </a:extLst>
            </p:cNvPr>
            <p:cNvSpPr/>
            <p:nvPr/>
          </p:nvSpPr>
          <p:spPr>
            <a:xfrm>
              <a:off x="6542018" y="2411288"/>
              <a:ext cx="345129" cy="231227"/>
            </a:xfrm>
            <a:custGeom>
              <a:avLst/>
              <a:gdLst>
                <a:gd name="csX0" fmla="*/ 1661586 w 2148088"/>
                <a:gd name="csY0" fmla="*/ 199792 h 1439168"/>
                <a:gd name="csX1" fmla="*/ 1698719 w 2148088"/>
                <a:gd name="csY1" fmla="*/ 240013 h 1439168"/>
                <a:gd name="csX2" fmla="*/ 1715871 w 2148088"/>
                <a:gd name="csY2" fmla="*/ 228516 h 1439168"/>
                <a:gd name="csX3" fmla="*/ 1964228 w 2148088"/>
                <a:gd name="csY3" fmla="*/ 158418 h 1439168"/>
                <a:gd name="csX4" fmla="*/ 2117819 w 2148088"/>
                <a:gd name="csY4" fmla="*/ 268588 h 1439168"/>
                <a:gd name="csX5" fmla="*/ 2146394 w 2148088"/>
                <a:gd name="csY5" fmla="*/ 411463 h 1439168"/>
                <a:gd name="csX6" fmla="*/ 2012449 w 2148088"/>
                <a:gd name="csY6" fmla="*/ 592438 h 1439168"/>
                <a:gd name="csX7" fmla="*/ 1995152 w 2148088"/>
                <a:gd name="csY7" fmla="*/ 605900 h 1439168"/>
                <a:gd name="csX8" fmla="*/ 1693956 w 2148088"/>
                <a:gd name="csY8" fmla="*/ 814489 h 1439168"/>
                <a:gd name="csX9" fmla="*/ 1641569 w 2148088"/>
                <a:gd name="csY9" fmla="*/ 849613 h 1439168"/>
                <a:gd name="csX10" fmla="*/ 1613701 w 2148088"/>
                <a:gd name="csY10" fmla="*/ 868142 h 1439168"/>
                <a:gd name="csX11" fmla="*/ 1488015 w 2148088"/>
                <a:gd name="csY11" fmla="*/ 988321 h 1439168"/>
                <a:gd name="csX12" fmla="*/ 1417136 w 2148088"/>
                <a:gd name="csY12" fmla="*/ 1066902 h 1439168"/>
                <a:gd name="csX13" fmla="*/ 1391500 w 2148088"/>
                <a:gd name="csY13" fmla="*/ 1092686 h 1439168"/>
                <a:gd name="csX14" fmla="*/ 1308194 w 2148088"/>
                <a:gd name="csY14" fmla="*/ 1154413 h 1439168"/>
                <a:gd name="csX15" fmla="*/ 1317719 w 2148088"/>
                <a:gd name="csY15" fmla="*/ 1174653 h 1439168"/>
                <a:gd name="csX16" fmla="*/ 1314147 w 2148088"/>
                <a:gd name="csY16" fmla="*/ 1287763 h 1439168"/>
                <a:gd name="csX17" fmla="*/ 898805 w 2148088"/>
                <a:gd name="csY17" fmla="*/ 1438079 h 1439168"/>
                <a:gd name="csX18" fmla="*/ 574769 w 2148088"/>
                <a:gd name="csY18" fmla="*/ 1392538 h 1439168"/>
                <a:gd name="csX19" fmla="*/ 547273 w 2148088"/>
                <a:gd name="csY19" fmla="*/ 1383906 h 1439168"/>
                <a:gd name="csX20" fmla="*/ 391524 w 2148088"/>
                <a:gd name="csY20" fmla="*/ 1268452 h 1439168"/>
                <a:gd name="csX21" fmla="*/ 403319 w 2148088"/>
                <a:gd name="csY21" fmla="*/ 1163938 h 1439168"/>
                <a:gd name="csX22" fmla="*/ 386576 w 2148088"/>
                <a:gd name="csY22" fmla="*/ 1151027 h 1439168"/>
                <a:gd name="csX23" fmla="*/ 317594 w 2148088"/>
                <a:gd name="csY23" fmla="*/ 1097263 h 1439168"/>
                <a:gd name="csX24" fmla="*/ 299176 w 2148088"/>
                <a:gd name="csY24" fmla="*/ 1082901 h 1439168"/>
                <a:gd name="csX25" fmla="*/ 260444 w 2148088"/>
                <a:gd name="csY25" fmla="*/ 1049638 h 1439168"/>
                <a:gd name="csX26" fmla="*/ 260444 w 2148088"/>
                <a:gd name="csY26" fmla="*/ 1030588 h 1439168"/>
                <a:gd name="csX27" fmla="*/ 231869 w 2148088"/>
                <a:gd name="csY27" fmla="*/ 1021063 h 1439168"/>
                <a:gd name="csX28" fmla="*/ 3269 w 2148088"/>
                <a:gd name="csY28" fmla="*/ 316213 h 1439168"/>
                <a:gd name="csX29" fmla="*/ 88287 w 2148088"/>
                <a:gd name="csY29" fmla="*/ 176165 h 1439168"/>
                <a:gd name="csX30" fmla="*/ 1661586 w 2148088"/>
                <a:gd name="csY30" fmla="*/ 199792 h 1439168"/>
                <a:gd name="csX31" fmla="*/ 405700 w 2148088"/>
                <a:gd name="csY31" fmla="*/ 157264 h 1439168"/>
                <a:gd name="csX32" fmla="*/ 375500 w 2148088"/>
                <a:gd name="csY32" fmla="*/ 162704 h 1439168"/>
                <a:gd name="csX33" fmla="*/ 117569 w 2148088"/>
                <a:gd name="csY33" fmla="*/ 268588 h 1439168"/>
                <a:gd name="csX34" fmla="*/ 108044 w 2148088"/>
                <a:gd name="csY34" fmla="*/ 306688 h 1439168"/>
                <a:gd name="csX35" fmla="*/ 127205 w 2148088"/>
                <a:gd name="csY35" fmla="*/ 296605 h 1439168"/>
                <a:gd name="csX36" fmla="*/ 152692 w 2148088"/>
                <a:gd name="csY36" fmla="*/ 283471 h 1439168"/>
                <a:gd name="csX37" fmla="*/ 177807 w 2148088"/>
                <a:gd name="csY37" fmla="*/ 270411 h 1439168"/>
                <a:gd name="csX38" fmla="*/ 250919 w 2148088"/>
                <a:gd name="csY38" fmla="*/ 249538 h 1439168"/>
                <a:gd name="csX39" fmla="*/ 250919 w 2148088"/>
                <a:gd name="csY39" fmla="*/ 297163 h 1439168"/>
                <a:gd name="csX40" fmla="*/ 230678 w 2148088"/>
                <a:gd name="csY40" fmla="*/ 299544 h 1439168"/>
                <a:gd name="csX41" fmla="*/ 146144 w 2148088"/>
                <a:gd name="csY41" fmla="*/ 344788 h 1439168"/>
                <a:gd name="csX42" fmla="*/ 1344099 w 2148088"/>
                <a:gd name="csY42" fmla="*/ 422402 h 1439168"/>
                <a:gd name="csX43" fmla="*/ 1555844 w 2148088"/>
                <a:gd name="csY43" fmla="*/ 354313 h 1439168"/>
                <a:gd name="csX44" fmla="*/ 1523325 w 2148088"/>
                <a:gd name="csY44" fmla="*/ 313534 h 1439168"/>
                <a:gd name="csX45" fmla="*/ 537636 w 2148088"/>
                <a:gd name="csY45" fmla="*/ 237692 h 1439168"/>
                <a:gd name="csX46" fmla="*/ 415820 w 2148088"/>
                <a:gd name="csY46" fmla="*/ 245966 h 1439168"/>
                <a:gd name="csX47" fmla="*/ 379990 w 2148088"/>
                <a:gd name="csY47" fmla="*/ 248124 h 1439168"/>
                <a:gd name="csX48" fmla="*/ 355694 w 2148088"/>
                <a:gd name="csY48" fmla="*/ 249538 h 1439168"/>
                <a:gd name="csX49" fmla="*/ 355694 w 2148088"/>
                <a:gd name="csY49" fmla="*/ 220963 h 1439168"/>
                <a:gd name="csX50" fmla="*/ 517619 w 2148088"/>
                <a:gd name="csY50" fmla="*/ 191346 h 1439168"/>
                <a:gd name="csX51" fmla="*/ 545303 w 2148088"/>
                <a:gd name="csY51" fmla="*/ 188919 h 1439168"/>
                <a:gd name="csX52" fmla="*/ 823414 w 2148088"/>
                <a:gd name="csY52" fmla="*/ 180379 h 1439168"/>
                <a:gd name="csX53" fmla="*/ 906135 w 2148088"/>
                <a:gd name="csY53" fmla="*/ 180258 h 1439168"/>
                <a:gd name="csX54" fmla="*/ 1612994 w 2148088"/>
                <a:gd name="csY54" fmla="*/ 316213 h 1439168"/>
                <a:gd name="csX55" fmla="*/ 1603469 w 2148088"/>
                <a:gd name="csY55" fmla="*/ 268588 h 1439168"/>
                <a:gd name="csX56" fmla="*/ 790956 w 2148088"/>
                <a:gd name="csY56" fmla="*/ 115188 h 1439168"/>
                <a:gd name="csX57" fmla="*/ 405700 w 2148088"/>
                <a:gd name="csY57" fmla="*/ 157264 h 1439168"/>
                <a:gd name="csX58" fmla="*/ 1784444 w 2148088"/>
                <a:gd name="csY58" fmla="*/ 287638 h 1439168"/>
                <a:gd name="csX59" fmla="*/ 1762820 w 2148088"/>
                <a:gd name="csY59" fmla="*/ 298309 h 1439168"/>
                <a:gd name="csX60" fmla="*/ 1690659 w 2148088"/>
                <a:gd name="csY60" fmla="*/ 366759 h 1439168"/>
                <a:gd name="csX61" fmla="*/ 1686217 w 2148088"/>
                <a:gd name="csY61" fmla="*/ 444205 h 1439168"/>
                <a:gd name="csX62" fmla="*/ 1683390 w 2148088"/>
                <a:gd name="csY62" fmla="*/ 500388 h 1439168"/>
                <a:gd name="csX63" fmla="*/ 1681920 w 2148088"/>
                <a:gd name="csY63" fmla="*/ 528135 h 1439168"/>
                <a:gd name="csX64" fmla="*/ 1641569 w 2148088"/>
                <a:gd name="csY64" fmla="*/ 697213 h 1439168"/>
                <a:gd name="csX65" fmla="*/ 1632044 w 2148088"/>
                <a:gd name="csY65" fmla="*/ 744838 h 1439168"/>
                <a:gd name="csX66" fmla="*/ 1898744 w 2148088"/>
                <a:gd name="csY66" fmla="*/ 563863 h 1439168"/>
                <a:gd name="csX67" fmla="*/ 1925086 w 2148088"/>
                <a:gd name="csY67" fmla="*/ 543845 h 1439168"/>
                <a:gd name="csX68" fmla="*/ 2061264 w 2148088"/>
                <a:gd name="csY68" fmla="*/ 387055 h 1439168"/>
                <a:gd name="csX69" fmla="*/ 2013044 w 2148088"/>
                <a:gd name="csY69" fmla="*/ 275136 h 1439168"/>
                <a:gd name="csX70" fmla="*/ 1903767 w 2148088"/>
                <a:gd name="csY70" fmla="*/ 246896 h 1439168"/>
                <a:gd name="csX71" fmla="*/ 1784444 w 2148088"/>
                <a:gd name="csY71" fmla="*/ 287638 h 1439168"/>
                <a:gd name="csX72" fmla="*/ 98519 w 2148088"/>
                <a:gd name="csY72" fmla="*/ 430513 h 1439168"/>
                <a:gd name="csX73" fmla="*/ 174719 w 2148088"/>
                <a:gd name="csY73" fmla="*/ 773413 h 1439168"/>
                <a:gd name="csX74" fmla="*/ 186811 w 2148088"/>
                <a:gd name="csY74" fmla="*/ 799458 h 1439168"/>
                <a:gd name="csX75" fmla="*/ 641444 w 2148088"/>
                <a:gd name="csY75" fmla="*/ 1182988 h 1439168"/>
                <a:gd name="csX76" fmla="*/ 1212944 w 2148088"/>
                <a:gd name="csY76" fmla="*/ 1116313 h 1439168"/>
                <a:gd name="csX77" fmla="*/ 1317719 w 2148088"/>
                <a:gd name="csY77" fmla="*/ 1040113 h 1439168"/>
                <a:gd name="csX78" fmla="*/ 1339373 w 2148088"/>
                <a:gd name="csY78" fmla="*/ 1022477 h 1439168"/>
                <a:gd name="csX79" fmla="*/ 1470119 w 2148088"/>
                <a:gd name="csY79" fmla="*/ 868663 h 1439168"/>
                <a:gd name="csX80" fmla="*/ 1487904 w 2148088"/>
                <a:gd name="csY80" fmla="*/ 840534 h 1439168"/>
                <a:gd name="csX81" fmla="*/ 1604064 w 2148088"/>
                <a:gd name="csY81" fmla="*/ 475161 h 1439168"/>
                <a:gd name="csX82" fmla="*/ 1603804 w 2148088"/>
                <a:gd name="csY82" fmla="*/ 449674 h 1439168"/>
                <a:gd name="csX83" fmla="*/ 1603469 w 2148088"/>
                <a:gd name="csY83" fmla="*/ 430513 h 1439168"/>
                <a:gd name="csX84" fmla="*/ 1578503 w 2148088"/>
                <a:gd name="csY84" fmla="*/ 441340 h 1439168"/>
                <a:gd name="csX85" fmla="*/ 159538 w 2148088"/>
                <a:gd name="csY85" fmla="*/ 447740 h 1439168"/>
                <a:gd name="csX86" fmla="*/ 136414 w 2148088"/>
                <a:gd name="csY86" fmla="*/ 437822 h 1439168"/>
                <a:gd name="csX87" fmla="*/ 98519 w 2148088"/>
                <a:gd name="csY87" fmla="*/ 430513 h 1439168"/>
                <a:gd name="csX88" fmla="*/ 489044 w 2148088"/>
                <a:gd name="csY88" fmla="*/ 1211563 h 1439168"/>
                <a:gd name="csX89" fmla="*/ 501024 w 2148088"/>
                <a:gd name="csY89" fmla="*/ 1262462 h 1439168"/>
                <a:gd name="csX90" fmla="*/ 1033015 w 2148088"/>
                <a:gd name="csY90" fmla="*/ 1333683 h 1439168"/>
                <a:gd name="csX91" fmla="*/ 1222469 w 2148088"/>
                <a:gd name="csY91" fmla="*/ 1259188 h 1439168"/>
                <a:gd name="csX92" fmla="*/ 1241519 w 2148088"/>
                <a:gd name="csY92" fmla="*/ 1221088 h 1439168"/>
                <a:gd name="csX93" fmla="*/ 1144483 w 2148088"/>
                <a:gd name="csY93" fmla="*/ 1232994 h 1439168"/>
                <a:gd name="csX94" fmla="*/ 615697 w 2148088"/>
                <a:gd name="csY94" fmla="*/ 1257179 h 1439168"/>
                <a:gd name="csX95" fmla="*/ 552928 w 2148088"/>
                <a:gd name="csY95" fmla="*/ 1231766 h 1439168"/>
                <a:gd name="csX96" fmla="*/ 489044 w 2148088"/>
                <a:gd name="csY96" fmla="*/ 1211563 h 14391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Lst>
              <a:rect l="l" t="t" r="r" b="b"/>
              <a:pathLst>
                <a:path w="2148088" h="1439168">
                  <a:moveTo>
                    <a:pt x="1661586" y="199792"/>
                  </a:moveTo>
                  <a:cubicBezTo>
                    <a:pt x="1677883" y="215605"/>
                    <a:pt x="1677883" y="215605"/>
                    <a:pt x="1698719" y="240013"/>
                  </a:cubicBezTo>
                  <a:cubicBezTo>
                    <a:pt x="1704379" y="236219"/>
                    <a:pt x="1710039" y="232425"/>
                    <a:pt x="1715871" y="228516"/>
                  </a:cubicBezTo>
                  <a:cubicBezTo>
                    <a:pt x="1792314" y="179654"/>
                    <a:pt x="1871722" y="142725"/>
                    <a:pt x="1964228" y="158418"/>
                  </a:cubicBezTo>
                  <a:cubicBezTo>
                    <a:pt x="2032019" y="176487"/>
                    <a:pt x="2079355" y="209634"/>
                    <a:pt x="2117819" y="268588"/>
                  </a:cubicBezTo>
                  <a:cubicBezTo>
                    <a:pt x="2142256" y="315434"/>
                    <a:pt x="2152912" y="358386"/>
                    <a:pt x="2146394" y="411463"/>
                  </a:cubicBezTo>
                  <a:cubicBezTo>
                    <a:pt x="2120050" y="489684"/>
                    <a:pt x="2077603" y="542200"/>
                    <a:pt x="2012449" y="592438"/>
                  </a:cubicBezTo>
                  <a:cubicBezTo>
                    <a:pt x="2006741" y="596880"/>
                    <a:pt x="2001033" y="601323"/>
                    <a:pt x="1995152" y="605900"/>
                  </a:cubicBezTo>
                  <a:cubicBezTo>
                    <a:pt x="1898251" y="680260"/>
                    <a:pt x="1795740" y="747074"/>
                    <a:pt x="1693956" y="814489"/>
                  </a:cubicBezTo>
                  <a:cubicBezTo>
                    <a:pt x="1676478" y="826174"/>
                    <a:pt x="1659015" y="837881"/>
                    <a:pt x="1641569" y="849613"/>
                  </a:cubicBezTo>
                  <a:cubicBezTo>
                    <a:pt x="1632372" y="855727"/>
                    <a:pt x="1623176" y="861842"/>
                    <a:pt x="1613701" y="868142"/>
                  </a:cubicBezTo>
                  <a:cubicBezTo>
                    <a:pt x="1562352" y="903579"/>
                    <a:pt x="1524424" y="937788"/>
                    <a:pt x="1488015" y="988321"/>
                  </a:cubicBezTo>
                  <a:cubicBezTo>
                    <a:pt x="1466300" y="1016492"/>
                    <a:pt x="1442200" y="1041750"/>
                    <a:pt x="1417136" y="1066902"/>
                  </a:cubicBezTo>
                  <a:cubicBezTo>
                    <a:pt x="1408676" y="1075411"/>
                    <a:pt x="1400216" y="1083920"/>
                    <a:pt x="1391500" y="1092686"/>
                  </a:cubicBezTo>
                  <a:cubicBezTo>
                    <a:pt x="1364821" y="1116785"/>
                    <a:pt x="1338526" y="1135305"/>
                    <a:pt x="1308194" y="1154413"/>
                  </a:cubicBezTo>
                  <a:cubicBezTo>
                    <a:pt x="1311337" y="1161092"/>
                    <a:pt x="1314480" y="1167772"/>
                    <a:pt x="1317719" y="1174653"/>
                  </a:cubicBezTo>
                  <a:cubicBezTo>
                    <a:pt x="1332772" y="1217932"/>
                    <a:pt x="1333386" y="1245786"/>
                    <a:pt x="1314147" y="1287763"/>
                  </a:cubicBezTo>
                  <a:cubicBezTo>
                    <a:pt x="1212861" y="1403518"/>
                    <a:pt x="1044163" y="1428321"/>
                    <a:pt x="898805" y="1438079"/>
                  </a:cubicBezTo>
                  <a:cubicBezTo>
                    <a:pt x="784844" y="1443894"/>
                    <a:pt x="683116" y="1426586"/>
                    <a:pt x="574769" y="1392538"/>
                  </a:cubicBezTo>
                  <a:cubicBezTo>
                    <a:pt x="565695" y="1389689"/>
                    <a:pt x="556621" y="1386841"/>
                    <a:pt x="547273" y="1383906"/>
                  </a:cubicBezTo>
                  <a:cubicBezTo>
                    <a:pt x="484486" y="1361599"/>
                    <a:pt x="426993" y="1326524"/>
                    <a:pt x="391524" y="1268452"/>
                  </a:cubicBezTo>
                  <a:cubicBezTo>
                    <a:pt x="377797" y="1232902"/>
                    <a:pt x="391724" y="1198722"/>
                    <a:pt x="403319" y="1163938"/>
                  </a:cubicBezTo>
                  <a:cubicBezTo>
                    <a:pt x="397794" y="1159677"/>
                    <a:pt x="392268" y="1155417"/>
                    <a:pt x="386576" y="1151027"/>
                  </a:cubicBezTo>
                  <a:cubicBezTo>
                    <a:pt x="363520" y="1133183"/>
                    <a:pt x="340540" y="1115247"/>
                    <a:pt x="317594" y="1097263"/>
                  </a:cubicBezTo>
                  <a:cubicBezTo>
                    <a:pt x="311516" y="1092523"/>
                    <a:pt x="305438" y="1087784"/>
                    <a:pt x="299176" y="1082901"/>
                  </a:cubicBezTo>
                  <a:cubicBezTo>
                    <a:pt x="285893" y="1072262"/>
                    <a:pt x="273110" y="1061005"/>
                    <a:pt x="260444" y="1049638"/>
                  </a:cubicBezTo>
                  <a:cubicBezTo>
                    <a:pt x="260444" y="1043351"/>
                    <a:pt x="260444" y="1037065"/>
                    <a:pt x="260444" y="1030588"/>
                  </a:cubicBezTo>
                  <a:cubicBezTo>
                    <a:pt x="246299" y="1025873"/>
                    <a:pt x="246299" y="1025873"/>
                    <a:pt x="231869" y="1021063"/>
                  </a:cubicBezTo>
                  <a:cubicBezTo>
                    <a:pt x="64892" y="823834"/>
                    <a:pt x="-17212" y="573886"/>
                    <a:pt x="3269" y="316213"/>
                  </a:cubicBezTo>
                  <a:cubicBezTo>
                    <a:pt x="15149" y="256668"/>
                    <a:pt x="39337" y="212698"/>
                    <a:pt x="88287" y="176165"/>
                  </a:cubicBezTo>
                  <a:cubicBezTo>
                    <a:pt x="445208" y="-46994"/>
                    <a:pt x="1332836" y="-78241"/>
                    <a:pt x="1661586" y="199792"/>
                  </a:cubicBezTo>
                  <a:close/>
                  <a:moveTo>
                    <a:pt x="405700" y="157264"/>
                  </a:moveTo>
                  <a:cubicBezTo>
                    <a:pt x="395734" y="159059"/>
                    <a:pt x="385768" y="160854"/>
                    <a:pt x="375500" y="162704"/>
                  </a:cubicBezTo>
                  <a:cubicBezTo>
                    <a:pt x="285828" y="180404"/>
                    <a:pt x="188818" y="208893"/>
                    <a:pt x="117569" y="268588"/>
                  </a:cubicBezTo>
                  <a:cubicBezTo>
                    <a:pt x="111201" y="288238"/>
                    <a:pt x="111201" y="288238"/>
                    <a:pt x="108044" y="306688"/>
                  </a:cubicBezTo>
                  <a:cubicBezTo>
                    <a:pt x="114367" y="303360"/>
                    <a:pt x="120690" y="300033"/>
                    <a:pt x="127205" y="296605"/>
                  </a:cubicBezTo>
                  <a:cubicBezTo>
                    <a:pt x="139821" y="290103"/>
                    <a:pt x="139821" y="290103"/>
                    <a:pt x="152692" y="283471"/>
                  </a:cubicBezTo>
                  <a:cubicBezTo>
                    <a:pt x="160980" y="279161"/>
                    <a:pt x="169268" y="274851"/>
                    <a:pt x="177807" y="270411"/>
                  </a:cubicBezTo>
                  <a:cubicBezTo>
                    <a:pt x="202436" y="259445"/>
                    <a:pt x="224378" y="253698"/>
                    <a:pt x="250919" y="249538"/>
                  </a:cubicBezTo>
                  <a:cubicBezTo>
                    <a:pt x="250919" y="265254"/>
                    <a:pt x="250919" y="280970"/>
                    <a:pt x="250919" y="297163"/>
                  </a:cubicBezTo>
                  <a:cubicBezTo>
                    <a:pt x="240900" y="298341"/>
                    <a:pt x="240900" y="298341"/>
                    <a:pt x="230678" y="299544"/>
                  </a:cubicBezTo>
                  <a:cubicBezTo>
                    <a:pt x="197077" y="308310"/>
                    <a:pt x="174137" y="324607"/>
                    <a:pt x="146144" y="344788"/>
                  </a:cubicBezTo>
                  <a:cubicBezTo>
                    <a:pt x="449322" y="546906"/>
                    <a:pt x="1006598" y="486918"/>
                    <a:pt x="1344099" y="422402"/>
                  </a:cubicBezTo>
                  <a:cubicBezTo>
                    <a:pt x="1416196" y="407421"/>
                    <a:pt x="1489765" y="387352"/>
                    <a:pt x="1555844" y="354313"/>
                  </a:cubicBezTo>
                  <a:cubicBezTo>
                    <a:pt x="1549381" y="323975"/>
                    <a:pt x="1549381" y="323975"/>
                    <a:pt x="1523325" y="313534"/>
                  </a:cubicBezTo>
                  <a:cubicBezTo>
                    <a:pt x="1214562" y="196339"/>
                    <a:pt x="861022" y="211460"/>
                    <a:pt x="537636" y="237692"/>
                  </a:cubicBezTo>
                  <a:cubicBezTo>
                    <a:pt x="497055" y="240880"/>
                    <a:pt x="456452" y="243524"/>
                    <a:pt x="415820" y="245966"/>
                  </a:cubicBezTo>
                  <a:cubicBezTo>
                    <a:pt x="403996" y="246678"/>
                    <a:pt x="392172" y="247390"/>
                    <a:pt x="379990" y="248124"/>
                  </a:cubicBezTo>
                  <a:cubicBezTo>
                    <a:pt x="371972" y="248590"/>
                    <a:pt x="363954" y="249057"/>
                    <a:pt x="355694" y="249538"/>
                  </a:cubicBezTo>
                  <a:cubicBezTo>
                    <a:pt x="355694" y="240108"/>
                    <a:pt x="355694" y="230678"/>
                    <a:pt x="355694" y="220963"/>
                  </a:cubicBezTo>
                  <a:cubicBezTo>
                    <a:pt x="409546" y="203530"/>
                    <a:pt x="461313" y="196184"/>
                    <a:pt x="517619" y="191346"/>
                  </a:cubicBezTo>
                  <a:cubicBezTo>
                    <a:pt x="526755" y="190545"/>
                    <a:pt x="535890" y="189744"/>
                    <a:pt x="545303" y="188919"/>
                  </a:cubicBezTo>
                  <a:cubicBezTo>
                    <a:pt x="638006" y="181412"/>
                    <a:pt x="730448" y="179971"/>
                    <a:pt x="823414" y="180379"/>
                  </a:cubicBezTo>
                  <a:cubicBezTo>
                    <a:pt x="850990" y="180481"/>
                    <a:pt x="878559" y="180379"/>
                    <a:pt x="906135" y="180258"/>
                  </a:cubicBezTo>
                  <a:cubicBezTo>
                    <a:pt x="1144712" y="180071"/>
                    <a:pt x="1404291" y="186945"/>
                    <a:pt x="1612994" y="316213"/>
                  </a:cubicBezTo>
                  <a:cubicBezTo>
                    <a:pt x="1613363" y="293968"/>
                    <a:pt x="1613363" y="293968"/>
                    <a:pt x="1603469" y="268588"/>
                  </a:cubicBezTo>
                  <a:cubicBezTo>
                    <a:pt x="1418843" y="96842"/>
                    <a:pt x="1026373" y="108144"/>
                    <a:pt x="790956" y="115188"/>
                  </a:cubicBezTo>
                  <a:cubicBezTo>
                    <a:pt x="661010" y="120246"/>
                    <a:pt x="533624" y="133615"/>
                    <a:pt x="405700" y="157264"/>
                  </a:cubicBezTo>
                  <a:close/>
                  <a:moveTo>
                    <a:pt x="1784444" y="287638"/>
                  </a:moveTo>
                  <a:cubicBezTo>
                    <a:pt x="1773740" y="292920"/>
                    <a:pt x="1773740" y="292920"/>
                    <a:pt x="1762820" y="298309"/>
                  </a:cubicBezTo>
                  <a:cubicBezTo>
                    <a:pt x="1717022" y="323535"/>
                    <a:pt x="1717022" y="323535"/>
                    <a:pt x="1690659" y="366759"/>
                  </a:cubicBezTo>
                  <a:cubicBezTo>
                    <a:pt x="1687312" y="392801"/>
                    <a:pt x="1686341" y="417951"/>
                    <a:pt x="1686217" y="444205"/>
                  </a:cubicBezTo>
                  <a:cubicBezTo>
                    <a:pt x="1685373" y="462937"/>
                    <a:pt x="1684430" y="481665"/>
                    <a:pt x="1683390" y="500388"/>
                  </a:cubicBezTo>
                  <a:cubicBezTo>
                    <a:pt x="1682905" y="509544"/>
                    <a:pt x="1682420" y="518701"/>
                    <a:pt x="1681920" y="528135"/>
                  </a:cubicBezTo>
                  <a:cubicBezTo>
                    <a:pt x="1676895" y="586625"/>
                    <a:pt x="1658425" y="641246"/>
                    <a:pt x="1641569" y="697213"/>
                  </a:cubicBezTo>
                  <a:cubicBezTo>
                    <a:pt x="1638181" y="713044"/>
                    <a:pt x="1634922" y="728906"/>
                    <a:pt x="1632044" y="744838"/>
                  </a:cubicBezTo>
                  <a:cubicBezTo>
                    <a:pt x="1728382" y="699622"/>
                    <a:pt x="1814881" y="628459"/>
                    <a:pt x="1898744" y="563863"/>
                  </a:cubicBezTo>
                  <a:cubicBezTo>
                    <a:pt x="1907437" y="557257"/>
                    <a:pt x="1916130" y="550651"/>
                    <a:pt x="1925086" y="543845"/>
                  </a:cubicBezTo>
                  <a:cubicBezTo>
                    <a:pt x="2011150" y="479028"/>
                    <a:pt x="2011150" y="479028"/>
                    <a:pt x="2061264" y="387055"/>
                  </a:cubicBezTo>
                  <a:cubicBezTo>
                    <a:pt x="2060387" y="338832"/>
                    <a:pt x="2044154" y="311108"/>
                    <a:pt x="2013044" y="275136"/>
                  </a:cubicBezTo>
                  <a:cubicBezTo>
                    <a:pt x="1979395" y="246745"/>
                    <a:pt x="1945902" y="246281"/>
                    <a:pt x="1903767" y="246896"/>
                  </a:cubicBezTo>
                  <a:cubicBezTo>
                    <a:pt x="1860434" y="251651"/>
                    <a:pt x="1822725" y="267301"/>
                    <a:pt x="1784444" y="287638"/>
                  </a:cubicBezTo>
                  <a:close/>
                  <a:moveTo>
                    <a:pt x="98519" y="430513"/>
                  </a:moveTo>
                  <a:cubicBezTo>
                    <a:pt x="90951" y="552155"/>
                    <a:pt x="122713" y="664335"/>
                    <a:pt x="174719" y="773413"/>
                  </a:cubicBezTo>
                  <a:cubicBezTo>
                    <a:pt x="178709" y="782008"/>
                    <a:pt x="182700" y="790602"/>
                    <a:pt x="186811" y="799458"/>
                  </a:cubicBezTo>
                  <a:cubicBezTo>
                    <a:pt x="279035" y="983374"/>
                    <a:pt x="447910" y="1117627"/>
                    <a:pt x="641444" y="1182988"/>
                  </a:cubicBezTo>
                  <a:cubicBezTo>
                    <a:pt x="840376" y="1236870"/>
                    <a:pt x="1032666" y="1214359"/>
                    <a:pt x="1212944" y="1116313"/>
                  </a:cubicBezTo>
                  <a:cubicBezTo>
                    <a:pt x="1249933" y="1093126"/>
                    <a:pt x="1284047" y="1067862"/>
                    <a:pt x="1317719" y="1040113"/>
                  </a:cubicBezTo>
                  <a:cubicBezTo>
                    <a:pt x="1324865" y="1034293"/>
                    <a:pt x="1332011" y="1028473"/>
                    <a:pt x="1339373" y="1022477"/>
                  </a:cubicBezTo>
                  <a:cubicBezTo>
                    <a:pt x="1393342" y="976935"/>
                    <a:pt x="1434048" y="929571"/>
                    <a:pt x="1470119" y="868663"/>
                  </a:cubicBezTo>
                  <a:cubicBezTo>
                    <a:pt x="1475988" y="859380"/>
                    <a:pt x="1481857" y="850098"/>
                    <a:pt x="1487904" y="840534"/>
                  </a:cubicBezTo>
                  <a:cubicBezTo>
                    <a:pt x="1553920" y="732134"/>
                    <a:pt x="1605783" y="604097"/>
                    <a:pt x="1604064" y="475161"/>
                  </a:cubicBezTo>
                  <a:cubicBezTo>
                    <a:pt x="1603978" y="466751"/>
                    <a:pt x="1603892" y="458340"/>
                    <a:pt x="1603804" y="449674"/>
                  </a:cubicBezTo>
                  <a:cubicBezTo>
                    <a:pt x="1603693" y="443351"/>
                    <a:pt x="1603583" y="437028"/>
                    <a:pt x="1603469" y="430513"/>
                  </a:cubicBezTo>
                  <a:cubicBezTo>
                    <a:pt x="1591111" y="435872"/>
                    <a:pt x="1591111" y="435872"/>
                    <a:pt x="1578503" y="441340"/>
                  </a:cubicBezTo>
                  <a:cubicBezTo>
                    <a:pt x="1168441" y="611029"/>
                    <a:pt x="570549" y="614897"/>
                    <a:pt x="159538" y="447740"/>
                  </a:cubicBezTo>
                  <a:cubicBezTo>
                    <a:pt x="151907" y="444467"/>
                    <a:pt x="144276" y="441194"/>
                    <a:pt x="136414" y="437822"/>
                  </a:cubicBezTo>
                  <a:cubicBezTo>
                    <a:pt x="117977" y="429365"/>
                    <a:pt x="117977" y="429365"/>
                    <a:pt x="98519" y="430513"/>
                  </a:cubicBezTo>
                  <a:close/>
                  <a:moveTo>
                    <a:pt x="489044" y="1211563"/>
                  </a:moveTo>
                  <a:cubicBezTo>
                    <a:pt x="484704" y="1247949"/>
                    <a:pt x="484704" y="1247949"/>
                    <a:pt x="501024" y="1262462"/>
                  </a:cubicBezTo>
                  <a:cubicBezTo>
                    <a:pt x="651917" y="1355902"/>
                    <a:pt x="861768" y="1368885"/>
                    <a:pt x="1033015" y="1333683"/>
                  </a:cubicBezTo>
                  <a:cubicBezTo>
                    <a:pt x="1098338" y="1318161"/>
                    <a:pt x="1168126" y="1300093"/>
                    <a:pt x="1222469" y="1259188"/>
                  </a:cubicBezTo>
                  <a:cubicBezTo>
                    <a:pt x="1234514" y="1239591"/>
                    <a:pt x="1234514" y="1239591"/>
                    <a:pt x="1241519" y="1221088"/>
                  </a:cubicBezTo>
                  <a:cubicBezTo>
                    <a:pt x="1200808" y="1209101"/>
                    <a:pt x="1181946" y="1214181"/>
                    <a:pt x="1144483" y="1232994"/>
                  </a:cubicBezTo>
                  <a:cubicBezTo>
                    <a:pt x="985867" y="1303207"/>
                    <a:pt x="779725" y="1310817"/>
                    <a:pt x="615697" y="1257179"/>
                  </a:cubicBezTo>
                  <a:cubicBezTo>
                    <a:pt x="594652" y="1249016"/>
                    <a:pt x="573711" y="1240576"/>
                    <a:pt x="552928" y="1231766"/>
                  </a:cubicBezTo>
                  <a:cubicBezTo>
                    <a:pt x="531509" y="1222895"/>
                    <a:pt x="511646" y="1216364"/>
                    <a:pt x="489044" y="1211563"/>
                  </a:cubicBezTo>
                  <a:close/>
                </a:path>
              </a:pathLst>
            </a:custGeom>
            <a:solidFill>
              <a:schemeClr val="tx1"/>
            </a:solidFill>
            <a:ln w="3175" cap="flat">
              <a:noFill/>
              <a:prstDash val="solid"/>
              <a:miter/>
            </a:ln>
          </p:spPr>
          <p:txBody>
            <a:bodyPr/>
            <a:lstStyle/>
            <a:p>
              <a:endParaRPr lang="en-US" dirty="0"/>
            </a:p>
          </p:txBody>
        </p:sp>
      </p:grpSp>
      <p:sp>
        <p:nvSpPr>
          <p:cNvPr id="114" name="TextBox 113">
            <a:extLst>
              <a:ext uri="{FF2B5EF4-FFF2-40B4-BE49-F238E27FC236}">
                <a16:creationId xmlns:a16="http://schemas.microsoft.com/office/drawing/2014/main" id="{FD607F3D-B7ED-42C1-CABF-8573904459C0}"/>
              </a:ext>
            </a:extLst>
          </p:cNvPr>
          <p:cNvSpPr txBox="1"/>
          <p:nvPr/>
        </p:nvSpPr>
        <p:spPr>
          <a:xfrm>
            <a:off x="8420692" y="3350924"/>
            <a:ext cx="338594" cy="307777"/>
          </a:xfrm>
          <a:prstGeom prst="rect">
            <a:avLst/>
          </a:prstGeom>
          <a:noFill/>
        </p:spPr>
        <p:txBody>
          <a:bodyPr wrap="square">
            <a:spAutoFit/>
          </a:bodyPr>
          <a:lstStyle>
            <a:defPPr>
              <a:defRPr lang="en-US"/>
            </a:defPPr>
            <a:lvl1pPr>
              <a:defRPr sz="1400"/>
            </a:lvl1pPr>
          </a:lstStyle>
          <a:p>
            <a:r>
              <a:rPr lang="en-US" dirty="0"/>
              <a:t>4</a:t>
            </a:r>
            <a:endParaRPr lang="en-US" b="1" dirty="0"/>
          </a:p>
        </p:txBody>
      </p:sp>
      <p:sp>
        <p:nvSpPr>
          <p:cNvPr id="115" name="TextBox 114">
            <a:extLst>
              <a:ext uri="{FF2B5EF4-FFF2-40B4-BE49-F238E27FC236}">
                <a16:creationId xmlns:a16="http://schemas.microsoft.com/office/drawing/2014/main" id="{1798F50E-25B9-5AC2-D203-752600BE0FD2}"/>
              </a:ext>
            </a:extLst>
          </p:cNvPr>
          <p:cNvSpPr txBox="1"/>
          <p:nvPr/>
        </p:nvSpPr>
        <p:spPr>
          <a:xfrm>
            <a:off x="9275693" y="3829284"/>
            <a:ext cx="338594" cy="307777"/>
          </a:xfrm>
          <a:prstGeom prst="rect">
            <a:avLst/>
          </a:prstGeom>
          <a:noFill/>
        </p:spPr>
        <p:txBody>
          <a:bodyPr wrap="square">
            <a:spAutoFit/>
          </a:bodyPr>
          <a:lstStyle>
            <a:defPPr>
              <a:defRPr lang="en-US"/>
            </a:defPPr>
            <a:lvl1pPr>
              <a:defRPr sz="1400"/>
            </a:lvl1pPr>
          </a:lstStyle>
          <a:p>
            <a:r>
              <a:rPr lang="en-US" dirty="0"/>
              <a:t>4</a:t>
            </a:r>
            <a:endParaRPr lang="en-US" b="1" dirty="0"/>
          </a:p>
        </p:txBody>
      </p:sp>
      <p:sp>
        <p:nvSpPr>
          <p:cNvPr id="116" name="TextBox 115">
            <a:extLst>
              <a:ext uri="{FF2B5EF4-FFF2-40B4-BE49-F238E27FC236}">
                <a16:creationId xmlns:a16="http://schemas.microsoft.com/office/drawing/2014/main" id="{01BC0047-53E9-7045-B564-13136BD38B36}"/>
              </a:ext>
            </a:extLst>
          </p:cNvPr>
          <p:cNvSpPr txBox="1"/>
          <p:nvPr/>
        </p:nvSpPr>
        <p:spPr>
          <a:xfrm>
            <a:off x="8403204" y="3829284"/>
            <a:ext cx="338594" cy="307777"/>
          </a:xfrm>
          <a:prstGeom prst="rect">
            <a:avLst/>
          </a:prstGeom>
          <a:noFill/>
        </p:spPr>
        <p:txBody>
          <a:bodyPr wrap="square">
            <a:spAutoFit/>
          </a:bodyPr>
          <a:lstStyle>
            <a:defPPr>
              <a:defRPr lang="en-US"/>
            </a:defPPr>
            <a:lvl1pPr>
              <a:defRPr sz="1400"/>
            </a:lvl1pPr>
          </a:lstStyle>
          <a:p>
            <a:r>
              <a:rPr lang="en-US" dirty="0"/>
              <a:t>0</a:t>
            </a:r>
            <a:endParaRPr lang="en-US" b="1" dirty="0"/>
          </a:p>
        </p:txBody>
      </p:sp>
      <p:sp>
        <p:nvSpPr>
          <p:cNvPr id="117" name="TextBox 116">
            <a:extLst>
              <a:ext uri="{FF2B5EF4-FFF2-40B4-BE49-F238E27FC236}">
                <a16:creationId xmlns:a16="http://schemas.microsoft.com/office/drawing/2014/main" id="{447D1DCF-2D60-CE18-8CB9-5A79404873A3}"/>
              </a:ext>
            </a:extLst>
          </p:cNvPr>
          <p:cNvSpPr txBox="1"/>
          <p:nvPr/>
        </p:nvSpPr>
        <p:spPr>
          <a:xfrm>
            <a:off x="9254395" y="3350924"/>
            <a:ext cx="338594" cy="307777"/>
          </a:xfrm>
          <a:prstGeom prst="rect">
            <a:avLst/>
          </a:prstGeom>
          <a:noFill/>
        </p:spPr>
        <p:txBody>
          <a:bodyPr wrap="square">
            <a:spAutoFit/>
          </a:bodyPr>
          <a:lstStyle>
            <a:defPPr>
              <a:defRPr lang="en-US"/>
            </a:defPPr>
            <a:lvl1pPr>
              <a:defRPr sz="1400"/>
            </a:lvl1pPr>
          </a:lstStyle>
          <a:p>
            <a:r>
              <a:rPr lang="en-US" dirty="0"/>
              <a:t>0</a:t>
            </a:r>
            <a:endParaRPr lang="en-US" b="1" dirty="0"/>
          </a:p>
        </p:txBody>
      </p:sp>
      <p:sp>
        <p:nvSpPr>
          <p:cNvPr id="118" name="TextBox 117">
            <a:extLst>
              <a:ext uri="{FF2B5EF4-FFF2-40B4-BE49-F238E27FC236}">
                <a16:creationId xmlns:a16="http://schemas.microsoft.com/office/drawing/2014/main" id="{A2AD04FC-B457-8C44-3EA7-A70FD830BCD7}"/>
              </a:ext>
            </a:extLst>
          </p:cNvPr>
          <p:cNvSpPr txBox="1"/>
          <p:nvPr/>
        </p:nvSpPr>
        <p:spPr>
          <a:xfrm>
            <a:off x="8420692" y="4222286"/>
            <a:ext cx="338594" cy="307777"/>
          </a:xfrm>
          <a:prstGeom prst="rect">
            <a:avLst/>
          </a:prstGeom>
          <a:noFill/>
        </p:spPr>
        <p:txBody>
          <a:bodyPr wrap="square">
            <a:spAutoFit/>
          </a:bodyPr>
          <a:lstStyle>
            <a:defPPr>
              <a:defRPr lang="en-US"/>
            </a:defPPr>
            <a:lvl1pPr>
              <a:defRPr sz="1400"/>
            </a:lvl1pPr>
          </a:lstStyle>
          <a:p>
            <a:r>
              <a:rPr lang="en-US" dirty="0"/>
              <a:t>4</a:t>
            </a:r>
            <a:endParaRPr lang="en-US" b="1" dirty="0"/>
          </a:p>
        </p:txBody>
      </p:sp>
      <p:sp>
        <p:nvSpPr>
          <p:cNvPr id="119" name="TextBox 118">
            <a:extLst>
              <a:ext uri="{FF2B5EF4-FFF2-40B4-BE49-F238E27FC236}">
                <a16:creationId xmlns:a16="http://schemas.microsoft.com/office/drawing/2014/main" id="{94FE81C5-C31D-881B-D356-82BCAF8E5ED1}"/>
              </a:ext>
            </a:extLst>
          </p:cNvPr>
          <p:cNvSpPr txBox="1"/>
          <p:nvPr/>
        </p:nvSpPr>
        <p:spPr>
          <a:xfrm>
            <a:off x="9275693" y="4222286"/>
            <a:ext cx="338594" cy="307777"/>
          </a:xfrm>
          <a:prstGeom prst="rect">
            <a:avLst/>
          </a:prstGeom>
          <a:noFill/>
        </p:spPr>
        <p:txBody>
          <a:bodyPr wrap="square">
            <a:spAutoFit/>
          </a:bodyPr>
          <a:lstStyle>
            <a:defPPr>
              <a:defRPr lang="en-US"/>
            </a:defPPr>
            <a:lvl1pPr>
              <a:defRPr sz="1400"/>
            </a:lvl1pPr>
          </a:lstStyle>
          <a:p>
            <a:r>
              <a:rPr lang="en-US" dirty="0"/>
              <a:t>4</a:t>
            </a:r>
            <a:endParaRPr lang="en-US" b="1" dirty="0"/>
          </a:p>
        </p:txBody>
      </p:sp>
      <p:sp>
        <p:nvSpPr>
          <p:cNvPr id="120" name="TextBox 119">
            <a:extLst>
              <a:ext uri="{FF2B5EF4-FFF2-40B4-BE49-F238E27FC236}">
                <a16:creationId xmlns:a16="http://schemas.microsoft.com/office/drawing/2014/main" id="{FC2BEA88-C3EA-8E63-4BA5-3AA0BD9FADC3}"/>
              </a:ext>
            </a:extLst>
          </p:cNvPr>
          <p:cNvSpPr txBox="1"/>
          <p:nvPr/>
        </p:nvSpPr>
        <p:spPr>
          <a:xfrm>
            <a:off x="9979429" y="4222285"/>
            <a:ext cx="338594" cy="307777"/>
          </a:xfrm>
          <a:prstGeom prst="rect">
            <a:avLst/>
          </a:prstGeom>
          <a:noFill/>
        </p:spPr>
        <p:txBody>
          <a:bodyPr wrap="square">
            <a:spAutoFit/>
          </a:bodyPr>
          <a:lstStyle>
            <a:defPPr>
              <a:defRPr lang="en-US"/>
            </a:defPPr>
            <a:lvl1pPr>
              <a:defRPr sz="1400"/>
            </a:lvl1pPr>
          </a:lstStyle>
          <a:p>
            <a:r>
              <a:rPr lang="en-US" dirty="0"/>
              <a:t>8</a:t>
            </a:r>
            <a:endParaRPr lang="en-US" b="1" dirty="0"/>
          </a:p>
        </p:txBody>
      </p:sp>
      <p:sp>
        <p:nvSpPr>
          <p:cNvPr id="124" name="TextBox 123">
            <a:extLst>
              <a:ext uri="{FF2B5EF4-FFF2-40B4-BE49-F238E27FC236}">
                <a16:creationId xmlns:a16="http://schemas.microsoft.com/office/drawing/2014/main" id="{A699B943-F237-34E9-75B6-1F0CA6871C25}"/>
              </a:ext>
            </a:extLst>
          </p:cNvPr>
          <p:cNvSpPr txBox="1"/>
          <p:nvPr/>
        </p:nvSpPr>
        <p:spPr>
          <a:xfrm>
            <a:off x="9982697" y="3350924"/>
            <a:ext cx="338594" cy="307777"/>
          </a:xfrm>
          <a:prstGeom prst="rect">
            <a:avLst/>
          </a:prstGeom>
          <a:noFill/>
        </p:spPr>
        <p:txBody>
          <a:bodyPr wrap="square">
            <a:spAutoFit/>
          </a:bodyPr>
          <a:lstStyle>
            <a:defPPr>
              <a:defRPr lang="en-US"/>
            </a:defPPr>
            <a:lvl1pPr>
              <a:defRPr sz="1400"/>
            </a:lvl1pPr>
          </a:lstStyle>
          <a:p>
            <a:r>
              <a:rPr lang="en-US" dirty="0"/>
              <a:t>4</a:t>
            </a:r>
            <a:endParaRPr lang="en-US" b="1" dirty="0"/>
          </a:p>
        </p:txBody>
      </p:sp>
      <p:sp>
        <p:nvSpPr>
          <p:cNvPr id="125" name="TextBox 124">
            <a:extLst>
              <a:ext uri="{FF2B5EF4-FFF2-40B4-BE49-F238E27FC236}">
                <a16:creationId xmlns:a16="http://schemas.microsoft.com/office/drawing/2014/main" id="{B7F19F67-CDF1-42F0-2E67-AC21A9E54523}"/>
              </a:ext>
            </a:extLst>
          </p:cNvPr>
          <p:cNvSpPr txBox="1"/>
          <p:nvPr/>
        </p:nvSpPr>
        <p:spPr>
          <a:xfrm>
            <a:off x="9979429" y="3829284"/>
            <a:ext cx="338594" cy="307777"/>
          </a:xfrm>
          <a:prstGeom prst="rect">
            <a:avLst/>
          </a:prstGeom>
          <a:noFill/>
        </p:spPr>
        <p:txBody>
          <a:bodyPr wrap="square">
            <a:spAutoFit/>
          </a:bodyPr>
          <a:lstStyle>
            <a:defPPr>
              <a:defRPr lang="en-US"/>
            </a:defPPr>
            <a:lvl1pPr>
              <a:defRPr sz="1400"/>
            </a:lvl1pPr>
          </a:lstStyle>
          <a:p>
            <a:r>
              <a:rPr lang="en-US" dirty="0"/>
              <a:t>4</a:t>
            </a:r>
            <a:endParaRPr lang="en-US" b="1" dirty="0"/>
          </a:p>
        </p:txBody>
      </p:sp>
      <p:sp>
        <p:nvSpPr>
          <p:cNvPr id="126" name="TextBox 125">
            <a:extLst>
              <a:ext uri="{FF2B5EF4-FFF2-40B4-BE49-F238E27FC236}">
                <a16:creationId xmlns:a16="http://schemas.microsoft.com/office/drawing/2014/main" id="{1FA30EC6-0A89-599D-D938-F16A1125C514}"/>
              </a:ext>
            </a:extLst>
          </p:cNvPr>
          <p:cNvSpPr txBox="1"/>
          <p:nvPr/>
        </p:nvSpPr>
        <p:spPr>
          <a:xfrm rot="16200000">
            <a:off x="7021469" y="3563902"/>
            <a:ext cx="751133" cy="307777"/>
          </a:xfrm>
          <a:prstGeom prst="rect">
            <a:avLst/>
          </a:prstGeom>
          <a:noFill/>
        </p:spPr>
        <p:txBody>
          <a:bodyPr wrap="square">
            <a:spAutoFit/>
          </a:bodyPr>
          <a:lstStyle>
            <a:defPPr>
              <a:defRPr lang="en-US"/>
            </a:defPPr>
            <a:lvl1pPr>
              <a:defRPr sz="1400"/>
            </a:lvl1pPr>
          </a:lstStyle>
          <a:p>
            <a:pPr algn="ctr"/>
            <a:r>
              <a:rPr lang="en-US" b="1" dirty="0"/>
              <a:t>Reality</a:t>
            </a:r>
          </a:p>
        </p:txBody>
      </p:sp>
      <p:sp>
        <p:nvSpPr>
          <p:cNvPr id="127" name="TextBox 126">
            <a:extLst>
              <a:ext uri="{FF2B5EF4-FFF2-40B4-BE49-F238E27FC236}">
                <a16:creationId xmlns:a16="http://schemas.microsoft.com/office/drawing/2014/main" id="{6D488F81-D173-C165-546D-3A0A46424BEF}"/>
              </a:ext>
            </a:extLst>
          </p:cNvPr>
          <p:cNvSpPr txBox="1"/>
          <p:nvPr/>
        </p:nvSpPr>
        <p:spPr>
          <a:xfrm>
            <a:off x="6507480" y="2182229"/>
            <a:ext cx="3835107" cy="523220"/>
          </a:xfrm>
          <a:prstGeom prst="rect">
            <a:avLst/>
          </a:prstGeom>
          <a:noFill/>
        </p:spPr>
        <p:txBody>
          <a:bodyPr wrap="square">
            <a:spAutoFit/>
          </a:bodyPr>
          <a:lstStyle>
            <a:defPPr>
              <a:defRPr lang="en-US"/>
            </a:defPPr>
            <a:lvl1pPr>
              <a:defRPr sz="1400"/>
            </a:lvl1pPr>
          </a:lstStyle>
          <a:p>
            <a:r>
              <a:rPr lang="en-US" dirty="0"/>
              <a:t>The perfect classification of the tea would look like this:</a:t>
            </a:r>
          </a:p>
        </p:txBody>
      </p:sp>
      <p:sp>
        <p:nvSpPr>
          <p:cNvPr id="130" name="TextBox 129">
            <a:extLst>
              <a:ext uri="{FF2B5EF4-FFF2-40B4-BE49-F238E27FC236}">
                <a16:creationId xmlns:a16="http://schemas.microsoft.com/office/drawing/2014/main" id="{65019756-A654-2891-0FED-CB690EC36B69}"/>
              </a:ext>
            </a:extLst>
          </p:cNvPr>
          <p:cNvSpPr txBox="1"/>
          <p:nvPr/>
        </p:nvSpPr>
        <p:spPr>
          <a:xfrm>
            <a:off x="6385410" y="4663067"/>
            <a:ext cx="4389081" cy="1384995"/>
          </a:xfrm>
          <a:prstGeom prst="rect">
            <a:avLst/>
          </a:prstGeom>
          <a:noFill/>
        </p:spPr>
        <p:txBody>
          <a:bodyPr wrap="square">
            <a:spAutoFit/>
          </a:bodyPr>
          <a:lstStyle>
            <a:defPPr>
              <a:defRPr lang="en-US"/>
            </a:defPPr>
            <a:lvl1pPr>
              <a:defRPr sz="1400"/>
            </a:lvl1pPr>
          </a:lstStyle>
          <a:p>
            <a:r>
              <a:rPr lang="en-US" sz="1200" b="1" dirty="0">
                <a:highlight>
                  <a:srgbClr val="FFC000"/>
                </a:highlight>
              </a:rPr>
              <a:t>Possible outcomes include:</a:t>
            </a:r>
          </a:p>
          <a:p>
            <a:pPr marL="285750" indent="-285750">
              <a:buFont typeface="Arial" panose="020B0604020202020204" pitchFamily="34" charset="0"/>
              <a:buChar char="•"/>
            </a:pPr>
            <a:r>
              <a:rPr lang="en-US" sz="1200" dirty="0"/>
              <a:t>Four correct classifications (what we would expect on average under random guessing)</a:t>
            </a:r>
          </a:p>
          <a:p>
            <a:pPr marL="285750" indent="-285750">
              <a:buFont typeface="Arial" panose="020B0604020202020204" pitchFamily="34" charset="0"/>
              <a:buChar char="•"/>
            </a:pPr>
            <a:r>
              <a:rPr lang="en-US" sz="1200" dirty="0"/>
              <a:t>Five or six correct classifications (somewhat better than chance)</a:t>
            </a:r>
          </a:p>
          <a:p>
            <a:pPr marL="285750" indent="-285750">
              <a:buFont typeface="Arial" panose="020B0604020202020204" pitchFamily="34" charset="0"/>
              <a:buChar char="•"/>
            </a:pPr>
            <a:r>
              <a:rPr lang="en-US" sz="1200" dirty="0"/>
              <a:t>Seven or eight correct classifications (highly unlikely under chance alone)</a:t>
            </a:r>
          </a:p>
        </p:txBody>
      </p:sp>
    </p:spTree>
    <p:extLst>
      <p:ext uri="{BB962C8B-B14F-4D97-AF65-F5344CB8AC3E}">
        <p14:creationId xmlns:p14="http://schemas.microsoft.com/office/powerpoint/2010/main" val="45615206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157E80-983C-8C80-2506-41AB7E00AE18}"/>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82890B00-A83B-C26B-5D54-8AECF5B531BF}"/>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GB" sz="1200" b="0" i="0" u="none" strike="noStrike" kern="1200" cap="none" spc="0" normalizeH="0" baseline="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4BF2CC3E-3AFB-D4A7-D8B5-E8B42576A8B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E6881396-DDB8-CBEE-CA63-F7079BAFE1C7}"/>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CFFDE7CE-C4EA-EC9F-F695-CF7D9BC63B2F}"/>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a:t>Why is the p‑value problematic and how can it lead to Type I </a:t>
            </a:r>
            <a:r>
              <a:rPr lang="en-US" dirty="0"/>
              <a:t>errors?</a:t>
            </a:r>
          </a:p>
        </p:txBody>
      </p:sp>
      <p:sp>
        <p:nvSpPr>
          <p:cNvPr id="89" name="TextBox 88">
            <a:extLst>
              <a:ext uri="{FF2B5EF4-FFF2-40B4-BE49-F238E27FC236}">
                <a16:creationId xmlns:a16="http://schemas.microsoft.com/office/drawing/2014/main" id="{4E171645-418A-496B-8DF2-07C9BBAC5DFD}"/>
              </a:ext>
            </a:extLst>
          </p:cNvPr>
          <p:cNvSpPr txBox="1"/>
          <p:nvPr/>
        </p:nvSpPr>
        <p:spPr>
          <a:xfrm>
            <a:off x="-4867416" y="2015651"/>
            <a:ext cx="3522586" cy="523220"/>
          </a:xfrm>
          <a:prstGeom prst="rect">
            <a:avLst/>
          </a:prstGeom>
          <a:noFill/>
        </p:spPr>
        <p:txBody>
          <a:bodyPr wrap="square">
            <a:spAutoFit/>
          </a:bodyPr>
          <a:lstStyle>
            <a:defPPr>
              <a:defRPr lang="en-US"/>
            </a:defPPr>
            <a:lvl1pPr>
              <a:defRPr sz="1400"/>
            </a:lvl1pPr>
          </a:lstStyle>
          <a:p>
            <a:r>
              <a:rPr lang="en-US"/>
              <a:t>How </a:t>
            </a:r>
            <a:r>
              <a:rPr lang="en-US" dirty="0"/>
              <a:t>likely </a:t>
            </a:r>
            <a:r>
              <a:rPr lang="en-US" i="1"/>
              <a:t>would this level of performance be </a:t>
            </a:r>
            <a:r>
              <a:rPr lang="en-US"/>
              <a:t>if the person </a:t>
            </a:r>
            <a:r>
              <a:rPr lang="en-US" i="1"/>
              <a:t>had no real ability at all</a:t>
            </a:r>
            <a:r>
              <a:rPr lang="en-US"/>
              <a:t>? </a:t>
            </a:r>
            <a:endParaRPr lang="en-US" dirty="0"/>
          </a:p>
        </p:txBody>
      </p:sp>
      <p:sp>
        <p:nvSpPr>
          <p:cNvPr id="90" name="Rectangle 89">
            <a:extLst>
              <a:ext uri="{FF2B5EF4-FFF2-40B4-BE49-F238E27FC236}">
                <a16:creationId xmlns:a16="http://schemas.microsoft.com/office/drawing/2014/main" id="{D5440D00-3311-AD04-4391-ED8A073673C8}"/>
              </a:ext>
            </a:extLst>
          </p:cNvPr>
          <p:cNvSpPr/>
          <p:nvPr/>
        </p:nvSpPr>
        <p:spPr>
          <a:xfrm>
            <a:off x="-4970135" y="2015652"/>
            <a:ext cx="45719" cy="523219"/>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C0B8041E-D1FD-2F0F-AFC3-A1EE788E44BC}"/>
              </a:ext>
            </a:extLst>
          </p:cNvPr>
          <p:cNvSpPr txBox="1"/>
          <p:nvPr/>
        </p:nvSpPr>
        <p:spPr>
          <a:xfrm>
            <a:off x="-4571811" y="4013278"/>
            <a:ext cx="4264708" cy="523220"/>
          </a:xfrm>
          <a:prstGeom prst="rect">
            <a:avLst/>
          </a:prstGeom>
          <a:noFill/>
        </p:spPr>
        <p:txBody>
          <a:bodyPr wrap="square">
            <a:spAutoFit/>
          </a:bodyPr>
          <a:lstStyle>
            <a:defPPr>
              <a:defRPr lang="en-US"/>
            </a:defPPr>
            <a:lvl1pPr>
              <a:defRPr sz="1400"/>
            </a:lvl1pPr>
          </a:lstStyle>
          <a:p>
            <a:r>
              <a:rPr lang="en-US"/>
              <a:t>There</a:t>
            </a:r>
            <a:r>
              <a:rPr lang="en-US" dirty="0"/>
              <a:t> </a:t>
            </a:r>
            <a:r>
              <a:rPr lang="en-US"/>
              <a:t>is no association between how a cup was prepared and how it is identified.</a:t>
            </a:r>
            <a:endParaRPr lang="en-US" dirty="0"/>
          </a:p>
        </p:txBody>
      </p:sp>
      <p:sp>
        <p:nvSpPr>
          <p:cNvPr id="6" name="Oval 5">
            <a:extLst>
              <a:ext uri="{FF2B5EF4-FFF2-40B4-BE49-F238E27FC236}">
                <a16:creationId xmlns:a16="http://schemas.microsoft.com/office/drawing/2014/main" id="{CC06C88C-F7CC-2D6D-2E32-B720535F9ED9}"/>
              </a:ext>
            </a:extLst>
          </p:cNvPr>
          <p:cNvSpPr/>
          <p:nvPr/>
        </p:nvSpPr>
        <p:spPr>
          <a:xfrm>
            <a:off x="-5026094" y="2733303"/>
            <a:ext cx="361593" cy="359334"/>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t>H</a:t>
            </a:r>
            <a:r>
              <a:rPr lang="en-GB" sz="1400" b="1"/>
              <a:t>0</a:t>
            </a:r>
            <a:endParaRPr lang="en-GB" sz="1400" b="1" dirty="0"/>
          </a:p>
        </p:txBody>
      </p:sp>
      <p:sp>
        <p:nvSpPr>
          <p:cNvPr id="7" name="TextBox 6">
            <a:extLst>
              <a:ext uri="{FF2B5EF4-FFF2-40B4-BE49-F238E27FC236}">
                <a16:creationId xmlns:a16="http://schemas.microsoft.com/office/drawing/2014/main" id="{1E9622D7-84AC-2DF0-EC9A-BCAB2096D047}"/>
              </a:ext>
            </a:extLst>
          </p:cNvPr>
          <p:cNvSpPr txBox="1"/>
          <p:nvPr/>
        </p:nvSpPr>
        <p:spPr>
          <a:xfrm>
            <a:off x="-4571811" y="2759081"/>
            <a:ext cx="2891391" cy="319385"/>
          </a:xfrm>
          <a:prstGeom prst="rect">
            <a:avLst/>
          </a:prstGeom>
          <a:noFill/>
        </p:spPr>
        <p:txBody>
          <a:bodyPr wrap="square">
            <a:spAutoFit/>
          </a:bodyPr>
          <a:lstStyle>
            <a:defPPr>
              <a:defRPr lang="en-US"/>
            </a:defPPr>
            <a:lvl1pPr>
              <a:defRPr sz="1400" b="1">
                <a:solidFill>
                  <a:srgbClr val="FF0000"/>
                </a:solidFill>
              </a:defRPr>
            </a:lvl1pPr>
          </a:lstStyle>
          <a:p>
            <a:r>
              <a:rPr lang="en-US" dirty="0"/>
              <a:t>Null hypothesis</a:t>
            </a:r>
          </a:p>
        </p:txBody>
      </p:sp>
      <p:sp>
        <p:nvSpPr>
          <p:cNvPr id="13" name="TextBox 12">
            <a:extLst>
              <a:ext uri="{FF2B5EF4-FFF2-40B4-BE49-F238E27FC236}">
                <a16:creationId xmlns:a16="http://schemas.microsoft.com/office/drawing/2014/main" id="{B84BBDED-9B19-F06A-7549-9D3415EE331B}"/>
              </a:ext>
            </a:extLst>
          </p:cNvPr>
          <p:cNvSpPr txBox="1"/>
          <p:nvPr/>
        </p:nvSpPr>
        <p:spPr>
          <a:xfrm>
            <a:off x="-4970135" y="3161531"/>
            <a:ext cx="4663032" cy="738664"/>
          </a:xfrm>
          <a:prstGeom prst="rect">
            <a:avLst/>
          </a:prstGeom>
          <a:noFill/>
        </p:spPr>
        <p:txBody>
          <a:bodyPr wrap="square">
            <a:spAutoFit/>
          </a:bodyPr>
          <a:lstStyle>
            <a:defPPr>
              <a:defRPr lang="en-US"/>
            </a:defPPr>
            <a:lvl1pPr>
              <a:defRPr sz="1400"/>
            </a:lvl1pPr>
          </a:lstStyle>
          <a:p>
            <a:r>
              <a:rPr lang="en-US" dirty="0"/>
              <a:t>The person has no ability to distinguish the order in which tea and milk were poured. Any correct classification occurs purely by chance.</a:t>
            </a:r>
          </a:p>
        </p:txBody>
      </p:sp>
      <p:sp>
        <p:nvSpPr>
          <p:cNvPr id="14" name="Freeform: Shape 13">
            <a:extLst>
              <a:ext uri="{FF2B5EF4-FFF2-40B4-BE49-F238E27FC236}">
                <a16:creationId xmlns:a16="http://schemas.microsoft.com/office/drawing/2014/main" id="{B8EB13D9-D892-3232-7C82-76A23DD8AD20}"/>
              </a:ext>
            </a:extLst>
          </p:cNvPr>
          <p:cNvSpPr/>
          <p:nvPr/>
        </p:nvSpPr>
        <p:spPr>
          <a:xfrm>
            <a:off x="-4869426" y="4068399"/>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a:p>
        </p:txBody>
      </p:sp>
      <p:sp>
        <p:nvSpPr>
          <p:cNvPr id="18" name="TextBox 17">
            <a:extLst>
              <a:ext uri="{FF2B5EF4-FFF2-40B4-BE49-F238E27FC236}">
                <a16:creationId xmlns:a16="http://schemas.microsoft.com/office/drawing/2014/main" id="{6623BA20-13DA-F10F-52D5-372FECF759E8}"/>
              </a:ext>
            </a:extLst>
          </p:cNvPr>
          <p:cNvSpPr txBox="1"/>
          <p:nvPr/>
        </p:nvSpPr>
        <p:spPr>
          <a:xfrm>
            <a:off x="-4571811" y="4605272"/>
            <a:ext cx="4264708" cy="523220"/>
          </a:xfrm>
          <a:prstGeom prst="rect">
            <a:avLst/>
          </a:prstGeom>
          <a:noFill/>
        </p:spPr>
        <p:txBody>
          <a:bodyPr wrap="square">
            <a:spAutoFit/>
          </a:bodyPr>
          <a:lstStyle>
            <a:defPPr>
              <a:defRPr lang="en-US"/>
            </a:defPPr>
            <a:lvl1pPr>
              <a:defRPr sz="1400"/>
            </a:lvl1pPr>
          </a:lstStyle>
          <a:p>
            <a:r>
              <a:rPr lang="en-US" dirty="0"/>
              <a:t>The person’s responses are equivalent to random guessing.</a:t>
            </a:r>
          </a:p>
        </p:txBody>
      </p:sp>
      <p:sp>
        <p:nvSpPr>
          <p:cNvPr id="19" name="Freeform: Shape 18">
            <a:extLst>
              <a:ext uri="{FF2B5EF4-FFF2-40B4-BE49-F238E27FC236}">
                <a16:creationId xmlns:a16="http://schemas.microsoft.com/office/drawing/2014/main" id="{82962A96-C6CE-D691-768F-BC8C6C02A808}"/>
              </a:ext>
            </a:extLst>
          </p:cNvPr>
          <p:cNvSpPr/>
          <p:nvPr/>
        </p:nvSpPr>
        <p:spPr>
          <a:xfrm>
            <a:off x="-4843989" y="4663067"/>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a:p>
        </p:txBody>
      </p:sp>
      <p:sp>
        <p:nvSpPr>
          <p:cNvPr id="27" name="TextBox 26">
            <a:extLst>
              <a:ext uri="{FF2B5EF4-FFF2-40B4-BE49-F238E27FC236}">
                <a16:creationId xmlns:a16="http://schemas.microsoft.com/office/drawing/2014/main" id="{14D966C3-D744-1A1D-3238-436BD88A6BF2}"/>
              </a:ext>
            </a:extLst>
          </p:cNvPr>
          <p:cNvSpPr txBox="1"/>
          <p:nvPr/>
        </p:nvSpPr>
        <p:spPr>
          <a:xfrm>
            <a:off x="952842" y="1855958"/>
            <a:ext cx="3100848" cy="319385"/>
          </a:xfrm>
          <a:prstGeom prst="rect">
            <a:avLst/>
          </a:prstGeom>
          <a:noFill/>
        </p:spPr>
        <p:txBody>
          <a:bodyPr wrap="square">
            <a:spAutoFit/>
          </a:bodyPr>
          <a:lstStyle>
            <a:defPPr>
              <a:defRPr lang="en-US"/>
            </a:defPPr>
            <a:lvl1pPr>
              <a:defRPr sz="1400" b="1">
                <a:solidFill>
                  <a:srgbClr val="FF0000"/>
                </a:solidFill>
              </a:defRPr>
            </a:lvl1pPr>
          </a:lstStyle>
          <a:p>
            <a:r>
              <a:rPr lang="en-US"/>
              <a:t>The </a:t>
            </a:r>
            <a:r>
              <a:rPr lang="en-US" dirty="0"/>
              <a:t>experiment structure</a:t>
            </a:r>
          </a:p>
        </p:txBody>
      </p:sp>
      <p:sp>
        <p:nvSpPr>
          <p:cNvPr id="11" name="TextBox 10">
            <a:extLst>
              <a:ext uri="{FF2B5EF4-FFF2-40B4-BE49-F238E27FC236}">
                <a16:creationId xmlns:a16="http://schemas.microsoft.com/office/drawing/2014/main" id="{EC0A1DFC-50B2-1D09-5C78-92BB56637892}"/>
              </a:ext>
            </a:extLst>
          </p:cNvPr>
          <p:cNvSpPr txBox="1"/>
          <p:nvPr/>
        </p:nvSpPr>
        <p:spPr>
          <a:xfrm>
            <a:off x="1005690" y="4497550"/>
            <a:ext cx="4741688" cy="1384995"/>
          </a:xfrm>
          <a:prstGeom prst="rect">
            <a:avLst/>
          </a:prstGeom>
          <a:noFill/>
        </p:spPr>
        <p:txBody>
          <a:bodyPr wrap="square">
            <a:spAutoFit/>
          </a:bodyPr>
          <a:lstStyle>
            <a:defPPr>
              <a:defRPr lang="en-US"/>
            </a:defPPr>
            <a:lvl1pPr>
              <a:defRPr sz="1400"/>
            </a:lvl1pPr>
          </a:lstStyle>
          <a:p>
            <a:pPr marL="285750" indent="-285750">
              <a:buFont typeface="Arial" panose="020B0604020202020204" pitchFamily="34" charset="0"/>
              <a:buChar char="•"/>
            </a:pPr>
            <a:r>
              <a:rPr lang="en-US" sz="1200" dirty="0"/>
              <a:t>Correct guess (x) </a:t>
            </a:r>
          </a:p>
          <a:p>
            <a:pPr marL="285750" indent="-285750">
              <a:buFont typeface="Arial" panose="020B0604020202020204" pitchFamily="34" charset="0"/>
              <a:buChar char="•"/>
            </a:pPr>
            <a:r>
              <a:rPr lang="en-US" sz="1200" dirty="0"/>
              <a:t>Incorrect guesses (o)</a:t>
            </a:r>
          </a:p>
          <a:p>
            <a:pPr marL="285750" indent="-285750">
              <a:buFont typeface="Arial" panose="020B0604020202020204" pitchFamily="34" charset="0"/>
              <a:buChar char="•"/>
            </a:pPr>
            <a:r>
              <a:rPr lang="en-US" sz="1200" dirty="0"/>
              <a:t>The correct guess can appear in any position</a:t>
            </a:r>
          </a:p>
          <a:p>
            <a:pPr marL="285750" indent="-285750">
              <a:buFont typeface="Arial" panose="020B0604020202020204" pitchFamily="34" charset="0"/>
              <a:buChar char="•"/>
            </a:pPr>
            <a:r>
              <a:rPr lang="en-US" sz="1200" dirty="0"/>
              <a:t>There are 4 items of one type and 4 of the other type</a:t>
            </a:r>
          </a:p>
          <a:p>
            <a:pPr marL="285750" indent="-285750">
              <a:buFont typeface="Arial" panose="020B0604020202020204" pitchFamily="34" charset="0"/>
              <a:buChar char="•"/>
            </a:pPr>
            <a:r>
              <a:rPr lang="en-US" sz="1200" dirty="0"/>
              <a:t>Under the null hypothesis, true assignments and guesses are independent</a:t>
            </a:r>
          </a:p>
          <a:p>
            <a:pPr marL="285750" indent="-285750">
              <a:buFont typeface="Arial" panose="020B0604020202020204" pitchFamily="34" charset="0"/>
              <a:buChar char="•"/>
            </a:pPr>
            <a:endParaRPr lang="en-US" sz="1200" dirty="0"/>
          </a:p>
        </p:txBody>
      </p:sp>
      <p:sp>
        <p:nvSpPr>
          <p:cNvPr id="15" name="Rectangle 14">
            <a:extLst>
              <a:ext uri="{FF2B5EF4-FFF2-40B4-BE49-F238E27FC236}">
                <a16:creationId xmlns:a16="http://schemas.microsoft.com/office/drawing/2014/main" id="{D4EECF92-626E-C754-8523-2FCD4C111E71}"/>
              </a:ext>
            </a:extLst>
          </p:cNvPr>
          <p:cNvSpPr/>
          <p:nvPr/>
        </p:nvSpPr>
        <p:spPr>
          <a:xfrm>
            <a:off x="6541298" y="2380232"/>
            <a:ext cx="45719" cy="2225040"/>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79138181-B24F-A328-7B32-FDBECC92E1C2}"/>
              </a:ext>
            </a:extLst>
          </p:cNvPr>
          <p:cNvSpPr txBox="1"/>
          <p:nvPr/>
        </p:nvSpPr>
        <p:spPr>
          <a:xfrm>
            <a:off x="6688791" y="2333733"/>
            <a:ext cx="2743200" cy="276999"/>
          </a:xfrm>
          <a:prstGeom prst="rect">
            <a:avLst/>
          </a:prstGeom>
          <a:noFill/>
        </p:spPr>
        <p:txBody>
          <a:bodyPr wrap="square">
            <a:spAutoFit/>
          </a:bodyPr>
          <a:lstStyle/>
          <a:p>
            <a:r>
              <a:rPr lang="en-US" sz="1200" dirty="0"/>
              <a:t>For a given number of successes </a:t>
            </a:r>
            <a:r>
              <a:rPr lang="en-US" sz="1200" i="1" dirty="0"/>
              <a:t>k</a:t>
            </a:r>
            <a:r>
              <a:rPr lang="en-US" sz="1200" dirty="0"/>
              <a:t>:</a:t>
            </a:r>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16322E91-06D8-46F7-F769-0AD2F7584183}"/>
                  </a:ext>
                </a:extLst>
              </p:cNvPr>
              <p:cNvSpPr txBox="1"/>
              <p:nvPr/>
            </p:nvSpPr>
            <p:spPr>
              <a:xfrm>
                <a:off x="6688791" y="2538778"/>
                <a:ext cx="3239762" cy="399661"/>
              </a:xfrm>
              <a:prstGeom prst="rect">
                <a:avLst/>
              </a:prstGeom>
              <a:noFill/>
            </p:spPr>
            <p:txBody>
              <a:bodyPr wrap="square">
                <a:spAutoFit/>
              </a:bodyPr>
              <a:lstStyle/>
              <a:p>
                <a:r>
                  <a:rPr lang="en-US" sz="1200" dirty="0"/>
                  <a:t>Number of combinations= </a:t>
                </a:r>
                <a14:m>
                  <m:oMath xmlns:m="http://schemas.openxmlformats.org/officeDocument/2006/math">
                    <m:d>
                      <m:dPr>
                        <m:ctrlPr>
                          <a:rPr lang="en-US" sz="1200" i="1" smtClean="0">
                            <a:latin typeface="Cambria Math" panose="02040503050406030204" pitchFamily="18" charset="0"/>
                          </a:rPr>
                        </m:ctrlPr>
                      </m:dPr>
                      <m:e>
                        <m:m>
                          <m:mPr>
                            <m:mcs>
                              <m:mc>
                                <m:mcPr>
                                  <m:count m:val="1"/>
                                  <m:mcJc m:val="center"/>
                                </m:mcPr>
                              </m:mc>
                            </m:mcs>
                            <m:ctrlPr>
                              <a:rPr lang="en-US" sz="1200" i="1" smtClean="0">
                                <a:latin typeface="Cambria Math" panose="02040503050406030204" pitchFamily="18" charset="0"/>
                              </a:rPr>
                            </m:ctrlPr>
                          </m:mPr>
                          <m:mr>
                            <m:e>
                              <m:r>
                                <m:rPr>
                                  <m:brk m:alnAt="7"/>
                                </m:rPr>
                                <a:rPr lang="en-US" sz="1200" b="0" i="1" smtClean="0">
                                  <a:latin typeface="Cambria Math" panose="02040503050406030204" pitchFamily="18" charset="0"/>
                                </a:rPr>
                                <m:t>4</m:t>
                              </m:r>
                            </m:e>
                          </m:mr>
                          <m:mr>
                            <m:e>
                              <m:r>
                                <a:rPr lang="en-US" sz="1200" b="0" i="1" smtClean="0">
                                  <a:latin typeface="Cambria Math" panose="02040503050406030204" pitchFamily="18" charset="0"/>
                                </a:rPr>
                                <m:t>𝑘</m:t>
                              </m:r>
                            </m:e>
                          </m:mr>
                        </m:m>
                      </m:e>
                    </m:d>
                    <m:d>
                      <m:dPr>
                        <m:ctrlPr>
                          <a:rPr lang="en-US" sz="1200" i="1">
                            <a:latin typeface="Cambria Math" panose="02040503050406030204" pitchFamily="18" charset="0"/>
                          </a:rPr>
                        </m:ctrlPr>
                      </m:dPr>
                      <m:e>
                        <m:m>
                          <m:mPr>
                            <m:mcs>
                              <m:mc>
                                <m:mcPr>
                                  <m:count m:val="1"/>
                                  <m:mcJc m:val="center"/>
                                </m:mcPr>
                              </m:mc>
                            </m:mcs>
                            <m:ctrlPr>
                              <a:rPr lang="en-US" sz="1200" i="1">
                                <a:latin typeface="Cambria Math" panose="02040503050406030204" pitchFamily="18" charset="0"/>
                              </a:rPr>
                            </m:ctrlPr>
                          </m:mPr>
                          <m:mr>
                            <m:e>
                              <m:r>
                                <m:rPr>
                                  <m:brk m:alnAt="7"/>
                                </m:rPr>
                                <a:rPr lang="en-US" sz="1200" i="1">
                                  <a:latin typeface="Cambria Math" panose="02040503050406030204" pitchFamily="18" charset="0"/>
                                </a:rPr>
                                <m:t>4</m:t>
                              </m:r>
                            </m:e>
                          </m:mr>
                          <m:mr>
                            <m:e>
                              <m:r>
                                <a:rPr lang="en-US" sz="1200" b="0" i="1" smtClean="0">
                                  <a:latin typeface="Cambria Math" panose="02040503050406030204" pitchFamily="18" charset="0"/>
                                </a:rPr>
                                <m:t>4−</m:t>
                              </m:r>
                              <m:r>
                                <a:rPr lang="en-US" sz="1200" b="0" i="1" smtClean="0">
                                  <a:latin typeface="Cambria Math" panose="02040503050406030204" pitchFamily="18" charset="0"/>
                                </a:rPr>
                                <m:t>𝑘</m:t>
                              </m:r>
                            </m:e>
                          </m:mr>
                        </m:m>
                      </m:e>
                    </m:d>
                  </m:oMath>
                </a14:m>
                <a:endParaRPr lang="en-US" sz="1200" dirty="0"/>
              </a:p>
            </p:txBody>
          </p:sp>
        </mc:Choice>
        <mc:Fallback xmlns="">
          <p:sp>
            <p:nvSpPr>
              <p:cNvPr id="25" name="TextBox 24">
                <a:extLst>
                  <a:ext uri="{FF2B5EF4-FFF2-40B4-BE49-F238E27FC236}">
                    <a16:creationId xmlns:a16="http://schemas.microsoft.com/office/drawing/2014/main" id="{16322E91-06D8-46F7-F769-0AD2F7584183}"/>
                  </a:ext>
                </a:extLst>
              </p:cNvPr>
              <p:cNvSpPr txBox="1">
                <a:spLocks noRot="1" noChangeAspect="1" noMove="1" noResize="1" noEditPoints="1" noAdjustHandles="1" noChangeArrowheads="1" noChangeShapeType="1" noTextEdit="1"/>
              </p:cNvSpPr>
              <p:nvPr/>
            </p:nvSpPr>
            <p:spPr>
              <a:xfrm>
                <a:off x="6688791" y="2538778"/>
                <a:ext cx="3239762" cy="399661"/>
              </a:xfrm>
              <a:prstGeom prst="rect">
                <a:avLst/>
              </a:prstGeom>
              <a:blipFill>
                <a:blip r:embed="rId3"/>
                <a:stretch>
                  <a:fillRect b="-1515"/>
                </a:stretch>
              </a:blipFill>
            </p:spPr>
            <p:txBody>
              <a:bodyPr/>
              <a:lstStyle/>
              <a:p>
                <a:r>
                  <a:rPr lang="en-US">
                    <a:noFill/>
                  </a:rPr>
                  <a:t> </a:t>
                </a:r>
              </a:p>
            </p:txBody>
          </p:sp>
        </mc:Fallback>
      </mc:AlternateContent>
      <p:sp>
        <p:nvSpPr>
          <p:cNvPr id="28" name="TextBox 27">
            <a:extLst>
              <a:ext uri="{FF2B5EF4-FFF2-40B4-BE49-F238E27FC236}">
                <a16:creationId xmlns:a16="http://schemas.microsoft.com/office/drawing/2014/main" id="{EA7BE7E8-D46E-70C9-4108-7901F4B12B6F}"/>
              </a:ext>
            </a:extLst>
          </p:cNvPr>
          <p:cNvSpPr txBox="1"/>
          <p:nvPr/>
        </p:nvSpPr>
        <p:spPr>
          <a:xfrm>
            <a:off x="6705600" y="4173714"/>
            <a:ext cx="4356334" cy="461665"/>
          </a:xfrm>
          <a:prstGeom prst="rect">
            <a:avLst/>
          </a:prstGeom>
          <a:noFill/>
        </p:spPr>
        <p:txBody>
          <a:bodyPr wrap="square">
            <a:spAutoFit/>
          </a:bodyPr>
          <a:lstStyle/>
          <a:p>
            <a:r>
              <a:rPr lang="en-US" sz="1200" dirty="0"/>
              <a:t>If </a:t>
            </a:r>
            <a:r>
              <a:rPr lang="en-US" sz="1200" i="1" dirty="0"/>
              <a:t>k</a:t>
            </a:r>
            <a:r>
              <a:rPr lang="en-US" sz="1200" dirty="0"/>
              <a:t> guesses align with the true milk‑first cups, the remaining </a:t>
            </a:r>
            <a:r>
              <a:rPr lang="en-US" sz="1200" i="1" dirty="0"/>
              <a:t>4−k </a:t>
            </a:r>
            <a:r>
              <a:rPr lang="en-US" sz="1200" dirty="0"/>
              <a:t>guesses must be wrong </a:t>
            </a:r>
          </a:p>
        </p:txBody>
      </p:sp>
      <p:sp>
        <p:nvSpPr>
          <p:cNvPr id="29" name="TextBox 28">
            <a:extLst>
              <a:ext uri="{FF2B5EF4-FFF2-40B4-BE49-F238E27FC236}">
                <a16:creationId xmlns:a16="http://schemas.microsoft.com/office/drawing/2014/main" id="{C7F13144-6C4D-2B6B-A44D-189BC36D35E0}"/>
              </a:ext>
            </a:extLst>
          </p:cNvPr>
          <p:cNvSpPr txBox="1"/>
          <p:nvPr/>
        </p:nvSpPr>
        <p:spPr>
          <a:xfrm>
            <a:off x="6701429" y="3269253"/>
            <a:ext cx="2093202" cy="830997"/>
          </a:xfrm>
          <a:prstGeom prst="rect">
            <a:avLst/>
          </a:prstGeom>
          <a:noFill/>
        </p:spPr>
        <p:txBody>
          <a:bodyPr wrap="square">
            <a:spAutoFit/>
          </a:bodyPr>
          <a:lstStyle/>
          <a:p>
            <a:r>
              <a:rPr lang="en-US" sz="1200" dirty="0"/>
              <a:t>Ways to choose which </a:t>
            </a:r>
            <a:r>
              <a:rPr lang="en-US" sz="1200" b="1" dirty="0">
                <a:highlight>
                  <a:srgbClr val="FFC000"/>
                </a:highlight>
              </a:rPr>
              <a:t>true items</a:t>
            </a:r>
            <a:r>
              <a:rPr lang="en-US" sz="1200" dirty="0"/>
              <a:t> are of one type. </a:t>
            </a:r>
            <a:br>
              <a:rPr lang="en-US" sz="1200" dirty="0"/>
            </a:br>
            <a:r>
              <a:rPr lang="en-US" sz="1200" b="1" dirty="0">
                <a:highlight>
                  <a:srgbClr val="FFC000"/>
                </a:highlight>
              </a:rPr>
              <a:t>which cups are actually milk‑first</a:t>
            </a:r>
          </a:p>
        </p:txBody>
      </p:sp>
      <p:sp>
        <p:nvSpPr>
          <p:cNvPr id="30" name="TextBox 29">
            <a:extLst>
              <a:ext uri="{FF2B5EF4-FFF2-40B4-BE49-F238E27FC236}">
                <a16:creationId xmlns:a16="http://schemas.microsoft.com/office/drawing/2014/main" id="{04E2B698-D31A-6749-6D0D-5FB281AB6E13}"/>
              </a:ext>
            </a:extLst>
          </p:cNvPr>
          <p:cNvSpPr txBox="1"/>
          <p:nvPr/>
        </p:nvSpPr>
        <p:spPr>
          <a:xfrm>
            <a:off x="8894716" y="3248781"/>
            <a:ext cx="2150409" cy="830997"/>
          </a:xfrm>
          <a:prstGeom prst="rect">
            <a:avLst/>
          </a:prstGeom>
          <a:noFill/>
        </p:spPr>
        <p:txBody>
          <a:bodyPr wrap="square">
            <a:spAutoFit/>
          </a:bodyPr>
          <a:lstStyle/>
          <a:p>
            <a:r>
              <a:rPr lang="en-US" sz="1200" dirty="0"/>
              <a:t>Ways to choose which items </a:t>
            </a:r>
            <a:r>
              <a:rPr lang="en-US" sz="1200" b="1" dirty="0">
                <a:highlight>
                  <a:srgbClr val="FFC000"/>
                </a:highlight>
              </a:rPr>
              <a:t>are guessed </a:t>
            </a:r>
            <a:r>
              <a:rPr lang="en-US" sz="1200" dirty="0"/>
              <a:t>as that type. </a:t>
            </a:r>
            <a:r>
              <a:rPr lang="en-US" sz="1200" b="1" dirty="0">
                <a:highlight>
                  <a:srgbClr val="FFC000"/>
                </a:highlight>
              </a:rPr>
              <a:t>which cups are guessed to be milk‑first.</a:t>
            </a:r>
          </a:p>
        </p:txBody>
      </p:sp>
      <p:cxnSp>
        <p:nvCxnSpPr>
          <p:cNvPr id="32" name="Connector: Elbow 31">
            <a:extLst>
              <a:ext uri="{FF2B5EF4-FFF2-40B4-BE49-F238E27FC236}">
                <a16:creationId xmlns:a16="http://schemas.microsoft.com/office/drawing/2014/main" id="{943F4344-6446-8F4C-FDEC-A3C9BDE08F94}"/>
              </a:ext>
            </a:extLst>
          </p:cNvPr>
          <p:cNvCxnSpPr>
            <a:cxnSpLocks/>
            <a:endCxn id="29" idx="0"/>
          </p:cNvCxnSpPr>
          <p:nvPr/>
        </p:nvCxnSpPr>
        <p:spPr>
          <a:xfrm rot="5400000">
            <a:off x="8053393" y="2673342"/>
            <a:ext cx="290548" cy="901274"/>
          </a:xfrm>
          <a:prstGeom prst="bentConnector3">
            <a:avLst>
              <a:gd name="adj1" fmla="val 50000"/>
            </a:avLst>
          </a:prstGeom>
          <a:ln w="9525">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37" name="Connector: Elbow 36">
            <a:extLst>
              <a:ext uri="{FF2B5EF4-FFF2-40B4-BE49-F238E27FC236}">
                <a16:creationId xmlns:a16="http://schemas.microsoft.com/office/drawing/2014/main" id="{1759A0C9-0264-8794-68F7-21C30DE8AB02}"/>
              </a:ext>
            </a:extLst>
          </p:cNvPr>
          <p:cNvCxnSpPr>
            <a:cxnSpLocks/>
          </p:cNvCxnSpPr>
          <p:nvPr/>
        </p:nvCxnSpPr>
        <p:spPr>
          <a:xfrm>
            <a:off x="9184429" y="2795592"/>
            <a:ext cx="972280" cy="320082"/>
          </a:xfrm>
          <a:prstGeom prst="bentConnector2">
            <a:avLst/>
          </a:prstGeom>
          <a:ln w="9525">
            <a:solidFill>
              <a:srgbClr val="FF0000"/>
            </a:solidFill>
            <a:tailEnd type="triangle"/>
          </a:ln>
        </p:spPr>
        <p:style>
          <a:lnRef idx="2">
            <a:schemeClr val="accent1"/>
          </a:lnRef>
          <a:fillRef idx="0">
            <a:schemeClr val="accent1"/>
          </a:fillRef>
          <a:effectRef idx="1">
            <a:schemeClr val="accent1"/>
          </a:effectRef>
          <a:fontRef idx="minor">
            <a:schemeClr val="tx1"/>
          </a:fontRef>
        </p:style>
      </p:cxnSp>
      <p:graphicFrame>
        <p:nvGraphicFramePr>
          <p:cNvPr id="9" name="Table 8">
            <a:extLst>
              <a:ext uri="{FF2B5EF4-FFF2-40B4-BE49-F238E27FC236}">
                <a16:creationId xmlns:a16="http://schemas.microsoft.com/office/drawing/2014/main" id="{E59DC8B7-BE89-3FC5-358A-E758AC4A161A}"/>
              </a:ext>
            </a:extLst>
          </p:cNvPr>
          <p:cNvGraphicFramePr>
            <a:graphicFrameLocks noGrp="1"/>
          </p:cNvGraphicFramePr>
          <p:nvPr>
            <p:extLst>
              <p:ext uri="{D42A27DB-BD31-4B8C-83A1-F6EECF244321}">
                <p14:modId xmlns:p14="http://schemas.microsoft.com/office/powerpoint/2010/main" val="764293775"/>
              </p:ext>
            </p:extLst>
          </p:nvPr>
        </p:nvGraphicFramePr>
        <p:xfrm>
          <a:off x="1130066" y="2380232"/>
          <a:ext cx="4617312" cy="1981200"/>
        </p:xfrm>
        <a:graphic>
          <a:graphicData uri="http://schemas.openxmlformats.org/drawingml/2006/table">
            <a:tbl>
              <a:tblPr firstRow="1" bandRow="1">
                <a:tableStyleId>{9D7B26C5-4107-4FEC-AEDC-1716B250A1EF}</a:tableStyleId>
              </a:tblPr>
              <a:tblGrid>
                <a:gridCol w="980674">
                  <a:extLst>
                    <a:ext uri="{9D8B030D-6E8A-4147-A177-3AD203B41FA5}">
                      <a16:colId xmlns:a16="http://schemas.microsoft.com/office/drawing/2014/main" val="2111231110"/>
                    </a:ext>
                  </a:extLst>
                </a:gridCol>
                <a:gridCol w="2293620">
                  <a:extLst>
                    <a:ext uri="{9D8B030D-6E8A-4147-A177-3AD203B41FA5}">
                      <a16:colId xmlns:a16="http://schemas.microsoft.com/office/drawing/2014/main" val="2914215041"/>
                    </a:ext>
                  </a:extLst>
                </a:gridCol>
                <a:gridCol w="1343018">
                  <a:extLst>
                    <a:ext uri="{9D8B030D-6E8A-4147-A177-3AD203B41FA5}">
                      <a16:colId xmlns:a16="http://schemas.microsoft.com/office/drawing/2014/main" val="2856982685"/>
                    </a:ext>
                  </a:extLst>
                </a:gridCol>
              </a:tblGrid>
              <a:tr h="193596">
                <a:tc>
                  <a:txBody>
                    <a:bodyPr/>
                    <a:lstStyle/>
                    <a:p>
                      <a:r>
                        <a:rPr lang="en-US" sz="1100" kern="1200" dirty="0">
                          <a:solidFill>
                            <a:schemeClr val="tx1"/>
                          </a:solidFill>
                          <a:latin typeface="+mn-lt"/>
                          <a:ea typeface="+mn-ea"/>
                          <a:cs typeface="+mn-cs"/>
                        </a:rPr>
                        <a:t>Success number (</a:t>
                      </a:r>
                      <a:r>
                        <a:rPr lang="en-US" sz="1100" i="1" kern="1200" dirty="0">
                          <a:solidFill>
                            <a:schemeClr val="tx1"/>
                          </a:solidFill>
                          <a:latin typeface="+mn-lt"/>
                          <a:ea typeface="+mn-ea"/>
                          <a:cs typeface="+mn-cs"/>
                        </a:rPr>
                        <a:t>k)</a:t>
                      </a:r>
                      <a:endParaRPr lang="en-US" sz="1100" kern="1200" dirty="0">
                        <a:solidFill>
                          <a:schemeClr val="tx1"/>
                        </a:solidFill>
                        <a:latin typeface="+mn-lt"/>
                        <a:ea typeface="+mn-ea"/>
                        <a:cs typeface="+mn-cs"/>
                      </a:endParaRP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Permutations of selection</a:t>
                      </a: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Number of combinations</a:t>
                      </a: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1075540"/>
                  </a:ext>
                </a:extLst>
              </a:tr>
              <a:tr h="117541">
                <a:tc>
                  <a:txBody>
                    <a:bodyPr/>
                    <a:lstStyle/>
                    <a:p>
                      <a:r>
                        <a:rPr lang="en-US" sz="1100" kern="1200" dirty="0">
                          <a:solidFill>
                            <a:schemeClr val="tx1"/>
                          </a:solidFill>
                          <a:latin typeface="+mn-lt"/>
                          <a:ea typeface="+mn-ea"/>
                          <a:cs typeface="+mn-cs"/>
                        </a:rPr>
                        <a:t>0</a:t>
                      </a:r>
                    </a:p>
                  </a:txBody>
                  <a:tcPr>
                    <a:lnL>
                      <a:noFill/>
                    </a:lnL>
                    <a:lnR>
                      <a:noFill/>
                    </a:lnR>
                    <a:lnT w="635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oooo</a:t>
                      </a:r>
                    </a:p>
                  </a:txBody>
                  <a:tcPr>
                    <a:lnL>
                      <a:noFill/>
                    </a:lnL>
                    <a:lnR>
                      <a:noFill/>
                    </a:lnR>
                    <a:lnT w="635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1x1 = 1</a:t>
                      </a:r>
                    </a:p>
                  </a:txBody>
                  <a:tcPr>
                    <a:lnL>
                      <a:noFill/>
                    </a:lnL>
                    <a:lnR>
                      <a:noFill/>
                    </a:lnR>
                    <a:lnT w="635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2130726346"/>
                  </a:ext>
                </a:extLst>
              </a:tr>
              <a:tr h="117541">
                <a:tc>
                  <a:txBody>
                    <a:bodyPr/>
                    <a:lstStyle/>
                    <a:p>
                      <a:r>
                        <a:rPr lang="en-US" sz="1100" kern="1200" dirty="0">
                          <a:solidFill>
                            <a:schemeClr val="tx1"/>
                          </a:solidFill>
                          <a:latin typeface="+mn-lt"/>
                          <a:ea typeface="+mn-ea"/>
                          <a:cs typeface="+mn-cs"/>
                        </a:rPr>
                        <a:t>1</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ooox, ooxo, oxoo, xooo</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4x4 = 16</a:t>
                      </a:r>
                    </a:p>
                  </a:txBody>
                  <a:tcP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3958672828"/>
                  </a:ext>
                </a:extLst>
              </a:tr>
              <a:tr h="117541">
                <a:tc>
                  <a:txBody>
                    <a:bodyPr/>
                    <a:lstStyle/>
                    <a:p>
                      <a:r>
                        <a:rPr lang="en-US" sz="1100" kern="1200" dirty="0">
                          <a:solidFill>
                            <a:schemeClr val="tx1"/>
                          </a:solidFill>
                          <a:latin typeface="+mn-lt"/>
                          <a:ea typeface="+mn-ea"/>
                          <a:cs typeface="+mn-cs"/>
                        </a:rPr>
                        <a:t>2</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ooxx, oxox, oxxo, xoxo, xxoo, xoox</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6x6 = 36</a:t>
                      </a:r>
                    </a:p>
                  </a:txBody>
                  <a:tcP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3669580069"/>
                  </a:ext>
                </a:extLst>
              </a:tr>
              <a:tr h="117541">
                <a:tc>
                  <a:txBody>
                    <a:bodyPr/>
                    <a:lstStyle/>
                    <a:p>
                      <a:r>
                        <a:rPr lang="en-US" sz="1100" kern="1200" dirty="0">
                          <a:solidFill>
                            <a:schemeClr val="tx1"/>
                          </a:solidFill>
                          <a:latin typeface="+mn-lt"/>
                          <a:ea typeface="+mn-ea"/>
                          <a:cs typeface="+mn-cs"/>
                        </a:rPr>
                        <a:t>3</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oxxx, xoxx, xxox, xxxo</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4x4 = 16</a:t>
                      </a:r>
                    </a:p>
                  </a:txBody>
                  <a:tcP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3500877630"/>
                  </a:ext>
                </a:extLst>
              </a:tr>
              <a:tr h="117541">
                <a:tc>
                  <a:txBody>
                    <a:bodyPr/>
                    <a:lstStyle/>
                    <a:p>
                      <a:r>
                        <a:rPr lang="en-US" sz="1100" kern="1200" dirty="0">
                          <a:solidFill>
                            <a:schemeClr val="tx1"/>
                          </a:solidFill>
                          <a:latin typeface="+mn-lt"/>
                          <a:ea typeface="+mn-ea"/>
                          <a:cs typeface="+mn-cs"/>
                        </a:rPr>
                        <a:t>4</a:t>
                      </a:r>
                    </a:p>
                  </a:txBody>
                  <a:tcPr>
                    <a:lnL>
                      <a:noFill/>
                    </a:lnL>
                    <a:lnR>
                      <a:noFill/>
                    </a:lnR>
                    <a:lnT>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xxxx</a:t>
                      </a:r>
                    </a:p>
                  </a:txBody>
                  <a:tcPr>
                    <a:lnL>
                      <a:noFill/>
                    </a:lnL>
                    <a:lnR>
                      <a:noFill/>
                    </a:lnR>
                    <a:lnT>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1x1 = 1</a:t>
                      </a:r>
                    </a:p>
                  </a:txBody>
                  <a:tcPr>
                    <a:lnL>
                      <a:noFill/>
                    </a:lnL>
                    <a:lnR>
                      <a:noFill/>
                    </a:lnR>
                    <a:lnT>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2688470"/>
                  </a:ext>
                </a:extLst>
              </a:tr>
              <a:tr h="117541">
                <a:tc>
                  <a:txBody>
                    <a:bodyPr/>
                    <a:lstStyle/>
                    <a:p>
                      <a:endParaRPr lang="en-US" sz="1100" kern="1200" dirty="0">
                        <a:solidFill>
                          <a:schemeClr val="tx1"/>
                        </a:solidFill>
                        <a:latin typeface="+mn-lt"/>
                        <a:ea typeface="+mn-ea"/>
                        <a:cs typeface="+mn-cs"/>
                      </a:endParaRP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100" kern="1200" dirty="0">
                        <a:solidFill>
                          <a:schemeClr val="tx1"/>
                        </a:solidFill>
                        <a:latin typeface="+mn-lt"/>
                        <a:ea typeface="+mn-ea"/>
                        <a:cs typeface="+mn-cs"/>
                      </a:endParaRP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70</a:t>
                      </a: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382990"/>
                  </a:ext>
                </a:extLst>
              </a:tr>
            </a:tbl>
          </a:graphicData>
        </a:graphic>
      </p:graphicFrame>
    </p:spTree>
    <p:extLst>
      <p:ext uri="{BB962C8B-B14F-4D97-AF65-F5344CB8AC3E}">
        <p14:creationId xmlns:p14="http://schemas.microsoft.com/office/powerpoint/2010/main" val="225112349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4C5882-47E4-0140-93FE-0328CD91BCAA}"/>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5217E35C-B25C-C4C5-38F7-DD19F562A860}"/>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GB" sz="1200" b="0" i="0" u="none" strike="noStrike" kern="1200" cap="none" spc="0" normalizeH="0" baseline="0" dirty="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BAE9E2A0-6CE5-93C3-FB7C-EBFAC9536CF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4B7ED1AD-9853-8C24-D0E1-5359A2033985}"/>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4A7FAD52-800B-355A-F8A6-1ADFA691070A}"/>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a:t>Why is the p‑value problematic and how can it lead to Type I </a:t>
            </a:r>
            <a:r>
              <a:rPr lang="en-US" dirty="0"/>
              <a:t>errors?</a:t>
            </a:r>
          </a:p>
        </p:txBody>
      </p:sp>
      <p:sp>
        <p:nvSpPr>
          <p:cNvPr id="27" name="TextBox 26">
            <a:extLst>
              <a:ext uri="{FF2B5EF4-FFF2-40B4-BE49-F238E27FC236}">
                <a16:creationId xmlns:a16="http://schemas.microsoft.com/office/drawing/2014/main" id="{E3EF45A4-F67F-1967-D135-760CB36090A3}"/>
              </a:ext>
            </a:extLst>
          </p:cNvPr>
          <p:cNvSpPr txBox="1"/>
          <p:nvPr/>
        </p:nvSpPr>
        <p:spPr>
          <a:xfrm>
            <a:off x="952842" y="1855958"/>
            <a:ext cx="3100848" cy="319385"/>
          </a:xfrm>
          <a:prstGeom prst="rect">
            <a:avLst/>
          </a:prstGeom>
          <a:noFill/>
        </p:spPr>
        <p:txBody>
          <a:bodyPr wrap="square">
            <a:spAutoFit/>
          </a:bodyPr>
          <a:lstStyle>
            <a:defPPr>
              <a:defRPr lang="en-US"/>
            </a:defPPr>
            <a:lvl1pPr>
              <a:defRPr sz="1400" b="1">
                <a:solidFill>
                  <a:srgbClr val="FF0000"/>
                </a:solidFill>
              </a:defRPr>
            </a:lvl1pPr>
          </a:lstStyle>
          <a:p>
            <a:r>
              <a:rPr lang="en-US"/>
              <a:t>The </a:t>
            </a:r>
            <a:r>
              <a:rPr lang="en-US" dirty="0"/>
              <a:t>experiment structure</a:t>
            </a:r>
          </a:p>
        </p:txBody>
      </p:sp>
      <p:graphicFrame>
        <p:nvGraphicFramePr>
          <p:cNvPr id="2" name="Table 1">
            <a:extLst>
              <a:ext uri="{FF2B5EF4-FFF2-40B4-BE49-F238E27FC236}">
                <a16:creationId xmlns:a16="http://schemas.microsoft.com/office/drawing/2014/main" id="{8EB44AD8-E6C6-A3CC-9894-6A99E31768D0}"/>
              </a:ext>
            </a:extLst>
          </p:cNvPr>
          <p:cNvGraphicFramePr>
            <a:graphicFrameLocks noGrp="1"/>
          </p:cNvGraphicFramePr>
          <p:nvPr>
            <p:extLst>
              <p:ext uri="{D42A27DB-BD31-4B8C-83A1-F6EECF244321}">
                <p14:modId xmlns:p14="http://schemas.microsoft.com/office/powerpoint/2010/main" val="1962674988"/>
              </p:ext>
            </p:extLst>
          </p:nvPr>
        </p:nvGraphicFramePr>
        <p:xfrm>
          <a:off x="1130066" y="2380232"/>
          <a:ext cx="4617312" cy="1981200"/>
        </p:xfrm>
        <a:graphic>
          <a:graphicData uri="http://schemas.openxmlformats.org/drawingml/2006/table">
            <a:tbl>
              <a:tblPr firstRow="1" bandRow="1">
                <a:tableStyleId>{9D7B26C5-4107-4FEC-AEDC-1716B250A1EF}</a:tableStyleId>
              </a:tblPr>
              <a:tblGrid>
                <a:gridCol w="980674">
                  <a:extLst>
                    <a:ext uri="{9D8B030D-6E8A-4147-A177-3AD203B41FA5}">
                      <a16:colId xmlns:a16="http://schemas.microsoft.com/office/drawing/2014/main" val="2111231110"/>
                    </a:ext>
                  </a:extLst>
                </a:gridCol>
                <a:gridCol w="2293620">
                  <a:extLst>
                    <a:ext uri="{9D8B030D-6E8A-4147-A177-3AD203B41FA5}">
                      <a16:colId xmlns:a16="http://schemas.microsoft.com/office/drawing/2014/main" val="2914215041"/>
                    </a:ext>
                  </a:extLst>
                </a:gridCol>
                <a:gridCol w="1343018">
                  <a:extLst>
                    <a:ext uri="{9D8B030D-6E8A-4147-A177-3AD203B41FA5}">
                      <a16:colId xmlns:a16="http://schemas.microsoft.com/office/drawing/2014/main" val="2856982685"/>
                    </a:ext>
                  </a:extLst>
                </a:gridCol>
              </a:tblGrid>
              <a:tr h="193596">
                <a:tc>
                  <a:txBody>
                    <a:bodyPr/>
                    <a:lstStyle/>
                    <a:p>
                      <a:r>
                        <a:rPr lang="en-US" sz="1100" kern="1200" dirty="0">
                          <a:solidFill>
                            <a:schemeClr val="tx1"/>
                          </a:solidFill>
                          <a:latin typeface="+mn-lt"/>
                          <a:ea typeface="+mn-ea"/>
                          <a:cs typeface="+mn-cs"/>
                        </a:rPr>
                        <a:t>Success number (</a:t>
                      </a:r>
                      <a:r>
                        <a:rPr lang="en-US" sz="1100" i="1" kern="1200" dirty="0">
                          <a:solidFill>
                            <a:schemeClr val="tx1"/>
                          </a:solidFill>
                          <a:latin typeface="+mn-lt"/>
                          <a:ea typeface="+mn-ea"/>
                          <a:cs typeface="+mn-cs"/>
                        </a:rPr>
                        <a:t>k)</a:t>
                      </a:r>
                      <a:endParaRPr lang="en-US" sz="1100" kern="1200" dirty="0">
                        <a:solidFill>
                          <a:schemeClr val="tx1"/>
                        </a:solidFill>
                        <a:latin typeface="+mn-lt"/>
                        <a:ea typeface="+mn-ea"/>
                        <a:cs typeface="+mn-cs"/>
                      </a:endParaRP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Permutations of selection</a:t>
                      </a: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Number of combinations</a:t>
                      </a: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1075540"/>
                  </a:ext>
                </a:extLst>
              </a:tr>
              <a:tr h="117541">
                <a:tc>
                  <a:txBody>
                    <a:bodyPr/>
                    <a:lstStyle/>
                    <a:p>
                      <a:r>
                        <a:rPr lang="en-US" sz="1100" kern="1200" dirty="0">
                          <a:solidFill>
                            <a:schemeClr val="tx1"/>
                          </a:solidFill>
                          <a:latin typeface="+mn-lt"/>
                          <a:ea typeface="+mn-ea"/>
                          <a:cs typeface="+mn-cs"/>
                        </a:rPr>
                        <a:t>0</a:t>
                      </a:r>
                    </a:p>
                  </a:txBody>
                  <a:tcPr>
                    <a:lnL>
                      <a:noFill/>
                    </a:lnL>
                    <a:lnR>
                      <a:noFill/>
                    </a:lnR>
                    <a:lnT w="635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oooo</a:t>
                      </a:r>
                    </a:p>
                  </a:txBody>
                  <a:tcPr>
                    <a:lnL>
                      <a:noFill/>
                    </a:lnL>
                    <a:lnR>
                      <a:noFill/>
                    </a:lnR>
                    <a:lnT w="635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1x1 = 1</a:t>
                      </a:r>
                    </a:p>
                  </a:txBody>
                  <a:tcPr>
                    <a:lnL>
                      <a:noFill/>
                    </a:lnL>
                    <a:lnR>
                      <a:noFill/>
                    </a:lnR>
                    <a:lnT w="635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2130726346"/>
                  </a:ext>
                </a:extLst>
              </a:tr>
              <a:tr h="117541">
                <a:tc>
                  <a:txBody>
                    <a:bodyPr/>
                    <a:lstStyle/>
                    <a:p>
                      <a:r>
                        <a:rPr lang="en-US" sz="1100" kern="1200" dirty="0">
                          <a:solidFill>
                            <a:schemeClr val="tx1"/>
                          </a:solidFill>
                          <a:latin typeface="+mn-lt"/>
                          <a:ea typeface="+mn-ea"/>
                          <a:cs typeface="+mn-cs"/>
                        </a:rPr>
                        <a:t>1</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ooox, ooxo, oxoo, xooo</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4x4 = 16</a:t>
                      </a:r>
                    </a:p>
                  </a:txBody>
                  <a:tcP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3958672828"/>
                  </a:ext>
                </a:extLst>
              </a:tr>
              <a:tr h="117541">
                <a:tc>
                  <a:txBody>
                    <a:bodyPr/>
                    <a:lstStyle/>
                    <a:p>
                      <a:r>
                        <a:rPr lang="en-US" sz="1100" kern="1200" dirty="0">
                          <a:solidFill>
                            <a:schemeClr val="tx1"/>
                          </a:solidFill>
                          <a:latin typeface="+mn-lt"/>
                          <a:ea typeface="+mn-ea"/>
                          <a:cs typeface="+mn-cs"/>
                        </a:rPr>
                        <a:t>2</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ooxx, oxox, oxxo, xoxo, xxoo, xoox</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6x6 = 36</a:t>
                      </a:r>
                    </a:p>
                  </a:txBody>
                  <a:tcP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3669580069"/>
                  </a:ext>
                </a:extLst>
              </a:tr>
              <a:tr h="117541">
                <a:tc>
                  <a:txBody>
                    <a:bodyPr/>
                    <a:lstStyle/>
                    <a:p>
                      <a:r>
                        <a:rPr lang="en-US" sz="1100" kern="1200" dirty="0">
                          <a:solidFill>
                            <a:schemeClr val="tx1"/>
                          </a:solidFill>
                          <a:latin typeface="+mn-lt"/>
                          <a:ea typeface="+mn-ea"/>
                          <a:cs typeface="+mn-cs"/>
                        </a:rPr>
                        <a:t>3</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oxxx, xoxx, xxox, xxxo</a:t>
                      </a:r>
                    </a:p>
                  </a:txBody>
                  <a:tcPr>
                    <a:lnL>
                      <a:noFill/>
                    </a:lnL>
                    <a:lnR>
                      <a:noFill/>
                    </a:lnR>
                    <a:lnT>
                      <a:noFill/>
                    </a:lnT>
                    <a:lnB>
                      <a:noFill/>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4x4 = 16</a:t>
                      </a:r>
                    </a:p>
                  </a:txBody>
                  <a:tcP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3500877630"/>
                  </a:ext>
                </a:extLst>
              </a:tr>
              <a:tr h="117541">
                <a:tc>
                  <a:txBody>
                    <a:bodyPr/>
                    <a:lstStyle/>
                    <a:p>
                      <a:r>
                        <a:rPr lang="en-US" sz="1100" kern="1200" dirty="0">
                          <a:solidFill>
                            <a:schemeClr val="tx1"/>
                          </a:solidFill>
                          <a:latin typeface="+mn-lt"/>
                          <a:ea typeface="+mn-ea"/>
                          <a:cs typeface="+mn-cs"/>
                        </a:rPr>
                        <a:t>4</a:t>
                      </a:r>
                    </a:p>
                  </a:txBody>
                  <a:tcPr>
                    <a:lnL>
                      <a:noFill/>
                    </a:lnL>
                    <a:lnR>
                      <a:noFill/>
                    </a:lnR>
                    <a:lnT>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xxxx</a:t>
                      </a:r>
                    </a:p>
                  </a:txBody>
                  <a:tcPr>
                    <a:lnL>
                      <a:noFill/>
                    </a:lnL>
                    <a:lnR>
                      <a:noFill/>
                    </a:lnR>
                    <a:lnT>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1x1 = 1</a:t>
                      </a:r>
                    </a:p>
                  </a:txBody>
                  <a:tcPr>
                    <a:lnL>
                      <a:noFill/>
                    </a:lnL>
                    <a:lnR>
                      <a:noFill/>
                    </a:lnR>
                    <a:lnT>
                      <a:noFill/>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2688470"/>
                  </a:ext>
                </a:extLst>
              </a:tr>
              <a:tr h="117541">
                <a:tc>
                  <a:txBody>
                    <a:bodyPr/>
                    <a:lstStyle/>
                    <a:p>
                      <a:endParaRPr lang="en-US" sz="1100" kern="1200" dirty="0">
                        <a:solidFill>
                          <a:schemeClr val="tx1"/>
                        </a:solidFill>
                        <a:latin typeface="+mn-lt"/>
                        <a:ea typeface="+mn-ea"/>
                        <a:cs typeface="+mn-cs"/>
                      </a:endParaRP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100" kern="1200" dirty="0">
                        <a:solidFill>
                          <a:schemeClr val="tx1"/>
                        </a:solidFill>
                        <a:latin typeface="+mn-lt"/>
                        <a:ea typeface="+mn-ea"/>
                        <a:cs typeface="+mn-cs"/>
                      </a:endParaRP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100" kern="1200" dirty="0">
                          <a:solidFill>
                            <a:schemeClr val="tx1"/>
                          </a:solidFill>
                          <a:latin typeface="+mn-lt"/>
                          <a:ea typeface="+mn-ea"/>
                          <a:cs typeface="+mn-cs"/>
                        </a:rPr>
                        <a:t>70</a:t>
                      </a:r>
                    </a:p>
                  </a:txBody>
                  <a:tcPr>
                    <a:lnL>
                      <a:noFill/>
                    </a:lnL>
                    <a:lnR>
                      <a:noFill/>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382990"/>
                  </a:ext>
                </a:extLst>
              </a:tr>
            </a:tbl>
          </a:graphicData>
        </a:graphic>
      </p:graphicFrame>
      <p:sp>
        <p:nvSpPr>
          <p:cNvPr id="11" name="TextBox 10">
            <a:extLst>
              <a:ext uri="{FF2B5EF4-FFF2-40B4-BE49-F238E27FC236}">
                <a16:creationId xmlns:a16="http://schemas.microsoft.com/office/drawing/2014/main" id="{BD2F03C1-918C-AE07-5B06-EECD41BEE894}"/>
              </a:ext>
            </a:extLst>
          </p:cNvPr>
          <p:cNvSpPr txBox="1"/>
          <p:nvPr/>
        </p:nvSpPr>
        <p:spPr>
          <a:xfrm>
            <a:off x="1005690" y="4497550"/>
            <a:ext cx="4741688" cy="1384995"/>
          </a:xfrm>
          <a:prstGeom prst="rect">
            <a:avLst/>
          </a:prstGeom>
          <a:noFill/>
        </p:spPr>
        <p:txBody>
          <a:bodyPr wrap="square">
            <a:spAutoFit/>
          </a:bodyPr>
          <a:lstStyle>
            <a:defPPr>
              <a:defRPr lang="en-US"/>
            </a:defPPr>
            <a:lvl1pPr>
              <a:defRPr sz="1400"/>
            </a:lvl1pPr>
          </a:lstStyle>
          <a:p>
            <a:pPr marL="285750" indent="-285750">
              <a:buFont typeface="Arial" panose="020B0604020202020204" pitchFamily="34" charset="0"/>
              <a:buChar char="•"/>
            </a:pPr>
            <a:r>
              <a:rPr lang="en-US" sz="1200" dirty="0"/>
              <a:t>Correct guess (x) </a:t>
            </a:r>
          </a:p>
          <a:p>
            <a:pPr marL="285750" indent="-285750">
              <a:buFont typeface="Arial" panose="020B0604020202020204" pitchFamily="34" charset="0"/>
              <a:buChar char="•"/>
            </a:pPr>
            <a:r>
              <a:rPr lang="en-US" sz="1200" dirty="0"/>
              <a:t>Incorrect guesses (o)</a:t>
            </a:r>
          </a:p>
          <a:p>
            <a:pPr marL="285750" indent="-285750">
              <a:buFont typeface="Arial" panose="020B0604020202020204" pitchFamily="34" charset="0"/>
              <a:buChar char="•"/>
            </a:pPr>
            <a:r>
              <a:rPr lang="en-US" sz="1200" dirty="0"/>
              <a:t>The correct guess can appear in any position</a:t>
            </a:r>
          </a:p>
          <a:p>
            <a:pPr marL="285750" indent="-285750">
              <a:buFont typeface="Arial" panose="020B0604020202020204" pitchFamily="34" charset="0"/>
              <a:buChar char="•"/>
            </a:pPr>
            <a:r>
              <a:rPr lang="en-US" sz="1200" dirty="0"/>
              <a:t>There are 4 items of one type and 4 of the other type</a:t>
            </a:r>
          </a:p>
          <a:p>
            <a:pPr marL="285750" indent="-285750">
              <a:buFont typeface="Arial" panose="020B0604020202020204" pitchFamily="34" charset="0"/>
              <a:buChar char="•"/>
            </a:pPr>
            <a:r>
              <a:rPr lang="en-US" sz="1200" dirty="0"/>
              <a:t>Under the null hypothesis, true assignments and guesses are independent</a:t>
            </a:r>
          </a:p>
          <a:p>
            <a:pPr marL="285750" indent="-285750">
              <a:buFont typeface="Arial" panose="020B0604020202020204" pitchFamily="34" charset="0"/>
              <a:buChar char="•"/>
            </a:pPr>
            <a:endParaRPr lang="en-US" sz="1200" dirty="0"/>
          </a:p>
        </p:txBody>
      </p:sp>
      <p:sp>
        <p:nvSpPr>
          <p:cNvPr id="15" name="Rectangle 14">
            <a:extLst>
              <a:ext uri="{FF2B5EF4-FFF2-40B4-BE49-F238E27FC236}">
                <a16:creationId xmlns:a16="http://schemas.microsoft.com/office/drawing/2014/main" id="{4D3E61E2-3300-18C0-35FE-9DEC03AEF019}"/>
              </a:ext>
            </a:extLst>
          </p:cNvPr>
          <p:cNvSpPr/>
          <p:nvPr/>
        </p:nvSpPr>
        <p:spPr>
          <a:xfrm>
            <a:off x="6541298" y="2380232"/>
            <a:ext cx="45719" cy="3890802"/>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924E6745-7FF0-4399-35B9-9E39953A1798}"/>
              </a:ext>
            </a:extLst>
          </p:cNvPr>
          <p:cNvSpPr txBox="1"/>
          <p:nvPr/>
        </p:nvSpPr>
        <p:spPr>
          <a:xfrm>
            <a:off x="6688791" y="2333733"/>
            <a:ext cx="3522586" cy="276999"/>
          </a:xfrm>
          <a:prstGeom prst="rect">
            <a:avLst/>
          </a:prstGeom>
          <a:noFill/>
        </p:spPr>
        <p:txBody>
          <a:bodyPr wrap="square">
            <a:spAutoFit/>
          </a:bodyPr>
          <a:lstStyle/>
          <a:p>
            <a:r>
              <a:rPr lang="en-US" sz="1200" b="1" dirty="0">
                <a:highlight>
                  <a:srgbClr val="FFC000"/>
                </a:highlight>
              </a:rPr>
              <a:t>Let's see what happens when </a:t>
            </a:r>
            <a:r>
              <a:rPr lang="en-US" sz="1200" b="1" i="1" dirty="0">
                <a:highlight>
                  <a:srgbClr val="FFC000"/>
                </a:highlight>
              </a:rPr>
              <a:t>K=1 </a:t>
            </a:r>
            <a:r>
              <a:rPr lang="en-US" sz="1200" b="1" dirty="0">
                <a:highlight>
                  <a:srgbClr val="FFC000"/>
                </a:highlight>
              </a:rPr>
              <a:t>success</a:t>
            </a:r>
            <a:endParaRPr lang="en-US" sz="1200" b="1" i="1" dirty="0">
              <a:highlight>
                <a:srgbClr val="FFC000"/>
              </a:highlight>
            </a:endParaRPr>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AB7C230B-6F6B-8C15-E73C-026DDFA023D3}"/>
                  </a:ext>
                </a:extLst>
              </p:cNvPr>
              <p:cNvSpPr txBox="1"/>
              <p:nvPr/>
            </p:nvSpPr>
            <p:spPr>
              <a:xfrm>
                <a:off x="6688791" y="2538778"/>
                <a:ext cx="3239762" cy="399661"/>
              </a:xfrm>
              <a:prstGeom prst="rect">
                <a:avLst/>
              </a:prstGeom>
              <a:noFill/>
            </p:spPr>
            <p:txBody>
              <a:bodyPr wrap="square">
                <a:spAutoFit/>
              </a:bodyPr>
              <a:lstStyle/>
              <a:p>
                <a:r>
                  <a:rPr lang="en-US" sz="1200" dirty="0"/>
                  <a:t>Number of combinations= </a:t>
                </a:r>
                <a14:m>
                  <m:oMath xmlns:m="http://schemas.openxmlformats.org/officeDocument/2006/math">
                    <m:d>
                      <m:dPr>
                        <m:ctrlPr>
                          <a:rPr lang="en-US" sz="1200" i="1" smtClean="0">
                            <a:latin typeface="Cambria Math" panose="02040503050406030204" pitchFamily="18" charset="0"/>
                          </a:rPr>
                        </m:ctrlPr>
                      </m:dPr>
                      <m:e>
                        <m:m>
                          <m:mPr>
                            <m:mcs>
                              <m:mc>
                                <m:mcPr>
                                  <m:count m:val="1"/>
                                  <m:mcJc m:val="center"/>
                                </m:mcPr>
                              </m:mc>
                            </m:mcs>
                            <m:ctrlPr>
                              <a:rPr lang="en-US" sz="1200" i="1" smtClean="0">
                                <a:latin typeface="Cambria Math" panose="02040503050406030204" pitchFamily="18" charset="0"/>
                              </a:rPr>
                            </m:ctrlPr>
                          </m:mPr>
                          <m:mr>
                            <m:e>
                              <m:r>
                                <m:rPr>
                                  <m:brk m:alnAt="7"/>
                                </m:rPr>
                                <a:rPr lang="en-US" sz="1200" b="0" i="1" smtClean="0">
                                  <a:latin typeface="Cambria Math" panose="02040503050406030204" pitchFamily="18" charset="0"/>
                                </a:rPr>
                                <m:t>4</m:t>
                              </m:r>
                            </m:e>
                          </m:mr>
                          <m:mr>
                            <m:e>
                              <m:r>
                                <a:rPr lang="en-US" sz="1200" b="0" i="1" smtClean="0">
                                  <a:latin typeface="Cambria Math" panose="02040503050406030204" pitchFamily="18" charset="0"/>
                                </a:rPr>
                                <m:t>1</m:t>
                              </m:r>
                            </m:e>
                          </m:mr>
                        </m:m>
                      </m:e>
                    </m:d>
                    <m:d>
                      <m:dPr>
                        <m:ctrlPr>
                          <a:rPr lang="en-US" sz="1200" i="1">
                            <a:latin typeface="Cambria Math" panose="02040503050406030204" pitchFamily="18" charset="0"/>
                          </a:rPr>
                        </m:ctrlPr>
                      </m:dPr>
                      <m:e>
                        <m:m>
                          <m:mPr>
                            <m:mcs>
                              <m:mc>
                                <m:mcPr>
                                  <m:count m:val="1"/>
                                  <m:mcJc m:val="center"/>
                                </m:mcPr>
                              </m:mc>
                            </m:mcs>
                            <m:ctrlPr>
                              <a:rPr lang="en-US" sz="1200" i="1">
                                <a:latin typeface="Cambria Math" panose="02040503050406030204" pitchFamily="18" charset="0"/>
                              </a:rPr>
                            </m:ctrlPr>
                          </m:mPr>
                          <m:mr>
                            <m:e>
                              <m:r>
                                <m:rPr>
                                  <m:brk m:alnAt="7"/>
                                </m:rPr>
                                <a:rPr lang="en-US" sz="1200" i="1">
                                  <a:latin typeface="Cambria Math" panose="02040503050406030204" pitchFamily="18" charset="0"/>
                                </a:rPr>
                                <m:t>4</m:t>
                              </m:r>
                            </m:e>
                          </m:mr>
                          <m:mr>
                            <m:e>
                              <m:r>
                                <a:rPr lang="en-US" sz="1200" b="0" i="1" smtClean="0">
                                  <a:latin typeface="Cambria Math" panose="02040503050406030204" pitchFamily="18" charset="0"/>
                                </a:rPr>
                                <m:t>4−1</m:t>
                              </m:r>
                            </m:e>
                          </m:mr>
                        </m:m>
                      </m:e>
                    </m:d>
                  </m:oMath>
                </a14:m>
                <a:endParaRPr lang="en-US" sz="1200" dirty="0"/>
              </a:p>
            </p:txBody>
          </p:sp>
        </mc:Choice>
        <mc:Fallback xmlns="">
          <p:sp>
            <p:nvSpPr>
              <p:cNvPr id="25" name="TextBox 24">
                <a:extLst>
                  <a:ext uri="{FF2B5EF4-FFF2-40B4-BE49-F238E27FC236}">
                    <a16:creationId xmlns:a16="http://schemas.microsoft.com/office/drawing/2014/main" id="{AB7C230B-6F6B-8C15-E73C-026DDFA023D3}"/>
                  </a:ext>
                </a:extLst>
              </p:cNvPr>
              <p:cNvSpPr txBox="1">
                <a:spLocks noRot="1" noChangeAspect="1" noMove="1" noResize="1" noEditPoints="1" noAdjustHandles="1" noChangeArrowheads="1" noChangeShapeType="1" noTextEdit="1"/>
              </p:cNvSpPr>
              <p:nvPr/>
            </p:nvSpPr>
            <p:spPr>
              <a:xfrm>
                <a:off x="6688791" y="2538778"/>
                <a:ext cx="3239762" cy="399661"/>
              </a:xfrm>
              <a:prstGeom prst="rect">
                <a:avLst/>
              </a:prstGeom>
              <a:blipFill>
                <a:blip r:embed="rId3"/>
                <a:stretch>
                  <a:fillRect b="-1515"/>
                </a:stretch>
              </a:blipFill>
            </p:spPr>
            <p:txBody>
              <a:bodyPr/>
              <a:lstStyle/>
              <a:p>
                <a:r>
                  <a:rPr lang="en-US">
                    <a:noFill/>
                  </a:rPr>
                  <a:t> </a:t>
                </a:r>
              </a:p>
            </p:txBody>
          </p:sp>
        </mc:Fallback>
      </mc:AlternateContent>
      <p:sp>
        <p:nvSpPr>
          <p:cNvPr id="9" name="Right Brace 8">
            <a:extLst>
              <a:ext uri="{FF2B5EF4-FFF2-40B4-BE49-F238E27FC236}">
                <a16:creationId xmlns:a16="http://schemas.microsoft.com/office/drawing/2014/main" id="{BBB1B65F-5674-D146-A148-E2E04147450C}"/>
              </a:ext>
            </a:extLst>
          </p:cNvPr>
          <p:cNvSpPr/>
          <p:nvPr/>
        </p:nvSpPr>
        <p:spPr>
          <a:xfrm rot="5400000">
            <a:off x="8739051" y="2670722"/>
            <a:ext cx="277000" cy="761498"/>
          </a:xfrm>
          <a:prstGeom prst="rightBrace">
            <a:avLst/>
          </a:prstGeom>
          <a:ln w="9525">
            <a:solidFill>
              <a:schemeClr val="bg1">
                <a:lumMod val="85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2" name="TextBox 11">
            <a:extLst>
              <a:ext uri="{FF2B5EF4-FFF2-40B4-BE49-F238E27FC236}">
                <a16:creationId xmlns:a16="http://schemas.microsoft.com/office/drawing/2014/main" id="{63B12F96-A413-5084-33B9-2D3AC8D7E386}"/>
              </a:ext>
            </a:extLst>
          </p:cNvPr>
          <p:cNvSpPr txBox="1"/>
          <p:nvPr/>
        </p:nvSpPr>
        <p:spPr>
          <a:xfrm>
            <a:off x="8450084" y="3231059"/>
            <a:ext cx="3091861" cy="830997"/>
          </a:xfrm>
          <a:prstGeom prst="rect">
            <a:avLst/>
          </a:prstGeom>
          <a:noFill/>
        </p:spPr>
        <p:txBody>
          <a:bodyPr wrap="square">
            <a:spAutoFit/>
          </a:bodyPr>
          <a:lstStyle/>
          <a:p>
            <a:pPr marL="171450" indent="-171450">
              <a:buFont typeface="Arial" panose="020B0604020202020204" pitchFamily="34" charset="0"/>
              <a:buChar char="•"/>
            </a:pPr>
            <a:r>
              <a:rPr lang="en-US" sz="1200" dirty="0"/>
              <a:t>Choose which 1 of the 4 true milk‑first cups will be correctly identified</a:t>
            </a:r>
          </a:p>
          <a:p>
            <a:pPr marL="171450" indent="-171450">
              <a:buFont typeface="Arial" panose="020B0604020202020204" pitchFamily="34" charset="0"/>
              <a:buChar char="•"/>
            </a:pPr>
            <a:r>
              <a:rPr lang="en-US" sz="1200" dirty="0"/>
              <a:t>Choose which 3 of the 4 tea‑first cups will be incorrectly guessed as milk‑first</a:t>
            </a:r>
          </a:p>
        </p:txBody>
      </p:sp>
      <mc:AlternateContent xmlns:mc="http://schemas.openxmlformats.org/markup-compatibility/2006" xmlns:a14="http://schemas.microsoft.com/office/drawing/2010/main">
        <mc:Choice Requires="a14">
          <p:sp>
            <p:nvSpPr>
              <p:cNvPr id="16" name="TextBox 15">
                <a:extLst>
                  <a:ext uri="{FF2B5EF4-FFF2-40B4-BE49-F238E27FC236}">
                    <a16:creationId xmlns:a16="http://schemas.microsoft.com/office/drawing/2014/main" id="{9CAF944B-A9C8-4934-34D4-8C9E66AE06A7}"/>
                  </a:ext>
                </a:extLst>
              </p:cNvPr>
              <p:cNvSpPr txBox="1"/>
              <p:nvPr/>
            </p:nvSpPr>
            <p:spPr>
              <a:xfrm>
                <a:off x="6688790" y="4062056"/>
                <a:ext cx="3773469" cy="398442"/>
              </a:xfrm>
              <a:prstGeom prst="rect">
                <a:avLst/>
              </a:prstGeom>
              <a:noFill/>
            </p:spPr>
            <p:txBody>
              <a:bodyPr wrap="square">
                <a:spAutoFit/>
              </a:bodyPr>
              <a:lstStyle/>
              <a:p>
                <a:r>
                  <a:rPr lang="en-US" sz="1200" dirty="0"/>
                  <a:t>Number of combinations= </a:t>
                </a:r>
                <a14:m>
                  <m:oMath xmlns:m="http://schemas.openxmlformats.org/officeDocument/2006/math">
                    <m:d>
                      <m:dPr>
                        <m:ctrlPr>
                          <a:rPr lang="en-US" sz="1200" i="1" smtClean="0">
                            <a:latin typeface="Cambria Math" panose="02040503050406030204" pitchFamily="18" charset="0"/>
                          </a:rPr>
                        </m:ctrlPr>
                      </m:dPr>
                      <m:e>
                        <m:m>
                          <m:mPr>
                            <m:mcs>
                              <m:mc>
                                <m:mcPr>
                                  <m:count m:val="1"/>
                                  <m:mcJc m:val="center"/>
                                </m:mcPr>
                              </m:mc>
                            </m:mcs>
                            <m:ctrlPr>
                              <a:rPr lang="en-US" sz="1200" i="1" smtClean="0">
                                <a:latin typeface="Cambria Math" panose="02040503050406030204" pitchFamily="18" charset="0"/>
                              </a:rPr>
                            </m:ctrlPr>
                          </m:mPr>
                          <m:mr>
                            <m:e>
                              <m:r>
                                <m:rPr>
                                  <m:brk m:alnAt="7"/>
                                </m:rPr>
                                <a:rPr lang="en-US" sz="1200" b="0" i="1" smtClean="0">
                                  <a:latin typeface="Cambria Math" panose="02040503050406030204" pitchFamily="18" charset="0"/>
                                </a:rPr>
                                <m:t>4</m:t>
                              </m:r>
                            </m:e>
                          </m:mr>
                          <m:mr>
                            <m:e>
                              <m:r>
                                <a:rPr lang="en-US" sz="1200" b="0" i="1" smtClean="0">
                                  <a:latin typeface="Cambria Math" panose="02040503050406030204" pitchFamily="18" charset="0"/>
                                </a:rPr>
                                <m:t>1</m:t>
                              </m:r>
                            </m:e>
                          </m:mr>
                        </m:m>
                      </m:e>
                    </m:d>
                    <m:d>
                      <m:dPr>
                        <m:ctrlPr>
                          <a:rPr lang="en-US" sz="1200" i="1">
                            <a:latin typeface="Cambria Math" panose="02040503050406030204" pitchFamily="18" charset="0"/>
                          </a:rPr>
                        </m:ctrlPr>
                      </m:dPr>
                      <m:e>
                        <m:m>
                          <m:mPr>
                            <m:mcs>
                              <m:mc>
                                <m:mcPr>
                                  <m:count m:val="1"/>
                                  <m:mcJc m:val="center"/>
                                </m:mcPr>
                              </m:mc>
                            </m:mcs>
                            <m:ctrlPr>
                              <a:rPr lang="en-US" sz="1200" i="1">
                                <a:latin typeface="Cambria Math" panose="02040503050406030204" pitchFamily="18" charset="0"/>
                              </a:rPr>
                            </m:ctrlPr>
                          </m:mPr>
                          <m:mr>
                            <m:e>
                              <m:r>
                                <m:rPr>
                                  <m:brk m:alnAt="7"/>
                                </m:rPr>
                                <a:rPr lang="en-US" sz="1200" i="1">
                                  <a:latin typeface="Cambria Math" panose="02040503050406030204" pitchFamily="18" charset="0"/>
                                </a:rPr>
                                <m:t>4</m:t>
                              </m:r>
                            </m:e>
                          </m:mr>
                          <m:mr>
                            <m:e>
                              <m:r>
                                <a:rPr lang="en-US" sz="1200" b="0" i="1" smtClean="0">
                                  <a:latin typeface="Cambria Math" panose="02040503050406030204" pitchFamily="18" charset="0"/>
                                </a:rPr>
                                <m:t>4−1</m:t>
                              </m:r>
                            </m:e>
                          </m:mr>
                        </m:m>
                      </m:e>
                    </m:d>
                  </m:oMath>
                </a14:m>
                <a:r>
                  <a:rPr lang="en-US" sz="1200" dirty="0"/>
                  <a:t> = 4x4 = 16</a:t>
                </a:r>
              </a:p>
            </p:txBody>
          </p:sp>
        </mc:Choice>
        <mc:Fallback xmlns="">
          <p:sp>
            <p:nvSpPr>
              <p:cNvPr id="16" name="TextBox 15">
                <a:extLst>
                  <a:ext uri="{FF2B5EF4-FFF2-40B4-BE49-F238E27FC236}">
                    <a16:creationId xmlns:a16="http://schemas.microsoft.com/office/drawing/2014/main" id="{9CAF944B-A9C8-4934-34D4-8C9E66AE06A7}"/>
                  </a:ext>
                </a:extLst>
              </p:cNvPr>
              <p:cNvSpPr txBox="1">
                <a:spLocks noRot="1" noChangeAspect="1" noMove="1" noResize="1" noEditPoints="1" noAdjustHandles="1" noChangeArrowheads="1" noChangeShapeType="1" noTextEdit="1"/>
              </p:cNvSpPr>
              <p:nvPr/>
            </p:nvSpPr>
            <p:spPr>
              <a:xfrm>
                <a:off x="6688790" y="4062056"/>
                <a:ext cx="3773469" cy="398442"/>
              </a:xfrm>
              <a:prstGeom prst="rect">
                <a:avLst/>
              </a:prstGeom>
              <a:blipFill>
                <a:blip r:embed="rId4"/>
                <a:stretch>
                  <a:fillRect b="-1515"/>
                </a:stretch>
              </a:blipFill>
            </p:spPr>
            <p:txBody>
              <a:bodyPr/>
              <a:lstStyle/>
              <a:p>
                <a:r>
                  <a:rPr lang="en-US">
                    <a:noFill/>
                  </a:rPr>
                  <a:t> </a:t>
                </a:r>
              </a:p>
            </p:txBody>
          </p:sp>
        </mc:Fallback>
      </mc:AlternateContent>
      <p:sp>
        <p:nvSpPr>
          <p:cNvPr id="20" name="TextBox 19">
            <a:extLst>
              <a:ext uri="{FF2B5EF4-FFF2-40B4-BE49-F238E27FC236}">
                <a16:creationId xmlns:a16="http://schemas.microsoft.com/office/drawing/2014/main" id="{4F2B4FD0-17AB-3B7E-FD35-56ABB550BB10}"/>
              </a:ext>
            </a:extLst>
          </p:cNvPr>
          <p:cNvSpPr txBox="1"/>
          <p:nvPr/>
        </p:nvSpPr>
        <p:spPr>
          <a:xfrm>
            <a:off x="6688790" y="4682216"/>
            <a:ext cx="5851834" cy="1384995"/>
          </a:xfrm>
          <a:prstGeom prst="rect">
            <a:avLst/>
          </a:prstGeom>
          <a:noFill/>
        </p:spPr>
        <p:txBody>
          <a:bodyPr wrap="square">
            <a:spAutoFit/>
          </a:bodyPr>
          <a:lstStyle/>
          <a:p>
            <a:r>
              <a:rPr lang="en-US" sz="1200" dirty="0"/>
              <a:t>Once we have:</a:t>
            </a:r>
          </a:p>
          <a:p>
            <a:endParaRPr lang="en-US" sz="1200" dirty="0"/>
          </a:p>
          <a:p>
            <a:pPr lvl="1"/>
            <a:r>
              <a:rPr lang="en-US" sz="1200" dirty="0"/>
              <a:t>The total number of permutations</a:t>
            </a:r>
          </a:p>
          <a:p>
            <a:pPr lvl="1"/>
            <a:br>
              <a:rPr lang="en-US" sz="1200" dirty="0"/>
            </a:br>
            <a:r>
              <a:rPr lang="en-US" sz="1200" dirty="0"/>
              <a:t>The Number of permutations at least as extreme as the observed result</a:t>
            </a:r>
          </a:p>
          <a:p>
            <a:endParaRPr lang="en-US" sz="1200" dirty="0"/>
          </a:p>
          <a:p>
            <a:r>
              <a:rPr lang="en-US" sz="1200" dirty="0"/>
              <a:t>We can compute:</a:t>
            </a:r>
          </a:p>
        </p:txBody>
      </p:sp>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3D48C790-8679-8F93-444E-9B05391B660C}"/>
                  </a:ext>
                </a:extLst>
              </p:cNvPr>
              <p:cNvSpPr txBox="1"/>
              <p:nvPr/>
            </p:nvSpPr>
            <p:spPr>
              <a:xfrm>
                <a:off x="7228541" y="5803149"/>
                <a:ext cx="3870960" cy="467885"/>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US" sz="1200" i="1" dirty="0" smtClean="0">
                          <a:latin typeface="Cambria Math" panose="02040503050406030204" pitchFamily="18" charset="0"/>
                        </a:rPr>
                        <m:t>𝑝</m:t>
                      </m:r>
                      <m:r>
                        <a:rPr lang="en-US" sz="1200" b="0" i="1" dirty="0" smtClean="0">
                          <a:latin typeface="Cambria Math" panose="02040503050406030204" pitchFamily="18" charset="0"/>
                        </a:rPr>
                        <m:t>−</m:t>
                      </m:r>
                      <m:r>
                        <a:rPr lang="en-US" sz="1200" i="1" dirty="0" smtClean="0">
                          <a:latin typeface="Cambria Math" panose="02040503050406030204" pitchFamily="18" charset="0"/>
                        </a:rPr>
                        <m:t>𝑣𝑎𝑙𝑢𝑒</m:t>
                      </m:r>
                      <m:r>
                        <a:rPr lang="en-US" sz="1200" i="1" dirty="0">
                          <a:latin typeface="Cambria Math" panose="02040503050406030204" pitchFamily="18" charset="0"/>
                        </a:rPr>
                        <m:t>=</m:t>
                      </m:r>
                      <m:f>
                        <m:fPr>
                          <m:ctrlPr>
                            <a:rPr lang="en-US" sz="1200" i="1" dirty="0">
                              <a:latin typeface="Cambria Math" panose="02040503050406030204" pitchFamily="18" charset="0"/>
                            </a:rPr>
                          </m:ctrlPr>
                        </m:fPr>
                        <m:num>
                          <m:r>
                            <m:rPr>
                              <m:nor/>
                            </m:rPr>
                            <a:rPr lang="en-US" sz="1200" i="0" dirty="0">
                              <a:latin typeface="Cambria Math" panose="02040503050406030204" pitchFamily="18" charset="0"/>
                            </a:rPr>
                            <m:t>extreme</m:t>
                          </m:r>
                          <m:r>
                            <m:rPr>
                              <m:nor/>
                            </m:rPr>
                            <a:rPr lang="en-US" sz="1200" i="0" dirty="0">
                              <a:latin typeface="Cambria Math" panose="02040503050406030204" pitchFamily="18" charset="0"/>
                            </a:rPr>
                            <m:t> </m:t>
                          </m:r>
                          <m:r>
                            <m:rPr>
                              <m:nor/>
                            </m:rPr>
                            <a:rPr lang="en-US" sz="1200" i="0" dirty="0">
                              <a:latin typeface="Cambria Math" panose="02040503050406030204" pitchFamily="18" charset="0"/>
                            </a:rPr>
                            <m:t>permutations</m:t>
                          </m:r>
                        </m:num>
                        <m:den>
                          <m:r>
                            <m:rPr>
                              <m:nor/>
                            </m:rPr>
                            <a:rPr lang="en-US" sz="1200" i="0" dirty="0">
                              <a:latin typeface="Cambria Math" panose="02040503050406030204" pitchFamily="18" charset="0"/>
                            </a:rPr>
                            <m:t>all</m:t>
                          </m:r>
                          <m:r>
                            <m:rPr>
                              <m:nor/>
                            </m:rPr>
                            <a:rPr lang="en-US" sz="1200" i="0" dirty="0">
                              <a:latin typeface="Cambria Math" panose="02040503050406030204" pitchFamily="18" charset="0"/>
                            </a:rPr>
                            <m:t> </m:t>
                          </m:r>
                          <m:r>
                            <m:rPr>
                              <m:nor/>
                            </m:rPr>
                            <a:rPr lang="en-US" sz="1200" i="0" dirty="0">
                              <a:latin typeface="Cambria Math" panose="02040503050406030204" pitchFamily="18" charset="0"/>
                            </a:rPr>
                            <m:t>permutations</m:t>
                          </m:r>
                        </m:den>
                      </m:f>
                    </m:oMath>
                  </m:oMathPara>
                </a14:m>
                <a:endParaRPr/>
              </a:p>
            </p:txBody>
          </p:sp>
        </mc:Choice>
        <mc:Fallback xmlns="">
          <p:sp>
            <p:nvSpPr>
              <p:cNvPr id="22" name="TextBox 21">
                <a:extLst>
                  <a:ext uri="{FF2B5EF4-FFF2-40B4-BE49-F238E27FC236}">
                    <a16:creationId xmlns:a16="http://schemas.microsoft.com/office/drawing/2014/main" id="{3D48C790-8679-8F93-444E-9B05391B660C}"/>
                  </a:ext>
                </a:extLst>
              </p:cNvPr>
              <p:cNvSpPr txBox="1">
                <a:spLocks noRot="1" noChangeAspect="1" noMove="1" noResize="1" noEditPoints="1" noAdjustHandles="1" noChangeArrowheads="1" noChangeShapeType="1" noTextEdit="1"/>
              </p:cNvSpPr>
              <p:nvPr/>
            </p:nvSpPr>
            <p:spPr>
              <a:xfrm>
                <a:off x="7228541" y="5803149"/>
                <a:ext cx="3870960" cy="467885"/>
              </a:xfrm>
              <a:prstGeom prst="rect">
                <a:avLst/>
              </a:prstGeom>
              <a:blipFill>
                <a:blip r:embed="rId5"/>
                <a:stretch>
                  <a:fillRect b="-3896"/>
                </a:stretch>
              </a:blipFill>
            </p:spPr>
            <p:txBody>
              <a:bodyPr/>
              <a:lstStyle/>
              <a:p>
                <a:r>
                  <a:rPr lang="en-US">
                    <a:noFill/>
                  </a:rPr>
                  <a:t> </a:t>
                </a:r>
              </a:p>
            </p:txBody>
          </p:sp>
        </mc:Fallback>
      </mc:AlternateContent>
    </p:spTree>
    <p:extLst>
      <p:ext uri="{BB962C8B-B14F-4D97-AF65-F5344CB8AC3E}">
        <p14:creationId xmlns:p14="http://schemas.microsoft.com/office/powerpoint/2010/main" val="58249111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B6956F-A3FF-FC86-4855-1C8C4AEE2175}"/>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F18E6BA2-D667-94C9-2E83-6289E2DC5839}"/>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GB" sz="1200" b="0" i="0" u="none" strike="noStrike" kern="1200" cap="none" spc="0" normalizeH="0" baseline="0" dirty="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75C997CA-ED45-8A00-D86B-B4B4C936198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23986AE6-F9CF-F75F-B953-2A777DF402AD}"/>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DBE080A4-9E8D-383B-C1E6-3DD8952C9379}"/>
              </a:ext>
            </a:extLst>
          </p:cNvPr>
          <p:cNvSpPr txBox="1"/>
          <p:nvPr/>
        </p:nvSpPr>
        <p:spPr>
          <a:xfrm>
            <a:off x="891589" y="538215"/>
            <a:ext cx="4783298"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Why is the p‑value problematic and how can it lead to Type I errors?</a:t>
            </a:r>
          </a:p>
        </p:txBody>
      </p:sp>
      <p:sp>
        <p:nvSpPr>
          <p:cNvPr id="20" name="TextBox 19">
            <a:extLst>
              <a:ext uri="{FF2B5EF4-FFF2-40B4-BE49-F238E27FC236}">
                <a16:creationId xmlns:a16="http://schemas.microsoft.com/office/drawing/2014/main" id="{11191A42-4EC7-0330-C450-A1E72C4326F8}"/>
              </a:ext>
            </a:extLst>
          </p:cNvPr>
          <p:cNvSpPr txBox="1"/>
          <p:nvPr/>
        </p:nvSpPr>
        <p:spPr>
          <a:xfrm>
            <a:off x="2218613" y="1974749"/>
            <a:ext cx="6096000" cy="646331"/>
          </a:xfrm>
          <a:prstGeom prst="rect">
            <a:avLst/>
          </a:prstGeom>
          <a:noFill/>
        </p:spPr>
        <p:txBody>
          <a:bodyPr wrap="square">
            <a:spAutoFit/>
          </a:bodyPr>
          <a:lstStyle/>
          <a:p>
            <a:r>
              <a:rPr lang="en-US" sz="1200" dirty="0"/>
              <a:t>Neyman and Pearson suggested that a p‑value &lt; 0.05 implies </a:t>
            </a:r>
            <a:r>
              <a:rPr lang="en-US" sz="1200" b="1" dirty="0">
                <a:highlight>
                  <a:srgbClr val="FFC000"/>
                </a:highlight>
              </a:rPr>
              <a:t>that the data provide sufficient evidence to reject the null hypothesis and conclude that an effect is statistically significant.</a:t>
            </a:r>
          </a:p>
        </p:txBody>
      </p:sp>
      <p:sp>
        <p:nvSpPr>
          <p:cNvPr id="3" name="TextBox 2">
            <a:extLst>
              <a:ext uri="{FF2B5EF4-FFF2-40B4-BE49-F238E27FC236}">
                <a16:creationId xmlns:a16="http://schemas.microsoft.com/office/drawing/2014/main" id="{B5328609-09BF-E7FB-978F-A09CCB4EFEDC}"/>
              </a:ext>
            </a:extLst>
          </p:cNvPr>
          <p:cNvSpPr txBox="1"/>
          <p:nvPr/>
        </p:nvSpPr>
        <p:spPr>
          <a:xfrm>
            <a:off x="990443" y="2759580"/>
            <a:ext cx="1076424" cy="415498"/>
          </a:xfrm>
          <a:prstGeom prst="rect">
            <a:avLst/>
          </a:prstGeom>
          <a:noFill/>
        </p:spPr>
        <p:txBody>
          <a:bodyPr wrap="square">
            <a:spAutoFit/>
          </a:bodyPr>
          <a:lstStyle/>
          <a:p>
            <a:pPr algn="ctr"/>
            <a:r>
              <a:rPr lang="es-ES" sz="1050" dirty="0">
                <a:solidFill>
                  <a:srgbClr val="00B0F0"/>
                </a:solidFill>
                <a:hlinkClick r:id="rId3">
                  <a:extLst>
                    <a:ext uri="{A12FA001-AC4F-418D-AE19-62706E023703}">
                      <ahyp:hlinkClr xmlns:ahyp="http://schemas.microsoft.com/office/drawing/2018/hyperlinkcolor" val="tx"/>
                    </a:ext>
                  </a:extLst>
                </a:hlinkClick>
              </a:rPr>
              <a:t>Jerzy Neyman</a:t>
            </a:r>
            <a:r>
              <a:rPr lang="es-ES" sz="1050" dirty="0">
                <a:solidFill>
                  <a:srgbClr val="00B0F0"/>
                </a:solidFill>
              </a:rPr>
              <a:t> (1894-1981)</a:t>
            </a:r>
            <a:endParaRPr lang="en-GB" sz="1050" dirty="0">
              <a:solidFill>
                <a:srgbClr val="00B0F0"/>
              </a:solidFill>
            </a:endParaRPr>
          </a:p>
        </p:txBody>
      </p:sp>
      <p:pic>
        <p:nvPicPr>
          <p:cNvPr id="6" name="Picture 5">
            <a:extLst>
              <a:ext uri="{FF2B5EF4-FFF2-40B4-BE49-F238E27FC236}">
                <a16:creationId xmlns:a16="http://schemas.microsoft.com/office/drawing/2014/main" id="{1E6EEC68-B3F9-0595-E839-A5B76BFBDECF}"/>
              </a:ext>
            </a:extLst>
          </p:cNvPr>
          <p:cNvPicPr preferRelativeResize="0">
            <a:picLocks noChangeAspect="1"/>
          </p:cNvPicPr>
          <p:nvPr/>
        </p:nvPicPr>
        <p:blipFill>
          <a:blip r:embed="rId4"/>
          <a:srcRect l="-2500" t="-2083" r="-2500" b="14584"/>
          <a:stretch/>
        </p:blipFill>
        <p:spPr>
          <a:xfrm>
            <a:off x="1148580" y="1914112"/>
            <a:ext cx="742591" cy="742591"/>
          </a:xfrm>
          <a:prstGeom prst="ellipse">
            <a:avLst/>
          </a:prstGeom>
          <a:solidFill>
            <a:schemeClr val="accent2"/>
          </a:solidFill>
        </p:spPr>
      </p:pic>
      <p:sp>
        <p:nvSpPr>
          <p:cNvPr id="13" name="TextBox 12">
            <a:extLst>
              <a:ext uri="{FF2B5EF4-FFF2-40B4-BE49-F238E27FC236}">
                <a16:creationId xmlns:a16="http://schemas.microsoft.com/office/drawing/2014/main" id="{0BCD8215-6B47-3C95-419F-88CA4E61C699}"/>
              </a:ext>
            </a:extLst>
          </p:cNvPr>
          <p:cNvSpPr txBox="1"/>
          <p:nvPr/>
        </p:nvSpPr>
        <p:spPr>
          <a:xfrm>
            <a:off x="2218613" y="2690336"/>
            <a:ext cx="6096000" cy="646331"/>
          </a:xfrm>
          <a:prstGeom prst="rect">
            <a:avLst/>
          </a:prstGeom>
          <a:noFill/>
        </p:spPr>
        <p:txBody>
          <a:bodyPr wrap="square">
            <a:spAutoFit/>
          </a:bodyPr>
          <a:lstStyle/>
          <a:p>
            <a:r>
              <a:rPr lang="en-US" sz="1200" dirty="0"/>
              <a:t>⚠️ However, the use of the Neyman–Pearson significance criterion with α = 0.05 can be problematic </a:t>
            </a:r>
            <a:r>
              <a:rPr lang="en-US" sz="1200" b="1" dirty="0">
                <a:highlight>
                  <a:srgbClr val="FFC000"/>
                </a:highlight>
              </a:rPr>
              <a:t>and carries a high probability of producing Type I errors, unless certain conditions are met when designing the study and </a:t>
            </a:r>
            <a:r>
              <a:rPr lang="en-US" sz="1200" b="1" dirty="0" err="1">
                <a:highlight>
                  <a:srgbClr val="FFC000"/>
                </a:highlight>
              </a:rPr>
              <a:t>analysing</a:t>
            </a:r>
            <a:r>
              <a:rPr lang="en-US" sz="1200" b="1" dirty="0">
                <a:highlight>
                  <a:srgbClr val="FFC000"/>
                </a:highlight>
              </a:rPr>
              <a:t> the data</a:t>
            </a:r>
            <a:r>
              <a:rPr lang="en-US" sz="1200" dirty="0"/>
              <a:t>:</a:t>
            </a:r>
          </a:p>
        </p:txBody>
      </p:sp>
      <p:sp>
        <p:nvSpPr>
          <p:cNvPr id="14" name="Freeform: Shape 13">
            <a:extLst>
              <a:ext uri="{FF2B5EF4-FFF2-40B4-BE49-F238E27FC236}">
                <a16:creationId xmlns:a16="http://schemas.microsoft.com/office/drawing/2014/main" id="{12AF05C6-E9C1-CB84-1786-06A3CB6D2E36}"/>
              </a:ext>
            </a:extLst>
          </p:cNvPr>
          <p:cNvSpPr/>
          <p:nvPr/>
        </p:nvSpPr>
        <p:spPr>
          <a:xfrm>
            <a:off x="1148580" y="3729983"/>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17" name="TextBox 16">
            <a:extLst>
              <a:ext uri="{FF2B5EF4-FFF2-40B4-BE49-F238E27FC236}">
                <a16:creationId xmlns:a16="http://schemas.microsoft.com/office/drawing/2014/main" id="{5C3B5ED7-A4BA-BA70-85B8-3AE119087BD9}"/>
              </a:ext>
            </a:extLst>
          </p:cNvPr>
          <p:cNvSpPr txBox="1"/>
          <p:nvPr/>
        </p:nvSpPr>
        <p:spPr>
          <a:xfrm>
            <a:off x="1331460" y="3682923"/>
            <a:ext cx="4741688" cy="276999"/>
          </a:xfrm>
          <a:prstGeom prst="rect">
            <a:avLst/>
          </a:prstGeom>
          <a:noFill/>
        </p:spPr>
        <p:txBody>
          <a:bodyPr wrap="square">
            <a:spAutoFit/>
          </a:bodyPr>
          <a:lstStyle>
            <a:defPPr>
              <a:defRPr lang="en-US"/>
            </a:defPPr>
            <a:lvl1pPr>
              <a:defRPr sz="1400"/>
            </a:lvl1pPr>
          </a:lstStyle>
          <a:p>
            <a:r>
              <a:rPr lang="en-US" sz="1200" dirty="0"/>
              <a:t>The sample size must be determined in advance.</a:t>
            </a:r>
          </a:p>
        </p:txBody>
      </p:sp>
      <p:sp>
        <p:nvSpPr>
          <p:cNvPr id="18" name="Freeform: Shape 17">
            <a:extLst>
              <a:ext uri="{FF2B5EF4-FFF2-40B4-BE49-F238E27FC236}">
                <a16:creationId xmlns:a16="http://schemas.microsoft.com/office/drawing/2014/main" id="{607C4747-086D-8EC2-DD24-8540E7CAE429}"/>
              </a:ext>
            </a:extLst>
          </p:cNvPr>
          <p:cNvSpPr/>
          <p:nvPr/>
        </p:nvSpPr>
        <p:spPr>
          <a:xfrm>
            <a:off x="1148580" y="4054042"/>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19" name="TextBox 18">
            <a:extLst>
              <a:ext uri="{FF2B5EF4-FFF2-40B4-BE49-F238E27FC236}">
                <a16:creationId xmlns:a16="http://schemas.microsoft.com/office/drawing/2014/main" id="{7908CEB0-208F-A444-1693-4466EDB5E4A9}"/>
              </a:ext>
            </a:extLst>
          </p:cNvPr>
          <p:cNvSpPr txBox="1"/>
          <p:nvPr/>
        </p:nvSpPr>
        <p:spPr>
          <a:xfrm>
            <a:off x="1331459" y="4006982"/>
            <a:ext cx="5593215" cy="276999"/>
          </a:xfrm>
          <a:prstGeom prst="rect">
            <a:avLst/>
          </a:prstGeom>
          <a:noFill/>
        </p:spPr>
        <p:txBody>
          <a:bodyPr wrap="square">
            <a:spAutoFit/>
          </a:bodyPr>
          <a:lstStyle>
            <a:defPPr>
              <a:defRPr lang="en-US"/>
            </a:defPPr>
            <a:lvl1pPr>
              <a:defRPr sz="1400"/>
            </a:lvl1pPr>
          </a:lstStyle>
          <a:p>
            <a:r>
              <a:rPr lang="en-US" sz="1200" dirty="0"/>
              <a:t>The hypotheses and the analysis used to test them must be defined beforehand.</a:t>
            </a:r>
          </a:p>
        </p:txBody>
      </p:sp>
      <p:sp>
        <p:nvSpPr>
          <p:cNvPr id="21" name="Freeform: Shape 20">
            <a:extLst>
              <a:ext uri="{FF2B5EF4-FFF2-40B4-BE49-F238E27FC236}">
                <a16:creationId xmlns:a16="http://schemas.microsoft.com/office/drawing/2014/main" id="{7E0B93CB-8A7E-C7E1-9EFC-F860DF937499}"/>
              </a:ext>
            </a:extLst>
          </p:cNvPr>
          <p:cNvSpPr/>
          <p:nvPr/>
        </p:nvSpPr>
        <p:spPr>
          <a:xfrm>
            <a:off x="1148580" y="4356632"/>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28" name="TextBox 27">
            <a:extLst>
              <a:ext uri="{FF2B5EF4-FFF2-40B4-BE49-F238E27FC236}">
                <a16:creationId xmlns:a16="http://schemas.microsoft.com/office/drawing/2014/main" id="{C906871F-06CE-810B-3D12-30EE18048E18}"/>
              </a:ext>
            </a:extLst>
          </p:cNvPr>
          <p:cNvSpPr txBox="1"/>
          <p:nvPr/>
        </p:nvSpPr>
        <p:spPr>
          <a:xfrm>
            <a:off x="1331459" y="4309572"/>
            <a:ext cx="5593215" cy="276999"/>
          </a:xfrm>
          <a:prstGeom prst="rect">
            <a:avLst/>
          </a:prstGeom>
          <a:noFill/>
        </p:spPr>
        <p:txBody>
          <a:bodyPr wrap="square">
            <a:spAutoFit/>
          </a:bodyPr>
          <a:lstStyle>
            <a:defPPr>
              <a:defRPr lang="en-US"/>
            </a:defPPr>
            <a:lvl1pPr>
              <a:defRPr sz="1400"/>
            </a:lvl1pPr>
          </a:lstStyle>
          <a:p>
            <a:r>
              <a:rPr lang="en-US" sz="1200" dirty="0"/>
              <a:t>Potential control variables must be identified prior to the analysis.</a:t>
            </a:r>
          </a:p>
        </p:txBody>
      </p:sp>
      <p:sp>
        <p:nvSpPr>
          <p:cNvPr id="29" name="Freeform: Shape 28">
            <a:extLst>
              <a:ext uri="{FF2B5EF4-FFF2-40B4-BE49-F238E27FC236}">
                <a16:creationId xmlns:a16="http://schemas.microsoft.com/office/drawing/2014/main" id="{89F7977F-68E0-51CD-4DB2-3324581565B8}"/>
              </a:ext>
            </a:extLst>
          </p:cNvPr>
          <p:cNvSpPr/>
          <p:nvPr/>
        </p:nvSpPr>
        <p:spPr>
          <a:xfrm>
            <a:off x="1148580" y="4680691"/>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30" name="TextBox 29">
            <a:extLst>
              <a:ext uri="{FF2B5EF4-FFF2-40B4-BE49-F238E27FC236}">
                <a16:creationId xmlns:a16="http://schemas.microsoft.com/office/drawing/2014/main" id="{FED49BEE-F235-76D7-4A33-1D38A0924681}"/>
              </a:ext>
            </a:extLst>
          </p:cNvPr>
          <p:cNvSpPr txBox="1"/>
          <p:nvPr/>
        </p:nvSpPr>
        <p:spPr>
          <a:xfrm>
            <a:off x="1331459" y="4633631"/>
            <a:ext cx="6431416" cy="276999"/>
          </a:xfrm>
          <a:prstGeom prst="rect">
            <a:avLst/>
          </a:prstGeom>
          <a:noFill/>
        </p:spPr>
        <p:txBody>
          <a:bodyPr wrap="square">
            <a:spAutoFit/>
          </a:bodyPr>
          <a:lstStyle>
            <a:defPPr>
              <a:defRPr lang="en-US"/>
            </a:defPPr>
            <a:lvl1pPr>
              <a:defRPr sz="1400"/>
            </a:lvl1pPr>
          </a:lstStyle>
          <a:p>
            <a:r>
              <a:rPr lang="en-US" sz="1200" dirty="0"/>
              <a:t>Criteria for excluding participants and handling missing data must be specified in advance.</a:t>
            </a:r>
          </a:p>
        </p:txBody>
      </p:sp>
      <p:sp>
        <p:nvSpPr>
          <p:cNvPr id="31" name="Freeform: Shape 30">
            <a:extLst>
              <a:ext uri="{FF2B5EF4-FFF2-40B4-BE49-F238E27FC236}">
                <a16:creationId xmlns:a16="http://schemas.microsoft.com/office/drawing/2014/main" id="{F13E510C-8FAA-F5B6-D40D-C14A3E9B6322}"/>
              </a:ext>
            </a:extLst>
          </p:cNvPr>
          <p:cNvSpPr/>
          <p:nvPr/>
        </p:nvSpPr>
        <p:spPr>
          <a:xfrm>
            <a:off x="1148580" y="4983281"/>
            <a:ext cx="182880" cy="182880"/>
          </a:xfrm>
          <a:custGeom>
            <a:avLst/>
            <a:gdLst>
              <a:gd name="connsiteX0" fmla="*/ 124152 w 248304"/>
              <a:gd name="connsiteY0" fmla="*/ 0 h 248304"/>
              <a:gd name="connsiteX1" fmla="*/ 0 w 248304"/>
              <a:gd name="connsiteY1" fmla="*/ 124152 h 248304"/>
              <a:gd name="connsiteX2" fmla="*/ 124152 w 248304"/>
              <a:gd name="connsiteY2" fmla="*/ 248305 h 248304"/>
              <a:gd name="connsiteX3" fmla="*/ 248305 w 248304"/>
              <a:gd name="connsiteY3" fmla="*/ 124152 h 248304"/>
              <a:gd name="connsiteX4" fmla="*/ 124152 w 248304"/>
              <a:gd name="connsiteY4" fmla="*/ 0 h 248304"/>
              <a:gd name="connsiteX5" fmla="*/ 106501 w 248304"/>
              <a:gd name="connsiteY5" fmla="*/ 174699 h 248304"/>
              <a:gd name="connsiteX6" fmla="*/ 52398 w 248304"/>
              <a:gd name="connsiteY6" fmla="*/ 120590 h 248304"/>
              <a:gd name="connsiteX7" fmla="*/ 70783 w 248304"/>
              <a:gd name="connsiteY7" fmla="*/ 102204 h 248304"/>
              <a:gd name="connsiteX8" fmla="*/ 106501 w 248304"/>
              <a:gd name="connsiteY8" fmla="*/ 137922 h 248304"/>
              <a:gd name="connsiteX9" fmla="*/ 179654 w 248304"/>
              <a:gd name="connsiteY9" fmla="*/ 64775 h 248304"/>
              <a:gd name="connsiteX10" fmla="*/ 198039 w 248304"/>
              <a:gd name="connsiteY10" fmla="*/ 83160 h 2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304" h="248304">
                <a:moveTo>
                  <a:pt x="124152" y="0"/>
                </a:moveTo>
                <a:cubicBezTo>
                  <a:pt x="55585" y="0"/>
                  <a:pt x="0" y="55585"/>
                  <a:pt x="0" y="124152"/>
                </a:cubicBezTo>
                <a:cubicBezTo>
                  <a:pt x="0" y="192719"/>
                  <a:pt x="55585" y="248305"/>
                  <a:pt x="124152" y="248305"/>
                </a:cubicBezTo>
                <a:cubicBezTo>
                  <a:pt x="192720" y="248305"/>
                  <a:pt x="248305" y="192719"/>
                  <a:pt x="248305" y="124152"/>
                </a:cubicBezTo>
                <a:cubicBezTo>
                  <a:pt x="248227" y="55617"/>
                  <a:pt x="192688" y="77"/>
                  <a:pt x="124152" y="0"/>
                </a:cubicBezTo>
                <a:close/>
                <a:moveTo>
                  <a:pt x="106501" y="174699"/>
                </a:moveTo>
                <a:lnTo>
                  <a:pt x="52398" y="120590"/>
                </a:lnTo>
                <a:lnTo>
                  <a:pt x="70783" y="102204"/>
                </a:lnTo>
                <a:lnTo>
                  <a:pt x="106501" y="137922"/>
                </a:lnTo>
                <a:lnTo>
                  <a:pt x="179654" y="64775"/>
                </a:lnTo>
                <a:lnTo>
                  <a:pt x="198039" y="83160"/>
                </a:lnTo>
                <a:close/>
              </a:path>
            </a:pathLst>
          </a:custGeom>
          <a:solidFill>
            <a:srgbClr val="FF0000"/>
          </a:solidFill>
          <a:ln w="5358" cap="flat">
            <a:noFill/>
            <a:prstDash val="solid"/>
            <a:miter/>
          </a:ln>
        </p:spPr>
        <p:txBody>
          <a:bodyPr rtlCol="0" anchor="ctr"/>
          <a:lstStyle/>
          <a:p>
            <a:endParaRPr lang="en-US" noProof="0"/>
          </a:p>
        </p:txBody>
      </p:sp>
      <p:sp>
        <p:nvSpPr>
          <p:cNvPr id="32" name="TextBox 31">
            <a:extLst>
              <a:ext uri="{FF2B5EF4-FFF2-40B4-BE49-F238E27FC236}">
                <a16:creationId xmlns:a16="http://schemas.microsoft.com/office/drawing/2014/main" id="{F0F49F39-A3F8-520D-6BCD-C72860E42A0F}"/>
              </a:ext>
            </a:extLst>
          </p:cNvPr>
          <p:cNvSpPr txBox="1"/>
          <p:nvPr/>
        </p:nvSpPr>
        <p:spPr>
          <a:xfrm>
            <a:off x="1331458" y="4936221"/>
            <a:ext cx="7488691" cy="461665"/>
          </a:xfrm>
          <a:prstGeom prst="rect">
            <a:avLst/>
          </a:prstGeom>
          <a:noFill/>
        </p:spPr>
        <p:txBody>
          <a:bodyPr wrap="square">
            <a:spAutoFit/>
          </a:bodyPr>
          <a:lstStyle>
            <a:defPPr>
              <a:defRPr lang="en-US"/>
            </a:defPPr>
            <a:lvl1pPr>
              <a:defRPr sz="1400"/>
            </a:lvl1pPr>
          </a:lstStyle>
          <a:p>
            <a:r>
              <a:rPr lang="en-US" sz="1200" dirty="0"/>
              <a:t>For exploratory analyses (that is, analyses that are not hypothesis‑testing), a more stringent significance criterion should be used.</a:t>
            </a:r>
          </a:p>
        </p:txBody>
      </p:sp>
    </p:spTree>
    <p:extLst>
      <p:ext uri="{BB962C8B-B14F-4D97-AF65-F5344CB8AC3E}">
        <p14:creationId xmlns:p14="http://schemas.microsoft.com/office/powerpoint/2010/main" val="264534571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3D2B99-5B94-5C72-35BB-A42822CA1029}"/>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31EC3B18-9081-F153-5C8F-1AD89172FFCD}"/>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GB" sz="1200" b="0" i="0" u="none" strike="noStrike" kern="1200" cap="none" spc="0" normalizeH="0" baseline="0" dirty="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38E7323E-B377-3E7D-9515-9775912CE1F0}"/>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75D814B0-F4D1-1B18-8FCB-1C41894D3E60}"/>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AEDD95F0-9386-A4DD-4348-3E7CECD63C85}"/>
              </a:ext>
            </a:extLst>
          </p:cNvPr>
          <p:cNvSpPr txBox="1"/>
          <p:nvPr/>
        </p:nvSpPr>
        <p:spPr>
          <a:xfrm>
            <a:off x="891588" y="538215"/>
            <a:ext cx="5027297"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What happens when the sample size is not determined in advance?</a:t>
            </a:r>
          </a:p>
        </p:txBody>
      </p:sp>
      <p:pic>
        <p:nvPicPr>
          <p:cNvPr id="2" name="Picture 1">
            <a:extLst>
              <a:ext uri="{FF2B5EF4-FFF2-40B4-BE49-F238E27FC236}">
                <a16:creationId xmlns:a16="http://schemas.microsoft.com/office/drawing/2014/main" id="{D49D1B10-206F-A750-91A9-74273344D3E5}"/>
              </a:ext>
            </a:extLst>
          </p:cNvPr>
          <p:cNvPicPr>
            <a:picLocks noChangeAspect="1"/>
          </p:cNvPicPr>
          <p:nvPr/>
        </p:nvPicPr>
        <p:blipFill>
          <a:blip r:embed="rId3"/>
          <a:stretch>
            <a:fillRect/>
          </a:stretch>
        </p:blipFill>
        <p:spPr>
          <a:xfrm>
            <a:off x="815269" y="1947337"/>
            <a:ext cx="3936900" cy="3748210"/>
          </a:xfrm>
          <a:prstGeom prst="rect">
            <a:avLst/>
          </a:prstGeom>
        </p:spPr>
      </p:pic>
      <p:sp>
        <p:nvSpPr>
          <p:cNvPr id="7" name="TextBox 6">
            <a:extLst>
              <a:ext uri="{FF2B5EF4-FFF2-40B4-BE49-F238E27FC236}">
                <a16:creationId xmlns:a16="http://schemas.microsoft.com/office/drawing/2014/main" id="{3628C619-9D12-AC22-3484-7B8D54584228}"/>
              </a:ext>
            </a:extLst>
          </p:cNvPr>
          <p:cNvSpPr txBox="1"/>
          <p:nvPr/>
        </p:nvSpPr>
        <p:spPr>
          <a:xfrm>
            <a:off x="891589" y="5740794"/>
            <a:ext cx="7642811" cy="369332"/>
          </a:xfrm>
          <a:prstGeom prst="rect">
            <a:avLst/>
          </a:prstGeom>
          <a:noFill/>
        </p:spPr>
        <p:txBody>
          <a:bodyPr wrap="square">
            <a:spAutoFit/>
          </a:bodyPr>
          <a:lstStyle/>
          <a:p>
            <a:r>
              <a:rPr lang="en-US" sz="900" dirty="0">
                <a:solidFill>
                  <a:srgbClr val="00B0F0"/>
                </a:solidFill>
                <a:effectLst/>
              </a:rPr>
              <a:t>Simmons, J. P., Nelson, L. D., &amp; </a:t>
            </a:r>
            <a:r>
              <a:rPr lang="en-US" sz="900" dirty="0" err="1">
                <a:solidFill>
                  <a:srgbClr val="00B0F0"/>
                </a:solidFill>
                <a:effectLst/>
              </a:rPr>
              <a:t>Simonsohn</a:t>
            </a:r>
            <a:r>
              <a:rPr lang="en-US" sz="900" dirty="0">
                <a:solidFill>
                  <a:srgbClr val="00B0F0"/>
                </a:solidFill>
                <a:effectLst/>
              </a:rPr>
              <a:t>, U. (2011). False-Positive Psychology: Undisclosed Flexibility in Data Collection and Analysis Allows Presenting Anything as Significant. </a:t>
            </a:r>
            <a:r>
              <a:rPr lang="en-US" sz="900" i="1" dirty="0">
                <a:solidFill>
                  <a:srgbClr val="00B0F0"/>
                </a:solidFill>
                <a:effectLst/>
              </a:rPr>
              <a:t>Psychological Science</a:t>
            </a:r>
            <a:r>
              <a:rPr lang="en-US" sz="900" dirty="0">
                <a:solidFill>
                  <a:srgbClr val="00B0F0"/>
                </a:solidFill>
                <a:effectLst/>
              </a:rPr>
              <a:t>, </a:t>
            </a:r>
            <a:r>
              <a:rPr lang="en-US" sz="900" i="1" dirty="0">
                <a:solidFill>
                  <a:srgbClr val="00B0F0"/>
                </a:solidFill>
                <a:effectLst/>
              </a:rPr>
              <a:t>22</a:t>
            </a:r>
            <a:r>
              <a:rPr lang="en-US" sz="900" dirty="0">
                <a:solidFill>
                  <a:srgbClr val="00B0F0"/>
                </a:solidFill>
                <a:effectLst/>
              </a:rPr>
              <a:t>(11), 1359–1366. </a:t>
            </a:r>
            <a:r>
              <a:rPr lang="en-US" sz="900" dirty="0">
                <a:solidFill>
                  <a:srgbClr val="00B0F0"/>
                </a:solidFill>
                <a:effectLst/>
                <a:hlinkClick r:id="rId4">
                  <a:extLst>
                    <a:ext uri="{A12FA001-AC4F-418D-AE19-62706E023703}">
                      <ahyp:hlinkClr xmlns:ahyp="http://schemas.microsoft.com/office/drawing/2018/hyperlinkcolor" val="tx"/>
                    </a:ext>
                  </a:extLst>
                </a:hlinkClick>
              </a:rPr>
              <a:t>https://doi.org/10.1177/0956797611417632</a:t>
            </a:r>
            <a:endParaRPr lang="en-US" sz="900" dirty="0">
              <a:solidFill>
                <a:srgbClr val="00B0F0"/>
              </a:solidFill>
              <a:effectLst/>
            </a:endParaRPr>
          </a:p>
        </p:txBody>
      </p:sp>
      <p:sp>
        <p:nvSpPr>
          <p:cNvPr id="9" name="TextBox 8">
            <a:extLst>
              <a:ext uri="{FF2B5EF4-FFF2-40B4-BE49-F238E27FC236}">
                <a16:creationId xmlns:a16="http://schemas.microsoft.com/office/drawing/2014/main" id="{95505F76-2EA8-7768-02A5-6BDE06808FDF}"/>
              </a:ext>
            </a:extLst>
          </p:cNvPr>
          <p:cNvSpPr txBox="1"/>
          <p:nvPr/>
        </p:nvSpPr>
        <p:spPr>
          <a:xfrm>
            <a:off x="5159521" y="1987687"/>
            <a:ext cx="6096000" cy="646331"/>
          </a:xfrm>
          <a:prstGeom prst="rect">
            <a:avLst/>
          </a:prstGeom>
          <a:noFill/>
        </p:spPr>
        <p:txBody>
          <a:bodyPr wrap="square">
            <a:spAutoFit/>
          </a:bodyPr>
          <a:lstStyle/>
          <a:p>
            <a:r>
              <a:rPr lang="en-US" sz="1200" dirty="0"/>
              <a:t>According to Simmons et al. (2011), failing to decide the sample size (or the rule for stopping data collection) before starting the study is an example of “</a:t>
            </a:r>
            <a:r>
              <a:rPr lang="en-US" sz="1200" b="1" dirty="0">
                <a:highlight>
                  <a:srgbClr val="FFC000"/>
                </a:highlight>
              </a:rPr>
              <a:t>researcher degrees of freedom”.</a:t>
            </a:r>
          </a:p>
        </p:txBody>
      </p:sp>
      <p:sp>
        <p:nvSpPr>
          <p:cNvPr id="12" name="TextBox 11">
            <a:extLst>
              <a:ext uri="{FF2B5EF4-FFF2-40B4-BE49-F238E27FC236}">
                <a16:creationId xmlns:a16="http://schemas.microsoft.com/office/drawing/2014/main" id="{5265483B-6266-298F-C800-9FC07FF03816}"/>
              </a:ext>
            </a:extLst>
          </p:cNvPr>
          <p:cNvSpPr txBox="1"/>
          <p:nvPr/>
        </p:nvSpPr>
        <p:spPr>
          <a:xfrm>
            <a:off x="5244123" y="2781131"/>
            <a:ext cx="4348189" cy="646331"/>
          </a:xfrm>
          <a:prstGeom prst="rect">
            <a:avLst/>
          </a:prstGeom>
          <a:noFill/>
        </p:spPr>
        <p:txBody>
          <a:bodyPr wrap="square">
            <a:spAutoFit/>
          </a:bodyPr>
          <a:lstStyle>
            <a:defPPr>
              <a:defRPr lang="en-US"/>
            </a:defPPr>
            <a:lvl1pPr>
              <a:defRPr sz="1200"/>
            </a:lvl1pPr>
          </a:lstStyle>
          <a:p>
            <a:r>
              <a:rPr lang="en-US" dirty="0"/>
              <a:t>This practice, which involves collecting data based on preliminary analyses, </a:t>
            </a:r>
            <a:r>
              <a:rPr lang="en-US" b="1" dirty="0">
                <a:highlight>
                  <a:srgbClr val="FFC000"/>
                </a:highlight>
              </a:rPr>
              <a:t>can dramatically increase the actual false‑positive rate</a:t>
            </a:r>
            <a:r>
              <a:rPr lang="en-US" dirty="0"/>
              <a:t> beyond the nominal 5% threshold (p ≤ 0.05).</a:t>
            </a:r>
          </a:p>
        </p:txBody>
      </p:sp>
      <p:sp>
        <p:nvSpPr>
          <p:cNvPr id="15" name="Rectangle 14">
            <a:extLst>
              <a:ext uri="{FF2B5EF4-FFF2-40B4-BE49-F238E27FC236}">
                <a16:creationId xmlns:a16="http://schemas.microsoft.com/office/drawing/2014/main" id="{45D072C4-45F2-0673-2FBC-1B73EE201C67}"/>
              </a:ext>
            </a:extLst>
          </p:cNvPr>
          <p:cNvSpPr/>
          <p:nvPr/>
        </p:nvSpPr>
        <p:spPr>
          <a:xfrm flipH="1">
            <a:off x="5198404" y="2703396"/>
            <a:ext cx="45719" cy="801803"/>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100BB6FB-DC6C-30D1-9F20-0DAC3E6AE064}"/>
              </a:ext>
            </a:extLst>
          </p:cNvPr>
          <p:cNvSpPr txBox="1"/>
          <p:nvPr/>
        </p:nvSpPr>
        <p:spPr>
          <a:xfrm>
            <a:off x="5090231" y="3652312"/>
            <a:ext cx="6096000" cy="1200329"/>
          </a:xfrm>
          <a:prstGeom prst="rect">
            <a:avLst/>
          </a:prstGeom>
          <a:noFill/>
        </p:spPr>
        <p:txBody>
          <a:bodyPr wrap="square">
            <a:spAutoFit/>
          </a:bodyPr>
          <a:lstStyle/>
          <a:p>
            <a:r>
              <a:rPr lang="en-US" sz="1200" dirty="0"/>
              <a:t>For example, a researcher who begins with 10 observations per condition and tests for significance after adding each new observation finds a significant effect in 22% of cases.</a:t>
            </a:r>
          </a:p>
          <a:p>
            <a:endParaRPr lang="en-US" sz="1200" dirty="0"/>
          </a:p>
          <a:p>
            <a:r>
              <a:rPr lang="en-US" sz="1200" dirty="0"/>
              <a:t>This demonstrates </a:t>
            </a:r>
            <a:r>
              <a:rPr lang="en-US" sz="1200" b="1" dirty="0">
                <a:highlight>
                  <a:srgbClr val="FFC000"/>
                </a:highlight>
              </a:rPr>
              <a:t>that flexibility in choosing the sample size, especially stopping data collection once significance is reached, can unacceptably facilitate the publication of “statistically significant” evidence for a false hypothesis</a:t>
            </a:r>
            <a:r>
              <a:rPr lang="en-US" sz="1200" dirty="0"/>
              <a:t>.</a:t>
            </a:r>
          </a:p>
        </p:txBody>
      </p:sp>
    </p:spTree>
    <p:extLst>
      <p:ext uri="{BB962C8B-B14F-4D97-AF65-F5344CB8AC3E}">
        <p14:creationId xmlns:p14="http://schemas.microsoft.com/office/powerpoint/2010/main" val="226340500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160337-7713-C74D-46E1-A96423990541}"/>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97F99841-4592-1F5B-D6F3-DCA84043E841}"/>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GB" sz="1200" b="0" i="0" u="none" strike="noStrike" kern="1200" cap="none" spc="0" normalizeH="0" baseline="0" dirty="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1592889B-7F06-2861-E740-FBA5372EB94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5A529BF9-2068-FB29-9F97-C158079255A1}"/>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E4D35208-CC08-6E45-7E85-6D0E0A934AC5}"/>
              </a:ext>
            </a:extLst>
          </p:cNvPr>
          <p:cNvSpPr txBox="1"/>
          <p:nvPr/>
        </p:nvSpPr>
        <p:spPr>
          <a:xfrm>
            <a:off x="891588" y="538215"/>
            <a:ext cx="5027297"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P‑hacking</a:t>
            </a:r>
          </a:p>
        </p:txBody>
      </p:sp>
      <p:sp>
        <p:nvSpPr>
          <p:cNvPr id="9" name="TextBox 8">
            <a:extLst>
              <a:ext uri="{FF2B5EF4-FFF2-40B4-BE49-F238E27FC236}">
                <a16:creationId xmlns:a16="http://schemas.microsoft.com/office/drawing/2014/main" id="{634BC993-E767-4DBA-6669-CCCB7CBBA964}"/>
              </a:ext>
            </a:extLst>
          </p:cNvPr>
          <p:cNvSpPr txBox="1"/>
          <p:nvPr/>
        </p:nvSpPr>
        <p:spPr>
          <a:xfrm>
            <a:off x="891588" y="1579969"/>
            <a:ext cx="4852273" cy="830997"/>
          </a:xfrm>
          <a:prstGeom prst="rect">
            <a:avLst/>
          </a:prstGeom>
          <a:noFill/>
        </p:spPr>
        <p:txBody>
          <a:bodyPr wrap="square">
            <a:spAutoFit/>
          </a:bodyPr>
          <a:lstStyle/>
          <a:p>
            <a:r>
              <a:rPr lang="en-US" sz="1200" dirty="0"/>
              <a:t>The table on the right is based on a computational simulation of an experiment that investigated the impact of an independent variable X, which consists of two conditions (20 participants per condition), on two dependent variables (Y and Z).</a:t>
            </a:r>
            <a:endParaRPr lang="en-US" sz="1200" b="1" dirty="0">
              <a:highlight>
                <a:srgbClr val="FFC000"/>
              </a:highlight>
            </a:endParaRPr>
          </a:p>
        </p:txBody>
      </p:sp>
      <p:sp>
        <p:nvSpPr>
          <p:cNvPr id="3" name="TextBox 2">
            <a:extLst>
              <a:ext uri="{FF2B5EF4-FFF2-40B4-BE49-F238E27FC236}">
                <a16:creationId xmlns:a16="http://schemas.microsoft.com/office/drawing/2014/main" id="{DCA7AFB6-BFC3-71A9-61C6-246B5C7DB917}"/>
              </a:ext>
            </a:extLst>
          </p:cNvPr>
          <p:cNvSpPr txBox="1"/>
          <p:nvPr/>
        </p:nvSpPr>
        <p:spPr>
          <a:xfrm>
            <a:off x="5743861" y="5629670"/>
            <a:ext cx="5738729" cy="507831"/>
          </a:xfrm>
          <a:prstGeom prst="rect">
            <a:avLst/>
          </a:prstGeom>
          <a:noFill/>
        </p:spPr>
        <p:txBody>
          <a:bodyPr wrap="square">
            <a:spAutoFit/>
          </a:bodyPr>
          <a:lstStyle/>
          <a:p>
            <a:r>
              <a:rPr lang="en-US" sz="900" dirty="0">
                <a:solidFill>
                  <a:srgbClr val="00B0F0"/>
                </a:solidFill>
                <a:effectLst/>
              </a:rPr>
              <a:t>Simmons, J. P., Nelson, L. D., &amp; </a:t>
            </a:r>
            <a:r>
              <a:rPr lang="en-US" sz="900" dirty="0" err="1">
                <a:solidFill>
                  <a:srgbClr val="00B0F0"/>
                </a:solidFill>
                <a:effectLst/>
              </a:rPr>
              <a:t>Simonsohn</a:t>
            </a:r>
            <a:r>
              <a:rPr lang="en-US" sz="900" dirty="0">
                <a:solidFill>
                  <a:srgbClr val="00B0F0"/>
                </a:solidFill>
                <a:effectLst/>
              </a:rPr>
              <a:t>, U. (2011). False-Positive Psychology: Undisclosed Flexibility in Data Collection and Analysis Allows Presenting Anything as Significant. </a:t>
            </a:r>
            <a:r>
              <a:rPr lang="en-US" sz="900" i="1" dirty="0">
                <a:solidFill>
                  <a:srgbClr val="00B0F0"/>
                </a:solidFill>
                <a:effectLst/>
              </a:rPr>
              <a:t>Psychological Science</a:t>
            </a:r>
            <a:r>
              <a:rPr lang="en-US" sz="900" dirty="0">
                <a:solidFill>
                  <a:srgbClr val="00B0F0"/>
                </a:solidFill>
                <a:effectLst/>
              </a:rPr>
              <a:t>, </a:t>
            </a:r>
            <a:r>
              <a:rPr lang="en-US" sz="900" i="1" dirty="0">
                <a:solidFill>
                  <a:srgbClr val="00B0F0"/>
                </a:solidFill>
                <a:effectLst/>
              </a:rPr>
              <a:t>22</a:t>
            </a:r>
            <a:r>
              <a:rPr lang="en-US" sz="900" dirty="0">
                <a:solidFill>
                  <a:srgbClr val="00B0F0"/>
                </a:solidFill>
                <a:effectLst/>
              </a:rPr>
              <a:t>(11), 1359–1366. </a:t>
            </a:r>
            <a:r>
              <a:rPr lang="en-US" sz="900" dirty="0">
                <a:solidFill>
                  <a:srgbClr val="00B0F0"/>
                </a:solidFill>
                <a:effectLst/>
                <a:hlinkClick r:id="rId3">
                  <a:extLst>
                    <a:ext uri="{A12FA001-AC4F-418D-AE19-62706E023703}">
                      <ahyp:hlinkClr xmlns:ahyp="http://schemas.microsoft.com/office/drawing/2018/hyperlinkcolor" val="tx"/>
                    </a:ext>
                  </a:extLst>
                </a:hlinkClick>
              </a:rPr>
              <a:t>https://doi.org/10.1177/0956797611417632</a:t>
            </a:r>
            <a:endParaRPr lang="en-US" sz="900" dirty="0">
              <a:solidFill>
                <a:srgbClr val="00B0F0"/>
              </a:solidFill>
              <a:effectLst/>
            </a:endParaRPr>
          </a:p>
        </p:txBody>
      </p:sp>
      <p:pic>
        <p:nvPicPr>
          <p:cNvPr id="6" name="Picture 5">
            <a:extLst>
              <a:ext uri="{FF2B5EF4-FFF2-40B4-BE49-F238E27FC236}">
                <a16:creationId xmlns:a16="http://schemas.microsoft.com/office/drawing/2014/main" id="{BD48B89C-1C5D-9459-7928-67BA83212CD9}"/>
              </a:ext>
            </a:extLst>
          </p:cNvPr>
          <p:cNvPicPr>
            <a:picLocks noChangeAspect="1"/>
          </p:cNvPicPr>
          <p:nvPr/>
        </p:nvPicPr>
        <p:blipFill>
          <a:blip r:embed="rId4"/>
          <a:stretch>
            <a:fillRect/>
          </a:stretch>
        </p:blipFill>
        <p:spPr>
          <a:xfrm>
            <a:off x="6252776" y="1626847"/>
            <a:ext cx="4450031" cy="3856694"/>
          </a:xfrm>
          <a:prstGeom prst="rect">
            <a:avLst/>
          </a:prstGeom>
        </p:spPr>
      </p:pic>
      <p:sp>
        <p:nvSpPr>
          <p:cNvPr id="13" name="TextBox 12">
            <a:extLst>
              <a:ext uri="{FF2B5EF4-FFF2-40B4-BE49-F238E27FC236}">
                <a16:creationId xmlns:a16="http://schemas.microsoft.com/office/drawing/2014/main" id="{FAA448B5-7277-F14B-2E65-64DDFC87399C}"/>
              </a:ext>
            </a:extLst>
          </p:cNvPr>
          <p:cNvSpPr txBox="1"/>
          <p:nvPr/>
        </p:nvSpPr>
        <p:spPr>
          <a:xfrm>
            <a:off x="891588" y="2536837"/>
            <a:ext cx="4084272" cy="3231654"/>
          </a:xfrm>
          <a:prstGeom prst="rect">
            <a:avLst/>
          </a:prstGeom>
          <a:noFill/>
        </p:spPr>
        <p:txBody>
          <a:bodyPr wrap="square">
            <a:spAutoFit/>
          </a:bodyPr>
          <a:lstStyle/>
          <a:p>
            <a:pPr marL="171450" indent="-171450">
              <a:buFont typeface="Arial" panose="020B0604020202020204" pitchFamily="34" charset="0"/>
              <a:buChar char="•"/>
            </a:pPr>
            <a:r>
              <a:rPr lang="en-US" sz="1200" b="1" dirty="0">
                <a:highlight>
                  <a:srgbClr val="FFC000"/>
                </a:highlight>
              </a:rPr>
              <a:t>Situation A: </a:t>
            </a:r>
            <a:r>
              <a:rPr lang="en-US" sz="1200" dirty="0"/>
              <a:t>shows the probability of obtaining false positives (for different significance levels) when researchers test the effect of X on both dependent variables, but report the result for only one analysis.</a:t>
            </a:r>
          </a:p>
          <a:p>
            <a:pPr marL="171450" indent="-171450">
              <a:buFont typeface="Arial" panose="020B0604020202020204" pitchFamily="34" charset="0"/>
              <a:buChar char="•"/>
            </a:pPr>
            <a:endParaRPr lang="en-US" sz="1200" dirty="0"/>
          </a:p>
          <a:p>
            <a:pPr marL="171450" indent="-171450">
              <a:buFont typeface="Arial" panose="020B0604020202020204" pitchFamily="34" charset="0"/>
              <a:buChar char="•"/>
            </a:pPr>
            <a:r>
              <a:rPr lang="en-US" sz="1200" b="1" dirty="0">
                <a:highlight>
                  <a:srgbClr val="FFC000"/>
                </a:highlight>
              </a:rPr>
              <a:t>Situation B: </a:t>
            </a:r>
            <a:r>
              <a:rPr lang="en-US" sz="1200" dirty="0"/>
              <a:t>indicates the probability of obtaining false positives if researchers add 10 additional observations per condition after initially non‑significant results.</a:t>
            </a:r>
          </a:p>
          <a:p>
            <a:pPr marL="171450" indent="-171450">
              <a:buFont typeface="Arial" panose="020B0604020202020204" pitchFamily="34" charset="0"/>
              <a:buChar char="•"/>
            </a:pPr>
            <a:endParaRPr lang="en-US" sz="1200" dirty="0"/>
          </a:p>
          <a:p>
            <a:pPr marL="171450" indent="-171450">
              <a:buFont typeface="Arial" panose="020B0604020202020204" pitchFamily="34" charset="0"/>
              <a:buChar char="•"/>
            </a:pPr>
            <a:r>
              <a:rPr lang="en-US" sz="1200" b="1" dirty="0">
                <a:highlight>
                  <a:srgbClr val="FFC000"/>
                </a:highlight>
              </a:rPr>
              <a:t>Situation C: </a:t>
            </a:r>
            <a:r>
              <a:rPr lang="en-US" sz="1200" dirty="0"/>
              <a:t>reflects the probability of obtaining false positives when researchers include a control variable, such as gender, in the analysis.</a:t>
            </a:r>
          </a:p>
          <a:p>
            <a:pPr marL="171450" indent="-171450">
              <a:buFont typeface="Arial" panose="020B0604020202020204" pitchFamily="34" charset="0"/>
              <a:buChar char="•"/>
            </a:pPr>
            <a:endParaRPr lang="en-US" sz="1200" b="1" dirty="0">
              <a:highlight>
                <a:srgbClr val="FFC000"/>
              </a:highlight>
            </a:endParaRPr>
          </a:p>
          <a:p>
            <a:pPr marL="171450" indent="-171450">
              <a:buFont typeface="Arial" panose="020B0604020202020204" pitchFamily="34" charset="0"/>
              <a:buChar char="•"/>
            </a:pPr>
            <a:r>
              <a:rPr lang="en-US" sz="1200" b="1" dirty="0">
                <a:highlight>
                  <a:srgbClr val="FFC000"/>
                </a:highlight>
              </a:rPr>
              <a:t>Situation D: </a:t>
            </a:r>
            <a:r>
              <a:rPr lang="en-US" sz="1200" dirty="0"/>
              <a:t>shows the probability of obtaining false positives if researchers divide the independent variable into three conditions (for example, low, medium, and high) and then report results for only two of them.</a:t>
            </a:r>
          </a:p>
        </p:txBody>
      </p:sp>
    </p:spTree>
    <p:extLst>
      <p:ext uri="{BB962C8B-B14F-4D97-AF65-F5344CB8AC3E}">
        <p14:creationId xmlns:p14="http://schemas.microsoft.com/office/powerpoint/2010/main" val="943512436"/>
      </p:ext>
    </p:extLst>
  </p:cSld>
  <p:clrMapOvr>
    <a:masterClrMapping/>
  </p:clrMapOvr>
  <p:transition spd="slow">
    <p:push dir="u"/>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1C027E-BC7F-D695-8D61-179D2C30CAD5}"/>
            </a:ext>
          </a:extLst>
        </p:cNvPr>
        <p:cNvGrpSpPr/>
        <p:nvPr/>
      </p:nvGrpSpPr>
      <p:grpSpPr>
        <a:xfrm>
          <a:off x="0" y="0"/>
          <a:ext cx="0" cy="0"/>
          <a:chOff x="0" y="0"/>
          <a:chExt cx="0" cy="0"/>
        </a:xfrm>
      </p:grpSpPr>
      <p:sp>
        <p:nvSpPr>
          <p:cNvPr id="5" name="Slide Number Placeholder 2">
            <a:extLst>
              <a:ext uri="{FF2B5EF4-FFF2-40B4-BE49-F238E27FC236}">
                <a16:creationId xmlns:a16="http://schemas.microsoft.com/office/drawing/2014/main" id="{759AB6C0-7052-4B5A-AAD0-64AC3BA368B6}"/>
              </a:ext>
            </a:extLst>
          </p:cNvPr>
          <p:cNvSpPr>
            <a:spLocks noGrp="1"/>
          </p:cNvSpPr>
          <p:nvPr>
            <p:ph type="sldNum" sz="quarter" idx="12"/>
          </p:nvPr>
        </p:nvSpPr>
        <p:spPr>
          <a:xfrm>
            <a:off x="8739389" y="635634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30EA680-D336-4FF7-8B7A-9848BB0A1C32}" type="slidenum">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GB" sz="1200" b="0" i="0" u="none" strike="noStrike" kern="1200" cap="none" spc="0" normalizeH="0" baseline="0" dirty="0">
              <a:ln>
                <a:noFill/>
              </a:ln>
              <a:solidFill>
                <a:prstClr val="black">
                  <a:lumMod val="50000"/>
                  <a:lumOff val="50000"/>
                </a:prstClr>
              </a:solidFill>
              <a:effectLst/>
              <a:uLnTx/>
              <a:uFillTx/>
              <a:latin typeface="Aptos" panose="020B0004020202020204"/>
              <a:ea typeface="+mn-ea"/>
              <a:cs typeface="+mn-cs"/>
            </a:endParaRPr>
          </a:p>
        </p:txBody>
      </p:sp>
      <p:sp>
        <p:nvSpPr>
          <p:cNvPr id="4" name="Date Placeholder 3 1">
            <a:extLst>
              <a:ext uri="{FF2B5EF4-FFF2-40B4-BE49-F238E27FC236}">
                <a16:creationId xmlns:a16="http://schemas.microsoft.com/office/drawing/2014/main" id="{DD0D2B03-9585-5415-61EB-DE0A22896DD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white"/>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a:ln>
                <a:noFill/>
              </a:ln>
              <a:solidFill>
                <a:prstClr val="white"/>
              </a:solidFill>
              <a:effectLst/>
              <a:uLnTx/>
              <a:uFillTx/>
              <a:latin typeface="Aptos" panose="020B0004020202020204"/>
              <a:ea typeface="+mn-ea"/>
              <a:cs typeface="+mn-cs"/>
            </a:endParaRPr>
          </a:p>
        </p:txBody>
      </p:sp>
      <p:sp>
        <p:nvSpPr>
          <p:cNvPr id="10" name="Date Placeholder 3 2">
            <a:extLst>
              <a:ext uri="{FF2B5EF4-FFF2-40B4-BE49-F238E27FC236}">
                <a16:creationId xmlns:a16="http://schemas.microsoft.com/office/drawing/2014/main" id="{4F258684-AD1A-27A2-F388-16D958083598}"/>
              </a:ext>
            </a:extLst>
          </p:cNvPr>
          <p:cNvSpPr txBox="1">
            <a:spLocks/>
          </p:cNvSpPr>
          <p:nvPr/>
        </p:nvSpPr>
        <p:spPr>
          <a:xfrm>
            <a:off x="11003616" y="136525"/>
            <a:ext cx="1117563"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26E845D0-70B0-405D-A6BF-798C9CBE9027}" type="datetime1">
              <a:rPr kumimoji="0" lang="en-GB" sz="1200" b="0" i="0" u="none" strike="noStrike" kern="1200" cap="none" spc="0" normalizeH="0" baseline="0" smtClean="0">
                <a:ln>
                  <a:noFill/>
                </a:ln>
                <a:solidFill>
                  <a:prstClr val="black">
                    <a:lumMod val="50000"/>
                    <a:lumOff val="50000"/>
                  </a:prstClr>
                </a:solidFill>
                <a:effectLst/>
                <a:uLnTx/>
                <a:uFillTx/>
                <a:latin typeface="Aptos" panose="020B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28/05/2026</a:t>
            </a:fld>
            <a:endParaRPr kumimoji="0" lang="en-GB" sz="1200" b="0" i="0" u="none" strike="noStrike" kern="1200" cap="none" spc="0" normalizeH="0" baseline="0">
              <a:ln>
                <a:noFill/>
              </a:ln>
              <a:solidFill>
                <a:prstClr val="black">
                  <a:lumMod val="50000"/>
                  <a:lumOff val="50000"/>
                </a:prstClr>
              </a:solidFill>
              <a:effectLst/>
              <a:uLnTx/>
              <a:uFillTx/>
              <a:latin typeface="Aptos" panose="020B0004020202020204"/>
              <a:ea typeface="+mn-ea"/>
              <a:cs typeface="+mn-cs"/>
            </a:endParaRPr>
          </a:p>
        </p:txBody>
      </p:sp>
      <p:sp>
        <p:nvSpPr>
          <p:cNvPr id="8" name="TextBox 7">
            <a:extLst>
              <a:ext uri="{FF2B5EF4-FFF2-40B4-BE49-F238E27FC236}">
                <a16:creationId xmlns:a16="http://schemas.microsoft.com/office/drawing/2014/main" id="{6A634173-1BF5-D173-ADCE-BD7D98D6E96B}"/>
              </a:ext>
            </a:extLst>
          </p:cNvPr>
          <p:cNvSpPr txBox="1"/>
          <p:nvPr/>
        </p:nvSpPr>
        <p:spPr>
          <a:xfrm>
            <a:off x="891588" y="538215"/>
            <a:ext cx="5027297" cy="937841"/>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dirty="0"/>
              <a:t>P‑hacking</a:t>
            </a:r>
          </a:p>
        </p:txBody>
      </p:sp>
      <p:sp>
        <p:nvSpPr>
          <p:cNvPr id="9" name="TextBox 8">
            <a:extLst>
              <a:ext uri="{FF2B5EF4-FFF2-40B4-BE49-F238E27FC236}">
                <a16:creationId xmlns:a16="http://schemas.microsoft.com/office/drawing/2014/main" id="{FC287C25-63DF-1B2A-A748-9035D802BB09}"/>
              </a:ext>
            </a:extLst>
          </p:cNvPr>
          <p:cNvSpPr txBox="1"/>
          <p:nvPr/>
        </p:nvSpPr>
        <p:spPr>
          <a:xfrm>
            <a:off x="891588" y="1676054"/>
            <a:ext cx="4480512" cy="1384995"/>
          </a:xfrm>
          <a:prstGeom prst="rect">
            <a:avLst/>
          </a:prstGeom>
          <a:noFill/>
        </p:spPr>
        <p:txBody>
          <a:bodyPr wrap="square">
            <a:spAutoFit/>
          </a:bodyPr>
          <a:lstStyle/>
          <a:p>
            <a:r>
              <a:rPr lang="en-US" sz="1200" b="1" dirty="0">
                <a:highlight>
                  <a:srgbClr val="FFC000"/>
                </a:highlight>
              </a:rPr>
              <a:t>P‑hacking is defined as the selection of statistically significant estimates for publication within a study</a:t>
            </a:r>
            <a:r>
              <a:rPr lang="en-US" sz="1200" dirty="0"/>
              <a:t>.</a:t>
            </a:r>
          </a:p>
          <a:p>
            <a:endParaRPr lang="en-US" sz="1200" b="1" dirty="0">
              <a:highlight>
                <a:srgbClr val="FFC000"/>
              </a:highlight>
            </a:endParaRPr>
          </a:p>
          <a:p>
            <a:r>
              <a:rPr lang="en-US" sz="1200" dirty="0">
                <a:highlight>
                  <a:srgbClr val="FFFFFF"/>
                </a:highlight>
              </a:rPr>
              <a:t>P‑hacking occurs when </a:t>
            </a:r>
            <a:r>
              <a:rPr lang="en-US" sz="1200" b="1" dirty="0">
                <a:highlight>
                  <a:srgbClr val="FFFFFF"/>
                </a:highlight>
              </a:rPr>
              <a:t>researchers use flexibility in data collection and analysis to find and report results that meet the conventional threshold for statistical significance (p ≤ 0.05).</a:t>
            </a:r>
            <a:r>
              <a:rPr lang="en-US" sz="1200" dirty="0">
                <a:highlight>
                  <a:srgbClr val="FFFFFF"/>
                </a:highlight>
              </a:rPr>
              <a:t> </a:t>
            </a:r>
          </a:p>
        </p:txBody>
      </p:sp>
      <p:pic>
        <p:nvPicPr>
          <p:cNvPr id="11" name="Picture 10">
            <a:extLst>
              <a:ext uri="{FF2B5EF4-FFF2-40B4-BE49-F238E27FC236}">
                <a16:creationId xmlns:a16="http://schemas.microsoft.com/office/drawing/2014/main" id="{A0C81C6A-B07D-3D64-1119-3D75C78218F3}"/>
              </a:ext>
            </a:extLst>
          </p:cNvPr>
          <p:cNvPicPr>
            <a:picLocks noChangeAspect="1"/>
          </p:cNvPicPr>
          <p:nvPr/>
        </p:nvPicPr>
        <p:blipFill>
          <a:blip r:embed="rId3"/>
          <a:stretch>
            <a:fillRect/>
          </a:stretch>
        </p:blipFill>
        <p:spPr>
          <a:xfrm>
            <a:off x="5743861" y="1847421"/>
            <a:ext cx="5818536" cy="3424903"/>
          </a:xfrm>
          <a:prstGeom prst="rect">
            <a:avLst/>
          </a:prstGeom>
        </p:spPr>
      </p:pic>
      <p:sp>
        <p:nvSpPr>
          <p:cNvPr id="12" name="TextBox 11">
            <a:extLst>
              <a:ext uri="{FF2B5EF4-FFF2-40B4-BE49-F238E27FC236}">
                <a16:creationId xmlns:a16="http://schemas.microsoft.com/office/drawing/2014/main" id="{59F3571D-9E91-5165-FD28-88BAA46FCE31}"/>
              </a:ext>
            </a:extLst>
          </p:cNvPr>
          <p:cNvSpPr txBox="1"/>
          <p:nvPr/>
        </p:nvSpPr>
        <p:spPr>
          <a:xfrm>
            <a:off x="5743861" y="5629670"/>
            <a:ext cx="5738729" cy="369332"/>
          </a:xfrm>
          <a:prstGeom prst="rect">
            <a:avLst/>
          </a:prstGeom>
          <a:noFill/>
        </p:spPr>
        <p:txBody>
          <a:bodyPr wrap="square">
            <a:spAutoFit/>
          </a:bodyPr>
          <a:lstStyle/>
          <a:p>
            <a:r>
              <a:rPr lang="en-US" sz="900" dirty="0">
                <a:solidFill>
                  <a:srgbClr val="00B0F0"/>
                </a:solidFill>
                <a:effectLst/>
              </a:rPr>
              <a:t>Bruns, S. B., &amp; Ioannidis, J. P. A. (2016). P-Curve and p-Hacking in Observational Research. </a:t>
            </a:r>
            <a:r>
              <a:rPr lang="en-US" sz="900" i="1" dirty="0" err="1">
                <a:solidFill>
                  <a:srgbClr val="00B0F0"/>
                </a:solidFill>
                <a:effectLst/>
              </a:rPr>
              <a:t>PLoS</a:t>
            </a:r>
            <a:r>
              <a:rPr lang="en-US" sz="900" i="1" dirty="0">
                <a:solidFill>
                  <a:srgbClr val="00B0F0"/>
                </a:solidFill>
                <a:effectLst/>
              </a:rPr>
              <a:t> ONE</a:t>
            </a:r>
            <a:r>
              <a:rPr lang="en-US" sz="900" dirty="0">
                <a:solidFill>
                  <a:srgbClr val="00B0F0"/>
                </a:solidFill>
                <a:effectLst/>
              </a:rPr>
              <a:t>, </a:t>
            </a:r>
            <a:r>
              <a:rPr lang="en-US" sz="900" i="1" dirty="0">
                <a:solidFill>
                  <a:srgbClr val="00B0F0"/>
                </a:solidFill>
                <a:effectLst/>
              </a:rPr>
              <a:t>11</a:t>
            </a:r>
            <a:r>
              <a:rPr lang="en-US" sz="900" dirty="0">
                <a:solidFill>
                  <a:srgbClr val="00B0F0"/>
                </a:solidFill>
                <a:effectLst/>
              </a:rPr>
              <a:t>(2), e0149144. </a:t>
            </a:r>
            <a:r>
              <a:rPr lang="en-US" sz="900" dirty="0">
                <a:solidFill>
                  <a:srgbClr val="00B0F0"/>
                </a:solidFill>
                <a:effectLst/>
                <a:hlinkClick r:id="rId4">
                  <a:extLst>
                    <a:ext uri="{A12FA001-AC4F-418D-AE19-62706E023703}">
                      <ahyp:hlinkClr xmlns:ahyp="http://schemas.microsoft.com/office/drawing/2018/hyperlinkcolor" val="tx"/>
                    </a:ext>
                  </a:extLst>
                </a:hlinkClick>
              </a:rPr>
              <a:t>https://doi.org/10.1371/journal.pone.0149144</a:t>
            </a:r>
            <a:endParaRPr lang="en-US" sz="900" dirty="0">
              <a:solidFill>
                <a:srgbClr val="00B0F0"/>
              </a:solidFill>
              <a:effectLst/>
            </a:endParaRPr>
          </a:p>
        </p:txBody>
      </p:sp>
      <p:sp>
        <p:nvSpPr>
          <p:cNvPr id="14" name="TextBox 13">
            <a:extLst>
              <a:ext uri="{FF2B5EF4-FFF2-40B4-BE49-F238E27FC236}">
                <a16:creationId xmlns:a16="http://schemas.microsoft.com/office/drawing/2014/main" id="{E8FD5465-CA23-05B8-6588-832637FBAB20}"/>
              </a:ext>
            </a:extLst>
          </p:cNvPr>
          <p:cNvSpPr txBox="1"/>
          <p:nvPr/>
        </p:nvSpPr>
        <p:spPr>
          <a:xfrm>
            <a:off x="891588" y="3186249"/>
            <a:ext cx="4480512" cy="366660"/>
          </a:xfrm>
          <a:prstGeom prst="rect">
            <a:avLst/>
          </a:prstGeom>
          <a:noFill/>
        </p:spPr>
        <p:txBody>
          <a:bodyPr>
            <a:noAutofit/>
          </a:bodyPr>
          <a:lstStyle>
            <a:defPPr>
              <a:defRPr lang="en-US"/>
            </a:defPPr>
            <a:lvl1pPr lvl="0">
              <a:lnSpc>
                <a:spcPct val="80000"/>
              </a:lnSpc>
              <a:spcBef>
                <a:spcPct val="0"/>
              </a:spcBef>
              <a:buNone/>
              <a:defRPr sz="3200" b="1">
                <a:solidFill>
                  <a:srgbClr val="FF0000"/>
                </a:solidFill>
                <a:latin typeface="Aptos SemiBold" panose="020F0502020204030204" pitchFamily="34" charset="0"/>
                <a:ea typeface="+mj-ea"/>
                <a:cs typeface="+mj-cs"/>
              </a:defRPr>
            </a:lvl1pPr>
          </a:lstStyle>
          <a:p>
            <a:r>
              <a:rPr lang="en-US" sz="1600" dirty="0"/>
              <a:t>Common p‑hacking practices</a:t>
            </a:r>
          </a:p>
        </p:txBody>
      </p:sp>
      <p:sp>
        <p:nvSpPr>
          <p:cNvPr id="15" name="Freeform: Shape 14">
            <a:extLst>
              <a:ext uri="{FF2B5EF4-FFF2-40B4-BE49-F238E27FC236}">
                <a16:creationId xmlns:a16="http://schemas.microsoft.com/office/drawing/2014/main" id="{BDC8C2ED-4BCA-D608-6A5E-DA47C2B3C311}"/>
              </a:ext>
            </a:extLst>
          </p:cNvPr>
          <p:cNvSpPr/>
          <p:nvPr/>
        </p:nvSpPr>
        <p:spPr>
          <a:xfrm>
            <a:off x="1024877" y="3678109"/>
            <a:ext cx="182880" cy="182880"/>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sz="1400" dirty="0"/>
          </a:p>
        </p:txBody>
      </p:sp>
      <p:sp>
        <p:nvSpPr>
          <p:cNvPr id="17" name="TextBox 16">
            <a:extLst>
              <a:ext uri="{FF2B5EF4-FFF2-40B4-BE49-F238E27FC236}">
                <a16:creationId xmlns:a16="http://schemas.microsoft.com/office/drawing/2014/main" id="{F98C0AE2-5188-59C4-F432-166C415B199E}"/>
              </a:ext>
            </a:extLst>
          </p:cNvPr>
          <p:cNvSpPr txBox="1"/>
          <p:nvPr/>
        </p:nvSpPr>
        <p:spPr>
          <a:xfrm>
            <a:off x="1207757" y="3623629"/>
            <a:ext cx="3957367" cy="1015663"/>
          </a:xfrm>
          <a:prstGeom prst="rect">
            <a:avLst/>
          </a:prstGeom>
          <a:noFill/>
        </p:spPr>
        <p:txBody>
          <a:bodyPr wrap="square">
            <a:spAutoFit/>
          </a:bodyPr>
          <a:lstStyle/>
          <a:p>
            <a:r>
              <a:rPr lang="en-US" sz="1200" b="1" dirty="0">
                <a:solidFill>
                  <a:schemeClr val="bg1"/>
                </a:solidFill>
                <a:highlight>
                  <a:srgbClr val="FF0000"/>
                </a:highlight>
              </a:rPr>
              <a:t>Modifying the set of control variables </a:t>
            </a:r>
            <a:r>
              <a:rPr lang="en-US" sz="1200" dirty="0"/>
              <a:t>can influence the estimation of the effect of interest, allowing researchers to select specifications that generate statistically significant results. This practice is also known as multiple model specification, data exploration, or data mining.</a:t>
            </a:r>
          </a:p>
        </p:txBody>
      </p:sp>
      <p:sp>
        <p:nvSpPr>
          <p:cNvPr id="18" name="Freeform: Shape 17">
            <a:extLst>
              <a:ext uri="{FF2B5EF4-FFF2-40B4-BE49-F238E27FC236}">
                <a16:creationId xmlns:a16="http://schemas.microsoft.com/office/drawing/2014/main" id="{2D0B7EF5-474F-8D74-DC94-E6BA2FAE29B5}"/>
              </a:ext>
            </a:extLst>
          </p:cNvPr>
          <p:cNvSpPr/>
          <p:nvPr/>
        </p:nvSpPr>
        <p:spPr>
          <a:xfrm>
            <a:off x="1024877" y="4818972"/>
            <a:ext cx="182880" cy="182880"/>
          </a:xfrm>
          <a:custGeom>
            <a:avLst/>
            <a:gdLst>
              <a:gd name="csX0" fmla="*/ 323166 w 646332"/>
              <a:gd name="csY0" fmla="*/ 0 h 646332"/>
              <a:gd name="csX1" fmla="*/ 646332 w 646332"/>
              <a:gd name="csY1" fmla="*/ 323166 h 646332"/>
              <a:gd name="csX2" fmla="*/ 323166 w 646332"/>
              <a:gd name="csY2" fmla="*/ 646332 h 646332"/>
              <a:gd name="csX3" fmla="*/ 0 w 646332"/>
              <a:gd name="csY3" fmla="*/ 323166 h 646332"/>
              <a:gd name="csX4" fmla="*/ 323166 w 646332"/>
              <a:gd name="csY4" fmla="*/ 0 h 646332"/>
              <a:gd name="csX5" fmla="*/ 234447 w 646332"/>
              <a:gd name="csY5" fmla="*/ 150645 h 646332"/>
              <a:gd name="csX6" fmla="*/ 148598 w 646332"/>
              <a:gd name="csY6" fmla="*/ 236494 h 646332"/>
              <a:gd name="csX7" fmla="*/ 239794 w 646332"/>
              <a:gd name="csY7" fmla="*/ 327691 h 646332"/>
              <a:gd name="csX8" fmla="*/ 148598 w 646332"/>
              <a:gd name="csY8" fmla="*/ 418887 h 646332"/>
              <a:gd name="csX9" fmla="*/ 234447 w 646332"/>
              <a:gd name="csY9" fmla="*/ 504736 h 646332"/>
              <a:gd name="csX10" fmla="*/ 325644 w 646332"/>
              <a:gd name="csY10" fmla="*/ 413540 h 646332"/>
              <a:gd name="csX11" fmla="*/ 416840 w 646332"/>
              <a:gd name="csY11" fmla="*/ 504736 h 646332"/>
              <a:gd name="csX12" fmla="*/ 502689 w 646332"/>
              <a:gd name="csY12" fmla="*/ 418887 h 646332"/>
              <a:gd name="csX13" fmla="*/ 411493 w 646332"/>
              <a:gd name="csY13" fmla="*/ 327691 h 646332"/>
              <a:gd name="csX14" fmla="*/ 502689 w 646332"/>
              <a:gd name="csY14" fmla="*/ 236494 h 646332"/>
              <a:gd name="csX15" fmla="*/ 416840 w 646332"/>
              <a:gd name="csY15" fmla="*/ 150645 h 646332"/>
              <a:gd name="csX16" fmla="*/ 325644 w 646332"/>
              <a:gd name="csY16" fmla="*/ 241841 h 646332"/>
              <a:gd name="csX17" fmla="*/ 234447 w 646332"/>
              <a:gd name="csY17" fmla="*/ 150645 h 6463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46332" h="646332">
                <a:moveTo>
                  <a:pt x="323166" y="0"/>
                </a:moveTo>
                <a:cubicBezTo>
                  <a:pt x="501646" y="0"/>
                  <a:pt x="646332" y="144686"/>
                  <a:pt x="646332" y="323166"/>
                </a:cubicBezTo>
                <a:cubicBezTo>
                  <a:pt x="646332" y="501646"/>
                  <a:pt x="501646" y="646332"/>
                  <a:pt x="323166" y="646332"/>
                </a:cubicBezTo>
                <a:cubicBezTo>
                  <a:pt x="144686" y="646332"/>
                  <a:pt x="0" y="501646"/>
                  <a:pt x="0" y="323166"/>
                </a:cubicBezTo>
                <a:cubicBezTo>
                  <a:pt x="0" y="144686"/>
                  <a:pt x="144686" y="0"/>
                  <a:pt x="323166" y="0"/>
                </a:cubicBezTo>
                <a:close/>
                <a:moveTo>
                  <a:pt x="234447" y="150645"/>
                </a:moveTo>
                <a:lnTo>
                  <a:pt x="148598" y="236494"/>
                </a:lnTo>
                <a:lnTo>
                  <a:pt x="239794" y="327691"/>
                </a:lnTo>
                <a:lnTo>
                  <a:pt x="148598" y="418887"/>
                </a:lnTo>
                <a:lnTo>
                  <a:pt x="234447" y="504736"/>
                </a:lnTo>
                <a:lnTo>
                  <a:pt x="325644" y="413540"/>
                </a:lnTo>
                <a:lnTo>
                  <a:pt x="416840" y="504736"/>
                </a:lnTo>
                <a:lnTo>
                  <a:pt x="502689" y="418887"/>
                </a:lnTo>
                <a:lnTo>
                  <a:pt x="411493" y="327691"/>
                </a:lnTo>
                <a:lnTo>
                  <a:pt x="502689" y="236494"/>
                </a:lnTo>
                <a:lnTo>
                  <a:pt x="416840" y="150645"/>
                </a:lnTo>
                <a:lnTo>
                  <a:pt x="325644" y="241841"/>
                </a:lnTo>
                <a:lnTo>
                  <a:pt x="234447" y="150645"/>
                </a:lnTo>
                <a:close/>
              </a:path>
            </a:pathLst>
          </a:cu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sz="1400" dirty="0"/>
          </a:p>
        </p:txBody>
      </p:sp>
      <p:sp>
        <p:nvSpPr>
          <p:cNvPr id="19" name="TextBox 18">
            <a:extLst>
              <a:ext uri="{FF2B5EF4-FFF2-40B4-BE49-F238E27FC236}">
                <a16:creationId xmlns:a16="http://schemas.microsoft.com/office/drawing/2014/main" id="{E0E997FA-E9BC-793F-03B3-A25F04B1005E}"/>
              </a:ext>
            </a:extLst>
          </p:cNvPr>
          <p:cNvSpPr txBox="1"/>
          <p:nvPr/>
        </p:nvSpPr>
        <p:spPr>
          <a:xfrm>
            <a:off x="1207757" y="4764492"/>
            <a:ext cx="3957367" cy="1015663"/>
          </a:xfrm>
          <a:prstGeom prst="rect">
            <a:avLst/>
          </a:prstGeom>
          <a:noFill/>
        </p:spPr>
        <p:txBody>
          <a:bodyPr wrap="square">
            <a:spAutoFit/>
          </a:bodyPr>
          <a:lstStyle/>
          <a:p>
            <a:r>
              <a:rPr lang="en-US" sz="1200" b="1" dirty="0">
                <a:solidFill>
                  <a:schemeClr val="bg1"/>
                </a:solidFill>
                <a:highlight>
                  <a:srgbClr val="FF0000"/>
                </a:highlight>
              </a:rPr>
              <a:t>Omitting relevant variables (omitted‑variable bias) .</a:t>
            </a:r>
          </a:p>
          <a:p>
            <a:r>
              <a:rPr lang="en-US" sz="1200" dirty="0"/>
              <a:t>This type of p‑hacking can generate statistical patterns that resemble real effects, making it difficult to distinguish between a genuine effect and a false positive caused by b</a:t>
            </a:r>
          </a:p>
        </p:txBody>
      </p:sp>
    </p:spTree>
    <p:extLst>
      <p:ext uri="{BB962C8B-B14F-4D97-AF65-F5344CB8AC3E}">
        <p14:creationId xmlns:p14="http://schemas.microsoft.com/office/powerpoint/2010/main" val="35176177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97"/>
  <p:tag name="IGUANATEXSIZE" val="20"/>
  <p:tag name="IGUANATEXVERSION" val="162"/>
  <p:tag name="LATEXADDIN" val="\documentclass{article}&#10;\usepackage{amsmath}&#10;\pagestyle{empty}&#10;\begin{document}&#10;&#10;&#10;\[&#10;\text{Region}(x) =&#10;\begin{cases}&#10;\text{Caribe} &amp; \text{si } x \in \{\text{ATL}, \text{BOL}, \text{COR}, \text{LAG}, \text{MAG}, \text{SUC}, \text{SAP}\} \\&#10;\text{Andina} &amp; \text{si } x \in \{\text{ANT}, \text{BOY}, \text{CUN}, \text{NSA}, \text{SAN}, \text{TOL}, \text{CAL}, \text{RIS}, \text{QUI}, \text{HUI}\} \\&#10;\text{Pacífica} &amp; \text{si } x \in \{\text{CHO}, \text{VAC}, \text{CAU}, \text{NAR}\} \\&#10;\text{Orinoquía} &amp; \text{si } x \in \{\text{ARA}, \text{CAS}, \text{MET}, \text{VIC}\} \\&#10;\text{Amazonía} &amp; \text{si } x \in \{\text{AMA}, \text{CAQ}, \text{GUV}, \text{GUA}, \text{PUT}, \text{VAU}\}&#10;\end{cases}&#10;\]&#10;&#10;&#10;\end{document}"/>
  <p:tag name="LATEXENGINEID" val="0"/>
  <p:tag name="LATEXFORMHEIGHT" val=" 320"/>
  <p:tag name="LATEXFORMWIDTH" val=" 385"/>
  <p:tag name="LATEXFORMWRAP" val="True"/>
  <p:tag name="ORIGINALHEIGHT" val=" 71.73133"/>
  <p:tag name="ORIGINALWIDTH" val=" 399.4109"/>
  <p:tag name="OUTPUTTYPE" val="SVG"/>
  <p:tag name="TEMPFOLDER" val="C:\temp\"/>
  <p:tag name="TRANSPARENCY" val="True"/>
</p:tagLst>
</file>

<file path=ppt/tags/tag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89"/>
  <p:tag name="IGUANATEXSIZE" val="20"/>
  <p:tag name="IGUANATEXVERSION" val="162"/>
  <p:tag name="LATEXADDIN" val="\documentclass{article}&#10;\usepackage{amsmath}&#10;\pagestyle{empty}&#10;\begin{document}&#10;&#10;&#10;\[&#10;\text{Satisfaction}(x) =&#10;\begin{cases}&#10;\text{Low} &amp; \text{si } x = 1 \\&#10;\text{Mid} &amp; \text{si } x = 2 \\&#10;\text{High} &amp; \text{si } x = 3&#10;\end{cases}&#10;\quad \text{where } \text{low} &lt; \text{Mid} &lt; \text{High}&#10;\]&#10;&#10;&#10;&#10;&#10;\end{document}"/>
  <p:tag name="LATEXENGINEID" val="0"/>
  <p:tag name="LATEXFORMHEIGHT" val=" 320"/>
  <p:tag name="LATEXFORMWIDTH" val=" 385"/>
  <p:tag name="LATEXFORMWRAP" val="True"/>
  <p:tag name="ORIGINALHEIGHT" val=" 41.83432"/>
  <p:tag name="ORIGINALWIDTH" val=" 271.4843"/>
  <p:tag name="OUTPUTTYPE" val="SVG"/>
  <p:tag name="TEMPFOLDER" val="C:\temp\"/>
  <p:tag name="TRANSPARENCY" val="True"/>
</p:tagLst>
</file>

<file path=ppt/tags/tag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89"/>
  <p:tag name="IGUANATEXSIZE" val="20"/>
  <p:tag name="LATEXADDIN" val="\documentclass{article}&#10;\usepackage{amsmath}&#10;\pagestyle{empty}&#10;\begin{document}&#10;&#10;&#10;\[&#10;\text{Satisfaction}(x) =&#10;\begin{cases}&#10;\text{Low} &amp; \text{si } x = 1 \\&#10;\text{Mid} &amp; \text{si } x = 2 \\&#10;\text{High} &amp; \text{si } x = 3&#10;\end{cases}&#10;\quad \text{where } \text{low} &lt; \text{Mid} &lt; \text{High}&#10;\]&#10;&#10;&#10;&#10;&#10;\end{document}"/>
  <p:tag name="LATEXENGINEID" val="0"/>
  <p:tag name="LATEXFORMHEIGHT" val=" 320"/>
  <p:tag name="LATEXFORMWIDTH" val=" 385"/>
  <p:tag name="LATEXFORMWRAP" val="True"/>
  <p:tag name="ORIGINALHEIGHT" val=" 9.964127"/>
  <p:tag name="ORIGINALWIDTH" val=" 53.42363"/>
  <p:tag name="TEMPFOLDER" val="C:\temp\"/>
  <p:tag name="TRANSPARENCY" val="True"/>
</p:tagLst>
</file>

<file path=ppt/tags/tag4.xml><?xml version="1.0" encoding="utf-8"?>
<p:tagLst xmlns:a="http://schemas.openxmlformats.org/drawingml/2006/main" xmlns:r="http://schemas.openxmlformats.org/officeDocument/2006/relationships" xmlns:p="http://schemas.openxmlformats.org/presentationml/2006/main">
  <p:tag name="EMFCHILD" val="True"/>
  <p:tag name="ORIGINALHEIGHT" val=" 4.513813"/>
  <p:tag name="ORIGINALWIDTH" val=" 4.965024"/>
</p:tagLst>
</file>

<file path=ppt/tags/tag5.xml><?xml version="1.0" encoding="utf-8"?>
<p:tagLst xmlns:a="http://schemas.openxmlformats.org/drawingml/2006/main" xmlns:r="http://schemas.openxmlformats.org/officeDocument/2006/relationships" xmlns:p="http://schemas.openxmlformats.org/presentationml/2006/main">
  <p:tag name="EMFCHILD" val="True"/>
  <p:tag name="ORIGINALHEIGHT" val=" 9.964127"/>
  <p:tag name="ORIGINALWIDTH" val=" 2.312884"/>
</p:tagLst>
</file>

<file path=ppt/tags/tag6.xml><?xml version="1.0" encoding="utf-8"?>
<p:tagLst xmlns:a="http://schemas.openxmlformats.org/drawingml/2006/main" xmlns:r="http://schemas.openxmlformats.org/officeDocument/2006/relationships" xmlns:p="http://schemas.openxmlformats.org/presentationml/2006/main">
  <p:tag name="EMFCHILD" val="True"/>
  <p:tag name="ORIGINALHEIGHT" val=" 2.331618"/>
  <p:tag name="ORIGINALWIDTH" val=" 6.629904"/>
</p:tagLst>
</file>

<file path=ppt/tags/tag7.xml><?xml version="1.0" encoding="utf-8"?>
<p:tagLst xmlns:a="http://schemas.openxmlformats.org/drawingml/2006/main" xmlns:r="http://schemas.openxmlformats.org/officeDocument/2006/relationships" xmlns:p="http://schemas.openxmlformats.org/presentationml/2006/main">
  <p:tag name="EMFCHILD" val="True"/>
  <p:tag name="ORIGINALHEIGHT" val=" 9.057331"/>
  <p:tag name="ORIGINALWIDTH" val=" 3.329939"/>
</p:tagLst>
</file>

<file path=ppt/tags/tag8.xml><?xml version="1.0" encoding="utf-8"?>
<p:tagLst xmlns:a="http://schemas.openxmlformats.org/drawingml/2006/main" xmlns:r="http://schemas.openxmlformats.org/officeDocument/2006/relationships" xmlns:p="http://schemas.openxmlformats.org/presentationml/2006/main">
  <p:tag name="EMFCHILD" val="True"/>
  <p:tag name="ORIGINALHEIGHT" val=" 3.188724"/>
  <p:tag name="ORIGINALWIDTH" val=" 1.196273"/>
</p:tagLst>
</file>

<file path=ppt/tags/tag9.xml><?xml version="1.0" encoding="utf-8"?>
<p:tagLst xmlns:a="http://schemas.openxmlformats.org/drawingml/2006/main" xmlns:r="http://schemas.openxmlformats.org/officeDocument/2006/relationships" xmlns:p="http://schemas.openxmlformats.org/presentationml/2006/main">
  <p:tag name="EMFCHILD" val="True"/>
  <p:tag name="ORIGINALHEIGHT" val=" 18.13464"/>
  <p:tag name="ORIGINALWIDTH" val=" 3.329582"/>
</p:tagLst>
</file>

<file path=ppt/tags/tag10.xml><?xml version="1.0" encoding="utf-8"?>
<p:tagLst xmlns:a="http://schemas.openxmlformats.org/drawingml/2006/main" xmlns:r="http://schemas.openxmlformats.org/officeDocument/2006/relationships" xmlns:p="http://schemas.openxmlformats.org/presentationml/2006/main">
  <p:tag name="EMFCHILD" val="True"/>
  <p:tag name="ORIGINALHEIGHT" val=" 3.188724"/>
  <p:tag name="ORIGINALWIDTH" val=" 1.196273"/>
</p:tagLst>
</file>

<file path=ppt/tags/tag11.xml><?xml version="1.0" encoding="utf-8"?>
<p:tagLst xmlns:a="http://schemas.openxmlformats.org/drawingml/2006/main" xmlns:r="http://schemas.openxmlformats.org/officeDocument/2006/relationships" xmlns:p="http://schemas.openxmlformats.org/presentationml/2006/main">
  <p:tag name="EMFCHILD" val="True"/>
  <p:tag name="ORIGINALHEIGHT" val=" 9.057331"/>
  <p:tag name="ORIGINALWIDTH" val=" 3.329939"/>
</p:tagLst>
</file>

<file path=ppt/tags/tag12.xml><?xml version="1.0" encoding="utf-8"?>
<p:tagLst xmlns:a="http://schemas.openxmlformats.org/drawingml/2006/main" xmlns:r="http://schemas.openxmlformats.org/officeDocument/2006/relationships" xmlns:p="http://schemas.openxmlformats.org/presentationml/2006/main">
  <p:tag name="EMFCHILD" val="True"/>
  <p:tag name="ORIGINALHEIGHT" val=" 6.91519"/>
  <p:tag name="ORIGINALWIDTH" val=" 10.59848"/>
</p:tagLst>
</file>

<file path=ppt/tags/tag13.xml><?xml version="1.0" encoding="utf-8"?>
<p:tagLst xmlns:a="http://schemas.openxmlformats.org/drawingml/2006/main" xmlns:r="http://schemas.openxmlformats.org/officeDocument/2006/relationships" xmlns:p="http://schemas.openxmlformats.org/presentationml/2006/main">
  <p:tag name="EMFCHILD" val="True"/>
  <p:tag name="ORIGINALHEIGHT" val=" 4.404444"/>
  <p:tag name="ORIGINALWIDTH" val=" 6.829194"/>
</p:tagLst>
</file>

<file path=ppt/tags/tag14.xml><?xml version="1.0" encoding="utf-8"?>
<p:tagLst xmlns:a="http://schemas.openxmlformats.org/drawingml/2006/main" xmlns:r="http://schemas.openxmlformats.org/officeDocument/2006/relationships" xmlns:p="http://schemas.openxmlformats.org/presentationml/2006/main">
  <p:tag name="EMFCHILD" val="True"/>
  <p:tag name="ORIGINALHEIGHT" val=" 6.77567"/>
  <p:tag name="ORIGINALWIDTH" val=" 6.061831"/>
</p:tagLst>
</file>

<file path=ppt/tags/tag15.xml><?xml version="1.0" encoding="utf-8"?>
<p:tagLst xmlns:a="http://schemas.openxmlformats.org/drawingml/2006/main" xmlns:r="http://schemas.openxmlformats.org/officeDocument/2006/relationships" xmlns:p="http://schemas.openxmlformats.org/presentationml/2006/main">
  <p:tag name="EMFCHILD" val="True"/>
  <p:tag name="ORIGINALHEIGHT" val=" 4.513813"/>
  <p:tag name="ORIGINALWIDTH" val=" 4.965024"/>
</p:tagLst>
</file>

<file path=ppt/tags/tag16.xml><?xml version="1.0" encoding="utf-8"?>
<p:tagLst xmlns:a="http://schemas.openxmlformats.org/drawingml/2006/main" xmlns:r="http://schemas.openxmlformats.org/officeDocument/2006/relationships" xmlns:p="http://schemas.openxmlformats.org/presentationml/2006/main">
  <p:tag name="EMFCHILD" val="True"/>
  <p:tag name="ORIGINALHEIGHT" val=" 2.331618"/>
  <p:tag name="ORIGINALWIDTH" val=" 6.629904"/>
</p:tagLst>
</file>

<file path=ppt/tags/tag17.xml><?xml version="1.0" encoding="utf-8"?>
<p:tagLst xmlns:a="http://schemas.openxmlformats.org/drawingml/2006/main" xmlns:r="http://schemas.openxmlformats.org/officeDocument/2006/relationships" xmlns:p="http://schemas.openxmlformats.org/presentationml/2006/main">
  <p:tag name="EMFCHILD" val="True"/>
  <p:tag name="ORIGINALHEIGHT" val=" 6.63606"/>
  <p:tag name="ORIGINALWIDTH" val=" 3.289885"/>
</p:tagLst>
</file>

<file path=ppt/tags/tag18.xml><?xml version="1.0" encoding="utf-8"?>
<p:tagLst xmlns:a="http://schemas.openxmlformats.org/drawingml/2006/main" xmlns:r="http://schemas.openxmlformats.org/officeDocument/2006/relationships" xmlns:p="http://schemas.openxmlformats.org/presentationml/2006/main">
  <p:tag name="EMFCHILD" val="True"/>
  <p:tag name="ORIGINALHEIGHT" val=" 7.024827"/>
  <p:tag name="ORIGINALWIDTH" val=" 16.78065"/>
</p:tagLst>
</file>

<file path=ppt/tags/tag19.xml><?xml version="1.0" encoding="utf-8"?>
<p:tagLst xmlns:a="http://schemas.openxmlformats.org/drawingml/2006/main" xmlns:r="http://schemas.openxmlformats.org/officeDocument/2006/relationships" xmlns:p="http://schemas.openxmlformats.org/presentationml/2006/main">
  <p:tag name="EMFCHILD" val="True"/>
  <p:tag name="ORIGINALHEIGHT" val=" 6.77567"/>
  <p:tag name="ORIGINALWIDTH" val=" 6.061831"/>
</p:tagLst>
</file>

<file path=ppt/tags/tag20.xml><?xml version="1.0" encoding="utf-8"?>
<p:tagLst xmlns:a="http://schemas.openxmlformats.org/drawingml/2006/main" xmlns:r="http://schemas.openxmlformats.org/officeDocument/2006/relationships" xmlns:p="http://schemas.openxmlformats.org/presentationml/2006/main">
  <p:tag name="EMFCHILD" val="True"/>
  <p:tag name="ORIGINALHEIGHT" val=" 4.513813"/>
  <p:tag name="ORIGINALWIDTH" val=" 4.965024"/>
</p:tagLst>
</file>

<file path=ppt/tags/tag21.xml><?xml version="1.0" encoding="utf-8"?>
<p:tagLst xmlns:a="http://schemas.openxmlformats.org/drawingml/2006/main" xmlns:r="http://schemas.openxmlformats.org/officeDocument/2006/relationships" xmlns:p="http://schemas.openxmlformats.org/presentationml/2006/main">
  <p:tag name="EMFCHILD" val="True"/>
  <p:tag name="ORIGINALHEIGHT" val=" 2.331618"/>
  <p:tag name="ORIGINALWIDTH" val=" 6.629904"/>
</p:tagLst>
</file>

<file path=ppt/tags/tag22.xml><?xml version="1.0" encoding="utf-8"?>
<p:tagLst xmlns:a="http://schemas.openxmlformats.org/drawingml/2006/main" xmlns:r="http://schemas.openxmlformats.org/officeDocument/2006/relationships" xmlns:p="http://schemas.openxmlformats.org/presentationml/2006/main">
  <p:tag name="EMFCHILD" val="True"/>
  <p:tag name="ORIGINALHEIGHT" val=" 6.635971"/>
  <p:tag name="ORIGINALWIDTH" val=" 3.977675"/>
</p:tagLst>
</file>

<file path=ppt/tags/tag23.xml><?xml version="1.0" encoding="utf-8"?>
<p:tagLst xmlns:a="http://schemas.openxmlformats.org/drawingml/2006/main" xmlns:r="http://schemas.openxmlformats.org/officeDocument/2006/relationships" xmlns:p="http://schemas.openxmlformats.org/presentationml/2006/main">
  <p:tag name="EMFCHILD" val="True"/>
  <p:tag name="ORIGINALHEIGHT" val=" 8.967588"/>
  <p:tag name="ORIGINALWIDTH" val=" 20.23031"/>
</p:tagLst>
</file>

<file path=ppt/tags/tag24.xml><?xml version="1.0" encoding="utf-8"?>
<p:tagLst xmlns:a="http://schemas.openxmlformats.org/drawingml/2006/main" xmlns:r="http://schemas.openxmlformats.org/officeDocument/2006/relationships" xmlns:p="http://schemas.openxmlformats.org/presentationml/2006/main">
  <p:tag name="EMFCHILD" val="True"/>
  <p:tag name="ORIGINALHEIGHT" val=" 6.77567"/>
  <p:tag name="ORIGINALWIDTH" val=" 6.061831"/>
</p:tagLst>
</file>

<file path=ppt/tags/tag25.xml><?xml version="1.0" encoding="utf-8"?>
<p:tagLst xmlns:a="http://schemas.openxmlformats.org/drawingml/2006/main" xmlns:r="http://schemas.openxmlformats.org/officeDocument/2006/relationships" xmlns:p="http://schemas.openxmlformats.org/presentationml/2006/main">
  <p:tag name="EMFCHILD" val="True"/>
  <p:tag name="ORIGINALHEIGHT" val=" 4.513813"/>
  <p:tag name="ORIGINALWIDTH" val=" 4.965024"/>
</p:tagLst>
</file>

<file path=ppt/tags/tag26.xml><?xml version="1.0" encoding="utf-8"?>
<p:tagLst xmlns:a="http://schemas.openxmlformats.org/drawingml/2006/main" xmlns:r="http://schemas.openxmlformats.org/officeDocument/2006/relationships" xmlns:p="http://schemas.openxmlformats.org/presentationml/2006/main">
  <p:tag name="EMFCHILD" val="True"/>
  <p:tag name="ORIGINALHEIGHT" val=" 2.331618"/>
  <p:tag name="ORIGINALWIDTH" val=" 6.629904"/>
</p:tagLst>
</file>

<file path=ppt/tags/tag27.xml><?xml version="1.0" encoding="utf-8"?>
<p:tagLst xmlns:a="http://schemas.openxmlformats.org/drawingml/2006/main" xmlns:r="http://schemas.openxmlformats.org/officeDocument/2006/relationships" xmlns:p="http://schemas.openxmlformats.org/presentationml/2006/main">
  <p:tag name="EMFCHILD" val="True"/>
  <p:tag name="ORIGINALHEIGHT" val=" 6.855154"/>
  <p:tag name="ORIGINALWIDTH" val=" 4.137178"/>
</p:tagLst>
</file>

<file path=ppt/tags/tag28.xml><?xml version="1.0" encoding="utf-8"?>
<p:tagLst xmlns:a="http://schemas.openxmlformats.org/drawingml/2006/main" xmlns:r="http://schemas.openxmlformats.org/officeDocument/2006/relationships" xmlns:p="http://schemas.openxmlformats.org/presentationml/2006/main">
  <p:tag name="EMFCHILD" val="True"/>
  <p:tag name="ORIGINALHEIGHT" val=" 7.024827"/>
  <p:tag name="ORIGINALWIDTH" val=" 25.01611"/>
</p:tagLst>
</file>

<file path=ppt/tags/tag29.xml><?xml version="1.0" encoding="utf-8"?>
<p:tagLst xmlns:a="http://schemas.openxmlformats.org/drawingml/2006/main" xmlns:r="http://schemas.openxmlformats.org/officeDocument/2006/relationships" xmlns:p="http://schemas.openxmlformats.org/presentationml/2006/main">
  <p:tag name="EMFCHILD" val="True"/>
  <p:tag name="ORIGINALHEIGHT" val=" 7.024827"/>
  <p:tag name="ORIGINALWIDTH" val=" 7.128664"/>
</p:tagLst>
</file>

<file path=ppt/tags/tag30.xml><?xml version="1.0" encoding="utf-8"?>
<p:tagLst xmlns:a="http://schemas.openxmlformats.org/drawingml/2006/main" xmlns:r="http://schemas.openxmlformats.org/officeDocument/2006/relationships" xmlns:p="http://schemas.openxmlformats.org/presentationml/2006/main">
  <p:tag name="EMFCHILD" val="True"/>
  <p:tag name="ORIGINALHEIGHT" val=" 4.404444"/>
  <p:tag name="ORIGINALWIDTH" val=" 6.829194"/>
</p:tagLst>
</file>

<file path=ppt/tags/tag31.xml><?xml version="1.0" encoding="utf-8"?>
<p:tagLst xmlns:a="http://schemas.openxmlformats.org/drawingml/2006/main" xmlns:r="http://schemas.openxmlformats.org/officeDocument/2006/relationships" xmlns:p="http://schemas.openxmlformats.org/presentationml/2006/main">
  <p:tag name="EMFCHILD" val="True"/>
  <p:tag name="ORIGINALHEIGHT" val=" 5.779222"/>
  <p:tag name="ORIGINALWIDTH" val=" 6.091269"/>
</p:tagLst>
</file>

<file path=ppt/tags/tag32.xml><?xml version="1.0" encoding="utf-8"?>
<p:tagLst xmlns:a="http://schemas.openxmlformats.org/drawingml/2006/main" xmlns:r="http://schemas.openxmlformats.org/officeDocument/2006/relationships" xmlns:p="http://schemas.openxmlformats.org/presentationml/2006/main">
  <p:tag name="EMFCHILD" val="True"/>
  <p:tag name="ORIGINALHEIGHT" val=" 7.024827"/>
  <p:tag name="ORIGINALWIDTH" val=" 16.78065"/>
</p:tagLst>
</file>

<file path=ppt/tags/tag33.xml><?xml version="1.0" encoding="utf-8"?>
<p:tagLst xmlns:a="http://schemas.openxmlformats.org/drawingml/2006/main" xmlns:r="http://schemas.openxmlformats.org/officeDocument/2006/relationships" xmlns:p="http://schemas.openxmlformats.org/presentationml/2006/main">
  <p:tag name="EMFCHILD" val="True"/>
  <p:tag name="ORIGINALHEIGHT" val=" 5.779222"/>
  <p:tag name="ORIGINALWIDTH" val=" 6.091269"/>
</p:tagLst>
</file>

<file path=ppt/tags/tag34.xml><?xml version="1.0" encoding="utf-8"?>
<p:tagLst xmlns:a="http://schemas.openxmlformats.org/drawingml/2006/main" xmlns:r="http://schemas.openxmlformats.org/officeDocument/2006/relationships" xmlns:p="http://schemas.openxmlformats.org/presentationml/2006/main">
  <p:tag name="EMFCHILD" val="True"/>
  <p:tag name="ORIGINALHEIGHT" val=" 8.967677"/>
  <p:tag name="ORIGINALWIDTH" val=" 20.23031"/>
</p:tagLst>
</file>

<file path=ppt/tags/tag3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97"/>
  <p:tag name="IGUANATEXSIZE" val="20"/>
  <p:tag name="LATEXADDIN" val="\documentclass{article}&#10;\usepackage{amsmath}&#10;\pagestyle{empty}&#10;\begin{document}&#10;&#10;&#10;\[&#10;\text{Region}(x) =&#10;\begin{cases}&#10;\text{Caribe} &amp; \text{si } x \in \{\text{ATL}, \text{BOL}, \text{COR}, \text{LAG}, \text{MAG}, \text{SUC}, \text{SAP}\} \\&#10;\text{Andina} &amp; \text{si } x \in \{\text{ANT}, \text{BOY}, \text{CUN}, \text{NSA}, \text{SAN}, \text{TOL}, \text{CAL}, \text{RIS}, \text{QUI}, \text{HUI}\} \\&#10;\text{Pacífica} &amp; \text{si } x \in \{\text{CHO}, \text{VAC}, \text{CAU}, \text{NAR}\} \\&#10;\text{Orinoquía} &amp; \text{si } x \in \{\text{ARA}, \text{CAS}, \text{MET}, \text{VIC}\} \\&#10;\text{Amazonía} &amp; \text{si } x \in \{\text{AMA}, \text{CAQ}, \text{GUV}, \text{GUA}, \text{PUT}, \text{VAU}\}&#10;\end{cases}&#10;\]&#10;&#10;&#10;\end{document}"/>
  <p:tag name="LATEXENGINEID" val="0"/>
  <p:tag name="LATEXFORMHEIGHT" val=" 320"/>
  <p:tag name="LATEXFORMWIDTH" val=" 385"/>
  <p:tag name="LATEXFORMWRAP" val="True"/>
  <p:tag name="ORIGINALHEIGHT" val=" 9.964125"/>
  <p:tag name="ORIGINALWIDTH" val=" 32.98315"/>
  <p:tag name="TEMPFOLDER" val="C:\temp\"/>
  <p:tag name="TRANSPARENCY" val="True"/>
</p:tagLst>
</file>

<file path=ppt/tags/tag36.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37.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2.312884"/>
</p:tagLst>
</file>

<file path=ppt/tags/tag38.xml><?xml version="1.0" encoding="utf-8"?>
<p:tagLst xmlns:a="http://schemas.openxmlformats.org/drawingml/2006/main" xmlns:r="http://schemas.openxmlformats.org/officeDocument/2006/relationships" xmlns:p="http://schemas.openxmlformats.org/presentationml/2006/main">
  <p:tag name="EMFCHILD" val="True"/>
  <p:tag name="ORIGINALHEIGHT" val=" 2.331617"/>
  <p:tag name="ORIGINALWIDTH" val=" 6.629904"/>
</p:tagLst>
</file>

<file path=ppt/tags/tag39.xml><?xml version="1.0" encoding="utf-8"?>
<p:tagLst xmlns:a="http://schemas.openxmlformats.org/drawingml/2006/main" xmlns:r="http://schemas.openxmlformats.org/officeDocument/2006/relationships" xmlns:p="http://schemas.openxmlformats.org/presentationml/2006/main">
  <p:tag name="EMFCHILD" val="True"/>
  <p:tag name="ORIGINALHEIGHT" val=" 9.05733"/>
  <p:tag name="ORIGINALWIDTH" val=" 3.329939"/>
</p:tagLst>
</file>

<file path=ppt/tags/tag40.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1.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2.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3.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4.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5.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6.xml><?xml version="1.0" encoding="utf-8"?>
<p:tagLst xmlns:a="http://schemas.openxmlformats.org/drawingml/2006/main" xmlns:r="http://schemas.openxmlformats.org/officeDocument/2006/relationships" xmlns:p="http://schemas.openxmlformats.org/presentationml/2006/main">
  <p:tag name="EMFCHILD" val="True"/>
  <p:tag name="ORIGINALHEIGHT" val=" 18.13464"/>
  <p:tag name="ORIGINALWIDTH" val=" 3.329582"/>
</p:tagLst>
</file>

<file path=ppt/tags/tag47.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8.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49.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50.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51.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52.xml><?xml version="1.0" encoding="utf-8"?>
<p:tagLst xmlns:a="http://schemas.openxmlformats.org/drawingml/2006/main" xmlns:r="http://schemas.openxmlformats.org/officeDocument/2006/relationships" xmlns:p="http://schemas.openxmlformats.org/presentationml/2006/main">
  <p:tag name="EMFCHILD" val="True"/>
  <p:tag name="ORIGINALHEIGHT" val=" 3.188723"/>
  <p:tag name="ORIGINALWIDTH" val=" 1.196273"/>
</p:tagLst>
</file>

<file path=ppt/tags/tag53.xml><?xml version="1.0" encoding="utf-8"?>
<p:tagLst xmlns:a="http://schemas.openxmlformats.org/drawingml/2006/main" xmlns:r="http://schemas.openxmlformats.org/officeDocument/2006/relationships" xmlns:p="http://schemas.openxmlformats.org/presentationml/2006/main">
  <p:tag name="EMFCHILD" val="True"/>
  <p:tag name="ORIGINALHEIGHT" val=" 9.05733"/>
  <p:tag name="ORIGINALWIDTH" val=" 3.329939"/>
</p:tagLst>
</file>

<file path=ppt/tags/tag54.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3.48076"/>
</p:tagLst>
</file>

<file path=ppt/tags/tag55.xml><?xml version="1.0" encoding="utf-8"?>
<p:tagLst xmlns:a="http://schemas.openxmlformats.org/drawingml/2006/main" xmlns:r="http://schemas.openxmlformats.org/officeDocument/2006/relationships" xmlns:p="http://schemas.openxmlformats.org/presentationml/2006/main">
  <p:tag name="EMFCHILD" val="True"/>
  <p:tag name="ORIGINALHEIGHT" val=" 4.573492"/>
  <p:tag name="ORIGINALWIDTH" val=" 3.857869"/>
</p:tagLst>
</file>

<file path=ppt/tags/tag56.xml><?xml version="1.0" encoding="utf-8"?>
<p:tagLst xmlns:a="http://schemas.openxmlformats.org/drawingml/2006/main" xmlns:r="http://schemas.openxmlformats.org/officeDocument/2006/relationships" xmlns:p="http://schemas.openxmlformats.org/presentationml/2006/main">
  <p:tag name="EMFCHILD" val="True"/>
  <p:tag name="ORIGINALHEIGHT" val=" 6.775669"/>
  <p:tag name="ORIGINALWIDTH" val=" 6.06183"/>
</p:tagLst>
</file>

<file path=ppt/tags/tag57.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58.xml><?xml version="1.0" encoding="utf-8"?>
<p:tagLst xmlns:a="http://schemas.openxmlformats.org/drawingml/2006/main" xmlns:r="http://schemas.openxmlformats.org/officeDocument/2006/relationships" xmlns:p="http://schemas.openxmlformats.org/presentationml/2006/main">
  <p:tag name="EMFCHILD" val="True"/>
  <p:tag name="ORIGINALHEIGHT" val=" 5.779131"/>
  <p:tag name="ORIGINALWIDTH" val=" 4.984739"/>
</p:tagLst>
</file>

<file path=ppt/tags/tag59.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60.xml><?xml version="1.0" encoding="utf-8"?>
<p:tagLst xmlns:a="http://schemas.openxmlformats.org/drawingml/2006/main" xmlns:r="http://schemas.openxmlformats.org/officeDocument/2006/relationships" xmlns:p="http://schemas.openxmlformats.org/presentationml/2006/main">
  <p:tag name="EMFCHILD" val="True"/>
  <p:tag name="ORIGINALHEIGHT" val=" 7.134283"/>
  <p:tag name="ORIGINALWIDTH" val=" 6.829104"/>
</p:tagLst>
</file>

<file path=ppt/tags/tag61.xml><?xml version="1.0" encoding="utf-8"?>
<p:tagLst xmlns:a="http://schemas.openxmlformats.org/drawingml/2006/main" xmlns:r="http://schemas.openxmlformats.org/officeDocument/2006/relationships" xmlns:p="http://schemas.openxmlformats.org/presentationml/2006/main">
  <p:tag name="EMFCHILD" val="True"/>
  <p:tag name="ORIGINALHEIGHT" val=" 6.805464"/>
  <p:tag name="ORIGINALWIDTH" val=" 12.64231"/>
</p:tagLst>
</file>

<file path=ppt/tags/tag62.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63.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0.2502"/>
</p:tagLst>
</file>

<file path=ppt/tags/tag64.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65.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1.68582"/>
</p:tagLst>
</file>

<file path=ppt/tags/tag66.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67.xml><?xml version="1.0" encoding="utf-8"?>
<p:tagLst xmlns:a="http://schemas.openxmlformats.org/drawingml/2006/main" xmlns:r="http://schemas.openxmlformats.org/officeDocument/2006/relationships" xmlns:p="http://schemas.openxmlformats.org/presentationml/2006/main">
  <p:tag name="EMFCHILD" val="True"/>
  <p:tag name="ORIGINALHEIGHT" val=" 7.134283"/>
  <p:tag name="ORIGINALWIDTH" val=" 13.05088"/>
</p:tagLst>
</file>

<file path=ppt/tags/tag68.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6.769424"/>
</p:tagLst>
</file>

<file path=ppt/tags/tag69.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70.xml><?xml version="1.0" encoding="utf-8"?>
<p:tagLst xmlns:a="http://schemas.openxmlformats.org/drawingml/2006/main" xmlns:r="http://schemas.openxmlformats.org/officeDocument/2006/relationships" xmlns:p="http://schemas.openxmlformats.org/presentationml/2006/main">
  <p:tag name="EMFCHILD" val="True"/>
  <p:tag name="ORIGINALHEIGHT" val=" 7.134283"/>
  <p:tag name="ORIGINALWIDTH" val=" 15.91275"/>
</p:tagLst>
</file>

<file path=ppt/tags/tag71.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6.769335"/>
</p:tagLst>
</file>

<file path=ppt/tags/tag72.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73.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19.08328"/>
</p:tagLst>
</file>

<file path=ppt/tags/tag74.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75.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8.67488"/>
</p:tagLst>
</file>

<file path=ppt/tags/tag76.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77.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31.43763"/>
</p:tagLst>
</file>

<file path=ppt/tags/tag78.xml><?xml version="1.0" encoding="utf-8"?>
<p:tagLst xmlns:a="http://schemas.openxmlformats.org/drawingml/2006/main" xmlns:r="http://schemas.openxmlformats.org/officeDocument/2006/relationships" xmlns:p="http://schemas.openxmlformats.org/presentationml/2006/main">
  <p:tag name="EMFCHILD" val="True"/>
  <p:tag name="ORIGINALHEIGHT" val=" 6.775758"/>
  <p:tag name="ORIGINALWIDTH" val=" 6.06183"/>
</p:tagLst>
</file>

<file path=ppt/tags/tag79.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80.xml><?xml version="1.0" encoding="utf-8"?>
<p:tagLst xmlns:a="http://schemas.openxmlformats.org/drawingml/2006/main" xmlns:r="http://schemas.openxmlformats.org/officeDocument/2006/relationships" xmlns:p="http://schemas.openxmlformats.org/presentationml/2006/main">
  <p:tag name="EMFCHILD" val="True"/>
  <p:tag name="ORIGINALHEIGHT" val=" 5.779131"/>
  <p:tag name="ORIGINALWIDTH" val=" 4.984739"/>
</p:tagLst>
</file>

<file path=ppt/tags/tag81.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82.xml><?xml version="1.0" encoding="utf-8"?>
<p:tagLst xmlns:a="http://schemas.openxmlformats.org/drawingml/2006/main" xmlns:r="http://schemas.openxmlformats.org/officeDocument/2006/relationships" xmlns:p="http://schemas.openxmlformats.org/presentationml/2006/main">
  <p:tag name="EMFCHILD" val="True"/>
  <p:tag name="ORIGINALHEIGHT" val=" 7.134194"/>
  <p:tag name="ORIGINALWIDTH" val=" 21.46645"/>
</p:tagLst>
</file>

<file path=ppt/tags/tag83.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84.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13.88863"/>
</p:tagLst>
</file>

<file path=ppt/tags/tag85.xml><?xml version="1.0" encoding="utf-8"?>
<p:tagLst xmlns:a="http://schemas.openxmlformats.org/drawingml/2006/main" xmlns:r="http://schemas.openxmlformats.org/officeDocument/2006/relationships" xmlns:p="http://schemas.openxmlformats.org/presentationml/2006/main">
  <p:tag name="EMFCHILD" val="True"/>
  <p:tag name="ORIGINALHEIGHT" val=" 6.805375"/>
  <p:tag name="ORIGINALWIDTH" val=" 7.247666"/>
</p:tagLst>
</file>

<file path=ppt/tags/tag86.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87.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1.257"/>
</p:tagLst>
</file>

<file path=ppt/tags/tag88.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89.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9.83119"/>
</p:tagLst>
</file>

<file path=ppt/tags/tag90.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91.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9.59194"/>
</p:tagLst>
</file>

<file path=ppt/tags/tag92.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93.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0.38972"/>
</p:tagLst>
</file>

<file path=ppt/tags/tag94.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95.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9.92129"/>
</p:tagLst>
</file>

<file path=ppt/tags/tag96.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97.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15.56377"/>
</p:tagLst>
</file>

<file path=ppt/tags/tag98.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99.xml><?xml version="1.0" encoding="utf-8"?>
<p:tagLst xmlns:a="http://schemas.openxmlformats.org/drawingml/2006/main" xmlns:r="http://schemas.openxmlformats.org/officeDocument/2006/relationships" xmlns:p="http://schemas.openxmlformats.org/presentationml/2006/main">
  <p:tag name="EMFCHILD" val="True"/>
  <p:tag name="ORIGINALHEIGHT" val=" 8.957864"/>
  <p:tag name="ORIGINALWIDTH" val=" 17.98727"/>
</p:tagLst>
</file>

<file path=ppt/tags/tag100.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01.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17.94713"/>
</p:tagLst>
</file>

<file path=ppt/tags/tag102.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22"/>
</p:tagLst>
</file>

<file path=ppt/tags/tag103.xml><?xml version="1.0" encoding="utf-8"?>
<p:tagLst xmlns:a="http://schemas.openxmlformats.org/drawingml/2006/main" xmlns:r="http://schemas.openxmlformats.org/officeDocument/2006/relationships" xmlns:p="http://schemas.openxmlformats.org/presentationml/2006/main">
  <p:tag name="EMFCHILD" val="True"/>
  <p:tag name="ORIGINALHEIGHT" val=" 6.805464"/>
  <p:tag name="ORIGINALWIDTH" val=" 5.872086"/>
</p:tagLst>
</file>

<file path=ppt/tags/tag104.xml><?xml version="1.0" encoding="utf-8"?>
<p:tagLst xmlns:a="http://schemas.openxmlformats.org/drawingml/2006/main" xmlns:r="http://schemas.openxmlformats.org/officeDocument/2006/relationships" xmlns:p="http://schemas.openxmlformats.org/presentationml/2006/main">
  <p:tag name="EMFCHILD" val="True"/>
  <p:tag name="ORIGINALHEIGHT" val=" 4.573492"/>
  <p:tag name="ORIGINALWIDTH" val=" 8.703801"/>
</p:tagLst>
</file>

<file path=ppt/tags/tag105.xml><?xml version="1.0" encoding="utf-8"?>
<p:tagLst xmlns:a="http://schemas.openxmlformats.org/drawingml/2006/main" xmlns:r="http://schemas.openxmlformats.org/officeDocument/2006/relationships" xmlns:p="http://schemas.openxmlformats.org/presentationml/2006/main">
  <p:tag name="EMFCHILD" val="True"/>
  <p:tag name="ORIGINALHEIGHT" val=" 1.873001"/>
  <p:tag name="ORIGINALWIDTH" val=" 1.854268"/>
</p:tagLst>
</file>

<file path=ppt/tags/tag106.xml><?xml version="1.0" encoding="utf-8"?>
<p:tagLst xmlns:a="http://schemas.openxmlformats.org/drawingml/2006/main" xmlns:r="http://schemas.openxmlformats.org/officeDocument/2006/relationships" xmlns:p="http://schemas.openxmlformats.org/presentationml/2006/main">
  <p:tag name="EMFCHILD" val="True"/>
  <p:tag name="ORIGINALHEIGHT" val=" 7.134551"/>
  <p:tag name="ORIGINALWIDTH" val=" 17.30885"/>
</p:tagLst>
</file>

<file path=ppt/tags/tag107.xml><?xml version="1.0" encoding="utf-8"?>
<p:tagLst xmlns:a="http://schemas.openxmlformats.org/drawingml/2006/main" xmlns:r="http://schemas.openxmlformats.org/officeDocument/2006/relationships" xmlns:p="http://schemas.openxmlformats.org/presentationml/2006/main">
  <p:tag name="EMFCHILD" val="True"/>
  <p:tag name="ORIGINALHEIGHT" val=" 6.775669"/>
  <p:tag name="ORIGINALWIDTH" val=" 6.06183"/>
</p:tagLst>
</file>

<file path=ppt/tags/tag108.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109.xml><?xml version="1.0" encoding="utf-8"?>
<p:tagLst xmlns:a="http://schemas.openxmlformats.org/drawingml/2006/main" xmlns:r="http://schemas.openxmlformats.org/officeDocument/2006/relationships" xmlns:p="http://schemas.openxmlformats.org/presentationml/2006/main">
  <p:tag name="EMFCHILD" val="True"/>
  <p:tag name="ORIGINALHEIGHT" val=" 5.779221"/>
  <p:tag name="ORIGINALWIDTH" val=" 4.984739"/>
</p:tagLst>
</file>

<file path=ppt/tags/tag110.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111.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1.30704"/>
</p:tagLst>
</file>

<file path=ppt/tags/tag112.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13.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7.088074"/>
</p:tagLst>
</file>

<file path=ppt/tags/tag114.xml><?xml version="1.0" encoding="utf-8"?>
<p:tagLst xmlns:a="http://schemas.openxmlformats.org/drawingml/2006/main" xmlns:r="http://schemas.openxmlformats.org/officeDocument/2006/relationships" xmlns:p="http://schemas.openxmlformats.org/presentationml/2006/main">
  <p:tag name="EMFCHILD" val="True"/>
  <p:tag name="ORIGINALHEIGHT" val=" 7.134283"/>
  <p:tag name="ORIGINALWIDTH" val=" 6.829104"/>
</p:tagLst>
</file>

<file path=ppt/tags/tag115.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6.071286"/>
</p:tagLst>
</file>

<file path=ppt/tags/tag116.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17.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3.78881"/>
</p:tagLst>
</file>

<file path=ppt/tags/tag118.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6.809122"/>
</p:tagLst>
</file>

<file path=ppt/tags/tag119.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20.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21.92498"/>
</p:tagLst>
</file>

<file path=ppt/tags/tag121.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22"/>
</p:tagLst>
</file>

<file path=ppt/tags/tag122.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4.07925"/>
</p:tagLst>
</file>

<file path=ppt/tags/tag123.xml><?xml version="1.0" encoding="utf-8"?>
<p:tagLst xmlns:a="http://schemas.openxmlformats.org/drawingml/2006/main" xmlns:r="http://schemas.openxmlformats.org/officeDocument/2006/relationships" xmlns:p="http://schemas.openxmlformats.org/presentationml/2006/main">
  <p:tag name="EMFCHILD" val="True"/>
  <p:tag name="ORIGINALHEIGHT" val=" 6.337125"/>
  <p:tag name="ORIGINALWIDTH" val=" 10.2495"/>
</p:tagLst>
</file>

<file path=ppt/tags/tag124.xml><?xml version="1.0" encoding="utf-8"?>
<p:tagLst xmlns:a="http://schemas.openxmlformats.org/drawingml/2006/main" xmlns:r="http://schemas.openxmlformats.org/officeDocument/2006/relationships" xmlns:p="http://schemas.openxmlformats.org/presentationml/2006/main">
  <p:tag name="EMFCHILD" val="True"/>
  <p:tag name="ORIGINALHEIGHT" val=" 1.873001"/>
  <p:tag name="ORIGINALWIDTH" val=" 1.854268"/>
</p:tagLst>
</file>

<file path=ppt/tags/tag125.xml><?xml version="1.0" encoding="utf-8"?>
<p:tagLst xmlns:a="http://schemas.openxmlformats.org/drawingml/2006/main" xmlns:r="http://schemas.openxmlformats.org/officeDocument/2006/relationships" xmlns:p="http://schemas.openxmlformats.org/presentationml/2006/main">
  <p:tag name="EMFCHILD" val="True"/>
  <p:tag name="ORIGINALHEIGHT" val=" 4.573492"/>
  <p:tag name="ORIGINALWIDTH" val=" 7.347935"/>
</p:tagLst>
</file>

<file path=ppt/tags/tag126.xml><?xml version="1.0" encoding="utf-8"?>
<p:tagLst xmlns:a="http://schemas.openxmlformats.org/drawingml/2006/main" xmlns:r="http://schemas.openxmlformats.org/officeDocument/2006/relationships" xmlns:p="http://schemas.openxmlformats.org/presentationml/2006/main">
  <p:tag name="EMFCHILD" val="True"/>
  <p:tag name="ORIGINALHEIGHT" val=" 6.775669"/>
  <p:tag name="ORIGINALWIDTH" val=" 6.06183"/>
</p:tagLst>
</file>

<file path=ppt/tags/tag127.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128.xml><?xml version="1.0" encoding="utf-8"?>
<p:tagLst xmlns:a="http://schemas.openxmlformats.org/drawingml/2006/main" xmlns:r="http://schemas.openxmlformats.org/officeDocument/2006/relationships" xmlns:p="http://schemas.openxmlformats.org/presentationml/2006/main">
  <p:tag name="EMFCHILD" val="True"/>
  <p:tag name="ORIGINALHEIGHT" val=" 5.779131"/>
  <p:tag name="ORIGINALWIDTH" val=" 4.984739"/>
</p:tagLst>
</file>

<file path=ppt/tags/tag129.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130.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21.64594"/>
</p:tagLst>
</file>

<file path=ppt/tags/tag131.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32.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9.09362"/>
</p:tagLst>
</file>

<file path=ppt/tags/tag133.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34.xml><?xml version="1.0" encoding="utf-8"?>
<p:tagLst xmlns:a="http://schemas.openxmlformats.org/drawingml/2006/main" xmlns:r="http://schemas.openxmlformats.org/officeDocument/2006/relationships" xmlns:p="http://schemas.openxmlformats.org/presentationml/2006/main">
  <p:tag name="EMFCHILD" val="True"/>
  <p:tag name="ORIGINALHEIGHT" val=" 6.805464"/>
  <p:tag name="ORIGINALWIDTH" val=" 22.37396"/>
</p:tagLst>
</file>

<file path=ppt/tags/tag135.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36.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17.51768"/>
</p:tagLst>
</file>

<file path=ppt/tags/tag137.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138.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35.19666"/>
</p:tagLst>
</file>

<file path=ppt/tags/tag139.xml><?xml version="1.0" encoding="utf-8"?>
<p:tagLst xmlns:a="http://schemas.openxmlformats.org/drawingml/2006/main" xmlns:r="http://schemas.openxmlformats.org/officeDocument/2006/relationships" xmlns:p="http://schemas.openxmlformats.org/presentationml/2006/main">
  <p:tag name="EMFCHILD" val="True"/>
  <p:tag name="ORIGINALHEIGHT" val=" 1.873001"/>
  <p:tag name="ORIGINALWIDTH" val=" 1.854268"/>
</p:tagLst>
</file>

<file path=ppt/tags/tag140.xml><?xml version="1.0" encoding="utf-8"?>
<p:tagLst xmlns:a="http://schemas.openxmlformats.org/drawingml/2006/main" xmlns:r="http://schemas.openxmlformats.org/officeDocument/2006/relationships" xmlns:p="http://schemas.openxmlformats.org/presentationml/2006/main">
  <p:tag name="EMFCHILD" val="True"/>
  <p:tag name="ORIGINALHEIGHT" val=" 4.573492"/>
  <p:tag name="ORIGINALWIDTH" val=" 7.347935"/>
</p:tagLst>
</file>

<file path=ppt/tags/tag141.xml><?xml version="1.0" encoding="utf-8"?>
<p:tagLst xmlns:a="http://schemas.openxmlformats.org/drawingml/2006/main" xmlns:r="http://schemas.openxmlformats.org/officeDocument/2006/relationships" xmlns:p="http://schemas.openxmlformats.org/presentationml/2006/main">
  <p:tag name="EMFCHILD" val="True"/>
  <p:tag name="ORIGINALHEIGHT" val=" 6.775758"/>
  <p:tag name="ORIGINALWIDTH" val=" 6.06183"/>
</p:tagLst>
</file>

<file path=ppt/tags/tag142.xml><?xml version="1.0" encoding="utf-8"?>
<p:tagLst xmlns:a="http://schemas.openxmlformats.org/drawingml/2006/main" xmlns:r="http://schemas.openxmlformats.org/officeDocument/2006/relationships" xmlns:p="http://schemas.openxmlformats.org/presentationml/2006/main">
  <p:tag name="EMFCHILD" val="True"/>
  <p:tag name="ORIGINALHEIGHT" val=" 4.513812"/>
  <p:tag name="ORIGINALWIDTH" val=" 4.965024"/>
</p:tagLst>
</file>

<file path=ppt/tags/tag143.xml><?xml version="1.0" encoding="utf-8"?>
<p:tagLst xmlns:a="http://schemas.openxmlformats.org/drawingml/2006/main" xmlns:r="http://schemas.openxmlformats.org/officeDocument/2006/relationships" xmlns:p="http://schemas.openxmlformats.org/presentationml/2006/main">
  <p:tag name="EMFCHILD" val="True"/>
  <p:tag name="ORIGINALHEIGHT" val=" 5.779131"/>
  <p:tag name="ORIGINALWIDTH" val=" 4.984739"/>
</p:tagLst>
</file>

<file path=ppt/tags/tag144.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145.xml><?xml version="1.0" encoding="utf-8"?>
<p:tagLst xmlns:a="http://schemas.openxmlformats.org/drawingml/2006/main" xmlns:r="http://schemas.openxmlformats.org/officeDocument/2006/relationships" xmlns:p="http://schemas.openxmlformats.org/presentationml/2006/main">
  <p:tag name="EMFCHILD" val="True"/>
  <p:tag name="ORIGINALHEIGHT" val=" 7.134194"/>
  <p:tag name="ORIGINALWIDTH" val=" 23.44062"/>
</p:tagLst>
</file>

<file path=ppt/tags/tag146.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47.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13.78881"/>
</p:tagLst>
</file>

<file path=ppt/tags/tag148.xml><?xml version="1.0" encoding="utf-8"?>
<p:tagLst xmlns:a="http://schemas.openxmlformats.org/drawingml/2006/main" xmlns:r="http://schemas.openxmlformats.org/officeDocument/2006/relationships" xmlns:p="http://schemas.openxmlformats.org/presentationml/2006/main">
  <p:tag name="EMFCHILD" val="True"/>
  <p:tag name="ORIGINALHEIGHT" val=" 8.957864"/>
  <p:tag name="ORIGINALWIDTH" val=" 6.689583"/>
</p:tagLst>
</file>

<file path=ppt/tags/tag149.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50.xml><?xml version="1.0" encoding="utf-8"?>
<p:tagLst xmlns:a="http://schemas.openxmlformats.org/drawingml/2006/main" xmlns:r="http://schemas.openxmlformats.org/officeDocument/2006/relationships" xmlns:p="http://schemas.openxmlformats.org/presentationml/2006/main">
  <p:tag name="EMFCHILD" val="True"/>
  <p:tag name="ORIGINALHEIGHT" val=" 7.244009"/>
  <p:tag name="ORIGINALWIDTH" val=" 22.01472"/>
</p:tagLst>
</file>

<file path=ppt/tags/tag151.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52.xml><?xml version="1.0" encoding="utf-8"?>
<p:tagLst xmlns:a="http://schemas.openxmlformats.org/drawingml/2006/main" xmlns:r="http://schemas.openxmlformats.org/officeDocument/2006/relationships" xmlns:p="http://schemas.openxmlformats.org/presentationml/2006/main">
  <p:tag name="EMFCHILD" val="True"/>
  <p:tag name="ORIGINALHEIGHT" val=" 7.353377"/>
  <p:tag name="ORIGINALWIDTH" val=" 21.88528"/>
</p:tagLst>
</file>

<file path=ppt/tags/tag153.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54.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20.73852"/>
</p:tagLst>
</file>

<file path=ppt/tags/tag155.xml><?xml version="1.0" encoding="utf-8"?>
<p:tagLst xmlns:a="http://schemas.openxmlformats.org/drawingml/2006/main" xmlns:r="http://schemas.openxmlformats.org/officeDocument/2006/relationships" xmlns:p="http://schemas.openxmlformats.org/presentationml/2006/main">
  <p:tag name="EMFCHILD" val="True"/>
  <p:tag name="ORIGINALHEIGHT" val=" 2.979264"/>
  <p:tag name="ORIGINALWIDTH" val=" 1.166567"/>
</p:tagLst>
</file>

<file path=ppt/tags/tag156.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7.088074"/>
</p:tagLst>
</file>

<file path=ppt/tags/tag157.xml><?xml version="1.0" encoding="utf-8"?>
<p:tagLst xmlns:a="http://schemas.openxmlformats.org/drawingml/2006/main" xmlns:r="http://schemas.openxmlformats.org/officeDocument/2006/relationships" xmlns:p="http://schemas.openxmlformats.org/presentationml/2006/main">
  <p:tag name="EMFCHILD" val="True"/>
  <p:tag name="ORIGINALHEIGHT" val=" 7.134194"/>
  <p:tag name="ORIGINALWIDTH" val=" 6.829104"/>
</p:tagLst>
</file>

<file path=ppt/tags/tag158.xml><?xml version="1.0" encoding="utf-8"?>
<p:tagLst xmlns:a="http://schemas.openxmlformats.org/drawingml/2006/main" xmlns:r="http://schemas.openxmlformats.org/officeDocument/2006/relationships" xmlns:p="http://schemas.openxmlformats.org/presentationml/2006/main">
  <p:tag name="EMFCHILD" val="True"/>
  <p:tag name="ORIGINALHEIGHT" val=" 7.024558"/>
  <p:tag name="ORIGINALWIDTH" val=" 6.809211"/>
</p:tagLst>
</file>

<file path=ppt/tags/tag159.xml><?xml version="1.0" encoding="utf-8"?>
<p:tagLst xmlns:a="http://schemas.openxmlformats.org/drawingml/2006/main" xmlns:r="http://schemas.openxmlformats.org/officeDocument/2006/relationships" xmlns:p="http://schemas.openxmlformats.org/presentationml/2006/main">
  <p:tag name="EMFCHILD" val="True"/>
  <p:tag name="ORIGINALHEIGHT" val=" 9.964125"/>
  <p:tag name="ORIGINALWIDTH" val=" 3.53913"/>
</p:tagLst>
</file>

<file path=ppt/tags/tag160.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16"/>
  <p:tag name="IGUANATEXSIZE" val="20"/>
  <p:tag name="IGUANATEXVERSION" val="162"/>
  <p:tag name="LATEXADDIN" val="\documentclass{article}&#10;\usepackage{amsmath}&#10;\pagestyle{empty}&#10;\begin{document}&#10;&#10;\[&#10;Y_i =&#10;\begin{cases}&#10;1 &amp; \text{if } Y^*_i \leq \mu_1 \\&#10;2 &amp; \text{if } \mu_1 &lt; Y^*_i \leq \mu_2 \\&#10;3 &amp; \text{if } Y^*_i &gt; \mu_2&#10;\end{cases}&#10;\]&#10;&#10;&#10;&#10;\end{document}"/>
  <p:tag name="LATEXENGINEID" val="0"/>
  <p:tag name="LATEXFORMHEIGHT" val=" 320"/>
  <p:tag name="LATEXFORMWIDTH" val=" 385"/>
  <p:tag name="LATEXFORMWRAP" val="True"/>
  <p:tag name="ORIGINALHEIGHT" val=" 523.4346"/>
  <p:tag name="ORIGINALWIDTH" val=" 1427.072"/>
  <p:tag name="OUTPUTDPI" val=" 1200"/>
  <p:tag name="OUTPUTTYPE" val="PNG"/>
  <p:tag name="TEMPFOLDER" val="C:\temp\"/>
  <p:tag name="TRANSPARENCY" val="True"/>
</p:tagLst>
</file>

<file path=ppt/tags/tag161.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16"/>
  <p:tag name="IGUANATEXSIZE" val="20"/>
  <p:tag name="IGUANATEXVERSION" val="162"/>
  <p:tag name="LATEXADDIN" val="\documentclass{article}&#10;\usepackage{amsmath}&#10;\pagestyle{empty}&#10;\begin{document}&#10;&#10;\[&#10;Y_i^* = \alpha +  \beta^\top x_k + \varepsilon_i = Z_i + \varepsilon_i&#10;\]&#10;&#10;&#10;\end{document}"/>
  <p:tag name="LATEXENGINEID" val="0"/>
  <p:tag name="LATEXFORMHEIGHT" val=" 320"/>
  <p:tag name="LATEXFORMWIDTH" val=" 385"/>
  <p:tag name="LATEXFORMWRAP" val="True"/>
  <p:tag name="ORIGINALHEIGHT" val=" 143.982"/>
  <p:tag name="ORIGINALWIDTH" val=" 1629.546"/>
  <p:tag name="OUTPUTDPI" val=" 1200"/>
  <p:tag name="OUTPUTTYPE" val="PNG"/>
  <p:tag name="TEMPFOLDER" val="C:\Users\luisc\Documents\Custom Office Templates\iguana temp\"/>
  <p:tag name="TRANSPARENCY" val="True"/>
</p:tagLst>
</file>

<file path=ppt/tags/tag16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0"/>
  <p:tag name="IGUANATEXSIZE" val="20"/>
  <p:tag name="LATEXADDIN" val="\documentclass{article}&#10;\usepackage{amsmath}&#10;\pagestyle{empty}&#10;\begin{document}&#10;&#10;\[&#10;\left\{&#10;\begin{array}{ll}&#10;y = 1 &amp; \iff \mu_0 \leq \alpha + \beta^T x + \epsilon \leq \mu_1 \\&#10;y = 2 &amp; \iff \mu_1 \leq \alpha + \beta^T x + \epsilon \leq \mu_2 \\&#10;\vdots &amp; \vdots \\&#10;y = J-1 &amp; \iff \mu_{J-2} \leq \alpha + \beta^T x + \epsilon \leq \mu_{J-1} \\&#10;y = J &amp; \iff \mu_{J-1} \leq \alpha + \beta^T x + \epsilon \leq \mu_J&#10;\end{array}&#10;\right.&#10;\]&#10;&#10;\end{document}"/>
  <p:tag name="LATEXENGINEID" val="0"/>
  <p:tag name="LATEXFORMHEIGHT" val=" 320"/>
  <p:tag name="LATEXFORMWIDTH" val=" 385"/>
  <p:tag name="LATEXFORMWRAP" val="True"/>
  <p:tag name="ORIGINALHEIGHT" val=" 9.056003"/>
  <p:tag name="ORIGINALWIDTH" val=" 3.331372"/>
  <p:tag name="TEMPFOLDER" val="C:\Users\luisc\Documents\Custom Office Templates\iguana temp\"/>
  <p:tag name="TRANSPARENCY" val="True"/>
</p:tagLst>
</file>

<file path=ppt/tags/tag163.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64.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65.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66.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67.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68.xml><?xml version="1.0" encoding="utf-8"?>
<p:tagLst xmlns:a="http://schemas.openxmlformats.org/drawingml/2006/main" xmlns:r="http://schemas.openxmlformats.org/officeDocument/2006/relationships" xmlns:p="http://schemas.openxmlformats.org/presentationml/2006/main">
  <p:tag name="EMFCHILD" val="True"/>
  <p:tag name="ORIGINALHEIGHT" val=" 18.13198"/>
  <p:tag name="ORIGINALWIDTH" val=" 3.331372"/>
</p:tagLst>
</file>

<file path=ppt/tags/tag169.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70.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71.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72.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73.xml><?xml version="1.0" encoding="utf-8"?>
<p:tagLst xmlns:a="http://schemas.openxmlformats.org/drawingml/2006/main" xmlns:r="http://schemas.openxmlformats.org/officeDocument/2006/relationships" xmlns:p="http://schemas.openxmlformats.org/presentationml/2006/main">
  <p:tag name="EMFCHILD" val="True"/>
  <p:tag name="ORIGINALHEIGHT" val=" 3.188018"/>
  <p:tag name="ORIGINALWIDTH" val=" 1.196887"/>
</p:tagLst>
</file>

<file path=ppt/tags/tag174.xml><?xml version="1.0" encoding="utf-8"?>
<p:tagLst xmlns:a="http://schemas.openxmlformats.org/drawingml/2006/main" xmlns:r="http://schemas.openxmlformats.org/officeDocument/2006/relationships" xmlns:p="http://schemas.openxmlformats.org/presentationml/2006/main">
  <p:tag name="EMFCHILD" val="True"/>
  <p:tag name="ORIGINALHEIGHT" val=" 9.056003"/>
  <p:tag name="ORIGINALWIDTH" val=" 3.331372"/>
</p:tagLst>
</file>

<file path=ppt/tags/tag175.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176.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177.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178.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179.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180.xml><?xml version="1.0" encoding="utf-8"?>
<p:tagLst xmlns:a="http://schemas.openxmlformats.org/drawingml/2006/main" xmlns:r="http://schemas.openxmlformats.org/officeDocument/2006/relationships" xmlns:p="http://schemas.openxmlformats.org/presentationml/2006/main">
  <p:tag name="EMFCHILD" val="True"/>
  <p:tag name="ORIGINALHEIGHT" val=" 1.056001"/>
  <p:tag name="ORIGINALWIDTH" val=" 1.057256"/>
</p:tagLst>
</file>

<file path=ppt/tags/tag181.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83"/>
  <p:tag name="IGUANATEXSIZE" val="20"/>
  <p:tag name="IGUANATEXVERSION" val="162"/>
  <p:tag name="LATEXADDIN" val="\documentclass{article}&#10;\usepackage{amsmath}&#10;\pagestyle{empty}&#10;\begin{document}&#10;&#10;\[&#10;y = 1 \iff &#10;\]&#10;&#10;\end{document}"/>
  <p:tag name="LATEXENGINEID" val="0"/>
  <p:tag name="LATEXFORMHEIGHT" val=" 320"/>
  <p:tag name="LATEXFORMWIDTH" val=" 573.75"/>
  <p:tag name="LATEXFORMWRAP" val="True"/>
  <p:tag name="ORIGINALHEIGHT" val=" 107.9865"/>
  <p:tag name="ORIGINALWIDTH" val=" 581.9272"/>
  <p:tag name="OUTPUTDPI" val=" 1200"/>
  <p:tag name="OUTPUTTYPE" val="PNG"/>
  <p:tag name="TEMPFOLDER" val="C:\Users\luisc\Documents\Custom Office Templates\iguana temp\"/>
  <p:tag name="TRANSPARENCY" val="True"/>
</p:tagLst>
</file>

<file path=ppt/tags/tag18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6"/>
  <p:tag name="IGUANATEXSIZE" val="20"/>
  <p:tag name="IGUANATEXVERSION" val="162"/>
  <p:tag name="LATEXADDIN" val="\documentclass{article}&#10;\usepackage{amsmath}&#10;\pagestyle{empty}&#10;\begin{document}&#10;&#10;\[&#10;\mu_0 -\alpha - \beta^Tx  \leq  \epsilon \leq \mu_1 - \alpha  - \beta^Tx&#10;\]&#10;&#10;\end{document}"/>
  <p:tag name="LATEXENGINEID" val="0"/>
  <p:tag name="LATEXFORMHEIGHT" val=" 320"/>
  <p:tag name="LATEXFORMWIDTH" val=" 573.75"/>
  <p:tag name="LATEXFORMWRAP" val="True"/>
  <p:tag name="ORIGINALHEIGHT" val=" 10.48069"/>
  <p:tag name="ORIGINALWIDTH" val=" 148.8501"/>
  <p:tag name="OUTPUTTYPE" val="SVG"/>
  <p:tag name="TEMPFOLDER" val="C:\Users\luisc\Documents\Custom Office Templates\iguana temp\"/>
  <p:tag name="TRANSPARENCY" val="True"/>
</p:tagLst>
</file>

<file path=ppt/tags/tag183.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83"/>
  <p:tag name="IGUANATEXSIZE" val="20"/>
  <p:tag name="IGUANATEXVERSION" val="162"/>
  <p:tag name="LATEXADDIN" val="\documentclass{article}&#10;\usepackage{amsmath}&#10;\pagestyle{empty}&#10;\begin{document}&#10;&#10;\[&#10;y = 1 \iff &#10;\]&#10;&#10;\end{document}"/>
  <p:tag name="LATEXENGINEID" val="0"/>
  <p:tag name="LATEXFORMHEIGHT" val=" 320"/>
  <p:tag name="LATEXFORMWIDTH" val=" 573.75"/>
  <p:tag name="LATEXFORMWRAP" val="True"/>
  <p:tag name="ORIGINALHEIGHT" val=" 107.9865"/>
  <p:tag name="ORIGINALWIDTH" val=" 581.9272"/>
  <p:tag name="OUTPUTDPI" val=" 1200"/>
  <p:tag name="OUTPUTTYPE" val="PNG"/>
  <p:tag name="TEMPFOLDER" val="C:\Users\luisc\Documents\Custom Office Templates\iguana temp\"/>
  <p:tag name="TRANSPARENCY" val="True"/>
</p:tagLst>
</file>

<file path=ppt/tags/tag18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00"/>
  <p:tag name="IGUANATEXSIZE" val="20"/>
  <p:tag name="IGUANATEXVERSION" val="162"/>
  <p:tag name="LATEXADDIN" val="\documentclass{article}&#10;\usepackage{amsmath}&#10;\pagestyle{empty}&#10;\begin{document}&#10;&#10;\[&#10;\mu_0 - \beta^Tx  \leq  \epsilon \leq \mu_1 - \beta^Tx&#10;\]&#10;&#10;\end{document}"/>
  <p:tag name="LATEXENGINEID" val="0"/>
  <p:tag name="LATEXFORMHEIGHT" val=" 320"/>
  <p:tag name="LATEXFORMWIDTH" val=" 573.75"/>
  <p:tag name="LATEXFORMWRAP" val="True"/>
  <p:tag name="ORIGINALHEIGHT" val=" 10.48069"/>
  <p:tag name="ORIGINALWIDTH" val=" 111.9252"/>
  <p:tag name="OUTPUTTYPE" val="SVG"/>
  <p:tag name="TEMPFOLDER" val="C:\Users\luisc\Documents\Custom Office Templates\iguana temp\"/>
  <p:tag name="TRANSPARENCY" val="True"/>
</p:tagLst>
</file>

<file path=ppt/tags/tag185.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80"/>
  <p:tag name="IGUANATEXSIZE" val="20"/>
  <p:tag name="IGUANATEXVERSION" val="162"/>
  <p:tag name="LATEXADDIN" val="\documentclass{article}&#10;\usepackage{amsmath}&#10;\pagestyle{empty}&#10;\begin{document}&#10;&#10;$P(y_n = j) = F(\mu_j - \beta^\top x_n) - F(\mu_{j-1} - \beta^\top x_n)$&#10;&#10;&#10;\end{document}"/>
  <p:tag name="LATEXENGINEID" val="0"/>
  <p:tag name="LATEXFORMHEIGHT" val=" 320"/>
  <p:tag name="LATEXFORMWIDTH" val=" 385"/>
  <p:tag name="LATEXFORMWRAP" val="True"/>
  <p:tag name="ORIGINALHEIGHT" val=" 142.4822"/>
  <p:tag name="ORIGINALWIDTH" val=" 2523.435"/>
  <p:tag name="OUTPUTDPI" val=" 1200"/>
  <p:tag name="OUTPUTTYPE" val="PNG"/>
  <p:tag name="TEMPFOLDER" val="C:\Users\luisc\Documents\Custom Office Templates\iguana temp\"/>
  <p:tag name="TRANSPARENCY" val="True"/>
</p:tagLst>
</file>

<file path=ppt/tags/tag186.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25"/>
  <p:tag name="IGUANATEXSIZE" val="20"/>
  <p:tag name="IGUANATEXVERSION" val="162"/>
  <p:tag name="LATEXADDIN" val="\documentclass{article}&#10;\usepackage{amsmath}&#10;\pagestyle{empty}&#10;\begin{document}&#10;&#10;\[&#10;\frac{\partial \Pr[y_n = j]}{\partial x_n} = \left\{ F'(\mu_j - \beta^\top x_n) - F'(\mu_{j-1} - \beta^\top x_n) \right\} &#10;\]&#10;&#10;\end{document}"/>
  <p:tag name="LATEXENGINEID" val="0"/>
  <p:tag name="LATEXFORMHEIGHT" val=" 320"/>
  <p:tag name="LATEXFORMWIDTH" val=" 385"/>
  <p:tag name="LATEXFORMWRAP" val="True"/>
  <p:tag name="ORIGINALHEIGHT" val=" 282.7147"/>
  <p:tag name="ORIGINALWIDTH" val=" 2858.643"/>
  <p:tag name="OUTPUTDPI" val=" 1200"/>
  <p:tag name="OUTPUTTYPE" val="PNG"/>
  <p:tag name="TEMPFOLDER" val="C:\Users\luisc\Documents\Custom Office Templates\iguana temp\"/>
  <p:tag name="TRANSPARENCY" val="True"/>
</p:tagLst>
</file>

<file path=ppt/tags/tag18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00"/>
  <p:tag name="IGUANATEXSIZE" val="20"/>
  <p:tag name="LATEXADDIN" val="\documentclass{article}&#10;\usepackage{amsmath}&#10;\pagestyle{empty}&#10;\begin{document}&#10;&#10;\[&#10;\mu_0 - \beta^Tx  \leq  \epsilon \leq \mu_1 - \beta^Tx&#10;\]&#10;&#10;\end{document}"/>
  <p:tag name="LATEXENGINEID" val="0"/>
  <p:tag name="LATEXFORMHEIGHT" val=" 320"/>
  <p:tag name="LATEXFORMWIDTH" val=" 573.75"/>
  <p:tag name="LATEXFORMWRAP" val="True"/>
  <p:tag name="ORIGINALHEIGHT" val=" 6.257447"/>
  <p:tag name="ORIGINALWIDTH" val=" 5.423851"/>
  <p:tag name="TEMPFOLDER" val="C:\Users\luisc\Documents\Custom Office Templates\iguana temp\"/>
  <p:tag name="TRANSPARENCY" val="True"/>
</p:tagLst>
</file>

<file path=ppt/tags/tag188.xml><?xml version="1.0" encoding="utf-8"?>
<p:tagLst xmlns:a="http://schemas.openxmlformats.org/drawingml/2006/main" xmlns:r="http://schemas.openxmlformats.org/officeDocument/2006/relationships" xmlns:p="http://schemas.openxmlformats.org/presentationml/2006/main">
  <p:tag name="EMFCHILD" val="True"/>
  <p:tag name="ORIGINALHEIGHT" val=" 4.553286"/>
  <p:tag name="ORIGINALWIDTH" val=" 3.250302"/>
</p:tagLst>
</file>

<file path=ppt/tags/tag189.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114344"/>
</p:tagLst>
</file>

<file path=ppt/tags/tag190.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455138"/>
</p:tagLst>
</file>

<file path=ppt/tags/tag191.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232721"/>
</p:tagLst>
</file>

<file path=ppt/tags/tag192.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83524"/>
</p:tagLst>
</file>

<file path=ppt/tags/tag193.xml><?xml version="1.0" encoding="utf-8"?>
<p:tagLst xmlns:a="http://schemas.openxmlformats.org/drawingml/2006/main" xmlns:r="http://schemas.openxmlformats.org/officeDocument/2006/relationships" xmlns:p="http://schemas.openxmlformats.org/presentationml/2006/main">
  <p:tag name="EMFCHILD" val="True"/>
  <p:tag name="ORIGINALHEIGHT" val=" 7.351081"/>
  <p:tag name="ORIGINALWIDTH" val=" 6.114344"/>
</p:tagLst>
</file>

<file path=ppt/tags/tag194.xml><?xml version="1.0" encoding="utf-8"?>
<p:tagLst xmlns:a="http://schemas.openxmlformats.org/drawingml/2006/main" xmlns:r="http://schemas.openxmlformats.org/officeDocument/2006/relationships" xmlns:p="http://schemas.openxmlformats.org/presentationml/2006/main">
  <p:tag name="EMFCHILD" val="True"/>
  <p:tag name="ORIGINALHEIGHT" val=" 4.203325"/>
  <p:tag name="ORIGINALWIDTH" val=" 3.292326"/>
</p:tagLst>
</file>

<file path=ppt/tags/tag195.xml><?xml version="1.0" encoding="utf-8"?>
<p:tagLst xmlns:a="http://schemas.openxmlformats.org/drawingml/2006/main" xmlns:r="http://schemas.openxmlformats.org/officeDocument/2006/relationships" xmlns:p="http://schemas.openxmlformats.org/presentationml/2006/main">
  <p:tag name="EMFCHILD" val="True"/>
  <p:tag name="ORIGINALHEIGHT" val=" 7.351081"/>
  <p:tag name="ORIGINALWIDTH" val=" 6.114344"/>
</p:tagLst>
</file>

<file path=ppt/tags/tag196.xml><?xml version="1.0" encoding="utf-8"?>
<p:tagLst xmlns:a="http://schemas.openxmlformats.org/drawingml/2006/main" xmlns:r="http://schemas.openxmlformats.org/officeDocument/2006/relationships" xmlns:p="http://schemas.openxmlformats.org/presentationml/2006/main">
  <p:tag name="EMFCHILD" val="True"/>
  <p:tag name="ORIGINALHEIGHT" val=" 6.257447"/>
  <p:tag name="ORIGINALWIDTH" val=" 5.423851"/>
</p:tagLst>
</file>

<file path=ppt/tags/tag197.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49788"/>
</p:tagLst>
</file>

<file path=ppt/tags/tag198.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114344"/>
</p:tagLst>
</file>

<file path=ppt/tags/tag199.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455138"/>
</p:tagLst>
</file>

<file path=ppt/tags/tag200.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232721"/>
</p:tagLst>
</file>

<file path=ppt/tags/tag201.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83524"/>
</p:tagLst>
</file>

<file path=ppt/tags/tag20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6"/>
  <p:tag name="IGUANATEXSIZE" val="20"/>
  <p:tag name="LATEXADDIN" val="\documentclass{article}&#10;\usepackage{amsmath}&#10;\pagestyle{empty}&#10;\begin{document}&#10;&#10;\[&#10;\mu_0 -\alpha - \beta^Tx  \leq  \epsilon \leq \mu_1 - \alpha  - \beta^Tx&#10;\]&#10;&#10;\end{document}"/>
  <p:tag name="LATEXENGINEID" val="0"/>
  <p:tag name="LATEXFORMHEIGHT" val=" 320"/>
  <p:tag name="LATEXFORMWIDTH" val=" 573.75"/>
  <p:tag name="LATEXFORMWRAP" val="True"/>
  <p:tag name="ORIGINALHEIGHT" val=" 6.257447"/>
  <p:tag name="ORIGINALWIDTH" val=" 5.408775"/>
  <p:tag name="TEMPFOLDER" val="C:\Users\luisc\Documents\Custom Office Templates\iguana temp\"/>
  <p:tag name="TRANSPARENCY" val="True"/>
</p:tagLst>
</file>

<file path=ppt/tags/tag203.xml><?xml version="1.0" encoding="utf-8"?>
<p:tagLst xmlns:a="http://schemas.openxmlformats.org/drawingml/2006/main" xmlns:r="http://schemas.openxmlformats.org/officeDocument/2006/relationships" xmlns:p="http://schemas.openxmlformats.org/presentationml/2006/main">
  <p:tag name="EMFCHILD" val="True"/>
  <p:tag name="ORIGINALHEIGHT" val=" 4.553286"/>
  <p:tag name="ORIGINALWIDTH" val=" 3.24129"/>
</p:tagLst>
</file>

<file path=ppt/tags/tag204.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7373"/>
</p:tagLst>
</file>

<file path=ppt/tags/tag205.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5.598388"/>
</p:tagLst>
</file>

<file path=ppt/tags/tag206.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7373"/>
</p:tagLst>
</file>

<file path=ppt/tags/tag207.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439977"/>
</p:tagLst>
</file>

<file path=ppt/tags/tag208.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218192"/>
</p:tagLst>
</file>

<file path=ppt/tags/tag209.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69711"/>
</p:tagLst>
</file>

<file path=ppt/tags/tag210.xml><?xml version="1.0" encoding="utf-8"?>
<p:tagLst xmlns:a="http://schemas.openxmlformats.org/drawingml/2006/main" xmlns:r="http://schemas.openxmlformats.org/officeDocument/2006/relationships" xmlns:p="http://schemas.openxmlformats.org/presentationml/2006/main">
  <p:tag name="EMFCHILD" val="True"/>
  <p:tag name="ORIGINALHEIGHT" val=" 7.351081"/>
  <p:tag name="ORIGINALWIDTH" val=" 6.097373"/>
</p:tagLst>
</file>

<file path=ppt/tags/tag211.xml><?xml version="1.0" encoding="utf-8"?>
<p:tagLst xmlns:a="http://schemas.openxmlformats.org/drawingml/2006/main" xmlns:r="http://schemas.openxmlformats.org/officeDocument/2006/relationships" xmlns:p="http://schemas.openxmlformats.org/presentationml/2006/main">
  <p:tag name="EMFCHILD" val="True"/>
  <p:tag name="ORIGINALHEIGHT" val=" 4.203325"/>
  <p:tag name="ORIGINALWIDTH" val=" 3.283187"/>
</p:tagLst>
</file>

<file path=ppt/tags/tag212.xml><?xml version="1.0" encoding="utf-8"?>
<p:tagLst xmlns:a="http://schemas.openxmlformats.org/drawingml/2006/main" xmlns:r="http://schemas.openxmlformats.org/officeDocument/2006/relationships" xmlns:p="http://schemas.openxmlformats.org/presentationml/2006/main">
  <p:tag name="EMFCHILD" val="True"/>
  <p:tag name="ORIGINALHEIGHT" val=" 7.351081"/>
  <p:tag name="ORIGINALWIDTH" val=" 6.097373"/>
</p:tagLst>
</file>

<file path=ppt/tags/tag213.xml><?xml version="1.0" encoding="utf-8"?>
<p:tagLst xmlns:a="http://schemas.openxmlformats.org/drawingml/2006/main" xmlns:r="http://schemas.openxmlformats.org/officeDocument/2006/relationships" xmlns:p="http://schemas.openxmlformats.org/presentationml/2006/main">
  <p:tag name="EMFCHILD" val="True"/>
  <p:tag name="ORIGINALHEIGHT" val=" 6.257447"/>
  <p:tag name="ORIGINALWIDTH" val=" 5.408775"/>
</p:tagLst>
</file>

<file path=ppt/tags/tag214.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42712"/>
</p:tagLst>
</file>

<file path=ppt/tags/tag215.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7373"/>
</p:tagLst>
</file>

<file path=ppt/tags/tag216.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5.598388"/>
</p:tagLst>
</file>

<file path=ppt/tags/tag217.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7373"/>
</p:tagLst>
</file>

<file path=ppt/tags/tag218.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439977"/>
</p:tagLst>
</file>

<file path=ppt/tags/tag219.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218192"/>
</p:tagLst>
</file>

<file path=ppt/tags/tag220.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69711"/>
</p:tagLst>
</file>

<file path=ppt/tags/tag221.xml><?xml version="1.0" encoding="utf-8"?>
<p:tagLst xmlns:a="http://schemas.openxmlformats.org/drawingml/2006/main" xmlns:r="http://schemas.openxmlformats.org/officeDocument/2006/relationships" xmlns:p="http://schemas.openxmlformats.org/presentationml/2006/main">
  <p:tag name="EMFCHILD" val="True"/>
  <p:tag name="ORIGINALHEIGHT" val=" 6.445786"/>
  <p:tag name="ORIGINALWIDTH" val=" 4.598094"/>
</p:tagLst>
</file>

<file path=ppt/tags/tag222.xml><?xml version="1.0" encoding="utf-8"?>
<p:tagLst xmlns:a="http://schemas.openxmlformats.org/drawingml/2006/main" xmlns:r="http://schemas.openxmlformats.org/officeDocument/2006/relationships" xmlns:p="http://schemas.openxmlformats.org/presentationml/2006/main">
  <p:tag name="EMFCHILD" val="True"/>
  <p:tag name="ORIGINALHEIGHT" val=" 2.331217"/>
  <p:tag name="ORIGINALWIDTH" val=" 6.63285"/>
</p:tagLst>
</file>

<file path=ppt/tags/tag223.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3.291471"/>
</p:tagLst>
</file>

<file path=ppt/tags/tag224.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25.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26.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27.xml><?xml version="1.0" encoding="utf-8"?>
<p:tagLst xmlns:a="http://schemas.openxmlformats.org/drawingml/2006/main" xmlns:r="http://schemas.openxmlformats.org/officeDocument/2006/relationships" xmlns:p="http://schemas.openxmlformats.org/presentationml/2006/main">
  <p:tag name="EMFCHILD" val="True"/>
  <p:tag name="ORIGINALHEIGHT" val=" 4.770091"/>
  <p:tag name="ORIGINALWIDTH" val=" 3.239613"/>
</p:tagLst>
</file>

<file path=ppt/tags/tag228.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29.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5.595522"/>
</p:tagLst>
</file>

<file path=ppt/tags/tag230.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31.xml><?xml version="1.0" encoding="utf-8"?>
<p:tagLst xmlns:a="http://schemas.openxmlformats.org/drawingml/2006/main" xmlns:r="http://schemas.openxmlformats.org/officeDocument/2006/relationships" xmlns:p="http://schemas.openxmlformats.org/presentationml/2006/main">
  <p:tag name="EMFCHILD" val="True"/>
  <p:tag name="ORIGINALHEIGHT" val=" 8.966368"/>
  <p:tag name="ORIGINALWIDTH" val=" 5.437176"/>
</p:tagLst>
</file>

<file path=ppt/tags/tag232.xml><?xml version="1.0" encoding="utf-8"?>
<p:tagLst xmlns:a="http://schemas.openxmlformats.org/drawingml/2006/main" xmlns:r="http://schemas.openxmlformats.org/officeDocument/2006/relationships" xmlns:p="http://schemas.openxmlformats.org/presentationml/2006/main">
  <p:tag name="EMFCHILD" val="True"/>
  <p:tag name="ORIGINALHEIGHT" val=" 4.714291"/>
  <p:tag name="ORIGINALWIDTH" val=" 5.215492"/>
</p:tagLst>
</file>

<file path=ppt/tags/tag233.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4.967121"/>
</p:tagLst>
</file>

<file path=ppt/tags/tag234.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35.xml><?xml version="1.0" encoding="utf-8"?>
<p:tagLst xmlns:a="http://schemas.openxmlformats.org/drawingml/2006/main" xmlns:r="http://schemas.openxmlformats.org/officeDocument/2006/relationships" xmlns:p="http://schemas.openxmlformats.org/presentationml/2006/main">
  <p:tag name="EMFCHILD" val="True"/>
  <p:tag name="ORIGINALHEIGHT" val=" 4.403448"/>
  <p:tag name="ORIGINALWIDTH" val=" 3.281507"/>
</p:tagLst>
</file>

<file path=ppt/tags/tag236.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37.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38.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2.541419"/>
</p:tagLst>
</file>

<file path=ppt/tags/tag239.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83"/>
  <p:tag name="IGUANATEXSIZE" val="20"/>
  <p:tag name="IGUANATEXVERSION" val="162"/>
  <p:tag name="LATEXADDIN" val="\documentclass{article}&#10;\usepackage{amsmath}&#10;\pagestyle{empty}&#10;\begin{document}&#10;&#10;\[&#10;y = 1 \iff &#10;\]&#10;&#10;\end{document}"/>
  <p:tag name="LATEXENGINEID" val="0"/>
  <p:tag name="LATEXFORMHEIGHT" val=" 320"/>
  <p:tag name="LATEXFORMWIDTH" val=" 573.75"/>
  <p:tag name="LATEXFORMWRAP" val="True"/>
  <p:tag name="ORIGINALHEIGHT" val=" 107.9865"/>
  <p:tag name="ORIGINALWIDTH" val=" 581.9272"/>
  <p:tag name="OUTPUTDPI" val=" 1200"/>
  <p:tag name="OUTPUTTYPE" val="PNG"/>
  <p:tag name="TEMPFOLDER" val="C:\Users\luisc\Documents\Custom Office Templates\iguana temp\"/>
  <p:tag name="TRANSPARENCY" val="True"/>
</p:tagLst>
</file>

<file path=ppt/tags/tag24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03"/>
  <p:tag name="IGUANATEXSIZE" val="20"/>
  <p:tag name="IGUANATEXVERSION" val="162"/>
  <p:tag name="LATEXADDIN" val="\documentclass{article}&#10;\usepackage{amsmath}&#10;\pagestyle{empty}&#10;\begin{document}&#10;&#10;\[&#10;\mu_0 -\alpha \leq \beta^T x + \epsilon \leq \mu_1 - \alpha&#10;\]&#10;&#10;\end{document}"/>
  <p:tag name="LATEXENGINEID" val="0"/>
  <p:tag name="LATEXFORMHEIGHT" val=" 320"/>
  <p:tag name="LATEXFORMWIDTH" val=" 573.75"/>
  <p:tag name="LATEXFORMWRAP" val="True"/>
  <p:tag name="ORIGINALHEIGHT" val=" 10.48069"/>
  <p:tag name="ORIGINALWIDTH" val=" 118.573"/>
  <p:tag name="OUTPUTTYPE" val="SVG"/>
  <p:tag name="TEMPFOLDER" val="C:\Users\luisc\Documents\Custom Office Templates\iguana temp\"/>
  <p:tag name="TRANSPARENCY" val="True"/>
</p:tagLst>
</file>

<file path=ppt/tags/tag24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03"/>
  <p:tag name="IGUANATEXSIZE" val="20"/>
  <p:tag name="LATEXADDIN" val="\documentclass{article}&#10;\usepackage{amsmath}&#10;\pagestyle{empty}&#10;\begin{document}&#10;&#10;\[&#10;\mu_0 -\alpha \leq \beta^T x + \epsilon \leq \mu_1 - \alpha&#10;\]&#10;&#10;\end{document}"/>
  <p:tag name="LATEXENGINEID" val="0"/>
  <p:tag name="LATEXFORMHEIGHT" val=" 320"/>
  <p:tag name="LATEXFORMWIDTH" val=" 573.75"/>
  <p:tag name="LATEXFORMWRAP" val="True"/>
  <p:tag name="ORIGINALHEIGHT" val=" 6.257448"/>
  <p:tag name="ORIGINALWIDTH" val=" 5.411092"/>
  <p:tag name="TEMPFOLDER" val="C:\Users\luisc\Documents\Custom Office Templates\iguana temp\"/>
  <p:tag name="TRANSPARENCY" val="True"/>
</p:tagLst>
</file>

<file path=ppt/tags/tag242.xml><?xml version="1.0" encoding="utf-8"?>
<p:tagLst xmlns:a="http://schemas.openxmlformats.org/drawingml/2006/main" xmlns:r="http://schemas.openxmlformats.org/officeDocument/2006/relationships" xmlns:p="http://schemas.openxmlformats.org/presentationml/2006/main">
  <p:tag name="EMFCHILD" val="True"/>
  <p:tag name="ORIGINALHEIGHT" val=" 4.553287"/>
  <p:tag name="ORIGINALWIDTH" val=" 3.242638"/>
</p:tagLst>
</file>

<file path=ppt/tags/tag243.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9942"/>
</p:tagLst>
</file>

<file path=ppt/tags/tag244.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5.600748"/>
</p:tagLst>
</file>

<file path=ppt/tags/tag245.xml><?xml version="1.0" encoding="utf-8"?>
<p:tagLst xmlns:a="http://schemas.openxmlformats.org/drawingml/2006/main" xmlns:r="http://schemas.openxmlformats.org/officeDocument/2006/relationships" xmlns:p="http://schemas.openxmlformats.org/presentationml/2006/main">
  <p:tag name="EMFCHILD" val="True"/>
  <p:tag name="ORIGINALHEIGHT" val=" 7.351082"/>
  <p:tag name="ORIGINALWIDTH" val=" 6.099942"/>
</p:tagLst>
</file>

<file path=ppt/tags/tag246.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442294"/>
</p:tagLst>
</file>

<file path=ppt/tags/tag247.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220383"/>
</p:tagLst>
</file>

<file path=ppt/tags/tag248.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71817"/>
</p:tagLst>
</file>

<file path=ppt/tags/tag249.xml><?xml version="1.0" encoding="utf-8"?>
<p:tagLst xmlns:a="http://schemas.openxmlformats.org/drawingml/2006/main" xmlns:r="http://schemas.openxmlformats.org/officeDocument/2006/relationships" xmlns:p="http://schemas.openxmlformats.org/presentationml/2006/main">
  <p:tag name="EMFCHILD" val="True"/>
  <p:tag name="ORIGINALHEIGHT" val=" 6.333496"/>
  <p:tag name="ORIGINALWIDTH" val=" 6.639055"/>
</p:tagLst>
</file>

<file path=ppt/tags/tag250.xml><?xml version="1.0" encoding="utf-8"?>
<p:tagLst xmlns:a="http://schemas.openxmlformats.org/drawingml/2006/main" xmlns:r="http://schemas.openxmlformats.org/officeDocument/2006/relationships" xmlns:p="http://schemas.openxmlformats.org/presentationml/2006/main">
  <p:tag name="EMFCHILD" val="True"/>
  <p:tag name="ORIGINALHEIGHT" val=" 4.203325"/>
  <p:tag name="ORIGINALWIDTH" val=" 3.284578"/>
</p:tagLst>
</file>

<file path=ppt/tags/tag251.xml><?xml version="1.0" encoding="utf-8"?>
<p:tagLst xmlns:a="http://schemas.openxmlformats.org/drawingml/2006/main" xmlns:r="http://schemas.openxmlformats.org/officeDocument/2006/relationships" xmlns:p="http://schemas.openxmlformats.org/presentationml/2006/main">
  <p:tag name="EMFCHILD" val="True"/>
  <p:tag name="ORIGINALHEIGHT" val=" 7.351082"/>
  <p:tag name="ORIGINALWIDTH" val=" 6.099942"/>
</p:tagLst>
</file>

<file path=ppt/tags/tag252.xml><?xml version="1.0" encoding="utf-8"?>
<p:tagLst xmlns:a="http://schemas.openxmlformats.org/drawingml/2006/main" xmlns:r="http://schemas.openxmlformats.org/officeDocument/2006/relationships" xmlns:p="http://schemas.openxmlformats.org/presentationml/2006/main">
  <p:tag name="EMFCHILD" val="True"/>
  <p:tag name="ORIGINALHEIGHT" val=" 6.257448"/>
  <p:tag name="ORIGINALWIDTH" val=" 5.411092"/>
</p:tagLst>
</file>

<file path=ppt/tags/tag253.xml><?xml version="1.0" encoding="utf-8"?>
<p:tagLst xmlns:a="http://schemas.openxmlformats.org/drawingml/2006/main" xmlns:r="http://schemas.openxmlformats.org/officeDocument/2006/relationships" xmlns:p="http://schemas.openxmlformats.org/presentationml/2006/main">
  <p:tag name="EMFCHILD" val="True"/>
  <p:tag name="ORIGINALHEIGHT" val=" 4.420141"/>
  <p:tag name="ORIGINALWIDTH" val=" 2.543808"/>
</p:tagLst>
</file>

<file path=ppt/tags/tag254.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99942"/>
</p:tagLst>
</file>

<file path=ppt/tags/tag255.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5.600748"/>
</p:tagLst>
</file>

<file path=ppt/tags/tag256.xml><?xml version="1.0" encoding="utf-8"?>
<p:tagLst xmlns:a="http://schemas.openxmlformats.org/drawingml/2006/main" xmlns:r="http://schemas.openxmlformats.org/officeDocument/2006/relationships" xmlns:p="http://schemas.openxmlformats.org/presentationml/2006/main">
  <p:tag name="EMFCHILD" val="True"/>
  <p:tag name="ORIGINALHEIGHT" val=" 6.445786"/>
  <p:tag name="ORIGINALWIDTH" val=" 4.598094"/>
</p:tagLst>
</file>

<file path=ppt/tags/tag257.xml><?xml version="1.0" encoding="utf-8"?>
<p:tagLst xmlns:a="http://schemas.openxmlformats.org/drawingml/2006/main" xmlns:r="http://schemas.openxmlformats.org/officeDocument/2006/relationships" xmlns:p="http://schemas.openxmlformats.org/presentationml/2006/main">
  <p:tag name="EMFCHILD" val="True"/>
  <p:tag name="ORIGINALHEIGHT" val=" 2.331217"/>
  <p:tag name="ORIGINALWIDTH" val=" 6.63285"/>
</p:tagLst>
</file>

<file path=ppt/tags/tag258.xml><?xml version="1.0" encoding="utf-8"?>
<p:tagLst xmlns:a="http://schemas.openxmlformats.org/drawingml/2006/main" xmlns:r="http://schemas.openxmlformats.org/officeDocument/2006/relationships" xmlns:p="http://schemas.openxmlformats.org/presentationml/2006/main">
  <p:tag name="EMFCHILD" val="True"/>
  <p:tag name="ORIGINALHEIGHT" val=" 7.023629"/>
  <p:tag name="ORIGINALWIDTH" val=" 5.605486"/>
</p:tagLst>
</file>

<file path=ppt/tags/tag259.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60.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61.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62.xml><?xml version="1.0" encoding="utf-8"?>
<p:tagLst xmlns:a="http://schemas.openxmlformats.org/drawingml/2006/main" xmlns:r="http://schemas.openxmlformats.org/officeDocument/2006/relationships" xmlns:p="http://schemas.openxmlformats.org/presentationml/2006/main">
  <p:tag name="EMFCHILD" val="True"/>
  <p:tag name="ORIGINALHEIGHT" val=" 4.902573"/>
  <p:tag name="ORIGINALWIDTH" val=" 4.098406"/>
</p:tagLst>
</file>

<file path=ppt/tags/tag263.xml><?xml version="1.0" encoding="utf-8"?>
<p:tagLst xmlns:a="http://schemas.openxmlformats.org/drawingml/2006/main" xmlns:r="http://schemas.openxmlformats.org/officeDocument/2006/relationships" xmlns:p="http://schemas.openxmlformats.org/presentationml/2006/main">
  <p:tag name="EMFCHILD" val="True"/>
  <p:tag name="ORIGINALHEIGHT" val=" .3416893"/>
  <p:tag name="ORIGINALWIDTH" val=" 4.71979"/>
</p:tagLst>
</file>

<file path=ppt/tags/tag264.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2.541419"/>
</p:tagLst>
</file>

<file path=ppt/tags/tag265.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66.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5.595522"/>
</p:tagLst>
</file>

<file path=ppt/tags/tag267.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68.xml><?xml version="1.0" encoding="utf-8"?>
<p:tagLst xmlns:a="http://schemas.openxmlformats.org/drawingml/2006/main" xmlns:r="http://schemas.openxmlformats.org/officeDocument/2006/relationships" xmlns:p="http://schemas.openxmlformats.org/presentationml/2006/main">
  <p:tag name="EMFCHILD" val="True"/>
  <p:tag name="ORIGINALHEIGHT" val=" 8.966368"/>
  <p:tag name="ORIGINALWIDTH" val=" 5.437176"/>
</p:tagLst>
</file>

<file path=ppt/tags/tag269.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4.967121"/>
</p:tagLst>
</file>

<file path=ppt/tags/tag270.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71.xml><?xml version="1.0" encoding="utf-8"?>
<p:tagLst xmlns:a="http://schemas.openxmlformats.org/drawingml/2006/main" xmlns:r="http://schemas.openxmlformats.org/officeDocument/2006/relationships" xmlns:p="http://schemas.openxmlformats.org/presentationml/2006/main">
  <p:tag name="EMFCHILD" val="True"/>
  <p:tag name="ORIGINALHEIGHT" val=" 4.403448"/>
  <p:tag name="ORIGINALWIDTH" val=" 3.281507"/>
</p:tagLst>
</file>

<file path=ppt/tags/tag272.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73.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74.xml><?xml version="1.0" encoding="utf-8"?>
<p:tagLst xmlns:a="http://schemas.openxmlformats.org/drawingml/2006/main" xmlns:r="http://schemas.openxmlformats.org/officeDocument/2006/relationships" xmlns:p="http://schemas.openxmlformats.org/presentationml/2006/main">
  <p:tag name="EMFCHILD" val="True"/>
  <p:tag name="ORIGINALHEIGHT" val=" 4.902573"/>
  <p:tag name="ORIGINALWIDTH" val=" 4.098406"/>
</p:tagLst>
</file>

<file path=ppt/tags/tag275.xml><?xml version="1.0" encoding="utf-8"?>
<p:tagLst xmlns:a="http://schemas.openxmlformats.org/drawingml/2006/main" xmlns:r="http://schemas.openxmlformats.org/officeDocument/2006/relationships" xmlns:p="http://schemas.openxmlformats.org/presentationml/2006/main">
  <p:tag name="EMFCHILD" val="True"/>
  <p:tag name="ORIGINALHEIGHT" val=" 6.445786"/>
  <p:tag name="ORIGINALWIDTH" val=" 4.598094"/>
</p:tagLst>
</file>

<file path=ppt/tags/tag276.xml><?xml version="1.0" encoding="utf-8"?>
<p:tagLst xmlns:a="http://schemas.openxmlformats.org/drawingml/2006/main" xmlns:r="http://schemas.openxmlformats.org/officeDocument/2006/relationships" xmlns:p="http://schemas.openxmlformats.org/presentationml/2006/main">
  <p:tag name="EMFCHILD" val="True"/>
  <p:tag name="ORIGINALHEIGHT" val=" 2.331217"/>
  <p:tag name="ORIGINALWIDTH" val=" 6.63285"/>
</p:tagLst>
</file>

<file path=ppt/tags/tag277.xml><?xml version="1.0" encoding="utf-8"?>
<p:tagLst xmlns:a="http://schemas.openxmlformats.org/drawingml/2006/main" xmlns:r="http://schemas.openxmlformats.org/officeDocument/2006/relationships" xmlns:p="http://schemas.openxmlformats.org/presentationml/2006/main">
  <p:tag name="EMFCHILD" val="True"/>
  <p:tag name="ORIGINALHEIGHT" val=" 7.023629"/>
  <p:tag name="ORIGINALWIDTH" val=" 5.605486"/>
</p:tagLst>
</file>

<file path=ppt/tags/tag278.xml><?xml version="1.0" encoding="utf-8"?>
<p:tagLst xmlns:a="http://schemas.openxmlformats.org/drawingml/2006/main" xmlns:r="http://schemas.openxmlformats.org/officeDocument/2006/relationships" xmlns:p="http://schemas.openxmlformats.org/presentationml/2006/main">
  <p:tag name="EMFCHILD" val="True"/>
  <p:tag name="ORIGINALHEIGHT" val=" .398486"/>
  <p:tag name="ORIGINALWIDTH" val=" 6.094214"/>
</p:tagLst>
</file>

<file path=ppt/tags/tag279.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3.291471"/>
</p:tagLst>
</file>

<file path=ppt/tags/tag280.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81.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282.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83.xml><?xml version="1.0" encoding="utf-8"?>
<p:tagLst xmlns:a="http://schemas.openxmlformats.org/drawingml/2006/main" xmlns:r="http://schemas.openxmlformats.org/officeDocument/2006/relationships" xmlns:p="http://schemas.openxmlformats.org/presentationml/2006/main">
  <p:tag name="EMFCHILD" val="True"/>
  <p:tag name="ORIGINALHEIGHT" val=" 4.902573"/>
  <p:tag name="ORIGINALWIDTH" val=" 4.098406"/>
</p:tagLst>
</file>

<file path=ppt/tags/tag284.xml><?xml version="1.0" encoding="utf-8"?>
<p:tagLst xmlns:a="http://schemas.openxmlformats.org/drawingml/2006/main" xmlns:r="http://schemas.openxmlformats.org/officeDocument/2006/relationships" xmlns:p="http://schemas.openxmlformats.org/presentationml/2006/main">
  <p:tag name="EMFCHILD" val="True"/>
  <p:tag name="ORIGINALHEIGHT" val=" .3416893"/>
  <p:tag name="ORIGINALWIDTH" val=" 4.71979"/>
</p:tagLst>
</file>

<file path=ppt/tags/tag285.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3.085989"/>
</p:tagLst>
</file>

<file path=ppt/tags/tag286.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87.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5.595522"/>
</p:tagLst>
</file>

<file path=ppt/tags/tag288.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89.xml><?xml version="1.0" encoding="utf-8"?>
<p:tagLst xmlns:a="http://schemas.openxmlformats.org/drawingml/2006/main" xmlns:r="http://schemas.openxmlformats.org/officeDocument/2006/relationships" xmlns:p="http://schemas.openxmlformats.org/presentationml/2006/main">
  <p:tag name="EMFCHILD" val="True"/>
  <p:tag name="ORIGINALHEIGHT" val=" 8.966368"/>
  <p:tag name="ORIGINALWIDTH" val=" 5.437176"/>
</p:tagLst>
</file>

<file path=ppt/tags/tag290.xml><?xml version="1.0" encoding="utf-8"?>
<p:tagLst xmlns:a="http://schemas.openxmlformats.org/drawingml/2006/main" xmlns:r="http://schemas.openxmlformats.org/officeDocument/2006/relationships" xmlns:p="http://schemas.openxmlformats.org/presentationml/2006/main">
  <p:tag name="EMFCHILD" val="True"/>
  <p:tag name="ORIGINALHEIGHT" val=" 4.714291"/>
  <p:tag name="ORIGINALWIDTH" val=" 5.215492"/>
</p:tagLst>
</file>

<file path=ppt/tags/tag291.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4.967121"/>
</p:tagLst>
</file>

<file path=ppt/tags/tag292.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293.xml><?xml version="1.0" encoding="utf-8"?>
<p:tagLst xmlns:a="http://schemas.openxmlformats.org/drawingml/2006/main" xmlns:r="http://schemas.openxmlformats.org/officeDocument/2006/relationships" xmlns:p="http://schemas.openxmlformats.org/presentationml/2006/main">
  <p:tag name="EMFCHILD" val="True"/>
  <p:tag name="ORIGINALHEIGHT" val=" 4.403448"/>
  <p:tag name="ORIGINALWIDTH" val=" 3.281507"/>
</p:tagLst>
</file>

<file path=ppt/tags/tag294.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295.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296.xml><?xml version="1.0" encoding="utf-8"?>
<p:tagLst xmlns:a="http://schemas.openxmlformats.org/drawingml/2006/main" xmlns:r="http://schemas.openxmlformats.org/officeDocument/2006/relationships" xmlns:p="http://schemas.openxmlformats.org/presentationml/2006/main">
  <p:tag name="EMFCHILD" val="True"/>
  <p:tag name="ORIGINALHEIGHT" val=" 4.902573"/>
  <p:tag name="ORIGINALWIDTH" val=" 4.098406"/>
</p:tagLst>
</file>

<file path=ppt/tags/tag297.xml><?xml version="1.0" encoding="utf-8"?>
<p:tagLst xmlns:a="http://schemas.openxmlformats.org/drawingml/2006/main" xmlns:r="http://schemas.openxmlformats.org/officeDocument/2006/relationships" xmlns:p="http://schemas.openxmlformats.org/presentationml/2006/main">
  <p:tag name="EMFCHILD" val="True"/>
  <p:tag name="ORIGINALHEIGHT" val=" .3416893"/>
  <p:tag name="ORIGINALWIDTH" val=" 4.71979"/>
</p:tagLst>
</file>

<file path=ppt/tags/tag298.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2.541419"/>
</p:tagLst>
</file>

<file path=ppt/tags/tag299.xml><?xml version="1.0" encoding="utf-8"?>
<p:tagLst xmlns:a="http://schemas.openxmlformats.org/drawingml/2006/main" xmlns:r="http://schemas.openxmlformats.org/officeDocument/2006/relationships" xmlns:p="http://schemas.openxmlformats.org/presentationml/2006/main">
  <p:tag name="EMFCHILD" val="True"/>
  <p:tag name="ORIGINALHEIGHT" val=" 4.714291"/>
  <p:tag name="ORIGINALWIDTH" val=" 5.215492"/>
</p:tagLst>
</file>

<file path=ppt/tags/tag300.xml><?xml version="1.0" encoding="utf-8"?>
<p:tagLst xmlns:a="http://schemas.openxmlformats.org/drawingml/2006/main" xmlns:r="http://schemas.openxmlformats.org/officeDocument/2006/relationships" xmlns:p="http://schemas.openxmlformats.org/presentationml/2006/main">
  <p:tag name="EMFCHILD" val="True"/>
  <p:tag name="ORIGINALHEIGHT" val=" 4.714291"/>
  <p:tag name="ORIGINALWIDTH" val=" 5.215492"/>
</p:tagLst>
</file>

<file path=ppt/tags/tag301.xml><?xml version="1.0" encoding="utf-8"?>
<p:tagLst xmlns:a="http://schemas.openxmlformats.org/drawingml/2006/main" xmlns:r="http://schemas.openxmlformats.org/officeDocument/2006/relationships" xmlns:p="http://schemas.openxmlformats.org/presentationml/2006/main">
  <p:tag name="EMFCHILD" val="True"/>
  <p:tag name="ORIGINALHEIGHT" val=" 6.445786"/>
  <p:tag name="ORIGINALWIDTH" val=" 4.598094"/>
</p:tagLst>
</file>

<file path=ppt/tags/tag302.xml><?xml version="1.0" encoding="utf-8"?>
<p:tagLst xmlns:a="http://schemas.openxmlformats.org/drawingml/2006/main" xmlns:r="http://schemas.openxmlformats.org/officeDocument/2006/relationships" xmlns:p="http://schemas.openxmlformats.org/presentationml/2006/main">
  <p:tag name="EMFCHILD" val="True"/>
  <p:tag name="ORIGINALHEIGHT" val=" 2.331217"/>
  <p:tag name="ORIGINALWIDTH" val=" 6.63285"/>
</p:tagLst>
</file>

<file path=ppt/tags/tag303.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3.979701"/>
</p:tagLst>
</file>

<file path=ppt/tags/tag304.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305.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306.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307.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2.541419"/>
</p:tagLst>
</file>

<file path=ppt/tags/tag308.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309.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5.595522"/>
</p:tagLst>
</file>

<file path=ppt/tags/tag310.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311.xml><?xml version="1.0" encoding="utf-8"?>
<p:tagLst xmlns:a="http://schemas.openxmlformats.org/drawingml/2006/main" xmlns:r="http://schemas.openxmlformats.org/officeDocument/2006/relationships" xmlns:p="http://schemas.openxmlformats.org/presentationml/2006/main">
  <p:tag name="EMFCHILD" val="True"/>
  <p:tag name="ORIGINALHEIGHT" val=" 8.966368"/>
  <p:tag name="ORIGINALWIDTH" val=" 5.437176"/>
</p:tagLst>
</file>

<file path=ppt/tags/tag312.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4.967121"/>
</p:tagLst>
</file>

<file path=ppt/tags/tag313.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314.xml><?xml version="1.0" encoding="utf-8"?>
<p:tagLst xmlns:a="http://schemas.openxmlformats.org/drawingml/2006/main" xmlns:r="http://schemas.openxmlformats.org/officeDocument/2006/relationships" xmlns:p="http://schemas.openxmlformats.org/presentationml/2006/main">
  <p:tag name="EMFCHILD" val="True"/>
  <p:tag name="ORIGINALHEIGHT" val=" 4.403448"/>
  <p:tag name="ORIGINALWIDTH" val=" 3.281507"/>
</p:tagLst>
</file>

<file path=ppt/tags/tag315.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316.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317.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3.085989"/>
</p:tagLst>
</file>

<file path=ppt/tags/tag318.xml><?xml version="1.0" encoding="utf-8"?>
<p:tagLst xmlns:a="http://schemas.openxmlformats.org/drawingml/2006/main" xmlns:r="http://schemas.openxmlformats.org/officeDocument/2006/relationships" xmlns:p="http://schemas.openxmlformats.org/presentationml/2006/main">
  <p:tag name="EMFCHILD" val="True"/>
  <p:tag name="ORIGINALHEIGHT" val=" 6.445786"/>
  <p:tag name="ORIGINALWIDTH" val=" 4.598094"/>
</p:tagLst>
</file>

<file path=ppt/tags/tag319.xml><?xml version="1.0" encoding="utf-8"?>
<p:tagLst xmlns:a="http://schemas.openxmlformats.org/drawingml/2006/main" xmlns:r="http://schemas.openxmlformats.org/officeDocument/2006/relationships" xmlns:p="http://schemas.openxmlformats.org/presentationml/2006/main">
  <p:tag name="EMFCHILD" val="True"/>
  <p:tag name="ORIGINALHEIGHT" val=" 2.331217"/>
  <p:tag name="ORIGINALWIDTH" val=" 6.63285"/>
</p:tagLst>
</file>

<file path=ppt/tags/tag320.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3.291471"/>
</p:tagLst>
</file>

<file path=ppt/tags/tag321.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322.xml><?xml version="1.0" encoding="utf-8"?>
<p:tagLst xmlns:a="http://schemas.openxmlformats.org/drawingml/2006/main" xmlns:r="http://schemas.openxmlformats.org/officeDocument/2006/relationships" xmlns:p="http://schemas.openxmlformats.org/presentationml/2006/main">
  <p:tag name="EMFCHILD" val="True"/>
  <p:tag name="ORIGINALHEIGHT" val=" 5.47942"/>
  <p:tag name="ORIGINALWIDTH" val=" 8.8571"/>
</p:tagLst>
</file>

<file path=ppt/tags/tag323.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324.xml><?xml version="1.0" encoding="utf-8"?>
<p:tagLst xmlns:a="http://schemas.openxmlformats.org/drawingml/2006/main" xmlns:r="http://schemas.openxmlformats.org/officeDocument/2006/relationships" xmlns:p="http://schemas.openxmlformats.org/presentationml/2006/main">
  <p:tag name="EMFCHILD" val="True"/>
  <p:tag name="ORIGINALHEIGHT" val=" 4.770091"/>
  <p:tag name="ORIGINALWIDTH" val=" 3.239613"/>
</p:tagLst>
</file>

<file path=ppt/tags/tag325.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326.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5.595522"/>
</p:tagLst>
</file>

<file path=ppt/tags/tag327.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328.xml><?xml version="1.0" encoding="utf-8"?>
<p:tagLst xmlns:a="http://schemas.openxmlformats.org/drawingml/2006/main" xmlns:r="http://schemas.openxmlformats.org/officeDocument/2006/relationships" xmlns:p="http://schemas.openxmlformats.org/presentationml/2006/main">
  <p:tag name="EMFCHILD" val="True"/>
  <p:tag name="ORIGINALHEIGHT" val=" 8.966368"/>
  <p:tag name="ORIGINALWIDTH" val=" 5.437176"/>
</p:tagLst>
</file>

<file path=ppt/tags/tag329.xml><?xml version="1.0" encoding="utf-8"?>
<p:tagLst xmlns:a="http://schemas.openxmlformats.org/drawingml/2006/main" xmlns:r="http://schemas.openxmlformats.org/officeDocument/2006/relationships" xmlns:p="http://schemas.openxmlformats.org/presentationml/2006/main">
  <p:tag name="EMFCHILD" val="True"/>
  <p:tag name="ORIGINALHEIGHT" val=" 4.714291"/>
  <p:tag name="ORIGINALWIDTH" val=" 5.215492"/>
</p:tagLst>
</file>

<file path=ppt/tags/tag330.xml><?xml version="1.0" encoding="utf-8"?>
<p:tagLst xmlns:a="http://schemas.openxmlformats.org/drawingml/2006/main" xmlns:r="http://schemas.openxmlformats.org/officeDocument/2006/relationships" xmlns:p="http://schemas.openxmlformats.org/presentationml/2006/main">
  <p:tag name="EMFCHILD" val="True"/>
  <p:tag name="ORIGINALHEIGHT" val=" 4.513055"/>
  <p:tag name="ORIGINALWIDTH" val=" 4.967121"/>
</p:tagLst>
</file>

<file path=ppt/tags/tag331.xml><?xml version="1.0" encoding="utf-8"?>
<p:tagLst xmlns:a="http://schemas.openxmlformats.org/drawingml/2006/main" xmlns:r="http://schemas.openxmlformats.org/officeDocument/2006/relationships" xmlns:p="http://schemas.openxmlformats.org/presentationml/2006/main">
  <p:tag name="EMFCHILD" val="True"/>
  <p:tag name="ORIGINALHEIGHT" val=" 6.635108"/>
  <p:tag name="ORIGINALWIDTH" val=" 6.63285"/>
</p:tagLst>
</file>

<file path=ppt/tags/tag332.xml><?xml version="1.0" encoding="utf-8"?>
<p:tagLst xmlns:a="http://schemas.openxmlformats.org/drawingml/2006/main" xmlns:r="http://schemas.openxmlformats.org/officeDocument/2006/relationships" xmlns:p="http://schemas.openxmlformats.org/presentationml/2006/main">
  <p:tag name="EMFCHILD" val="True"/>
  <p:tag name="ORIGINALHEIGHT" val=" 4.403448"/>
  <p:tag name="ORIGINALWIDTH" val=" 3.281507"/>
</p:tagLst>
</file>

<file path=ppt/tags/tag333.xml><?xml version="1.0" encoding="utf-8"?>
<p:tagLst xmlns:a="http://schemas.openxmlformats.org/drawingml/2006/main" xmlns:r="http://schemas.openxmlformats.org/officeDocument/2006/relationships" xmlns:p="http://schemas.openxmlformats.org/presentationml/2006/main">
  <p:tag name="EMFCHILD" val="True"/>
  <p:tag name="ORIGINALHEIGHT" val=" 7.701116"/>
  <p:tag name="ORIGINALWIDTH" val=" 6.094214"/>
</p:tagLst>
</file>

<file path=ppt/tags/tag334.xml><?xml version="1.0" encoding="utf-8"?>
<p:tagLst xmlns:a="http://schemas.openxmlformats.org/drawingml/2006/main" xmlns:r="http://schemas.openxmlformats.org/officeDocument/2006/relationships" xmlns:p="http://schemas.openxmlformats.org/presentationml/2006/main">
  <p:tag name="EMFCHILD" val="True"/>
  <p:tag name="ORIGINALHEIGHT" val=" 6.555393"/>
  <p:tag name="ORIGINALWIDTH" val=" 5.406027"/>
</p:tagLst>
</file>

<file path=ppt/tags/tag335.xml><?xml version="1.0" encoding="utf-8"?>
<p:tagLst xmlns:a="http://schemas.openxmlformats.org/drawingml/2006/main" xmlns:r="http://schemas.openxmlformats.org/officeDocument/2006/relationships" xmlns:p="http://schemas.openxmlformats.org/presentationml/2006/main">
  <p:tag name="EMFCHILD" val="True"/>
  <p:tag name="ORIGINALHEIGHT" val=" 4.63059"/>
  <p:tag name="ORIGINALWIDTH" val=" 2.541419"/>
</p:tagLst>
</file>

<file path=ppt/tags/tag336.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80"/>
  <p:tag name="IGUANATEXSIZE" val="20"/>
  <p:tag name="IGUANATEXVERSION" val="162"/>
  <p:tag name="LATEXADDIN" val="\documentclass{article}&#10;\usepackage{amsmath}&#10;\pagestyle{empty}&#10;\begin{document}&#10;&#10;$P(y_n = j) = F(\mu_j - \beta^\top x_n) - F(\mu_{j-1} - \beta^\top x_n)$&#10;&#10;&#10;\end{document}"/>
  <p:tag name="LATEXENGINEID" val="0"/>
  <p:tag name="LATEXFORMHEIGHT" val=" 320"/>
  <p:tag name="LATEXFORMWIDTH" val=" 385"/>
  <p:tag name="LATEXFORMWRAP" val="True"/>
  <p:tag name="ORIGINALHEIGHT" val=" 142.4822"/>
  <p:tag name="ORIGINALWIDTH" val=" 2523.435"/>
  <p:tag name="OUTPUTDPI" val=" 1200"/>
  <p:tag name="OUTPUTTYPE" val="PNG"/>
  <p:tag name="TEMPFOLDER" val="C:\Users\luisc\Documents\Custom Office Templates\iguana temp\"/>
  <p:tag name="TRANSPARENCY" val="True"/>
</p:tagLst>
</file>

<file path=ppt/tags/tag337.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08"/>
  <p:tag name="IGUANATEXSIZE" val="20"/>
  <p:tag name="IGUANATEXVERSION" val="162"/>
  <p:tag name="LATEXADDIN" val="\documentclass{article}&#10;\usepackage{amsmath}&#10;\pagestyle{empty}&#10;\begin{document}&#10;&#10;$F(z) = \frac{e^z}{1 + e^z}$&#10;&#10;&#10;\end{document}"/>
  <p:tag name="LATEXENGINEID" val="0"/>
  <p:tag name="LATEXFORMHEIGHT" val=" 320"/>
  <p:tag name="LATEXFORMWIDTH" val=" 385"/>
  <p:tag name="LATEXFORMWRAP" val="True"/>
  <p:tag name="ORIGINALHEIGHT" val=" 167.979"/>
  <p:tag name="ORIGINALWIDTH" val=" 659.1675"/>
  <p:tag name="OUTPUTDPI" val=" 1200"/>
  <p:tag name="OUTPUTTYPE" val="PNG"/>
  <p:tag name="TEMPFOLDER" val="C:\Users\luisc\Documents\Custom Office Templates\iguana temp\"/>
  <p:tag name="TRANSPARENCY" val="True"/>
</p:tagLst>
</file>

<file path=ppt/tags/tag338.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96"/>
  <p:tag name="IGUANATEXSIZE" val="20"/>
  <p:tag name="IGUANATEXVERSION" val="162"/>
  <p:tag name="LATEXADDIN" val="\documentclass{article}&#10;\usepackage{amsmath}&#10;\pagestyle{empty}&#10;\begin{document}&#10;&#10;$F(z) = \Phi(z)$&#10;&#10;&#10;\end{document}"/>
  <p:tag name="LATEXENGINEID" val="0"/>
  <p:tag name="LATEXFORMHEIGHT" val=" 320"/>
  <p:tag name="LATEXFORMWIDTH" val=" 385"/>
  <p:tag name="LATEXFORMWRAP" val="True"/>
  <p:tag name="ORIGINALHEIGHT" val=" 125.2343"/>
  <p:tag name="ORIGINALWIDTH" val=" 656.9178"/>
  <p:tag name="OUTPUTDPI" val=" 1200"/>
  <p:tag name="OUTPUTTYPE" val="PNG"/>
  <p:tag name="TEMPFOLDER" val="C:\Users\luisc\Documents\Custom Office Templates\iguana temp\"/>
  <p:tag name="TRANSPARENCY" val="True"/>
</p:tagLst>
</file>

<file path=ppt/tags/tag33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4"/>
  <p:tag name="IGUANATEXSIZE" val="20"/>
  <p:tag name="IGUANATEXVERSION" val="162"/>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10.48069"/>
  <p:tag name="ORIGINALWIDTH" val=" 39.54904"/>
  <p:tag name="OUTPUTTYPE" val="SVG"/>
  <p:tag name="TEMPFOLDER" val="C:\Users\luisc\Documents\Custom Office Templates\iguana temp\"/>
  <p:tag name="TRANSPARENCY" val="True"/>
</p:tagLst>
</file>

<file path=ppt/tags/tag34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1)$&#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34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2)$&#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34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3)$&#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34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10.48063"/>
  <p:tag name="ORIGINALWIDTH" val=" 39.54904"/>
  <p:tag name="OUTPUTTYPE" val="SVG"/>
  <p:tag name="TEMPFOLDER" val="C:\Users\luisc\Documents\Custom Office Templates\iguana temp\"/>
  <p:tag name="TRANSPARENCY" val="True"/>
</p:tagLst>
</file>

<file path=ppt/tags/tag34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6.257435"/>
  <p:tag name="ORIGINALWIDTH" val=" 5.333899"/>
  <p:tag name="TEMPFOLDER" val="C:\Users\luisc\Documents\Custom Office Templates\iguana temp\"/>
  <p:tag name="TRANSPARENCY" val="True"/>
</p:tagLst>
</file>

<file path=ppt/tags/tag345.xml><?xml version="1.0" encoding="utf-8"?>
<p:tagLst xmlns:a="http://schemas.openxmlformats.org/drawingml/2006/main" xmlns:r="http://schemas.openxmlformats.org/officeDocument/2006/relationships" xmlns:p="http://schemas.openxmlformats.org/presentationml/2006/main">
  <p:tag name="EMFCHILD" val="True"/>
  <p:tag name="ORIGINALHEIGHT" val=" 4.420135"/>
  <p:tag name="ORIGINALWIDTH" val=" 3.044805"/>
</p:tagLst>
</file>

<file path=ppt/tags/tag346.xml><?xml version="1.0" encoding="utf-8"?>
<p:tagLst xmlns:a="http://schemas.openxmlformats.org/drawingml/2006/main" xmlns:r="http://schemas.openxmlformats.org/officeDocument/2006/relationships" xmlns:p="http://schemas.openxmlformats.org/presentationml/2006/main">
  <p:tag name="EMFCHILD" val="True"/>
  <p:tag name="ORIGINALHEIGHT" val=" .3803666"/>
  <p:tag name="ORIGINALWIDTH" val=" 6.012906"/>
</p:tagLst>
</file>

<file path=ppt/tags/tag347.xml><?xml version="1.0" encoding="utf-8"?>
<p:tagLst xmlns:a="http://schemas.openxmlformats.org/drawingml/2006/main" xmlns:r="http://schemas.openxmlformats.org/officeDocument/2006/relationships" xmlns:p="http://schemas.openxmlformats.org/presentationml/2006/main">
  <p:tag name="EMFCHILD" val="True"/>
  <p:tag name="ORIGINALHEIGHT" val=" 8.558763"/>
  <p:tag name="ORIGINALWIDTH" val=" 5.36462"/>
</p:tagLst>
</file>

<file path=ppt/tags/tag348.xml><?xml version="1.0" encoding="utf-8"?>
<p:tagLst xmlns:a="http://schemas.openxmlformats.org/drawingml/2006/main" xmlns:r="http://schemas.openxmlformats.org/officeDocument/2006/relationships" xmlns:p="http://schemas.openxmlformats.org/presentationml/2006/main">
  <p:tag name="EMFCHILD" val="True"/>
  <p:tag name="ORIGINALHEIGHT" val=" 4.499995"/>
  <p:tag name="ORIGINALWIDTH" val=" 5.145905"/>
</p:tagLst>
</file>

<file path=ppt/tags/tag349.xml><?xml version="1.0" encoding="utf-8"?>
<p:tagLst xmlns:a="http://schemas.openxmlformats.org/drawingml/2006/main" xmlns:r="http://schemas.openxmlformats.org/officeDocument/2006/relationships" xmlns:p="http://schemas.openxmlformats.org/presentationml/2006/main">
  <p:tag name="EMFCHILD" val="True"/>
  <p:tag name="ORIGINALHEIGHT" val=" 4.30788"/>
  <p:tag name="ORIGINALWIDTH" val=" 4.90085"/>
</p:tagLst>
</file>

<file path=ppt/tags/tag35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3)$&#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351.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52.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353.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354.xml><?xml version="1.0" encoding="utf-8"?>
<p:tagLst xmlns:a="http://schemas.openxmlformats.org/drawingml/2006/main" xmlns:r="http://schemas.openxmlformats.org/officeDocument/2006/relationships" xmlns:p="http://schemas.openxmlformats.org/presentationml/2006/main">
  <p:tag name="EMFCHILD" val="True"/>
  <p:tag name="ORIGINALHEIGHT" val=" 6.68288"/>
  <p:tag name="ORIGINALWIDTH" val=" 4.134489"/>
</p:tagLst>
</file>

<file path=ppt/tags/tag355.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5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2)$&#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35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58.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359.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360.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97506"/>
</p:tagLst>
</file>

<file path=ppt/tags/tag361.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6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1)$&#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363.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64.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4"/>
</p:tagLst>
</file>

<file path=ppt/tags/tag365.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099"/>
</p:tagLst>
</file>

<file path=ppt/tags/tag366.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87615"/>
</p:tagLst>
</file>

<file path=ppt/tags/tag36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6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4"/>
  <p:tag name="IGUANATEXSIZE" val="20"/>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6.257447"/>
  <p:tag name="ORIGINALWIDTH" val=" 5.333864"/>
  <p:tag name="TEMPFOLDER" val="C:\Users\luisc\Documents\Custom Office Templates\iguana temp\"/>
  <p:tag name="TRANSPARENCY" val="True"/>
</p:tagLst>
</file>

<file path=ppt/tags/tag369.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0751"/>
</p:tagLst>
</file>

<file path=ppt/tags/tag370.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12903"/>
</p:tagLst>
</file>

<file path=ppt/tags/tag371.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364645"/>
</p:tagLst>
</file>

<file path=ppt/tags/tag372.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145935"/>
</p:tagLst>
</file>

<file path=ppt/tags/tag373.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00864"/>
</p:tagLst>
</file>

<file path=ppt/tags/tag37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4"/>
  <p:tag name="IGUANATEXSIZE" val="20"/>
  <p:tag name="IGUANATEXVERSION" val="162"/>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10.48069"/>
  <p:tag name="ORIGINALWIDTH" val=" 39.54904"/>
  <p:tag name="OUTPUTTYPE" val="SVG"/>
  <p:tag name="TEMPFOLDER" val="C:\Users\luisc\Documents\Custom Office Templates\iguana temp\"/>
  <p:tag name="TRANSPARENCY" val="True"/>
</p:tagLst>
</file>

<file path=ppt/tags/tag37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1)$&#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37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2)$&#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37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3)$&#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37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10.48063"/>
  <p:tag name="ORIGINALWIDTH" val=" 39.54904"/>
  <p:tag name="OUTPUTTYPE" val="SVG"/>
  <p:tag name="TEMPFOLDER" val="C:\Users\luisc\Documents\Custom Office Templates\iguana temp\"/>
  <p:tag name="TRANSPARENCY" val="True"/>
</p:tagLst>
</file>

<file path=ppt/tags/tag37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6.257435"/>
  <p:tag name="ORIGINALWIDTH" val=" 5.333899"/>
  <p:tag name="TEMPFOLDER" val="C:\Users\luisc\Documents\Custom Office Templates\iguana temp\"/>
  <p:tag name="TRANSPARENCY" val="True"/>
</p:tagLst>
</file>

<file path=ppt/tags/tag380.xml><?xml version="1.0" encoding="utf-8"?>
<p:tagLst xmlns:a="http://schemas.openxmlformats.org/drawingml/2006/main" xmlns:r="http://schemas.openxmlformats.org/officeDocument/2006/relationships" xmlns:p="http://schemas.openxmlformats.org/presentationml/2006/main">
  <p:tag name="EMFCHILD" val="True"/>
  <p:tag name="ORIGINALHEIGHT" val=" 4.420135"/>
  <p:tag name="ORIGINALWIDTH" val=" 3.044805"/>
</p:tagLst>
</file>

<file path=ppt/tags/tag381.xml><?xml version="1.0" encoding="utf-8"?>
<p:tagLst xmlns:a="http://schemas.openxmlformats.org/drawingml/2006/main" xmlns:r="http://schemas.openxmlformats.org/officeDocument/2006/relationships" xmlns:p="http://schemas.openxmlformats.org/presentationml/2006/main">
  <p:tag name="EMFCHILD" val="True"/>
  <p:tag name="ORIGINALHEIGHT" val=" .3803666"/>
  <p:tag name="ORIGINALWIDTH" val=" 6.012906"/>
</p:tagLst>
</file>

<file path=ppt/tags/tag382.xml><?xml version="1.0" encoding="utf-8"?>
<p:tagLst xmlns:a="http://schemas.openxmlformats.org/drawingml/2006/main" xmlns:r="http://schemas.openxmlformats.org/officeDocument/2006/relationships" xmlns:p="http://schemas.openxmlformats.org/presentationml/2006/main">
  <p:tag name="EMFCHILD" val="True"/>
  <p:tag name="ORIGINALHEIGHT" val=" 8.558763"/>
  <p:tag name="ORIGINALWIDTH" val=" 5.36462"/>
</p:tagLst>
</file>

<file path=ppt/tags/tag383.xml><?xml version="1.0" encoding="utf-8"?>
<p:tagLst xmlns:a="http://schemas.openxmlformats.org/drawingml/2006/main" xmlns:r="http://schemas.openxmlformats.org/officeDocument/2006/relationships" xmlns:p="http://schemas.openxmlformats.org/presentationml/2006/main">
  <p:tag name="EMFCHILD" val="True"/>
  <p:tag name="ORIGINALHEIGHT" val=" 4.499995"/>
  <p:tag name="ORIGINALWIDTH" val=" 5.145905"/>
</p:tagLst>
</file>

<file path=ppt/tags/tag384.xml><?xml version="1.0" encoding="utf-8"?>
<p:tagLst xmlns:a="http://schemas.openxmlformats.org/drawingml/2006/main" xmlns:r="http://schemas.openxmlformats.org/officeDocument/2006/relationships" xmlns:p="http://schemas.openxmlformats.org/presentationml/2006/main">
  <p:tag name="EMFCHILD" val="True"/>
  <p:tag name="ORIGINALHEIGHT" val=" 4.30788"/>
  <p:tag name="ORIGINALWIDTH" val=" 4.90085"/>
</p:tagLst>
</file>

<file path=ppt/tags/tag38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3)$&#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386.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87.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388.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389.xml><?xml version="1.0" encoding="utf-8"?>
<p:tagLst xmlns:a="http://schemas.openxmlformats.org/drawingml/2006/main" xmlns:r="http://schemas.openxmlformats.org/officeDocument/2006/relationships" xmlns:p="http://schemas.openxmlformats.org/presentationml/2006/main">
  <p:tag name="EMFCHILD" val="True"/>
  <p:tag name="ORIGINALHEIGHT" val=" 6.68288"/>
  <p:tag name="ORIGINALWIDTH" val=" 4.134489"/>
</p:tagLst>
</file>

<file path=ppt/tags/tag390.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9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2)$&#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392.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93.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394.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395.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97506"/>
</p:tagLst>
</file>

<file path=ppt/tags/tag396.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9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1)$&#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398.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399.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4"/>
</p:tagLst>
</file>

<file path=ppt/tags/tag400.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099"/>
</p:tagLst>
</file>

<file path=ppt/tags/tag401.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87615"/>
</p:tagLst>
</file>

<file path=ppt/tags/tag402.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0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4"/>
  <p:tag name="IGUANATEXSIZE" val="20"/>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6.257447"/>
  <p:tag name="ORIGINALWIDTH" val=" 5.333864"/>
  <p:tag name="TEMPFOLDER" val="C:\Users\luisc\Documents\Custom Office Templates\iguana temp\"/>
  <p:tag name="TRANSPARENCY" val="True"/>
</p:tagLst>
</file>

<file path=ppt/tags/tag404.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0751"/>
</p:tagLst>
</file>

<file path=ppt/tags/tag405.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12903"/>
</p:tagLst>
</file>

<file path=ppt/tags/tag406.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364645"/>
</p:tagLst>
</file>

<file path=ppt/tags/tag407.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145935"/>
</p:tagLst>
</file>

<file path=ppt/tags/tag408.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00864"/>
</p:tagLst>
</file>

<file path=ppt/tags/tag40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4"/>
  <p:tag name="IGUANATEXSIZE" val="20"/>
  <p:tag name="IGUANATEXVERSION" val="162"/>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10.48069"/>
  <p:tag name="ORIGINALWIDTH" val=" 39.54904"/>
  <p:tag name="OUTPUTTYPE" val="SVG"/>
  <p:tag name="TEMPFOLDER" val="C:\Users\luisc\Documents\Custom Office Templates\iguana temp\"/>
  <p:tag name="TRANSPARENCY" val="True"/>
</p:tagLst>
</file>

<file path=ppt/tags/tag41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1)$&#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41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2)$&#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41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3)$&#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41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10.48063"/>
  <p:tag name="ORIGINALWIDTH" val=" 39.54904"/>
  <p:tag name="OUTPUTTYPE" val="SVG"/>
  <p:tag name="TEMPFOLDER" val="C:\Users\luisc\Documents\Custom Office Templates\iguana temp\"/>
  <p:tag name="TRANSPARENCY" val="True"/>
</p:tagLst>
</file>

<file path=ppt/tags/tag41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6.257435"/>
  <p:tag name="ORIGINALWIDTH" val=" 5.333899"/>
  <p:tag name="TEMPFOLDER" val="C:\Users\luisc\Documents\Custom Office Templates\iguana temp\"/>
  <p:tag name="TRANSPARENCY" val="True"/>
</p:tagLst>
</file>

<file path=ppt/tags/tag415.xml><?xml version="1.0" encoding="utf-8"?>
<p:tagLst xmlns:a="http://schemas.openxmlformats.org/drawingml/2006/main" xmlns:r="http://schemas.openxmlformats.org/officeDocument/2006/relationships" xmlns:p="http://schemas.openxmlformats.org/presentationml/2006/main">
  <p:tag name="EMFCHILD" val="True"/>
  <p:tag name="ORIGINALHEIGHT" val=" 4.420135"/>
  <p:tag name="ORIGINALWIDTH" val=" 3.044805"/>
</p:tagLst>
</file>

<file path=ppt/tags/tag416.xml><?xml version="1.0" encoding="utf-8"?>
<p:tagLst xmlns:a="http://schemas.openxmlformats.org/drawingml/2006/main" xmlns:r="http://schemas.openxmlformats.org/officeDocument/2006/relationships" xmlns:p="http://schemas.openxmlformats.org/presentationml/2006/main">
  <p:tag name="EMFCHILD" val="True"/>
  <p:tag name="ORIGINALHEIGHT" val=" .3803666"/>
  <p:tag name="ORIGINALWIDTH" val=" 6.012906"/>
</p:tagLst>
</file>

<file path=ppt/tags/tag417.xml><?xml version="1.0" encoding="utf-8"?>
<p:tagLst xmlns:a="http://schemas.openxmlformats.org/drawingml/2006/main" xmlns:r="http://schemas.openxmlformats.org/officeDocument/2006/relationships" xmlns:p="http://schemas.openxmlformats.org/presentationml/2006/main">
  <p:tag name="EMFCHILD" val="True"/>
  <p:tag name="ORIGINALHEIGHT" val=" 8.558763"/>
  <p:tag name="ORIGINALWIDTH" val=" 5.36462"/>
</p:tagLst>
</file>

<file path=ppt/tags/tag418.xml><?xml version="1.0" encoding="utf-8"?>
<p:tagLst xmlns:a="http://schemas.openxmlformats.org/drawingml/2006/main" xmlns:r="http://schemas.openxmlformats.org/officeDocument/2006/relationships" xmlns:p="http://schemas.openxmlformats.org/presentationml/2006/main">
  <p:tag name="EMFCHILD" val="True"/>
  <p:tag name="ORIGINALHEIGHT" val=" 4.499995"/>
  <p:tag name="ORIGINALWIDTH" val=" 5.145905"/>
</p:tagLst>
</file>

<file path=ppt/tags/tag419.xml><?xml version="1.0" encoding="utf-8"?>
<p:tagLst xmlns:a="http://schemas.openxmlformats.org/drawingml/2006/main" xmlns:r="http://schemas.openxmlformats.org/officeDocument/2006/relationships" xmlns:p="http://schemas.openxmlformats.org/presentationml/2006/main">
  <p:tag name="EMFCHILD" val="True"/>
  <p:tag name="ORIGINALHEIGHT" val=" 4.30788"/>
  <p:tag name="ORIGINALWIDTH" val=" 4.90085"/>
</p:tagLst>
</file>

<file path=ppt/tags/tag42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3)$&#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421.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22.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423.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424.xml><?xml version="1.0" encoding="utf-8"?>
<p:tagLst xmlns:a="http://schemas.openxmlformats.org/drawingml/2006/main" xmlns:r="http://schemas.openxmlformats.org/officeDocument/2006/relationships" xmlns:p="http://schemas.openxmlformats.org/presentationml/2006/main">
  <p:tag name="EMFCHILD" val="True"/>
  <p:tag name="ORIGINALHEIGHT" val=" 6.68288"/>
  <p:tag name="ORIGINALWIDTH" val=" 4.134489"/>
</p:tagLst>
</file>

<file path=ppt/tags/tag425.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2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2)$&#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42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28.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429.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430.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97506"/>
</p:tagLst>
</file>

<file path=ppt/tags/tag431.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3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1)$&#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433.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34.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4"/>
</p:tagLst>
</file>

<file path=ppt/tags/tag435.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099"/>
</p:tagLst>
</file>

<file path=ppt/tags/tag436.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87615"/>
</p:tagLst>
</file>

<file path=ppt/tags/tag43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3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4"/>
  <p:tag name="IGUANATEXSIZE" val="20"/>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6.257447"/>
  <p:tag name="ORIGINALWIDTH" val=" 5.333864"/>
  <p:tag name="TEMPFOLDER" val="C:\Users\luisc\Documents\Custom Office Templates\iguana temp\"/>
  <p:tag name="TRANSPARENCY" val="True"/>
</p:tagLst>
</file>

<file path=ppt/tags/tag439.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0751"/>
</p:tagLst>
</file>

<file path=ppt/tags/tag440.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12903"/>
</p:tagLst>
</file>

<file path=ppt/tags/tag441.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364645"/>
</p:tagLst>
</file>

<file path=ppt/tags/tag442.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145935"/>
</p:tagLst>
</file>

<file path=ppt/tags/tag443.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00864"/>
</p:tagLst>
</file>

<file path=ppt/tags/tag44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4"/>
  <p:tag name="IGUANATEXSIZE" val="20"/>
  <p:tag name="IGUANATEXVERSION" val="162"/>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10.48069"/>
  <p:tag name="ORIGINALWIDTH" val=" 39.54904"/>
  <p:tag name="OUTPUTTYPE" val="SVG"/>
  <p:tag name="TEMPFOLDER" val="C:\Users\luisc\Documents\Custom Office Templates\iguana temp\"/>
  <p:tag name="TRANSPARENCY" val="True"/>
</p:tagLst>
</file>

<file path=ppt/tags/tag44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1)$&#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44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2)$&#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44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P(y = 3)$&#10;&#10;&#10;\end{document}"/>
  <p:tag name="LATEXENGINEID" val="0"/>
  <p:tag name="LATEXFORMHEIGHT" val=" 320"/>
  <p:tag name="LATEXFORMWIDTH" val=" 385"/>
  <p:tag name="LATEXFORMWRAP" val="True"/>
  <p:tag name="ORIGINALHEIGHT" val=" 9.713494"/>
  <p:tag name="ORIGINALWIDTH" val=" 37.64162"/>
  <p:tag name="OUTPUTTYPE" val="SVG"/>
  <p:tag name="TEMPFOLDER" val="C:\Users\luisc\Documents\Custom Office Templates\iguana temp\"/>
  <p:tag name="TRANSPARENCY" val="True"/>
</p:tagLst>
</file>

<file path=ppt/tags/tag44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9"/>
  <p:tag name="IGUANATEXSIZE" val="20"/>
  <p:tag name="IGUANATEXVERSION" val="162"/>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10.48063"/>
  <p:tag name="ORIGINALWIDTH" val=" 39.54904"/>
  <p:tag name="OUTPUTTYPE" val="SVG"/>
  <p:tag name="TEMPFOLDER" val="C:\Users\luisc\Documents\Custom Office Templates\iguana temp\"/>
  <p:tag name="TRANSPARENCY" val="True"/>
</p:tagLst>
</file>

<file path=ppt/tags/tag44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10;\mu_2 - \beta^Tx&#10;\]&#10;&#10;\end{document}"/>
  <p:tag name="LATEXENGINEID" val="0"/>
  <p:tag name="LATEXFORMHEIGHT" val=" 320"/>
  <p:tag name="LATEXFORMWIDTH" val=" 573.75"/>
  <p:tag name="LATEXFORMWRAP" val="True"/>
  <p:tag name="ORIGINALHEIGHT" val=" 6.257435"/>
  <p:tag name="ORIGINALWIDTH" val=" 5.333899"/>
  <p:tag name="TEMPFOLDER" val="C:\Users\luisc\Documents\Custom Office Templates\iguana temp\"/>
  <p:tag name="TRANSPARENCY" val="True"/>
</p:tagLst>
</file>

<file path=ppt/tags/tag450.xml><?xml version="1.0" encoding="utf-8"?>
<p:tagLst xmlns:a="http://schemas.openxmlformats.org/drawingml/2006/main" xmlns:r="http://schemas.openxmlformats.org/officeDocument/2006/relationships" xmlns:p="http://schemas.openxmlformats.org/presentationml/2006/main">
  <p:tag name="EMFCHILD" val="True"/>
  <p:tag name="ORIGINALHEIGHT" val=" 4.420135"/>
  <p:tag name="ORIGINALWIDTH" val=" 3.044805"/>
</p:tagLst>
</file>

<file path=ppt/tags/tag451.xml><?xml version="1.0" encoding="utf-8"?>
<p:tagLst xmlns:a="http://schemas.openxmlformats.org/drawingml/2006/main" xmlns:r="http://schemas.openxmlformats.org/officeDocument/2006/relationships" xmlns:p="http://schemas.openxmlformats.org/presentationml/2006/main">
  <p:tag name="EMFCHILD" val="True"/>
  <p:tag name="ORIGINALHEIGHT" val=" .3803666"/>
  <p:tag name="ORIGINALWIDTH" val=" 6.012906"/>
</p:tagLst>
</file>

<file path=ppt/tags/tag452.xml><?xml version="1.0" encoding="utf-8"?>
<p:tagLst xmlns:a="http://schemas.openxmlformats.org/drawingml/2006/main" xmlns:r="http://schemas.openxmlformats.org/officeDocument/2006/relationships" xmlns:p="http://schemas.openxmlformats.org/presentationml/2006/main">
  <p:tag name="EMFCHILD" val="True"/>
  <p:tag name="ORIGINALHEIGHT" val=" 8.558763"/>
  <p:tag name="ORIGINALWIDTH" val=" 5.36462"/>
</p:tagLst>
</file>

<file path=ppt/tags/tag453.xml><?xml version="1.0" encoding="utf-8"?>
<p:tagLst xmlns:a="http://schemas.openxmlformats.org/drawingml/2006/main" xmlns:r="http://schemas.openxmlformats.org/officeDocument/2006/relationships" xmlns:p="http://schemas.openxmlformats.org/presentationml/2006/main">
  <p:tag name="EMFCHILD" val="True"/>
  <p:tag name="ORIGINALHEIGHT" val=" 4.499995"/>
  <p:tag name="ORIGINALWIDTH" val=" 5.145905"/>
</p:tagLst>
</file>

<file path=ppt/tags/tag454.xml><?xml version="1.0" encoding="utf-8"?>
<p:tagLst xmlns:a="http://schemas.openxmlformats.org/drawingml/2006/main" xmlns:r="http://schemas.openxmlformats.org/officeDocument/2006/relationships" xmlns:p="http://schemas.openxmlformats.org/presentationml/2006/main">
  <p:tag name="EMFCHILD" val="True"/>
  <p:tag name="ORIGINALHEIGHT" val=" 4.30788"/>
  <p:tag name="ORIGINALWIDTH" val=" 4.90085"/>
</p:tagLst>
</file>

<file path=ppt/tags/tag45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3)$&#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456.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57.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458.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459.xml><?xml version="1.0" encoding="utf-8"?>
<p:tagLst xmlns:a="http://schemas.openxmlformats.org/drawingml/2006/main" xmlns:r="http://schemas.openxmlformats.org/officeDocument/2006/relationships" xmlns:p="http://schemas.openxmlformats.org/presentationml/2006/main">
  <p:tag name="EMFCHILD" val="True"/>
  <p:tag name="ORIGINALHEIGHT" val=" 6.68288"/>
  <p:tag name="ORIGINALWIDTH" val=" 4.134489"/>
</p:tagLst>
</file>

<file path=ppt/tags/tag460.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6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2)$&#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462.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63.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5"/>
</p:tagLst>
</file>

<file path=ppt/tags/tag464.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465.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97506"/>
</p:tagLst>
</file>

<file path=ppt/tags/tag466.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6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9"/>
  <p:tag name="IGUANATEXSIZE" val="20"/>
  <p:tag name="LATEXADDIN" val="\documentclass{article}&#10;\usepackage{amsmath}&#10;\pagestyle{empty}&#10;\begin{document}&#10;&#10;$P(y = 1)$&#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468.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69.xml><?xml version="1.0" encoding="utf-8"?>
<p:tagLst xmlns:a="http://schemas.openxmlformats.org/drawingml/2006/main" xmlns:r="http://schemas.openxmlformats.org/officeDocument/2006/relationships" xmlns:p="http://schemas.openxmlformats.org/presentationml/2006/main">
  <p:tag name="EMFCHILD" val="True"/>
  <p:tag name="ORIGINALHEIGHT" val=" 6.284624"/>
  <p:tag name="ORIGINALWIDTH" val=" 4.592714"/>
</p:tagLst>
</file>

<file path=ppt/tags/tag470.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099"/>
</p:tagLst>
</file>

<file path=ppt/tags/tag471.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87615"/>
</p:tagLst>
</file>

<file path=ppt/tags/tag472.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332"/>
</p:tagLst>
</file>

<file path=ppt/tags/tag47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4"/>
  <p:tag name="IGUANATEXSIZE" val="20"/>
  <p:tag name="LATEXADDIN" val="\documentclass{article}&#10;\usepackage{amsmath}&#10;\pagestyle{empty}&#10;\begin{document}&#10;&#10;\[&#10;\mu_1 - \beta^Tx&#10;\]&#10;&#10;\end{document}"/>
  <p:tag name="LATEXENGINEID" val="0"/>
  <p:tag name="LATEXFORMHEIGHT" val=" 320"/>
  <p:tag name="LATEXFORMWIDTH" val=" 573.75"/>
  <p:tag name="LATEXFORMWRAP" val="True"/>
  <p:tag name="ORIGINALHEIGHT" val=" 6.257447"/>
  <p:tag name="ORIGINALWIDTH" val=" 5.333864"/>
  <p:tag name="TEMPFOLDER" val="C:\Users\luisc\Documents\Custom Office Templates\iguana temp\"/>
  <p:tag name="TRANSPARENCY" val="True"/>
</p:tagLst>
</file>

<file path=ppt/tags/tag474.xml><?xml version="1.0" encoding="utf-8"?>
<p:tagLst xmlns:a="http://schemas.openxmlformats.org/drawingml/2006/main" xmlns:r="http://schemas.openxmlformats.org/officeDocument/2006/relationships" xmlns:p="http://schemas.openxmlformats.org/presentationml/2006/main">
  <p:tag name="EMFCHILD" val="True"/>
  <p:tag name="ORIGINALHEIGHT" val=" 4.42014"/>
  <p:tag name="ORIGINALWIDTH" val=" 2.50751"/>
</p:tagLst>
</file>

<file path=ppt/tags/tag475.xml><?xml version="1.0" encoding="utf-8"?>
<p:tagLst xmlns:a="http://schemas.openxmlformats.org/drawingml/2006/main" xmlns:r="http://schemas.openxmlformats.org/officeDocument/2006/relationships" xmlns:p="http://schemas.openxmlformats.org/presentationml/2006/main">
  <p:tag name="EMFCHILD" val="True"/>
  <p:tag name="ORIGINALHEIGHT" val=" .3803634"/>
  <p:tag name="ORIGINALWIDTH" val=" 6.012903"/>
</p:tagLst>
</file>

<file path=ppt/tags/tag476.xml><?xml version="1.0" encoding="utf-8"?>
<p:tagLst xmlns:a="http://schemas.openxmlformats.org/drawingml/2006/main" xmlns:r="http://schemas.openxmlformats.org/officeDocument/2006/relationships" xmlns:p="http://schemas.openxmlformats.org/presentationml/2006/main">
  <p:tag name="EMFCHILD" val="True"/>
  <p:tag name="ORIGINALHEIGHT" val=" 8.558787"/>
  <p:tag name="ORIGINALWIDTH" val=" 5.364645"/>
</p:tagLst>
</file>

<file path=ppt/tags/tag477.xml><?xml version="1.0" encoding="utf-8"?>
<p:tagLst xmlns:a="http://schemas.openxmlformats.org/drawingml/2006/main" xmlns:r="http://schemas.openxmlformats.org/officeDocument/2006/relationships" xmlns:p="http://schemas.openxmlformats.org/presentationml/2006/main">
  <p:tag name="EMFCHILD" val="True"/>
  <p:tag name="ORIGINALHEIGHT" val=" 4.50002"/>
  <p:tag name="ORIGINALWIDTH" val=" 5.145935"/>
</p:tagLst>
</file>

<file path=ppt/tags/tag478.xml><?xml version="1.0" encoding="utf-8"?>
<p:tagLst xmlns:a="http://schemas.openxmlformats.org/drawingml/2006/main" xmlns:r="http://schemas.openxmlformats.org/officeDocument/2006/relationships" xmlns:p="http://schemas.openxmlformats.org/presentationml/2006/main">
  <p:tag name="EMFCHILD" val="True"/>
  <p:tag name="ORIGINALHEIGHT" val=" 4.307922"/>
  <p:tag name="ORIGINALWIDTH" val=" 4.900864"/>
</p:tagLst>
</file>

<file path=ppt/tags/tag479.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242"/>
  <p:tag name="IGUANATEXSIZE" val="20"/>
  <p:tag name="IGUANATEXVERSION" val="162"/>
  <p:tag name="LATEXADDIN" val="\documentclass{article}&#10;\usepackage{amsmath}&#10;\pagestyle{empty}&#10;\begin{document}&#10;&#10;\[&#10;P(Y_n = j) = \frac{e^{\beta^\top x_n - \mu_{j-1}}}{1 + e^{(\beta^\top x_n - \mu_{j-1})}} - \frac{e^{\beta^\top x_n - \mu_j}}{1 + e^{(\beta^\top x_n - \mu_j)}}&#10;\]&#10;&#10;\end{document}"/>
  <p:tag name="LATEXENGINEID" val="0"/>
  <p:tag name="LATEXFORMHEIGHT" val=" 320"/>
  <p:tag name="LATEXFORMWIDTH" val=" 723"/>
  <p:tag name="LATEXFORMWRAP" val="True"/>
  <p:tag name="ORIGINALHEIGHT" val=" 313.4608"/>
  <p:tag name="ORIGINALWIDTH" val=" 2613.423"/>
  <p:tag name="OUTPUTDPI" val=" 1200"/>
  <p:tag name="OUTPUTTYPE" val="PNG"/>
  <p:tag name="TEMPFOLDER" val="C:\Users\luisc\Documents\Custom Office Templates\iguana temp\"/>
  <p:tag name="TRANSPARENCY" val="True"/>
</p:tagLst>
</file>

<file path=ppt/tags/tag480.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68"/>
  <p:tag name="IGUANATEXSIZE" val="20"/>
  <p:tag name="IGUANATEXVERSION" val="162"/>
  <p:tag name="LATEXADDIN" val="\documentclass{article}&#10;\usepackage{amsmath}&#10;\pagestyle{empty}&#10;\begin{document}&#10;&#10;\[&#10;P(Y_n = 1) = 1 - \frac{e^{\beta^\top x_n - \mu_1}}{1 + e^{(\beta^\top x_n - \mu_1)}}&#10;\]&#10;&#10;\end{document}"/>
  <p:tag name="LATEXENGINEID" val="0"/>
  <p:tag name="LATEXFORMHEIGHT" val=" 320"/>
  <p:tag name="LATEXFORMWIDTH" val=" 723"/>
  <p:tag name="LATEXFORMWRAP" val="True"/>
  <p:tag name="ORIGINALHEIGHT" val=" 311.2111"/>
  <p:tag name="ORIGINALWIDTH" val=" 1748.781"/>
  <p:tag name="OUTPUTDPI" val=" 1200"/>
  <p:tag name="OUTPUTTYPE" val="PNG"/>
  <p:tag name="TEMPFOLDER" val="C:\Users\luisc\Documents\Custom Office Templates\iguana temp\"/>
  <p:tag name="TRANSPARENCY" val="True"/>
</p:tagLst>
</file>

<file path=ppt/tags/tag481.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71"/>
  <p:tag name="IGUANATEXSIZE" val="20"/>
  <p:tag name="IGUANATEXVERSION" val="162"/>
  <p:tag name="LATEXADDIN" val="\documentclass{article}&#10;\usepackage{amsmath}&#10;\pagestyle{empty}&#10;\begin{document}&#10;&#10;\[&#10;P(Y_n = m) = \frac{e^{\beta^\top x_n - \mu_{m-1}}}{1 + e^{(\beta^\top x_n - \mu_{m-1})}}&#10;\]&#10;&#10;\end{document}"/>
  <p:tag name="LATEXENGINEID" val="0"/>
  <p:tag name="LATEXFORMHEIGHT" val=" 320"/>
  <p:tag name="LATEXFORMWIDTH" val=" 723"/>
  <p:tag name="LATEXFORMWRAP" val="True"/>
  <p:tag name="ORIGINALHEIGHT" val=" 311.961"/>
  <p:tag name="ORIGINALWIDTH" val=" 1724.784"/>
  <p:tag name="OUTPUTDPI" val=" 1200"/>
  <p:tag name="OUTPUTTYPE" val="PNG"/>
  <p:tag name="TEMPFOLDER" val="C:\Users\luisc\Documents\Custom Office Templates\iguana temp\"/>
  <p:tag name="TRANSPARENCY" val="True"/>
</p:tagLst>
</file>

<file path=ppt/tags/tag482.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40"/>
  <p:tag name="IGUANATEXSIZE" val="20"/>
  <p:tag name="IGUANATEXVERSION" val="162"/>
  <p:tag name="LATEXADDIN" val="\documentclass{article}&#10;\usepackage{amsmath}&#10;\pagestyle{empty}&#10;\begin{document}&#10;&#10;\[&#10;P(Y_n &gt; j) = \frac{e^{\beta^\top x_n - \mu_{j}}}{1 + e^{(\beta^\top x_n - \mu_{j})}}&#10;\]&#10;&#10;\end{document}"/>
  <p:tag name="LATEXENGINEID" val="0"/>
  <p:tag name="LATEXFORMHEIGHT" val=" 320"/>
  <p:tag name="LATEXFORMWIDTH" val=" 723"/>
  <p:tag name="LATEXFORMWRAP" val="True"/>
  <p:tag name="ORIGINALHEIGHT" val=" 313.4608"/>
  <p:tag name="ORIGINALWIDTH" val=" 1528.309"/>
  <p:tag name="OUTPUTDPI" val=" 1200"/>
  <p:tag name="OUTPUTTYPE" val="PNG"/>
  <p:tag name="TEMPFOLDER" val="C:\Users\luisc\Documents\Custom Office Templates\iguana temp\"/>
  <p:tag name="TRANSPARENCY" val="True"/>
</p:tagLst>
</file>

<file path=ppt/tags/tag483.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08"/>
  <p:tag name="IGUANATEXSIZE" val="20"/>
  <p:tag name="IGUANATEXVERSION" val="162"/>
  <p:tag name="LATEXADDIN" val="\documentclass{article}&#10;\usepackage{amsmath}&#10;\pagestyle{empty}&#10;\begin{document}&#10;&#10;\[&#10;P(Y_n = 1) = 1 - P(Y_n &gt; 1)&#10;\]&#10;&#10;\end{document}"/>
  <p:tag name="LATEXENGINEID" val="0"/>
  <p:tag name="LATEXFORMHEIGHT" val=" 320"/>
  <p:tag name="LATEXFORMWIDTH" val=" 723"/>
  <p:tag name="LATEXFORMWRAP" val="True"/>
  <p:tag name="ORIGINALHEIGHT" val=" 125.2343"/>
  <p:tag name="ORIGINALWIDTH" val=" 1488.564"/>
  <p:tag name="OUTPUTDPI" val=" 1200"/>
  <p:tag name="OUTPUTTYPE" val="PNG"/>
  <p:tag name="TEMPFOLDER" val="C:\Users\luisc\Documents\Custom Office Templates\iguana temp\"/>
  <p:tag name="TRANSPARENCY" val="True"/>
</p:tagLst>
</file>

<file path=ppt/tags/tag48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7"/>
  <p:tag name="IGUANATEXSIZE" val="20"/>
  <p:tag name="IGUANATEXVERSION" val="162"/>
  <p:tag name="LATEXADDIN" val="\documentclass{article}&#10;\usepackage{amsmath}&#10;\pagestyle{empty}&#10;\begin{document}&#10;&#10;$P(Y_n = 1)$&#10;&#10;&#10;\end{document}"/>
  <p:tag name="LATEXENGINEID" val="0"/>
  <p:tag name="LATEXFORMHEIGHT" val=" 320"/>
  <p:tag name="LATEXFORMWIDTH" val=" 385"/>
  <p:tag name="LATEXFORMWRAP" val="True"/>
  <p:tag name="ORIGINALHEIGHT" val=" 9.713494"/>
  <p:tag name="ORIGINALWIDTH" val=" 43.60642"/>
  <p:tag name="OUTPUTTYPE" val="SVG"/>
  <p:tag name="TEMPFOLDER" val="C:\Users\luisc\Documents\Custom Office Templates\iguana temp\"/>
  <p:tag name="TRANSPARENCY" val="True"/>
</p:tagLst>
</file>

<file path=ppt/tags/tag485.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93"/>
  <p:tag name="IGUANATEXSIZE" val="20"/>
  <p:tag name="IGUANATEXVERSION" val="162"/>
  <p:tag name="LATEXADDIN" val="\documentclass{article}&#10;\usepackage{amsmath}&#10;\pagestyle{empty}&#10;\begin{document}&#10;&#10;\[&#10;P(Y_n &gt; 1)&#10;\]&#10;&#10;\end{document}"/>
  <p:tag name="LATEXENGINEID" val="0"/>
  <p:tag name="LATEXFORMHEIGHT" val=" 320"/>
  <p:tag name="LATEXFORMWIDTH" val=" 723"/>
  <p:tag name="LATEXFORMWRAP" val="True"/>
  <p:tag name="ORIGINALHEIGHT" val=" 125.2343"/>
  <p:tag name="ORIGINALWIDTH" val=" 545.1818"/>
  <p:tag name="OUTPUTDPI" val=" 1200"/>
  <p:tag name="OUTPUTTYPE" val="PNG"/>
  <p:tag name="TEMPFOLDER" val="C:\Users\luisc\Documents\Custom Office Templates\iguana temp\"/>
  <p:tag name="TRANSPARENCY" val="True"/>
</p:tagLst>
</file>

<file path=ppt/tags/tag48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7"/>
  <p:tag name="IGUANATEXSIZE" val="20"/>
  <p:tag name="LATEXADDIN" val="\documentclass{article}&#10;\usepackage{amsmath}&#10;\pagestyle{empty}&#10;\begin{document}&#10;&#10;$P(Y_n = 1)$&#10;&#10;&#10;\end{document}"/>
  <p:tag name="LATEXENGINEID" val="0"/>
  <p:tag name="LATEXFORMHEIGHT" val=" 320"/>
  <p:tag name="LATEXFORMWIDTH" val=" 385"/>
  <p:tag name="LATEXFORMWRAP" val="True"/>
  <p:tag name="ORIGINALHEIGHT" val=" 6.634343"/>
  <p:tag name="ORIGINALWIDTH" val=" 7.113276"/>
  <p:tag name="TEMPFOLDER" val="C:\Users\luisc\Documents\Custom Office Templates\iguana temp\"/>
  <p:tag name="TRANSPARENCY" val="True"/>
</p:tagLst>
</file>

<file path=ppt/tags/tag48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262"/>
</p:tagLst>
</file>

<file path=ppt/tags/tag488.xml><?xml version="1.0" encoding="utf-8"?>
<p:tagLst xmlns:a="http://schemas.openxmlformats.org/drawingml/2006/main" xmlns:r="http://schemas.openxmlformats.org/officeDocument/2006/relationships" xmlns:p="http://schemas.openxmlformats.org/presentationml/2006/main">
  <p:tag name="EMFCHILD" val="True"/>
  <p:tag name="ORIGINALHEIGHT" val=" 6.634343"/>
  <p:tag name="ORIGINALWIDTH" val=" 7.242825"/>
</p:tagLst>
</file>

<file path=ppt/tags/tag489.xml><?xml version="1.0" encoding="utf-8"?>
<p:tagLst xmlns:a="http://schemas.openxmlformats.org/drawingml/2006/main" xmlns:r="http://schemas.openxmlformats.org/officeDocument/2006/relationships" xmlns:p="http://schemas.openxmlformats.org/presentationml/2006/main">
  <p:tag name="EMFCHILD" val="True"/>
  <p:tag name="ORIGINALHEIGHT" val=" 3.066526"/>
  <p:tag name="ORIGINALWIDTH" val=" 4.260952"/>
</p:tagLst>
</file>

<file path=ppt/tags/tag490.xml><?xml version="1.0" encoding="utf-8"?>
<p:tagLst xmlns:a="http://schemas.openxmlformats.org/drawingml/2006/main" xmlns:r="http://schemas.openxmlformats.org/officeDocument/2006/relationships" xmlns:p="http://schemas.openxmlformats.org/presentationml/2006/main">
  <p:tag name="EMFCHILD" val="True"/>
  <p:tag name="ORIGINALHEIGHT" val=" 2.272961"/>
  <p:tag name="ORIGINALWIDTH" val=" 6.6251"/>
</p:tagLst>
</file>

<file path=ppt/tags/tag491.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87615"/>
</p:tagLst>
</file>

<file path=ppt/tags/tag492.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311262"/>
</p:tagLst>
</file>

<file path=ppt/tags/tag493.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20"/>
  <p:tag name="IGUANATEXSIZE" val="20"/>
  <p:tag name="IGUANATEXVERSION" val="162"/>
  <p:tag name="LATEXADDIN" val="\documentclass{article}&#10;\usepackage{amsmath}&#10;\pagestyle{empty}&#10;\begin{document}&#10;&#10;\[&#10;P(Y_n = j) = P(Y_n &gt; j-1)- P(Y_n &gt; j)&#10;\]&#10;&#10;\end{document}"/>
  <p:tag name="LATEXENGINEID" val="0"/>
  <p:tag name="LATEXFORMHEIGHT" val=" 320"/>
  <p:tag name="LATEXFORMWIDTH" val=" 723"/>
  <p:tag name="LATEXFORMWRAP" val="True"/>
  <p:tag name="ORIGINALHEIGHT" val=" 125.2343"/>
  <p:tag name="ORIGINALWIDTH" val=" 2190.476"/>
  <p:tag name="OUTPUTDPI" val=" 1200"/>
  <p:tag name="OUTPUTTYPE" val="PNG"/>
  <p:tag name="TEMPFOLDER" val="C:\Users\luisc\Documents\Custom Office Templates\iguana temp\"/>
  <p:tag name="TRANSPARENCY" val="True"/>
</p:tagLst>
</file>

<file path=ppt/tags/tag49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92"/>
  <p:tag name="IGUANATEXSIZE" val="20"/>
  <p:tag name="IGUANATEXVERSION" val="162"/>
  <p:tag name="LATEXADDIN" val="\documentclass{article}&#10;\usepackage{amsmath}&#10;\pagestyle{empty}&#10;\begin{document}&#10;&#10;$P(Y_n &gt; j-1)$&#10;&#10;&#10;\end{document}"/>
  <p:tag name="LATEXENGINEID" val="0"/>
  <p:tag name="LATEXFORMHEIGHT" val=" 320"/>
  <p:tag name="LATEXFORMWIDTH" val=" 385"/>
  <p:tag name="LATEXFORMWRAP" val="True"/>
  <p:tag name="ORIGINALHEIGHT" val=" 9.713494"/>
  <p:tag name="ORIGINALWIDTH" val=" 59.96846"/>
  <p:tag name="OUTPUTTYPE" val="SVG"/>
  <p:tag name="TEMPFOLDER" val="C:\Users\luisc\Documents\Custom Office Templates\iguana temp\"/>
  <p:tag name="TRANSPARENCY" val="True"/>
</p:tagLst>
</file>

<file path=ppt/tags/tag495.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93"/>
  <p:tag name="IGUANATEXSIZE" val="20"/>
  <p:tag name="IGUANATEXVERSION" val="162"/>
  <p:tag name="LATEXADDIN" val="\documentclass{article}&#10;\usepackage{amsmath}&#10;\pagestyle{empty}&#10;\begin{document}&#10;&#10;\[&#10;P(Y_n &gt; j)&#10;\]&#10;&#10;\end{document}"/>
  <p:tag name="LATEXENGINEID" val="0"/>
  <p:tag name="LATEXFORMHEIGHT" val=" 320"/>
  <p:tag name="LATEXFORMWIDTH" val=" 723"/>
  <p:tag name="LATEXFORMWRAP" val="True"/>
  <p:tag name="ORIGINALHEIGHT" val=" 125.2343"/>
  <p:tag name="ORIGINALWIDTH" val=" 541.4323"/>
  <p:tag name="OUTPUTDPI" val=" 1200"/>
  <p:tag name="OUTPUTTYPE" val="PNG"/>
  <p:tag name="TEMPFOLDER" val="C:\Users\luisc\Documents\Custom Office Templates\iguana temp\"/>
  <p:tag name="TRANSPARENCY" val="True"/>
</p:tagLst>
</file>

<file path=ppt/tags/tag49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92"/>
  <p:tag name="IGUANATEXSIZE" val="20"/>
  <p:tag name="LATEXADDIN" val="\documentclass{article}&#10;\usepackage{amsmath}&#10;\pagestyle{empty}&#10;\begin{document}&#10;&#10;$P(Y_n &gt; j-1)$&#10;&#10;&#10;\end{document}"/>
  <p:tag name="LATEXENGINEID" val="0"/>
  <p:tag name="LATEXFORMHEIGHT" val=" 320"/>
  <p:tag name="LATEXFORMWIDTH" val=" 385"/>
  <p:tag name="LATEXFORMWRAP" val="True"/>
  <p:tag name="ORIGINALHEIGHT" val=" 6.634343"/>
  <p:tag name="ORIGINALWIDTH" val=" 7.055902"/>
  <p:tag name="TEMPFOLDER" val="C:\Users\luisc\Documents\Custom Office Templates\iguana temp\"/>
  <p:tag name="TRANSPARENCY" val="True"/>
</p:tagLst>
</file>

<file path=ppt/tags/tag497.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292675"/>
</p:tagLst>
</file>

<file path=ppt/tags/tag498.xml><?xml version="1.0" encoding="utf-8"?>
<p:tagLst xmlns:a="http://schemas.openxmlformats.org/drawingml/2006/main" xmlns:r="http://schemas.openxmlformats.org/officeDocument/2006/relationships" xmlns:p="http://schemas.openxmlformats.org/presentationml/2006/main">
  <p:tag name="EMFCHILD" val="True"/>
  <p:tag name="ORIGINALHEIGHT" val=" 6.634343"/>
  <p:tag name="ORIGINALWIDTH" val=" 7.184398"/>
</p:tagLst>
</file>

<file path=ppt/tags/tag499.xml><?xml version="1.0" encoding="utf-8"?>
<p:tagLst xmlns:a="http://schemas.openxmlformats.org/drawingml/2006/main" xmlns:r="http://schemas.openxmlformats.org/officeDocument/2006/relationships" xmlns:p="http://schemas.openxmlformats.org/presentationml/2006/main">
  <p:tag name="EMFCHILD" val="True"/>
  <p:tag name="ORIGINALHEIGHT" val=" 3.066526"/>
  <p:tag name="ORIGINALWIDTH" val=" 4.226653"/>
</p:tagLst>
</file>

<file path=ppt/tags/tag500.xml><?xml version="1.0" encoding="utf-8"?>
<p:tagLst xmlns:a="http://schemas.openxmlformats.org/drawingml/2006/main" xmlns:r="http://schemas.openxmlformats.org/officeDocument/2006/relationships" xmlns:p="http://schemas.openxmlformats.org/presentationml/2006/main">
  <p:tag name="EMFCHILD" val="True"/>
  <p:tag name="ORIGINALHEIGHT" val=" 5.633794"/>
  <p:tag name="ORIGINALWIDTH" val=" 6.038026"/>
</p:tagLst>
</file>

<file path=ppt/tags/tag501.xml><?xml version="1.0" encoding="utf-8"?>
<p:tagLst xmlns:a="http://schemas.openxmlformats.org/drawingml/2006/main" xmlns:r="http://schemas.openxmlformats.org/officeDocument/2006/relationships" xmlns:p="http://schemas.openxmlformats.org/presentationml/2006/main">
  <p:tag name="EMFCHILD" val="True"/>
  <p:tag name="ORIGINALHEIGHT" val=" 8.411903"/>
  <p:tag name="ORIGINALWIDTH" val=" 4.051723"/>
</p:tagLst>
</file>

<file path=ppt/tags/tag502.xml><?xml version="1.0" encoding="utf-8"?>
<p:tagLst xmlns:a="http://schemas.openxmlformats.org/drawingml/2006/main" xmlns:r="http://schemas.openxmlformats.org/officeDocument/2006/relationships" xmlns:p="http://schemas.openxmlformats.org/presentationml/2006/main">
  <p:tag name="EMFCHILD" val="True"/>
  <p:tag name="ORIGINALHEIGHT" val=" .3885061"/>
  <p:tag name="ORIGINALWIDTH" val=" 6.038026"/>
</p:tagLst>
</file>

<file path=ppt/tags/tag503.xml><?xml version="1.0" encoding="utf-8"?>
<p:tagLst xmlns:a="http://schemas.openxmlformats.org/drawingml/2006/main" xmlns:r="http://schemas.openxmlformats.org/officeDocument/2006/relationships" xmlns:p="http://schemas.openxmlformats.org/presentationml/2006/main">
  <p:tag name="EMFCHILD" val="True"/>
  <p:tag name="ORIGINALHEIGHT" val=" 6.469163"/>
  <p:tag name="ORIGINALWIDTH" val=" 3.261102"/>
</p:tagLst>
</file>

<file path=ppt/tags/tag504.xml><?xml version="1.0" encoding="utf-8"?>
<p:tagLst xmlns:a="http://schemas.openxmlformats.org/drawingml/2006/main" xmlns:r="http://schemas.openxmlformats.org/officeDocument/2006/relationships" xmlns:p="http://schemas.openxmlformats.org/presentationml/2006/main">
  <p:tag name="EMFCHILD" val="True"/>
  <p:tag name="ORIGINALHEIGHT" val=" 9.713494"/>
  <p:tag name="ORIGINALWIDTH" val=" 2.292675"/>
</p:tagLst>
</file>

<file path=ppt/tags/tag50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0"/>
  <p:tag name="IGUANATEXSIZE" val="20"/>
  <p:tag name="IGUANATEXVERSION" val="162"/>
  <p:tag name="LATEXADDIN" val="\documentclass{article}&#10;\usepackage{amsmath}&#10;\pagestyle{empty}&#10;\begin{document}&#10;&#10;\[&#10;P(Y_n &gt; j) = \frac{e^{\beta^\top x_n - \mu_{j}}}{1 + e^{(\beta^\top x_n - \mu_{j})}}&#10;\]&#10;&#10;\end{document}"/>
  <p:tag name="LATEXENGINEID" val="0"/>
  <p:tag name="LATEXFORMHEIGHT" val=" 320"/>
  <p:tag name="LATEXFORMWIDTH" val=" 723"/>
  <p:tag name="LATEXFORMWRAP" val="True"/>
  <p:tag name="ORIGINALHEIGHT" val=" 24.78823"/>
  <p:tag name="ORIGINALWIDTH" val=" 122.2604"/>
  <p:tag name="OUTPUTTYPE" val="SVG"/>
  <p:tag name="TEMPFOLDER" val="C:\Users\luisc\Documents\Custom Office Templates\iguana temp\"/>
  <p:tag name="TRANSPARENCY" val="True"/>
</p:tagLst>
</file>

<file path=ppt/tags/tag50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4"/>
  <p:tag name="IGUANATEXSIZE" val="20"/>
  <p:tag name="IGUANATEXVERSION" val="162"/>
  <p:tag name="LATEXADDIN" val="\documentclass{article}&#10;\usepackage{amsmath}&#10;\pagestyle{empty}&#10;\begin{document}&#10;&#10;\[&#10;P(Y_n \le j) = 1 - P(Y_n &gt; j)&#10;\]&#10;&#10;\end{document}"/>
  <p:tag name="LATEXENGINEID" val="0"/>
  <p:tag name="LATEXFORMHEIGHT" val=" 320"/>
  <p:tag name="LATEXFORMWIDTH" val=" 723"/>
  <p:tag name="LATEXFORMWRAP" val="True"/>
  <p:tag name="ORIGINALHEIGHT" val=" 9.713525"/>
  <p:tag name="ORIGINALWIDTH" val=" 118.4313"/>
  <p:tag name="OUTPUTTYPE" val="SVG"/>
  <p:tag name="TEMPFOLDER" val="C:\Users\luisc\Documents\Custom Office Templates\iguana temp\"/>
  <p:tag name="TRANSPARENCY" val="True"/>
</p:tagLst>
</file>

<file path=ppt/tags/tag50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28"/>
  <p:tag name="IGUANATEXSIZE" val="20"/>
  <p:tag name="IGUANATEXVERSION" val="162"/>
  <p:tag name="LATEXADDIN" val="\documentclass{article}&#10;\usepackage{amsmath}&#10;\pagestyle{empty}&#10;\begin{document}&#10;&#10;$$P(Y_n \le j) = 1 - \left( \frac{e^{\boldsymbol{\beta}^\top \mathbf{x}_n - \mu_j}}{1 + e^{\boldsymbol{\beta}^\top \mathbf{x}_n - \mu_j}} \right)$$&#10;&#10;\end{document}"/>
  <p:tag name="LATEXENGINEID" val="0"/>
  <p:tag name="LATEXFORMHEIGHT" val=" 320"/>
  <p:tag name="LATEXFORMWIDTH" val=" 723"/>
  <p:tag name="LATEXFORMWRAP" val="True"/>
  <p:tag name="ORIGINALHEIGHT" val=" 29.87794"/>
  <p:tag name="ORIGINALWIDTH" val=" 149.0394"/>
  <p:tag name="OUTPUTTYPE" val="SVG"/>
  <p:tag name="TEMPFOLDER" val="C:\Users\luisc\Documents\Custom Office Templates\iguana temp\"/>
  <p:tag name="TRANSPARENCY" val="True"/>
</p:tagLst>
</file>

<file path=ppt/tags/tag50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62"/>
  <p:tag name="IGUANATEXSIZE" val="20"/>
  <p:tag name="IGUANATEXVERSION" val="162"/>
  <p:tag name="LATEXADDIN" val="\documentclass{article}&#10;\usepackage{amsmath}&#10;\pagestyle{empty}&#10;\begin{document}&#10;&#10;$$P(Y_n \le j) = \frac{1}{1 + e^{\boldsymbol{\beta}^\top \mathbf{x}_n - \mu_j}}$$&#10;\end{document}"/>
  <p:tag name="LATEXENGINEID" val="0"/>
  <p:tag name="LATEXFORMHEIGHT" val=" 320"/>
  <p:tag name="LATEXFORMWIDTH" val=" 723"/>
  <p:tag name="LATEXFORMWRAP" val="True"/>
  <p:tag name="ORIGINALHEIGHT" val=" 21.73241"/>
  <p:tag name="ORIGINALWIDTH" val=" 116.7778"/>
  <p:tag name="OUTPUTTYPE" val="SVG"/>
  <p:tag name="TEMPFOLDER" val="C:\Users\luisc\Documents\Custom Office Templates\iguana temp\"/>
  <p:tag name="TRANSPARENCY" val="True"/>
</p:tagLst>
</file>

<file path=ppt/tags/tag50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1"/>
  <p:tag name="IGUANATEXSIZE" val="20"/>
  <p:tag name="IGUANATEXVERSION" val="162"/>
  <p:tag name="LATEXADDIN" val="\documentclass{article}&#10;\usepackage{amsmath}&#10;\pagestyle{empty}&#10;\begin{document}&#10;&#10;$$\text{Odds}(Y_n \le j) = \frac{P(Y_n \le j)}{P(Y_n &gt; j)}$$&#10;&#10;\end{document}"/>
  <p:tag name="LATEXENGINEID" val="0"/>
  <p:tag name="LATEXFORMHEIGHT" val=" 320"/>
  <p:tag name="LATEXFORMWIDTH" val=" 723"/>
  <p:tag name="LATEXFORMWRAP" val="True"/>
  <p:tag name="ORIGINALHEIGHT" val=" 22.80074"/>
  <p:tag name="ORIGINALWIDTH" val=" 117.776"/>
  <p:tag name="OUTPUTTYPE" val="SVG"/>
  <p:tag name="TEMPFOLDER" val="C:\Users\luisc\Documents\Custom Office Templates\iguana temp\"/>
  <p:tag name="TRANSPARENCY" val="True"/>
</p:tagLst>
</file>

<file path=ppt/tags/tag51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318"/>
  <p:tag name="IGUANATEXSIZE" val="20"/>
  <p:tag name="IGUANATEXVERSION" val="162"/>
  <p:tag name="LATEXADDIN" val="\documentclass{article}&#10;\usepackage{amsmath}&#10;\pagestyle{empty}&#10;\begin{document}&#10;&#10;$$\text{Odds}(Y_n \le j) = \frac{\left( \frac{1}{1 + e^{\boldsymbol{\beta}^\top \mathbf{x}_n - \mu_j}} \right)}{\left( \frac{e^{\boldsymbol{\beta}^\top \mathbf{x}_n - \mu_j}}{1 + e^{\boldsymbol{\beta}^\top \mathbf{x}_n - \mu_j}} \right)}$$&#10;&#10;\end{document}"/>
  <p:tag name="LATEXENGINEID" val="0"/>
  <p:tag name="LATEXFORMHEIGHT" val=" 320"/>
  <p:tag name="LATEXFORMWIDTH" val=" 723"/>
  <p:tag name="LATEXFORMWRAP" val="True"/>
  <p:tag name="ORIGINALHEIGHT" val=" 40.28696"/>
  <p:tag name="ORIGINALWIDTH" val=" 135.5966"/>
  <p:tag name="OUTPUTTYPE" val="SVG"/>
  <p:tag name="TEMPFOLDER" val="C:\Users\luisc\Documents\Custom Office Templates\iguana temp\"/>
  <p:tag name="TRANSPARENCY" val="True"/>
</p:tagLst>
</file>

<file path=ppt/tags/tag51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68"/>
  <p:tag name="IGUANATEXSIZE" val="20"/>
  <p:tag name="IGUANATEXVERSION" val="162"/>
  <p:tag name="LATEXADDIN" val="\documentclass{article}&#10;\usepackage{amsmath}&#10;\pagestyle{empty}&#10;\begin{document}&#10;&#10;$$\text{Odds}(Y_n \le j) = \frac{1}{e^{(\boldsymbol{\beta}^\top \mathbf{x}_n - \mu_j)}}$$&#10;\end{document}"/>
  <p:tag name="LATEXENGINEID" val="0"/>
  <p:tag name="LATEXFORMHEIGHT" val=" 320"/>
  <p:tag name="LATEXFORMWIDTH" val=" 723"/>
  <p:tag name="LATEXFORMWRAP" val="True"/>
  <p:tag name="ORIGINALHEIGHT" val=" 21.26492"/>
  <p:tag name="ORIGINALWIDTH" val=" 121.154"/>
  <p:tag name="OUTPUTTYPE" val="SVG"/>
  <p:tag name="TEMPFOLDER" val="C:\Users\luisc\Documents\Custom Office Templates\iguana temp\"/>
  <p:tag name="TRANSPARENCY" val="True"/>
</p:tagLst>
</file>

<file path=ppt/tags/tag51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81"/>
  <p:tag name="IGUANATEXSIZE" val="20"/>
  <p:tag name="IGUANATEXVERSION" val="162"/>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23.90036"/>
  <p:tag name="ORIGINALWIDTH" val=" 131.3165"/>
  <p:tag name="OUTPUTTYPE" val="SVG"/>
  <p:tag name="TEMPFOLDER" val="C:\Users\luisc\Documents\Custom Office Templates\iguana temp\"/>
  <p:tag name="TRANSPARENCY" val="True"/>
</p:tagLst>
</file>

<file path=ppt/tags/tag51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81"/>
  <p:tag name="IGUANATEXSIZE" val="20"/>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6.914022"/>
  <p:tag name="ORIGINALWIDTH" val=" 2.211658"/>
  <p:tag name="TEMPFOLDER" val="C:\Users\luisc\Documents\Custom Office Templates\iguana temp\"/>
  <p:tag name="TRANSPARENCY" val="True"/>
</p:tagLst>
</file>

<file path=ppt/tags/tag514.xml><?xml version="1.0" encoding="utf-8"?>
<p:tagLst xmlns:a="http://schemas.openxmlformats.org/drawingml/2006/main" xmlns:r="http://schemas.openxmlformats.org/officeDocument/2006/relationships" xmlns:p="http://schemas.openxmlformats.org/presentationml/2006/main">
  <p:tag name="EMFCHILD" val="True"/>
  <p:tag name="ORIGINALHEIGHT" val=" 4.403463"/>
  <p:tag name="ORIGINALWIDTH" val=" 5.01117"/>
</p:tagLst>
</file>

<file path=ppt/tags/tag515.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516.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517.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518.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519.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520.xml><?xml version="1.0" encoding="utf-8"?>
<p:tagLst xmlns:a="http://schemas.openxmlformats.org/drawingml/2006/main" xmlns:r="http://schemas.openxmlformats.org/officeDocument/2006/relationships" xmlns:p="http://schemas.openxmlformats.org/presentationml/2006/main">
  <p:tag name="EMFCHILD" val="True"/>
  <p:tag name="ORIGINALHEIGHT" val=" 7.701075"/>
  <p:tag name="ORIGINALWIDTH" val=" 6.087168"/>
</p:tagLst>
</file>

<file path=ppt/tags/tag521.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522.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523.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44.69182"/>
</p:tagLst>
</file>

<file path=ppt/tags/tag524.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525.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526.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527.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528.xml><?xml version="1.0" encoding="utf-8"?>
<p:tagLst xmlns:a="http://schemas.openxmlformats.org/drawingml/2006/main" xmlns:r="http://schemas.openxmlformats.org/officeDocument/2006/relationships" xmlns:p="http://schemas.openxmlformats.org/presentationml/2006/main">
  <p:tag name="EMFCHILD" val="True"/>
  <p:tag name="ORIGINALHEIGHT" val=" 5.778313"/>
  <p:tag name="ORIGINALWIDTH" val=" 6.087168"/>
</p:tagLst>
</file>

<file path=ppt/tags/tag529.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530.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531.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532.xml><?xml version="1.0" encoding="utf-8"?>
<p:tagLst xmlns:a="http://schemas.openxmlformats.org/drawingml/2006/main" xmlns:r="http://schemas.openxmlformats.org/officeDocument/2006/relationships" xmlns:p="http://schemas.openxmlformats.org/presentationml/2006/main">
  <p:tag name="EMFCHILD" val="True"/>
  <p:tag name="ORIGINALHEIGHT" val=" 2.331245"/>
  <p:tag name="ORIGINALWIDTH" val=" 6.625112"/>
</p:tagLst>
</file>

<file path=ppt/tags/tag533.xml><?xml version="1.0" encoding="utf-8"?>
<p:tagLst xmlns:a="http://schemas.openxmlformats.org/drawingml/2006/main" xmlns:r="http://schemas.openxmlformats.org/officeDocument/2006/relationships" xmlns:p="http://schemas.openxmlformats.org/presentationml/2006/main">
  <p:tag name="EMFCHILD" val="True"/>
  <p:tag name="ORIGINALHEIGHT" val=" 6.555395"/>
  <p:tag name="ORIGINALWIDTH" val=" 5.399712"/>
</p:tagLst>
</file>

<file path=ppt/tags/tag534.xml><?xml version="1.0" encoding="utf-8"?>
<p:tagLst xmlns:a="http://schemas.openxmlformats.org/drawingml/2006/main" xmlns:r="http://schemas.openxmlformats.org/officeDocument/2006/relationships" xmlns:p="http://schemas.openxmlformats.org/presentationml/2006/main">
  <p:tag name="EMFCHILD" val="True"/>
  <p:tag name="ORIGINALHEIGHT" val=" 6.046319"/>
  <p:tag name="ORIGINALWIDTH" val=" 3.061515"/>
</p:tagLst>
</file>

<file path=ppt/tags/tag535.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6.087168"/>
</p:tagLst>
</file>

<file path=ppt/tags/tag536.xml><?xml version="1.0" encoding="utf-8"?>
<p:tagLst xmlns:a="http://schemas.openxmlformats.org/drawingml/2006/main" xmlns:r="http://schemas.openxmlformats.org/officeDocument/2006/relationships" xmlns:p="http://schemas.openxmlformats.org/presentationml/2006/main">
  <p:tag name="EMFCHILD" val="True"/>
  <p:tag name="ORIGINALHEIGHT" val=" 8.926524"/>
  <p:tag name="ORIGINALWIDTH" val=" 6.366083"/>
</p:tagLst>
</file>

<file path=ppt/tags/tag537.xml><?xml version="1.0" encoding="utf-8"?>
<p:tagLst xmlns:a="http://schemas.openxmlformats.org/drawingml/2006/main" xmlns:r="http://schemas.openxmlformats.org/officeDocument/2006/relationships" xmlns:p="http://schemas.openxmlformats.org/presentationml/2006/main">
  <p:tag name="EMFCHILD" val="True"/>
  <p:tag name="ORIGINALHEIGHT" val=" 4.839821"/>
  <p:tag name="ORIGINALWIDTH" val=" 5.15363"/>
</p:tagLst>
</file>

<file path=ppt/tags/tag538.xml><?xml version="1.0" encoding="utf-8"?>
<p:tagLst xmlns:a="http://schemas.openxmlformats.org/drawingml/2006/main" xmlns:r="http://schemas.openxmlformats.org/officeDocument/2006/relationships" xmlns:p="http://schemas.openxmlformats.org/presentationml/2006/main">
  <p:tag name="EMFCHILD" val="True"/>
  <p:tag name="ORIGINALHEIGHT" val=" 4.423406"/>
  <p:tag name="ORIGINALWIDTH" val=" 5.60894"/>
</p:tagLst>
</file>

<file path=ppt/tags/tag539.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54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68"/>
  <p:tag name="IGUANATEXSIZE" val="20"/>
  <p:tag name="LATEXADDIN" val="\documentclass{article}&#10;\usepackage{amsmath}&#10;\pagestyle{empty}&#10;\begin{document}&#10;&#10;$$\text{Odds}(Y_n \le j) = \frac{1}{e^{(\boldsymbol{\beta}^\top \mathbf{x}_n - \mu_j)}}$$&#10;\end{document}"/>
  <p:tag name="LATEXENGINEID" val="0"/>
  <p:tag name="LATEXFORMHEIGHT" val=" 320"/>
  <p:tag name="LATEXFORMWIDTH" val=" 723"/>
  <p:tag name="LATEXFORMWRAP" val="True"/>
  <p:tag name="ORIGINALHEIGHT" val=" 7.242794"/>
  <p:tag name="ORIGINALWIDTH" val=" 6.65249"/>
  <p:tag name="TEMPFOLDER" val="C:\Users\luisc\Documents\Custom Office Templates\iguana temp\"/>
  <p:tag name="TRANSPARENCY" val="True"/>
</p:tagLst>
</file>

<file path=ppt/tags/tag541.xml><?xml version="1.0" encoding="utf-8"?>
<p:tagLst xmlns:a="http://schemas.openxmlformats.org/drawingml/2006/main" xmlns:r="http://schemas.openxmlformats.org/officeDocument/2006/relationships" xmlns:p="http://schemas.openxmlformats.org/presentationml/2006/main">
  <p:tag name="EMFCHILD" val="True"/>
  <p:tag name="ORIGINALHEIGHT" val=" 7.023651"/>
  <p:tag name="ORIGINALWIDTH" val=" 4.93184"/>
</p:tagLst>
</file>

<file path=ppt/tags/tag542.xml><?xml version="1.0" encoding="utf-8"?>
<p:tagLst xmlns:a="http://schemas.openxmlformats.org/drawingml/2006/main" xmlns:r="http://schemas.openxmlformats.org/officeDocument/2006/relationships" xmlns:p="http://schemas.openxmlformats.org/presentationml/2006/main">
  <p:tag name="EMFCHILD" val="True"/>
  <p:tag name="ORIGINALHEIGHT" val=" 7.023651"/>
  <p:tag name="ORIGINALWIDTH" val=" 4.93184"/>
</p:tagLst>
</file>

<file path=ppt/tags/tag543.xml><?xml version="1.0" encoding="utf-8"?>
<p:tagLst xmlns:a="http://schemas.openxmlformats.org/drawingml/2006/main" xmlns:r="http://schemas.openxmlformats.org/officeDocument/2006/relationships" xmlns:p="http://schemas.openxmlformats.org/presentationml/2006/main">
  <p:tag name="EMFCHILD" val="True"/>
  <p:tag name="ORIGINALHEIGHT" val=" 4.572807"/>
  <p:tag name="ORIGINALWIDTH" val=" 3.271238"/>
</p:tagLst>
</file>

<file path=ppt/tags/tag544.xml><?xml version="1.0" encoding="utf-8"?>
<p:tagLst xmlns:a="http://schemas.openxmlformats.org/drawingml/2006/main" xmlns:r="http://schemas.openxmlformats.org/officeDocument/2006/relationships" xmlns:p="http://schemas.openxmlformats.org/presentationml/2006/main">
  <p:tag name="EMFCHILD" val="True"/>
  <p:tag name="ORIGINALHEIGHT" val=" 9.962636"/>
  <p:tag name="ORIGINALWIDTH" val=" 2.320843"/>
</p:tagLst>
</file>

<file path=ppt/tags/tag545.xml><?xml version="1.0" encoding="utf-8"?>
<p:tagLst xmlns:a="http://schemas.openxmlformats.org/drawingml/2006/main" xmlns:r="http://schemas.openxmlformats.org/officeDocument/2006/relationships" xmlns:p="http://schemas.openxmlformats.org/presentationml/2006/main">
  <p:tag name="EMFCHILD" val="True"/>
  <p:tag name="ORIGINALHEIGHT" val=" 6.804453"/>
  <p:tag name="ORIGINALWIDTH" val=" 7.272736"/>
</p:tagLst>
</file>

<file path=ppt/tags/tag546.xml><?xml version="1.0" encoding="utf-8"?>
<p:tagLst xmlns:a="http://schemas.openxmlformats.org/drawingml/2006/main" xmlns:r="http://schemas.openxmlformats.org/officeDocument/2006/relationships" xmlns:p="http://schemas.openxmlformats.org/presentationml/2006/main">
  <p:tag name="EMFCHILD" val="True"/>
  <p:tag name="ORIGINALHEIGHT" val=" 3.145182"/>
  <p:tag name="ORIGINALWIDTH" val=" 4.278595"/>
</p:tagLst>
</file>

<file path=ppt/tags/tag547.xml><?xml version="1.0" encoding="utf-8"?>
<p:tagLst xmlns:a="http://schemas.openxmlformats.org/drawingml/2006/main" xmlns:r="http://schemas.openxmlformats.org/officeDocument/2006/relationships" xmlns:p="http://schemas.openxmlformats.org/presentationml/2006/main">
  <p:tag name="EMFCHILD" val="True"/>
  <p:tag name="ORIGINALHEIGHT" val=" 7.701077"/>
  <p:tag name="ORIGINALWIDTH" val=" 6.112287"/>
</p:tagLst>
</file>

<file path=ppt/tags/tag548.xml><?xml version="1.0" encoding="utf-8"?>
<p:tagLst xmlns:a="http://schemas.openxmlformats.org/drawingml/2006/main" xmlns:r="http://schemas.openxmlformats.org/officeDocument/2006/relationships" xmlns:p="http://schemas.openxmlformats.org/presentationml/2006/main">
  <p:tag name="EMFCHILD" val="True"/>
  <p:tag name="ORIGINALHEIGHT" val=" 8.627615"/>
  <p:tag name="ORIGINALWIDTH" val=" 4.10154"/>
</p:tagLst>
</file>

<file path=ppt/tags/tag549.xml><?xml version="1.0" encoding="utf-8"?>
<p:tagLst xmlns:a="http://schemas.openxmlformats.org/drawingml/2006/main" xmlns:r="http://schemas.openxmlformats.org/officeDocument/2006/relationships" xmlns:p="http://schemas.openxmlformats.org/presentationml/2006/main">
  <p:tag name="EMFCHILD" val="True"/>
  <p:tag name="ORIGINALHEIGHT" val=" 9.962636"/>
  <p:tag name="ORIGINALWIDTH" val=" 2.320843"/>
</p:tagLst>
</file>

<file path=ppt/tags/tag550.xml><?xml version="1.0" encoding="utf-8"?>
<p:tagLst xmlns:a="http://schemas.openxmlformats.org/drawingml/2006/main" xmlns:r="http://schemas.openxmlformats.org/officeDocument/2006/relationships" xmlns:p="http://schemas.openxmlformats.org/presentationml/2006/main">
  <p:tag name="EMFCHILD" val="True"/>
  <p:tag name="ORIGINALHEIGHT" val=" 2.331246"/>
  <p:tag name="ORIGINALWIDTH" val=" 6.65249"/>
</p:tagLst>
</file>

<file path=ppt/tags/tag551.xml><?xml version="1.0" encoding="utf-8"?>
<p:tagLst xmlns:a="http://schemas.openxmlformats.org/drawingml/2006/main" xmlns:r="http://schemas.openxmlformats.org/officeDocument/2006/relationships" xmlns:p="http://schemas.openxmlformats.org/presentationml/2006/main">
  <p:tag name="EMFCHILD" val="True"/>
  <p:tag name="ORIGINALHEIGHT" val=" 6.63511"/>
  <p:tag name="ORIGINALWIDTH" val=" 3.301207"/>
</p:tagLst>
</file>

<file path=ppt/tags/tag552.xml><?xml version="1.0" encoding="utf-8"?>
<p:tagLst xmlns:a="http://schemas.openxmlformats.org/drawingml/2006/main" xmlns:r="http://schemas.openxmlformats.org/officeDocument/2006/relationships" xmlns:p="http://schemas.openxmlformats.org/presentationml/2006/main">
  <p:tag name="EMFCHILD" val="True"/>
  <p:tag name="ORIGINALHEIGHT" val=" .398457"/>
  <p:tag name="ORIGINALWIDTH" val=" 47.26887"/>
</p:tagLst>
</file>

<file path=ppt/tags/tag553.xml><?xml version="1.0" encoding="utf-8"?>
<p:tagLst xmlns:a="http://schemas.openxmlformats.org/drawingml/2006/main" xmlns:r="http://schemas.openxmlformats.org/officeDocument/2006/relationships" xmlns:p="http://schemas.openxmlformats.org/presentationml/2006/main">
  <p:tag name="EMFCHILD" val="True"/>
  <p:tag name="ORIGINALHEIGHT" val=" 4.513036"/>
  <p:tag name="ORIGINALWIDTH" val=" 3.841409"/>
</p:tagLst>
</file>

<file path=ppt/tags/tag554.xml><?xml version="1.0" encoding="utf-8"?>
<p:tagLst xmlns:a="http://schemas.openxmlformats.org/drawingml/2006/main" xmlns:r="http://schemas.openxmlformats.org/officeDocument/2006/relationships" xmlns:p="http://schemas.openxmlformats.org/presentationml/2006/main">
  <p:tag name="EMFCHILD" val="True"/>
  <p:tag name="ORIGINALHEIGHT" val=" 6.966854"/>
  <p:tag name="ORIGINALWIDTH" val=" 1.820691"/>
</p:tagLst>
</file>

<file path=ppt/tags/tag555.xml><?xml version="1.0" encoding="utf-8"?>
<p:tagLst xmlns:a="http://schemas.openxmlformats.org/drawingml/2006/main" xmlns:r="http://schemas.openxmlformats.org/officeDocument/2006/relationships" xmlns:p="http://schemas.openxmlformats.org/presentationml/2006/main">
  <p:tag name="EMFCHILD" val="True"/>
  <p:tag name="ORIGINALHEIGHT" val=" 6.248552"/>
  <p:tag name="ORIGINALWIDTH" val=" 4.894821"/>
</p:tagLst>
</file>

<file path=ppt/tags/tag556.xml><?xml version="1.0" encoding="utf-8"?>
<p:tagLst xmlns:a="http://schemas.openxmlformats.org/drawingml/2006/main" xmlns:r="http://schemas.openxmlformats.org/officeDocument/2006/relationships" xmlns:p="http://schemas.openxmlformats.org/presentationml/2006/main">
  <p:tag name="EMFCHILD" val="True"/>
  <p:tag name="ORIGINALHEIGHT" val=" 3.456985"/>
  <p:tag name="ORIGINALWIDTH" val=" 4.171557"/>
</p:tagLst>
</file>

<file path=ppt/tags/tag557.xml><?xml version="1.0" encoding="utf-8"?>
<p:tagLst xmlns:a="http://schemas.openxmlformats.org/drawingml/2006/main" xmlns:r="http://schemas.openxmlformats.org/officeDocument/2006/relationships" xmlns:p="http://schemas.openxmlformats.org/presentationml/2006/main">
  <p:tag name="EMFCHILD" val="True"/>
  <p:tag name="ORIGINALHEIGHT" val=" 3.096373"/>
  <p:tag name="ORIGINALWIDTH" val=" 4.292588"/>
</p:tagLst>
</file>

<file path=ppt/tags/tag558.xml><?xml version="1.0" encoding="utf-8"?>
<p:tagLst xmlns:a="http://schemas.openxmlformats.org/drawingml/2006/main" xmlns:r="http://schemas.openxmlformats.org/officeDocument/2006/relationships" xmlns:p="http://schemas.openxmlformats.org/presentationml/2006/main">
  <p:tag name="EMFCHILD" val="True"/>
  <p:tag name="ORIGINALHEIGHT" val=" 2.25649"/>
  <p:tag name="ORIGINALWIDTH" val=" 3.50129"/>
</p:tagLst>
</file>

<file path=ppt/tags/tag559.xml><?xml version="1.0" encoding="utf-8"?>
<p:tagLst xmlns:a="http://schemas.openxmlformats.org/drawingml/2006/main" xmlns:r="http://schemas.openxmlformats.org/officeDocument/2006/relationships" xmlns:p="http://schemas.openxmlformats.org/presentationml/2006/main">
  <p:tag name="EMFCHILD" val="True"/>
  <p:tag name="ORIGINALHEIGHT" val=" .3417155"/>
  <p:tag name="ORIGINALWIDTH" val=" 4.733796"/>
</p:tagLst>
</file>

<file path=ppt/tags/tag560.xml><?xml version="1.0" encoding="utf-8"?>
<p:tagLst xmlns:a="http://schemas.openxmlformats.org/drawingml/2006/main" xmlns:r="http://schemas.openxmlformats.org/officeDocument/2006/relationships" xmlns:p="http://schemas.openxmlformats.org/presentationml/2006/main">
  <p:tag name="EMFCHILD" val="True"/>
  <p:tag name="ORIGINALHEIGHT" val=" 4.567849"/>
  <p:tag name="ORIGINALWIDTH" val=" 4.173541"/>
</p:tagLst>
</file>

<file path=ppt/tags/tag561.xml><?xml version="1.0" encoding="utf-8"?>
<p:tagLst xmlns:a="http://schemas.openxmlformats.org/drawingml/2006/main" xmlns:r="http://schemas.openxmlformats.org/officeDocument/2006/relationships" xmlns:p="http://schemas.openxmlformats.org/presentationml/2006/main">
  <p:tag name="EMFCHILD" val="True"/>
  <p:tag name="ORIGINALHEIGHT" val=" 4.343693"/>
  <p:tag name="ORIGINALWIDTH" val=" 2.365851"/>
</p:tagLst>
</file>

<file path=ppt/tags/tag562.xml><?xml version="1.0" encoding="utf-8"?>
<p:tagLst xmlns:a="http://schemas.openxmlformats.org/drawingml/2006/main" xmlns:r="http://schemas.openxmlformats.org/officeDocument/2006/relationships" xmlns:p="http://schemas.openxmlformats.org/presentationml/2006/main">
  <p:tag name="EMFCHILD" val="True"/>
  <p:tag name="ORIGINALHEIGHT" val=" 6.966854"/>
  <p:tag name="ORIGINALWIDTH" val=" 1.813639"/>
</p:tagLst>
</file>

<file path=ppt/tags/tag56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318"/>
  <p:tag name="IGUANATEXSIZE" val="20"/>
  <p:tag name="LATEXADDIN" val="\documentclass{article}&#10;\usepackage{amsmath}&#10;\pagestyle{empty}&#10;\begin{document}&#10;&#10;$$\text{Odds}(Y_n \le j) = \frac{\left( \frac{1}{1 + e^{\boldsymbol{\beta}^\top \mathbf{x}_n - \mu_j}} \right)}{\left( \frac{e^{\boldsymbol{\beta}^\top \mathbf{x}_n - \mu_j}}{1 + e^{\boldsymbol{\beta}^\top \mathbf{x}_n - \mu_j}} \right)}$$&#10;&#10;\end{document}"/>
  <p:tag name="LATEXENGINEID" val="0"/>
  <p:tag name="LATEXFORMHEIGHT" val=" 320"/>
  <p:tag name="LATEXFORMWIDTH" val=" 723"/>
  <p:tag name="LATEXFORMWRAP" val="True"/>
  <p:tag name="ORIGINALHEIGHT" val=" 7.154487"/>
  <p:tag name="ORIGINALWIDTH" val=" 6.661912"/>
  <p:tag name="TEMPFOLDER" val="C:\Users\luisc\Documents\Custom Office Templates\iguana temp\"/>
  <p:tag name="TRANSPARENCY" val="True"/>
</p:tagLst>
</file>

<file path=ppt/tags/tag564.xml><?xml version="1.0" encoding="utf-8"?>
<p:tagLst xmlns:a="http://schemas.openxmlformats.org/drawingml/2006/main" xmlns:r="http://schemas.openxmlformats.org/officeDocument/2006/relationships" xmlns:p="http://schemas.openxmlformats.org/presentationml/2006/main">
  <p:tag name="EMFCHILD" val="True"/>
  <p:tag name="ORIGINALHEIGHT" val=" 6.937988"/>
  <p:tag name="ORIGINALWIDTH" val=" 4.938839"/>
</p:tagLst>
</file>

<file path=ppt/tags/tag565.xml><?xml version="1.0" encoding="utf-8"?>
<p:tagLst xmlns:a="http://schemas.openxmlformats.org/drawingml/2006/main" xmlns:r="http://schemas.openxmlformats.org/officeDocument/2006/relationships" xmlns:p="http://schemas.openxmlformats.org/presentationml/2006/main">
  <p:tag name="EMFCHILD" val="True"/>
  <p:tag name="ORIGINALHEIGHT" val=" 6.937988"/>
  <p:tag name="ORIGINALWIDTH" val=" 4.938839"/>
</p:tagLst>
</file>

<file path=ppt/tags/tag566.xml><?xml version="1.0" encoding="utf-8"?>
<p:tagLst xmlns:a="http://schemas.openxmlformats.org/drawingml/2006/main" xmlns:r="http://schemas.openxmlformats.org/officeDocument/2006/relationships" xmlns:p="http://schemas.openxmlformats.org/presentationml/2006/main">
  <p:tag name="EMFCHILD" val="True"/>
  <p:tag name="ORIGINALHEIGHT" val=" 4.517057"/>
  <p:tag name="ORIGINALWIDTH" val=" 3.275867"/>
</p:tagLst>
</file>

<file path=ppt/tags/tag567.xml><?xml version="1.0" encoding="utf-8"?>
<p:tagLst xmlns:a="http://schemas.openxmlformats.org/drawingml/2006/main" xmlns:r="http://schemas.openxmlformats.org/officeDocument/2006/relationships" xmlns:p="http://schemas.openxmlformats.org/presentationml/2006/main">
  <p:tag name="EMFCHILD" val="True"/>
  <p:tag name="ORIGINALHEIGHT" val=" 9.841109"/>
  <p:tag name="ORIGINALWIDTH" val=" 2.32415"/>
</p:tagLst>
</file>

<file path=ppt/tags/tag568.xml><?xml version="1.0" encoding="utf-8"?>
<p:tagLst xmlns:a="http://schemas.openxmlformats.org/drawingml/2006/main" xmlns:r="http://schemas.openxmlformats.org/officeDocument/2006/relationships" xmlns:p="http://schemas.openxmlformats.org/presentationml/2006/main">
  <p:tag name="EMFCHILD" val="True"/>
  <p:tag name="ORIGINALHEIGHT" val=" 6.721489"/>
  <p:tag name="ORIGINALWIDTH" val=" 7.283041"/>
</p:tagLst>
</file>

<file path=ppt/tags/tag569.xml><?xml version="1.0" encoding="utf-8"?>
<p:tagLst xmlns:a="http://schemas.openxmlformats.org/drawingml/2006/main" xmlns:r="http://schemas.openxmlformats.org/officeDocument/2006/relationships" xmlns:p="http://schemas.openxmlformats.org/presentationml/2006/main">
  <p:tag name="EMFCHILD" val="True"/>
  <p:tag name="ORIGINALHEIGHT" val=" 3.10684"/>
  <p:tag name="ORIGINALWIDTH" val=" 4.284657"/>
</p:tagLst>
</file>

<file path=ppt/tags/tag570.xml><?xml version="1.0" encoding="utf-8"?>
<p:tagLst xmlns:a="http://schemas.openxmlformats.org/drawingml/2006/main" xmlns:r="http://schemas.openxmlformats.org/officeDocument/2006/relationships" xmlns:p="http://schemas.openxmlformats.org/presentationml/2006/main">
  <p:tag name="EMFCHILD" val="True"/>
  <p:tag name="ORIGINALHEIGHT" val=" 7.607151"/>
  <p:tag name="ORIGINALWIDTH" val=" 6.120939"/>
</p:tagLst>
</file>

<file path=ppt/tags/tag571.xml><?xml version="1.0" encoding="utf-8"?>
<p:tagLst xmlns:a="http://schemas.openxmlformats.org/drawingml/2006/main" xmlns:r="http://schemas.openxmlformats.org/officeDocument/2006/relationships" xmlns:p="http://schemas.openxmlformats.org/presentationml/2006/main">
  <p:tag name="EMFCHILD" val="True"/>
  <p:tag name="ORIGINALHEIGHT" val=" 8.522395"/>
  <p:tag name="ORIGINALWIDTH" val=" 4.107325"/>
</p:tagLst>
</file>

<file path=ppt/tags/tag572.xml><?xml version="1.0" encoding="utf-8"?>
<p:tagLst xmlns:a="http://schemas.openxmlformats.org/drawingml/2006/main" xmlns:r="http://schemas.openxmlformats.org/officeDocument/2006/relationships" xmlns:p="http://schemas.openxmlformats.org/presentationml/2006/main">
  <p:tag name="EMFCHILD" val="True"/>
  <p:tag name="ORIGINALHEIGHT" val=" 9.841109"/>
  <p:tag name="ORIGINALWIDTH" val=" 2.32415"/>
</p:tagLst>
</file>

<file path=ppt/tags/tag573.xml><?xml version="1.0" encoding="utf-8"?>
<p:tagLst xmlns:a="http://schemas.openxmlformats.org/drawingml/2006/main" xmlns:r="http://schemas.openxmlformats.org/officeDocument/2006/relationships" xmlns:p="http://schemas.openxmlformats.org/presentationml/2006/main">
  <p:tag name="EMFCHILD" val="True"/>
  <p:tag name="ORIGINALHEIGHT" val=" 2.30282"/>
  <p:tag name="ORIGINALWIDTH" val=" 6.661912"/>
</p:tagLst>
</file>

<file path=ppt/tags/tag574.xml><?xml version="1.0" encoding="utf-8"?>
<p:tagLst xmlns:a="http://schemas.openxmlformats.org/drawingml/2006/main" xmlns:r="http://schemas.openxmlformats.org/officeDocument/2006/relationships" xmlns:p="http://schemas.openxmlformats.org/presentationml/2006/main">
  <p:tag name="EMFCHILD" val="True"/>
  <p:tag name="ORIGINALHEIGHT" val=" 17.7042"/>
  <p:tag name="ORIGINALWIDTH" val=" 3.806815"/>
</p:tagLst>
</file>

<file path=ppt/tags/tag575.xml><?xml version="1.0" encoding="utf-8"?>
<p:tagLst xmlns:a="http://schemas.openxmlformats.org/drawingml/2006/main" xmlns:r="http://schemas.openxmlformats.org/officeDocument/2006/relationships" xmlns:p="http://schemas.openxmlformats.org/presentationml/2006/main">
  <p:tag name="EMFCHILD" val="True"/>
  <p:tag name="ORIGINALHEIGHT" val=" 4.57413"/>
  <p:tag name="ORIGINALWIDTH" val=" 2.552549"/>
</p:tagLst>
</file>

<file path=ppt/tags/tag576.xml><?xml version="1.0" encoding="utf-8"?>
<p:tagLst xmlns:a="http://schemas.openxmlformats.org/drawingml/2006/main" xmlns:r="http://schemas.openxmlformats.org/officeDocument/2006/relationships" xmlns:p="http://schemas.openxmlformats.org/presentationml/2006/main">
  <p:tag name="EMFCHILD" val="True"/>
  <p:tag name="ORIGINALHEIGHT" val=" .3936091"/>
  <p:tag name="ORIGINALWIDTH" val=" 47.23644"/>
</p:tagLst>
</file>

<file path=ppt/tags/tag577.xml><?xml version="1.0" encoding="utf-8"?>
<p:tagLst xmlns:a="http://schemas.openxmlformats.org/drawingml/2006/main" xmlns:r="http://schemas.openxmlformats.org/officeDocument/2006/relationships" xmlns:p="http://schemas.openxmlformats.org/presentationml/2006/main">
  <p:tag name="EMFCHILD" val="True"/>
  <p:tag name="ORIGINALHEIGHT" val=" 4.57413"/>
  <p:tag name="ORIGINALWIDTH" val=" 2.552549"/>
</p:tagLst>
</file>

<file path=ppt/tags/tag578.xml><?xml version="1.0" encoding="utf-8"?>
<p:tagLst xmlns:a="http://schemas.openxmlformats.org/drawingml/2006/main" xmlns:r="http://schemas.openxmlformats.org/officeDocument/2006/relationships" xmlns:p="http://schemas.openxmlformats.org/presentationml/2006/main">
  <p:tag name="EMFCHILD" val="True"/>
  <p:tag name="ORIGINALHEIGHT" val=" 5.077034"/>
  <p:tag name="ORIGINALWIDTH" val=" 5.161233"/>
</p:tagLst>
</file>

<file path=ppt/tags/tag579.xml><?xml version="1.0" encoding="utf-8"?>
<p:tagLst xmlns:a="http://schemas.openxmlformats.org/drawingml/2006/main" xmlns:r="http://schemas.openxmlformats.org/officeDocument/2006/relationships" xmlns:p="http://schemas.openxmlformats.org/presentationml/2006/main">
  <p:tag name="EMFCHILD" val="True"/>
  <p:tag name="ORIGINALHEIGHT" val=" 3.10684"/>
  <p:tag name="ORIGINALWIDTH" val=" 3.001359"/>
</p:tagLst>
</file>

<file path=ppt/tags/tag580.xml><?xml version="1.0" encoding="utf-8"?>
<p:tagLst xmlns:a="http://schemas.openxmlformats.org/drawingml/2006/main" xmlns:r="http://schemas.openxmlformats.org/officeDocument/2006/relationships" xmlns:p="http://schemas.openxmlformats.org/presentationml/2006/main">
  <p:tag name="EMFCHILD" val="True"/>
  <p:tag name="ORIGINALHEIGHT" val=" 4.418669"/>
  <p:tag name="ORIGINALWIDTH" val=" 3.91198"/>
</p:tagLst>
</file>

<file path=ppt/tags/tag581.xml><?xml version="1.0" encoding="utf-8"?>
<p:tagLst xmlns:a="http://schemas.openxmlformats.org/drawingml/2006/main" xmlns:r="http://schemas.openxmlformats.org/officeDocument/2006/relationships" xmlns:p="http://schemas.openxmlformats.org/presentationml/2006/main">
  <p:tag name="EMFCHILD" val="True"/>
  <p:tag name="ORIGINALHEIGHT" val=" 3.414841"/>
  <p:tag name="ORIGINALWIDTH" val=" 4.177454"/>
</p:tagLst>
</file>

<file path=ppt/tags/tag582.xml><?xml version="1.0" encoding="utf-8"?>
<p:tagLst xmlns:a="http://schemas.openxmlformats.org/drawingml/2006/main" xmlns:r="http://schemas.openxmlformats.org/officeDocument/2006/relationships" xmlns:p="http://schemas.openxmlformats.org/presentationml/2006/main">
  <p:tag name="EMFCHILD" val="True"/>
  <p:tag name="ORIGINALHEIGHT" val=" 2.18471"/>
  <p:tag name="ORIGINALWIDTH" val=" 3.421137"/>
</p:tagLst>
</file>

<file path=ppt/tags/tag583.xml><?xml version="1.0" encoding="utf-8"?>
<p:tagLst xmlns:a="http://schemas.openxmlformats.org/drawingml/2006/main" xmlns:r="http://schemas.openxmlformats.org/officeDocument/2006/relationships" xmlns:p="http://schemas.openxmlformats.org/presentationml/2006/main">
  <p:tag name="EMFCHILD" val="True"/>
  <p:tag name="ORIGINALHEIGHT" val=" 2.229001"/>
  <p:tag name="ORIGINALWIDTH" val=" 3.506249"/>
</p:tagLst>
</file>

<file path=ppt/tags/tag584.xml><?xml version="1.0" encoding="utf-8"?>
<p:tagLst xmlns:a="http://schemas.openxmlformats.org/drawingml/2006/main" xmlns:r="http://schemas.openxmlformats.org/officeDocument/2006/relationships" xmlns:p="http://schemas.openxmlformats.org/presentationml/2006/main">
  <p:tag name="EMFCHILD" val="True"/>
  <p:tag name="ORIGINALHEIGHT" val=" .2754988"/>
  <p:tag name="ORIGINALWIDTH" val=" 3.821854"/>
</p:tagLst>
</file>

<file path=ppt/tags/tag585.xml><?xml version="1.0" encoding="utf-8"?>
<p:tagLst xmlns:a="http://schemas.openxmlformats.org/drawingml/2006/main" xmlns:r="http://schemas.openxmlformats.org/officeDocument/2006/relationships" xmlns:p="http://schemas.openxmlformats.org/presentationml/2006/main">
  <p:tag name="EMFCHILD" val="True"/>
  <p:tag name="ORIGINALHEIGHT" val=" 3.237731"/>
  <p:tag name="ORIGINALWIDTH" val=" 3.325943"/>
</p:tagLst>
</file>

<file path=ppt/tags/tag586.xml><?xml version="1.0" encoding="utf-8"?>
<p:tagLst xmlns:a="http://schemas.openxmlformats.org/drawingml/2006/main" xmlns:r="http://schemas.openxmlformats.org/officeDocument/2006/relationships" xmlns:p="http://schemas.openxmlformats.org/presentationml/2006/main">
  <p:tag name="EMFCHILD" val="True"/>
  <p:tag name="ORIGINALHEIGHT" val=" 4.290698"/>
  <p:tag name="ORIGINALWIDTH" val=" 2.369213"/>
</p:tagLst>
</file>

<file path=ppt/tags/tag587.xml><?xml version="1.0" encoding="utf-8"?>
<p:tagLst xmlns:a="http://schemas.openxmlformats.org/drawingml/2006/main" xmlns:r="http://schemas.openxmlformats.org/officeDocument/2006/relationships" xmlns:p="http://schemas.openxmlformats.org/presentationml/2006/main">
  <p:tag name="EMFCHILD" val="True"/>
  <p:tag name="ORIGINALHEIGHT" val=" 17.7042"/>
  <p:tag name="ORIGINALWIDTH" val=" 3.806815"/>
</p:tagLst>
</file>

<file path=ppt/tags/tag588.xml><?xml version="1.0" encoding="utf-8"?>
<p:tagLst xmlns:a="http://schemas.openxmlformats.org/drawingml/2006/main" xmlns:r="http://schemas.openxmlformats.org/officeDocument/2006/relationships" xmlns:p="http://schemas.openxmlformats.org/presentationml/2006/main">
  <p:tag name="EMFCHILD" val="True"/>
  <p:tag name="ORIGINALHEIGHT" val=" .3936091"/>
  <p:tag name="ORIGINALWIDTH" val=" 61.60669"/>
</p:tagLst>
</file>

<file path=ppt/tags/tag589.xml><?xml version="1.0" encoding="utf-8"?>
<p:tagLst xmlns:a="http://schemas.openxmlformats.org/drawingml/2006/main" xmlns:r="http://schemas.openxmlformats.org/officeDocument/2006/relationships" xmlns:p="http://schemas.openxmlformats.org/presentationml/2006/main">
  <p:tag name="EMFCHILD" val="True"/>
  <p:tag name="ORIGINALHEIGHT" val=" 17.7042"/>
  <p:tag name="ORIGINALWIDTH" val=" 3.806815"/>
</p:tagLst>
</file>

<file path=ppt/tags/tag590.xml><?xml version="1.0" encoding="utf-8"?>
<p:tagLst xmlns:a="http://schemas.openxmlformats.org/drawingml/2006/main" xmlns:r="http://schemas.openxmlformats.org/officeDocument/2006/relationships" xmlns:p="http://schemas.openxmlformats.org/presentationml/2006/main">
  <p:tag name="EMFCHILD" val="True"/>
  <p:tag name="ORIGINALHEIGHT" val=" 3.10684"/>
  <p:tag name="ORIGINALWIDTH" val=" 3.001359"/>
</p:tagLst>
</file>

<file path=ppt/tags/tag591.xml><?xml version="1.0" encoding="utf-8"?>
<p:tagLst xmlns:a="http://schemas.openxmlformats.org/drawingml/2006/main" xmlns:r="http://schemas.openxmlformats.org/officeDocument/2006/relationships" xmlns:p="http://schemas.openxmlformats.org/presentationml/2006/main">
  <p:tag name="EMFCHILD" val="True"/>
  <p:tag name="ORIGINALHEIGHT" val=" 4.418669"/>
  <p:tag name="ORIGINALWIDTH" val=" 3.91198"/>
</p:tagLst>
</file>

<file path=ppt/tags/tag592.xml><?xml version="1.0" encoding="utf-8"?>
<p:tagLst xmlns:a="http://schemas.openxmlformats.org/drawingml/2006/main" xmlns:r="http://schemas.openxmlformats.org/officeDocument/2006/relationships" xmlns:p="http://schemas.openxmlformats.org/presentationml/2006/main">
  <p:tag name="EMFCHILD" val="True"/>
  <p:tag name="ORIGINALHEIGHT" val=" 3.414841"/>
  <p:tag name="ORIGINALWIDTH" val=" 4.177454"/>
</p:tagLst>
</file>

<file path=ppt/tags/tag593.xml><?xml version="1.0" encoding="utf-8"?>
<p:tagLst xmlns:a="http://schemas.openxmlformats.org/drawingml/2006/main" xmlns:r="http://schemas.openxmlformats.org/officeDocument/2006/relationships" xmlns:p="http://schemas.openxmlformats.org/presentationml/2006/main">
  <p:tag name="EMFCHILD" val="True"/>
  <p:tag name="ORIGINALHEIGHT" val=" 2.18471"/>
  <p:tag name="ORIGINALWIDTH" val=" 3.421137"/>
</p:tagLst>
</file>

<file path=ppt/tags/tag594.xml><?xml version="1.0" encoding="utf-8"?>
<p:tagLst xmlns:a="http://schemas.openxmlformats.org/drawingml/2006/main" xmlns:r="http://schemas.openxmlformats.org/officeDocument/2006/relationships" xmlns:p="http://schemas.openxmlformats.org/presentationml/2006/main">
  <p:tag name="EMFCHILD" val="True"/>
  <p:tag name="ORIGINALHEIGHT" val=" 2.229001"/>
  <p:tag name="ORIGINALWIDTH" val=" 3.506249"/>
</p:tagLst>
</file>

<file path=ppt/tags/tag595.xml><?xml version="1.0" encoding="utf-8"?>
<p:tagLst xmlns:a="http://schemas.openxmlformats.org/drawingml/2006/main" xmlns:r="http://schemas.openxmlformats.org/officeDocument/2006/relationships" xmlns:p="http://schemas.openxmlformats.org/presentationml/2006/main">
  <p:tag name="EMFCHILD" val="True"/>
  <p:tag name="ORIGINALHEIGHT" val=" .2754988"/>
  <p:tag name="ORIGINALWIDTH" val=" 3.821854"/>
</p:tagLst>
</file>

<file path=ppt/tags/tag596.xml><?xml version="1.0" encoding="utf-8"?>
<p:tagLst xmlns:a="http://schemas.openxmlformats.org/drawingml/2006/main" xmlns:r="http://schemas.openxmlformats.org/officeDocument/2006/relationships" xmlns:p="http://schemas.openxmlformats.org/presentationml/2006/main">
  <p:tag name="EMFCHILD" val="True"/>
  <p:tag name="ORIGINALHEIGHT" val=" 3.237731"/>
  <p:tag name="ORIGINALWIDTH" val=" 3.325943"/>
</p:tagLst>
</file>

<file path=ppt/tags/tag597.xml><?xml version="1.0" encoding="utf-8"?>
<p:tagLst xmlns:a="http://schemas.openxmlformats.org/drawingml/2006/main" xmlns:r="http://schemas.openxmlformats.org/officeDocument/2006/relationships" xmlns:p="http://schemas.openxmlformats.org/presentationml/2006/main">
  <p:tag name="EMFCHILD" val="True"/>
  <p:tag name="ORIGINALHEIGHT" val=" 4.290698"/>
  <p:tag name="ORIGINALWIDTH" val=" 2.369213"/>
</p:tagLst>
</file>

<file path=ppt/tags/tag598.xml><?xml version="1.0" encoding="utf-8"?>
<p:tagLst xmlns:a="http://schemas.openxmlformats.org/drawingml/2006/main" xmlns:r="http://schemas.openxmlformats.org/officeDocument/2006/relationships" xmlns:p="http://schemas.openxmlformats.org/presentationml/2006/main">
  <p:tag name="EMFCHILD" val="True"/>
  <p:tag name="ORIGINALHEIGHT" val=" .3936091"/>
  <p:tag name="ORIGINALWIDTH" val=" 47.23644"/>
</p:tagLst>
</file>

<file path=ppt/tags/tag599.xml><?xml version="1.0" encoding="utf-8"?>
<p:tagLst xmlns:a="http://schemas.openxmlformats.org/drawingml/2006/main" xmlns:r="http://schemas.openxmlformats.org/officeDocument/2006/relationships" xmlns:p="http://schemas.openxmlformats.org/presentationml/2006/main">
  <p:tag name="EMFCHILD" val="True"/>
  <p:tag name="ORIGINALHEIGHT" val=" 4.57413"/>
  <p:tag name="ORIGINALWIDTH" val=" 2.552549"/>
</p:tagLst>
</file>

<file path=ppt/tags/tag600.xml><?xml version="1.0" encoding="utf-8"?>
<p:tagLst xmlns:a="http://schemas.openxmlformats.org/drawingml/2006/main" xmlns:r="http://schemas.openxmlformats.org/officeDocument/2006/relationships" xmlns:p="http://schemas.openxmlformats.org/presentationml/2006/main">
  <p:tag name="EMFCHILD" val="True"/>
  <p:tag name="ORIGINALHEIGHT" val=" 5.077034"/>
  <p:tag name="ORIGINALWIDTH" val=" 5.161233"/>
</p:tagLst>
</file>

<file path=ppt/tags/tag601.xml><?xml version="1.0" encoding="utf-8"?>
<p:tagLst xmlns:a="http://schemas.openxmlformats.org/drawingml/2006/main" xmlns:r="http://schemas.openxmlformats.org/officeDocument/2006/relationships" xmlns:p="http://schemas.openxmlformats.org/presentationml/2006/main">
  <p:tag name="EMFCHILD" val="True"/>
  <p:tag name="ORIGINALHEIGHT" val=" 3.10684"/>
  <p:tag name="ORIGINALWIDTH" val=" 3.001359"/>
</p:tagLst>
</file>

<file path=ppt/tags/tag602.xml><?xml version="1.0" encoding="utf-8"?>
<p:tagLst xmlns:a="http://schemas.openxmlformats.org/drawingml/2006/main" xmlns:r="http://schemas.openxmlformats.org/officeDocument/2006/relationships" xmlns:p="http://schemas.openxmlformats.org/presentationml/2006/main">
  <p:tag name="EMFCHILD" val="True"/>
  <p:tag name="ORIGINALHEIGHT" val=" 4.418669"/>
  <p:tag name="ORIGINALWIDTH" val=" 3.91198"/>
</p:tagLst>
</file>

<file path=ppt/tags/tag603.xml><?xml version="1.0" encoding="utf-8"?>
<p:tagLst xmlns:a="http://schemas.openxmlformats.org/drawingml/2006/main" xmlns:r="http://schemas.openxmlformats.org/officeDocument/2006/relationships" xmlns:p="http://schemas.openxmlformats.org/presentationml/2006/main">
  <p:tag name="EMFCHILD" val="True"/>
  <p:tag name="ORIGINALHEIGHT" val=" 3.414841"/>
  <p:tag name="ORIGINALWIDTH" val=" 4.177454"/>
</p:tagLst>
</file>

<file path=ppt/tags/tag604.xml><?xml version="1.0" encoding="utf-8"?>
<p:tagLst xmlns:a="http://schemas.openxmlformats.org/drawingml/2006/main" xmlns:r="http://schemas.openxmlformats.org/officeDocument/2006/relationships" xmlns:p="http://schemas.openxmlformats.org/presentationml/2006/main">
  <p:tag name="EMFCHILD" val="True"/>
  <p:tag name="ORIGINALHEIGHT" val=" 2.18471"/>
  <p:tag name="ORIGINALWIDTH" val=" 3.421137"/>
</p:tagLst>
</file>

<file path=ppt/tags/tag605.xml><?xml version="1.0" encoding="utf-8"?>
<p:tagLst xmlns:a="http://schemas.openxmlformats.org/drawingml/2006/main" xmlns:r="http://schemas.openxmlformats.org/officeDocument/2006/relationships" xmlns:p="http://schemas.openxmlformats.org/presentationml/2006/main">
  <p:tag name="EMFCHILD" val="True"/>
  <p:tag name="ORIGINALHEIGHT" val=" 2.229001"/>
  <p:tag name="ORIGINALWIDTH" val=" 3.506249"/>
</p:tagLst>
</file>

<file path=ppt/tags/tag606.xml><?xml version="1.0" encoding="utf-8"?>
<p:tagLst xmlns:a="http://schemas.openxmlformats.org/drawingml/2006/main" xmlns:r="http://schemas.openxmlformats.org/officeDocument/2006/relationships" xmlns:p="http://schemas.openxmlformats.org/presentationml/2006/main">
  <p:tag name="EMFCHILD" val="True"/>
  <p:tag name="ORIGINALHEIGHT" val=" .2754988"/>
  <p:tag name="ORIGINALWIDTH" val=" 3.821854"/>
</p:tagLst>
</file>

<file path=ppt/tags/tag607.xml><?xml version="1.0" encoding="utf-8"?>
<p:tagLst xmlns:a="http://schemas.openxmlformats.org/drawingml/2006/main" xmlns:r="http://schemas.openxmlformats.org/officeDocument/2006/relationships" xmlns:p="http://schemas.openxmlformats.org/presentationml/2006/main">
  <p:tag name="EMFCHILD" val="True"/>
  <p:tag name="ORIGINALHEIGHT" val=" 3.237731"/>
  <p:tag name="ORIGINALWIDTH" val=" 3.325943"/>
</p:tagLst>
</file>

<file path=ppt/tags/tag608.xml><?xml version="1.0" encoding="utf-8"?>
<p:tagLst xmlns:a="http://schemas.openxmlformats.org/drawingml/2006/main" xmlns:r="http://schemas.openxmlformats.org/officeDocument/2006/relationships" xmlns:p="http://schemas.openxmlformats.org/presentationml/2006/main">
  <p:tag name="EMFCHILD" val="True"/>
  <p:tag name="ORIGINALHEIGHT" val=" 4.290698"/>
  <p:tag name="ORIGINALWIDTH" val=" 2.369213"/>
</p:tagLst>
</file>

<file path=ppt/tags/tag609.xml><?xml version="1.0" encoding="utf-8"?>
<p:tagLst xmlns:a="http://schemas.openxmlformats.org/drawingml/2006/main" xmlns:r="http://schemas.openxmlformats.org/officeDocument/2006/relationships" xmlns:p="http://schemas.openxmlformats.org/presentationml/2006/main">
  <p:tag name="EMFCHILD" val="True"/>
  <p:tag name="ORIGINALHEIGHT" val=" 17.7042"/>
  <p:tag name="ORIGINALWIDTH" val=" 3.806815"/>
</p:tagLst>
</file>

<file path=ppt/tags/tag61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1"/>
  <p:tag name="IGUANATEXSIZE" val="20"/>
  <p:tag name="LATEXADDIN" val="\documentclass{article}&#10;\usepackage{amsmath}&#10;\pagestyle{empty}&#10;\begin{document}&#10;&#10;$$\text{Odds}(Y_n \le j) = \frac{P(Y_n \le j)}{P(Y_n &gt; j)}$$&#10;&#10;\end{document}"/>
  <p:tag name="LATEXENGINEID" val="0"/>
  <p:tag name="LATEXFORMHEIGHT" val=" 320"/>
  <p:tag name="LATEXFORMWIDTH" val=" 723"/>
  <p:tag name="LATEXFORMWRAP" val="True"/>
  <p:tag name="ORIGINALHEIGHT" val=" 7.016489"/>
  <p:tag name="ORIGINALWIDTH" val=" 6.597294"/>
  <p:tag name="TEMPFOLDER" val="C:\Users\luisc\Documents\Custom Office Templates\iguana temp\"/>
  <p:tag name="TRANSPARENCY" val="True"/>
</p:tagLst>
</file>

<file path=ppt/tags/tag611.xml><?xml version="1.0" encoding="utf-8"?>
<p:tagLst xmlns:a="http://schemas.openxmlformats.org/drawingml/2006/main" xmlns:r="http://schemas.openxmlformats.org/officeDocument/2006/relationships" xmlns:p="http://schemas.openxmlformats.org/presentationml/2006/main">
  <p:tag name="EMFCHILD" val="True"/>
  <p:tag name="ORIGINALHEIGHT" val=" 6.804122"/>
  <p:tag name="ORIGINALWIDTH" val=" 4.890912"/>
</p:tagLst>
</file>

<file path=ppt/tags/tag612.xml><?xml version="1.0" encoding="utf-8"?>
<p:tagLst xmlns:a="http://schemas.openxmlformats.org/drawingml/2006/main" xmlns:r="http://schemas.openxmlformats.org/officeDocument/2006/relationships" xmlns:p="http://schemas.openxmlformats.org/presentationml/2006/main">
  <p:tag name="EMFCHILD" val="True"/>
  <p:tag name="ORIGINALHEIGHT" val=" 6.804122"/>
  <p:tag name="ORIGINALWIDTH" val=" 4.890912"/>
</p:tagLst>
</file>

<file path=ppt/tags/tag613.xml><?xml version="1.0" encoding="utf-8"?>
<p:tagLst xmlns:a="http://schemas.openxmlformats.org/drawingml/2006/main" xmlns:r="http://schemas.openxmlformats.org/officeDocument/2006/relationships" xmlns:p="http://schemas.openxmlformats.org/presentationml/2006/main">
  <p:tag name="EMFCHILD" val="True"/>
  <p:tag name="ORIGINALHEIGHT" val=" 4.429907"/>
  <p:tag name="ORIGINALWIDTH" val=" 3.244081"/>
</p:tagLst>
</file>

<file path=ppt/tags/tag614.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615.xml><?xml version="1.0" encoding="utf-8"?>
<p:tagLst xmlns:a="http://schemas.openxmlformats.org/drawingml/2006/main" xmlns:r="http://schemas.openxmlformats.org/officeDocument/2006/relationships" xmlns:p="http://schemas.openxmlformats.org/presentationml/2006/main">
  <p:tag name="EMFCHILD" val="True"/>
  <p:tag name="ORIGINALHEIGHT" val=" 6.59181"/>
  <p:tag name="ORIGINALWIDTH" val=" 7.212363"/>
</p:tagLst>
</file>

<file path=ppt/tags/tag616.xml><?xml version="1.0" encoding="utf-8"?>
<p:tagLst xmlns:a="http://schemas.openxmlformats.org/drawingml/2006/main" xmlns:r="http://schemas.openxmlformats.org/officeDocument/2006/relationships" xmlns:p="http://schemas.openxmlformats.org/presentationml/2006/main">
  <p:tag name="EMFCHILD" val="True"/>
  <p:tag name="ORIGINALHEIGHT" val=" 3.046904"/>
  <p:tag name="ORIGINALWIDTH" val=" 4.243065"/>
</p:tagLst>
</file>

<file path=ppt/tags/tag617.xml><?xml version="1.0" encoding="utf-8"?>
<p:tagLst xmlns:a="http://schemas.openxmlformats.org/drawingml/2006/main" xmlns:r="http://schemas.openxmlformats.org/officeDocument/2006/relationships" xmlns:p="http://schemas.openxmlformats.org/presentationml/2006/main">
  <p:tag name="EMFCHILD" val="True"/>
  <p:tag name="ORIGINALHEIGHT" val=" 7.460449"/>
  <p:tag name="ORIGINALWIDTH" val=" 6.061553"/>
</p:tagLst>
</file>

<file path=ppt/tags/tag618.xml><?xml version="1.0" encoding="utf-8"?>
<p:tagLst xmlns:a="http://schemas.openxmlformats.org/drawingml/2006/main" xmlns:r="http://schemas.openxmlformats.org/officeDocument/2006/relationships" xmlns:p="http://schemas.openxmlformats.org/presentationml/2006/main">
  <p:tag name="EMFCHILD" val="True"/>
  <p:tag name="ORIGINALHEIGHT" val=" 8.35801"/>
  <p:tag name="ORIGINALWIDTH" val=" 4.067497"/>
</p:tagLst>
</file>

<file path=ppt/tags/tag619.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620.xml><?xml version="1.0" encoding="utf-8"?>
<p:tagLst xmlns:a="http://schemas.openxmlformats.org/drawingml/2006/main" xmlns:r="http://schemas.openxmlformats.org/officeDocument/2006/relationships" xmlns:p="http://schemas.openxmlformats.org/presentationml/2006/main">
  <p:tag name="EMFCHILD" val="True"/>
  <p:tag name="ORIGINALHEIGHT" val=" 2.258363"/>
  <p:tag name="ORIGINALWIDTH" val=" 6.597294"/>
</p:tagLst>
</file>

<file path=ppt/tags/tag621.xml><?xml version="1.0" encoding="utf-8"?>
<p:tagLst xmlns:a="http://schemas.openxmlformats.org/drawingml/2006/main" xmlns:r="http://schemas.openxmlformats.org/officeDocument/2006/relationships" xmlns:p="http://schemas.openxmlformats.org/presentationml/2006/main">
  <p:tag name="EMFCHILD" val="True"/>
  <p:tag name="ORIGINALHEIGHT" val=" 6.59181"/>
  <p:tag name="ORIGINALWIDTH" val=" 7.083399"/>
</p:tagLst>
</file>

<file path=ppt/tags/tag622.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623.xml><?xml version="1.0" encoding="utf-8"?>
<p:tagLst xmlns:a="http://schemas.openxmlformats.org/drawingml/2006/main" xmlns:r="http://schemas.openxmlformats.org/officeDocument/2006/relationships" xmlns:p="http://schemas.openxmlformats.org/presentationml/2006/main">
  <p:tag name="EMFCHILD" val="True"/>
  <p:tag name="ORIGINALHEIGHT" val=" 6.59181"/>
  <p:tag name="ORIGINALWIDTH" val=" 7.212363"/>
</p:tagLst>
</file>

<file path=ppt/tags/tag624.xml><?xml version="1.0" encoding="utf-8"?>
<p:tagLst xmlns:a="http://schemas.openxmlformats.org/drawingml/2006/main" xmlns:r="http://schemas.openxmlformats.org/officeDocument/2006/relationships" xmlns:p="http://schemas.openxmlformats.org/presentationml/2006/main">
  <p:tag name="EMFCHILD" val="True"/>
  <p:tag name="ORIGINALHEIGHT" val=" 3.046904"/>
  <p:tag name="ORIGINALWIDTH" val=" 4.243065"/>
</p:tagLst>
</file>

<file path=ppt/tags/tag625.xml><?xml version="1.0" encoding="utf-8"?>
<p:tagLst xmlns:a="http://schemas.openxmlformats.org/drawingml/2006/main" xmlns:r="http://schemas.openxmlformats.org/officeDocument/2006/relationships" xmlns:p="http://schemas.openxmlformats.org/presentationml/2006/main">
  <p:tag name="EMFCHILD" val="True"/>
  <p:tag name="ORIGINALHEIGHT" val=" 7.460449"/>
  <p:tag name="ORIGINALWIDTH" val=" 6.061553"/>
</p:tagLst>
</file>

<file path=ppt/tags/tag626.xml><?xml version="1.0" encoding="utf-8"?>
<p:tagLst xmlns:a="http://schemas.openxmlformats.org/drawingml/2006/main" xmlns:r="http://schemas.openxmlformats.org/officeDocument/2006/relationships" xmlns:p="http://schemas.openxmlformats.org/presentationml/2006/main">
  <p:tag name="EMFCHILD" val="True"/>
  <p:tag name="ORIGINALHEIGHT" val=" 8.35801"/>
  <p:tag name="ORIGINALWIDTH" val=" 4.067497"/>
</p:tagLst>
</file>

<file path=ppt/tags/tag627.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628.xml><?xml version="1.0" encoding="utf-8"?>
<p:tagLst xmlns:a="http://schemas.openxmlformats.org/drawingml/2006/main" xmlns:r="http://schemas.openxmlformats.org/officeDocument/2006/relationships" xmlns:p="http://schemas.openxmlformats.org/presentationml/2006/main">
  <p:tag name="EMFCHILD" val="True"/>
  <p:tag name="ORIGINALHEIGHT" val=" .3860069"/>
  <p:tag name="ORIGINALWIDTH" val=" 44.50404"/>
</p:tagLst>
</file>

<file path=ppt/tags/tag629.xml><?xml version="1.0" encoding="utf-8"?>
<p:tagLst xmlns:a="http://schemas.openxmlformats.org/drawingml/2006/main" xmlns:r="http://schemas.openxmlformats.org/officeDocument/2006/relationships" xmlns:p="http://schemas.openxmlformats.org/presentationml/2006/main">
  <p:tag name="EMFCHILD" val="True"/>
  <p:tag name="ORIGINALHEIGHT" val=" 6.59181"/>
  <p:tag name="ORIGINALWIDTH" val=" 7.083399"/>
</p:tagLst>
</file>

<file path=ppt/tags/tag630.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631.xml><?xml version="1.0" encoding="utf-8"?>
<p:tagLst xmlns:a="http://schemas.openxmlformats.org/drawingml/2006/main" xmlns:r="http://schemas.openxmlformats.org/officeDocument/2006/relationships" xmlns:p="http://schemas.openxmlformats.org/presentationml/2006/main">
  <p:tag name="EMFCHILD" val="True"/>
  <p:tag name="ORIGINALHEIGHT" val=" 6.59181"/>
  <p:tag name="ORIGINALWIDTH" val=" 7.212363"/>
</p:tagLst>
</file>

<file path=ppt/tags/tag632.xml><?xml version="1.0" encoding="utf-8"?>
<p:tagLst xmlns:a="http://schemas.openxmlformats.org/drawingml/2006/main" xmlns:r="http://schemas.openxmlformats.org/officeDocument/2006/relationships" xmlns:p="http://schemas.openxmlformats.org/presentationml/2006/main">
  <p:tag name="EMFCHILD" val="True"/>
  <p:tag name="ORIGINALHEIGHT" val=" 3.046904"/>
  <p:tag name="ORIGINALWIDTH" val=" 4.243065"/>
</p:tagLst>
</file>

<file path=ppt/tags/tag633.xml><?xml version="1.0" encoding="utf-8"?>
<p:tagLst xmlns:a="http://schemas.openxmlformats.org/drawingml/2006/main" xmlns:r="http://schemas.openxmlformats.org/officeDocument/2006/relationships" xmlns:p="http://schemas.openxmlformats.org/presentationml/2006/main">
  <p:tag name="EMFCHILD" val="True"/>
  <p:tag name="ORIGINALHEIGHT" val=" 5.597733"/>
  <p:tag name="ORIGINALWIDTH" val=" 6.061553"/>
</p:tagLst>
</file>

<file path=ppt/tags/tag634.xml><?xml version="1.0" encoding="utf-8"?>
<p:tagLst xmlns:a="http://schemas.openxmlformats.org/drawingml/2006/main" xmlns:r="http://schemas.openxmlformats.org/officeDocument/2006/relationships" xmlns:p="http://schemas.openxmlformats.org/presentationml/2006/main">
  <p:tag name="EMFCHILD" val="True"/>
  <p:tag name="ORIGINALHEIGHT" val=" 8.35801"/>
  <p:tag name="ORIGINALWIDTH" val=" 4.067497"/>
</p:tagLst>
</file>

<file path=ppt/tags/tag635.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619"/>
</p:tagLst>
</file>

<file path=ppt/tags/tag63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62"/>
  <p:tag name="IGUANATEXSIZE" val="20"/>
  <p:tag name="LATEXADDIN" val="\documentclass{article}&#10;\usepackage{amsmath}&#10;\pagestyle{empty}&#10;\begin{document}&#10;&#10;$$P(Y_n \le j) = \frac{1}{1 + e^{\boldsymbol{\beta}^\top \mathbf{x}_n - \mu_j}}$$&#10;\end{document}"/>
  <p:tag name="LATEXENGINEID" val="0"/>
  <p:tag name="LATEXFORMHEIGHT" val=" 320"/>
  <p:tag name="LATEXFORMWIDTH" val=" 723"/>
  <p:tag name="LATEXFORMWRAP" val="True"/>
  <p:tag name="ORIGINALHEIGHT" val=" 6.727109"/>
  <p:tag name="ORIGINALWIDTH" val=" 7.113316"/>
  <p:tag name="TEMPFOLDER" val="C:\Users\luisc\Documents\Custom Office Templates\iguana temp\"/>
  <p:tag name="TRANSPARENCY" val="True"/>
</p:tagLst>
</file>

<file path=ppt/tags/tag637.xml><?xml version="1.0" encoding="utf-8"?>
<p:tagLst xmlns:a="http://schemas.openxmlformats.org/drawingml/2006/main" xmlns:r="http://schemas.openxmlformats.org/officeDocument/2006/relationships" xmlns:p="http://schemas.openxmlformats.org/presentationml/2006/main">
  <p:tag name="EMFCHILD" val="True"/>
  <p:tag name="ORIGINALHEIGHT" val=" 9.849375"/>
  <p:tag name="ORIGINALWIDTH" val=" 2.311316"/>
</p:tagLst>
</file>

<file path=ppt/tags/tag638.xml><?xml version="1.0" encoding="utf-8"?>
<p:tagLst xmlns:a="http://schemas.openxmlformats.org/drawingml/2006/main" xmlns:r="http://schemas.openxmlformats.org/officeDocument/2006/relationships" xmlns:p="http://schemas.openxmlformats.org/presentationml/2006/main">
  <p:tag name="EMFCHILD" val="True"/>
  <p:tag name="ORIGINALHEIGHT" val=" 6.727109"/>
  <p:tag name="ORIGINALWIDTH" val=" 7.242831"/>
</p:tagLst>
</file>

<file path=ppt/tags/tag639.xml><?xml version="1.0" encoding="utf-8"?>
<p:tagLst xmlns:a="http://schemas.openxmlformats.org/drawingml/2006/main" xmlns:r="http://schemas.openxmlformats.org/officeDocument/2006/relationships" xmlns:p="http://schemas.openxmlformats.org/presentationml/2006/main">
  <p:tag name="EMFCHILD" val="True"/>
  <p:tag name="ORIGINALHEIGHT" val=" 3.10943"/>
  <p:tag name="ORIGINALWIDTH" val=" 4.260972"/>
</p:tagLst>
</file>

<file path=ppt/tags/tag640.xml><?xml version="1.0" encoding="utf-8"?>
<p:tagLst xmlns:a="http://schemas.openxmlformats.org/drawingml/2006/main" xmlns:r="http://schemas.openxmlformats.org/officeDocument/2006/relationships" xmlns:p="http://schemas.openxmlformats.org/presentationml/2006/main">
  <p:tag name="EMFCHILD" val="True"/>
  <p:tag name="ORIGINALHEIGHT" val=" 7.613597"/>
  <p:tag name="ORIGINALWIDTH" val=" 6.087173"/>
</p:tagLst>
</file>

<file path=ppt/tags/tag641.xml><?xml version="1.0" encoding="utf-8"?>
<p:tagLst xmlns:a="http://schemas.openxmlformats.org/drawingml/2006/main" xmlns:r="http://schemas.openxmlformats.org/officeDocument/2006/relationships" xmlns:p="http://schemas.openxmlformats.org/presentationml/2006/main">
  <p:tag name="EMFCHILD" val="True"/>
  <p:tag name="ORIGINALHEIGHT" val=" 8.529558"/>
  <p:tag name="ORIGINALWIDTH" val=" 4.084631"/>
</p:tagLst>
</file>

<file path=ppt/tags/tag642.xml><?xml version="1.0" encoding="utf-8"?>
<p:tagLst xmlns:a="http://schemas.openxmlformats.org/drawingml/2006/main" xmlns:r="http://schemas.openxmlformats.org/officeDocument/2006/relationships" xmlns:p="http://schemas.openxmlformats.org/presentationml/2006/main">
  <p:tag name="EMFCHILD" val="True"/>
  <p:tag name="ORIGINALHEIGHT" val=" 9.849375"/>
  <p:tag name="ORIGINALWIDTH" val=" 2.311316"/>
</p:tagLst>
</file>

<file path=ppt/tags/tag643.xml><?xml version="1.0" encoding="utf-8"?>
<p:tagLst xmlns:a="http://schemas.openxmlformats.org/drawingml/2006/main" xmlns:r="http://schemas.openxmlformats.org/officeDocument/2006/relationships" xmlns:p="http://schemas.openxmlformats.org/presentationml/2006/main">
  <p:tag name="EMFCHILD" val="True"/>
  <p:tag name="ORIGINALHEIGHT" val=" 2.304749"/>
  <p:tag name="ORIGINALWIDTH" val=" 6.625117"/>
</p:tagLst>
</file>

<file path=ppt/tags/tag644.xml><?xml version="1.0" encoding="utf-8"?>
<p:tagLst xmlns:a="http://schemas.openxmlformats.org/drawingml/2006/main" xmlns:r="http://schemas.openxmlformats.org/officeDocument/2006/relationships" xmlns:p="http://schemas.openxmlformats.org/presentationml/2006/main">
  <p:tag name="EMFCHILD" val="True"/>
  <p:tag name="ORIGINALHEIGHT" val=" 6.559694"/>
  <p:tag name="ORIGINALWIDTH" val=" 3.287658"/>
</p:tagLst>
</file>

<file path=ppt/tags/tag645.xml><?xml version="1.0" encoding="utf-8"?>
<p:tagLst xmlns:a="http://schemas.openxmlformats.org/drawingml/2006/main" xmlns:r="http://schemas.openxmlformats.org/officeDocument/2006/relationships" xmlns:p="http://schemas.openxmlformats.org/presentationml/2006/main">
  <p:tag name="EMFCHILD" val="True"/>
  <p:tag name="ORIGINALHEIGHT" val=" .3939398"/>
  <p:tag name="ORIGINALWIDTH" val=" 58.0055"/>
</p:tagLst>
</file>

<file path=ppt/tags/tag646.xml><?xml version="1.0" encoding="utf-8"?>
<p:tagLst xmlns:a="http://schemas.openxmlformats.org/drawingml/2006/main" xmlns:r="http://schemas.openxmlformats.org/officeDocument/2006/relationships" xmlns:p="http://schemas.openxmlformats.org/presentationml/2006/main">
  <p:tag name="EMFCHILD" val="True"/>
  <p:tag name="ORIGINALHEIGHT" val=" 6.559694"/>
  <p:tag name="ORIGINALWIDTH" val=" 3.287658"/>
</p:tagLst>
</file>

<file path=ppt/tags/tag647.xml><?xml version="1.0" encoding="utf-8"?>
<p:tagLst xmlns:a="http://schemas.openxmlformats.org/drawingml/2006/main" xmlns:r="http://schemas.openxmlformats.org/officeDocument/2006/relationships" xmlns:p="http://schemas.openxmlformats.org/presentationml/2006/main">
  <p:tag name="EMFCHILD" val="True"/>
  <p:tag name="ORIGINALHEIGHT" val=" 6.559694"/>
  <p:tag name="ORIGINALWIDTH" val=" 6.625117"/>
</p:tagLst>
</file>

<file path=ppt/tags/tag648.xml><?xml version="1.0" encoding="utf-8"?>
<p:tagLst xmlns:a="http://schemas.openxmlformats.org/drawingml/2006/main" xmlns:r="http://schemas.openxmlformats.org/officeDocument/2006/relationships" xmlns:p="http://schemas.openxmlformats.org/presentationml/2006/main">
  <p:tag name="EMFCHILD" val="True"/>
  <p:tag name="ORIGINALHEIGHT" val=" 4.461749"/>
  <p:tag name="ORIGINALWIDTH" val=" 3.825603"/>
</p:tagLst>
</file>

<file path=ppt/tags/tag649.xml><?xml version="1.0" encoding="utf-8"?>
<p:tagLst xmlns:a="http://schemas.openxmlformats.org/drawingml/2006/main" xmlns:r="http://schemas.openxmlformats.org/officeDocument/2006/relationships" xmlns:p="http://schemas.openxmlformats.org/presentationml/2006/main">
  <p:tag name="EMFCHILD" val="True"/>
  <p:tag name="ORIGINALHEIGHT" val=" 6.177543"/>
  <p:tag name="ORIGINALWIDTH" val=" 4.874718"/>
</p:tagLst>
</file>

<file path=ppt/tags/tag650.xml><?xml version="1.0" encoding="utf-8"?>
<p:tagLst xmlns:a="http://schemas.openxmlformats.org/drawingml/2006/main" xmlns:r="http://schemas.openxmlformats.org/officeDocument/2006/relationships" xmlns:p="http://schemas.openxmlformats.org/presentationml/2006/main">
  <p:tag name="EMFCHILD" val="True"/>
  <p:tag name="ORIGINALHEIGHT" val=" 3.417707"/>
  <p:tag name="ORIGINALWIDTH" val=" 4.154374"/>
</p:tagLst>
</file>

<file path=ppt/tags/tag651.xml><?xml version="1.0" encoding="utf-8"?>
<p:tagLst xmlns:a="http://schemas.openxmlformats.org/drawingml/2006/main" xmlns:r="http://schemas.openxmlformats.org/officeDocument/2006/relationships" xmlns:p="http://schemas.openxmlformats.org/presentationml/2006/main">
  <p:tag name="EMFCHILD" val="True"/>
  <p:tag name="ORIGINALHEIGHT" val=" 3.061172"/>
  <p:tag name="ORIGINALWIDTH" val=" 4.274964"/>
</p:tagLst>
</file>

<file path=ppt/tags/tag652.xml><?xml version="1.0" encoding="utf-8"?>
<p:tagLst xmlns:a="http://schemas.openxmlformats.org/drawingml/2006/main" xmlns:r="http://schemas.openxmlformats.org/officeDocument/2006/relationships" xmlns:p="http://schemas.openxmlformats.org/presentationml/2006/main">
  <p:tag name="EMFCHILD" val="True"/>
  <p:tag name="ORIGINALHEIGHT" val=" 2.230875"/>
  <p:tag name="ORIGINALWIDTH" val=" 3.486915"/>
</p:tagLst>
</file>

<file path=ppt/tags/tag653.xml><?xml version="1.0" encoding="utf-8"?>
<p:tagLst xmlns:a="http://schemas.openxmlformats.org/drawingml/2006/main" xmlns:r="http://schemas.openxmlformats.org/officeDocument/2006/relationships" xmlns:p="http://schemas.openxmlformats.org/presentationml/2006/main">
  <p:tag name="EMFCHILD" val="True"/>
  <p:tag name="ORIGINALHEIGHT" val=" .3378043"/>
  <p:tag name="ORIGINALWIDTH" val=" 4.714299"/>
</p:tagLst>
</file>

<file path=ppt/tags/tag654.xml><?xml version="1.0" encoding="utf-8"?>
<p:tagLst xmlns:a="http://schemas.openxmlformats.org/drawingml/2006/main" xmlns:r="http://schemas.openxmlformats.org/officeDocument/2006/relationships" xmlns:p="http://schemas.openxmlformats.org/presentationml/2006/main">
  <p:tag name="EMFCHILD" val="True"/>
  <p:tag name="ORIGINALHEIGHT" val=" 4.515956"/>
  <p:tag name="ORIGINALWIDTH" val=" 4.156412"/>
</p:tagLst>
</file>

<file path=ppt/tags/tag655.xml><?xml version="1.0" encoding="utf-8"?>
<p:tagLst xmlns:a="http://schemas.openxmlformats.org/drawingml/2006/main" xmlns:r="http://schemas.openxmlformats.org/officeDocument/2006/relationships" xmlns:p="http://schemas.openxmlformats.org/presentationml/2006/main">
  <p:tag name="EMFCHILD" val="True"/>
  <p:tag name="ORIGINALHEIGHT" val=" 4.294334"/>
  <p:tag name="ORIGINALWIDTH" val=" 2.356158"/>
</p:tagLst>
</file>

<file path=ppt/tags/tag65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28"/>
  <p:tag name="IGUANATEXSIZE" val="20"/>
  <p:tag name="LATEXADDIN" val="\documentclass{article}&#10;\usepackage{amsmath}&#10;\pagestyle{empty}&#10;\begin{document}&#10;&#10;$$P(Y_n \le j) = 1 - \left( \frac{e^{\boldsymbol{\beta}^\top \mathbf{x}_n - \mu_j}}{1 + e^{\boldsymbol{\beta}^\top \mathbf{x}_n - \mu_j}} \right)$$&#10;&#10;\end{document}"/>
  <p:tag name="LATEXENGINEID" val="0"/>
  <p:tag name="LATEXFORMHEIGHT" val=" 320"/>
  <p:tag name="LATEXFORMWIDTH" val=" 723"/>
  <p:tag name="LATEXFORMWRAP" val="True"/>
  <p:tag name="ORIGINALHEIGHT" val=" 6.804453"/>
  <p:tag name="ORIGINALWIDTH" val=" 7.136837"/>
  <p:tag name="TEMPFOLDER" val="C:\Users\luisc\Documents\Custom Office Templates\iguana temp\"/>
  <p:tag name="TRANSPARENCY" val="True"/>
</p:tagLst>
</file>

<file path=ppt/tags/tag657.xml><?xml version="1.0" encoding="utf-8"?>
<p:tagLst xmlns:a="http://schemas.openxmlformats.org/drawingml/2006/main" xmlns:r="http://schemas.openxmlformats.org/officeDocument/2006/relationships" xmlns:p="http://schemas.openxmlformats.org/presentationml/2006/main">
  <p:tag name="EMFCHILD" val="True"/>
  <p:tag name="ORIGINALHEIGHT" val=" 9.962636"/>
  <p:tag name="ORIGINALWIDTH" val=" 2.318972"/>
</p:tagLst>
</file>

<file path=ppt/tags/tag658.xml><?xml version="1.0" encoding="utf-8"?>
<p:tagLst xmlns:a="http://schemas.openxmlformats.org/drawingml/2006/main" xmlns:r="http://schemas.openxmlformats.org/officeDocument/2006/relationships" xmlns:p="http://schemas.openxmlformats.org/presentationml/2006/main">
  <p:tag name="EMFCHILD" val="True"/>
  <p:tag name="ORIGINALHEIGHT" val=" 6.804453"/>
  <p:tag name="ORIGINALWIDTH" val=" 7.266792"/>
</p:tagLst>
</file>

<file path=ppt/tags/tag659.xml><?xml version="1.0" encoding="utf-8"?>
<p:tagLst xmlns:a="http://schemas.openxmlformats.org/drawingml/2006/main" xmlns:r="http://schemas.openxmlformats.org/officeDocument/2006/relationships" xmlns:p="http://schemas.openxmlformats.org/presentationml/2006/main">
  <p:tag name="EMFCHILD" val="True"/>
  <p:tag name="ORIGINALHEIGHT" val=" 3.145182"/>
  <p:tag name="ORIGINALWIDTH" val=" 4.275128"/>
</p:tagLst>
</file>

<file path=ppt/tags/tag660.xml><?xml version="1.0" encoding="utf-8"?>
<p:tagLst xmlns:a="http://schemas.openxmlformats.org/drawingml/2006/main" xmlns:r="http://schemas.openxmlformats.org/officeDocument/2006/relationships" xmlns:p="http://schemas.openxmlformats.org/presentationml/2006/main">
  <p:tag name="EMFCHILD" val="True"/>
  <p:tag name="ORIGINALHEIGHT" val=" 7.701077"/>
  <p:tag name="ORIGINALWIDTH" val=" 6.107278"/>
</p:tagLst>
</file>

<file path=ppt/tags/tag661.xml><?xml version="1.0" encoding="utf-8"?>
<p:tagLst xmlns:a="http://schemas.openxmlformats.org/drawingml/2006/main" xmlns:r="http://schemas.openxmlformats.org/officeDocument/2006/relationships" xmlns:p="http://schemas.openxmlformats.org/presentationml/2006/main">
  <p:tag name="EMFCHILD" val="True"/>
  <p:tag name="ORIGINALHEIGHT" val=" 8.627615"/>
  <p:tag name="ORIGINALWIDTH" val=" 4.098182"/>
</p:tagLst>
</file>

<file path=ppt/tags/tag662.xml><?xml version="1.0" encoding="utf-8"?>
<p:tagLst xmlns:a="http://schemas.openxmlformats.org/drawingml/2006/main" xmlns:r="http://schemas.openxmlformats.org/officeDocument/2006/relationships" xmlns:p="http://schemas.openxmlformats.org/presentationml/2006/main">
  <p:tag name="EMFCHILD" val="True"/>
  <p:tag name="ORIGINALHEIGHT" val=" 9.962636"/>
  <p:tag name="ORIGINALWIDTH" val=" 2.318972"/>
</p:tagLst>
</file>

<file path=ppt/tags/tag663.xml><?xml version="1.0" encoding="utf-8"?>
<p:tagLst xmlns:a="http://schemas.openxmlformats.org/drawingml/2006/main" xmlns:r="http://schemas.openxmlformats.org/officeDocument/2006/relationships" xmlns:p="http://schemas.openxmlformats.org/presentationml/2006/main">
  <p:tag name="EMFCHILD" val="True"/>
  <p:tag name="ORIGINALHEIGHT" val=" 2.331246"/>
  <p:tag name="ORIGINALWIDTH" val=" 6.647041"/>
</p:tagLst>
</file>

<file path=ppt/tags/tag664.xml><?xml version="1.0" encoding="utf-8"?>
<p:tagLst xmlns:a="http://schemas.openxmlformats.org/drawingml/2006/main" xmlns:r="http://schemas.openxmlformats.org/officeDocument/2006/relationships" xmlns:p="http://schemas.openxmlformats.org/presentationml/2006/main">
  <p:tag name="EMFCHILD" val="True"/>
  <p:tag name="ORIGINALHEIGHT" val=" 6.63511"/>
  <p:tag name="ORIGINALWIDTH" val=" 3.29851"/>
</p:tagLst>
</file>

<file path=ppt/tags/tag665.xml><?xml version="1.0" encoding="utf-8"?>
<p:tagLst xmlns:a="http://schemas.openxmlformats.org/drawingml/2006/main" xmlns:r="http://schemas.openxmlformats.org/officeDocument/2006/relationships" xmlns:p="http://schemas.openxmlformats.org/presentationml/2006/main">
  <p:tag name="EMFCHILD" val="True"/>
  <p:tag name="ORIGINALHEIGHT" val=" .398457"/>
  <p:tag name="ORIGINALWIDTH" val=" 6.107278"/>
</p:tagLst>
</file>

<file path=ppt/tags/tag666.xml><?xml version="1.0" encoding="utf-8"?>
<p:tagLst xmlns:a="http://schemas.openxmlformats.org/drawingml/2006/main" xmlns:r="http://schemas.openxmlformats.org/officeDocument/2006/relationships" xmlns:p="http://schemas.openxmlformats.org/presentationml/2006/main">
  <p:tag name="EMFCHILD" val="True"/>
  <p:tag name="ORIGINALHEIGHT" val=" 29.87794"/>
  <p:tag name="ORIGINALWIDTH" val=" 5.207675"/>
</p:tagLst>
</file>

<file path=ppt/tags/tag667.xml><?xml version="1.0" encoding="utf-8"?>
<p:tagLst xmlns:a="http://schemas.openxmlformats.org/drawingml/2006/main" xmlns:r="http://schemas.openxmlformats.org/officeDocument/2006/relationships" xmlns:p="http://schemas.openxmlformats.org/presentationml/2006/main">
  <p:tag name="EMFCHILD" val="True"/>
  <p:tag name="ORIGINALHEIGHT" val=" 4.513036"/>
  <p:tag name="ORIGINALWIDTH" val=" 3.838272"/>
</p:tagLst>
</file>

<file path=ppt/tags/tag668.xml><?xml version="1.0" encoding="utf-8"?>
<p:tagLst xmlns:a="http://schemas.openxmlformats.org/drawingml/2006/main" xmlns:r="http://schemas.openxmlformats.org/officeDocument/2006/relationships" xmlns:p="http://schemas.openxmlformats.org/presentationml/2006/main">
  <p:tag name="EMFCHILD" val="True"/>
  <p:tag name="ORIGINALHEIGHT" val=" 6.248552"/>
  <p:tag name="ORIGINALWIDTH" val=" 4.890858"/>
</p:tagLst>
</file>

<file path=ppt/tags/tag669.xml><?xml version="1.0" encoding="utf-8"?>
<p:tagLst xmlns:a="http://schemas.openxmlformats.org/drawingml/2006/main" xmlns:r="http://schemas.openxmlformats.org/officeDocument/2006/relationships" xmlns:p="http://schemas.openxmlformats.org/presentationml/2006/main">
  <p:tag name="EMFCHILD" val="True"/>
  <p:tag name="ORIGINALHEIGHT" val=" 3.456985"/>
  <p:tag name="ORIGINALWIDTH" val=" 4.168145"/>
</p:tagLst>
</file>

<file path=ppt/tags/tag670.xml><?xml version="1.0" encoding="utf-8"?>
<p:tagLst xmlns:a="http://schemas.openxmlformats.org/drawingml/2006/main" xmlns:r="http://schemas.openxmlformats.org/officeDocument/2006/relationships" xmlns:p="http://schemas.openxmlformats.org/presentationml/2006/main">
  <p:tag name="EMFCHILD" val="True"/>
  <p:tag name="ORIGINALHEIGHT" val=" 3.096373"/>
  <p:tag name="ORIGINALWIDTH" val=" 4.289121"/>
</p:tagLst>
</file>

<file path=ppt/tags/tag671.xml><?xml version="1.0" encoding="utf-8"?>
<p:tagLst xmlns:a="http://schemas.openxmlformats.org/drawingml/2006/main" xmlns:r="http://schemas.openxmlformats.org/officeDocument/2006/relationships" xmlns:p="http://schemas.openxmlformats.org/presentationml/2006/main">
  <p:tag name="EMFCHILD" val="True"/>
  <p:tag name="ORIGINALHEIGHT" val=" 2.25649"/>
  <p:tag name="ORIGINALWIDTH" val=" 3.498428"/>
</p:tagLst>
</file>

<file path=ppt/tags/tag672.xml><?xml version="1.0" encoding="utf-8"?>
<p:tagLst xmlns:a="http://schemas.openxmlformats.org/drawingml/2006/main" xmlns:r="http://schemas.openxmlformats.org/officeDocument/2006/relationships" xmlns:p="http://schemas.openxmlformats.org/presentationml/2006/main">
  <p:tag name="EMFCHILD" val="True"/>
  <p:tag name="ORIGINALHEIGHT" val=" .3417155"/>
  <p:tag name="ORIGINALWIDTH" val=" 4.729887"/>
</p:tagLst>
</file>

<file path=ppt/tags/tag673.xml><?xml version="1.0" encoding="utf-8"?>
<p:tagLst xmlns:a="http://schemas.openxmlformats.org/drawingml/2006/main" xmlns:r="http://schemas.openxmlformats.org/officeDocument/2006/relationships" xmlns:p="http://schemas.openxmlformats.org/presentationml/2006/main">
  <p:tag name="EMFCHILD" val="True"/>
  <p:tag name="ORIGINALHEIGHT" val=" 4.567849"/>
  <p:tag name="ORIGINALWIDTH" val=" 4.170128"/>
</p:tagLst>
</file>

<file path=ppt/tags/tag674.xml><?xml version="1.0" encoding="utf-8"?>
<p:tagLst xmlns:a="http://schemas.openxmlformats.org/drawingml/2006/main" xmlns:r="http://schemas.openxmlformats.org/officeDocument/2006/relationships" xmlns:p="http://schemas.openxmlformats.org/presentationml/2006/main">
  <p:tag name="EMFCHILD" val="True"/>
  <p:tag name="ORIGINALHEIGHT" val=" 4.343693"/>
  <p:tag name="ORIGINALWIDTH" val=" 2.363925"/>
</p:tagLst>
</file>

<file path=ppt/tags/tag675.xml><?xml version="1.0" encoding="utf-8"?>
<p:tagLst xmlns:a="http://schemas.openxmlformats.org/drawingml/2006/main" xmlns:r="http://schemas.openxmlformats.org/officeDocument/2006/relationships" xmlns:p="http://schemas.openxmlformats.org/presentationml/2006/main">
  <p:tag name="EMFCHILD" val="True"/>
  <p:tag name="ORIGINALHEIGHT" val=" .398457"/>
  <p:tag name="ORIGINALWIDTH" val=" 58.19757"/>
</p:tagLst>
</file>

<file path=ppt/tags/tag676.xml><?xml version="1.0" encoding="utf-8"?>
<p:tagLst xmlns:a="http://schemas.openxmlformats.org/drawingml/2006/main" xmlns:r="http://schemas.openxmlformats.org/officeDocument/2006/relationships" xmlns:p="http://schemas.openxmlformats.org/presentationml/2006/main">
  <p:tag name="EMFCHILD" val="True"/>
  <p:tag name="ORIGINALHEIGHT" val=" 6.63511"/>
  <p:tag name="ORIGINALWIDTH" val=" 3.29851"/>
</p:tagLst>
</file>

<file path=ppt/tags/tag677.xml><?xml version="1.0" encoding="utf-8"?>
<p:tagLst xmlns:a="http://schemas.openxmlformats.org/drawingml/2006/main" xmlns:r="http://schemas.openxmlformats.org/officeDocument/2006/relationships" xmlns:p="http://schemas.openxmlformats.org/presentationml/2006/main">
  <p:tag name="EMFCHILD" val="True"/>
  <p:tag name="ORIGINALHEIGHT" val=" 6.63511"/>
  <p:tag name="ORIGINALWIDTH" val=" 6.647041"/>
</p:tagLst>
</file>

<file path=ppt/tags/tag678.xml><?xml version="1.0" encoding="utf-8"?>
<p:tagLst xmlns:a="http://schemas.openxmlformats.org/drawingml/2006/main" xmlns:r="http://schemas.openxmlformats.org/officeDocument/2006/relationships" xmlns:p="http://schemas.openxmlformats.org/presentationml/2006/main">
  <p:tag name="EMFCHILD" val="True"/>
  <p:tag name="ORIGINALHEIGHT" val=" 4.513036"/>
  <p:tag name="ORIGINALWIDTH" val=" 3.838272"/>
</p:tagLst>
</file>

<file path=ppt/tags/tag679.xml><?xml version="1.0" encoding="utf-8"?>
<p:tagLst xmlns:a="http://schemas.openxmlformats.org/drawingml/2006/main" xmlns:r="http://schemas.openxmlformats.org/officeDocument/2006/relationships" xmlns:p="http://schemas.openxmlformats.org/presentationml/2006/main">
  <p:tag name="EMFCHILD" val="True"/>
  <p:tag name="ORIGINALHEIGHT" val=" 6.248552"/>
  <p:tag name="ORIGINALWIDTH" val=" 4.890858"/>
</p:tagLst>
</file>

<file path=ppt/tags/tag680.xml><?xml version="1.0" encoding="utf-8"?>
<p:tagLst xmlns:a="http://schemas.openxmlformats.org/drawingml/2006/main" xmlns:r="http://schemas.openxmlformats.org/officeDocument/2006/relationships" xmlns:p="http://schemas.openxmlformats.org/presentationml/2006/main">
  <p:tag name="EMFCHILD" val="True"/>
  <p:tag name="ORIGINALHEIGHT" val=" 3.456985"/>
  <p:tag name="ORIGINALWIDTH" val=" 4.168145"/>
</p:tagLst>
</file>

<file path=ppt/tags/tag681.xml><?xml version="1.0" encoding="utf-8"?>
<p:tagLst xmlns:a="http://schemas.openxmlformats.org/drawingml/2006/main" xmlns:r="http://schemas.openxmlformats.org/officeDocument/2006/relationships" xmlns:p="http://schemas.openxmlformats.org/presentationml/2006/main">
  <p:tag name="EMFCHILD" val="True"/>
  <p:tag name="ORIGINALHEIGHT" val=" 3.096373"/>
  <p:tag name="ORIGINALWIDTH" val=" 4.289121"/>
</p:tagLst>
</file>

<file path=ppt/tags/tag682.xml><?xml version="1.0" encoding="utf-8"?>
<p:tagLst xmlns:a="http://schemas.openxmlformats.org/drawingml/2006/main" xmlns:r="http://schemas.openxmlformats.org/officeDocument/2006/relationships" xmlns:p="http://schemas.openxmlformats.org/presentationml/2006/main">
  <p:tag name="EMFCHILD" val="True"/>
  <p:tag name="ORIGINALHEIGHT" val=" 2.25649"/>
  <p:tag name="ORIGINALWIDTH" val=" 3.498428"/>
</p:tagLst>
</file>

<file path=ppt/tags/tag683.xml><?xml version="1.0" encoding="utf-8"?>
<p:tagLst xmlns:a="http://schemas.openxmlformats.org/drawingml/2006/main" xmlns:r="http://schemas.openxmlformats.org/officeDocument/2006/relationships" xmlns:p="http://schemas.openxmlformats.org/presentationml/2006/main">
  <p:tag name="EMFCHILD" val="True"/>
  <p:tag name="ORIGINALHEIGHT" val=" .3417155"/>
  <p:tag name="ORIGINALWIDTH" val=" 4.729887"/>
</p:tagLst>
</file>

<file path=ppt/tags/tag684.xml><?xml version="1.0" encoding="utf-8"?>
<p:tagLst xmlns:a="http://schemas.openxmlformats.org/drawingml/2006/main" xmlns:r="http://schemas.openxmlformats.org/officeDocument/2006/relationships" xmlns:p="http://schemas.openxmlformats.org/presentationml/2006/main">
  <p:tag name="EMFCHILD" val="True"/>
  <p:tag name="ORIGINALHEIGHT" val=" 4.567849"/>
  <p:tag name="ORIGINALWIDTH" val=" 4.170128"/>
</p:tagLst>
</file>

<file path=ppt/tags/tag685.xml><?xml version="1.0" encoding="utf-8"?>
<p:tagLst xmlns:a="http://schemas.openxmlformats.org/drawingml/2006/main" xmlns:r="http://schemas.openxmlformats.org/officeDocument/2006/relationships" xmlns:p="http://schemas.openxmlformats.org/presentationml/2006/main">
  <p:tag name="EMFCHILD" val="True"/>
  <p:tag name="ORIGINALHEIGHT" val=" 4.343693"/>
  <p:tag name="ORIGINALWIDTH" val=" 2.363925"/>
</p:tagLst>
</file>

<file path=ppt/tags/tag686.xml><?xml version="1.0" encoding="utf-8"?>
<p:tagLst xmlns:a="http://schemas.openxmlformats.org/drawingml/2006/main" xmlns:r="http://schemas.openxmlformats.org/officeDocument/2006/relationships" xmlns:p="http://schemas.openxmlformats.org/presentationml/2006/main">
  <p:tag name="EMFCHILD" val="True"/>
  <p:tag name="ORIGINALHEIGHT" val=" 29.87794"/>
  <p:tag name="ORIGINALWIDTH" val=" 5.207675"/>
</p:tagLst>
</file>

<file path=ppt/tags/tag68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4"/>
  <p:tag name="IGUANATEXSIZE" val="20"/>
  <p:tag name="LATEXADDIN" val="\documentclass{article}&#10;\usepackage{amsmath}&#10;\pagestyle{empty}&#10;\begin{document}&#10;&#10;\[&#10;P(Y_n \le j) = 1 - P(Y_n &gt; j)&#10;\]&#10;&#10;\end{document}"/>
  <p:tag name="LATEXENGINEID" val="0"/>
  <p:tag name="LATEXFORMHEIGHT" val=" 320"/>
  <p:tag name="LATEXFORMWIDTH" val=" 723"/>
  <p:tag name="LATEXFORMWRAP" val="True"/>
  <p:tag name="ORIGINALHEIGHT" val=" 6.634339"/>
  <p:tag name="ORIGINALWIDTH" val=" 7.113312"/>
  <p:tag name="TEMPFOLDER" val="C:\Users\luisc\Documents\Custom Office Templates\iguana temp\"/>
  <p:tag name="TRANSPARENCY" val="True"/>
</p:tagLst>
</file>

<file path=ppt/tags/tag688.xml><?xml version="1.0" encoding="utf-8"?>
<p:tagLst xmlns:a="http://schemas.openxmlformats.org/drawingml/2006/main" xmlns:r="http://schemas.openxmlformats.org/officeDocument/2006/relationships" xmlns:p="http://schemas.openxmlformats.org/presentationml/2006/main">
  <p:tag name="EMFCHILD" val="True"/>
  <p:tag name="ORIGINALHEIGHT" val=" 9.713525"/>
  <p:tag name="ORIGINALWIDTH" val=" 2.311314"/>
</p:tagLst>
</file>

<file path=ppt/tags/tag689.xml><?xml version="1.0" encoding="utf-8"?>
<p:tagLst xmlns:a="http://schemas.openxmlformats.org/drawingml/2006/main" xmlns:r="http://schemas.openxmlformats.org/officeDocument/2006/relationships" xmlns:p="http://schemas.openxmlformats.org/presentationml/2006/main">
  <p:tag name="EMFCHILD" val="True"/>
  <p:tag name="ORIGINALHEIGHT" val=" 6.634339"/>
  <p:tag name="ORIGINALWIDTH" val=" 7.242826"/>
</p:tagLst>
</file>

<file path=ppt/tags/tag690.xml><?xml version="1.0" encoding="utf-8"?>
<p:tagLst xmlns:a="http://schemas.openxmlformats.org/drawingml/2006/main" xmlns:r="http://schemas.openxmlformats.org/officeDocument/2006/relationships" xmlns:p="http://schemas.openxmlformats.org/presentationml/2006/main">
  <p:tag name="EMFCHILD" val="True"/>
  <p:tag name="ORIGINALHEIGHT" val=" 3.066571"/>
  <p:tag name="ORIGINALWIDTH" val=" 4.260969"/>
</p:tagLst>
</file>

<file path=ppt/tags/tag691.xml><?xml version="1.0" encoding="utf-8"?>
<p:tagLst xmlns:a="http://schemas.openxmlformats.org/drawingml/2006/main" xmlns:r="http://schemas.openxmlformats.org/officeDocument/2006/relationships" xmlns:p="http://schemas.openxmlformats.org/presentationml/2006/main">
  <p:tag name="EMFCHILD" val="True"/>
  <p:tag name="ORIGINALHEIGHT" val=" 7.508542"/>
  <p:tag name="ORIGINALWIDTH" val=" 6.087169"/>
</p:tagLst>
</file>

<file path=ppt/tags/tag692.xml><?xml version="1.0" encoding="utf-8"?>
<p:tagLst xmlns:a="http://schemas.openxmlformats.org/drawingml/2006/main" xmlns:r="http://schemas.openxmlformats.org/officeDocument/2006/relationships" xmlns:p="http://schemas.openxmlformats.org/presentationml/2006/main">
  <p:tag name="EMFCHILD" val="True"/>
  <p:tag name="ORIGINALHEIGHT" val=" 8.411942"/>
  <p:tag name="ORIGINALWIDTH" val=" 4.084629"/>
</p:tagLst>
</file>

<file path=ppt/tags/tag693.xml><?xml version="1.0" encoding="utf-8"?>
<p:tagLst xmlns:a="http://schemas.openxmlformats.org/drawingml/2006/main" xmlns:r="http://schemas.openxmlformats.org/officeDocument/2006/relationships" xmlns:p="http://schemas.openxmlformats.org/presentationml/2006/main">
  <p:tag name="EMFCHILD" val="True"/>
  <p:tag name="ORIGINALHEIGHT" val=" 9.713525"/>
  <p:tag name="ORIGINALWIDTH" val=" 2.311314"/>
</p:tagLst>
</file>

<file path=ppt/tags/tag694.xml><?xml version="1.0" encoding="utf-8"?>
<p:tagLst xmlns:a="http://schemas.openxmlformats.org/drawingml/2006/main" xmlns:r="http://schemas.openxmlformats.org/officeDocument/2006/relationships" xmlns:p="http://schemas.openxmlformats.org/presentationml/2006/main">
  <p:tag name="EMFCHILD" val="True"/>
  <p:tag name="ORIGINALHEIGHT" val=" 2.272962"/>
  <p:tag name="ORIGINALWIDTH" val=" 6.625113"/>
</p:tagLst>
</file>

<file path=ppt/tags/tag695.xml><?xml version="1.0" encoding="utf-8"?>
<p:tagLst xmlns:a="http://schemas.openxmlformats.org/drawingml/2006/main" xmlns:r="http://schemas.openxmlformats.org/officeDocument/2006/relationships" xmlns:p="http://schemas.openxmlformats.org/presentationml/2006/main">
  <p:tag name="EMFCHILD" val="True"/>
  <p:tag name="ORIGINALHEIGHT" val=" 6.469182"/>
  <p:tag name="ORIGINALWIDTH" val=" 3.287657"/>
</p:tagLst>
</file>

<file path=ppt/tags/tag696.xml><?xml version="1.0" encoding="utf-8"?>
<p:tagLst xmlns:a="http://schemas.openxmlformats.org/drawingml/2006/main" xmlns:r="http://schemas.openxmlformats.org/officeDocument/2006/relationships" xmlns:p="http://schemas.openxmlformats.org/presentationml/2006/main">
  <p:tag name="EMFCHILD" val="True"/>
  <p:tag name="ORIGINALHEIGHT" val=" .388541"/>
  <p:tag name="ORIGINALWIDTH" val=" 6.087169"/>
</p:tagLst>
</file>

<file path=ppt/tags/tag697.xml><?xml version="1.0" encoding="utf-8"?>
<p:tagLst xmlns:a="http://schemas.openxmlformats.org/drawingml/2006/main" xmlns:r="http://schemas.openxmlformats.org/officeDocument/2006/relationships" xmlns:p="http://schemas.openxmlformats.org/presentationml/2006/main">
  <p:tag name="EMFCHILD" val="True"/>
  <p:tag name="ORIGINALHEIGHT" val=" 6.634339"/>
  <p:tag name="ORIGINALWIDTH" val=" 7.113312"/>
</p:tagLst>
</file>

<file path=ppt/tags/tag698.xml><?xml version="1.0" encoding="utf-8"?>
<p:tagLst xmlns:a="http://schemas.openxmlformats.org/drawingml/2006/main" xmlns:r="http://schemas.openxmlformats.org/officeDocument/2006/relationships" xmlns:p="http://schemas.openxmlformats.org/presentationml/2006/main">
  <p:tag name="EMFCHILD" val="True"/>
  <p:tag name="ORIGINALHEIGHT" val=" 9.713525"/>
  <p:tag name="ORIGINALWIDTH" val=" 2.311314"/>
</p:tagLst>
</file>

<file path=ppt/tags/tag699.xml><?xml version="1.0" encoding="utf-8"?>
<p:tagLst xmlns:a="http://schemas.openxmlformats.org/drawingml/2006/main" xmlns:r="http://schemas.openxmlformats.org/officeDocument/2006/relationships" xmlns:p="http://schemas.openxmlformats.org/presentationml/2006/main">
  <p:tag name="EMFCHILD" val="True"/>
  <p:tag name="ORIGINALHEIGHT" val=" 6.634339"/>
  <p:tag name="ORIGINALWIDTH" val=" 7.242826"/>
</p:tagLst>
</file>

<file path=ppt/tags/tag700.xml><?xml version="1.0" encoding="utf-8"?>
<p:tagLst xmlns:a="http://schemas.openxmlformats.org/drawingml/2006/main" xmlns:r="http://schemas.openxmlformats.org/officeDocument/2006/relationships" xmlns:p="http://schemas.openxmlformats.org/presentationml/2006/main">
  <p:tag name="EMFCHILD" val="True"/>
  <p:tag name="ORIGINALHEIGHT" val=" 3.066571"/>
  <p:tag name="ORIGINALWIDTH" val=" 4.260969"/>
</p:tagLst>
</file>

<file path=ppt/tags/tag701.xml><?xml version="1.0" encoding="utf-8"?>
<p:tagLst xmlns:a="http://schemas.openxmlformats.org/drawingml/2006/main" xmlns:r="http://schemas.openxmlformats.org/officeDocument/2006/relationships" xmlns:p="http://schemas.openxmlformats.org/presentationml/2006/main">
  <p:tag name="EMFCHILD" val="True"/>
  <p:tag name="ORIGINALHEIGHT" val=" 5.633816"/>
  <p:tag name="ORIGINALWIDTH" val=" 6.087169"/>
</p:tagLst>
</file>

<file path=ppt/tags/tag702.xml><?xml version="1.0" encoding="utf-8"?>
<p:tagLst xmlns:a="http://schemas.openxmlformats.org/drawingml/2006/main" xmlns:r="http://schemas.openxmlformats.org/officeDocument/2006/relationships" xmlns:p="http://schemas.openxmlformats.org/presentationml/2006/main">
  <p:tag name="EMFCHILD" val="True"/>
  <p:tag name="ORIGINALHEIGHT" val=" 8.411942"/>
  <p:tag name="ORIGINALWIDTH" val=" 4.084629"/>
</p:tagLst>
</file>

<file path=ppt/tags/tag703.xml><?xml version="1.0" encoding="utf-8"?>
<p:tagLst xmlns:a="http://schemas.openxmlformats.org/drawingml/2006/main" xmlns:r="http://schemas.openxmlformats.org/officeDocument/2006/relationships" xmlns:p="http://schemas.openxmlformats.org/presentationml/2006/main">
  <p:tag name="EMFCHILD" val="True"/>
  <p:tag name="ORIGINALHEIGHT" val=" 9.713525"/>
  <p:tag name="ORIGINALWIDTH" val=" 2.311314"/>
</p:tagLst>
</file>

<file path=ppt/tags/tag70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0"/>
  <p:tag name="IGUANATEXSIZE" val="20"/>
  <p:tag name="LATEXADDIN" val="\documentclass{article}&#10;\usepackage{amsmath}&#10;\pagestyle{empty}&#10;\begin{document}&#10;&#10;\[&#10;P(Y_n &gt; j) = \frac{e^{\beta^\top x_n - \mu_{j}}}{1 + e^{(\beta^\top x_n - \mu_{j})}}&#10;\]&#10;&#10;\end{document}"/>
  <p:tag name="LATEXENGINEID" val="0"/>
  <p:tag name="LATEXFORMHEIGHT" val=" 320"/>
  <p:tag name="LATEXFORMWIDTH" val=" 723"/>
  <p:tag name="LATEXFORMWRAP" val="True"/>
  <p:tag name="ORIGINALHEIGHT" val=" 6.736415"/>
  <p:tag name="ORIGINALWIDTH" val=" 7.113325"/>
  <p:tag name="TEMPFOLDER" val="C:\Users\luisc\Documents\Custom Office Templates\iguana temp\"/>
  <p:tag name="TRANSPARENCY" val="True"/>
</p:tagLst>
</file>

<file path=ppt/tags/tag705.xml><?xml version="1.0" encoding="utf-8"?>
<p:tagLst xmlns:a="http://schemas.openxmlformats.org/drawingml/2006/main" xmlns:r="http://schemas.openxmlformats.org/officeDocument/2006/relationships" xmlns:p="http://schemas.openxmlformats.org/presentationml/2006/main">
  <p:tag name="EMFCHILD" val="True"/>
  <p:tag name="ORIGINALHEIGHT" val=" 9.863015"/>
  <p:tag name="ORIGINALWIDTH" val=" 2.311326"/>
</p:tagLst>
</file>

<file path=ppt/tags/tag706.xml><?xml version="1.0" encoding="utf-8"?>
<p:tagLst xmlns:a="http://schemas.openxmlformats.org/drawingml/2006/main" xmlns:r="http://schemas.openxmlformats.org/officeDocument/2006/relationships" xmlns:p="http://schemas.openxmlformats.org/presentationml/2006/main">
  <p:tag name="EMFCHILD" val="True"/>
  <p:tag name="ORIGINALHEIGHT" val=" 6.736415"/>
  <p:tag name="ORIGINALWIDTH" val=" 7.242826"/>
</p:tagLst>
</file>

<file path=ppt/tags/tag707.xml><?xml version="1.0" encoding="utf-8"?>
<p:tagLst xmlns:a="http://schemas.openxmlformats.org/drawingml/2006/main" xmlns:r="http://schemas.openxmlformats.org/officeDocument/2006/relationships" xmlns:p="http://schemas.openxmlformats.org/presentationml/2006/main">
  <p:tag name="EMFCHILD" val="True"/>
  <p:tag name="ORIGINALHEIGHT" val=" 3.113744"/>
  <p:tag name="ORIGINALWIDTH" val=" 4.261017"/>
</p:tagLst>
</file>

<file path=ppt/tags/tag708.xml><?xml version="1.0" encoding="utf-8"?>
<p:tagLst xmlns:a="http://schemas.openxmlformats.org/drawingml/2006/main" xmlns:r="http://schemas.openxmlformats.org/officeDocument/2006/relationships" xmlns:p="http://schemas.openxmlformats.org/presentationml/2006/main">
  <p:tag name="EMFCHILD" val="True"/>
  <p:tag name="ORIGINALHEIGHT" val=" 5.720522"/>
  <p:tag name="ORIGINALWIDTH" val=" 6.087162"/>
</p:tagLst>
</file>

<file path=ppt/tags/tag709.xml><?xml version="1.0" encoding="utf-8"?>
<p:tagLst xmlns:a="http://schemas.openxmlformats.org/drawingml/2006/main" xmlns:r="http://schemas.openxmlformats.org/officeDocument/2006/relationships" xmlns:p="http://schemas.openxmlformats.org/presentationml/2006/main">
  <p:tag name="EMFCHILD" val="True"/>
  <p:tag name="ORIGINALHEIGHT" val=" 8.541358"/>
  <p:tag name="ORIGINALWIDTH" val=" 4.084649"/>
</p:tagLst>
</file>

<file path=ppt/tags/tag710.xml><?xml version="1.0" encoding="utf-8"?>
<p:tagLst xmlns:a="http://schemas.openxmlformats.org/drawingml/2006/main" xmlns:r="http://schemas.openxmlformats.org/officeDocument/2006/relationships" xmlns:p="http://schemas.openxmlformats.org/presentationml/2006/main">
  <p:tag name="EMFCHILD" val="True"/>
  <p:tag name="ORIGINALHEIGHT" val=" 9.863015"/>
  <p:tag name="ORIGINALWIDTH" val=" 2.311326"/>
</p:tagLst>
</file>

<file path=ppt/tags/tag711.xml><?xml version="1.0" encoding="utf-8"?>
<p:tagLst xmlns:a="http://schemas.openxmlformats.org/drawingml/2006/main" xmlns:r="http://schemas.openxmlformats.org/officeDocument/2006/relationships" xmlns:p="http://schemas.openxmlformats.org/presentationml/2006/main">
  <p:tag name="EMFCHILD" val="True"/>
  <p:tag name="ORIGINALHEIGHT" val=" 2.307916"/>
  <p:tag name="ORIGINALWIDTH" val=" 6.625132"/>
</p:tagLst>
</file>

<file path=ppt/tags/tag712.xml><?xml version="1.0" encoding="utf-8"?>
<p:tagLst xmlns:a="http://schemas.openxmlformats.org/drawingml/2006/main" xmlns:r="http://schemas.openxmlformats.org/officeDocument/2006/relationships" xmlns:p="http://schemas.openxmlformats.org/presentationml/2006/main">
  <p:tag name="EMFCHILD" val="True"/>
  <p:tag name="ORIGINALHEIGHT" val=" 4.467942"/>
  <p:tag name="ORIGINALWIDTH" val=" 3.825647"/>
</p:tagLst>
</file>

<file path=ppt/tags/tag713.xml><?xml version="1.0" encoding="utf-8"?>
<p:tagLst xmlns:a="http://schemas.openxmlformats.org/drawingml/2006/main" xmlns:r="http://schemas.openxmlformats.org/officeDocument/2006/relationships" xmlns:p="http://schemas.openxmlformats.org/presentationml/2006/main">
  <p:tag name="EMFCHILD" val="True"/>
  <p:tag name="ORIGINALHEIGHT" val=" 6.206786"/>
  <p:tag name="ORIGINALWIDTH" val=" 4.074525"/>
</p:tagLst>
</file>

<file path=ppt/tags/tag714.xml><?xml version="1.0" encoding="utf-8"?>
<p:tagLst xmlns:a="http://schemas.openxmlformats.org/drawingml/2006/main" xmlns:r="http://schemas.openxmlformats.org/officeDocument/2006/relationships" xmlns:p="http://schemas.openxmlformats.org/presentationml/2006/main">
  <p:tag name="EMFCHILD" val="True"/>
  <p:tag name="ORIGINALHEIGHT" val=" 3.422449"/>
  <p:tag name="ORIGINALWIDTH" val=" 4.15439"/>
</p:tagLst>
</file>

<file path=ppt/tags/tag715.xml><?xml version="1.0" encoding="utf-8"?>
<p:tagLst xmlns:a="http://schemas.openxmlformats.org/drawingml/2006/main" xmlns:r="http://schemas.openxmlformats.org/officeDocument/2006/relationships" xmlns:p="http://schemas.openxmlformats.org/presentationml/2006/main">
  <p:tag name="EMFCHILD" val="True"/>
  <p:tag name="ORIGINALHEIGHT" val=" 3.113744"/>
  <p:tag name="ORIGINALWIDTH" val=" 3.731"/>
</p:tagLst>
</file>

<file path=ppt/tags/tag716.xml><?xml version="1.0" encoding="utf-8"?>
<p:tagLst xmlns:a="http://schemas.openxmlformats.org/drawingml/2006/main" xmlns:r="http://schemas.openxmlformats.org/officeDocument/2006/relationships" xmlns:p="http://schemas.openxmlformats.org/presentationml/2006/main">
  <p:tag name="EMFCHILD" val="True"/>
  <p:tag name="ORIGINALHEIGHT" val=" 2.233971"/>
  <p:tag name="ORIGINALWIDTH" val=" 3.486921"/>
</p:tagLst>
</file>

<file path=ppt/tags/tag717.xml><?xml version="1.0" encoding="utf-8"?>
<p:tagLst xmlns:a="http://schemas.openxmlformats.org/drawingml/2006/main" xmlns:r="http://schemas.openxmlformats.org/officeDocument/2006/relationships" xmlns:p="http://schemas.openxmlformats.org/presentationml/2006/main">
  <p:tag name="EMFCHILD" val="True"/>
  <p:tag name="ORIGINALHEIGHT" val=" .3382692"/>
  <p:tag name="ORIGINALWIDTH" val=" 4.714287"/>
</p:tagLst>
</file>

<file path=ppt/tags/tag718.xml><?xml version="1.0" encoding="utf-8"?>
<p:tagLst xmlns:a="http://schemas.openxmlformats.org/drawingml/2006/main" xmlns:r="http://schemas.openxmlformats.org/officeDocument/2006/relationships" xmlns:p="http://schemas.openxmlformats.org/presentationml/2006/main">
  <p:tag name="EMFCHILD" val="True"/>
  <p:tag name="ORIGINALHEIGHT" val=" 4.522166"/>
  <p:tag name="ORIGINALWIDTH" val=" 4.156387"/>
</p:tagLst>
</file>

<file path=ppt/tags/tag719.xml><?xml version="1.0" encoding="utf-8"?>
<p:tagLst xmlns:a="http://schemas.openxmlformats.org/drawingml/2006/main" xmlns:r="http://schemas.openxmlformats.org/officeDocument/2006/relationships" xmlns:p="http://schemas.openxmlformats.org/presentationml/2006/main">
  <p:tag name="EMFCHILD" val="True"/>
  <p:tag name="ORIGINALHEIGHT" val=" 4.300261"/>
  <p:tag name="ORIGINALWIDTH" val=" 2.356163"/>
</p:tagLst>
</file>

<file path=ppt/tags/tag720.xml><?xml version="1.0" encoding="utf-8"?>
<p:tagLst xmlns:a="http://schemas.openxmlformats.org/drawingml/2006/main" xmlns:r="http://schemas.openxmlformats.org/officeDocument/2006/relationships" xmlns:p="http://schemas.openxmlformats.org/presentationml/2006/main">
  <p:tag name="EMFCHILD" val="True"/>
  <p:tag name="ORIGINALHEIGHT" val=" .3944898"/>
  <p:tag name="ORIGINALWIDTH" val=" 63.48812"/>
</p:tagLst>
</file>

<file path=ppt/tags/tag721.xml><?xml version="1.0" encoding="utf-8"?>
<p:tagLst xmlns:a="http://schemas.openxmlformats.org/drawingml/2006/main" xmlns:r="http://schemas.openxmlformats.org/officeDocument/2006/relationships" xmlns:p="http://schemas.openxmlformats.org/presentationml/2006/main">
  <p:tag name="EMFCHILD" val="True"/>
  <p:tag name="ORIGINALHEIGHT" val=" 6.568769"/>
  <p:tag name="ORIGINALWIDTH" val=" 3.287643"/>
</p:tagLst>
</file>

<file path=ppt/tags/tag722.xml><?xml version="1.0" encoding="utf-8"?>
<p:tagLst xmlns:a="http://schemas.openxmlformats.org/drawingml/2006/main" xmlns:r="http://schemas.openxmlformats.org/officeDocument/2006/relationships" xmlns:p="http://schemas.openxmlformats.org/presentationml/2006/main">
  <p:tag name="EMFCHILD" val="True"/>
  <p:tag name="ORIGINALHEIGHT" val=" 6.568769"/>
  <p:tag name="ORIGINALWIDTH" val=" 6.625132"/>
</p:tagLst>
</file>

<file path=ppt/tags/tag723.xml><?xml version="1.0" encoding="utf-8"?>
<p:tagLst xmlns:a="http://schemas.openxmlformats.org/drawingml/2006/main" xmlns:r="http://schemas.openxmlformats.org/officeDocument/2006/relationships" xmlns:p="http://schemas.openxmlformats.org/presentationml/2006/main">
  <p:tag name="EMFCHILD" val="True"/>
  <p:tag name="ORIGINALHEIGHT" val=" 4.467942"/>
  <p:tag name="ORIGINALWIDTH" val=" 3.825647"/>
</p:tagLst>
</file>

<file path=ppt/tags/tag724.xml><?xml version="1.0" encoding="utf-8"?>
<p:tagLst xmlns:a="http://schemas.openxmlformats.org/drawingml/2006/main" xmlns:r="http://schemas.openxmlformats.org/officeDocument/2006/relationships" xmlns:p="http://schemas.openxmlformats.org/presentationml/2006/main">
  <p:tag name="EMFCHILD" val="True"/>
  <p:tag name="ORIGINALHEIGHT" val=" 6.897196"/>
  <p:tag name="ORIGINALWIDTH" val=" 1.813185"/>
</p:tagLst>
</file>

<file path=ppt/tags/tag725.xml><?xml version="1.0" encoding="utf-8"?>
<p:tagLst xmlns:a="http://schemas.openxmlformats.org/drawingml/2006/main" xmlns:r="http://schemas.openxmlformats.org/officeDocument/2006/relationships" xmlns:p="http://schemas.openxmlformats.org/presentationml/2006/main">
  <p:tag name="EMFCHILD" val="True"/>
  <p:tag name="ORIGINALHEIGHT" val=" 6.206786"/>
  <p:tag name="ORIGINALWIDTH" val=" 4.074525"/>
</p:tagLst>
</file>

<file path=ppt/tags/tag726.xml><?xml version="1.0" encoding="utf-8"?>
<p:tagLst xmlns:a="http://schemas.openxmlformats.org/drawingml/2006/main" xmlns:r="http://schemas.openxmlformats.org/officeDocument/2006/relationships" xmlns:p="http://schemas.openxmlformats.org/presentationml/2006/main">
  <p:tag name="EMFCHILD" val="True"/>
  <p:tag name="ORIGINALHEIGHT" val=" 3.422449"/>
  <p:tag name="ORIGINALWIDTH" val=" 4.15439"/>
</p:tagLst>
</file>

<file path=ppt/tags/tag727.xml><?xml version="1.0" encoding="utf-8"?>
<p:tagLst xmlns:a="http://schemas.openxmlformats.org/drawingml/2006/main" xmlns:r="http://schemas.openxmlformats.org/officeDocument/2006/relationships" xmlns:p="http://schemas.openxmlformats.org/presentationml/2006/main">
  <p:tag name="EMFCHILD" val="True"/>
  <p:tag name="ORIGINALHEIGHT" val=" 3.113744"/>
  <p:tag name="ORIGINALWIDTH" val=" 3.731"/>
</p:tagLst>
</file>

<file path=ppt/tags/tag728.xml><?xml version="1.0" encoding="utf-8"?>
<p:tagLst xmlns:a="http://schemas.openxmlformats.org/drawingml/2006/main" xmlns:r="http://schemas.openxmlformats.org/officeDocument/2006/relationships" xmlns:p="http://schemas.openxmlformats.org/presentationml/2006/main">
  <p:tag name="EMFCHILD" val="True"/>
  <p:tag name="ORIGINALHEIGHT" val=" 2.233971"/>
  <p:tag name="ORIGINALWIDTH" val=" 3.486921"/>
</p:tagLst>
</file>

<file path=ppt/tags/tag729.xml><?xml version="1.0" encoding="utf-8"?>
<p:tagLst xmlns:a="http://schemas.openxmlformats.org/drawingml/2006/main" xmlns:r="http://schemas.openxmlformats.org/officeDocument/2006/relationships" xmlns:p="http://schemas.openxmlformats.org/presentationml/2006/main">
  <p:tag name="EMFCHILD" val="True"/>
  <p:tag name="ORIGINALHEIGHT" val=" .3382692"/>
  <p:tag name="ORIGINALWIDTH" val=" 4.714287"/>
</p:tagLst>
</file>

<file path=ppt/tags/tag730.xml><?xml version="1.0" encoding="utf-8"?>
<p:tagLst xmlns:a="http://schemas.openxmlformats.org/drawingml/2006/main" xmlns:r="http://schemas.openxmlformats.org/officeDocument/2006/relationships" xmlns:p="http://schemas.openxmlformats.org/presentationml/2006/main">
  <p:tag name="EMFCHILD" val="True"/>
  <p:tag name="ORIGINALHEIGHT" val=" 4.522166"/>
  <p:tag name="ORIGINALWIDTH" val=" 4.156387"/>
</p:tagLst>
</file>

<file path=ppt/tags/tag731.xml><?xml version="1.0" encoding="utf-8"?>
<p:tagLst xmlns:a="http://schemas.openxmlformats.org/drawingml/2006/main" xmlns:r="http://schemas.openxmlformats.org/officeDocument/2006/relationships" xmlns:p="http://schemas.openxmlformats.org/presentationml/2006/main">
  <p:tag name="EMFCHILD" val="True"/>
  <p:tag name="ORIGINALHEIGHT" val=" 4.300261"/>
  <p:tag name="ORIGINALWIDTH" val=" 2.356163"/>
</p:tagLst>
</file>

<file path=ppt/tags/tag732.xml><?xml version="1.0" encoding="utf-8"?>
<p:tagLst xmlns:a="http://schemas.openxmlformats.org/drawingml/2006/main" xmlns:r="http://schemas.openxmlformats.org/officeDocument/2006/relationships" xmlns:p="http://schemas.openxmlformats.org/presentationml/2006/main">
  <p:tag name="EMFCHILD" val="True"/>
  <p:tag name="ORIGINALHEIGHT" val=" 6.897196"/>
  <p:tag name="ORIGINALWIDTH" val=" 1.806214"/>
</p:tagLst>
</file>

<file path=ppt/tags/tag73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81"/>
  <p:tag name="IGUANATEXSIZE" val="20"/>
  <p:tag name="IGUANATEXVERSION" val="162"/>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23.90036"/>
  <p:tag name="ORIGINALWIDTH" val=" 131.3165"/>
  <p:tag name="OUTPUTTYPE" val="SVG"/>
  <p:tag name="TEMPFOLDER" val="C:\Users\luisc\Documents\Custom Office Templates\iguana temp\"/>
  <p:tag name="TRANSPARENCY" val="True"/>
</p:tagLst>
</file>

<file path=ppt/tags/tag73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81"/>
  <p:tag name="IGUANATEXSIZE" val="20"/>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6.914022"/>
  <p:tag name="ORIGINALWIDTH" val=" 2.211658"/>
  <p:tag name="TEMPFOLDER" val="C:\Users\luisc\Documents\Custom Office Templates\iguana temp\"/>
  <p:tag name="TRANSPARENCY" val="True"/>
</p:tagLst>
</file>

<file path=ppt/tags/tag735.xml><?xml version="1.0" encoding="utf-8"?>
<p:tagLst xmlns:a="http://schemas.openxmlformats.org/drawingml/2006/main" xmlns:r="http://schemas.openxmlformats.org/officeDocument/2006/relationships" xmlns:p="http://schemas.openxmlformats.org/presentationml/2006/main">
  <p:tag name="EMFCHILD" val="True"/>
  <p:tag name="ORIGINALHEIGHT" val=" 4.403463"/>
  <p:tag name="ORIGINALWIDTH" val=" 5.01117"/>
</p:tagLst>
</file>

<file path=ppt/tags/tag736.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737.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738.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39.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740.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741.xml><?xml version="1.0" encoding="utf-8"?>
<p:tagLst xmlns:a="http://schemas.openxmlformats.org/drawingml/2006/main" xmlns:r="http://schemas.openxmlformats.org/officeDocument/2006/relationships" xmlns:p="http://schemas.openxmlformats.org/presentationml/2006/main">
  <p:tag name="EMFCHILD" val="True"/>
  <p:tag name="ORIGINALHEIGHT" val=" 7.701075"/>
  <p:tag name="ORIGINALWIDTH" val=" 6.087168"/>
</p:tagLst>
</file>

<file path=ppt/tags/tag742.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743.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44.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44.69182"/>
</p:tagLst>
</file>

<file path=ppt/tags/tag745.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746.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47.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748.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749.xml><?xml version="1.0" encoding="utf-8"?>
<p:tagLst xmlns:a="http://schemas.openxmlformats.org/drawingml/2006/main" xmlns:r="http://schemas.openxmlformats.org/officeDocument/2006/relationships" xmlns:p="http://schemas.openxmlformats.org/presentationml/2006/main">
  <p:tag name="EMFCHILD" val="True"/>
  <p:tag name="ORIGINALHEIGHT" val=" 5.778313"/>
  <p:tag name="ORIGINALWIDTH" val=" 6.087168"/>
</p:tagLst>
</file>

<file path=ppt/tags/tag750.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751.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52.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753.xml><?xml version="1.0" encoding="utf-8"?>
<p:tagLst xmlns:a="http://schemas.openxmlformats.org/drawingml/2006/main" xmlns:r="http://schemas.openxmlformats.org/officeDocument/2006/relationships" xmlns:p="http://schemas.openxmlformats.org/presentationml/2006/main">
  <p:tag name="EMFCHILD" val="True"/>
  <p:tag name="ORIGINALHEIGHT" val=" 2.331245"/>
  <p:tag name="ORIGINALWIDTH" val=" 6.625112"/>
</p:tagLst>
</file>

<file path=ppt/tags/tag754.xml><?xml version="1.0" encoding="utf-8"?>
<p:tagLst xmlns:a="http://schemas.openxmlformats.org/drawingml/2006/main" xmlns:r="http://schemas.openxmlformats.org/officeDocument/2006/relationships" xmlns:p="http://schemas.openxmlformats.org/presentationml/2006/main">
  <p:tag name="EMFCHILD" val="True"/>
  <p:tag name="ORIGINALHEIGHT" val=" 6.555395"/>
  <p:tag name="ORIGINALWIDTH" val=" 5.399712"/>
</p:tagLst>
</file>

<file path=ppt/tags/tag755.xml><?xml version="1.0" encoding="utf-8"?>
<p:tagLst xmlns:a="http://schemas.openxmlformats.org/drawingml/2006/main" xmlns:r="http://schemas.openxmlformats.org/officeDocument/2006/relationships" xmlns:p="http://schemas.openxmlformats.org/presentationml/2006/main">
  <p:tag name="EMFCHILD" val="True"/>
  <p:tag name="ORIGINALHEIGHT" val=" 6.046319"/>
  <p:tag name="ORIGINALWIDTH" val=" 3.061515"/>
</p:tagLst>
</file>

<file path=ppt/tags/tag756.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6.087168"/>
</p:tagLst>
</file>

<file path=ppt/tags/tag757.xml><?xml version="1.0" encoding="utf-8"?>
<p:tagLst xmlns:a="http://schemas.openxmlformats.org/drawingml/2006/main" xmlns:r="http://schemas.openxmlformats.org/officeDocument/2006/relationships" xmlns:p="http://schemas.openxmlformats.org/presentationml/2006/main">
  <p:tag name="EMFCHILD" val="True"/>
  <p:tag name="ORIGINALHEIGHT" val=" 8.926524"/>
  <p:tag name="ORIGINALWIDTH" val=" 6.366083"/>
</p:tagLst>
</file>

<file path=ppt/tags/tag758.xml><?xml version="1.0" encoding="utf-8"?>
<p:tagLst xmlns:a="http://schemas.openxmlformats.org/drawingml/2006/main" xmlns:r="http://schemas.openxmlformats.org/officeDocument/2006/relationships" xmlns:p="http://schemas.openxmlformats.org/presentationml/2006/main">
  <p:tag name="EMFCHILD" val="True"/>
  <p:tag name="ORIGINALHEIGHT" val=" 4.839821"/>
  <p:tag name="ORIGINALWIDTH" val=" 5.15363"/>
</p:tagLst>
</file>

<file path=ppt/tags/tag759.xml><?xml version="1.0" encoding="utf-8"?>
<p:tagLst xmlns:a="http://schemas.openxmlformats.org/drawingml/2006/main" xmlns:r="http://schemas.openxmlformats.org/officeDocument/2006/relationships" xmlns:p="http://schemas.openxmlformats.org/presentationml/2006/main">
  <p:tag name="EMFCHILD" val="True"/>
  <p:tag name="ORIGINALHEIGHT" val=" 4.423406"/>
  <p:tag name="ORIGINALWIDTH" val=" 5.60894"/>
</p:tagLst>
</file>

<file path=ppt/tags/tag760.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76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81"/>
  <p:tag name="IGUANATEXSIZE" val="20"/>
  <p:tag name="IGUANATEXVERSION" val="162"/>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23.90036"/>
  <p:tag name="ORIGINALWIDTH" val=" 131.3165"/>
  <p:tag name="OUTPUTTYPE" val="SVG"/>
  <p:tag name="TEMPFOLDER" val="C:\Users\luisc\Documents\Custom Office Templates\iguana temp\"/>
  <p:tag name="TRANSPARENCY" val="True"/>
</p:tagLst>
</file>

<file path=ppt/tags/tag76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81"/>
  <p:tag name="IGUANATEXSIZE" val="20"/>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6.914022"/>
  <p:tag name="ORIGINALWIDTH" val=" 2.211658"/>
  <p:tag name="TEMPFOLDER" val="C:\Users\luisc\Documents\Custom Office Templates\iguana temp\"/>
  <p:tag name="TRANSPARENCY" val="True"/>
</p:tagLst>
</file>

<file path=ppt/tags/tag763.xml><?xml version="1.0" encoding="utf-8"?>
<p:tagLst xmlns:a="http://schemas.openxmlformats.org/drawingml/2006/main" xmlns:r="http://schemas.openxmlformats.org/officeDocument/2006/relationships" xmlns:p="http://schemas.openxmlformats.org/presentationml/2006/main">
  <p:tag name="EMFCHILD" val="True"/>
  <p:tag name="ORIGINALHEIGHT" val=" 4.403463"/>
  <p:tag name="ORIGINALWIDTH" val=" 5.01117"/>
</p:tagLst>
</file>

<file path=ppt/tags/tag764.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765.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766.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67.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768.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769.xml><?xml version="1.0" encoding="utf-8"?>
<p:tagLst xmlns:a="http://schemas.openxmlformats.org/drawingml/2006/main" xmlns:r="http://schemas.openxmlformats.org/officeDocument/2006/relationships" xmlns:p="http://schemas.openxmlformats.org/presentationml/2006/main">
  <p:tag name="EMFCHILD" val="True"/>
  <p:tag name="ORIGINALHEIGHT" val=" 7.701075"/>
  <p:tag name="ORIGINALWIDTH" val=" 6.087168"/>
</p:tagLst>
</file>

<file path=ppt/tags/tag770.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771.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72.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44.69182"/>
</p:tagLst>
</file>

<file path=ppt/tags/tag773.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11331"/>
</p:tagLst>
</file>

<file path=ppt/tags/tag774.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75.xml><?xml version="1.0" encoding="utf-8"?>
<p:tagLst xmlns:a="http://schemas.openxmlformats.org/drawingml/2006/main" xmlns:r="http://schemas.openxmlformats.org/officeDocument/2006/relationships" xmlns:p="http://schemas.openxmlformats.org/presentationml/2006/main">
  <p:tag name="EMFCHILD" val="True"/>
  <p:tag name="ORIGINALHEIGHT" val=" 6.804451"/>
  <p:tag name="ORIGINALWIDTH" val=" 7.242825"/>
</p:tagLst>
</file>

<file path=ppt/tags/tag776.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777.xml><?xml version="1.0" encoding="utf-8"?>
<p:tagLst xmlns:a="http://schemas.openxmlformats.org/drawingml/2006/main" xmlns:r="http://schemas.openxmlformats.org/officeDocument/2006/relationships" xmlns:p="http://schemas.openxmlformats.org/presentationml/2006/main">
  <p:tag name="EMFCHILD" val="True"/>
  <p:tag name="ORIGINALHEIGHT" val=" 5.778313"/>
  <p:tag name="ORIGINALWIDTH" val=" 6.087168"/>
</p:tagLst>
</file>

<file path=ppt/tags/tag778.xml><?xml version="1.0" encoding="utf-8"?>
<p:tagLst xmlns:a="http://schemas.openxmlformats.org/drawingml/2006/main" xmlns:r="http://schemas.openxmlformats.org/officeDocument/2006/relationships" xmlns:p="http://schemas.openxmlformats.org/presentationml/2006/main">
  <p:tag name="EMFCHILD" val="True"/>
  <p:tag name="ORIGINALHEIGHT" val=" 8.627613"/>
  <p:tag name="ORIGINALWIDTH" val=" 4.084628"/>
</p:tagLst>
</file>

<file path=ppt/tags/tag779.xml><?xml version="1.0" encoding="utf-8"?>
<p:tagLst xmlns:a="http://schemas.openxmlformats.org/drawingml/2006/main" xmlns:r="http://schemas.openxmlformats.org/officeDocument/2006/relationships" xmlns:p="http://schemas.openxmlformats.org/presentationml/2006/main">
  <p:tag name="EMFCHILD" val="True"/>
  <p:tag name="ORIGINALHEIGHT" val=" 9.962633"/>
  <p:tag name="ORIGINALWIDTH" val=" 2.311314"/>
</p:tagLst>
</file>

<file path=ppt/tags/tag780.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598"/>
</p:tagLst>
</file>

<file path=ppt/tags/tag781.xml><?xml version="1.0" encoding="utf-8"?>
<p:tagLst xmlns:a="http://schemas.openxmlformats.org/drawingml/2006/main" xmlns:r="http://schemas.openxmlformats.org/officeDocument/2006/relationships" xmlns:p="http://schemas.openxmlformats.org/presentationml/2006/main">
  <p:tag name="EMFCHILD" val="True"/>
  <p:tag name="ORIGINALHEIGHT" val=" 2.331245"/>
  <p:tag name="ORIGINALWIDTH" val=" 6.625112"/>
</p:tagLst>
</file>

<file path=ppt/tags/tag782.xml><?xml version="1.0" encoding="utf-8"?>
<p:tagLst xmlns:a="http://schemas.openxmlformats.org/drawingml/2006/main" xmlns:r="http://schemas.openxmlformats.org/officeDocument/2006/relationships" xmlns:p="http://schemas.openxmlformats.org/presentationml/2006/main">
  <p:tag name="EMFCHILD" val="True"/>
  <p:tag name="ORIGINALHEIGHT" val=" 6.555395"/>
  <p:tag name="ORIGINALWIDTH" val=" 5.399712"/>
</p:tagLst>
</file>

<file path=ppt/tags/tag783.xml><?xml version="1.0" encoding="utf-8"?>
<p:tagLst xmlns:a="http://schemas.openxmlformats.org/drawingml/2006/main" xmlns:r="http://schemas.openxmlformats.org/officeDocument/2006/relationships" xmlns:p="http://schemas.openxmlformats.org/presentationml/2006/main">
  <p:tag name="EMFCHILD" val="True"/>
  <p:tag name="ORIGINALHEIGHT" val=" 6.046319"/>
  <p:tag name="ORIGINALWIDTH" val=" 3.061515"/>
</p:tagLst>
</file>

<file path=ppt/tags/tag784.xml><?xml version="1.0" encoding="utf-8"?>
<p:tagLst xmlns:a="http://schemas.openxmlformats.org/drawingml/2006/main" xmlns:r="http://schemas.openxmlformats.org/officeDocument/2006/relationships" xmlns:p="http://schemas.openxmlformats.org/presentationml/2006/main">
  <p:tag name="EMFCHILD" val="True"/>
  <p:tag name="ORIGINALHEIGHT" val=" .3984568"/>
  <p:tag name="ORIGINALWIDTH" val=" 6.087168"/>
</p:tagLst>
</file>

<file path=ppt/tags/tag785.xml><?xml version="1.0" encoding="utf-8"?>
<p:tagLst xmlns:a="http://schemas.openxmlformats.org/drawingml/2006/main" xmlns:r="http://schemas.openxmlformats.org/officeDocument/2006/relationships" xmlns:p="http://schemas.openxmlformats.org/presentationml/2006/main">
  <p:tag name="EMFCHILD" val="True"/>
  <p:tag name="ORIGINALHEIGHT" val=" 8.926524"/>
  <p:tag name="ORIGINALWIDTH" val=" 6.366083"/>
</p:tagLst>
</file>

<file path=ppt/tags/tag786.xml><?xml version="1.0" encoding="utf-8"?>
<p:tagLst xmlns:a="http://schemas.openxmlformats.org/drawingml/2006/main" xmlns:r="http://schemas.openxmlformats.org/officeDocument/2006/relationships" xmlns:p="http://schemas.openxmlformats.org/presentationml/2006/main">
  <p:tag name="EMFCHILD" val="True"/>
  <p:tag name="ORIGINALHEIGHT" val=" 4.839821"/>
  <p:tag name="ORIGINALWIDTH" val=" 5.15363"/>
</p:tagLst>
</file>

<file path=ppt/tags/tag787.xml><?xml version="1.0" encoding="utf-8"?>
<p:tagLst xmlns:a="http://schemas.openxmlformats.org/drawingml/2006/main" xmlns:r="http://schemas.openxmlformats.org/officeDocument/2006/relationships" xmlns:p="http://schemas.openxmlformats.org/presentationml/2006/main">
  <p:tag name="EMFCHILD" val="True"/>
  <p:tag name="ORIGINALHEIGHT" val=" 4.423406"/>
  <p:tag name="ORIGINALWIDTH" val=" 5.60894"/>
</p:tagLst>
</file>

<file path=ppt/tags/tag788.xml><?xml version="1.0" encoding="utf-8"?>
<p:tagLst xmlns:a="http://schemas.openxmlformats.org/drawingml/2006/main" xmlns:r="http://schemas.openxmlformats.org/officeDocument/2006/relationships" xmlns:p="http://schemas.openxmlformats.org/presentationml/2006/main">
  <p:tag name="EMFCHILD" val="True"/>
  <p:tag name="ORIGINALHEIGHT" val=" 3.145181"/>
  <p:tag name="ORIGINALWIDTH" val=" 4.260968"/>
</p:tagLst>
</file>

<file path=ppt/tags/tag789.xml><?xml version="1.0" encoding="utf-8"?>
<p:tagLst xmlns:a="http://schemas.openxmlformats.org/drawingml/2006/main" xmlns:r="http://schemas.openxmlformats.org/officeDocument/2006/relationships" xmlns:p="http://schemas.openxmlformats.org/presentationml/2006/main">
  <p:tag name="OUTPUTDPI" val=" 1200"/>
  <p:tag name="ORIGINALHEIGHT" val=" 1757.78"/>
  <p:tag name="ORIGINALWIDTH" val=" 4891.638"/>
  <p:tag name="OUTPUTTYPE" val="PNG"/>
  <p:tag name="IGUANATEXVERSION" val="162"/>
  <p:tag name="LATEXADDIN" val="\documentclass{article}&#10;\usepackage{amsmath}&#10;\usepackage{booktabs}&#10;\pagestyle{empty}&#10;\begin{document}&#10;\begin{table}[ht]&#10;\centering&#10;\begin{tabular}{lrrr}&#10;\toprule&#10;\textbf{Variable} &amp; \textbf{Coefficient} &amp; \textbf{Standard Error} &amp; \textbf{t-Statistic} \\&#10;\midrule&#10;\texttt{pared}  &amp;  1.048  &amp; 0.266 &amp;  3.942 \quad $p &lt; 0.001^{***}$ \\&#10;\texttt{public} &amp; -0.059  &amp; 0.298 &amp; -0.197 \quad $p = 0.844$ \\&#10;\texttt{gpa}    &amp;  0.616  &amp; 0.261 &amp;  2.363 \quad $p = 0.018^{*}$ \\&#10;\midrule&#10;\textbf{Category Thresholds} &amp; &amp; &amp; \\&#10;unlikely $\mid$ somewhat likely    &amp; 2.204 &amp; 0.780 &amp; 2.827 \quad $p = 0.005^{**}$ \\&#10;somewhat likely $\mid$ very likely &amp; 4.299 &amp; 0.804 &amp; 5.345 \quad $p &lt; 0.001^{***}$ \\&#10;\midrule&#10;\multicolumn{4}{l}{\scriptsize \textbf{Significance codes:} \quad $^{***} p &lt; 0.001$ \quad $^{**} p &lt; 0.01$ \quad $^{*} p &lt; 0.05$} \\&#10;&#10;\multicolumn{4}{l}{\scriptsize \textbf{Residual deviance:} 717.02} \\&#10;\multicolumn{4}{l}{\scriptsize \textbf{AIC:} 727.02} \\&#10;\bottomrule&#10;\end{tabular}&#10;\end{table}&#10;\end{document}"/>
  <p:tag name="IGUANATEXSIZE" val="20"/>
  <p:tag name="IGUANATEXCURSOR" val="827"/>
  <p:tag name="TRANSPARENCY" val="True"/>
  <p:tag name="CHOOSECOLOR" val="False"/>
  <p:tag name="COLORHEX" val="000000"/>
  <p:tag name="LATEXENGINEID" val="0"/>
  <p:tag name="TEMPFOLDER" val="C:\Users\luisc\Documents\Custom Office Templates\iguana temp\"/>
  <p:tag name="LATEXFORMHEIGHT" val=" 320"/>
  <p:tag name="LATEXFORMWIDTH" val=" 385"/>
  <p:tag name="LATEXFORMWRAP" val="True"/>
  <p:tag name="BITMAPVECTOR" val="0"/>
</p:tagLst>
</file>

<file path=ppt/tags/tag79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6"/>
  <p:tag name="IGUANATEXSIZE" val="20"/>
  <p:tag name="IGUANATEXVERSION" val="162"/>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23.90036"/>
  <p:tag name="ORIGINALWIDTH" val=" 131.3166"/>
  <p:tag name="OUTPUTTYPE" val="SVG"/>
  <p:tag name="TEMPFOLDER" val="C:\Users\luisc\Documents\Custom Office Templates\iguana temp\"/>
  <p:tag name="TRANSPARENCY" val="True"/>
</p:tagLst>
</file>

<file path=ppt/tags/tag79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25"/>
  <p:tag name="IGUANATEXSIZE" val="20"/>
  <p:tag name="IGUANATEXVERSION" val="162"/>
  <p:tag name="LATEXADDIN" val="\documentclass{article}&#10;\usepackage{amsmath}&#10;\pagestyle{empty}&#10;\begin{document}&#10;&#10;$$ \ln\left( \frac{\hat{P}(Y \le 1)}{\hat{P}(Y_n &gt; 1)} \right) = 2.204 - (1.048 \cdot \text{pared} + -0.059 \cdot \text{public} - 0.616 \cdot \text{gpa})$$&#10;\end{document}"/>
  <p:tag name="LATEXENGINEID" val="0"/>
  <p:tag name="LATEXFORMHEIGHT" val=" 320"/>
  <p:tag name="LATEXFORMWIDTH" val=" 723"/>
  <p:tag name="LATEXFORMWRAP" val="True"/>
  <p:tag name="ORIGINALHEIGHT" val=" 29.87788"/>
  <p:tag name="ORIGINALWIDTH" val=" 316.1655"/>
  <p:tag name="OUTPUTTYPE" val="SVG"/>
  <p:tag name="TEMPFOLDER" val="C:\Users\luisc\Documents\Custom Office Templates\iguana temp\"/>
  <p:tag name="TRANSPARENCY" val="True"/>
</p:tagLst>
</file>

<file path=ppt/tags/tag79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25"/>
  <p:tag name="IGUANATEXSIZE" val="20"/>
  <p:tag name="IGUANATEXVERSION" val="162"/>
  <p:tag name="LATEXADDIN" val="\documentclass{article}&#10;\usepackage{amsmath}&#10;\pagestyle{empty}&#10;\begin{document}&#10;&#10;$$ \ln\left( \frac{\hat{P}(Y \le 2)}{\hat{P}(Y_n &gt; 2)} \right) = 4.299 - (1.048 \cdot \text{pared} + -0.059 \cdot \text{public} - 0.616 \cdot \text{gpa})$$&#10;\end{document}"/>
  <p:tag name="LATEXENGINEID" val="0"/>
  <p:tag name="LATEXFORMHEIGHT" val=" 320"/>
  <p:tag name="LATEXFORMWIDTH" val=" 723"/>
  <p:tag name="LATEXFORMWRAP" val="True"/>
  <p:tag name="ORIGINALHEIGHT" val=" 29.87788"/>
  <p:tag name="ORIGINALWIDTH" val=" 316.1655"/>
  <p:tag name="OUTPUTTYPE" val="SVG"/>
  <p:tag name="TEMPFOLDER" val="C:\Users\luisc\Documents\Custom Office Templates\iguana temp\"/>
  <p:tag name="TRANSPARENCY" val="True"/>
</p:tagLst>
</file>

<file path=ppt/tags/tag79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4"/>
  <p:tag name="IGUANATEXSIZE" val="20"/>
  <p:tag name="IGUANATEXVERSION" val="162"/>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80073"/>
  <p:tag name="ORIGINALWIDTH" val=" 110.711"/>
  <p:tag name="OUTPUTTYPE" val="SVG"/>
  <p:tag name="TEMPFOLDER" val="C:\Users\luisc\Documents\Custom Office Templates\iguana temp\"/>
  <p:tag name="TRANSPARENCY" val="True"/>
</p:tagLst>
</file>

<file path=ppt/tags/tag79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51"/>
  <p:tag name="IGUANATEXSIZE" val="20"/>
  <p:tag name="IGUANATEXVERSION" val="162"/>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22.80078"/>
  <p:tag name="ORIGINALWIDTH" val=" 260.4494"/>
  <p:tag name="OUTPUTTYPE" val="SVG"/>
  <p:tag name="TEMPFOLDER" val="C:\Users\luisc\Documents\Custom Office Templates\iguana temp\"/>
  <p:tag name="TRANSPARENCY" val="True"/>
</p:tagLst>
</file>

<file path=ppt/tags/tag79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4"/>
  <p:tag name="IGUANATEXSIZE" val="20"/>
  <p:tag name="IGUANATEXVERSION" val="162"/>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12.16065"/>
  <p:tag name="ORIGINALWIDTH" val=" 103.87"/>
  <p:tag name="OUTPUTTYPE" val="SVG"/>
  <p:tag name="TEMPFOLDER" val="C:\Users\luisc\Documents\Custom Office Templates\iguana temp\"/>
  <p:tag name="TRANSPARENCY" val="True"/>
</p:tagLst>
</file>

<file path=ppt/tags/tag79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5"/>
  <p:tag name="IGUANATEXSIZE" val="20"/>
  <p:tag name="IGUANATEXVERSION" val="162"/>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22.80079"/>
  <p:tag name="ORIGINALWIDTH" val=" 99.55411"/>
  <p:tag name="OUTPUTTYPE" val="SVG"/>
  <p:tag name="TEMPFOLDER" val="C:\Users\luisc\Documents\Custom Office Templates\iguana temp\"/>
  <p:tag name="TRANSPARENCY" val="True"/>
</p:tagLst>
</file>

<file path=ppt/tags/tag79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5"/>
  <p:tag name="IGUANATEXSIZE" val="20"/>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6.591798"/>
  <p:tag name="ORIGINALWIDTH" val=" 7.078078"/>
  <p:tag name="TEMPFOLDER" val="C:\Users\luisc\Documents\Custom Office Templates\iguana temp\"/>
  <p:tag name="TRANSPARENCY" val="True"/>
</p:tagLst>
</file>

<file path=ppt/tags/tag798.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799.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800.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801.xml><?xml version="1.0" encoding="utf-8"?>
<p:tagLst xmlns:a="http://schemas.openxmlformats.org/drawingml/2006/main" xmlns:r="http://schemas.openxmlformats.org/officeDocument/2006/relationships" xmlns:p="http://schemas.openxmlformats.org/presentationml/2006/main">
  <p:tag name="EMFCHILD" val="True"/>
  <p:tag name="ORIGINALHEIGHT" val=" 7.460447"/>
  <p:tag name="ORIGINALWIDTH" val=" 6.057004"/>
</p:tagLst>
</file>

<file path=ppt/tags/tag802.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803.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804.xml><?xml version="1.0" encoding="utf-8"?>
<p:tagLst xmlns:a="http://schemas.openxmlformats.org/drawingml/2006/main" xmlns:r="http://schemas.openxmlformats.org/officeDocument/2006/relationships" xmlns:p="http://schemas.openxmlformats.org/presentationml/2006/main">
  <p:tag name="EMFCHILD" val="True"/>
  <p:tag name="ORIGINALHEIGHT" val=" .3859956"/>
  <p:tag name="ORIGINALWIDTH" val=" 44.47053"/>
</p:tagLst>
</file>

<file path=ppt/tags/tag805.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078078"/>
</p:tagLst>
</file>

<file path=ppt/tags/tag806.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807.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808.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809.xml><?xml version="1.0" encoding="utf-8"?>
<p:tagLst xmlns:a="http://schemas.openxmlformats.org/drawingml/2006/main" xmlns:r="http://schemas.openxmlformats.org/officeDocument/2006/relationships" xmlns:p="http://schemas.openxmlformats.org/presentationml/2006/main">
  <p:tag name="EMFCHILD" val="True"/>
  <p:tag name="ORIGINALHEIGHT" val=" 5.597714"/>
  <p:tag name="ORIGINALWIDTH" val=" 6.057004"/>
</p:tagLst>
</file>

<file path=ppt/tags/tag810.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811.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812.xml><?xml version="1.0" encoding="utf-8"?>
<p:tagLst xmlns:a="http://schemas.openxmlformats.org/drawingml/2006/main" xmlns:r="http://schemas.openxmlformats.org/officeDocument/2006/relationships" xmlns:p="http://schemas.openxmlformats.org/presentationml/2006/main">
  <p:tag name="EMFCHILD" val="True"/>
  <p:tag name="ORIGINALHEIGHT" val=" 2.25836"/>
  <p:tag name="ORIGINALWIDTH" val=" 6.592311"/>
</p:tagLst>
</file>

<file path=ppt/tags/tag813.xml><?xml version="1.0" encoding="utf-8"?>
<p:tagLst xmlns:a="http://schemas.openxmlformats.org/drawingml/2006/main" xmlns:r="http://schemas.openxmlformats.org/officeDocument/2006/relationships" xmlns:p="http://schemas.openxmlformats.org/presentationml/2006/main">
  <p:tag name="EMFCHILD" val="True"/>
  <p:tag name="ORIGINALHEIGHT" val=" 4.372021"/>
  <p:tag name="ORIGINALWIDTH" val=" 3.806663"/>
</p:tagLst>
</file>

<file path=ppt/tags/tag814.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804194"/>
</p:tagLst>
</file>

<file path=ppt/tags/tag815.xml><?xml version="1.0" encoding="utf-8"?>
<p:tagLst xmlns:a="http://schemas.openxmlformats.org/drawingml/2006/main" xmlns:r="http://schemas.openxmlformats.org/officeDocument/2006/relationships" xmlns:p="http://schemas.openxmlformats.org/presentationml/2006/main">
  <p:tag name="EMFCHILD" val="True"/>
  <p:tag name="ORIGINALHEIGHT" val=" 4.425079"/>
  <p:tag name="ORIGINALWIDTH" val=" 4.135794"/>
</p:tagLst>
</file>

<file path=ppt/tags/tag816.xml><?xml version="1.0" encoding="utf-8"?>
<p:tagLst xmlns:a="http://schemas.openxmlformats.org/drawingml/2006/main" xmlns:r="http://schemas.openxmlformats.org/officeDocument/2006/relationships" xmlns:p="http://schemas.openxmlformats.org/presentationml/2006/main">
  <p:tag name="EMFCHILD" val="True"/>
  <p:tag name="ORIGINALHEIGHT" val=" 4.207946"/>
  <p:tag name="ORIGINALWIDTH" val=" 2.344461"/>
</p:tagLst>
</file>

<file path=ppt/tags/tag817.xml><?xml version="1.0" encoding="utf-8"?>
<p:tagLst xmlns:a="http://schemas.openxmlformats.org/drawingml/2006/main" xmlns:r="http://schemas.openxmlformats.org/officeDocument/2006/relationships" xmlns:p="http://schemas.openxmlformats.org/presentationml/2006/main">
  <p:tag name="EMFCHILD" val="True"/>
  <p:tag name="ORIGINALHEIGHT" val=" .3310346"/>
  <p:tag name="ORIGINALWIDTH" val=" 4.69094"/>
</p:tagLst>
</file>

<file path=ppt/tags/tag818.xml><?xml version="1.0" encoding="utf-8"?>
<p:tagLst xmlns:a="http://schemas.openxmlformats.org/drawingml/2006/main" xmlns:r="http://schemas.openxmlformats.org/officeDocument/2006/relationships" xmlns:p="http://schemas.openxmlformats.org/presentationml/2006/main">
  <p:tag name="EMFCHILD" val="True"/>
  <p:tag name="ORIGINALHEIGHT" val=" 6.053262"/>
  <p:tag name="ORIGINALWIDTH" val=" 4.850574"/>
</p:tagLst>
</file>

<file path=ppt/tags/tag819.xml><?xml version="1.0" encoding="utf-8"?>
<p:tagLst xmlns:a="http://schemas.openxmlformats.org/drawingml/2006/main" xmlns:r="http://schemas.openxmlformats.org/officeDocument/2006/relationships" xmlns:p="http://schemas.openxmlformats.org/presentationml/2006/main">
  <p:tag name="EMFCHILD" val="True"/>
  <p:tag name="ORIGINALHEIGHT" val=" 3.348986"/>
  <p:tag name="ORIGINALWIDTH" val=" 4.133833"/>
</p:tagLst>
</file>

<file path=ppt/tags/tag820.xml><?xml version="1.0" encoding="utf-8"?>
<p:tagLst xmlns:a="http://schemas.openxmlformats.org/drawingml/2006/main" xmlns:r="http://schemas.openxmlformats.org/officeDocument/2006/relationships" xmlns:p="http://schemas.openxmlformats.org/presentationml/2006/main">
  <p:tag name="EMFCHILD" val="True"/>
  <p:tag name="ORIGINALHEIGHT" val=" 2.999612"/>
  <p:tag name="ORIGINALWIDTH" val=" 4.25379"/>
</p:tagLst>
</file>

<file path=ppt/tags/tag821.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797274"/>
</p:tagLst>
</file>

<file path=ppt/tags/tag82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4"/>
  <p:tag name="IGUANATEXSIZE" val="20"/>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4.513021"/>
  <p:tag name="ORIGINALWIDTH" val=" 3.825632"/>
  <p:tag name="TEMPFOLDER" val="C:\Users\luisc\Documents\Custom Office Templates\iguana temp\"/>
  <p:tag name="TRANSPARENCY" val="True"/>
</p:tagLst>
</file>

<file path=ppt/tags/tag823.xml><?xml version="1.0" encoding="utf-8"?>
<p:tagLst xmlns:a="http://schemas.openxmlformats.org/drawingml/2006/main" xmlns:r="http://schemas.openxmlformats.org/officeDocument/2006/relationships" xmlns:p="http://schemas.openxmlformats.org/presentationml/2006/main">
  <p:tag name="EMFCHILD" val="True"/>
  <p:tag name="ORIGINALHEIGHT" val=" 4.839813"/>
  <p:tag name="ORIGINALWIDTH" val=" 1.569093"/>
</p:tagLst>
</file>

<file path=ppt/tags/tag824.xml><?xml version="1.0" encoding="utf-8"?>
<p:tagLst xmlns:a="http://schemas.openxmlformats.org/drawingml/2006/main" xmlns:r="http://schemas.openxmlformats.org/officeDocument/2006/relationships" xmlns:p="http://schemas.openxmlformats.org/presentationml/2006/main">
  <p:tag name="EMFCHILD" val="True"/>
  <p:tag name="ORIGINALHEIGHT" val=" 3.075416"/>
  <p:tag name="ORIGINALWIDTH" val=" 3.737974"/>
</p:tagLst>
</file>

<file path=ppt/tags/tag825.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826.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827.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828.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829.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830.xml><?xml version="1.0" encoding="utf-8"?>
<p:tagLst xmlns:a="http://schemas.openxmlformats.org/drawingml/2006/main" xmlns:r="http://schemas.openxmlformats.org/officeDocument/2006/relationships" xmlns:p="http://schemas.openxmlformats.org/presentationml/2006/main">
  <p:tag name="EMFCHILD" val="True"/>
  <p:tag name="ORIGINALHEIGHT" val=" 4.677435"/>
  <p:tag name="ORIGINALWIDTH" val=" 3.800744"/>
</p:tagLst>
</file>

<file path=ppt/tags/tag831.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832.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833.xml><?xml version="1.0" encoding="utf-8"?>
<p:tagLst xmlns:a="http://schemas.openxmlformats.org/drawingml/2006/main" xmlns:r="http://schemas.openxmlformats.org/officeDocument/2006/relationships" xmlns:p="http://schemas.openxmlformats.org/presentationml/2006/main">
  <p:tag name="EMFCHILD" val="True"/>
  <p:tag name="ORIGINALHEIGHT" val=" .3386845"/>
  <p:tag name="ORIGINALWIDTH" val=" 28.23383"/>
</p:tagLst>
</file>

<file path=ppt/tags/tag834.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835.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836.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837.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838.xml><?xml version="1.0" encoding="utf-8"?>
<p:tagLst xmlns:a="http://schemas.openxmlformats.org/drawingml/2006/main" xmlns:r="http://schemas.openxmlformats.org/officeDocument/2006/relationships" xmlns:p="http://schemas.openxmlformats.org/presentationml/2006/main">
  <p:tag name="EMFCHILD" val="True"/>
  <p:tag name="ORIGINALHEIGHT" val=" 3.496858"/>
  <p:tag name="ORIGINALWIDTH" val=" 3.800744"/>
</p:tagLst>
</file>

<file path=ppt/tags/tag839.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840.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841.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842.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134"/>
</p:tagLst>
</file>

<file path=ppt/tags/tag843.xml><?xml version="1.0" encoding="utf-8"?>
<p:tagLst xmlns:a="http://schemas.openxmlformats.org/drawingml/2006/main" xmlns:r="http://schemas.openxmlformats.org/officeDocument/2006/relationships" xmlns:p="http://schemas.openxmlformats.org/presentationml/2006/main">
  <p:tag name="EMFCHILD" val="True"/>
  <p:tag name="ORIGINALHEIGHT" val=" 4.513021"/>
  <p:tag name="ORIGINALWIDTH" val=" 3.825632"/>
</p:tagLst>
</file>

<file path=ppt/tags/tag844.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13182"/>
</p:tagLst>
</file>

<file path=ppt/tags/tag845.xml><?xml version="1.0" encoding="utf-8"?>
<p:tagLst xmlns:a="http://schemas.openxmlformats.org/drawingml/2006/main" xmlns:r="http://schemas.openxmlformats.org/officeDocument/2006/relationships" xmlns:p="http://schemas.openxmlformats.org/presentationml/2006/main">
  <p:tag name="EMFCHILD" val="True"/>
  <p:tag name="ORIGINALHEIGHT" val=" 4.567808"/>
  <p:tag name="ORIGINALWIDTH" val=" 4.156388"/>
</p:tagLst>
</file>

<file path=ppt/tags/tag846.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847.xml><?xml version="1.0" encoding="utf-8"?>
<p:tagLst xmlns:a="http://schemas.openxmlformats.org/drawingml/2006/main" xmlns:r="http://schemas.openxmlformats.org/officeDocument/2006/relationships" xmlns:p="http://schemas.openxmlformats.org/presentationml/2006/main">
  <p:tag name="EMFCHILD" val="True"/>
  <p:tag name="ORIGINALHEIGHT" val=" .3417128"/>
  <p:tag name="ORIGINALWIDTH" val=" 4.714273"/>
</p:tagLst>
</file>

<file path=ppt/tags/tag848.xml><?xml version="1.0" encoding="utf-8"?>
<p:tagLst xmlns:a="http://schemas.openxmlformats.org/drawingml/2006/main" xmlns:r="http://schemas.openxmlformats.org/officeDocument/2006/relationships" xmlns:p="http://schemas.openxmlformats.org/presentationml/2006/main">
  <p:tag name="EMFCHILD" val="True"/>
  <p:tag name="ORIGINALHEIGHT" val=" 6.248511"/>
  <p:tag name="ORIGINALWIDTH" val=" 4.874668"/>
</p:tagLst>
</file>

<file path=ppt/tags/tag849.xml><?xml version="1.0" encoding="utf-8"?>
<p:tagLst xmlns:a="http://schemas.openxmlformats.org/drawingml/2006/main" xmlns:r="http://schemas.openxmlformats.org/officeDocument/2006/relationships" xmlns:p="http://schemas.openxmlformats.org/presentationml/2006/main">
  <p:tag name="EMFCHILD" val="True"/>
  <p:tag name="ORIGINALHEIGHT" val=" 3.456993"/>
  <p:tag name="ORIGINALWIDTH" val=" 4.154406"/>
</p:tagLst>
</file>

<file path=ppt/tags/tag850.xml><?xml version="1.0" encoding="utf-8"?>
<p:tagLst xmlns:a="http://schemas.openxmlformats.org/drawingml/2006/main" xmlns:r="http://schemas.openxmlformats.org/officeDocument/2006/relationships" xmlns:p="http://schemas.openxmlformats.org/presentationml/2006/main">
  <p:tag name="EMFCHILD" val="True"/>
  <p:tag name="ORIGINALHEIGHT" val=" 3.096339"/>
  <p:tag name="ORIGINALWIDTH" val=" 4.274936"/>
</p:tagLst>
</file>

<file path=ppt/tags/tag851.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06189"/>
</p:tagLst>
</file>

<file path=ppt/tags/tag85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51"/>
  <p:tag name="IGUANATEXSIZE" val="20"/>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6.591835"/>
  <p:tag name="ORIGINALWIDTH" val=" 7.113277"/>
  <p:tag name="TEMPFOLDER" val="C:\Users\luisc\Documents\Custom Office Templates\iguana temp\"/>
  <p:tag name="TRANSPARENCY" val="True"/>
</p:tagLst>
</file>

<file path=ppt/tags/tag853.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854.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855.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856.xml><?xml version="1.0" encoding="utf-8"?>
<p:tagLst xmlns:a="http://schemas.openxmlformats.org/drawingml/2006/main" xmlns:r="http://schemas.openxmlformats.org/officeDocument/2006/relationships" xmlns:p="http://schemas.openxmlformats.org/presentationml/2006/main">
  <p:tag name="EMFCHILD" val="True"/>
  <p:tag name="ORIGINALHEIGHT" val=" 7.460465"/>
  <p:tag name="ORIGINALWIDTH" val=" 6.087112"/>
</p:tagLst>
</file>

<file path=ppt/tags/tag857.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858.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859.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44.69178"/>
</p:tagLst>
</file>

<file path=ppt/tags/tag860.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113277"/>
</p:tagLst>
</file>

<file path=ppt/tags/tag861.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862.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863.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864.xml><?xml version="1.0" encoding="utf-8"?>
<p:tagLst xmlns:a="http://schemas.openxmlformats.org/drawingml/2006/main" xmlns:r="http://schemas.openxmlformats.org/officeDocument/2006/relationships" xmlns:p="http://schemas.openxmlformats.org/presentationml/2006/main">
  <p:tag name="EMFCHILD" val="True"/>
  <p:tag name="ORIGINALHEIGHT" val=" 5.597721"/>
  <p:tag name="ORIGINALWIDTH" val=" 6.087112"/>
</p:tagLst>
</file>

<file path=ppt/tags/tag865.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866.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867.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868.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869.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870.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871.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872.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873.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874.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875.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876.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877.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6.087112"/>
</p:tagLst>
</file>

<file path=ppt/tags/tag878.xml><?xml version="1.0" encoding="utf-8"?>
<p:tagLst xmlns:a="http://schemas.openxmlformats.org/drawingml/2006/main" xmlns:r="http://schemas.openxmlformats.org/officeDocument/2006/relationships" xmlns:p="http://schemas.openxmlformats.org/presentationml/2006/main">
  <p:tag name="EMFCHILD" val="True"/>
  <p:tag name="ORIGINALHEIGHT" val=" 5.037922"/>
  <p:tag name="ORIGINALWIDTH" val=" 8.846821"/>
</p:tagLst>
</file>

<file path=ppt/tags/tag879.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880.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881.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882.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883.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884.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885.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886.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887.xml><?xml version="1.0" encoding="utf-8"?>
<p:tagLst xmlns:a="http://schemas.openxmlformats.org/drawingml/2006/main" xmlns:r="http://schemas.openxmlformats.org/officeDocument/2006/relationships" xmlns:p="http://schemas.openxmlformats.org/presentationml/2006/main">
  <p:tag name="EMFCHILD" val="True"/>
  <p:tag name="ORIGINALHEIGHT" val=" 4.979063"/>
  <p:tag name="ORIGINALWIDTH" val=" 5.132748"/>
</p:tagLst>
</file>

<file path=ppt/tags/tag888.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889.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890.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891.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892.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893.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894.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895.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896.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897.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898.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899.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900.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901.xml><?xml version="1.0" encoding="utf-8"?>
<p:tagLst xmlns:a="http://schemas.openxmlformats.org/drawingml/2006/main" xmlns:r="http://schemas.openxmlformats.org/officeDocument/2006/relationships" xmlns:p="http://schemas.openxmlformats.org/presentationml/2006/main">
  <p:tag name="EMFCHILD" val="True"/>
  <p:tag name="ORIGINALHEIGHT" val=" 1.02298"/>
  <p:tag name="ORIGINALWIDTH" val=" 1.056026"/>
</p:tagLst>
</file>

<file path=ppt/tags/tag902.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903.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904.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905.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906.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90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4"/>
  <p:tag name="IGUANATEXSIZE" val="20"/>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58357"/>
  <p:tag name="ORIGINALWIDTH" val=" 6.59584"/>
  <p:tag name="TEMPFOLDER" val="C:\Users\luisc\Documents\Custom Office Templates\iguana temp\"/>
  <p:tag name="TRANSPARENCY" val="True"/>
</p:tagLst>
</file>

<file path=ppt/tags/tag908.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909.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910.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911.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912.xml><?xml version="1.0" encoding="utf-8"?>
<p:tagLst xmlns:a="http://schemas.openxmlformats.org/drawingml/2006/main" xmlns:r="http://schemas.openxmlformats.org/officeDocument/2006/relationships" xmlns:p="http://schemas.openxmlformats.org/presentationml/2006/main">
  <p:tag name="EMFCHILD" val="True"/>
  <p:tag name="ORIGINALHEIGHT" val=" 7.460423"/>
  <p:tag name="ORIGINALWIDTH" val=" 6.0602"/>
</p:tagLst>
</file>

<file path=ppt/tags/tag913.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914.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915.xml><?xml version="1.0" encoding="utf-8"?>
<p:tagLst xmlns:a="http://schemas.openxmlformats.org/drawingml/2006/main" xmlns:r="http://schemas.openxmlformats.org/officeDocument/2006/relationships" xmlns:p="http://schemas.openxmlformats.org/presentationml/2006/main">
  <p:tag name="EMFCHILD" val="True"/>
  <p:tag name="ORIGINALHEIGHT" val=" .3859827"/>
  <p:tag name="ORIGINALWIDTH" val=" 44.49408"/>
</p:tagLst>
</file>

<file path=ppt/tags/tag916.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917.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918.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919.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920.xml><?xml version="1.0" encoding="utf-8"?>
<p:tagLst xmlns:a="http://schemas.openxmlformats.org/drawingml/2006/main" xmlns:r="http://schemas.openxmlformats.org/officeDocument/2006/relationships" xmlns:p="http://schemas.openxmlformats.org/presentationml/2006/main">
  <p:tag name="EMFCHILD" val="True"/>
  <p:tag name="ORIGINALHEIGHT" val=" 5.59774"/>
  <p:tag name="ORIGINALWIDTH" val=" 6.0602"/>
</p:tagLst>
</file>

<file path=ppt/tags/tag921.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922.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923.xml><?xml version="1.0" encoding="utf-8"?>
<p:tagLst xmlns:a="http://schemas.openxmlformats.org/drawingml/2006/main" xmlns:r="http://schemas.openxmlformats.org/officeDocument/2006/relationships" xmlns:p="http://schemas.openxmlformats.org/presentationml/2006/main">
  <p:tag name="EMFCHILD" val="True"/>
  <p:tag name="ORIGINALHEIGHT" val=" 2.258357"/>
  <p:tag name="ORIGINALWIDTH" val=" 6.59584"/>
</p:tagLst>
</file>

<file path=ppt/tags/tag924.xml><?xml version="1.0" encoding="utf-8"?>
<p:tagLst xmlns:a="http://schemas.openxmlformats.org/drawingml/2006/main" xmlns:r="http://schemas.openxmlformats.org/officeDocument/2006/relationships" xmlns:p="http://schemas.openxmlformats.org/presentationml/2006/main">
  <p:tag name="EMFCHILD" val="True"/>
  <p:tag name="ORIGINALHEIGHT" val=" 4.372011"/>
  <p:tag name="ORIGINALWIDTH" val=" 3.808672"/>
</p:tagLst>
</file>

<file path=ppt/tags/tag925.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805142"/>
</p:tagLst>
</file>

<file path=ppt/tags/tag926.xml><?xml version="1.0" encoding="utf-8"?>
<p:tagLst xmlns:a="http://schemas.openxmlformats.org/drawingml/2006/main" xmlns:r="http://schemas.openxmlformats.org/officeDocument/2006/relationships" xmlns:p="http://schemas.openxmlformats.org/presentationml/2006/main">
  <p:tag name="EMFCHILD" val="True"/>
  <p:tag name="ORIGINALHEIGHT" val=" 4.42509"/>
  <p:tag name="ORIGINALWIDTH" val=" 4.137996"/>
</p:tagLst>
</file>

<file path=ppt/tags/tag927.xml><?xml version="1.0" encoding="utf-8"?>
<p:tagLst xmlns:a="http://schemas.openxmlformats.org/drawingml/2006/main" xmlns:r="http://schemas.openxmlformats.org/officeDocument/2006/relationships" xmlns:p="http://schemas.openxmlformats.org/presentationml/2006/main">
  <p:tag name="EMFCHILD" val="True"/>
  <p:tag name="ORIGINALHEIGHT" val=" 4.207927"/>
  <p:tag name="ORIGINALWIDTH" val=" 2.345738"/>
</p:tagLst>
</file>

<file path=ppt/tags/tag928.xml><?xml version="1.0" encoding="utf-8"?>
<p:tagLst xmlns:a="http://schemas.openxmlformats.org/drawingml/2006/main" xmlns:r="http://schemas.openxmlformats.org/officeDocument/2006/relationships" xmlns:p="http://schemas.openxmlformats.org/presentationml/2006/main">
  <p:tag name="EMFCHILD" val="True"/>
  <p:tag name="ORIGINALHEIGHT" val=" .3310311"/>
  <p:tag name="ORIGINALWIDTH" val=" 4.693459"/>
</p:tagLst>
</file>

<file path=ppt/tags/tag929.xml><?xml version="1.0" encoding="utf-8"?>
<p:tagLst xmlns:a="http://schemas.openxmlformats.org/drawingml/2006/main" xmlns:r="http://schemas.openxmlformats.org/officeDocument/2006/relationships" xmlns:p="http://schemas.openxmlformats.org/presentationml/2006/main">
  <p:tag name="EMFCHILD" val="True"/>
  <p:tag name="ORIGINALHEIGHT" val=" 6.053266"/>
  <p:tag name="ORIGINALWIDTH" val=" 4.853137"/>
</p:tagLst>
</file>

<file path=ppt/tags/tag930.xml><?xml version="1.0" encoding="utf-8"?>
<p:tagLst xmlns:a="http://schemas.openxmlformats.org/drawingml/2006/main" xmlns:r="http://schemas.openxmlformats.org/officeDocument/2006/relationships" xmlns:p="http://schemas.openxmlformats.org/presentationml/2006/main">
  <p:tag name="EMFCHILD" val="True"/>
  <p:tag name="ORIGINALHEIGHT" val=" 3.348964"/>
  <p:tag name="ORIGINALWIDTH" val=" 4.136014"/>
</p:tagLst>
</file>

<file path=ppt/tags/tag931.xml><?xml version="1.0" encoding="utf-8"?>
<p:tagLst xmlns:a="http://schemas.openxmlformats.org/drawingml/2006/main" xmlns:r="http://schemas.openxmlformats.org/officeDocument/2006/relationships" xmlns:p="http://schemas.openxmlformats.org/presentationml/2006/main">
  <p:tag name="EMFCHILD" val="True"/>
  <p:tag name="ORIGINALHEIGHT" val=" 2.999597"/>
  <p:tag name="ORIGINALWIDTH" val=" 4.256049"/>
</p:tagLst>
</file>

<file path=ppt/tags/tag932.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798205"/>
</p:tagLst>
</file>

<file path=ppt/tags/tag93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25"/>
  <p:tag name="IGUANATEXSIZE" val="20"/>
  <p:tag name="LATEXADDIN" val="\documentclass{article}&#10;\usepackage{amsmath}&#10;\pagestyle{empty}&#10;\begin{document}&#10;&#10;$$ \ln\left( \frac{\hat{P}(Y \le 2)}{\hat{P}(Y_n &gt; 2)} \right) = 4.299 - (1.048 \cdot \text{pared} + -0.059 \cdot \text{public} - 0.616 \cdot \text{gpa})$$&#10;\end{document}"/>
  <p:tag name="LATEXENGINEID" val="0"/>
  <p:tag name="LATEXFORMHEIGHT" val=" 320"/>
  <p:tag name="LATEXFORMWIDTH" val=" 723"/>
  <p:tag name="LATEXFORMWRAP" val="True"/>
  <p:tag name="ORIGINALHEIGHT" val=" 6.914024"/>
  <p:tag name="ORIGINALWIDTH" val=" 2.213443"/>
  <p:tag name="TEMPFOLDER" val="C:\Users\luisc\Documents\Custom Office Templates\iguana temp\"/>
  <p:tag name="TRANSPARENCY" val="True"/>
</p:tagLst>
</file>

<file path=ppt/tags/tag934.xml><?xml version="1.0" encoding="utf-8"?>
<p:tagLst xmlns:a="http://schemas.openxmlformats.org/drawingml/2006/main" xmlns:r="http://schemas.openxmlformats.org/officeDocument/2006/relationships" xmlns:p="http://schemas.openxmlformats.org/presentationml/2006/main">
  <p:tag name="EMFCHILD" val="True"/>
  <p:tag name="ORIGINALHEIGHT" val=" 4.403466"/>
  <p:tag name="ORIGINALWIDTH" val=" 5.015095"/>
</p:tagLst>
</file>

<file path=ppt/tags/tag935.xml><?xml version="1.0" encoding="utf-8"?>
<p:tagLst xmlns:a="http://schemas.openxmlformats.org/drawingml/2006/main" xmlns:r="http://schemas.openxmlformats.org/officeDocument/2006/relationships" xmlns:p="http://schemas.openxmlformats.org/presentationml/2006/main">
  <p:tag name="EMFCHILD" val="True"/>
  <p:tag name="ORIGINALHEIGHT" val=" 29.87788"/>
  <p:tag name="ORIGINALWIDTH" val=" 5.194592"/>
</p:tagLst>
</file>

<file path=ppt/tags/tag936.xml><?xml version="1.0" encoding="utf-8"?>
<p:tagLst xmlns:a="http://schemas.openxmlformats.org/drawingml/2006/main" xmlns:r="http://schemas.openxmlformats.org/officeDocument/2006/relationships" xmlns:p="http://schemas.openxmlformats.org/presentationml/2006/main">
  <p:tag name="EMFCHILD" val="True"/>
  <p:tag name="ORIGINALHEIGHT" val=" 1.534214"/>
  <p:tag name="ORIGINALWIDTH" val=" 2.66211"/>
</p:tagLst>
</file>

<file path=ppt/tags/tag937.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118887"/>
</p:tagLst>
</file>

<file path=ppt/tags/tag938.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939.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248515"/>
</p:tagLst>
</file>

<file path=ppt/tags/tag940.xml><?xml version="1.0" encoding="utf-8"?>
<p:tagLst xmlns:a="http://schemas.openxmlformats.org/drawingml/2006/main" xmlns:r="http://schemas.openxmlformats.org/officeDocument/2006/relationships" xmlns:p="http://schemas.openxmlformats.org/presentationml/2006/main">
  <p:tag name="EMFCHILD" val="True"/>
  <p:tag name="ORIGINALHEIGHT" val=" 7.701108"/>
  <p:tag name="ORIGINALWIDTH" val=" 6.091925"/>
</p:tagLst>
</file>

<file path=ppt/tags/tag941.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978219"/>
</p:tagLst>
</file>

<file path=ppt/tags/tag942.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943.xml><?xml version="1.0" encoding="utf-8"?>
<p:tagLst xmlns:a="http://schemas.openxmlformats.org/drawingml/2006/main" xmlns:r="http://schemas.openxmlformats.org/officeDocument/2006/relationships" xmlns:p="http://schemas.openxmlformats.org/presentationml/2006/main">
  <p:tag name="EMFCHILD" val="True"/>
  <p:tag name="ORIGINALHEIGHT" val=" .3984244"/>
  <p:tag name="ORIGINALWIDTH" val=" 45.03567"/>
</p:tagLst>
</file>

<file path=ppt/tags/tag944.xml><?xml version="1.0" encoding="utf-8"?>
<p:tagLst xmlns:a="http://schemas.openxmlformats.org/drawingml/2006/main" xmlns:r="http://schemas.openxmlformats.org/officeDocument/2006/relationships" xmlns:p="http://schemas.openxmlformats.org/presentationml/2006/main">
  <p:tag name="EMFCHILD" val="True"/>
  <p:tag name="ORIGINALHEIGHT" val=" 1.534214"/>
  <p:tag name="ORIGINALWIDTH" val=" 2.66211"/>
</p:tagLst>
</file>

<file path=ppt/tags/tag945.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118887"/>
</p:tagLst>
</file>

<file path=ppt/tags/tag946.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947.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248515"/>
</p:tagLst>
</file>

<file path=ppt/tags/tag948.xml><?xml version="1.0" encoding="utf-8"?>
<p:tagLst xmlns:a="http://schemas.openxmlformats.org/drawingml/2006/main" xmlns:r="http://schemas.openxmlformats.org/officeDocument/2006/relationships" xmlns:p="http://schemas.openxmlformats.org/presentationml/2006/main">
  <p:tag name="EMFCHILD" val="True"/>
  <p:tag name="ORIGINALHEIGHT" val=" 3.14513"/>
  <p:tag name="ORIGINALWIDTH" val=" 4.26431"/>
</p:tagLst>
</file>

<file path=ppt/tags/tag949.xml><?xml version="1.0" encoding="utf-8"?>
<p:tagLst xmlns:a="http://schemas.openxmlformats.org/drawingml/2006/main" xmlns:r="http://schemas.openxmlformats.org/officeDocument/2006/relationships" xmlns:p="http://schemas.openxmlformats.org/presentationml/2006/main">
  <p:tag name="EMFCHILD" val="True"/>
  <p:tag name="ORIGINALHEIGHT" val=" 5.778309"/>
  <p:tag name="ORIGINALWIDTH" val=" 6.091925"/>
</p:tagLst>
</file>

<file path=ppt/tags/tag950.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978219"/>
</p:tagLst>
</file>

<file path=ppt/tags/tag951.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952.xml><?xml version="1.0" encoding="utf-8"?>
<p:tagLst xmlns:a="http://schemas.openxmlformats.org/drawingml/2006/main" xmlns:r="http://schemas.openxmlformats.org/officeDocument/2006/relationships" xmlns:p="http://schemas.openxmlformats.org/presentationml/2006/main">
  <p:tag name="EMFCHILD" val="True"/>
  <p:tag name="ORIGINALHEIGHT" val=" 29.87788"/>
  <p:tag name="ORIGINALWIDTH" val=" 5.194592"/>
</p:tagLst>
</file>

<file path=ppt/tags/tag953.xml><?xml version="1.0" encoding="utf-8"?>
<p:tagLst xmlns:a="http://schemas.openxmlformats.org/drawingml/2006/main" xmlns:r="http://schemas.openxmlformats.org/officeDocument/2006/relationships" xmlns:p="http://schemas.openxmlformats.org/presentationml/2006/main">
  <p:tag name="EMFCHILD" val="True"/>
  <p:tag name="ORIGINALHEIGHT" val=" 2.331212"/>
  <p:tag name="ORIGINALWIDTH" val=" 6.63034"/>
</p:tagLst>
</file>

<file path=ppt/tags/tag954.xml><?xml version="1.0" encoding="utf-8"?>
<p:tagLst xmlns:a="http://schemas.openxmlformats.org/drawingml/2006/main" xmlns:r="http://schemas.openxmlformats.org/officeDocument/2006/relationships" xmlns:p="http://schemas.openxmlformats.org/presentationml/2006/main">
  <p:tag name="EMFCHILD" val="True"/>
  <p:tag name="ORIGINALHEIGHT" val=" 6.744666"/>
  <p:tag name="ORIGINALWIDTH" val=" 4.416897"/>
</p:tagLst>
</file>

<file path=ppt/tags/tag955.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956.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978219"/>
</p:tagLst>
</file>

<file path=ppt/tags/tag957.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958.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959.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960.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961.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962.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963.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964.xml><?xml version="1.0" encoding="utf-8"?>
<p:tagLst xmlns:a="http://schemas.openxmlformats.org/drawingml/2006/main" xmlns:r="http://schemas.openxmlformats.org/officeDocument/2006/relationships" xmlns:p="http://schemas.openxmlformats.org/presentationml/2006/main">
  <p:tag name="EMFCHILD" val="True"/>
  <p:tag name="ORIGINALHEIGHT" val=" 6.744666"/>
  <p:tag name="ORIGINALWIDTH" val=" 4.416897"/>
</p:tagLst>
</file>

<file path=ppt/tags/tag965.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966.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967.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968.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4.496657"/>
</p:tagLst>
</file>

<file path=ppt/tags/tag969.xml><?xml version="1.0" encoding="utf-8"?>
<p:tagLst xmlns:a="http://schemas.openxmlformats.org/drawingml/2006/main" xmlns:r="http://schemas.openxmlformats.org/officeDocument/2006/relationships" xmlns:p="http://schemas.openxmlformats.org/presentationml/2006/main">
  <p:tag name="EMFCHILD" val="True"/>
  <p:tag name="ORIGINALHEIGHT" val=" 4.403466"/>
  <p:tag name="ORIGINALWIDTH" val=" 3.350056"/>
</p:tagLst>
</file>

<file path=ppt/tags/tag970.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3.858579"/>
</p:tagLst>
</file>

<file path=ppt/tags/tag971.xml><?xml version="1.0" encoding="utf-8"?>
<p:tagLst xmlns:a="http://schemas.openxmlformats.org/drawingml/2006/main" xmlns:r="http://schemas.openxmlformats.org/officeDocument/2006/relationships" xmlns:p="http://schemas.openxmlformats.org/presentationml/2006/main">
  <p:tag name="EMFCHILD" val="True"/>
  <p:tag name="ORIGINALHEIGHT" val=" 7.023601"/>
  <p:tag name="ORIGINALWIDTH" val=" 4.915432"/>
</p:tagLst>
</file>

<file path=ppt/tags/tag972.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6.63034"/>
</p:tagLst>
</file>

<file path=ppt/tags/tag973.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974.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975.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976.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977.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3.978219"/>
</p:tagLst>
</file>

<file path=ppt/tags/tag978.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979.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980.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981.xml><?xml version="1.0" encoding="utf-8"?>
<p:tagLst xmlns:a="http://schemas.openxmlformats.org/drawingml/2006/main" xmlns:r="http://schemas.openxmlformats.org/officeDocument/2006/relationships" xmlns:p="http://schemas.openxmlformats.org/presentationml/2006/main">
  <p:tag name="EMFCHILD" val="True"/>
  <p:tag name="ORIGINALHEIGHT" val=" 4.513041"/>
  <p:tag name="ORIGINALWIDTH" val=" 5.015095"/>
</p:tagLst>
</file>

<file path=ppt/tags/tag982.xml><?xml version="1.0" encoding="utf-8"?>
<p:tagLst xmlns:a="http://schemas.openxmlformats.org/drawingml/2006/main" xmlns:r="http://schemas.openxmlformats.org/officeDocument/2006/relationships" xmlns:p="http://schemas.openxmlformats.org/presentationml/2006/main">
  <p:tag name="EMFCHILD" val="True"/>
  <p:tag name="ORIGINALHEIGHT" val=" 7.023601"/>
  <p:tag name="ORIGINALWIDTH" val=" 4.915432"/>
</p:tagLst>
</file>

<file path=ppt/tags/tag983.xml><?xml version="1.0" encoding="utf-8"?>
<p:tagLst xmlns:a="http://schemas.openxmlformats.org/drawingml/2006/main" xmlns:r="http://schemas.openxmlformats.org/officeDocument/2006/relationships" xmlns:p="http://schemas.openxmlformats.org/presentationml/2006/main">
  <p:tag name="EMFCHILD" val="True"/>
  <p:tag name="ORIGINALHEIGHT" val=" 6.914024"/>
  <p:tag name="ORIGINALWIDTH" val=" 2.213443"/>
</p:tagLst>
</file>

<file path=ppt/tags/tag984.xml><?xml version="1.0" encoding="utf-8"?>
<p:tagLst xmlns:a="http://schemas.openxmlformats.org/drawingml/2006/main" xmlns:r="http://schemas.openxmlformats.org/officeDocument/2006/relationships" xmlns:p="http://schemas.openxmlformats.org/presentationml/2006/main">
  <p:tag name="EMFCHILD" val="True"/>
  <p:tag name="ORIGINALHEIGHT" val=" 6.664981"/>
  <p:tag name="ORIGINALWIDTH" val=" 2.133683"/>
</p:tagLst>
</file>

<file path=ppt/tags/tag985.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3.798723"/>
</p:tagLst>
</file>

<file path=ppt/tags/tag986.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987.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988.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989.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990.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991.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992.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993.xml><?xml version="1.0" encoding="utf-8"?>
<p:tagLst xmlns:a="http://schemas.openxmlformats.org/drawingml/2006/main" xmlns:r="http://schemas.openxmlformats.org/officeDocument/2006/relationships" xmlns:p="http://schemas.openxmlformats.org/presentationml/2006/main">
  <p:tag name="EMFCHILD" val="True"/>
  <p:tag name="ORIGINALHEIGHT" val=" 6.565319"/>
  <p:tag name="ORIGINALWIDTH" val=" 4.556514"/>
</p:tagLst>
</file>

<file path=ppt/tags/tag994.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995.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4.496657"/>
</p:tagLst>
</file>

<file path=ppt/tags/tag996.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99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25"/>
  <p:tag name="IGUANATEXSIZE" val="20"/>
  <p:tag name="LATEXADDIN" val="\documentclass{article}&#10;\usepackage{amsmath}&#10;\pagestyle{empty}&#10;\begin{document}&#10;&#10;$$ \ln\left( \frac{\hat{P}(Y \le 1)}{\hat{P}(Y_n &gt; 1)} \right) = 2.204 - (1.048 \cdot \text{pared} + -0.059 \cdot \text{public} - 0.616 \cdot \text{gpa})$$&#10;\end{document}"/>
  <p:tag name="LATEXENGINEID" val="0"/>
  <p:tag name="LATEXFORMHEIGHT" val=" 320"/>
  <p:tag name="LATEXFORMWIDTH" val=" 723"/>
  <p:tag name="LATEXFORMWRAP" val="True"/>
  <p:tag name="ORIGINALHEIGHT" val=" 6.914024"/>
  <p:tag name="ORIGINALWIDTH" val=" 2.213443"/>
  <p:tag name="TEMPFOLDER" val="C:\Users\luisc\Documents\Custom Office Templates\iguana temp\"/>
  <p:tag name="TRANSPARENCY" val="True"/>
</p:tagLst>
</file>

<file path=ppt/tags/tag998.xml><?xml version="1.0" encoding="utf-8"?>
<p:tagLst xmlns:a="http://schemas.openxmlformats.org/drawingml/2006/main" xmlns:r="http://schemas.openxmlformats.org/officeDocument/2006/relationships" xmlns:p="http://schemas.openxmlformats.org/presentationml/2006/main">
  <p:tag name="EMFCHILD" val="True"/>
  <p:tag name="ORIGINALHEIGHT" val=" 4.403466"/>
  <p:tag name="ORIGINALWIDTH" val=" 5.015095"/>
</p:tagLst>
</file>

<file path=ppt/tags/tag999.xml><?xml version="1.0" encoding="utf-8"?>
<p:tagLst xmlns:a="http://schemas.openxmlformats.org/drawingml/2006/main" xmlns:r="http://schemas.openxmlformats.org/officeDocument/2006/relationships" xmlns:p="http://schemas.openxmlformats.org/presentationml/2006/main">
  <p:tag name="EMFCHILD" val="True"/>
  <p:tag name="ORIGINALHEIGHT" val=" 29.87788"/>
  <p:tag name="ORIGINALWIDTH" val=" 5.194592"/>
</p:tagLst>
</file>

<file path=ppt/tags/tag1000.xml><?xml version="1.0" encoding="utf-8"?>
<p:tagLst xmlns:a="http://schemas.openxmlformats.org/drawingml/2006/main" xmlns:r="http://schemas.openxmlformats.org/officeDocument/2006/relationships" xmlns:p="http://schemas.openxmlformats.org/presentationml/2006/main">
  <p:tag name="EMFCHILD" val="True"/>
  <p:tag name="ORIGINALHEIGHT" val=" 1.534214"/>
  <p:tag name="ORIGINALWIDTH" val=" 2.66211"/>
</p:tagLst>
</file>

<file path=ppt/tags/tag1001.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118887"/>
</p:tagLst>
</file>

<file path=ppt/tags/tag1002.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1003.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248515"/>
</p:tagLst>
</file>

<file path=ppt/tags/tag1004.xml><?xml version="1.0" encoding="utf-8"?>
<p:tagLst xmlns:a="http://schemas.openxmlformats.org/drawingml/2006/main" xmlns:r="http://schemas.openxmlformats.org/officeDocument/2006/relationships" xmlns:p="http://schemas.openxmlformats.org/presentationml/2006/main">
  <p:tag name="EMFCHILD" val="True"/>
  <p:tag name="ORIGINALHEIGHT" val=" 7.701108"/>
  <p:tag name="ORIGINALWIDTH" val=" 6.091925"/>
</p:tagLst>
</file>

<file path=ppt/tags/tag1005.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1006.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1007.xml><?xml version="1.0" encoding="utf-8"?>
<p:tagLst xmlns:a="http://schemas.openxmlformats.org/drawingml/2006/main" xmlns:r="http://schemas.openxmlformats.org/officeDocument/2006/relationships" xmlns:p="http://schemas.openxmlformats.org/presentationml/2006/main">
  <p:tag name="EMFCHILD" val="True"/>
  <p:tag name="ORIGINALHEIGHT" val=" .3984244"/>
  <p:tag name="ORIGINALWIDTH" val=" 45.03567"/>
</p:tagLst>
</file>

<file path=ppt/tags/tag1008.xml><?xml version="1.0" encoding="utf-8"?>
<p:tagLst xmlns:a="http://schemas.openxmlformats.org/drawingml/2006/main" xmlns:r="http://schemas.openxmlformats.org/officeDocument/2006/relationships" xmlns:p="http://schemas.openxmlformats.org/presentationml/2006/main">
  <p:tag name="EMFCHILD" val="True"/>
  <p:tag name="ORIGINALHEIGHT" val=" 1.534214"/>
  <p:tag name="ORIGINALWIDTH" val=" 2.66211"/>
</p:tagLst>
</file>

<file path=ppt/tags/tag1009.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118887"/>
</p:tagLst>
</file>

<file path=ppt/tags/tag1010.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1011.xml><?xml version="1.0" encoding="utf-8"?>
<p:tagLst xmlns:a="http://schemas.openxmlformats.org/drawingml/2006/main" xmlns:r="http://schemas.openxmlformats.org/officeDocument/2006/relationships" xmlns:p="http://schemas.openxmlformats.org/presentationml/2006/main">
  <p:tag name="EMFCHILD" val="True"/>
  <p:tag name="ORIGINALHEIGHT" val=" 6.804448"/>
  <p:tag name="ORIGINALWIDTH" val=" 7.248515"/>
</p:tagLst>
</file>

<file path=ppt/tags/tag1012.xml><?xml version="1.0" encoding="utf-8"?>
<p:tagLst xmlns:a="http://schemas.openxmlformats.org/drawingml/2006/main" xmlns:r="http://schemas.openxmlformats.org/officeDocument/2006/relationships" xmlns:p="http://schemas.openxmlformats.org/presentationml/2006/main">
  <p:tag name="EMFCHILD" val="True"/>
  <p:tag name="ORIGINALHEIGHT" val=" 3.14513"/>
  <p:tag name="ORIGINALWIDTH" val=" 4.26431"/>
</p:tagLst>
</file>

<file path=ppt/tags/tag1013.xml><?xml version="1.0" encoding="utf-8"?>
<p:tagLst xmlns:a="http://schemas.openxmlformats.org/drawingml/2006/main" xmlns:r="http://schemas.openxmlformats.org/officeDocument/2006/relationships" xmlns:p="http://schemas.openxmlformats.org/presentationml/2006/main">
  <p:tag name="EMFCHILD" val="True"/>
  <p:tag name="ORIGINALHEIGHT" val=" 5.778309"/>
  <p:tag name="ORIGINALWIDTH" val=" 6.091925"/>
</p:tagLst>
</file>

<file path=ppt/tags/tag1014.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1015.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1016.xml><?xml version="1.0" encoding="utf-8"?>
<p:tagLst xmlns:a="http://schemas.openxmlformats.org/drawingml/2006/main" xmlns:r="http://schemas.openxmlformats.org/officeDocument/2006/relationships" xmlns:p="http://schemas.openxmlformats.org/presentationml/2006/main">
  <p:tag name="EMFCHILD" val="True"/>
  <p:tag name="ORIGINALHEIGHT" val=" 29.87788"/>
  <p:tag name="ORIGINALWIDTH" val=" 5.194592"/>
</p:tagLst>
</file>

<file path=ppt/tags/tag1017.xml><?xml version="1.0" encoding="utf-8"?>
<p:tagLst xmlns:a="http://schemas.openxmlformats.org/drawingml/2006/main" xmlns:r="http://schemas.openxmlformats.org/officeDocument/2006/relationships" xmlns:p="http://schemas.openxmlformats.org/presentationml/2006/main">
  <p:tag name="EMFCHILD" val="True"/>
  <p:tag name="ORIGINALHEIGHT" val=" 2.331212"/>
  <p:tag name="ORIGINALWIDTH" val=" 6.63034"/>
</p:tagLst>
</file>

<file path=ppt/tags/tag1018.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978219"/>
</p:tagLst>
</file>

<file path=ppt/tags/tag1019.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1020.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978219"/>
</p:tagLst>
</file>

<file path=ppt/tags/tag1021.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1022.xml><?xml version="1.0" encoding="utf-8"?>
<p:tagLst xmlns:a="http://schemas.openxmlformats.org/drawingml/2006/main" xmlns:r="http://schemas.openxmlformats.org/officeDocument/2006/relationships" xmlns:p="http://schemas.openxmlformats.org/presentationml/2006/main">
  <p:tag name="EMFCHILD" val="True"/>
  <p:tag name="ORIGINALHEIGHT" val=" 6.744666"/>
  <p:tag name="ORIGINALWIDTH" val=" 4.416897"/>
</p:tagLst>
</file>

<file path=ppt/tags/tag1023.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1024.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1025.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1026.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1027.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1028.xml><?xml version="1.0" encoding="utf-8"?>
<p:tagLst xmlns:a="http://schemas.openxmlformats.org/drawingml/2006/main" xmlns:r="http://schemas.openxmlformats.org/officeDocument/2006/relationships" xmlns:p="http://schemas.openxmlformats.org/presentationml/2006/main">
  <p:tag name="EMFCHILD" val="True"/>
  <p:tag name="ORIGINALHEIGHT" val=" 6.744666"/>
  <p:tag name="ORIGINALWIDTH" val=" 4.416897"/>
</p:tagLst>
</file>

<file path=ppt/tags/tag1029.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1030.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1031.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1032.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4.496657"/>
</p:tagLst>
</file>

<file path=ppt/tags/tag1033.xml><?xml version="1.0" encoding="utf-8"?>
<p:tagLst xmlns:a="http://schemas.openxmlformats.org/drawingml/2006/main" xmlns:r="http://schemas.openxmlformats.org/officeDocument/2006/relationships" xmlns:p="http://schemas.openxmlformats.org/presentationml/2006/main">
  <p:tag name="EMFCHILD" val="True"/>
  <p:tag name="ORIGINALHEIGHT" val=" 4.403466"/>
  <p:tag name="ORIGINALWIDTH" val=" 3.350056"/>
</p:tagLst>
</file>

<file path=ppt/tags/tag1034.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3.858579"/>
</p:tagLst>
</file>

<file path=ppt/tags/tag1035.xml><?xml version="1.0" encoding="utf-8"?>
<p:tagLst xmlns:a="http://schemas.openxmlformats.org/drawingml/2006/main" xmlns:r="http://schemas.openxmlformats.org/officeDocument/2006/relationships" xmlns:p="http://schemas.openxmlformats.org/presentationml/2006/main">
  <p:tag name="EMFCHILD" val="True"/>
  <p:tag name="ORIGINALHEIGHT" val=" 7.023601"/>
  <p:tag name="ORIGINALWIDTH" val=" 4.915432"/>
</p:tagLst>
</file>

<file path=ppt/tags/tag1036.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6.63034"/>
</p:tagLst>
</file>

<file path=ppt/tags/tag1037.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1038.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1039.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1040.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1041.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3.978219"/>
</p:tagLst>
</file>

<file path=ppt/tags/tag1042.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1043.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1044.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1045.xml><?xml version="1.0" encoding="utf-8"?>
<p:tagLst xmlns:a="http://schemas.openxmlformats.org/drawingml/2006/main" xmlns:r="http://schemas.openxmlformats.org/officeDocument/2006/relationships" xmlns:p="http://schemas.openxmlformats.org/presentationml/2006/main">
  <p:tag name="EMFCHILD" val="True"/>
  <p:tag name="ORIGINALHEIGHT" val=" 4.513041"/>
  <p:tag name="ORIGINALWIDTH" val=" 5.015095"/>
</p:tagLst>
</file>

<file path=ppt/tags/tag1046.xml><?xml version="1.0" encoding="utf-8"?>
<p:tagLst xmlns:a="http://schemas.openxmlformats.org/drawingml/2006/main" xmlns:r="http://schemas.openxmlformats.org/officeDocument/2006/relationships" xmlns:p="http://schemas.openxmlformats.org/presentationml/2006/main">
  <p:tag name="EMFCHILD" val="True"/>
  <p:tag name="ORIGINALHEIGHT" val=" 7.023601"/>
  <p:tag name="ORIGINALWIDTH" val=" 4.915432"/>
</p:tagLst>
</file>

<file path=ppt/tags/tag1047.xml><?xml version="1.0" encoding="utf-8"?>
<p:tagLst xmlns:a="http://schemas.openxmlformats.org/drawingml/2006/main" xmlns:r="http://schemas.openxmlformats.org/officeDocument/2006/relationships" xmlns:p="http://schemas.openxmlformats.org/presentationml/2006/main">
  <p:tag name="EMFCHILD" val="True"/>
  <p:tag name="ORIGINALHEIGHT" val=" 6.914024"/>
  <p:tag name="ORIGINALWIDTH" val=" 2.213443"/>
</p:tagLst>
</file>

<file path=ppt/tags/tag1048.xml><?xml version="1.0" encoding="utf-8"?>
<p:tagLst xmlns:a="http://schemas.openxmlformats.org/drawingml/2006/main" xmlns:r="http://schemas.openxmlformats.org/officeDocument/2006/relationships" xmlns:p="http://schemas.openxmlformats.org/presentationml/2006/main">
  <p:tag name="EMFCHILD" val="True"/>
  <p:tag name="ORIGINALHEIGHT" val=" 6.664981"/>
  <p:tag name="ORIGINALWIDTH" val=" 2.133683"/>
</p:tagLst>
</file>

<file path=ppt/tags/tag1049.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3.798723"/>
</p:tagLst>
</file>

<file path=ppt/tags/tag1050.xml><?xml version="1.0" encoding="utf-8"?>
<p:tagLst xmlns:a="http://schemas.openxmlformats.org/drawingml/2006/main" xmlns:r="http://schemas.openxmlformats.org/officeDocument/2006/relationships" xmlns:p="http://schemas.openxmlformats.org/presentationml/2006/main">
  <p:tag name="EMFCHILD" val="True"/>
  <p:tag name="ORIGINALHEIGHT" val=" .398499"/>
  <p:tag name="ORIGINALWIDTH" val=" 6.091925"/>
</p:tagLst>
</file>

<file path=ppt/tags/tag1051.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97521"/>
</p:tagLst>
</file>

<file path=ppt/tags/tag1052.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1053.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1054.xml><?xml version="1.0" encoding="utf-8"?>
<p:tagLst xmlns:a="http://schemas.openxmlformats.org/drawingml/2006/main" xmlns:r="http://schemas.openxmlformats.org/officeDocument/2006/relationships" xmlns:p="http://schemas.openxmlformats.org/presentationml/2006/main">
  <p:tag name="EMFCHILD" val="True"/>
  <p:tag name="ORIGINALHEIGHT" val=" 6.63509"/>
  <p:tag name="ORIGINALWIDTH" val=" 3.290199"/>
</p:tagLst>
</file>

<file path=ppt/tags/tag1055.xml><?xml version="1.0" encoding="utf-8"?>
<p:tagLst xmlns:a="http://schemas.openxmlformats.org/drawingml/2006/main" xmlns:r="http://schemas.openxmlformats.org/officeDocument/2006/relationships" xmlns:p="http://schemas.openxmlformats.org/presentationml/2006/main">
  <p:tag name="EMFCHILD" val="True"/>
  <p:tag name="ORIGINALHEIGHT" val=" 6.854242"/>
  <p:tag name="ORIGINALWIDTH" val=" 4.137739"/>
</p:tagLst>
</file>

<file path=ppt/tags/tag1056.xml><?xml version="1.0" encoding="utf-8"?>
<p:tagLst xmlns:a="http://schemas.openxmlformats.org/drawingml/2006/main" xmlns:r="http://schemas.openxmlformats.org/officeDocument/2006/relationships" xmlns:p="http://schemas.openxmlformats.org/presentationml/2006/main">
  <p:tag name="EMFCHILD" val="True"/>
  <p:tag name="ORIGINALHEIGHT" val=" 1.05603"/>
  <p:tag name="ORIGINALWIDTH" val=" 1.056853"/>
</p:tagLst>
</file>

<file path=ppt/tags/tag1057.xml><?xml version="1.0" encoding="utf-8"?>
<p:tagLst xmlns:a="http://schemas.openxmlformats.org/drawingml/2006/main" xmlns:r="http://schemas.openxmlformats.org/officeDocument/2006/relationships" xmlns:p="http://schemas.openxmlformats.org/presentationml/2006/main">
  <p:tag name="EMFCHILD" val="True"/>
  <p:tag name="ORIGINALHEIGHT" val=" 6.565319"/>
  <p:tag name="ORIGINALWIDTH" val=" 4.556514"/>
</p:tagLst>
</file>

<file path=ppt/tags/tag1058.xml><?xml version="1.0" encoding="utf-8"?>
<p:tagLst xmlns:a="http://schemas.openxmlformats.org/drawingml/2006/main" xmlns:r="http://schemas.openxmlformats.org/officeDocument/2006/relationships" xmlns:p="http://schemas.openxmlformats.org/presentationml/2006/main">
  <p:tag name="EMFCHILD" val="True"/>
  <p:tag name="ORIGINALHEIGHT" val=" 6.336178"/>
  <p:tag name="ORIGINALWIDTH" val=" 4.915432"/>
</p:tagLst>
</file>

<file path=ppt/tags/tag1059.xml><?xml version="1.0" encoding="utf-8"?>
<p:tagLst xmlns:a="http://schemas.openxmlformats.org/drawingml/2006/main" xmlns:r="http://schemas.openxmlformats.org/officeDocument/2006/relationships" xmlns:p="http://schemas.openxmlformats.org/presentationml/2006/main">
  <p:tag name="EMFCHILD" val="True"/>
  <p:tag name="ORIGINALHEIGHT" val=" 4.572824"/>
  <p:tag name="ORIGINALWIDTH" val=" 4.496657"/>
</p:tagLst>
</file>

<file path=ppt/tags/tag1060.xml><?xml version="1.0" encoding="utf-8"?>
<p:tagLst xmlns:a="http://schemas.openxmlformats.org/drawingml/2006/main" xmlns:r="http://schemas.openxmlformats.org/officeDocument/2006/relationships" xmlns:p="http://schemas.openxmlformats.org/presentationml/2006/main">
  <p:tag name="EMFCHILD" val="True"/>
  <p:tag name="ORIGINALHEIGHT" val=" 9.962624"/>
  <p:tag name="ORIGINALWIDTH" val=" 2.313105"/>
</p:tagLst>
</file>

<file path=ppt/tags/tag106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6"/>
  <p:tag name="IGUANATEXSIZE" val="20"/>
  <p:tag name="LATEXADDIN" val="\documentclass{article}&#10;\usepackage{amsmath}&#10;\pagestyle{empty}&#10;\begin{document}&#10;&#10;$$\ln\left( \frac{P(Y_n \le j)}{P(Y_n &gt; j)} \right) = \mu_j - \boldsymbol{\beta}^\top \mathbf{x}_n$$&#10;\end{document}"/>
  <p:tag name="LATEXENGINEID" val="0"/>
  <p:tag name="LATEXFORMHEIGHT" val=" 320"/>
  <p:tag name="LATEXFORMWIDTH" val=" 723"/>
  <p:tag name="LATEXFORMWRAP" val="True"/>
  <p:tag name="ORIGINALHEIGHT" val=" 6.914035"/>
  <p:tag name="ORIGINALWIDTH" val=" 2.21169"/>
  <p:tag name="TEMPFOLDER" val="C:\Users\luisc\Documents\Custom Office Templates\iguana temp\"/>
  <p:tag name="TRANSPARENCY" val="True"/>
</p:tagLst>
</file>

<file path=ppt/tags/tag1062.xml><?xml version="1.0" encoding="utf-8"?>
<p:tagLst xmlns:a="http://schemas.openxmlformats.org/drawingml/2006/main" xmlns:r="http://schemas.openxmlformats.org/officeDocument/2006/relationships" xmlns:p="http://schemas.openxmlformats.org/presentationml/2006/main">
  <p:tag name="EMFCHILD" val="True"/>
  <p:tag name="ORIGINALHEIGHT" val=" 4.403449"/>
  <p:tag name="ORIGINALWIDTH" val=" 5.011159"/>
</p:tagLst>
</file>

<file path=ppt/tags/tag1063.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612"/>
</p:tagLst>
</file>

<file path=ppt/tags/tag1064.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113303"/>
</p:tagLst>
</file>

<file path=ppt/tags/tag1065.xml><?xml version="1.0" encoding="utf-8"?>
<p:tagLst xmlns:a="http://schemas.openxmlformats.org/drawingml/2006/main" xmlns:r="http://schemas.openxmlformats.org/officeDocument/2006/relationships" xmlns:p="http://schemas.openxmlformats.org/presentationml/2006/main">
  <p:tag name="EMFCHILD" val="True"/>
  <p:tag name="ORIGINALHEIGHT" val=" 9.962605"/>
  <p:tag name="ORIGINALWIDTH" val=" 2.311278"/>
</p:tagLst>
</file>

<file path=ppt/tags/tag1066.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242837"/>
</p:tagLst>
</file>

<file path=ppt/tags/tag1067.xml><?xml version="1.0" encoding="utf-8"?>
<p:tagLst xmlns:a="http://schemas.openxmlformats.org/drawingml/2006/main" xmlns:r="http://schemas.openxmlformats.org/officeDocument/2006/relationships" xmlns:p="http://schemas.openxmlformats.org/presentationml/2006/main">
  <p:tag name="EMFCHILD" val="True"/>
  <p:tag name="ORIGINALHEIGHT" val=" 3.14519"/>
  <p:tag name="ORIGINALWIDTH" val=" 4.261004"/>
</p:tagLst>
</file>

<file path=ppt/tags/tag1068.xml><?xml version="1.0" encoding="utf-8"?>
<p:tagLst xmlns:a="http://schemas.openxmlformats.org/drawingml/2006/main" xmlns:r="http://schemas.openxmlformats.org/officeDocument/2006/relationships" xmlns:p="http://schemas.openxmlformats.org/presentationml/2006/main">
  <p:tag name="EMFCHILD" val="True"/>
  <p:tag name="ORIGINALHEIGHT" val=" 7.701056"/>
  <p:tag name="ORIGINALWIDTH" val=" 6.087128"/>
</p:tagLst>
</file>

<file path=ppt/tags/tag1069.xml><?xml version="1.0" encoding="utf-8"?>
<p:tagLst xmlns:a="http://schemas.openxmlformats.org/drawingml/2006/main" xmlns:r="http://schemas.openxmlformats.org/officeDocument/2006/relationships" xmlns:p="http://schemas.openxmlformats.org/presentationml/2006/main">
  <p:tag name="EMFCHILD" val="True"/>
  <p:tag name="ORIGINALHEIGHT" val=" 8.627641"/>
  <p:tag name="ORIGINALWIDTH" val=" 4.084642"/>
</p:tagLst>
</file>

<file path=ppt/tags/tag1070.xml><?xml version="1.0" encoding="utf-8"?>
<p:tagLst xmlns:a="http://schemas.openxmlformats.org/drawingml/2006/main" xmlns:r="http://schemas.openxmlformats.org/officeDocument/2006/relationships" xmlns:p="http://schemas.openxmlformats.org/presentationml/2006/main">
  <p:tag name="EMFCHILD" val="True"/>
  <p:tag name="ORIGINALHEIGHT" val=" 9.962605"/>
  <p:tag name="ORIGINALWIDTH" val=" 2.311278"/>
</p:tagLst>
</file>

<file path=ppt/tags/tag1071.xml><?xml version="1.0" encoding="utf-8"?>
<p:tagLst xmlns:a="http://schemas.openxmlformats.org/drawingml/2006/main" xmlns:r="http://schemas.openxmlformats.org/officeDocument/2006/relationships" xmlns:p="http://schemas.openxmlformats.org/presentationml/2006/main">
  <p:tag name="EMFCHILD" val="True"/>
  <p:tag name="ORIGINALHEIGHT" val=" .3984194"/>
  <p:tag name="ORIGINALWIDTH" val=" 44.69184"/>
</p:tagLst>
</file>

<file path=ppt/tags/tag1072.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113303"/>
</p:tagLst>
</file>

<file path=ppt/tags/tag1073.xml><?xml version="1.0" encoding="utf-8"?>
<p:tagLst xmlns:a="http://schemas.openxmlformats.org/drawingml/2006/main" xmlns:r="http://schemas.openxmlformats.org/officeDocument/2006/relationships" xmlns:p="http://schemas.openxmlformats.org/presentationml/2006/main">
  <p:tag name="EMFCHILD" val="True"/>
  <p:tag name="ORIGINALHEIGHT" val=" 9.962605"/>
  <p:tag name="ORIGINALWIDTH" val=" 2.311278"/>
</p:tagLst>
</file>

<file path=ppt/tags/tag1074.xml><?xml version="1.0" encoding="utf-8"?>
<p:tagLst xmlns:a="http://schemas.openxmlformats.org/drawingml/2006/main" xmlns:r="http://schemas.openxmlformats.org/officeDocument/2006/relationships" xmlns:p="http://schemas.openxmlformats.org/presentationml/2006/main">
  <p:tag name="EMFCHILD" val="True"/>
  <p:tag name="ORIGINALHEIGHT" val=" 6.804419"/>
  <p:tag name="ORIGINALWIDTH" val=" 7.242837"/>
</p:tagLst>
</file>

<file path=ppt/tags/tag1075.xml><?xml version="1.0" encoding="utf-8"?>
<p:tagLst xmlns:a="http://schemas.openxmlformats.org/drawingml/2006/main" xmlns:r="http://schemas.openxmlformats.org/officeDocument/2006/relationships" xmlns:p="http://schemas.openxmlformats.org/presentationml/2006/main">
  <p:tag name="EMFCHILD" val="True"/>
  <p:tag name="ORIGINALHEIGHT" val=" 3.14519"/>
  <p:tag name="ORIGINALWIDTH" val=" 4.261004"/>
</p:tagLst>
</file>

<file path=ppt/tags/tag1076.xml><?xml version="1.0" encoding="utf-8"?>
<p:tagLst xmlns:a="http://schemas.openxmlformats.org/drawingml/2006/main" xmlns:r="http://schemas.openxmlformats.org/officeDocument/2006/relationships" xmlns:p="http://schemas.openxmlformats.org/presentationml/2006/main">
  <p:tag name="EMFCHILD" val="True"/>
  <p:tag name="ORIGINALHEIGHT" val=" 5.778317"/>
  <p:tag name="ORIGINALWIDTH" val=" 6.087128"/>
</p:tagLst>
</file>

<file path=ppt/tags/tag1077.xml><?xml version="1.0" encoding="utf-8"?>
<p:tagLst xmlns:a="http://schemas.openxmlformats.org/drawingml/2006/main" xmlns:r="http://schemas.openxmlformats.org/officeDocument/2006/relationships" xmlns:p="http://schemas.openxmlformats.org/presentationml/2006/main">
  <p:tag name="EMFCHILD" val="True"/>
  <p:tag name="ORIGINALHEIGHT" val=" 8.627641"/>
  <p:tag name="ORIGINALWIDTH" val=" 4.084642"/>
</p:tagLst>
</file>

<file path=ppt/tags/tag1078.xml><?xml version="1.0" encoding="utf-8"?>
<p:tagLst xmlns:a="http://schemas.openxmlformats.org/drawingml/2006/main" xmlns:r="http://schemas.openxmlformats.org/officeDocument/2006/relationships" xmlns:p="http://schemas.openxmlformats.org/presentationml/2006/main">
  <p:tag name="EMFCHILD" val="True"/>
  <p:tag name="ORIGINALHEIGHT" val=" 9.962605"/>
  <p:tag name="ORIGINALWIDTH" val=" 2.311278"/>
</p:tagLst>
</file>

<file path=ppt/tags/tag1079.xml><?xml version="1.0" encoding="utf-8"?>
<p:tagLst xmlns:a="http://schemas.openxmlformats.org/drawingml/2006/main" xmlns:r="http://schemas.openxmlformats.org/officeDocument/2006/relationships" xmlns:p="http://schemas.openxmlformats.org/presentationml/2006/main">
  <p:tag name="EMFCHILD" val="True"/>
  <p:tag name="ORIGINALHEIGHT" val=" 23.90036"/>
  <p:tag name="ORIGINALWIDTH" val=" 4.901612"/>
</p:tagLst>
</file>

<file path=ppt/tags/tag1080.xml><?xml version="1.0" encoding="utf-8"?>
<p:tagLst xmlns:a="http://schemas.openxmlformats.org/drawingml/2006/main" xmlns:r="http://schemas.openxmlformats.org/officeDocument/2006/relationships" xmlns:p="http://schemas.openxmlformats.org/presentationml/2006/main">
  <p:tag name="EMFCHILD" val="True"/>
  <p:tag name="ORIGINALHEIGHT" val=" 2.331259"/>
  <p:tag name="ORIGINALWIDTH" val=" 6.625113"/>
</p:tagLst>
</file>

<file path=ppt/tags/tag1081.xml><?xml version="1.0" encoding="utf-8"?>
<p:tagLst xmlns:a="http://schemas.openxmlformats.org/drawingml/2006/main" xmlns:r="http://schemas.openxmlformats.org/officeDocument/2006/relationships" xmlns:p="http://schemas.openxmlformats.org/presentationml/2006/main">
  <p:tag name="EMFCHILD" val="True"/>
  <p:tag name="ORIGINALHEIGHT" val=" 6.55538"/>
  <p:tag name="ORIGINALWIDTH" val=" 5.399692"/>
</p:tagLst>
</file>

<file path=ppt/tags/tag1082.xml><?xml version="1.0" encoding="utf-8"?>
<p:tagLst xmlns:a="http://schemas.openxmlformats.org/drawingml/2006/main" xmlns:r="http://schemas.openxmlformats.org/officeDocument/2006/relationships" xmlns:p="http://schemas.openxmlformats.org/presentationml/2006/main">
  <p:tag name="EMFCHILD" val="True"/>
  <p:tag name="ORIGINALHEIGHT" val=" 6.046285"/>
  <p:tag name="ORIGINALWIDTH" val=" 3.061504"/>
</p:tagLst>
</file>

<file path=ppt/tags/tag1083.xml><?xml version="1.0" encoding="utf-8"?>
<p:tagLst xmlns:a="http://schemas.openxmlformats.org/drawingml/2006/main" xmlns:r="http://schemas.openxmlformats.org/officeDocument/2006/relationships" xmlns:p="http://schemas.openxmlformats.org/presentationml/2006/main">
  <p:tag name="EMFCHILD" val="True"/>
  <p:tag name="ORIGINALHEIGHT" val=" .39849"/>
  <p:tag name="ORIGINALWIDTH" val=" 6.087128"/>
</p:tagLst>
</file>

<file path=ppt/tags/tag1084.xml><?xml version="1.0" encoding="utf-8"?>
<p:tagLst xmlns:a="http://schemas.openxmlformats.org/drawingml/2006/main" xmlns:r="http://schemas.openxmlformats.org/officeDocument/2006/relationships" xmlns:p="http://schemas.openxmlformats.org/presentationml/2006/main">
  <p:tag name="EMFCHILD" val="True"/>
  <p:tag name="ORIGINALHEIGHT" val=" 8.926474"/>
  <p:tag name="ORIGINALWIDTH" val=" 6.366114"/>
</p:tagLst>
</file>

<file path=ppt/tags/tag1085.xml><?xml version="1.0" encoding="utf-8"?>
<p:tagLst xmlns:a="http://schemas.openxmlformats.org/drawingml/2006/main" xmlns:r="http://schemas.openxmlformats.org/officeDocument/2006/relationships" xmlns:p="http://schemas.openxmlformats.org/presentationml/2006/main">
  <p:tag name="EMFCHILD" val="True"/>
  <p:tag name="ORIGINALHEIGHT" val=" 4.839797"/>
  <p:tag name="ORIGINALWIDTH" val=" 5.153618"/>
</p:tagLst>
</file>

<file path=ppt/tags/tag1086.xml><?xml version="1.0" encoding="utf-8"?>
<p:tagLst xmlns:a="http://schemas.openxmlformats.org/drawingml/2006/main" xmlns:r="http://schemas.openxmlformats.org/officeDocument/2006/relationships" xmlns:p="http://schemas.openxmlformats.org/presentationml/2006/main">
  <p:tag name="EMFCHILD" val="True"/>
  <p:tag name="ORIGINALHEIGHT" val=" 4.423367"/>
  <p:tag name="ORIGINALWIDTH" val=" 5.608896"/>
</p:tagLst>
</file>

<file path=ppt/tags/tag1087.xml><?xml version="1.0" encoding="utf-8"?>
<p:tagLst xmlns:a="http://schemas.openxmlformats.org/drawingml/2006/main" xmlns:r="http://schemas.openxmlformats.org/officeDocument/2006/relationships" xmlns:p="http://schemas.openxmlformats.org/presentationml/2006/main">
  <p:tag name="EMFCHILD" val="True"/>
  <p:tag name="ORIGINALHEIGHT" val=" 3.14519"/>
  <p:tag name="ORIGINALWIDTH" val=" 4.261004"/>
</p:tagLst>
</file>

<file path=ppt/tags/tag1088.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491"/>
  <p:tag name="IGUANATEXSIZE" val="20"/>
  <p:tag name="IGUANATEXVERSION" val="162"/>
  <p:tag name="LATEXADDIN" val="\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p:tag name="LATEXENGINEID" val="0"/>
  <p:tag name="LATEXFORMHEIGHT" val=" 320"/>
  <p:tag name="LATEXFORMWIDTH" val=" 385"/>
  <p:tag name="LATEXFORMWRAP" val="True"/>
  <p:tag name="ORIGINALHEIGHT" val=" 767.1541"/>
  <p:tag name="ORIGINALWIDTH" val=" 2922.385"/>
  <p:tag name="OUTPUTDPI" val=" 1200"/>
  <p:tag name="OUTPUTTYPE" val="PNG"/>
  <p:tag name="TEMPFOLDER" val="C:\Users\luisc\Documents\Custom Office Templates\iguana temp\"/>
  <p:tag name="TRANSPARENCY" val="True"/>
</p:tagLst>
</file>

<file path=ppt/tags/tag1089.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25"/>
  <p:tag name="IGUANATEXSIZE" val="20"/>
  <p:tag name="IGUANATEXVERSION" val="162"/>
  <p:tag name="LATEXADDIN" val="\documentclass{article}&#10;\usepackage{amsmath}&#10;\pagestyle{empty}&#10;\begin{document}&#10;&#10;&#10;$\text{OR}_{\text{Inferior}} = 1/\text{OR}$&#10;&#10;\end{document}"/>
  <p:tag name="LATEXENGINEID" val="0"/>
  <p:tag name="LATEXFORMHEIGHT" val=" 320"/>
  <p:tag name="LATEXFORMWIDTH" val=" 385"/>
  <p:tag name="LATEXFORMWRAP" val="True"/>
  <p:tag name="ORIGINALHEIGHT" val=" 125.2343"/>
  <p:tag name="ORIGINALWIDTH" val=" 988.3765"/>
  <p:tag name="OUTPUTDPI" val=" 1200"/>
  <p:tag name="OUTPUTTYPE" val="PNG"/>
  <p:tag name="TEMPFOLDER" val="C:\Users\luisc\Documents\Custom Office Templates\iguana temp\"/>
  <p:tag name="TRANSPARENCY" val="True"/>
</p:tagLst>
</file>

<file path=ppt/tags/tag1090.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11"/>
  <p:tag name="IGUANATEXSIZE" val="20"/>
  <p:tag name="IGUANATEXVERSION" val="162"/>
  <p:tag name="LATEXADDIN" val="\documentclass{article}&#10;\usepackage{amsmath}&#10;\pagestyle{empty}&#10;\begin{document}&#10;&#10;&#10;$$  \text{OR}_{\text{Inferior}} = \frac{1}{2.85} \approx \mathbf{0.35}$$&#10;&#10;\end{document}"/>
  <p:tag name="LATEXENGINEID" val="0"/>
  <p:tag name="LATEXFORMHEIGHT" val=" 320"/>
  <p:tag name="LATEXFORMWIDTH" val=" 385"/>
  <p:tag name="LATEXFORMWRAP" val="True"/>
  <p:tag name="ORIGINALHEIGHT" val=" 255.718"/>
  <p:tag name="ORIGINALWIDTH" val=" 1334.833"/>
  <p:tag name="OUTPUTDPI" val=" 1200"/>
  <p:tag name="OUTPUTTYPE" val="PNG"/>
  <p:tag name="TEMPFOLDER" val="C:\Users\luisc\Documents\Custom Office Templates\iguana temp\"/>
  <p:tag name="TRANSPARENCY" val="True"/>
</p:tagLst>
</file>

<file path=ppt/tags/tag109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4"/>
  <p:tag name="IGUANATEXSIZE" val="20"/>
  <p:tag name="IGUANATEXVERSION" val="162"/>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80073"/>
  <p:tag name="ORIGINALWIDTH" val=" 110.711"/>
  <p:tag name="OUTPUTTYPE" val="SVG"/>
  <p:tag name="TEMPFOLDER" val="C:\Users\luisc\Documents\Custom Office Templates\iguana temp\"/>
  <p:tag name="TRANSPARENCY" val="True"/>
</p:tagLst>
</file>

<file path=ppt/tags/tag1092.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51"/>
  <p:tag name="IGUANATEXSIZE" val="20"/>
  <p:tag name="IGUANATEXVERSION" val="162"/>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22.80078"/>
  <p:tag name="ORIGINALWIDTH" val=" 260.4494"/>
  <p:tag name="OUTPUTTYPE" val="SVG"/>
  <p:tag name="TEMPFOLDER" val="C:\Users\luisc\Documents\Custom Office Templates\iguana temp\"/>
  <p:tag name="TRANSPARENCY" val="True"/>
</p:tagLst>
</file>

<file path=ppt/tags/tag109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4"/>
  <p:tag name="IGUANATEXSIZE" val="20"/>
  <p:tag name="IGUANATEXVERSION" val="162"/>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12.16065"/>
  <p:tag name="ORIGINALWIDTH" val=" 103.87"/>
  <p:tag name="OUTPUTTYPE" val="SVG"/>
  <p:tag name="TEMPFOLDER" val="C:\Users\luisc\Documents\Custom Office Templates\iguana temp\"/>
  <p:tag name="TRANSPARENCY" val="True"/>
</p:tagLst>
</file>

<file path=ppt/tags/tag109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5"/>
  <p:tag name="IGUANATEXSIZE" val="20"/>
  <p:tag name="IGUANATEXVERSION" val="162"/>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22.80079"/>
  <p:tag name="ORIGINALWIDTH" val=" 99.55411"/>
  <p:tag name="OUTPUTTYPE" val="SVG"/>
  <p:tag name="TEMPFOLDER" val="C:\Users\luisc\Documents\Custom Office Templates\iguana temp\"/>
  <p:tag name="TRANSPARENCY" val="True"/>
</p:tagLst>
</file>

<file path=ppt/tags/tag109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5"/>
  <p:tag name="IGUANATEXSIZE" val="20"/>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6.591798"/>
  <p:tag name="ORIGINALWIDTH" val=" 7.078078"/>
  <p:tag name="TEMPFOLDER" val="C:\Users\luisc\Documents\Custom Office Templates\iguana temp\"/>
  <p:tag name="TRANSPARENCY" val="True"/>
</p:tagLst>
</file>

<file path=ppt/tags/tag1096.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097.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1098.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1099.xml><?xml version="1.0" encoding="utf-8"?>
<p:tagLst xmlns:a="http://schemas.openxmlformats.org/drawingml/2006/main" xmlns:r="http://schemas.openxmlformats.org/officeDocument/2006/relationships" xmlns:p="http://schemas.openxmlformats.org/presentationml/2006/main">
  <p:tag name="EMFCHILD" val="True"/>
  <p:tag name="ORIGINALHEIGHT" val=" 7.460447"/>
  <p:tag name="ORIGINALWIDTH" val=" 6.057004"/>
</p:tagLst>
</file>

<file path=ppt/tags/tag1100.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1101.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102.xml><?xml version="1.0" encoding="utf-8"?>
<p:tagLst xmlns:a="http://schemas.openxmlformats.org/drawingml/2006/main" xmlns:r="http://schemas.openxmlformats.org/officeDocument/2006/relationships" xmlns:p="http://schemas.openxmlformats.org/presentationml/2006/main">
  <p:tag name="EMFCHILD" val="True"/>
  <p:tag name="ORIGINALHEIGHT" val=" .3859956"/>
  <p:tag name="ORIGINALWIDTH" val=" 44.47053"/>
</p:tagLst>
</file>

<file path=ppt/tags/tag1103.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078078"/>
</p:tagLst>
</file>

<file path=ppt/tags/tag1104.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105.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1106.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1107.xml><?xml version="1.0" encoding="utf-8"?>
<p:tagLst xmlns:a="http://schemas.openxmlformats.org/drawingml/2006/main" xmlns:r="http://schemas.openxmlformats.org/officeDocument/2006/relationships" xmlns:p="http://schemas.openxmlformats.org/presentationml/2006/main">
  <p:tag name="EMFCHILD" val="True"/>
  <p:tag name="ORIGINALHEIGHT" val=" 5.597714"/>
  <p:tag name="ORIGINALWIDTH" val=" 6.057004"/>
</p:tagLst>
</file>

<file path=ppt/tags/tag1108.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1109.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110.xml><?xml version="1.0" encoding="utf-8"?>
<p:tagLst xmlns:a="http://schemas.openxmlformats.org/drawingml/2006/main" xmlns:r="http://schemas.openxmlformats.org/officeDocument/2006/relationships" xmlns:p="http://schemas.openxmlformats.org/presentationml/2006/main">
  <p:tag name="EMFCHILD" val="True"/>
  <p:tag name="ORIGINALHEIGHT" val=" 2.25836"/>
  <p:tag name="ORIGINALWIDTH" val=" 6.592311"/>
</p:tagLst>
</file>

<file path=ppt/tags/tag1111.xml><?xml version="1.0" encoding="utf-8"?>
<p:tagLst xmlns:a="http://schemas.openxmlformats.org/drawingml/2006/main" xmlns:r="http://schemas.openxmlformats.org/officeDocument/2006/relationships" xmlns:p="http://schemas.openxmlformats.org/presentationml/2006/main">
  <p:tag name="EMFCHILD" val="True"/>
  <p:tag name="ORIGINALHEIGHT" val=" 4.372021"/>
  <p:tag name="ORIGINALWIDTH" val=" 3.806663"/>
</p:tagLst>
</file>

<file path=ppt/tags/tag1112.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804194"/>
</p:tagLst>
</file>

<file path=ppt/tags/tag1113.xml><?xml version="1.0" encoding="utf-8"?>
<p:tagLst xmlns:a="http://schemas.openxmlformats.org/drawingml/2006/main" xmlns:r="http://schemas.openxmlformats.org/officeDocument/2006/relationships" xmlns:p="http://schemas.openxmlformats.org/presentationml/2006/main">
  <p:tag name="EMFCHILD" val="True"/>
  <p:tag name="ORIGINALHEIGHT" val=" 4.425079"/>
  <p:tag name="ORIGINALWIDTH" val=" 4.135794"/>
</p:tagLst>
</file>

<file path=ppt/tags/tag1114.xml><?xml version="1.0" encoding="utf-8"?>
<p:tagLst xmlns:a="http://schemas.openxmlformats.org/drawingml/2006/main" xmlns:r="http://schemas.openxmlformats.org/officeDocument/2006/relationships" xmlns:p="http://schemas.openxmlformats.org/presentationml/2006/main">
  <p:tag name="EMFCHILD" val="True"/>
  <p:tag name="ORIGINALHEIGHT" val=" 4.207946"/>
  <p:tag name="ORIGINALWIDTH" val=" 2.344461"/>
</p:tagLst>
</file>

<file path=ppt/tags/tag1115.xml><?xml version="1.0" encoding="utf-8"?>
<p:tagLst xmlns:a="http://schemas.openxmlformats.org/drawingml/2006/main" xmlns:r="http://schemas.openxmlformats.org/officeDocument/2006/relationships" xmlns:p="http://schemas.openxmlformats.org/presentationml/2006/main">
  <p:tag name="EMFCHILD" val="True"/>
  <p:tag name="ORIGINALHEIGHT" val=" .3310346"/>
  <p:tag name="ORIGINALWIDTH" val=" 4.69094"/>
</p:tagLst>
</file>

<file path=ppt/tags/tag1116.xml><?xml version="1.0" encoding="utf-8"?>
<p:tagLst xmlns:a="http://schemas.openxmlformats.org/drawingml/2006/main" xmlns:r="http://schemas.openxmlformats.org/officeDocument/2006/relationships" xmlns:p="http://schemas.openxmlformats.org/presentationml/2006/main">
  <p:tag name="EMFCHILD" val="True"/>
  <p:tag name="ORIGINALHEIGHT" val=" 6.053262"/>
  <p:tag name="ORIGINALWIDTH" val=" 4.850574"/>
</p:tagLst>
</file>

<file path=ppt/tags/tag1117.xml><?xml version="1.0" encoding="utf-8"?>
<p:tagLst xmlns:a="http://schemas.openxmlformats.org/drawingml/2006/main" xmlns:r="http://schemas.openxmlformats.org/officeDocument/2006/relationships" xmlns:p="http://schemas.openxmlformats.org/presentationml/2006/main">
  <p:tag name="EMFCHILD" val="True"/>
  <p:tag name="ORIGINALHEIGHT" val=" 3.348986"/>
  <p:tag name="ORIGINALWIDTH" val=" 4.133833"/>
</p:tagLst>
</file>

<file path=ppt/tags/tag1118.xml><?xml version="1.0" encoding="utf-8"?>
<p:tagLst xmlns:a="http://schemas.openxmlformats.org/drawingml/2006/main" xmlns:r="http://schemas.openxmlformats.org/officeDocument/2006/relationships" xmlns:p="http://schemas.openxmlformats.org/presentationml/2006/main">
  <p:tag name="EMFCHILD" val="True"/>
  <p:tag name="ORIGINALHEIGHT" val=" 2.999612"/>
  <p:tag name="ORIGINALWIDTH" val=" 4.25379"/>
</p:tagLst>
</file>

<file path=ppt/tags/tag1119.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797274"/>
</p:tagLst>
</file>

<file path=ppt/tags/tag112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4"/>
  <p:tag name="IGUANATEXSIZE" val="20"/>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4.513021"/>
  <p:tag name="ORIGINALWIDTH" val=" 3.825632"/>
  <p:tag name="TEMPFOLDER" val="C:\Users\luisc\Documents\Custom Office Templates\iguana temp\"/>
  <p:tag name="TRANSPARENCY" val="True"/>
</p:tagLst>
</file>

<file path=ppt/tags/tag1121.xml><?xml version="1.0" encoding="utf-8"?>
<p:tagLst xmlns:a="http://schemas.openxmlformats.org/drawingml/2006/main" xmlns:r="http://schemas.openxmlformats.org/officeDocument/2006/relationships" xmlns:p="http://schemas.openxmlformats.org/presentationml/2006/main">
  <p:tag name="EMFCHILD" val="True"/>
  <p:tag name="ORIGINALHEIGHT" val=" 4.839813"/>
  <p:tag name="ORIGINALWIDTH" val=" 1.569093"/>
</p:tagLst>
</file>

<file path=ppt/tags/tag1122.xml><?xml version="1.0" encoding="utf-8"?>
<p:tagLst xmlns:a="http://schemas.openxmlformats.org/drawingml/2006/main" xmlns:r="http://schemas.openxmlformats.org/officeDocument/2006/relationships" xmlns:p="http://schemas.openxmlformats.org/presentationml/2006/main">
  <p:tag name="EMFCHILD" val="True"/>
  <p:tag name="ORIGINALHEIGHT" val=" 3.075416"/>
  <p:tag name="ORIGINALWIDTH" val=" 3.737974"/>
</p:tagLst>
</file>

<file path=ppt/tags/tag1123.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1124.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1125.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1126.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1127.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1128.xml><?xml version="1.0" encoding="utf-8"?>
<p:tagLst xmlns:a="http://schemas.openxmlformats.org/drawingml/2006/main" xmlns:r="http://schemas.openxmlformats.org/officeDocument/2006/relationships" xmlns:p="http://schemas.openxmlformats.org/presentationml/2006/main">
  <p:tag name="EMFCHILD" val="True"/>
  <p:tag name="ORIGINALHEIGHT" val=" 4.677435"/>
  <p:tag name="ORIGINALWIDTH" val=" 3.800744"/>
</p:tagLst>
</file>

<file path=ppt/tags/tag1129.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130.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1131.xml><?xml version="1.0" encoding="utf-8"?>
<p:tagLst xmlns:a="http://schemas.openxmlformats.org/drawingml/2006/main" xmlns:r="http://schemas.openxmlformats.org/officeDocument/2006/relationships" xmlns:p="http://schemas.openxmlformats.org/presentationml/2006/main">
  <p:tag name="EMFCHILD" val="True"/>
  <p:tag name="ORIGINALHEIGHT" val=" .3386845"/>
  <p:tag name="ORIGINALWIDTH" val=" 28.23383"/>
</p:tagLst>
</file>

<file path=ppt/tags/tag1132.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1133.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1134.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1135.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1136.xml><?xml version="1.0" encoding="utf-8"?>
<p:tagLst xmlns:a="http://schemas.openxmlformats.org/drawingml/2006/main" xmlns:r="http://schemas.openxmlformats.org/officeDocument/2006/relationships" xmlns:p="http://schemas.openxmlformats.org/presentationml/2006/main">
  <p:tag name="EMFCHILD" val="True"/>
  <p:tag name="ORIGINALHEIGHT" val=" 3.496858"/>
  <p:tag name="ORIGINALWIDTH" val=" 3.800744"/>
</p:tagLst>
</file>

<file path=ppt/tags/tag1137.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138.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1139.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1140.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134"/>
</p:tagLst>
</file>

<file path=ppt/tags/tag1141.xml><?xml version="1.0" encoding="utf-8"?>
<p:tagLst xmlns:a="http://schemas.openxmlformats.org/drawingml/2006/main" xmlns:r="http://schemas.openxmlformats.org/officeDocument/2006/relationships" xmlns:p="http://schemas.openxmlformats.org/presentationml/2006/main">
  <p:tag name="EMFCHILD" val="True"/>
  <p:tag name="ORIGINALHEIGHT" val=" 4.513021"/>
  <p:tag name="ORIGINALWIDTH" val=" 3.825632"/>
</p:tagLst>
</file>

<file path=ppt/tags/tag1142.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13182"/>
</p:tagLst>
</file>

<file path=ppt/tags/tag1143.xml><?xml version="1.0" encoding="utf-8"?>
<p:tagLst xmlns:a="http://schemas.openxmlformats.org/drawingml/2006/main" xmlns:r="http://schemas.openxmlformats.org/officeDocument/2006/relationships" xmlns:p="http://schemas.openxmlformats.org/presentationml/2006/main">
  <p:tag name="EMFCHILD" val="True"/>
  <p:tag name="ORIGINALHEIGHT" val=" 4.567808"/>
  <p:tag name="ORIGINALWIDTH" val=" 4.156388"/>
</p:tagLst>
</file>

<file path=ppt/tags/tag1144.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145.xml><?xml version="1.0" encoding="utf-8"?>
<p:tagLst xmlns:a="http://schemas.openxmlformats.org/drawingml/2006/main" xmlns:r="http://schemas.openxmlformats.org/officeDocument/2006/relationships" xmlns:p="http://schemas.openxmlformats.org/presentationml/2006/main">
  <p:tag name="EMFCHILD" val="True"/>
  <p:tag name="ORIGINALHEIGHT" val=" .3417128"/>
  <p:tag name="ORIGINALWIDTH" val=" 4.714273"/>
</p:tagLst>
</file>

<file path=ppt/tags/tag1146.xml><?xml version="1.0" encoding="utf-8"?>
<p:tagLst xmlns:a="http://schemas.openxmlformats.org/drawingml/2006/main" xmlns:r="http://schemas.openxmlformats.org/officeDocument/2006/relationships" xmlns:p="http://schemas.openxmlformats.org/presentationml/2006/main">
  <p:tag name="EMFCHILD" val="True"/>
  <p:tag name="ORIGINALHEIGHT" val=" 6.248511"/>
  <p:tag name="ORIGINALWIDTH" val=" 4.874668"/>
</p:tagLst>
</file>

<file path=ppt/tags/tag1147.xml><?xml version="1.0" encoding="utf-8"?>
<p:tagLst xmlns:a="http://schemas.openxmlformats.org/drawingml/2006/main" xmlns:r="http://schemas.openxmlformats.org/officeDocument/2006/relationships" xmlns:p="http://schemas.openxmlformats.org/presentationml/2006/main">
  <p:tag name="EMFCHILD" val="True"/>
  <p:tag name="ORIGINALHEIGHT" val=" 3.456993"/>
  <p:tag name="ORIGINALWIDTH" val=" 4.154406"/>
</p:tagLst>
</file>

<file path=ppt/tags/tag1148.xml><?xml version="1.0" encoding="utf-8"?>
<p:tagLst xmlns:a="http://schemas.openxmlformats.org/drawingml/2006/main" xmlns:r="http://schemas.openxmlformats.org/officeDocument/2006/relationships" xmlns:p="http://schemas.openxmlformats.org/presentationml/2006/main">
  <p:tag name="EMFCHILD" val="True"/>
  <p:tag name="ORIGINALHEIGHT" val=" 3.096339"/>
  <p:tag name="ORIGINALWIDTH" val=" 4.274936"/>
</p:tagLst>
</file>

<file path=ppt/tags/tag1149.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06189"/>
</p:tagLst>
</file>

<file path=ppt/tags/tag1150.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51"/>
  <p:tag name="IGUANATEXSIZE" val="20"/>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6.591835"/>
  <p:tag name="ORIGINALWIDTH" val=" 7.113277"/>
  <p:tag name="TEMPFOLDER" val="C:\Users\luisc\Documents\Custom Office Templates\iguana temp\"/>
  <p:tag name="TRANSPARENCY" val="True"/>
</p:tagLst>
</file>

<file path=ppt/tags/tag1151.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152.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1153.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1154.xml><?xml version="1.0" encoding="utf-8"?>
<p:tagLst xmlns:a="http://schemas.openxmlformats.org/drawingml/2006/main" xmlns:r="http://schemas.openxmlformats.org/officeDocument/2006/relationships" xmlns:p="http://schemas.openxmlformats.org/presentationml/2006/main">
  <p:tag name="EMFCHILD" val="True"/>
  <p:tag name="ORIGINALHEIGHT" val=" 7.460465"/>
  <p:tag name="ORIGINALWIDTH" val=" 6.087112"/>
</p:tagLst>
</file>

<file path=ppt/tags/tag1155.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1156.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157.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44.69178"/>
</p:tagLst>
</file>

<file path=ppt/tags/tag1158.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113277"/>
</p:tagLst>
</file>

<file path=ppt/tags/tag1159.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160.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1161.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1162.xml><?xml version="1.0" encoding="utf-8"?>
<p:tagLst xmlns:a="http://schemas.openxmlformats.org/drawingml/2006/main" xmlns:r="http://schemas.openxmlformats.org/officeDocument/2006/relationships" xmlns:p="http://schemas.openxmlformats.org/presentationml/2006/main">
  <p:tag name="EMFCHILD" val="True"/>
  <p:tag name="ORIGINALHEIGHT" val=" 5.597721"/>
  <p:tag name="ORIGINALWIDTH" val=" 6.087112"/>
</p:tagLst>
</file>

<file path=ppt/tags/tag1163.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1164.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165.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1166.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167.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168.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169.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170.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171.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172.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173.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174.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175.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6.087112"/>
</p:tagLst>
</file>

<file path=ppt/tags/tag1176.xml><?xml version="1.0" encoding="utf-8"?>
<p:tagLst xmlns:a="http://schemas.openxmlformats.org/drawingml/2006/main" xmlns:r="http://schemas.openxmlformats.org/officeDocument/2006/relationships" xmlns:p="http://schemas.openxmlformats.org/presentationml/2006/main">
  <p:tag name="EMFCHILD" val="True"/>
  <p:tag name="ORIGINALHEIGHT" val=" 5.037922"/>
  <p:tag name="ORIGINALWIDTH" val=" 8.846821"/>
</p:tagLst>
</file>

<file path=ppt/tags/tag1177.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178.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179.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180.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181.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182.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183.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184.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185.xml><?xml version="1.0" encoding="utf-8"?>
<p:tagLst xmlns:a="http://schemas.openxmlformats.org/drawingml/2006/main" xmlns:r="http://schemas.openxmlformats.org/officeDocument/2006/relationships" xmlns:p="http://schemas.openxmlformats.org/presentationml/2006/main">
  <p:tag name="EMFCHILD" val="True"/>
  <p:tag name="ORIGINALHEIGHT" val=" 4.979063"/>
  <p:tag name="ORIGINALWIDTH" val=" 5.132748"/>
</p:tagLst>
</file>

<file path=ppt/tags/tag1186.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1187.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188.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189.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1190.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19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192.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193.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194.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195.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196.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197.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198.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199.xml><?xml version="1.0" encoding="utf-8"?>
<p:tagLst xmlns:a="http://schemas.openxmlformats.org/drawingml/2006/main" xmlns:r="http://schemas.openxmlformats.org/officeDocument/2006/relationships" xmlns:p="http://schemas.openxmlformats.org/presentationml/2006/main">
  <p:tag name="EMFCHILD" val="True"/>
  <p:tag name="ORIGINALHEIGHT" val=" 1.02298"/>
  <p:tag name="ORIGINALWIDTH" val=" 1.056026"/>
</p:tagLst>
</file>

<file path=ppt/tags/tag1200.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20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202.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1203.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204.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20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4"/>
  <p:tag name="IGUANATEXSIZE" val="20"/>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58357"/>
  <p:tag name="ORIGINALWIDTH" val=" 6.59584"/>
  <p:tag name="TEMPFOLDER" val="C:\Users\luisc\Documents\Custom Office Templates\iguana temp\"/>
  <p:tag name="TRANSPARENCY" val="True"/>
</p:tagLst>
</file>

<file path=ppt/tags/tag1206.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1207.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208.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1209.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1210.xml><?xml version="1.0" encoding="utf-8"?>
<p:tagLst xmlns:a="http://schemas.openxmlformats.org/drawingml/2006/main" xmlns:r="http://schemas.openxmlformats.org/officeDocument/2006/relationships" xmlns:p="http://schemas.openxmlformats.org/presentationml/2006/main">
  <p:tag name="EMFCHILD" val="True"/>
  <p:tag name="ORIGINALHEIGHT" val=" 7.460423"/>
  <p:tag name="ORIGINALWIDTH" val=" 6.0602"/>
</p:tagLst>
</file>

<file path=ppt/tags/tag1211.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1212.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213.xml><?xml version="1.0" encoding="utf-8"?>
<p:tagLst xmlns:a="http://schemas.openxmlformats.org/drawingml/2006/main" xmlns:r="http://schemas.openxmlformats.org/officeDocument/2006/relationships" xmlns:p="http://schemas.openxmlformats.org/presentationml/2006/main">
  <p:tag name="EMFCHILD" val="True"/>
  <p:tag name="ORIGINALHEIGHT" val=" .3859827"/>
  <p:tag name="ORIGINALWIDTH" val=" 44.49408"/>
</p:tagLst>
</file>

<file path=ppt/tags/tag1214.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1215.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216.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1217.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1218.xml><?xml version="1.0" encoding="utf-8"?>
<p:tagLst xmlns:a="http://schemas.openxmlformats.org/drawingml/2006/main" xmlns:r="http://schemas.openxmlformats.org/officeDocument/2006/relationships" xmlns:p="http://schemas.openxmlformats.org/presentationml/2006/main">
  <p:tag name="EMFCHILD" val="True"/>
  <p:tag name="ORIGINALHEIGHT" val=" 5.59774"/>
  <p:tag name="ORIGINALWIDTH" val=" 6.0602"/>
</p:tagLst>
</file>

<file path=ppt/tags/tag1219.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1220.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221.xml><?xml version="1.0" encoding="utf-8"?>
<p:tagLst xmlns:a="http://schemas.openxmlformats.org/drawingml/2006/main" xmlns:r="http://schemas.openxmlformats.org/officeDocument/2006/relationships" xmlns:p="http://schemas.openxmlformats.org/presentationml/2006/main">
  <p:tag name="EMFCHILD" val="True"/>
  <p:tag name="ORIGINALHEIGHT" val=" 2.258357"/>
  <p:tag name="ORIGINALWIDTH" val=" 6.59584"/>
</p:tagLst>
</file>

<file path=ppt/tags/tag1222.xml><?xml version="1.0" encoding="utf-8"?>
<p:tagLst xmlns:a="http://schemas.openxmlformats.org/drawingml/2006/main" xmlns:r="http://schemas.openxmlformats.org/officeDocument/2006/relationships" xmlns:p="http://schemas.openxmlformats.org/presentationml/2006/main">
  <p:tag name="EMFCHILD" val="True"/>
  <p:tag name="ORIGINALHEIGHT" val=" 4.372011"/>
  <p:tag name="ORIGINALWIDTH" val=" 3.808672"/>
</p:tagLst>
</file>

<file path=ppt/tags/tag1223.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805142"/>
</p:tagLst>
</file>

<file path=ppt/tags/tag1224.xml><?xml version="1.0" encoding="utf-8"?>
<p:tagLst xmlns:a="http://schemas.openxmlformats.org/drawingml/2006/main" xmlns:r="http://schemas.openxmlformats.org/officeDocument/2006/relationships" xmlns:p="http://schemas.openxmlformats.org/presentationml/2006/main">
  <p:tag name="EMFCHILD" val="True"/>
  <p:tag name="ORIGINALHEIGHT" val=" 4.42509"/>
  <p:tag name="ORIGINALWIDTH" val=" 4.137996"/>
</p:tagLst>
</file>

<file path=ppt/tags/tag1225.xml><?xml version="1.0" encoding="utf-8"?>
<p:tagLst xmlns:a="http://schemas.openxmlformats.org/drawingml/2006/main" xmlns:r="http://schemas.openxmlformats.org/officeDocument/2006/relationships" xmlns:p="http://schemas.openxmlformats.org/presentationml/2006/main">
  <p:tag name="EMFCHILD" val="True"/>
  <p:tag name="ORIGINALHEIGHT" val=" 4.207927"/>
  <p:tag name="ORIGINALWIDTH" val=" 2.345738"/>
</p:tagLst>
</file>

<file path=ppt/tags/tag1226.xml><?xml version="1.0" encoding="utf-8"?>
<p:tagLst xmlns:a="http://schemas.openxmlformats.org/drawingml/2006/main" xmlns:r="http://schemas.openxmlformats.org/officeDocument/2006/relationships" xmlns:p="http://schemas.openxmlformats.org/presentationml/2006/main">
  <p:tag name="EMFCHILD" val="True"/>
  <p:tag name="ORIGINALHEIGHT" val=" .3310311"/>
  <p:tag name="ORIGINALWIDTH" val=" 4.693459"/>
</p:tagLst>
</file>

<file path=ppt/tags/tag1227.xml><?xml version="1.0" encoding="utf-8"?>
<p:tagLst xmlns:a="http://schemas.openxmlformats.org/drawingml/2006/main" xmlns:r="http://schemas.openxmlformats.org/officeDocument/2006/relationships" xmlns:p="http://schemas.openxmlformats.org/presentationml/2006/main">
  <p:tag name="EMFCHILD" val="True"/>
  <p:tag name="ORIGINALHEIGHT" val=" 6.053266"/>
  <p:tag name="ORIGINALWIDTH" val=" 4.853137"/>
</p:tagLst>
</file>

<file path=ppt/tags/tag1228.xml><?xml version="1.0" encoding="utf-8"?>
<p:tagLst xmlns:a="http://schemas.openxmlformats.org/drawingml/2006/main" xmlns:r="http://schemas.openxmlformats.org/officeDocument/2006/relationships" xmlns:p="http://schemas.openxmlformats.org/presentationml/2006/main">
  <p:tag name="EMFCHILD" val="True"/>
  <p:tag name="ORIGINALHEIGHT" val=" 3.348964"/>
  <p:tag name="ORIGINALWIDTH" val=" 4.136014"/>
</p:tagLst>
</file>

<file path=ppt/tags/tag1229.xml><?xml version="1.0" encoding="utf-8"?>
<p:tagLst xmlns:a="http://schemas.openxmlformats.org/drawingml/2006/main" xmlns:r="http://schemas.openxmlformats.org/officeDocument/2006/relationships" xmlns:p="http://schemas.openxmlformats.org/presentationml/2006/main">
  <p:tag name="EMFCHILD" val="True"/>
  <p:tag name="ORIGINALHEIGHT" val=" 2.999597"/>
  <p:tag name="ORIGINALWIDTH" val=" 4.256049"/>
</p:tagLst>
</file>

<file path=ppt/tags/tag1230.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798205"/>
</p:tagLst>
</file>

<file path=ppt/tags/tag1231.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491"/>
  <p:tag name="IGUANATEXSIZE" val="20"/>
  <p:tag name="IGUANATEXVERSION" val="162"/>
  <p:tag name="LATEXADDIN" val="\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p:tag name="LATEXENGINEID" val="0"/>
  <p:tag name="LATEXFORMHEIGHT" val=" 320"/>
  <p:tag name="LATEXFORMWIDTH" val=" 385"/>
  <p:tag name="LATEXFORMWRAP" val="True"/>
  <p:tag name="ORIGINALHEIGHT" val=" 767.1541"/>
  <p:tag name="ORIGINALWIDTH" val=" 2922.385"/>
  <p:tag name="OUTPUTDPI" val=" 1200"/>
  <p:tag name="OUTPUTTYPE" val="PNG"/>
  <p:tag name="TEMPFOLDER" val="C:\Users\luisc\Documents\Custom Office Templates\iguana temp\"/>
  <p:tag name="TRANSPARENCY" val="True"/>
</p:tagLst>
</file>

<file path=ppt/tags/tag1232.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25"/>
  <p:tag name="IGUANATEXSIZE" val="20"/>
  <p:tag name="IGUANATEXVERSION" val="162"/>
  <p:tag name="LATEXADDIN" val="\documentclass{article}&#10;\usepackage{amsmath}&#10;\pagestyle{empty}&#10;\begin{document}&#10;&#10;&#10;$\text{OR}_{\text{Inferior}} = 1/\text{OR}$&#10;&#10;\end{document}"/>
  <p:tag name="LATEXENGINEID" val="0"/>
  <p:tag name="LATEXFORMHEIGHT" val=" 320"/>
  <p:tag name="LATEXFORMWIDTH" val=" 385"/>
  <p:tag name="LATEXFORMWRAP" val="True"/>
  <p:tag name="ORIGINALHEIGHT" val=" 125.2343"/>
  <p:tag name="ORIGINALWIDTH" val=" 988.3765"/>
  <p:tag name="OUTPUTDPI" val=" 1200"/>
  <p:tag name="OUTPUTTYPE" val="PNG"/>
  <p:tag name="TEMPFOLDER" val="C:\Users\luisc\Documents\Custom Office Templates\iguana temp\"/>
  <p:tag name="TRANSPARENCY" val="True"/>
</p:tagLst>
</file>

<file path=ppt/tags/tag123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4"/>
  <p:tag name="IGUANATEXSIZE" val="20"/>
  <p:tag name="IGUANATEXVERSION" val="162"/>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80073"/>
  <p:tag name="ORIGINALWIDTH" val=" 110.711"/>
  <p:tag name="OUTPUTTYPE" val="SVG"/>
  <p:tag name="TEMPFOLDER" val="C:\Users\luisc\Documents\Custom Office Templates\iguana temp\"/>
  <p:tag name="TRANSPARENCY" val="True"/>
</p:tagLst>
</file>

<file path=ppt/tags/tag123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51"/>
  <p:tag name="IGUANATEXSIZE" val="20"/>
  <p:tag name="IGUANATEXVERSION" val="162"/>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22.80078"/>
  <p:tag name="ORIGINALWIDTH" val=" 260.4494"/>
  <p:tag name="OUTPUTTYPE" val="SVG"/>
  <p:tag name="TEMPFOLDER" val="C:\Users\luisc\Documents\Custom Office Templates\iguana temp\"/>
  <p:tag name="TRANSPARENCY" val="True"/>
</p:tagLst>
</file>

<file path=ppt/tags/tag123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4"/>
  <p:tag name="IGUANATEXSIZE" val="20"/>
  <p:tag name="IGUANATEXVERSION" val="162"/>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12.16065"/>
  <p:tag name="ORIGINALWIDTH" val=" 103.87"/>
  <p:tag name="OUTPUTTYPE" val="SVG"/>
  <p:tag name="TEMPFOLDER" val="C:\Users\luisc\Documents\Custom Office Templates\iguana temp\"/>
  <p:tag name="TRANSPARENCY" val="True"/>
</p:tagLst>
</file>

<file path=ppt/tags/tag123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5"/>
  <p:tag name="IGUANATEXSIZE" val="20"/>
  <p:tag name="IGUANATEXVERSION" val="162"/>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22.80079"/>
  <p:tag name="ORIGINALWIDTH" val=" 99.55411"/>
  <p:tag name="OUTPUTTYPE" val="SVG"/>
  <p:tag name="TEMPFOLDER" val="C:\Users\luisc\Documents\Custom Office Templates\iguana temp\"/>
  <p:tag name="TRANSPARENCY" val="True"/>
</p:tagLst>
</file>

<file path=ppt/tags/tag1237.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153"/>
  <p:tag name="IGUANATEXSIZE" val="20"/>
  <p:tag name="IGUANATEXVERSION" val="162"/>
  <p:tag name="LATEXADDIN" val="\documentclass{article}&#10;\usepackage{amsmath}&#10;\pagestyle{empty}&#10;\begin{document}&#10;&#10;&#10;$$  \text{OR}_{\text{Inferior}} = \frac{1}{0.9429} \approx \mathbf{1.06}$$&#10;&#10;\end{document}"/>
  <p:tag name="LATEXENGINEID" val="0"/>
  <p:tag name="LATEXFORMHEIGHT" val=" 320"/>
  <p:tag name="LATEXFORMWIDTH" val=" 385"/>
  <p:tag name="LATEXFORMWRAP" val="True"/>
  <p:tag name="ORIGINALHEIGHT" val=" 255.718"/>
  <p:tag name="ORIGINALWIDTH" val=" 1460.817"/>
  <p:tag name="OUTPUTDPI" val=" 1200"/>
  <p:tag name="OUTPUTTYPE" val="PNG"/>
  <p:tag name="TEMPFOLDER" val="C:\Users\luisc\Documents\Custom Office Templates\iguana temp\"/>
  <p:tag name="TRANSPARENCY" val="True"/>
</p:tagLst>
</file>

<file path=ppt/tags/tag123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5"/>
  <p:tag name="IGUANATEXSIZE" val="20"/>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6.591798"/>
  <p:tag name="ORIGINALWIDTH" val=" 7.078078"/>
  <p:tag name="TEMPFOLDER" val="C:\Users\luisc\Documents\Custom Office Templates\iguana temp\"/>
  <p:tag name="TRANSPARENCY" val="True"/>
</p:tagLst>
</file>

<file path=ppt/tags/tag1239.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240.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1241.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1242.xml><?xml version="1.0" encoding="utf-8"?>
<p:tagLst xmlns:a="http://schemas.openxmlformats.org/drawingml/2006/main" xmlns:r="http://schemas.openxmlformats.org/officeDocument/2006/relationships" xmlns:p="http://schemas.openxmlformats.org/presentationml/2006/main">
  <p:tag name="EMFCHILD" val="True"/>
  <p:tag name="ORIGINALHEIGHT" val=" 7.460447"/>
  <p:tag name="ORIGINALWIDTH" val=" 6.057004"/>
</p:tagLst>
</file>

<file path=ppt/tags/tag1243.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1244.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245.xml><?xml version="1.0" encoding="utf-8"?>
<p:tagLst xmlns:a="http://schemas.openxmlformats.org/drawingml/2006/main" xmlns:r="http://schemas.openxmlformats.org/officeDocument/2006/relationships" xmlns:p="http://schemas.openxmlformats.org/presentationml/2006/main">
  <p:tag name="EMFCHILD" val="True"/>
  <p:tag name="ORIGINALHEIGHT" val=" .3859956"/>
  <p:tag name="ORIGINALWIDTH" val=" 44.47053"/>
</p:tagLst>
</file>

<file path=ppt/tags/tag1246.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078078"/>
</p:tagLst>
</file>

<file path=ppt/tags/tag1247.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248.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1249.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1250.xml><?xml version="1.0" encoding="utf-8"?>
<p:tagLst xmlns:a="http://schemas.openxmlformats.org/drawingml/2006/main" xmlns:r="http://schemas.openxmlformats.org/officeDocument/2006/relationships" xmlns:p="http://schemas.openxmlformats.org/presentationml/2006/main">
  <p:tag name="EMFCHILD" val="True"/>
  <p:tag name="ORIGINALHEIGHT" val=" 5.597714"/>
  <p:tag name="ORIGINALWIDTH" val=" 6.057004"/>
</p:tagLst>
</file>

<file path=ppt/tags/tag1251.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1252.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253.xml><?xml version="1.0" encoding="utf-8"?>
<p:tagLst xmlns:a="http://schemas.openxmlformats.org/drawingml/2006/main" xmlns:r="http://schemas.openxmlformats.org/officeDocument/2006/relationships" xmlns:p="http://schemas.openxmlformats.org/presentationml/2006/main">
  <p:tag name="EMFCHILD" val="True"/>
  <p:tag name="ORIGINALHEIGHT" val=" 2.25836"/>
  <p:tag name="ORIGINALWIDTH" val=" 6.592311"/>
</p:tagLst>
</file>

<file path=ppt/tags/tag1254.xml><?xml version="1.0" encoding="utf-8"?>
<p:tagLst xmlns:a="http://schemas.openxmlformats.org/drawingml/2006/main" xmlns:r="http://schemas.openxmlformats.org/officeDocument/2006/relationships" xmlns:p="http://schemas.openxmlformats.org/presentationml/2006/main">
  <p:tag name="EMFCHILD" val="True"/>
  <p:tag name="ORIGINALHEIGHT" val=" 4.372021"/>
  <p:tag name="ORIGINALWIDTH" val=" 3.806663"/>
</p:tagLst>
</file>

<file path=ppt/tags/tag1255.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804194"/>
</p:tagLst>
</file>

<file path=ppt/tags/tag1256.xml><?xml version="1.0" encoding="utf-8"?>
<p:tagLst xmlns:a="http://schemas.openxmlformats.org/drawingml/2006/main" xmlns:r="http://schemas.openxmlformats.org/officeDocument/2006/relationships" xmlns:p="http://schemas.openxmlformats.org/presentationml/2006/main">
  <p:tag name="EMFCHILD" val="True"/>
  <p:tag name="ORIGINALHEIGHT" val=" 4.425079"/>
  <p:tag name="ORIGINALWIDTH" val=" 4.135794"/>
</p:tagLst>
</file>

<file path=ppt/tags/tag1257.xml><?xml version="1.0" encoding="utf-8"?>
<p:tagLst xmlns:a="http://schemas.openxmlformats.org/drawingml/2006/main" xmlns:r="http://schemas.openxmlformats.org/officeDocument/2006/relationships" xmlns:p="http://schemas.openxmlformats.org/presentationml/2006/main">
  <p:tag name="EMFCHILD" val="True"/>
  <p:tag name="ORIGINALHEIGHT" val=" 4.207946"/>
  <p:tag name="ORIGINALWIDTH" val=" 2.344461"/>
</p:tagLst>
</file>

<file path=ppt/tags/tag1258.xml><?xml version="1.0" encoding="utf-8"?>
<p:tagLst xmlns:a="http://schemas.openxmlformats.org/drawingml/2006/main" xmlns:r="http://schemas.openxmlformats.org/officeDocument/2006/relationships" xmlns:p="http://schemas.openxmlformats.org/presentationml/2006/main">
  <p:tag name="EMFCHILD" val="True"/>
  <p:tag name="ORIGINALHEIGHT" val=" .3310346"/>
  <p:tag name="ORIGINALWIDTH" val=" 4.69094"/>
</p:tagLst>
</file>

<file path=ppt/tags/tag1259.xml><?xml version="1.0" encoding="utf-8"?>
<p:tagLst xmlns:a="http://schemas.openxmlformats.org/drawingml/2006/main" xmlns:r="http://schemas.openxmlformats.org/officeDocument/2006/relationships" xmlns:p="http://schemas.openxmlformats.org/presentationml/2006/main">
  <p:tag name="EMFCHILD" val="True"/>
  <p:tag name="ORIGINALHEIGHT" val=" 6.053262"/>
  <p:tag name="ORIGINALWIDTH" val=" 4.850574"/>
</p:tagLst>
</file>

<file path=ppt/tags/tag1260.xml><?xml version="1.0" encoding="utf-8"?>
<p:tagLst xmlns:a="http://schemas.openxmlformats.org/drawingml/2006/main" xmlns:r="http://schemas.openxmlformats.org/officeDocument/2006/relationships" xmlns:p="http://schemas.openxmlformats.org/presentationml/2006/main">
  <p:tag name="EMFCHILD" val="True"/>
  <p:tag name="ORIGINALHEIGHT" val=" 3.348986"/>
  <p:tag name="ORIGINALWIDTH" val=" 4.133833"/>
</p:tagLst>
</file>

<file path=ppt/tags/tag1261.xml><?xml version="1.0" encoding="utf-8"?>
<p:tagLst xmlns:a="http://schemas.openxmlformats.org/drawingml/2006/main" xmlns:r="http://schemas.openxmlformats.org/officeDocument/2006/relationships" xmlns:p="http://schemas.openxmlformats.org/presentationml/2006/main">
  <p:tag name="EMFCHILD" val="True"/>
  <p:tag name="ORIGINALHEIGHT" val=" 2.999612"/>
  <p:tag name="ORIGINALWIDTH" val=" 4.25379"/>
</p:tagLst>
</file>

<file path=ppt/tags/tag1262.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797274"/>
</p:tagLst>
</file>

<file path=ppt/tags/tag126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4"/>
  <p:tag name="IGUANATEXSIZE" val="20"/>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4.513021"/>
  <p:tag name="ORIGINALWIDTH" val=" 3.825632"/>
  <p:tag name="TEMPFOLDER" val="C:\Users\luisc\Documents\Custom Office Templates\iguana temp\"/>
  <p:tag name="TRANSPARENCY" val="True"/>
</p:tagLst>
</file>

<file path=ppt/tags/tag1264.xml><?xml version="1.0" encoding="utf-8"?>
<p:tagLst xmlns:a="http://schemas.openxmlformats.org/drawingml/2006/main" xmlns:r="http://schemas.openxmlformats.org/officeDocument/2006/relationships" xmlns:p="http://schemas.openxmlformats.org/presentationml/2006/main">
  <p:tag name="EMFCHILD" val="True"/>
  <p:tag name="ORIGINALHEIGHT" val=" 4.839813"/>
  <p:tag name="ORIGINALWIDTH" val=" 1.569093"/>
</p:tagLst>
</file>

<file path=ppt/tags/tag1265.xml><?xml version="1.0" encoding="utf-8"?>
<p:tagLst xmlns:a="http://schemas.openxmlformats.org/drawingml/2006/main" xmlns:r="http://schemas.openxmlformats.org/officeDocument/2006/relationships" xmlns:p="http://schemas.openxmlformats.org/presentationml/2006/main">
  <p:tag name="EMFCHILD" val="True"/>
  <p:tag name="ORIGINALHEIGHT" val=" 3.075416"/>
  <p:tag name="ORIGINALWIDTH" val=" 3.737974"/>
</p:tagLst>
</file>

<file path=ppt/tags/tag1266.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1267.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1268.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1269.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1270.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1271.xml><?xml version="1.0" encoding="utf-8"?>
<p:tagLst xmlns:a="http://schemas.openxmlformats.org/drawingml/2006/main" xmlns:r="http://schemas.openxmlformats.org/officeDocument/2006/relationships" xmlns:p="http://schemas.openxmlformats.org/presentationml/2006/main">
  <p:tag name="EMFCHILD" val="True"/>
  <p:tag name="ORIGINALHEIGHT" val=" 4.677435"/>
  <p:tag name="ORIGINALWIDTH" val=" 3.800744"/>
</p:tagLst>
</file>

<file path=ppt/tags/tag1272.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273.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1274.xml><?xml version="1.0" encoding="utf-8"?>
<p:tagLst xmlns:a="http://schemas.openxmlformats.org/drawingml/2006/main" xmlns:r="http://schemas.openxmlformats.org/officeDocument/2006/relationships" xmlns:p="http://schemas.openxmlformats.org/presentationml/2006/main">
  <p:tag name="EMFCHILD" val="True"/>
  <p:tag name="ORIGINALHEIGHT" val=" .3386845"/>
  <p:tag name="ORIGINALWIDTH" val=" 28.23383"/>
</p:tagLst>
</file>

<file path=ppt/tags/tag1275.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1276.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1277.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1278.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1279.xml><?xml version="1.0" encoding="utf-8"?>
<p:tagLst xmlns:a="http://schemas.openxmlformats.org/drawingml/2006/main" xmlns:r="http://schemas.openxmlformats.org/officeDocument/2006/relationships" xmlns:p="http://schemas.openxmlformats.org/presentationml/2006/main">
  <p:tag name="EMFCHILD" val="True"/>
  <p:tag name="ORIGINALHEIGHT" val=" 3.496858"/>
  <p:tag name="ORIGINALWIDTH" val=" 3.800744"/>
</p:tagLst>
</file>

<file path=ppt/tags/tag1280.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281.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1282.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1283.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134"/>
</p:tagLst>
</file>

<file path=ppt/tags/tag1284.xml><?xml version="1.0" encoding="utf-8"?>
<p:tagLst xmlns:a="http://schemas.openxmlformats.org/drawingml/2006/main" xmlns:r="http://schemas.openxmlformats.org/officeDocument/2006/relationships" xmlns:p="http://schemas.openxmlformats.org/presentationml/2006/main">
  <p:tag name="EMFCHILD" val="True"/>
  <p:tag name="ORIGINALHEIGHT" val=" 4.513021"/>
  <p:tag name="ORIGINALWIDTH" val=" 3.825632"/>
</p:tagLst>
</file>

<file path=ppt/tags/tag1285.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13182"/>
</p:tagLst>
</file>

<file path=ppt/tags/tag1286.xml><?xml version="1.0" encoding="utf-8"?>
<p:tagLst xmlns:a="http://schemas.openxmlformats.org/drawingml/2006/main" xmlns:r="http://schemas.openxmlformats.org/officeDocument/2006/relationships" xmlns:p="http://schemas.openxmlformats.org/presentationml/2006/main">
  <p:tag name="EMFCHILD" val="True"/>
  <p:tag name="ORIGINALHEIGHT" val=" 4.567808"/>
  <p:tag name="ORIGINALWIDTH" val=" 4.156388"/>
</p:tagLst>
</file>

<file path=ppt/tags/tag1287.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288.xml><?xml version="1.0" encoding="utf-8"?>
<p:tagLst xmlns:a="http://schemas.openxmlformats.org/drawingml/2006/main" xmlns:r="http://schemas.openxmlformats.org/officeDocument/2006/relationships" xmlns:p="http://schemas.openxmlformats.org/presentationml/2006/main">
  <p:tag name="EMFCHILD" val="True"/>
  <p:tag name="ORIGINALHEIGHT" val=" .3417128"/>
  <p:tag name="ORIGINALWIDTH" val=" 4.714273"/>
</p:tagLst>
</file>

<file path=ppt/tags/tag1289.xml><?xml version="1.0" encoding="utf-8"?>
<p:tagLst xmlns:a="http://schemas.openxmlformats.org/drawingml/2006/main" xmlns:r="http://schemas.openxmlformats.org/officeDocument/2006/relationships" xmlns:p="http://schemas.openxmlformats.org/presentationml/2006/main">
  <p:tag name="EMFCHILD" val="True"/>
  <p:tag name="ORIGINALHEIGHT" val=" 6.248511"/>
  <p:tag name="ORIGINALWIDTH" val=" 4.874668"/>
</p:tagLst>
</file>

<file path=ppt/tags/tag1290.xml><?xml version="1.0" encoding="utf-8"?>
<p:tagLst xmlns:a="http://schemas.openxmlformats.org/drawingml/2006/main" xmlns:r="http://schemas.openxmlformats.org/officeDocument/2006/relationships" xmlns:p="http://schemas.openxmlformats.org/presentationml/2006/main">
  <p:tag name="EMFCHILD" val="True"/>
  <p:tag name="ORIGINALHEIGHT" val=" 3.456993"/>
  <p:tag name="ORIGINALWIDTH" val=" 4.154406"/>
</p:tagLst>
</file>

<file path=ppt/tags/tag1291.xml><?xml version="1.0" encoding="utf-8"?>
<p:tagLst xmlns:a="http://schemas.openxmlformats.org/drawingml/2006/main" xmlns:r="http://schemas.openxmlformats.org/officeDocument/2006/relationships" xmlns:p="http://schemas.openxmlformats.org/presentationml/2006/main">
  <p:tag name="EMFCHILD" val="True"/>
  <p:tag name="ORIGINALHEIGHT" val=" 3.096339"/>
  <p:tag name="ORIGINALWIDTH" val=" 4.274936"/>
</p:tagLst>
</file>

<file path=ppt/tags/tag1292.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06189"/>
</p:tagLst>
</file>

<file path=ppt/tags/tag129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51"/>
  <p:tag name="IGUANATEXSIZE" val="20"/>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6.591835"/>
  <p:tag name="ORIGINALWIDTH" val=" 7.113277"/>
  <p:tag name="TEMPFOLDER" val="C:\Users\luisc\Documents\Custom Office Templates\iguana temp\"/>
  <p:tag name="TRANSPARENCY" val="True"/>
</p:tagLst>
</file>

<file path=ppt/tags/tag1294.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295.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1296.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1297.xml><?xml version="1.0" encoding="utf-8"?>
<p:tagLst xmlns:a="http://schemas.openxmlformats.org/drawingml/2006/main" xmlns:r="http://schemas.openxmlformats.org/officeDocument/2006/relationships" xmlns:p="http://schemas.openxmlformats.org/presentationml/2006/main">
  <p:tag name="EMFCHILD" val="True"/>
  <p:tag name="ORIGINALHEIGHT" val=" 7.460465"/>
  <p:tag name="ORIGINALWIDTH" val=" 6.087112"/>
</p:tagLst>
</file>

<file path=ppt/tags/tag1298.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1299.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300.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44.69178"/>
</p:tagLst>
</file>

<file path=ppt/tags/tag1301.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113277"/>
</p:tagLst>
</file>

<file path=ppt/tags/tag1302.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303.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1304.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1305.xml><?xml version="1.0" encoding="utf-8"?>
<p:tagLst xmlns:a="http://schemas.openxmlformats.org/drawingml/2006/main" xmlns:r="http://schemas.openxmlformats.org/officeDocument/2006/relationships" xmlns:p="http://schemas.openxmlformats.org/presentationml/2006/main">
  <p:tag name="EMFCHILD" val="True"/>
  <p:tag name="ORIGINALHEIGHT" val=" 5.597721"/>
  <p:tag name="ORIGINALWIDTH" val=" 6.087112"/>
</p:tagLst>
</file>

<file path=ppt/tags/tag1306.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1307.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308.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1309.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310.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311.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312.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313.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314.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315.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316.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317.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318.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6.087112"/>
</p:tagLst>
</file>

<file path=ppt/tags/tag1319.xml><?xml version="1.0" encoding="utf-8"?>
<p:tagLst xmlns:a="http://schemas.openxmlformats.org/drawingml/2006/main" xmlns:r="http://schemas.openxmlformats.org/officeDocument/2006/relationships" xmlns:p="http://schemas.openxmlformats.org/presentationml/2006/main">
  <p:tag name="EMFCHILD" val="True"/>
  <p:tag name="ORIGINALHEIGHT" val=" 5.037922"/>
  <p:tag name="ORIGINALWIDTH" val=" 8.846821"/>
</p:tagLst>
</file>

<file path=ppt/tags/tag1320.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32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322.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323.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324.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325.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326.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327.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328.xml><?xml version="1.0" encoding="utf-8"?>
<p:tagLst xmlns:a="http://schemas.openxmlformats.org/drawingml/2006/main" xmlns:r="http://schemas.openxmlformats.org/officeDocument/2006/relationships" xmlns:p="http://schemas.openxmlformats.org/presentationml/2006/main">
  <p:tag name="EMFCHILD" val="True"/>
  <p:tag name="ORIGINALHEIGHT" val=" 4.979063"/>
  <p:tag name="ORIGINALWIDTH" val=" 5.132748"/>
</p:tagLst>
</file>

<file path=ppt/tags/tag1329.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1330.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33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332.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1333.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334.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335.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336.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337.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338.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339.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340.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34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342.xml><?xml version="1.0" encoding="utf-8"?>
<p:tagLst xmlns:a="http://schemas.openxmlformats.org/drawingml/2006/main" xmlns:r="http://schemas.openxmlformats.org/officeDocument/2006/relationships" xmlns:p="http://schemas.openxmlformats.org/presentationml/2006/main">
  <p:tag name="EMFCHILD" val="True"/>
  <p:tag name="ORIGINALHEIGHT" val=" 1.02298"/>
  <p:tag name="ORIGINALWIDTH" val=" 1.056026"/>
</p:tagLst>
</file>

<file path=ppt/tags/tag1343.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344.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345.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1346.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347.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34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4"/>
  <p:tag name="IGUANATEXSIZE" val="20"/>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58357"/>
  <p:tag name="ORIGINALWIDTH" val=" 6.59584"/>
  <p:tag name="TEMPFOLDER" val="C:\Users\luisc\Documents\Custom Office Templates\iguana temp\"/>
  <p:tag name="TRANSPARENCY" val="True"/>
</p:tagLst>
</file>

<file path=ppt/tags/tag1349.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1350.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351.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1352.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1353.xml><?xml version="1.0" encoding="utf-8"?>
<p:tagLst xmlns:a="http://schemas.openxmlformats.org/drawingml/2006/main" xmlns:r="http://schemas.openxmlformats.org/officeDocument/2006/relationships" xmlns:p="http://schemas.openxmlformats.org/presentationml/2006/main">
  <p:tag name="EMFCHILD" val="True"/>
  <p:tag name="ORIGINALHEIGHT" val=" 7.460423"/>
  <p:tag name="ORIGINALWIDTH" val=" 6.0602"/>
</p:tagLst>
</file>

<file path=ppt/tags/tag1354.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1355.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356.xml><?xml version="1.0" encoding="utf-8"?>
<p:tagLst xmlns:a="http://schemas.openxmlformats.org/drawingml/2006/main" xmlns:r="http://schemas.openxmlformats.org/officeDocument/2006/relationships" xmlns:p="http://schemas.openxmlformats.org/presentationml/2006/main">
  <p:tag name="EMFCHILD" val="True"/>
  <p:tag name="ORIGINALHEIGHT" val=" .3859827"/>
  <p:tag name="ORIGINALWIDTH" val=" 44.49408"/>
</p:tagLst>
</file>

<file path=ppt/tags/tag1357.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1358.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359.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1360.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1361.xml><?xml version="1.0" encoding="utf-8"?>
<p:tagLst xmlns:a="http://schemas.openxmlformats.org/drawingml/2006/main" xmlns:r="http://schemas.openxmlformats.org/officeDocument/2006/relationships" xmlns:p="http://schemas.openxmlformats.org/presentationml/2006/main">
  <p:tag name="EMFCHILD" val="True"/>
  <p:tag name="ORIGINALHEIGHT" val=" 5.59774"/>
  <p:tag name="ORIGINALWIDTH" val=" 6.0602"/>
</p:tagLst>
</file>

<file path=ppt/tags/tag1362.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1363.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364.xml><?xml version="1.0" encoding="utf-8"?>
<p:tagLst xmlns:a="http://schemas.openxmlformats.org/drawingml/2006/main" xmlns:r="http://schemas.openxmlformats.org/officeDocument/2006/relationships" xmlns:p="http://schemas.openxmlformats.org/presentationml/2006/main">
  <p:tag name="EMFCHILD" val="True"/>
  <p:tag name="ORIGINALHEIGHT" val=" 2.258357"/>
  <p:tag name="ORIGINALWIDTH" val=" 6.59584"/>
</p:tagLst>
</file>

<file path=ppt/tags/tag1365.xml><?xml version="1.0" encoding="utf-8"?>
<p:tagLst xmlns:a="http://schemas.openxmlformats.org/drawingml/2006/main" xmlns:r="http://schemas.openxmlformats.org/officeDocument/2006/relationships" xmlns:p="http://schemas.openxmlformats.org/presentationml/2006/main">
  <p:tag name="EMFCHILD" val="True"/>
  <p:tag name="ORIGINALHEIGHT" val=" 4.372011"/>
  <p:tag name="ORIGINALWIDTH" val=" 3.808672"/>
</p:tagLst>
</file>

<file path=ppt/tags/tag1366.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805142"/>
</p:tagLst>
</file>

<file path=ppt/tags/tag1367.xml><?xml version="1.0" encoding="utf-8"?>
<p:tagLst xmlns:a="http://schemas.openxmlformats.org/drawingml/2006/main" xmlns:r="http://schemas.openxmlformats.org/officeDocument/2006/relationships" xmlns:p="http://schemas.openxmlformats.org/presentationml/2006/main">
  <p:tag name="EMFCHILD" val="True"/>
  <p:tag name="ORIGINALHEIGHT" val=" 4.42509"/>
  <p:tag name="ORIGINALWIDTH" val=" 4.137996"/>
</p:tagLst>
</file>

<file path=ppt/tags/tag1368.xml><?xml version="1.0" encoding="utf-8"?>
<p:tagLst xmlns:a="http://schemas.openxmlformats.org/drawingml/2006/main" xmlns:r="http://schemas.openxmlformats.org/officeDocument/2006/relationships" xmlns:p="http://schemas.openxmlformats.org/presentationml/2006/main">
  <p:tag name="EMFCHILD" val="True"/>
  <p:tag name="ORIGINALHEIGHT" val=" 4.207927"/>
  <p:tag name="ORIGINALWIDTH" val=" 2.345738"/>
</p:tagLst>
</file>

<file path=ppt/tags/tag1369.xml><?xml version="1.0" encoding="utf-8"?>
<p:tagLst xmlns:a="http://schemas.openxmlformats.org/drawingml/2006/main" xmlns:r="http://schemas.openxmlformats.org/officeDocument/2006/relationships" xmlns:p="http://schemas.openxmlformats.org/presentationml/2006/main">
  <p:tag name="EMFCHILD" val="True"/>
  <p:tag name="ORIGINALHEIGHT" val=" .3310311"/>
  <p:tag name="ORIGINALWIDTH" val=" 4.693459"/>
</p:tagLst>
</file>

<file path=ppt/tags/tag1370.xml><?xml version="1.0" encoding="utf-8"?>
<p:tagLst xmlns:a="http://schemas.openxmlformats.org/drawingml/2006/main" xmlns:r="http://schemas.openxmlformats.org/officeDocument/2006/relationships" xmlns:p="http://schemas.openxmlformats.org/presentationml/2006/main">
  <p:tag name="EMFCHILD" val="True"/>
  <p:tag name="ORIGINALHEIGHT" val=" 6.053266"/>
  <p:tag name="ORIGINALWIDTH" val=" 4.853137"/>
</p:tagLst>
</file>

<file path=ppt/tags/tag1371.xml><?xml version="1.0" encoding="utf-8"?>
<p:tagLst xmlns:a="http://schemas.openxmlformats.org/drawingml/2006/main" xmlns:r="http://schemas.openxmlformats.org/officeDocument/2006/relationships" xmlns:p="http://schemas.openxmlformats.org/presentationml/2006/main">
  <p:tag name="EMFCHILD" val="True"/>
  <p:tag name="ORIGINALHEIGHT" val=" 3.348964"/>
  <p:tag name="ORIGINALWIDTH" val=" 4.136014"/>
</p:tagLst>
</file>

<file path=ppt/tags/tag1372.xml><?xml version="1.0" encoding="utf-8"?>
<p:tagLst xmlns:a="http://schemas.openxmlformats.org/drawingml/2006/main" xmlns:r="http://schemas.openxmlformats.org/officeDocument/2006/relationships" xmlns:p="http://schemas.openxmlformats.org/presentationml/2006/main">
  <p:tag name="EMFCHILD" val="True"/>
  <p:tag name="ORIGINALHEIGHT" val=" 2.999597"/>
  <p:tag name="ORIGINALWIDTH" val=" 4.256049"/>
</p:tagLst>
</file>

<file path=ppt/tags/tag1373.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798205"/>
</p:tagLst>
</file>

<file path=ppt/tags/tag1374.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491"/>
  <p:tag name="IGUANATEXSIZE" val="20"/>
  <p:tag name="IGUANATEXVERSION" val="162"/>
  <p:tag name="LATEXADDIN" val="\documentclass{article}&#10;\usepackage{amsmath}&#10;\pagestyle{empty}&#10;\begin{document}&#10;\begin{table}[ht]&#10;\centering&#10;\begin{tabular}{lccc}&#10;\hline&#10;\textbf{Variable} &amp; \textbf{OR} &amp; \textbf{Lower limit} &amp; \textbf{Upper limit} \\&#10;\hline&#10;pared   &amp; 2.8511 &amp; 1.6958 &amp; 4.8171 \\&#10;public  &amp; 0.9429 &amp; 0.5209 &amp; 1.6806 \\&#10;gpa     &amp; 1.8514 &amp; 1.1136 &amp; 3.0985 \\&#10;\hline&#10;\multicolumn{4}{l}{\scriptsize \textbf{Note:} 95\% confidence intervals for the odds ratios.} \\&#10;\hline&#10;\end{tabular}&#10;\end{table}&#10;\end{document}"/>
  <p:tag name="LATEXENGINEID" val="0"/>
  <p:tag name="LATEXFORMHEIGHT" val=" 320"/>
  <p:tag name="LATEXFORMWIDTH" val=" 385"/>
  <p:tag name="LATEXFORMWRAP" val="True"/>
  <p:tag name="ORIGINALHEIGHT" val=" 767.1541"/>
  <p:tag name="ORIGINALWIDTH" val=" 2922.385"/>
  <p:tag name="OUTPUTDPI" val=" 1200"/>
  <p:tag name="OUTPUTTYPE" val="PNG"/>
  <p:tag name="TEMPFOLDER" val="C:\Users\luisc\Documents\Custom Office Templates\iguana temp\"/>
  <p:tag name="TRANSPARENCY" val="True"/>
</p:tagLst>
</file>

<file path=ppt/tags/tag137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34"/>
  <p:tag name="IGUANATEXSIZE" val="20"/>
  <p:tag name="IGUANATEXVERSION" val="162"/>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80073"/>
  <p:tag name="ORIGINALWIDTH" val=" 110.711"/>
  <p:tag name="OUTPUTTYPE" val="SVG"/>
  <p:tag name="TEMPFOLDER" val="C:\Users\luisc\Documents\Custom Office Templates\iguana temp\"/>
  <p:tag name="TRANSPARENCY" val="True"/>
</p:tagLst>
</file>

<file path=ppt/tags/tag137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51"/>
  <p:tag name="IGUANATEXSIZE" val="20"/>
  <p:tag name="IGUANATEXVERSION" val="162"/>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22.80078"/>
  <p:tag name="ORIGINALWIDTH" val=" 260.4494"/>
  <p:tag name="OUTPUTTYPE" val="SVG"/>
  <p:tag name="TEMPFOLDER" val="C:\Users\luisc\Documents\Custom Office Templates\iguana temp\"/>
  <p:tag name="TRANSPARENCY" val="True"/>
</p:tagLst>
</file>

<file path=ppt/tags/tag137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54"/>
  <p:tag name="IGUANATEXSIZE" val="20"/>
  <p:tag name="IGUANATEXVERSION" val="162"/>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12.16065"/>
  <p:tag name="ORIGINALWIDTH" val=" 103.87"/>
  <p:tag name="OUTPUTTYPE" val="SVG"/>
  <p:tag name="TEMPFOLDER" val="C:\Users\luisc\Documents\Custom Office Templates\iguana temp\"/>
  <p:tag name="TRANSPARENCY" val="True"/>
</p:tagLst>
</file>

<file path=ppt/tags/tag137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85"/>
  <p:tag name="IGUANATEXSIZE" val="20"/>
  <p:tag name="IGUANATEXVERSION" val="162"/>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22.80079"/>
  <p:tag name="ORIGINALWIDTH" val=" 99.55411"/>
  <p:tag name="OUTPUTTYPE" val="SVG"/>
  <p:tag name="TEMPFOLDER" val="C:\Users\luisc\Documents\Custom Office Templates\iguana temp\"/>
  <p:tag name="TRANSPARENCY" val="True"/>
</p:tagLst>
</file>

<file path=ppt/tags/tag137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85"/>
  <p:tag name="IGUANATEXSIZE" val="20"/>
  <p:tag name="LATEXADDIN" val="\documentclass{article}&#10;\usepackage{amsmath}&#10;\pagestyle{empty}&#10;\begin{document}&#10;&#10;&#10;\[&#10;\frac{P(Y_n \le j)}{P(Y_n &gt; j)}  = e^{ (\mu_j -\boldsymbol{\beta}^\top \mathbf{x})}&#10;\]&#10;&#10;\end{document}"/>
  <p:tag name="LATEXENGINEID" val="0"/>
  <p:tag name="LATEXFORMHEIGHT" val=" 320"/>
  <p:tag name="LATEXFORMWIDTH" val=" 385"/>
  <p:tag name="LATEXFORMWRAP" val="True"/>
  <p:tag name="ORIGINALHEIGHT" val=" 6.591798"/>
  <p:tag name="ORIGINALWIDTH" val=" 7.078078"/>
  <p:tag name="TEMPFOLDER" val="C:\Users\luisc\Documents\Custom Office Templates\iguana temp\"/>
  <p:tag name="TRANSPARENCY" val="True"/>
</p:tagLst>
</file>

<file path=ppt/tags/tag1380.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381.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1382.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1383.xml><?xml version="1.0" encoding="utf-8"?>
<p:tagLst xmlns:a="http://schemas.openxmlformats.org/drawingml/2006/main" xmlns:r="http://schemas.openxmlformats.org/officeDocument/2006/relationships" xmlns:p="http://schemas.openxmlformats.org/presentationml/2006/main">
  <p:tag name="EMFCHILD" val="True"/>
  <p:tag name="ORIGINALHEIGHT" val=" 7.460447"/>
  <p:tag name="ORIGINALWIDTH" val=" 6.057004"/>
</p:tagLst>
</file>

<file path=ppt/tags/tag1384.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1385.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386.xml><?xml version="1.0" encoding="utf-8"?>
<p:tagLst xmlns:a="http://schemas.openxmlformats.org/drawingml/2006/main" xmlns:r="http://schemas.openxmlformats.org/officeDocument/2006/relationships" xmlns:p="http://schemas.openxmlformats.org/presentationml/2006/main">
  <p:tag name="EMFCHILD" val="True"/>
  <p:tag name="ORIGINALHEIGHT" val=" .3859956"/>
  <p:tag name="ORIGINALWIDTH" val=" 44.47053"/>
</p:tagLst>
</file>

<file path=ppt/tags/tag1387.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078078"/>
</p:tagLst>
</file>

<file path=ppt/tags/tag1388.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389.xml><?xml version="1.0" encoding="utf-8"?>
<p:tagLst xmlns:a="http://schemas.openxmlformats.org/drawingml/2006/main" xmlns:r="http://schemas.openxmlformats.org/officeDocument/2006/relationships" xmlns:p="http://schemas.openxmlformats.org/presentationml/2006/main">
  <p:tag name="EMFCHILD" val="True"/>
  <p:tag name="ORIGINALHEIGHT" val=" 6.591798"/>
  <p:tag name="ORIGINALWIDTH" val=" 7.206974"/>
</p:tagLst>
</file>

<file path=ppt/tags/tag1390.xml><?xml version="1.0" encoding="utf-8"?>
<p:tagLst xmlns:a="http://schemas.openxmlformats.org/drawingml/2006/main" xmlns:r="http://schemas.openxmlformats.org/officeDocument/2006/relationships" xmlns:p="http://schemas.openxmlformats.org/presentationml/2006/main">
  <p:tag name="EMFCHILD" val="True"/>
  <p:tag name="ORIGINALHEIGHT" val=" 3.046902"/>
  <p:tag name="ORIGINALWIDTH" val=" 4.239891"/>
</p:tagLst>
</file>

<file path=ppt/tags/tag1391.xml><?xml version="1.0" encoding="utf-8"?>
<p:tagLst xmlns:a="http://schemas.openxmlformats.org/drawingml/2006/main" xmlns:r="http://schemas.openxmlformats.org/officeDocument/2006/relationships" xmlns:p="http://schemas.openxmlformats.org/presentationml/2006/main">
  <p:tag name="EMFCHILD" val="True"/>
  <p:tag name="ORIGINALHEIGHT" val=" 5.597714"/>
  <p:tag name="ORIGINALWIDTH" val=" 6.057004"/>
</p:tagLst>
</file>

<file path=ppt/tags/tag1392.xml><?xml version="1.0" encoding="utf-8"?>
<p:tagLst xmlns:a="http://schemas.openxmlformats.org/drawingml/2006/main" xmlns:r="http://schemas.openxmlformats.org/officeDocument/2006/relationships" xmlns:p="http://schemas.openxmlformats.org/presentationml/2006/main">
  <p:tag name="EMFCHILD" val="True"/>
  <p:tag name="ORIGINALHEIGHT" val=" 8.357989"/>
  <p:tag name="ORIGINALWIDTH" val=" 4.064455"/>
</p:tagLst>
</file>

<file path=ppt/tags/tag1393.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299881"/>
</p:tagLst>
</file>

<file path=ppt/tags/tag1394.xml><?xml version="1.0" encoding="utf-8"?>
<p:tagLst xmlns:a="http://schemas.openxmlformats.org/drawingml/2006/main" xmlns:r="http://schemas.openxmlformats.org/officeDocument/2006/relationships" xmlns:p="http://schemas.openxmlformats.org/presentationml/2006/main">
  <p:tag name="EMFCHILD" val="True"/>
  <p:tag name="ORIGINALHEIGHT" val=" 2.25836"/>
  <p:tag name="ORIGINALWIDTH" val=" 6.592311"/>
</p:tagLst>
</file>

<file path=ppt/tags/tag1395.xml><?xml version="1.0" encoding="utf-8"?>
<p:tagLst xmlns:a="http://schemas.openxmlformats.org/drawingml/2006/main" xmlns:r="http://schemas.openxmlformats.org/officeDocument/2006/relationships" xmlns:p="http://schemas.openxmlformats.org/presentationml/2006/main">
  <p:tag name="EMFCHILD" val="True"/>
  <p:tag name="ORIGINALHEIGHT" val=" 4.372021"/>
  <p:tag name="ORIGINALWIDTH" val=" 3.806663"/>
</p:tagLst>
</file>

<file path=ppt/tags/tag1396.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804194"/>
</p:tagLst>
</file>

<file path=ppt/tags/tag1397.xml><?xml version="1.0" encoding="utf-8"?>
<p:tagLst xmlns:a="http://schemas.openxmlformats.org/drawingml/2006/main" xmlns:r="http://schemas.openxmlformats.org/officeDocument/2006/relationships" xmlns:p="http://schemas.openxmlformats.org/presentationml/2006/main">
  <p:tag name="EMFCHILD" val="True"/>
  <p:tag name="ORIGINALHEIGHT" val=" 4.425079"/>
  <p:tag name="ORIGINALWIDTH" val=" 4.135794"/>
</p:tagLst>
</file>

<file path=ppt/tags/tag1398.xml><?xml version="1.0" encoding="utf-8"?>
<p:tagLst xmlns:a="http://schemas.openxmlformats.org/drawingml/2006/main" xmlns:r="http://schemas.openxmlformats.org/officeDocument/2006/relationships" xmlns:p="http://schemas.openxmlformats.org/presentationml/2006/main">
  <p:tag name="EMFCHILD" val="True"/>
  <p:tag name="ORIGINALHEIGHT" val=" 4.207946"/>
  <p:tag name="ORIGINALWIDTH" val=" 2.344461"/>
</p:tagLst>
</file>

<file path=ppt/tags/tag1399.xml><?xml version="1.0" encoding="utf-8"?>
<p:tagLst xmlns:a="http://schemas.openxmlformats.org/drawingml/2006/main" xmlns:r="http://schemas.openxmlformats.org/officeDocument/2006/relationships" xmlns:p="http://schemas.openxmlformats.org/presentationml/2006/main">
  <p:tag name="EMFCHILD" val="True"/>
  <p:tag name="ORIGINALHEIGHT" val=" .3310346"/>
  <p:tag name="ORIGINALWIDTH" val=" 4.69094"/>
</p:tagLst>
</file>

<file path=ppt/tags/tag1400.xml><?xml version="1.0" encoding="utf-8"?>
<p:tagLst xmlns:a="http://schemas.openxmlformats.org/drawingml/2006/main" xmlns:r="http://schemas.openxmlformats.org/officeDocument/2006/relationships" xmlns:p="http://schemas.openxmlformats.org/presentationml/2006/main">
  <p:tag name="EMFCHILD" val="True"/>
  <p:tag name="ORIGINALHEIGHT" val=" 6.053262"/>
  <p:tag name="ORIGINALWIDTH" val=" 4.850574"/>
</p:tagLst>
</file>

<file path=ppt/tags/tag1401.xml><?xml version="1.0" encoding="utf-8"?>
<p:tagLst xmlns:a="http://schemas.openxmlformats.org/drawingml/2006/main" xmlns:r="http://schemas.openxmlformats.org/officeDocument/2006/relationships" xmlns:p="http://schemas.openxmlformats.org/presentationml/2006/main">
  <p:tag name="EMFCHILD" val="True"/>
  <p:tag name="ORIGINALHEIGHT" val=" 3.348986"/>
  <p:tag name="ORIGINALWIDTH" val=" 4.133833"/>
</p:tagLst>
</file>

<file path=ppt/tags/tag1402.xml><?xml version="1.0" encoding="utf-8"?>
<p:tagLst xmlns:a="http://schemas.openxmlformats.org/drawingml/2006/main" xmlns:r="http://schemas.openxmlformats.org/officeDocument/2006/relationships" xmlns:p="http://schemas.openxmlformats.org/presentationml/2006/main">
  <p:tag name="EMFCHILD" val="True"/>
  <p:tag name="ORIGINALHEIGHT" val=" 2.999612"/>
  <p:tag name="ORIGINALWIDTH" val=" 4.25379"/>
</p:tagLst>
</file>

<file path=ppt/tags/tag1403.xml><?xml version="1.0" encoding="utf-8"?>
<p:tagLst xmlns:a="http://schemas.openxmlformats.org/drawingml/2006/main" xmlns:r="http://schemas.openxmlformats.org/officeDocument/2006/relationships" xmlns:p="http://schemas.openxmlformats.org/presentationml/2006/main">
  <p:tag name="EMFCHILD" val="True"/>
  <p:tag name="ORIGINALHEIGHT" val=" 6.749126"/>
  <p:tag name="ORIGINALWIDTH" val=" 1.797274"/>
</p:tagLst>
</file>

<file path=ppt/tags/tag140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54"/>
  <p:tag name="IGUANATEXSIZE" val="20"/>
  <p:tag name="LATEXADDIN" val="\documentclass{article}&#10;\usepackage{amsmath}&#10;\pagestyle{empty}&#10;\begin{document}&#10;&#10;&#10;\[&#10;e^{\ln\left( \frac{P(Y_n \le j)}{P(Y_n &gt; j)} \right) } = e^{(\mu_j - \boldsymbol{\beta}^\top\mathbf{x})}&#10;\]&#10;&#10;&#10;&#10;\end{document}"/>
  <p:tag name="LATEXENGINEID" val="0"/>
  <p:tag name="LATEXFORMHEIGHT" val=" 320"/>
  <p:tag name="LATEXFORMWIDTH" val=" 385"/>
  <p:tag name="LATEXFORMWRAP" val="True"/>
  <p:tag name="ORIGINALHEIGHT" val=" 4.513021"/>
  <p:tag name="ORIGINALWIDTH" val=" 3.825632"/>
  <p:tag name="TEMPFOLDER" val="C:\Users\luisc\Documents\Custom Office Templates\iguana temp\"/>
  <p:tag name="TRANSPARENCY" val="True"/>
</p:tagLst>
</file>

<file path=ppt/tags/tag1405.xml><?xml version="1.0" encoding="utf-8"?>
<p:tagLst xmlns:a="http://schemas.openxmlformats.org/drawingml/2006/main" xmlns:r="http://schemas.openxmlformats.org/officeDocument/2006/relationships" xmlns:p="http://schemas.openxmlformats.org/presentationml/2006/main">
  <p:tag name="EMFCHILD" val="True"/>
  <p:tag name="ORIGINALHEIGHT" val=" 4.839813"/>
  <p:tag name="ORIGINALWIDTH" val=" 1.569093"/>
</p:tagLst>
</file>

<file path=ppt/tags/tag1406.xml><?xml version="1.0" encoding="utf-8"?>
<p:tagLst xmlns:a="http://schemas.openxmlformats.org/drawingml/2006/main" xmlns:r="http://schemas.openxmlformats.org/officeDocument/2006/relationships" xmlns:p="http://schemas.openxmlformats.org/presentationml/2006/main">
  <p:tag name="EMFCHILD" val="True"/>
  <p:tag name="ORIGINALHEIGHT" val=" 3.075416"/>
  <p:tag name="ORIGINALWIDTH" val=" 3.737974"/>
</p:tagLst>
</file>

<file path=ppt/tags/tag1407.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1408.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1409.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1410.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1411.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1412.xml><?xml version="1.0" encoding="utf-8"?>
<p:tagLst xmlns:a="http://schemas.openxmlformats.org/drawingml/2006/main" xmlns:r="http://schemas.openxmlformats.org/officeDocument/2006/relationships" xmlns:p="http://schemas.openxmlformats.org/presentationml/2006/main">
  <p:tag name="EMFCHILD" val="True"/>
  <p:tag name="ORIGINALHEIGHT" val=" 4.677435"/>
  <p:tag name="ORIGINALWIDTH" val=" 3.800744"/>
</p:tagLst>
</file>

<file path=ppt/tags/tag1413.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414.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1415.xml><?xml version="1.0" encoding="utf-8"?>
<p:tagLst xmlns:a="http://schemas.openxmlformats.org/drawingml/2006/main" xmlns:r="http://schemas.openxmlformats.org/officeDocument/2006/relationships" xmlns:p="http://schemas.openxmlformats.org/presentationml/2006/main">
  <p:tag name="EMFCHILD" val="True"/>
  <p:tag name="ORIGINALHEIGHT" val=" .3386845"/>
  <p:tag name="ORIGINALWIDTH" val=" 28.23383"/>
</p:tagLst>
</file>

<file path=ppt/tags/tag1416.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174338"/>
</p:tagLst>
</file>

<file path=ppt/tags/tag1417.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64476"/>
</p:tagLst>
</file>

<file path=ppt/tags/tag1418.xml><?xml version="1.0" encoding="utf-8"?>
<p:tagLst xmlns:a="http://schemas.openxmlformats.org/drawingml/2006/main" xmlns:r="http://schemas.openxmlformats.org/officeDocument/2006/relationships" xmlns:p="http://schemas.openxmlformats.org/presentationml/2006/main">
  <p:tag name="EMFCHILD" val="True"/>
  <p:tag name="ORIGINALHEIGHT" val=" 3.402207"/>
  <p:tag name="ORIGINALWIDTH" val=" 4.40345"/>
</p:tagLst>
</file>

<file path=ppt/tags/tag1419.xml><?xml version="1.0" encoding="utf-8"?>
<p:tagLst xmlns:a="http://schemas.openxmlformats.org/drawingml/2006/main" xmlns:r="http://schemas.openxmlformats.org/officeDocument/2006/relationships" xmlns:p="http://schemas.openxmlformats.org/presentationml/2006/main">
  <p:tag name="EMFCHILD" val="True"/>
  <p:tag name="ORIGINALHEIGHT" val=" 2.256483"/>
  <p:tag name="ORIGINALWIDTH" val=" 3.486892"/>
</p:tagLst>
</file>

<file path=ppt/tags/tag1420.xml><?xml version="1.0" encoding="utf-8"?>
<p:tagLst xmlns:a="http://schemas.openxmlformats.org/drawingml/2006/main" xmlns:r="http://schemas.openxmlformats.org/officeDocument/2006/relationships" xmlns:p="http://schemas.openxmlformats.org/presentationml/2006/main">
  <p:tag name="EMFCHILD" val="True"/>
  <p:tag name="ORIGINALHEIGHT" val=" 3.496858"/>
  <p:tag name="ORIGINALWIDTH" val=" 3.800744"/>
</p:tagLst>
</file>

<file path=ppt/tags/tag1421.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422.xml><?xml version="1.0" encoding="utf-8"?>
<p:tagLst xmlns:a="http://schemas.openxmlformats.org/drawingml/2006/main" xmlns:r="http://schemas.openxmlformats.org/officeDocument/2006/relationships" xmlns:p="http://schemas.openxmlformats.org/presentationml/2006/main">
  <p:tag name="EMFCHILD" val="True"/>
  <p:tag name="ORIGINALHEIGHT" val=" 4.981266"/>
  <p:tag name="ORIGINALWIDTH" val=" 1.459521"/>
</p:tagLst>
</file>

<file path=ppt/tags/tag1423.xml><?xml version="1.0" encoding="utf-8"?>
<p:tagLst xmlns:a="http://schemas.openxmlformats.org/drawingml/2006/main" xmlns:r="http://schemas.openxmlformats.org/officeDocument/2006/relationships" xmlns:p="http://schemas.openxmlformats.org/presentationml/2006/main">
  <p:tag name="EMFCHILD" val="True"/>
  <p:tag name="ORIGINALHEIGHT" val=" 9.962586"/>
  <p:tag name="ORIGINALWIDTH" val=" 2.311325"/>
</p:tagLst>
</file>

<file path=ppt/tags/tag1424.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134"/>
</p:tagLst>
</file>

<file path=ppt/tags/tag1425.xml><?xml version="1.0" encoding="utf-8"?>
<p:tagLst xmlns:a="http://schemas.openxmlformats.org/drawingml/2006/main" xmlns:r="http://schemas.openxmlformats.org/officeDocument/2006/relationships" xmlns:p="http://schemas.openxmlformats.org/presentationml/2006/main">
  <p:tag name="EMFCHILD" val="True"/>
  <p:tag name="ORIGINALHEIGHT" val=" 4.513021"/>
  <p:tag name="ORIGINALWIDTH" val=" 3.825632"/>
</p:tagLst>
</file>

<file path=ppt/tags/tag1426.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13182"/>
</p:tagLst>
</file>

<file path=ppt/tags/tag1427.xml><?xml version="1.0" encoding="utf-8"?>
<p:tagLst xmlns:a="http://schemas.openxmlformats.org/drawingml/2006/main" xmlns:r="http://schemas.openxmlformats.org/officeDocument/2006/relationships" xmlns:p="http://schemas.openxmlformats.org/presentationml/2006/main">
  <p:tag name="EMFCHILD" val="True"/>
  <p:tag name="ORIGINALHEIGHT" val=" 4.567808"/>
  <p:tag name="ORIGINALWIDTH" val=" 4.156388"/>
</p:tagLst>
</file>

<file path=ppt/tags/tag1428.xml><?xml version="1.0" encoding="utf-8"?>
<p:tagLst xmlns:a="http://schemas.openxmlformats.org/drawingml/2006/main" xmlns:r="http://schemas.openxmlformats.org/officeDocument/2006/relationships" xmlns:p="http://schemas.openxmlformats.org/presentationml/2006/main">
  <p:tag name="EMFCHILD" val="True"/>
  <p:tag name="ORIGINALHEIGHT" val=" 4.343652"/>
  <p:tag name="ORIGINALWIDTH" val=" 2.356145"/>
</p:tagLst>
</file>

<file path=ppt/tags/tag1429.xml><?xml version="1.0" encoding="utf-8"?>
<p:tagLst xmlns:a="http://schemas.openxmlformats.org/drawingml/2006/main" xmlns:r="http://schemas.openxmlformats.org/officeDocument/2006/relationships" xmlns:p="http://schemas.openxmlformats.org/presentationml/2006/main">
  <p:tag name="EMFCHILD" val="True"/>
  <p:tag name="ORIGINALHEIGHT" val=" .3417128"/>
  <p:tag name="ORIGINALWIDTH" val=" 4.714273"/>
</p:tagLst>
</file>

<file path=ppt/tags/tag1430.xml><?xml version="1.0" encoding="utf-8"?>
<p:tagLst xmlns:a="http://schemas.openxmlformats.org/drawingml/2006/main" xmlns:r="http://schemas.openxmlformats.org/officeDocument/2006/relationships" xmlns:p="http://schemas.openxmlformats.org/presentationml/2006/main">
  <p:tag name="EMFCHILD" val="True"/>
  <p:tag name="ORIGINALHEIGHT" val=" 6.248511"/>
  <p:tag name="ORIGINALWIDTH" val=" 4.874668"/>
</p:tagLst>
</file>

<file path=ppt/tags/tag1431.xml><?xml version="1.0" encoding="utf-8"?>
<p:tagLst xmlns:a="http://schemas.openxmlformats.org/drawingml/2006/main" xmlns:r="http://schemas.openxmlformats.org/officeDocument/2006/relationships" xmlns:p="http://schemas.openxmlformats.org/presentationml/2006/main">
  <p:tag name="EMFCHILD" val="True"/>
  <p:tag name="ORIGINALHEIGHT" val=" 3.456993"/>
  <p:tag name="ORIGINALWIDTH" val=" 4.154406"/>
</p:tagLst>
</file>

<file path=ppt/tags/tag1432.xml><?xml version="1.0" encoding="utf-8"?>
<p:tagLst xmlns:a="http://schemas.openxmlformats.org/drawingml/2006/main" xmlns:r="http://schemas.openxmlformats.org/officeDocument/2006/relationships" xmlns:p="http://schemas.openxmlformats.org/presentationml/2006/main">
  <p:tag name="EMFCHILD" val="True"/>
  <p:tag name="ORIGINALHEIGHT" val=" 3.096339"/>
  <p:tag name="ORIGINALWIDTH" val=" 4.274936"/>
</p:tagLst>
</file>

<file path=ppt/tags/tag1433.xml><?xml version="1.0" encoding="utf-8"?>
<p:tagLst xmlns:a="http://schemas.openxmlformats.org/drawingml/2006/main" xmlns:r="http://schemas.openxmlformats.org/officeDocument/2006/relationships" xmlns:p="http://schemas.openxmlformats.org/presentationml/2006/main">
  <p:tag name="EMFCHILD" val="True"/>
  <p:tag name="ORIGINALHEIGHT" val=" 6.966846"/>
  <p:tag name="ORIGINALWIDTH" val=" 1.806189"/>
</p:tagLst>
</file>

<file path=ppt/tags/tag1434.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51"/>
  <p:tag name="IGUANATEXSIZE" val="20"/>
  <p:tag name="LATEXADDIN" val="\documentclass{article}&#10;\usepackage{amsmath}&#10;\pagestyle{empty}&#10;\begin{document}&#10;&#10;&#10;\[&#10;\frac{P(Y_n \le j)}{P(Y_n &gt; j)}  =  e^{(\mu_j -\boldsymbol{\beta}^\top \mathbf{x})} \longrightarrow e^ {(\mu_j -\boldsymbol{\beta}^\top \mathbf{x} + \beta_j)} =  e^ {(\mu_j -\boldsymbol{\beta}^\top \mathbf{x})} \cdot e^{(\beta_j)}&#10;\]&#10;\end{document}"/>
  <p:tag name="LATEXENGINEID" val="0"/>
  <p:tag name="LATEXFORMHEIGHT" val=" 320"/>
  <p:tag name="LATEXFORMWIDTH" val=" 385"/>
  <p:tag name="LATEXFORMWRAP" val="True"/>
  <p:tag name="ORIGINALHEIGHT" val=" 6.591835"/>
  <p:tag name="ORIGINALWIDTH" val=" 7.113277"/>
  <p:tag name="TEMPFOLDER" val="C:\Users\luisc\Documents\Custom Office Templates\iguana temp\"/>
  <p:tag name="TRANSPARENCY" val="True"/>
</p:tagLst>
</file>

<file path=ppt/tags/tag1435.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436.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1437.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1438.xml><?xml version="1.0" encoding="utf-8"?>
<p:tagLst xmlns:a="http://schemas.openxmlformats.org/drawingml/2006/main" xmlns:r="http://schemas.openxmlformats.org/officeDocument/2006/relationships" xmlns:p="http://schemas.openxmlformats.org/presentationml/2006/main">
  <p:tag name="EMFCHILD" val="True"/>
  <p:tag name="ORIGINALHEIGHT" val=" 7.460465"/>
  <p:tag name="ORIGINALWIDTH" val=" 6.087112"/>
</p:tagLst>
</file>

<file path=ppt/tags/tag1439.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1440.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441.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44.69178"/>
</p:tagLst>
</file>

<file path=ppt/tags/tag1442.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113277"/>
</p:tagLst>
</file>

<file path=ppt/tags/tag1443.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444.xml><?xml version="1.0" encoding="utf-8"?>
<p:tagLst xmlns:a="http://schemas.openxmlformats.org/drawingml/2006/main" xmlns:r="http://schemas.openxmlformats.org/officeDocument/2006/relationships" xmlns:p="http://schemas.openxmlformats.org/presentationml/2006/main">
  <p:tag name="EMFCHILD" val="True"/>
  <p:tag name="ORIGINALHEIGHT" val=" 6.591835"/>
  <p:tag name="ORIGINALWIDTH" val=" 7.242808"/>
</p:tagLst>
</file>

<file path=ppt/tags/tag1445.xml><?xml version="1.0" encoding="utf-8"?>
<p:tagLst xmlns:a="http://schemas.openxmlformats.org/drawingml/2006/main" xmlns:r="http://schemas.openxmlformats.org/officeDocument/2006/relationships" xmlns:p="http://schemas.openxmlformats.org/presentationml/2006/main">
  <p:tag name="EMFCHILD" val="True"/>
  <p:tag name="ORIGINALHEIGHT" val=" 3.046908"/>
  <p:tag name="ORIGINALWIDTH" val=" 4.260999"/>
</p:tagLst>
</file>

<file path=ppt/tags/tag1446.xml><?xml version="1.0" encoding="utf-8"?>
<p:tagLst xmlns:a="http://schemas.openxmlformats.org/drawingml/2006/main" xmlns:r="http://schemas.openxmlformats.org/officeDocument/2006/relationships" xmlns:p="http://schemas.openxmlformats.org/presentationml/2006/main">
  <p:tag name="EMFCHILD" val="True"/>
  <p:tag name="ORIGINALHEIGHT" val=" 5.597721"/>
  <p:tag name="ORIGINALWIDTH" val=" 6.087112"/>
</p:tagLst>
</file>

<file path=ppt/tags/tag1447.xml><?xml version="1.0" encoding="utf-8"?>
<p:tagLst xmlns:a="http://schemas.openxmlformats.org/drawingml/2006/main" xmlns:r="http://schemas.openxmlformats.org/officeDocument/2006/relationships" xmlns:p="http://schemas.openxmlformats.org/presentationml/2006/main">
  <p:tag name="EMFCHILD" val="True"/>
  <p:tag name="ORIGINALHEIGHT" val=" 8.358027"/>
  <p:tag name="ORIGINALWIDTH" val=" 4.084619"/>
</p:tagLst>
</file>

<file path=ppt/tags/tag1448.xml><?xml version="1.0" encoding="utf-8"?>
<p:tagLst xmlns:a="http://schemas.openxmlformats.org/drawingml/2006/main" xmlns:r="http://schemas.openxmlformats.org/officeDocument/2006/relationships" xmlns:p="http://schemas.openxmlformats.org/presentationml/2006/main">
  <p:tag name="EMFCHILD" val="True"/>
  <p:tag name="ORIGINALHEIGHT" val=" 9.651283"/>
  <p:tag name="ORIGINALWIDTH" val=" 2.311326"/>
</p:tagLst>
</file>

<file path=ppt/tags/tag1449.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1450.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451.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452.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453.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454.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455.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456.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457.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458.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459.xml><?xml version="1.0" encoding="utf-8"?>
<p:tagLst xmlns:a="http://schemas.openxmlformats.org/drawingml/2006/main" xmlns:r="http://schemas.openxmlformats.org/officeDocument/2006/relationships" xmlns:p="http://schemas.openxmlformats.org/presentationml/2006/main">
  <p:tag name="EMFCHILD" val="True"/>
  <p:tag name="ORIGINALHEIGHT" val=" .3860062"/>
  <p:tag name="ORIGINALWIDTH" val=" 6.087112"/>
</p:tagLst>
</file>

<file path=ppt/tags/tag1460.xml><?xml version="1.0" encoding="utf-8"?>
<p:tagLst xmlns:a="http://schemas.openxmlformats.org/drawingml/2006/main" xmlns:r="http://schemas.openxmlformats.org/officeDocument/2006/relationships" xmlns:p="http://schemas.openxmlformats.org/presentationml/2006/main">
  <p:tag name="EMFCHILD" val="True"/>
  <p:tag name="ORIGINALHEIGHT" val=" 5.037922"/>
  <p:tag name="ORIGINALWIDTH" val=" 8.846821"/>
</p:tagLst>
</file>

<file path=ppt/tags/tag1461.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462.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463.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464.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465.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466.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467.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468.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469.xml><?xml version="1.0" encoding="utf-8"?>
<p:tagLst xmlns:a="http://schemas.openxmlformats.org/drawingml/2006/main" xmlns:r="http://schemas.openxmlformats.org/officeDocument/2006/relationships" xmlns:p="http://schemas.openxmlformats.org/presentationml/2006/main">
  <p:tag name="EMFCHILD" val="True"/>
  <p:tag name="ORIGINALHEIGHT" val=" 4.979063"/>
  <p:tag name="ORIGINALWIDTH" val=" 5.132748"/>
</p:tagLst>
</file>

<file path=ppt/tags/tag1470.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1471.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472.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473.xml><?xml version="1.0" encoding="utf-8"?>
<p:tagLst xmlns:a="http://schemas.openxmlformats.org/drawingml/2006/main" xmlns:r="http://schemas.openxmlformats.org/officeDocument/2006/relationships" xmlns:p="http://schemas.openxmlformats.org/presentationml/2006/main">
  <p:tag name="EMFCHILD" val="True"/>
  <p:tag name="ORIGINALHEIGHT" val=" 2.258372"/>
  <p:tag name="ORIGINALWIDTH" val=" 6.625146"/>
</p:tagLst>
</file>

<file path=ppt/tags/tag1474.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475.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476.xml><?xml version="1.0" encoding="utf-8"?>
<p:tagLst xmlns:a="http://schemas.openxmlformats.org/drawingml/2006/main" xmlns:r="http://schemas.openxmlformats.org/officeDocument/2006/relationships" xmlns:p="http://schemas.openxmlformats.org/presentationml/2006/main">
  <p:tag name="EMFCHILD" val="True"/>
  <p:tag name="ORIGINALHEIGHT" val=" 4.425103"/>
  <p:tag name="ORIGINALWIDTH" val=" 4.156352"/>
</p:tagLst>
</file>

<file path=ppt/tags/tag1477.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478.xml><?xml version="1.0" encoding="utf-8"?>
<p:tagLst xmlns:a="http://schemas.openxmlformats.org/drawingml/2006/main" xmlns:r="http://schemas.openxmlformats.org/officeDocument/2006/relationships" xmlns:p="http://schemas.openxmlformats.org/presentationml/2006/main">
  <p:tag name="EMFCHILD" val="True"/>
  <p:tag name="ORIGINALHEIGHT" val=" .3309952"/>
  <p:tag name="ORIGINALWIDTH" val=" 4.714292"/>
</p:tagLst>
</file>

<file path=ppt/tags/tag1479.xml><?xml version="1.0" encoding="utf-8"?>
<p:tagLst xmlns:a="http://schemas.openxmlformats.org/drawingml/2006/main" xmlns:r="http://schemas.openxmlformats.org/officeDocument/2006/relationships" xmlns:p="http://schemas.openxmlformats.org/presentationml/2006/main">
  <p:tag name="EMFCHILD" val="True"/>
  <p:tag name="ORIGINALHEIGHT" val=" 6.053271"/>
  <p:tag name="ORIGINALWIDTH" val=" 4.874681"/>
</p:tagLst>
</file>

<file path=ppt/tags/tag1480.xml><?xml version="1.0" encoding="utf-8"?>
<p:tagLst xmlns:a="http://schemas.openxmlformats.org/drawingml/2006/main" xmlns:r="http://schemas.openxmlformats.org/officeDocument/2006/relationships" xmlns:p="http://schemas.openxmlformats.org/presentationml/2006/main">
  <p:tag name="EMFCHILD" val="True"/>
  <p:tag name="ORIGINALHEIGHT" val=" 3.348971"/>
  <p:tag name="ORIGINALWIDTH" val=" 4.154361"/>
</p:tagLst>
</file>

<file path=ppt/tags/tag1481.xml><?xml version="1.0" encoding="utf-8"?>
<p:tagLst xmlns:a="http://schemas.openxmlformats.org/drawingml/2006/main" xmlns:r="http://schemas.openxmlformats.org/officeDocument/2006/relationships" xmlns:p="http://schemas.openxmlformats.org/presentationml/2006/main">
  <p:tag name="EMFCHILD" val="True"/>
  <p:tag name="ORIGINALHEIGHT" val=" 2.999594"/>
  <p:tag name="ORIGINALWIDTH" val=" 4.274934"/>
</p:tagLst>
</file>

<file path=ppt/tags/tag1482.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483.xml><?xml version="1.0" encoding="utf-8"?>
<p:tagLst xmlns:a="http://schemas.openxmlformats.org/drawingml/2006/main" xmlns:r="http://schemas.openxmlformats.org/officeDocument/2006/relationships" xmlns:p="http://schemas.openxmlformats.org/presentationml/2006/main">
  <p:tag name="EMFCHILD" val="True"/>
  <p:tag name="ORIGINALHEIGHT" val=" 1.02298"/>
  <p:tag name="ORIGINALWIDTH" val=" 1.056026"/>
</p:tagLst>
</file>

<file path=ppt/tags/tag1484.xml><?xml version="1.0" encoding="utf-8"?>
<p:tagLst xmlns:a="http://schemas.openxmlformats.org/drawingml/2006/main" xmlns:r="http://schemas.openxmlformats.org/officeDocument/2006/relationships" xmlns:p="http://schemas.openxmlformats.org/presentationml/2006/main">
  <p:tag name="EMFCHILD" val="True"/>
  <p:tag name="ORIGINALHEIGHT" val=" 4.372016"/>
  <p:tag name="ORIGINALWIDTH" val=" 3.825622"/>
</p:tagLst>
</file>

<file path=ppt/tags/tag1485.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13174"/>
</p:tagLst>
</file>

<file path=ppt/tags/tag1486.xml><?xml version="1.0" encoding="utf-8"?>
<p:tagLst xmlns:a="http://schemas.openxmlformats.org/drawingml/2006/main" xmlns:r="http://schemas.openxmlformats.org/officeDocument/2006/relationships" xmlns:p="http://schemas.openxmlformats.org/presentationml/2006/main">
  <p:tag name="EMFCHILD" val="True"/>
  <p:tag name="ORIGINALHEIGHT" val=" 6.07351"/>
  <p:tag name="ORIGINALWIDTH" val=" 4.074532"/>
</p:tagLst>
</file>

<file path=ppt/tags/tag1487.xml><?xml version="1.0" encoding="utf-8"?>
<p:tagLst xmlns:a="http://schemas.openxmlformats.org/drawingml/2006/main" xmlns:r="http://schemas.openxmlformats.org/officeDocument/2006/relationships" xmlns:p="http://schemas.openxmlformats.org/presentationml/2006/main">
  <p:tag name="EMFCHILD" val="True"/>
  <p:tag name="ORIGINALHEIGHT" val=" 4.207913"/>
  <p:tag name="ORIGINALWIDTH" val=" 2.356117"/>
</p:tagLst>
</file>

<file path=ppt/tags/tag1488.xml><?xml version="1.0" encoding="utf-8"?>
<p:tagLst xmlns:a="http://schemas.openxmlformats.org/drawingml/2006/main" xmlns:r="http://schemas.openxmlformats.org/officeDocument/2006/relationships" xmlns:p="http://schemas.openxmlformats.org/presentationml/2006/main">
  <p:tag name="EMFCHILD" val="True"/>
  <p:tag name="ORIGINALHEIGHT" val=" 6.749104"/>
  <p:tag name="ORIGINALWIDTH" val=" 1.806206"/>
</p:tagLst>
</file>

<file path=ppt/tags/tag148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34"/>
  <p:tag name="IGUANATEXSIZE" val="20"/>
  <p:tag name="LATEXADDIN" val="\documentclass{article}&#10;\usepackage{amsmath}&#10;\pagestyle{empty}&#10;\begin{document}&#10;&#10;&#10;\[&#10; =\frac{P(Y_n \le j)}{P(Y_n &gt; j)}  = e^{ (\mu_j -\boldsymbol{\beta}^\top \mathbf{x})}&#10;\]&#10;&#10;\end{document}"/>
  <p:tag name="LATEXENGINEID" val="0"/>
  <p:tag name="LATEXFORMHEIGHT" val=" 320"/>
  <p:tag name="LATEXFORMWIDTH" val=" 385"/>
  <p:tag name="LATEXFORMWRAP" val="True"/>
  <p:tag name="ORIGINALHEIGHT" val=" 2.258357"/>
  <p:tag name="ORIGINALWIDTH" val=" 6.59584"/>
  <p:tag name="TEMPFOLDER" val="C:\Users\luisc\Documents\Custom Office Templates\iguana temp\"/>
  <p:tag name="TRANSPARENCY" val="True"/>
</p:tagLst>
</file>

<file path=ppt/tags/tag1490.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1491.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492.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1493.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1494.xml><?xml version="1.0" encoding="utf-8"?>
<p:tagLst xmlns:a="http://schemas.openxmlformats.org/drawingml/2006/main" xmlns:r="http://schemas.openxmlformats.org/officeDocument/2006/relationships" xmlns:p="http://schemas.openxmlformats.org/presentationml/2006/main">
  <p:tag name="EMFCHILD" val="True"/>
  <p:tag name="ORIGINALHEIGHT" val=" 7.460423"/>
  <p:tag name="ORIGINALWIDTH" val=" 6.0602"/>
</p:tagLst>
</file>

<file path=ppt/tags/tag1495.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1496.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497.xml><?xml version="1.0" encoding="utf-8"?>
<p:tagLst xmlns:a="http://schemas.openxmlformats.org/drawingml/2006/main" xmlns:r="http://schemas.openxmlformats.org/officeDocument/2006/relationships" xmlns:p="http://schemas.openxmlformats.org/presentationml/2006/main">
  <p:tag name="EMFCHILD" val="True"/>
  <p:tag name="ORIGINALHEIGHT" val=" .3859827"/>
  <p:tag name="ORIGINALWIDTH" val=" 44.49408"/>
</p:tagLst>
</file>

<file path=ppt/tags/tag1498.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081814"/>
</p:tagLst>
</file>

<file path=ppt/tags/tag1499.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500.xml><?xml version="1.0" encoding="utf-8"?>
<p:tagLst xmlns:a="http://schemas.openxmlformats.org/drawingml/2006/main" xmlns:r="http://schemas.openxmlformats.org/officeDocument/2006/relationships" xmlns:p="http://schemas.openxmlformats.org/presentationml/2006/main">
  <p:tag name="EMFCHILD" val="True"/>
  <p:tag name="ORIGINALHEIGHT" val=" 6.591825"/>
  <p:tag name="ORIGINALWIDTH" val=" 7.210769"/>
</p:tagLst>
</file>

<file path=ppt/tags/tag1501.xml><?xml version="1.0" encoding="utf-8"?>
<p:tagLst xmlns:a="http://schemas.openxmlformats.org/drawingml/2006/main" xmlns:r="http://schemas.openxmlformats.org/officeDocument/2006/relationships" xmlns:p="http://schemas.openxmlformats.org/presentationml/2006/main">
  <p:tag name="EMFCHILD" val="True"/>
  <p:tag name="ORIGINALHEIGHT" val=" 3.046896"/>
  <p:tag name="ORIGINALWIDTH" val=" 4.242118"/>
</p:tagLst>
</file>

<file path=ppt/tags/tag1502.xml><?xml version="1.0" encoding="utf-8"?>
<p:tagLst xmlns:a="http://schemas.openxmlformats.org/drawingml/2006/main" xmlns:r="http://schemas.openxmlformats.org/officeDocument/2006/relationships" xmlns:p="http://schemas.openxmlformats.org/presentationml/2006/main">
  <p:tag name="EMFCHILD" val="True"/>
  <p:tag name="ORIGINALHEIGHT" val=" 5.59774"/>
  <p:tag name="ORIGINALWIDTH" val=" 6.0602"/>
</p:tagLst>
</file>

<file path=ppt/tags/tag1503.xml><?xml version="1.0" encoding="utf-8"?>
<p:tagLst xmlns:a="http://schemas.openxmlformats.org/drawingml/2006/main" xmlns:r="http://schemas.openxmlformats.org/officeDocument/2006/relationships" xmlns:p="http://schemas.openxmlformats.org/presentationml/2006/main">
  <p:tag name="EMFCHILD" val="True"/>
  <p:tag name="ORIGINALHEIGHT" val=" 8.357984"/>
  <p:tag name="ORIGINALWIDTH" val=" 4.066581"/>
</p:tagLst>
</file>

<file path=ppt/tags/tag1504.xml><?xml version="1.0" encoding="utf-8"?>
<p:tagLst xmlns:a="http://schemas.openxmlformats.org/drawingml/2006/main" xmlns:r="http://schemas.openxmlformats.org/officeDocument/2006/relationships" xmlns:p="http://schemas.openxmlformats.org/presentationml/2006/main">
  <p:tag name="EMFCHILD" val="True"/>
  <p:tag name="ORIGINALHEIGHT" val=" 9.651274"/>
  <p:tag name="ORIGINALWIDTH" val=" 2.301083"/>
</p:tagLst>
</file>

<file path=ppt/tags/tag1505.xml><?xml version="1.0" encoding="utf-8"?>
<p:tagLst xmlns:a="http://schemas.openxmlformats.org/drawingml/2006/main" xmlns:r="http://schemas.openxmlformats.org/officeDocument/2006/relationships" xmlns:p="http://schemas.openxmlformats.org/presentationml/2006/main">
  <p:tag name="EMFCHILD" val="True"/>
  <p:tag name="ORIGINALHEIGHT" val=" 2.258357"/>
  <p:tag name="ORIGINALWIDTH" val=" 6.59584"/>
</p:tagLst>
</file>

<file path=ppt/tags/tag1506.xml><?xml version="1.0" encoding="utf-8"?>
<p:tagLst xmlns:a="http://schemas.openxmlformats.org/drawingml/2006/main" xmlns:r="http://schemas.openxmlformats.org/officeDocument/2006/relationships" xmlns:p="http://schemas.openxmlformats.org/presentationml/2006/main">
  <p:tag name="EMFCHILD" val="True"/>
  <p:tag name="ORIGINALHEIGHT" val=" 4.372011"/>
  <p:tag name="ORIGINALWIDTH" val=" 3.808672"/>
</p:tagLst>
</file>

<file path=ppt/tags/tag1507.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805142"/>
</p:tagLst>
</file>

<file path=ppt/tags/tag1508.xml><?xml version="1.0" encoding="utf-8"?>
<p:tagLst xmlns:a="http://schemas.openxmlformats.org/drawingml/2006/main" xmlns:r="http://schemas.openxmlformats.org/officeDocument/2006/relationships" xmlns:p="http://schemas.openxmlformats.org/presentationml/2006/main">
  <p:tag name="EMFCHILD" val="True"/>
  <p:tag name="ORIGINALHEIGHT" val=" 4.42509"/>
  <p:tag name="ORIGINALWIDTH" val=" 4.137996"/>
</p:tagLst>
</file>

<file path=ppt/tags/tag1509.xml><?xml version="1.0" encoding="utf-8"?>
<p:tagLst xmlns:a="http://schemas.openxmlformats.org/drawingml/2006/main" xmlns:r="http://schemas.openxmlformats.org/officeDocument/2006/relationships" xmlns:p="http://schemas.openxmlformats.org/presentationml/2006/main">
  <p:tag name="EMFCHILD" val="True"/>
  <p:tag name="ORIGINALHEIGHT" val=" 4.207927"/>
  <p:tag name="ORIGINALWIDTH" val=" 2.345738"/>
</p:tagLst>
</file>

<file path=ppt/tags/tag1510.xml><?xml version="1.0" encoding="utf-8"?>
<p:tagLst xmlns:a="http://schemas.openxmlformats.org/drawingml/2006/main" xmlns:r="http://schemas.openxmlformats.org/officeDocument/2006/relationships" xmlns:p="http://schemas.openxmlformats.org/presentationml/2006/main">
  <p:tag name="EMFCHILD" val="True"/>
  <p:tag name="ORIGINALHEIGHT" val=" .3310311"/>
  <p:tag name="ORIGINALWIDTH" val=" 4.693459"/>
</p:tagLst>
</file>

<file path=ppt/tags/tag1511.xml><?xml version="1.0" encoding="utf-8"?>
<p:tagLst xmlns:a="http://schemas.openxmlformats.org/drawingml/2006/main" xmlns:r="http://schemas.openxmlformats.org/officeDocument/2006/relationships" xmlns:p="http://schemas.openxmlformats.org/presentationml/2006/main">
  <p:tag name="EMFCHILD" val="True"/>
  <p:tag name="ORIGINALHEIGHT" val=" 6.053266"/>
  <p:tag name="ORIGINALWIDTH" val=" 4.853137"/>
</p:tagLst>
</file>

<file path=ppt/tags/tag1512.xml><?xml version="1.0" encoding="utf-8"?>
<p:tagLst xmlns:a="http://schemas.openxmlformats.org/drawingml/2006/main" xmlns:r="http://schemas.openxmlformats.org/officeDocument/2006/relationships" xmlns:p="http://schemas.openxmlformats.org/presentationml/2006/main">
  <p:tag name="EMFCHILD" val="True"/>
  <p:tag name="ORIGINALHEIGHT" val=" 3.348964"/>
  <p:tag name="ORIGINALWIDTH" val=" 4.136014"/>
</p:tagLst>
</file>

<file path=ppt/tags/tag1513.xml><?xml version="1.0" encoding="utf-8"?>
<p:tagLst xmlns:a="http://schemas.openxmlformats.org/drawingml/2006/main" xmlns:r="http://schemas.openxmlformats.org/officeDocument/2006/relationships" xmlns:p="http://schemas.openxmlformats.org/presentationml/2006/main">
  <p:tag name="EMFCHILD" val="True"/>
  <p:tag name="ORIGINALHEIGHT" val=" 2.999597"/>
  <p:tag name="ORIGINALWIDTH" val=" 4.256049"/>
</p:tagLst>
</file>

<file path=ppt/tags/tag1514.xml><?xml version="1.0" encoding="utf-8"?>
<p:tagLst xmlns:a="http://schemas.openxmlformats.org/drawingml/2006/main" xmlns:r="http://schemas.openxmlformats.org/officeDocument/2006/relationships" xmlns:p="http://schemas.openxmlformats.org/presentationml/2006/main">
  <p:tag name="EMFCHILD" val="True"/>
  <p:tag name="ORIGINALHEIGHT" val=" 6.749135"/>
  <p:tag name="ORIGINALWIDTH" val=" 1.798205"/>
</p:tagLst>
</file>

<file path=ppt/tags/tag1515.xml><?xml version="1.0" encoding="utf-8"?>
<p:tagLst xmlns:a="http://schemas.openxmlformats.org/drawingml/2006/main" xmlns:r="http://schemas.openxmlformats.org/officeDocument/2006/relationships" xmlns:p="http://schemas.openxmlformats.org/presentationml/2006/main">
  <p:tag name="OUTPUTDPI" val=" 1200"/>
  <p:tag name="ORIGINALHEIGHT" val=" 1967.754"/>
  <p:tag name="ORIGINALWIDTH" val=" 4385.452"/>
  <p:tag name="OUTPUTTYPE" val="PNG"/>
  <p:tag name="IGUANATEXVERSION" val="162"/>
  <p:tag name="LATEXADDIN" val="\documentclass{article}&#10;\usepackage{amsmath}&#10;\usepackage{amsfonts}&#10;\pagestyle{empty}&#10;\begin{document}&#10;&#10;\begin{table}[ht]&#10;\centering&#10;\begin{tabular}{llrrrr}&#10;\hline&#10;\textbf{Model} &amp; \textbf{Variable} &amp; \textbf{OR} &amp; \textbf{Lower limit} &amp; \textbf{Upper limit} &amp; \textbf{p-value} \\&#10;\hline&#10;$y &gt; 1$ &amp; Intercept &amp; 0.138 &amp; 0.028 &amp; 0.676 &amp; 0.0146 \\&#10;$y &gt; 1$ &amp; pared     &amp; 2.89  &amp; 1.61  &amp; 5.17  &amp; $&lt; 0.001^{***}$ \\&#10;$y &gt; 1$ &amp; public    &amp; 0.818 &amp; 0.450 &amp; 1.490 &amp; 0.5113 \\&#10;$y &gt; 1$ &amp; gpa       &amp; 1.73  &amp; 1.01  &amp; 2.95  &amp; 0.0442$^{*}$ \\&#10;\hline&#10;$y &gt; 2$ &amp; Intercept &amp; 0.0086 &amp; 0.0006 &amp; 0.134 &amp; $&lt; 0.001^{***}$ \\&#10;$y &gt; 2$ &amp; pared     &amp; 2.50   &amp; 1.18   &amp; 5.29  &amp; 0.0167$^{*}$ \\&#10;$y &gt; 2$ &amp; public    &amp; 1.71   &amp; 0.749  &amp; 3.89  &amp; 0.2034 \\&#10;$y &gt; 2$ &amp; gpa       &amp; 2.09   &amp; 0.853  &amp; 5.11  &amp; 0.1071 \\&#10;\hline&#10;\multicolumn{6}{l}{\scriptsize \textbf{Significance codes:} \quad $^{***} p &lt; 0.001$ \quad $^{**} p &lt; 0.01$ \quad $^{*} p &lt; 0.05$} \\&#10;\multicolumn{6}{l}{\scriptsize \textbf{Note:} Each logit model is estimated on a different dichotomisation of the ordinal variable \texttt{apply}.} \\&#10;\multicolumn{6}{l}{\scriptsize \textbf{Model $y &gt; 1$:} compares ``somewhat likely'' and ``very likely'' against ``not likely''.} \\&#10;\multicolumn{6}{l}{\scriptsize \textbf{Model $y &gt; 2$:} compares ``very likely'' against ``somewhat likely'' and ``not likely''.} \\&#10;\hline&#10;\end{tabular}&#10;\end{table}&#10;&#10;\end{document}"/>
  <p:tag name="IGUANATEXSIZE" val="20"/>
  <p:tag name="IGUANATEXCURSOR" val="1384"/>
  <p:tag name="TRANSPARENCY" val="True"/>
  <p:tag name="CHOOSECOLOR" val="False"/>
  <p:tag name="COLORHEX" val="000000"/>
  <p:tag name="LATEXENGINEID" val="0"/>
  <p:tag name="TEMPFOLDER" val="C:\Users\luisc\Documents\Custom Office Templates\iguana temp\"/>
  <p:tag name="LATEXFORMHEIGHT" val=" 320"/>
  <p:tag name="LATEXFORMWIDTH" val=" 385"/>
  <p:tag name="LATEXFORMWRAP" val="True"/>
  <p:tag name="BITMAPVECTOR" val="0"/>
</p:tagLst>
</file>

<file path=ppt/tags/tag1516.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2"/>
  <p:tag name="IGUANATEXSIZE" val="20"/>
  <p:tag name="IGUANATEXVERSION" val="162"/>
  <p:tag name="LATEXADDIN" val="\documentclass{article}&#10;\usepackage{amsmath}&#10;\pagestyle{empty}&#10;\begin{document}&#10;&#10;&#10;\[&#10; \frac{p}{1 - p} = e^{(\boldsymbol{\beta}^\top \mathbf{x})}&#10;\]&#10;&#10;\end{document}"/>
  <p:tag name="LATEXENGINEID" val="0"/>
  <p:tag name="LATEXFORMHEIGHT" val=" 320"/>
  <p:tag name="LATEXFORMWIDTH" val=" 385"/>
  <p:tag name="LATEXFORMWRAP" val="True"/>
  <p:tag name="ORIGINALHEIGHT" val=" 19.41217"/>
  <p:tag name="ORIGINALWIDTH" val=" 62.49001"/>
  <p:tag name="OUTPUTTYPE" val="SVG"/>
  <p:tag name="TEMPFOLDER" val="C:\Users\luisc\Documents\Custom Office Templates\iguana temp\"/>
  <p:tag name="TRANSPARENCY" val="True"/>
</p:tagLst>
</file>

<file path=ppt/tags/tag151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142"/>
  <p:tag name="IGUANATEXSIZE" val="20"/>
  <p:tag name="IGUANATEXVERSION" val="162"/>
  <p:tag name="LATEXADDIN" val="\documentclass{article}&#10;\usepackage{amsmath}&#10;\pagestyle{empty}&#10;\begin{document}&#10;&#10;&#10;\[&#10; \frac{p}{1 - p} = e^{(\boldsymbol{\beta}^\top \mathbf{x})}&#10;\]&#10;&#10;\end{document}"/>
  <p:tag name="LATEXENGINEID" val="0"/>
  <p:tag name="LATEXFORMHEIGHT" val=" 320"/>
  <p:tag name="LATEXFORMWIDTH" val=" 385"/>
  <p:tag name="LATEXFORMWRAP" val="True"/>
  <p:tag name="ORIGINALHEIGHT" val=" 19.41217"/>
  <p:tag name="ORIGINALWIDTH" val=" 62.49001"/>
  <p:tag name="OUTPUTTYPE" val="SVG"/>
  <p:tag name="TEMPFOLDER" val="C:\Users\luisc\Documents\Custom Office Templates\iguana temp\"/>
  <p:tag name="TRANSPARENCY" val="True"/>
</p:tagLst>
</file>

<file path=ppt/tags/tag1518.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78"/>
  <p:tag name="IGUANATEXSIZE" val="20"/>
  <p:tag name="IGUANATEXVERSION" val="162"/>
  <p:tag name="LATEXADDIN" val="\documentclass{article}&#10;\usepackage{amsmath}&#10;\usepackage{amsfonts}&#10;\pagestyle{empty}&#10;\begin{document}&#10;&#10;\[&#10;Y&gt;1 =&#10;\begin{cases}&#10;1 &amp; \text{if } y = \text{&quot;somewhat likely&quot;} \text{ or } \text{&quot;very likely&quot;} \\&#10;0 &amp; \text{if } y = \text{&quot;not likely&quot;} \\&#10;\end{cases}&#10;\]&#10;&#10;\end{document}"/>
  <p:tag name="LATEXENGINEID" val="0"/>
  <p:tag name="LATEXFORMHEIGHT" val=" 320"/>
  <p:tag name="LATEXFORMWIDTH" val=" 565.5"/>
  <p:tag name="LATEXFORMWRAP" val="True"/>
  <p:tag name="ORIGINALHEIGHT" val=" 29.87795"/>
  <p:tag name="ORIGINALWIDTH" val=" 238.1275"/>
  <p:tag name="OUTPUTTYPE" val="SVG"/>
  <p:tag name="TEMPFOLDER" val="C:\Users\luisc\Documents\Custom Office Templates\iguana temp\"/>
  <p:tag name="TRANSPARENCY" val="True"/>
</p:tagLst>
</file>

<file path=ppt/tags/tag1519.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IGUANATEXCURSOR" val="278"/>
  <p:tag name="IGUANATEXSIZE" val="20"/>
  <p:tag name="IGUANATEXVERSION" val="162"/>
  <p:tag name="LATEXADDIN" val="\documentclass{article}&#10;\usepackage{amsmath}&#10;\usepackage{amsfonts}&#10;\pagestyle{empty}&#10;\begin{document}&#10;&#10;\[&#10;Y&gt;2 =&#10;\begin{cases}&#10;1 &amp; \text{if } y = \text{&quot;very likely&quot;} \\&#10;0 &amp; \text{if } y = \text{&quot;not likely&quot;} \text{ or } \text{&quot;somewhat likely&quot;} \\&#10;\end{cases}&#10;\]&#10;&#10;\end{document}"/>
  <p:tag name="LATEXENGINEID" val="0"/>
  <p:tag name="LATEXFORMHEIGHT" val=" 320"/>
  <p:tag name="LATEXFORMWIDTH" val=" 565.5"/>
  <p:tag name="LATEXFORMWRAP" val="True"/>
  <p:tag name="ORIGINALHEIGHT" val=" 29.87795"/>
  <p:tag name="ORIGINALWIDTH" val=" 233.4533"/>
  <p:tag name="OUTPUTTYPE" val="SVG"/>
  <p:tag name="TEMPFOLDER" val="C:\Users\luisc\Documents\Custom Office Templates\iguana temp\"/>
  <p:tag name="TRANSPARENCY" val="True"/>
</p:tagLst>
</file>

<file path=ppt/tags/tag1520.xml><?xml version="1.0" encoding="utf-8"?>
<p:tagLst xmlns:a="http://schemas.openxmlformats.org/drawingml/2006/main" xmlns:r="http://schemas.openxmlformats.org/officeDocument/2006/relationships" xmlns:p="http://schemas.openxmlformats.org/presentationml/2006/main">
  <p:tag name="BITMAPVECTOR" val="0"/>
  <p:tag name="CHOOSECOLOR" val="False"/>
  <p:tag name="COLORHEX" val="000000"/>
  <p:tag name="IGUANATEXCURSOR" val="652"/>
  <p:tag name="IGUANATEXSIZE" val="20"/>
  <p:tag name="IGUANATEXVERSION" val="162"/>
  <p:tag name="LATEXADDIN" val="\documentclass{article}&#10;\usepackage{amsmath}&#10;\pagestyle{empty}&#10;\begin{document}&#10;&#10;\begin{table}[ht]&#10;\centering&#10;\begin{tabular}{lrrr}&#10;\hline&#10;\textbf{Test} &amp; \textbf{Chi-square ($X^2$)} &amp; \textbf{df} &amp; \textbf{p-value} \\&#10;\hline&#10;Omnibus   &amp; 4.34 &amp; 3 &amp; 0.23 \\&#10;pared     &amp; 0.13 &amp; 1 &amp; 0.72 \\&#10;public    &amp; 3.44 &amp; 1 &amp; 0.06 \\&#10;gpa       &amp; 0.18 &amp; 1 &amp; 0.67 \\&#10;\hline&#10;\multicolumn{4}{l}{\scriptsize \textbf{Null hypothesis (H0):} The proportional-odds (parallel regression) assumption holds.} \\&#10;\multicolumn{4}{l}{\scriptsize \textbf{Interpretation:} High p-values indicate insufficient evidence to reject H0.} \\&#10;\hline&#10;\end{tabular}&#10;\end{table}&#10;&#10;\end{document}"/>
  <p:tag name="LATEXENGINEID" val="0"/>
  <p:tag name="LATEXFORMHEIGHT" val=" 320"/>
  <p:tag name="LATEXFORMWIDTH" val=" 385"/>
  <p:tag name="LATEXFORMWRAP" val="True"/>
  <p:tag name="ORIGINALHEIGHT" val=" 1066.367"/>
  <p:tag name="ORIGINALWIDTH" val=" 3953.506"/>
  <p:tag name="OUTPUTDPI" val=" 1200"/>
  <p:tag name="OUTPUTTYPE" val="PNG"/>
  <p:tag name="TEMPFOLDER" val="C:\Users\luisc\Documents\Custom Office Templates\iguana temp\"/>
  <p:tag name="TRANSPARENCY" val="True"/>
</p:tagLst>
</file>

<file path=ppt/tags/tag1521.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78"/>
  <p:tag name="IGUANATEXSIZE" val="20"/>
  <p:tag name="LATEXADDIN" val="\documentclass{article}&#10;\usepackage{amsmath}&#10;\usepackage{amsfonts}&#10;\pagestyle{empty}&#10;\begin{document}&#10;&#10;\[&#10;Y&gt;2 =&#10;\begin{cases}&#10;1 &amp; \text{if } y = \text{&quot;very likely&quot;} \\&#10;0 &amp; \text{if } y = \text{&quot;not likely&quot;} \text{ or } \text{&quot;somewhat likely&quot;} \\&#10;\end{cases}&#10;\]&#10;&#10;\end{document}"/>
  <p:tag name="LATEXENGINEID" val="0"/>
  <p:tag name="LATEXFORMHEIGHT" val=" 320"/>
  <p:tag name="LATEXFORMWIDTH" val=" 565.5"/>
  <p:tag name="LATEXFORMWRAP" val="True"/>
  <p:tag name="ORIGINALHEIGHT" val=" 6.804433"/>
  <p:tag name="ORIGINALWIDTH" val=" 7.227441"/>
  <p:tag name="TEMPFOLDER" val="C:\Users\luisc\Documents\Custom Office Templates\iguana temp\"/>
  <p:tag name="TRANSPARENCY" val="True"/>
</p:tagLst>
</file>

<file path=ppt/tags/tag1522.xml><?xml version="1.0" encoding="utf-8"?>
<p:tagLst xmlns:a="http://schemas.openxmlformats.org/drawingml/2006/main" xmlns:r="http://schemas.openxmlformats.org/officeDocument/2006/relationships" xmlns:p="http://schemas.openxmlformats.org/presentationml/2006/main">
  <p:tag name="EMFCHILD" val="True"/>
  <p:tag name="ORIGINALHEIGHT" val=" 5.77828"/>
  <p:tag name="ORIGINALWIDTH" val=" 6.074246"/>
</p:tagLst>
</file>

<file path=ppt/tags/tag1523.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966656"/>
</p:tagLst>
</file>

<file path=ppt/tags/tag1524.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11094"/>
</p:tagLst>
</file>

<file path=ppt/tags/tag1525.xml><?xml version="1.0" encoding="utf-8"?>
<p:tagLst xmlns:a="http://schemas.openxmlformats.org/drawingml/2006/main" xmlns:r="http://schemas.openxmlformats.org/officeDocument/2006/relationships" xmlns:p="http://schemas.openxmlformats.org/presentationml/2006/main">
  <p:tag name="EMFCHILD" val="True"/>
  <p:tag name="ORIGINALHEIGHT" val=" 29.87795"/>
  <p:tag name="ORIGINALWIDTH" val=" 5.139701"/>
</p:tagLst>
</file>

<file path=ppt/tags/tag1526.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80635"/>
</p:tagLst>
</file>

<file path=ppt/tags/tag1527.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2744"/>
</p:tagLst>
</file>

<file path=ppt/tags/tag1528.xml><?xml version="1.0" encoding="utf-8"?>
<p:tagLst xmlns:a="http://schemas.openxmlformats.org/drawingml/2006/main" xmlns:r="http://schemas.openxmlformats.org/officeDocument/2006/relationships" xmlns:p="http://schemas.openxmlformats.org/presentationml/2006/main">
  <p:tag name="EMFCHILD" val="True"/>
  <p:tag name="ORIGINALHEIGHT" val=" 7.023579"/>
  <p:tag name="ORIGINALWIDTH" val=" 3.220985"/>
</p:tagLst>
</file>

<file path=ppt/tags/tag1529.xml><?xml version="1.0" encoding="utf-8"?>
<p:tagLst xmlns:a="http://schemas.openxmlformats.org/drawingml/2006/main" xmlns:r="http://schemas.openxmlformats.org/officeDocument/2006/relationships" xmlns:p="http://schemas.openxmlformats.org/presentationml/2006/main">
  <p:tag name="EMFCHILD" val="True"/>
  <p:tag name="ORIGINALHEIGHT" val=" 6.445741"/>
  <p:tag name="ORIGINALWIDTH" val=" 4.583004"/>
</p:tagLst>
</file>

<file path=ppt/tags/tag1530.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11094"/>
</p:tagLst>
</file>

<file path=ppt/tags/tag1531.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1532.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4.861402"/>
</p:tagLst>
</file>

<file path=ppt/tags/tag1533.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47357"/>
</p:tagLst>
</file>

<file path=ppt/tags/tag1534.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3.340285"/>
</p:tagLst>
</file>

<file path=ppt/tags/tag1535.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61402"/>
</p:tagLst>
</file>

<file path=ppt/tags/tag1536.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1537.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2744"/>
</p:tagLst>
</file>

<file path=ppt/tags/tag1538.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01752"/>
</p:tagLst>
</file>

<file path=ppt/tags/tag1539.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47357"/>
</p:tagLst>
</file>

<file path=ppt/tags/tag1540.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1541.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61402"/>
</p:tagLst>
</file>

<file path=ppt/tags/tag1542.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1543.xml><?xml version="1.0" encoding="utf-8"?>
<p:tagLst xmlns:a="http://schemas.openxmlformats.org/drawingml/2006/main" xmlns:r="http://schemas.openxmlformats.org/officeDocument/2006/relationships" xmlns:p="http://schemas.openxmlformats.org/presentationml/2006/main">
  <p:tag name="EMFCHILD" val="True"/>
  <p:tag name="ORIGINALHEIGHT" val=" 6.854257"/>
  <p:tag name="ORIGINALWIDTH" val=" 4.185306"/>
</p:tagLst>
</file>

<file path=ppt/tags/tag1544.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2744"/>
</p:tagLst>
</file>

<file path=ppt/tags/tag1545.xml><?xml version="1.0" encoding="utf-8"?>
<p:tagLst xmlns:a="http://schemas.openxmlformats.org/drawingml/2006/main" xmlns:r="http://schemas.openxmlformats.org/officeDocument/2006/relationships" xmlns:p="http://schemas.openxmlformats.org/presentationml/2006/main">
  <p:tag name="EMFCHILD" val="True"/>
  <p:tag name="ORIGINALHEIGHT" val=" 7.023579"/>
  <p:tag name="ORIGINALWIDTH" val=" 3.220985"/>
</p:tagLst>
</file>

<file path=ppt/tags/tag1546.xml><?xml version="1.0" encoding="utf-8"?>
<p:tagLst xmlns:a="http://schemas.openxmlformats.org/drawingml/2006/main" xmlns:r="http://schemas.openxmlformats.org/officeDocument/2006/relationships" xmlns:p="http://schemas.openxmlformats.org/presentationml/2006/main">
  <p:tag name="EMFCHILD" val="True"/>
  <p:tag name="ORIGINALHEIGHT" val=" 6.445741"/>
  <p:tag name="ORIGINALWIDTH" val=" 4.583004"/>
</p:tagLst>
</file>

<file path=ppt/tags/tag1547.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11094"/>
</p:tagLst>
</file>

<file path=ppt/tags/tag1548.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1549.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5.000552"/>
</p:tagLst>
</file>

<file path=ppt/tags/tag1550.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04054"/>
</p:tagLst>
</file>

<file path=ppt/tags/tag1551.xml><?xml version="1.0" encoding="utf-8"?>
<p:tagLst xmlns:a="http://schemas.openxmlformats.org/drawingml/2006/main" xmlns:r="http://schemas.openxmlformats.org/officeDocument/2006/relationships" xmlns:p="http://schemas.openxmlformats.org/presentationml/2006/main">
  <p:tag name="EMFCHILD" val="True"/>
  <p:tag name="ORIGINALHEIGHT" val=" 6.236521"/>
  <p:tag name="ORIGINALWIDTH" val=" 3.111611"/>
</p:tagLst>
</file>

<file path=ppt/tags/tag1552.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1553.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2744"/>
</p:tagLst>
</file>

<file path=ppt/tags/tag1554.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01752"/>
</p:tagLst>
</file>

<file path=ppt/tags/tag1555.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47357"/>
</p:tagLst>
</file>

<file path=ppt/tags/tag1556.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1557.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61402"/>
</p:tagLst>
</file>

<file path=ppt/tags/tag1558.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1559.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04054"/>
</p:tagLst>
</file>

<file path=ppt/tags/tag1560.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3.340285"/>
</p:tagLst>
</file>

<file path=ppt/tags/tag1561.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1562.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250859"/>
</p:tagLst>
</file>

<file path=ppt/tags/tag1563.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04054"/>
</p:tagLst>
</file>

<file path=ppt/tags/tag1564.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7.764288"/>
</p:tagLst>
</file>

<file path=ppt/tags/tag1565.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47357"/>
</p:tagLst>
</file>

<file path=ppt/tags/tag1566.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6.809893"/>
</p:tagLst>
</file>

<file path=ppt/tags/tag1567.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5.000552"/>
</p:tagLst>
</file>

<file path=ppt/tags/tag1568.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83554"/>
</p:tagLst>
</file>

<file path=ppt/tags/tag1569.xml><?xml version="1.0" encoding="utf-8"?>
<p:tagLst xmlns:a="http://schemas.openxmlformats.org/drawingml/2006/main" xmlns:r="http://schemas.openxmlformats.org/officeDocument/2006/relationships" xmlns:p="http://schemas.openxmlformats.org/presentationml/2006/main">
  <p:tag name="EMFCHILD" val="True"/>
  <p:tag name="ORIGINALHEIGHT" val=" 6.236521"/>
  <p:tag name="ORIGINALWIDTH" val=" 3.111611"/>
</p:tagLst>
</file>

<file path=ppt/tags/tag1570.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1571.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2744"/>
</p:tagLst>
</file>

<file path=ppt/tags/tag1572.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01752"/>
</p:tagLst>
</file>

<file path=ppt/tags/tag1573.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47357"/>
</p:tagLst>
</file>

<file path=ppt/tags/tag1574.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0694"/>
</p:tagLst>
</file>

<file path=ppt/tags/tag1575.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61402"/>
</p:tagLst>
</file>

<file path=ppt/tags/tag1576.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1635"/>
</p:tagLst>
</file>

<file path=ppt/tags/tag1577.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278"/>
  <p:tag name="IGUANATEXSIZE" val="20"/>
  <p:tag name="LATEXADDIN" val="\documentclass{article}&#10;\usepackage{amsmath}&#10;\usepackage{amsfonts}&#10;\pagestyle{empty}&#10;\begin{document}&#10;&#10;\[&#10;Y&gt;1 =&#10;\begin{cases}&#10;1 &amp; \text{if } y = \text{&quot;somewhat likely&quot;} \text{ or } \text{&quot;very likely&quot;} \\&#10;0 &amp; \text{if } y = \text{&quot;not likely&quot;} \\&#10;\end{cases}&#10;\]&#10;&#10;\end{document}"/>
  <p:tag name="LATEXENGINEID" val="0"/>
  <p:tag name="LATEXFORMHEIGHT" val=" 320"/>
  <p:tag name="LATEXFORMWIDTH" val=" 565.5"/>
  <p:tag name="LATEXFORMWRAP" val="True"/>
  <p:tag name="ORIGINALHEIGHT" val=" 6.804433"/>
  <p:tag name="ORIGINALWIDTH" val=" 7.242825"/>
  <p:tag name="TEMPFOLDER" val="C:\Users\luisc\Documents\Custom Office Templates\iguana temp\"/>
  <p:tag name="TRANSPARENCY" val="True"/>
</p:tagLst>
</file>

<file path=ppt/tags/tag1578.xml><?xml version="1.0" encoding="utf-8"?>
<p:tagLst xmlns:a="http://schemas.openxmlformats.org/drawingml/2006/main" xmlns:r="http://schemas.openxmlformats.org/officeDocument/2006/relationships" xmlns:p="http://schemas.openxmlformats.org/presentationml/2006/main">
  <p:tag name="EMFCHILD" val="True"/>
  <p:tag name="ORIGINALHEIGHT" val=" 5.77828"/>
  <p:tag name="ORIGINALWIDTH" val=" 6.087149"/>
</p:tagLst>
</file>

<file path=ppt/tags/tag1579.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87582"/>
</p:tagLst>
</file>

<file path=ppt/tags/tag1580.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088"/>
</p:tagLst>
</file>

<file path=ppt/tags/tag1581.xml><?xml version="1.0" encoding="utf-8"?>
<p:tagLst xmlns:a="http://schemas.openxmlformats.org/drawingml/2006/main" xmlns:r="http://schemas.openxmlformats.org/officeDocument/2006/relationships" xmlns:p="http://schemas.openxmlformats.org/presentationml/2006/main">
  <p:tag name="EMFCHILD" val="True"/>
  <p:tag name="ORIGINALHEIGHT" val=" 29.87795"/>
  <p:tag name="ORIGINALWIDTH" val=" 5.150619"/>
</p:tagLst>
</file>

<file path=ppt/tags/tag1582.xml><?xml version="1.0" encoding="utf-8"?>
<p:tagLst xmlns:a="http://schemas.openxmlformats.org/drawingml/2006/main" xmlns:r="http://schemas.openxmlformats.org/officeDocument/2006/relationships" xmlns:p="http://schemas.openxmlformats.org/presentationml/2006/main">
  <p:tag name="EMFCHILD" val="True"/>
  <p:tag name="ORIGINALHEIGHT" val=" 6.635111"/>
  <p:tag name="ORIGINALWIDTH" val=" 3.287582"/>
</p:tagLst>
</file>

<file path=ppt/tags/tag1583.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31907"/>
</p:tagLst>
</file>

<file path=ppt/tags/tag1584.xml><?xml version="1.0" encoding="utf-8"?>
<p:tagLst xmlns:a="http://schemas.openxmlformats.org/drawingml/2006/main" xmlns:r="http://schemas.openxmlformats.org/officeDocument/2006/relationships" xmlns:p="http://schemas.openxmlformats.org/presentationml/2006/main">
  <p:tag name="EMFCHILD" val="True"/>
  <p:tag name="ORIGINALHEIGHT" val=" 7.023579"/>
  <p:tag name="ORIGINALWIDTH" val=" 3.227834"/>
</p:tagLst>
</file>

<file path=ppt/tags/tag1585.xml><?xml version="1.0" encoding="utf-8"?>
<p:tagLst xmlns:a="http://schemas.openxmlformats.org/drawingml/2006/main" xmlns:r="http://schemas.openxmlformats.org/officeDocument/2006/relationships" xmlns:p="http://schemas.openxmlformats.org/presentationml/2006/main">
  <p:tag name="EMFCHILD" val="True"/>
  <p:tag name="ORIGINALHEIGHT" val=" 6.445741"/>
  <p:tag name="ORIGINALWIDTH" val=" 4.59273"/>
</p:tagLst>
</file>

<file path=ppt/tags/tag1586.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088"/>
</p:tagLst>
</file>

<file path=ppt/tags/tag1587.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1588.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257708"/>
</p:tagLst>
</file>

<file path=ppt/tags/tag1589.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13384"/>
</p:tagLst>
</file>

<file path=ppt/tags/tag1590.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7.780764"/>
</p:tagLst>
</file>

<file path=ppt/tags/tag1591.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55495"/>
</p:tagLst>
</file>

<file path=ppt/tags/tag1592.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6.824384"/>
</p:tagLst>
</file>

<file path=ppt/tags/tag1593.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5.011171"/>
</p:tagLst>
</file>

<file path=ppt/tags/tag1594.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93082"/>
</p:tagLst>
</file>

<file path=ppt/tags/tag1595.xml><?xml version="1.0" encoding="utf-8"?>
<p:tagLst xmlns:a="http://schemas.openxmlformats.org/drawingml/2006/main" xmlns:r="http://schemas.openxmlformats.org/officeDocument/2006/relationships" xmlns:p="http://schemas.openxmlformats.org/presentationml/2006/main">
  <p:tag name="EMFCHILD" val="True"/>
  <p:tag name="ORIGINALHEIGHT" val=" 6.236521"/>
  <p:tag name="ORIGINALWIDTH" val=" 3.118261"/>
</p:tagLst>
</file>

<file path=ppt/tags/tag1596.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1597.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31907"/>
</p:tagLst>
</file>

<file path=ppt/tags/tag1598.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11876"/>
</p:tagLst>
</file>

<file path=ppt/tags/tag1599.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55495"/>
</p:tagLst>
</file>

<file path=ppt/tags/tag1600.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1601.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71724"/>
</p:tagLst>
</file>

<file path=ppt/tags/tag1602.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1603.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13384"/>
</p:tagLst>
</file>

<file path=ppt/tags/tag1604.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3.34743"/>
</p:tagLst>
</file>

<file path=ppt/tags/tag1605.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1606.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4.871724"/>
</p:tagLst>
</file>

<file path=ppt/tags/tag1607.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55495"/>
</p:tagLst>
</file>

<file path=ppt/tags/tag1608.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3.34743"/>
</p:tagLst>
</file>

<file path=ppt/tags/tag1609.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71724"/>
</p:tagLst>
</file>

<file path=ppt/tags/tag1610.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1611.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31907"/>
</p:tagLst>
</file>

<file path=ppt/tags/tag1612.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11876"/>
</p:tagLst>
</file>

<file path=ppt/tags/tag1613.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55495"/>
</p:tagLst>
</file>

<file path=ppt/tags/tag1614.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1615.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71724"/>
</p:tagLst>
</file>

<file path=ppt/tags/tag1616.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1617.xml><?xml version="1.0" encoding="utf-8"?>
<p:tagLst xmlns:a="http://schemas.openxmlformats.org/drawingml/2006/main" xmlns:r="http://schemas.openxmlformats.org/officeDocument/2006/relationships" xmlns:p="http://schemas.openxmlformats.org/presentationml/2006/main">
  <p:tag name="EMFCHILD" val="True"/>
  <p:tag name="ORIGINALHEIGHT" val=" 6.854257"/>
  <p:tag name="ORIGINALWIDTH" val=" 4.194238"/>
</p:tagLst>
</file>

<file path=ppt/tags/tag1618.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31907"/>
</p:tagLst>
</file>

<file path=ppt/tags/tag1619.xml><?xml version="1.0" encoding="utf-8"?>
<p:tagLst xmlns:a="http://schemas.openxmlformats.org/drawingml/2006/main" xmlns:r="http://schemas.openxmlformats.org/officeDocument/2006/relationships" xmlns:p="http://schemas.openxmlformats.org/presentationml/2006/main">
  <p:tag name="EMFCHILD" val="True"/>
  <p:tag name="ORIGINALHEIGHT" val=" 7.023579"/>
  <p:tag name="ORIGINALWIDTH" val=" 3.227834"/>
</p:tagLst>
</file>

<file path=ppt/tags/tag1620.xml><?xml version="1.0" encoding="utf-8"?>
<p:tagLst xmlns:a="http://schemas.openxmlformats.org/drawingml/2006/main" xmlns:r="http://schemas.openxmlformats.org/officeDocument/2006/relationships" xmlns:p="http://schemas.openxmlformats.org/presentationml/2006/main">
  <p:tag name="EMFCHILD" val="True"/>
  <p:tag name="ORIGINALHEIGHT" val=" 6.445741"/>
  <p:tag name="ORIGINALWIDTH" val=" 4.59273"/>
</p:tagLst>
</file>

<file path=ppt/tags/tag1621.xml><?xml version="1.0" encoding="utf-8"?>
<p:tagLst xmlns:a="http://schemas.openxmlformats.org/drawingml/2006/main" xmlns:r="http://schemas.openxmlformats.org/officeDocument/2006/relationships" xmlns:p="http://schemas.openxmlformats.org/presentationml/2006/main">
  <p:tag name="EMFCHILD" val="True"/>
  <p:tag name="ORIGINALHEIGHT" val=" 2.331202"/>
  <p:tag name="ORIGINALWIDTH" val=" 6.625088"/>
</p:tagLst>
</file>

<file path=ppt/tags/tag1622.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1623.xml><?xml version="1.0" encoding="utf-8"?>
<p:tagLst xmlns:a="http://schemas.openxmlformats.org/drawingml/2006/main" xmlns:r="http://schemas.openxmlformats.org/officeDocument/2006/relationships" xmlns:p="http://schemas.openxmlformats.org/presentationml/2006/main">
  <p:tag name="EMFCHILD" val="True"/>
  <p:tag name="ORIGINALHEIGHT" val=" 4.403458"/>
  <p:tag name="ORIGINALWIDTH" val=" 5.011171"/>
</p:tagLst>
</file>

<file path=ppt/tags/tag1624.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4.413384"/>
</p:tagLst>
</file>

<file path=ppt/tags/tag1625.xml><?xml version="1.0" encoding="utf-8"?>
<p:tagLst xmlns:a="http://schemas.openxmlformats.org/drawingml/2006/main" xmlns:r="http://schemas.openxmlformats.org/officeDocument/2006/relationships" xmlns:p="http://schemas.openxmlformats.org/presentationml/2006/main">
  <p:tag name="EMFCHILD" val="True"/>
  <p:tag name="ORIGINALHEIGHT" val=" 6.236521"/>
  <p:tag name="ORIGINALWIDTH" val=" 3.118261"/>
</p:tagLst>
</file>

<file path=ppt/tags/tag1626.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1627.xml><?xml version="1.0" encoding="utf-8"?>
<p:tagLst xmlns:a="http://schemas.openxmlformats.org/drawingml/2006/main" xmlns:r="http://schemas.openxmlformats.org/officeDocument/2006/relationships" xmlns:p="http://schemas.openxmlformats.org/presentationml/2006/main">
  <p:tag name="EMFCHILD" val="True"/>
  <p:tag name="ORIGINALHEIGHT" val=" 6.664986"/>
  <p:tag name="ORIGINALWIDTH" val=" 2.131907"/>
</p:tagLst>
</file>

<file path=ppt/tags/tag1628.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4.811876"/>
</p:tagLst>
</file>

<file path=ppt/tags/tag1629.xml><?xml version="1.0" encoding="utf-8"?>
<p:tagLst xmlns:a="http://schemas.openxmlformats.org/drawingml/2006/main" xmlns:r="http://schemas.openxmlformats.org/officeDocument/2006/relationships" xmlns:p="http://schemas.openxmlformats.org/presentationml/2006/main">
  <p:tag name="EMFCHILD" val="True"/>
  <p:tag name="ORIGINALHEIGHT" val=" 4.57278"/>
  <p:tag name="ORIGINALWIDTH" val=" 3.855495"/>
</p:tagLst>
</file>

<file path=ppt/tags/tag1630.xml><?xml version="1.0" encoding="utf-8"?>
<p:tagLst xmlns:a="http://schemas.openxmlformats.org/drawingml/2006/main" xmlns:r="http://schemas.openxmlformats.org/officeDocument/2006/relationships" xmlns:p="http://schemas.openxmlformats.org/presentationml/2006/main">
  <p:tag name="EMFCHILD" val="True"/>
  <p:tag name="ORIGINALHEIGHT" val=" 6.914006"/>
  <p:tag name="ORIGINALWIDTH" val=" 2.211704"/>
</p:tagLst>
</file>

<file path=ppt/tags/tag1631.xml><?xml version="1.0" encoding="utf-8"?>
<p:tagLst xmlns:a="http://schemas.openxmlformats.org/drawingml/2006/main" xmlns:r="http://schemas.openxmlformats.org/officeDocument/2006/relationships" xmlns:p="http://schemas.openxmlformats.org/presentationml/2006/main">
  <p:tag name="EMFCHILD" val="True"/>
  <p:tag name="ORIGINALHEIGHT" val=" 6.336168"/>
  <p:tag name="ORIGINALWIDTH" val=" 4.871724"/>
</p:tagLst>
</file>

<file path=ppt/tags/tag1632.xml><?xml version="1.0" encoding="utf-8"?>
<p:tagLst xmlns:a="http://schemas.openxmlformats.org/drawingml/2006/main" xmlns:r="http://schemas.openxmlformats.org/officeDocument/2006/relationships" xmlns:p="http://schemas.openxmlformats.org/presentationml/2006/main">
  <p:tag name="EMFCHILD" val="True"/>
  <p:tag name="ORIGINALHEIGHT" val=" 2.978813"/>
  <p:tag name="ORIGINALWIDTH" val=" 3.128186"/>
</p:tagLst>
</file>

<file path=ppt/tags/tag1633.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2"/>
  <p:tag name="IGUANATEXSIZE" val="20"/>
  <p:tag name="LATEXADDIN" val="\documentclass{article}&#10;\usepackage{amsmath}&#10;\pagestyle{empty}&#10;\begin{document}&#10;&#10;&#10;\[&#10; \frac{p}{1 - p} = e^{(\boldsymbol{\beta}^\top \mathbf{x})}&#10;\]&#10;&#10;\end{document}"/>
  <p:tag name="LATEXENGINEID" val="0"/>
  <p:tag name="LATEXFORMHEIGHT" val=" 320"/>
  <p:tag name="LATEXFORMWIDTH" val=" 385"/>
  <p:tag name="LATEXFORMWRAP" val="True"/>
  <p:tag name="ORIGINALHEIGHT" val=" 6.177814"/>
  <p:tag name="ORIGINALWIDTH" val=" 5.18015"/>
  <p:tag name="TEMPFOLDER" val="C:\Users\luisc\Documents\Custom Office Templates\iguana temp\"/>
  <p:tag name="TRANSPARENCY" val="True"/>
</p:tagLst>
</file>

<file path=ppt/tags/tag1634.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22.08365"/>
</p:tagLst>
</file>

<file path=ppt/tags/tag1635.xml><?xml version="1.0" encoding="utf-8"?>
<p:tagLst xmlns:a="http://schemas.openxmlformats.org/drawingml/2006/main" xmlns:r="http://schemas.openxmlformats.org/officeDocument/2006/relationships" xmlns:p="http://schemas.openxmlformats.org/presentationml/2006/main">
  <p:tag name="EMFCHILD" val="True"/>
  <p:tag name="ORIGINALHEIGHT" val=" 6.4692"/>
  <p:tag name="ORIGINALWIDTH" val=" 3.274794"/>
</p:tagLst>
</file>

<file path=ppt/tags/tag1636.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6.063394"/>
</p:tagLst>
</file>

<file path=ppt/tags/tag1637.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18015"/>
</p:tagLst>
</file>

<file path=ppt/tags/tag1638.xml><?xml version="1.0" encoding="utf-8"?>
<p:tagLst xmlns:a="http://schemas.openxmlformats.org/drawingml/2006/main" xmlns:r="http://schemas.openxmlformats.org/officeDocument/2006/relationships" xmlns:p="http://schemas.openxmlformats.org/presentationml/2006/main">
  <p:tag name="EMFCHILD" val="True"/>
  <p:tag name="ORIGINALHEIGHT" val=" 2.272947"/>
  <p:tag name="ORIGINALWIDTH" val=" 6.599254"/>
</p:tagLst>
</file>

<file path=ppt/tags/tag1639.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0655"/>
</p:tagLst>
</file>

<file path=ppt/tags/tag1640.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6079"/>
</p:tagLst>
</file>

<file path=ppt/tags/tag1641.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5567"/>
</p:tagLst>
</file>

<file path=ppt/tags/tag1642.xml><?xml version="1.0" encoding="utf-8"?>
<p:tagLst xmlns:a="http://schemas.openxmlformats.org/drawingml/2006/main" xmlns:r="http://schemas.openxmlformats.org/officeDocument/2006/relationships" xmlns:p="http://schemas.openxmlformats.org/presentationml/2006/main">
  <p:tag name="EMFCHILD" val="True"/>
  <p:tag name="ORIGINALHEIGHT" val=" 3.370603"/>
  <p:tag name="ORIGINALWIDTH" val=" 4.138162"/>
</p:tagLst>
</file>

<file path=ppt/tags/tag1643.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58251"/>
</p:tagLst>
</file>

<file path=ppt/tags/tag1644.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799141"/>
</p:tagLst>
</file>

<file path=ppt/tags/tag1645.xml><?xml version="1.0" encoding="utf-8"?>
<p:tagLst xmlns:a="http://schemas.openxmlformats.org/drawingml/2006/main" xmlns:r="http://schemas.openxmlformats.org/officeDocument/2006/relationships" xmlns:p="http://schemas.openxmlformats.org/presentationml/2006/main">
  <p:tag name="BITMAPVECTOR" val="1"/>
  <p:tag name="CHOOSECOLOR" val="False"/>
  <p:tag name="COLORHEX" val="000000"/>
  <p:tag name="EMFCHILD" val="True"/>
  <p:tag name="IGUANATEXCURSOR" val="142"/>
  <p:tag name="IGUANATEXSIZE" val="20"/>
  <p:tag name="LATEXADDIN" val="\documentclass{article}&#10;\usepackage{amsmath}&#10;\pagestyle{empty}&#10;\begin{document}&#10;&#10;&#10;\[&#10; \frac{p}{1 - p} = e^{(\boldsymbol{\beta}^\top \mathbf{x})}&#10;\]&#10;&#10;\end{document}"/>
  <p:tag name="LATEXENGINEID" val="0"/>
  <p:tag name="LATEXFORMHEIGHT" val=" 320"/>
  <p:tag name="LATEXFORMWIDTH" val=" 385"/>
  <p:tag name="LATEXFORMWRAP" val="True"/>
  <p:tag name="ORIGINALHEIGHT" val=" 6.177814"/>
  <p:tag name="ORIGINALWIDTH" val=" 5.18015"/>
  <p:tag name="TEMPFOLDER" val="C:\Users\luisc\Documents\Custom Office Templates\iguana temp\"/>
  <p:tag name="TRANSPARENCY" val="True"/>
</p:tagLst>
</file>

<file path=ppt/tags/tag1646.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22.08365"/>
</p:tagLst>
</file>

<file path=ppt/tags/tag1647.xml><?xml version="1.0" encoding="utf-8"?>
<p:tagLst xmlns:a="http://schemas.openxmlformats.org/drawingml/2006/main" xmlns:r="http://schemas.openxmlformats.org/officeDocument/2006/relationships" xmlns:p="http://schemas.openxmlformats.org/presentationml/2006/main">
  <p:tag name="EMFCHILD" val="True"/>
  <p:tag name="ORIGINALHEIGHT" val=" 6.4692"/>
  <p:tag name="ORIGINALWIDTH" val=" 3.274794"/>
</p:tagLst>
</file>

<file path=ppt/tags/tag1648.xml><?xml version="1.0" encoding="utf-8"?>
<p:tagLst xmlns:a="http://schemas.openxmlformats.org/drawingml/2006/main" xmlns:r="http://schemas.openxmlformats.org/officeDocument/2006/relationships" xmlns:p="http://schemas.openxmlformats.org/presentationml/2006/main">
  <p:tag name="EMFCHILD" val="True"/>
  <p:tag name="ORIGINALHEIGHT" val=" .3885154"/>
  <p:tag name="ORIGINALWIDTH" val=" 6.063394"/>
</p:tagLst>
</file>

<file path=ppt/tags/tag1649.xml><?xml version="1.0" encoding="utf-8"?>
<p:tagLst xmlns:a="http://schemas.openxmlformats.org/drawingml/2006/main" xmlns:r="http://schemas.openxmlformats.org/officeDocument/2006/relationships" xmlns:p="http://schemas.openxmlformats.org/presentationml/2006/main">
  <p:tag name="EMFCHILD" val="True"/>
  <p:tag name="ORIGINALHEIGHT" val=" 6.177814"/>
  <p:tag name="ORIGINALWIDTH" val=" 5.18015"/>
</p:tagLst>
</file>

<file path=ppt/tags/tag1650.xml><?xml version="1.0" encoding="utf-8"?>
<p:tagLst xmlns:a="http://schemas.openxmlformats.org/drawingml/2006/main" xmlns:r="http://schemas.openxmlformats.org/officeDocument/2006/relationships" xmlns:p="http://schemas.openxmlformats.org/presentationml/2006/main">
  <p:tag name="EMFCHILD" val="True"/>
  <p:tag name="ORIGINALHEIGHT" val=" 2.272947"/>
  <p:tag name="ORIGINALWIDTH" val=" 6.599254"/>
</p:tagLst>
</file>

<file path=ppt/tags/tag1651.xml><?xml version="1.0" encoding="utf-8"?>
<p:tagLst xmlns:a="http://schemas.openxmlformats.org/drawingml/2006/main" xmlns:r="http://schemas.openxmlformats.org/officeDocument/2006/relationships" xmlns:p="http://schemas.openxmlformats.org/presentationml/2006/main">
  <p:tag name="EMFCHILD" val="True"/>
  <p:tag name="ORIGINALHEIGHT" val=" 4.400201"/>
  <p:tag name="ORIGINALWIDTH" val=" 3.810655"/>
</p:tagLst>
</file>

<file path=ppt/tags/tag1652.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806079"/>
</p:tagLst>
</file>

<file path=ppt/tags/tag1653.xml><?xml version="1.0" encoding="utf-8"?>
<p:tagLst xmlns:a="http://schemas.openxmlformats.org/drawingml/2006/main" xmlns:r="http://schemas.openxmlformats.org/officeDocument/2006/relationships" xmlns:p="http://schemas.openxmlformats.org/presentationml/2006/main">
  <p:tag name="EMFCHILD" val="True"/>
  <p:tag name="ORIGINALHEIGHT" val=" 6.092303"/>
  <p:tag name="ORIGINALWIDTH" val=" 4.85567"/>
</p:tagLst>
</file>

<file path=ppt/tags/tag1654.xml><?xml version="1.0" encoding="utf-8"?>
<p:tagLst xmlns:a="http://schemas.openxmlformats.org/drawingml/2006/main" xmlns:r="http://schemas.openxmlformats.org/officeDocument/2006/relationships" xmlns:p="http://schemas.openxmlformats.org/presentationml/2006/main">
  <p:tag name="EMFCHILD" val="True"/>
  <p:tag name="ORIGINALHEIGHT" val=" 3.370603"/>
  <p:tag name="ORIGINALWIDTH" val=" 4.138162"/>
</p:tagLst>
</file>

<file path=ppt/tags/tag1655.xml><?xml version="1.0" encoding="utf-8"?>
<p:tagLst xmlns:a="http://schemas.openxmlformats.org/drawingml/2006/main" xmlns:r="http://schemas.openxmlformats.org/officeDocument/2006/relationships" xmlns:p="http://schemas.openxmlformats.org/presentationml/2006/main">
  <p:tag name="EMFCHILD" val="True"/>
  <p:tag name="ORIGINALHEIGHT" val=" 3.018923"/>
  <p:tag name="ORIGINALWIDTH" val=" 4.258251"/>
</p:tagLst>
</file>

<file path=ppt/tags/tag1656.xml><?xml version="1.0" encoding="utf-8"?>
<p:tagLst xmlns:a="http://schemas.openxmlformats.org/drawingml/2006/main" xmlns:r="http://schemas.openxmlformats.org/officeDocument/2006/relationships" xmlns:p="http://schemas.openxmlformats.org/presentationml/2006/main">
  <p:tag name="EMFCHILD" val="True"/>
  <p:tag name="ORIGINALHEIGHT" val=" 6.792688"/>
  <p:tag name="ORIGINALWIDTH" val=" 1.799141"/>
</p:tagLst>
</file>

<file path=ppt/theme/theme1.xml><?xml version="1.0" encoding="utf-8"?>
<a:theme xmlns:a="http://schemas.openxmlformats.org/drawingml/2006/main" name="2_office theme">
  <a:themeElements>
    <a:clrScheme name="viridis inferno">
      <a:dk1>
        <a:sysClr val="windowText" lastClr="000000"/>
      </a:dk1>
      <a:lt1>
        <a:sysClr val="window" lastClr="FFFFFF"/>
      </a:lt1>
      <a:dk2>
        <a:srgbClr val="0E2841"/>
      </a:dk2>
      <a:lt2>
        <a:srgbClr val="E8E8E8"/>
      </a:lt2>
      <a:accent1>
        <a:srgbClr val="FCFFA4"/>
      </a:accent1>
      <a:accent2>
        <a:srgbClr val="FAC228"/>
      </a:accent2>
      <a:accent3>
        <a:srgbClr val="F57D15"/>
      </a:accent3>
      <a:accent4>
        <a:srgbClr val="D44842"/>
      </a:accent4>
      <a:accent5>
        <a:srgbClr val="9F2A63"/>
      </a:accent5>
      <a:accent6>
        <a:srgbClr val="65156E"/>
      </a:accent6>
      <a:hlink>
        <a:srgbClr val="280B53"/>
      </a:hlink>
      <a:folHlink>
        <a:srgbClr val="000004"/>
      </a:folHlink>
    </a:clrScheme>
    <a:fontScheme name="Office Theme">
      <a:majorFont>
        <a:latin typeface="Aptos Display"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ptos" panose="020B000402020202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emplate/>
  <TotalTime>547</TotalTime>
  <Words>7936</Words>
  <Application>Microsoft Office PowerPoint</Application>
  <PresentationFormat>Widescreen</PresentationFormat>
  <Paragraphs>871</Paragraphs>
  <Slides>47</Slides>
  <Notes>47</Notes>
  <HiddenSlides>0</HiddenSlides>
  <MMClips>1</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47</vt:i4>
      </vt:variant>
    </vt:vector>
  </HeadingPairs>
  <TitlesOfParts>
    <vt:vector size="55" baseType="lpstr">
      <vt:lpstr>Aptos</vt:lpstr>
      <vt:lpstr>Aptos Black</vt:lpstr>
      <vt:lpstr>Aptos Display</vt:lpstr>
      <vt:lpstr>Aptos SemiBold</vt:lpstr>
      <vt:lpstr>Arial</vt:lpstr>
      <vt:lpstr>Avenir Next LT Pro</vt:lpstr>
      <vt:lpstr>Cambria Math</vt:lpstr>
      <vt:lpstr>2_office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Luis Carlos Guevara Hernandez</dc:creator>
  <cp:lastModifiedBy>Luis Carlos Guevara</cp:lastModifiedBy>
  <cp:revision>3</cp:revision>
  <dcterms:created xsi:type="dcterms:W3CDTF">2024-06-30T19:22:33Z</dcterms:created>
  <dcterms:modified xsi:type="dcterms:W3CDTF">2026-05-28T22:31:06Z</dcterms:modified>
</cp:coreProperties>
</file>